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wgtb54rqr0xlaaaaabjru5erkjggg==" ContentType="image/wgtb54rqr0xlaaaaabjru5erkjggg=="/>
  <Default Extension="v8pty46kjqhxmgaaaaasuvork5cyii=" ContentType="image/v8pty46kjqhxmgaaaaasuvork5cyii="/>
  <Default Extension="wfyce9kbyseksaaaaaelftksuqmcc" ContentType="image/wfyce9kbyseksaaaaaelftksuqmcc"/>
  <Default Extension="celtogmxcccaaaaasuvork5cyii=" ContentType="image/celtogmxcccaaaaasuvork5cyii="/>
  <Default Extension="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 ContentType="image/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/>
  <Default Extension="azbg7+jnbfjjfi4v8dnvqkyzbxxsqaaaaasuvork5cyii=" ContentType="image/azbg7+jnbfjjfi4v8dnvqkyzbxxsqaaaaasuvork5cyii="/>
  <Default Extension="ngx8bghtsidn1auqaaaaasuvork5cyii=" ContentType="image/ngx8bghtsidn1auqaaaaasuvork5cyii="/>
  <Default Extension="wcgyc6csyainwaaaabjru5erkjggg==" ContentType="image/wcgyc6csyainwaaaabjru5erkjggg=="/>
  <Default Extension="e+kpdskvpsuyaaaaabjru5erkjggg==" ContentType="image/e+kpdskvpsuyaaaaabjru5erkjggg=="/>
  <Default Extension="dpvkxtoaaaqiecbagqiaaaqiecbagqiaaaqiecbbytcatwktnxl8ecbagqiaaaqiecbagqiaaaqiecbagqiaaaqiecjxwqab82tfqjaabagqiecbagaabagqiecbagaabagqiecbagacb1qqewktnxl8ecbagqiaaaqiecbagqiaaaqiecbagqiaaaqiecjxw4h+jf8zcl705cgaaaabjru5erkjggg==" ContentType="image/dpvkxtoaaaqiecbagqiaaaqiecbagqiaaaqiecbbytcatwktnxl8ecbagqiaaaqiecbagqiaaaqiecbagqiaaaqiecjxwqab82tfqjaabagqiecbagaabagqiecbagaabagqiecbagacb1qqewktnxl8ecbagqiaaaqiecbagqiaaaqiecbagqiaaaqiecjxw4h+jf8zcl705cgaaaabjru5erkjggg=="/>
  <Default Extension="x93khcacyzmswaaaabjru5erkjggg==" ContentType="image/x93khcacyzmswaaaabjru5erkjggg=="/>
  <Default Extension="aaaaaelftksuqmcc" ContentType="image/aaaaaelftksuqmcc"/>
  <Default Extension="x+gag56kogiywaaaabjru5erkjggg==" ContentType="image/x+gag56kogiywaaaabjru5erkjggg=="/>
  <Default Extension="bycnfs9s1oduny4tgfxivbgtwt4fq4qfsrnjrs4vmvwmnqvqdvuod+bwelaiy+sy2cxgjmt15rogmahkfmgpkfmgokfego0bggywcgquycmquyciquscjqeabjaizbtikzbtikjbriknarogmahkfmgpkfmgokfego0bggywcgquycmquyciquscjqeabjaizbtikzbtikjbriknarogmahkfmgpkfmgokfego0bggywcgqwojwx+f5rigzdgyktkaaaaaelftksuqmcc" ContentType="image/bycnfs9s1oduny4tgfxivbgtwt4fq4qfsrnjrs4vmvwmnqvqdvuod+bwelaiy+sy2cxgjmt15rogmahkfmgpkfmgokfego0bggywcgquycmquyciquscjqeabjaizbtikzbtikjbriknarogmahkfmgpkfmgokfego0bggywcgquycmquyciquscjqeabjaizbtikzbtikjbriknarogmahkfmgpkfmgokfego0bggywcgqwojwx+f5rigzdgyktkaaaaaelftksuqmcc"/>
  <Default Extension="2himaaaaaelftksuqmcc" ContentType="image/2himaaaaaelftksuqmcc"/>
  <Default Extension="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 ContentType="image/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/>
  <Default Extension="budl18xjfaaaaaasuvork5cyii=" ContentType="image/budl18xjfaaaaaasuvork5cyii="/>
  <Default Extension="png;base64,ivborw0kggoaaaansuheugaaaakaaaaxcayaaaaiuipqaaaaaxnsr0iars4c6qaaaerlwelmtu0akgaaaagaaydpaaqaaaabaaaaggaaaaaaa6abaamaaaabaaeaakacaaqaaaabaaaacaadaaqaaaabaaaamqaaaac+e2rmaaaak0leqvq4ewmuulrxn4eaycigd5yevcqwggsjqcawggsjqqaseeflgqebbacamqi9ujcbvqaaaabjru5erkjggg==" ContentType="image/png;base64,ivborw0kggoaaaansuheugaaaakaaaaxcayaaaaiuipqaaaaaxnsr0iars4c6qaaaerlwelmtu0akgaaaagaaydpaaqaaaabaaaaggaaaaaaa6abaamaaaabaaeaakacaaqaaaabaaaacaadaaqaaaabaaaamqaaaac+e2rmaaaak0leqvq4ewmuulrxn4eaycigd5yevcqwggsjqcawggsjqqaseeflgqebbacamqi9ujcbvqaaaabjru5erkjggg=="/>
  <Default Extension="z3uge5ux3oexwaxphbtr9mygzm2qyyajf8vdajmmaabbqmy4xe4td5vlh9v8qtsx6rgcu3cguwxvm+px1il6qjxwgkkoxq2oo4qaqmljcmdriv02viaco6ajvt05flh+qhl6y6jy+xdvn0qdqifv8hy7bobp655dsaaaaasuvork5cyii=" ContentType="image/z3uge5ux3oexwaxphbtr9mygzm2qyyajf8vdajmmaabbqmy4xe4td5vlh9v8qtsx6rgcu3cguwxvm+px1il6qjxwgkkoxq2oo4qaqmljcmdriv02viaco6ajvt05flh+qhl6y6jy+xdvn0qdqifv8hy7bobp655dsaaaaasuvork5cyii="/>
  <Default Extension="pzhupc93e73laaaaaelftksuqmcc" ContentType="image/pzhupc93e73laaaaaelftksuqmcc"/>
  <Default Extension="p82gmcayqqregaaaabjru5erkjggg==" ContentType="image/p82gmcayqqregaaaabjru5erkjggg=="/>
  <Default Extension="pgz8l0krub3ccjgtaaaaaelftksuqmcc" ContentType="image/pgz8l0krub3ccjgtaaaaaelftksuqmcc"/>
  <Default Extension="pyvm0eratk21aaaaaelftksuqmcc" ContentType="image/pyvm0eratk21aaaaaelftksuqmcc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wgtb54rqr0xlaaaaabjru5erkjggg=="/><Relationship Id="rId3" Type="http://schemas.openxmlformats.org/officeDocument/2006/relationships/image" Target="../media/image-1-3.v8pty46kjqhxmgaaaaasuvork5cyii=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image" Target="../media/image-2-2.wfyce9kbyseksaaaaaelftksuqmcc"/><Relationship Id="rId3" Type="http://schemas.openxmlformats.org/officeDocument/2006/relationships/image" Target="../media/image-2-3.celtogmxcccaaaaasuvork5cyii=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/><Relationship Id="rId3" Type="http://schemas.openxmlformats.org/officeDocument/2006/relationships/image" Target="../media/image-3-3.azbg7+jnbfjjfi4v8dnvqkyzbxxsqaaaaasuvork5cyii="/><Relationship Id="rId4" Type="http://schemas.openxmlformats.org/officeDocument/2006/relationships/image" Target="../media/image-3-4.ngx8bghtsidn1auqaaaaasuvork5cyii="/><Relationship Id="rId5" Type="http://schemas.openxmlformats.org/officeDocument/2006/relationships/image" Target="../media/image-3-5.wcgyc6csyainwaaaabjru5erkjggg=="/><Relationship Id="rId6" Type="http://schemas.openxmlformats.org/officeDocument/2006/relationships/image" Target="../media/image-3-6.e+kpdskvpsuyaaaaabjru5erkjggg==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dpvkxtoaaaqiecbagqiaaaqiecbagqiaaaqiecbbytcatwktnxl8ecbagqiaaaqiecbagqiaaaqiecbagqiaaaqiecjxwqab82tfqjaabagqiecbagaabagqiecbagaabagqiecbagacb1qqewktnxl8ecbagqiaaaqiecbagqiaaaqiecbagqiaaaqiecjxw4h+jf8zcl705cgaaaabjru5erkjggg=="/><Relationship Id="rId3" Type="http://schemas.openxmlformats.org/officeDocument/2006/relationships/image" Target="../media/image-4-3.x93khcacyzmswaaaabjru5erkjggg=="/><Relationship Id="rId4" Type="http://schemas.openxmlformats.org/officeDocument/2006/relationships/image" Target="../media/image-4-4.aaaaaelftksuqmcc"/><Relationship Id="rId5" Type="http://schemas.openxmlformats.org/officeDocument/2006/relationships/image" Target="../media/image-4-5.x+gag56kogiywaaaabjru5erkjggg=="/><Relationship Id="rId6" Type="http://schemas.openxmlformats.org/officeDocument/2006/relationships/image" Target="../media/image-4-6.bycnfs9s1oduny4tgfxivbgtwt4fq4qfsrnjrs4vmvwmnqvqdvuod+bwelaiy+sy2cxgjmt15rogmahkfmgpkfmgokfego0bggywcgquycmquyciquscjqeabjaizbtikzbtikjbriknarogmahkfmgpkfmgokfego0bggywcgquycmquyciquscjqeabjaizbtikzbtikjbriknarogmahkfmgpkfmgokfego0bggywcgqwojwx+f5rigzdgyktkaaaaaelftksuqmcc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2himaaaaaelftksuqmcc"/><Relationship Id="rId3" Type="http://schemas.openxmlformats.org/officeDocument/2006/relationships/image" Target="../media/image-5-3.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/><Relationship Id="rId4" Type="http://schemas.openxmlformats.org/officeDocument/2006/relationships/image" Target="../media/image-5-4.budl18xjfaaaaaasuvork5cyii="/><Relationship Id="rId5" Type="http://schemas.openxmlformats.org/officeDocument/2006/relationships/image" Target="../media/image-5-5.png;base64,ivborw0kggoaaaansuheugaaaakaaaaxcayaaaaiuipqaaaaaxnsr0iars4c6qaaaerlwelmtu0akgaaaagaaydpaaqaaaabaaaaggaaaaaaa6abaamaaaabaaeaakacaaqaaaabaaaacaadaaqaaaabaaaamqaaaac+e2rmaaaak0leqvq4ewmuulrxn4eaycigd5yevcqwggsjqcawggsjqqaseeflgqebbacamqi9ujcbvqaaaabjru5erkjggg=="/><Relationship Id="rId6" Type="http://schemas.openxmlformats.org/officeDocument/2006/relationships/image" Target="../media/image-5-4.budl18xjfaaaaaasuvork5cyii="/><Relationship Id="rId7" Type="http://schemas.openxmlformats.org/officeDocument/2006/relationships/image" Target="../media/image-5-5.png;base64,ivborw0kggoaaaansuheugaaaakaaaaxcayaaaaiuipqaaaaaxnsr0iars4c6qaaaerlwelmtu0akgaaaagaaydpaaqaaaabaaaaggaaaaaaa6abaamaaaabaaeaakacaaqaaaabaaaacaadaaqaaaabaaaamqaaaac+e2rmaaaak0leqvq4ewmuulrxn4eaycigd5yevcqwggsjqcawggsjqqaseeflgqebbacamqi9ujcbvqaaaabjru5erkjggg=="/><Relationship Id="rId8" Type="http://schemas.openxmlformats.org/officeDocument/2006/relationships/image" Target="../media/image-5-4.budl18xjfaaaaaasuvork5cyii="/><Relationship Id="rId9" Type="http://schemas.openxmlformats.org/officeDocument/2006/relationships/image" Target="../media/image-5-5.png;base64,ivborw0kggoaaaansuheugaaaakaaaaxcayaaaaiuipqaaaaaxnsr0iars4c6qaaaerlwelmtu0akgaaaagaaydpaaqaaaabaaaaggaaaaaaa6abaamaaaabaaeaakacaaqaaaabaaaacaadaaqaaaabaaaamqaaaac+e2rmaaaak0leqvq4ewmuulrxn4eaycigd5yevcqwggsjqcawggsjqqaseeflgqebbacamqi9ujcbvqaaaabjru5erkjggg=="/><Relationship Id="rId10" Type="http://schemas.openxmlformats.org/officeDocument/2006/relationships/image" Target="../media/image-5-3.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/><Relationship Id="rId11" Type="http://schemas.openxmlformats.org/officeDocument/2006/relationships/image" Target="../media/image-5-3.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/><Relationship Id="rId3" Type="http://schemas.openxmlformats.org/officeDocument/2006/relationships/image" Target="../media/image-6-3.z3uge5ux3oexwaxphbtr9mygzm2qyyajf8vdajmmaabbqmy4xe4td5vlh9v8qtsx6rgcu3cguwxvm+px1il6qjxwgkkoxq2oo4qaqmljcmdriv02viaco6ajvt05flh+qhl6y6jy+xdvn0qdqifv8hy7bobp655dsaaaaasuvork5cyii="/><Relationship Id="rId4" Type="http://schemas.openxmlformats.org/officeDocument/2006/relationships/image" Target="../media/image-6-4.pzhupc93e73laaaaaelftksuqmcc"/><Relationship Id="rId5" Type="http://schemas.openxmlformats.org/officeDocument/2006/relationships/image" Target="../media/image-6-5.p82gmcayqqregaaaabjru5erkjggg==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image" Target="../media/image-7-2.pgz8l0krub3ccjgtaaaaaelftksuqmcc"/><Relationship Id="rId3" Type="http://schemas.openxmlformats.org/officeDocument/2006/relationships/image" Target="../media/image-7-3.pyvm0eratk21aaaaaelftksuqmcc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title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ey96ZIsx5Gol0tV9zlYuAAgAIJYCJCcRUPN6M6VmRYzmemHTP/0EPp/75Uegc8i0zPITCaT7Er6ocVMdkea4ZDDBQQ3kAAJggCxnO6qytT3uUdkZi19Th8sJMGp6M7KjN3DwyPCwz2W9plvvjY21Yyrpmm3TdPd43m7WfW/aoZf/vfNdvuPzTC80bQ9Acc7Tdv5QTjCduOO766mML3bsZ2+x3EkXNcMxWnh1bTjMIUjQdJfk9wHzbp/qumbv2l2T/5XzXZ8mXBfarr2ghAX+BOuFWzjts2uySLsp9s15hvPMBIcGNuaV33jFIVagLD3Sbj2OvK4ar7XbMb/tXnsd/9X03zwRrMa3iPnTbPtd81uLuoUO/KbbIAc5c98xwkOA8y46yx/u6JUf9FcPPJfNuPl3zab/uVmHB4lPvjuyXOg/BSUEhHVMhm/BbdzOots+cw8u7mWwzvQx9cSZ/vx0m8A1jvju83w3v8EDv+HZtz8hLw/oE7AC2lGunvlyVTaIeER/5pT9T80a4rwTcpKHV/8R01z98lmtSMeUcYGWoQezV9TaScsi5+a/sLp9Kf1f8pMsA/gAqxuNs1690HTXP/bZvvB/wyJ/yN0fw+/TcTOupMuSl0WwCo+axaBF5C7HvrmarVqxsf+w6Zb/xfN0P0tQaRj2o1tTXMTbOl78reS3EG1ngxbHYNOx4vmznDV9Fd/R33+b82H7/2fTUf5WgBuaVfbna3JNp3mkI6r+/l9xsBnCwMH7b+2uan9P6A0NfxhMMcizQ3pjMuOawoz5PCVMePX/qIGXfbJh/3KIsqn/Mlo1Fq2jj/64sU4lRknPrMXvB0oty9fqStw3jp+VNyLv/aKzOQ9Sv9bxpfEU4EGv+h/CcnX7YC7IdTh+JI4MXDix7pqHXvlneSLgHWMtzgTzNpD3wTHPgbn9CP6A35WpA8/oIFPGeFHxuDHxJP2a8aZbfBAEw4zNL8Vnv38J+/bfhT6FwcDvEs33m0GecTmbqYQY9ypPGr+JSPreNE+Zvgewp+ggT/zHLbAsYF+xMlWDglf6caxrdZJSfs+r5lXq/CWt7TZMVZS5Z1l3X4OHoF3uw5U19DjkGW3JdVcazsw20qn9wHhvl6tPCCmp4SBswGY2g/g198lv98FTvf6oAiNcwWm2I/7n7mcERhCH7vLpu8eJ/Jj4PdO5BdlqXxMSWv5qvQs/7c0XeEPh+4UbSxDlu8pfqbTDfCG0HoLLzpYzuYdyv0+sMlTUTcn+E97gzATnX38/iETPP+eMXDGwBkDZwycMfBZwgCc/fhS03/hv27udV9j1LxotvCuygEqX1L5BEddR0/5Xcf8B/vnOF3lB473jvXyU8p0avzgWUi35nM/7NV5UfAchR/YT+d4fN9PD3/yrjLH4M3HK/jDd2ALf9uM29/Ax73VjLu3wMWvKS9u+vOlrK+Dn96NH2LfwG8NTb/iV/6u8FK+hg5+W1aM0DKCWa4FPiPwsvwzhJZrxm+WJfnWGd8VX3Vek/x+xptTmr9ug9c59B/HV8ipemWcnwN/X0YO/dXmYvVis1o/1ey6R5td/zh0+gUw/Lmm2ykn7JGT9rhBX/D4or9lPtbCI4qviQaRNfdRV9LhflmDpvadwqZcrJr6tQx7yNfWsL475GwX9/6uudp8u7m3/Tumh7+EvlZN37/NPOV94LyINhVhgXekjezk3/mjtZSkDt/pXMtU5deH8uXDercYFe5l2Q/DlUzv+7J+bH7O99bty9TNN5vL9TeB+mncXmg2qzvNdbeiTtbY7yA9oKTMx3rmYRN9F/68ZlTLU+2Gy7k3dRU6guxPqn8AgOVQ7J1hsz9ZIaPeXf8fzb33//dm1f0jD20auX3EZY4q3eT8rsg7Y14Avn0fzDcSPlud9VHrpJl0D3P4hLDSRZVfT3CXD+dFylW65qnmqv3LZnvnb5rVo19tHm1eIKnHmg3PLuQKyNmhiWj3yhgmuGpCBZbJveKpvmdYD2E4tO965k79G80dRN279/6huXf1P4L7HzSr9t0mZnvM+TbUxaCcgZK39IfOpxdNJGgs20nNP3M5rN8aB+1JBIh5orIE5m9jd6e52H2jubv+j5vry3/ZdJd/1mxb2r69rvKeAdmG8zxwOCqjWpR9oueoS4Pgj1nSfDoU+EJeEi7TT4XNtKK+KfNu9Z3mPfCx+uAfmvX466bbvo8OCFz0vwMusQM8q3eB7RG+SbvC9BDyn5iz9s80dx79F6gI/tPmevhz0nsF/QN6pvUO3F6ScvZv9hBpajmqPV0rHo7KXWLVV8VPte+/h+ZqeB1dyL9rVlf/S9Ns/h90Ix+ifttZ2jQFz4f51Pl3DWZ7CLwSfgtw/eprzXr1nzWb9X/etI98BbfPgUf7a2VIvkEhudgX0jGGff8nyzvBX/G9H+hGW8WWY0Tbf0CZ3mk2m9eai3f/u2aHzmc3vklcxwlKis5EvSfUxL96IOVKSVc1A8vXU9f04IxD6Hcu/qLp7/wnzb3L/4ByPks/hFwoG8YeLU7w14Qe8n3Yrg6j79DlXr3/fzerzb9tus2/Q/djCKSCyMUsR//Y0//tt3QKE2UqUPqtdGv1NDpJFHXjPVWvdLg0vu6KhqUKEncaWHyLm+UzEWhN2saa3+KxGof5PaOADv/RTq97v9nee5MBhpzbR4PtGgcQiVJt3DK4KAQKgVcOEg6ddhA+2QAgn0I7QEkaNa/6FuZKCntQFIuAWPEMYgxmHeXt7z1J+d+DNBlMIOZZQLgfP/JbOGlXwRimvtMyhUoYYQRWb1HWt5phM9D5PgbYPXiGqIChB96OjnKE4UniSfijI5xSWn5knguU7+d66LGIan1Zt0Hc5t8+0nxwxeKAlcLlexA8zBVMl3AcPrVaK4Fn+UviJc/om+lA723fbi5hGvqdwsXPgfMLops5RBodDEL1+8C5APk+nzckMNVF4qmDYJSpXvRfIK2LZjOgHF3DNDTvMTGQYbDrk95ycYHDuOYwde1Rn/gPdOADg+VIY3z88knKiQB1fAS7DBEhrdMTOAzczaQa+dSfw/yq+33f1iUB7GB7BpMWYf318AGdFcLi9neUz9aYDaYqPmr57pvu2fOMgT96DBy2mGKf2v+DCnAYv4SPTozvm9JZdlxTmOjd9jI09SnoIqvF5174T9+SfXr2YvYah5Ck/Ybu6SR4ty+fqZI++AoFsGNAjAPyBvZP+E+4zKz2oDFegWD+Kg4f85XjWeIjJ9+MgcG4mnAKHBio+U4IZjArRIcA7GOwjpeHoW6ym34s2AnG1LEJHMmex9jJZKFynRNGakoVnv38q++t30H/4kAGd83bsdspvziq9XQqj5p/zQn7hCzDfwR/8swxVzq5YiT7EHviJARpQTumewqeCsfBe4KpwpNv675FABJlHS9JUh6V+o/xPKGIlAr+a2zdpnbA99I9wj/kT6UXSy5f0oTAEh4N/izoYJnZIu3DfLVPQcMz60D+WPpuGyef8MJMzhu+IzvweRP/W7Oq8C0wEl51AjXxxDXCje8KsW/7ACeHlLH9MJ+GhSEhFMgEavo1ucy/1PtUp5Q5ClJDnd9nDJwxcMbAGQNnDPxzwIBcGoq0O/8CxeVTFBhZheO9sohS/OU7Rk8c5BOW7gbVXv3TniFqSo7HMdYz9sZCewOFqeGq/T7vkmnyKYfxtB+P7/uplQTkExHYjqFQgbeRp2FxW7d6gufZprt4hcX6f970l3/d9He/idfXkNU8w96UJ5p+/RhhPg+OvoAy5DLkcAMCo5BLKg+FD+yR16UwWO5C+RjKEniTVu1jCCR1r7DMEEa5cE78ZlmUyGjm0Pk18y21zHM6y6853tL1j/sbaRh4BENsRmhGZG+7NxCgv9psr7+HUuq15ur6Ldzg63m2u9/BCcIHuujWBahgqkep0zMPUlGhAkccag9cyPudQErS1DFe6vR+6bMMe6oeaxYdc4Rd/3mUG1+mjaEQuPgm8lwUBcg6tzsXQlCLgNMhz+5iY4/wCx7uwJi8c6nfStsFkJpvlV9rn3hp010CHGkmXYXzwnPxeRDjZqswxoMCbGShad9SP1c/aa7ff7NZ3XEO9B7+95CZo3BHpuvsoQ+6h28nw6DvJRJJr5ZnynUCzPL7TA4lSNqP6yfxlb4qmlbNY5d/3qy7LzebK6SbbPCJhQExF+Sb95y38wpMwGoJZ5Pz2eIf84/0q7VzCF9Nc6qTOanpywUo3cD8RSXb8FrQ+Z3Vo7xZdLKV9u2jWEzNomLTSz2L79JH209T0OivqxuYX9oTd1OW9/2wjN1A/7a7i/z7i80jd75O3/j55sPtFQqj91BI36PkyIt5K4ehVklPyGYszNW6X1+GWppqCwWfqURFsvmPPlnF3xYl64ebn9Gk38bXhRuX6MHR8OAvPkLfF7J4U6oUKTTF2LAwma4fYV38VIcZ9uoZ9KmFINbfGDINNk5dPAkdPdNcb+4BIYuD2DgFgdOGXX7tmIKOhLEg8F+Snctd86u51PecP1VIuT5kJvszxpbfMZo8zkbIu6T8KOk/TroEYNG5cGUdW/8lP/MPetBtfubUa377b8PeaMjugn51tUMns0OuQ7+6ZRHHgF5ORXQzqK9hMUDVmC8SOjX/Fq+7ot/bDu+HcrntmbezwbFHF8EqCPpE9CTkM9I2RiIkeKdKkXDP8N+nHAu46meEhoiir41F6Cj5t4zW7edZZEQ/sf0t/ZYbKECCsp7Ar/0ydK/O6wDfjlnCoj5HfFyjYP3w+h2Uv3dpKtYh+h5zO8D3DH+F7OHeYOjGCOJbXeHd1ZPQJn0IetthhZ4HnHeUo1efuacAjoZMgSNRV9gj1KIjWPcvs3rmC1Q+CWxAjqtoGFDHAQZIxZYVVhRiY3RaeE+Cx0xPMAUoDG/bZ1oPKhfAbN0yTe40bXfvNR/e+wHR3g1kNu6yiF0PdhRWjgwljQJjStJitH0zK3lkPiXTOSRf2VDCafmTvUv4J5SmsIYgwMXqGbL/Mhm5QocOALg6MrQi955CEDVZK2oaDALAgpcFjLnaDEaRRjDs2M0w/Ir2zm5N4g4dhLR2hwm4sWy+TdPfSEPbAsc148BKlmJy4sOwYaaP6jC/JXaSxrgr+3GY4q/QIX8+6h3NPPBR9ljVleU38OCKF+CrydqIzc3f+DS56kmEkdU87cCKy92v6WjeZSfw50gDulLJ7W4vOz0XIoRQPaExiYc3U6b7UaMupBupKaBMlnGAyafh9MDTsOjBsvaDCmlXTgiHZTJ8pnuYevqouDZdOgxWjjab3zC203Zc/dY/lpOHUo+H8ScgbyjyjeGniPUj6SzhtQ5sL7avRxlrnwLPj9Lp2Qm/y4om25F1XulZyjubMwb+FDBwSMnFXtr/g0t4GL/EqAP6TemUTi+8pzD22vtG+7J/NOhhmP0Yn7Rt7ici5xiDddNW/ZZ5JnQ3dE/LgNN3LZ8x6zN5HnzYHzu6ucLUyUY+2T/F90H4PWhAXq6Mcww5CPiQ1r0xvY7xTAic/HSh8KOP5K0ClA9Sd9LmeMLosIecmwDZC0QSN4U7BjxZLPmkVHIGMx7fLNDj7U6HmdIO0632/fyPc7nZJfkVR0HxwUSVRU0qCuXPgkl2snJj8jX/mj72CWFGejj/wHfQi5NT+TJ4R5WCoRDPkXo//ZrvA95RH0tYsrzyRKkYZcVvrCZXAUw4mgqsCybjqIBfxtZHmgw+VcvHMDHZBFW9+Tp2u+Kd3bBO0pEgkLIjeVZAoHYByOIzINA+tZXimaQorwDvyQStdecvk9EoJ7mIz0z/MLVIMtPNRMDBfpg6QZx44jnK6a8oAG0ueHOUvwoGWZSnsGmoym76CdOtaZuQ4ee8CzGaVuHxpzKfzvXsesbAGQNnDJwxcMbAnyAG5OxTAbzrnmQsRc6ibI2huo7Wy3eMnjg4Zi7dRYx2/cNdf8dhPeov9hjr5RngCdKXEGUcDl4/wt/nJxOM/JPfW4bVczG+L72W38qSYj5jOV2w6aJ+3h0C2h6ZSPs47y8iE3kqlOKb9otw0pzuwoaAsXsW1ufr8Hd/hTwUZd76r0jiZRTGz7P2kx1MO/hfBMg9wvrR+UDli5EcIuHGzuYCwEy+cYa3LrY3RDz8zPjQBXu+CEA8vmeuUg/LMqdXw+vy2TTIzOCbKRVTPXcYMp9BIdKzE7FhY0zf/hIZ4Q/YLfuPrPl7gynib0EvGLtWqM3pkcw7pOzk/BTWq7gDTzGX9C1W9rEjWk+Zwr7ueRnU9CuF73lqyQBUFbXU32HBwGMofp/C+RnoBWUwNHS5/gY87JPI1JV13o3dnuyNA0oV19apDzVLWjkHrW9yjfYjX14yIpywTLy0+Ubs+Uf7VEbTrGiYgzzUl/MXMQBHTv0w30JO3zZvN9fbv2+u7r2GngB5PeVBP4Y/Ml7bOYo7ayMyt0qWZgIuHbP0wIxuIc2pEpHUoXPBm87uUB7cWcjGpZEFG5fsJL2rUrP/Eop59vEzT3Q3f0i5xamRRIyEF3D6yrZV65rZvT48+VfhjPBGK6aGn+qkeizeQUPgoY/56jvIl99prq9+2Fzfex163tLHAD/ZxylJkREW+y++ZzlBhaAi4vBd/RcZ3/BpzJG2E/oUdjFuGxYvIB++uPx6s7p4AlwiB99a68iyodPWea8LWwrOTTarMRCoFeN3xUY4xE+FEq8oS5aHsSHavZhhkxKKtt3ml83V1Xd5v4lyGhH6BTtQaVOOG+qe2L1EevbpaeZ0s9wTniaPEg5A0+k0fixHPpTOenDxc/sEfc7jzcX6ZWB4DHwwz0Zp2MZcm/m2BBRCGYm7ZBh28yz2zH7xO+dvfqH3oj0NO3QFw09JGz1Qx+kTlpMNaLG5Ud1ISSEUwGHZT7/aarhFhnufE372XIsl6sI5Nyezrr/UXD76LKj+YhSTFTnobGg5KBWjzRzEn+fgc/27YXKw46B2W44j8HS23fbN5sMPftw8un4E3dquuWaoNEQseojxWdupUmQJZ/hriQ8AucEaoe0nRbp1A25Dt9g/Da7to+9A4e7oZgOg/i42iCf7o7l8mYFh1KuM8FCWs2WTZNu9gyL5l4BPe6EdBf2EvmcGaoZ/drvNl/1pwHWfwFFGaSUU9SwmeOyLzT30bbsGBT47uddspj1QAJtaVlAwWK5M4ni7AQ39rkeLfPFis2bn7Y5dgyrnBKLjLShRqQFSghWZB3D55SCcnSHpxwB1n4oFgcGMurOCTmfFkdDN5lfN7sPXWYXHiqKVgzuMG79q211JZT3GsXJ24Hv5FqswTn6GKXAdjyAZbhI8U+HCgxkRgnkMXtc9B7P3BHZWRWx/ChSsJMqhrSaLPcuZ+JQ4zK/AFnCU/CPl/LHbM5xY9wiTLo4PZLUbVbalA3AlygpmYbBSiZ6NCe9FuSYcR14VFxNYc25mnyDMbkdf1iUlo/wS9pa8u5EJw47juIGta97AnYEfYIKtJjv7u2hTvJO4M5Nwq+kHPoXNQSRX66021wx6v2veRdl6eYGymQYYgm2Ej0Os+jEdG5/xHgg4YQ7NQZygMdNKE/UVn4SzEcdA6NHblBfcd3QEw+5tcofZsRPjP1bLTvHLR3lZXuvCdF0hFKstOAalZeXQgOByY5rdF8kLmiJs9ItgdK7LmtB+ug9vW5YbWCi3ZZOx2bLy1ZWsLe2s5djrcXC1lcoDB1fNg7qYCHT+OWPgM4CBZTsAXPvMqd+8DfgH8WsUG+5ROgsG0JZU+gGaUzH2C/tG+9RHYjn03w/9adgOc6TtO/mh77IfH3iyT0s4s2d7ODim8t0imv1U4lVc2hvZ9+um/dgk9IbDgO+A77BI6ftwvxMcmVisPpUxjfHcUc9FMtitsXBLaI97ziUwtUwF3gVED2YIk6GecSJemAi5EE8GNYQIviuear71jVcY8z7Ov3je92U9xjUgMqFMjlpOk2gYr10BKz7EvccjR/oxATrM2+QP3PbakHA9jD95xapt3j1MtwuaQnBQRvXa/sw2zEOU+wCMEBZ6FJPlhR8aEWrEAjnbigYaWPI9OSFMr/ob+KuWj/yW6zZPygyvOo4chcyxcgOTR6+rkK/KXibLGsVYlGXxGRBor+1T2vVEkh46bzsU3QqxUPyOlDmEOMzE5W3gvIllzMPUIsn4qfR82B4i/l6dz3FOfkFrkY+LGhREwHc2HVeTsGJaIU5CYC77dVsnah5/l3mWtyFvBvskCGfHMwbOGDhj4IyBMwb+NDDAAIjCcnXnr0O+FzIqNU7BOTiO8sg7xVjveO+fzvI4fsSIPL2nkddky4hcQzgOT/KQiJE/hsukVDwE175IdRHQz5Kn43Yd1+cQU+56zs71q/IPIdtIzsjyxR9l9i94Oa+gc7eM/BxzO3msHuXwCllNzy7pXiUwu8BaNoI0HNfZ9c/zfh63F1D0fZ0dh+z0vHyF7+fxI8z685wAh/A30lSRoIQ7N6+Ib3NIcCtMZBtFLfZSFsucDxAHHgylm8iIT231Y3aaXD5bH1aXiqh4mEvUq0I8oc+jZzsUIyuu/VijAF7tfoag/XsoE74N//s6dfE2s5ArlK4qgvkzHTGi8gx8IgELvOnmBpXAmj/xECZoBQvxwjEQf4i/gvQJ97O/VaazMnQl1bGYWTfkii4QaKCVsUWG3DzHwoFvQC8vhVwbXRI8PDw1tNczb1oRJzYXWQbspjk9pD3/GY/A1fBtuKXRbjHC8K6fxeWhX1k/RIP+3CimTLFdg3dw3/W/AZU/bzbUyXZ4jeL8mnCeyATtKk+IqSkQ2O4KLHVBh3CpSNlvwyegDSRTThPYM+JBGhHhqA1IaliRj0rD/glknk9y3P0THD37ZY71fba5ZA5heKepKfXMuPYvpqxkO7/MxBIIX7bBCZ96Rej4iJ8MY+ibjSdAbsGbp3mau8eCN1y3OA4ePf8mu8R/3Nxztx7hevQOsQg3oAEyyg0UvKWXWt+661bzre+bYbBMZDo9kWrIN5D3K9ZA4de1TwPPl5B/P0t7QzGmglL9D9rpPuaaJf+Aybpb5peWPSfxGDic4ct6tCzZ5ux/Yyc/yvGu+x1JcjT/6vXmek19MeeOk1GpG2kvadE6CY0QmRc8+FXpYx8AQpD3hKclvIkNXZTvZ/9aZOYh6wAf6MJ6NwL2zzarLcs2WPwwrlwAwYljkbWZlQxrX1LtkdUS5+GQP8aNHgNqgCDH3T1O6PwZEp2fo/PCzom3zsGdk1v3ne0k6s7ofi/tuj3YTPg5EVS6rxjdsbB/iyK4HZ/mYTz05K3xV8CjHpCd9qAzdRgkJGqn8iYebCtZ5xbSNrYhDekGvc/qV83V9ofolN9r+kc5aQM9l6fu2l+GroueMuprSlNgM90Z/rTrcxszh/YLaNF1upGhc7E7u/BHFu2Ml1/gKPK36cdQmEKHbqqIhUn0YZVyLZd1lspf6CToTdkMrmwYHNFrje1bzXXPkf8rrtCi/09tmTJVsgZpYmGG5zbQB8S3Cig756Iil0Zt0GXJ76njGTdvc5T54RHQU5IABXEp5JMAHJBGt6HTeQ6PcgzKBYQfAzFnoXt0LJrk2GJs/ECAWAkqKO+KrszgwYUVIf5Z8Ro6BQb8FoVjt/0nenUaGyvu1KqPHk2HQI6N6mQtKkU+RrD5EL0Bi26TmRE+E9DkWT5MpT42WL5JXyKWGWk5WqK/fK55ZHiFfKjMuC/ElU4lTpTfgcV45mfckiS28C45+bLxiCVDmlsMO26vt7Mdf9ysr99o7l5x+j5HirRrVydkY/e3MgcmGvmQkjXm9zSQZeKEtmMzn9ubwCsdmas26JYpO0zynae56wEmd/dL+myO+yA5fYWdHhtLVoDZmpn5xXGBFnwylLbQy9Cz65kVfheUc7z3VrNeW7/cKRFpOkCaAngv4ackbvsRCCfv+o6OWcASnmDG+bZ82fGDO4496FnV2TH4bi+4/4COoWNn9g5h60iP13JcRh4xaboFxPIWFzomk09tYFVh7w4dz5e/s71u7m4eI92noF+YEyYIuVM4aaUmZ/GW39pvV3+Zv+HTaE8TdEFZhUZBve16x07ne9TBxRbBqsym7T/KEDVao57fZwx8RjFgO18+tqr7mNo/TK3P9pN9hQxMtkpcSv+RKemeYeyTox1ht70Z3p49vmuDXr4zgfh9AGSLkB/nM/uHaOe29Zic+s5vmWwHUXcZBhN8hI+Hz7sWN8bBEr2ufnf8E5UTjmIkoY+K1ZXgtU7GS7y4x8t+quA3GOaCOOH9RHAoo2pakR74YtFO7HRltHNB1NS3A1PUcIxNYK2Ez7Gq4kmIZvqorofv/TiHvtYZ9VGUnayXBB53u/p24pRPlt3fgoWou9P0S6Bbm8q/uNt5iAVMCLZYHOjxxzLPrla2RmJVcGTNj4ipcOzlpMfyMcISP0s/v/f9Q6hifPlQaITbaoBJBSjMLfZof4v0kyKW6e8Bc7MlyqE3lGabUJAHP4CEDyfHbTmfAp9tyHBaoy6kWywHT/QBUR7DfRRDLuYRdOBuWHlEd/4qQIAebBdmC1yCX4swfdeP5TvGesNL5wobVPZ6nxF1S13LkboSOlLNzA9SxnrCVHrOyV/yz35nfZyIcIOT/KzltZ5ddDggKBmYhHZMYqIYpby2DwJOqcjlZB89u80YmYKdP84YOGPgjIEzBs4Y+GeEAUZhd4cgZ+m5mmq75rQ5FuD3ccUbPKXCd/kJd8G46KqMtXGqhjyfMgsVOjECM1cAc8l7O9bWR55L9yL0Z3xWnpRKtirXwR5zKudHyZRUXrNY94ZsQySDY7zyGNA0gjcxQ/mATMt37JgJvqPwRPhHXkYzZPBuxvHbk95cREnY4OkJGfMj4FWupXwrZFwodOGNRo53bNhJ3XZfQuHLDiIVv+C06b/C+yWCfg0FMorh/i/4ZgfxWgUgyiiOhhxYhO+dl+5WTCGy/IqcsLy8c69ajoojoRWHBXBsmkBDlMhSEfZPwlhGy215s25Eu9iJnaEK2KFRN1S4M9gNKd3up7DAryIu/m6zef8fmBm9xY69gbsrleWBa3btxVGYgWNPsFRFK42SJjwumfH4kpaQjYXVn1oPzFBxFMM+lb/lczYG57Ee4yRDgFamOMA/jz304rc8tbvpUCR50mCHHHDsX8SNhw02HnnLziuScQ6aNBG5Bl0LZ8KqLDCvYcF3Sf8FhiiO3wtzYF34fITPQAttxbz5V94dG5c42rjlXs2x+UkzXL3GHZQ/be6M7NZmXqHiSk5e/OZuZ9FlPatAMUG/KyxiWUP4wLh2nxqg2n1bX7ZV/HxIyle0q6hl5jCcLtmiAF61z6NU+7Pm+i73c/Ys7HAntvDzF8op5KJ99BH2E1aFd7DiF5M7wyT+OyogZey2VWEwv9qPhfXmn4ATGMFZ0hEAx8Yq5/TeRY7i797PONjrLTaAubB3x13KFoty0O/GRh5CRhOpeKt4CUfgkQhPmorPhad1aJmlMfu76Nuh05jnshGKE0A33MO9vvN8czE+Fru72wHlLHCJERdCR/1Flv4s8g4r6Qdcez4BQNZbpgJRUD5rwj8M8LiwuUUZ13PM+PaDnzSrS7bJcVpDu5OWMBw3PnrkeGCHuiG/xKmeWq0T08/nGIIMl2HT1zmnval17tWbAuORuuJm5JSHpuFY8Qvu7L37HHCoIPwVJEifBAx5yoM0InTEDeN30khx2HsFiohp7qFoVOHIHNdNY+31L9lI+ib7xVQieoUk4Xi8Nzzm7H7zJUndTj+QWS9xtAdMsQhNZMU7FKSMcyuuhd1efJ77mbkalc2gHlkONZq75FvacMITAJGI6Vj3pqWPO7zFhLIya7Dl5IZh+EXTfPgO9O51DIyNK09EoH8mTKkJUynG2LhGwnz7rjR/i7fpmULwIgEXtc1xBdLQ2DOuu+Crfxnpx9Ox4XXb/obkd82jW+oUZTFkR1lMwazNPMuWMKhTUXNl+nwzTq04Drq//hnlYgMrpwe7mVRqcFxT9vkgU3f8mlfm96AY6S927bKAAgf6ONrvoxdfDb5tWL1xagdwTTiRK4LbUCMjYoTwu+FzaI7ZARo7I7msnI5+YIduXmpvSaLYvPdLNe3oOaycAKzmOb9nwhRwjfA4SH/A2oHfoJX/HcdorOOs+s7zwkVnUkMGr9HSxu++Q7XN+UwBT3zU0CaTjXigc+w8Fg9cjCPHItMEdg56CuHcFh/VC7EEGvhZwmYyB7loj8YRCNfTsmrskBHujb8h0rtcGM/AxM6TNZ2fTEB01hHOPIwhIUreJYeC71BMF6do0HxnY4zID/ghtUieumUVSigHWBV5wUqYy+FJjv1AeUudNLEbgzAln71Ewy1LlLhJWKN80an6ZRGuqd83mmuOg77DfSttY2cHM2SnS0vJpA35MU3By34q4q4M7Q6CIsjWGYwbxwA1X4L2PRqD4xm639Ax0axCCLufSthqPQqweUXp9KGzo1P3GPURgXV7eRdmhJUZI0cxc1dwdkuGS1MxVu2+b1d/iak5nvaKc8to+WwzTjQ4foHVca5OXHNEwLZ9m/IpUJY5XkIg3pf2OfXz1xkDny0MzG3hNNw3tR9C174j3svYtW3YxvmOdl/TqX7GX8bJ7xNOx4E+UZfMcR7/tPMwrsW7jFd1opMTTbwNsniM9bDG+HsmJkwVX46v9kk5zsZ4G3jci3HUT5rklK6W8hxmtZ/KKZt9XE3Ar2pn3POkBJSAsqs1TOSJNVwqzuKty9JoLzQgD3FEHxl2ro9lXL6D79DNNJw+K6ByvGCFYeBL95I+X06aAqqJBpf5E+6G/I16o4FZdWIzcjxUnBrBhG9kNSoSDIY3eITIy3qT/kv5A44bU1x4LGBfuM6f+/4TdhHUsSyOukcxyDtpJ0o+R+XrcFzd87yfBb7DsTuOto5VqRzzxwTBMuducPyj7EI0cV187sN7nMVUgmOv+7k4Xkd78W3dKyxQCMaKXGghdwzgdb/6PZV11Bfl5B2LHFD+tkxUnPRFHcfkPnnLLFnS16LEJ6Ge6ODAVx51j0898A+rtDPRlPXskW3vAw+TTr7jmPOgeaDYa/zHuK/tlEikOT+nUBF5n3/OGDhj4IyBMwbOGPgTxYBCZo8a7Vk0t928xg6c/w8h8w+a4cPvo/N1R47Pq7BzP4Hl4FhSd1aiDHbRlafedS48hAeJqzZ4xxGh8GFxFQkKlHgjVB3gWWJxIIPt6DmejNmptFK8K3elXIevGO/LiPywA/MRv7WfQPApUxj5bzIOu7wd/IIMAvhQYJtzD14Lc5KPMYph4JmiJPCKeR0MAmR2SXUcP9ty9G/HrmF3Cavc27Fpolm92AxrHt7j6iXW2L2C21fx/wpgoEiW94LXVKbo4jthj52wuOR9lCtkNCrLkjMNEPyZzDH/M3l9xj6kC8tvdYWp8wowkcY689tZmSfswQ+7k5KdnS0yunH3QxSQP0Cf/xo0/j1iuUsVvLqIs4enZMFDnPZHCqkoRO7qBp9YAGDVmnN9So4TMNU/3U/9znST8GoPXhRaS55U2kEwD624o7BdfQXxKvdQs+uy4cjovkVBjJ8LArYx1wMf7gCk/ud5n7BXfJyCIktw2ufjuda6SZRQFsGI9mCbRoIInPYTO+TXG3Zqj82PoPnXKBf1xHx6YBEJZM5OWErTkwrtT4wEyn2TRmllB4DqF5kt3KUF07B9m3/6h4IlACOGTkFTtFE3j6EMvuRKx3Uc7047HT0y2jyFj9kkCqGd51jzHVQYeDZte65wjnrUb6oDw5RnQbkRfv+nYo/gQWekJyIDmUnP0vKGKxI39L/D8CMUbh+y+Y7NZyplzZN5mYrXjG/h6hOJYD2wEyKN7piCq+wLw4GfLF9CZ/vTidqkf1ux6W7N4pXL7kUw8CInWfZgilOY4ihgQ5Ju4MhIh6bkaZ0e4CfhN754LbAb3fl3AhCljfGGcehDTl7dgZNHuBWzBx+xsEA9Asq5KHPAUMte8zXBaqrfIq/qtXiLYUPUmprrM3HfN+wGpo8ft5wGhj7oHhvE1FOMbKbadY6VJlbLVODYw/l+/km/kSGZMqrgHTKe8R3KhYJ5yymkI30YirxdyKLQQcUibQKyU1wyCsr3bdxTRRekYirdVftN70iH9FwE4aKlBgXpOKAkvX4SeKR9NsXRR2V29lHkXWg60iRuQqa7oQROt6JhQBcRC3M6+gj0D2sWoV9y4ka7o43STg0XRytHDhHRyIs8ZrfweOBPhheSeIDJ9ht/vuFFOvDqyR8dC3W2W86jRdltX9agp1ECF4VUXmp5Ijn7Db8dP6QPrbX9EAedz47d/RdrRnaPhIZecqNNhDT0jWamuxuDnPSocETTAKbY0DO4u1oF9OP3UwBnestKFCVWRmvFM1j1l+wAdaemndHAVvCtAjgxwRMI8ScLV9ARCNEzjnwIwsl8Dn/nfCOhUtGi/Qoy45iEHatirl5nN7PKZ5hOV9G5Eo8OLxqdhS25Z/3sozAVp7hl8ofZ32AvHRdYaAZ2vFiB3A3Ss+pvvUaBxqoF2j0VDUycAW5nZENIFOxnlANIhTDRFQ22AJSkKPGYJ4LeFQ2MVQg7jhvYXv+WMnJEiAJJFLHJJBWQSdJUc1WSH8XdlIqf+VSz+KxOJ98Rjp8Y5OiUXcHRsQrI89LH/hGmAx/AoLh71AmBoetj/dswlmZJ8JFy1K9K/M4dqT0rXujkRu7M9Zz5OGLTM/cVRlqvRJ/pY5nux/1OWAI/1gNt28Y8uPMHhXtHh9SxW7Zj9/eWDrlj9VMXR02eyreUS1hNhh/xYjvIXbfu2vlts7l6k6M16BDWLCLo7Qyt8znuElPmEmkt3rqdNpnG7Kfd1PIdu9Qomx1d7PJhp/PagYyOyTa29YhFanQVO/D4xMyre9N+/j1j4LOPgcN2Ukt06G5Drv2//ZltSbdlON00yTTmd/o7Jk397jJKBiotvlh4Gd5gU5zZ6yN+2c5NsTzR7ulpYoDCrSp+HdsMY7D40n4zHCVYhLntj3Hmx/5dI07FL4rNmATq7iRXnPrs5zTxE/ho9J1wFUGzHIfhIvDJn4qfmg79cEw+gAOFZ1X+qhDPXdL6E4cnVvHtgwep4LAHtpZiHMAmsx/x1LgWu6QjDvhh3M+7olR4OtYqsDrEjvSTo8hMieZT8r1P/pHYqR/H3WDEUxGeTLkrYcVbbQ+CZx4ln3jtl+9U0rdxq+3B1OKJtOU3feD/4Dscr+ZaxIoJXiE/b/UbNDRlIvWo7IXvgNfr3RHLxCR2gsfMzLrI8ia262/SdJQ8fo6zNuQNXgeBLVHWYoBF+whBF0LYuOeYxWRN3JGmMBZYol0D4pRKft2//yGMO5vh49krAU/ncc9MUOC3mP1ESo79gXJTjiQz3fydMjv6OEXPy0A3YSHq28oIeqKMrjRW+cskquVOHfkuIZrxmJBI98KaQPpOqBPmZc5JKbVUS5/z9xkDZwycMXDGwBkDf8oYcEOFvIRKsWH8Ocfo/pjrBn8S15qN25+g/fD5KXKYn3CnJwL3DQphnu01x+1u/gm37/B8G5nUdzh+93t8/wB27Cf4EW/7OmP1G9jZOePYjeKij3sDWbjFd8eVU47jvWM5PJxH3roTyOHeE24cteUlY1Tfm2NljUx8XQ77J6pp3yP4jML3KsNSPiYHEHxCZIZNIbQ8RfEL7qEkc8jH1Px1N7rB/FauwgduCsotEbIyjnhVubh1IwGypB3H0XqVXcvusRUK4A7lb7d6ARnfl3lQ/qEE7PjuURr77riXUPnTEIJbZK3IibYoKVVcBr9DSXwDuAXCgEs+hUnnpYlgS4fP2PdRPYjvAxO7rlyY4PGk7qAbOTFmeJPq/Sl0/gNkxz9jA9GPmyt2ZLUoLlYgKyRv7nAv/HViT6pJ/jftmZE5psyVr+Ps8a3zIWgp5tcEA84Ke0bRL91i0QA7Yz1atUOG3bvLzuNlL6ANFgp0l8/xZtfdgIww7mY1HrkwTw4lsHPQAxxoXbotv/W7iT70exhTy1TjVHvKr3ENglMx5VGx1AXHqe6uftHcu/cj7gr+Pn3B69A4p4g6z6B95IkCEq+0XPAYjU37YSnMdemWOM24+tkS0r/i2jYf37g7v+/Yhd+ygatF4d6zIKOjTXpU9MAuyx0ykS15Sx3ttBubeCQyLziNbEyNogojpr795O82puKtwtlSQUHa3P/asrGqGTltdfcLdrdzTR+6D3fedvQBcSURqFOOG/IKoE1T8o0OwO9DOI5hXcardCsGwxA95BwqzeOOc06Dtb96lCNlL7wmEXfnZOzUTRlAyXOBiymtmqYJV3Azl/zVLQYC3oGE2ZlKoX48tvuXkMfrzfZ9jhfnDnBWKtFu6GddUADdsOSIqNYx4aPoh+XPNI/xUt3333v1U3CpFqSz3bopkjtyLx75CqMp97+zmWtHvW3Q1VzEfDxHmlrYiU7I4pA+AmazDvRZBj6VzbGLtGVTVh9HEr9O38VcGJlHx2L0voeGCTiymMXw8/zXuPvlOLTVch26H9lNmFNPQwGMPGRA9+OYdMmu8LuPPMsRzkjrrDNOBHbU4yOeKA9xs1y4E8TxXVpKOjEngdSDMrABTfpuuBu4u/pN7DJfsQnQe9Jjdy4Fmjc9kotwhcl3XhFgq88ncVGC7L1qvIVjIEtYhBf46B8GZT7cGb5aqQhGz8VKti1jyoC+q2UzZGQ/Idm4RuftVmjbZOABO4sBGk9UQQG8uaIto1dZcyT0SD8TbThjRujEnFDMZqKTIoOe5HvLQHPw6aviP0oFXHYHlqtpWJzG2HLiDuApbnzMCHbQoFAUxJVpO4RFO5SPI2eCNwPET8MbYewCMXaQZLaMa4WkSYgr3NE/7Wd5kG8NKYk44EkANj2Q2fyC3ZMwmAwuqztc7M4ACYDinVd5k+1+jplZRehEP+n8gF8T4zEDFMAKAmMreOTHjlg6xDu7x2EuUNLSWK1kAi7yFxIDS5y1XIkXbeKi4kzXwJlZEicUdqbFINq0DJocJewRPJ5F79F8Se5Gyjxq6lM2pmb6JR9eYaZw1eGGd4ST+BQ4s9IkBnjyGsFz5+5Rd+te4EejzZV45IWQ1A7DEouHNFneYuGVEES5TV8as8wsKOjd9Ywi2HRamOCh/WKk567baAC8b27gcw4f5yvLCRgUwuNcGna+X0RnQDe3YeAZUASLfZAbdSp3YAFquUrmWa/gJ3Bofdp5yBi92VyTDt07R6uzmggmkNJF7FSA7NfQvu1+JTsMqb3injopdBIutlV92d2sgtujH91Z5EqjjjYdMEd4S1jTuF/eZ78zBj4rGDhsJxXuE+72/WHqG0u0i+I8tY1sT+ma6UT7qknWd41mMotvP6v9pvHxIPgtrDXFGjTtdbzJcUm/Em56Ze99ExyHqdbUb/8Wl44N5e0KfPrI6GfAt38JU31nyof9kHBMMAZQCdlhuIx96reURKYNBiknU7rZFzupcJalO24lqKnUPA/zmSaIi7CGDzPRkbb9AHN96KUgTNw4JvrlnzyFxwylwrPGrm88w9T8K3wzDvG+T/7Z18+4Fh53uubOBu9I8RveR3w48kXG0PtBO5jth5AFeA/9k+I6sCxoQRMuFAAHHtcnPlw44AQ0spvznL9umWWMz7X80j4TPCa9rrhuGxb8xe4BnAsOo6XHCuTMKX8DyMzwBgCCV7gVSCZQx135X8vtCTP34MQQqDAZGUMZnOFqknO2+eXvRAuzJ67Sl3SNktvFnQifXEwJ0wXPRUDDlrrNUhW38EhvQtxoZjo4HeQYD9kXhDs4jiOfKecQdxx7F5RlV/krHEAkYxZ1IaDCA43kZ9iTVsKj2Ourhl/UVfU6v88YOGPgjIEzBs4Y+BPGgEfZqkjcyjvBV4SwPBQOKGnjGGh2vHD1Wsia2HTRDCgfUOq2I8J3rv7qhp/DLr4WT6fyGKVxy9OxO6tj13C3fZVNlnyjEO64y3C1/QXf2LnbsttyHCL2dkBetEMBxIl+nvABOPAh8LnyNAq4hQs5WsAmr4JiJMf3eZD3K2zFyRHdh4MBi5wj+YLkE/DAV8Xecpamq8xlZWNTAWJehR+RFYTPkM8PXl+eo/Ad8jjmp/Ed3yUhxGPYM2wI/s0jigEvzZHEPVfrNV63AQ+p3KXzONrYCfwSwH+d5xWUwi8x9WB3cPcc9i/Drqmk4vhgNyUoL4vSy4vLC8G3gYeAg7dynqqUTjhxxM26T96MfGOOwyvSEYk+UQod/6jMIT+5b7eSlIUyN5GQqB/vXI57JFGOhACe0xQbFjuMPNLwuEGWymKFZvc6CxfeVLcO/sWj/6bHh4t54xu5HfakgVLnBtkz1sehka5MY2mW+HXeggQQvh7JOnVqPvLjd5Gzo1BiF3Dffg2Fwb+HUvgJQPoSrUIlJYsCUA6uVi4wAC5oKyEG8ix+gG9dRvYSXoBhGdLs88pL+G73fVyujCcWlF9G3tZHHBkPzaNA6dkY5dG2PXLsdvOzZnePekAxEn0OMXqAjbYi0NB3rqXWzXLa/oqJtul3dSl4jnaZYRahwyGPcM4YUYOGNRvmP1v1GSh5xHUsvkCm7bGprNjg7RyTUw/I07m1eNY1pfvi0/ZX6rS+8Z8xjeU+5hiPQKeW3hSkB5Cw3pEL9DuOr6Jfer3ZbFCmIwcw39gJHPNyIONfegjFtfOjgNa0slYSjGNY0z1xmf1futTfAAeLue1YfLJFLLJZg6/YDYzsGmhGjisO5Wv0S9ZH1only6maMCxMIcDj8pcwIU+v4a0o56q7uIJ0hTJ43LKAqKMNk++KDAauyHRzmpKTmL9aTDrhqGt+j80ptxOhpMWFSVxQFk+6wOyQ52/oy1fcA+8dwQEn7h3z1toOAnORTKGeWGxi7DntCQ/h5A9jM8eW525R9R2Mi7HbmvHUKzOhR48vVwEfp2sgnxkZS4QvTt19QAOf8hOM+5hog9Rl1p4HPpOBRyaT/27LxjFOwt0RqGsZ0zlZwSZg+4hRVlj4ztiJr5m+FmWn5jr6hp7j1rsd97u38hrKOJC9MN7tOLXB/jzTzjY3oy7TyXqeC3KzfmjOdwptwparGFHn4/jRsjGu712M9UVOp32HTXvswiZsF3VoL0DAiE/dgpOUUxUYxVrszmaDQtQlV5UNv+bu6HdYfPQieSB38RQ9zJJWpKFMU/cCrzovQHSE0Dygekk340Wp4psv4NvyvUPO80AFcHYaRqexWUaK7VZsjySRwYojelePNNd3nmq2rFRaewY6x8R4HJ3G8OZbOwK6fv50k1HhkSEi3M0FybzNX2QkStkTSrweOBp2Ue52b7CqiDsgOIu8YXVdxx21KtEkVgkiUZAI8zvt+Rvp4nY7QxzBKcjPnUoyz+aCMpiVCld3P89dsU8Ci5X3HhXuzgUHDcocq1MieAJBcpVga/nrOxqwQQNM8QRp0MHl7g+EfzDhV8N3mtUajCiwdpWEOzaEzc5XzpO44iAwmAkt8Jw+wVhLuIePkTESZMCIv409CNF6C0aLHSOsoGIZEDCgGF2/0nQfsFLDFRIcwRKoioGT2jAuNCNBZt375qHTiJwSSNwEWCqxvKwMRcH6IZOGlnJ23FfTsppSXxXwLYsRTjLyAXn+HK4ISXqQJuqT+Zvt8qn1kLDqxx9MjPi1wa5DGf10c/eaDm/jhCmZLwsgM5DpE49Eo0y4RE2IZwcq0ylpdit2dHPPw+WGNnXBqtCRcgp+r8CTckZbsXMlbZ6JqSdIhLMhBv4yi/zWzRyExXB+C4t16DtilrQJa/MANrpe0ueo64bFFHTE3kUxcJeHx+W0LnoIsko4ahoEOpszBj6jGMh2cAT8qf5QtzD1XdtV7Uu0++Rv2kqMRTZL3/qdoeZf+5/aB82uD/+Vykz6gNJ31DcdFuABaYwTZFbsFfQcp2uvkSWpsC7fN0Lk2HyIw8CfeaVfKLPol2JFYEwY6G/kbqLgvu27ltiseJ7xX/Nf4irhy7DV/+Z3dHzp7co48eAEwv4Re1eVv3zNQhOClDLUceQwfd33yi9iK04MTNlwmKLVesIjwombAZzkhNV+2PHavjt3/dZx2cnhEkOZJrmT9BInke6cG1/mPecfXsJn/ro75ni8szyFzKljn7QS45H8hjRVgsYH38Jn1Mmu20EeOj2EST7IfAEhCgQuZLoZ+1UKqgAWVzXcPr08REamT/ldlepqdHdq9ByBbLk7BDEqgV3sFiZoNCIkHiqia/0GXgr931T+U23j0I248n1JSyp+rXueWFjoEWUKjagvqyxgkhaSHrRKALUuKojCHzUSP9a34T2KjUlIHOfN7l8WFFrXYCKTNinClZgRf6b7yChCFEDK9y3rnWAhOIn2r+hOmLfwIdTv4FF+1nMK70aUv9J9Gstd64NSa42cD+HJ0EKz/9y2f8j4598zBs4YOGPgjIEzBv5kMODYy6gYYy7DZo7pdZys42OOp467PWN0Si48aUVeRPnLFd+5u6/3KFBORvPOQpXFcYqbx1aOr8eO4GH3A4TFHDG9fY21ejzuyOSO0LZBodHgPv4IkQOK4Za7L/uf8rzGNWPIfkZ2viEfGbbISdixqaIh5WnIKmB03Hnm+J88kH7Ajl05YwrP4XEQ1MciQVwVS8sLaCyPPBORC6+ED3IqWYvkmQyZWPJtDDGUCywNi1UXeF59hSFAIVxisGDVeYUeStJNIxLXQd4emP2T74z5BgL/OGaT3UcdV72hUGgRPvcoF3ruLV33r8CFv0DI55D/PUe8ZwnH/cMtx3FyXLAnMsamiRV5kU/uMCr5BvzKYFESKEwHUTknBEcEyW/dwJFzgMlNvuzhHwr3ezSWseCUlzyrdJE0Qtn04okacacZyrTV8Ctkta8xpfgnaPQ77GRjd2XzJnZO5ttwbyM7fC4U0COTdJdlKtaYJwQZUHf1Hbz/KZ5fmDQl8/J2t9zs4jf4LnlIkej6glRscSqXPK64WbFTlUUA3cVLiEifxf9p4lDnW69wY1cedKRcXpknNUtbIV00wSM79+Joc+vPxaoxr7VuAf4B9ZuwP/yvpSa3+LOgqRyVzp3H2G+4cNc+xL4D2T0LSFbX30G3xT3OXLE3hKJLWaQnEqlSRKbPQgl3OUb7dK5G7KgPyxUgJi2ToP/pFn2B9voU91KkUJIZGLODWPKUSXCNfLfvX2L574vIesFxKJ/sLahjd/7RrjpxGfNj+hlRGe3Dd/0WLvHM+4angHH6ZR8RD+kRIvoqZejK1BvuV+aEhjEWL3DcOfhSH2JvTo6iPHAW9e3ciniRSPiYWn3Mun77rsYUfGY3QRFf0YXpDL26eKXj6kDpctN/A9RwfzW7C1XieZ2gRyHbFzlH761z+5WAUShtPKY55xEOxS1wRsxor/EWmgxrDxZ17GJodviPjBGb6283l7Egeo2Ci/l6iKtZsM6ig9xZXtqvdRHp3Fwvtb4qPPVdYZX6/LONeb2Bx2OPLODxVFgX5vRxTPbzfDt/LRsjg84ck1jwE8b60szlr+nrsnzGONGg0jB4dGPW9o1m9cEvEc1fZV1bZnaUxhVOuMTpB/QEVEDguJZp+Y4TBChH1vXNb+uAJlRgsm+xZ3KMo32i/+uo98tH/oxxGn0QnaN3Nve07R7dRNIj8TlOXdrJBUmUhW+SIU3r2NKagRoIwjJeuyBMPuKDzWtxUnLHdaOdi6RcLBVEaNyM7cjpVzUz7tLdcLNbxku7dVDDVHftxcSHY6H1+gUWGDzB1aRfbFaMCyPyid77mambaBvo9yKtwJOlTmmFdBKyKwIJYWsfxmlmbcNO4Gt2Om+RMZHmNvpl8BXdcvTgU78Sew8jnYQrUzKjbEMF2qNX6GrNNWgvseW3bXAFPLdQAAvybMTH7EIzoBbtNFsURitXp0EI1zt2iHJUm0PSqPKIfQuXmQAAQABJREFUzinQT4eRiJ3QO6UmAh9sDJQBIzyFl6mLVQgDCseOgQSCWrGSp49dDFhUuhr4CFElw0DMg3OeQ8zxknAqRNikaAaKdf84z2MwsI80Vxsbp4MWOBBxAFgbuWlmRc6pl+LVVwmbBGnOgXuzQQjoKqoNjMpu03Kx87MMCDQMGpn4ICKhbUoSiN+HJmvxlE+GTJ89+Egz6tG0w5sfGrudoFQ7yHjKkF4gqrv3K+ofGHsGe3FvLwnRCVMiosBzWPHFLnSuBAvDIHLFsddblMGP32Xr+tZLtMnajjTyFT8lbEm2vvbgr45775viZRH1NY0YyMW+nJ+DGDuBXYm5pjPasEp2x2qVZoXA0kExYLEES2NKuAURJB5jAHTgKHdo77j3eMffJfdStAyiQU+l/pYMo/QTxy2YvMrf+5jA/dK/0PuSBhNeAtH5hgActmfFRKJ3haHKfNrwyCDWDdnBLZM7f58x8NnGwOn2f1wmwpW2E+34OMAfpctR+5+gzHLP/cA+Hmp/miPPFOn2HxOuahTGpOj/yttvRsbEZWGEHbcmsw/P5PyJfyzyoS92fEqcZT9eJyn2kTJyEz6PyrcP2JTq8mMvzuQRETNdyg8OUjHuVNPJXgqIxJOKcvmIxJvRai1FEh//J+AzTcuuoMDFRx75xIQ47OIGHkNjWB7/hCPNqbGo+pUgD/kS/yMCvpjAMoGUl8qjr5n4iQtxgvl4uRSgSCTqwXK7qhbFbwogchFWCjFqGc3RR76mmL36XYarAR72TV0Enq13y82x35Q3dn+HEtjiJ/5TIHmc/ty+D/yCt5IfR7jF08G3etR5G3xzhk2u6qOW43Y1UuGrqHPalG1ABbenDVFudwDJQ0d7SLwfllfXQ1byoMRn6xkDZwycMXDGwBkDZwyAAcfMBffyQJw4vh49xJJDyAdu0DBhk0+Bb5NPCV7F8Vtlj4u4GNcV1HNl2M6rvrjjctipKEb5w07hhruHtx98l+c7zebD73Af8ffZDPwq281+hND753Cndffxj5B5/ZD47OhkR86448Q4dhR7DKUKn9hoElJroAvFify0Sif5SSEu3D3fIQbmnfDLdyk7E0MFS2FX8SPGDh6DEM5ym6pG/iRjy2PxpVzI+U0NkMHgt/CLgBm6xgrHkLORl/Kz4LsRrrPLzOs5WhTDI7uFW5TB3fovmss7f92sL3lW30BJzPV8K46wVSGwehThvMfZkjEKrsiOcrbusI65hG/qCNOpqCn8NI64HAAbof6Yf4R3htkSnDbpkzXs/MryQxfct9pCgw272D32fGT3+qr9NQ+n/CHjG/sP2QzK4sQVCrjYYgu+qJuYLwVdmNt+rrLnQlT5XENoZii1ZZyjtoVzxLVeouKKEpRjor16se+e4QjWP2seufMKSXiU6F1K4uJlnqB7ZcHSpPJK5eDK76TdpOyg1n1wBebTMeRjVgFPaWc1IzUIsbGJI3PF+bBlRzB3nfbjuygRUWZ71aJHNcduS+d7lsHyOBe1bWR5olzRZqpdl31zXFxdaHUENFWNuqXBeiXPFScirVl80aAMbtpXqAeVfMyTwHTce8oC1VzEIVxRwoDHdNIc51h9Hva9pA9L5vV86x07JHevAj+LbDaeOurd7PYiyOXZdZilonAhWxEbWd45b93uZ/bhz17O8OQBrlUC+u0iE/skdUCr9gXe7IJlPrnjTlwuTKS2UAi6cxUZcsJgGh/BWFGU3RoWH1GcsKE4RNl6xfgwdK+BB3cJs1wdOX1PQHt4lWHWrXBnqfbL9vDQWH7hqJQDXOSl3GSFArhhkcYVRyVv8R6pm1i4FONejDYB+9E8VvpdGJtxULE0vqgq+66e+h/b3zKqvsbwwAkdjDFeC7pWCR26EReO7Ke3SLp8LhI99txzMaV4iFI3knmfOpbEAf3LJUdh981XwfM1xyWrHHWRPnN4F6KILbNbFiQq0WxM2TZEMfi0jlTqRttavdlceULD9t3msbvomHaMfx5B7d3cpGWfYj0szb5Nn0OXaj9V/nQzRJzGYJ1GfOt211wMX6GcbHhlc+cGfkaZlIvgpILoU82umOyJTM+yu0hAWvSRVja0jN+iVH6D8Zp2QfFbTnZovcrW1BifU+ZE+CQEMjAevpVOJtqrOR68l7gmT400J6yW76EVwJmEyZBAAcKqipUwCMxG7jK9c/Eyl6qzZVuBFR1A1GhknqsGyJbYNSXBkICq3ZRvZ0LxyxhgzDgameNpPBpBZrCno1mNHBnMluuoPkbiqHJgdlVYZdA+Sr43QWe1kjAV6W5cjmjheObVxTMQCo2TY25WsWvVWgYW4PAJgkkU4D6nXD9VgvotzDYMXlO4zjJ57DYrQUaOg+gZmHZrEOLRfTTGEYKzgzaeJjo/3lF+YQjXm37SN8pUg+hUIlnMeBRY8yF/4iDg/SZ99zzK7y/Q6LmvzQEqgJZwYcDNfGkqcEu3+h2KVsMzkKng58gWDv0PRWTDmfA7GoqiwQqT0cRplM9vHRJj8XX6pxTotGdxncOQPAnTsVqXMl2s3BgRmm7ZjeSiB/FgziG05it266ZLwBO0iD2xD6ziThhjgoIiGYX+Pe61Xl2g6GYRgfdQGFZBb+DboMSPXsDOIG26nDTRP0wRZ9zXtrsfifqR3ozkfTPUYefdxDBau4339Th5UgFxNmcM/KlgYG7b9y1RdGIyKDbA7MOzY7tl/Psm/ml45hA/t/M65Auvj2OwbFN134chR53aT+373coW+LKbqn1OfYvDMuETlwgcAoP0f38YQ+4xeedNv67JnZ7ih35Xb5+EkvFL51oWQ582KSgyzRK2vqfg+C2M40quxkz8MKiTY34nDk1HhtdIjgXWnZYHw2KM2xj7/aQHmSpXvTMG+DCtcNFTlmUf7szd35vg2A9/GzgME2zCxBs4kVXh62kqChAdhwp+CPPRcjCXA8Nqc/a5kA9ljxWfHMMW5U7G/SB0sS5yn+rYejvdrk6ncexqUvJerP8HtQhPdypE4aWwp8DEt39SJn8xbh+/E47DupG2FWLkPb+9ZWUHQSyzta5NNQSBApHp6/Zw5v7hJx4ts4gZRO7YAXcKjF3hbJ3HEVpMsHCrGDXlKT7fNadKLr6r28PBfA59xsAZA2cMnDFwxsAZA58sBuRBHOx5xfwJvh/eQv7GnW2O7cHncKRnixylR+G2QqC/Zldx765flEEj12W14084OvG7yEm+3Wy3/y8yIRTEO+8jZncxCuJ2w44ohOI9O4e67a+REXsyILs6VQ5z5GKLkqmTn4JJWAW/K0jIsNix1iqf8lGmFfAUeOWxytwg+WPs8t+V3yvvkA2V+Y4nK+XciwJXOU0kB49GYSu/Zja3MnWOYmAyUrbn7quhyMEGNgxsOSHPI4M9Irjtv8pVZX+LEuhfooR5GSWwV6g9TphHeRAwIytUMZgLO1EMwvtWPjIkUpX/S0yUstwK0s9koOAnoQl3KbbQh0fttqP3Br8GnX0fBcSrbOb5MawpNIkiK44rD3qR56ZiVbbFHFbmU+pJDjTku0E/QeGBG73jwVZ51kOkVf7WutZ0sTjZtIN4iI/CALnjJo6J/jwy15e4h/Qvm/XFN5jGPksw7iFF4Osy4pR1w1cDn6dbu5PZeXds9ghY8Sr5HMLxSdmzFMvUqsvB2536HDe/YyHI5uofmQb/BHnve8wHPH6ZY4ddtIB8O0/TLDilDJmK7ZSvyU4xl1nyXXNbOk9ufNS5A5umMVmPW9rGdsXO+rVHwH6VNsWOYBDp9YaGc4epeUb4IznGlPoyy4/1PdEGuPIqTI8FHuNY2h8jL/4+8LzLLM6eij5CBR0RUh5tC08ZxwxAFHS2Hn2VcgUukpqPgkwOnA6LYm5cobD3DvPLv2FK+Rj9M5vAOJ213bmLUlWs8Dwo3ynRW30k/eZ40nIncAse+mt28F+7uBm6oeTsSUZub78JOUX+tt2PWT+2R4zpJO1pE/ucqkUb7C4/19xhgcadC45tBwcqpn3HHc+EIlLQToXiJniqv6lXo1LV+b/Hk283v2CT3N83j7JW3zF1axtfFfmF+dxoPko9JMwmWeGtZd/RLtoVSszxq4xBd1ECi3sXz1Bm+yxgy7ZSAIoOMHG411qhE08zcHdt+HrPM/e3b+95uggaE8Y9OjzeKa9QcqVJ2YhlykeKrz4RYPqpODlVfv3qYwTpNcFOXSd5x8kcXwbPLrxxrGDxxU65kf3XIk3KV/8izZptwEFYTsrd2d9xJcGKxS47dC7uoB/U39Gu1Q2NllcAeGw94i8XXpCIyIm+Zy/hSD1+wm+21q9aOhTA/+ZbFVmn3zXKqbe5ixkYuNDy0yEFYwEjwrEl181T3PuBSC2YJ4994Dz0IAI7p0STSskcBBdIO5XVoRvxjGvnZoPrOXK5J8eGu2MHVgTuYPrGLQR08WXSd1UUsBI+2tuicj9JBbC4yJVBKGJZPbRlpV7Dna6XNIjx+prjWlCIqhQXZfEnDk6X26KFAWBDiKPDkNZtDz5dfdBwjEbLfcjX7tzsvbOO1X/UBSNWxIvylzwj7RsIo+TKq0BgOD4zTvoKx5SGjTRGJBYBRGfI0ZUyo6yA2XAef/OBR6rQ6LkT2WMrPH4kqTbTKpVfLPuvqCvydyDrYyWYq0lYMcGxDxd3n4ujUfL8dEIAlDSVUAthffbTPLZljGP3Uy7R2vBgCHPnOUzflou8O1bi9RzbPGxpsOOv8VdgTUMFmoCILCo0NbdC/bjLiNExInA3/Lp9G2y93dxzsFhnZ2AaphbEG6FMjxQji5qiAY5N7aAPfW5yz53GHL/gqlDazdjRhplQ7K5gNGCIOyZk2eEAg1lbsLM5Y+Azi4FT7ceGddhiLWAh9r2+81T8Pywyol3mQEfPUeGr7wqbfZldyqF7+sdKNb2i/7fcp8NlaL3BWQ27h5+KS9+G8WHMmPBb8Tyl9Kl/zPixTIxbCGtCwUnvxke45ZvPpeBF3xvwhdeemVZ27uFiGeQAn64oZ9zwjl+vPogxExxNijjxJe7COCLU+IUmi89HfQVOmCC5sjp2hSoQYiVrHEkXSlDrzdSFoeY9tQg9bjBz2BsCnHRO+jAv1eKuroRvQiDoZCfGvij2R0t7mWHSgvUKw41StPMUExWigQdxkO0kS0rOpV0FCsy+0rwOU10L3MeDLWNbfsvroiv5RncpWA+2n2oeVP+GJAxxAj4FAtK8O3/jqECEgUzU4g4h6tni5VHYifu5/HOONef7v4XrZjwcpmZ9By+EoCd3B7GgziOgCi91HP4496Rh3Al8GP449NnljIEzBs4YOGPgjIEzBn5vGKjzBPjIUJzBM8lz7KaT6zjlBV5lkB9GrhRHGPI9IGvx+NeBO4rRdsAPKhjmQd7XskjMe4qVvQzjzxCYvkpx/on338Ou8uy+jUzwu7xfw84mAsK5W3gcf4PQ1p3HyGyQu3TuAIXHDB6LvBM+vIUleLvkUcSVvEbwK7jHt/bC/8ld5Z9u8l16ykeaJt8lnOnc2hgncJeKRlIhrZRBpZRJvh25Y/B17FLkRMYduxcHNsG0yGJ33dOIAr/W3Ln77zd3L/+qubh4pelRaPUXKGhQVHjfbOMGHhTLWMhKxSFv/+LDHC0PP0eP4vcCX3hG0M/UT9QhVWQd5gmKyiydh/lAExwz20on3F09bn6IPBKBffMrdvepZGPRAnTjfZA9G0NyjkBi4Mkqk+NWSVgXD4RjFeiLW3Fn4IWptoAF/9pWko9PevT+btvJgBJkaFD8U98jxxUPI3XdsQmrYTf4iAyWHXNxLDiK0zhVyryp3zBklPRLDZopT807A3xavyWXoC3LDxy0OU5WjTKJo07cs4tww13iu4Gd/lx7uBGZzAlsTSpBojnx7fVMHuGcDtkmoyCZtJHSlDKG3+E3IcSBOZteUrV4ARLqecf1g248Crksd3f2De1JGTt1PgDrAA1QU/yBW9p76jiIP/Uf+n18M9OqcCrfR3YMvmK3JfjacSz0OLhY5t1mwxxPnPTOb2N+l3T56dR1qt88EXaL8vGechV0Hxfrl9HHPNZcb5Hfr3igv+xfskWIE4/8te1Znx+FAlMuA85R8K4YH/oN+GAB0G58jV2av2hWj4grahR9jHLtTgSYWeys53OS8+h+SDSHdWbbMYzwSonFlD7e+PbNsSgEt4E8r22HF19BH+Yd5cr8lWekWtrY0luC9DA0Qlj6a7HYU+Y1ish7LIK6ZrOhh8EOKymZk0qhVBcr+EiTWb5ANEW4TXlL+eprgZ+lPMz0U/PB7twVdBenmH6BBUfoDKBFdyzH9VWL+GAq/jLpJd51z7IJ6YoFK7HjmTF76DxxFbpXv8Y1XZlC9ggeeW7/m6VzvC7lnN61EFl/1fbgtykhd7GdQdc7jqLecfR5z/HXl6unqGpoYgf/4ZHk4ngy5i+9FDjKK/WeaelQ9LpR0jZ7TT/TUaa1x4nDO4zsog9ZLPW7rKtJAZwNZk7ffB10xPECzzovTQHDHcD/zbeWHg/3LaGTjz8APin3qJzGY5hhMHYwGjsKIXPlqv6Ri7vdHi7dxUAZGYqghzd20A6MXpBu1yNSXCWUx8VxNPLu+809d2aSWcf9Zv3alSgwStaPMPqyM+ItPB/fiPQcOHyv6WhW7KBZ9dzPcflEc92vm7vsYOX2dsKpRJQ5vCFX3QOw9K8kFYSDk/YoRgw2Co65WJqjM3pWgrTeleK57BConS2VQKOxTlRQgi8KS3eTWd+UfwWsEtEiXHzyE3XIoOs7OkKZR1Om0+s5/nrVw4jAYCpE7umUWpXybttPlogEaLQPQjx4jHIGvhQGQz/u8v7wF83FNQcmU8412+dt/irf69b4LF9iCK/7mEXB7hMqvUzPh7wY1KV778UdZQzuPN60jzzLPb6sVuPowp3CWv8Ik8a3HZJFllaxez5M4FdXmXnownTBSce5/qsNO9lZeaZCf0QYn3dAW06fTDuhweEmExniefgmEZ1m+BKcUDi4+jP86c45wrvhnpHmDjv67dOv6ICZbKmoGOO+g6RhYTqbMwY+exhYUq7j0GGLWvoXv9onRmGX/r//0kcfZD8UYy69oEyuz8Q8CR9P9M3JJNHJ6BKPX/kNaxh9FSOp6R0WxTLf7zkM77gUuPRNn8ZvTg98H+L4KPKn4hBDjQx7wYWr+pNnETrLTz+OmxDOJr9zfNGn4GYZxMDB/OuYz+S9Rytzqtnvl1AybO56DEUf44bfuvmIK9KYUzaHKfX0XyR728/EBfUSQ7ZUoADJ3b4oBuNbPJBvTJAqLMKjsf7yKVxEuJ7+WcJ6OoSuMXcPuiS84w/jS5wgA984wlTL0+UOaUOb6+3SNfQpk+VPH8vrHVMqgRWCyZ9UuliOjxGHvJ3oBFMOCBMUe/U8uZ7K+qSb0Y2VjxMlx113wV4HHmLHc9BBtqU5EevhJiOt80TijNMi2bKxc8CFcwoz4uQe2kMeY0W5siIsZcSTm02T9S3u8zkso+EqLNZf9c93SXYqY6ZZf+WLnDi5kJFj4Dgmq2GhWd51lWnW1Go6OYEiOB71qanVsNV+fp8xcMbAGQNnDJwxcMbAHxgDhU/KMdpx3/FdmQc8Q/B98KJlDlO5Ibm94DMZ6GPnbR3wtcefvsr9FKgjTFW4vlPRAC/hyXHsBm5Gdg6h7B05JXBkV2HjXcSbf2Q3FruH2eG5Q8m0ZYfngP+qR5nM/X6NpxcOv+N5G9kLGxjYlezuUHcqKzdUjqP8Md5RDgXsmJh/WQ7gYi4ldMGC4RXcTJQ1LUv+0qj3N/JVxYhAmHd39Ln1RZQAMG45d3CagyfucM3KITlNru2+gFzqc4TizeackZP6xuYVYP4LdrX+JTuGX4EnfAocPELS7F5jYaB8LpKelNkim5JPTPSD65ifUM7I3JJlrQrJZ9FYjNwtW+kqEEhRrGfpCyUvR3aO3Gs9clf1jjutx+vvItb+YbNmt+EFQvphh0KWjSCpGDI+EktQI5/dopySbiQCMEm6cNfYZxr2O5+cYxgmTdBJwCD/L2+ODBGAA2aCdDDGcW+mbiglWxROnkDZXnIa46NfR//7MrvVuDcYHtvrXsIwz1Q5GYqxoFwhIU/xkCE+xV/LljiITKKBiBXvL05FVSqrVLq4+JUFGtx5216B8w9+xk5/rphEj9BzyqTHtA6c+BmYiypTvqqcObEsDd+mPM4pNLUOQiEZyFDJTuqmLZ44VbQZvPf2GUQJL7Hj9dlmw1HrG/GKfqEJOlExaz0R1PyjorSLX9LS/gmYkNmEHsE+FDoICO2jcvf6avM6smROCaWP2LEAYMtjESxbdhGLOvjY8FCuwJPHU9szec84C0y4ErO7w2KTx7/GAgnp07JTr8i/vVc+lb/iSXTxZ0FE3EOY7EeNC03TNnYsGHKx0NC+S9/9C6aTP2/ueoy7CjbgcvEzyoLIJtqk2Zlv5H1Txva/wqZJ7E39d8yz7SeAAWW2cnyLACZ4SxOc6MkinO3FC836zleZ1pMOY9K4YoxCP+bC+9RdRTTstzPWY9Jp0ujAdZI7dst21280F1sWqOzAfVxpBd45vt4SRDGhh8nct8xTqJMfU/nxzXYGXqLc9HXcWT50lLd/Hv2Pu6/VG7hj3bqxfaKvC1oQ+ZqoBN4VxzpFjxR+wt4wtjcoSu8wTt9Bz3XNQic3O3oX9ci4VUZg4on/Wp+ma5rLp+Zpog8yc1hlhralTAl3TtVYjc+hb/sisCCn4phqr6Bo2PGcR9Rn3vbzWU8JU9A52Ya2ENrRX73R6vqX7GH9NRtXKRO7gQc2Fqax//GRxmtsE6iwCUspc4mxfBlq+VS//rFn/vW3JkRVhC3fEa0Gf5i3hEAX4KXNEj87Yq3yDbsbh54Vexyj4eqFrJSHSXc/bF7unW61erXJEIYgqafxd7+JvPrxKarOOzQIqbLNjjNMMjXF8jFeWRkKD2XN4jhgVguMdgBcKj8OT0MgHMHSc6dqzyrEEPrePzvIZo9sj0PTQCJbCcs78lhFwOo0F3hddl/iLH4Fu+BZxSIDZlTtsk4T5ONkS5hgRPA9DFbtDm6yJBJlEDjAzASqYpbVIFzebae/611Fh2DTEjmIunLJShOoG4xpGcgQwXxGWeg0oaOWzh3tKIMKNAZj6319wTpEegXCKHBkclMON7g/yNkBwEdD+jDGXlC+gTFgLQ79FMrbFmWwdWIZBAdYAqp4R4nmuos0bNh0LgxeLYzNrn2L1W+sKoxjAZ4iATWwMqKzMZWPYhKvgBT4zRQyLX9DK8DbAdrBkpKi0G92tJ/BGx1YWdWzgpZO3IE+0P1RgDjHOWPgD46BE63JgXRqZdlO015a2x7BL+P//gszt1/gKKAEI52DwgTQrMiZnOJjGb9G8V2fmGzaN9XE96MvbOKs4so3dletFZPpzLZMT4ALTqvXp/aWH7F/ZXoZjH+OFfbb+ciknypnIrWgdu4vq8ME777DZNujlRq44MpA4Y/Qhl2/I+MzTAJQJKOXoRM/Qn7afET8RXKmqqCKRUyMxU5WfEJ4EbCJMtKP9nA6nzKinQYtXG+Cez9KhjIPcOMEQWW4CwVhq1UGp38BCtvtUt3PY89WEgjejAlY7oZV+e3RyE7aLLf1QKzy7dux3LZRIXCymYz9x4NobmdCSbthNbmTJVeVx5gfk/xT2D5dLxNvIuxCC517n3PLwkxXzXp8nJNO1tbqHW0i6Q4n6yDowoImHiKQXpM5LK/2CkvmmUH9Fu7D8DrLP5mHix/eo6xOEBG6hhDXvkO498tcU6l9FYHO5oyBMwbOGDhj4IyBMwb+6DHgCL54ksEKt1S+7fkuQ8oNHNjnwiaXMdvnr+ojjyEv6eIy5DJxGp2KXXbKNRwTzd3B3fALpiw/5PkeLOf3YcnZPcxR096x2W9+hayDXUwohVfILr2Sgn1VyEPYhYxC2KvaVCyk+koBsfMLdyORVTAtcFeFj1bWW+dd9U2oW5ia2P47lEDG1tm0/QQe39rh/OD7cp7TemRmyARZ7Akf2HdPsMngS8h3ODYaRdbIpp1x/Tz2Fzm+9AXklE/AjXLnokJ2lGyxOBS5rUo3FSexQzszjIwjT/P9DJpj2A9dpCXlqMjgnNsGb+6phiiEPZp84Gjy4cfNBuWLMS/YuLGVf1bZAY/rphH56Th6u5yE6fQzKsnXwkz8rTQjD1xAyXm8lnRIhZ82+WQeJv9R97GQ2fmcx+6yOQUZ4sipjOvVS+zI/DLxL5BVOucM6S20LL2UNBZwfPqf4jQfSxToWGY6lVu8u8FHfHtv+M9RbqEM9lRCyrDi6NmuZ76IwquHPl24HFgi6aWyVdmIuD31LLOt387tDDulJYwlsm3cI9jbFVflcU/wqvkqnpz22SPzpU/wBKOcV6c8tcrHTc30Pglzus6sRxcIIO93Q9LwKn0Y96azMMFNaRcQU5wciiy3j53pKmEDUYD08SALPJFKzOysB08VYAPaqIJuqx7oBRSU9DP0H0OHHoS2ZJ/pQ8WW3Ov79hjKftS2VagpALFMLlT5gPTfZmfsTznO/Q3wQa1wtWGe+kW+Aa3trDzHVFgAMXUN4cKA52zA2MjQtq5fvAsmyhw3wiFn6Lnjdd08zZHQT6EY/VzzIQo/rzro0Yvkpg3j1Xwik1v9JElKDWSv3ATl8jWK754jhr1m8hIlfOvpvFxPGjKO6FAIbZk/hlmOX0LuWBN1z7fLMHrGnTXHJa9pIyueaxS4G/Q2O/Rv7sbu3QR3VN65/DX92UWcWz7uZedKCO9o77wTnVNKt1z6rL5KXZdtLauk9ii+51QKleAm1Lc1hJ3q2zjA4mBO/m3HRj0U3te0pw191IDuJ3ecC68yvUU+8bmwF7/op8DHtodOucb2gj7bO8jVcRo/9EJRBttHiV8HBu1Bd8JlnQqXT4Zb5objZFAA/5tvVZt9gIS0b44c9r0fYJPoVhxPsYLJuHzkReRNdpAwYewG7rZ3qDxXbAjoRzOVQE7FjsGRI2JGVkI0ngsfQkWYHRigWIUCYssWmCj36fIfprxE7ozgOVTBFxUTlUblSwgDRDKOrBi6vGjWl19GQStBuu2b1QKYqULDtvwxv5vrYC9eoFEBN6tedjAhdAKr8VE6HXf2+NjZefyBSunEuSlH6kdZpMMy3BKq5XekUQgxmE2+Ey58uIS95c6E9g6rGVjVcLHNVZmtR0G4Ii46IMt42uzXrwMKcCswZKXLoCKS3cA7ts/3rFxsWvAKWnNFTzb8gC2SzvIc53KT+3HIUy7Cl0J0cMu9uWP7dHN5V2WtTN/7MIAoqYMSjF27gcSPg0IOWQQ1HQcL4Y9BC+aMMm5ZeXp19R4MDm2II7VDmW9SxWQtVtvt3xWv9W3M+C5VkQyUTD74oY48WqFjEUO/fhYYaUl0wK6Ipc8FpjQRtHyfX2cMfDYwUKlXaEtrir5x6a6f9qW/bprDcOn6+/qtOxUjvwJKtMNpIHfyYa982sztn561BPJVn+XX6RTKeGg/Lt58XPVs/0cPPbHkBXU1jTrfqONLdf/03vSvZVIcKzId+8VLbIHNsSLLug9BjGcLpwlfRwjdd5htBZNlvM2kEhku0vLQHE9TcHV5xZlwTPmK0og0p7gAh8+SPrFva6Z6dsxB+esRVgqrXEA1la8kdmg/zKOOaIfus30Jd6GVUiLDBB3wTvToL92g/HU1pYrASfmL08IsU1043/gZZS6oskz+xYIxrl7onaS68zmEMoUWSn1N5Xdsxs3yZt7ie8Z5db0RgAd4sD6bEE6K4G3YAdsOTgiZwOMeYE90YEIVj3P+x8nrZ5sGMus4+D9PY0GYx2TcRV45EZQHoyRRKEoXb+PkM6cbHrM1oFpYF7hIvOyHr/gRrfrklR2WTYEsp9dwD87oFTHcfW35Yo0GAYvMLOIsU6w0vIRg+V3p6kHhlnHO32cMnDFwxsAZA2cMnDHw+8GAY3p9PvUcY44C76T8KDZ/wH/oBk+Sp+KpYHLXL0omBLDtwJG/g7LDX/L8DIUwR9GyY3iz/admd/09nu83w/Vrze7ezxFk/wb5jIph02P3TyiZke2pJGRxZ/BsCItjPkSBU0zOOxmuT6zoR3yb6S/yENfmHv+eChg7ApFPwiNu+ztsOngcudOXkNG+gJz0ecSjLyC/exlB+zcQ4n8TrvFlZG5sZoFfHnpkXiqWYdZSEazgPTm9zOcTK9YfQUJzifwK6a7ySzDCll/q+B3eb0EnbDji/totd5Bumh+Cl1+DOzZKoEDPOZ00Bq/P/BOVJfiSHuX95/QtbOZBsIN5yMRH1xjFn0qrLkFTOS8DNua8Hsk7sJvbHXlt8wx1/iWuz3yWdQAv8f0C8VQyuNmD+Ya7bQ9gIcAfzkxoKeUDbyrf1+zw79gB6L3eHg/dsCMwMaoyyHkDm49QPMbEJpQ0WQSwvWcWTWPP/dDifKLOJXzHRiMysv5tC133RZTAT3OkOoq27jkCiGcWnNifOIeDVqzVLM4xhiNtPNP/MPePYIcu8hhi5ezoGbYopa5/BBw/RiH3PlCvmzWb8hIilLCezBm0VCZo+IhxbLcyh2GzHKQe8hXbiLSIvodrDS/uPIeyjN3o7VMcoc41ilCop3zlsf7Kmh8eC0f9aCQBVMitvYYzSuNVAe5CZSf5bsuCH9rGyK5tT7IM+IAj07E01UgxYsHHbxP2u5SwKgRrO9Rv+jaUMibxIKaxxXWPbEJEEdytn0EXxO7RWFzjTnZOmMDH1D+SAaSAij6lVcHKfHrcvIWu6aeI5H7HHbPsxr6grPb5GvAcTcMfM61PlDMts4I7Yhz9HOG9hNBdxbOLM1wE4AbI/gLFf/sV+iEPd/dkDuiQvLO+BV44wH0WgpTE2yJL0zKYlMn3iKJ1R/k++PCnXK9KL7fm7lwCJAZNy5C1Lk3IMh2aZQaHfrO91uHsEsMe1tAysiHuERTQT3Kb1lPs3uXI7+01YwD9PgvEeu5BrvI8SdsckxriY06S8rdsGBQ7nlyyu3o9tmX00ijHXbt4xcjJq2jRnvUUie7RZ3pnbvW3uplGuvWPPv2vvjUAlUewxDESmdIc8si+8HrAZygaQbpnWW8h8u3wDN8cS8GO0DVHZTSc570NQZ+rVQSIyivlekDSk/dNBGgAqz53KCKQpgGMDXfksjqnv2CrNcxL3JErIyNVRf7JwEyJn/wQ4UtzDHCECAlW0GBsd49uBBwMFwy0HAUwbribg7y3u5/zhikgySDsSDptDhxpjvMoHsSZ/YIHCA9d2T2CEngHjjmOH0Dc5WJnBwwU9ghvczIl6XSYGJCa4cG7YqOmV5OJNwBR+zQOInEU9JYd2HfvcW475dq64oXILgBI9FvmmtqcSU03atMIPHFcYQSF8drAYLPDGx6HhT2s/uKoG8MaJrtrGQYHHyGqzzKfCvGc58N/kZ4DjceL8+dqJwe7LfV7DTPoTqZgSiLb6ZCCyKZ291FOyyYOHCzBnfeGdAzWTfdWc81KrnXc7ywTp8De8kkfHw3+ildBWj7iqfrZyQZ9Ra8FNj3WAAV3xyo3O7SB+yY6GLGEgFT4+GjQPDzGzzHOGPhkMLCkWFsCxn7miJINt/Q3oGYZP11+n797DFoBJZrrNJDar94M5dTWKccU5SEKkHfUEiEEH+Bnmmw5yszmEEvVXseXOeTH/KLPivqb6lAG3N7KUzh8s8PVzpivKHsMmtgj/HHe0f8tnCd81QJMfvsOky0mCKYPXOCG5WDgxce/egqJAiIVX5XuzHVKoeRwaJ8yLh9LbC/8jvCB34QHJ0fu+JU3cJA+zmMq7yLJ5SecxNJ64nvpX2HUDbp0Mh8xcIfxzd2+vsWHb8e3GicCTj/LVCfH+32IB9IKWmDil4sBuJokdv/KIIkD8FHzK/Qwl58ccbupvMf1dT9gFn6O80EbrGqFT2g6jxp016/0IC2far+ncbJIlXjZDnJHswstUfyyCNFTV2I3R9S3MTKtbPt+35T2IcYP7aZVjWns+yd+5CfwE7cKSa1zlN3ehzTE7hwEJSX7is9qrynX94P6qpr7g8LV9M7vMwbOGDhj4IyBMwbOGPhTxEDyUcmX+F1kQqF8gx2BYQieHPlHyAO14ScP6iJNedKRhWotR9E2nLLXjj9HpoNSePgJcpCfoQP8OUqFnyKQ/iGK4e/w/i4yx1eRSb1Jwizgl5eD+5H/UYElz+cuPT54a4Iziq9UNCQPJf9ThbW5g1hAhd9YPDcxSCWlw5exvCYt+WAPyhUK3vCDKVMy7dzp67UoKkg8irLrFdy/hHD7RdbPouBaPRf2caWdq/5QJm29wDX4VedZ+Zf5m2th7PwS7PQov4vyhM8cdi/YH9SyD3GCQhmZ94pBn56CdTtx6+JNrkpDGTwgxG83HOt5/WNkvq9DKxwvzl3Woil2ZUsLxFNeKRas68SGslPqJOrXNKWfOvtYwDLVf3GbUIcdP48uVvxphjtWU+6gaRXCsRmpfRGR5fPIZ5+A5DhK1ftCe47JJQ1pwdziNDGTKrAF3QJv/hHOFZrhy+vTMKVYQpQP+AEoF5Cu2C3XspPf46F33Ont7s5dy5HHHcdFQ9keQCyx5YybIkL3kQp4MVnP6dQP5wcag5DUZOwrxG/0EeC0RYHqEbsqalruBF21LyPnfw79A5uBBhR+1PMQyp2c5wuV5cl7eU3WWk+4tH18k3W3o3BDKDrZY8uGogYcbdmhfsVx+C0nLvU9817y9opIF2/kjFt6Tjn1bSEK/CyADlSJ55iHusBdWiQPNt9ZDy5GuFx9FUUw/YqLTna0CeaBseiZyEF90S4Szw+isXmeXoAIAIhLW+NIg3i8o7tjMU7n4hz0Ilf02QOnkq4vXZxBIwlaRi8kfJafhiC9zEZbLWlkAOzW29JUeKtbhtMWGgnbF99S5zV96waloW2xRQm9ddF3zP2TNmoKxox8Y6ya05v9y1f0ERTNuT36Hk/r7L1OCd3XsH2bhUu/ajZrJGEX1rhHJquLQf1Okql7Enbzns1x+WY/v47wvvCuR2vbj+2QuW2RtXhHOXdlMgaBDTfuDSjlyVNJUJYSzEM31VAVCyOgUqj1pd6OGNg9FWB39SuO+KaNsdEwN3Uiywm6tz6NA0VxEoP0vJfkgW2R2QM/q+La3fNb7lvechrtiP5p3XHcOTuCNxs2yLFApWeRQ+h/pCsLFG9KbP+xzEVZUPSttFXqrWcD57DjKtst1HnJDmdPuKVONZNieyqMH6ZW34bSZIApWDpOpe4fe+pffatXOWhkLrOP7cZ7WD+MWlK4xcuGJCvgkYsiPu6hpYNcc15+w27GXesZ126VhrECSVZcEFw5rsRBy9xF2k3POAmcjwEKOpJGgqjRxDNQXHJJdnvNERIQocefNJ07IkQ8jSaOKIZQosgisyK0pl0bR22g+mtq2HwHLmMUTX/hCLKTCrxfg8bn3a4XF89AGB7DpzDMxg+xOjDE8cg4x05Qyw58BzgQM/FHklaXY7z4koOIlRdYVzCta461ub7H0TY2Bo5JHlacKW5Lc3VUpA/0gagotKkUk/bDI/iqb30bKh7LmMUNr/jEIf6kA8rZeycxu8Bbjj/YobjtWDXXW3ZTYDtUdhiZb00/gS1uJGq65mOHHQpSGkrLLtnu3q+5h4NjiXuOKeZe4DjaEQxAfJQbga8YimQiBVLxza+Ki/jWfvyI21Pu+27Sj+HIK5S35Msl6N0ahTf3rnQMtCMDjivSZBj9s9IKBEYkOeLyZ/sLurcjsHOjg+4ZGNesSu1ZudS0HNuDErYZWc3DUURpDnFWnH1J+wJ3+JSyHpZvwoeNwCfarrD5OIC7UutxjhF5jDduKIA97sT2G0fcRHsjO6JG2tmYFgCdP88Y+GPCwLLNV7hOtadsrRlC//rUOJ/OW8Vc9v+OAfPDLAcQfAootMVqSSai2hx5T7T/0h94EkZigN8yZiVbkq7RJ9exbPmOqUJOfE3BCU2+8zuynCASN/v9rGPOktEzxCdixAd9qSNiKPRkhh0HeMcYiH+upEucGLx03n4dmQrn9KZgy7/gV4x12L9qt048kiL6QJlQJ0K+K65c/ATfoxAgcEifLy9izAQvo4a94ivftdaIjK/PCROMr3jXECNwIV6chIkXd/zKUJpjffjcq6vAkI6njTR4X1PhW8IIPxDHyZE2MMYdv+6UUAEa12KAo5jcEyfwmK8K4QMgCmgC5REB+CINx1P5AZW/LoJDsMUiLXmDvKPHwAVGx8ygITksyyfuTFY7XvjnKkxd8sm4y7JGBHz36b6Gs12ZWtZj0kaU3yOQ5csqumqSpDSnFZbyk/BVSGL8ZswOztvJPQv+LKeLDcfYCcyYHYmbcNKi6YYgC5icmAlTxOd3/qs51LdhFg8ICuFQuBmm+OlOTlneBFlF98hqbHf85lHXHqOI0t/+pZryKd59KjYn7wOHCINbtJsaiLfuZ3PGwBkDZwycMXDGwBkD/1wxUHmLyi9plzeB3wmeG3vICZV08Kl17y/5GbEnSyGXFIpc5FcdR4w2HEs7jCr4XuN5FVbmR2y+QDmsEnDLE4pidgz//+y92Zokx3GoGUtmVgMNEiBBgli5U6KkI2nmJeZmrud98H5zM59mzjlcxBUkFhKEuAHdVZkROf9vFh4RmZVZWzco6jCiKjI2d3Nz883czM189yPC+d49OnHPidBfC1HnAFoK7zn1AmMaWjTqQTHmEfCEuoA09eBpQsDCI1zUqcO3nqfYn4gBjyj3V8J5J++o0iPmcs5LIIIyH+cJytOcM/Twzspu69UbTD+/g2L47zCm+S57IL5DWPZ6rN5B/oanQ1zjdsoza6wMsSzOdJjnQNygHfhPMk2SAtHpnH+7+R7k/kJHoVS5ijC8/VBnuIFcvpvzxLtqHVaHv6G8fwq92WsaS9Wd+wfvfkX5/47pjuWeVNYwbxWTU+aqUKlzjg/tg2J8m2R5ZtkXcO4QzRTzybcpP1S1GS9RalmeFkBilvMd3Rc776mRx7fsZbtZU46b/1Z1KBqeIl/cIZ/eUm4qxUKOT3yVqpV1XWsb62XM3cSipO798z0i24CMFOJH+meewn1w5I96FfsEf4yNCh4hP/15tbl6H7tD2tiK9hS6BbGXlrQqZJjW6krLTycMEufoKPOIkr6fy33ONYZ6SREpA0j5KHPL8CIFbdhqZ1XhFhole41l8BbLyw736ysXvtrWG+a7WAjXWGVaFgE7GgAJkfjYFmwtPJw7j9A+eLRWZM2KJR58Q5aMErrClX2PJfAVru63KBzdk7VmPq7CTDfvSAjIBxSSLCJy4lCZOc7xIuBU70NW4lfaRrhK595/ZclRdgEbq3Q8ZtZ79qhefxVF6EvUN4y3pI8LbfR+BaGdU1r/eOC98e94jMVKHOi9j3zb44GTfRs6g3r/UbXGerR6SvvkS4NL/L5HXh95cxG6OSyAvHrMr/P7zJvwMwoVIzrqjAX0AZJtm09RxrpIZo5ev4nKB+PIR19gX1vqg3NhlPUuPrIMa7y45t7K1GVLZ1YfCnSvhuUjv/awWT7WY2t+417Z1QfV+vID9tF2C00s1dG/dVp+IyOIPkS6BCUmOo/yrXlCd7zPGuESCymq/A3c6FNa3DWvUXqvsIJ2v+weBa5X5RFuo6BewZ7PXETZmy+gxBH9LeOKAWJBhQpg5Wi/R+H649h6c4MBXk3/peFhD+1iYb1123ABKSiV8AJulEh8yXTu+Bx9PYi4cIC8iXsYWiJrWaH3WXd4AcADcc8iFXWL5sgjoA96J8tyPIRnnReSxn+OCxjK7uoPcZ2NtwN0LvYrGrNEeQGjVLEJzECnAWhpo8f5KvLM9suv/l8ogEFcAZErgxLHESdSnd3f9zbQBMkkqMhY/WVqGvYjWK3e5tsjzKXNCPvD4rrYzI9pBjNy3zSn8EEcKGPqEiiyRq3Y7j9mEP4dg/Cn+GFfQU4sI1y9QwGmYHSe5/l9IW65mtb8+5R2ufOrRRp/RLNQPdIjhDUUdyu7L1N5Wb2w+iN44Ko63ACWNE7DP37rc9B59iE6clNmcOxd9YKi/YUXKGusj+HYOG1gJZ3jgh8Ajd8D7fv/AF5I5l/uzxUM/RUbk2uJjNBXF8nRQKPxK5w0dMHJ5AY8vPU4eASqzLsFzUBmmV7hRmGN8nXD3sO+d7UbN9BAmAWu3f3djoMGejaKmfQ0gPR2tYv1jc5u/6rNuXoayulPybedlUL8AqzgxAth8MFWA6EIQHvhOfdb6aDQp9RdrG7xu+wKk3rPJuuRrwLrxPW27yei5KtEMPM/IAvDZ9esUHmFArptmAhQph2D6b7BFz/1LMpiXkhTRs+mtHxYKLBQ4DQFzjJgQ5OcYh2+OHyaQl2/O+73CTGLPLs9jBqMmN2UfZafSj92GGx6uu37FPLZ7py4cNpPwW2o+A2rX57Hrihwz5wldyBuZ3N6IzpnyydiATMYKhlEmWt5DM7o2+3fy8nnQG7CodwVnH0u96Javkcy534ikHmTFoyDnOn2F/dYMfGQTgWYgQ17XE63pKRE596HPKBTKwVC0sVJHxNRFhJJExcl5KI9HoMfkHs4xotvNx0j2iX/TrJTERoukUP4Yf4LDQgXY6X0ME4CGMf/EZ7l4Ag9e3ESj/L9NN5TvSP/ofjW9ZqTc4WAwi90NX7B5xSskk4iIb61rv3gOdzX2P1xioX3VMVugBf8KfUykgWPoP/JDB69BI+TvEbil7+0wciCZf6E0sf6lwV8tolJHDkPPyWRb6fnsS2UVwQwzDEK18KV8Mt1ocBCgYUCCwUWCiwU+BuiQDA2s/xOnEXwD7Mv52+nOBlGPl5hvfIR5Tt69MPSDCF+g2K4YY9Y3QJXKF0q9qFsuG/w/NegMK65ryvO/XsoHz5kPoViwriAlGuPvUTDstA0Mt0i3Pca72Sqjvi0wusdY5r4Gjw52PQiN9BEvtaIzI+mePKh01PG9x08Jjx0KI1U8rIFm/LcZv1t3At/E/bzbWRTbxPsLU4MFhBcK191PhTWdgGzlAX5UAnuvCxOUzlO03d/TYf4if90SLpy+lYqqfNK3lY+X2MJlJIoYur6A55/zf0vyfpvUYpcVhsUvuG5EFrs1lsUhs4DVCrKywMtyqakmfTxlcdw4Zrl6vzCkJZnnBEKfIbohgpwxnSOrOKScmxR4j9a4/K7pex6Xba6PQ6KUuJNdUVdQSqpY34bdU8MCm5DYs/5EnkUXVPip6ytjnxQd1V01cwn9JrYodx7qtJ9/yF1k3YIviv0Di31b4Wx0Z49g2OeJLzA/xB30zh3mF45KLHAx1fl9TiXp31oaFatdA/9Bu3g65Qpiill0ztmeHpBRRGs+2VVZEPOuCTMnCxZix5+iJ8QxE28c/6FQpg61kOXrqUetri43yHDFaed1pm2bc4wMjDSAGCGxk3z8aSPKWZdLNGM41sPr9Yh1zv00KldfwldzJv0f1/A26X+ElJRG3NXwkV6M7lNALnTz5BioekYx9RdHPAJdQQdBArSqkK23rkllAvD9eKZbWSMcvLmMEdJLAOW9yWSz4WQAx14FaF0UR3ePV8FFyyCXbDNwqAWF8l7XYiHjIS4BiYf12GXNMonw2SoKHPTIV4L/fbogbr6I64sutZNOjKhNmRD0DzcRpeYAYJ4z1b/BihRftaGlGtonfxytWGhUIPSf7vF+plxUllQKKyTKBF1amuZp6CBdIyKbHsPonBVh3iFJ4Dfxr7KLe83LVsVsAWpi2j0GKAeLGWDh/UycXzYb+qVyBWIpm6EshVpFM5r8rbCGrhe1Vib4zmE/IVub5ZU6rvKi1TaJ40IHmVNC7Y/Y7/sqvpT9fiC/oR9zpvqZfLreJlx7y6nKWnltf3iS6++u1oxOK1UyNENgXzIJyNxKyoVYEjkMOrdnoqCUQRbYOqSuXH1EO56XRlTX7xabS4caC6o/Kz6QChkJZgsEbPgH5rBeTxz40BXtxQGSuBqK2PGvg0o5VYXKzpmlYU0PuhgvIw7z3ziQoRZ5uffZ69P3hIvOjHjw77JQLE/7ubRW7ligYGp3bJviKsAHfwDD6uVofOPl4mbz9yXw7uod77gweILi+JOOKyuwF1vj/uHqy2Nv8M1ABWJXNPN5oqUqLTGGWEOsKMelFTuf53omHGzzqI8pMO/eInVZnT2CgJrLMGhBulbqYc8OggdHWI1nYZ14HTAUpiMAn1PebLPsIP9isHXfU2CgFFmDipBmAHKEfATjxM9Tnw8eFU6yiwn6Wr51ms6H/ZQuWK/647BZu1KDlBQ+O0xMgveR85k+0GZDs5VWCm45w351FKqr39HZ/IRY7Orh75M+ZXVO8Y6cTy4/BJeKFEKWNGIAcFvMoxa8ruKh4UjHau2+j+Dk2Gy/GRBS2dWQCzXhQILBe5CgaHXH/vj4zj5ndbGh2yr8xDX38y/zu9LvzW9KxDPwyh9qHHsg3n2Gn2s96dOXn8uR6GDV85QuHpl0qzAgd/sw51ci5ev7Fuzt83B4XxOM8L533MMsknFpMV+XuVvKIDt88WhpGcg6Ta9iYfZcykL3zu+x8G13A5vTl8iv44h9NUs2tHyVevftHiVx/GbfxO/U/ruyfI86Te9P3y2h7/LUUopQ8sIu8IWvoQV8pXuf130Fkw98IORybIyfMbJ57ukFWEiUtLa/Pfh/jgVwDl2FYwMnSlkvJJOvsu6YxDDDzhF4XIf9J3FDQDlx7AFVr7LOmFqTG/hdXtWOzexIlyvGgoBDK8gsfB8QpjjOcCLOlPSLVfT4LuLOZl81OHymfEZflfLbycLo7u2wDtxOv07wRzzfzrg9PYMzNLOMhcquF3pq5s5BJ0IayK/MzLZZqLdBLHI/dhOp6S8G9tCeQ3KYn2MxrVwJfxyXSiwUGChwEKBhQILBRYKPEcKBB8CvPBQBwPSINdr2AswT3g9rILqDissrYDDGvTnyObegwXGKhRr4cb9TJvfIC/9DUJgXLX2yCu3Cq+TUVpxVWG0Z2/Bcd4l6wcHVPi1wvd4LadZlA/zGMPJYRqXcF4LA2Ue8pjuypvpmviE/I35Be79YJMfIaNCYYgFlgrhdpUWwrUK4Yr9EVGGtWtkRlgz6TZ6tAyT7y3MWyzgnVL567wreb8Zu0JnSiY5eYTrNXsG13jOqzBYqVT6b1HCbT+G9Lgypqw79ynFarEN+afzR5R1lHlJcS5XK+Ucc7jyAEoqnnX1XeKI5fiZbxqWzEvWey1RNQLrUfjusYasscxcb75XXbxAObK/ZtfzjfkENml8Z8GqLlUps5TZ3nUmKCYPP+Y4z6Ekna3dzvk5sA50D1T37756+iFu2d2Lme0Qd7zXjSp1tF8p/4ZCQ7vKiPl7nE5UzeHlSEeTOaBwgZCzHZX5eSKjxdqyQgncrr9bvfjC15HfvoiyivSd/6EFDXfgRIs9Uy03+gxLpBRaqUclhYdcj/OUWWfh9e5jjOF+XfXbX1Qvbra02ycorpgzUt572mLWIX8t64RynO/r9DkdruAtXbIzQhLOfFVLzYo9gVftd7BGfxNasWyCBRMrlZTIdNKNr3IU8biWkwL27PVUjFzILZ2Rq3cf08X+PNpgzEupG/s1OCov8TDdOCdIlvJU65NKUWYZIX6nH+PNwxgbkCFXQH/hAgwUzz2Wo+rDwh279MdFcshHlB+FbGtK3/jHh1/LOf9muZm69ho940rHgqMW77C25ha33C7y0LtDWCZHyEwni9uYN6c7T+vwfhYP/KMXhI49cooOK2RdJl+88E7WAdruBj2VmGa7nCc70C7Kn/oQbZays1+kQcYzfWuDwrzB/X69xdsvMpbdSuUvusbB8C4t26dx8hDXZ32yNihTU5Kj7gpX1Yx3a9p8Bw5d+4fw5NqERXrSJT2ucQ+hpXW8pd8XCh0VCnLdR14CyXEAAEAASURBVDMG4AG2oo72l/ACeJJdX+BFVyNOKGW9emg5tRcvfPTuls3Um0c4DIZIe10UK0CKiileJBDCSwvASpvVnpt7H1p9RLUH246NoPULrsK1wSS8qjxfqfbsleDquXRJF9UliGoOs8HeL9nSYWUsCOX+CzxY8VcIoioYrD37rlVYM15FBaKjDguKTM/K5TH9SoehMs6+xO2tP9LS0/hUcfMEDfTTX5P+xQZ3CLTzXcfgSueX7n9Nexj8jTvDZJ6c+I0DEw/5HL/cy0zQ0GEY++a3nDSQ9cuko4tAVuYltxD0NaLpBYDAc57Ks90LLlxcg4uW1ltWu6xxJbNmX+SrJx/gVlgLoKwjmWPxP3VIB3HkGit3bAjUFV0CIFjuUe73V08p41eqK11eo5WMlUZwuNIo66BRROhcGpnuYf3Jd6d/CxxgkkJ0AjJwkdcLOgEHNxrt0x8w+Cv4dpVoxol9ILw3P3FQH8wfIfaxKtAnKoYrSOLL72Ee/kA1dQ9D99V24YJr3KxT0mV2DhDvf0ncohsQnvhF2pYMjJ/up4MB/CLp4s4Bpko317rjLvlwPUtCuX/qS4yFAn/bFBjaH2PD6ePc+wx989c5xOgN5y9O38uEjP2Kggf7BM+hLz4d6y/wNnOao4b9rYyXV94PtMs+nD40+jE+c516prtT6lRmCp90/M0eO+eV9Nv23fBQsWJPetnPx1loyOMRAIel+en3caji4Tj8PLrhYp/j6LxZhBSTmGG/W1nLYBxN20NInuXZdx43pZAh/JWSdzkylHVloIdKXxampfcPFcAFDniU2wB8//qVoKzXThxVeKfi131jcqLFN00sxuMgweHt8C54VF/N6FPqUYQ8FXcAcXBxtCdsgOGHiX+tApzFb1oAO/G3TgR/xNsC9ZC+Aw6RfoYo430IEKJsKedQdsPHu5I58k9yY37FwTZyt+Pu/M9peLnATU6Ale7w2z2efvbc6+LrMG8Zv+S7QMv45Wm6jtWlvCKicQ+Khudr4Ur45bpQYKHAQoGFAgsFFgosFHjOFFCZqjBYBQrMFzyZshkSiXmJfByL4ULeJS/E2XlF5oeFaIdVaHf1Q4wG/t9qd/nf2S7tZ7CrWOkhXwkhMNcOQ4LYQgPlxTjV4SblRvKS/vMXeGTmiuWwXxQwO2dKfqnEm4ggqnlMd+XNdJXH9ruGFcim4F8bXBuGkY0LEVUmwnvrDrpqv4gwHAvh9vuc/0is7/AdpTCKntyORe9EKpuSTw5rqoCeXKKpDNzvQMf4GLSdvvDur+wo/HNSilxQH8yhsrqwGlPmHPMAlHCdLqJ/ADmxENeYAiXxJQoNt0vRoi0oQ4GpPHMOp/xYD4DWqzAYicK2wCfOOq3EpJzz34k4qiikW8bP+5BHh4I3DYN0mRz7x/ZfBv73sKj7F/B4jXgaixEXgKEfCEhAG3AxHeuk85liIcfT53oknc27c20XF6MKBpGgC1tbVhWK4P5HiF1/Sa6xgqR69shTWxRf4UVS3KGRNPEvaWhdzrZhnsoxv8/2Vr4MV2kTtLDN0xaZe/XISgvMcEvbvFM1m7+vXkA2vYfmHYtClKkqqzeKqabnR+84Qq5hm7ImEeAZD/MQ/YF9U4eSrFdh/n51uf03jMSwSI/tg3IxR1Ag6ho4MR+2tlgXhSC94ggk8zboQ/4zv/lu/htezoM+6j4MV+qxdZnU2HN8vVFZ/lrVP9HyUb2Fehvl5uY/W5P1bZbsPIk73lO+4YYagzj64w26hJ6+95L2162wwF2/QBm8DCz6JdqcBpImb/6if+dhXhcy0YEe1zCb0Spo5rO9sLIq9yVWFpKLwHVD3WE5Wl28XV3gHXfH4p8e4y/HkJHe3jmnv45AojH8ju0/SGbbgIZY+jaUt2NJxaKThjrYYVG6wzI9xinC2ttkOWW/MdTCA9j3fwCKHQPp7zl3g96pR06xar9FnWORyeWPQlfl4qZag8gxH9QN8mtbFbs4xovvPKjLbJ+Kg1TqM4pSPG48xQX8pkYJixxEDxTp+n7AwyjR2CyzAZjvnukQDif9vL2Lup2uow6x/alK9vqKsbwl/7bzSMdfc8nV/pIvVrJoX+5fLX4cDZr7FQrtveM+ZVhrwNmxSIe40jR0eIIQzj2O9sWXXnzXSlA9+ZDK9llsZNyyObWdvIjYGTYK64LGqWjjQyI2NHIb+rXzBCKBqBCj4EWWzJFBteVuBL5mH4kXeszC+V63KJh2fAmlrJXRimj4+L9zFnNgmIJb1IWlsPNxRUTHSojqya+qR9stOcW1bghINxSRaWVXdwhBIpdz+nL7namXeMClkkQHwECry4EeheXlxetsDo6Zt8ygKxlwBeChObhtPSqIMAYwQox7r8Php+gXolysHJaiG3Gz4TeCx/3+t9Xq8uPqxa2bV7tKIQf8UEQCcIgmFE6hPacj0LYTtV7BAlG/0EGT+zdhFdkcXGaWfVHMoyvgrh82hsjx8EnchsYDteyk3UNXN8t7Vrnsm59AOAXA1J82LdyLy+hJcD9k+Ew+j+vPdZzKG/GiZpGWfZx5yJrjyp5UtLvXxp5BRUveBnP+hpWAUa76MjErDgAUXHa+lrfwhF/yzPPAQCaD+B4rtejUVl8lHJ2oIU17diZgYdzziEqQ+YmYPtMW0z0l5eC9NBc32m63ebG62tBhs6pxT752rswpNDUf90x+Cb5Q4G+LAoWxsaXQe+RlaMxS4vD7c6MN/VU0zjG9SJ4+JCcso7vi6IJK/1uupV96btjcEZB9vQjLN4i/fa6L1nI8LQxR0BBewmsoygboh0yScB5+lHEkukvABE8j5+AYpJAnFJ5eWTQTDLy0Ixz9o2NEIbsTisCXb16PsSrfIq4/J44IIy1iJJAeKn8ZFZhgSptITXpxNx2lLB9Wv8717AGN8V1apxDAMVk6YPkqTXR1zDVP8huEEC8znzQ6xHPC+Nxd5p/4IXwizypA4WOlRwOXMTCxwHeiJW5i7zVSnejv8zD+xfhGuAwx0MrH4Szlz5sbDtJwNYAIMrEJV9fwdSpCUwiYvI71Iyb9pj0cU/rTO3HJvCY+4pBbXajoxuOJK/hdzWveghko0OZlXN7dfL07/3MIJ8lnepKKvOLhpdedFSuaYzEbv3nktZTB8HK8WELm9fgcA5QbwgSMAnZ4H3QqYZbrQoGFAgsFFgosFFgosFDgc6RA8iswI8F/IezltvAy3gWzQvplgZscXHjFgUeuEfS28Mktsrpmj0dEXJPu+19z/hC52A8wVEFR2KEk1moP671VhQtTPLB1HQri5j+wutWjHvA6+U7mAcpQmY/EXEQFmTySp2kGLmDmszzUhJoBOOSqzh0joIgorFACAjeUic41yL98qJaZe+XKKoOx/t1jDKFb3DUWf1pIrZtvY3n4DVL7SrXr2fMy+FgUY8DqW/lk8VaIj8AQWLGVTfC34C7e/Jw6z2H+l3pf+OdCqcQVMgS+4E2OQhHHXEjX33pE6pD7dtVP2aP135AR/rJ6AQOlDYLqmm0C97iFbcOroXMb/7Zh2FNmMY3lztui2FWJM9VFC1d6OdMglHQbCOF977wLxUwoaJgjBa4hX825VIVHxfDciOJyxf7P+/4rTMGRYK9etMQ5Mb7BnbHyXeWslnrMa8dUPj+qB51j3kgeYv5nfob8gpl1v0G+3OEhcrf/GQYrv0QXhhwct8c9XolyAa2UMxxtLuqbBLIOJ96FlvNcGOPUYRTPUu4+ZRlJFQ12mKPpxrX9RtVu3qRMvwAeKNxD7m1/wawVZRaIQE9TQM4dBSZE8/NsR+InTiQBvFRXKY9WEXyJW16MqHBTHkZVKNBV2Viu0tR6YazMm/XIOpzfRDHxi5uggW/mh188hSAsYUcW+W2QV+w1aMJisqrfqnYvYeCEsZreY+3H9nhScK6rMs96HHKqk6nMUzx3b39lXzW0mcALmBjgtewL3D79WbXlm/v0Nni71KNnhxJSvNOCPiVJmeeSRqkPpeTLtXz3au49xD9zrj7EuransNVJ5Z7rr1TbR9+umguU4fztWSRg/27fqvmidU+pkumfO0sJi6kKbJRr3GkVyxX6dfs/0M/8O1A+JAWh2r/G8hTwsU+lTCJLBedA/IE/wBOY9BY2SEd+Iy9pAW7/0uEGXEv9FYtgNAYVgXT3LiLmRJmW+EC/IF/BTXyVMyFP4X2PDm11+WuUyi6Ygk4t5bdSGSuN9YanPKocwp6dAV8SFNgl3G3XhGE0+3gAgI+0fozL66/jAZYFNOCoEaZ6oPDwajDy6GKa3FIv07RHTWiWMbqyWARC3cc7SP3Zr9kvGr0sVtSrlfKeIt8DDn/lSEvp8nT92j7+wivvKqzs8YOuu5E1J3069eQL+OXOgdbVJwoQDw4qz83HhEQJF5kho4FixIc1UDAmwhCqweS9rl6nUnwZgtAY6HgsxI6VchZqNHqB2fAL0Fuu5wpwwl6hMZYJaNZrrBP0g966vymVJd3vWsNK6HK9JdGzn8Xas8CxcWVDsKHusTxuUFiuWGWlFYergnoEZ7UWIjZ1K5SjQcl8ATNAPUi2hIkrjX8QhDs4upJGF3xV/Sc6NDq7PXs/7L8EWaH/UC5JNyObiGcBeJDK/R8KGED2rmCxLHtXntAwqcxPL8Fr/QcYCVfjSJUSwaSGDNNQjBfn+N1wNjZPg9J42A9YZfcW3vGFR68Dz0UN+r23oyjwCvxy9f10nKs/U4jjO3HkjHqd9VTIMkThYqWho6u+VF1++pSy1r2D5SBzbp4ynL3XqLCw+kVeuQ7UCHiEV5B8ZbtdddVF8zZZhrnWKldYhM1jwGek0/D6jpeJTgUO13hppzakQv2pXT0EY68l8I4VdtsGRTDt183Mo0rdMb0l2EKBv00K2Kpnx/A49T9H32dBn+229BOHUOhF88VwSaWc/Yrt/1T/exj/832CFkEO+3Hxh2HlWSbavn/g3RKFYDiD4ziDUgA68+3214WBlyUPZXl0djKWKvXsi4e+PUBJPw/wORq/xGLE24ej8zyWMUBkBDpkmeO9C9iCZ/Oa9xO9CGoZjqfPHudTyO+nf3OEu/4toA15DEW4TDkTy16rhxBSSBfwiEyX8ZhXZbA4os/1FE68ifzrbos8O9ajBG2Z7OQiO+k01F2uWW7SYcr3SP8ToCPuifel/E984tWQZqRHnWDCkfscM5Fj7PZZpl8McqLmladCA96L4cljQDstfOHbcL3nIrDI97B4M+JZ//OGX/AJ2FOeh49nL1P/czbIyQ/2H7lg03zLx7L/mQtJ5U3gjSa4id95jM5/OUiYYIackS4+31ymBxCWh4UCCwUWCiwUWCiwUGChwHOiQPI3hQ8JHgXI5VoS8XsJU97llfgqhdwWzgWDKAA1DtGFdN3/Fpnpz3n3Y1jqH7G28Kfcv49MUUthtkPbYT23/T0KQvcVRs4HL5hyQGAGfw3cYJiSB4UpC7wO0xfTuxyzHJ2MIuwMk1eVPe43+gq861fAS2Ui5/oNpixv4aHwbVjZN5FPPkbGpcxymNPIOzJ/CC+RyM3kM4WaVL4Lnn/ZMBOfe5iu+J46DRVKXCz02h5FPp7+9ldYf+Oet99RvsiqW+Smuoatqz8gX+tCxtYjd4tF0EJV9hnlmrJ2YV47ovwJe3Qt89KwnCVSllqWWCiekPXtkRU3zZeq1eYrGG3htXLzBlz9IxT34s5si8n4isUHrVobSirr9edbSkln0zDN6Sg0jjd8DmWf++6GJd1vsKJD0Y5V8KMLLEyZo6zcAxYFVBNyYhU1qTg73TaljymcP8SonIehoClp1CzWrdj/1b1C2/Zb2RagpnL/UMSH/GDIUyisIPLncASdFOhGibs90X9AGxaYdL/gnZaiKEI1PurcJ1rcqVsqiob8RyuMOidyheq+Ncz5I1MkVeCZy/KcatZH6KIwbsIidlVjhV6zRy5GbDsXE7d/4huKcgU/z+EYy3cwsKpZFLCjjlz1P6murv6M9fsj6jqzdBSHzQ7lIZ4OQsYz6LMmFM7Vh9N4pvyg5DqhhEiLV8oxahbDrDAIbKwnXD9jwU8oQ0k3jcWkmRqN02dSVFm9JWG5KY/PdpnfVMZCzw6vope/g850waTjAhx1cCmXUJ7yHA7qR7bTUtJkifRSN+IYhKIdBWnTvcHLGgth3HKz/22PMajWv8r3woUzIaOKBTzpzXMc9nel9lmDbCvqzdj+NHR8Wlqj23PhisaQrW3euHMYAYifhHmu/y6hbruGoYegVAK79S161T1GpmFRzuKufY0nV62ylalS90RFpbh0IQL5pofhaj8kTrEnNgvpO7d0xWLdoqwdR6svE1Vjx/i/Da3xe/uFL7z4LsmRoMRKhuHy8mfhYkTbzJoVW62WJNQ6FUtjRwtSNx8ifOrI99HX8LkM4OQyibKiErA3cNd/lZVFXKnoW9whdxSgFSU6nyjYU7Cvv7u5AKWe+TZfMENuis6eHJdPf4FCDZcl5pv8x2BqfgP1UlmyEvvtXE6vY1PeGGOgQ3kVb6SBCspXqxUugxv2R65pjB0VpKHT07TdDsNqrma/YCKIYxzGFIYPNmVXA0ZZc79nlVNH5XMfkqsnn1SP2hdo/K7k0lLWemh3YXrGE34+x0sTfMZDuLlHBZ0Lfv51EdOuv0aZv0T6rNRyP1+wWeEGwHx6jLSe173ozMTU8igUoUwj3w4Qf6RMP2Awo7GhaK6jodg1DPkjfuST+hdRBqV0ZloqCPf+R9BN2lnRBQxqvSuo8AnfsLfGhny66mqLT/fGFWhgpPVyrr6hfKj3xov4vB2r34CKWMEmAAHBqqu1rmidrDIJdzvRqUVuhtBejp9nn264LelHEPMyHPke+gT97bhkQF21pSv3DYtH/kQdZTVqKQreitYEoUBargsFFgpcbxk5vkxN7rjl2FeUPu9Z6Gefef20Pxrfj/2t4TjG53iIV5/fT9Ih6SMNHLvKO54YL+NdEOqYRvEpUBt697j3JywthXUiyhjoDjeOp3R0wJPRdKxSycW4w8pFaZijtICk53RMyeadvyMu08cxwvGrYXggzvQlrH0VlHDKuziWJN24RD8tvabwvJ0dx+8LjYcyn4Wc357jfoQWqxljAouy19Wr3iOwkBbBGHNnuUTZHNQpPozHMV7jh7gZhzqCyTuFxW9sieDWItIBjpGsxASJvJv/pIFwD2GP9D9M4sanmxXApBXk030VbsgU3iFkUPkb9QMBVvBlpJB7wZhUwSuvU/05QsMJBfz5nolaS361jKjh3WISIAwT5rxe3od5PoJ6/ZG6bf2+Dud6UN9kfhHM6WIKCxYFl71lD48TgsyhHUzwsn4VrEq9ztwTJehxOq2Dt2Z5TH/68pAynWIvdwsFFgosFFgosFBgocBCgf9kCgSPAyfLXEOXpS0KYa0VaxW8GAJUPVZFO7a02/0cmdf/gN36f1Aa/gh30r9CkYjHORdf4mq6x7WwPFk6I5aPTF4/+PBrWZSrmo7Dp+n9veeiAJI307BHWZzKjr3yRxSL9ep1wL0VZ42F5Gr1fZSe30XpqPthtzXRglJnucaHz7yBRyzzgzne5Z3R5u/nuXle9xOfex+IOSsIhRsccHg0REHjdoU7lP2Xu/8bpeXPqnaH4ccWxRCa19CDtVqBMeeUZx8yNp8fzjHw83He58+BwcF8iblkVBPnGMqkkYvjJti9nvfI/PYYoKzd71nXtVgB1ypuCEnFI6UoqXnyB/fPozzuRGdku6FHMSO0IberU8Heoujrdr9AjvpTHDJdIQd3y0TozmRkF96UzPj1w7nKMOHJy5yA14MfvhnkziE/oE531Pue+t1sXglFcMNesLFgtnOuONBPBVKkcShLOAT8LE8AD/h6yNoyu2Q/VVzS91e/pQ/5Hfe/w4KRIsfISC+tvXvHMucuXgwKLSDuiMTpPmX8PN5Yfgdn0CcVoA0K8pbFIe3FO9Qt+gbaf19jlYxMX23I8zuyH1Q+UeF+V8Vcg4Vs1b+HG+aPWISxRS+EGlLrUTy2plJSmgXRBjTO4TMPY9BMa6q3WaYhq4igKTtQ3+Wi7nZl/r9J/vEiyr6wXf07ZOvkX88A0ODgRA518Oz8HSgH70qckBHg7J1xoa1U+r/HlgPqg15EikTbRmGq5ff8cI6f8ALo/BP35kMalDMyM4aZ8gtOQbfhqnyKOtWgaG/JY7v5WtWtX62eIkPYovDUI7D6Eb1aRBLGpZ3m2DWCH2/sA5Oi4oEhKWPjFmtgdS5r8rZ3j2fHHCBkHZ3wjPzRKcWbEEiY4eHMt2M6t91EFkWVgOHFWD0XHlur9mVA0n52WHRj6Yy6G5Ihu7PeEynSVjeZN+N1MtB03HxSbdVv7T7FhTaur1ks5d7K5nii880Yti998dG7Fat64gSkZsldC8HRmjcoCFesHFvT4as5VwOvNC03ii6AJXNgWV4M11Pv5kFEM5tBeauJunsOhDs7Cqluvowi6SW6P9zGsZptbaGAXzli4Egw5dW1682EKIUq4RGgQfxgrloH2p9EwawuWIkGFRQ6pyI4k4hVGOQ7G9W1ZO/84phKdqY9lU5BZt+w+gWXKC0Nvr/CJYF5d3UX0KNyzwRzx3BGBIYPacFdQtGIyK9q0KZhAGSlRUuHuqYebFesJChCdb7reuCglAqIMYFnuYF+EpJ/94Pe4SKmodOpKPuryz+CF+6gO61koEeka3nZuc2P8uRVykxXV7Fpj6qpvy4I3fth/ei7kJBOhlptugF4aHQB1YY+O851MLMgJ28LVn4cmjPpIfZ1f2nqeaPAdofCdIurbwabvavSxN+I5eRNqb9zeAnTX4e/DUpyOrj6Y/YLQSS8eTNhk8OkmeE8jiHk29t+S/rH4fK9OZOIMCiDv/q+/grvXoOJst78lvJzpWJ2xaLwMCyOU1+eFwr8r0aB45aRz8FARFaPv9vuPA77q3z37L+Oa9eP4d1BH3mM1/VYz/bmFPzyjv5n8EySfV15P0txeDX2wcOn8nzYR87i3fFWRaajcTjjgSHdM7HUo0NZSZ0KvOu0nDDNO39HXKaPIxbjq2AKZVuFyS9jSa78hodR2Um/XzvGyFBH32zMMfY4noyAx5spTL4qz9dxH6NwIyaHhzlm3IJPcXmSApoeHlLXz9Ko1NfjWMFgHwIanq6FJDsyxuDFqQLWsUhlKLNnXjEhdf8iRv6kR4bj4Qj68fOM/kchb3o8VABLc+GapnwK9SK2o4AGKH5rV3oOdChjYlgnD/nIdA7xyvqTX+a/UeZMhBsEMa4KjW0moIGrR+fHufF7HuYu92fhRHriPJws2AtFP8JJvfe4IGIf5W/Z+y3pM8HL+lVyXa4EjON6/Spfjq5ENO5B18Tz2KaOgi+PCwUWCiwUWCiwUOBvmwLO05fjr58ChZ9XyWeZeSbvFK5ug7dWWeQCQxQ3LDastRLFElhL4X7/HjqvH8XZozysUBS7x+xFyNyUewpLfp0rZ/BNTj7jNKnkRJPXTj4r+K3gu+TrCu/r28SLm1sO5y95YvILUPIUskeNCfBmI2+LIqyp30E++Q0+YxncfgsB+vdI7uvk+FVkhii+w1skcZTjBRdosonDiEkgy2uvYxjla4aIl374KznAKcrAeQ5ziOHUSEk3xk0YV/wGGduvUOb/CL3UB+jE2Md0g1LWHDD3ygWllAnzI2XX4VaWu9h+MXJ5vbzmVJjfG1zlhfvYKptWKhzP0o45V1/h1RCFRtWyjV+N1Xb3bcK9idhcWb777xKH5IoBjxilC13fkZJn1J87c/uidPKY5hWnPpuWc3QVeFqykhNIrIK9p71osFKzHeQWJZiLJGIxMYY6jXNJDvFP19pZy8r+x34LesWPT3c4gOUc3lOabvHi2IHMnm0gaxTqq5ZtEanj1dWXoSceMVd4egwa5Rza0rMHcJaZqfsmSp/rAw/n1R5hiIQhGh5Z3dPbLUD3yJe7/c8hH15D2b6oRWldYXCkbkRqxIJu6x045JRQWPFFiA84BlzESboj09jZJ+BufE0/oBXnfkfdY6/XmnrpfHrypmqfAiZB4/skPdCSOhL78pIf6+mKnmavG34soivc7L/AoocKfZg6i/A2NvRhWfznyuC4chw/D/GiH857yzfmzOSlZyFCt/8itnL2c7Q1FX0s+ll19AkET8zFZ4BL3i2ItBK25mTfmCWSv9HXuyiCMl5ptR9wtI5/n/r/CZbAWAGzIKFHrhByFqhgfY3ULGTTOM5GfA/Eh59rAYb3wjF6XvPi2HYRdO1wa1xtXAj0Iu2RtskiJ70d1MpTzAtg91jx3qafSZ3emhw8RUH6Me6uUbi21hm8DGNVHnIifq1BYmIrSoz95ZS4wxtuju7zzU2/QpXaHuFNQEtmZVYtLqExdG3pmDt0my5oEJeatmZJxaFnWGnss6+iPlsr1FfSFmine6239x/QDtgzHpgr9hrWcNdUCxhenD3alx6/+C5QCIBb4BhgYriA4FhM7j6o1vjJr3e6cHPFAwMM7gVTuOkKCRkGETomkukJU5wtpBSGza9ZHSOEoThlOiQVsOJq5kiz/Wr14sVb1QVuJ9odAwqFaNcQG0K3utBV0JfQgjkx7uy8zQd24G7+OYlG+uAbVgsUCg3+MzbK7nY0EFyVaGkRArsB11h1RZyoI2By+ghs+SSNrp82wsNTWlBJoj+HYutNdQHzs9lrWbml8/0jX1nJB13Ftgx4xpofpVOwSg9U5TPpm9foVGUmqCZkQpcj3e5DNoD/QbV7hH94VvaoILVkc5N0ug871AJpnpgWPXZaDzxj9VBUbAdXMk3Dr+vX2fOClRJ2xOGKAQEy5vq6NxaPKCix816SxiFSnsPAEdgShSAKomv33O3er1asZFrtsL7FwrpjM+62c988aBQMrgzhQJ8ATI7jmURsiCfO6K8TgYNf0ZqfI3YUTOxTzABSr97AffOXGdy1eP49q29Qdjv4hiBfaifFjVsOsjPLpQOj5aiQ1VWg5K+DEexxlxEuta1HUYol+nO/7qlPe/uB8keZuGLrxRWMDAPLnlVaPYp3rbpHYfdzx2IBuFDgvyoFSos+xD/bPj1IzpyiM7E/8XDcoeXHae9+03F2/Atmn/4lgQmVc95jHUMt/arvS292c9rHEO73nHSZxvKhv6d/8V1MZOknQ4BAb5c4XU8h+vYTNCpj7rl41yHN3zjRcWxiXHFCCe1yla5Wv04epOTQe8tXnPibaJhwHZbLMaduuS/fhC1zEEKgcPVs3j2ZELgfPOOi2GRJysv5bTpiPJseGbavpTB8TQjH4WdR47bU00iRwTCeGQ/kUfZYHLjiMnkqc+z3geLDxG54Gt6Wr/NrKVvfGcx678Evg3vwNqEATevXGt4lVlIalLoS5WzKRD88C981fQuwxrvXmS0w45g//oKPdrGePLV7HeN6CJ4y25jWG4lb0jZjTq1PKkXu8hr8B2FGPsRb9opioqQLPfMa7qFsC9xF22ilDUA4x9XZPD7Lca4exIIHa1wg7Y/tgbFe90aM+7Gy1e9kMMvf2skxZHJqnxMFS9vJ2nI3rAOmYLmZn3eLvYRaKLBQYKHAQoGFAn9LFIATcbCUUUCYmoO0z3IoHozY5wQcGSD4jeF2uXyuFJBhkrkZ+M0iHA7ZmcoPub+R7UNxwX0oZJSZoRhGUFxjzVbvP6ZM30e++1M48x8iXP8x1m0/4cTKjT2FK7buapGrxn60LOarOVU/jPND4Yb7UwTQfJG/zsN64zGfJ+ab079iGzlKfjB+hZH5TL7VMNRF5zXwvHvkSvsG6zCsg5s1rofZM7hZfZt79g9u3yZPL2MZhzyYOUBAcq4oVazjyhIDtnWec0A3L8MDIe57fF7tI5oltExeGJrIQKuQiiuzPe5rhP77/kOygkzzCiXApz+unuDSeI2CeMNC2NWOuZAw2BoulLZY0SktjPkRdArvfcBLvjxzXuTGlvqcD098iApNo69A7qhiulcJEWHdXo/5CAY87epVyuVNLIK/hbLuHe5x3bsCF/zLxnyo1/MReQLHMPiKcrLczSeXeI6bfMfvfY8yXzkoH5MEUEJmPiYN4w3qH+ZpukmvdC+MIviq+hUKx58SBMUrdTy2xVyhFCYOvmOhPwut4xSeUBOuwG0Bvom0QpBf8nL9alx1GXEwlwuYzuWhY09d715CkX4BLVH67bs2lMTWBT22ZljKQ3r5TOHFNBHqmv9CgwR+l9+CHzDFi3xnLTBv0go9EHVtu/uousQaeM/Z4HpcA7WgAThoM63OJ3y1RqUR5v2PxJ90Y0G9ugHgYLTWu80hsvMNCjyN81ZrrDnRXYVnLWTfqtCstztoUfRJd8eAEovAXo0PHe1vQ65Bfelx17t9v3qy/SUp0o+umd+jJFVfYn+VVDOv3gnI01rgcYyF7+enYYZ6QFjrbXwVD+B14GKbjD1fMQy8aFCO0rZWtKU+dHfOtwd4lEPAjjqSuJyqCyEbcXwHd/GPvXNDXqO+78Pqavv/kUfHDc0AHyNuGXoEFgZEP8AYlNQmb5G9gv+QvhgJv+DF1WL0mWxFlPws7cTej9ShIc97dY7sm9t2Kvxd7O64hF7OMLSZUNsGvPgR8PWD7Ee+gNlF4/gU4873qubJb6tHNPf6gjRCnsIi+mjPwhJnxwvyAd09RvoF4n7PNA/6lwh5+DNQLMJnfTSnnNTjPQroLdsdbNmqLBS/9D0tiytMP4xASSvpRVqRnHl2MUrKmJQz2e5zv3Ks9Lc/pM+l39dwtNMzg330IT7HT+1LLz1+NwaXAJufS/ZiZQyrDC5RnG1xBdCxomyDm9cWhNlVlUpiYzQFC/w4pXy24zh9mIoZLPEklX9C8lsWgRSo2Qy9QQG8Rwm6o0C2mIXvWxqjgjX3PohYEeUBP6ZIetFoSsW1CVshHST0xc/+wLjt2+gmec+qFyumjImCPmrwzelnXu6OWIYXq16crHAdGz3X5J89cnc09h3lwA72kW4hX6FiSac8W+niiIvwfBrKJJIaKjjvGpR0e1wd7HZPqxdegNYqKaGECv8Qpho5GkCCjN9owbPn+94O8LIDEj+oycqiCzaBb1ACuwqw04Qf9wTByAbOZoIzSTWkGBnjfnrpG/UngTYQZGp7mKMeq+fVhkbGggJdKOb3VCYEucRpOA4tfMrb2fW2FlbgcDWo6Mhk5Z3CW1dRWafItz7dyaerOHN1GXU7EJrhY1SO8qa0FTvNHKC13GcdzfrLZB5/865SMnSpBxn9Of6SqSC9aWSnrDKixTJ5s3mZZC/YSwFmAfc10VbuSK/niOACaqHAXzEFovHcgN/s+3A7b0L0zjfEveHT0MflRJtwsz7vdKzS45z++vzfZr4m/qDk0yt9WnbUcT90QCdRmOKf/DzEP/ft1HvHTvs5j7zXyjM65BAy8LqgenhrhOdwpAAjXV9r7ev4rOWvY1mO5fP0jxXABYGJLjNky8fZdQo3e3n2ljHVxXOMs2n16UI1GWmOYSIwwhvr283pHxAzxrGsh5F/Vp+7J4/WAu5ZoxVshi8w5VvKvUicOm77firO9C6nfdNz1ImoByp8tfx1cZYLu+Rt+HecnwcfnqY2ffh1Cux7W7vCLflvFcBOHFyU6IpP+dGkjbxAOcb2XV488HqSjiHcsA2QdCwCM68KUThj5b+eV1yoKG9Sjgk335yEW4Iu14UCCwUWCiwUWCiwUOBzoABjsTImlb9IexynY6wOAYXf8jmv0wg+R2QZv+fU+Lzvh/IKWSXFQ3LlPE5ZfnI6h3KM8k0ZTchOkTfppa2q3ifwr1nP+itY1veoEiiCkflWWrxt3WcY44JQIrPQP7zVIfgPwfggew0eexCYzzi9Y5wOnxOnwg+HHGvOt0bgee6Y2wxzPmV6up/t3HIsXA6j/G3ewULuDfjNN5CVfo2gWkIxL0Cp5pHGTZPCIhU7w3wpQvyV/QR5nCvkfEFKxHFtPmN5IrfFErKvP0KB8Jtq3X+MouojmjQWwuwV6X7BTezXqrzRueKgNAgLOvl3ZjGkZ30p6cw59kzX34JLzn+zdIZ3YQ1FcVA3ETmSjnUD+Z/lU1MuWAZX1VuUzyvIr03ThaLMWfE2qhw95ZiWR5ZJwQOseHf7URQxpT8q12sxg35D3eNjaSNjxrlR9q/l8h6Fn3tq991PmMd9ALY7TjwuhrdQlerOPVOZLZw4uM4xTuoM305cYqs/0lTJVvZ0TTgo/VzgzRx3jey/2b8OPm9T51+odrjYdk4ZWyyxbaUex6IfBwY3J1K576spByN9BCHtbKPoCXbUsQtocoGyfIX3yhoXtF2vMtb9Y52jFjyEVe7vi4e0TFyEYF8R9RejplXLgoIN6WkV271Gdfoi7R+6sHilCytLU7UW+zfl53YMTMnw1kNi8hgn8os2ZBm63sVKtqa9kf8NtNdz6mqPh1wViLQvw09HSfvg5fg5FhREeoazXXgtcQyW8TIv5kedAC6hK/RBWIlfNabrvtW56Do8jNE3Z7+XOg3xOSUnVIZW1K6hdCVc4m469ue4GKb/3+NBokXOtG5YhED56kGVDheg8gweRAw0C97lOnyLMEc/8yABoWASDxE4lP7kdI3b5Au2zmxZALSlDHZ6U6Pe205tNzcdpR+I5MSR+ltTX7WevsIYsGuesB3nF2k+eJpg/+9YKDTPy7ECeEwsAo1Pd7mJ5EXBP+BqnNcgu9rg/n1NOTa09yfd7wiA4QT1KsZY8mdvFG0vYg5tPORpjmdK+Py1T3iKhTNlxUKbdfsK5cSWoCXRMwi2X3zxC++WQXisuEQaBUd2cKs/ER1Ggb1Umw6X0LS9no5oj+KK4iB5BoSBUKbjYJINzycr9fmjFJAx5kf0NaSwD1N3OlqI1Kxfxw86LpFZdbHfUuHt9/wh3Odx2AXoXrdC+V0zwFaYoouvqyHCBDtW7kj+Q9wPcXk4bmF1GwwMKy7YPLpewdisUYxiFu9eHrpjCEWh5XWY6PhcFMB+z07Eykd5HQ0WWX6Udf8R1sDsibBFeMtKpwa3Iu7VGx1PdHBCsoMoaT48fwXlgnvQ0c4LDk8f+y0rJCr8pa/WdPJYoVc73SW76gEM9GkSOGRHHR1SmbAMgK3Phi2HnVyHAnhbs1puywICXUGjKM2VPtl505KIZOeXETO+ac0AFYBex0Yzf3nifog+hxJQ6QDs2FrK1KbcsC9FuKsO5szBVFxStH8c11R8N51A1JKYDruTXnbWbjoemcjYU3sz9nM4gubCKdhJQE7qTk/67utsmj1tp2J1S1oEPYd0FxALBf5LU2Dot87lYVw5OgswNLGpvU/f7tuucywgvu032vCc+bRnOj6ntD7fu4EuQ/5zXCLHjlfBY9CvxHUeLnmOU13x7XQp/dbpXOXEkkltkMmJbzmdtEIzGFIhxIKx0hfyIsh6GuQD3075jb1+4QsaGMgcGWQKxWA4ZunP+bL4em3B1s35LyDPXaWvNIqVukGPYSW1Ss+glfAd2fkrSSkkiDGeuOXduQSINx1RCMBhYgx/UDHxcSsFXd64OliBQq6c5JFonnJnNx+3fb8ttuUyHPINsdcxK+17laF4yaF+uE9PhuIq/Us9iWiZ/kSHI3zikR/K24mfeQ6lbyh/VQTLt1D2hgNuHzypbTnh2M4zvXyOJB/wc7odUaaCd7Ki60H26tH9oKtZY59jP9KOCyYQ51rKp+FeC7a8WCiwUGChwEKBhQILBZ4nBRycmavX8hUIsnM7CXkKFThyLY7fnIRzrD4+nycqC6y/DAUs8pQBUroq4/DipwKhhXdzP9Qab4C9yuDde8gZUQSjBNvzruO+w3X0bodVJHK4tXu9YpWlMYqWfzG1sKLAjN6FrxMPIsdvuQvcxjfzG3hJedmwPPUeXt/tApkL6vlIV6EtLohbLcZwEdusXkNeitIRmXHN2SEH2/VanJqC8mqFx8g7qeJZt8XEen69jp97J3Z3yafhHnrcCj/Ix7wjPOxRFnjdqTC46DrKb/9LivYTsvsr5KX/gZxR+18t6cipst0wnrKtS0/zPx0p4Z2egzaEi/KBry86A6iV8WIiYH1AEeF35iW6c6UQmLYjx2yx2KQ8Grwe1li2VmxtqHxSZYcpO3/RoniAljDzC7+3H6WMbgsZ+BNontcpTvZ3oUxVCYNCZW17gJZaWvdX7MOMbNw6b3rhZpvF10ITXs7BuE4Ahy+zF8e30i2OY4wGmJRYLGzGA2m9QZm+eY10NAZD8adVZCwuHuJCv9M5E4ZhAkuuDzxoaypgYxFITR+AnNkFIleffoS1KPoRleaUdawFsA/wL+jzwPQiWqEPD0GrIa/IDzpk5331VfRR30FH8CYiopew/N1VV6QdFtLOv6Muisfp8zpms/RmH6MdRv5Bo0H3xMIKF1nsn7LYgv7Qo8advq6a7VSKYpdkh2O8KS+Ga0nv+tz4KOAIx22e3Pqxx1CuZZ/cFi+5Nfu/hodNvY4BMmRTMz1GmYXPYWZtKOnPv+S9tabVNTpKxc69avHm2a2pAe79jfW+Fb7olyAwxRMJE2sOM/M9LzqhH1PD/oT/PLga3jyIwz4WuL8SuqBKj6l23eRzRd2XEvEXg88Qf3aJcivPwvXefsbtuDAE7LvfIJNh+1O30wrDThbUO6YEwhk++kfeOW4MEGZXbp/hqLHqr9H/NIxdNbqSDmvkS+pTSx/TOjaDq/nzP04pEo8qfMt7ckX+NTLYN59Ul1cf8gXaoDiPfiJwP41k+/ill96V8BLmoAAE7uGeahCG9VYM+AwsrDDqaPz6P+8h2iqIRifoIByNzaoWZM74QbTh9sTloICOv4OQHU7uDYzqqHWg/2K1Wb+Giws2PL7EJTIZjlVHpBN5GGFk1YnO/ACfMcCtNwopXZUTnQgNoYMR2rGnxpoVAy0KacV6HWH4HwR7Kus8SmkNNMyXD/iFlvSmwpdx2bm3HZ1/1X+V5m9uYcrodK2g5rYhbCnHUgJZkcWjUIf7+GiM6SiCdvfpqxHkrVj1d8HKsT2uklv9sTM5CCsTyzMaxxzmBOfZ7sCJyioToXtN0+vYW2LNKrILmIWehrHHhY0NsUaoajYsn8hjyXDQfsJi7IDtIPwnnJbO7AiOawGWL1CXOhph434GdmwhQEWQSsSgqhZWSbAJ6PxOgA8+oKWKXujZYF1eY+W+6swPVsq6TwR2dOTAj9VyXMXKI3/jNn8GNIIejasBtSSGTutvEJj9HOgug8GKcMYu57PgP0vf21hUwMDA0VOGqkY63MJsUOJvsOLf71Ruw0TFwETwGcMXkZafhQJ/MxS4rd2d+H7iVSHXjeOogZwc2G8P5wSK99d7kwL2878WvOgr8rD/846f+GfMj9EtX/nysMvNeP4evucFx610GdPN8Nd+Q1DgWCP9pJXcpz1b6T+Tfj6P6Sfq10A9y4tktBmL3OdWBagTq5hcOY4nDcQojln6xwrgUtoTXTJuiXr365Ba9OXeO15LG1ajw3wWy99MX/qZTokj63pcjudSNo60zUwJT2vfPROtJqx+nYC72MjrkELwJ/FImNvyd9v3hHPuVw41DugQ+/26OlgrWAQIrsoMOpBETFRivGNsZDVBSTX4jPIQgDK/CZT7yItCGsZPlL5a/e5d/RzPpB18+BAO+FkHhZFAJ9DTXcK+3+9UX+bxSB++SkW3yt+esyb/yUOCQyziKOHF6fpxGu71cMubhQILBRYKLBRYKLBQ4HlRAO4otpFAgFy/BW+JUqZ7iXEbWQuL48MFY7hH1P2u/KaCURQAIaNJ/lOhc1hTglLweHM2A96lWLX5+uDkWzzDsIx885CteB4Cpyc0H5bjeVIgyiUUCcmZ6y46XGrCs+qmNxWK7t+KciO8P6JM7P+d86cwsO+hfPqAE+XwHiUIyhChpEeahBdeA4ldON3kSE0jv7v3qvVmLPthHpiyPELL90YdmZV98LfDDMYFkZEmMAnayGu6FQz1ea/XQOSGHW5S6/a7KIG/GYrHCou5fv816jUWX9bbIGji5K3PcvOeJdW8l68ecHIeGCG4/AWOY/74wNJVmnkgd9ubdxZxhKwcl7x9yzwEC+8aOe4e6+4eK2+V9339O2jCfprw7Tp2zflRzmbpBIKO1g0P5zbuW5klNqRV0hwpBF0o5aBYzIuzfEJeqQwVuqmoD8tBFHaVrnvb76EM/iZydKzekAs6t2ETQkDgqryQGYguul4BzvTtc4RVyoXPNx4HdLox5Pyj0DnJY0MbaGkTpu8+sLGdD3W9o+7vWAyxwzV0LHzAy2KDjDgl/9ZBggaNlB4Lz3mp9Jkdfp9nND4Zdn5IiJCgUgbqOZBV49e9Z0/sdf1d5MUsbkAu31yhCNxZTirDNPrJGWlJ2TmY92M7O8ZlnuRt95Sn0/Bh9h6hrTkq0zQc2zS4DWbf5w7Z/UVLO9QCn/FChXCeme+sbdLEU+xuOo5oF+GFsMYS1AUd5J/6o15oxeKCLjzTorMSJ/YHp2WQTEjygzLGPIZ4U+oH3yi3kKmTonBX6CAuuj+jE6I/bHEdDh47LHPDuM62NNBLGMovbJvZL0KHMd/WnLtiZG/EUfBwAQtw1Ak1KA/7DcZyeGDT+KtXQY/b/8Z+ksIf+5F53aMOnk8Z/HGprYc1e4kKz6R99V51uXJMwMOn3hf4lq6gQam0zSjOOdQs3/idFfXs1hwFNcY6yke/Zz2BbvRv0m6r5Td9estiCHuUlm0ve6yBpV/og1xsT8R5LzHm20SilZJn5WdACBfKwNiz9UEDnA176G4xOpx4HYIN7TQXMpgvMbMeD99GpHm+5xHjnyWAzqmPxQxvhjLffqVnccEmZEnWuRyFBJ/5UZrkew/bH3dBf+7FB/3P1RVb97bWtzd5p8zQMaLUO66hq2EUfAkFcICBwALzmDNdDZ1QnBDPSuzKhq7/ZdVe/rq6uPqMAqADRHkWiZCRWFVkhRMxIQbIRDCAH/0cFtDhR/NVGq+jgUO2KxUVhO0foQh9/FbVXVHJ+abrQTs791eNShl5yfxkaR3CvstTDjgQmjy7n13jCjn83++e/BklOIVA376tHcTsFhB+WsGCyBYKj1aeoZjukt71MMJx1Q35VmgIXfe6oF4jat18rdo+gsFBKdqjqG1JawVtQJDyyAYvbQsFStlmGkFYbif8xNf8qnCP9CoEet2HeBT4D/Yg1vX0owqPyZkbrZ4cWBT+Cep5HaY/1MPommLwoKk7wOLuYYsi0fy6EkWXNDIINsbEQUSs4FM99mtpPOF1JL5BT1a/YeIM4wpDdPVTGj50W2FhzQKDxlWC0KBnQYP1PZWwExWFeXg8kAB24kP5yCz1lF3PKpCn7RsopV25xB4DbFje04FrBR+ra8yf5QQCpUsomImFp4yPxtG6YuxY3bJ3NQllt8J9Q0zgIqKxCt7ez595fPAhTMvA04GNKwpuV7V0Fy9XV2tcZezYU5sVNz2rqFIBTDDpzGU5Fgr8r0uB0mKt6SdquxPYeH/m++zrqeiFbuN4Whg92zb9Kv9noNv2/xOPIEXmOcftQoe8Tj0Dzw5SHPb3xYI0Yyb+5X4+Jo30yCAnfhPm4QdXHtJ/MZGJEZTxztXiofyNfs3RiXHH/k2cjkAcPR6CvuNT5EFAjoem4RhAP5pXB2KZWCZ+YGEJzktxnv6xAlh6HNJkHnqOnH14gTy/Gl7mMyen0c/HYi1XJDoBlU5gRrBIi7eOoVq+lnKJcTVCnf/J/Etf0o5ytyYwTuNqSQtYV7LLg+Q3LoAqAgKv5ZCXufm47fstsY1u3QiLXyZesYeL1hTWn4IHNJAOBE0LXXEtJzcBQzjlHPLNpD8U20wOws2T11hoqfu7kl/bifGcRED34FW9Ti1nCJCXB/5mnSl1YlgAYVqUd7p9Lspfw5B29Ge3J3ZYF28Pv4RYKLBQYKHAQoGFAgsFno0COfa+Wu0f/x/off9PPOb+79X60fer9tE/4lDlO+jTvo7iDIXZ+g2G9NfhPbhXSdy8yqmg9FX4EyxysGBR8L7HAgoXfchRVA4PHLJysuBhvSpT8YRHcKF98HZI9eBrVUYRceAZuR3+lEYpz5LPC37yzFVKhCea4BWfjS5/C7EL/1nyKusp/5i8c/Krwecj/8XdIqWgRWRaCdf7T2A3USrufsLewb+odsiC98h1WgyEGrf76lEyMidYWZ4hu1KG6jYoyg2dD8iVu4jRUuaZ+hD4iIx87CDr9JHAcUbI4OtVpPjkN3/Elb/C71q3+B4qH5WiwS9jaYpsrWnZK3j1/eriAotB6nG3U26NUpL6l+ljCT3ETfY90zYVAMVvD88bMl4jcBRFYzx8Dj/H/HFpA5mUOHhKT3F13krOoXGr8ZIFSrm5KLNi/2f3fu627Pn82c9RHH6CIpEt55DFVSg7tSpUga783vlZR9l1loNzPetAlAPXSE8aeOv8xhswsFzFIU4u8c3nPHqeg8b2B5ZJg1ERss5284/VxYvfIi7Wm7hg1Y2uC0hT+SrNE37PigFnG5H/AvSG6yGdbgh48Eka+iLzJ77WrSxq65j0RW5J/d/V1P36fyIjx0LSxa9EURmp0rbBTbqy6RoLXV6D9TRHj16Rb04NPcfyDfr6YjgDERGw7dBWKI8VbaZV6anrWBSeTfv1qnv83ap+xLacUsfiMUVo2NLu9OxA0hzmwnz4YAbjpR/udWQdUx9BOUAUZev5jvqDwVLDQhD1QtXlH0GXNNa6JWYxBvhk3+Jc0Zap/GCYt/Kc+AThT+BzhOtIH2s91OTZfFlndfm+Xr1evbT5b9CDsalHGUr93qNQs99pO+fP1qIjmCdSPf0q60LqBWgnZKGzXiLL7tCVbJ/+T/pA6i+TcxfDuB+rVDK3lhkX/uftBDxK2/LjwVHqvu/LWQKQA/Nh3fAbbcrtWGtc31+xL/oVz63l4VZMlFPQxnZHWkHtiBd3gU2Beni1nVpWViqN1Oi78TjbbH+F0gu9n+W3Afb+y+Q1ZUFRn31PWWT9ADezOAAec1Fu5tdZ4iV8xgQHcQePtXUa/VeLF9wdnlsvW/Rf3ce0QfVBl7QJZU9SWNrlUdpXTwO1zrmtasijuDcdF3c0bNOlrqvb/QgdF/2SC1X08kuZ9TGGCSuRVdGdR8HSDPquPA+f73IhnguRgj9Cx6WSe4c+9aL9Bro8FzKx7anbvYYCF3ytK5GO+TNN8kIc782Th7/2+40LAS7fp/tgzMY6vIE/U4eYtDGOITdV+/gLKIC5j4oUQP02ZCoQ5JHv2WjsnKnIsVcprnR3n1ABfletN6yWQThnImkJQoUIxCwMYdkNnj5KAZ3+6lviDnhEi/MVzyoFW1Z7bdj7wULaoZxVCdxgPVnpF9906TKh4nDP5QGH0QfaQlQLjBw2KOdWuBCmgmzQslcUmgK6vcpX/kx7FLwWWkbMByAQ+ch0MydSlHxVrIJoXwvl7NVWS0usdSkXhu2DRILZFoez6QuVrzbauCs/pINgc4vLi22DC2zy2dqJMVBrDZxWSHYoN8EusO54BYHoxw0O0W0YUjPqj+W9esz+Fl8BJx0JW864O4nVigYqR1JpfBoAFkbtoGOyw1j/R/V0Rx1m5VJDvto9jCJX61R2sHYcNx03fz0bM8oE9KNyZTuRMWrDEpiVXQz0e0Z096HY615RXKFHKaWSqtSfHzHQDqF0xehKIF1zPMZ1iJbjsdLOMrO3TuIO0QvEObR73pe6HlfiwghVrXshWktQ/uK+wf0SdriR37GZ+548rZwMHGfinskuwRcK/PVT4Lb2ddv3WQ5vCDqOp0eNSjbUdnj9nMH9T7l1THEM9WrGwNR+H0FRjKFDXxL93pBvu8zC8JxCuYzXfhvpcSpgvDsmpvyGfb70ciwd6BbM15yGBWDGP4ZSvt7/aqdsBr3a3yNE4XRsCOYt6CKt8lBgISvSAABAAElEQVQY4qDpCHLqGPmQUx/j3TnMj+DJw0WdymukF3ydkz/p5CkDnkcZ1yIO8Xwey8Ukh/Nc6vF9zJNjsZNrBIwqfkN4JAxxLBDkV7J+j+nwVQrefNz2/ZbY0GDPREslqBNNZkfUZV2tDXAHuiW9xDFb4AR1nn6pX361jBWSub9xun2uFLDCB4UAhS/WbXkUJzVJi+QTTaPwCQQbjnk65d3dr9mOhDGUtXsbswiv5F1eI+uBYcbc35rA7e3zVhBLgIUCCwUWCiwUWCiwUOAeFHDsrVcvV9v2n1Dyfgem4RFyByx7kC317tWJQHmPkmHfomRY/13VPPoHFDaeCNg5m80/cX6PaN/h+m3Ob6Jvexu56dvAegPOGWUxSuJ989U8W7zmIYxU+eOCd624wmpTeRZKOL2UacAxGRbINSEH4YsceYdSQcXKTcfCT9xEnfPf5jzz+VAUE6WhwlYJXAXf22AhXFfIQ/fvIUT/AbriH2KU8wvYYOSjWMc1HdbBKIRXKMk01NlTziFRg1ffhztn+eEy53Hux7N8vN85yzwv538qfFQGEGgIxyWO+dX7nBYlF+xvxs96pkviFkXRBXV3vfouMrevw27jLhNDpp7tBXvmGPqv6+Stwc0FCuIYVS+mGJnaX6Ku3S2NbBSFBhJkjBdzA9+YExX5KmtQ/GKxuUV532nJXeMmWhmjPDz07Wln3RrZIwA1iGlpkyqPkvfnApTxGMoq5jfxMqifn4dvlmXUG97mV/H1jZZpyjmRd7KoZH3xDaa99Be2eZSX6hp0N9y3LKyNBSPUnNQyEXue20wu5z15//DfpGViSpnHHAtcZ9nS46jzvD3W1X31M6Z7uJFFDr3CJfpKy+EOWWePghZQqXQT5nBGeXBf6Bbz/BPYFtoN+cz8Zp7j13Kiv9yjHGqQ664rrAdXX0EP8gTrZOiE7F7PTFoNdxSX4PLHtHx44DGQPeFJJV8MeXNBMAugu+YnGMb9CNxQYNmng4ALDGraOxLuCB/1swAJVAbA19A6g+tAH1ulZ8YWG8oK5VmDwdP64qvVtn8h9AV6NKgatih6lryPeFofMsXSb7o4wH1pq/Y9yOz2ki5qQp9Aybhg3dbXa7RG+VvzS/lP+Bzn//h5TpjyrcyzhWh/qo7GPaNfI110UtTHK+sDqRvCtp8jqfW34D/gMjxPqeT3+B1+8s2WfXjpO9D7bZBJrZFHuTRBuYxK6ZRbZa2YYB3dJaCDlydeDd/BGxTVvXnUyj8ivZf5fbNabS1j+jP6MGFkqAgaP6UfLPof8+27IhcrmFp+PV5+n+DueuO6odjmVU8RLB6y7saAQj0zkWj/gje1gnm5+v4eR7QBwzv2UYaArN2alHTtF5+ibK9WLuJhu1fKL/te+1/TBh+JQ7wEI63MEX8WBX3UlUaEDR4fQnaG0WyMZZYXAWgPuID+4rsGTfQFygG0gJtP+YqcW208vAsrYX3hO5CgaV4h9GqpDF1kQqQUXEJJb415hj6lgBLy9d8sLPCLQgMMHV+cFL9uJfQBX1dv0/mxInFFBb+iodeuaoJYWsQG0QrcgdEI4pV3d79awWV8zE+/+0N1dcnm8LiEdoVOw6qEviWTCmgBWSrYBP0MAaYAt98N427uAccqIJj1GlcnNW4h3FB6hwCyxTXFVFKSfyjTwGqeRKFFvjtZDtJw/RmN/ffk81dQXDcUlitMvIJJOzMbB3+lI5yncN/7oFtAk36WudVd+OCqgoDVH437R5DnHcr+cJPsSpfIY6GvuHDvwCoM4/LrEa9jwLX+GgaQdNodriK6LZbF7Hu8ZgXrig25bYS58iXjBoCTP7d9PxmJtLNcxLDQ3ns7mwYXB5VlCp3XW1YwVb8nT3QAQ+MOiOBfSrbksDxHRglkp+l+wjvqat/BSLlPIivHZPIirPCCHkJ8YD4CmTM/9gUDlnoIqDr2sWi/QtFsKD8WLLDfcevK0CG6dajcn4G4vF4o8F+UArfV7Nu+T9k2ZDkPGkwwJrZsT0dr2z8Xj/EmHwe+AUB3TzdjPvS39FIFc66j0tdJAc/wDKH4Ct5B1Kaw3kVe6R9l9+PZd8MR3enw0n5k5F9uzd8cknyKCj3G+NGqVToyac4OsyQ3XYf+cw7FjyV9cbnfkay6dAiLX8c/eIqYQDGZaIJG0jILthTvNBpkaoXaMQ7eiMA5BBNy7xhiajGWcJU+0oNTOnm4UCl4wiiZLKb4wE+Wlk+Oy8PbuCaGx3gbYgwXpZx8ZAgLzH8w/wOcuBSgU7wpvulP3+expvvbvk8h53e1k2zy3asIZT8aV4bLcJuf4F2GwFP+88Uct3wzTz8ozURA3tbFlOzzFBYKKIBRgIcbH1OgDMqKe+HNIXgfJx/i/fhxvMlk7/mbdAQ/9ouLPPfwJSy63GNdoDeWGjqEG6jgB8HBLTo4y0T5XHKF9zn3fXm/UGChwEKBhQILBRYKPF8KBJ/C3qhd8330sO8Ef+HiOj3s1eynqFKsw8PdnjCVyjHOPYLlvtLi92WeX+X6GldkMshlarbqqlZvITNCCYwieLVRufYP7NH4zyz+/qewvmxRNNfNt4D/DeC/XvUrlMK66xXmHrkOV9MJRRyyGJVxPcYHujjdodRA/gtfAy8jb3FEjoWXOCLI5/QoJ6lcLSRzyqsoCaSPKD2Qu+oaF3mhLqK73Q9RRv13rIR/ioWwe9BiqYU8KrcB+yNCadUi+ReLGCltlcJOtsoM71ABPMwhQKBws8fXMcs5YeOx1JI5P3xBfaPe19Rh5MYVirOqfYeFC3/P+XfUW9yhr3EHSlvo2RYuvO2ghKz0WseffHjBb0zvc7p5aJ0e4w10EGPUQyjjsBZl3r3WYq7+A+WFxTZKDy3gdt2vuWceQz7Nn3PNnKUNFoDkscggsw5kOZQyuC8JrDcpA8C7JAo7PSA2G7bBowwqXJf2yAmlf/QFzjGZewQ+1LmTx4DUQ/E5CfPMSzFYoTTaKL/EMrKDdpdPfsC732MURntALqB8fIuSDFJKuDyP4IUuw0++vyfiUcYqgKnHDVtSuodou/4WKgi8MtCOuuYpdHWe5hJyMLYpRH3whkfSu2eShM+ab9p5F6DI6wAsjPCQmXRYiW7ZMlOLYPaf1iqxxXuXi7jVomRc23kpyzkmKbua2m6mcdtvyiCyN+pYZNQxtqwv3mCRx1vVFe5LtzsVsOoLhP+sx4BvQRu6CrfFYEur1A5PsVWHJwTKADNB8sm4Sh9ZjrF9RqH4tgAaQ5SbM9cswyI/SZ2YZfyY/ZBRIK5YxMVCrH5F/xV7iH4Wi3DCUjwgZnoJxRen07eO5GlZMfdnHA7dH4sfusufkjesvt0LfoV1dSzmQG+iDCDkYsLMFJSHCSeOch0evZx4FV9Hd/TWt5Dl2QOrC6Leo/9rcXu9XsNzsDh+xyKjCp1CyFzG8FMi2W9nWta7THNImfKLfeGbj6i3uE/Getwya9YoYsOVctbTQCHaUMH46EqbH9v6QbgJj3N3Lg4IRTXynwqvKi3jUIPnWwZTlNMsKkCZn+1G+hLEpCMNL4mH311EpdV0eOFjn+Md26Z2KMlDeb6CdvB09F4xnqEA/sK7IpTRh+ogMXx5dISpfRQokfHdH3vkuqqBStBR6bdsBL56jPJKhShMXKwKYEWM9c/mEUgOCBfQU0Mob267ihkn5uAyh3sGicgQLmnWuJS4wIXFzg4Z5XRWHpXZVBpXJ4BDHlO1H17c8QJ5GTwlcotV5dqVUwj/elZPNRtWT6qMxVojVqlRAJZJSbFQ+I4J3RBsyAf7OOiiI2TorOJs11gEr1+i3/05FcMVA4QbG91As1I5+XoXfCwzj9jXbYfCDmX/5fpJlO3ajeht8JFP4YmX12c7jutDVngzQnkrGGVAdXJSs39ES6fTM/C2NNbcw4RgUc7gEISxoczL2ntxHK5BD7oCK+gVKxTr3zNY6L6DFWnutRyTITscGmDACZblKJcPzPOA1xQ78TQ1G2qNtbMTrc2lShGs26uPYCpggKhUIVSldeeCBNsq92VCBMDS0QpbBb2bifes1Nyz/0d78S0CMMHTnQI42CnmMWEyvHg+F/oCelNgQWNw0bX2ilV+Lfj31Keajm20HLPTfj6pLlAWCvyVUeC2mn3b9zPZmUe71tcZJwMURrFAGaMFF1Hefp7XMcVMJCZxji++P7oOzIsBy3gQsYcf+7e4NcBwTN+z/xu/35o/KBPKcfqo6Kfsq5yiuNqOPjm+iYfvTxzg6jGmNwQpz6UvHl7ffpG/cIyLftn+0HsVgvbTjmelvy7jRYI8X76J3/mEC6bHIQ7hS4uw8NTdMbSJbTGYlMe4D20SSsaZQ5rw4q4kFdd8mL7PYvEpmXUX0w3WrzLjnNePAjTL3e9jOtxDsetRDt7c9n0IHPU1w6YC3HW1ngi9BuVv8kDSYBrHjvM3xy0hz9N3PGZcjjwzuYEP0SrHOhAwrcvWw9k4eQyvQBsxKC9upUNic/6XfNEW9LLTs9Aw3D5r8ezKaupBY98TNEoIofz19pb2V9r3+XSXLwsFFgosFFgosFBgocDzpQBcgkre5h+QnyJslJeVX4DH1BWrAlCNOhSWpgNS5V7+pUJBfkzPfwq4VRbtB9eJKondk3HPfoi91r8YafTM+Xvc7vb1V2ATVBp/FaUbgtvq28giv19tLv6lWj36F67/hNAepTFWxav1NxD7YBHYuiAemOwrqcWwrla1fHNRIIIS0k2eOBZdyiLBFB2f8oHHvJK0jHeRZ/N9/Qy+X97m+IzAQvjbPMoCRPnbkInqOpiaIL8X1qLIfdOqVMMFvL2pYNz9GHnd/8DY4oeIfH4Df4tQmkWkLapW3Yju3XAVOvvHJIj4FghPATPLz8WPvjOc38vsxpAHR3z3jeGmw3BC2GGss+U0Lbco611wqUwTD4D1/g0WMOCGE+tgFzV07issCHlZFzZSacLYzXomDry2ftlKwsW1QYEYtAEPw0c9E8Y9j2fnjzP/QY5AgrlbLFRFwQHfrp1tjWKhQkmwr36JHPHHEOc9dhL8A3JD5NoYyNQYVlm2aXFq61eORw5RMmqxH5kb6X33DApHRUS4PgXejlOjrhq38qv2q8h334b+7wCe9h+m4Vq1FiVwSqctT0+zlvsVR0u/OxIPDomCBdK6nWC2haco2JCx7j6oLne/YDELlnfQpHUhTWBoPYmaHc9RFFFv/GoO4nVe7/rLfCvkAWEl/YR+HOUbivMKt7w13kG1pr7SHbugmbs1KtGhYEnO65DyXVO8OZxt0zpBKE/l8pVK1xZlKPXLHrvZsH2AdYY+uxvd8lqWxCht++ZUzn7N1kgNAYcddVY35j3W/g3bF6zXX6c9kzb79eoWOl0bz0EFlXgh5tlm5l9P3YdoaDa/VTbfkKdKC3vKv0b5VrWfhOfURqVbjK+OX+BFcuoVJvpPd5nW8fMxBkO7nuEaSuCoY7ZNPW3QjzH+XrD1Yo2h4r7/ECC2ZKiNzkN60frBS1jH6R0/E9O8cvqlZeH3qvqE/vxP1HeUpiukFNIXo8R+qNwJ1dDGQbkZ6fB2RjM+xnE9tVPvLRv7UmjM+KLHXfeZ3mMs17FNqTVvv/0A8IwpNE61NUklYSWPYP49UkEdd/HsT5QffWO1Z1tV9JmXtJ31BVu84spbfWfKZrKe2raLe2h1LyO8yOMIkptzOZuHKffkDdqFZwx0QDu8wbpooulZeLdliy23XghwpE3+wkNGyU/Q3NSSPpmqtDavuCh3a4bm18CUX3uVhSosEqH/aB+/+OK7pAoGE6mAzNPhmZU3qktmigFbIamrctJahgrGANJc/ghvtTKDVIb1ptqubQysgMAffliPQCBxLWe4dIi0Cw63XW1gnASzAVGryZgFLfyvVJebN9hHVWEhAxcNscVdsK5oIzdkOC0SprxOpuGlEA6vxwNwMiPZcB246rCE+HW1ecqmzZ9SBS9gWHXfa0kxoMXfTDB2CB30wT8yc2caEBzQAI80ZL5CEd6jBMYS+gVWY/ZYi3b4Dw+6JwZRcURJ1j2Eq6Uxkq44lIo14SLmHnRq4L+yjsAQrLYfVnv2Ba7sVFhlsgtG3AaQeY0oBz+35S9TOYgye7BkoykbzDKPTpSJBxOXDYNdg1//Glc0uhSOehECajNqZ+EAOUQMmN6Lj0fWZb/bUejCQ4a0uvyo+vTJb1AEyxC+BC2pOYDqvEoLTqGU47byCzSk9fFZAAgsTiGLs5jZybDAglUg9SMsZtn72L1WVixqCDjUqw4O1DYUymvj2BTiz6vdXWJptxeTmFh5qb98la6vsErttYCVG6JnugS9dmjdlRCFet/TKDKI2V6y7HSd8iVcl7/EgMGqXgbkXgaU/iTAMzgmHZIwSd9raC0vFgr8F6PAcdvJ9jll4ui7jdtjZIqPvp9qi2OQ6AyiPZVRPIFNv2X8nd487O54fDyGkmNN9sMxRtCPxqRFRRf3TgTyar9KOMZycb52FHLRj+b38mIIOXuc3Y79te+OTwY+3snH2D957zXP4C2MHWFM4zj28FxoPqBRLuX1bfQp4R2rFGbluAUWQRtXjTpFj148gmYf7+/QXQ64T3Dyrnwv1JqeM970PEH0zmQzBCMleac4OKSRq8BdFZkKYN85Fkm/GHwCI8MeHQyAgUPAzW9JuYKZY8/wJsZInpwgqewNgaKuAl3tKQ2GgzYR4zLRYlEi8ZKvA+chHfEebkusM9cpz1PeJ+oEFBiApINP0oGtDfR+44pT3GzJU8R38QeBIFn88GnIv0KgKFMgTH9D3R8w1c31vmdxFKt4XVxXx5Ybtpc8U/gFyAIb8OVWHs00xNDT9+Ubt8NTeTtdI89Bd97NrwNOKneFVMfCOpW/8H7kOS2e7Wey7QSTZDLDEeWRBC2vlutCgYUCCwUWCiwUWCjwV0ABBZ41VlIqgOs1spSBz3TKwT88DQJW5uUtPEC6PZVHKHxf8m8KW+OURwi+Q4WO/BtnKGdVFslNw/9wVYgaZwiov4ig4hWEteAQshYMGBQgY9HWoTTeV6+DxNcJjyKu/vtq0/8jAu1/ZQH5vyK/+Gfi/T34vw0MlHYoWvpW9734qQv30hhiIJuqVm6bsQbeXK5A5gZWKfh+6cBz8v7mQ2x9lk+aH7xVGBRf5+8ffn+b/PHhkD/fmBMHKXdYhPtcpV2wklHiQctQPIV1Fvwy+4S6bWDX/7Laduy52P2wurz6OdOJPyDfImLnmXWq5RmuNv4UP+acTH6b+QhFkd/4YDnNeVfuLb88siRTSUfI+CBMefYyd+E95ao81/novlWZrQKF/S0xKqrrbyFr/FcMfv435I7U1U6+nfzJn2N55lZmARd3s8radHWbp/MSw4IpCD/kfGj9mOadmX8pIo7mW1qlUZbfLDMVvBrRQHf3nOx/iyLz36v+6n9y/Yj3GjkJIfeWbWhXHcD2Kvlxt6sMOg47jjseztOsIR5hXBO4iZq6A0sU+SeLSCoWi4SngM07eI7/O+T5WAvvnJNgWUn52dM419jpGiBqBJdozAK0nK0f54+H0lcMhYwoNtIIukLHxsWxKP+e7H/C1oL/Rn0Bz4657BZlDt4z2/BKSuior2kBnzhGCUmA+DbOayFp1H0Su3YFA9uAdTH2H445M/NGFiyERwa8LGyqd6DRK9F/72PxrnM4yy7lHlEEQafTNDqmz1SvToQH98QRrGyS0oe5Yo0BU40BU7f7AXUKzwAozDotgTeMEtYfwoVcQSE2xTjN7X28ue3YF1gWcZqoh5PxqJMA09AJKtSMKS4oaDdvowymjnWf4Kbbebz1xzaai4lsvzpydd/5m/aeH+X+Y6FkKUZ5RGdg34I+4eo31adXPwS8Sjjk+bSdNWOSyrfspfI3qRXYDz9SxazYSrJuzK+RBN+znng1K/yYdeVI1IWaRTlrPHVoHd7X36w+w+Vv00FjwuXCLvMt/U7RmNcDXTOv1hnf+QNOkSDuvaV/jdL1yftV++mfq82Lb2HYZVhbJu2PfKoUh5z0k6RtfOsbeArJdmO+pEa2KH756DvTDwO+KNdsM37zSIWrejb6ats+iv7N+hvVY7yLXOE1tUfxrscG5Rexv3mkFjH5Ea731tdMx8x5J08kVg0eSlc9i5SesK/9U/LAAjSGBd5reEqto++PmOTVvzzMp/eGGOAGOO4jw9evYz2K8EAinH2KiuAVnfQGfmiDRX/ziDK8gC+6+oz+z4X39tc5DgraehcpR/rSH4oGrcir7QG5VYOyfv0Ua/ynq+riBRY2UTvax48fv8vXux0SB1iloGzt8cqUoyB3VHL3QvszwCEgrhDWrsBASSdj1msqfpTS8fPR5/OPZM4iy1OcvKNChwtf3Ug8JuOY/bs3cLipo3BsdEEgCXK343qHl3Gjnpgb/t13uIexqXSp8QgG9AoXG7pksGMh3zcfd8dlgkOcyL9vuA9kqAAxuOg6+BUagV3jZzR09uDADURUwOgMxcc0b0s3S8ZqlVUrsgotVbZ+DOP2KXl8jB943Pri796OVotkG3KG5BLH3dIpoU9fB3wjz3Y4siOuTIVJiD2JHzOo4I6wZhUb30YF4lBHDmHO8DEsj54ellbQhf2d61YhJ5bArJZwz2OHanqybKDel2MGrryaX6/Xn/nXo3tJHh2SA5dUB6MOBnN7AZ2/VF1udQXNqTsacJex1LVGlNTQFn2wOsRANAMvA2xn7x4NWu+88MLLNFndOVF2CYFLQJrF8vaWDB6FvvYonsCP1Um0v1gtynMTK4dfi+uWDk0L5YbJZKwoLPgEsGdM/xpCy4uFAn8NFDjV1uZ4Dd9L5zT/dOv9X67N3Na/jSvjDnA2b6UPndHhXnmdxTuAffhwFr/ol6QTY4mCgFBs2qd67zHAj/443zzk92z6kX/T8LS/Z1wOfkFm3JHIftnD7+I54OOrg+O2sj4X7wDI+DDHN1INeqD0jYVVTB5l+Oc0md+PUKabObzp7fxuhh/jT4wTTNi0goX9JdfuoSM9Ch28lQOdxQtw+Zx82XlqRdCjn4JjuU6fhzpKeqn4Nv/sR8Uk31XzunQKoZSJQixDBRb8JDZchzHV54LbBJ9IfndcZEIc1r5652Ay6ggZbSfahCVh2ClmuSswh5TL6ztfC37XI5iY9dK0FXAxqXJlc1j8IiiKCAWhh6Z+PdXlzUKBhQILBRYKLBRYKPD5UsBRu0YBu1/9IyfWQshUUgAq36McRZYjhZl7ZHkHwmZRC75o4E3mHIH8WWENIn6GNYgCfYWTcDfBEClk989n32pJ7NYn8kA9PGDtdlxY97Qo41YuWsfNacX+rTXWwz049+vX2a/0dWSLKDoefQ8Ls3/AG94/o7hjf+IWxfEaxdHaxe7KiJRTAVseK073PMZYBGVBYmCe5eLAJmQV4pP3uQhTupjf5bhOgawHWWeSVY0qwI809UjaQl/mXrEXrbwk8qymwgWxVpMoiCqVRNufVO3242qNLBkjL97hrlgvi87RKK+WuVIseAyeGNjBI0dqkU6mNd7GjWkjKosjSzhnoEb1ddY/amLw68w3VCxQ/7QwU/hfr76AJRjKFBdKtN9BWPgmdesr1VPqicqAnvnRHnevzkyUJCqfjD2ux7mLqSQdAon/pB8xODjJ79RWCy0sHwxi4Pdr3KFuL9/DcOQDnn9LrnCxikFVqj+QwfZaNpoZoTp/9v72Q0mxh+WSCh9oz1wjoke/IkTaqx6QtMBmgUiLhXbDFnJr2nqNl4EdCusO5XtYwyETrXVPG5lJ2AV+JPQ5/dg7qszNci/lqwxBXJgz7X6NzPV98sF+m/Rtaz2WBq2gIMrA7G8zXlQ9CDAvj8OH65mge+LIPjR/gWWdVD4O3TZ4XWhQArrIpsFg6wodxU4rR+b10t7oSbPrsO/9JhDPCuBtPtreLVeVVW5DiIv4BmtEXPVeoLhbE05FvvIO20wuwphSNk83H5bAdGTojKXey7O8sz7p2bPeYx3N/vRPd2vowRZO6qXQkdTMcVuV0EPdFGqWzAS/3B0rxksqaibK4melFgGg/Yy0foeOiL3QqaetC5M69FP2Ec6vxTEKv0D3OmE9f1vuxzpiBzYcUtlY1kWVwXHvd+UJ7AvsIqmV1qQoD3uV0/RZejG72wG0UWZGDB+tfIBvUCzX6vzYb/YKHcwaN8PuYZtjqnItw1rbxCge4i7TTfz9MubEIPlxvPpmzHN8G9o49TgWUxifMb3v2PuZfvmzp4wt9Md1bJ2pwlToUSKGDHwCzJhCplgUzBGGdtJrWNiim6BvUWexQrfmtlwqnpWFBXlHGAXumBOSKDnJ1K79zoMOFLDkYgECGXYf4FiMpEEi6W5RCvf0JXsV3BghtDxHPQc76ZM0NpUEnPkRnm3duv0pujvcSaurw3vB/RTAA/Zm6XS2KBQKutc0fM8qoivM33dsjk6nt3c/DyuBDN4Ax8v8fvb63rdWMIkWVq8wjLo/qFZfo4iwQtYNgcpQVsAQ4qgi3ZzU9YY5D28lhNA0pHqFz3tc7G6vYGhYPUCiVDcriu5DKFJwK4exfPLMgaN8ucc1KrThE3b0I9C2VyELc9zCrFSrHRa7dLgUegi23U8uDivHQc0b3s8vie8cb7/mCrc/05kxkHxG+bL3m4rSnhVzVrHYiFymmfxm3LulM0/59L2VN2mduDPIwQyGr3RdD1C/XGGyx91MWqU4qBAnRkgobusImk34hGyTd+G1QegRBNzp0Podbs137Bcg44Frb10A7BWCO1kg4EiXCdxJtMdwJ7+eeDmnnY0by/m61iX1G9XqhRfZy8BVlODFgLXqVOYTxloEHoE/y0dkZs1qlmCmEQyuddBBuPmkurrCLU/PSjEGQvePzno4y9eI2i0ZHMPdfJN0sOZzilwsRsBluqt3GaD24QrayYBYzzF/PunfjN3ydaHAX5oC1mvPeV2f4RAN+L51v/SR9nvE9TwHf5bUs9ye799ylJu+5/OEj88eZ/KfH2/4vTleZD/Anwqn4s7xwdWB0or7iCD9MvwYP8roBjRu+TTlfx5wyDsTtWRKZUy9z/48PCWIR3z3/ak88DqO2+rITXELjOka+MaETK7F8ZQxz3FPYY3PEXQ+vtyW/gT75J0rdUMAp+BPXJkU6f3CyX+MEQOtIvKQFoVTGF0njE64HPs8yzG7La9OXo8ncofPZTx0kqTiF6UvZ1r95gRagsgPyISPB4kfpz//PIbzJvgklL9MXmTwm5hYEJtxPPIjoHLOIpb6OX3y7v7H6fppnoBF23DxpFucuN+vq+7TIhi6DEmNQpv7J73EWCiwUGChwEKBhQILBf4TKOAo3iAv6pt/Qq/2VVgOPefJbiTPFbxF8CfyIocczDj+D3iHIiNeHvNiSIWIGrCEXeQbvhM2ScU13jP79woP6CLIcCuNDESFsAqCPhRtKtwGpRvWlz2yvkpjC/Yg3u1f5/7rcdbNNzD84h5lcYOCuGpRHGNN2K5xBbr5JvnmVJGkUrllH1gMRvZac8J/7ThTaI5cQj405BPkIPIhwmaah+W4lQJBqqNQY11gfhPWo8wxViobUZA0uN7c46Wu6X7FdONnyOZ+gUL4PeRg7hmM4lHlMacKpTaYfvh/4VCX5sfhk0VmveSMuylk4aNnb7g1tnMyz7zXC5FuorfKOa0zyJarFQYMF9SvzTvUHfevNjz1A3xyTsL8kgSUmcpQH+NE4P/045huBaER16A1SrLu95QDrnzZtq3Z40qWfV2dB/UoYNHWc097QKGQ9DLPI4QC8uBaqDHN2Qw/tKkDWtne7AtcFIK8EtqvWPixvvhaKIObDe5fVcggAI3SPWqWvvtLH+bE7Fs/N1grN+hCtHi/fPIehlnQDWVZuxJfsINmoYAVzSHiRBPeHTxcz8lJOguHo1XxR51dYbVeISPvcKtdr1jAgNFUw+IK9QIlWdMeokXc5/lTcMzyQTfC/uANbbxFP7SyzaOncPsAdQjOONMqUgzUKOSV3MRzPB78KLOZHTdmQqW7Xj1fQ7RAG37EtgR4Et3hsVZl/SoslUsdJvWyreIc/Nl6LSUP65pWnLHAKfotDPH279OGcMmNTsZUVuqHUCqWpVYmU2hVSuNc/R2rhR2YR8iKuAz5j34H6NayLsY0lJfI2lf0W/8/e+/aJslRpG1GZmRWtSQOAkkICSQkhmEOux/2b+3p8/uVf7jXXvsOMwwM6AwIaWAGkLqqMiP3vh8Lj4zMyuqu7hbn9KrIiPDwg7n5ydzMzXzJpq8b1vYb5FS9yoERelcyh7+OYyUZcPyau7ySWdBh33NDAebit9Tr5uoTyrZBEOwmmC9zOT77bF/2EqrmKl3fpxx4ad/bXZ992XzzD8zBmwLKjD1pQwi5l1hMvdByKvP5hdrAnFe8iBVg6QriHtThmIMFOipjIEIWtF1+nCNul1hH2KFV3Vsm5DJL5E3ZsJbyWdcUIslNJWkerbC37/OgR18tr5iqNoLsjiMwVgi31xx96hnbiw3lGpA9Jg3CeQe/wdMxLClfFXGBQPvm5mPif/J0AuAjOKdXJz3/BFtkLdj1sOWA+SvOV+04s3WxZhcVQjsbvKFqRxYdHuCqoVuC48uQx85OfyKcnQDv2NBmQNkhNFu784HQSyT5S4iMVsmNKC2zeqfyqDwPG8sxHGTm5E6TMJymsIcbdqr1vyBPOrm7DCU+JSg5SJqHJGDDLU0jm65+luUJ3YnGKuNYIlkGKtshyeOie4D5iS110c5ETo7iCHgn4qT1rAMQhAnoArLPhh8DwLBdMWisOAN5teDAbHYpLNmZeYOgMqYFUlS7+zh4HKR7/NISPfY/fidcyjwO+DCH3VAwsBiQaF+ws6ffctbM7n0aliYn2P2RluYkSFx7h4z+W05kWAvUYf6E2/IRlsnpIZPCKkJgFgkSIiHuzFMctnZ7VIaR4BPe7JK5lec9PcgkxAH4HDBrrrD0AVrXN5zP4dm5F0iu046pj8Aj3kd3BFG+OxmJA8/12DGAqMG0uvw7CgKO7Dt+TsSqez605J75nn7U8EJqMQfP5LPFQoBnAqOrj+fPgQMms/3DtiMwGdWeOftzAmcM/JliIB3uCWGr/mEfSaedYo/99WBueJr0pwQf+3D3/Fj57r8fw9EGq2P/x2Y5Bnh0vOlrDWj7RBn/JuGvQuAEnOPToG1cf/bxb1/+PQgZ15hlihgWD7XoKM1fAJJIjhO4qSSjn7djeGefbj2ein8r0OQhs2JwnFbw6+7QzJnOm+LNfAumfapPiKNpDjCFWhik3NAtYfyp9SvD70D42/KtvGJSkHotemQPCQmOTgrTsF6nvrdwdW911O77r87flptjCxCA7zTvxWJOXHgGctIeF17mUvCU9925UreuFGyX+WdeV9MF2smNUJZbuiLfSepOZwZekzt4mXz3beX091tlViBPwtJO0XDW5HPO+rU96CqdKbXz/FxoOf+eMXDGwBkDZwycMfAXggFn+WWEn/+EfFU+FQJPaI9QTqGvZB5Li1CgtqaA3mnalxMNYHknOttUyyVaUhs9pmDQVaEbao2f/PjmPXGTp/nqoyeUJ4wO/6IhVgABB3nxLRqhcBBWwK8Wc3gumoWUjpQPiAZcmUR9g3J+F/7H9yC530Yg8hasjzeiSbyFMT4gXNr2Cotf40KreMFZmmh/DvDxdvDRXBUQGRzty1igVEkDDx71RtaA7vF09cQzHk0YWH4JwSO0ZCtzYlnov25X/Ncqv0WPOcusOWwTCBzZdLj1LEbMEQ8IjHbwhobuXZDyDjxleHxoEMqAX9Eei5QOcqmzalOmGWcWOnHses91ly44993nfR2Vh7/6Gce7V8UtPplCBx0bDzqt2L1FP0IDnTaz3tJuOGJtmPiTrpr2+uPVRsiS2O3KugF4Yr0wnqfgSYZf+M8t+p8chMfLjRbBgEJetOm0dNkNKHcNH1SddPBH15paRXPSNQyCWNdd6QFWSo+OnPWRksoN9otlE6MWdO7KPz7EyVfXntl87DrUdalad2jya6MXnqybPAbPF+f4Q5WQVvT1LUcy6paey8nXmJBNamN+aQfHeSfKF/pjk+oRcKxpB4xIwIfyGWcEb/v3GRM+jWnoTl4nmqCer6458eJ31vgh1tKw0zjuBu1U/Rna/C175BuIH9xicaPgirPX11hEuEAovMAqwo6NFQpc7Y/NTLrYybGaQZMt4Nnw1WDMph7GfZXGVihqLTkXfMuGj2sUrW4QqA0I7BYoCxYGWIcSNu2F7G9ZAbOQccJ3X+e2EVoF6W0xAz1coBm9+G53iYndxQ3repQVNa1bbYa8wUlg4O6j5WhlMcf5s++3HOEdJ0wnhxBoNWyDpjFnIvdq0jOvbDmCwTkrsptUWskWqp/wmzokjVniJTcbPQKkz/sQrca2ZG7YKMYhAC2LBBy5sPg2eP4KOKdPY67c1iFmmqvxyDKbpiW/7ZIb/bPqyhZO30c4Wm0Ic9+7j7vNQzaPswGrX6K9GmVIAEoZ6cvO5+JzzOUgJ16SPrHMPbg3ZPPMd3wdGzJC+UG8sTHMsYGmo+WQjuO0Lq6lATCbvESLNykhw+G+L1WlTgIzVzJJgVjAq8kRtxvkeSh4bjHpvqTfLD2XHF5V+qy0huAIYOpjnzoes3RPPM6Dzj7v603FA8Zh+DLKupYrjiagXAs2LSwZTzrgEgdyz/yP8sg8y8afCb+KUMokAda4SzYkPJUG8AzOg8dUZhq9tt0dfAEebcPt4h36EYeAI5hcM1BLRHlQtFOjHSQVk4YRLI5IbKUQQ16+ZzrifsoZ13+QBMI8p8CBdcWgd8Fujw27Hq44C+R5BbRqAsvYS56m1dK/ne7jOzlxJULIyT0dDh4lxNJM8o/IF6RjinrpAe3AtkjeCMRtNHSYAsHOcDvvR/sYwQILOzeZxnYoE6JzLTlAeglB8pCdnRvMlyjw6zhE+jnORLbRaq5ZwiQdOElYE5VWEUsF0L78hvUCt/5ZZuq4v/ld9/ubdyiKO0nUvF4j0LNspiUjVtxMKfN07CqfY9/T76RpOUlTJxzmogDYXU0rDjxfD1+BEECwiLkSzwZO+QwlMRFn3IIoZQNfhTva1oi7nI9g+8jumN90n19/Sl+nhteaDCI2mxi2MkrBvVGCc9MOUSlEe/dMAmBAVetYhvyWgWhLG9pdvNRdPg+Bec1mBgelaGuB6YQF38JH9sKVh/EeP714WBB45w4wdqYNbNBQ22oVk+VMREFPCklA7kloX56nfdq3IwEwfeojyLReOJB8/fXu2n0SwJNzBlfsLrR/ADChU5Snzfsc74yBP18M2DPv607Nf/P49hSc/Wty8++T5xf2sO/XbVw1P/vs+J7xWj/Gy/jp79XcPeGrgYlIlX6Lfdd9StUBb3Jq/no1PPrN50KZc8X9Uk+Ux/403HjPM2O4m4iy2Qi8ODfkAh8ujqSGnGEz5qa8vAV/LasGd3u/z90SPd5lKA5BLVGt0HN+OY/Tpviv+WWe5rytPSafLL4NT2riIZodjvE+u7j3WTqqtSXDtvSptRE1xheCuubPBeccugpF4Dtcq6P63OqD1gszasf2rx2LVbV/s2OauTYar+lfzv9ihdwOMzx+HXOmTCkWP26CdJMetHCdb8wihTk4Z9mMbaXK1so4ZjHmIx6OsiR+w1W7txANf+19BGe8tfJLy4nJmD50MQh9sPPcNoW/9JljxtWUSltgTB7nhzMGzhg4Y+CMgTMGzhj4c8aA8/0S62bRhl1+Cz6dNBh0H7SAPKLijxUzNNQDNKkWyab1RRGDFBG6deR9FI0m/SRlBH8EIV0RjdAhhJf9alp17qJ8CDGkT10VSzqEDxPpUnwN4ZlChfFSgovwmUweGEKaGWh0BY/wKWCBxoLuGhAybDwveI3lOhnFaMctlpz1ypmZfY8Z6dU/wOz9B+5/x4WpX7U9EQ4vMfu7xKR0jwBlC1N7Ix9FwQ38vZ0b96Dh6gxTaDxhkKgGo8WL8bkKlDJYFi7/Dt0M+MMPf1Vv4iTtK4iy3hDMsD5y3Rj88CTjPQIZLdB0CCoQBG8376Gx9xH8zE/4hkbd8E63vfk5YTGtCr61WJSLdAbo7B4+XYQbWdvYflyHWj3Q8rbZVEtbm1bOVXljvYztOkAZzzUbacv8D78XoZUbJ7qdQgE2Dqy/x3GU3+s2F9/qrjE1e4Hm+W6LsNLkxrMwK33LX2Wuj3wPMFkkkMcfpx00+t/cm2tYoHUDhVdBbBnq3GQ2xCKA31of1+92w+c/65ZoaQ8877ZgGJz0CGI2CI2NqdZcNvmSVlIkoX3aYx7Uf/rvmF/BYs4irnBS45H8QteCpqCiE1qtaGHvHnwbGdN3uwcIOHecxey6baeGq8Jr+rxHCSFx5Nm+KXYLv6fKX3k/+2/GK9qPa+nBdglfegEPfoWp3MVDtGAfvgffFQE6uLqBX38NbM+x3GREIazhbSOA688d7k74KaNFlOWw9ZnxaYuiljz63a4sJqyXb6AV+gops8lli0wEgTShMmYPjNsxrWu9jLi6A4R7eRec1ZaszyhvgZst2tDDDcLQq19isPRDZBUYgqb91IYbcRdpQyHCOYWiHLri3xz63fVmA7b64TRgPbPfICPpvsK4ztm8z3+z26xfQ2ivlqft1mOeau5TWBk+jDIBshuaydC7spn8yU/UcxV/hzyFX0EwvPdF92PqhHyUD9FGl7TVYChzp2OSbb+c0fb8j+bLPQOLxTJmXXkm00w/lNW4UVzjydHLYx8XjEur1T8S4yvAoPVaBIm2ucAgzJVa1T3pVlGSlumV46td01Tl53N5VJZauR0Kl9v+Q8qJ3I+5dolJaM0Qu5l+S7hSVKzyCee+pCRTiR/81lxhqCrjFGoMbMlUcJOCyfis5VRom+vn3oTdgnwBi7zKwFYcqdmpDYxs0rnA9rV3tqWCpDBl6Zk/oHs0ar0Y4Ikg2L7Z/Jo0HXu+RFlIa0tegxvNnFNIIj+tRAVzpTt/HgFvwfZA5CnJUIfWQ+I6dgGr/CKPxNg99zXmGGi3LbKuLbIgjizVxHxJVIkjrmlH9WcKlg3/jIHgyLZMPX2hAmAhD7zcbfQCkUEdNeoONewOMxIOMtpAX1IIu3YxOBviZwga4wdoExZ4ihFHozbtg6t9NxiuDVpW4EAj79QyRDVcAexNNGLt5KO7oxL8eucA2+Im3xauMk8cBnxN511vGdQ44/QSEzPD1o7kbiWJhrHhSejigq8pzSd4EA+jC8rGkltuu+Ny5UHSEK0M/Ftsfw+cATAwMUfLx0Yt/FPmY1oz3FaD1n9E7OwuUzD+CH937Ghxh5MprtgBt+Z8Wc/s2Ep4NwBP3lu6Jz8eeZqSeBvz9UmmLHd3Ptj91+zYXILjzY3dURPO7pCQiWubMWTr8EdQjWVu7TeJ5of2s/45u5RQl0f79gE7MBYQGJprzNBKhKkEU12MnY3cKr05/vB8AmcHNpHWlV1orTbf7B5cfI12/J8sQv6TQZvyOQBTfl0Nlnnc/4woc2CzyTnoSpQM7kKDybtmQeMZG7VQmsGb9jl736f4RE/7fmRaXjqggTDxrnmXfvlN2s4lrea3aJOzM41ys4kw3TzBzz9nDPzVYWAaPe5RsrHfOP9No07rT6bTvrf+ZZJPkr7hn8zt+/VxPvW+/97G3eP0j+Mdf2/v9w1X4afQwZX4cDEhYeol/hreeMQ5Lu7xNw46jufT3JhgT/TTyl530ncycCef4znMtiJlGY/1ZuY8dAXPoQB4rNc5/fPY+p0wcZj89Fa4CAHv4g/8eCays2dWO8Efgdtcfyu/EaYpvUc8ZH60sNJ9MAXcNT4Kf90Ql0X6lP4Idysr/q0q2kLI99nsK5CVeWBu5dbPq71XkNO/VSNZfEMnRttXjV8XNHfOg5Xu41MHBusft3OXc3bLo/UrA4lNc24MiBvpkJPwjpmkvfBc5a9ot39buduX0xDu26jhceyA3kEvLaAJhkY34XM6NuFH+jVxzz9nDJwxcMbAGQNnDJwx8GePgdBOK4RX8KZCEsOvkj5ewUtYQvPIv9HcLuz6rMGLBpBxKLNXutHz96CNoFm28F8ilGHBvuMqKy1wLUY6xbW88WVh5piN0EIKcoqua+EanSHHY+/K119TqXujSYTDD41+aSmM3iPtUnH28U3ElIrBCo9KPhWCPC2xdFpjgdezQzg8oFQwIPjdrd5E5vddzP2+jUDY602+IXhSe0wBcYegb/g6aSBM8Ng3GPqmV+IcaXnp28oTogl8lYAlwh15INDEhvHb35ar8lr/YufY1REj1DV0ZoS2rE2yGRMTxLvtR7Tb9ziuTdOqCNIwT+ylkG0BHXsJOpe2ZdsxCXvWs4Iw6yR5uZCY1l3Hebd60L9dPE7P5ZdmnCZIWyLtnBsMr7XHJPklGwhWbCjo2VzgOcJqpHvOafUV61+Bi5w94ZFP6prIdG0rLX/z/MO5Rv/flUMruXdd+qnIzDrFuijN4EX3Md/eA2415X4fnFNAhglNpsqNbqKWqksqKOlNP63/Th7tYR/OJ8ePZD/iaUi/tR+rBPQV8vkn7pj3HTd6iGsF0QsvgJfvuU+x5fGHu9utg7PUJ/XqOeQIEBWgbxa/7K6HDxGkw1uGh77wXFaEtMNqTYvVvD1hXSs/oi08rv5KzkCJ7T/c0r6UCgOXY1zXvcmGFvm+C3jcmvRGGEioDevxHeEWmqh+RP73xVyDM7hIBeRHIIBL/jxHEmpaXAUgNIJXlwjX0PZ2k7TiN3YeEdYy2C/GuMl8HP/z/Pgfy2LsAsG4+LgWH9DeX6INjGbnNWeObwZkVTEbTB81jshj/GhHRLXyPC7HKVzW96TR2j1tYMtRjtsO+RBmwW29a+fhwKLAVLwrUCRvkYYbb3argl/Psd9UCD1Gp79xeW2X/SYuHuCUPrJGSHpxgfB7Qz9BmOh5t5Vn9bLKUxha5MN7jVcjfvhkMJXRfKJF8eJGkU8pj+e4K0ZlM4zC0mi8K7sxXKVirGOX/IFXkA9dA6iVrsaG6Y327tjQ04bXyL/WajzvfoP42U0hjAXiNuP1PNUxzdA2+luuwoPtVFh2lOMaTeANMsQVMpM1siD79CL9hfKq/BhoiWtytwE3Ydz4oRWjPG/9WvetTJGlhk5gXFDhkc0bD7Bucg0JtkGjXtPOjhdJu1WYOxbiLAtf8plMR77NFy4AHnOrLMkwxCMIXaluvsV8xJbDsNFcXAPJhUJRiKQiwuYxfR4RdHBvFXQKa0fhRQCT/w7JOJuSko82tJcQb8vLl7obTeBi/mCphsNRcq3RmfXtAecYznp3YJjvDPE5k5XnAe9+ieo/u36c4CEqV+w8FDNm7J9lTZ6V1ON/baApH3FbhQdPDQfCLUubP3Y8SJCuEBiuHrzO7oXf0y3p5ODFQ6Ddqbl343NrPHxw6vZ373w2f/7Nm3uZt+CMiM37mHZgJwKDmB19Sd1unMTm0U1ogt8Pxx9tsMLRrvn3+TNBcGnU/Fje0qBhgOlf5kMRXGq4bm/U+HaiqThpbxUxuRu3XvfpZ+AOjtnRwoDheQk3n38E6BI07HCj89euNuKMCTuYVXGEvdJKOsl2n3ZBcb/fBpfDQDTb3cnmwiIa3i+nHd+wscJBzQHW+mx1ao7HV3aFGIZvZZXccyAwtWO9rV24uIiZ1blFiXs6+KfYI47ae+60H1tpQclzdqaxgw/fKwl8THlrivvZcj7I8fxyxsCfGQaepHWPnTHj83E83+ffWzGPwzX/L+Y+jYG3kqt89xqdtwKMHveF777hKtnakQhGQszBsBpGZlU4XeKpXSOcGWX2+GsLRceip3WZk4xegzhZOq7KJGhMiDb2JdBRNgVLDZsN1jHIbH6usfMo6sFri9vuVZ7QZRlpXe65IHVOZwHIeCtjrzRCiTMWf7xNKU/4OYBl+nzroWgq6QXmqCxsZbZp/rjNNeN9yqhlLNy6PY3kl3ZNACbMGPbO/pFABz8us2oWYoYlesw9D9AL7ADutNYSXLQoDZZ217/gHKFtAfd3F9tj/WdejeCbBSemeLJhKxS5xLltYe5OpDh6icuG/3mMRz+fSI8IRZ9AD3iWDGyHgbN+3TnPnvSUv9rC3SmH5rn78/nLGQNnDJwxcMbAGQNnDPy5YaCXjvFCs4X19mLjuXAfMOV/mPsCDT+fl94xF9gNXr9A8AY/C9O8O5iOHre1hHdQJlehYUbegvSJ/KfeNT4ESw9XeK7VK10t6ykM9TxAn/Ae0s07L0UTcVcQAQ2VS2qtPXuXpJy9qwggPTf5te/QmQnL1wg2xjhSXYYPr0z+HPSZNKrawkaIUBt+S4Ql4VfCpPcsUs5OzvnCnDncLxHy9f+Agglaw+tvI+dDWxihynL9EkwWjyVDw7hX864JhtX4g18IknqZxxFKCgkuZBoIeAInPXiaursjkYn/Zj5PFPOOBP9Y3hY0LQeo2aSoFTu0sjQHvaN9btUGhgd5fUMb5fjBNcounuvpeYlpf2HOu74poU5B3crf7q0svnsd14Xv+8t2RqPBy7Zom5XXWG1Xen+L9tsOM+ur/k3Obvw+beVNNgx8nbYDb5R0svqij6gdZ9y2XPD80T+GC/xPmFHDjAL18ICJv3AM0MrkDSZ9r95ljPiEPoVASW1Kv9HGY+rWxkp/9/bMjkTCP5cPnbX1c9HM7zBvvL54s7t47u/AP30PQddKWBGU9OA5LSjrXEE5hWf7Yivlqe9PCXkKTbr0v6yxELaqELdAALy7/gUjFFru4EqFnIxJaLDX+rjyE1Sb2tw9rv4yDhoBWYhRa/OOG7zpBYxxg+eJrrCaiQnzFbKRob9CUMZKEGQNtEePegRldzjxdOfHgzin4SR+0AzvYelaG+usbODYctb0gIAtGdMh+jV5AMcAAopfLB4aIpQX4NqYlgTL61G/yRYs6+y3Ng41V3cICi9pN0vakNqwqtENG/umAc2r5hbj3cc1OPfre/Flfibnulsz9+/TX37NJhZqvSdP5hfNQ2fzle3asMTyUpbV3nni2fTqm3eFwzazdhn8Tsf8tlnJh8By6gVHICBbWGIhl04z4pcOE37ZlM2UVFDm21gPrR9FOA1I1X6Z35SzbTlD9/pjyvl7BLFrLuZCLYkwAi6db02G61Rr0v9UGQzbvrU7XpMT7zl/ufFZOGry8oVvsbFBXpf8LcyQI6NzrC4MijPbl26f4+16I84SrXXqbfs5gvsBuQlVJE3BzjnSVjmQ0pO/f61+JsCmhzGPlvnk/6iHxiuzHYK37VdpLy8yn6DgCuwbN/C5ISftyzZrHnUfq6n8aHf2JVPpv/zCcz+QQIvt6AkVjwLiCb450HFphmOFQXKZjjt3BHQfcGdydrcDWrnuAkzWwjtC6sRYO6IahqowyX1s9IeQ+F0HO9PkcsG+I70dA6m7rDRpsGHXy7J7nZ0PmJzdOGEhDAV1mbxpVZXb2LyczNMsW9qVw6nf1gFahzeMk160nU1Vm/eYe9isLRmdGwGpT1txz73itWbdynwqJ/wOyn8aNtMT31Uiy85Av/x6119+hXKrkf1fEEXujCul8cpxzHeWfhtw95CYn0JG7oZLWGvKwZIDtzmfVtOJpeWMMBFBqalK/DsolPB1zId3vuyTzlP71ryPvzf/dt+HT51DWCsIVujdDZi6UMOVUTMC0mjzGM+OpKMGxkG9ylG+/qY+JCwomTjqUyY0isMoX3QXl1+lXFr2ZwB1ZZG0HDAbvHXft4fmT5AncvvyyZR3ErKc2TjB7p2O9rzdQgCzY0lz0O521BWerX/bfxsM8OdZZ12kqy0hoElzw9kZAzvQhu5b2dmiNpb5OJhZ3yCRy/R0T16WPR4qhUrGlj8ml7bkmcBfYjecu4QQRmDGu4eAVEARJyyztlme598zBv6SMfAk2B8XYQAAQABJREFUfWkcC9IHjuP5Pv/ecHIcrvl/Mfc9gXScXuV79/cW/r7w3Tcc6TKeOas6XkWTVY0Fx07eRvKiZW7gPIdYm+Gv5TaOULPwj3l0PslYZkzHK+ci7tAgmXcYw0JrZVw1l3adTveucXMfukG693n0k+HFTzm1PYsh0oh9x/mGlf1DC5+Pe2/KMra59uH4Lj7ITSZe7Wp1UavwlyvzsClzyZw5yGR8mdKXdjhO3Pe557z9z/2Pw/lOfsQNUzLzi3ExTyRTKTgpvFR7aWm1srY7Qcf8Wwh9DtzYV8sEGZvxMBWnueeiQUhnjHi7n5xIcfQSDye+HmR7+2UWY972SEwht2WX+bDlnC/Np4UuEvZ5UW8nStzHBDgR5+x1xsAZA2cMnDFwxsAZA38aDJTJZqd3eF9s+uqy4RoNyt278BN+giDtxzCkuTb/zvUj9sL9K4x5nq9/hnDtHYQ977M2f4/rA54/QL7wc5i9CpB/2S03v4Jd4PUJaXnHShnnue4wfRnBncx2ir1zo50k0HgJTegJPobWG+9SGLkgxhoXIlQl70W/7XFYmrzSivCBoD3DdZoIx6KBalNoS7Xi7sYwRYdBGyqAY80gX1deSQ/DegkNH8a3wiQZ9DFrqcYvygYIDhYomHTyLjAX3S3e4vo+8b+PoPc7sFFe5x1N4WywfxHYYN5ielVGv9yzWmcUz26kTPne/uRp7dcVobmDNICrInGXlwXMXpMnj6dcwrQPLYH2/md8z1rCtiCGFBzIx3M9JfYQ3mjWU4EaCg072uF2+w5C4Z+hYfde2uGixywpVgEHzoSsltQwbQ17kZooHO/1TB2QvlaBIkHMgmCPs2l9JtoT029c/Kvhu8Hkpkfb7NBmXKCttfTMTzYF9JjfXdIuFrtXqTrbj5sMyItMhUpXPFaSiof1P66BknzBXj2jwj/N7wT/E0YObqyPUcPavSQK2Xv4i32Poheajdeb/wDfPyMMx8xZL/YnzfuSVyl9gXNexFj9pFfzsZXNghr6Dme9JKJ1J44R1yngAWHyR7cdwhH73PA68gfwTlJaPFSwZ60oAqEnE4bLopBNDQOBaMz0EfnfAdad3paFvNOOhJwNAostPHk2Gg8IAFcIlRYdps1v2LyANqb83F5hGeUR3qrrETbairAq5Hq0E/7xSv8xX8tM33GDApqYA3qEnW1Ts8D92wiCv4nlUvwZA9fISDKuJI3W11qO5n0//JxuZ8QVfoWc8ATCI4EfvVtpqZRzkhdo9W+vEBje0KY4IxjLsZrADSaMxl9ZLuNlaifC9Hh3GMr4zjzgA4HkgGym0xrmjvNyI9CTQ4JMg/FF58aHar+PL/u+3Ic5WnkK6pb2GVshc+O2ex8BvHx8tJ53KNCFJzL2ecICVP6t9ym1sdztvdpvwMxP89/77J8UhuYs3h6eDO1MSwXrG/oNguiYK9eiq3wzEk06aT+V4pTuifZX7Ys50+pFGFfHVP6W9vQLtGdR/mSuXIJfhH/UM3kFF7wqgK/Bbg/kHU9T/nd8L287ta3E+lvD4aBeGRM0h729Ec/IhmISeaxHwh6nO+fLFG4Ngba2QmTOQN9ufkG/oXci59oiZF5qAYQQtiYV8Y7rg0+jG3Mas26+j74bmL4Si6/IazIGMPZBc2w9/1z6hM1PPSV1fqsWxjgnrA5+uPRlgEofcqz+8guXP+gQYnl2hZHuBjjxn+gnzcZyOqDbaawKmbHsOBzQir2++bfuhnm8zhWgG2CuWO1GG4GIl0GYqcCBMoOWBXDwanceAvCIzEBnJXqNjTbPpgWBRMdacB5DF2GoB4C/3l3GdjcDMIyvwQ4eRKGCb2OgwYOjpCDoj3Kt0bcwvguaJkjUptghXNtBDPfX7zPA0+jZQciwBloUtFUj5ZaytTRu3TNLHQMyL/s8RqUZbBBE0aC43dLJLxbfpN2DW01yY4NfzR/xrImSlCO4E2d2zpafIXyud1NPDsJO+rYew6v5vLFuWVDc8Nz3mj+xM/Ad7dl0SAuaSZ4bjZNpmUvnM9/SRvTjSv7jc8IdPzeYTLN2NSjSjikfzna5XnG2Ddnudp/yA2EYOM2r0iktZp+PHJ0LQAjmBa6ANzhit9Zn2/c430Oh6Tdoswwo9h/hjskIJzNdg8t0dO39Ce/pOyMsGYCFwk0O5sMGCs686FmALLYwrDe/YRMKRDBtL+1XfJjdzFlP6Q0k6afseOVhwc4vzyVwIbgk3T7Ek5Ot+YAf68R6iwsmxudnvAlHLsce2hID8oKB+nLJAomDzrNwpI3a56vfCqz//MXzGfM/Rz9j4E+KAfvUfa8GqJ3h2LW+qX86y3g/Dvdk71mktPl4dmdQJxtGEsfJ9EPGCd7bld13+ju0OobfeREgROYdd9PUOfbMr5TRZJMBAfzu/KEgk3vQ4TefK0xhLbMW/qbLGGK4hM0PL74XBeFc8aQui3jTjiaBI62MCq/aatUIXGZWvjl3ku+p61TeGf9ncJKqo/mj3JL6yXxASEsT0m9MogR97kOXCSiOFAx7GaCuhon23u4Zq4O807k7pmdV7Y0zbqT/POfGzW/iI3N02s7Ybo6TaThp/rw3WIIz3sq1u29jwVrcwNe+t3vVu2RebYxiERSC2Xbj3Kng18t30zMeeaf9jl41YeEtTq1jw9RVG694tu0LM3cF3i6yo/XLIpYVw/jdOAUPDwdO9kS6lWk4BdukxmRbl8v3IPog6h0v5jU60xReaJvQuGpTUPZtzqiSSSvoIshQ1R4a7o/vLcnz/YyBMwbOGDhj4IyBMwb+/DGQ+d/5XRqJuV5akMM8eebS+okaWAiGV2r4YqpyweVafIEZxSXHTnUcibXbomkJU7eDHzJs30VgjKB4+6NRaIywePvvCOB4H3x+l/Q+JOwHpA3TlOtiiRICfLEV6fami5KEVvmK+SwNhkYkdFDtDVQIAmUCzG7JD9UV+EfiSAJJk45utITWbEKWOqas0VjwQyRuQteVXy0NpOKKIs8naR8fxI0u6UmAFU0WGn5c/5iKCgfRbpSu5QirAU3fDoGfJqS9Fgj9eoTCPdrBq/Xb3P+es0r/GYb7P6KI8jb7AREYw8T1XMElmqELrLtFuYB8c1ZmhFrQowhCCi5uRfz5wCU2pBgF0bWGfnXdpkel84lh8bhLCf7luCpT0dxAHdClT3W2aP9cWSA4ow0vOEqss612Pwcv/8HmhR92v+cM4auHv+iev4S3hKlX1LioAwUxtJutm1PdnClySJVLpaGsGMN7dX1pbtZ6tZ9af9mPqAObiPdchqi2aNswnmuBaJYj+F+gdbfi3O2L1Vvd5ZqNAvBlt7SbKxuoawQ5quS9haeo8D/VbSoFVoExtseUmw9ZaxzdifIHcba12khRySvokftaHFjxZ72oFfx7eN6fdour97vN5//WrZ5jky19nIECQRAmaO3DBJfvN4RX7rvtuYo4FpSbOd521X79JmLMs8VU3qDFTQTvSyxCPvg72If/W7e7/A44RQZAfm5AuYRvGi1X6qwsH1JXVmSq19T29fnM+M363TI4jpABY9XCumUQkjuwwFrobqdp80+5GF85P3WrBnWPP7gRK33GPJo1xbS0caK7NZDy4bd4Hublpcbf1I4Tz9QKV7mbHvB4JuwCremLJedXDy8TQlPFrAnV0E27ZgzK4CGeGn4q/6fCD+UJrJ6RjHDcdadVvVDxB3nJg5uPuuvPf9Fd0U9lhW/lCzv2gjO1uePa3ZdE1n/ETQKc+KmiC3iu6sfWgvIYN2OQD+P11eVrKO19hfqgH6K8uEKGoZn3RJNXTX7VRsCF+Di67BGBMvlZMPMrOIt3RS3SLnZoffeMV5dX/8kpTFgtXaIZ3COXWiOLcty3bYOAyMZmxRlnrfjU3HZY8+Ylik9dVe/On/YV5i3q/uaC8ejLb5KX0iktfHyctJ1HU1X4WoASPiaFfE/7gzGRnmsRLar9GLgDY9qvGu9YanDDA/PUFtVZTr2mTYNvJ2JkF26yKh5ZkMRIrra6bUIs7q9qzY/5tb/BPHEOVNDs2L7CGseD/lscoflK93DLeL5ELoSip2MPHS7hHcn2ruXZfKkryuVGl6VHaC5/233uMQRsLFowfq+XzPWUSiy1TXYFt+WZu/YujOZ7zyuw2betM+YIN0W4SYGNZZccT/H8jrbao02OHAf1frKGbjDtxGvzV+VtnWH19c0fcBo2iHCHTiGrAs+BfZbnaiTFMCTlsdwloWbnIbuzhiv2daCCvtRMCpqbCw9wFi9UzDgSjwBYEFwKVI8HdTV61c2Maoh0ECNSolWjBw7GkMUKxF28hjWOB93V559QeZi+gwlmxe2zIGBi5/aEP1aqZR4rgMrYujuNRuO5wA8u0EamwkowyuBDR9fMbyKdymkP1OzriNCZz6nHYGMcfFbsXFxz8PnFxYvd7zl8XbMDDqgLhMK0XdyI54OETOHIXzwZgXs6WQgdOgY43GDO4pqJ7BKCVtv2CxsmjNAduyWqDTS4W5qz9A/K2cIdAHPni6ErJQcszTWzswlNYG3Bb1hkuNt1KYPXDs9TtYcGwz7Z2hAxvgsPDaZ25DHo01cGCEwH7Qt2s6zZUJBdfuDXRcohxIdv+xzu+zSLn0d/nHRo3XZgGMsXEJP9Ak1gyna9ZBdvLxMXSBBcUxsJ33JrqbV+SIPPJwk3z1PeMtEOTPg9zPolg0oGUIiUfd3XBNDSe9Z7Jo6pXTXxtGYwXgCvr1HG32GO5BOy0dQU40IwfLu+nhWOc/wzBs4YuI2BLFRue9cgi3/1XwO0kaUCT2/TQFP+T/yb+fBELMfkzBMSCj47njsuOFbNodHPqzkgS7yCcIKzfX7GuyNyGEYZdyWAJcJqzGzCX7No+d6NnhZiBlDgnr0nnUzYh56zt1Y/+9TAU3aziy/mffBVi/YWaY6r5vcU92TIXEj5o/HLLKXWr4RrWzBVqnvI7pvLIf0wjz/CfoCn9n3eDpw/XTxIiygAd8ektCYbEyP8rTY0h6+lchvGoy/jay2WpS8svxsKEQAHB43GNuBR3FniQjvV3ThHzz7vH+9uQPsweRrzCuFr+a1/F5ZuTnRnsxe0LwubHbuSiw414hfUHkzq7M4YOGPgjIEzBs4YOGPgzwMDE/3APB+6qWgjSQ6vttHPuzRT8dKkIaWRZNjzDENXk4oL6IcF6/QdWj4xaQn/JwI4Ns0vYeYv0ApcYO5ygWbx7gqN4qv/2W0f/r9Yif3/upurf0Fw/BMYw+9BOXOeKIK7lenJi9A0KMzxNVcPj0Me3QJemiYy5dWFvxbYZcgrqEDwhH+dnUi5LFroGFjRKa8Fk26WLvcOjU5xpAil2xT6GVzulhs5w2hV6GAqrkfGNUnO5yMdQo3pGd9Q+HG+VqPfkgfKFZ4L3MF76+C9LWO68esw+L+B3PoNhA3fQwn0nwHlnzEd/X2ivAHf46tokMIoZ8PgAmGZDOxisV+Eaa5gcQmDW3aztGXK0coXfOAV4LjHVR362Lz1+ctzVI51lavKklLwY7HLv30v4ZqW8TzTs0eIs4afdPPwP9AM/hEKEyjlsOkhVmaJ7FLNM6yTQ+q54cd7tYFZjrM65nNwbr8wtjfqhfpQXmbMcvIHFeQAZXZyUm9owy0QuA3da93zz/8T/OjXEbrR/uhXHoG2ot6rvZqzhRz7n23chitoATM/LaM/wr1lbL8AxFzgcAQj9SAPH/x6zNyi/7R7iBD+CiWo9QoBHojZoTW3WT2knVMStR5Tp618lssKHfF5okT79ltPDaIKyht1qGBXgdOAkKtX835A1jC8FI25myVHF9LH7OMBPB14n+dYFJK7G4YTYN3h1aBzDDGIYwQ3rrQHy2ljcQ3KZpjN7ufA5iaaT7vnkFEs2VyyVDYCLPJ+I3z0Ls6SXn5MGFfwluC3fMrPMGNrzNjV8EZ48re3qBC44izcDv7r6sFbbFr5Kv0FjVw27CiMrDHUcGmN3CsvHp7CCY9tWDgqHX18tu3vUj+/YQxko9Hyo+5Lly/Fn8ojFOM2ISv+WCbeyul/f5fQIHFSXKDdDD3j6/oChblv0TqwnIoQ+Ma5jXFkyRxTc6F53J3XbczMwo5zV5bkY/mX9PktY9Q15yFfc9TC8/13qQs1tFWMtLyH5Ww4E4rW7+Z5znIzyC1nk2tXtUHa5IAmK+XdoSz58Mb51jkV2RR8AcPEHd4mv3jz473B1uAykC3sZvkBePyQTWG/pT6/Dm3AvKbiJ1jO/GoBxnwab2rMziSewAlIxQz9kvHcdsYcvHkBgelL3e8fcnxm/1uGCTa8ITAt7M4x2LIzLZ+lEkyj3i3bokcWxKaWm6vfUJ4vMVor03ue9iNvyTrTJXI9HryfymsW7PjRykpaQBDEOhYIkZCzoUYt591Xu99jcrvD4oVC9cjW03aKfrAMzfUvvfY/fqC53N6zcN3ppxScwVji5T5XS+iu+3Gx5+E0GbF2rN99zFmmv6xDqNnGYINPo+Qw+Y5BT3gL4SPgQcKY0r4s86R5PvxQDDnScdJ09w+fJch2i5dilmPF+acSewNmkbMbkknWiSMaoqT1qHIcZXzw2ojAwqWVZEPXTPIHEL8fdc+zw2ONsEtNSwcWzRyEsGwdbZ7aVG6JjAZRu88Dnn4uFXviYnZmQMNzWLILDQ3dwXMyPKgbpEjQp4FP+Qtzy+MQp/pX+bxXOKNplmHBrqXewZuzj7dbNhdwsH13wZkDEtTmk4BWQoPVPHihfgBmn2cagoEaDDw+gdNcQ9+xAwxBbXfJxPZQjR/PuJPhyaSfZI/rFwyIpgZnAtVwNhEoahNzZs7aHRaCx67N7B6iUwbaCX9PB/e+iLP4U/3rZ4/gLxQrpoQwB70FhuvFbyB1f0fJHgKbzGcLYpeupUO1Q+LzXnVQOZmiZVN4H61bJjsXHdgIqEFZXLm7lhS/SFftZ0zRspg+/SB5Lag3Nmlkp5QLP3cjh3HdILDNie2zO2PgjIEvFgNtPL+jv4/eEXieGBOmWHPq72kAzLxyKmKbJ+peC+GMvAnsPM/gOEZ0Ec6Y3oBy7ONTez2V+v39xvkxiTsiO4bhJ8HFeCZB66e58Ne0W94TTMcZtnlvfj8Ok3TM/24nAZ35nPLLsNPihoJPGWg1U/Gc6OKx4evu9O79hUQztoMDmVOhtcBN6ITUy4i3eye4Dyi8oZG4h/kXuPUd4U/6LXyVrr1VGMlly82FADhHgEAP1L3SSB5Eavns4x8/HaXPq4w6LXR49lRZ6ZDeol3IRKQ9tDn4YO47SlYo2vd2nwdJs8DjmHKZhzl8lrazfUp7ueETTZ8wUmWmQgtx5IJETyuvtWbJCr+HKZ3fzhg4Y+CMgTMGzhg4Y+BvFQNF98hVKAfFMvJupMW1QNaHFopoBSEbWplo3ClsWypwQ7jbo/GmGcZeU5M9AuIF5gvZwL7DnPRww3X9LjwWzVH/CyYbfwgf6UeQsO+iBvZzZM6e84q23LVKJGp6/jfkFdbssGqn5rJnw0rPSfdfAIdcH3TZuNT2UXAmDSi/Y6SJCBfFsvD9XDuM64rwTXy3MFJlXtKOljeUNU+kYZqGyXPdfTbnyY1C5xKyqN3rCZNYh1nA44B/s2PD/QCvaofG4mLNhSnWZTSG/wGB2T+iLYqQuPsGlufcUAjeETJ7nIj6rsK7UIMOmPxkqQKP5Zsu/C0GYdRZzveEPaRJ9+GF/y/H3QWt5YkQFvx7VrUKIEvMy+bMVTTctmgFP9z8a3e1+Z+0qQ0mcBEGwA9XC3GZ9YH1Dx7aYi3tQLxIS1sHo4u/7UOn/2mIaj1o2zEIgiY0uAaFEqsXEI58GUs8mAXGZPglZ0s/x7nBmgnOekJZAgLALOUUAqcdmgf1n7bF4+TMv8Eyef5pHuC3i09lDJ7JvOa+oX9fXf0HOKe/ZwMudYQVwpwrbJHsf8Fn6z+W5TY+7XuPctWWxxDBNQpmaOmt4X1fPvdtjGJ+B9zCZ6QvuiG2jkRqadqLGg7b/VG5PcG3lG3so0QrONMZeRFftFE3vmyxvLBBG/Tm4+76+gPGSwSSKzd+2A68iJN2CaSAaDrlCt491A2Pfm1huAcO/SpktefatKxwfoD/23NM54NLzZZr7ZJxS8uMmpZM39jnYCpP7u6KX5x2lZiQFALeZ5jxRrPxs3e7m89+hfY8QlG0uxWKtpJlNJ76YyvjPSE6Edy1cAR4KpCtsJz63OtoTKKp78ZpBPQ5QhPw27BwKqfbpdOHVktlmWWyxSuW4qhLDksFx67D4b9jtdR5cHtNyXosSazlJWHFlhDVXngigfbMQz3P5Hc1WJyC7LafpbU97Xaag/5Gt6Z/rNaYUUewuMAU9wLZmDyTsbklgYa2hoNWpuxjOM4ic6tKB24iwNKoZx8/RAOfDRgLlATd6uJGjcJZ4anxH1o+x0k+7t0eHJjAjWkpLFXG1rsJC5nQ6sE3mGNpY2qY36h45hwqHguv+/StpD1k1EDwYLmVmfVYTFnTPrfXnzC20SIZy5lIKAsyRqNO7bKl2EpUaTbfe9/t9xkjpTuIpXAeWqIDj6s1Mk20+LUcsIAOUkSVNgf+nft1rc30X37lBz/Yoeq/HmhYhFTjzomlCmshLao5PCWg5nbCpYEIjEChebsEeZcdZ+QyCfQImlaeHUu2nrFauw5qQkthx0Ik2XuDZUCuTEbV0KtcEoYvsAPpZSbfr3cX7EbYhRmGQJzcPfO1VdV+Upp8TpTs0EtENxfNYisNwlS7/4stgmBM6VxcUNbVl7srJqEl5yJLPBhPHLWOlTSmcluWMd3gkPf73Cm/ZZYAVbi94dBqNS07zqBg01sIH89IGCwzySfvAwDM99C18tXd717AjyB/CcHvpoJuycC91pSJE8srdAg6nDu+yCRFCk6I1u5JY4+3yvH4vXwf9WvdDWq2O7BQzsXype4FyrrdcA41gtLsCqR3SgwHnxN+W+HxTbbi1yDir9qDJgBWTEqeN0JBkVN+jV0tTshsXmAlIZ6rbE8O92GZZvEn+CpEpS9slJPdSjvOtV70aCOzg8jD5Z2gHH2EBaCI5ABY9ZpqnSVtik4AnnPgBOR5PQNC7hv6xVozKhCpmiWybquebMeME3FHCY2+97m19jMlY6ECozt7mSjokyvqrd/QX9wZDFzlHJsMaHs7uzMGzhj4YjFQffqgf84zGLu8xOgpN36uweZUgEf4TWMTiRwSTo459nfHHZ5dKPnM+OfYlQHXjBlDpvwNxzffp6nMdHn/YlylFAGvi0gFvy6SGJvML2ft3MrNsQ0apAbwE2C0clrWR0N6G//jXBZ8mI7Un/hRECzOeJfmavga8XMCiPt5OWfPypH24vzn3M58seNsKygLLuBSGJziPLpM98w4waY6tTzNBZ72Qp0Eh7YPYbXNOJfsn+u9BOPVvubwzZ9bmvP74fdFND3cpe1uc+gBaB7bRLUD4wnn4+s1IQpZweU8R59brvOWfhzm+D10QMrNYi7n3ygEVusZnEArlfMuTaSzjebh/HPGwBkDZwycMXDGwBkDZwyAgSIMQqJM9B9+8ZZ3VZSJZ89JayIygBYqGkPaRj6EgtgBflzuhHdjYgS3rPEXKEl4xl6Hckg3YNUMQZ3nDHe7DyBVPoCsxXIdZqSjUdz9lGXAT6Bpfka49yJA9gzimEHE0l7OheXc15iWjqYyTF7oHY8mK14XEIU2lC53PVH0kDSidJCsVRIGHulmvmm2VTpKZ3kpf70bzkvPoqOincNraSrXOiW09xhUSksa3jxE4xIG+BJerDy5hcopaOH1aKCpjdf1ryMEeBPm9VvA/hb8uu+Ty7coA8oN0No5TxE+j7w905V2k+r3T4gOXMLpO14pPwAIxPz6KyAAXYtYjBIAWMfwJV0DRYtPQQvKBQgkOvhLaqHfcP71ZvPT7uYGgRthLtVWTd2LVXA7pic9XbUnFs2DdMF1XSNqT+JPGPxuHB6ory3rst2KTZjumsBE8VKrfss3gevbWPV7Cf401vg4O3gFb3y7oW7JpvjiREcYkCP2SPTwz5r/EzqFFODLdR9AUibegLGnzB77uIzFgA9R+GLjh8cRImSyHYdVKX4ojf81Vthr9Kw+lA8KqxLOvpYHIx24nH1pew6f0DTAPTxh4el2X+uu+zcI/zIrVPiM3dfQNEVpiaMLbSummDGAoOQU+PWrPA+yeYqXgveAv2If1IkvoMmZ41pjcuP2AFxohQ6792mfHNVHe+zDT1c+AmbhpxdPgeimQfKBMy9juvrHVd4JJB7ivFtDuPjJJyAeY9EOPMlbvkZ7+sEGzVDa4GbLeKrF1LFWlFWYqhthgjnGMQKUZ0GUpO//IzymVH/KJ3pM9q628Ns1Ib7G0sQahUU2Syw1y+w62xjgQjiK/2L7qHrMx/v8HI2D5m5aHfzvDRsFlr3a0YzJN8hNbmhHtqXwWCrx6s+Et04m3N7OWBjnLoI5YWU+dCPPEh7FCuHdFqulw+qj7gazvsiBuwvGAPkJ1lQsmBHeeo6wuiXa7maQdj/P6VHP5E/b22GWeVhSxxxPukSbdDG8yLiDVGDgbGb6bEzSj/Wt/YkJx8JhlmP+3o8v25h5rGjXlm9Bu766wkz85fOU2LFCRUzShIdUcav+xiQfBfzJb1P/CiyMhyakRQ1KafPccQysc+2KTQZLaAQ3GuAxpmUbnLkRCH3TytLWpW16zsrm2rq57Jek+XvkMc7HXyYgyp2WJ5d9NNK3MdGj9GdZPf4RYNJWpVdIN32NOmIO2UoPcBbxQL99oCl1lR2Rd3XAJU9O6OtiXvvSN/7HD/pLGveDF7srVKIvEH5uqeQgYiywtZrH1jnq7fEwPiJEaxipcxPXzjkNTFMxntc6xKzuq+laDtpWiWADGBeTgJ1S96Q4tFOCrDK/4cRk4XjvUXtfYYZj8Q3eFXhpbsbD64tZ2ga6NKAnKP8EJ6DWUGY5JByYUFSr337cfbZhJ5RasttvAg558zW7J2UcjoSHnWzvxrLvPe751HBH7gp5MzFzFnL/7W5z+dXuswsOXOfMhkF79xC5U46iKDn46zV9meqhzEIYyG+KEL0s8Wc0RFTRUbXvrx5SGvJj985u684I4HDQS7Itzdb5KkdTLHf83vzvuNs5ieL0ObjwYIba0aY27I5YP/8ignfKiZmhnCNA/XtP+wKY5BR8A1NVOJnwDNEovA5JWQjQNnYQLZ9tP+weUsYB4e+aNhSzj2lXDqg1IVWid8D6SO95uX3mCmyUiXsNZJQV4BcM2l33TTR/2bXDTsYdGrMrNhpU3TjgFY4tkkmMqU13fRjGggfN5exYgC06+8AL+L/KM8RAIpq3RHSlJ5af1s37R7UdoaoUxfJgH6HNDJzD8BD4l2hdaxrHhVXB32B4WgjO8c4YOGOg9bg2KmTYSwfjpzra4X1EmXPVKWeUuGn8bB5336c8bwWxj3s5N0jwMCdnBaw3fm0ISDDH5xqj490GOoI2N8HWPJ747rxlKgo0M/By91nCUmGfWKnLMayhT+JPYDP+TnnOoanv06c8zL8ffvHtEP/WhZdzmaWHuZFZ2LlePIG70BM8N1qu4Y4vT+WmOQA4VaEAHzFHp/UJ6Bchye5Wfuu/mAFPldc8UupVXFKAwGD6lmtWICdFM8UVQ9I5rXZ5a/JZSy9qhMj0Ez8Vs8InUn6O3/dfCtfWGWHMi/nXoyBiqk9BcOgrYQAHaS8NnkelWem3EIknYMdXBeO3hZw8TjyQfxaClpnFAOXW3LNbQ0MHJhXmU5KyBau9Ezxyr1n2RJJnrzMGzhg4Y+CMgTMGzhj4G8RAI0ga/dHeCxXFmfCbNGe9yYdooep++C4TO3QUoXoVCEKzFO2qlo0cJWmWWCzRpKwCYs537YYP4VmhMbxRKxghCVpTu81HaPS8iznNf+dcVbSHNz+C3/NT/PkG03mHxk7MWpImqhB537EZbgEjOLQSGm4958J6RmGdyUoYylLmFou2l/ZSQy1WU4IGaSj8UgzpXOk9bvGTBvQFP+gqaSz9Y5kNurVSdK1Q4RKHZ9cZsUToZkL4V2pn7dDOWizeIKnvQHJ/G6INk7bwnfr1G2iqYTJ09R3gfBETsmrHubGRVQC4lbsjLb6ENg1NrtaQl2sDfFJPgTmAlp8V9VfgxGdbd4kJCs1FXegphqgDBW3RHt9xbjDmdxdcm7QXtYQ/7jaY+JQvu+bsymxWAG+2FdcgW4Q2ttA68qbR+bZXkeeP+YjnQqhvXvVD/iO/VQGz/mr2qa++7al3tNV6zgtedG+hAIw24vOvdcvLFxHIsbnWJK1T2uGS8sRiJXUo5Q4wdTfIn8KBl7jxnv7NmlCcD649PGucjai77X/SZ3/GsuRfu9U1wuBOk78cR4dQLwKmWKyE9wj/z/VsxgF+7UcpZzIxr9uX9a4LVq0WwphmzgtXgEpfWILfLZYwt5dvd5vn0bDHJHePQAeTA4DKeENNKIAUt0KQNadJfQGuwVdJCatXtZ99e7WU8EHFFW1zyZnKl5wRvHj4YVb4CoJ1O6w6KSmpYlpGU0sDyff9T+EkebU6Sr5JxIJSRstJuPDNxQBtzY0IaMJuL5FRrLA4SbgBK1JuKl+yhkafjGd+bH8eP2h7NFPX5U/pxHUU5yiM6/SBDRkeobkd3uXogH9DEItsgSOW1FZW5pyzavEZEPIZNyDdN+8JTuEN5IkpDt2EQIsAp/DWsdZwg+nia8bc55yPOJpAnrR8KS1XlsDPtuP4UOkAygTLPuUkX3kEbzYyYOdZbsQNY8oOM77KKvqHv+suNihIsjmhx/JDNvmYHxGWACcfyrljXubKxz5xX1fzj1YPPI85rRCN4+Xq5W6LpuzNAzahaHWDDTM9eSv4tJGZ5yha4HnMy/vs8tH2lLmS5/BjAG2rsuXi3W6FFYbnkaVskcP1mN1mp1PwYGotGZ/v64THeGmP3vIoLhgJwBXTHp7O0baRV9lk80p3jTXeB1twSPl22uC379gm0i5IIQlaYuDnJX/GHwtNVPoJfQI5Zn/FkbLX/026eEYuo5UHTLgTIm0haZnSmChPj3TOVQlreK4G0xjJcUSaIu1CBQz6w2r5KuMEGxVQ6t31jLHIhJZYDxG3AYK4/Ze/8X/9IGelrr4GEaUWLIMhnX2L7e+cwaGZOItsvhMQY65fxM2GjxOZVSjMQzDIXSMEvkEj+BLN2DqAmolQ4RSVZ7hp4BSHT+Qqv6qzfeQ0Tkq8YodHv2XnnVrB7FC44TBud3YZqyaAavT3zXKC80SENFIqzUHUnRUdOxBeuKC8lHSFMLFn18kWO+LukOTjiRT08pvluM9l+CpzGiE51dSoWQzsllNmNZPdKblZ/JY7jQoCx7CHbu/RyrcXAFOTgKqFCP1CEGXiBJcMYAM7OS9WlI3djZ6NZz2UWrpp7tO9Xd67yn8I2fQ2Au3gJOrMw10lPZ2xZ2fExfrL1C/ny0rsYcPdITcDqIEDh7CPz0ljBptpmWa8mHWIH8158HaJCZeLDvV7CHW1zTOJjm18gu2JHoThyCXjEZ72mTbi1L9iB80FZoJ66tIzgbeaVMLkim0q5VPz2mfjWYajpF2Q6GwZ9rOtGuExhaPZIc6FcKcZ5drXlf3hOBUj38+19rMPXeWqQVWYJcrJu0NLHXMkapTfLGlHEAExF5NF4j72+emMgTMGngYDR314fL3dPw/Tdkw55abUaqI9FeS23xhJYttoGWMPxhbGncyFjtWOE+MYeJxS0jn8PiZ9HPIp30ktCbY5AoKSd5eWDqwN9mP4MxeZo2VwnM1/g9MEx/KkjL7r5t/LZ/57iP+Whvhh3ISSC0kqg8dxcsRd3cdUBPKZnOO/5HAJfL1LT0qraT5JplO5uo/TyzPlOI88gV+T8fwTz61sznfQUQp7c0GEi5/EEUe6Eff1Mvttacy8pscxDoLemEmCQec5LO4wjdYzhW0a7HsN4CnyvR4e1//2ZTyVnPVSZc0Zxy6emc89ZyibAbJAB0b+Kh3xJD3pVeUu+slyPgoPfD67MwbOGDhj4IyBMwbOGPgbwoC0waOuoi1cyevq7fQ9AcZQjYbe+82epGWhaXOcSTaxyYSXR8cV7WG1eNAgXsA8h4+46ziDGE3ixfBzBDk/hwmKZuf2PXRO3kHh+KeYmv4J8X5K/A9hcKtxjOlVBMErGHRRAHGzO3RTlFSgp9RiXEHz5Xgxnl0BNQxYMmncovXl7fncrqK0EoZw5Yypa+/tPvpCo+59WFuEB2tw1xzQmfCzFjlT+BXuCAn7tyA/30IQ/CbCYa9v88y1eIVn+DeeTahwBh5OhCkw8uFmkZ6Mceh1acII6cy/laxg+Uv+lY7e45H6cAk2rl3zje8e+ZYNkeIcOnjJuZDLxacIKT5CFvgh95+Bv/eJ+yviYqkSabD1uyWsgtqcMQvPNmZrs/4yE+vXnL3GupbG1j91W/VbAmgxfgin7+G7u8bAKma/ex24XiOlV8kYrXDuS4VSws8aR8Gp1LvCCNtdsm/54v9HdwGgyi0v1KvWyvqJAyGq9eoKPmM09zF37L2n3y4Qca4wj73gfOAFEj415GtNSQHBYzZVJ48kdKt4jbdMzsSzP4tf87adcxNHQkCbHzjyrh9e7x5o7heN1w5+Z4RxaHnuoh3Y8ryVzVN7nF7fjbgBTseRNpYIpz1S7dCB8W2LxnqHKfNlj0l9z6tl7bnIEZKqPfknvk3r2JmSzsIff/fb8WVYw5kHMgKEdAvGlhXjjcLzwTGEcbfGJuMyLk2Nj3i292d0DQ/erVPX7z3jcixCoh3bUz9rBFvrQe35EvAVCBW+yvQYIIKLBqvl9bI8/Prou/InOOy7KLK9Sh18CR75lxGufQoMCjOVBZS8yJpKNJKo+KZx2lU7MC9EhNzsI2a9tD71YP7ZZi7jqFQsmL7wHJq5CvdQzlJrPvi25xvvwAWCA59HvggolxZOlRSYoBrBC8q7QuC9oqzXN+B34CgH2l1ZPagxS3yb/+GcF6xVX6vPyd6wkY2kkhSgO18rqFSwjBAYGU3h2eCMDyNcJwqY9I5/JjSkk49fSaME0JbNlCybAtkX0o47zu4dUE4cFOKjad9DP1jbgdMYY6Itrqm20bqVXdKEnWfER+MWy7cbywPO+h3jCekysKUJtbkHTyMkJX4e4cbMWwjxEVfQiCPTaW+2Iw7YxQ+NfdqofXNwg5tnWNNXMgYCT/+lV/+PHzj5a3Zkh/apqv6Xl5gaQegSAR6DzVZpuCWjo+8Br+yf9bcVIw1CdKqlApADk+zOieBGhOGHYLZTc9QMBSX48OHoCgoeD1UqbBasEEfp2BrQYw6i7zmD4+JFJlIRR8dGGNy72w9Enx5UZ4nNHk8P8BUgRQB+B/Ru5/kl7GbEFEYOGKc+etTHN+72SKkTmogQJumcVraTg020oK97MDSDoD2mKY9hbR7gGiTKsI2JQvJbKbiUSEQwqxa4u416dpy0nFtK8/z2/ct8ganBQ6SafI2VqYhO9jtg/7S7+uy/ugeYKu5lmGKzvMqwT712b1TX2tfTbSj2MU48TR2k4cP0/ANGOuRO9fyLL7HR4PPuBtyvqGOJ+l3Mf9TAJxwt9pRDCPDCd3ZmOjh5MUDvbj5hYXGFcJkOpwo+xHmEAoR4MleduRo6MVOWeRo859WfEULCBGMSSJgAWK4w28Ak8Rnt6YYdr/2S9stkUiZACWndWz7akldwznsRZ5Xqgh1wmsfcuGNWc9eeOcPOL8tdk7wDzBwuXp/Q3dU/qniWybaDQMFyqR2fnWfsFGLXVY/JhVXq6wkzPQc/Y+CMgSMMHPfjmlem8d1xbxpT91Hvogem1PYD+D7SXU9ZKOwXPI5ClY5jHNe0kGj++4QyVrdM233/+dYoVXMMqZ4IO4vGY+GhxjkDO4M0P97cTRe/+nY8nmVMHhOc6IbZeL7P3ifLiZt9L4947h/nT2MBNKuVuS04g57Q7AvMsdo8NuIv8ebPeuwhyOd7/GS+TsNwHnAukYYwfxYrnHvrnOeYXW2j8NLyOcbPPbJ7ZJBH1h94DPWUXbpqvYITGAoh+oNr25Hz94j3kzndxk/yTLGYp8M4ow1IL0M3+Q6FxrMXGBjpoact9+Pj3YZvXwzrxJ32lllTd9Ao7LjdZbdytQNryhScZdOqecluYuuTa4+ZR+Wzz/H8dMbAGQNnDJwxcMbAGQNnDPxRMQB/MmuE3OVdSNvJ4JWK4dkzDDFd2m1/CxsETaatpqU/5Nv7+L0TjWE1hAfOFx7QIO42CPsQEu827xAGjdAtFtE0qahwGBJ7uWUTIXzBDh7SgPCt6HbzChHFnU/53f80Kqrdj78ocJp/K41j0xn5gNKTXKHWuMdUppst1Q5eoAUnjxQa3HOFl9EM/nsENX8P3+Q73friO7BtXkGQAA8HHueih9eHMgaHBibNwKoQONSgQhwpWGl8nVAdlyYfbv3s6eOKdSvAn8DjLjq6+Tc+mKBVDchnpY4pdpkrvgbLnDONOXLbxxZllgUCyg0bCja0C/lqqxV1k7UGNHesLVVqc9xJY0/rQD/rst4bH6n/5oQtAov44S/fDSGlgpFlT/1yTnS/9pxOzopGgWu5/hpBsOYJZFccpTio2EIZkqLRW8Ljva2Zra/jb0dBv7DXhu+UzXLZli1nntGhRtgaIQUbNraeAY62awcfesFxdPLFB4AuYRAgwZOwhRb+TpfA1mt7LiWyatn2mRQ4+RKA19KQd+WmkFklLPH6j93y4tv0JbRdUQEeMHlc9fs4dFjLwuP16D7T8PG4FAtHrtZsA45zrmfRVMRK6YazgXeYRr66+i9kN4SxDYYPrAWDtLiCZEJRe+A+a3sFQ/t2CJHVUxqfbvAWhm8gz8ISwfKNyEo2NCIV5pCWkJdpOB4Kp+PwF+8Kb+BWwahyE/rkEhxgrZ2xzh5g33EsK/7MvSAILlp9tTpsMRtezNP1PsIzTbVfvNw9d6kwHPkZ/HVNY++dZS9sHKO58Z9M1csR3X6octbkxnGeG20foTIbUhaaAWeT0vVDNjdR1iVnA4txr7IA4JOzReVbsqMpxXs/VGmFhcwjuHRzO2XGgurFc6/SF5SLobTocZPJnWBjYXIfc5rKSVKV5hwE+356MLO0QtPfoYT6q+76cxQ/mceWyofQbveYiIkTAQ8wNUMmpjfPa55yy0uFthGsCtw+ELiw5qYG2rOyETY3DMyJDx5geVhLuFhL22HBNnnbAYwjSnisVOM1+/Gj5QFC2v2ux1Q5m8luPkf+Yi7wCpc569j4Yi1JjfFngM1SnB7NeH5NH9qD8c1/74pPh/WInnOOkQfRWOkfyFbBswoRCwXtX3rl//5BCYUYUBhUNFu3HL6KKdtv0pFe5uwB2GWkPWCuQUGlasa9hEfyMdPbGe9BuMeT0ScnqkEtifdcF/SfXceuAADeUkcLGkUPYWOjtHDucrKBHbqDBA8/zd5ONZx9Wu6Qg5ACcduFOzzAzbUmoYEBKXqbwMs0waPzu2uAT14TQ9vO6wDLBLPgnNN0LE0Iegg7RB2Nb1CCDzYkSOY51u6EWcHGmpn71LOx9siqNNKV8KcpZkscvhdMIJwJ3bPjSlOBOwXSdE/hSwoVcUp+7Bezd9NsORFJG/kRmqab0bboBGhVLxHggWCIlpeCa7u4HSIDFwN3cqMh7OvpKGMzeZSzEcW1+9hWSMadchHOYtJigYb5Fq1Sz2POuTAOtClrSgvGDrvpEfaBujp8zzkEaxYYW8xKD3T6DjMZuyVnJ8AUdrCoNAEodf64suxh3ud3FOdW+SqPZATMlm9Yca7F6hItZ8wlseC5gDCohQqpmkVgKfin1NtAx73CWPcMzgz0w4IdLZx/MJ0JLCFAHVY64qlN9lNqqYFH/dzVPyoFf2sw9axCARoW7Hhk0utiyvLXZA3RoRD7/lk+CpzztzMG/kYxcNyBxh44efMwjTl7FIXY2b9OT1O0J+mYY/rzKI6dk5vmS8esQ+f7FO/4I9+Ovdr7FOcwudkbEDgWzq79otW5bj7fVbhZZEf+6bXRDePAGv/9V5/Gcb8G3ilePexDHn4o/5o9jc8YHOJOIbDkf/veYhHmoB7vSreFP3EnfoSEztbMAdEcUOCrMNxFufNC8jXtdlU6d433J3K5l9et+pPWsHzOCdI0mZNcLO+1f53Ti4Id8f3InI7xY/qz9hBBt4sV6FIF4VBxc5iaRY2nLffj4x3DNxYGBlTZBLEdjMLfCIJliFqEiie9tXfHbWNqkQSZh9vHOD+dMXDGwBkDZwycMXDGwBkDfzoMFB1edAq0SmjQou8UAsuri7YgVNGO4+YGj7jCZOom/DwZvQieUHpYIOTrOs4XRgOoQyt4hwnpvvspPIb3eP+A6yPCcnH+8G73S/g9aBjLX1GBQHZI6CTpYyGR/pRr53P9KYuWPowJyvjzM64hfDJ+wSpPo+DXfypXvfBNOtuSkRZ3BcV1nrI5+s5GROjxAQb6Du3AwY2ZaOt1aHHt1m/AQ0EovPZSaxhtUsyaLlA4KaFJCZpMP+s7ABa7UoBjKcbnKosgheZ1fRaYDVlu/9R8/jT3Ru8e5978FQA3p1/9UWrWE24gsFhqhS9ViEHg3yH8HYZ3eH4PmaCbA+QfYrqYtjBgPVFM5TxnBVAjHmvN4ZdqJbaPY/5tg2eCpS0myN96tl0rwPR5A49vi0BYAWW3wyz04nu01e+g8Y1gDgWbtBE3PYxrktD6xFMYWkpEgTIwCNMfwx2XLx2lZUzxtmm3tn1lDZwzy9nM2+7fEMi8Q5/7L85ClUfuekbhJkLw9Gvbn7ghodzsd9YZ2vH64byJynaPp/56ULnWiK1eJ94043vjehbLmKvl3yFEeYM+Ai/Xc1BpB/bN9A7bBpD4vO+vlU4Sewxeb+GjIt3xSx2lALZLNgGIA3izfY+2oYJBxq2L9WeMSQ+BGSUgtGFTNgrZtDKNL6xxEc7OYdX3+L2Cmk7aCPge2FywQRBxs4K3v8Jq6u5NAn23u9ogUBo3Q2hOX7PQaVXgMoi2EyX/Mc1nuFlX4t30s0GDvqfZ/6uB9rJB0Wx7QX16jrqbY9yUnd5G/sQMz9rMAx1+thcB83308/3Azd4Jr0AW+9PkrZl9N1283l1h/RPLyRH0WX6PWTJW+l1Ldkxzllp8bAe2T2eL1uW1CuAxBTWiC6EyFN45z3WBIl23UmsWoSVx1PzusvnedByzeCU9W/bTuILP34YbC4Z2M2OPynNqQCvwHjYfApdjjBnWVWOaM4Ztply7j6+jp2nrmKOQnwQH2ezxC9ov+BtQKHighnnVddIndNIafxqukszsp+U371/BRPtgOols7VA253/gX2AieYncbbX6FmA9B8fkQ/KXfyTPyMhctiGe9psb5okyI2OyXm382jyEFYm1x2j+hlIibL5AuTZjnBgzTXllJdtzDprDaxZP5g7r2jFMOmOH4t4COeauexEz4vRJNhJskDUuVHZ9/pX//QcZ/mReEb8hyQnE3WLXnD0wKDmmQpZo3Gki2IIvCa96egZCEWclnbgeV4ARpSNqp6GJtEG5jEztcXfvYE/7w+7iig615qxedlt4ckfUz23sgXqshLERtsZ4190486twgJ+Dg+cxOMmaBzvkXlh9DzEeO6w4RHmLyQWbbYS/NlIqj4JXg3hcYWffxbMQGN39GnYXEqJTIXBnMN/2vyIvOpyCWLSfVcM3sMVLTBpRwifmiMV89NlApjj6T9C19xpkrLvsLGTUql1VxBlouOD3AZrAa86TlTC+oVMuIZbVCk/FJGnyIDlTnDtQgeMbnav+ZDjStvJBYaJYvSbNX3VXENiL7D50x5WmDIxH4hJdCV81dDsXgjpoP6quBSPusMx2es19OHg5YA6YFV5jjjpjAJP7ms0GFi9lAwbHiLRroM5Ej9+8nadctMGlu1SASdv4G8xcD1e/ZQjQVMaLxGQgo0zVzU3b+qmrTBIkO9J3mkqrMPtcSZ/nW2UVT4YwYAstbLzl/ObULW2E8l3Qdjvt67NgWYH7Cm8+1e6CRsvqiGX8JOuP78IEccREtNNMA+cKW1erBTtIaYM12FMWJ6qUyxSCQR9w6S3c92W+z7Mts/7EiNsDjN9TBvehvUw5vgoRsmGTyC/wl9iozRF74UzVEx/P7oyBMwbuxMA4jhx9349Lzjk1rtS4wSjF5OwYkXHCnxOu9fZb41YGG8eLE9eYTghf+nv6fJ0lQGZjihHqzceUyn8Ohj7H1zGIDf5j//27c1Cbh/BlvK2xrvKrBRW4i7lf5oZ52H0ixBFXdTVvsdnga341Jra3yqPeTtdPG1ez29fxMQkq/GUcdjILnnjMArWlJ950LffmX76nf1v+1IaZcFlWD9xxcRULIs6NzKmSs1UPpjuvo9YaqNNk6XvL+3S4wsc83Gno9nOm7YU/AHAjV/zZJCRjDjUO3tmVb5vzm7TD2GAaFNbvIV784lX+KTM0oQXILuxoO7u5SyYDjILc/e5lsLFNZN7i8x/IpUrGvmLZc6acZUyZ0fjN/A2zk3m/doYDCOVo5fZ7zbP+inXrmWfbe0I1PPyBCnBO9oyBMwbOGDhj4IyBMwbOGHhqDEi96KTXQsUUjRNCJ5Qh70XLtN/wcyZf41VshXzLaNHBFxvge2DucoeSgGcHDwp+Oa/wBsHwtvsh7PifwJN4B12Jj4mDVtb212gxKRzE5DTaTDs0blZYXenhW2iSUQuDRVnJNMdlISFvSX5ekaUyvKW1pcOEMQRlvrYfhDDQsBFoS9NKr4U2JY0QhPJyiSeNbm7kLZ9vIH+FFW6g38HjWyiwWGLpUC2+JcLDxd9DP2IuGr7vAu02j4VTMNyrJEHMLWsJsbzwzFHp3ND9tUYy29DGoXt9BNte/rXnp7i3Ev+h73MY53kB8uhGatg6AfclNGCthbJHj9KHpqG3V/+KAOhj+IkozdBWthsENdDdcqysfc8wBTOVHrxt6y3VB1ZrbVl4azl6t7UIW6KBc8/mVNDf1llZc8EN2yEIjtAXDbNl/xIadGh8d29Tv5iMRhFky3nBrABC18tbz3nH1GnMiPNW/NTKJrm6jjK8AP4hnev68UpOY361jhMSWi5C7N3Oc1/fZ2/ze92K/nUBP3NN35RfX3Vn2wRPtPte4aPwh+9sn7C+qmziK3hP2zXrWgtWrZiWF30l6zjxbXy0rpfwOxEEbx58i74DTxeNNKtzCX9c64SBFNiDr6m+zPOLxt+YXjZ5y7evshUD+785ZvEdNIHhiSo8x+LmjvGlxzKA/XXQ9Cv3ns3BdTQQ5U/d+lsY2N/zgfKDH8rleto2mjvtzWpaYxFVQfQuGulf6daXb3KG8rcRhCp8JQ/yFh/YSyC2GGqw0qqfsX0JsVBRC4EpW2GQx9z0yE7YpLNQM5UzTxeaxuY81K1arAKdsRBo4HVnfAV/cX4boSysFD4GywCslV99UYEs7/iDUJ7BA3n0aEQPD16mf6IpS5vtt/KkUQaTB5E24XjMqEleefXFNEZnmkkPryjcybtp33OnfdG+LXEp533aXTDvXDC/DCqaISdyw09p7LKZB0XCNq60PO57N7u6bNOA5QxgXSLc7JxD6A/98rvdAxTC5DkMbJzi1O7KkxBVv+bmPGFNlUu59ImH8dwkYJkIF74FeTH3usHqZvvD7nPkf1qk7eH3Lylb2rvjhTgnVqXD45ELjwd4M0+Si3yOqt/xHmTnJ988EkG+kceX2Ve0qNAzL+4QCC9QhByYx1ubFWrHJWs+dT/LuzSax7YmH87+SVvodp9015ufYMBBwTDlDf/MMqs4wC3jEKkCUng2NhBc8bLMK7Vu0IOr8Itv2m/7WuUKfOTvmzIvN7N8jsLlhvHA88QHrCz0L7zyf/7AJJNxGibBrSX9iLREg7DfoBU8rxQAAEAASURBVEKMDesIJ60wdj5kd4PhgzRevxBnvl78piz+kMdSLeD/7jY3v0GbESXV9RoBlLvVbOSG0bV7vT3pb5U4pR4bFdVs2u6yGV5E+E35sae9Wf+Wav2MJsDuD3YttAb9pPm18EXgVXnTmMQpO0ducoYJpmqwi76knCsGldrRVOUMQ5JEHCCmTpBGYMqtNC2X43vhOL5Jzjx1lpeL/xUdTMKvX34TYvcavP+adiFDdRwwyeNULrfrw8mx0rTj2NkrnsTQ5901pr4HVLlX/df25bPT0EmMN5WNtwM3lfXA9xEvVeYQxIBj2k7ynkO8YqfQGsKJzRG07k8op4SFbZz8ucq1+/h6cHOQdPDAM0JRdpYiTFazuMf++pqzOxaa5zG9hNlHrm7d3mf10rym9t082n2E5wgP8R0/2X57BjD7ygWTwwaTzpuOHatMSO4AtJaN3rKYcB0Y+fGOp21c2bDY8Dzgrfb/ISh7hMApL4NntTlhq4HZp3InytQ+3etu/D2WxLM7/3pMbO9YyKy0DkCZOnZdSgzavs7ujIEzBu6LATv5KVf++/GcMGPQ+aJwIlBPJfG0fvMxbRqUzN+xgGv+vQH1tHndGY8xZxwYvWc+yn30d+4Y56gJMXem9SwfTtVPW7S4oOI5c7JjsASndyEynleNn/rtx+h6u9/vLH8es+RS8OtCmbF+wg1v+7nSPE+7htOCzTB3h60UZvmfTHIeXwDVewUnzN87NgZ55m8I/wTz5zA9N2Yd+x1mU+EDd/BMKSn7kvncDXFLmAO1DCUd2qXNtSAa4z22fIe5PenbHp8WQ9hsE9DosZChpoJMTNqFOGnOdtyeT8GX/rUPMQU9P5wxcMbAGQNnDJwxcMbAGQN/lhiY04MAOJIxkjQ+1mt7kg5qf+NHwoWGI8jh3XShrRSeSFvCQ1G4N6BN0yH4XWJOeti+gwD437l+COP4X+GV/DjC4m6LMFiNreET/H8JbSa/QjOM8BFJZ4c2ctFtBYscMjlTe15K5U1G+HnxOwpmpPm8qnxFgUuJx+Gp6DGUOV4ynk3XXxIgiEeUodSBokLOCVyiSYrwd+hfA6638fv7CL12/TdjiXATIYrCJCwTEktBSOEEL4VB4SeRPvRlg8QS/bU4sWq5U/apUM3XdYZmTOFRYxZ6i2bwdvgJ7x9S52hbwXBXY1Ccayko56aSUgn6xV25A3oerzn+glPq9HhJ3FqzlH/VKfxGj7lD8WPHUYYD1jy3WPO8Gr5Mpam0YcIILjUpGwY2Mdsad0y81dp8rV8Q/uF+AxborLZsPpQeuLwDOL/iTw1PN1aoif9e8Op5zJrFXiBMUSlNAU7Bb2I8kWC9VyrJQB8zIpW9a6H4hGdd7bvhFUR9A8We73WXi7cI8fXuIWPBDcpRu15Bn/mQd2DmM27qi/X6Bf0W3Kkb8jJX8wxnPTz6z7rrK6wYYN6+NIRRvEIoG61hS0UbSDtEfpFhIDiwtLp2r7fCUStH4dEmEmuohN0L+oDDjdBYEVjv3kY4/BqsYTRv0ZZX2LRCZtIjSItg3/FndM/WvsCD5WfNK0y1IQb+sMpKCIA7jxFlg4ZHHq2xpOoxTVHRtZ5Yw1uq8E8OerTlF7+FB4W/ezf2/LSb8k1dG8Q6p/xLjw9FXqYV1S3KdDdsEMh5AbRRy64u8oGbpZ9HkvFukv4Wf63eWrwm1I2gdEEZl14IvJkTLqhn+eMD84sbRdwEZIKC93SucCGmnE28C5eyQWUnS6wPqFnqPKLmebd0bqt6ThuzgYUnUbk3MFqxxxaVMLY1009b1oKZwvOlFmjBGecdLzmitGcMi5CWcLrMg+Nz5VC/Qqtr+ZTv/HeCZPSsfhvlOZsnY4hC9eXwCol8nXOXkYEtOJNcPDN2Vvr0n4O8xzRtH/KKbJfe8scY25PGlnELIebzWBfusIa7oyMN1NEuJkGgLcau0caQVg5TOe1meU4Bquy++tVL2e2OM+tX9Mnl9nXwielwxq1RAGxQXBp2JVgdlcnCs2jpPD0TyMXlP8BOgljg0O1Fh0pzbDAbDzDNIEKlpJRKrKdn+QWWwGSBRA7mDdD4u3nIrgdM7rkrYEeDdw9BIcxwoFv856n9cH+Mq1ITaPagVqEDVM4H8OBz7L13EEdLzEN3MfnhIdHVYM3/1PWYbA/xlF5qWSAA03khEBnEPANhtf0KQjwPqFbrxGEE2HiyvQQGQae114BaeDjIOx1Rfx3pTziaN+F9ip6FELMx7IRYX363u8YO+DXnoHjQeUzu2rJxtdPCJxNs8fPFn8lNaN0jOOl07qzcvk90JgrK6KRBooSSyexgJrOVZG7hVy8/tDJNWd3xkERmA4J5BBP8sJEAc9Dry9cQdG8oK4JbBp8Vg1AP3sSpTbsmg0pnz/wf8zcM0G5rZuSJwRBzGLbXJULgheZ31uzeg3wA8gnGgqK9trTE7RiGdKuM+zgVev69xd9H08cQ0WhXu5rdnu7mvOZvy4SsOZuLDfhF2G3T2KFpt+BywDTHKVue9StTlrY6tOAhcgcmVZnfahhrcoIHAjqpjiMYT+XGMrXXp7zbspzgxVcmQIi9FbuQbKMRSLNDUGKn+sBTZnKOdsbA3wwG7KfjGHKyzPWtxlgDED6DgrHojQwaRZyejPx0niGaHC/o5wy45hNnvsm75pw8O2g9Ev6Kev/flp7l5rJ8GcsYcRzfHNsyzrmT1h2sRQyHwAxsj8Ll/aG4HbLS3c/XgIGQN3UAnkro67jYrppRWnhnJYAfr9upP95nLFfbsQhOale0ppWEwk033sXf492+Pd0Xpsfh1XRGB01SO0oRejLH1S59oaP1Jlg9237SfvOlRb7rXvmHtqOI0iVqUrgrdSfDK22CxMEFm4VTC5XSGI9Qf0i3xye5hDmpxjNXmCJq/rohwHbCwhhQpvY69qmCks8H7rTvQZDzyxkDZwycMXDGwBkDZwycMfBnigEpmftSM/cN51pIKjs8UtYJmiDVNOdip4adG9E9+w/tT45PWyD0XQzvwMf7F3hB/w/3f+XMznfw+y+oR2hUeE0LzhtcoNHYsbF+gR8WG2t94RrDdYiMZL5I4ZfAUJpSaOe0pbyX5jfCB1Q9NLG+8ZHmCzOt+DSub2LBR8EuNO1O7TEt8nmeJcLgfu0ZwS8ir3wJxvEbKN78L916/b92q4vvQuu+0F2h4bYhzQEtSZdjux66m0M4pcFNWfgIwTswhPAEwvDs+PRX5hqOg2c1Uz0GjjbQbT8EDf8C4/8n3c0VZ0hv0APvXb+NOEFgmRXbEV4anmo1N+LNJRbhzKNd83yTt+lEOEMdUkcd9biI9uoraAZ/i6Md3+ScWDQVaWSbbAx1Ayu81rQl2wqpjHkEBpPj/a7rD12NgcFi05bduCBfOlpx9LUdGvab7Y+7q88+BN9YX0QLfrdWCGVvEXA177izOcGY4q56jN9GXoLhputUaVof806qrIOXmhZGC3hQ4xPe+BahZxTC4D8iYzEU2Vb6gSPpt3RO5fH0fhN+VDwCsgGh0kKFKtrgeuM5se90Dz9/F9kBK3XPCQcNjibsCiBTRcaWn3rPOlY4fN87MVY+Bf/YjfFLYySgX+uKxjUCuhWKOT3nUa8evM1IQJ6Oi5yN22/BXYKClbFNGbU9l/b1/N3Aj3bT+ttgjm86bua567DWEFP+v0Jw6PYUjvO8cPOOECMQ57dyaG3BMunwFVHcxxTjm4Tz2Qzqe+VvKnUtEKwtd563+vVu/eA1htWXGCsZ47UsulGm4aaZWaoNofqOyeRGEO/NTWt3PfiQ5Tt1YAkGNiC50eT64b9juRVZHQLgDe106xGiCTGmYprg/T7O/ALHLP4M1CSRuYi237HBZEVfWK7QLL3+HFgwe4wwOmbahZXyKlvwmtwIx8wnnxp03qOkxuaZzeZ90mKO3LCxBUW9RTUiQ+BvXzPsiL8xg1ZzxzCPn7m1nPY+e9nZyDWzT7EharnmumADAdjcOldjCbgshNiG5AvOS+HzmDb+rf+njTMX9zFRzpEBG2Uwz3dXdMMBGetCRQJkMZapcN/aZkvb+/za55H8bY8THC0OUUaX/E1beS4buPo1stP+zVMCYGOMgiAribSs6C0de8PuBkc4E9Esg3atFb6a3ZLKreZoeGC5Z0Mb4Tt9G7VZ7LrZvcKgJUHTdZ6z+hE77j7FhvV3wKATmBVBxgz2MWdsigdIOZ3F3b4imDTZxeHODrUpNwp+Menr7qq1eW00Ty3RRtnDsCao2fpzT3eAp2lSkvBDOGdZPCsXUyLuIlszsAwQZXXGnoO3HcByj5lJKObZGmme7Zt+zbVBvb3P7paLi6bKxIagOeZeOAfh8kW0dfH1sHWHFYheSiqGAoe/0TbJRGLeLX/ry28t/+Zvp9UcBYxJzgT2MHHPeV15WLU7rdSYRQCsGzSsH9y0ARrPRzT2RHrcj/HTQdm1x2QweAA4Zm/W7HbcaXYAwXuvCUlafZ2l4Y6X1smcMM2glYlH0nJiTZMjZL9FSx1h8oCp6w0CfHG5WL7Cd4iHBLeDt/KII33H9FK2EU/jrb4TpLkR/vZ66i6hVHijHt21udbkz1fpOwrbEZjShz1jQLPcQ8pJ+IAkbFPGlTQFLh8WLZaL3T472uZm8Y3srnL3Xe3MsQzHdX4KuqfwEwCuRXa/0v6yi+vrEBVszoDA6BiPdsBmERyzqjCzOnqKLM9Rzhj468RA9ea7y1bf9/OTHe/E+HR3And/cSxv49f8PsWYz0/m6SU8X1D+Uz7zh2N8MN7VID/eHfsrfOib8WU/1x/Hn6f9LM+V7j51xz3HV+8uJmoeDsHb6gc8ZdPS9P4E+be6aYX1Ltqdv6CDwjCCwdAWQDXG7qF7XE4Np48Lt//+uLRH+ADSWaw0fmGmsRifz0POXkXg4w1e2my2z+euJ8JK04QWcRd10YNL5h7T0CySbaDmG+8ga8L7vB3flf6z+U/4hB4r01QKf70sP20j9HL1m6mtzlA6e3w2QM6xzxg4Y+CMgTMGzhg4Y+CMgb9qDEjXSRcqyCthXorLeiFfpC9hBBVPkO/wJOAcw6OAJpORLcN+g3Bi+Bmk/I8hU3+CMOtdrg8J85/w1DhTGL7iCk2jnE2o9hi0vmdqomLAnXTG98nCjbReaHfXVoYTEvKUhxqadKwQ1zS+q9FAGGlk+SmqlNReRujaCLmkDOUDquUE39MzBOFd7djw32EZcAnDX0Hwcv19rjdgxWBmuIePRiLFB4JLaDYm40/9Fy3ty4ELx4YwrmuOvx0E/LN9KaY9BR5xv6L+V+wIlX/YR/sPbSusKO52P6bufxIzxpfU7wYh7bQuseygotYQosL2ZJrc+SS/199TLlhzPSiv1ChGN6BtkYeeelxTf5r3XsLj7Ptvoy34Nv4cMYhgztUTTEF+tbAn3InNr+2o0rpL285s/lCurW+qL1l2uKYgo+dSCNPbT7AQOmD292b4Ufd5Dy8ZmHv45z1tsWe9ZqvyeLso8FSx8NH3US6xZgHAg9mTrtrbmtQeFhyRefFV+J9vYHL7dfjzyEjovzo3Qdh7kl0xhQF97Ivlm3DP+tPwYx0XB7ryXbPuu2BNuKTtLftPuqvr/0Be8lG3XYMPxyNhSIe3bXGJH/1oyG2zRmBLoX06bHeJY57jxY30aKE8DGi6yzO/gic8IDdYsenAM4lzLu4WbWlxb7qJW/egBDiE4kmc5Z4c44evbswWMM2cL4ar8OB3u5/Ds+bMdsauFdYw3UigOeUypW+xiVNAFGx5vlXqyio4qYwb/v3g8BVz+0vPynVzjEI2BcL0uzQn26Yb06ttRXhJCw4PITxty+7Veh+Po0u5Wlm51yN15TNtXDnKCtPzG03Rs/FkdcHmBDZ2eFRrLNlmXCYx6zd57PNqeczvLau5n3Vd/abi1rnzeiqD+hKbDF7rLoFls0FRM0dpmhdt3vyMPE90rDhTmrsWxLt4Ujax4kWN7u3wbndFOdYXzK3ZWICg200f9qsk7vhozFbGyhaP2y7tj9zn94Sqsvk40JgH6sXuu1y90D1YfwuZybK7vlHxk41a/lmVwa18oLG/t4LaINJWuAGWcjM3inkEquVRm3j3nMdzcrwswvoFiTmPBH6LknryfuhSD6n4mf+YT/kcY7V8xadKuiUrRXC/fnkvAK6pBShJyM7dGkmEqXyUANGSe79DI5TdHUsi3yxepsEVs82z1mIexYRAyBfjhEcMC0Ah2E7teaTdAhO7iw/QBv6UgU2T0HQydz5x8LlCLc9K0HyzhfaqimiV692GMnPWcvz0b/nyJKGlNi6XRNJOMxMICjdrzGpcfIcj937PwMLuDqT37g3y39puA0O7z3I6eDz4biUGLCCmlnP2KXApyBuwIe65IzfusoPQ6hhUdnQ2CYQIZBvYwpg05mUlDJ6FCxvAbWfW9YHhObgW3zZBB0mZv9j4X76F/jfEIMzVAY3L3jOQ6Xw14BpfglMEKBa23kz02DW4KB/51G4uMwKPTOKDOyjZbLBeKIh1V6I7Soxjutald1wA9uFUHvofuwbPPv8KQZq0sbQXUnfn41pB7Q0TBEJFTXA7YZldhmWyt+9NbtbJA4sdLLh2EhSHTiy/RnD+Wfdgi5kENKpX6eikxoYG0ywCcF6OWQbTY4O73acPEyi3HsZ+bNOuNkF7WX2JQRpzCmwo2C1/gcxeM5mmWcSjIv0QAM7kZjFeKXte3E3nEIIAOAe2/zfP7ChZYMLbgbBNZEGY6d4DzluA3+UhTFV+W1gxt8EvmzI2Fw+6zzjz4uKaOqO/tPoy9P3bSAKff84Y+CvEgOPmrEM/roRj/81Ylz63j/3UffpgrCwAmtWQ6taM0Y711WmPIJx7fhFjSuHDMasuRrhx3s6c7DzmcOM4qMu8Nj6WR35rXPXxi4ApSebHzVGOuaa6T5k5hXG6tDrHkY2xTufb/MpLvjzhjxVB3pNVB2FwExijfjaeaeZpBtFhrnMI9lDPITigd+Yf7nw+kY4TGnBKFzg3Z7ENTaKJMM+6zVwmM8Sy5DINYStXWG1vJ+7SA7aFzIHONM7TzJ1avPBixsumsAPQim6SzrJNgC3imOdBoBOZPZtX4ZM2wWa1HZq/MgRtI1l4UQYxNIdg314r3/m3Z4PkHPuMgTMGzhg4Y+CMgTMGzhj4W8AANCL0pTRUeCZ5lub0v9GeRQdKRUoTNqGwgpkFPJiOswU7NIV3A6YzMR3cYQ1vg4Bwq6bwzQ/zvLl6n3gw9Xs337vxXl6rwmQ3u8uhI+2sFxR4tecRBuEAGi0qASzhpF2BKVe8+A4NzfvAWqLScR2WVAkL5FzysXzOHSFYh3Bj0b8aQeJi+SqZvgq9jIbp4m0EAW+RPiZQ4XcN8vAST6obxERhxc2TwrWHNTywEKP5ybe/pB/p6r2AtOqcCqZu5EWJd3DKmZxLLOhpElzNzF3HOdKbn3U31x/wPmp+e34tfFSFNsb2PzQ7Pw1n4kUsBVNWa0MUDwoQgucEME9gSVw8/n/23rRNkttI0PQjIrOKpFoHJUokRVJn93TPzuzOs/uH9tPuzLf9B/yRezx96iIl8dAtklUZ4e77vmaAu0dkZFVW8dDlyPRwdzgOgwEwAGYwA/WgQF+T3w3mVEMjGF7+hAafZqIPYTKa9UMIruU7G8d6MjF5mba1vKcf3p+zq+tFQfESDvGaPH3vwmdfoB/BI2+OP2/6m19hdRezw2ioC3+nmVVCDmrUUwLlFCqKwOCN71kE01lftv8sd37n2TUhKYW3eKWeFESrcdnT/qfd95vm+tvNYULYSX1r3j0c/aWNM7qNW9MhLZ8/patpyEcJK47CyLM80GHnmtQNI/Zr2hem59tHmKp/9AHauWgc7lEyQyvVch8Jb6uNOvdJ0KLuE8Bc14Yn9SAeTl2tn9h0EilpuxOFPY7P7Nk0Muz+jusVzqtlCwuwDJr3BTZpT+K94NuMxe1p8ne+1fIbIGC2DNSxFivj3eQQQnpG7UTb2H2C9VpkNi2KjEOxftkeNYGvslkpt7mDM+FI/lRtFxWMBbp1/hGNMimQNITfeo4N1Xpuc/2t5oaNF27wmRotjLqhB5pqrhQ90iG/sLQZMMuXonVHQjXfvOs1+1tIYI32JvxFM373yS+bFyjncA395hzkVHKTjwFvwPYx87OybCkfIinS9rrkbPvmq9Dcfudl7HxWToTJ62usciI/6dFCD+VFcG+o3JxOQaMfLKkbf+1q3slfMQ37K6G0PIv27J5NDHvK2HgEJEdQjkiHO9MsOAz4wUmcs0sZjZol4svcnm1zNad17vrrIpUMHnFInKM0G+jjNf28G76EzO8jWvevAzbHTSo6WnJUR8QX5pKP9eMjdDWE8Xwa2bgyMg7sP/m4uVazGZni7gp5JXJGLQ9Xmh3gCxJurvN802d1CbOZrGPweuLsG9QWxXHDh4qtswloo0dUCxzlr/eSAiXIMFamjDBM5u6+TULIsweIr4I7O7QY+ExdhUzozDvhijMzEPQesIE+dpxPS03vWrRz0QZ0d1zsCrAC5ko4B+oczrP3yMe8EqlB+KllG5RNv+0ROkPUricE4Yw/I9qQE/bKoyWeZzW/g/mzCjohIIn4CG2ugUondoDm7gJtog+cNXJ4xIkd168RwgZDh7bB2AOMz3M0lEhl+bGTPslF6fkJM4YmMweu5XfXBWZ3R84JgXA9OnxIx2MyEwxX884r4ViVM+pAPJZrTjlzqHB5n6hPCbVtqaOBau560HyxGp7Rw2mDpCck0Q4CxieXay7GrfIbz2uBw4HNQ7l35Ldnx8cAERsQTE9oKHc9mt4xeTaK7aqWZ8khUvKTZdFbAhR15KSdQ9IhYCM7x9yssAePHZPjIXaYRG0vCa2fEry1T3k+hf9CgPRa9UeJzw6Ndsu3o/0ehyNTJwYkhOzRjiBptiRLkI1vlarp+CkKRm3HKzvhMN2tCeaecnUIgZ1kZt0YGDfjqbyn7/P/mh71IIEPx7sHtffsMPP8iemxZx9AmKkziWipiefPb4u5YeCvAgPP1/+W8WkVf/X4TKix74bLMSWJSdKxOg7cSq/S2iA+t75+Co8sxFK+86TOvxd6MwfL78tY+7xImRM8eUh8JG4CTy4sYjLNwpVRMjbmBTE233qt8FvorhO+Z3PMZF0oQ8dTMF6Fv85DfDa91fh+Z+KX870b33cldCGdaEfiw3neSuAJfkL4e2siHDO2uzI49be9xZzLhTELJsrsefdtp6k0xseK4jKuOl+yDdR2ECMO8C14r3V4oRynOT/Xm3PuPOs4GYN1EbD0J/KNsRs4LoBwweu54NgibRjYMLBhYMPAhoENAxsG/nYw4AwqZ1H1KabexbfOr+SJ1IvZIjHy8jnm88xd1fr1bOCuRUiBQLib3kdg8AsY3z8PwfA0/Ij554/g2/w4tNk6FE/aIxbc4OJ0KuDAi5Mvo+gllAvU5OVSGzlcAOM80DxP3SzoYK7oV3lhdU67hCxxSSfO0IQ/pxJKA4+uQ5O1716BD/Qmdy7uXfcdNKfewDzoa4SHac6RY1o2DA1jhG8q12jdL3g0wc9x1lwxtuT6l/O0wF7ruq4NEpfgLxYQCmwUtP6R919SV5gExbJic3wXq4Efgb88L1TTzPIIoz7lvwcP3jTAUll/RGXNCBJ71vUCR3zyNcInfvNXXrabWuGZcx7lbsfRhjvqqfk6SSpckY8HP5Z2pcDHDQKRrmnV9hSJf74/cznPsql4rSW1DdmeWhTDpjj7lbM2px8TC9yiIbzTeiebeBUpWa4WQTsdy1j8sea95Syv15kLXFYMG1uXabQcS+lmiD0mY/doxLdoRbo+HFBMaejbhsoNFhfSjXSe/afiZ95IXyCK9kbesSHAug/BBX0NwdWB4zs/OfwMGvJu89KOM2sBUnO9bnKWvw7E3IXRZ11iKdswr5UnYxjTzv8IGdQD/9yIkLILN4E0E/xucDOiANWihNTCe25QsJpo67AbIodFsFzxGkk+8aeWPwMJSMVt3uv6PHNQvoBJfvjDBzYIPNh9GV44R2qOV+TP2h5aJP3MAmX8eb1/BxSn+RtVOVmBv+AmzqfGeu4eDdkdmwMONwhk3cCDpvAQ/Atbpf220OoVPmtpAqw1DMXD/A2TWxxsYaTkxgNkDQ2a3zcgdy9tdtNHCJ3JBxwZzlhR1vi9lQO+584xjD5Dv8mNArEVnpRIj8aRSgMPKSfHlWptlPb/mPNuB+U5mE1OoXPNN9Ou5as5LVDkU+3nfg8f5A0HxsWBM6X3HFVwhcKeip4gMwT6Slx8runE2GJk3UnbSKwlDupzBlv/GsW0khem3vgVebLZibLd0H5H6U0PLVEVWJ6ZtJEIkX/0JSAQN8JFp1DrPPpMZOLYh+Jjj0axND/o09foow/5ajh4OwFzKU251TYtbooX4S3DPdwSIQL3X/rGf3+7NqHILIh7TVnCkI1ZBCyTAs0qoIGKRLxFUNbQwDQ2ICsqbJ3fF5h7wHspSO10wj22v6czfdAcht9gopgdVuwM6DoQqF1tTCgn9HaP06qOSrFy7aThyr0StzlG+VzK5GChZkicm6Dadktj4DyAOMxZIo/qe+KzxiNfk47LeKcVteS/hI+nAlfOi8RrJtHTAVqI2HhEAxdt3G6nFjDOeuNSyGdjO0+3lrLmUtOroGWeCetp2IQ3/SCSCPk6zFD3e8w78OmAzfc2zpyTKS3BB45wGa8UHJ+TnMq7vjWc/UPI/4hQ8QPaEjt2GKo0OdNBUMJmP4O2O6nsZDnBIpmnUeiAxZ8ln9nr7KFgjpC0H8/MxRy1JrA1891oMpldY6EtHJ3yLHK8UsbSfxINtBX83XXT7OjoDWcCH38Tg+OeHZQdAsuDUUgvBwADS0iE1ZjLLV8u/ZZwlz6d+RnSHaBO2C3fxJnAB8p05ByaMGlAf5F0+qerNelb9Z0nGoDpTpWOTQlxBsHIAsR+1zOBhBDO8JtQuPvDWWNcvhfYaOfRxsG3fXFiMbJTC5lB4cCGlLb5Hf3DibRt5XJKm++Ggb8dDJx1gkKnktbcjYVlHFni+1SveLg7+umXmW7epsVL6hklFxBJG9PnVgi89budVoY//5WaVai5VzodVG7lX8PoZYwQelZKmH75mwFqzJxnrL8/43Ol+4Ejx2/HAdLw3Y11nNmucDN22PI+0+Mofx0vKi7q3SRKQZ4KTsGPeGFTXyxGoKsmH8wehKCmlm5Jv3hcuNWwp5+W9nTqf/fbKp25zbqQw7STu+WdewRjRHzlwtXFa+4AXmYX53ioGtY5wS65i3PzUMsZRpXzSMcWtnYTQEaX8xt3cS7zq/OxRWi96o7a5bs4u3StykeI+zo1Ctz162JvxBpHnB8H/DKJYnOW9UZiS00tT+s8ni/3dQrb84aBDQMbBjYMbBjYMLBhYMPA82HAmVi5mIM6f5TBFmZMse7SwFdsMGE6oiE8HX/KUgCTpsf3YcD9Amt1CLuGd1BYQNjF2bM756fM/FRaaTEzHPwnpn/6mEdYeQv+ou9OFL17kwtV58zpp39dizmvzvmyvBfXC86VCReXAiS1fdH6jQvTwv3L8IdfRwHttTgjsum+Bb+S96tXiQMDHcb9DdHRswAKBQupQGTOS+5C8Gwu5twlkU+TzrPlet/Qa4gQrFpHrO12cRY0ykxoKcbZtocPmpvHapiBVbQVo1bQnowaIgmqIi7bSH32bnXOV6Y+v/qphslgthD4x/CxGwT0U2d9oaWIee/es5/lEbLuGwS5w7qQFh+tcnng/Okur+dsG373Mqfnd5fTX9JLKARLzLg+0zCrgil4tlgonOgnN2i9Hh+rnEUfgp/b793Yi0AYAXiWhU81oSXpJz7V4HNbI7RapCNCYGUQuw7zqpjZVjO+wQ/NFOpZ7W55yPafTKHeTzI74QXUnE5CzC/r+OvnGkC8rKtArdcWxa2upW2x4WC8QWMac7RdHK/p2d8p4FMIbMSZkwtMUZPyjwMkfxbY8om2bMY0snyPFsczdIFrRAg5oqjT719tHlyjSYnW40h6yoKTnsjXYA1uEuV6Wus5L7PtMmGIZOZ0anqujVXW84jHEbqpJcy+R07kxccQ0EF/S/Xk+xqBtW4yl7keMzd/gTg6mWXKcuV5w8hqsLzZ07/212y2QH5yZBPM4UYeNTAbTcEq0CX84oEn/XmqNDjaW34p4Up58dNVxQDreOgYGzAHPR1+j+CyQ3CJGX/45JlD5GKMzNuEyctcQ5isXIXLsDyVS/mMfxkH7/hg0BAIR3zSwQqvG0u6PW0fre8DcrlJi7FarAheDfEIFhAYN19nv+xTGSDCmE/BqdZ4WzZITcOHzRHrv1KiPeceawxeAb7110sn7WMBDz8R35IVnEZp0nv5lWaVsIvn/CS/KGQzCps537lX+1gBN/yXAxtMUK2nbFATN1wRK3hQ1K+9hiLjiM/32l6zvYtfNmSMv4Tua70APD34FmVAPkONNchWqLVILyAryAj8mCSu4ifQU1/y08nvXd/7l77xP96uITNhUjGhgvA6HYgw+AtIXCBYXcypU/Pv2/AMOQR6T+ib94jLzi6YcXY22nQkR53w4AtIiMSe/6ciUaR2aDQK4whBu5l+wuQihYSeIQuF4YtCUYG2AiVqNfe8L2kV/1LuLOUaxvq9+MWuA3ZydDQIhODdFUR/D4F7/HNy0Bwh2KFniFNhgMJE3pnK0tCW/Nd5GSdDLt8Z4EhPQhCCLcwKdz3nDWCSW1PJ7jKRcTlaZssAnlONPmEw3tqV0qy9AjXrxpUfM6LhZXxmk1bo/w12EJE3h2KHaZpyMHYAKOwmBAyW5LLzm1muvts+Ii71SboT5znE2bkSTg8bpxB9nPds2YjnJDR7V6T15J9VPk8I2DLJ0VL7iBB43GHagyvO/cO0sGfMusss8rY9CevcXkqiFYExQV6+SyTVlu4UbrM7x913PZsHjpzJYI/IXX6lXJFU4scsnuyeGmCOnoOLOKZ8MLdHNNhbiNnkpgI2UFyByyT52UcXYfeShwJg26Q+Ub1MDO3XR8x6jCxS+t136ffsqoKA1cVCArCkMQP0KR7CVEbUgf3aMrFZQG0td3WhrdUx6HVOAPkz59yddL828CnA2qJuGPgzxcB5/yvv5/TrDPr1+HP2KV/Pk70YqHjOed3uh+fJ1PekIcavPjWD+n47rRri9F7DV998X8pX/cu9BF82NJ19P4Onjtfnoe79PuOGGNCzzB7qpZkqRt00g+P8yXex4fgDXYtff4xR3+pd31KQOdxdD4SDnnrOr+NDnPdbmTymEc93xb3kfznfO/F9KQn9YsFZy+Psw8sVI8wIxlPHNCf2deGTk/zERkT3B3eOh/qeTCfTF17LLXNALQXHMO7xrr/49nJEyTGQF8YVfxdXX+f0q8cS5OzpqQEyfJ1vxFvRfo4xD83f2ICXc04/C2tNtWJOuC+5Gu7St81vw8CGgQ0DGwY2DGwY2DCwYeDzxIDzs+WS1+baJ/5gbI/wnUKDC80xhcIdgt5mwGw0Z1s2zTvwXhAMjz+FH4dmH88jWsMKi4fxQ/zlXcErRfglh0erMc6XnfvFFdlm3q4r9AteYwmbfFs8jR28FtMwMnFiPZJxq9nO4LkGDw0NYebQAzzi1rODMYHa9N/BcOEbXK+i+fQ6YL0SQsexR4nIuf7o2kc+GL/kIZTe5SU7/ZY/FR6Rf4bly6nzW3Grx+r1J74vEKmsc2SzrfWsBlin8pBHGyLon5p34an9lNJah/DU0RbexbpQvprrEDmn8LZ5cg2iJcEwLxpf/Ml1UaxPop6so7oq4TEcNpQQCNq2QhQdvGM0jhH+7rtvI8z4AbX4Fks/BMMhxCO89U3+sUHBNEg7Uo78atnq3QB+fX73tPXiOqe6btYvhGoIx3eundWya9C03r2LGd5f085U5kGbDz6lfFf7hG1qrVkXmo6U7RxjtSRzvuXBm2vJ6LNRT1rn/BLX1+FHfhtLoV+Fd832bXitCkWsvdisaw5FTlDTFqeLm3NavFZPT8PPshKkCZFULVFv+QfheB8+tBZUP2Ad+UFzRNmqh04EP5pf24+XeDCu/9m2hNFLj/obIXgpdz/E+l28sFZH21XLnt34NfyRGXVvsbngCmqGsAv+cYuJdM9LDxmHVRKNVzpoQpfdneW/GCd6C+CDFfLroJ0DZngPN2inKsNRmTGsGmS5lVmpGZ2lk+4Yv7pSbonTiSt48Qb+whlPTV8uzSQ3CEfjPHVkVANnw3sk5NRxdKEKS4Q1VpZZmVEkVLBc/TPZTHudP/Vp2wFm60vFPMs6YWXAa7jBLPrD10PoToGzLVA/WbPmw1MpY01VOrw4wpB+tof0rV/NT6d8ZGDz/MimkgOKoTvPmdUyJ9qyHWcUt6N8ikgG+pKlm+uXD5HK8lNSNUKJBHzCG0coYPJ9uEGjewevZv9laCBQjC/wzfo1gmELzqJPZRkzVz6cuAh54rN+qeWTR2QqY8/Yxnnq2FJHic66+wOmqeXT0X4NoSzFawEgkpvbK7Q2gMNXpY7miNIa/ZCW2FxffY00MEsedVnok2kWxbrwL8CZvC7u9SW9Tn7v+t6/8Mr/+XYSrRKbTKNBQCACiXPM7NQiIhhMhuNb7JhQ4MIgsd/9AKS8DBGxsWdle2iy4E306tCcoCALMk9gfOaXZHSFGJrOPDQP6NS7x5wL/EcEoxCxASSPOxAZGhw0EjpgQdV8VzAXV5TaSrN5eLfjAPd8UfE1bISRoMqMhSEJ03Rq2DE1vYVO7supFYspFwlG7J7iezRKcengbUP1EQRWjUpeT1zUgZVuC4pb4ls9a8/+0HzIwO6mHTshdpyB3HDYeHvNIEa5s+En8ZCYRl4nqaefXrISCTJfkRfvc3+J/BMPAYswy2BkV1OP0P+qe5VnJqc04P2BicTOurcLZL2bd+ZmLrr0F0ZzLcnnvUCaISAUaN1eHzjXFbMoDW2s51wRB1E1g8WhccmcWPx5X1901GSSV6JdsfC0u8xeO262hRHTIdfNtzGdjAmbgwfYo/KviQXrsfQVS0UDF5gFBsoppIax5AEjYcIXQfKBrn4kjx5C0rOJoD0iCIZwOvpFB7cCvFSzPml45+/mfe63fre9gAOvqG3KBe6HgJ0NAwiBd+zKmgbMUUBQ91VrPiZ6hrVc6Wyr0Z5IPgiZ2UiUfO892ByBK7vJrjH/4NkHljrjL2nUtOpdIhkJmMiFK/Kpgdf3qP8ABJxJ6IEV4I6U6wrz9NfubASWafpdpJu1nu1tncz2vGHgrxsDSZdulbHSl1sf7vI4659BfKUDjud3X0l3StygQz4vfT4WaheyrOOCNCSv80AVnnP/0/fFlPGKNjNOJP3GDzpCIbjccQeuypWU2veaXsWjHrNn/XgbBxSghrx4h/af4s1UpdNOIp1X8AwN1i9oW9BG8UZq1l2hlRV/mVZ8JcTydz6/OKen85jpIiw0fx3/ZBQ5hptXwclc0jseKE/mXvF0OdwCeZbgHJ7TWKQVEfxhjsGomZvrFPzyHnhiNOOz41KEzZ85GS1AZE3MXvEQc141DqpzoQejSm3fVtNozKMs/wIftQDejadfZRbEeEgatY7n5ErYUoASon5d3yvgd91J2XkDn82DEY4HNpJhAinNBTqnzdoyVdtD9kbHbp4Ys0/bRqZzDq9xN7dhYMPAhoENAxsGNgxsGNgw8CfEgBM0XdyZh7og8l8+k8/MAJ1py/fMObFz41RSUPh7HH+EAPFf4en8hPnxu/BBEADgP2H2dUIo3HnmLOuLPubQpKHg1XR9d84YE870MzfnkJG/s0rhCGY0H3TMdZPbBcetzjdJ27NsPX80Yju/VjGAo8caLetgAa/vX4Nn/D2EBN/h+Q2yRUDcokgEL7lBAePIXDz4S/J6Yq7uXDeLH/DwXOf2CvTSQmVC65f86rz6z8mt5vmuO8GnPN1AN3j0PcqG8KbDCuKO+upu4PM+RlCHsOoxij9D/wcEENRZaLvCN1SA63ojBGnymlkTqbEb6ZOHbSbwkbiLag5v6peMY/nLj/kKgcLdCbO4LZp1Koh0V5xve/U6K483qCf8UMhRo1PZ3iGEnsJKW5I3C0ymX9CfZeH183IrbAJT6Sd4ZtFdG7qOVmmHo+o47u6ApvzxMX3goPaggmA0gmVhss71fOQQrtNu5d3brnWx5osCrUpRyjivrwkasBCPLhCIzlWZ7R7+6v4Nmv1/gQV7jXncrxAAHiyakWFdivbt2Z9ZEUTOCol7bMiwbu64VhBdfAxQBKd8tY69wgGr9EMtxCNmyKfhJ7S1IzVrv0VDeqCuwZLBQ9ZiuxAnln12prWkGZbL9LF92RKjXRpFfvzCV7CtHmlLR8zDP+R83E6FqKP4l4a5wcU2K0+CG2ndVf4Z/wQ7cQmWQMTlzYeUGQmvdAnfAXlFw7myjz5srjlac9xBV+H5V5PQnv0acoRoD8YpLvBAfxEnJBMXaWZ24snLHBIHvNEnueJdHgvyIjbADC9wPjL136MdrlnsoOpsygDrPNMH476UXzq7vlTJi3KRmX/h7O/RD2l75KhgucHs9zD+qPmke5/4aqlq/hpaYfkENMrnWJJ1WXkdJUFuSfcJmGHII/Mzz1JWHpWb2HzVJJe1NtC/OuQ2NyhIPrpGT/cI/0KhN33MOjU3EB5xIj37QrR1UuVT6UyRV9RZIBgc2D2hSD3l+vjAxg7PBUZ4f8V5yx7VScIE4IdLAWu0W7zyg/dKE83ES1efjXz6PVDkd/5zcwipIrcZKddLau3SbzrOId9r1h+cy5PSjSva63uOm5Y0Shu/YrIX//TDHVY8GqzqDtTL1H0lNkjIl1MX3zYWuKVMMV6YION2xVE2QtsYZZ4bJZF8FiHFLzlD0npSffGV//626WTh8yl/C1JEYrgl0wV4M6oxBVJBMLteJgkcuwA0C8ukpFVLkEoIYhJFzhQ//S/5FzCtLpt1qzm8nh0/CGAlRg+wcd+ODFjssEpCbtfSlYj5Ut5LWaPMT/ge0bOzRHRxC8GyfHtU+1uEsTcIQ7VT3qCK73kDWd3mLcKMe19XQnozn6he4fRiRwnCRM+oDfMBYaYR3NN4GNZowlaxDStz52F2NX9TueX4WL+ff9Pfy24lxjuF/wiDbxAg3jDANkxO1KIN8IAhiUuF19RqyhdzNkC4aGMMBCO7taYd56FQwR1C2B61+wkxu9qe2aklcKZV0y0JzO+W/9mdaQbUTCBazgW+ojN6jolmxof+l6QuKV+nfSl//Er/id0g1cQyBH4IU9fUGwRyhza1JgXioHTKKbGZ3ZPRRLB14DnW6mGdgGEzvL8jg4RlyzOPryE6AyT1V7QnTKnHoFHrWTqTZa25hbmMSK74UE7NmxyZoI6Ys7nuMcfcvEJZpAtPck/+6mBwyQVajRoCCumQg1AOwE4mdpoOd4dVh/kXBwfqyjaVk+In53kpv81vw8BfJgYu959PX5ZM947ueUfypd8VmpiBPi/4SurSh4uuwl/zPw1XfQu5JIXZ52Jqtz2fEv4EBzW2+OFyAWp+honJ2/q7nwoew/sp+dSo5b7QU8sLRQQ/oeXKWO6iwUWak9+awxL+LKHz14BJWJ4RnprOxYZEWlF+xp7YvMdCnllGLnrMJ+tMWJ19hTvBjT5PgIewuSB05qiJa+8yVJxbGNVZTm0XzAdWadcx+gmpm/nK3T/kEqnkHXAo+JXRw/w25pMwD1zYxAYq6lGAwGHkErjMGnyeXJf8t6cNAxsGNgxsGNgwsGFgw8CGgS8KA87b1lfmm/yLWbhAgOBnlPmePCv5UjK8u9AURquuQxGHI+Oa6R0EPD9uOkwMaza6RRjcTTyjRNKycT+Ex/JIg7Ps3NHcnX/muiD4LAGEAg2nmvIyeZAtFJNhwgKHMYzpvN27l34d6bqqSD9+g0nvuaxY2ENTrEUJYcfZqe0eZYur78FHfIu57qvAgzB4h5CEdYpT3Q4h425QQ1EdRX/zj4QSDDNYOXHy5+qyvpKvLoxip9ZteYOHZX1SLyiejGHi+8fU4S8QGP0GQd1v4UtqJlRBj8fVgBPxWtIKZIcAIrxOf0LgYP24csp1Q60rA+obSlAqUpg2fP0dpqG79u+p5teoT0x8w2dWbumxhDs0+zR/yhtlWHD+RePfphgXkAhFPvMkTAg7O0wxd/CUR8yuDocf5WYIFIzS2pOmsFn7ybfm1zO1xcldm4j5NLtodvxEeHzjPb6mT5hA1nolfNGOTQ7T+PXmeEBZDJgm5BUepRdxAnfr2MvznNln8hDYoaJN3zamaepP2Fjw0+ZwfC+0UkcEkjt43n1ZG4/0Qc+DXqxtmUbCV6E8qe+zsrhp2vU2P/RrcvUd4VaLFdceBbpxeNkVLZCoRAY8sWlEZSvz+ZQuAHSdbDql7AE79APrpSkgRTscq6OaGe7Z5NCOnC8b8MqP4boIRy05QS59L372MClgDR1Kcmw433EcY09baJuX4L9bdix6IS+L0PTlOPe7RiILnSyRIPk+z3nWQN4tH3ca/8K/sQzK4ZQVYT2WTeTy/VuOcc1z3E3UDTYZ1990NV3e5kf7xvxSA5a71H4VlPQmtFk76HvLOdBXR+oZRc0Bi71uyriVzHmyMyB+mF8sWkSNDQfI2CbOGW6RqVyzcb+9oVxsXhhRRKWz086yTAHY/HOe0fyh5HP7e9ASvMW5z2FxwY0yA2bfkaMo7D4wloZ8L+QltnXqfJVUtH9yWOql5BthRvpeWr5tGIt7NwZMbMBRIcHS0i4VrFvyOckT/mCmVXFTUr5183t1/Yvf/D/eNsFE7hpRGepk0I5wq9jEsiD1mkKS/wJnFnwLSTwHoXuuAAc8TBDYTpX7EIAl8ioAn/a+RqTQx44zGsQ4ct7q418wNLI7CSIzcg0SFJl8USOn5ZhxUAbG6MwnDafiiCRqmAJ8Tc7Be2D3iHber9kV0CqAOigM9ewBB3E6dDB3M7cS/Sk3SxVTg7ivAwdEHCQ+orl55GxZjKI37RVEBSFpA1GVsOfwLiEh9EwslvxN/dydY+b8e32PyQoThIYzkPsX2OV0zW6SRzImGVA5GFtmckwwzDo6gp2hthf9npRTaeQQwxGh4uEAwUAjuMVkcoOZijQtk0L4DHmeVn23wzyf84zbINSMVp6V0ewR0mISehis09/TOd35htAxsqr5SQDrs0/RdePulNWJr/CqMeug49nCDnQtJnCwu0JqCkyJ48ATDvhP2mHxnm9LXrPXycOlGs4AwpHmw5mEqwWM6ZcjRPmoqWv6bE/B8qzELEO0pVJ/MxEpdei3aKfg5Tj8lv7HLh8m7u5isd3f7RI+1x1zmqvAd7URMTXjthRRCLJ9of3PDrZp91XMUGAwSQ1y68tdrnN9rTLZHjcM/NVi4Gn04TkLLk3iuqt/Xk61dlQ7+ymdvBz+0/hm+jN8c35BJYC9fpc2VVq75Ddj7fbDEuiJT3PEy6GCpq8/OU6Vq+A2vhaUZchnx1/SQyj9PO46B5Fawz5xshy0mfLH4j1xI5VM7JDrE8fohCp+ozwZf+X71MfcjZjBLF2tr0gudm+7JHQRiADUDW/iaI2ToOlLvBwr19neXQ8xxjr2apYp7j4zV1xFSUwU+E78yXOdzVOfBfrS9aRU8lsKvJnnMTa7aErGxLKJ0Lmd4+fsQF40odlje9gwsGFgw8CGgQ0DGwY2DGwY+GvGgLPGuJgXhsYwvJgwvYmgrht/D88HJjVnYB6PmBfmmtCgGo6akf4l3zArjSnKEWa6G/pdHWmqMxjtsdkwVVBcv03MvYMZzrzW+afz0Hn+vprWxibF1bvrrSlUpBQmsdKIb2gHqnWo6UtMhnbwjXqEwXuOFNvtuRA6jiMC4g7N4b1H0FEEBBaT/NSytvHupXJC5VUlIuR0JWzLOmiB9U/ZFk7QcgGQwKf8ZsraIRzqj2itDr/mzMifIUD8N1i+aAhzzmfnOa79H6k31neUPzYGkJ5CCvlq9ZrziwWW6Jp9TnIXX3zlciXopSlSeJ+eI4pS1Y7zbR9e/RCW5TeRd6h05Pm3rs5SS7uuw5Z01gsUkvuCXZQE3qsaj3FWJ0L1ncKwgfM34S03g/2C9x6BumvBWASiVa/QVqH6HXiai3GGxrPXCBZKS5pCxyx0t3ujefAQE9sPUZhjAwSMV2AhP9e5IV/IFELYGnV1KcU59+d+WNe/PFXOsKQ3/7755PCz5ub4b80D2508eM+CRsiV6/Cl7yQPtm7uKHV8wmtJ0NZr6gqsbUPrrFOYRaZNXb8OXl4HP18lvwEeLkJxhLPm8Wmd2LuFQTuFvgo+Ocd1bD2eEfPrWFXtUF7srPcd/HhMNKerKfjus/3SxyB+GeSO38jKb2vc4KmW7w6LlX37Bp/ebIYd+GBTQAut9qhP5fPWkUceeo0K/FZCv9sC4ApAwpr1i0RBFEKv+7Acm2fOjiizKU/p1PSnHrSQm5z+kEBEQpF+lC/Ty9SzV9ecnnSvvCaP0dw3nJ0L7eixOhoi9bpJifR7+1e5hLm2yyWn221AnGplokUGpvDXYx+n4/s8I9Tfcb60qv1hnVcIje9Vy1HvfsNZL9HP4oWfp30nb8KkfMiznb/eXD18jRwQPCPGnzhbeoe8M6z1RnkIHTxH0yd1y3rJaZKfsoxY6WgPaKXzt/d4BKiVAu2g78Qz73ClLazlJ+LlPPXz7zXr/uEr/+NtQ8cAv0aAKfB+npAR7cxmsr4MV1WjBa9nR8NV/yrmFbDNjelcCWxas4ahF4hQuHYbUNN/FneOSDuJjdmdPn37PsKo9xDY/Z6O8w1226AZ6IHs7jrhz/zp6VnOaBu1o9cOLiQG0q0a4Iyn/FJ/xdaIRqzCwglT0Fe7NzFLvUeqz6HjYRI67YMrhEoi78D6fC5gL4xcwWmxsT5S1sft78E76v2apKYeQqAYjU1kGzDLdqFUzwEI6QPISNceECB2V682LzERuLlhhxVwKIx3sBWOJFRrvK7weSHnnMDIoLYuGbhj19Y7mDD4mDaFdimmSXJyYxiK5W8lrlE/tYTm+byOVGnsEzNgdyQdYZjvnYBOXyev97h/TD3LnDZ96zIhydzMd1XGrDCC4Gd56A1sSSBGnklxJLq76jSNI76YiWT7nIl9LU+mvvyax5OuJeStJ4kncTV9Em12/1LY628wjdI6CNqHAm7qLyK7m4bcymVxa//zHruV9ATmA6aXJ8o2tt/BxDTlsg2QS+JoDUmmTKws7/qToS8RSttwWYzkZ9MwhWxrTh5sbwOD64T57o4zdI6Yht837jgqQ1wEvwTPGQDb64aBv2gM2NA/P3exf96ZXfb1oIHRX+8M+Bl8yHIv8C14CJJW8l++n2UZ9GHtt8Rf+8YiIKjj2Xfp/Po6L6/fZicd0pX7+ts6WORDsPh+ll/Ev/AjrVyFdxLqco0BlMvd/Uwl2bjXxTsT1qDTMbXNxC7R3wvZLHncE66aRm0SBcZaH7lRruxahZ7n7tQqLl7lUcbHGi/hqIl7X4Ut3tZ/7DyO8rODk0WCGwMVggd+VviPsXgVrzx+hrfb8C2Ji5yKAxfmaP/KYKHM1F66mPNkKbNd42356vftvmFgw8CGgQ0DGwY2DGwYOMOAHCLXynHJbcat5w4xp4g5ZJlU+HG+nCfOL3w4maya1Ob+RBgIgazrCeo2mPuj2pnOcZMXJ9+qgx8i47zluD75Wc2IUPHmx80BXsnwWO1grMFxPman1Tusuqm5pRaSzPqcF1cerlwk5qSuJaI9WOjSFmJ+KhxrRPitwGbbwpmCaYYQWQEc5jy9QkMY7dOGowX73XfgT/0DAuE3KcqLmP0kV5j8A/zcyIbGmq3RMiefh8IFn1D/bMvm5ew5fLj/GTtwE8svBVEcD2c9ugGitmDFAABAAElEQVRUPrvmZMO0MUL744Cp7/FHhEERyLUMyiX2a3Wj/RXXURtljSUeQiEIHNy1vBN7CtfDKiG8T+UD+t2QXKw+4KWHwP6KowD3/0ge3+MdwU6Hos68MYB8bH98TdPg2T6St/vF4j/7Q7Y7haw966g4SzuEbR+BPzSCpx/DP/8geL7XbEJwNTx5LJ/tfdWO8C7Otms5Lji9z64RWQPK6+BPScgD8kOY7vnKxzebq+Hv4N8DBwJPOZfZQqnB0o4LFkk0avJChs/nNa+byTGaB20t6kwrnh083OM/g5vfNFcvoCmq5U0hEx+2g+i71qlbxoWr4qLeF5ii7y2v5cm4YFled48OMn257R8i8HqLvo5ZaMwxD4+xtgnegj6QReLFvM0u63PJ91YGT/CwHKaR9MeU0xQ7chRo4cjGAMt9RK7RY7ZeLfswC22K0aaNbP7rcvvxaW7BTQiYRzRjRWZPO9u9QrlRnNwjQ9HkOwpilrc6c6JHUnb75hoHhljSzfAJG0HDaaratrTj3ss7RxB8M/y8ecyGhz1HNnYc2ZiasrZNcUMY8Rs4NpHT9E/fMo/bv0JPSPk30iAj9VqNfZ06/RaPtKebdyi/lt10Sb/z0bjZ6uP90g8wpoUE+jMWeLGKj0O4rfXfK7TKUWiLTSvgt+JL3CXsZyWIctZMhOZp3zOsmvMqI05och8aNnMMrwZMAybFqcU4EjVkqzXpcl/6ne0v6yr6E9m64USF2Qaz7M3xj7Q/BPT7v6N/SDy0UGegLEceAZHwBn5Nzc9n+dVveq+f+xe+8X+9XQWSGalGTaAquoxYhT8+n7tM1LjGsPKuQMhV8/jBVXN1/UMGbrQn2dFxZHeJREThnRV/SjjOU336+4LIEpasbTadREXhoaZsOez76vB+8+IBAswOHM+hEAYRHrikYxCluEoQsvzhXztB7RQ16OoecMQEOtOaqMQDE5kjOwOur1+j597QSDHFgg10TUKrXSrxC4LK77O6xLRp5GW3bZnQ7W8+aA4fqSnLjqwd+TshAI44q7mUN+soc3z2nNeQkreAMLqGFisHfx+vvsHk5GXmiZpweJ+8wSdXIQXg3ByN9OScbUUxsBDUMoY2qoO2ZmtuqF+0gLsrSk2elk1cGiOdkQoBCwaqeZ1fNWyJcsfNehVk098xie4RcO/YkbHbfbN5hLnrDuG+u3IyNUoZga2L4goc9oloa4LGQ+2EnZsFMIewQ4P7enCS5e7GnKwns74QCBOMtAXGssw51Jye4y4wKQTW9I8mXFrwesVOP8+ImUbPz2VHGsAKu2FqOxfj+ZeQ5LOdz7LRqmnj4/QbquEjhk7OblZojiBWyI3h1DTbbt4tU747wC3li/yIke2nxiEF60WgZmecjKdvpsautd1180LP7jLrqHdRAz0wbgmxzmtOanvYMPBXg4F1H/kiC1XoVvTJ2jdr/p8dTJUOqLkpvZyvGA/qqGN+jvfcg2Ys+VcasiI5Mc+RQkmn5ksOQwSyDJatpmHZdLWM9V6/59eZdhvPMSEc9J4FaMbljn9ukvFj4k86taStv+4s7fS8/DvDTEouNMBLOvGV6SzzEL8kbSyBeL1nXjMC7xm+lo/gZpHYdnwh58CJu1Gh1bHkUftXl6NMrfP0iQ9zWZY6Sn/jVBdjrvkxImFug7uTaRZesehNJlKOBzWGYYUsnSkFeEuS9dOnuK8TSyxY3zInJhcBmGpqwEPLZizbRIao4WjTto91EoQ6e/0UsG1RNwxsGNgwsGFgw8CGgb82DCgUcT7orOIYpk9lgjt/cAYRH+MpuFTM75xtaILX2VrOxHgq04/kZ/hticvL5v5EGLA+cr2T9Wi1BJ9XhZeo8bruYM4d/Dn80cjaccTIDuWNvkGTavwPeDj/HwLGf0YQ9FO0TtWO03woG+mxfjdh9ldz055fqHDBuXfyXbLQOd9GZOGnWHus20bClcuLAiOp1Zalf3wLnmrycltMpjYIDRp4uFOLtmD3T2T0T/Dj1Bz06D0Y57Tjkfm866rgV8d6x5K7noB/5DdixbrKdVg23AT4z+7XXmaP5AJWYbZOPbotzj6ljNEnoxx/pG7eR5v1X5rDxz8jLNx3+XUK+llDxLqSuNaAvDdTjdoKJNuPTcmvrhMznM/WqTHyG698M2xuApC3DP8Vi5PtHp7v1VvN/uEPUQZ+JYQVN2oUwjNVs1B+fDeq4BJZcKc8Eo8vCP/ZHyyK6+zE44Jb/bRY+bumR07QPvqXZvfJu831AfjVIFSAFZukPSaP8shLFOfhsjUFmiwbznZXHtOj/Lq2DNPpIEHcG0jT0C1nYo/XL3Me7nfBLYI4jj7UGHCntBjtRvHvWcUhhF9ndJL6871UHkC0Bvpo1rT8Wy/bF5qVKDqNH7/TNI9+AmxumH5I+3MNTQEorILMmk5ajDS1HEl80l2u5sRB7YsWTXyPaAR7DnjbfR8+P3f7LdqPsMfxU+GK9iku5e1LVy4nHvne/SNc9TJUtnvPHu5Js8WKqQK4/vCT5kpeNtYJRuiPymAtWuSGF650l2q7fKo3+UfEWLtsD9S1pn0pD1iE9nKObaOA9CvNR1ga3XO0poLpkTAx9JKAxVXLXzxkGbiJvPVV8qr1Yrjo8xFHKMwPLeMDG34+4lxxx3/qdQzT7iinBX4tH+UkQ+tofen/dCd+E0bh8Ggt6UWDZdwGLeBJIbAKk4w78npahJsT1ioyDnIJ+phjx90ucWBblIc1oql9ZCw7IgRuOeqge/wxMjgUIa036nQweKBJWEzVxOulh+WtGVb/ej//TlCc7VCl05SNELt/0Dzo38QUNWa9aata1BjpwxNtKOiItSAu5nwznUxLGi9VqtIsqcSvOeP4fUR4KK9ibWFyw4D1US3fRduPwpB+puX9/Aroi/+SI0Pp177+v78dDYNy2sjEeCInU1sA5Sm98u7z6iqfIAaZvO8DyLHQLWe3tmikNgi3HtGgj1S2ds5DO7SEz1jP/rs08IxbYc9khcJuxa4pNBLd7TaiYt2xs6zDPHWeY2Hpdca4BEwpmS3nKc6Q8xUPCA3JZ8duIjKO5vUYcx0TO7TUcIkdXRHj6Wk/JWvwbAe37iAo2kPfY+6FyujRRG5CIxmAeLexCqW/uk+fs402y+15rx27hPZM0HYI2Q8QsAODatOz0xD4NEeTTOj75JwQZn0CZ7zaITBRDHEeGJT2O4Sx2M/XrAcNCuG+GtZ0YontXF+VSJvn2lUMrP0uPwfxAlF2zNwRx+4SzV5DLAcmVwMmcxp3UjIQyri1rJH/DAOf134xeUjiGoxodn2p9j+g5Tw4GY9ztF9GaMlASzyvxPAavgK/aZ2kvcr7Yrx1Gj6bThJ3a1K95B2mGva02SFw/SHotP6El4knFaKYojSjiB2plIqqhMfxyYFrwDSNO0ftB10DAaNqsjT+6uo938Inipblq/0732pYYfF5fWWILA/tm7oQuKBfDCx97Ca9aj6efkoxPG+D0sZioMZb8t+eNgz89WDgT9W+a1/9fDFZ6UP2+3Ve5+UOYhAB1gu0Gj9ClyhJw3K+s6Ri/FqmNd1Z57l+XodZPUcaq3fHK+lY0Nfz+LdLtQ5xv2cFvhJd79BFJsKe5SPFZzLA3WdDECbcUuJ8PXsvoW7d5rHmnuEj15IKZc/FVMFLzGFc+LrfVfzcnWbQd0PUicJcRyVtxqyMTxqE0aLIJCOJMYFJEunnmFbntjVWvSeToL7l/a6wp6Hu+7Yum+W3vG7KYlHEXBVbGnFFGyHjhZFWS26cLGE8bD8bBjYMbBjYMLBhYMPAhoEnYCDmfqyLJzRXRnlUzIc0fxobwZkXOffxTz5VLtydqzhzdI6SczbPpItzIZlLOq92FjnPxZ6Q9/bpi8JAnV/m3NpZY145Z6xfZ2jkuMODahEupkU3Nx7KL4F/imZcO/2Mqv8xGnJcCIV7zBErNO4R8o3M24+ai0UVSytsthWVbFKzybl3tp/Mq8xbWYucQGKQ9ZWBSSrn7snLZO4ewsSvor32NYRDmIbGRHQ7vUnb5Wpe4Vmrc1fw6EwOOCwT8+qO+XTwfqLgfEwwai5/dvfsSwmk645YtwWU+vEG/gwTKGO90PYc38al0tPx+BPw9B5lRlGF+hEPs3CBevbZZVOtlzntSIzkvfuT/76AX7mA9HPlBHrU+iMhTRy3mEBt2q+C99e43oy11qiwkHhhLZHzbsOaU6zT/hT4F2phrRdwhVeUhnKplKa8ALPQu/e50AbFLDKaXMRzswwbDcR3wF/XponBRIipL06aGPUWnobLsFVOorxFk+VuRO7VNkWQvutRGPNMWNqq/UiRlkpjs6aklXaSy5Lfsz6d0mr7a8KbbYryRf1KA34LFOAD2cKO4x33aqzSvxTa5UZqIoZCH97yVaO8QrO0Xd9uu9KO+bAulbKEOJqJzQXTiBCYuxqqA5tT1JCWjzzyowzps3PZJsiMJG3f4B650UEhHjxszdbvad87BdT8KS/L2rwPDJfDBH8/yl77k0LPF9LKqRr1yG6OCg+j32geHBhtL4lWoMyHW6kbgCubCs/gKes272LbOAabMB0/abF191Hz4ArLC8NL4FVhsLwH26YYPs/h/N0wl1zCl18iR/IKCQI0SR4McgbOW350+Ji+9muwav0qHzPG0+lD8mcoE6GjfMA5YSW24aiD0TvvPTKpHg1nMiBF+zG+mUE8588azpX3/HjXd2DECUE2RTA2aj3gy9TjS80nCKHHHRum0KZvPH8cBUIxP2cv36/UlamkSzzlMxwwFGdvUBDc7x811yjoOT9T6K0szb+MV/NPPJSE5lvCNr/OD/1Xvvzf3u7ddUFDCxXwgslkNJF0BZAosyCqwjkncwq63hGEuApZYtdIMRE8Yrqj4Zzcge0c/dGdSBAXEfCc7rwiK8NupLNOYYMbBAGMBHTigO9Gtf7Hv2J3FNqcwNG6syOI3AKAxLlWgQPF87oYKMFtqG1T/v3Db3ImKbh2coU5P8ueO6+eN4fTeFZydAUEduMRwd3xgxiwd7EDwrM18jBpNwFWvD0/5mveSwqJMxs3ePXs192XKe9jBg4E0iNnK3AedGhmR4Ovg2dN5/yeeK9w5tfMoeno3J6D8clvQytXUzFjZ4c4glvCBCKEq17nafue6V/6cuonnKQTyXrGheW7oky0q46JZ+8A9Zj2jLmGo7vtJJoLfk/TMqnSYaNdmZZpmyra6QiCDxKu4RMGGc7SZpI7ovafbfAc3vL+1L5zHu8WRLOHIQOcybN72aHDWStHTIF4hq67wHr7E4GkAzVsjeyOQMtNgfLyMXap3LCD9AMI1oFB7cvModjBEkQrQhNKAhfJzvckVuZgUuUeb0scNxOAvdVfppE+4tO4mbaEf1IAffUtdib+gWdMstMee3bYCTV7M2rkiBdZbT8bBv4qMJD954svSu2rd+VcO93Twj05/iIQOw9Xy13z4Xvxql+MUelL/abfCf3RQ3dCZy/BXPO59C2TgOhAB538OqbUccVdrOU5KKjxlzTWsNZU8n6eX303RrkU+rJzeTb17ALdXZjQw4q3PJ8Leh6FrvlWGGASMDcytfol877wG/ipeV/4fssrU3TDlrE8n8bxO0wcOydkIS5e5EdlebwvzuwCLvCpW+rxHFLxIvyUI8oOTsqiVTyEO6nb9Kq/dT5Z373XUkb+Afz667M+ZwI553Q5l7u/W7V/0bJQG9od59VZTkPFvzgosJ+DUeew2ZZr7O2+YWDDwIaBDQMbBjYM/K1jYIq5IWfy7TnLk8vzFzsEN13/Cut0NGfQ0tHU7iSPQ60veISDvBbmTR6HNSEEcDNdy0b8gfX4sHP1nbwM503znOxvHdF/seVnVhn/8mkVIMpQZ0M/SiztyFnBmBCdpneYn2I6muuA1lWDEkMPzw8zffjLyEfhxjahUMjJaExl4aMp+CJUzltZfxQ+z12oCmUd0sg5vDxUY9IGYe43KEx07Tdou6/Dj+PIr/6bTbfn2tmW9fsqGalp6VFnzPnhY0W+rrtWE+R45EPCdBckX6z/OV58r355T2h9livnOqdjTbTDnPAOE96NpmxvfhFnSvbyveDjqendDah6oM3ZyZ+2r1pq/lfoOCloxUmupgwaFRlxUshp7tS0JpPZUGJ99NCT3RUC+vab4P1FLoIrYC1RY917V4YnuX8OL7VAc9ICZRn8II5Ryml/jgniXzcHzsMdjwqn4C9fE2Zn+yU07Qh90YgRydxK8zY+DW2wxLhP5uk6lI048HwnhH4NR2fu9vCWr74ET/hlaCw4Q9u+OypslX9wIaMA4Nl/als6jzm3rVhom6dyGjaCwHe/efQupuIRkEsPgK1D65HBgHeF597lt9ZK9l081Pd4vdfPyPg0YW0z+nD3Cnj4EjnsoESPQjiuWfQd6+OkJPdK8t6Bgj+ioA3+h8pZ0/QuhXDDC3xsyrpHQK9GsLKj89qoa++o3fnj/HARBvHjRipbhtR2RDbV0QY8VnOCZ34c4ANwLvHEZhvbTM21ks27Uq/1W8djy6VfvvMssCEo/RA68XOOgP4d9GMHXuX9W2/SXFM/z6G+R6++WKbbnuQ187rcTGGbf6nZU8b9AxREMQN+Dd1CczBohOadn9bWa/kiL8qGbBxIGW/YODGpxY1cphl+h0Ibpy1z1rEbOBYlRMJWBN4G9pl9AiPAwIBDW+WoWTYnddfcmTc11F1D2WLDgviv6LNfVJlQ4Hj+EP4hf+0+op5+FccyTAjKW4XIO61gFHpfIDWm5PRZSGr/4gvd2wpLG2xMDw6SVL4q8OQYyc6EHuAyYXKoMJaMvVWv9d1ChnnesjvwiJCuZXdQM3GGK11oRAjTKhyksuqOIncURu0HwZB4ANsT3OUKhHDY1gIqm5DpAD+Dz6hZ2/Hn7GJRxZ/Bz8ku5Z7YKhaCLQoZZbChAkPm7m8t2ROAWX2yX5FBRFPLxEPUjxCNaXqFzsuX4Vfc3Q1lOBtEXr59Ghcdm3J1TsAo58DA1dP4R0xwD54LTOM0z0pAsnyfJsclBUmXZY7yQsBsUx2Hfg8IEJsDwlp34YFTiywTPMxS31m/ie91/c4Nmyx7JpfdhKmaCc1bNXroEEfOAknNHgZm6s/OdvfAk+k/veRL+Ubace4co11ANDU/3WnemAVSc3RixaCIeRxCUU5rmTzs3NGWa04l37gZTn/bK7AzoZBoTZ5DQfk8NN2FmARr7ns1mcAiLydpzx9XDyW/lc9dj9FmbfPuOmOy3HSc+8AAPNlH2YHSYZ4hNNdJwHaWxDzTFwwxFdjKQgEaoZxkcqD9gDloyza27ND00HnhJ5KTR503y1jv+cRvTStC1bqwDZWI4b/+iRTw8J514MCqyfkjGxMaFrIuUKbDrxBoY1bELY2zc/F6V7pzoO1hw8BfEAb+VO153a8uoavC9bRwl+Lql/ErfbgdqqZf73OUk6CX4q9p7Sr2Kt4lmGtI7+sLehpCSuMw5kFbpZJ1488q0YuPNdXbH+uXCkt9LyFjUimNlgZyxQJN6lbHkppixk8BMMELva1fcxwrdL16XrrHOFTLfSnAuZ9hyTtwo+C3avs6ZxJHziV0l8u3lLbAX+EOODKmY6/znRyrXMi44Yc5XxGCZyjir+OUqPUWcevLhXu2lQsf7u3lvDTbRJr+YqHAYtuzZXJ89dtS2lo/zm81AzcX+yy/GuPTw3eW8Pa6YWDDwIaBDQMbBjYM/EVjwLlED5Oyv/pf4DP8N6aK32Xd/wZsCJnOr6C58i3O9Pwu374Hi+y7MKO/z6bw78HP5Jl7u3sLvsu3mdO+xlzk68zY4IMw39QUb5g2Za7l3flWzqPwD34IYQJzMLLL9Mv3S9d6/hLPZ4Fcvusf6ZBGhnfOWwMSINzar377LO41/ZLNX9XNygFHoXGEMETkak5Y05aaFkZTUqGQAuHJTf4jQpLhHabuP4Ef9i57ODnyDsZ3D5NHLAVvhYoymagn0+aqz94102nVGb6G8x4pwMcximuD2LQfable8N10Zf1rplVlFzSwOFMz2jGmRgctIWJCs8Ek6HDQZKhahAfi2lblWZq2idM2aSryjORjJuTmqbMNfbH1Xef7kf3Fn0BIwi7MvMpL37NsSDUV+JLt7+BVcjTg8B98/3d4o5wvitJKaHijhZflzcSHwGPiMvHuOmzht2VupT6MgofhDONd7Gj50/qQXzpSDx0arTtoSQ8/8RrtwnFQ8w8eYxxvI89NoTV5ENmk1lembfqfsQuYb6eZ9S29Ag74hK3CctZjE+crH6Z/bz5B+WjCpOs1Ap6wPGn7CcApK5Ei3qociurW68tK+SJ76iubk3xrNtFAJwcqQ6GbZnK7HjOybGbomzfodi9gTRHhn2fzEklBl9Y8Z5yR5/Pg6onty/ZkhQbvAJkCgifPj+05M3zSzG73AZt+OOaPlrZDk1MFQq2rKhT1OXm79iFhy36aGMLjPo44Q7Qh5UZY3KQNtZjC7dlQoDZuQzsOM9AA6ThgO8q6MC8BDyzfJ6dbYSQFadY3ecKeydqhTd8itxkOyh5o18hUAIw8vTK7qphEbDzsjxWGer+VVXoAb6ZDWsjAQpkNecYR/v+uf4P8MA2ulqyauuClo/xR3ohtOyD9KPNp+kv91vxXd/ksXLajHRvwd7ZtznqfEHg/QHA5IQR201cITKNdSv+sz6QJWUbzq2me5n37zXqRn4FjTDHaELhzIwobRY7fgj5AkynL4DEDYXmCYLwnfm/X61I+gtvGcJoR70a0tInUobkewvvh95jyRvGUoztTPmW/laJX2C2bz9bb8zpTk+YpP0FP3W7MJrluwEotNM821CoLY+yJkcTsVu00+TkVnvgIgMpcbpCdcTwDV9uijY58b3eNXA2ZpebIrZ8oB+W3/dsy7uv6L794fPtx8y8cq/ohlXDVXKP6vYuJm+I8kEEHzORKJehHJlZKgmgHseObrcjLKwEhqAQSZMQoQ7odWqg7dhVec0CzpjtSyi9Rk9gSG8FadGIamnEyF9O8n8sGYXigM0EvYIqdD7QP4VTLYoSg3xz/tRn2djxUxCFg7lZrg2pZFvK3RFF4q+vZnPHs0NrSN7UBD4XAOzr0lQecD0jwEfiNDM5hEsNOJbEol+U+adz3zD7wTp52Upv/HjPMN+zSGz2vFkI9Yh6lw0TLxEASHSua4pMSt1MlDi/fl7iZd7QGykXZwlb+q80LO4R+cRaEO2no4NpEN80qHI2OG4heEruUp6MR/8Ltod/irUPo+olnkzACtBDlVvPJBFJrRqh54MfrcvoLc76GO7+bSDqTciDLcw40J0Abob+4w21iB8vjHaYxhCW0l4APIhd9IiLahhYYfIo6Lr+OZ0kYhB1zO5ydiwFl6uolBMxMakkreprFNh3TjLIZ7wmuhrvH3foTLlGbQmfai+fnoj3rrsER7fkdZ1nbNyqOo0QBOxGzUIFtQ0RTVoMJnCl0Hdk12g6czM0mkI4BPRYS9vGI550HLu/lkSIS374RlxllZtbuyR9tIk1LSLX8M46Dm3ji2RmThHL6RnOFifKezSfN9FtCFDMXxIi0I3xgmPfNbRj4S8dA7TNf9P1peKvwPDlc0gLpARQlaIV0AgIV/dk+TXyvGMfqy7r/xsfIpH7N8OFFWst3h37H7XQJX9DvoA1+qGOhISo913+ORAISaOPyGLudpak5R4rFCnOPE3pmhhUV3Gtq0szMe5V2pFp/aqQKR/oHvhyX2GwX86fAm/hgcQTOavliSkYUZ1held4uZTlLV2EqgCZ8tTzAEMG4W+5wFa677qbgHlcWAkXwGRPfGNuTZku9F0zkc5y7FPkLQ/1OKJJb12HgHlhi56obwiwbm5kMI9Ru9nMRk455K4gInPH90j3SizGBPC/cEyMluWe81XJr2svd040MKcYjTWnReHherlp+/etzdAFCidFzF83q0ofzgNv7hoENAxsGNgxsGNgw8DeFAXlhI9pFzf6/Isj9IdMihBpspO/Q/G1D+IApUoRoamA1mHNt+7f49h3evS/XhICi77+Dhg3al6F1yXP/A/x+AK/vuzDuEWAgBGp7+F6c7dhpDTCUQZgzOkdzA39cCBnV+mLeUpnqOed3bhazVO7O15jzeMV8rnwrcZY5XAkTYQ2zfv/snv/aG4w4jpmzjHuVc3BOg5MHBlKZo3bBo0ETUAY3jPZp/BBej9rBP+X+U0L8DKHfO2ixvUt4LOXtEApbj/4Fr8w1kUIj01MgK3OeduDKxCkwX5O3GI8BQK5fBCT9PLszhC2koQDqSBoDfF3PtGzhYV3RBm2LTft1jhF+temvv4nWOwJhwhzRKGx6NetcG8Brg6+oZqOJx1qTNONvbkO86XePi0Q+Z7esEXwSX4kzDeWy0vLFDsWaQoUjz3CeDpz5eUDj7/gOfGkE9h1acmDbvmh5A/PECW01j4UkDQVbgQ/8TdN+mHxCvMNZR+YjzuT+qT3pOstNIAgO4SG2jfThf276F3/ARpKvsoVAQTB8aJuW+bFCC0GhsMQaLYU0AVtm8pn9Ainw3L6CVxgoY7UYgk/LIoAI/Tq024efcEbwu5wR/H5zhWZhaJQrfQR3cDYphyCKQcsu/7eulUte4ghXfxNn9gWrSQEP7Q7cak5b3nLXvgIqvtIcrtGQfPHbpMrmBvkKaILKG1WLmwopaRrPdEoG3PNLfH6mH9u2sfOPx9iozQ1cOG6Ehj8bPzwr+YbzgR+Di5a2ssd6pLyAUVrBub1qK8Z6Xh6sFR0ALVC5Br7TUZBoUgQIOGhP8o13LWOKZqEZKwwwoGBk2p5FbJ6gH+c3/22PpnP5uivvCO/HSFd+hXSONFUaarF4gDD4ATgZOOqyVXmQuk5+P3VukaIeQ4LmC/945gdT5Vl8FL/w5zX8/cHfeoXn3yE3Uamt20Gzrv6JcmvFlQ04mBNuhlL3gSczxZW0kh9DinODECmRQwTjA6+2tfRF1JxRKd+INYehfZe2juIWmvsd8wI1Z+HigwfwGXHlUzgenKdbkp9vhhG2NXxmav70jYDXnk9ZmIvc7L+O1Vg2pWjqm00rIVeE0RFnUgewtoSlTpPbX5PPt6RV0iw3BjiKAKsbYI7/hs4nsj7Pi2ejgjA55oQsE7oVOIsy8am4J7bPGmi+UybrwrLyr6a4GwV2u5c43/tFZKxfbR5quRbZTuMxsPQR6aRtbckn8amfOEqZDFhH6BuySdq6ZxzfMGaNnm8cCm0EBQbJbVgk4MV6sqakXcJz19V/5cUvvT22nI3rzgJNvUKE9gpDSTwJmKWjNCRnWwonbPyl81sCkO/nvyVzOo/2t1sbNoRfgavaoRM7G+w8E5OHCThkDppvbViZi7+ZDw/3dIb3Mm42wuwLQC5yIZ6aNTjc/I6B8LdMBmjgBya+CGmpHe5gUzvbEZ/wtWPx9VmcpU7ckZKNi9cOIt6GTfK/ax7dIPDeqcUKEQM30eCfJYOLYXMgcAAzfzUvDwz8HWfxdtqXt4NRB+5SkMg82T0L3sW1V/4m7miGCIJ77KGPELJH4y9BL5MtzQNLsGOiVWNE1Hv9OHASm/hO3jh3RHMzdPYXWGR4LoG9IbStRH+tQx8/lbPD4shbohGP5NlCHPdMNHvPPmaMG9BMntgllYTFthchy319k5BRBaQR5zwQ1AlDx6TIM4WPmNNRO9/zqjWpgpSZ8ma+61Q+y2dTr/3c0noOw47dvTu0dvNM4PehFRweHxOCSqyyr+UvCVComDwGYNl+sO5AagyeCl0pU9+yg4pdP9knDXi5XNbp/ZwZnIelBHibhwNB5ECfdvOFRjyaHeeRj2hbO5kC72leKELdAc39INlCbRjYMPDZYCDG6kgq++Wc6tnrOf1YPi9Pl+Iu6S90bw7HwxLbpzV9Wb6swy80KOcc0pWY3MXEUj/indCpp6Vzx/c509PvwbBwkuGE1twkgOGYAtZH/Yvv7Vv9Uu81BO8z3Cs8rNKvIS/eLX/EN660WFyk1m9uwvK9hIk0ax4Jxzk0SwlquJqr8zbnb06s3TmcczkXDYvwt5QFeBb81PjPdi+jyrNFWoXOc51cTLERyc1x4sSxal6IWHJn2+flXCWyPW4Y2DCwYWDDwIaBDQMbBu6BgRBUBKMeAdn+H+EFvR5zITlGzomSoc38qfDrRuZTCiWWC/6RwjL4SQ3nB+843mnfq2VJOgiLm/Y7sJa+g4D5u9zfhLf6ButtBMEIiVsFyg3C5e5Vrm+xOH8Vf95btI/xnybSgfGsMM55rJvfVV4QFi0UBgNYZjxTIzWKQ+PMGZLvzJu8QlDsVNB5k/NOy5RTqYhn3M/k+qufloko5+bOdHO262x0djzmm4ioYeQcKRBG4Di9z4W24PgLkoH3d/glzOyfc/GMskR7xFQxxwEqTexpX2qjybhWmCMPKQSC81zYaszcKv/NsPr46906Ftr4dQ3Eu2sAxQDynVuEaX1Dm+Os4HZ6i4+vwjtECx5eVI/53WzvwMIc3BhZZlJUKBwCrMzNHP7cnJBFebllX/Be2r2f5MFr9RL+2wTexX/XvgO3HU1KLfQhxOvBNao7XIQN3jA8x5lHXPqV+YDR6E/xnD/KIVP4kjiyqqyVYOHZX8H/pAlWhUo7FDGgD133dfzZhELgARyP8OKyPyfvPddBX2Qni0JEgSruspyuyQTTdqEG/IeQpl8AM0ctYoWyR24QfH3KGWtbyqJCGQghLfGRbm6/5b2WLPmPtX/VGGYIESNtj1T0bGs1g0eEgAOKNMpJ/M2WCp2UNxzZmV+mvORcMvxUt0xTfJhuP7pxI+UoI/zurv8A4SwMcOSKe8+U52sKuBX8coUz5v2hUn4hCpVixOZo6T+yhL7BiiwyqhGhmq11gFfecJat2sg8RE7iIAWM98+vRCReicN9jh39QDg+gjePSfDj+2jo/iK0kVuOa9Scuq1cwWaWV4FkUpGa7lz2aBeLb30yr6BlIDmf/SIVkp+hshlaucOLzeMb5EW7X9MukJnBN+io+5RZGVwYZ6hNAHf+LpU0TnzkUQwDq3x9rDocFO4rf6A/RrnI23QTKtKfafJ5+Up6801Y1q5maFpLe+cRWKC7PbJBhPvKOkb6z4AcREsBxopjBBLDc4I19UyV3ygQ6Uq/g49S8Wj7+6T5BCW0/U67JGxIQfaY1uAIHzuKDGOKFcY5m/s/lHo1udTQBz8ovSrvmEa0nNm8MfQfo9mO5rzlUgaGWwTApSSlYhJ66ibaIWnRjybq5+hZyciZXnoILUWe0brxgqScp50SZuv5bocJ6Bfetse2IwefYy74eIPKtKaZ1ZTQJn2NC1xOpqykAmJ8uZ/A0hi1oWRsB5UjA0KDJvD++hXqgcOuNTErUQlaYWGdSFiAGYoKzTPc747rvoMu7Lur1o+ZW4LusLufjvLb6fwT6cJfKvcZMicu5S3xfAyzGBCpDnM5PbugHrCr50iZOdCWI9/UaIURSPiZAD1LZmdhhd3zIMR87y43zPhOaJd27Pzw/BYKy2DCXWJTGtxZErzejb/bYU99JL6UhDwVyH616R9oVohdMwgCu4EzWL2Lm9K4heH8Ok1x/SZeCe+AG6Y6IBQ3dG7S69k55Rm2R747mcgsxMLzuNr+1ngQszqFtfhLaOjIO01so9XuLqnjATyjLTvXZ9SCcYTD2OLFNBH+hjDcZ9LNlRkE3YUM5nWifWICAFPMTlAdCNQWvru+SOZTuJzsZAJCmQtB+kSY1HmINvkfGPwwvc3mib2TdP5srwQkTNZJxHaSSbmqizqwvNizD+E4ExvPBB4x1xN7VKirOrEIWkzExLEJX3AxoUw81pC1n1kv6Wd7kl5luEjPNuPiUnxeMWg/YvNAnGWhVroLzcStoT4vHF8ozea1YWDDwAUMLH0wqcESZKGjc/9fPkaPz9fzeCV08V7Sh4TdDrpK55wOZeDFgoS5GcbJC3MYxl0nuLEPW+IXrtyDXhb4Y7GAfxLI5V5iXCrb/CkeCtBBD92tbLo46J7OXdgxBp+V7ew1wuaPMK7hrSG5n5fDCNDTdPVeXs9uLi8iRGgLSPHBk8+xkcjJurBWPBi5wpAJnacuc0i/iBNBCj5jPuCk2rlb2cjHPXZqR4yyOCzjxwx+ZvPMv6VUzxwvhvkYp8ADCx3NjIVWtHiKsmXKljHLfoqPZ85wi7BhYMPAhoENAxsGNgz8zWMg5xTMULWYtv9P3F+LqVxw92IeJl/Fy3lWufscl6t+/phbGlStEzlMml6c2DA+esH0HGAax9mfmEud0CLyLMMJzeIGbeCG80Hb/VvwS74P7+8fmK7+Pf4/4Pm7GK9BU3D/GkrBCIox2ThqYa19HaERd/kQ8AxGzEwPHm3GzvIwE0r+xzjGTaEIc7/eO3NCyhAzKeB0m31163l/9fOeeFn73H4O9Nwz7O3Yf2k+T553XsKXfiHQch5r++DuWZ09PM4ewUKDuegR7dPx8HN4vRxRh1Zwo2YUWqktpolDWSD4NiQUPDJ5mIU/VCbstr91HeZqwPWA7THfhCNYUoFy1mJ45AYGtXxpmyhsNAgi+/2bnLn6Rggl5VOqddnCa/Nc69CyiwK5Zql8pVxbRbJ/Zj+CercT7oS9RfGmhw+s1vaIctDN9BOUhP4VHuof4Ov9jvODf4+Q5JPmEZUhz7pV3Ze44jOxkPg0L/EKcuhf3vjjIb3ywXoyzqQ2cc/aGN6mx02OKLb0KOxcPVQT+8vwwVESIrK1nSZwFaC6js704+5zOOExxy/OSU/cmKDlwgaLmhPC32ZACPj4A/i9tOEwWQtvMQCVJipD4GUFeG2bFYsWwc+BQ+7nLpq7Qk9lJfC1tdiwhz7upY1qVVOHYcUQ5a7JiwghPygJrbI+T/pTv6dQCuoa1kSRGyEQnW4+pP0gS0GTtFcrGgBGLI5GXbk2hzY/i6t93DZlw7Lfq5jXYp646bAgu3+1uX6BYwgYbzxCCZOuhHDdT3+ljcfYhY+89kXIRlKFjtwFS/2+4M+n2ndMW1PJ1v+vKTea4XzdyXNhTOpo5zH2ED7X8nKC+BYdwwpft9voGRbuBJTaTtYhwyoC4189M7djvLvyTG8FAtGQrAs3adAHSS55QcJ8mnZmlClnmAxvOHEUtBseVrTnEX4/52B3pT5bjvYMoT51QInvSDtzyN91Cdb+p8+Jb6Gh7hDuuzGkf/iNHOORE9me9mx8UMvc4tT6DHqzSsqS1tLG87qepSWYUD48UniPtjpyuOEK+ZeVF4MDWGdOk7wo8XY/2FfZz4/mbexsr9INNx8hb7hm/rPnbG9kQwMyMGVxliGd9ZBX8Ti5CWIKtZErhYLhz1HEt/6pE4/fQIZqnUQdzuW2fd3t+pcQACu86iEyCgvVFr3hLIdhZADYoy2KIE01aQVpidoKINBEhzbx+yDKMACjdJeKkDUaxB7iMHloPAOxdycIYUJXk9CQtp7GbbM4J2zm+mmdKv3WfcuOnmbiTN7ulwgoX6Ls7CnRJI2DFMWOnU1RSVYU10kHfjIUlZBYeglztDMnpU5seB+GV5urK3Y83MgAZFAJwmJDtbIzK3M13rM6yY51Yyk7OuwOAnlgJ97Y/5pdCJScs5h7Go54yPTNpBKkjPuseZ6EF08kLBNak9AHiGOLCV41wYcbTChoc54wdgBzezZnO4RYjJyVAFHYeWZuy6629j2SYccFJhMObGCItO3U2cufIYuKh0tREmYyA27+GGg8G8UyhqBbszMH/OngDR3V9p76yuL3HMc1/cR3thcGfAlGEFiFwJyvooazuxTZCSZZcXH2PG2i5nbfu1WoOY/RwZwzDzoHgJGdVu4WhDAzAlJu65iAlDPLxy0GJd4KIXJAi2/uoup+B9bcwYIXCz3LmgNkxjbk4gx0yZ2GihDCEM57fq/5p3+2tAGia40M7AB6cGQXEBO3Cc1kd62WWNx9kl4taWUa2++GgQ0DXxQGlv573t/P308hWr4uTychiveS/uUx9o7YJFW/lMUNFExa6Hib9F7aUceQSkO849Y0ZaZZ+en2b82nfDHNdfzIV/pLuNUlfYtcY9721FRvB5jLV/I/gbOUw1iFvvNwIQ2/J7z5Vfw43+MOQ0hc+Rf3mNhX/OAV/t7Tnaee80G/ZZzc6OPCz53j3hlDuYKZELAt89d1ijP46fnMv84EnuxqvhVn3mP0AU424jFvcAevc93ERaa2pFrb0JNz2b5uGNgwsGFgw8CGgQ0DGwaehoHgHcibgZ/Q7f4R7a1X4So4nWPmwVwv5zU5h8z5ZvLrwkfmumvjuJjHxRyPN+LlMSrOcVhBw1dUYzfMBTuh4aoaxCN8hFEhnMJhrItNaIxNMEgnhHIeOzV6BrGawv13+fY9+ATfR2fkB3z/LkLiN+FzvsEda297Lq2+Eb5VIKBAD56lwhJNz8oLSkY1N1zHfDjmipR9+Qto4YEKM9xGLl2CzG9MEsEO5QneS3yljJa7hA2v7WfGgIKy1AaVlwX3TdxGq7JtKVyAn+XG++Y3sIrepSX9CH7Mj+EtwZ9EO7htMf+pyV00RoN3VKshqibbZbBQqZtcmpi+VaXiRM6x/bCs78zXFg7Tn/sQPC00TsN075fh+WqNDm1ChL8TJs5H+dH7lzDzC2Od8xtjI63pZdPONkHenmGZfcbMs01Ecwlo8PtzcsF7V3jFlciiXOIiuHjgR2ECPPDDz1iSvA/kv2oe77GOxxpFi3kt2v6BX8oWHHzKa59PvnYixlrIKir0IZERvL5cs8FHJDXlCeYbsgXq2GP0dvTtTqsAA/0fXqoagGEWGUis8Tzn1efKTTTvLxDBUdfZ5UPDEB6nm3Y7Bb9ouh+HHzWH/qPm6lperStPBWQq0oknSgCsoZEq/bQuslTx/WIplK+4fpfOIHQeOCJoCF4pZ4qiDdyOCMngCY/jQzixKQBWhiOGpWPiSwhDMzjapjl+hg64sk9ripptN1ytAkPPAB9/DT9+Bz60wiXVzI051r1niUe5AhrbjW3lMmS1/8ZXfrINwY82Fn33iDKPfbfxDHo0gqdHvycp6AuWQVMxjLzIbwxmM/DFzmvzv5xfxc7t79aD/Vt4LU9pgwicG44TbRvKi9/ARicGJtJ37JE+0AYq8PHAS0kjEqKG0p3CUygc5S15cvcoVUNPpq3mPLIjxN4gQmVKNXWlpxWXRT5Qyl2AKHl5y3xrOc0v/ogeVja0tkG645Hzr5E/dMhWemRINwigd8jG3JAQdclvzgWEHxzxnjAEpDzf3xk70xBvKIRimWFiI46a3xMbLHp4RqMWX4urlj5uly0D2N+oCNIQZ6QMSObR0189t/5w+FVzRAly79EXI0eyQt/kGBktaJTC9FBQ0OfZXMaw//JEX59QUnQDzGMtUGAl5ar1LHSOZeVYzbSWkaOT1DPgnrOzPisuxbWltW/Tz1HUDSsb1P2RcW1sPAJVWppSzawN49/t+pdefOltkWTCYW7DXROYeHVQPhz/HzCGcG1HJyYDQew4t9bQYc450q3A3Z3J/EVCtmrQmaeVbWdC2MxujpEzRKY9BBSB7O7ALhIJhkSQMjnYiND48y5yP4WLgStSE7HkqR37xz/GJAkEuoGo9JoXUKJOPmx9stRRGZbhnq7CmA2BSMBsmexwVtQU577R0K9faQ4PICEI3kd3wTmwmA3hHTyyEdwz0xKsNvyoIRrhEWH76CCiGvzhk+b6pufcFvLUlj4TtjhKgEdhm+uJt+d34IxCiDfNMbeQyAlzHw/YzXmF4LaxASNMZHjkmc4GAMHIJuTTq7bghE4q4TJ8EDDq8CPPttAWs4MC9t49vH6MXVSa5bA0dpDzOrSjBKbK3bo28B1X8Q5cCa+LA9qpJhNaTcw8+FbziMnTDnv67kxKAbCDQfaBiC4wDqLebBPRvKwLK8EdNkLqRwY1cLU/arpA8yl8ox+CrAhq7M/N2eeoHzGjjnO3+2rzwhWau4//AH3gQHIIm19TSz66CSHtK/xSMNtwfRbGnJz79DG7DtkBGvXCRgTOdnAyZczQ6jZNw0fOhj9zKzqytNUaZsFH7X/1i/dAs3UFNo/7v2MH4ovs4PsVVcFA58KFkqq9nDtpjLGk59vmNgxsGPh8MRBjfhBGaaH9z17rPa/o/vNb9V3uMYmKoPws0ebnJX7SKsPUYBGXtHX6XXYu4Bwz0oXGr7RcGubirtKnObH1eLNO1bHIst11reMRzHTrhi1oWD0HxzE2GFsuPqTT5a+W6fyejLoYQhxGLlxQXvLKb1Jhx2ZoYvGbSxB1U+CqZebOiG8MEuYeRXDcc+ONzB8Fn5l+4km6v3o3LnHWMDuOVFR6L7VmxlHuGAg561eTgCH8hbb7rc4nlvaDty4yIJ8Kf/o+86+lvNvVOgUf4sGFjGW3jXiGD5sc2T4c0RNXgmU4EVauMl+o8N66PzH/uyHbvmwY2DCwYWDDwIaBDQN/mxhwtjrC4+r7/wmGolpUzMHgBcXsLSZtTrSSXxHHheG3WPyr83FxRzjnpKybmVDx7JzWeZkpyXNxfmduZY4X82bnN86f6zyHO+FjjuedmPIGNJ/oGYStAmLNimIxUC3iVkFR/z34Bj+EofoPCBv+sblu/yvaZ5Sl+Xtiv0a+3+T6OnNCNG5c0zNfnkJzSQa2Vvjkrcl/CUyQpjyjLE5alnO+K++GOVnwBShTfF/w4OvmbmNgnt+DPevZ1pLCwmxP2R5sF2yAhIEtz7lFKaCZ3gPbP0YJ6f+FQf9/I4D4PedJ8x1lihHNQi3f2jpcb8nByQbDe8zjnTtHa4z8rN/6Hk++GDcq0fYFVFzCZppuTmh28NfYiNByVnXffZ/n/63pX/pB8wiljkcIRTzX0U2miqBsNew8IJ53mPyhcWge2fYTEt//TFyUu8IizCBTnHC3jWcPtr1jDY9znIfxZ2jK/QRBAxYyOQ+0Y82itqe8SaQC1GdZx0XfcKNH7R/2a13Bf6zJwHPkhbeCFbMPhic8YYSajRYxOXu8u/47zmim/169hlxAekLtsFh17aRJ5ZA7hFAN2INWfXE9MNZlATP4KkVskWJ74nQXQnLkB8O/N48//inCnU8QlIHTkeM0Q3ZAbMrs+i+Oe5RWukaNxewdZbBexFl15B0YxV+hbgc97BuEgA/fYp8LZyoDVI8gOKxJucEaWme7VoktYLe/RJ1nvdRkn/9umew3pGdfIq+kpfCEEYoej//eXHG85g7tTc/kHqmvETmPymiu0wkOPCLSh/MrC17X54k787HhmKc8Fukzd9pTh7KX2sDDC6/D++8wQY1pZOqgRcNdJ3Rh+TTqj3ROEBtBTn5uf1/DZ1Drz/FJOsQaHquYh8N/NB3asruBjRIoSw0IFyOMZRXsgIJ0rIPZ5XOOq9kPrau6YWAO5oNpEFfMxNiINvij/ZsInV+hj8iH/5A28ahsElBmhwsBZjz4srrEiHjwG1/4lEHxiP5q+dIkexfHk36IhYD/oF1bb8iNUA5NyA0X2DUZXNZLlDHKWTLIj0/8NT1DR4uwrSvo3n25eQHLH/toy8iKMJ1se0OSxXfHD2OknMGmoYsmko+EWfJP/8xh0rIqm12usRr7EFlUy8azFusEbmSIozahPSPzAftP5lESvO8twJKmVpc4CouqpDgxjxk4DqPHFP/EmcAtypBx/je4T55V7Rc1ft4tQ7QS27GbQQg20deu0EJn30lzg0Zzj/WT7GNiJttLxc1parTilzgDODxBVASaARe5HDgMkh5/cmheQnW5jY6L4M4dO/yp9fhsLhIninGz+fiYQzB3dnTsGFw6dnT0aOcNdN4jgqKpt3GLEIUzwpmFera8L4fOwTu/OamwMg6aI6Fse3av7DyrOHY7QLycIEbDsxz3c6cNMOEOZibRs3E54D5k8PsqHmhCH90Z6W6e3xDCc5FtkPfL665QkYbtJTqDQsjHDOgImtE4bhAI9+xG6BrtrtOgBC5wXcpo/lFX9y/zCRwRFx+TJQkJf4d9d800IyVtHiGIbnq0QRFyyriuDXXVb0+SW14SnjmcD+Zhj2CSMrkDiPsDdrZy8nfgMSdoIkLiQjDCGyXd8rS865f5lEC3byYUQNjVqF8LQDvumTDuulcoJ1rX7HLU7LETrLoQCpxW3ESq5uMFfPGY7wFnx84eTD1M7K7SXPQ+zgSmvlrO5yBAxdlt4D47H6FxwqulgB1n9FxhQnkYOKe4YcLOzqNAA98Vngb8BZ3G09kPqtDBu5h388PYsguG9/3uZcrHGSwROb+XUN6e2637XyYCfs1FwskfHY4H26Nf6Q+ttvnBdZRWIYLhS2EMsrkNAxsGPn8MSFBwS/+tlCSzPn1Lv5PfOcD8cPHznP4q2JqerrxP4ucYqZe0AboeCxnnKLgTus73J46fd+eQiZ3THifcxsl7LiqkrTIi/JSjjM9eel1y6zJe+r74lRROyrRKt9TTEl4cSMW9c7lAi0UBk+lcYfBumfyeuONhlWC83YJbKGaYA6RSfjwdc1wshDAcep2WOJxIZ1qXUyy+t+Bfx3n6c87o7goXUPPRxQrCbxkmwfBy3sy4k4NQRhbYgNf2It68i5+nuZNCPi3w9n3DwIaBDQMbBjYMbBj4G8eApl2POxjnV99nOvktGJKoHfRqReZcRea2TsGOWrxujt4hTchn5l3459EazMViI3eZr8iYjTmMHINkCLu5O/hQZV5jTC81WRQLeMWcscx9YpXO1EaGrDO8XLXnr3PcPOtRQa78SC29waeTH4JmcYNG8dgVbU7OFe6vfog1w//SXF//r83Dq/+MQssPiPMKMzC0Ow0baWCe2nP0PGNRfh98SNm3sZlQfpHlJxe1dZyXKcyITaoxybzPPE1M/i262iaePE/1qxw024vHpnUjWqfwf1uOJRwP/8w+yX/DvOwv4BkhhIRn1KMRGQJ768N26jw+5vK5LhDT5pxCRp5oV26uJAN949nHDE1N0w4juswoHqLuVXrStCzaaFreu969Be/tn5rr/evNJzdoZDKf7+EJ2yrSiqbt1DZpf8g8zxYhZv4ndJa4XhUMcW5pxUH9WmCHBz4glD+M78N3fIcIPwWNCmExQSqeXHfBO1MYtePq7Sf4hiIZvarUAHd8I1vzyn4eOIsvxKE/dwh1Q9GJcAOmoJvgBb4CTAiDW3id1PEkX5w8DDcAbCyZADXz8f4FOMuhmy2T8gw8gQ7aotrSnQp0CM0PNz9jmfcILKXguoNG2ZYS22I90WJyd7mZPwHmsp0ZJ+tKfv7EpmfNaSs8f3j1bfKDjh/A8ojgk7Y5huawMgbrJSmYedVi3JXv/f1NCTi45ZWNKGi58iM2dDwa3hNFCGW/RDtBxiH8jBFalkwsXMotIVzKn2EiD2JFPILkhmm/0bbARYdl0xb+dI9105E+fcDsPIFx9v+EU4/zdA2xdk/7DnIz+Dye4RP95f3mE0xhm+c1RxzuEPKHMC7qSloRDXaVVb5naRfvGCsjrN/zMm7Vgpd3bW9S1rA3HzRzD4eH4JuxCUGmmrKJG8df45/nkO/Wiy4s0kaZ8CB8aqrb53glkPyLNuRwWAfG7PAL119G0IiQFAsJE3KccNDm5Pes8iv4uZ1/Rjn/Naag9pieN++oVzTcO0x+j8iMlBeNPdZWOUc3aHpsDrE9EDLCZ/zw8N0Cxj39I0yES8H9iOD+yPnnPYjdu4kAuaOawNIY+TWRfyTA4/M40jHPekW/kCdGX9zRH67RWj8OHouq5vrvwj8BDkzwuOIFndSjI5dzEPl+nCmMJnGDEHnYa9b/ReZp9AHqxU1XsXnvDthTA5iPVnJFjkDa2GJAQMjTTL+Ajn0YfLzxCmLNoMhnIiEoYVKYAF/OIVTuayNYF4DnyLNkGrtkIO79gDAUAdcOgtZyRu5jNB0fI63vnpkZrwAAQABJREFUqHQnnpSUvB1cPiNnA6mOx9hl1P6xGdRuZMJxxV8fpmo8s8AGoXPQclKcFZt+l38NV53NNJtq4ttPuaMFoSykoqWBd+zIvH7h5eYGG+VHJzcQMAnmRWfjuGfjTDjUDjJT4UeojrDrwPkPw/ETiAhCYEzn5AArfIXAzRkv5Zi97vWQ8cJcswSG1xBEuztm/3JolI4Qjo7dfdqZj4E0cHZHmec8a7reIYYE1+qw7daJ4YQm8Hh4jzokbdPjcHEPyB7ZxBC7lWyLZpHJRBpz0icPc4AT3/OXDOVEQLxJnN2sQBvGnJEdZ0KzOydP1Gn0g0whmNfRnmRi8ynqJgpCAGorFmH2RxdQdHQI1s3jPzLxZGcZ/WTCHEMK9jO9z/PXMgq6B97vKduO3ZJHNkx4JrATc/ZdcTnJyL4dfcQyRH1a71GkQHsMYPRjCfAN50bEIfYTg0qY7ZawWTk4KjZwGz/pda9faUXkfR7adIWPXsxPwEp5OnbktNfsMP4YOkf/Dwa952MHHAWW86S29w0DGwY+JQayn9pXl0sikx2+0o78tmT1VHIwB5gflsglJz1q+hGqBPVWL8OkU5CZtMO7E+akCsU/XtLH7x2MslxwVL+SeE0OOpm5OIYb5vx7DVggkXiKE+iakz53YdZ5iHHJMdII5kNEre81/5pe3oMWn3rd8XYZrtm31NMSWby40EHYyeYnn1Pj1blTziuNG3TXSHNCvizu3Nv3GeYYY/WxjIyb7HhMszeOoc6l/HYpBbzPXK3/M+97v5bR6Y7wzqHFhyaeU9PBTX3urHWUTAhNgTqq493J8x3Jnnifl/Pk4/ayYWDDwIaBDQMbBjYMbBg4wUAIENz8zPmbvef2IjRwPd7Cq2jUSuE9eDKaOmUTvXPafoARzHFUBOZyjgeT2HmeGmfwx8K8L4yxFADkfC/mt2XOFnPXmP04d3MWVO6u1wkTQtXwF1TnSM5v4Cow+XOOG7wO1+2xvme+F5PCDOfjBL8kzcfC50G422LGd4Sp28AkH7EINzSeKfwN3hEuXb/Buv8tNMf+AV7Gf+L5h/i/xvWN0Iwe2cR/hCc3ICA+cv6gFsPCIiBwHmHiDqGRKJSfhxMvpnx5/v555Ph5pvm0eXb9ruU1Sx04Vcg2KfTjWEAY3FouPD7+UWgWts3PYatx3BtKEbZT+aRxdCDtIuvDNUhdW5mO7Ys2FO3Q9F0ryK3KNhjfYT7ahmSaR1sMZqTxXGNgXhNB5IQJzxFT0fv9m82D/Q/w+zY8OduX6anRiQAY06nJt1MgaBUmRPfFb2nSAlnKct+Yn224FC7Y99ioMWACFm3O42PMQj/+MTzj91DagG+MEseOfqBm9H5gTWrfXK3zkjdZCjLz0tb4yOekA66VVLqA74YQpkPo3qIB2F2/jLBERZ5XXf7Sj+HO7RBOqxluVVnsksVni4HbqSWlWfyp9eyiVFrgi/pXTtFjOrcfOP5v+rc4G9djcDWDftjTvl2/0/7s2rX0S4r4Ff8sV4ao3+0n0VdsWAp/2IhihInNL+PwMpj/GvXy/WZ3hWlo6mZAM1Txr9Qz62XJ0XZ2mnrN5bO6S6+pLxRrRkyKD5z5vUN+s6fudvgPntke/ZACryChRBRJmH24DKFdM/GQd8sXfdnNGpwR36CBe3X9Q2g6OFFuM32EPDxpg7zlSm/M4pJ72ndyzWjzTahxCvc4YvNAWYdH71HnlDXOzcX0fBH8lZJleBuB0cpbvfnuJf7Wrr4Kn1dn3as9r7LZ9esofSMTIOYI3eyhi60WxiJSjQlqon1V/Aq3MICbwIt3w0o7iVrw783NWjvw2CLUP8KzP2CRdEToHpuuDKD1U9IwrZIpSfMcfkv+pvs0l2UjDnRFuViDsLSP83MZv5GVjZo8h5eyxySE5dHNuFplVeHPEAmKny19FA25xcgZ9Ac0gYcDimxYjJ1Q/MyNGoQk0JJcHU8Wn3W6q4DVe8ZfehAfWim+3Uyn4pma4g1ytxit2EDQOu8K3JdCBe7m5HioeXM3DV+JNyqz9ExqLMXS2UjnAW3D4zSKYsgqiaz/jHpRACyAOjthD4J7NRA5D6Dp3sOGNQ2LBt1DcDSP0qB5oT3/IOABUDacSMA0KrzVoxagFKwUM8JFUBpMnOOGLevmih15mHs5IoR2Uhrq2VR6ticJrpOFWxnMOd3r4QRAy0OalKOHYbfDrr+7eTrMJMfZwFCd0YOowUt0dxt3PNydk+W7+xJ6E3DybMPAQCK4HEYmqCM2/h0Ih3cIoVSfIKTkBDcQMDeM+5U/B50Mm8JJhXWSio/Ijx1eDFg7JjkdExwLZcfxa3Rg7+udCL4/sxMLpsc/7UYN62HHjh3PMlCj3MPM6YgK3uIs6shC3BjvkksYagdXACweJYh2rjyTgM7U/xJftLkfYmKb3Uct9RfTPqK76zQFjab15HwuQbD2S2hsj7Z/4ebOLpwJE0Q95gXcOdseeMeEQdQ3v+a4tN8KQ7nbLh0wbBv2qxBcQ2yxxa9NfvZ9UU4IB+dHh9CYNmnen6cwOAgt+M1dvbSfnl0mmII4MChMnPmgjX7bVNSzExyeozQKcW1PvnAlpv0GcUfI2u2YxLPJw4+7/tvcJcCGIyR3o+WPD/d1EYt8nxSej/Zh4JjcRUxdXbGz84aJ7ojZi86JGu00+luUx8S8sgRPSnn7tmFgw8B9MHCpg9rv07/S9+x3S3qXYi1feZoDzA8XPy/pr+MsQVNr1f5+2ufjzUGnjMOZSwkjjQxiR6zyfQVQSbzCVdOt70vep0/SKcNUAWe+J/yO1emWjVuZ3vKlBCi3At6p58W3y3AtvtJ53ihn7CJlzArT+SwW0jGncgyLxU/1M3bF1f/P3puuO3Ic57oFFLC6OWgWRVKyRvuxt599JeeWzi9d4/mxt23JEimJpGbbmti9AFSd9/2iEihgjd1NSjRduVahphwiIyMjsyIyIqdoF6dT/vUiKSxm+nh2jhgBjpa/UfpOcBxzvi2Hi0K4PWv/m68ffFIj3Dya7eLIZf2su/tYMbFnGaOKYA/f17zvEkZeme5IM94/FG7L46E0y/sFAwsGFgwsGFgwsGDgfyoGtMLSvKIfsDw5vI8M6EdMV37Cfnu4smQ/y27/HjrdDziQ/eEVbxVFnDIaFMR+ryN0HHtkc1yvkBFmz0Vlgs5hEpBJqKRApnU8IhtxznI64u6S+1jd+J0dRZwKNfLRsljZBjKQKKxbuiRX1sOFMjvlZ8qokjMSHqZhKgmcjaFn4BrZCFoYP/ddNH+IZecXKVMFAfI2XUUjRO9W7yA0fYdEb6E8/rtu+wTl8Gv/hDLhH+KWdtRIgvR7hCEl/pvmn9RTCUyT0wm68hg/YyJvEu7pmyZzb259VLCTFwlKeO5DQzs3XNbTh37LksuiWvqHUvxt31/C2eAvHPHdgAXjYNvrXrnXWxzif2Sy3UGa/BCl1/uh3e4AneIKU+tH59ouuOx76WHCg8TAdcnHIILcKq9zLi6O02Bph/k3GxSWNIjvoBMUHsQbXFig21X2qB7Zd3qH98R1aAe3rweWvpK3MjL3sE3pZF10cSpPKH2XenI+C0lUT2aXZ1H+KjchYmV6SOQQyG01vsK17qoH793PY+E6jmybBh+4En22E7K79DEAr7qlluBMAxYP8T2vVV3ne0g5Z0qz34A/2u+gzB2lnlsybtmbedN9j/JYoKHlq0jAWtwFxiXLpkkEEViK3xyxbMxPJFzSqygySBlZOMDVanBPXOgURYwumbsRY6TuA+jip7gS/zOIUj6tp4LSm0TWSX8VX2KjMCLtilSxfzM0+WjoU0+KLnzBc8EK5ecKxXmHRajbLR6QrbOjJTiBz0OP8bQgnlOY+JkqcLOIV35S2z5iaUl55Zb6IwyyfoNyFItLeOgaL5IrrBRbW1nx8EwvcgMO7qj/DbgnGXOxPf1NuHjnG+SNZ1WsITfQSbdif+tQTWlAHFeOfd2xI/QuPsDLg/yzWimgBlOmKxpfUVYPj9qgM1uzlalrpfqnX8yY0eNl1QUCor/au/A/5Zac5j/GmYez24x3tqgeKxjTeg2WaHv2zcU2N3TXoQgWp3HPTkan9NNV6ll1Dr0dYxRc7dZoLpJZscgj+hloWkX3nkUYrKCi16M4jTdN93ouunbsTp7pJKeS5/W567rhX4NE6cO+tdcquPsWC9Fo09Qdb51sDRD32YBb/f6skjfa8SYUyJFI0oOn4fCbbn+FvB+ranE4Yvjpy7STTC1lCvHNXPLk5uPz8iMDUxYGfdEnNEgcsdbGDzNiPbbiYLFLd/0zckf3AP9I7wzuaMsAMucFFBZ69R3P01zktQf+/nfAzDX6oZWGbZbD+9p7+xz6/vU33/xhiNF6hWhKdNUyTRlpUABCCfvk+hfoRJgA0ug46w+D1s/9qDbbztWQ5DnAJ+PZj5AKjUDb0RwQjOqv72T4sFMEfAOrgEYsgTcjPsDZpNnVFOMaE3TTROhXSCLRSwdJ6ngElkBDjYHFS6xj/4T7kWvMs1dZaYGSFHKvFWOkNVrANvJtwQYywm0HaWwZ8K7LHPdV6EaIgXpvt68x+fyK9sco11hZmZUBThQRJAbEKk8ieVwwnm0r8fnLmgOIzG3UkwO+yIdnTKJYMbnROpfOO7KSTQV/aEH4JeDEfmyZRp/oIEjilqQeMom1ez+wynK9+UL3/Mnr3TOsy/tnv+GZHxfQh/sn4JKoaASmYsc5HlM+ETRTH9uOd9ZMjIZZGffwvNutfo0lOZNHXW3TsS03e0nAMcJoAtM879m1NDqr9c1rabC1LfUCDmGoZ05SeD8ySdx+vfsYdG6HD6BrVtr6HChST+GkDG44pBevzJM28p0NnoIdxN1vAktgfL6vcY++27j6B5o86HqmmEsNag2myjmZvuJPgRFA6IMMsi7+sHxciK9wKd6xsXqU0fRNwE6wnkkHOELkC+9rQqxHfCiBNsxe0LuP4L1vcbCazVU/TpJkZOEpF/WQf4iUia5S2PzH53nX8HDXufIIf9eNDQtOBvrHDot06VC3HraO7sltL+tVxwme9tEyL75dh77azXJeMLBgYMLA1H8bPqoDTnd2srosi9ZTX2vR897Hdxzp/nldI4L8dH4UNwpHItbEG2qWxJ33jnXy7pZuVlSSuWaPi6Qh6sS3vZLBTTkS56KeiZBIRjzeHWHIMyo18TeHwYwBzg1cbQnz8d5JcTEiJ6vypTpOGRYE8trbjlO8+6/mHw5zVFcqygTO4FU8wavrmg8h65FJbOEvvDh1MuWp3vM859dn8wYa01wyMQefur3KhwGzF8dxEBB81UjccikIT/y38FFln64n6ALR6ellrLvvz96AaIV9fnCV8tfFQyz6Qhjl2FyW0KlJjX8UeL5gq8b+1Mc6Peqoei6/CwYWDCwYWDCwYGDBwIKBR2GAeZVbVHUj1iMs4F5jCNCNHzL1+hXTl18yBa5jHN5DifBTjn9jJvMj9mf9Ma41/x3vcZxHLDK5Hny//wWe17BC0WvgTisU5shaESOnUBCdbayyJyOuIp0bMsVRbqPyJLNk57TM53Rz6d7B3jknOwnqiZtEzsunuZbTJOdWk3JJ0b5z45qD+a6Fmk/FWMX5s7k7j/Qaga/7v47INEeUe5FJoThYrb6BLAAFMccBl6KH7usIV7/J++92T9h3+GqNO+n199HjfItnCN5RaMQiSmWwQuRY35g/9UjxVWendeojUxXgrXsfqEQG9szlmSea5hgRTLQ0nEmVVzX3r2+CfBf4PTILp/nv7OFf8bLJRh6C4/K9VVfqkl/wkXk1iFRWZHuXFTrGSMhpVtDuAbodsAoeRxSTbFt4YFFDZLjkIQymF7taYfqtFjfF0EwpR2wX24F3yJr0Whk356SRJKtNzIP3CO5RhYJ84/tNhrvNDTIrFBN9h7vxJ3jH06q8fxso/V5TfmVbcgh75KHCYDuZ1+kvtJhG930dUurfKgiBcAA6h4pv75E/gj8VtD0eJIcBnNPvh90H0Dl8IzJd6b3wZHXFdWSSZChek1+wyYMq5HgWT4UjVe2+tPOoWHahRVkF98hSr1C4r7p3aFsUnVjxreAxGyw8N2lD+7V7eNqXKhfp67bDGr1KkJyENK3Ej1J80ZTtJCnb5ysVYxjurFAGPn3+UdfvWKiQ/ZSRfxJHQxM5oErdNT/hXaETcSEOPM5De6o1NAgSyZwt2UO603juHUj0W90VHh6yvSJ6BDSwxFamX7RpO96WPw9fOVgT/+2H7uHco7tYrVGGs1Dj2eEjuvGvkFsrv1Z3pHyV6BjeZH9b6yFs9stbQuTsZp/6JyE35mAQnxq4IR/QuwWeZA9P3+2u+29DqyxaUsEGftda6pskegCTA2fGDnFYofGvdn86W7B4ryMlC8/0Fz4VzwTUtfuX7hk6CF0lX6GUYwdd0kqjpLVM7pL+lHla0WeWP0XLuRT/SZY2jxyI1NkLmTx7DJk27A28YbyqbQ5UQLMYhkzkX/JBC2tjTOkKvPewj7Rr+q/Mz/KFC/qyxiUPEm5kGiwIu7r+JdbuvwfllM0YOMgXTaGhnQOfwFcOnB8f2ngQfmF2AUK9FHwAfccTFoFsOxSm3S+Zc2iU2sZWIqYe1qV4v6UGDEE5C40/WB93qYYudr+hi6Dr27qX7uvoN1V4q2AXe2ZQ9UmbcGdfbc895/pYWItvG07X02TAVIZScDuefJW5xLe719D/XbuwKV5I6aPkn0YxXYJn0zoOkqd1nfLyeQ+vGTHI2zGn0zvrhjnLWmNa6xAKkFtNuOKqf+ONN39ITlMQSEJgq8pkUDIhBcn4ncjtccexQxm8YYKz0c0tjUKr0PiueKqKFcYru9t/b4tXFWpp0+jUVxc1VyhmNrhH3rHScK+7DwiwCSdvz/9lngLTRLDy06PircdKVgUwSH3zCtPqPYpJld4gu/YCIS74uS2c9r279e2ELyrpxILDDupm5XAn6ocC7MAgB8N4xubiq/g9lwA8DBK5hHB72Yly/JkI0Khh+ravhEC7Qly27cAg+mx4v9tsWdGxZkWkq3NkVLY7v3cK449l3HIRfE7P02smGptgll5GLYAx8ddl8vpjVnrAWNZrrUIJgTUXUyaPO0m3KY6zDP+AMk93Mm8yeVBZqjI4rgSCj3vyzMB6z3tyPw/VFtUPLJsOh0/2FUrSntWjmwNKYRjywIQgkynyrxQtl3l+7bo+kjJIuqqGmdh4YLN3FK7X0Oamw8KYPW/cv9kPIJnLiRzPc2+lvOw5ufHjZDA4piB92W86mD9K9nH4DWW7GpgVV8EdsDLxDfs0se3BuZFFHvkYyF2RfHB1JytvelYylZKj4cCY8zDdt4zmr17outG25Yi3J0zo+Zhj2D6Mv+SJrq0tiwofQWgwPVzQXXzh4ZRLjAUDn2cMHDvTVEnu5315eu2s42XCZe5353FLzDya+ngmbreknsbQE1O4nSe8XP8XgIIr6TP54/7E1OGWs/e3gPdJPbocnc7zFSbrDQ91zoJwwH13AG4KNYesBwVve/Pw2finQwGNi/7iZk3Bix4xJs5cedW4cpnvw/h/UbguS5jfO3444jvmMxHng1cLYAVWCjwNhc+GVWGel39EXOIuPwsGFgwsGFgwsGBgwcCCgU8eAzVnaoLBKNZUrsUowLNCXjzuIT/R6nfs/os3uONFkTF2v+LMFlvDR0xtUBrjqa5H+bY+/ByB8Pt4DkSOFCviHzEF+jFZ/xglMdfDz7DS5LsaV9O925upIObQwGGNfGaNXKPTgnNSFI/IESLcVgDLVMn5ld7dFDNr5+WiupIROb86zaVq5qlUoZQwbWblzMvveeeFfllEFmHKyrwe+D4lMOdESbzW2wxKijXKvjXC537zdfYL/Cbp30XRh7Xw6m1kL+8iE/kmcp2/4/q7iPO+A2Q+Yy9KFFdaRsajGPm6J2SE4zw1lKxKNQnlRcvG8/YtdKxSxW237dy+A5KReV18rzw8/20p/zbnh+CzJVpdW/vaqscjL5V4MefG3e3Afo4DCmAVwcPqJzz7OfT2W2jmwJ6cenY0F+fm4hi5p0og5deEoiW/ZfiP7KrKDjVwf/qT9k7vSh7r9wnyWuSm6/HbZPBN5JhvEwvF8Bq3pQcWF9C2yhxt5yigtYq1XGjPakxFCsoxWM+/ZWi4F7amdGvwClus77DCO7Dw4zl4Vwk/dCwm4btnQwfT0CPyM/rQiBKicDjrq1MB1f/a96I15sWEl2zVRj6lrCpl8Kb7CvqAd7BDY1EG/UzZsbQ/0M5+f3VsGSnvCP6mfD4NPF72t4abtCUFBm8s4pC99MjqVywIPmA9uUO2OMALN1i4X0k3yPqjz2Dv46Knia+ZEAzeFaofiOFgWawlKDsdsLJdwbOeYlSzYZGKCxR2bKm5czEOlshlZXhXzp/Qc5txomFxUUpW2wZjIRYYqRBWObZh8YzAx90vupXc4EFTb5C3hok/NjZ5iiMGxAb4yKW4g+50264yHEPC59dwC8e1DZ4rleOgd4lCnL6Zcl+2z0mj5uAPQY7ukxHdg26w13jKcP/sjdsc6jZePjDJBewnx8abXU5Z8aRCoyurpn6s+o26ouo7WlvLz9bIz3sWKw0oSfcHLcQx0IrODHyYOAHYjtftWTu3F+cQFA/gGa8DM1buuw733gNeADDcUvGsAl+9kb28hbRFu3nEOfzXoi1EhHptCBFpFvlFPAKwCARPHjuM/A6Zp4DxtnCiYh9/W22OD3IBzqYXhQfLYevV1W/B2R9jCJn6oMx2IYJ76RYtF7+uvBpgs5xvKawe+VtH/ZKWi3hAob86R3jq1rerr9JPf8tztuMAl+oFg4MgwZSGqdwQm9eOgUTjpxbcuDUn3hnwelLe8tSvFdxB4VTxWxXAKhVTaLI0Vysuci2ADHX3gpLu8PyXmCyjiCUK2KIfiR4ANl3rBSEDAWyHYBrmZ69Nkxf8GFeGxqBOU6/otBLyuPkqZXwBYqMMTJ3dn6QUoMZvQWim/HKev2tx7jsfgaC+1NpBBOHm2r1RDhA6LgzQUrHSiz1FWn1pvLtDlS8dF5Gdx5yTUnDWCDgE4aqnb2EJzKTiSmtZMtGfA2650UKTkZN0wwnm3N7zU0Rgexq4ywX52a4omMfNByzeVPnKxJdJ78EVXbY97SCjlOF4ZzIPUt4fjnRwHs18HAySiStiDqyko1P3m7chWqy/r//IpI2PA3BfA39BfJ7LfXfQIklCDeB0zSqRlXsy7Bz4nER8AZcCWJoSJziZsr9BPbc12lmxt2PApx5+SORjQutSLMg79gQe/QDgY2rNx1TQcxTwV4qGVTHdrtt+tZGvZ2WELlL+QB/4DyaW9Ff3PcB//SFK+xOusornDN5XuwkPEKqpiGKIuh35KuUz0D7HfTIrMjsU07Zt1SGXlcZ2J729u64Knp7nTsAP4++7vzz7r+4K7wJ9z8oVJjBkDq14kOJ41L2M7/7g+9Yat51PqUVrVsexMfsWXGbVHqubVgwK9o86Whud0t13JbxLWDCwYOACA05qwgnsH8URKgbXx3HBN/eNrRd5zm4f3+tuxvSJ3OjszXFcpv8X055KazxlVnguayR5fPefjzxmUKWXIMpr3k8AFceb3j++gED1oj9zHn0zrXUHmvBGlZ0l0JCLxsNI+K6phNW4LxJO+KiVqHycTeNA5oSOINRd4aWltfHosoSH+e+E1MuEL3MPXcTFFMrfFQuIVP66fYclSO2GfM/UJfUBcsmJGtQcp71YzgsGFgwsGFgwsGBgwcCCgU8TA3fMfzKnc25X8zvnKLnObAtZEYKIeO7C3eUGz3yoFZBFcEYJ17OdV3/ARaSWxCiHO5Rw6xHvcsMvkFX8guki1oJ7LMBwLz1i7bI6/Gw63ucZB8rkQeUAbqdHBLFrBLxr9h5eY1G8cQ9iy1JB7OGWcMw7nQCWIrvNGxvOLuedU33bvNk5GNfHg9y8ZnZZz6y3oSZqnEueo3wsrqTdCg+l8ArjlG7zDsd3cJr3HazOvsX133GgnJqONQL5fsU9bqf1JhhlIOA6dx39HnJiTzmjZn2BjxcTuMQoMPJ7euzcdx6aQqrVZ/7us3gtnK8SWvrW+gr0XBiwQcmlZfBqlM6wbMeya4WV8KF7jz2EoUsUJmsW+/MSzLLIQPQCit7f/FOBJM6PFm8Tnm/Da2AIfUAzsdh2H0kWC+DBcb35JuLit5FlfY1rLIXd7xE3qiPGUhoxhWbnKBCGAoVfL6QF/xtdFx3Uy7/1L/UVxGxLyKINthMU58Nz5OTg3L1CRxTybqMognut7CdZZ2u3ZGAejQ6SoQ+qbg3feWy/zIU6Bvbkxlr/wJaF66u/w2gJl9x4IxxWbyBDVKEvFuUV8qops8ryU/09Kymwnupmy7lFod+G6k+0gB2fsSUgW85pnKSremXD6liiyII6oocR/oafx0IPni1prTIOA6SRhQnFh6BJlPHr7N8O7Ws9faSxx2b++Hhn+ACetKf8GtrfYHA2Il+9Zq/czi0+9ZYlP43MHGSAh3hbpThRcKZDEWbCdMr1+U8rmXjgwAXjelbt6YNP2A5yjZFbDBb3vM+imxrnim7Oc3qRu1aqadJsaQX1aX9hiwX2MN9jYUpdDS4qEi7bqdWj9YOWT9Uy0fPTSNn3HhmnTq/NiRf0D7ZWHLAG1rWw/UQlo3sQb9nL22UoSZySuaRwYahQfG+KwKNLCE6FZbEDr1foIUb3Z//4d+SPcpb89ODLkhtKSu2SyPZ7LB07BLaSw5tNGilKoyElKo676B2weNYr8J6FYx2KdoAJnXFzDMfaCS9P23GEhwfBHe/WKss73Evv/6vbklevZxBwObqIBTwe0yb3grJhLY+McBFueVQxUi4gJ1NGLjyfrtkGsxTb8IkdfcAiMh+j3wQrRp6wM2Use9BzhSF4YnHRes3exri1PqDP69HNbNCdagmcscSoHCiAX//hzUx9a5UMMlIacWJAEqorDNwjt8esfcVqH/dz3eEOdo3SpKeTHbX3MCH9XOfeiWTCBHHQOD1qJzNP8FzxZICQLVAw7bOCWAL37Nex2pMfFpAdqxMl4FoBYSqmAq2IY165ePEfGRB5m52uQ9xUu2O1g3ufrFDIHjDXXlNfXQ1IGKdQOCu81lPfnsPVnl+kS0NTz+CuVowNHUow9x6BCK9YRXJgxVWHCwn3DU5qmZvtFVcTJ9xVCZe/vj+FEMNxko+1Cq+HFZuY7+kAKGLXTGrjZhGGImPJhChFVD7nuZ3yPV4d2/T4ZHaRjLi3M8MqIFpd6Wxp4yvqdNjxAaAp/L15zLI7uyTvtJ/JaaFhy+FiBRgwHGX72tdgGCiAXSXFyCsepaEjQ5jyqgl1g/OsgBbjtofTM/sQOWsdlcGNgR1z/J5VocKyYk+CuLLRDVPaQLo5YyXcWzavQ19OVlX8iy8pHfpkQcAeHO0C+1eTd94TX4Vm9WLzeOgIJRHv4dDo+MiY/BjK5htf717HwnlAKX1glXBNwHgnFMIf2jb/xmpPZangFsIBvrLe4KYDpevaBQFaosN4a5WMXKDVw7Rez5mizy6DcR4XrFe51IBnsUpry8Ay4JP/4MdE+ppliafH46rxzcdBsMRaMPA/AQMTXzyr6qyfyu+nLpbx6Sze424e30Mt97ZjKid8eQbbsfjbnh1fHvN8fP8/QVz8lfv8FwefblJAlVzxH5//HLbHX5/47QxH8vHMCzk7toUHOzYxfk3VmE5TvIdwdQnPVGfG7Vr4o4scrxn3/KBN5q2Edr7Mo+4fxs9t6efzt8e+V/nt547jOq6fM04rgJhai5Nwm5vjcsu1xrXbYV+eLhhYMLBgYMHAgoEFAwsG/roYUMYwm3sev+H15uUXfe1zWdfMZ5yrKQfj16/0zIaYO8c1M0/L0on5kK5PEfyvtCRWQTz+AiXve8gM3uf8MxS/WG6yTdbIdlCxLHYPYqyMVzvioriLy1kUyAeeKaTtBvNCyUNZkQPy1BnXwBw1HtE8M9kSLr/tc+3kS3lDJmHC1uSb1HeapxEj70s5wnyQ+jW5i7M3bEAog7RJgpwOzdSIwLtDphSLs1idvYHi76sIdLEUXn2XZN8DN1gGc7/CheWIUrDDPWnJNFFkIXNwv1vzL7kcmQOn8tOIT3wKfAGbWIaSTk51Sb18X3lUTLHx2Q0Pz8/vh72lL7yIHGXBbm3nPqtiwEWYGLSspJ33kZP9HBebv0JBidwaV7R79uk8aImO/Nr9SLNvL3QSC0Ke+KdoTeoO3v0elEiOR2sNaUJas1CsxWgw7wdkqLoU77q3kGV9F9n197DGLMu8EbnuASvHcg1tG5vX1KKBHdKgcOt2ki9b9mcktG/jdAIMXFT+ICfWyrHrPsKK7SfIzljMgTxQOac4dOvIfMeVJtfmCpk274WlK7iljj6inPRjv7P47txj3XbACMvW1tK1xyJ4g1Xg2j6nxT24G+QL0EOjj1P/J8MUPgHwKaK00aj1zsICDNh6LHH77KeKPH98j+daqVsnFgbEk6rWqOAqfXniM/KCwDmnwUZ/lxVocaUdliXDSvZh6egQrt7CwAa+g3eDAR6qtyrxU7J908lP6uD3MuOXv7ctQuJ6QVCXAK0gl19vfsXzD+mDyLE3wIpIYaNBE/hyYYy8Nd2KxiuvkMofKqTvBMYLPDTCMpp06l7iWXQhr0YRhj5lYBHOFsQMKsPxOLqOYaN0YzmfQL2trxRLHXrafI1Me4QX7V0QtXFRhDoVLHWVnwum7TvRpGMaQOa5VWhB+jW02jbaqqdtfNMKHqtfrOCHDfyDfco9VrhpfoJCcMgYXDSkLGJQrgLPE8m2PYDNSrgPD8bmD6B6lK99DNqwcpaGtxhqYuW8Vv8Xuq2cuSlQ7/u1vahB4DH6sS2BUwSwaME+Euy6l7T1w2DsGovZ9TU6ydBZq0cVFENR8rFdw0N4bVZH/BldAwMe+md9Vng1yNYYyJ4GFngdsCJ3+VdC0uoOv3AmxMcwRTnec3H5yLLnD3PPI7F9cIEG+8t3eI3doIcbaa/BcQK5kpBlLBCPwUu1I8mme85Tv7Iua1yqDxjV7dmSY8PCsxggOj5ZJ+qLAviNH5q2iq6rQMbglY4zQVntJgJFHGcoR/HWwGqWPa4frljtc8W+pFvMpeOmD0127QsMYZlHGnUiLAcM763A/GjFT2XykiewzJTJJC/5OKCzuffTt7v9U5jEjlUkupFhM+pS1so4aUiLDNDm4XEfIfP61kA6QLXOTnBlPq7861Aids9+2T29RiHMpE3tuj7PnRrD0Si3JsnV+SfCJ9UREi+mcHrrgwk/iVnx3dw9bgpYLaJ17DWMa4+l7pq9L3osgWlKItrJOKFAzTn1J+fUv5V0+/mIoxATuKaemThh8XxwNea1BAZBQowybEG0fpK9iLFt+L8bu8n39rIrpe+AVeWvtQmeX++u2TT9mfvLYgk8oPSOUDWMygLFmqVeHlMbh9amd4xs6aLSM1cjCtMDg+01K2H6A22HJTeESvsWs05jU69WwolqvJof5m84xaj7+a/vjCcEsI6pPVbdV7v99svdX2BeV9dMQFG4dz2K7sQtZiztGPwQ8Mi7FOn9xLDpxOJsBePrqc/VNeUwcPYOcPH5XnU2bSvbPG8P87o9fO0gWcGzncTJChbIV1jru7KSPrnCLUTK5nVip91MVa3nVU3MeMI7WypueJgc8SUYt+dPnvBhxApb3YSXa4MpL54U7gtPp+v2vMHX3lva/cEUVcZE36wwcgHEbq+LCd1gyYtUeDw+PIz3x+e1xFww8N8XAxMPK05AJ6Zfzg+ftzmBlZy6b/G+l6i16e85puxh/Xfwh4wh8COt/894TeMv8/q0glpejplVwt39v9KXgnPG0zPH4F5eGX7ZIOU8XVYpD+X/Eji7JUkrPa+O7SN/VOHrB41CD8ZOxk/x1CbQp6waTk5P7r8CL5kDUP/ss8VYwJzLj2c/VBQ9HhGRjM4gvJH13fhvUefpqw7tTZ0fel9jlh93ukzUfaEK8VWsgLmc5j/m4uEHl8Hhs4bQ6UE9Xn4XDCwYWDCwYGDBwIKBBQN/Qwy0eW4DwW/2pkhRVlJBuVgJzL0nTeb0XGauOMlU2jx/Sl/KBmVX0/zauVLmSxo0KOREqbtCaafiCAOTsiJGkcR+w+MBpZJK4r17j36Iq0YVxdzr8lf30lgY71EgD+xnPOIC0f2IVy62R6aQ/QQzP9N4wnl9W1BPEZhWRK5iNYDX+kWVTf0i38gTX9b8s8UoJbO44vmUztzquwVZIYrFzF/Jf+yvugOC6nGDfAYlzHr7A2Qb/4BM4QdMed9GdoP7TBad97hsdQ/Znj2I9VR3GLSKU/ZmfmK5xM6ZC0dh7PdCtUlm20c5i/DmiRefyfDw/Px+sFv6zKcje6VlqD/ibaru94go8yx+PFBEum8wLnjH8SfQx++x8vqvboMx0bjDig362CC/ipwXz3oVmmyq8j6HiHeUoxc+cZ22ocxRpVXaybah3Xr2xNSj3RbL4Gxn+H0MDP4X8qW3cNXJdnS8Dw0ix5Yu+doBxpKwkxFlSF+W7M9npU2FxaO+X+EEXLoAFhkZCpoNRhPuLz66JziW/OL6oOWrxjCk66m3yi8Xk9T3pFmJt1sCbWr2nmzfoMPGdWEwuWiE1alzYCs6rR67K9xua7zkHsG6cLWNUIphMUP8Rgtklv59S3mf8KOiU2AQdnhPFH0osN32Tny5veSwQzH4HM+QmD8elHX7Xr7F+1Jc2f+lQWmtYUla8Gj3E+AhfJ5zjoGreOMve45iSLZiEcJm9ffd9goLSq019ZCJIrR3gTXxVA75XZ/ypixf/VR9Ig0J3wrk4VtcwaNHZOGr5x/QF9EpKadHeTnqKtl+nEqoflPeIM6EhudmkpDcuGpnK8x1Dnk9l7yLDIH6rthWdI2HhmsW4OwxAFujZFujDF7t4dPmG10Kco6jnDtZvOCPbZ3cUraW3fEIZr/GU2bPOLZCmZk9kNEjqTvSa1jGJXiGRUup4W1ce27y8gZI4390jcDtbxaYp6/Y3vQv8lb516/wTOF+0PTRHRa7joG2ceI7jpB/HfM+eERwK3J2lp6Fy3YoCPT++fHu32kvtojFGAwNY7dlP930z8i2hPCOMNGbb61Xq1ti2462S5675EO+inGohEC6vn+ze3L17e4pbXjYIYeBx9QY30rjbNRk7rNcgdD20BcVJzRTDKbb0hwfO9eAL2+wpO5wPS/HkWeZg7iz/uYnLlq2Pmq3ngs7XBCM194f40/PaRzeG3vLIg0WDW2/BM9E/8A8aGSBgm6iM8aQQfAuzAmmMXhGXgb8zhLWbMfZA+TVtfT9u253RR3QV44Yrw5Y2/dvvPnaDwNNgySZ8JNKTWeuayWchVVBB2qRCQiVWUNQIwrDnS6Sccu8RQnl3hkOAhHZEUdEBcGW0/KGvLnxxT3B9xKYMamSjAOXBu4TeqWCcPxWd723sfEln4FFgWEroyHH7OfX3j8uWKaFAwEJ7Bgq3LDARSm5Y+JwYLLaZxWCMMkwLQnMpJUL9qqv1xVCKNP1vKslccqZwSruj3hiuEQB3B++TiGsgHCpTO+KB85HnBacrayHzqdOdkrnlcSjMPPQ/5bG23SvMaDG+gbGGIIPkdpJq4QZxOdFHuE6f3zjLvHIJf8O2F/I6skrCEd/6CNwRMgKYZ/jbJ7TBIV5TUfqx7U491DBPLAqYnRiwj68Ud5fMyFnoq0FNV0lGTa8tEGw2mZe1lTx4Gn+/PJ6gqly5ddBhf7hnsCu/mFZ1gF30CNuBxzsXS1UOc/TtTyhRRl1grE8iJ/6/Jk+9l/UjRU4KIDXWFK7Am7Mpuz2XxOZ511HlWqsx4RTG1Q6Bf8Gram37MnRo4Deo2gfXCzB6pViVtavGGUrrZ0FkKGL9hE+45kX7YFifEXbrDtWr9iOjIDGrAjGrUkKDyx+Ftq9cR4fTJX8k4TezwC2wc3MnlU0o3tT5wP18Xk2Ono8BEvMBQOfRwy0/nhH3ezw8zBFz/g7f/4JXR+haZPOMBxgaGf5SnjlXQUec5hFaHXwXEfcF89inC4r/Yk/cD9l6VxpuuSibsJvp4dVSt2c0p9y/iSv8rF5hhPHLxXAflSJoykEqAb1qf7t9cNn55Wkd+INl3X+6AS/5lvOgJhPnrAyy66VOXs0u3wYP/P0hdmqV3ve6uL9/H177tmPNlalRgFcCwZa6tATb9t95iHct3AaR9uT5bxgYMHAgoEFAwsGFgwsGPisYKDNfZzLnP6Ebvr0D6DOc/x+bkebB7e5U+Y/RGpnEzlHa/O0mu5O6Z2bZ57JnCpKEhXEHiwux91s5z6SyBg6lXlxG/0e0d9DjvI+st+fIVvBvfT1LzmzF55WxBiqdHutetgnFiWgi9SV2Qlr22KrZ26r3ESPf+7Vm/k3MU6h5n0lA+M6ME5nokVWx3y5ZAicZ88qpXk5x9VrHxanyII6LNFWKoX1doaV6Lr/R1za/nPXX/0T199FrsO2YShtDsimBuRGyj6rBGRxyFjjnSzw2i7KQ+aHsFnyvA7cfkZCa/eXBec8vXWseoa+wJJfKjaC+PKcP9snylWE4tCB+1jv9z/prsd/5buDRQfiFItVPT3ucTOuPHeForEsr0pBppwuWJ3QmoWw0E19xRDf4oAm1uVNyYDsSjj8votXu2xx9g5C/n+i7b+LJz+U/YH1NcovZZ/KLq03x1hsEc1CU7Lnz0oQx2AavCovTd8Q08E3qh8s10Zk5QNu4Pfje8itPwLnf+TZnyYXqyrd7GuTos7GE4G3BR/nlT8oOSD14IQ0wRlGSiMLJla4gnbv5R5FZ8/2dNE/0Oa6k1/Fv6wKEtP4K9w3CwsYNx+/1JNGp61aoSVyauXW811kwdfdv+NRFV6FgdfK7SYjL1ZGjex3UmAHB/brlkEh5VbYGsqKJxGFwtyqswNH6xGlYP89Hr6GURQKJvbk1VJ2j+xVDweh59DcrVm/8MPCg/RCUunFBgzu7ZnQ+oAsfMtin/VvqO26ew2r1f6gPoADYAbg8vu88AV+jvW/BEWg29HeWcZUHJm5BAni6J6scSHO3rU7lOD7HgvZ0DD1x9DOft5StFxe7JzKpZns+7ZhLURC1s2+9wOK2MM1xltae6708spiHxYypK2zQAn8pBWq1Mqtrv090hXX1jZ0nmvbWMV26UuySAKF3xrjs377Vvfx82uwzcIM9kHWHbdBfESRS7ucyjHX+0K9txk83H97VB+hK+Z4b2XBDftarxnDrIc0dWc4vrPOxpsfZH58T50m/ljbMxpfvQ06lSfwUf66A3zc8Z0+b22UJRUepWiCFTTL1iHz0J8JvhRnXNKh77tGsa0y9SpWwDxlbqBB5AH9SlKY3yxc3Ka4Kedj2Xl4kcZ0SQtca+q0XaO4p81GxqNDp6U8babb9himUDb1kueeKFt47RdmZM2Ro7mIhHmTe7M/Q8/Uo09R7xXL9Dfe1AW04TaQeUYm6mTcl8Lsop8xuit1UrCFqZilwzB4CuSz5+y3YAVwd+vG0Ha1aOq5Og/F8G+WTawIAk8w6d9alOQgbwnazqJV7FM0/5o0Hxy8sRwMSw+Tn+A3GzHi7TkAD94VgbRU1l+GJcHJIP/CgAbD0sWIjNlJApp1YQ9jElkTgeV+ymbOs+ymRXStDEHy2uf85nHd25nXA6s5cHexxUS835r6d7SNLkxckaDAlLIpM6vSKP8mgSfb489977WoHphoH0b3dNAvOqvYWM1RaVxlUBNk21eQT1Afs+dh1WP25OblFKcWGdC2MntXh7EKpmc1l+UNe/aXoBOUa4SbWdSTqaxZmcf6SaPmQ/9w0FkxsVvBJA74eddf/mqDJTArNFUAZ0JB3JpsSWviWdpt+dv+hkfUrSLWb/oLeKOdVKZvVAJfsVpNpimzYv8cSxHmgtt2JGqIoGHXszRolvyEFqF56G9AoX3QLRLMoWdwfwLD38cPfyKbYMo3lxc/pzgXL269FSdnQVD4Wx90cc1CBVzfuE/Hjg+0vZuZB+fQi/tX24emII2lflTULmvTVf1R/rJ3yDWrePc7hiYWPmxQbMvqyGBWDxIkXMCTeL5o7yvWC/3KXKFD96TW1fuBFYwd/S2rSx+Z0ZH+Hhl/ibZg4POJgYv+2cb3Ga8+q/cU3fHsEwnyyTCXYjJy9NzfmflDfOOiPsmnpWlneVmDP5ydWKbjmOpf9fMZ7+H7vnOcKv7qfYXcT7fm7gKz3CZNi/XJnyNQcnyalL4D8yuvL4sNPmfFO3YK33yuM3t9yyWxgxPHR5W9TflbeHP2dx4aPs+fXt49zH/n+bZ28zx/bq7eT++Za2XOkzr6QepeXh7OwSptuZ9La57ldImPqRUtYAkLBhYMLBhYMLBgYMHAgoH/kRi4e77mZKvm8FpSxWrOBXfITEoupDLvY2aOeAJUtrPHSx7ynXX3AdO2nyAS+TcUT/8XBcO/MB97nzQoGNyfFFfAa4W7bFnVc2h1rNViXNZG1ldljboJVe6iBILJbc0EmRNOc/aaH7bf+dl543Ro3cN1yX+QNTHf1TpU/aCyNb0JrtynD8OWHMhOu/5LyPneRiH8A2RhKIV7LIav3kVe9RQlEckwPtHFsHuHZo6cRZMqt5xDKwllnpx5dUFsSfPgfDTFzx/+Fa/vbu/HAXFX+gGL3Chfpw+Vs3iiQtmo31A0qVZ5I67EdRXtntS7w/+HzOlHuB3/MzI6lp5qWHR4hnzKvaf5LgnCaqEnGZkZ/7Zr+yYRqdO1J4JfM/lLWmXXBNsKuZbHevPFbvvka7jn/efu6WvfRZ59heELKZApSyAHlXIqptPK5nR3qDZtsKSkuyN/om8uygogQuo3Ev2SRbL9QWt83b//HKX7j+hObCVpnajnKtZtuCUWl1MFz9rtAlbbd1AvQbGFZrAjracP6N4Yq2qs9kYMOLZYAz+5+i59CFtjjG5UEtU+zPbpOwJtePlde0fMBx+3erTzea+zDsLBWWWc9IZH1YEFCWtk+y56sa6SQpR0gapRwOVZUCqv0CVxTwE8WyeRKy/iuMazqAtMNljDbrffge/sUXZhf54PeC2CkcPajrOQWx+Zzez5Yy5v1L9lgGwm38898njk16PbXF5/COlg0MTiHw2AV1thRnZOqeaT/v3CEDQowQMy+B59inJq++DV0++xzaiebVG2IXt2IcPG1Rc3gs8mBAD144MNKF82LTJ6FzOhdLYvdCi+r+D/uyvj6PGBesagEZn5rI4plSJb6W3rRO+FpDVVk7+IJ4/E43xA4T2wher26lvI01EsZjtRPazquUycUD71Nr8aN+7pH8aZBcvGqznpGSPhpx0Wpx36sShd0EWgkCBfrE9n9ZklT7l1fxtOA5GZJ0oWm3iViioz0qr1NdruC9DxNylDq/b/wHunvMc04sG6nNfnRI+8IlD1ik2SRHe8Zz7h2HDY/RqapH8yDvS01RYju73NVUmPv+ZxGXwkfgJ9fs5jJM3Fc9M419F6e4PieWQxyKBXVfQ8qUujpbRXS1zn6rNec/B+xB14LIiZ3+yuf9W9xngjL8YC+C4F8ATgVBuZ7JQ1hZvplDmE3LnhtJ2JZxlUNyhKsAhWSNnbMJjc75nouB+wirQAl3xtjJbPVN7xVKWdbgVAlGBtESapApa9QekszJCo3FN0S3TmHav9IAMVheaQ1UjJyh8nc0HrMdsXuqAxZDpZveeeuNTZ1XcD+wIPdOC1ls8dbieYfIWfi4/gCSJKQfYOmfyp1NPl6areWo7w153ponB3FRPE7Z4VG11cwE92TE4ObDLusGZwhVNZUlJfCLRw7PkFAyDUOinyZ7Vl1/8eRRx+0FHsD3ExTP3pgAqJ26qvgnpWzkQ/syf3XB4rS5yJYHHD6yqIjfhGCaySMwxGSqKw8/Kmu1mZpw4OlPZo4WUStz5sydOVL1gXw+w72m69+Tp1kV4pwoGSty3/Ylrz/Oew3lOls1emkcHSTjD3rObaAAeMZGOhB5hlVrY6uYTWpJ0Uadub1pvp7L31hCYZtblUce1gAd7oeyOK1i0rRw5MfnR7YW1MSUb+3hLuen5LVB5NuZ29NIda2cYqWvbmWLn4wz06cAEzjH9mMuM0mL4QoiQ2sAfL1p1+VbReA5CTxrV7WjMZOLBS6oASeOsqIlbKZhIUcOfMPA9m8LT7qc1mbx57mf0Z6VVxo7FhJWNca/+cvuaewJT9iKxP9PfYUpd4CwY+jxho/bHVbbqf8er2Juf2Wn75CqHGazO46KwXtzeLeCjCZX3mZZzSnhTAl/Hr/sQfuJ+iZPy5ACj8tr3n3ZH/3snPLzJ42dusoKQ+qZIfaYY2Hp0yvfxQnkCdePopXmbVGbfIKW1PTfLBrmDF8WESXMUC2LY3p8vcza+V4PXd4YTfu+LM86naVWXb8waD6RmTGb8yj3S8ci7KOOU5FgCObRO8zk0SLui7xrjpHadjO54eLVcLBhYMLBhYMLBgYMHAgoH/URi4d77mN/d0uAjbWWHkCZyzII93WkxqhVSWUMZQJua8DaGtsjOMCHqUUR0uolf7nyNeeA8joZ/ifvQ9jAF+ghvWf0eW93OK+YjvfpTBB6yMURCvOuSZ8a5WLm6VI6qY0LKmrJJPZ8uM/JFF76qhjBN4nQtGqYy4ifljzWyFT1lWyT9KnkY1eVm1U+mBQkDrMGQ53XSs+m8iW/l74v0zcsB/4N1bKAzfoN4swGdv2Sg13DaLO73eWVjNaFEGMAn1L7KayJF8eX5kXqpsSZjvO8zHurzkd8jLpnuoU7TvvpZ/O7d0utkt2kFGCvzKoXrlgrRPFJXQiQsI9rufoqP8CY3xAe9+hyEKmMHLpVvSrTPJFz+Qk7SXXHIbfBS+p3Y+4qc+DCxv7feOxicNKCzlDrECVMb6LRQZ3+fduxgZsV8pbqmTE/AZX3nhCmWVMqpqu4KjZZb2S75VXivir3oOTiwf+qOe/YAxhdZoyPRWel/UYyF7v+4H9wpm8YXyQBQrUeCW4Dppxay55Ls4F+SXDyn7d9VPnEQmF9mq/Y+ui8b0gM7hgKz8gAX92CHf7b+PleB34opdn01DPDfZl6c+SXamja4C3HptT3zVcEl/VcopV0iw9G1AZHE9Cxh6t51bYQCDS/t4iXTxNQY2wQ/fx40DBi+t4ZPlHN6qQZU0Pbc/E3TzrGHeQeUQ0uIVLufX7E3u/rgVg/bQYpo7NRdIQLkivym9eQTnZ2X79O5wwkPD7BxWrtMnMDQDDZsOOSteF8c1rtnpbwN6By27hSNBvlMX/JpP6Vfy6IGf6KlMRZ9XET5gTLgftRTHC8OIYm8vn2dBEcq+sD8I5BL2KmIO/wOFhmaVJxCgdVXNGw55jvtkD/173TUWznp76OHjB8cRFoKUQYCJSopve7QgTN6JB88pYrrndAy+l14csdTHrXGZ3A3oHWj3AWXtgGWpOWWcSvamKOxWzses7rzQsK70QLW/da8iH71Yh0WwNIYWk/zRR0x0VHDbZhP0R7oKABflNFja2WQQSWoNXtB/xCBRHLGv9AbXyQPK4Oe0H4oeeDX6B/p6GpMrcem84CSf45bQci/5TelhLMIF/Rt1K3oaxuuvBoqdnogxGqw+0VKe8qgcZ79ESaxT1OPLW5/z0HmM1vrrDdbA8MYRb7yHLFBDDya9y+8CgTmIDwO0GqbA/cQPp6ekkK7/wDjG4rcd7fT662/88Eg1SXzxE4pqxB8wK0I4FljxER2oSBMSk7AZPDsI+sB+HTuUN6MuTsav0QgI92g0TacddFWensIsbx+m15n/dCSi+VMSzxQWWmpWAsDkO5Rd2/4H3WsjDIxKHpi8ORE72LkZ7GXwFcyvMXZQZz3uCadOL5pbXDP2sYEAAEAASURBVDMTFpve+sIkmSQenr8HrcG86FR24OyFzF0P8WfVH0yGoilfEAqnVq+CF/Ojnk7RSWIin9nodlMGNVyGXLNqZ0BJOrDiUWbZY0mqSbgxrHMp5JKwMnzR3zBZ6upghCud1cDKJDrYgC90ZiiA4mDrkSk45zl7skaNKB9bsERr+1pdFOmZvLoy5ivdX9gfZRMLUhW31he4uGpMr/DHA5FqOt/68hghsaE/3kB7Qhq4ce+7ffaH7g061+4JkxQ7HMr9WlVpJzSdwYRTfSyD4wHyqWRnvwVDGJCDj0rb8e1uh1uG51hXb3cMBLiEPuhmXLiDiEavpq3yA3sGEepgXW3sfJBYGJ3bPZzBz2GDC2MmlSsmX054ZfHW+qiEde8SqmJFir5pMes1/YWRmOVFaO/buaXPXpDAvUOR7gb3uvK2iMMBK2DqlH0S7SM0gqt4rU3gga7tz9Y3FBSc22+dFDIRQIl8kLaf8uGDlb2YWPVllR6eQNpjnzIP+shUsSyGSBWPT9qb+89pXEECwo5Bebv+BhX5AquK4C1MSrReto3Oyz2/f4i/kPESFgx8jjFgP7S3XobWIy+fT/fT6/AfruUK6fO8np/TR6e4ngxOmuR16d0Tn86JJy2t8Qx37/Fb7+/+nQoNb2jXLXYrRV7QJrjtXZ1L+MK178PjT+9NfQoT/mYPczmvl2P0Iw55tTjJJD0Dlzy4Ms6YaKEZU/04cVxQ0MF7npUF8ITT5FKf5QVdw7wZVHDoascR6SnKuKZC+JF524Sf47WLytwBi/Szg8uzUKOYNSr4z16+wE1Vv5XUErY8gTPzD2YJEVqIl5o3ROErfvzoAdoVg1zRqmnmsNcsw3eZrTSktHMrcjkvGFgwsGBgwcCCgQUDCwYWDNzEQOZMNblqcow6OxtsczXmlcrInI8542KeXN/g9RXvzBNhGYeGGyjx3PtRayVdQiM/0zpR5fC4x620yuCDx4+YAv8IGQYHbqRVBI9YHncoCXJgfNG5KNy5IeDpunHlvqPIySKbmWQTKgkz1eenZJht6l/yUxUbxrcukUspw0Cuk4XonJXr5Rrji6FTSeM+we8Shy231t/unjz9eyxI/xGZ9D8iMP4B3vq+TQEoNTCMUejfux8xZWNIRD7InsizWYaVLNVf5TB+FzizLjjuOjvBv5RvtO+Jm4336Ty5rTxh8vlt73zm+5AS9Qzd8MxvHH5CMz1t4HxfGWMfxQEyOd2Mdy4KwI0xMtAVxhq9cm6VHOBKiWsWsCLTk/7iOpb2KoWI7S7lKfs23vSBwJM819CBd4HJdo5lF5bgKKM08unWHLTzE6w0O5TEkm+UpcQ11FeQ17NjuiS3xLnr57L97or3Us+pkLRTsljrp6ycI7Tl96Ww0Y9YZNHjwn01/Ct9jv4F3q2actjVwcUMbJMHjoJLmkUqbTW17gaV4WReeedl1dzv7CwG4ftSxdpIvxl63eC+C26/RT5fsjNwwAuQ5Yc/SCN8EAev9tk8vR+PAeIRPyeaNL86yvoXGKBBqbC+iKmLBKFs3f1UUQJv4EG9clD1Ghi8jVv0CSQwXmSgZDd9ZR7xw4sZVF5bpmfxQ215n/4tPwDfeiHYbr/ePXWByf4dnrENJLxNWadKtiStZIVrad087jhmhV9cVt2Fog7h4BltIcjyIJXzwxrjuv1/dltkrk8Ov4LD2sZgCLl5agEsGh7iEoHn9i2rdILnVKgtmxR19nKqv2ftcUfqvsYq9mr7je4JNLJGIfwUZdnogg/1PMIXeQ3lk11hkqde5M7zfYFCjUw/oKKVX2CgTm6jCk/Z4j23v0ZBJ0/Yusct9B+PqPJlWiq8S1xRLvVs9C8IkrFyHK9lMQkSiLFCS1yJoOTEGIUSePeUPYE33+y2hzdR9tPOWOyWbqTKEKEmmeO0XVcBVqkKsyWFaAUgNYrB73CjPWK4t9mxz/pzFPmQWM9+5yOLlHTbXHDZprYPIYA34LmVHqRvHrVSUufUxyceFcfkKnUDcLZV+CZWx3hXAAeO8T19fEA3J3+Vl4gL5WaGi2KTa/AbwVjxG+MNB+YN6PqGNd4i+ENUxRjxBjSCTiz6F3vvKSgdalD6tEqblXf5kvsWJ7mkX0p9GNFuvoY+h+1f97pv/hPjD/o4IlELfm1nA9eMQfWC0pXd2YCa0CvLAm/qVAbmOYfDv2IB/AYK4FcJ08AmBqOQA6Eisxj9NVOs33TPDxA1QPQo8FY2vANcOJcDX1Whzg8B0lAjsZhuSs1jB+BMvLA6XNGRP37GKr/Nx9SbFQgokCSC2nfDtMBo4hcODdYGR+VTHRMI8M09smLHDvZk/RalqHTTd3+Z8YcUyKImBVV4CO/RcJAYPEr7rlpxhZOdaMveIZqkX9PRditWLTblJnh2IjIvz6LaBKlde74rpLPzUsYjGQ6Yw+um4mqrYvGr5P9F3lo/sVqhmMx0c3za7h86i+MWrKj/0AuLBzZb1qtQpwMdec8CgxX+zGu4bPEnCILUeT713ic1WFZnCQNQ2Yti0k598Li6ZqUF+80Ob8F8EUSTl7nahwLMZYOFEfnusaFhyfgMAr3r0GDGrtzECtmVfe6du4eO7EMqos9rMkvfYElfst/JCqBDrItX7lG9wm0BDGAz6Ef+G5QDWw4SrM+U68QAA317NCuwmMvDdTPJHBWuLKs+CW0cXmclJa4uGMzdY8WVsw4UCTIlQiunJiW0T/iKPcvFIsTR0p7BqWfRwRUW4d2ASwTp7ljwDOgpx7QXsWYYy5sX+SnoKMYJJIeutfv+gBIY9xZ8CNoElyW/SP5L3AUDn28MvFrvcCppOPKr+5A1FSUfavyluYi6G4pX4Q73AVPvjhPbG1ELorvftwR3Qz6V0CI+eD7y5+BnSj2NA8dSpo+T4p2Ok/DxCEeMP8PVNPacpsaV343fY8btDZNTJ6jkG0Ed7etCuZpn+DFZE+hZSS3h2bll+7IzuZbZ/XQloixJAY6fnhwoff005YLnXLEq23ONXw2qlvvp7Jsj/k+Pl6sFAwsGFgwsGFgwsGBgwcCCgQcx4EzqrnkWz51kMTW7K0ZmbVO0FJXrSlCKqZJzlVEDyik8l/XIUVbuWYoiZty7HdovOL/f7Q//ByHqv3D9C6aIejxUmayxh/INZDAI9d2vr+uRXaCgKotETDOUbWT+LDQAkDlmicxLMD2r4lGeGsnI6cVRbuL3kbV10aQWvwijteDTZSRyrLWKHAT867h4RSCOF7MYHeS7SvmrSjkek0eMRrQQ4pnQKHcxZ/HZSvH+ePDcGszD/fPpeczPwnVqF0BCNtxO5EO9rBm/k8IyigUUQWPcF3/EK2hg+BkyQ12Hu+elVubg08+bbAdY3wXmYWjyrZxBuF9W+R6YrOZUypeclgvoIQpkZF8aHmiRucEV+Aal1Aq58pY9S9dYKQrbGllsjC4ox9rYliUva+XWmVd/w9BgAJ/WnaM9aQuXXWzc7cEjW/LZt7TA71EEP9HiE/lm8BHlupirw/5atRZl1t67Y87gKlQc2hYvpbyz74HfWEF+ASXwN2JtPWBZe8Al6ogF5sA3sC63lXPbA5L2U8dewS9NzMub40c35cPqt3yP/xq4dt0VFohbt8GkzuEbKKuq/uY1heCl3Xhu+KEc/vyv/c69U8mo4c5TZOBvogj+GijjwI329R4jNwzZhtCb+csRXOggPs3Xn1PePnlMaMrDy/RFIeQnD/JE3Q/s377CRfu4Qx2GQdie2q/cEx2+l46HXDl6pQLoovgAecczsMbr7APPebXe0sfgn8M7yOG/Du+Gl2NQuKFLq3dJv50a6ZTrY+pOnKSruGktxoX0e8uPXOEZRpO/pXX/SH+nVpTXo2PRiFIZuFi3eik3P6dyQzu8budU9khMiZz0ycPSkLWswF2PodYai1bHhee084jSdo3VbvRpjD+pbzK7/8cSSgdR8aIHQnkddTB6o/3wm+56xUIGFMDx5umCAvqZbdbkfHP8mIv5tTC7JD7Pj7j0zsVRYDS6EFNIlyx6cl/g4Uu0JaNy3CezwEuPr8aLfsx4ln8eokjPw6INy1YPlbZC7n9gsVinBwN41Abj0zXGYak7EdMiU4an1jnP/7K8s7ezl+Fr3AuhM4CN22uO34JXvs4zlfXqN5ljWB/rrK4suPG+ZRRscW9b1rPwFcb6V1YAm7VZTtXmqkIhTOQ5EOI6AzfJ641m5ijcqEQACTCV+gRsy+HybIXmwcpOaekklh9TfpRoff8O/tzfCeNasbJvcHUfEETRxq+IKDSYx11NxKtHhDbhqbNE+J8Q2kcoiHRfwKqKK1brqcWHkTnstxUHGVjMPwQrDAXRI4qcohTexfMKK8se1zCb17/C6iY7NsyalQq97kWYYJi18ClszoqAudLvgQJb/RKNfPZ05B3M8LAHr7sdSlkYpKsMXH5iPSHC9MvjwPPq+M3KIwZ/1G8onb8MQ4T4Xc1Bh14xuQ4lpH7WU6ZmXeuoTgFswe8ES2OKTijyioGDlX7DCjckrMJZ64OfgcUJu5bWyUNE236W1tKLlDz34iWCDCvQWwNrp0uBL/MMWt7h691B1w+AquFUrnA0nHI9wVLobve8t9+xMnXFofx+zb4y7iui2/QTbsyq5cW1WU8nL+t2epg39/zM0gYl3Cdnrf0ZRK+27HGCH4Xdta5emLSGLyjsL0ZlmxnSdrnyWnzzl3Zissuqm+trBsfnuM54wmSY/XIODlDmUYWlbpXc/Hzo+5cPjf7rbJ7lYkn33eMKV/cX+zY33J6ne/nyl5QLBv57Y6D69cvWoU0MW3+6N5+pqJwaX6Tz12P5TPGD8/O9Ob7Cy4xKJ37kh1IgERoOxmLPd9erxb8dBKtX9arf22OdP21D1TxFFnZlDDBDeBpChfBk+TOFDLl3VK+V7hlvJtyau/OY+4KzrmDdDznrnLPjrhNVU7t4zHGg1bfaqM3Q7sq7lfpQvLvSXz6/vR2ERZdMCvQm5a9zHR4LueO0wrIGy2We8/uG+/mz5XrBwIKBBQMLBhYMLBhYMLBg4K+PgdO8r83iOEeYCizMgcvFKfM/r5kHrrUsxi1qhyJQF8GrUaUERh/7D7Dgep+tqv4d2diPOfB+uPt5FFo9adfZS5O5JHI5rY/jbhiZTwTcTjP9PMlM0jk3V5l785Bz+/O7JfIQhT2RbzEvV9nofBy5jgvUB2RWBxQ4A4qzcY3gm+3Fug3GKP3bTLOxeMRS2GO9+g6Wwt+j2G8gr3wDRaayQRd7MjeP0YHfJs75ne+av0BSvmhKeXUtRAbxeMJlHn1uflL/oIDagqOVbYlCasUel2sVwePPkUX+HJnvB2nHba88irZ2cWgsrwp39a0EvsijBPHizO8ecVlfE6PeKpGl4pwTzPrNpAGIVmtafePiW4XcButVPAb2ayzAO5T6uFW1GQ7I1cZYypIveRq8ysvpPg8/oz9KyN3Hu+t+j4zZbRU/pD/9rLv++FfBxlWPNWQU7PTBSW4uPRbdVX3FZUIRKhgse2HdnosK7+rrjb6CAvUw4smSvrG5eguLefvKm/RyLBOVm9vfSZdvvYm+G523s2W169vOvn9caO11X2ziYP7tnuWr/YccH2AZC6VgkDLGa5YGMUJrXra7v/ZQj6IEgJ3etfeJxlvxYvwwItAIfjAqG7A47K/ewfAGy+lggoUwKOsjv0Uh2fQXlVvl9XK/U7udJW658i7KTxSThz+y8OYXkf139gn43RoLTHnWGMOnJkc4y4ibltf0PPKY6ZpX9ZZ6qUS3f+reV95JvbXE1+L4gJvk0e0DWiBe4doHt8HfIt59lmYMnkOiysbX8haUi8i6e+TLvbxdV9C0s/qzjBlJ1H6EGQimephjWHReN7iqHB9VKHoY9Uo7oFxGlt4/lbewzaIyDfae3hyU3miVTv4TnC31487SorIdYGAx1Ir2cRHV9fMPYo27cUtFxEA2RW39pUzI3ll6loli88wf62fIKePR8a7e8azVss5QNXs89+s34xJ6tf0C+masd/GOCoJJrBU5MUnnlgzmH4NfsyWYR8Op/con1X1Iu8GzMfoiLWl317vujdfYTxldR3lvOFGFeXjUjxcV8qzdcD4pnLnhZWs/4av00ZzSNCzOgN5dALHu8fyx03iR+rjQLMgU34Qjfqb2N5PKKK+nm09AAXwLYbSGUlsu2hQedrqCZsI0upmykyiYuStNYnrPpMNGL6AF2CPQcpYhTZXg6hTa++kJhZarFCdB+snXSvBtTNsV4Dmo0HGJ48ARJWyb5J0yfKmr1jE8O4DpfrpjJeCI0nmNteP+ihVFuBZ2g2qpJ4wW0Fu6orB5fS/AmAa6Ez7ae9MUwQ9RRrnXAUSoSwuEtuM17gTAM/4EKDNdmM6nIroY/LH8lt0d57N4wZllMgHCpW+PtfHw5MmkhGP/YwaMgEs940IjtHFb291R2I3HwgqyoI9wiRD4l8ArG1hjMRvrG/aOcM/nslAWNhnpvMw5nUzPfZ8BgPiJ60TLlE7sPmby8Sc29+Z64+oqVtpRQhgAlTPWqXMBXiP2G7A/5oGTPBXMBtuI9sG1R4+F63rPYM6qU0396yMEXByrMqvfVNe007HeclX3BGawcOUU7TRu8bzPxt/6xTdum2BGeVoAzPJvDzwfC50/vPva6FOSojQZ0lNW/bCKiZVMq+e49XDjed060/vHrNqyPrab2DVxMWOZ9IqVSGFsoaVrVr+wksjVN1iDD7i2lodEIC+DTvsQnfQVCoJ2Nz18oVOjf8/JDRzHpT0TrhULLfZ8/K2YEJUiBdinur9QIUvkBQOfWwy8Woc4fZhM+dyVXQYeero88MgHQWrGu1fhAC/bMAVo4x83GEP4GU+n881S7qpoxTy+Pdb3+ORmVtOT24aqYyrxFw7H+Xhdoifxabzb0jvFvy+cxpfpYyDCJSf6jguOu84Qb4Yq8ebz9sQWrVZtV/fD0dLdda55wDwP685474cCH2XO62qVfz2P+//Q2d+Ctu6qxfJ8wcCCgQUDCwYWDCwYWDCwYOAhDJzm39Pc7/jt4D1H7ks2YV5adyKc4Q1KXeaHscBEltEjY1y7TzDbb3VY6anE6nAVPB5QDLPX8OqA+2D2k+3270VZvMaVK04dETyTHXI6F16Wi2fmnLEKo0zLo6R2KINSFhX5lgsz9UqD/CRyExQUJT9irgrYI1ZsI9qyAclypUFeghxmXOHyEyvSFXvMrjffRrSCe2EMZkbcSK8338XA4h3qpFxFRbIweSY/vlOitJzm62LHEIWoMDKNbzqV9q5ifD5+SzFAiyhjQuBUbqK91voXpRhujDusgde6CN+xXzCujFdsmXfYII8FIfFQHMToVZCoHH5P6Ybb9sy3VTU43xy0OGW0/aD9LtPSUmXXHjwf/HTSMnb9nbRjh5LugGxvxPjJfFTZlOGI8Eo9lG9+oR3vPKouVTC3n4EQfEBne6xQBxSwA9usxSW7rk7B6wGl5w7F3LoHAX42Ete/wqV4FKdV37M65nvWGtc745eCkx6Igt1+pxxxvcKyjgURg1aluEuPygVZvvL02rO7yktyf/7qARku/d31BT1y3R4L9P340+4a9+TZI1e6wDgqyjT7aepFncFJIYxTcDERmjRAbIP8TMrRYE8eZ18/QPR7joM6BfYH7nCJvN2x9eSeBSbIVdbwn9KnfFrIkNdOSmYglI/56x7uPXvLXsFjn21RlsLX1hjm2F8iV0h9oXZufVLhAkbjzA+FyMqbiSa+/PaP5TloXPdYA6MYHdwekj5+0PU7eNQ9cQ8eysuqfbrRXivz4XMbf3JW1mAt4eXS20Zjwj2ePHGBPW55vsVFNd40KTztM0DwsUgWL8AjHbf+kNr6Yx0TLuofzAiv7evY4JaibM2I5witZncf/wlr0z9313qxcFEKMYP9y2ym3G8/Kb8XVwWDiyncF3itLAVL/+trFnmwV+9Go030Yyv0ZJG3BDYLspM3+Ll6RNnFAyqu0SN/AoYRK3b3VX/KmLjHePGAh1S3O3CPZ/dgNrjow/HsyJvn5YUwpJFqY/m/nGrsMBzUG626I2jQRVd6jo2xZfqgaczfenhUpvOseZinx/rxsr0/0kfiqCMSPl3i44kUmnwdvO1ZFHHo2L6C3yx3SVFm0sr1bI6ep8M24dGrWwCLmIvgE8nFBvfaZoxy9MDGxYffwkCwbnSVDW4tXGkhERZzpgGSnT8NYVwmmEvlXOfp8XTKSoO8Fkm6AqDsDUrCK9yfoFBzj7b+8IwOJEE21w5arLayzvN77N2xgSgv3clZEP14xPJyOPyy65//B+VieQkBjlfAhADUkFUcxk1D2BgXR+BKxMS/+72dvrAnzjsUiK/130b5y0bf69/whMkJLgzsxCwf4z1QWuVHhlY/o9uaplVtWasaMT9/7kokmJLuZjZsvk08XSUay5YwvEBxiX/6aSmFmevgmDajGvunMIynuO94jrsOlNFrJuVOxuXjMsYq1XPrBAVL5d3yNct27cQaRqj1L51pTZ5PmG2t2Jd3rbJZJhlBMIWHrhs9nqB98SvrlVGbpMIHrAx4K/ZXPlx9sXvG5uVXWlozEKx62jA4ID6MJTXkvtjyBIs0JE2B+7gr4NaJ4MBHSb/7I85kWCTAnsC6ulgPKIJDiw4chZvkaSUaSrw+v8mTx/04gBqT/I9W6F9gqP5Kt8s+FjDNDLgogwmh3XAJYS9+EbBok3pvJDOE+jbuifHHtM9uy8pW97YRThLGXWku5SXUvapmFi8VpA+ziJW7xEU59nP3Dtn232cLIAZnVxQ5oPDeN4kVWF+qyCXRgoHPEQbCBF66PsUX6Nr0Lf9acLKfyR19PGdf+JrDPm9X9aje2FJ98mf5Qx016XPiF6WmfP14DU+e7n1WzyvdCaKJhwOxUD8UjjHahczygSOci7Erw+NUQBYXmS6BiUsmjU6EC4p29nWDbJ6+RqJKfduvbLDhJN45ghNx5WTfOreyz+vfypqfW0zL9/l58O38uBnjPP58XjDNL5JeLPkRxhySPYhGFhx1zmdYSOhiApcBBaZk3yA6z3m5WzCwYGDBwIKBBQMLBhYMLBj47GLgJP9pc8dp3tjm0hPoeRoBu3Nk/4mfebNf/F46f63nCpQ1SuiZO66yTdTvmTp+yFxSC9EPEV79kvtfkO5nfKu8jwXuzxHifogy51fkwF6JyIDcukZxUBTEPI0Fo4snnT97H8tfyuM+Ql+e6u3PhYl179nD+apyCeNWfBKTsYrdyYUq8tEN1sGbNQpglMAr90bFNa6Wpmv2n9WKeGQLtgOCN/c61FXo0SgBGJ1JH8jS77Aqmwefs+A3RxSFaXfbmVqHHqy42FVJqAtwFf+08fAe799n+0Pl3b/i+Z9R+JsGhSPfrgfSanGtOssso1C2lZQhcVJG5wvbMN8c+VbiKrI0aY83tOPQ0x54DVzjFvrJmv2fu+9Di1/nHjmmijyVH5Sr23G9UIZaVTTlO88iyMtyP0PB+qpY61l5EGtTlCyjHkRXH3aba+ShKI9QLYGLJ0g0kftSa2pEKvHl/phKqOtb7dRHocwg1trSZlS5FKPEiwzW73X2JtVaEIX6FpeuHS6AO13vkq86g3T3JDS57WSJf038UeakM3A/cY+9bmjZX3W7+8/uKYsQ9uw9rqdTXI9CFyilaOsejZZ/wpqWlobqqupmHXwhTrz2N/QmvZQseY1R3Qq3yN0TcPM6/ABkDFgja1wXpTGwBI/imHcph5xeLdi3psM246h+aE3Y3vPw6+7qGlfhWOIfYkjk9p8oaUMTgDEoy5dSCGk869aOcwilhTN5BK8LBxhiIbXukFv3q+9hCf0W9d7BC7FG3hd2pDwxahnCd56zL+4OkS/TB0u+JXTVAvJx29ctCFxItN39GtOtZ/R3PDvAt/fw4BhGUdtIzLMoSZqwLNtP+HNVhVv/+XGE0jFDHKk8xCzMrShXyNSfUNoWHFvXvQZ2JrcPma84fEyA6kJHxhWmNiaxlSg6FvdU79m2tH/OdqId21S6sCMxpTsOyktJU3lWzcN6XQbha89N0+IFv1pQ04ZatD/bfhNl/legDXSAMR50AUFh3TQumKrUVULyTHk+bwcx4BlZ/ATu1lhsH56jo7lGr4l+pUfvOOJVQ52RPELchu8m5ymP9JOpqIv6zG/b/ETqNycyTBu7QGMP79/HawHl7V0Q8h/da9fkzztxfeDwXIu3qt2sj/oYxzLefDoKYGAlTNVoJ0qOggSruYE9TofsrYGv9QgCIfYwNlcg2OEdKBuypwxafpX5Lb8SWyOwYkBxvYwJ+MjKgt4N4HEZ8Bz3xQP7rvbELWZq/pb1cqE10KkjVz4SlfsaDDJoN4xOB60VFt0AM82gw7AVZnxL2dY/OLjlnY8u3luLMCFJTbP31Peq+xgFIhpajnKVXDTUcHpH3rPHrX7tkYScv2TBXqgQ3dhjqQpB9Qyg/Yo9Rty3gvq5l4JwGv+VQupq7cSqjFHcwK7Y7/k1Jq/7Has6mBys2MtXpn1e2v1te1Y/0mZfWTq0jHeP8nwQb1rkjrjRAasUkvzP0r1C5WoS0mC0XgyqruLCPUKvpfOejsxKuFFlvpPDWFBZw5ZmXrjP57X3mv7kHsdYEqsox3cAiwPeZTLKXg/0OSeUjXEec5pncZbfMcYjLubw2WpFB2usqreb1xlUnjGIslpWITtlBKu2nXwgT0wvPrw3eF31GVlxe4jbA9oJZr5h1Z57AocuaLX0BCrV+mTSvmQ9WjunNpksBxhwxgDgIguV6OB2ZH9i3f7UACmoZ0isRMvvgoH/cRh4tX7QFMANba1fFd+ky6Vj+tbxwRs4TRsbM/b47tMLDR56/EUhdX/3+4voN9Jfvj+/P5bmR0LqfXxyHvF4N8UjmrwY5pUj85SknwkFuL8vt/l4cTnaZrxJ6qlhMs+xUGLKy/04b88CW2vA+0qsSrSYyd7oHBFE2d43IH4ov2NuhYdEr3EqK/hi8atbHccT4p4ILfcZlix3jgzeLGHBwIKBBQMLBhYMLBhYMLBg4LONgdP8vMHpvPD2o6acyBV4Xddt1qnAtaaCxzN55DskeTn3VgisxRxzSuQxnbIlBNBDV8rgrvsFUVAKYym85uhQCHdYPCrU3SL430S+5teQsCEKVg7EXLqPDEIVgEovsnaenT9hq3n8HNZ6Zh6EnHxrGhWT5NNzRj4TD4rdd4D3B7x+l7P7zyI4xxpurfdGylZH7TxYHAYn3N/8HkhJn5OfhsmLtvZxggilbWirUetI2k2L4B4vcT0eGVc72nvDNQY5PQo63cqKt5627N0qTflevmMj6icv75v8i1vlqXk/fZ8R3xJtBN1Er2Id+zX2bsWlsVbeK2SWWHNr/aYywK0B3S8yyi7zpQ0/i6FhWTquzytrSd014EIZptv1DqvIFX2jR0G1UZ4eD5vI/z2HCsVbiJOz+DJXv3nBAzLPNJnID87VG/BEfOjGFdmoboV79sBddyyGwKpv7QII0h169ijmm1DZdiw+BdB8PCpXzp9WOPGZqQJp/x7dwrj6A0pB9idHGerWiD3f2BusxFcYNAUP4s+jwSoCzmAWX9ZFnE3X4o365S7PxA+4GfAQML6NZerb0BWLDNCnjBouoX2MojBQkd0nEgRUCC7xa5tRHxR51ygR99DCwN65W6Jeae2JIty+dEAgWzR0CYz5zY/23met/mLEa2JGLo2BG66S5YUD22vuB42y3DqSRRa64ZYHU5h8X6gfE9r4owK4aJRfZcfJwB/5CfnjaniA7neMHVoIr/W2mmi8jw7JMcYameaEqybRSHaJMf1c0IG8J4FMVZSqfxhROWNBSZ1cyKR82/GLeDcym2d8fj1Rz/GhbVHjovAqW0F2vtaAijGupx936llUbhPCR6te9aB+b2vP1Nq85xG9Tnli1noVn9xgrLiljirxD8jus7gj/YO2o72Tvxl63BXyDtoI33bs3UEPf0Av8Z8Yhr0G/y1Pq6XLnDIJXbRM27nend+dCm304XvrJmzZVSAJwC51cg/iDfXRs+rAtpSDrrZdIEZdoqTmqv6sEn82IRmZxadiAVzgB8ITEi01HQSNOQrDUT/217+HmG18lMKsPFix+iYNEEuLKZcwHq+n/OoxmJg6afL1tfk3YvHaFKAApq4FZ8/eCZsn30Zr7hQK5LiCA1N+m7xik5oiLkpJPvf92EBZveFgbCe2V05BK6UDLmwPuILu8OmOXT1j/hWETj1ZnaKyLw1i/FOylvyFz5K3fshjXe2KHVar6Pc8VpAQh6uliBAiEs45rHcVdlecek551EEL1YEN2gfdQqOUXW/Ym5VBVDy7SuUTqFqBRxuHqKfBaDzoKuRN9nv+KjXDdTMThBW0lEGIQhuMhdzWyuc1PatfGITxpIk9zAHTejqU8Pe6KUDBPQS/RXuuyixmNsszgnXykB5Dk/fX/rx8y668R+h2w54fq7hOBiL3HHG/2cadkq0/poF240aoaDDPGPj8s084IXXFqHth79PncMnMCsENk/2dK8US73yYNWUVYf4eueP82FBwWb86pv7KBGLDitINHxEH9jg+4MrDHtlyL5TVBE135ZkU26+kW3HDv/VxZVsY+HP2Kui+GCX9mBV8TryJ6SpXAsmm0Epo9487B/aWw6xv+0j8blnx8zr+/6+fSytYjtunL+I9rqQl1oKBzyMGXq7fNUykK8n3yaZdy1dP/bp18HYuTmWpr1Zyg+D+81GZ2eYjKVVgK93x/f3Z8PbFoD3GDsM08+OTO0pq+JG3yj89y1Mdo7nWBR1/7hrhyvQaO8yz0jmmZujxyayofDinxIm/J4VM2oel7HWdbCl/9ebAOzOwATlqhegsQ5PdEVoNKu+KZB3a1Xmyh/Kc0jleE7TaSF661tP6N66/OE/ZnMaxGs+OZc2RcXy4XCwYWDCwYGDBwIKBBQMLBhYMfFYx8Nf/VmfGjIxA4XfcRqLAYr82ZDu4kEY+s9prQfprZIVYC+M6utthGfyca55t+t/ijRZ3r1j6KbvsFf4yXV0xd83er5nLn2P6vvq1d54jO2RqPuA6esCj2ojyqHNvTVwLuy9kj4Xwev1PnP8ZOe33eY8SBMvTAwYf2eIL73+j+5OqXCO/dghNu77tfA7t5+fOzwplVmtdniJr7qLs/wAFHcp93Mjur3/XXWPVpyXaVvfD2YMZ5awyWoOfJ/nI9btKHPpNxUO+R2wrPVpWUImrnJuvF+IM7ouK3FB3vR1Wwf36e13/xD2DMYAipVZp+F1Fl9y+3FLQlNdn7zT/vCoq1UCGxRPdh1i+/hufar8Fd+gRkPv20J2f4SpIVHCIQ2UGscCzmn7L+TjPvPH9RKu8MH8j+M2uN8jIE3W727/FYy3hv47+QGtj9oO1r9GPta5Nhmb8NwippgsDVBJitLQaUQDtP4osPvXmwz18xjgE7/zSre9unzS4Gx3Mz6e3+YYn7hr60sDrwAKDDk8B8oCrzZejiB+V5Wr0Fro1708yNDhPeSrDUKm9wiBoRAG8woPCCkvoETl5ugpt637oMKxTogevzsuRKiiAo4gpSl72BH6y/QaW4i6uQKuijgdX8Pbh6o3i8HGh0V+L7X3TJynTDxFD1Cp5BwymDge8SaBn2SLP326kUfozsLkYyHq2kuUH1qTpJ85r1UqbnS2Xw21UNZzsVKKjKH0K73d/2x0GWxpt1vamjfdwm7b2/vYSrM9twecaS3XwRhcuDNDtXpkLejrWIUGj9nNzrXrMszfZ5WEZ9oXL0B61+On7I8pZ9Cpb9jzeoeA+oMjXU+7Rg2dLdJnZdK+crLVRyCI6RugQQ881dNjh4Vit1wYPBbqWt13Cj5LeHuhhHWytKuxYZA0cwFPxVPC2d2lbblo9lcnVgf4Db8oDlscHxpMdSnW32NQbB4iFfJXvtTLN73T0r735xR8KRyPcIphW5FTje053NXCr2BF680jlOFGDHguLTYdlox0X5tVdYQausotOtOF9EaODXeu8lzBN97bAMbTrVlnuU6Y+zmFamvFv34VhMcm5xqIS9ywykGMqsrws5Zj1HRet/tURSD8n+DAeV3eBchR4I4T+bPVHJlFfRGOvGwUFozIpzbEl9Ls70h3Fnz+WUXC4MmlgVdChZ7UOK3U2TOh2z/6TyYACzVoBZp1DSK3y5zkd787qc3xaF7G2dTUK0NuBhuEjhmEU6yiAV/iSH8KcpKwJr47OYviszfL6BX5sIY7JBYLW3O5R0rOPib7sV7jXWWVvAgc849pZuXpEmWCt4tsbXEEEggZc8nRs9u3qu2xaTr2srbtWGxqDzY0/N8oRhrvDGX6TlvgZ0HWtATxaAutee0+JuFAf7dz8BgXQjkzkyIwm2jPP6gHGEw8MElltSG9ikDy4+ELX6yhh9wzgoUNiBVuWmStOhiP4x4t6/uDvLYQlfDBL6UKGtRm+2j3b/xtFsB8w5YrtYooUm+QXebjSKXWUvTKJZfK1YmHF4fAxzJz9r1mhmjYkcSxzOWd8CqwvCn9VsLXPBSR5aduv3KPi8FUmAOB4zYebC0ugRCtQLoNeuVc/iOklwoKBzy4GXq7ftfq0/tfuT+fLHnl5f4r56V3BfyaeO2OUVdxU7dOH1kNQvBiejrHhM2cF3lmM8eSfHo4J8nmPuq7xEZ7FE3mXI0uFyt+7zBdmZ9+fpqdTfMf4zHs4w+uPCl4/UBwzMwcwZYUT/tqTu8+tpkfQiNrGC6/Ow+X9+duKb32tv6slnQd6rQCmnSlxat87c2tIucx+uV8wsGBgwcCCgQUDCwYWDCwY+Exi4EXmn69egWn+qyzGheLOj2PJy2ybRYcl/1BY63wUmQiub7sYyLCXbPd+d334MUrD97rd9S+Q4aD4YiutEcVxXOKiFNOKKnkyZy0rTx5RZOawswnsCqGw83antsoolN9FZsi83TcqASK74DtAq6khVnR8K0T5hSIR2WW3/ibyo39CZvu/u+2Tv+dZyW6HgblzynLu7zZwlJEHflEcZ/A8raAA2+jKf5yNlyLTVDOAp7j/nU5+FsSFq00ODnW37feWhkcjrmsH3EOP3U+RQaNEPKiU9bsDwygxpgKmGg68gDWEWFHu8jbfU3xDjci+ItuyEQn59VsQGZltZ6sO0NmgK2jl3lhzX61oLxX7yML9DBxQ1um+17StHQI3T6SDyLfSglWG5fy1w/zzSngiJeQcuLF0W3Uo1bt/Q+GJjPYa85+tXviwCgZkSd/0ddC7pO98+xZFSpmNzlLDvEOelwUautO13ewTX0BeybHBHTT7Lq8xYDHduNfqlfKCbTFmP67yTniqHjAv6/TuVa9sa/NQXs1WhfEGAD31KEGR8+5CZ3+kfxpD1+1Yc6ZPigfrZS2SwZ2AtLdEJ+gCmHrDD3YoIHcb1KHbDTl/s9vsvwQuUItjBSnvkYKlolI2Sbel47izoJd4EWqgraR3NTy9PBSDrQOLZXQd3mH4N+IiN46areyRlqEiK6YOIRXMy1shmONH2omraWuFEnHdv8s92zXqeRSL9HLXrytlW1veOWV/a8718HL8afcnfZL0g2vryPDBIzgesYLXoHBNe/avfdGaUxrK4FRGzQT1kZYpv9Us1bwHDkuxfdW7mTbu411JgTfZbochIedBt9sjlvf0OEs0z8rf38qhnpxKa/Ux98sQngMBa5zWrfBQOvyme8b95oqehO5K61opt2jc/E/5XublfcU7f9NSnM5IeaAZdRAHLGfHuHlH/8hCEveWbjV6oCiiiWOiy4PoHGt4cvEB6FFrdNzU6057tWHhCGXFG7HRj+C1qzq3uzCQWby5/DC4JqJxS18iHxQOaY0xBOV5x4KsPTq4kX6Y/ZaBT7iSJm0WDppi7J/9G1/+Xz/c6w+bVQzZR1VCo0I23GOORqjHeh0vBJdDROUAhJzrsaslHKQc+A5sZr59/lH3BGu+YfwSikrdFtilASUkJizhQDwx8CY1sjNM94nXru0CxX4Szx/TWzU08lfjt1ixAsNSSQqyhqw8CDSJZ6dvdTfHx4Rb49s24pGzUyGV3k92WMr+RbcBdFhW2+0h9EwGYcwSsA06P4Tl8UG46cbmEUU67n4hwrUbuD/9EnvK/omxDRcWKNxr/1Xgm9W11WF+vqt9E0fYKKtcE6OSY+K6Ya/ZlXs9b3AHzaC5d3N2GQn1rbqIFI6XDablSF64XVDIHP/uI66Ae1a8QWMD7jBGFO2rvUzRiVWIJCUK913BTpUQ8JyQUx8n6Zr17/7UXR1owas36SfUhYm75JxBn0RhPi19yjMTYeU0wXzr2TjHg8sEnzlhpI/EMgk310++0n3MCHOliw8HN2AQAAfBmsRVPvaTtFn6mvjhuUJ3u494wx36kFU37m/IZH6D7333gnEVKfWVjRVrDyAFfy7ncD7mOgVa6HSYhrzzMWGbsTiBwTmW1exvvIf5u1LN0vMRACwGB1EImGw8qlynWtbJ257J3tCxeggl8FOUygdcFBnWwZ/J5GV38zNzvC9UiXfF8JPNng2/wrX1NX3tCVbNw/pXwK3rcPoZ9CNO531qfn1XzsvzBQOfDwy0HnTX2Q7+MkFePc/zZfJ4OI0fTCce0ngJZyYTftwUTzKf83rUh09G17zJ2ynKbR8GrtBr/E1hTM1fLnOdwWtex0ynjGeva8wjn0yQxBP4Oo5P5j7hT/cgQaM8dRqhya7NQVrO88m1zzxqn6qGE54ouHC+I7+F/3qOMAkeeb4PCXBZx9TTcedxR9VJuE+HH3cFDaezkErxpNVg/lJcqPCFR2d8FAfGBw4+IoWnzTvz3PGzJmc3z/Nsl+sFAwsGFgwsGFgwsGBgwcCCgQUDZxhgLuo0UwWT5/w4l1XW4bnmoHU9PdM4RqMN56W64sRl5crtprAEPgz/F4ni/2Gf2R8zncX9KYqIvsOjoltrDXpZRImsTC7zfufYfg/wWsm71yoJKLuUvU3uw8wXML2rwNyX2bDzeZUMzu8zx9eFMVZieuDrOmWp73b903/s1iiD15vvYxn4FjmrfEFZhntKLjimeTUFVGncV3a8Zh5vURxez2Uk912T4jMZ6nsJvOW7QVyiaKUN3YpPd6Fa0vW46l0f3sOz8b+iQHu/e7r+fXfd007KZ7H+65Gb5vON9oocTJmWiga/R8gleCLrsi5Twekz4motCK5H5IUad7ChJ/lpAcyWclj0RXHFHs87lFcr28ZFCJSxgprIHJknslsXKZCinvuNR94vcbxq44RsUlvA9Eba5bvR7za/MsUDAk1e6iL3PbbM+yW41Lsn+CMeLjBTjwNGUCqzBl0VWy/TJRDneE8biQde+e3qH0K8KiLfmdA6OOuxBN6OKD3HvxMUeq66kz/zPWxfsv9Ybh1HnN1B0xMQL3myFv6JCb9p1WFYH8DO9+1/drvxI7wTYiF9wLGuMuPABR5wDS2NZKGIz8jh1uBjjuQKzkNfxF+Blw17DasI7VZYHz55u1u/9o9xv6zx1CCvgh+p+dA6Wdh07VsLPApGyzvi5w7aMs7doXDd6CCGXyjxRszQdhhuXa/wmEBRPXulqicwKK9V72M/qgXqPj3B4908lGyC98GR/Um5D7J/+tXBfWX7b3RPt+90r2/e6q6o98EFOXrbtM6EE53Nc334+ogXZN+RM5HEXu/+xmXt/R/IvH/SfYxn13F8k1q5Dzh1s162K/RfSkJhsH53tO8Eim+pXeBN/PAt6AXeMaAz2+sF4rV/KJ4E7xrRF8ZoADoLDVHnlUfwc+IXd+mPLPYIlW0PNtf0oy0eElYHZfrsoYse0EPQBec2XIbP0Tbpc4G/2so6VL0tpd6XzIl80sELm8P2KW33XfoGBnH04VF8Mj4Hd1WooJ4F4ZAcxJm6tpJBcW3/SKXc3vIP3fPhPXAn/aPrWOH1l/zkKxVMbahzfmm3CrRdsFN833bxrzA2nT0RzE8wXayitbH0uGY8Xu9pA13mx2CwKKjKMI01qDbqv/C1/+eHGXBQhJqTf8So3KdfGzFIO3v6ojfm2SphUd7XscKP+uhKt5ydlOCelhVlKg2j7BHgNEaDy3ym/PJ8wgZPq4wWj1hBjNGNA4O0jmzQ3OHXf8C60jL2bjLvygYHZwbdV6+rcEwhsAsHKA8DhTlgKj7AHO04T7aunMHfOhu2i5Pgv6XlfHk/e3Xz0jqmnrJdCaLEvEPcuVhXOtVznVegoO3/QAwmIsYLLm9m9/ATyzulDlGB4z2MV9/qG9xBb8dvAJJuIyBUGG+YxsMZPxxDxkOstcpB28x6MGnpmeTY0vs9K8LAsyu05uGybc8YFLRRXbDwKGYyDWDPjpH6xCU0D68Y8Prx67TXaxRdzCVlTLgvGmylnmixPXn43NJ4Jn/3BIaBaDm+dsEEk/yBPYE72tH5UCZAU6aNwVS9Wr91cmBeHFZtrdX0f9H6WBMf3oD5vclraBBmVRPGKTNPDZTZo8ddXiYU0OmZYAQeLIFZXef+J395xl4pV79KfQqNxifYvsfgNUfoXCaZpoeuYLi4HznAvK9w1bJhMYC0ZuvVMeXF3WW4+81lzLvuZcDgFz4f9+fQogsQBlY01f4Jc/jvymN5vmDgfyoGXrZ/vHrPfQzGGz+9GXeC+8jzL+tR92fjzRQlU5aLDPNq9r7xyunRRezH3F7ih/sjrE5UzXl+nPLMq+n2vvKrbsxQwstNYOzGc/3gYhp7fOf7Tz5k3L8328saOBY6ynsw1wQtA0Iyebgfe3nAb827LtPyYgkLBhYMLBhYMLBgYMHAgoEFAwsGHo2B+Rz8sYmcg9ZRv0rSlH2xeBFFh4qWTq97WDCNhw+Y17/PVo3vMalFsbj7BUJglD8qjQ/GvcZdqUo+5r0RHKkuQqGBAtBFp859lYDNp+y1fL0gUMrmfNm5sXI3ZUwq2TjxUGs65FRYIakMXo3f5d0P2A/x+yiEUQ4jb125pRmKp1EXxKmMNVHGS/mR81h+MiPD/96h2upUh9Tr+P1V+EwclMIqytwP+nr4oHu+/glbo32IMp99gmlfXUiDlOBXiZduv+v7RTn5eSirTt9XW/q2lBO0XD7qNFZAoeN2dhv2csYbZo8ld+f+zirnVOhh5BJFMMqYqkN9Cc2/Cc9L/evdFb6qel5X4CrEJO2gOMc97iFWwb8Gp1rBuXhCpR1uzTEY0vBJgi2dhjlUTlVLb/0GNKS0dBO/aAulKpNV5ryOfuJNPEJiPNN/m77w5W63o3VQiipdj6w76cV7+x62TT6tcMrbdqpF18BMXdbqdbAGHHYsGGGP8fXB/WPp/uBM2lhngYBwFR7ug9AYKYkLr80hlEZeAwW7D/N6fJc3LgpBBo+sWtns4BG8atRkOMFb9y/7KxTyMOXWucxZPuU3fYeHhDXGhcM1btYxNtqrT0LXUopfE4gjz4+Fxxobn4N0sfXlbL/p0Ql049e6a3kscnn7dDxUPjpvobkZIt8Qd/JZlfoTD7F0Fd0jXgM6Fo50LGxYs+1nP7Lghj2xxUtZslu3Un7fzP38SdXMfpTU5EBtucnYoNGbe20jr1eRv9th6d2r4NcKXxq3DI7QO5ePDLabbdDKHBjX9vTbPQuYhv01mNVbrgahbk0gB7Q+xq7Q8NHuczbPswc3b3xfC2aAmYUhvfsdY6x4fbiObsQFHdar9I430wcMYkQ+SCXUK0pHLjCQD6vnGuHhHcZpaAQYB1HKYtyqFWr2k24AJt0E79S25nN63a5ugYFHTfaW0vmRz21wUb5GZ3RgbuCewNKG9FLtFG52zKz/6lf+3x++/jruc3FnMODHPKuTBMCWJzi4Z4DPnRUzg8d2mCSafm5LI5HyPId7lKpk+10UbT1cas1AFetOoBIliRa4zCtVnmBpgrtWRsFuwamHDN/rFOUUB9UnKwsOGQS/gKLyze5wDTGjQFKjf0yXq1f7KdIuOELs1gSG6D4Qu2cfdK/pRsHVASoTGajoxalZK7Wlb/ePPVtWHda3Vqu4eml7BSFqlUvnct+RYNYOeMthWY0O7ip3Dl8U2KLPTb1xM3x49vvuKYPlFvxq8VyrYpxgnNrnrnwffj61E7UJu8pSOdxts5Lj6ZZJaDqWLlXwyy7Op/o9lK+QtcN8Q25Jr1sVFgrA+HbXKLexqO50WZ7yK1fLSbGcT+HV6hoLtDBW6gYudUVif3TP5RV9RWfUrW5pK+j3BLNlV4cX5/nj0f/P3psuyW4ciZpYMqsOSalFUdxEUhRFST1zbczGbOw+zfybmb5m8xp8yrG+3RJbFFeRYlNNLTxVmQDm+9wRCSArs07VWaiFiCoktlg8PDw8Au7hHjEJgsHJnIaOAaR7kQEShTYbysjcEwNjDXS7/FjtdVzv43vo03GNyUJDm13gSsQPGV06yzAPTCcrMwKTJ3PykPnvQwGPC5BYNcnK2Os9EzP2rYF34Agmql9Kjq5dbsYc5y01PrrHKXEbk8agLxdyOJDwHKtxlfWuxLMK8zYq1xYUbXaPEteoKwb+sTBw1CFvVG4+tttby3Ej4lN+MPLNE/wnCypwe/YYeUFcl3dH/Xt8PL3lPdU53M/e54zHuh7eZrF3/jXtFCYLY585m1oG5UE5duXZ++M4yxS8D9wwqnh27hJzQ1gfuAhhxKMyOM7wMe5zUntbwjkQDjgqeuHLrsZnAAqlL42Q9XXsTNyU+p/8wLituPXdioEVAysGVgysGFgxsGJgxcCKgSfGwHwOm5mVuXqjUBzDlVZrO7zeVewPXCvT2Xv9Ba5xUYDs38cd7Afs4/gJk3PkYWybhqCE6S/7CDMXbpHxqGMI4X1YLE0AhxXkdBtz/SKzCI95ocD0YwHBNmkV0SPuRg6CMhirsQFL09o9VNuX+Tx4B1nPO1y/yn6Fl9UOa9cemVPXqrDhSEEJOdz8PpmB8A94CfIR0msU1Oo9cYfs9Oq31fX1vyK2fx+cIVcEPwP7OqpQFD8hPFOAForzpI+y2FaFTVimgU/bz99oM+Lm3rYXtDpGOVhwD7HHs4rMt5ChvQ1t2IYoYVRKA5PfP7aN5dykwnlT+P0LXJSV5/m7b+c6rIJRwOlKu0O22XV44mMxRLPX2KlFLogaBGMTqYtq5Xn8Zs3aScd2BIO1nWqccliexDevdWQfYKyK+xZZOq6AN9t3wJPb0KmU2/EOS8L2GxJEaZHVlJv5P7tgD5RGwuCM+uh5tA1jqM9ZFIIHUlxD28ob94qWBsSBCDl1zHDgZdTBs9HBsjLvkK+Hgg4l3QZLa2iqYWHBxfZdeMAeWgMfKiuBJdBH1W/iotBNOd8VP7OcoNPIXwE5ctcW/cYGV/k9iu+OhQEaFrJxL3FcdIKiDqjEldAUnnbXUo1n1wvjH+XMGtltX8GI6U3o7AVkvypH2WqRX/M+d5jPbWGCizodBdu4xRtErzeIayzgkTe3WLS6bWSF0Z0KYJX8gaEZmo6yOX/rYoloM2nJRTtYmOIGfXv5MuX8AJ5E3tTzsB959J3HKShxxG+2Q+zpDO7warFxj3Ro1DqlgZr8bAqn5DPz91PM+ZU0BldEZmUdHLswb2ZBzGv02x8wVtJ2bKmwdQGDmZ3IMLZ1FV5pLrLOiDFyxQPzd7EJC1Hg5+4V3sQiKbfcpOXMmCZl6Mv+w33WJflPZEG+hadHEbf8BH353jbDIrxmX24X+uwpUw8FWR/fL+moff6l//e9qnudlSGvMKY4COMLm0wE3sGmo+GtocBZuXT7t8zkFrge8aowW1ehuecqrKT5A90Sv/76sJa5hjabRnJlAXAEYg4/VFYs3ggRIZ6WDuTG5Fr3uqmyJvp73T/bgyFqfdhfsidqh3tkB49wj2xduUtGZ/1vFHKnB6X8cjYjfbc3rEzasmfons676/bVxeW7uCwQDxRElSSr48nIQOnwAABAAElEQVTXnQokUsFqCmElrPRd7yDWYJXb9K/QsfCP78ogrBVlJCHwpAMHAd+1IOId6hVphJo/6xir13DNu/8Knivj/UF1jXK7YeIRwfYoo0FAbDve5zCXeR4izYOJ7YACUDN4YjjprbGulpElPi3jrqEMWIU+sVhlI/R98xm1w4WLPtdRNsaKj6j5U1YAS/PkywyGE1bI0G0fq89e4ZEC7N9RZfc6sD7UK4TwY+sfqpmEa9snZYgjsow2YoCgProraC/d30J/9azQBI+2ozgbU1vA6SDTF+9jzCmSz049X8Ywbbpd4YMBy9391a9oLyZxPI9VagkuME3pvPI+9s4OWNnhgrpv3NOk+pTVQ3yCXP6C9w6C1GRej+N8ltne847Mgi/Jh+BdPQsdcOneQnsVE4/KvShiz21ew3cCp4GTexazRl8x8A+LgaMOeaOe8pC/Rki4pjHqGIZjuOf38uDkfwsL4nmUMbvFo8VNKe/kw/Jydp7KhDPyPMsv5xDWHLKSvy+D94XHej5+P8XWvZjjnHzViB6OU+WI2QT353OY8nryq5yl3ZZPgcNxShwxbsaR+Mp9f51H+H6iNXGQ+Jie3VbK+m7FwIqBFQMrBlYMrBhYMbBiYMXAs8RAzk1T0eOM+zDfRtanC8uY44YCAKWhimEtkerPmAJ/yKL/D5F1ImPdfcynwn8iC0SWpUJET3rKRP1+CLlKkVhQAkV4Fx4Us3Ae+J2hbIqTCiDycHfIjm8C3Uyne06ukcN0PXtV4jp3QEnSb14D4jd49lPK+wnx8NimXFa4o9xR7kW+BYJckGl984nzfq+USv/9Br9BDMhllbMjF3Yf0Q2y9w1Ksxrrug430dfdv2FZ+O98Yv0BmRJ7j4oXZVqBHxUYtBgoy28W8eH3WX7jxXeaj+Lbhq+dkCHaNi591ShHxY6yP91D/4hnr2CBh0EYlnf9hjYBoD35G8S2ZXmrG+rAv9bkkffYZhHTAr/9IFy6ro59S8WBXkWxfB/YXq5i39QBL4H1BfuZxveqdZHqSUVdAmIXQoRCaITdepXDR9L7eGgOJJ33WNy5bWXTpqvzBn1FjTLwCjfUYXmXHYdSaI9oIPGUbWY7PZsw9tNsqaiTWxk2bP/X6CJ5EB8sDkHfsadPtg26F7/fJShCj0ttFVT2ufIsXviTUfIUuBhxRP724ez76DfAh7jQ2AypNe5waQu8D2hPpGWs0uhArXQMjkx7yPwJ8JL1kE9oeKMC1G0FcdENLWyRyV5dYFXP1psb9sGWX0kLsWDC+j9OsH3Ra+iiHccGkBTKSvQrF+gg3CNar6HSjFtTClso+UJmTALxZ/rE5snSz8uf7IPoNFyAI21B53uU+1e4Zr7Y4i3U8kMpL6VSgrQ3tt3Jgk4+lL8LH/m72AH66GKBA3nj2bViD91LjLYGxo8Bj6I1itumt0cBEWWFctyLOwTrGbixHYJOHZM+JT8XMcEXL1+HD6Vlc/K2xFsqSL2+Tyg4B1bo1rZTt7JD/7ZtXwN3lLPDAnjAehY64uJG5tE3Fk/VnfKg8Avo2jZPPaqGlugW0Wu0eMbQqDUWIRBHLqr3C9sn629fyIzzfHf8gTjyRYeHvigM+TDqa6pXuWYxj67xdd3N+wzCy7KYBy//y3tDy4ogrCb18X1BxxgceIJwLVwEsbKAy2CcPqKSdwNrLOvsyVxELmgY8xWxdCces9fp7n3mFwyENEyLebvcI/atiNUIRGTlWyRPdkI+kcmitCKkDHijj3MF/P6lawgVkv9UdeyxWr0AwvCbPVRfkW8qwY0bK9MWud79JggbQtDlRByWHPijY8I4dv2Owf1jzqx4YCP3Wj/uYGCDq5QYjKwT8e8TChZyWMtpUkzczArWV+Pyd7f9fvWQlRU1rq8H3WToPkOcCB+/dw1LBmXdQJ31GxVjdfUlG3uz8gg//E31MpMLy5RUs6xxzDlbnDg7GczfwkbcSJsqOXOfElcjogTevs0Z62osd3snwaQRJ5ZZ4C7nk2WAB5WTSZ+cLUtmjtI89gTG7ccei+qWAcW9dV1N4uQsmRIX98DjyfKjbllHpypCH3sA4O9/YIXHFfuwbK7p1FruO7LStgASxUpDiRPqkJ1rhCfpzzq5osZ3Mqfm+iE9nz2bY/WWg7ITQxgJilVrQgH8jG0RTCSe8rw8K/gZz4e6+/7m4aAvWPbnHrzVrLypt29gmf8c+2LDfNlIPZms/U8AlsFHQm57uhon78UAPgwYjL7BlcPAAOVgH5MO4khxETMiiydwEfR1E75TMC+fmYl1LXCRM3ixn21ZgaM7jj0uGPZ+dIFH65L7AVtny1vDioEVA7MOdAYZ31Zfkb8VLuKHXfb2EIhMj6coxl089z55SnllhWLO5AWhRI+LfDS/PPk+U42RF6eEcNrj15cj1MARFr/yJ1chxnNOrhiH342xfAsvyoPLQxDOUyEmyvHSsdepK+MNv8XNmNNZV9YmzItSeBal3eN8DgqymAVHgNtDluucMr3buO3FiJMD/78J3VS66dewYmDFwIqBFQMrBlYMrBhYMbBi4K+LAeenzryVJcSesMpQAiR/le0ox0uBsLPbtmfOywJ5lYr1XivhzzEi+IxPgs8QsX7C8SFC4t9isIFiOLzLPcSSTSMg5svIKIeOmbbugfcqK7PcXAiqVMWQ8/AQEyHTSSh4HC+V4QBLfDbwg8JpcDsz5D1N+zaykreQoWFFidVgW/+Y+5dIh6WmCTicgXfIepUV+dWhsjmUaPzm7PzvdY5uXRJTIRMCR55TUiVGVWJh3U2bbbBira4/xojmP0iDTKn7BmthvrHY21UBV7jYRVlb0uf3WSA/8lPWpewy6AJhVFgGIoBTXqp1bIOSXkW9WyMqW6zZ07S+/Ant8xZIxqKQ9D0y4lQcSwPSm99UwgxItn/IfG0Lj28/CEYoOKDbVHRAs3zzqpgakK+3+4+q7fWnbL/8OzCLy9wWo5EOgw22weukM5RbYemrTNBv+aiHdSHnwJ+XPLeNiO+jrLu0rVIXmXP9BsYnr6OwUkGGXoE8mgYrSZVj4Nk/gOI+y3j09yvZPEY4/q4P4yf7oLJIrXFZEFINH7Ln6hf06W8gI6z2pQH1HtQt29dveXuc9EL1ZkeCZP/0KmUAynPzgDY0RkKb1Axvgo83qwsU7xXbDPbX4gGcwI9Cz2OayCGeciO+PR4vHGTdkY/tI/SUhCzWhQDb3W+gA7YLBDa9T/YotizfGqqEu10fcBOmoAPhxUVyo/4Gd8LWs9vi5eDi59Wlnl1D/+De7baCMmcVmba/PNm6gscz4TZ4YnEHvNB8VXhvhr9UG2h7//BjdKh7ygXfGn4FD9WIzXgi/K74LXCZyrYmXRA87YsH3Q0Kxh3HHk8Bes/d7LYYUpo3XIFigxcFcv25PUQ9TcthXVq9Z5oVixGukaF/w772Gqc1W6yr9V5BnIDF+onLM+Gs/sg0lkedLE/ZVujIwKculC/aF+AHuIN2u83Yw1o9pNHhnCQrsjD1WJZefuWIYzXAvwGck7Bnu80Og70O77gNi6FaFo3UeAhQUZt0l9WJnhbtI+6jtSKXu/1YJ4CknRMeyr1El8jini2GgxpH9vR7x9HY6hMe3j73yv94b0AR6WqYRmBQBvcoMHZ7vdmjOUYZU+mymKBwL5sywLwbTI+MZY7kFxmLSqttY4haNtRGOQUJVM+hoB3cxF3Gi6oqTdyNGQlNdjLc6ECF+EFUoBgkxKAIADVKm2bPyifA2KNAqql7Wog8upyThfOwlC8hlmvrGu0EzplX8Vw/6n+E8P5cPdhg9bx7MQhE1yzC9ogqnis6nh+Yt9lEoU6e6ETU1fpu96zQYQVHFSs4XE1iiimc70AZp9RpliIuLcryeurgxujXuGDYbHesjMEljO4JoLWBd7aB7X/vI5pkwqkdLfMAfnCm0n6IAciVWTg16XCX3PwJurKOU3hk/cZ8kz5JqR98BtGKQbRnErZjsrGlgzXUy5UdrnykglMBT3o15pUwmy9lo0R3r+PGSXQoGbE2bViBEwOMk0ai2QAHnAhE5hA4GvOMNpKBMvHpWWm4p43q7SUKTDwCsBoxcagy3XIjUzPK+vlszCcfHv2W92fOQWUlPQDbG1336D4ysq/u+ivqwSRXJfRR1uVWiIJ5eo48vGCwh1/t4V0NDO8BExD94cvwOuiN10YyoRc5/sbVfX9m+DwkZVDyIwX6dk+ImgUWO12Q1CizcQmTk6qkz0OS9WLFwHcaA6UfnUPCud5/Lv7jPl/CUUq9Ob6V/Jfxg6cUTuWHVvBfnkY0c5vFP31ZMl5EPbqZ4pSyDk/8MM2PUwYpSrPMchip1IirWfkl+YlH5dXhbLqGxXi6EdNtTix08hwc2xzKYZKpvEMG97q4C0SWmDOIRdYFD+PYk4IjxxE/x+HRcSRuYqIcY8GyvIK5xOMi9/VmxcCKgRUDKwZWDKwYWDGwYmDFwF8NA87BQ/LFHDZET8yIyyx8PqM9zPmVTjMLdl5bIwvT2KeuUAijVGzwvNjoVQ7XuRWK4LQWxoNeLMbHes95NXNn5SgdxgeDloPIiTadyg9lcXx3xNw7vwREihLjgIdi41uIG0uP7yoVEspzkUNuWKy/qd7k/i3KeZ1nyu1YwN/iVhcliirlLN3vDWS2VNZ5PUJhi/k7D7bJFGyr+Lbi0agWy5coJIbmI+SOn3JgxTl8QrxPaQMMOJR/IeMS19KBlrDKm3Lhq9+jNgAvPTxRSMQdH6ic1NhDK+QGfLe4em0bPA3aFuxt2riHM4ZDWquFN81okbQ+PNBW5P3Xa4/Em7gTn9YPgJS7xyei9KmHQAzLQgnyB+TRf0DRQx20mANXlXoFFz0Qi0y4N2FUanbts/JcZZClWB6BNhjAz4ByTNrdKxPGLXSLRfAWL58N8mJ1KUG3JdtD/pnFM/sVFeClHCkjwD0zVtE7DNC6yi0F0T9gqKXqtt2jzISGcAoQaQ7g3gDQNx72ao+8i/j0b43cVCzbn+vhFVwxo5DasGChx8hnxFsffXlMGL2c68cMk7xmAQm5AZu8gsUsOxTe1yyC6YbfI7uHf7W2J/Ju9QVBLGN73hkGeXApj0RBHvDEULqpeGMhAK7J+/pLSES34Mjwg0alMwsJbJ0sbarPydfgFixGcmCA9ypn7tBzqJ9ocLG/RZ8nbD39esDaPzz4Bh8/nd/Np1kveXe2b9Y1qB7Zzwb+3GCQpgeDfe9+z+C19Yzuij6VffBmrsdPSj01aMj9c0WjfVId0p/AHfoNFlK06o569uFGDwOD4r3HYwbbIMarpFvLkt/WGimq09n+MOh3p/twFbcsGmn1kgHCE+dTuUUhHO0a+Zq30iUwoFWgDa13WoxLa3QTWxTZNXiLbV+BwXGw8HzhOA43nxzH8N5YGbPEV9fmFrOtnndprz9ff80CH+iDLUBts/b5l/+f9wryQx2HUqndvM5esWwSz34ALJdhsGHwtwJkk522IMxCn04oMMxzC0JgcrJn9c7VFb7OtfjFnXC7AXkOVkHIwnU+lHw9Lw6S5CqorJMbuFe4cB1gVNvnYNrgQQu+CtcBaU0zL6Ogd/7s9HUps7wt8MR9wCQJo/pCSdrsvmKFjIoirX9ZYYELjg4LxtKoJY/HORc4wgIY5avugjcwhG3zanUBPntWj/RYfUvkxlUx+ijlqHAs6nMEWLp1YNULExcnKRUuCvSF7t4DPYOiq6bsONFfKNOufHtrzgsYCV0F5kj0nskmjozJYMNk5pK9SGzrKva4drIrc7pbSaV+ebZM0gXArqIAZ7q2cGUlOAw/9VGObM/ajJVLYJ7oN2vLABYV1NLZVXvuCeyCBSblnRaztp8LJwymGOE93I+TM+GPt8AoiNCfHwI7rO5rVhpuGbA2uF/XhbIuYjIffg+TyLvhLgopP0wGAm/jfdaHR9QncOsZyqhRbD+4eIlxmhV6rL4Z2Ev3LlRhHrGggMFVBb2TmdpFBzC/mg3Y+y2bojMghmuTqHTW4QYZjANCtrFxCqSlIuV84rkfJODfVZJ7BinLdZVhx348bce+0ePHyvHgUXJczysGvnsYONGPFkh4DF6zSH/XmwmO5JLJv2W3p8PxC+9HWOn/kwK4xCvn5CjeTU+WJZR38X4BgJBZhsf8mvuYC5V8bs7PFAoUvlPOJbbnY1gOLr6ifN4qrHGOJB93tXOs8OVZfDCZej4Oj+PMvIB7Xx9DdDqDHGeP3gUfBkRXM7tgiqNnxfEQ+5UJmwIRxxviHJKeLi/nu4dI68WKgRUDKwZWDKwYWDGwYmDFwD0xUASlp2db98xsjX6Ytz8ePpUjKQt0CSeyTuRZuQUesjrcxLp35tCxbzDWwu7HWA1YC/efYNChImOHjEgZFIv0tRIO0YdSYi1FyWr8blH5IGyKnPzuUBheREFG8W2N4qXlcDs+lXAqGxssgnUPXWFRWcU+wigalOOxhd0eIbwWnrq6DmUaOUTepL5byG87SwequyX51mMFcgJCi/Y7RLyGlRog13sUiVpv9rhJRZHVodCqMOIIWTKIDQUwPmlzO8OxlmQpnjyy7tNZ28SQhwc6/Kpyga/yZ+TsyBgvqreri+aXyKSRc2JZiC/vaOtwOSo8NrDfXXE2kyjEAlLGG1ff5k+WX+jQz1SVn8q3KwytBty7dtefVFe7z1AGYhXM8wbFrfTr17Mx058g37WHb1zz9AgkBY1HdcG35eRWdtYRWkaXUNU/wqCG7Rab18jtn0jG16iW+OYRKFIeafxnHwoeliVROEo1jewqdCzV/kvk839GJ7BHbor8EoOmLhS4Wet52nkPWmCFm5DpE9l+3gWClCErh9XVOx4zNz/kGvky8tAe/ZKyi2P6SS8D8xLvdn26nhQRzEa6tp1QjqKMreBlA54vNbSr2LvYBS1h5AhazuVzDoqML/2nfEHaGUKBjvIN/tXglnlAYdnuUAKGwR1xRVDQ2blc7wKH2CeA51Tug0uUexX6gP03n6Qlrf0SRXBYeFPDQrOZ8G6/BR+eDwcK3rbTGA2PDfBsFGfVQ+hb46uafebdY9eFQXcJJc8SN+7tJ4wzjjU1uo1h9zl6bS3YqQ4eIuoL+yt9zXhPISgjC+UuNdozzgyON/C7AcvuYY9LanRkkoqllaPULnnqKSDgJSM9qT9RAdyx2Gq/xyIYHUF74aITcZoLmzTi4ybgyD4hPXF/Kus7PZMO2e5VXdED+DZ6kIHFARV6K7fMXCiAZXphxYjfdgfhoWPlj72ZPTXx4g4QdhyFaoVwS/XvBMmtkWzw45ANgoKWDcyHmklI+xUWlzR8rGQQYYkcEZQTSycFS2SdyncqR/hVJDMo0OgDStce5uAkZMB3duXKM/bM0D2ySvyEkLqH8NMHpfwpx+Or4/IX9+BSwnGlVosp8AY8u2+BLosDs7oKaL9PuU5wrG0OTQWS47IefS/1OgAZhN0VI6z2wl//Fua01+e5rr8hUTvuXZjwoj5muwhULoiflSgIY+s9JvU9Kwtjn1lWA+Ev3zVqhnSlENEXOZy/ydZIAfQ8lpgL7EX79C2T2p7VR/2PwCGTlv0HlIVCGnwWSrmtDot34s7VO+YfzNvhgj2BK/ZydiUZq2FaJkchlLbqQYsjLHMQH+M6a2tCGYSTGCfsro5xgoH78g6mX7F6kwG1kdGEYtz4pXxzKHiZneOxwNISbiLPas8edwuuYOsZqAdWZxZMOS2ichwlT/O/ayDhLJ3ZHIdczUQ/ZHWPE1D3b+hZ5ehqJieyWfhxqvk9kBJPJt6w0iysvVk91FGHjv1N9rqD9t0BDvjd8Qzs8K7kewpS3515Lk+IPZvlRcDA5Fn3CwMrb5oaN++R0v7MVdATuDw/ehQg1vOKgX9QDJzpR4faPg6vOSS+x8UER5aY93bT0+H4hfcjrPCQ2xTAp/M783QBwBwX82vSLviWHHsZArrx4Sl2czP++CQmp46UjtOcXRCkAjiui9L3OPURbEtQ7nh3nOfpZAnX9C72P0PRm7wVXhyLbpw5OXaPH5pEL2P/BOnp8mLMm7Jfr1YMrBhYMbBiYMXAioEVA3/3GPD7V8vB8PbFXDNmekwQnQ3ljMi5ZN47A4yDeArS50cIN8cpVMjiiOg80/lVnEmT807lTs6qlDWarzH8Vs85ayn3aZ2zTIpYw00M8M0QClRceIZClRi2htJelrDTNspC2ePRvVQxDmiGj3j5AcenKIuQFXZ/QD6D8qxTZohyQxedzLFjIT6IV9YCcZFXyi69zjAaEiFDi+8k5SBaYXIOutAwhE+LAaVMrQyqep1kb6CUwlW0R/s603r2E94jV9lcZ5bmxZ/z/fJVorWb1CYYiyNjZjpy/9sMiauCsYTRfoIMiw6mZ7wWuXSr1R3tMCAn66qPOH9G+3yJ9AwBP0qYCpl2Bz5Dfhz4F09iGWyFsiHxFrjz+0gFKfTglnLxhwxLwwxdcmsZ1+rieENbINfSWygFwDt0oap1rd9XiKxR0Cu790gvgpH7t4zmJeZCjkt9wytkwCd9I0PFIrhDfjsMuOjFQKTFa1946kN5rkfUcK9OX5CGeUCaJb0sPrvjxnKJYzQQkFzyh9WDB++gavgxMnaeh3JVOTJKfO7FTuAL5JmFtPq0w0KOPWaebrJpq55+S7kb5b54ytzrIh6FVIOxXRdKcQASJoHjEN6gnXzoi3jO27hc9jWeIUNId/Gkw7VuW/80+q8WnOo6OgyzhpDJq4UhC7ZTFIGxuCDK4PaO4VQ950k1dop9gZGTb8G/fafDWKjHUMfFJRt0Lh0VCFk0CaMpop9E7eZZLa6zXGUMxvOAh/Hby8uQmdS4Fa66N6pL6Gpgv14N7kLBR6zUs0RJpuAo11xFn+XR2TDFjWIpN93G45IZD7pam6or6DTm1NMC/MAWVDYtlLPUZ0s49SKqaU7AFzWG99fs7V6hS9ph7NTUf4IPaMSlR0w7DnzklsKO6xn5jtb40tOGQlo9VrhFayt9Ms7gmr7FWC0Xq5yC8n7Psq9CIZTbU+CexQ8uVNgMr2HBz+IA9gUe2P4zdRHm7TiZlTrfZ/O99RFniXXdQf8nqTEMa1/lQMmMha7aJGMc0BR6Hu/scfcPkSb0Vej2mOPtocUG9+Rb9JtXf/oD5dJGL7zyP94z62wkr6yURcLcNV1/8KPqueffoPLfgAhWHLF6Jv2702FUhwuclTtzmOPjhoBDJQoXodihs26737AXgq6hv89Eg9UkQQiXkJkuhWXqNskd0RXRzJx6jJ3ejmtjtCjVNqxCc6VBuMjVEpg66ibDxo7VFlTsjiWdRoEZUbm0tjGKQy5KrxqXDC0r7rirK1fMuIKmdFhqRzrL9QgFloi6yxGRgi2NCcwTC0Xq1V18jzLZu4B27mGITY3SzXKiIM+njxsKNHKeggzCzm89oqrAeVVdMVnpmbi1uoUAvy0EWbMawkFW5ZzTk6xd1HDMbv6M5zKVyNX6UHlxCb4yeO1hHF0ZM6CobG5/jE9+rEF1k0B7OpmCK3MkIztVx1I/30UPJnYGO6vluSACVyK7P1YPdkxgWWHRyPTBqx9CyVTGJPc6jfWybhy5uidrFVWL/ung4goZXBU8eLV6iPuOB+zforVTxiSP5NSRRxQ/tkXBUJ5zQi6T1UpVv/cPmVyGGwT2Y2mpi5gUkuLiJ/LymSt8EsSjMylsk3KYoFwz6ylJaPAAVTi8CHf0lDew8rC9ZMXKtXhQIY0LiJFBpvKUHEzkDIpQ2ifzlYnCN5iY7nFtcrVjsL2A1tiDOlziaAnGVSSPxCOeDriKLMefhGz+JK9LDeZn3ozRnUAxetAWWFMPL3KomP8MumBSHp3KPpFYDVjO9K+b5a5PVgz8I2Fg3n9OXT/buobbLCen8pYYq7jmPMDDY9IqSNGp7djz4xiuiDg+JN4YdaqRPO/mX/KA47xm9yow5XFx8DwylCd6+LycvS1xuQ7eIhAm4NfLMYygFRDjXOLHQizxMOIjtzQwoR8WfphRNWDJOQj1CV4Wj/kZYYnbcj0ruES70zkqSswz6cfxv5VvjrH8sNPNk2OUH3pa/jr36HmWrtB4VMYgLg1TWueNN4+Mtf6uGFgxsGJgxcCKgRUDKwb+QTDgPA65Wcv+jFpm6eJVd4Eu0He+p6gcqS6zojz8nkW4QTyfO3NSBkLgu7l2H0AXPiPPcooV8jrmXn6DK+h2RpnyFeeRznr9Pk/5UmTlz9ERM0AeK5Ess8Hjs2nKlO7UOeBbf85iQBWpM2j/ci5P24DkkLmC0FSYMJdGflGrtEDh2GA9NPS/Q4b2b2wb9uvq4f5D5tga6HxJO6GMRAHgPLyBXrK9VHahqIUedDGcisecm48qWspOYbpU1SOA99srqEb681tM6zzos2kwSkIJfLH5RXXx/C+g1x+TAmUwclJMnCAHZHAqDkL85LdAISu/66gPMPm1l9ee83sv482f5/VZxD3zF4m5lPuN31nKp8b+BCIDguhXXIfCvseaE6vgofstynFc+uK5s0Pe1Kvgp84qHt2nNBdbuMcmdSebMIoInPD9ZF+O7z9TKMckGWf7a8izaI8ag4YWpXy7+Tky3LdpO40rLlAyGEeuYVpb0jLt7zwPgvKpeMXgKXI0Pv/RLj6/eTw+mhN/iSevhce6QWfACIKou3LApO2m/7zqvvl3DDV+z6c2e+RCvyF1R96vi2h1AMQMniVllm/F+AylGqKHzA9HYMB7XtTQbocr1i7ktO9W2wdsS9ehFGQ/bVXLfkurx8i+Jj0W7DxL/ABa9G9xbtkq6+ynbAWIcuohVv9XuIfuMAqS3wfL3yBrVhZspSUc7qJPx3Vi2kfy4Whui+CQg9vPw/2wMndpiAUE7eYd+vNPw55ujwfUAVfyQY8j1UXSEzQxp5OIc4+fGEmkSf5iwYLbm7Jgon34RXXxkIUsiDi2tJd8yvqFRXACEvdZ73mBRc4x0VhWuvQCS0I3hWK5Rpa+276JLBq5NhalHi16Fg3TQv50MC8Vv+JWZCYG5yUur31fyvaSNISaFTTBO3Q9vf+k2jz8urr8C5XDorVFTxAKYLO3v/N3LhT5vjhfBG8jvf1J3k2vwJiwQsfyT8+9E5a6LXL7Frm9SFVnKEZMc+f2C0JKWoKpk4d0iAV1zZ71LNzQSHHTv0J90B/Jq6iLY9gRpAuwb7spuPAcfM/yO41h2cf5gToWxhq2R1B5H15tC5HHGEK5ln18kEfAU5rRetA2NcaedegzaRfmXEP9YrVHAaOHAnWMbE1NXvZH4t9aozn9FVqYzjm+kgtt1LL4YNOrAH6rumx/FKjAAvhf3vPKQgT0cABoTgAZePcMrChF9Vd9LfCtFrOsLpARzEKuJozqzp4+2WWhO9GgEE/k7zBv71gJsN1ssCzV4hLLXSroZs3JnEst7lC2HCcI0/onk3LiQm8NxrdxUsHKp93OwZHVB6xsqOi02ekkbDurjfB4IQZWyi/Epwq4ar6BCf8Xz1TEctvrShZLTJkIf/NQ6Gr+7Py1aW2zkoewJxOQIWyYYG3pUPs9SmHLb+m8gZ8S/3zO595E+9kxR0J2sOlxG+OewCqZt7iGaFmVYhuKg6VA2VxLDY9hGO8DPuNxf7j2vgSfm4v0o7IZ1+ZU++qaxQyb0eW1Ee4SZAjlEC47s/7i6aiDK/EYxNwQXTw2rvhh0C/0e5fsl3FKvZdPE1J/bUfBsS+6pzNKxobOzUo2mWOFErfGqjerNsvrCEdWJ/OkhSI+bBqX3VesTunJq8UbwBZr4Jp+5kq/UAhYcAmzrMujPGeuy2flbkpUBpaMnVxIay37s5u+b2HAKtn3HQpgF59Y74g85jFlNbYN7xk0c0AiqvjZuoqVFZPsbd7Wr5JcNzbihnY7wkeBcDrfVo8p1uHK/MSjIfKmh8N423AvsqkeMni5ACEVEsJq3HklIuX6s2JgxcC3gIH82LUg+vmsq5dxKCatzxCO4Gf3zh9+cZJvzflIqcz82W0FZfzCjwsy/PgTxsRTydN88rrgKXOel1Wu52luK//cuzPprT/HOAqS2M9zxwwmzX40+ZHvEzyPGO9MLhFn/VkxsGJgxcCKgRUDKwZWDHxnMKAiBuXvZvu/U+X/A3nXL5Ezvca3KhaW4XaXBdPbdL3bbFCyYY3ZbvGkhivPbmAhPW5Ne2QdPd/pfViwpOC8Vrmhe0OVTZwb982LWaRzQr/fkdIh7E4LNOdqRarlbM6Z2nS4ZRMRF8/m76d56bk4lrmG8xgQbxnmGCzPJnmhX0IK+TmHbEblmXJQ93v8GnrAlW7/K+SWKIWvP0RmrPyJ98hpqw7FMfPzjYoX2lK1sMqmkJulgJB8Eg4lN4bDd4guaONJPOVHxYZKYQ07cLMLve61Dt6+g8Xi28h6UDDrRhrZW1hUUZ4y2pZMQtHJOcjpkGe5mEopT/62zuLnppzZunj4NlrIBbBsXTigvNuzV/Bu+C2YVx6IvL6/pg1w76sSj76pvFt5LDmQOL+TuMn7OJurCkrlnF5nGYkplEnIBKuafYI3b6ETQDmCbM1+XZG3Md1PN+STfpNFK6biLfPxl6d8mz0LvUHmPv8V/rGuwHLAG/QXOoPYLkglL176GvZYVsGELPcSmbH7aA7wsVj4Yj1GXETuQb/zcsbrMU6jC22COEsvC8gDya8ZUCixtzKOCnETLb7UtoinZXi0fHIZ/7532c9sf3Fi7xNH4IE+vUcpXldfQCvqRVxcoUX0P9Fe8mnTqNhNurBc6+itVT88NRpvHAF8kc+Ru6I800tlvXW7wZ/y7ofoHdwfV28CxrLfZvyni4OEQFg9bD49grrV5579zzuM0y62l+glqKduCGQc4qTwKXC0DMf3Cbu5G1VuZy1iHJPWWIRxwUIAZfXXmINfo3Af2DO3hdZSlzTithRynH15fuOc9Sq6qJTLiHXKR24+oM/Z4ca/fs5+rntv+25y4sICso5HGZfyPZ84Dnyadxq8xXhB/2/VF2BZvsfdtfoEdWfiY+wWR4Wcvx17Z6QLKgqkqgP8L4yq/iwnI7FKWurD3X3zPy5ZWjUPc03DTJ5YJhbU7ov+HAuNrndacLPICbqwx5wLvit8cxkn6doxcc8Wl3t0Neoi5AsVi2scv8IAl0RL+doyl7w7X36+D+ojP4N1AaMDiwBsf3Rh7fdQAJeXEWf8MVmSop38e/j+Z6LIypUaV6q9LY2v+JbVBcaRcGTixVoyH2WuY3aPfZLASt5xllpVwLIKTQ16zSoAS3J/utijNAZ+rkl39zDGXSSREZoPda9f50DRzMS1p8vqMmDDQGcjiSWLyiNXNgmQ5d8FhnkcGyfuZawq21B27/e4J8A1w0YFX+tAhD9yCijpHtX8t+PA1FbaA2agy+nhJ+Dy+6zmYl9Z3DPUTBxigBxhs9xymHeBw+tTId+bP1m7Mg9yb8BdS766kdl2rOLANe/gAUNKBy7zfEsNM4+pjPHezmko57y78RswW0/oo6UTX2zwvQ5+e/e9ddI0q1e5jmx5fjZEGt5SttbwnZbFroBE2bjRlQg04z4AIY8mrh9Cdx/MSr2Xpcuc8rAzS4M8gC5VJG5gHPp6791jAFfeLedmXJVrNfKw/Xh9sNyFfse/YDaMeS5CaFoGRfpXs8eVhEyJFVvM9MifxPNwGkxiHMULTlEij302YkUNAEg4TOVf1seJ5IaVyc9dvMpKNNxYsG9DfFRE+WNeJct4Vn7GnKKiXLPgoOYjZIBxD3zwtu5XoAU1q/pyD5ngYmNi+/0c9vl1yf+Wc9BhponJdUx0qBMLOJrLV6pvmGgMTHJqVmu2LqYhq7vTxC3lrq9WDKwYuAcG7PP0ywM/oyeOXT0nsmMfvmWCd4/CzkbNWdbZ10cv5E0wvJixj9cBn0zwmBGOlbnxfJllGety/3XnMvJhz344iKPEU57naTP/5XhQYMi50wGh82T3vi71WCZsHLOjbpbF4XyJ0Xdwr1/ucy4oBDnWLFOvdysGVgysGFgxsGJgxcCKge8mBnplZu5zV/93vvf/O1O8N7hnv8INCmD2raw3yILan3P8M4fK4V8yw3oHQe+7yAN/icjhp6GAq5ANVmxFVWHhVCE7GpB7NFi0VNWLXGvdgmATq6Ow4mShP1o6ZLUKopEFMb1zxuk0PMTRnMNqBaWDc1plT3qFO3fk/M453uljOT/9brbzk9eaRgHDeZhbSATjvlgDpgUhyl7kTrWuZHEN3VfvI/v6NRZoHzE9/5r2RQmA3FjZsVIe9/1Nb5KZs3Kt8j1iKYa0POU5nxa+k1aGWJQqlWj1xXcKrlvdKq9hYUJTv8l2dtAnlqkq2HqMS9z/EtEb8fkysJDIxdwtsHyzlLPP/xbDXeDLPpNYwjMhe4HWWmOrZNh9jNLkP7j/DPkXVtx8L4WFmco8vyc5lEPF53DgJNtbfDd8B3rmwt8UN9pxiazHvgEvjj0yQvlA07xFPBaJ0LYJsSlIH9H9ZiOnsR3FsrLGZ6E3MO9luB1/wqTdbZhj1OyfWn1YPbx+n32CtXaHrsFXi4XeHmMOQ3xjgqdcoCIqrOcUSj15k++Ub4rnMPiAH+r98uINSPOnyNqRrW7Eo4uXWSzBt20Jz1o2uIAb+KxGfvu7YAMZMnLTHgv/CgVirftirPEHlZVWV8F2UIR0I0/I2zkmYpGBz4POShukTEEbaw9l1hfolbbIeQdMH3cdZYgr3ZGDdxKbwzMI1FdQaHfLadguULns7upDZMV/RJ6OO+gtNbBfQBl6KxVfiaOxXW+DLZAUBWS6KIm6oIBrsMBssSgdLnXJLBZdLINOhLa35od2uXPVjXgUOWiO1qC9Ktz9DtuvWKTzJTwQF8243w7DSZS0jpEBAz+HcsktwlGW5XE5l/ieY2tF6Ueeqwfdy9ehccZ/eO6AHquxH0nbgZeSw+3nkr+xBMV+p3W++rEKPdyVex1DmxuMQbUEHrDclsvM091ewvJtDA/lUeGDwku/db/jTf8WXfUHsVihc69jFNvJ27LMKJf4vX2DQz5wLlifGj3Lnv23h156w/8vLrRrdEfusS53tJXsTwu4Fhk+ooFmcc2jB9jUsbldAzT4wmgBDCizqBYIc3M1jybXIrV+ge7Iiisq7+qB4VqXILgIgLjSpYKNMlX2cRtgAQQ3JZ9Q/mpyTekN8LTuKcuep133n9EYD557CThRfjnZhExss9C+L6t1nP0t9ySkA+n+pqJBapVGg65GZFoyaaxHZWrcBfMAtGyqxJ0Zzwe2cwWV+sX7YHbmw0obmK2baA+6ZOi/gKD+gALYibWm2wxTgWsHbSfSPJJYC8GeK+zk80jMm5EZo4itmhcgTKxY3Rj9+hPKcA/WQsxLgntUHZf1Mw8YLY2j8qu1g7iXiGbvrILqdHUNnRlMJ/an0o4a8lDfiH6nn2AebpCOS14tdFvq/HD3PvV1NaP0dFQGud5eP9LorgYoc4AQWixnocuBOm1hgpr2687YvKXH8wM6dBS1NY+p1tycCcYZ4Y0PKZkrcECjG9sPZmv/HGIPgJtZyJ8M8z4rbH24NWAqJMOjj7VM5vfsL9yTZ99i1cwqMFeABT3AiK356XD8fF6nKdVEHyX+WC/Kj2kn/dmVRNL20LDnzP5LirO9Moi1cj0+Gp/wFGbnn5bfDYqBGib7lxjocT+C333xHIOFOURftl/N4TTHm7n79HyYx7d0cAR9OYnY60Uh+Cf7MlCPVvcqMfGGj0Q/puwoP/O4nfbOQ7C+WTGwYuBRGMg+tuA/Y9fNyZZ8YOJTj8rtcd+fniAejwUJCwxsxp+O+dQxBGOa48dH91l/5zETPqL+MYGaRx6Rw6OAjvdzPGX6ApPnKf48l/tfn8pHrm0RIz5i3mSZ3PuBsWi3ApMJ1rBiYMXAioEVAysGVgysGPhuY0CvbxVWLRUK3oHtzhR17VHYdlh7dSp1UOb2KHF7ZCW97ktRWqjkrXUfyLkJxe+rXKswVnmM8ge3sM3FP6MsQWm8/V8QAP8z67jfifcDewQOKIcqyuixqNP1ZRx8FytcV7ZG5jxDsYeAokh/ygwwz8znuAjPNJzjs51qhGxHGYHvImLOaXOOajvnvDASR7Mf33+3aeF+tRfPtgOyr5CdKajmkke0Hmc2QBtwKRvKXrwI9lie9R/Tpu9zfFDt9r+jwfCURzuHdaHGCC5GUOIXbcfr+P5IxeP4KOb8KoxdFuCzkK1wF6o7rfVChI4RC1bpNRbrffUatPgmihYsVFnQsMPzW7dJGVytZyBoLOClLJ4iejlIg7hP0Xuhwfvh568VW5omhPtavM7ROTSpafCC14T3PDxnVp+hDP4AvLMHJPXttniWpC07DlGermEDGzzjgc8Dx+Qb18ahvSyGs4eWrb0GFeHFUdkxvAGe4H7BjV4rMbrpdAGOZ0vzasdGNpuwirX/KgdD36AyxXJs3W8z+B2sUkmZcyg6KbxBljtgAVu3n/IOYzNITAtY96g90GrReSAH1mthoCxgL/Bbl8SXVJZ1xruqOEOZWm/Vp6AAruSLeFzo2SaOvVMzH+kxedqzwsUk/6CEwDvn0D3oLhb6oW+2Le6ZUVLpSvgKa9XNhfJXeg5yWa2CZcIad6W+CBosbWh+WXUzn/KPylAz8CXnGLR8RNlaK7dmfHCf4B4rdhWVGvu5WEHr/eiTXCf9WYhc51BA5Hrfn1DKa7HeP0eNKAGe0KDUqzDkqpE3X4VBFd5R1Usgiw46tSqHgs6VL2wlGMd+ZBA/yoNV/L6O/kx6ot57aI22T0twa2Z9nyRQvnCWNjXH4Nd/ouxPwoK2R9G+dUxm3I0uCS2Hm25hDLwm3Lf1xwX9jHXs4NEuzNmjzI+FYPQZZd0DrsXd6znbzfYn/5DXnK/pMn94RCgugFMeB931DTpIvBz0eDxoN1i1NuroGCMYTwLuc81zZ9QKmwdeTVTK4kV049yHPaM7FbexPaVtO/LeMd+AU54SaY8LS/wGRbiowBLQsTToa67Ru8W2qNKafSMMyEreBU/z9jnO+7b74G5Aqs5K3QO9uCiAfRUNQqPkigcK49oic1AYFWSdqxc42HP0usWirf4CpP+RuGjCoSJtYMn5Niju9U4gCxGITFcjxSBCBdxXokWps68/Z3Bn0rFlr2Iav8GyL1yMxOzQbk14HJBIEwyKXJlJwJhwxYyf842+zilzoO6D7kYYuLYyDpRWUSTpJACPAvu5Si/e2yE8gN4jlKWU0MAw3HNjf/1r5luv8lyFNArbcP9bch4rWPJ41PmAEMvzEEXA7F0UDwEO7g3zI9w1o6TFJYQTC22gjd+zQvNx6iejkbBzaoelLCuMHjo5xK14zQq+yj2PGVRCeQ8w1sojmX6B1fNYX67uHKCdUODHSM5qEVa61g2rjrAQdRWJIetHu9+pftJmli7liz9X1al83VzjhuUbFKfPYz2OD3ldIQnzpASed2Lr86hgo5R4pi315xltXdy0uKtEw6DlQoGrDa4fWPET+4NE9qYZ0yXHn9FnMkwxFHBS/xoLfzdy3zH5YScB4qI45yOw5YMtorUoMqF5++XNYD7TYb0dbANHs8gH+i/0GnllvwlaIf+evSf2F6wMYxDe7r6IFTO9ZctriGQ8JwdZnplbrifzgdKYxOgD34F9y4qhumO6evESgy+T32g3I89wc7g+VS/j3ieM2HHfCwbGdnip+t6WD+sr+pTW5/YnUW8d4sih/6784z6QrHFXDHx3MSB/KH2c8zhQJ9/wefI/8ZOrT32WKeLiWf3IvA6hjAk8gF8BCX/l2cjTIq7PjuoTdStxfD/PNxId/WT6aQFQ8tH4yo20Jf+SZ05xy93N/Kc3N98dFX2v26xHrEsinVDER5vjBdeuBvUc+xLHOzAzzhlzbJnDda+C18grBlYMrBhYMbBiYMXAioF/OAwoM2hQ1gztT1BE/JC5FbMrBY4qM2I+rMcvZFrMtcJKKM7Mp9S1xXPmiMjFKuUbGkhovaLVLwvfe2RlvfdYdlUsHG9QwFVYB9bsP1e37yBDexdLxP+GrOe/8e5/4/p/RRbzC+KiUFaQq1WnCmK2TgrrwthfUJmUwl3hQlLh3rDkSOSAhwyYGwIf87+0yuEVIOZ3tfIHj+U9GRFpDffFgFiTXqSNFpdJxb1ynn3jeyV9KtVSVjuwRVqFa+hBl8Q9romH/w+5279X3R7FB+5QG2Ukyp2IUbMfaOOCAEIoZaRIZEGhlOSZhi8qnKIc2zwanHTxzhygCTwmVniui0UHDTS++Rkuzd+uLvDEphtkNKFmz3sPFXjCyo3vgsj9AjPkb1z+zf8Iv/0CqKmP9J5yMDHCvYp5jIr6/hOMp/4Ng9MPwfkfAq8dfa2lf8kXOtOJc/PgKo6Qtfm9NYWeNgglLjiKrgRfcA9xDaZa+vxzKJgeXPwSvnKJDPGrUOwJXxMWbvZj8A7PyT0vo9DIPCloKudZX8kbEBcGrlSQ5D7JQKqMHR3D0H1cdVf/yrqF/wIn8DysAYPkwKZ0uDc9yVNRST2CD/kk61T4jrfKIu03volftplsYoEN7swfvMbe1sj42R92QDaO8JL85WtmBe7HjAp+DvJTXj9OWKQXZgP9TLipFcVplSwdsV8t7dfsf1Nd/eUD3gmQ+hD4NDB2tCGQRv/Jb/ERwlHOYraJC9KN5RzqMOamIrhnkcZ282IoJhtkpV31e9JhyU7daxW1hEk+kxiMh4/1Q/qoMpAEnVNGtItexOgj7Pe62XGoC8BKe9DCVM+YwBHeX9Ez8eJMyWbMEW1mu3EbefvMJPzwr5fQDWPvcPkGi1PerC53H0FDWpaaOiIa+TFClh90E6nNCxq1+3b76gKdTsNe4dLtFsPCNhZgaT1LrFN6K9tsfoywLegnkRk0ELyHth/0+IFSc3f5fPXNBoUzXkUHFhZoiarXiOx05+s5z79WCCR86m9IHboWFwhAJRUuodv+U/oKuknmI3Uo6+VgUqo88THDWOfIgev4w+i1wWBRgzjs5OGluLhGH+GiIqMnakZY82YsXOzmcx/IMSSfWKSjlTZ8pr36HHtIvCszh6rY394+Zcz0TQAU0Km1ynwOhXF/hwBw6mHCUps8e+ZLBwWwTVBo2Wxj0ud5RF6iEGTyUovgGtesW1YNNqzcuFapr6vgFvcfVEeAn1aYE4B55r2IAzIILOBu/oKSEgUe+/M+t33AIKbCjVUVxO/dL+IJwEkNvPnIEOksTD4vYFA1Put3NFjnahEYQbL/cbJsw8ZoUuA9j41l/QQ0apSngNuOYivYKgwKMsOWDozv/HBv4mRFJhPhPgRxjJRodcqS6VPTWJGnu2Qn9fpyp23b34NzsSANQEwTdxnLv3laxjGlRExZpLVeEvjACqPrjkUEtOPWwZA9jzfue0z32pPkdPslvImom+Wef0KG5hn1w8o6JivMBXGVMgzQsNbOwnTX+lkfUiQqoEcmNk2sRlRl+jUriL6BXmBKDiAyi5GJAcERiPNO7TtxNQ/elzSl7uVeXFopIAe3DqS1+/ZumHThyqJvcMmDewsn0NYtcx5/D22Y7SGrkXmTSfTkKBLmtGfyPuBSegvdX7DCUlfaaNDpF3MYz19PK5GWcZb0wbugDeoVNM3kY3TTXPMB2DDh2MTK4a+rHSt/rK9utZMLmG/Bx4Qf8486B5zmiwt3BveGNnGCys7u0HriRUvdCAcYzOeOFcyUZ36BIbJSGc0SmT2W/Hv4JC7Dh1q+BfOXjjomODG4MWwx6TDcwE88XX9WDKwYuB8Gjvtx3k/9i/vopLKVGf94Kv3/PKTBtw+vLZcQvO94PJhgGiPlafE7pg8+WOIf17skOFV/+Q2Tc145SphD/ppmuorx2HEj/gucmV/J/emdsx5ZOtcH3PiRVurI43h+qlTjrGHFwIqBFQMrBlYMrBhYMbBiIDGAIoY9POvmZ0zlsNhD6aZCJ+ako2ytZT7o97W/SjpS6eHsMGeug8q/fMOvsr+Mne+V9TBzI4+w7tVKEC99DVZPWyy9WvcbjuN1ZIdYIG9fQ7bOdk8ojfoWYw72dG2276IH/jnv3iWvt8meb3aUyzVyosGF6LqeJc8BC64q7pVfqJRSZscMkeuUZeb8NBbK+40diglr9KTzQ+e/87nv08iTLP9OgpLJpITbARZDZZFmCOxDcI/MTQXPgDENe2/u+99wjzJYgyLUhUpcQzaCclYUd9IR9MmVmXH2PS/iP0rgsWdgsn2Rd6X8WkUyiwewPNfIRO9/F9DftmVLQ/at3bGfdVrBqSJFHG85QTvKwSzv7yUkDuIbqXzDRv8TTb4TMx5iBSWnXgL3yHS1dsQ6r8FYpGVLvhp5lNGxe0RmiCwx+or9OHER34e8D1SPre/3mXlbbCgZ5B8cPcqYDkVeDZ+5QMlV46J73+EW1rZDttdrORoyL9tKOZxwSlNP2i/J5h5B/CRFZbnWv0CSdZPmMOppP4L3oGjSCyiIcOukDdaAurxOy2u4oTQz4jvpxzw5gjWM+Stf5mn2HvIRB8q+8eDY9OoXcDMLT9uD0E6at78guwz8JqbvUbvzUQtdZAwhsuKWJ5whnQ+8+DjbF1ix5B7qr4EZhRXuxFtk2oOKYFz/hqFPpCA9/SjqXfKMGltE4oCriGmsCIEz7pD1tsiv7Z9eX11LsdIkupaII4y2B3CCRy7GDB7nZFppnl8vuUi6Jl+8RnYdHnBbFq2gW2pphwustVVESxM9cvHgUYGZR5UtnBwBalJ53JsMZaV6lqF/jSUvP8Ct8Q5eh26JvlG8Ejwq93Pvj9tX1IcKAmVlj76jV6+jjkLrc3mklrOcw42zwOopIfp9AD4rJu+X+VtHAq8sJ+UztBEGixstu21TVpbs3HoTnUTjlgDjYoNId+JnmX+BQTxaliXYg+Q1chQM7rAE7tl3vkVH0YQ3WeYITyEkd7Ddck4hbetFtK1eDVl9b3+gTjn+jAUGHgrMPhvxI++La+nO99bHKnFmgU43YOSGe+stCw7c+tWtWXMhHm2hopi6T+UkHiIDi7glWJLwHyDiov3+j/7lvfIgCX8Cc55XJk4EyPRissXEa6svezZ8jjeY7dcO3NEp56kf/7oQgOdyXXKzTKF1JUCDleLAXhP9X1DgYfF3sXFVDWbasRKg1LCknJ+nxsiaL+MWnNhpgknQ5INuIMJyFJfT9Jc0qXbCAhHC/NMqJcs4hnlestfn349wSOhB7LR9rFL7AqXeF5ifu5KLlQ6srphWQkaOx0WcuV/WMyLZ0VWCWV4oC1Uksg8r7ik27KMxsH9pRQfTSrYouM9kfnh8un7Zlq4q7dlkPV1H4PIBd9A1iuANCucNOG6wct7LkEZQbYPSHocCxpen302xynvhKTDJMtyUfVO9xICD2yP81NdMSJ0cna6fzBEgZqHklefyzg8hOmsLM2J1nYrTRldLulRyDwmiSUvLUNKWp8cRvC9xyrnEzTd+aDkIy5x2rrxh8pV78jCI0W6uUNHti+3rKbtp1iktwZIhFdgsMSxoKVectCjJnSBumKjUfMTtLSPAXMIT6Uw7gbe49nH0J8+8mcefXwdk0GRMjhh03bi8wbWPe8B0LDjZs1/DVjfKh3IKHOWc8EszlmNwwqnbiKtr9uCFf12wkueCVVg99J4W9ZYqHgskkeyp/MgfWnDfdHgRYIBywtuhAO5YKNDHaihpw3KFP9viqRS8ZrJi4DuPgez/ExryvqwmjOfjOJurQAv/Ok435fDYV46zlsWRRWZ/j4n2CEPygNtKOAVX4XvlbPoST77mdS5ki4kz40R8sHlmruSglGfvc5xMcDKPkmvmknx7grOUY5mGUl5JlU8f93ey+sUbiovUYgBzfacfAeBxkbHWAuKWN8sXi1jrzYqBFQMrBlYMrBhYMbBi4DuJARWouGvVY5jfV4S+WgAAQABJREFUyFr+KZcps7u5h5iY68WE0DldTqwUvhpKvMO8kdchEyF+5GYSvrHddku3oY17Aqs40ZoXGU/HdY/FZhfbzOFqGsVcjRK4at9CDvQW8oY3SYMCCeWwVsINR40Ht9i3uEVRTLyIj+VMrfUM+ywqWM8ysNZhsToJOBTeW1OVwNx6jmB97j9XTSVz1nHKx7zKcf88M5+/j19rebcgssfvHubuSnAQ+IFyng8YtrDF3dB/jvD+k6rf4ab4mmus76o9XttCvise8fOIgFxr3ZzY+51i+6E4HOU14SGS7xn/8lsGi1YkfCmz1rpVl8R6cHR7Nvbg3EJX0JF7clYY9rDigOfQYsjJkANSliWb/d3rejeMfBuxUi4J7EWoNytUS9S0wsPSVBe/7BPcdyg4aYsKJZRydNssdEKBBBVx+cV1nJ/35Zm9ixsOFenKjS/BMX0SJXDFQo/L51jkAR/wG5TCQK7yZNoUxXNyk+X3nArnVLSVFijflt4L2NML83qYa6lTPPcB1n49ixSuug/YPvBj4MbzKYpZ91RV3wDBBI4kmCEsR/P71N8gIvMgHJcTz8BJ0+PdEzezNfS5ec5FMMg7UYIOeC1s6C/mLjaeVij1u5kfbRA0k/j12lZpVPJiqFXX0EtHH0VmryIxtq2Ut2LgInQRW1wEqPnkUEYKFeL2uCbZT+mf8O8eo6nNxYvVBVbR7iOPORj5iwPotsHqUIU4NCbOnzQUPJRzAgd0KH1D2Y1Srrumf3zjUhF8E2A0lFbPjGdR4/tBkGiBH0Z7Cj94xRJ32PwYxwXwIfab3qHQbOCNRZ+W/cByjrHms9NhUR+ieF8O+2nT/4muzhajyMP1kDlcKoMeDbyUSWsBHuG4zLyf8rcuJUg7oM6xX8tq25JFH1uMRhusnTcXFywCgWY6dXXqm0q6cp76d5Bgecy5wJ7n5PHSQBgtonus0LdUew766Ta8iLiFBf1yForuwWKTPmcvz1wmiPYA+4OYc9xxocKL4R48dEYotDXQhCnk+KEMirhTyL6UbT4+lUf6F7IqSoEPNuiN5MdaBG/U73Fco3PZx3YLeicQmoRoyvv4fnpz6qrgsf3eYQ/gCRkFzHnCyJ6OFn03BnKQrTaa0aHF1cuGlVVqxF3Rpf/2kV2QBbnZQaMlYfI3AJ+XcvN6IrCb71ylZedzUNqAuI0NAFFd71hVxrMtg06nogWEOdRJounjfJ7XcW2XiCwE4tOYtNj4DmouhUQJXFP3luseC+RofAg6cZRl5ATluIyp/PP1G+E4gGNNJSc7DEQWK3C+Aec/IbMtzFFCMobEntAmIFNZy6tDxtPjWFVjGwkvkyA7Fi4P3JS6YVLdoICr2BB+0GIxJg8Sd6lbYQDeT3mfrx8pKS95NytR/XPvA/YLCUtcldsoZvdYsSbtZK6lPShkDFmWvzfflTin00bHs7E6aRfmxP4gzfAhKzCkXygmsrZeQTmco5QpU5/MOVT0CydTYxvAPN3neM/qup3MAHppGdSCedjxg35LdgWP5T7rVe6WZR/HzVihptU3PgOj7myGFubLChUVnboVqNnPV9Wwk+VsJZhYFANswDO1JTlFESMO+HjacriybajZR4RGax68zOq0VDZbeq7kM7ukwoRo+j1VG98u8DdFH6/ILfzuO7EiB4FiX+oGRbrphv5rrGlx/RDM0yQFL+Vs/smAbeZYuWgc8ePqJ9wRtX6IQmdD930+fpOGo0lN4JEIMvMnDk5cXBhQu3IMvqkSfWj5+GEy1cUKTNvBYhKOJy5wzWDFwIqBEQOnOVDhDxEp+jtX5ZwPx/RP8TTLf1rJd1yuvOe2cFwf45Y05eyzEi/P8s3YP42RoLxNHHAPXF7Px9Hy8WHcea5TvuVpKSey5afcl/fl+X3PCgfK7E0hgbzRjxLzZQS3GOE+lMc9zw+llwsfr2HFwIqBFQMrBlYMrBhYMbBigG9qkIDbxNimKjzM8V3K92eDPK0emGepbIv5lnMuFTQ5F9Mozc/xWHTOG+eN8X3NfEvZWLqM9vsdBa9TNedtTjHVJlmm3++cVDh34crZvJjFMaELASff/elNLc8qbge3PYuF7X43sz1ZWAm/xfM3ydNzKooHFNoqkMOddK1y+03KRVaHBZLeC82LH2QAyp2ULQjYNFG0XoKoADvPvAYuYzjfPNTTB8rMeBOCXpXMxprN70nBszUkBpy7cwR+8loaCys35/hsOVZjWdlUynS+RLCOAhhXxT2GPVX3GeSHbBlfwUmfSNHCklu5FHKsoDEtMZWDRqtxjgaiTM9+2yi/Yv9NiNc9Kt3reo/LWfe2HrCAa6GVCnlZw97BbY9CGHlnvcFKlbTRitIFxGzu85zj2rz5s/Tp64OIf+Vwm3wtcGCfov/lNnG6tMX17e5LcM5etNWn4An3x8irtA5sNF5BmRLW0dHHiU7l50dZdFue2cuVQ7r3p/17L5+wD2NU1LDF4AaPgoMW/GJOr3fgUTfgGqqIS7mNeSW3iEYmrRgvIVqm3Dz18xx/wRcAJoyDVIyJGxYtdPsvsRTVeAi4UTrJU6xPyhulvDwQplOX89QhZiImcfa0S6esWCt1cNRqib33WxjZNDwnPHGScdBenMFz9Ks5bh6Njnn9TsdO/GY86677bulBxSRtijXnHrfYO+o/uGUguoLW9g2eygmYkl8K37wtT5QWygB6lzgO3QAqX/qqclL3oh/06rrDmyVl9xuskNH3tHiEVHeQUJ7I846PTuEh2kp00iz9/k/U9xPagXqiaLy4QFmr98igZSLxbz2NfpeQ8fw1kXQvPXXVbosCPXiRMm541R636fQdCk/dlThynIkMpJfM6VyZp+pV4oa7fnQVtmVffRB6sx2u2jd6uEWnVGHdnflD2WPbZV80hyx3yv9UCxiH59CMdBP0yYKzDTqzLbrCfif94H2A0u1bETuyzbyjlOnS26MgJxYX4kFdB0O+3lfhYUNsr/hn6vJzcpdGXJggj85xPBqVu+wzwn5rQYe3JZbbOaJ1BEc7+jyWwGw10EOLXfcpWal/yZIsM4JjFFAkrDNcjfoJAM5o1MVaZd9SF4Y+aeN8h201KC/UjtbDSMSMeYc4PkDo87uH9vlX/uU9G9WjBC8PByUlysYITpQoXITmSilX9LFqhdU9bfU2ZxgXyhWVeK4GsWHCKlFEqDA+5FxKe7IzTQjxjNBGeQxiWNXtmEQMrBIp++WmexgZGPUB2VzFEeAsQBCZE0JtQOPGMxuV9JaZe5A8oKG/T1dBAU4sN/JucacxhBthwIiOKmymv2/IMm3grN0IAwOj+xIMrA7Y9azcwI2s77UoDLe83oGPYsUUL08WbSpCMB/ypm4TnLYbeQReqS8DV437lA0uv2v3aAEnOyxKPYuNWiYNXcQqDAg6YI578W2+N0PED+DEKfkTLSdXrriD6bmaAxN+95JxZVXQe+CfPAG9MAxKjVwswRp5LN9P7VfavHR6YYiJB1bIPSuM3Kdm26N0ZvWIrnnDpzvuqf24kSGquM16Us5R/bzP0sXdeCnU1gvr9C0K2AdX1I39bXQH3bMKUfulwJ2RbgSfQWeHV4cLnpeyjs5Bm9QprLiBFfN0FyBsBxiuk11W+9TuK2G9o22ntsuyKMOGoFBL4y14EEdZYtOywIJJzz5cVGyrLYOgG9iLz26cENoXVcge2gX6yhwyR3ONsswX8A9PhZ188j4ZtX0V7EXpgV/em5t9umWVUoslbbv7gEycjCSMpW1JNAZxRIj2MY7QMEVjktnj1qPD/UXf4Z5CJfDGj9zEabYnWQvQqRCDzgF6YhxdB355PItnDPuUuA93RnyIbnD5Yeh0Ya9r6riz3fLIfOPh+rNiYMXAvTGQ/ONGsmAYyadK382eb8xyNfKOG4kf80EZa2fJw2MIvCP/RkiIV7jJeQhKjPm5ZDzBL/9PXsIzZ4+HDPM5AxDPfO4LD3ASwj84LXONWYIDViyx4Cy34cgxuOSQ5xg9gsdH9Hv9WK4YYbUvX1Uxr6DQsk+P7+J5QOTYbImGTOdVjC3lsQ/WsGJgxcCKgRUDKwZWDKwYWDEABpj7IbtRwXPtnqAIuBVg9ux3ues/QEaRx8D1gHveivcNi65rBKxVr8AfoSvf0R6pMFYZ6he6ymPfKZRVBodgFllY48L4MtcMZYjfwqTgiJm4cgOuQzBNKmd2xo+9/5ynch9yN2SMVSw+R9EQ3siwGNPbGS4TtaJq2Xe4aV9H+Ps2Col3ETi/i+TmF+T7Lu6k8Sy3eYWpMEq+DQpjlMNDw3140kPJojJahVgoHvgup1z3K3UrOC4EIaog6qxKTKljDk06zs5FU/7leyMY0UPw863PmX1P9fP5mYNU/0BBJIDDRbBdDfhDG18pn21ddIBspkaO22BU1HUaZrBnJfS5Rzk5YMywwRKxgfbCakoZIqlCGcwVlEKevNNYJRSYyhWJGu2QcZVtBTyeUbgpb9QSvq3fwM4Aemnfofm4xgoTc0zKd59gZUTIYGl42yxcm0PLKqFU8HmY3bn2PH5OZt9KsNzjIJbse3bClKypWLR+bk2mocdnGK6ghGffTg1IVFD6CdtC0/mlRX1Jb5/ll/+JzqMnJCLArf06XWuTmjz0usjepxXWjizaaLEKrjHqaLYYGInTPd75cDMchSH7je3jxryyb6U6J/mDSZ59/7GMoJ3AFSXzXUqNwAn6BgxJNvvf4TzzQ/gmeII23FqwFXYQFNht4SncCXNLRuUv5ZWgSBQSrKvKI/HgHugtMtAWvtbA0zo9IJCnVvAqQbNFaRPxa8PQLrQI6SjlFpzM352Tz5tNBkvhiA9qr6iNvDEsfZX+I6fHg+Gm/4jj1+EhssVK2AVFtdbzwKExUsqH5aVQALgTF+aW+0fnvUWIFwkqjY0Ym1ywg6y8UQkOvx6wIG2fQ9eBhqfvGG/wDBkW2CSLxTxRd7IY60/EewXTleDVkIOTkAI3bYPCskNZ6vaf7Y42RgHs1o5yLOuasoqohTWxQqeDzw+H2LAT2a+sL3sh4wF1W/+EpzxrMPjjCH0S42hsa8AbU53L/nShy6ehBwvaAY8oLd0bvH34FyCAr251mc9YSb+1Xu69LiyxECoaSt4qzOVY5g2R8Mp3BvHiIedUj4LcHqV+5YIb5gg9HlLTqNH5g5hObARGbq0gMWREwmBZHLGYyMUmA3oK+FffsZBor+6K8tBfpIGkaTLkAjZLWhYUCywCw9k2I4Ue4uXYAX06jwmvq3jJ3bwDnhgnpE285VrnRqtdso49owttinPoRblcwux7xyT/rIfjGE3OgopqwCMtiyu2LtKroP1k2KBXfprx5SrnwqP6d/v8y//3e5RC+nPktERMFkTBEIEpDIGiGPjwZd68xKD8Ii6KaUx8YociLQZzyyjhVJ7l3f3PyZuAJzBNOQz6PftIqCDVKneLaxknioFsEC26jRqhnMfb6VReHMHt43gl86LmNETNCqYNvuEbFFPXrhDRV70MmqQyfOF73BBEskhMpmQY3YRy+ppNo2GSG/ZSUckdSkXhkrisa3RSe8kxEON9vC8F+Mx083deF9xuGNRc9QKR42e912pRZTcEG6tSVHhH2jnOeHRLyCGR+MIstiRqJn4deOywdK6tG8y/hhm5KkiiN4wQLq7iBT/ie3p/E5aT7WHnZKK/CdfhuNzAGrlHEZ3CcOplHQ2Br5t55kt+D5lnHFuqjpU0rhxiYULLBt+6QsDFh3kd6PCQwfHFVJPjNzfuA4ficVZ/JgYx4YqN3r9Hv/wLeMXVNm6QZTplBWvJKxmGcGW5cSbf+AACIzGZIe017rIbBt8trnNUyMoEbT8Zl3UuoUxwyv10nuLkM+4Dt96Ju+P7pEvbyLIa9sdodR/FZvbXfCDUKHMdIGP/4sxw/D0ux9ydhFlCH8p+XYs8eI59YPa6i5D+LN6eazDiCE/cjz8HWOcP59djuUfx4ik/rhbTwt6Vle5X0DFx7IZPuc/2m3Ky7DWsGFgx8HgYGPvhmcQnJ0+3JzmT0x0eH/ECUxzmyPPks3hPCspi/kBmOb7K244njfOS5jxn/jyBXL69+X5elcNwOH/4yOtSAmcQxPIiWLDPnMd4nkaYnIiXDEu6cr+eVwysGFgxsGJgxcCKgRUDKwaWGEghbofgN7eq+hJZwSccv2Wa9QHCxt8ifPyg2nC0KOCq/mPefcaZPTA5qv53fH+jMOa7tUIB0Fcfxdn9XAfzaT7nOx0vW1qGMRFMxV4Km3U9W7aLS2Gn75lLolzIg7kcU1Rnf174rewHufPZUAh5cyrw8a5hioYoKondm3LAynPQJTTf2XXzMscbXKP83fysqi5+hp7lHQwNcAccBxaJWIT27Fvq3qUVxh09Bi6heOZOYX+NItsZaCh/AU9Ipnk1b0KAMM5FD2BaE7/t80F5/Hjz41MV/3t5FtgSY+MxwT3HRbS7c34WoQ4oJdProMYL0GiF61losd9Bk8PHWAr/AUmW8h+tI7HICgMI1QiWolzPbx0NDKCNUf6LITG0qpwr20njE2OHwgX66aCfXu+RYUn+Y5TBr0Evr0Abz0PnWHpFHPI1a67DxbhlWWrkObY/r0tQtpa0UZ78tc/SYzlECFjn1IcQD/yh7K5RZOjqNxeB/Jr60v9ZAGJNW/pCi0xW96dKskxGFmLgKCTV+9zufWgT8OY+3rr6DZfvWupr6UnOfvOpCBswwKHDkdLU9DsBzP8o47x8MV4/9Z9Co0JjM2tkk7RzBb/A6AxeuHd7OZCxvUCphpUoiASvEoppoLCgD3OgiiP95Z0PiGf94qANoP+kKeSdWGZuWJzQaA0ISvZ4Gx3cR5m4KRc3F49nGag0dbCf2NyCn9bI8HP6n+PIvvsKpfU1snQBw/ukSlLaWivXjC8+EsZyLhBLj9bBs5SZ40bWK/ruloVEWMhWvdv20e+Q+6ZhIamwUHchQxRSMnwqZ2GyrZSXe/1ncM+4potmFip0jAd6wU0X4Ef4P7qNjG78UN/gUS4koRz+xEHDuHWhe/rqlWq3o49hfNW797QWwRHH/iBM9o/7h8A98B1okHw08LrG8l/PHxeMlS2eMWPxBvBYSrAGrhMPt5VpxY0XqcaIco3EpdyjwbLVBTYuqundwlUPvoGHKV/H2LuHpCvpJpOBJ/RjdfN1td3Sf1jco+4g2pHy5SfSccAZsCZsllfg9NowgVHqlM9L2uRZuECPfYcfsMUkfWD7RfSN9FBh3tKmR7ZvySHPpYQ82zZxxdypY8zTq/IFC0G2eDGxT+nWWoMIY5XaLvO72137/A//r/ciqjBx3BygCmDLDEvHzYkPIASTU4uNdR7KrYuNpt6kYQ8H90CtWxmZWm8Bz3JulrUs4/53EpvND6G5SsX9NfGlbWNst6wP2dDgPYrEaHwrTAiKtuLjQeoM5TzGG5+WU0S3JFbCDDY6k4X2EsYMke1YMdXAHNo9k1DgKLgqae9zFlfZ2YXjGBZXpLAXKubuul+oUEQHC3EyExNgmS74cOIRf2RRqlUughgt49HBXCyjQYHZsidwt2flBhalYYEdHd3JvW1w91BoIMGihHEWMbgCDCvjgX1nKxh7TZkDZUpFBllJhjxHNcZHh84TERJnJbaPfJ+MLPMxr+hEflyw2mhj/VipMrjSykmlI2w0hJ3XTnfXQH5RMPUCLx0rFnst02mPjau6WJgQLpIsnYjJ/I/znkN+/O7E/aw95aW6WApmwWSqhXl0uChRud6zgnILzZh7DADSSRQlzBNTzGdWX5boyhRhpc2ZcA+0fatLB/f3AG+66ox1LJKfoPFTBpebkEYMIpSyjF/om3Mo3Mc4kdhr33tADwz+dcPqLyyqO62aoZVWd0JMHJf9bZ5HZBQ/Wap1ccWdkxZx8QPutWiOWkyR4+oonwOsR9EOt2P8o3iFNguMiTHozQUqKIGr/ktwO+9DBSeHjNeLFQMrBu6MgaN+e5Quue7yoSnKERfL149/d+AFjGIxJjuinjpm5T92aSOHKwx85LPWN1cOOjkrteTs+wN88pwZXz6CYZZqzOMowuy28LnZo5OXOeyDC+curLRX8ON1fgwlpPO5hTAYTiuA5Z8lRkRbf1YMrBhYMbBiYMXAioEVAysGAgMh9WCqhNWfSlqMFrRoi4Nv6Q3fxBUL/eseg4YeeQzKoMG9QjsMK/a448U171D9B+/+J8f7xH2fd7/h+gOuPyRbLIaJW7NPZIUlTt+pMEZxxz6jKo17lMkD37s11jqD+bPoPtUKLjRXzqLiz7mc1qB81zsvHL+ND7O7Mr/lzRTGejEHjHjKdUzHJFMXwj3WngMe7XqsdeotAmH3CnRbKSw90+rzFyhbfo4V1E95/yZy4ld4/xLxX0LmoCXR94hHHsgfYvG7C+ARJqsEA0nAann+cT9Oo2NP2ZjzJ5TGMNx1fpypvru/YktlQHgJRC7XQpcNBiix0EA30UGT0Ble7jRKUWA+KNOx2UPYpxx2kg25FWDKtPjm4DqaaaSleB6W4LYfMjropVZeh2txXYq2mzegAeRdWHX2HB3RYgu0FvkTZShTivYfy4j8/Jbx22YMPvvbCjPYACzwzTehyp9wx0wfrZEzVyiD7c+1HiBRFtWdVpB8S3ajTC4qBdKP6ldqG/Ue38X+yrjY1rikw2J0wEilaV8OHDe44g5ZGbgcXHAxygMzH7Gb8Ob3n08n+L89vEo1HEFk8E/orkWGV7MQZoDXoQmOxQhtixxZmlCOTaXiGHGQtBKvA+dcwWeSz6nMtISsu/Lo56u9xmwY3WzhSw2LE3Rjvwf3PTDkIgm9Lvj3LMPp3MNqVyVw/ZvqCt6/D6VlFzLiGvmzvHszyiEK3/Mc3dN6HkC2/8zvuQZfg7xbC1n2Xb2ATtzrvWfv+M6FHGjEtZbW4tLEpX+V8yHrJ7qQxijLttRzJGPhtVamFdbAWl/LE1y0AACHcg+VsiVvodGosO/lH1I3uhvk3JVWny5a0ssud/hepc1xbQzStGZNnZr1zTqbdn6Q5NZwgDNiUT4LLnoMN7vrr6vuG+XqKLcFXcl+tKGwWf/jbB2nEz95jkTRFvljglJ/37XUhDqymGHDvsc9+qodCyjqMPoz74zrnu6ZvqT13TyUMufP8joh/RPKejzlund3xziNJ4fw8mHZ6hAop5FncxbCcpTyp/sxf9q+5D5eHE4u8tCTwdZ9jtE1usCtxZuB9BK6JNt2RMuImEPam/dAQOFSvEr5Hp3i7iGKbMahC/eKZmGJ7ZBBWinXsyzvcNm+8NL/+Z4dBwgpLUqMzIKFRGflVgZnxR9xBOPS5BmlZ6PJMm5YtgC6R1E4xMoFkG02gi5mn3qQCAlYjTYewT6dROJChI2hN/jqbuof8141KVBQH1PYQInAAM4n48HpDGKnGLao/vqxI0TJvXEAwwK62uG+EEtLXRWcV4KZ/+1h2UHnca2BExfbTh/uX4NzV8LhUtb9UpjcqvizZq7QmupE/Kjv2ABxPc/3/LW46jV3p5R2Iy5hTtda6zLZ2qCoxbo1TezFCfk7kMWkZyzrRNaL+kFn2RbUDcbjXgN+IFT4Qd9pac3KzLDkNh+zp3bmHKvC8lHe+34MJU6595wda/4kr5N6GKhQALqXQcMqoxrlYAd+KzqzykX8fFgg95ZsPb0+F6yP72AGuD0RbzIC20q0bHA73DcotmUcMm5i3MwtMjCTewcF/bGixj4ZfZgJK25WGhcHXEMr7Lds345yoxhpaVlMwk+0uABOmSZHy8eYK2t2nlldu9myco8PSd08RU3AUR/Ld44yPGQ/1ktcFnzG2Qi+K+9plYjj2YkUNAHydEMSFvh8lF2iBK5htIMfBAzM2Sqm9+pm8E3wHy5iFS8fvQMfuT11ubjgg49JhpSVdS9wjHAe4L2Z7+LJLfEK7wvM0PYO9i0fpFuV2de/jjpIt9kWEWuR9XqzYmDFwF0xMPbfM9Hz0//MSx/fnvx0wnPzpUPsHLcOt8/kIgGfxlfu/XdM4LhZb18WXuM50z8atBPxZvW/a01LLs7IcmLLOBsMUFjIJT6KJ2jkoclH833C+zjwT3muVysGVgysGFgxsGJgxcCKgX94DCAHC0scvpNVrDn9U+CqNZLfnykf4+E413Jelvu1shScRfHa6bVYobV4+9N1bKPAEw9jDbK+FoVuq9JI97FaCmOpOehSuvoN+X4Aan9Dvh/x7mNk3rxHQRzKYGQSnnXdqLK5Qm5XdV8TD0W0C7xZGKgMMSAXXnJyy6lwG829IYSmwBbKZOaiDTK4kEUhn1DpFKmQD6YAPeUuCrr15Dfg3W4IZRTbuyHDrLHsGrDAqqq3UE79DKXwzxDuvo3s4zXivUpWKoeRuWEA0iAzClGyUt7AmVhUBsatSgpy2fBO7FIhDuUYvhTX43y2yA3KWUGRGUQaTt/RIJpSnpsyT+VPtmsLzTUYwWgA0KOM6QZcRdcfYhTzMYYBugAVc8jv8MJX4wra7QjDGtPvoMCl7T/SQODYhkhDhzB2IJIlxveSVuQD8jrooUZBWVdv8F2iotJnKOjoE9JXkScXOU8UY/8KgZJtT37SyAhBvP8b+0k5PbBCh0Ksu+PoZ/T3WAiClWBXfchCEPvTX5DB0f/Bb6+HPhIo+5N/pNX1VFPzMshLVC+gHiQOCkzTIXcLa3sNMeh3Kr+0gtSzpoK6wX4cRia2nLwoe4WWyiljL7lbwrcRLI8jvndZvCJs0OWGBSs1BmAdfGzX6VqfRQnoQTSWqWMvc3EDjqxA5hA4jpsxP/FjXUlAPV2sjcEV1tJ76GsfC06QF25fQGb4OrJqPAgiI+9oh7TGzjabtmfKtsj8n91vuD+mLaxWT5/To2Glp0kUh82g3NkerE4CKGn77B+jzD8aU3xkG+avdKQCTDpKXY39LLeCwnJ8hzVkg1Uneo7+CoM7+3m4Ms76p/W0dJL4fvKay7MN9F9k4NYyjIfgORVjXYPOpdUjZigWs34jlx/7u7XKNjeXGyHoyDYnFp0jaUQ5O2MtW43WPV4I2Kqy0jhOw7ROubGeNLh1XDvC4Y38TzyY5EPkYfnkFhxWnQeK01gUxh7eNWNhpWdfywAe/glZuwD4Rr3kb4QDTN5Y92xjacA9bTWAst+3W3hoh8cF+Ep6BhlhiWz4sTwVteYXN5weEaR/DdPsRxpKVhiu7eA1beyzjA4k6uApy5qy8z5DvjtR5liv4DuHOkKjyqmg89b949lHvr/6mFsW0mGpL5/KQu3P1om42QnG51nm/DeqTf93nlVhtHfNVpHNBmNT6MyZTYw78oewTgduEozVmmdz9rp97vKV91pWOJlVWCOW1CKPkBaZZ9MvXsiiVWvp1mFgj84OBdfuAXsoPKCT7iCojk4CeDUrYnSDEIztqQ+Ews30kHxtPO8czGKCcP1bPDMzYWC1hj76w3839XWOFR0h6pz1ntBoYu6M43k8fJbBDuPKRVgbLnFbVkRtmBxWF9+rHqoUjQ2pUVoxOAYjI55tbj53CfMOuowvXAI1TnQZAFwFt1cJps98Vsk4MIkDIcy9izkHvmelW7E7BucvKvkGen8dzO4VFIoQ4gUdy82vafFmXOUUCDvkOyvv8Cwv5vWzHUK5J4JoC1MJ3tB8Wl30n1eXrOjbsxrTfQ1lH7EakKusowOFHSDrnMzpuGOPZR7BUG4tz5VU7vtyzWTelZ89lpkDK1873AzbYYOWLCeh43wb/sATCdzzNT8ErIwpv6ou9v+Fb3ooh9UvDR8c4WvfiSdvg6kUoKKcw829LqRk8euf+FQh3LFKcYu7ciiVCTIurtnLwEEzYumuA4RH3yFJtk20QuYB8A6toUCIiYmD/RfVQ/IZmLS1WALLdGWCUdaYhzkEwxOOwxEPp59jOvR+8Uyc57MywbYxYO3gj4kATPGa1UMtq4tt+/kgbCG2W+G1YdDtQ4J1lZZcoDKw30ns382eyY3K+cCFsUgccHt9Jsg7DvAW+jgTd3yceBGjBiY2fEhucItxvXfRAytc+bNPrWHFwIqBx8VA9q5zqePD/tTLGEtGHlR40fx8ih+UNLP8egQ/Mb+QhfhBF4PcLMITXgZ/lxfrtcA5z3jkhDBGAEoABzz3HO8D9gCIZ+N5gabFzSMgnMU9Uf/C3Y4zkR+bshzx3sVVfEAveN6YZ0wJiFzOs1LHrK1HCTffljfrecXAioEVAysGVgysGFgx8J3GgN+3yAGcA6pQjc9Nv2MJZX6mB7Ey52LySKxxHum8MYSdzGkjH795nd/y7Y01lltnuY3WgOC1RylcK59y72Csl7TSDG9X7J1Z7b/iGdZyWHFqOdz37yOX+BXWxb/Csu3fUaK8jwHJx8DDnq983+tS2j1Jay2He9IiEG3Jt1bAq+LFfSGBMxa+A2JYJ1Kn2u9rDhUpKn4VYIccIYSywMs8s1hvWvkwZGDO3LNwX3lai9WN+wur7G3aHyAbQPGLJWhTv83U+h0E8T8j77eRgeDGFi+AjRbFCJvdq29gqyq/7xsshmNRvvkrsA+viM7JkcuM3wXxntKzFUAJ12EgQA7f5RA0CAJSJsWZv/jVmEFs6RNXBaFyHNzQDi460C05SuD9FUqF3R+xPnRvSGgRpbEeElWmKINuceObRiRiPb+jksxzkYPU43dTWJt6pv3cIzNdmGI1jjvxi+pnpPw513qDZDEBCtEdVmexJRn9I/6gQxVgNDfBfmN/iRsf/E2F7PN+UwkfVBhw+n0pmMjLxCXbwLlf+P7qo6p++Huk/hhR8NYtEIcwlIG3REbWEwyQNug5fqP1+BGvxJPhjEfoHDa0DfLE9hJL1+d/Ul0h43uIot02rN0PtcLQw2/F+CYne/AaBXj/rQXKGvEhBEmbKrR4CB8MmWKFLA/ctA9/hwwbzwm4Ra7xHpB4ID1IicU3AXekJJ+RXsCNdC53tlYDirgIMC+V5rq2r6S3C7wSPHgF2S4WsSyY0XBK18nK4oUrXHqbw+H7PIDOvJ7ir9BLJ+auTNWtD4eKfaSvP0P/pcfJhyir4YOjm1y/83Nht7VLmKCGqLEwL+Xg1mSK5dZ58tMWi86L7Tus63ilur4kP4wNa5RlNQo3PUJGPwOawOMTV9sMhEI+YZ72C/s0sLpgafdrDKtYEAVfGdiiUApI56GlVsB/GwxBAyMebD9KCZoiUaMeAgPGlrHnQiWzpIAXBA3KlIIHvi0xCritENLNQuGnPhJH8UfZsdhDwzHG7qv+PzDwx8gQr756v6hdRGP81vHc+YMhoOVs2RxlbhD3PiLFoX6mVm9lkA/m4iv1ZuomBvhm8nF5sXRgbynBfITy0YFqRIhxXiNF+t8F/aPeQ2Mt5ej5I5T15Ec9ou7AbbtSyFiAZw+hFW6C/ejwPp7Ej4sVAjbnGyjs3ZZ147YSbtXqdrgxP2GBGYr7NMgjvuN+5JU4yTLKM+6oa47/QMdcZY/x4A59VMXij1prZhayqUB3+Z301gSuCuwTbOeu2ssXv3iv2fwOxL8JHGjk1ZizCs4BD67Oeax0VP4YyPn9iCgqb4VCs28eMQV7FX/iL1bXENMet8yhZLERYVAS7wGxXD1ZGGEQCQUHnGWhObZo3v6FfKd6/hLlnoOGVrISYAwgErMJSmKhyfrPnyxhTEI2/yxJksYVM4qc2LeWlYV7lcA1Frqs1tBldJq1L3M5dzfvoCfjjIDJYhSe7mSArDi4uHBPViahe+BwBRWDbHSkiD+rzaF9T+Z+42Fig8cxcDORxiWFq5p2WGC6QXqje+DY89aYTnwt65CK62U4rp/9IZ/RSYMGJfxv6CfQDZO7vZaSAxtux57L+I5HmR+K9aiH5YyHbWjRPo93szovQVjcyTTioycS6zacgQaGfr1z/xFdewOXRRQGd+jAi2wON8nGYWLEC5Bk7KzgGXShzMFOCfy50s2VTFCqTGQR7gb3IsnsJlCQiIAuYUysxtLN9QXt1uDbYcfKpY7JVO1eztQpVkdGeis5hUM7jXgOpXbAi2sFLN2vmHBvhlfDAl7674LeXKVpSCim3OZXpf8f17M8H9sz+ETJy7ODK3xGfqXrc+qz2UKHO1Z+Wh8mADLDrIWsnWhjEZ7LkfBJIg4y0BMrn+QFWyZT7nXtYocMBY5yLs/H15YQuPG+xPF8HK/Ez3Pu/ZDwOAhtGJQucCVytXdBhbA4iTGfNawYWDFwfww8ov+NHOpGvqUvn01+4kVJE7wqeQCcP/iCc5BnEQ58+QafOYYv76f4x9Acxz9+f+5+lm5R/3we9Y+6z+KR1eEueLQ4Gj/WHFcDZ/D/yO8QcwFA4d85WRe3p+MtEq03KwZWDKwYWDGwYmDFwIqBFQN88+f8NL6NZ/Otw/zK1+CpHAVl5X0587Ed39Tx1U7k8tyZ2ZR4lIEwv/O7O2UpCtEVurqY3H0kMdDQqlMFD7LCOvbwU0H8O3R8HyIz/A3X/5MC/g2Zyq+4/gixl3vCaims9y/UJchaWtJvUEg1IRpN+Z91VSAfrmc1ZAgZjhAqF1FWhfyP987VQ2JAZG15vI4FlsQQD0IfSplw94n8AYVGgzxKhVWFu84GQXaNu+Cm/SlyiXdRerxNety1uqcswtpBBUEoo5V/In9EIFxhAZmygMRMePHjnYokC7XcNYAHhWiEpC8Rk61lKypjC+yBs7SElI6wmELmO2Clt+9/Ba6/QhaMckgFMO5je+Re+9hHVVOCkm+2MHczOg5KNobUQLHZZgP7m6rQ2roFIMqZCsvgZvgpz14nJhab0FjQXGlEDIFib11iRrAif9Mh633oz4BbQBYPCtPD2rX6GBngvyLj/w/qjzqCrRZb5HKq0FWR5dY+VlQekLxiyodnykcDt9GSpqAvcShHBMe6wb2sscJ3H08MVVSm2Hb2ZfdjVpGjTNo8LOPbC6UseQJH1C3rJwxZL5TlFS5c2Ru9Gz6HBuECG6ycVR6GjgS4RSXfwhGUrUONBROZ51Qvo7ZjsfmO7f0wWLkAP/XwcnWF62W0zuCG/UNbzvC6kHOOupks5Nn8FjqR5q2Flvfy4qH6T3QEn9E0bLHIPr40KADIX7OvJS1k3wJwYM4Kpmtr+yH3HLawf/JlgzxdemjcG5X9o7fdC1AGC4OQ1aucNMdYVCPSnkooGSV8AVGARtuxuGnHeHSNd80XXsCiNcYHaFW6jPrQV6IhSh5HABnHNuIcdFzORIvtsIJIqHeP54mKsYT23eF+WuMy3dyba+BfeCLuUf4nbs/FMx9Hvgi6hXYspi0fqHymvJY+517o9m9K5Tiuk88MnmeH0azneMTJaKRvWCy1Rckc2yrADxzThxa9DzRsfMdKW978jkuLLE785IIqXzBio9DuVKAyl+joE1v3bdZjLsp6y0+djouIhM9Hwl1K8uw9YYTdc1moUOi16AGFs2GMVweoHu6bh8xFqEcdeh8WIUU16AcR7Pfmn3XLZ6XcvCv9Shh2eDTe1Z+xHzCu4BlvKhap9WbI2GL5iaNM96jf9oXnr97b79n4GQvOjpU1FXtitGr6rSSKqlw1twRmmalAz9/ntfQnccWG55iO17gLrmB6bovby+x1GwOXqHXpOiJWpjHPaVnOfe/GnEpHoD45wLBqiVUp11otQnC6eaHCdFaYhasBRKR1P4S8Poar1Nq3HhYjM1aNpPJr7wqV9iXKYE9RLYNjIgoRjHmLm7scBzDOXRwAAyIA0Qf+wF4NblLOEi0I5PsolFghBAyxWbrK8cOfgGf9zmVfnkc0yiow+zwVcK7oYbDXBQ5MYcOez67eCC07qxOIxXE+mF8JN68tEPiEGcWorjRq9ntVidkOdCxWE+0dSP5/9t50S3bjRtTllLkHDZZsTZZk2e7TZ62+9yn9gPfvWesM3adtWbPccstDa1dlkrzfBzAymVmZNe3a1pZEVjE5RSAQCAQYBAIIYQhmvseFONouPPJnts2TlnMfmyxfMlzQjjWDD42Ba2bgSNvhEkFIW1YMPiIkccCVG05vc3oF5EgKL4biGzqxZsTYU459znFMCNTkDZPeXtSdLr/cFQ9fmi6CHhM9nEFm2AUMp9seQyOzSgz34IeQL7Ukn5RJ/iht40RL79CF2RiksK6xRwWbHsXd+jUGwoaK0MNeAzADQGiUf+QTZPBEQOHcWsZNH8w27+3LL3iUBElX119xsADhmEwiH9reQ6wjgLE+QlPtXmNT2QWHhGRbuyV9OOcjdKN39opQEcqsqEemyRzl9/ge17u+lDTLlMfpSv5y3D+PwVzUw7BTzoJikoBhtG7oQwXSclwosFDgmAL7/nX8xOuzg6XSl89mP/Gg5JlkpvCLJDhOnQM1y79+T3kppNObiqmAsPu4myDuCjyUr0WOX4W2y3D10bV3ZvkO6p/3S/2zlntAMdkoXiK8Q5x8o6JLRWAoA/OtJ4QcWAtlVs4eDHdLCcfPS73L81mm5XShwEKBhQILBRYKLBRYKPATpsDhePB4DHV7whzC2efz/vyZ5xnlTQXvXDfkOM1rd4zB7uHBhYaAW41exYSBblzjtdeDGMU3ei69emItYaLfDUya3m7/nWh0/5sl3/4n+oj/jfcZE8LZY3k0IvL1W4wR6FxcVkxnhTp0nBhM8AJlQUlGk5avfkalPfRQd+Exxp/i6K42A71CjL3VHaJ/wKg7oCswZG2FHsI1g0fDRGsINFR0eAy/x/1foxf8b3gz/xY9yUfAINIY+iwQxHGUsTwwe/WijomdFDmNqW9qmfn3xNVvhh/PWHjOSzTE1Da0Ct8S7mWzhSRdxz11rxqhWr3P9dQLQ9y/YpD7P6xTioEMfmiYeOAa1CMRm6Sl3yRJe2HKD9N3FnB5wJ+aIxX40ha+0VMchwEjL7Y1EwAwxDXtBzz5kGuiFur5iEGzDgWVeYErglcbC3g/lI1vN42W7tJEWveEPt4QivuSiInQ234c65Wid2z0vg+jnHkOOdp2PdglgfdIH177W418GE07aMvSknrwuZa35MTETh8j/DS2BI045OJvv5lGMrvP7+9TvKizqd/FRBND9RKlgKgHIxNZetZQD6MdPJF0UX+pA44Yki8OSBm+6/MvOS6duLwjvUzpGfKj14j1etWsXRLv14S5fQ1YFxgI4Wsqnl7GhadfNBU06yrnwU0vZBpAfaZr5V4yWWeDnG5Zz3dFlIQWg3B2g9Jm4kb6Se6VY5FvpQWj3qFDt39SfyLOtiNrtK8wILbvwBPoteG/Ec/P6GukOt7ki+elRGoqEnJ6PWNXwhHuYmPUUN4r6JFBjATTxPbJKB287u0DBMqFtPDhtCnX2OFy/rCpDPQD1qKvn2BbQn+v/CHWMMXY1vSGWdYC4tzxWJ7O04XNBH24EUJHom7Yr4fLb+hia3jsTXTv4hScSLaCe4HgtXtBxr7gufeUF55LPfIHz1M3j8iJFsNmRwRW11XucRrVnqTR2UkekQveEEr8FPBen9jm7RNkxIjdt19hS/pLiK0VMqQlmq1GVJ0Qcj1goSc/auMKb11hT3IuGHYqaye+d4b7fGBu2wtXU2r4M+jFuACGq5mkNhAJORwewhYz8UVUJstN2kQNp1I8JM1GJisp40ain2wvvsYIzOQjbLZRlMkCoUJTb1y/ta8/efV3hsQYnDUBoTedRkrDpEgQCyVsCb8xkyUa6hjgMaKza/JHP+bo4MhBUQPjrFdPGJhBBAZhsXD5hP3DCugJjxnO3sm7MFXNQKBhbWAMpA0hOxoYIQwwMZNRZkyGLB1xVqsgQLku/JeMaTeH0SMeuzO/EFOuO4xn5IpZBisEco8QTIk3DTQKoGOy3vZ6lx9Wn4SmhsktDNI0X8VgpnHtClz3h8BLo6ydkS2UxhxLvrh5+ieK2ZWVaWyvMJxjTOwUSP1b1WOMmb1epRGmY+r0E1NmOcFNu0LOCaC474szNmd+5AzJsfo6+MaQOjWDrS2GU2fY7HlnLmhIOuF8ygC8Q2J2UtKXW84+y8G+L1jCH2wVHhjlMHw6eSEM6xNXlTzz42H96A9+zTioUeBwbFgrwhfjRq9pXhYxUYK7rRMRaJ/CX3OY9z6nnRVLg5MEgN87a5F2cyCiYO8Qtg44FMrBz9zPEB0KwSSkQjQ374Eje4TboFoNs9y+c8YXcKuGcCQYZjW/7tnGF7u5d0A43z9NuMe/JW05zp5TH8NNx4xeABuqaXSthJZwFZdfUx8/JK3zNCCZ+HzextZ2vzlQskq+dDCG00YNgwkH75aeoShK+nIsubne9aM5rsfpSvpynJ5Ph92aCDEx5e8Y5z8HQwePboW3S97luFBgocD1FLi+/ykbTm6lL5/NfuJByTOTb0USHKc+vj6JAzfnsupqmr1cviJHdwXsTiJ7keOnYF29d5s7M/gH9c/7pf4Fv1TS8B50VBnpHSb70R4SlgL3OSx9X/9ZOTO0Mp83jp+X60N4s6zL6UKBhQILBRYKLBRYKLBQ4CdJgfPjwbuR47ZwSrpirCvXWZq6oRwHlknjKrfVIBjS1CHebm1E0uWfOiK/jzEKo3+oCLla42VXuWQXjh5j9XtGmp+iwMYoRbjaYfsJSrp/59v+9+hgPuE++jiUsjXGv/TM9IginbGp5TpS3X0iqA9Vf+O4ddrDb5R7hrwNPQTK/ljfEseELTqTWGaOkK8uUVV3vyAfRmAMhA3hISvW76zQLwyEiawawklrEK44x7lBvZqOMqHbCl1X1j9ULqQKPQU1VGfpeW6eiDVaDfLrYUiu2Rh6l3BK/8M7HPLLHv9jfgqusb0mHWKNgV+ecs3gqnbyAIYMdIkN6wa38EHrcZRnXKtUKqbXZEaAw7RDe8sRQUFoHrpW2hxAgYS6oXCcoIRcJk/9Hd5y9a+AxzqteGg2rBc9An/caDhWb4X+cPrAsZ0CZ67zz7aTf17mNoMm0R/st67m65rM2A+g3YinXT8QOrb+N/iYEMj0pPDahCyeHepsg4QHP9LDjpde8VICByC9fQ2vHSHW30fP+B40fZOy8PrE8KWR0XR+0RNdPbqo5LXdohNDy4Qr7H/EZtu5ywtreC0dwWJZSCauuD6wevoMQ4uhqHUCiu2uvhLJAm8ZMjzyBxx5THjSw41j6PCFj9yh0iFv0L8arn5kKTu9UAdC3rZ4vWdkBSQaskH6R9+Y+C/APdiPcgs8g3dtCPGavvn1TEY2b/EGHnC0WbuWtt6kOuPRr3r2gckW1lwaJAwOO9zyzDaOu4G/dKH9sUMYjcEJAjrf1St6MZOFRuU5sMzp2vWxNixXh/pc4d19m3OUrVKz1nNtCHTky9D8legCf8MYj2pfRyINftGepFOGWNy+YgeFT5Jmd89ro27W0MkQ9APvlx6P55o1kCvaeMSeVust66LnpBX+bQzc5+SpBfs+s1+LZEdTdPSvcWCJUerXYBfJ+sDTtJ/voVgy8UqF5Fc3K5q8m8e4yd1CAJ/Jl7YhfQVby4qJM0ZquHTJiJhMQlplOlvk8jzkb4ERjw5+5u2TD+R75ZNLU+gp/jciC7C0A7Yk7RVUw54HHwLai8Bwwjv4mXtxTGj77pP3zeFmvXwWofApsmm09+ChvqU/wxNbnW3D4ZR3iLVxEpnHUoZADjZ7g+mwzTJpzYlNtd7MLKHRITdanTwxZMea6vBIvvkPAJy8aF978rPfhYGLx6sBwM++qi6/+wzENfwSzsIZKoZZ1RgC2dxjgMFvqWRADkFkBUqnzcqEUZV7YVAloR6VDYOcmgXRL5gpEcYNX9JU3JCt3IhGkPZB/z2FT1bg/E0bjV0GiR2AsSkAvYVQYDaOMcHbrcZpQr7SqRx4yQIyo/lLrnIMEPHEp+7Z4RRBkToaMMsI+ij4OxZwx1D5nWUw67BntobhoGMWwNkGz5LKwKaUe+WYSAQyYl2wMgyHsySr8RNeMsx6ZAA6EqIk1+glky8AaqeBL+p2VEHR8pYv1BRG1i73wqSZzw7F0AXBq+fnsKauK6jCDIsBQ2mDcKqd+UXi2BFewT9cKHyO63dwrcADkRzIytK+3KE04aC3vEQGaUlIgsb1epmVEh7cpPK/bHKsN2a34lG5lnzzzfuyXAjoQFiqyheGJngbtnidwYaze/SwVlDt05Y886NCOxHyCKwoEHxCuEpbafenasWMoceXDJ1Yz6HBIz08ca1//CVOADixiZ9Ab7MDjT4mzg4AHAgMU/gaTZwDwmRlCHHKFe0Sjto8tplbvISi7biwbcjns1gzgEFYwwzALbxXw2ut9IpkWU8KJ62yIG5PPzfhXdLO6TidA09R53ABwILnxfikesTM245CmuZLxjj0c86DjyKb58GB5Nzzn4OC4HnzMZAd+r/w4vmUySrKwBSuBe/8+Mq650siKlkQ9WK3Z9r5nePziYbiKAT7koME26V9i5fUf0AxZg06gOMl4Ws/6hJ0n2SO+ZZtocBCgRMUuI18OZVmAnXqkfeUOcd7eLFyf3e0b0/9egJXDsqS2+wRek5ZfbwjI5RUIbQCaEiPAj6elbKLNOJmyL7THwbH9TmEtwN8fJJCc4aHCWZ5mY5a5Gp6NRRjL7I6vH3LdRCVvOUYb1Yglb+EWupSjvu7x4iV+hzfX64XCiwUWCiwUGChwEKBhQILBb4PChQdyWHZjuoct6Fv4dS9bOoZQoc4N8CakkTH49zUSTCuVB+BfqthMrcGKddprJhQ7XrDA8YXr3s8m6qNIYL/L9/7/wuDwe9Z7ouQ0ttvMDCh6MYwrOFkZHK8E931RBJ3lCPgox8a41Q8lSIkMLfDUBj6Eifzh08YOPA9r16Rb/vQ1lgvDFkjiu6RNYVrvvNdR7ZiHx+9T9AxDBhP3qu6xx9R5nuUiEHYkJ+hoLZc1zA2BKc1V1dAVvU6Ua7l+G3AXziziBu3/AFP0+aA3KP/PiftmZ1UL/Um3uoMC/4F2Rz9++1BneGR8jXgF5kXkApegDcwLLi+tBMExhEv8opQ44Qd14tPncuoJYA84YlpWey0cgBImN4TILctquzcCiMbbVDjpVcTwrjTI5gIeQN60koDFW0f1qH4trOYgq9tKPRjXRm3XqqNull1dWcTAewPUlv9trpuaVpf/EfVhEMGoVfXf6beOGqoT7URWCIxDfPAyaahhgUe96b6apQnY9LfC8psiNDXsnRli4e9HsHpCQoNbdfwnod+0c/gcmkbyCYc8S08c91xKv45D+AbenbtHH7vyj/o/wlP3uONviV6QY1h1Cq2OIo1yglpQ9rK8MboE6yPfBbyhoSwGfhDD3k76sYNbqY8sP/jeLZ6G837++ElWMUyivI6Bjb01mlcVZaZ57wMAOq9NuviHn0jzqV41qOhrhUG0rHHNkH/Cz0AjnIjltLoM7RqdKSQ3dLLviA0qhjy3sfWm7v+8Nx+J70G7mvIc2JA2/wzuZxwo5UGj8/eRT+pLeBSTpNTGAK+5yZuZRcPyxKedq0WY+mTzWespGqUWyNjUkdlMzoR16YP2wRtGPmulJ9QQpdkChpKPnUr9dY42gF31X6Isfu16pIQw0a97HF8CidEEpr23nU0v1hyjAgIVE+PamVkj8Noy0ynFe+wtmOyAXgNhjhWFkiG+ONm4Jx4e5dU7LMtGZBHMm/0DNoGvsb+2DNharNiecxe4+m3GIO/jHTyPSlIbqnKyiztZD823bRHP4nzjEraEQ1kRbjuiw11iTXdeccSBSR4AyNqDy+pbw/aky+2KJMiJ5kn/8XOw+RF6kiaKbV3p9IxmLMMbo8ncKynjLPtQDu1LgkQhmDtQKa2L3IEhsfkU8c+AYoH+dZvYkJTX62Z4NBjq/AdUwF/sxaetjDtbke0jgoc/rSvvIIHMCUpcrOyuM3TkDZ0i5FKF+mmp2MiOOx0GcJYbHILxOJ0ujcRyKpIiNzIx6mDp4EMrtvZEH62YpbKQEUGBQIz+MRhjrR224CTQOP1vl4AAEAASURBVJ7zt+CcOHnlgElG3vQII85aGqc1jIL4haiAgA44A69zxSe88pvNTTZzRWfgiY2Jlb7BHbzeEg4EYd5j9GsiVG2kPAf8TvdtC+nsZtQBwz7YjpfEUt9yXMnkxsrXoI8gihdMYdVCnsxOjcs2ASyXHuNhptgxP5QLd3kGmWsGN62zsjYY32o9kfWohI5hXIdCvNCKMJuDnZ+X53IlGUk/w4OXZ8+aylvWnh23LLbt7DrCgzhjZUfNqQIFvzlsz/f1O35CadPDYryTAxQjvlw7DIxtBycTNmZgsfIGr27b/Px2XJLX0gIcFHp2/qCP8PDAp206Zg62zO6xPtJ0Z2Q8Wch1ZR9n2KcVixRsTuwgzDVrHTu7qN98zEsUXOB7+TcFjrWXsm7H9RGmOCqk2Klab7sweO4I8VFXzHSNwZ6C2kkPpLkCIwDf/QdUZIsQ/xw1bLgZIrxjNozhMi5Y+6ViDQMjGJgyaEmm41oIIzYBstl3DH3R8NE3KhPoN40SuTBHpEoaTqcnD8flnEwUNzNl8JIDv+ANBmvIjAFeH5FT1iEmycyAXK3J7OFyulBgocANFLh9D70BEI9TduyP5ng++PGOOFnwBHeSV1fLOVEut3yvKsJOPD0q5eYURxnOXPJCCCGdRz/2fAMUSoW8O8hpuT59qPIPgC8XCwUWCiwUWCiwUGChwEKBhQIvHQVOj/vKZ7dP5/se/XJ3fyfOHEqyRwRDdHxhwOWoDiacMIi+Vjd64WGkwnO4YX3AeiRk9OZTDMOfouTGYNz/ATXI7zEKf8qzv6EF6kM72AkbUHonu5ydStnQRUz6BXWZ6uE8xh4TQ8kQ+q+iqUIvgrbHiHYuN5U7Eft6o7MZRviX6GY+AFecZkZ0KRiEw+BVE2UtojRSb8b0oTdVZwBmJELVluPtmLxPkr0OKUffUsttp/fIyx/Zb+p75J3DPe9n/aUBNAmvML3IcSwZP6eJMDY08ACewXpaqQ+SujoHqAPXm7NBnxntLQR1Q7EJi5P4zkI747cPenMUwOxGqCO8afs+ujGMNrRpQ1RMQ/f2MUHAtsHAgk5R70QanGdlL/CjkJfoJyoLPnmUDknr1Exl6GHXwP0WPfQX6KGZdDF+CR0NwY4+lWx6s0lP18VWX2tOf92y1nntnakUNah5pbcbDkA1jkAtNO3Cw55ol0za0EHIMMjq8BOOeVKPub/23ovesi6pI01etF1zMgkyyYkGeCOOyJpRb0fkQYODnLhGneFN+Sj4ynsgn/j7NGEHH3Ka+m7vmU76EnkUI1qLU0xTv4+tQw4mNLd66wRI2he3Zb/YUzv4AZxzakwPPxBamEislSHa0UGHjYTlKm2lFv1rys7kCbG0nrFN/S26CPekbdH/Ujmulaku2+jEADxlkYsDSwjUI2G4WwyyyEdtPOHQNNEwAT/Mr1i2Ie9Zh1mHNQ1128vq1UeENobfXR881oE3YVbiTMHZvuVh8r15oIR70APDsrp2wmBL74HIugNtrOE26Vxy3+coLS1PXqRVwF3e0cGv1WbHOsQVIY6NXBq4aDMInEo7HZd5WJ9Mu08TdbIOlkWZrSGa9RLHs7q3/Yz0MU3EKvYkc0+l7QGdODNN9h0n9Ng+VkcexBuf+qw6bDsu1cCkCycRFHuS0I/hX70zK/CoPW2zlItGyoVOo/TCnhrhrYlCgUd1br675Q1pnHQ6ppbjllJbOdyJBgM87TKebaczHLyOvcVxgJFeE+9j7Hk8be2rT9MAXG5ADgrPEBnjJQOiS9ZdxajX0DmdXaGHrOCKgS6YYk6eUvlynABLePe0rjOEYs2Mpn276hjcdIaMZSaIs0Jypg6nzJKA13blFPzuf5SUR+S0I2J8GxgA9ngC98/+jrAkbC3hkmPWAaO7FMEx7+Y4d6DCHKOT94Pk0MAumEpc53y8QrPgndgSJsAXPZ65ht9O49T9a1ZyRpnWkpP9OQzjgGL4lk70LR66GLldowSPbl9AFE4OU9vh9vQp+QvN7Na7p/GwpLCzZlvJmgNGt4qQ0y0CqWGQ2uFVOuKJXCNwa0IgjMSUj9lHpL1uK/x1cJwGRdJ0lE+d1aNQYNZGjZc1Iwng420cBNjjd6qc8vTcs/lzO7t1D69ZBHcbs4sIPW3ooOoryvODomxzATiH4vNCQY+m84OBjXqNzAbpFdp0ZEM6uCbwSIeO9WFIJR00SFu1w63APLx7mytB+eJ0QsBAW43M5PED51kPrxBGWa5XEFn7gf6Ya/YkAqVdyJxF7XjHMA6GVQIG3rc9IY46wiu4FkQMxsieOfy9UpnboL1LM88d9AFy0EfhSliHdvUuvevP8KSe8IS37jG2S+uo0w5MnBwLdOHFutPN19Wz7zbV4zUDTORCfGD5bNqlzqmtTB449ezkPelXdhPwIjX8uKGDnKhx6Uxl6pChiSaam+xM+SfLWG4uFFgocESB0/33KNEtL0u/9FjeA7fMeiVZ5t/L2eMEBW+P7qW8cn2cPpOF3Drx6Oot6+Beyrma4vo7MewlyXSMSS3I3ukFlh8mBb5leF62+5ZZ8i/HhQILBRYKLBRYKLBQYKHAQoGFAocUCK2GymyHnVPYTLwJGO3qucXkdUNO6gWKt7ChoofhY46fofMxbPCfOOoljIEQT+JK71G+z2uNWoaS1sALHHU6HmMMjBEnvtYZ2uaYvoxx50fPUQKjm1OPNcS6noRzVWGMU0Wz/hUK939CZ/rf0Q99RNJf4kCJfgBDsfuAEt6IbgPhJsOAyCdBjL4xhoQGk8oOYZRInaVVT80mJz/Rbfd9hX4LqwYE80gbopwftiw35xJc0b6EdCUaW4N+rIWO4SQ0YKhXT60WBn1Q0c3tWpR7MSUAkDoPpHciXz7opyraqGY5xArDnOvahrG/wzmo+xmGDta29c8Q0yqSMHLmd9te7xTXkw7quvOXo1nhQj3d8EKt8VYbiKzXbwjVjv60waDTaeDEEabF8KeDGDUmbWJeaJkc64PpvgmgTXqC4i1o2PT6HdrmvWr1yMiD9Bv7Arrv4HlbiXYrer4CN6H57Wyp/9gtjKPyEhEKOgzkDYaonkkomwgL7UQD9JXOGyBNoBcOOegFQf4Q/3I91cH0bpFPT1N0yQ0TSJrfMGcET0FKrFz72m9yI1GS7hie2R9iE+5838NUMsnj9DM88IdemcoyhPB8J79T1+QBW6z8mXvCdGIQayo9tCsdbKE/pf/psEWYZNdh1fPcJfa2LreI0U2o0T/Jf64PHcC840W2E3iF9zWOcMqTjZEk4PcWXg98Cr9P9bpSxr5eUmy++UQHMUNm5ySIt6Ab0SOYPFDjoFY7qemaulnn225pw4Ji8KS82LQafv/MpA5tZ5fYtLCLsBsWOnpZTEYiSSlCZOOcE+04Bw92D7mfW+IGpLA3/hy73Nu8/zCeXmLLQgaPGJ5Dl8Rz7UnZ/IVnCpSrR1Eo/cf+F3r6zmi1f64uvvsPnBdfY8eZEBvM6Lt7olG20h5Peedwm8mQ6Hdemya5rHjqG66+qeRHbC28B1ZbHG6RgRldxAkJOki4Tb+7YqRZ3vNp2GaoiPRpDHGOAbsmpLq2sBZpoje97w35/SquQsjtwAAcZiwJjqdeh4FyxYDGMMIa7VZPX8NoC8Fwx5YZmOwGIUEojHIgF3XdI1gKKMdEXzKacAvTcnBWAZ2gY02MR8xeqLbOXMBIaUWHKUdhpALogY6WHwIYfGSCFkNiNRD+msHdI5hAI5+i2XQxGwFCRgNEfa137vye3KxeblFRssqozHBqMSrjqt0Q/mPEg7Qy/AiCOBnYtOcgFng3H4WS9ZOG1g83fQe5vFyeMSuqJRx0WzH4sE4ktk0cshryN3CJXOKxx2V/Fg/LT9Ahn/mK9oyZXM7QcPYRjP4YJt0SCnqkXA2zvV6g8g4/pwxxAIitCKeDYwgOHjNQqNmlaO1azjD/FgLWLbNrrBd8mn/Wz5cMz+z1s+3wavbgzKk1c1AtmHrAw5mQIzUG5xYP0wHvakaKlGmnv24rVPQoBlAdXA07EIbr6BQIVAzBrkBSd4Yehk9MbbmcRZ+LO4HRdYXd4hnlE09+gC8HZooNlX2RQS0vx4GXMa9Kzu2raeSXSZNu0l3wpT6eg13clPKIJ/kNz/Nn8EHDhIOWtslZjQgnOOPFbJRNAxk+xT57ySSTllASGrVrQzrxQaZnc+EPDavKmoJ3tO2EmNWzOq5R3pQwDXhmj9SjRyZF9X0eNIirgypdvXPw+MyFuBXeEAJ8wcu9ZYbjFlN2z8fnSkO2M2MCgxwMngG23F4osFDgRgrcp6fm2CTlX5HDwinysPTPGwu/JkHiVd5/VxMe4z2/nuM3u8/peXhXS8g7s/znkly570hSycgReRYfmkja2IJE5T3inYJrPl5+FwosFFgosFBgocBCgYUCCwUWCrwICqTuksFo6JQYo4bui7GoTiHoBVyfNdZo5fs/15DUGw0DFk4UhrV1aTXDRg/jv3H8IzocPIW5H2s/uk4iej0dFNR7dXicpbefhkPVX+rkJl2RFh6uU/fguDhMFHGdugA0FOKmLsA1QvGI2uKM06On2RKVrG4+QKfxK/YPeM76wa4zrEdkg1cYOsdU1OQYPn4xWKpHEof4m8oXhwyvOt0nTXgPg5j5xO/HuIX+LSYChEI7vo/QqqBjyTVtVa43OhCU9aTxDu9dK1iHJXRnLTqzaEl/oFFQl2N81Uw0CyMDdA5dcvCZJguV8zhV4SwzYJxqXO8yvIJZ2xajftPR1vxtMND1wZPCl08mHpJ1uZUhc+OMq5dtm775qGtFBFGXMLNWNbrBGvpt0bdrVNfrtcP47rMt9Q6DZ9CT/FRNarnuqXq6iaRBS+nj56T3Y81OHNVGjB4jfaMecTypPgQWOvwN95ncYX8OvoeZwxM1aOgddZLQVsPcTv/24mmpPtQ+ZlQ/64/bCv34r9QFnTIypCZ8ddO4PKW1ll/sz8oL6AGeM2rEdcoQHkcdOHgEtvc1Em6B59Jya4xpNaVttnhTapRnUog6RUtJOWg+rrS9cP9FbOqUxdNmdl3eij7WD3+g3ug4acPWNsSWYOjheGw7miVbnPTmcYueFnXM6+k3ZPjEf5SlgbRjbeAKD/wtcjwMZuRV3iYsgae+Yg/7AOK9LkKaYn9x/dyW0PIVhlkdoXr04iNG4JaJCoaXTx30qSL29N+fyfOiDfWCjryvrK/XTCxZ8R7oBhy6MPJXOsnJY1P7ms23yV31QMUATMnQDL4kdHtAIortdiBqgn0Yp7Vah6Xg02wf9fD20uTFQl+S7NrPc7dMn+fZprJveGjzaDA6Bg6jT5GXvUZTbEri0iCn9zmh9v4iQZ343Seh70NI9w4v/IZotd9tvoV+tIlh+jWg8izoKi7yS2SOVj2C7IOphaL/7UsxYTzhvu3mrk6/GX9OCGf4WoN2jfGWVGrOrJDpw16SZ9492MQg3uKxNCnWIpa0rfUyx+jPBXLkZ4wPNDJjjwPpxCbpOkEHHjJ37gFsZ5QYDk40Gtp4xhM3ZMPw3X8SL9s402RyrVwgGkA5vSKniu+Q9TqLLFh7lXdBBoSyLL1FDYFLOYQn3jDLbRPeqnhBcpR1juEUeM97FJ/YqauzTRSArTNxGMhtB2YE0EH7lZ6RNgnMx6ysMPJFtUqHKjWaYBWYHHebzMBujRVmhqU1zMtIaIKB2Ur49gGbhpGRkXAZhlu4z7dl/ZJRFXKsLgsa2+rxhnV5MbQTNJ4dYx/PxGlLg1hXaR5MPuFNovIfbb5vVnGc6k+S7OTcQtj4khp44Q8w+eYRM9rwBq5cW5YONrAAttRoSRMvZxgpX2aH9S0C6uAYtAdRBWa8mIAUgugbOpJr6HYMIAjXy4rlMXOEmZTSXl61u3juHuf7ihwWfOYqeFY41hWjqEbMpn4LVJgY4WCmwkPTe4GXCaWN27zT5R0eTif2BQcg9gb6ksZJZtYM0KnbbKpHl/CIs15I7hxOaWtbWp9Slz2sAvsuRwA54YMsvkAMiTHwUdGOxt0HD7yb02tXmtmuHEUmcJ7Kifae+IBbgRrUCSOlYaD5EGIEVnWEvujh+REBnqmsjzAKnTx//i3aCTDKJQfeTVtH2I3+GTN0MUg7kAxxKBuRLtoz7nglr5TderIjB2PmIhNEWtaZvmANlzrWRwdOzNax7WhBsmfd88jNe2zi4OZRuNCc2Woxa4iX64aPkceXzJxkQk6QjjqK77ItFFgocF8KRE+6ZeYiy08ln/fDu8AssFKOFClSSnIdrwPBIugAf3zf65TRPo8kAfrwLGTf/lYp/JrjXRIn1kEJ3oNOpjeSi3JM1BD+8S0bOOxKnNNtd3M5WSiwUGChwEKBhQILBRYKLBRYKPCgFHBU656T0tUJ5J53y9PUDea3uONzdQqMXvnuV6dRs48oXjN6IYZhDFq93o3jH5is/XsMLP9O2i+ZVK/uAaX11nWIcYbA89GxcKuBA/2VxuEqlhNDBxPDYUNUolOgyLD9gI6qCIChewisyT5hjEF4xMutwqmj0SkB55IOA0Bb/YqQlv9M/vdRL3r/CWo5l357zLhcTy2Ao4NTs5QK7qxfeN5ZlGN2cJQqbqFzirMf14/6IndrmlW1vmm28DuFFocOQXxuQw3bHG/vzfBHlrj7VzxZDR1KKFQ9xtEf68kay7bRTtKuQ7drWwopofjrE3Z1N216+Y6xZh/GANqzatG/tb+uutW/kO4DuOOx/uToGNkm/ZTQ8k/Dph9XwI2PLOG/LFvWOPqPvEsdsu4cQt/4HXf+hHOGIdi/gb46YNE3cDyzX0r2Gvrp0KHThZrqZtLrJWQgSkMgx2ey6d2DFujZCa3d1R9V9fpD1PcY/ohymHpJDcH0uehUal7tC8AJb1iyJQRPXugmnoF96P3ti6Ikp0ArnJqayz+g/vsrBlK4U69+eEO9uqHrDeQsLa3q9MNBmqm/LHfyRK1x3IF26jMrI5GuCC3f/JbbLPtHxINRL1X5R4/pIAf4oBuOz/ZoO8t5uC0xKjychjyXUxyIunCxJUy4HqwY7FuceCJcblAFlKCPssk/DXK2W9BRgAcbN5BfoVfnoLxLPerrGMB/jpcxstBJAfRbUyWPehSmEB9msy2kqy2NrQ8+ZpnHDfICb81HeH4+GvBWNzQ8+OUkhuOyEzuxESd37+R51l3Y9gsNswNrSLO+alU/Qk/9hAgR2HsGPe2ZhKSxVJJIubtuYQC2j8hf8V6QM4AHtOiZRtC9ZOmEnvDDtJlRTDXNBq7mQXr5m12u1GSOhfeC2/Y3uRVtO02aEd5m9bRarVnX2rWy4VvfvUbZgLTsvsuEc9v6ZV+xz9jr5JAOr+ZnTErpiVjrJKveCSX0GZfAzckhpFWeW4zlTDTxar/Fw/0lZ9mvwVJZ7dKePu0eVxfYGHvsCRCP8mkrdPzaYuyqORgICnK6l/jSxMkQKfumPo8AHIDbMUHtomcZC8JZ1wPtH5MMdPDT65xJS5RC9h3eBwZgbrPRpNYODCw6BgquCUrHrAztGq8hY6s7y8wE/iRM85az/TEex49PTW0FJLh4hECWHIx2WmatdSODFxYGuNgwAwakNVyegsXNB91SaIIdLuzb+gtY6usQEp2hA7CyO5vOGUIyu4wq/m4y9WG94/bVHxnFzc5g402zXFq8ZPWwrljns8Jg5rqjCS9SP9wPZQbGzPbZsv7w1hkbuOx3I+FjrJ8PYaB4+USptg7bjsGn67w7+836FzrY5UtK6+naJl1DaA4GMWlYZ4YCgp4fUsL4SiTKKHkKYDuM2+HRe+ykj4XjOR0YcDWxZrW8ySwi1nttEahdz+xI2rKnTtnBE54wA8SVEuPJ9T/SAqzj5SPOCIZcp4VA3j31Itb/jn6RVnBTu5+BvBOspIuUCgg8cEcHQQi3Zv2kWhPeZyTcjAZ6Q54kzKk+lhNlzep3pqzTtzNfyd3gid/yaloxE8++3jvzkZdWvsQmYzHY5Yyeed0KhDxmi1on4tMb5qV5m5k1PweO4ZlJU5LHiRdzWKcxvf1d5MsELtZB6FlvfMuMK2YrjdSnKmtS+8IsLUaGlAGlFOsYnQI5Z7gUJi7QHtuR0OaEb9CrWc/pUo9ddUr2ex1F2jI5CjDaFvkHH9cMXld67hORoXfQrLwgkS+j7GdcLttCgYUCd6TAXXpukVGOATyf73eBcwrFw/ylpPL+u5rjMH0KjCmXHxw7oVBwzPQB7zjrVeCzO7dNLE2mjTHGaKg56JNvNcd7iVvWp+A04VvyLceFAgsFFgosFFgosFBgocBCgYUCL5gCqTB2jItGjzFznsWXtV/XcT/H1nnusHq+J3o5ns1lyZycjX6L5d1avJQa1pOtt5+hfzB89B/YP8aD6dMwFjcavQzdyMT0Gn2cS8JZZNhlLY6LGFV7w4noYSxWb7ofVaMI4FptpB5Z7BG60rVm8QBzqTfDCq9+jQ7jtzju/DNpfokO6Q2yrVBwo/9wMjvwDanpZPMIT4qeCUAUry4iEPnR6hiufl/lN0lpY+nruXTIP4wtmjYw/BsOutbgj6GuNjob0Sv1psRyR3I1SwTj7DHYYflxaUMeAmMPXxrbwnnPM7WHGBsMAY6RTgedFmP+o+6/cW676c2V31UuHVhpcPZa/NwnXTxnL9m2r/OOrmAoyg30cjnEEfvCQIRKQ63rFVxB3xZLZHhY6y1pO/CnBrLQy0qqhwyDjLB4vvN0hCzRt9Gzu5xeh9frCi95PWqNcFppaMYAaJjtPnSuXNoWgapl/GO2LIkahV43cQ66gI1t3ONYdCFNmv+sHq37asXDFme0BoMUROO+5jzyg7ioF7zL0Tv5l/SxVnJwLC+Hl2C3wuNc43iPwas32qNglSWkEYj8zHEPTwgvYrOQiU9o+55JAdvNF+jXm4jImv1hanl43r/Eidrt+ugxXvIDqYIw0ohTZFqDfWCNN+mq/QDd9CXrv6rffhZUyQkwiccxtOe5zrLF332DgZtJDw18jsztOicBpbOaDpHZwyEH9UrkD0ueY2dLmiramELEn4xRT6N5rgn9fbFlnVhlUziuIbsC7iHMm64yiyXnHn3FcijZN5KTEkJHznKqGqJb117W+zT4iFQBYH+Uvw63WV1DplGO/BA7KW0766fhtyeMshOZINQmnAp5b2k0pe6JHbxx6zqaQ76IIjhinKUO6YDK+sPYyJqw/+EECu8IVkx38L2IbXdSbpw8Fg4IPIWFM207vAfuOMgZ/ZjJYvEe5koaaX+NMkVwtpXLAidrQQ7ppRMh74YG3lJ+as9xkgFxBsA9cgApj+3TV57+zhrJQG5RsYl4zmZyDBCGWIzAY+1iyZ+yJuY3dB4aGE/B2hloZg0MbODSsIcIB2x/duydCMQMK5nBcCUiy3qhazomfnuA1Aj2Lfdls/1m17dM9/n9fYr7nfnCSA9OZ0v8DafVz/MFzqu9x5JuCGwZP21wWc/SELfCxIFVMLdvJxuD0ADMylsTmqBWoBP+YWQGQhqY71eH63JZv5CxjWFsCDV8+S0zpAx3zSwbjbGU7iDCltm3Y4F4PaUVAvJO2aWHosFQATUzELsV6wE/wdD87L+qLR7I8pQGWrowSQ/b1xJLB/MYM06cdTLtBSM7SO3MOTG24+pKH7MseWngyTrCTxvC5gAssNnn4xZ/d96CeMnjKdgYXFCHlrVXDDUcM3swQjvTxhKS2JYz38VX3sl783o6uzMHdAppZ2URHhxv9BVG+oF69ixOrrd87PQzB0NCy0145zdnlu559fp0zrpScNSsJeDLcQMOhopunAQBkDq8uoAh2aFtDjytk9iIRw4avB7Bd5TfCBOxHt6pejxovSf/GxYmNngh85b8eft5fsVL+vhhVPesB9K9IqfRn1lrgo8u+cUPpkEP8uA/y07s42S62s36ifTMNiJvSwjwhrD1RO6mhslJx9SXVeLe8YM98BNnJXE5SkcL8ZqXKi90Z/L2GNRHQj20hpCnhjHQPQFtubVQYKHATRQofe2mdD5PGbE/zvMcwykyvuSZpz11fpjf94sSRPF6ejt+4PVUlvLsirDP9MpFz8qeQup0CXk38+U58ijKsJzj3TuOa/g086Ox4JIZKSZxK++7EjHhCppT+uWwUGChwEKBhQILBRYKLBRYKLBQ4EVQoIyD56Pc+5WDriM++tHd8IWuowi+dei/GIvjNVrFEnOud4kXsCGkKwzB4//AAPH/YXj5n6T/E7q4vzJuR5mNcWrUuwmDsMZklboq1XdLZ4VRxm8DsHY8Hx8Jfi+oV1HfZVqVvuhrjPRnGNkOj7AOwy8hotv2wzAGd93/i7PNb4nORthOdDIEG0YB7UgdnQigNI5pTwidzx2Ikt5J5BO9O+T7PpKW7xGPp/Y9Tny/FMMEdHJ5NJ2T9FpsCN9ZGRp6+Lfq4uLj6uIZhit0gGudfDBm1Tr2kEcjn6ozW9N2yy2/iyS4baxerEHfHLpRPc+G17jnkoG/wPPtXXjkfZwpaC/SDhjtUgmFpktw4vfSUzxrffgL3jg+tTiLdL3raH9Ln/isurz8d8j2mPq6xik6anSthpGW092SgoWOs3vQIfoixlH1phrVDbNdQ7dmjac8IdNjaT2WYxxoHwOv5lQLv41nUKXnP+gDVd6L/jLxxYB1Sz6x71UYf3vCzF9+9694Pm6qdQev9Knd3IR+Vd6RjxL7+LZGRsQV2Z1YoD7Avq3tInX7hB/HKBT68fat6tHqQxypdEb7Ar5Cr4iuPXTRwZ5CKnyadH4Rv6HzsLr0q1zq7pvqcvtJdXGps4uGLPg+DFJpoxAHo6q6nWqm6M9RD/CXvlTeJfVikoVOQYQJr7r3cOrBToHcbZC79tvgnYD6sD/WT410GCs1AmOv2BBxtu9ZHzgaBiMdhkASWCP+TtPdp2UvGFo/70qP1Hw7aYJ3AIbYtn2fqKiv0t56gGZIaCFnHviDrNLPXSintpLWZ1HUlKimb4YunUkvDUt/DqydvmHS0wYP7kYbQixjaSbbiX5MIfHn8UBeWfLEY75Hj7fJLhVRM1jTWn1+++RnlGVkUSdRsTZ7ROnlnbXLr6Q4AesY9nTt5Br7juu1jy5Hu/kMB0nsLNIRO10u/QjeM5BKXC/tp3FU9vhXrsvz6Zi0s29JBWD3GLRdBhdP4Hr1s6ol8muPk1fjJCLe5YXux/q84CMgFFQoLjapbP8ZkaGbZ59Ccd7mEfmDJXax5+hEWNrYuravvPLK7xKZcptyy6kNxJ5M632NJhhHW8KQYoTQBFWxVm42LJ1SbKKGVpDzQC9uejFtBeW8lAxkIqmNRdhloIbHGwJ7xNuurz4Dad2iM18qRnlRmi5wSzgP8ys2luBMI/z7ItQqs/PwIpWRs3PagS09SZ3Gl+M6nsPGdIVlbBrqIGxebq4J/JjQHxdbwsc4g7A0VDSGNJI+h7Q7V8r5+/kikJkMd10x28BhXxNGUoxkdNhe45z1C0O+uFq2Wznm1fFvPJ0lsbnkG4VYzqpQ0LxaPWEws0VIaNhUEAazks/mtwOm0CNvMtDuqPH3+F7QMsqkLTAmOkOywSg29AjzoOmbDGLpYAHLIbkCOGmYfHdcixuugwczv7+BL97H9fBmeLiGIb3/IxTVwB01PwHQnHtClTpFQg2h0kDax4QIYDA7tMcbfb1ithL0YwQTSe28JCJtgbeHGQmOfny669dHz8qlbZEDIelPOXw4OJNUoe7aN0FB1++QnuDplvgLPUo4PJoMRFkFGnZmsIXx9ZIZqV3DIMxZNQ54nY03tQknbMJ5vk3aJJT8HfUCd9BEbP/1JR7wvAQH2ki5FREOKD9fRiVfKd+ZRJ6bTv6i19MernfQGgqaEO7Wzv+cyThxVd5KIJG/wLvr0cwCQ+4SDsVQOJVe1Fie660TDYiSwJ/8HVIleOdenH1XxJb0CwV+JBS4SwcNoUu9y3FOgmM45fpU2nm+cl7S53XIFU5T/pQ08+Nh+pATBS/fPVeEfaY/eN8I7hjMvIg4nye4Whffy7nl+yCvy709sN17d6pQgXoFzX2W5WyhwEKBhQILBRYKLBRYKLBQYKHAS02B8M70Gz0Gt+pmHPVywT2/3Q3DWOFxpj6kUbeIrkrjYM0ke8PgDoTArfpP0DN+Wg0YPgY9h9G9tBoZw1ECPYr6Esb3/kVBoWeyQK81Xqiv1TiZBqAaj+BYS5Nfx9oq+wd1O+qScLap0DtWLGXWhmHxn9HN/BNGxndRQhN2GCMTng2kR49nEWxRI4pSs8cFvwlXPVTWVz0lD7hWP2f6uOb3h7gdfC9F29q+2Z6h/wsjOTo7jUvUtyGUbqN+ibbc9L+nLdGVE5VQqgyh00MPpdFuokzSBnqFAUhaeUfa5veU4XiHFmcQ9D+jIY2JpNdV7wDvg2pd4yhlZEAaRx2rS9OZL3RCghBWOZI7+HMqIQ7f+0/WUf1arhHconNXB4lOVftCS5+oP8Wx5muMWFgHcMJqnNDAU3WkYTKISkIjjsH7U4U1tA8oAoMnQ5dtHpzVBozpOOx0TIZoMXjWRDzc4vkaHvBSjPzSX7+iDIHOie0hjj6P3euH3Q74DNDh7JRKXnCh3jDCmuUTh4u/YhD9AtpAJ6Kw9ui31eZHjwycZSU5YMJbOnEl5oYK95iEIywsnLSVl1mWz3WTddJ6OhJelwgBl4asp7xCj4ikaNYAIJCH37L9wB+26GjQXCddvedX0APvSBo8wtyH85y6fLZo2/N42YaxkTdlFbmCJsg1+1yLAxc61RUTLXKFaqNE6gBoSycVPZO+lJKw7vlbbFiWr8evDpYjkRy3hOzdsq5t17EWOJMU1DNnmfxGJe0nlB2Te07jsNfDi5xpwvQXfaAism6lPa16A/75GHnkRB8NgeqN5/BSdgjheDvmz3wOnoEg+umQPbzTQsbp0Y8jI45fTf0OzqIYbImEEFVRl02ZwbPxjoi73PM44RL3s4T9r3punisXMTrHmtb2ZycF9EySIRR/230hu7LT1oDL2szrt4d28gzca9ZOdlJPS9TTjuVvnZAl9ZvHr/FW5blOa8E/coQypUCaTna47x6UBHHM9qT+4smd5ElONKQzSesp6wKHfcy1fClZh1RZOORYePubw5wJv9QurpT9MK71b5gctEKO9oQalw4jvLVFVrRMDnNL0cIkNQ3A3qCY3Z9XUTBHaxizlgDquWuR6uHYE6Zh2/97EKlVKOvNGZ1Rsx+nzkARu2mGhmVYodw8ThUgkZULATvlj1kaeqYyc6Ea09NOF3azR+gD8ZoIXbroBPg5D+KS+IQClXoaxqUnBEMNgz1iUNQ/pv6ICkOoyALJAFmXmwsPgpDM9HYeaS61NDc/pYHewdD8Lkbg/2K2QXo+O+PJBtdAFY1LVilshzzdKa/DwrrZjMkkkt21SZ7xgu07hALu7mNnWxqT3tlohdnE8XCT/NYiuXN6ZvXYbd1STvCEZUKzEa/ugRmInWsgMxOyYX0Un1hKH3QnM2XasY7rdnydJZpuqoudl8GYA2tDEVwaVgdX+MbBEp0r4rgj5MPz2DKjAg7ZFIFX//LFwXPx2v2JrRxnRa2/FTO+uhgbFv0dXppP6MC68iMA7S0QIug8tZezr7LtgGT2nbdU1t3OGoIeI599rY2ZYPBgzzq64D9ixDSjONgbSQ0bUT9PZlu+wLKNyqNIS5p52vxQyFrxRGDgTBvychwwAA8tM23gh4YwEl3vy9HZjPKiaEA7R17gkZvnpY8n7cTUMpzRYjiTgbWaO4TcqsLrHdkwTB80ialQpK17Yj3SB/f3yrPrj6W97MPS05lvisOW0M01kywGBNrWAQ4C0t5sXWL8bR+jWPuXlLVVHTSFkRj51/rSBJ+BAf4WQ3jb+sKGNtaPHFLRLX/j9OhiuheH6CWcnavLHAppgg+ZU8wHWVcTugW6t8jEhg/EgEQTKKLtqfeXD3P8lvOFAj8FCpzrf6fuF3rYN4/38qwcS/5yffoYMzZ374R87/l+UB65I7zo2Lkry5xZGEceWYIyKjevysY9b8chJUJ5cuWowLtmO3g/7dIhcWIgDyYUq4xPKIlZFp3npR75ztuXNVVpB3E5WSiwUGChwEKBhQILBRYKLBRYKPBDo0CMgxnY5mjYcTeb3+05IJ6+zWNYPg3PGe/z0R4KW/QKY4WHFl5hFcuJ9cPX6Fa+CUNirUG4+jc8xv6Va855XjOBvUWR32gwQ2GtYTlKVFvMU7GwXL8WxCcj/KmjSAV2rKupIl1NB55BNR6mNeGGa7yDx/Uv0ce9ha/BR+il2dFrGXIzv1UECnQU/mGwsY5uGChDOR9YlLpbrlv+xukP+Sc+WqAv/zvtDe0XYTqn77RwBJA2hDQeXUqw1tP7E/SRX6Av/wrSEfKV9SXV63bbDOWbBgvh+M2kYUbofmP56ZcljSju1eugIGZnnc8W4/3qrWpF+F7XDK4wao7eD34Dhk3AHuo5FHr69dhurkfsw/I9dtPxxTaXfOFuveRSfHGtM9fxWRp0RA+OzrB+RsS7zVcYYfDSJPkuNKoTI6CV1Qo9X+S3qvKeWjk3tHxRZyAHYAHohIKxs/418NBF4pSSZWv00dTDEbjhGKJxxnB/E55i+KI28S7OTlEDHcQoz4kfMWmEyQSu13uBA8izLTICr1WN4jHRQxqijw7dsPSwmsEI6ofBOXjDe6ZLmqU+2toYrvdVPIKZ/AEtutUjdJxSFkA8UXJIO/WlyT+2UbbTdTx0FzpZX7kAqFGq+NoG6Q1J3+n/TzVumByAPrpFZo30o3DKo2oZJQHUKDD3CUo0lXeohQbw4H9lpvRA/hFVc8RAOa5fr7brt9GnEhJcj/2IxBAaeNKBj7ph+pHsExjGvYQbwG/xY+qkvTDS+c0ad8LGmaffWD8mPsBvLW1QI6v1Tq9ob7W9LqeZMnZWmEpfngJ4ejbJDvOxh/SgnjVGYPm86X4Nzexn6L+xLQR/046p/05Q0b7AtF2v36Ch75t454gFNAePcPiKJQ1YPrL6CpoSCp/JK1kWfBTLFIg35Udry1OWFI3FuTCzXml7lEo+VTL4ziJUuVdGumASxOPm/eoxyx00eMdvXEc3/hKv0KEJ+jYb5eZ7TRTkH+1Df4cfPo12WWN/6VevBxbi7dP0pgd48NOEv2Xtrmc0pJ2zHsnncrfNpv1T+4QTMYYOma6xHi/glmi21kmahh1CsOytti7LBlrgwG9AjOI9Ywt+SGpd0hZbeL/FE9jIytpzIj9LYe4MwOaZbxYkjCD7rDLlNGLtO3Ot+QaGhYlh2JEK6MWrAbcMOGSmQNuMidp0DOCcu/HMS9NMA5ioEtN+XBe49sVGmoFZQa5DHAIhYFGOjBIvSeE83Bb0A5x4VK6BiiG4ghna9ZoGwgtvZOZcWOTn9bip/KgkiYRpnbPeGhltTmc1dBhgO9z1N7iCOzuksb4xu2KCHR3jpnKue06ZbNYvXo6E9h3Ze0MgcO8xZRtqw/DJtp1rFac4znwFsjU5tyXflKclnznoVHTaFesedxgXewyKA4JvJHRADHRg7AwRQNE3Cp+Eb0e0lYKWUFHSOhjVy3PDzJoWw2PnetXVm8BGgNJmmT7zF+zyav9b6ndYl/J8nsvyEWXgyxwtyqIcbm1YyN51nX06dclIt/+Zwyh3SbmrN1SnQXIAh1dz8N+z6pU1kwToIzWhA3o85MVPMQDBCpA4Hl4dPIo85c4hbubKnAEX5B1srZiM0dFuTsIYKz4+wmuXgShrlRiyJmlfIO7rFZDg7YDK0ZdZ7zq6WwUTRkyMyxIr65zlFigFj2ir/c07nZVBT2aSi3mNtq5J/SrhZXxRfEldUpD6Qi7DHcsu2CT2Cm5nWE7U6i74QCNcO57m3fgRg5Gf8UK1rwBrkl87RAug3Y1ysqdTuXN4nGf0XLnq7oxeQnQjK7DKg8cnHOnDMWClLWa4H8JbrhYKLBR42SiwG0CeQ2z2AtqdzkSDw9Trtr0kO5Pq6L1xJtXRbd83k/zydep2ZQx2k3zLbMvvQoGFAgsFFgosFFgosFBgocBCgR8uBRyLp54hz7za76frleP33dg+EqnHmgy76JAGdC4jBuGKdWZda7bSkNjjBYhRsR6+JFwlOtgeT2JSqmxv0Zo3jMdVlaeCnfuhs0nDR5aYv+EcoY5W/YWewTry4MzQ4mjQoqdrcMKp8eKqK72Ef4m65l3O30D/aXhi9XmpClcnFIr/UBwZprfoZi3n5f0W2EcwOtM6V76PrE9p43Lc58121JCg5gi9EYa2wTVGMeZXeAUb/nugvfT6ZmFB9EfmRbekXnLKQ0a2hJ0GYK+mDXz80xQS6z3jyd1hCG5xHDIiXT2+TVl4taqxok309NNorIEhdeUvY3skfwTrgF4crS4n6tMaIoAaulYD+ubiG0L2fgK7ootH97jeqtc11C26MfP4XQqMQq+gFjpznVryUVCOdlDXCg1ZwrJZ4UGI3nYM2uFViwFwwDjCzcwU0CaIcUh8Le5Fbzv9NgUlXSgbJ6eNHrH0/aZiOU7aeK1xh75bu360PEKFtSpEHayH1JEA0yYH+ddKXx9xX0cm9bFGJK3xAq6IBKAscD3UCtuLeUwnHm6qOnOJvLx+iN8JdNbVC3YPEakUPhhw3KmbP6GYZiIADmvVJIvUlbPQOrt1DMsGR7bQx+Zp4m8dCh3IE/YUjtg5GozKTYXDIaGEBz0/8WCt5YMHtL8E7YIR5cOkpzocnYgMgz4iFwbMmE/wOB3UreOxHpM/1PfGBq6zdkzqlEelXra75wlfygQfIN8bZPpoSHlg9ywxoLOcoZuVVUm35Az7ze0308I7xTYFzYXS8g4att8xYQlZh12rdl1zvHXTtkR9fMdFIfYzTyb8o375pNQokpHIR6HXN3XIZvkX4zYG5gq9/n9dIGtXLLPAe1PjSU74yNy3+p1oG7p+UIj+h/1PR8kGQ+rqKXbOHiMwMpYXrRjdAHb2/KDdjrOZDjrgZLpqtLe8gRzi3c/7YmQtX/Vr4pIOoeZNyhzSh2TT+0r5FpEA5Bv6yob3T83ksjV2sBXRV2scTp0Mdq0BWJQUklYyO48Fl8172tr/A2PKV9UlHrJIkwiNmrOVMLZhtKAHsWtccRNdGc1tRpjZtRWISsg8dOpaF/2GFxzee3oa96yNoSHYAQ7m8okZnCVzDC+APtdPTOqCfmHYcT0OYrVXW8IwGGscoyISiBql0eV5Cgrcg7HlWYxUhAF4tMK1fUsj4k1a9zyUeYKBHq6etgaBzoGLy75exxffwiBUK2LHE4/etguJpbASS2g+MdgxFr5Edi+G44cz4ijGDO1d4z1ZMfOmd8aNsx3wxmxdL3gS2IWRZ1lPnu7TSR/xU/goWh3sspYEoQjEvKNTNYY01ltWSKWjnITK4+l+qdNhMp+Wff8kjLXDGrZgbWyE7XZjmF49nU0zpd8Jgbi5zzydFahBbZLYBwzvUuPpWW158fV4fW7fhojv8QyDqvUtbSLIcn4EWbhls07lpZ88VZ7kMdJOP7EOOC+M2hj4DA6aCz5AnKVqn9agvtvIEHUTCfu4R9sCenOqQIrH8JoetPJSw0fGyEzGGIhZXibgxC0Q4Cich9l8caQYRQh2eGr3rLnTIxjj4+W0AVgs5H1p5kQNZZxwWl+aPXQYmXlEHTbIqQ0GWWfWZntPOJdqXKnCTfU6zuhwTUyUN4oGcMKA3mx4wfJict2glo8/emzgGomWn4UCCwVeUgrYU5GJk7y+gmT5MJk92L2LEA2KIiXE2fxTPt8j127nyidTUY44Y1RppfT0LKRo3gCBfOcmNnu5f22Zy8OFAgsFFgosFFgosFBgocBCgYUCCwWgQBmrz00D6k3Uw/EUL2HXqexwBqjxAh62X+A1hlFRz8itYUQ/QY/3CY4VX6KseIYiOf3GQmOgsVYjYJThB0QS3O+HUmre8btELZ1holEU4ylZ411Voz+rNP52v0LfgScZOtm6wzDMGprhgarDCMaiMZxHNKCohwBfvw9uvYX24tap/xEJb/q+OodDfqsVahOZEONOjQNRjTfruEEnSdTFGgeEiuXdYjkywm03KP+HHiON31axqcnMpirffuIT5yTKT0T0ayj5B412Lg+GN1y2CwZN2mxgiTq9v2I9ZwwuhbOmAn4gB3gIp54WT8gOBxInQPTQb3TtVPTHbXifQ2sdJOQ7dYtBuYnN+VgOz8+ptkHeoKP9QF7V+5VofisM6Ojdh5blHl0OEWCGXk+dtIZ0dYTmPuwxL5KIh/wnvpRPn1L/GPTAiaq/oO9vvuEehnJNLoSHlknUQbt0ndQQ5cTcX7Wg0kTu2m/Wyns9+v8NTi1j+zZ60lcxMLsMIPcJK9sSjlynmQhRLaiASr5r9Aj7Eu5/Jny963XE66vPWRv4T0wEwDC2QqbB++mIpCFTnfSsfWSIskm72MrR/qmDm7tSkjVSkXEdXvUjMI0UWWv3UbEfdDffDHbwWIGVkG/6DRofQTGP9VMnruFyQ3TdSyY6DNploH3babBDJu90LfNSZvgc1K9Ijn2Jam/0dA97mhF2tfNg/hnpU0ZLVe5HxDdollCFcZf6zXCBNjmnxbD0LGOp3KP9Gt4lrRFgee6EoTDiyofBP1NZUY+EVUo3HLh695SD3g2tPPm0AXKuFzfes82aaAj0gwYbxbiVH6jLHK056W48zzIMB99iH2tZpuGSiRc6YDWEkNfOKc0KeOV2idiQdOOGD3e8c2OBMallDAMt9eh4H8Djo3YK7GOd9rFdadLgauvs+qGEki6MGZws4zr1jWGyaY7VtCbwgA3zrAHY/HtiZ2GH6NOEcRuUWrzp6i+ri82XVfcEYy1ugyFwmVWhQTPNLkGJCYQZvZ5v3pvd5zQt/bjBI6T1GFwZEhp4Gjwc4LBiAJZyQiPwYiszpa7CnZdxt/Nwuw40nVVHQ2MsHfGCHCCoBhhjdne4VNtdUqQ+R+l0utGXejTcIwyWzL5jNkpH6N2eNQo00tYxE0qEps4dRrgZze5WvUxNx3JQ0BH2YhXCktAAvmAeO4tsTb0waMUf5cRMGMvfs2EpMnllAhk0K0/2x+wgCiFnvPFiYvH5FTM3emaINIRs7pjZpGd5bLYzeFwtaQ/Psx3Dx8WUFwN9wx6u8xEH3QXJGWCx3smop7qznLgTNSHLHPcC3Xun7pfnp456icbMMRaY7wznzQylpv8Y6vIS4TfaTSEe24TrdHV8kKd6JaiyEaN1ywDRNqqYcDHwUm+fvA0PKkhpIwRMhCW3DPmS7bgJ5tfWa3cdwjay7H+mhzFAYFAaLwbay/Vi2stvCQ3CWjWtazibxXoI0HqJ32G9ioebAwZFpX+t8oKXzsAEhy0D1hUe/oYXij4szB1Oh7B48lxbhvN2EIEHLcJPT/t6JEQP8iQGenC7W84scpiU9Cx8oDyIdSO4sYK/Wtoj1slgPeCewfemIzoAg4Vo66iDdBGicK3LfPf+dds8bZ4rD1032/Vg5I2RD7T1lokUfBRWA4Nh1lm2HZQjU8HXFbA8WyiwUOB7o0AIBvpzHq+icfV+kUPKlPL0fP6EeNP7cxLiR8UfyitGJTx3L5tvp7KV++VY7i/HhQILBRYKLBRYKLBQYKHAQoGFAgsFbkcBR9yOsPfjbsf+sXM/xuOhb9HrVt2SE/KNzPY5uqDPef4lOo1P0Tp8TCaNxESjQ3fZhDMBt9RjqJ/g2yM9nTz6TYG+Df2CexobLEvdKnotng+NHsJ6cGEkYy3aqvkAWB+x/5L9LfIQQhU9SG2UMpTwA7ipvzJc7+k1RNEMBw6ksX5gYIkv03bT99U5XK2Peh/r0xjZMDyzWWVUXZ7OLoSIHqrP0BhisK++gEZ4eaOkr/VmQ2+e1OA7LL4PbZ/U+aY+TRpZgDpSWw1dKo4nA7rAUZ0jDgmr9gPK+Q1tjm4KY496QvmmZemyQC1+uZNgJnCWl60A8Jdg8zvUDXqg85SOerUbxlqeH9DdbQjPujXaYpAKfWinXleaoNUOw1JWLX6lYfC9Ryo+8R5EgkbyNwYdl7xrfotN4V30lCvWWUYfjhGlD927BmChJwVvo58O9B/qR9zdqJehnjudjfDkbPR2bDSKfkyP+08SaCwnciq8lPph6hb1lh9LDez/Ek2AWZ98hi8qdEI1W11C9jVGrtX4ASneRl+r/ePP8AzywPDBtIMmsDROyqNzvYBwH26zHwZ+2iBoj4F22RIN4Rl66NWKNkMXKreMO6dAmhL8drKy0C5QKjIm6531t970IVhjkHbaJjAEdxt4Y0N65FmG4c7UytCH3Kxfho9HpuN5PITj2t9wLKJo5G6EvIan1Unvemjwt21ofajLro7T9RGCqT82HTDRuT8yJPSQ9pfaJVahrSyhpIkOdZT/bpeJpT1xxKN+C1+OrSHLeRdoS8AIqfOkUW/lp1hDHbyUR7ZaIMmvZ262ftoDvSrPkyeCH7EpDcAdXbqAEMcdMraxTqOG7fttYVcRH/m8px/wDt3gfT5ii6tYL7vCRhdOcIFzwaVgXMrk4S23sI+R1oksA97FI+/YNV7TGuhDv4+9Ia1WkQjaWZZ8uC9j/76C/oEXkhDHNKOCAJI5LLSDWXDAHHSuLWsAFws7jwCsoNgD9V6yRalcFmpjWbiGItOvcJVu/07YXSzvPVbyAYMI4jogybixLrBYTXeyIYXpXsrLa190/mWJsoQ94TGhDuicLHzvrBzDaGgZD4s/EBrdnSFeVJyfPTF4eI/Nhk8iai4ESy62EH3L2rUtLtUdQfJbcGo1ZiKIZXkzlJrcpcgQANaX/HqpauSruterZ4+fIAQQ8AwQWmbg0HIJdtfZvbxPiQkGSRd4u0YC09KCps+qT6vvoG2F13XXMPsPY1e0gwIismU9vRCj7LTyTZ5PkK8cIh0/PXWMFzQCt2bWxpPVO7yzWMtg/FMYvKUB9k7wUdhJ1Sz1CkCTkHa3FZpAv+AfrsMw2jD7hFkUKw2O0DPWTAhv42xTIbiLn9ucG/PO7X6DS+SDCEfyiP5AvZg+Em78vJrtY7xOpnKSs89Bts4xaAYnX2SM3WOv8Ja+YLLFlplYA+t+GH6Y1zWkciZMvpQDspMJpN+0h1CVPuxxXmjqvXObaWnzjIsvf7BO9foX9DiE6mB8egdEhgfxGQdfzgHPC3uM/Sd3r8sLyKcRVr0ljBFGy4YwHk7wiLAl+TDhCKs0inmec5Om8oWDacMfNIZ9gf8Hwis1FbwHfAcz8l96vUm/PT9IOdtBuSCzGzZa4fxfF3+rWtYG6JxFGNLVD7Opn4Yx9jaIS6+pLXwLA+F4i3ArDjym587u2zAJ5dGT16rNM4zqTKKoOtrGrLt2OIayXC8UWCjwj6dAysOpc+Z7EyQidFF09cPn2Yf379e5GJxLhoP334lKKaWu2w6lf7zND5IrB90UY/tw+fMkhxDmT5bzhQILBRYKLBRYKLBQYKHAQoGFAgsFbkcBdTTu/voV4G/qbXK8ra7Hb4IY3auXC92dg3SVxOiadFQhRPQw/BFj8Gepg0JvNOA9ZyjdAf1Nje5GdUKHrkC9VOhUjSKGFUStoOWGB6+fJl5jKLPAwShoGMc0NlZ4p7kebY2zSlt/xLJeH7LjOVj/Au9B1hUO70HSqtNEr5L6KHAXBorp0KeQW6V3fMuEHtJivBe1s/DvbbsvDmJuHdQlUVG+n9L9IXR10tIE4dGIUY0ogT2G+s3wBzyA0as1GNnQWbpesLom9dp1eKnq6SgpaC/pFEBCUcop2is+0gJsPKIdMbI09QfoVz8kLUb7/k0MCnqBYyilzdXr6YWXQDMvF8DyXEjf9yYO7vKdOFl58XaCgnpUdtb87NHHj6yHW28xqrteKnQYcFwZWd81eJr8EfkRWqahyf6UsMoEBEkWVgyctwCRAABAAElEQVTpqO5OD0mM6BXe7gOOIiP6vr4nFf0lyg8D4M4cQ54Xs5UoXAE9UeY0dYtQgvqinxUp5IEewYYa37A+8Kj3KhrJ0q+06bjDFaqkg55BWn+g7X4XluuJ9xh+KUndPzaOqmNix/o31J0QyRhgR2w9DVbz0AsAY+BEngpwL4AU9kPlXVqFKJc6r5xIYfSDZ18yEQB7RQvXEpGxxis8q6QdQJTETaSoW7R7QVB8rW8ebdfoD1znJJZfxLrA1Rpb1iUGRew9qYPVGGy2tJ0cwiyw73bM+gnUOqDLpw6ufb26YGIPtpF6xeSblUZqXXaxDYWXqP0A3N3KMS/i9/gn+nTojzWg466G/N6ucYoDVsu7oMO5zDYNQzd4aDuRi+5bv9D3AyHEkc5SOFptmeyywXkz1iTWlgf6gQvl2SvTkph93XYru3URk8BG4u/a0lopDyUBWvf+cci9bddVFxiFu54ImTgWKhP4mXbhWE/hnN98apooAbr1WlAxKLtsKQp3eI9+gVOcXuf2K3V5UVfzTHvS73wZ8yfyqDaFXmM2+XV83XZEk0WO1zhJVniGPzIaMA62IYokHnWKpucd40nWST4Xe5/D+wAO2yjX622Pdz+h9COE+swDOCoZkMhmpkBAMAJzs2oAjM1j7oloEjJfcay/yuymscIYDGH0kK17XlzAGyCijeWWOeJ0+ikwy5M8+htnPBYn177snJ2DcbJHAPTtn4FLpwBuzYyYCauJEHP49ztPlrRsWS6Z1JjaIzOQtoRndiZMGwMgXLapr8gGvvcrLuVRQJABYKtw1cewxMBsSziChjWXa9b8TPqnySrP71ng1B62j39uLjLfu94xsf8f1T+H1jA6Qmfg5ejQUDqUzpOtaZ7blT9PF907ZmsAnxeWHrSXvMwNW5IzbJKjrgNd8MjSTclehLo3nZxADHVnjBmGYGgRCsyKW/eEsIkF4B1E5DbHbbo1UaRc3eaY2EZYAmhmPHdDBmz6z8Ar11GYSrsBWLaGL7xSf49hnCT8R+8LmPZ53HyIIDJEswujMzBwkM5Gcx5sR5emyOdTnz9IPL8w2ZRUo32HEXjl7BdCsfd4nbr+rCIiRd9cRmSmfft4PQkoygy5gmDeMqtmwNqvAbjBmC3iDFU4OGi2vvwEjhMSc9zudZ5wQhLBG23zhDZiUsd3TLCAppYXs10dnAsfoS4tC4+0ClpREkeP9psV4SYcjMDLbfUOeDNgpO86oWLq0BxNPNsLUXd1SPrE5Tzd/DwKli/4CwM0IHlZVAPhlxiUVcwcq5htZZZE0hfWQ9Fth+hyslBgocCdKXDYD6OLAuNQPl4FWtJdfZJ39vlPp1BWXLsdPJ5KK+9PBEl+gCq3z2Fy7v61pS4PFwosFFgosFBgocBCgYUCCwUWCiwUOEGB1H/wgPG309bVn+bOrV16z3J3mK7Ryz+VyTWKd51kRj1OMQhXwyfoW/6IceFTdIqfov/4An0YRgZCW8akfHQhQ4eyHl2tI/v0PFXnoW4nS8x7Wbh6GpXQlqauJNaaJbpajQG4bggXXRsy+l2ys9yb6dBPxaR7jDUR8VBtTyhY0uQ8lTCVlGV8n783fV/dhFuoX2iU0HfxXeV17up34y438rne3Hpvb7Z/QB36CbT7GgMcOm8jI+LV2aHj0dChXsy1IDUqC2PPE9FiwSfiFZ9s0pyIdzo7PMJju6s+JP2bGE25j+4ai0/QWn1SOKgIIu54fFm2QGpGO9h3Ykfr3uiQgsG8x5FjIDrhgCH48aOki5Eg1SLDbvBZKCqDr62i7ZAGYmBQRExw5qagM5HGT9ZYrt8Hxnv0Fdb+dGm/WBMXL1v0/VML/oMJle2cSKYxz/7uv71IevT05+34GfX7C05ztD/hjWNN0MDU/NInajrDXfqk3EieFCp8QgqPNYbgFSGyVx3rTBOqfItxTVvBoHc0BIw0EjZgzMA+wGnph6X/CLJR5xnYuSzof4Zt5DHGsg57U4ch0LaJySrREazFuS1rmP1IygCbfmPP0BC8bn8BXV8lwi3LVeoRTrhk19ZOHb8wr4N9rszD+6V+UTrgRDmioWJwvETPPhD6esWSoyvwaNX30pMHdP7inOWL9c2bqUKXk8xPv0Cn374GXNYFxlbxjL4zGuY73h3Z9s9Tv9JeinjLHpFjG+xmPSGaV0bMROdf93i5OvECmmrYlzOv1mZ/R5h7nJL2IQ5CjvrICJ86Y7EuMHTqmRwwNvBH1CnxEMJtNtsl7aHwN+WKnaG5B5fBxEb29Ane56xrXOE17oQm5fF8i/fi/MYN5/P81kzjcudkKuwurtm8wUg/ah/zXYL8N0U4pAnXfhflF54o1+CkHYMKDESX6OmzW+xhI6G529eevva7Qu4YbAAnj1mRfOa5exJ7fzRtpuMhT31Ox5A4CJ5q+224TTcYWXqs2c446ulK89jzs+yCYCvwyhGhBFyr2lBBPWNHmbXDWPToKS7ZVMqGxxtRA73la0B6qG3fMYGocS2YDFEXAgADNJb5C7zv1sSi7xC0huGQDPt8iX/cDPqUep3G0HzzvUGYtS7czcunosN0rB+h8dl6VswKkyUfYrPM6HoavgwTYljZyz8TZoJZerxEXQfEuum9qwCRsc3h8b6bOTtoFYudMxtk9fRN5qGwZgVC1vAxDnJcpP66bU/n41TmowRnvEh32qtSeCNMa7rRqmH2CS/3Prx1M28KlkM4d61daTuhBAbMrlnTgRsGWputs/qItx9Prq9X4A6Mef3EL2ZA2dF5IVSGXI8BjgKIEBgI0f3gHPgWUfbZqbdiXQNPjscA3Dq3USz5DK9AiBnoFwZ71sGNtRio3x5UlBBgDO1MrqjHrq8LqGwIo4q2bllzo61/yUvN/u3G8ISm27fJXVsigJz9CboiDF3jpuVFsQI5QyUZ3j1CUYuBvD6hGgPEcq/c9+ggsHVdkr8yE42X9Po95ADhFaBS5eLtHk9ux/WZ02R2XvL6AQYyTgcwp4M59+h/TGSoOtftYHLDpdEC5PVpj/5zXFYBuhwXCiwU+MdQ4LAP2pOVcXThadudTNf5PMdUJc3V4/z9cPWpJShL3I/hT6n9KC5p4gN5L3tcA8dNI3DIwQKK4+76DNjIuPwsFFgosFBgocBCgYUCCwUWCiwUWChwJwo4vC779RkPB+KpNyn31OxpLMBQw5qCNXvD2qGj6whvPkNv8QkOTZ9VFxd4Cg84fjCpf0TZPLL0nAaycPx1wM+ubtXPgDD8xnEqg4OlhDEYo0mPPmrEecUohg2ewG33G/Z/4vl75P05Rg3WN0RproPEsDWCosoedBYT/L3bw3W1DkyuS/Dcz276vrqpAKkzUegoad61Bm5+p6VhF32rk/jRqw2uczt8zJeinnl4BqNrHjv03CjGNA6lQl/90vSVSPukRiihlnL1BB3QExr2tXLZM414q1+xBNpHeHWiUezQz8MfA/xRJhyUvIHcS/iT/F2+XeUWdNbNX7EBMNEBI9YGz8kOh4iG0L0dDmJNGNJTP5r8C6WgIf/Jz0Ey6GfFd7wONxJ+d8TZrBlxhCJSZbMm1LlL4U1LQupFnxAKkQK6QMqNF3rMMLAWkQ4z2kHs57FUJV7lNWuD6xm94tu+I1JpGP6DS+Ab9OuYxif8wDdQBn9PMQzmro4CWumMxp82gLp6q3oELbrVz9D9UloY2JArRg+gZHnwobdT/bBMftARqmKCS7VlaUJ0sBgu6CPg32GhQBaJ0XybG/tTX34VX8uzvg1OhRU64m71ZtWwvOkla5xf4rSUut3L8JIuuWGxo5LmpV5/Pq9fOZcXdfCpG/p9Dy/jQdshJ8MzFz25obrDCB2gwRdEUnctRod1LqUHf/Ms2xbKoFdWB96wZKUhh3s8Z3s9qHHgbDA+q4Uq9Ssw7nuUonatxhDKhrge/oT2PKPMVtIZGQRi9MnUbc/LMRpq9nnr6BN/3BO7jGBrfdSP0+ZECW5Zy7tZvYE+/hVAwyO82zLigflvt5W2MLXlGpk2PMV5P1Z42/eXLLGAV+7q0c945/n20utequV2zHvl/m2O1i5sb4TprnlPVt0rUOgSb3ccCXEClA98P+8aSPkfDbxvsYK//VxecbKVjrguSzr2rBv+6tNXf1eQOW0ALk/3xN6XKDG8XzYAc9lgpHW93GogNANx2huYtVq/irHWDsXMDJEwWwiVPbIJpcArx3yeV/mb4U9g/taF7glNQMiSceM6nq47oQcceQ7wKvg93zEMy6LgbAVmwCjwZKix+QwPT144K4y1roNhw5Cs0POw1KzD4b1zVw6pnGkiLNzAGUg9pa5bjE0aSA1BEIbgXXZfiHeBv8s4nUhrduCuCJHc2YbODOTeev0GmDxhzVbKjMoZHkZRf7/yUgg7Y4L6cUHACSipsGaWFQOgihd5iyDSQGyXTmHHC5vibl8i9IjE9lrDJuhp6iLy8KXhTzDMDrzMsw7+Wh86r1Jq2m5fVskxOwLHGS+VnqHE22+p52b7CfAZkFB+CLVZ8sPTLLl04PIshSjdGWnTOZivjUkPH3a/pm3wtHdCBOU6QcG6WyN/j+uxmzWyl1WliLNHyzaGvyHB9UxvmJjwrGe9GUJ3tx0e/9LNvhdbwX9ewPRsom9yjwN/vZnxliZMzRaB7doA4WkLnMgRoI5rMBXzHId8YftSeh1Pd+RSd1Fd4KldwinZPoVwpfTSHlmFFKqG7DDsSMfaxlunGhK3v1JgE2tlP8BKRKM+hmeZvSSuVGGiz+F9cSm0nZ44ixNaBY4tM0KZydVd/gmval50zBKKl52G42VbKLBQ4HumQJEgiUa+c+i6u9u7kwnPvJ4+7c/iXuTRuQR7qPuzg7RzmTI/J9FOlHN+nHt3vTs5gLpcLBRYKLBQYKHAQoGFAgsFFgq8tBSYD+D8vpxfv7RIL4jdQAFVF6qjc0MHEI4z6grUB6gXc5kqd5X8hoxmGSuWwRrH/4sB7feE1P2UCfEYkAh1qZ5pJGznwDE8RjWuxB+ggNdjlHCuqN80qhtSyWyIUcvB6KQ+BEW/BuFG4xmhdZ+s/qV6sv4X9CZvkZc0veuLaqQCijqm+DDSKJpfSlmeGihAuqPfQtOV5+Qs31M8etDtpu+r+xeW/axodEq9POqppsdveLZG5EKiImIIHqrfh4a7wQicaaC5uj/+/FYTVnqGcaaCVbpAR/VsI0bQUScUdNca57cYSHr1n+NvSPs+etAnGLcIc0q56mSjhYOJhJPgkqfi8nv/2eHipGUdodCxSjuXy+vweq+qv7A28Ofw1efYHP7O0oLoF1kTd4OBSx41vzxTDCi5PCV3Zno5w0UbYjmiHEpHDDFbbA5rvNrXTF6ocOi5jGiZqWvNtnPShI4lGpslU9LPsxex7W0M1kZHOcqjHe0bDR7ehoKvWSt5cLIHVdFoyy+psF/gzWxvEk+5JLbpMPWyeF7SpN3FvqbO9JXw7G/CKM7UARzT1Ea6ZKCOerJf6IvF5wG2k/1wmrCujcSyV4S3rQjPO9bfUHuN4Oh0ccYZsVnAJbEbwVQ6ZXXV34rcVRxLeTV2EGI/k44ex5KOHVEN1o/W2Hu+op5/TTCRXahSUS64Cs9S7r6JtbTEbqEcpMwRL/et0TfR9Y4s/+da0JZmyUFvaRLbriGn63KY4cZp2pBYqhVeGF2Xd3gbkQ73EG64on771MI7B7PAvv6YkxW0Aarfd+IEESlYQlFnsqZ+A/AZZTb4MeSWdXFSkPyWfGoJ2WaeuSWG2qI8D+dSZGIIRNptwMlvxaSjR3hOj/TXHrlAR4ZPpevNDoyFD6IkDafqyGiPDktwQ2SGkeVSdeozTPjl9ineuuj9eT9GZOTgBXPef4viwHfL5I0a2aNdQe9p7XIuwan8yr5L/ad6zUvb468so+9KR9+vtIHyoX36ytPfWam9ILGZdyBJXFigHAVfmIF03N7vNoDpfDlj+MKk1+DR+R0vr2darQnz+ohGriNkAJ1SwR0vctPbcdwKkwlHhLMTKHb886mhHNLwjNft+Eb1qHuXxiCMcLy8YFpfACQMQcXvddu+fqdT7QkoSIcobFiOZCCFbBiLSvz08Y8wBrMpWFw5ZiFQ/xxwicNhvcp1hOGQZid362A+G0/6PK0u12/zEmJ9g56B20BccMuILelljgLb2zfVL7Kagw4UM6KmG8aad6ZAz+yToWEAwoy0xz0DB8L/KjRa00sNO9s1Ww2TBZNSv/kx8PSe1eNlaYepeYkPzRsMDN9lGQLjt+tFjiCHYe30GoqTGtcUePDITNJWftYoz2LY4D4Sirlndove6FX1Pu1FNYJ8eql7IRBvTKdxlnyY9yMxdz1G4kgx/0m+gUbAs+1iEMxaHBpJN0yKMFyvPB98BIg8l6/Kzr1Av5Sb5WQvML3054jx9MKXAmiP49uQ0nTO4JFfBOwu3TJ/wbEYgEMocHNeo7PnQUd5XsHqi1EvavrzmpmKlTN6/MDIXhrtFUXPoVk69Sm3ov8AD3xHDP7bnoHK6j1eCD/nOwOvVo3YMaQ5xF0oD7EFVH944V0gWMfVr5k8ZjhnB018ECGfoo/PCsvhNlUgj7SNGWTwWIRMYsLExrVbMGVXRilAYGtkppVJmrtrc+RWiFCOIjK1ddyi/QoRPboF/bkfzOoNW1W4TKKAv1fIB2cKbRkA9cwajZJDfpr29HZb+XA698t/N/vheTx/7PU/X/OfxpPvu/1LBIRjaiu9Q4IzoSv7OSmKKIgjP74fuV32mRiIe8I8yHLiWtmT25mU8X40xUwuKzOibHFQPnNU5pzaJ+gv6+H7bv+XlS4/FbyW9v+ptPTpei7tf5ouP5W7S/v/VFr6dD1/6u1/bf3RhWgMiBFmLFekLkm9gffdytgxr+7ze9P31bX43aLA54V/U/5boPBSJsmhOroBdQYO40O3oIEkdQxpWJ2+QdTDoA/TGKzeVr3igHdTTTjdavg9nwJ/4IgOUG9CFPa1UdtQfmNdY8foFHoJHUK4PbFMrHkbRjD1FZSpzpYEmGlQGaK/JEzngL6iIjRx0/0KHRLG4O5fMEs9xlECHaN8if5xwINTNmzMF3qV5NDQb6FbC/0L+jX56HgvDfNytjGNAjV234ESzlvRTlS5fG5ZL+4ZBrrHK+8Z6zdeXH5W9VvahxCkthvKWXTpfkdqDJIWgtYkFj6MUQoWCnRR6KVC2ZnPCKEJzVnOzSUMib5X17+lXXSI0TmFyQFE+6uhv0bR/ZconCSq025Rz7Pdt2129Ak6QUV0ktLJ71bdiWJiA56hNaGBK0KdjxiCK9a93kpPlgF0S+cM+EzPc9ekpjJBu/iZPF7hMXkvHIikA9caThuMgeP6/6Gs93I9Tj3qoLn6XR3gEr4wo1Hj+tTPfetfYOn5WP5sJ1G3XvYFfVGyb0qTb6nmxywX+GdqwzqjRovs4JfQqfvcfP54dtjGpU+ro9eeoU7D/tnjBOfa0i3rTK+xS4x4a23hUb0LMYHBP9JJmOxntueqP4iFCY+j65anLYl+ok58/Lp6ht0Jl22McjqWYZOR/6M54I/AyfYUsatttHsvAZYGJYV2K4xm9JkWG4W6VmWcVvVYE3mCkXQslfZ4FbYllq3Uf1fe9CDvw9dWiz/XDg+DI5E/L+tPqkvsMup6DU2tyt9lVkdCEevxnjxnueA9RVVINKy373afRcU4U4baf6Qk9cPRcNX+HIDq30nr2r3AoNlFhD0QCpyOcebptdueKhrsnSjh++NrnK4Iew+jDESGGFt5Cr7xPaWdMDYooDwTAFseEyGaJnDJOlEPrtxduz7eEbSXYY+H9ZPqYsWEl8H1sXWcw2jr0qC0qemsy6m9tE+US0qh6xiWpXtthIBviMz7TfWE4dPApJq2g/uVxUR/9b1nnvtuaZuVFtYbGd69QX/DI5jJDjVRPBomA8gk9oQgz07e7BqMoqe6cSYmpmtDXmIPe+WVV37H9QNtgg404pBXEF8jIp6Xrgv8ymOI4tqrLtbNACFmlEUuEXab8ucFv3Piafgt11lBBVjDi8o1gQdc2fXSdV1gZy/EIGQH5yFOaMqolDjICOycZTgOX8KEhHaha4yWT9Z4JxuDnNkAifFxvaZrFbC32HIGBKXRQTtn0SHQNhiBa7wva13qYTSalf24nFsAP04CjX3JByhn+7k2asw6+Hu1foqBu2eQsGVGRTYBCa3D6XJzQsBxAeXaDiTO5AZEDObs/ANrFjgjxZf5yKwX6hdyByFvjnmHmnfQAnV+TCGFSCjoRb0w/iIABmbX1cxEafFQb5ilaPnnDcDn2qkAnpea51k2z4Fr9/SlucZL3AXJN1tDVeD5ypMp9XQ8d5jT2H6QlAAoYZNdA4FBOWEBHmN0dHZW5U55Kaqy9DnkYgDe96f50zPnNJK0tw8Y7kDmhz3gf9ZHuPiGsSUDLoygAXvqpyY73OZ0pA7QJmfMYcRkpt4FQm3NugBdjfHUdWIscdd4h5Ae6srXu3PlRoQ2PtTgRJgFwqYY3sV1QeabHOiWLyHqQj19eQ4OwoGz4QOpgl+dkNIM7/AO9YW23wyr6l/yxv4+mbg4pM386cG5MiOSAsc3IFvmZmaSa5asWZH4koXq4S+N6/P+Eol/Qj9X6fwTqvxS1RP97B9LlPmM4tMlX5WQp9MVmcNTstw2V5FX52Du7k/yOq/ncmiX4gd5svT/H2SzPRjSS/s/GCl/kICW9v9BNtuDIb20/4OR8gcJ6Kfe/tfWf/ZdPX1O0sYqG/1m5KB+J/RTPr3tiJOkd9iuxe8OcM4lfdHwz5X7st2P9gSpcryCn7yw4wf1mmpE9BDWyIijCd5TY4Tt/BIW+Rzl8+dE6CPym2tTYmjTQ00jTIsOJdeSJT8Kfr0B1VSVLdTUGBYiZCdmFA0zA8aGjkn/HcbgSo89jGt1/S6GnJ+DxevomlDiq0PDcKfeJRcE1MiG8SIUIUDd4V5K+qEdJxqV7zAv2Xf1on5hDECfo4Gtx0OvbWiDirYwRLSGe56o62mlL84LetpB6ATEr7Tzyi2OlIV2Pppd41iDMXiNgWFVfYSOF69gjUotIZVJh50fyNN3YQFS4ATE7+vHSoEZe9ZpQsrb7NIkQgRjAN2ORCt0nWCcmYximHpSHMegUer5lH2pY54oNFUKQGGAApby0PLUW7Mmbrs2nPZ76EHVH6MXRQ846n1Kn0hvU+k+0e0FkGjHHxPs4ADw2G3TeeoA9YolAmajl+wz+uoabTtOPKo4+emZcKHhLOs3B5LQQucZxqasU1LclwSOMoTbrUYmc2DbcV6IcsN1maXm1DI7lO5zclzPAiNli32D4v0LOeDRySxEhWWd01jyETlThV0BfH2/hSFUfb+Vv7rty7PtisGPmoTuFSMpzow1zoc9kSN7lssc67+EUS2iRh6Ae762T/2N9ZGKcjO6au1pyN0RXXOrJ+oW73eMgjzmmZO45mWWcwgkH8YldfZIXVI/JV/zOGihbYGJH8phZK9rug+0pevF1k6o0PmRv/tvFuQOuiGQlC2sI83SizUG2ccr6hFht30vWPu0aaX9K0sNPpxwSL7m/q6PWU//bVfbN585+ch1dDWYb5ngNOIJrFtetmzCLb/alPbtX+4GWIqZ1T54Tfyc/KFnMWv0xqAJD2cnORFxQRxmOfbA7nFmk9leHYbyjggEPfW41D6G3cVeGHaXkPeR8moJ9t0gPz/yMVR4YAPwcZnMTYnGoDAWDK9Zf7VnICHJXJRc44guycGMthonVxWmEjGRPYTujIEtrtE8ZYDQuDg2cdp7OqbenQ0dxBkTCuxkmMPc970KfiKzR7c5oxhGwsWhXetVl/SakLwjLwaNqckE1mOXM/JnQ+Tpdb+WIys5c65WaPOy7h6/Xq0vmPGipyzGv5zNaRnPv0mzqBv0czA4MAjcEl7BdZ0bcKhYk3hAiNqF9gzuazGvrGXW9Hp8Cv08xquCTjMSaprVqas1MffrSwaftGWFkDAeeq69fPv67eEXLvIFp3BwugZGYEJjOIOubpmYEGs403Gtw9RM04H05+qxT3EKq6iXSUL4WkdnJDE5gMHyFlpWYYR2EGYXvmkTh4JHvvSi4+tF7wth+3W16p0MwYw+ZilF1wq+uQo3hIXQdoLzappTd4IvIh9kU1ASOsZw0B3rB+RsO2YmOrNngpvUEcuCdzkKXYGkgZRU1oEXQDO6Lg0Bwdfw14qXgLzgczZfUuf68nXPIvN1P9HYvgQJfc56AS3o9q7BgoD1pccwOvqe/a9sOzwmvvX+vi3o/wPrUODFPK5YM4RZRrtNmhXm2t30ZE4Xr/dleZXQSxqPURqp8mj6CL3EB1htGAoHrH640Wf3kwwC0E/q5zStf1Ik+ElX9ntrf/qfffLm8o/7+fnm2sucAB0i4qbcKmBSFp9JOX3wIc0BqlwpMuY8Hj+kJzfT/4dUmwXXu1Jgaf+7UuzHlX5p/x9Xe961Nkv735ViP670P/X2v77+fqejB4ldrZzfqRrWUGAa4csxLDqe8Phi+Cisu+5y09U8wuRrOnQeL3a8eX39xW7ZrqeA3w3oZtTPoOAeXRIOw2+FrmkgxK5L/I0bnFDwGK4GIqfhXdXxTaECXn1JhnP2W4ht4qHQpmiA0Qsx+ABeg99q11tF71fjgdarT+rex7b0Lvc8R5+FrklPV/WprhlMYEzyOe1ejV1uP9j23n2nTRU5qo/1sjtqsErv1u8wwBOlboNutMfLdSTc8YinK4bO8BbU+UPd2vRZ57ejPS364g62uqhiMNIUrDcb4VjHXxKF791Y97TGw3VAn6jybUDHPLKrxdzR+xDd7+2q4DNHwOiKUeuQMxj9jLoY+sVvq+ESoxYOEsQNhregQSR1QoLbpKOLNkkzblkOLuwZwPOv5zjg6DGyFF4Hj3Ydtgd4tO9pKDxDdSsJ2RowT/3YL7LEU09vc+8u/K5+vceYN8Ajm2csFffdV+jXWSO5JZRtZ/s7oUImo+SgWWKQutXozfEoSMWjUe+fiS8HPWzHd9Gfvomh7RfIhY6Ijnpw6kTzfHUUi9vVUy6QNylPAzxOXg0TJVxLu+7RLSPDVjSgXp+u1arUyFpRlyMGOi4vH0+dCQNlTB7ASFq3enziFKfHvM4/EX5cjOfbEfD5oxvO53ioq9cELA822kNwUqo28DJ0bvFwrVa+vy1r10KcTzjvUPDEXd6TFvkg5AP0GQBuOOje6AyxfjshlLGLbC8Jd433bHHoK/kAcu8tPI5tAwyYuYYzSxCw5ECrpysTCgxTHm2ErLelShvlMfGOtg4MSr284C60SttGua8zHM6TGE9bPcLRz/e8q9qYKECOaWyTToe35Vf5X1lBet5D23AqRB4jU3Vg1LFwIKqttH4IevlO1WF2dM1m6NM+ZgICsmvQmxlZ5rKtynPrneOrpJEUiZdHnBz+vFgDMIjIsFrxm14vS5AlVKzeuQqYlnATGknjdRIzMrgdgmdi2h0j///svdmSJMeVpmmLe0QCIIsEQYBYCAJVrJKeFmmRuR/pB2mRnp6+m7t+B7zmlBQXAARIAtybS2aEm9l836+m7uYRHltmYk3TCHPbdDtHjy52Nj2udLkrDRxi4EcXrDZC27/FawSk7CnRIpUfo8XGKwUvvKlEdCrHp3m2bFg131oFtFrMtkzEHULv7TsU6mScriuAFCNBG/ilXtdCZcpKWEcHmGLf4ZH9PePxAGL+Llpyw6AmAD746cBkGFiXneRa/vd4YPo6gWq5OiEcU5Omx+JYjYftS99HIKyWiIs4W5ApUfgLYIsSKnxX29TntEnGIa8djKh7zyIzExH7DaOxcYZbg0Ztoh1abroiyAKIlElY814Ud+Wytk85s1gMHdAeCpP1g75Dmw6tqB1lt7hCaZi8Mi14T02so3Ur5yuZ5/YawCciGYcj/+Q64h6YhYICz93uU2BywLhPPsusrZcalqV2ejXZYM2su4ZY16sM4RqbWMWdQrAdOpSmnlYAbA1qH3LhbWgnXFG4/zAfj8Pjn1Ogk74Ly0IXxjngr6RJzewX6fc8Y48S4dnEnQ0+7nFP4sJzQpBNw/DOvCxbgql5cDmH8q7ePd3ZJpBOpJGRVU/n4gV6V1PIUDZP5z3xggMLneuSGpHW2vWMcy19UqWFXf8+Cyys5ed6n+ru5nI9JPPFY+8r3J7L+0rfRowbD/E+4iGgxY2Se1fsPqJORRHGviNVv0hhiZ8XCe4V1oKBr679r/fP021y//5Yx91lF74rtfPDjIl6Md8yHzMPHMLy+vD0m3711bX/Nx1z3476r+3/7WjHp4Vibf+nxdy3I93a/t+OdnxaKF709r8dfhkEWNzAuO/bH8McfxOmpW4kX0b5mf0A4z5RJmwRDOsdze/YeEnLIrRw9/xSVigXxqMNBR8orkezYJXX5VdnOXtVeHy1RfnWDk9HxrN5eJS4XM2R/Kp+unA7/E+X57c+Fe1X+AvyXbymnfmQsDXKN4i8V3gcWDo2bu3X/g7eyKe8/5BW/hXHb2CuI5zQpTR5RcgCP2X//WJ+fHu41yyMuHLwfnDPxrQ/9MTWYpgnwVd6DZ4gAmAsgrsJgXCjdfAPeAZd6iGO+HIW5d1Yv/C1yDPbD5cap9K8JgDL0TdPHn6tfyr9lnPtS0ICVxYm8BbgOwQZE+6NB9zeDuwTOkxY62mAAH47BHPGTfuBJPMRF1U4WdrBZ3Mv5b1CINlVHUY+G/jpHVssTuzRqcvZge3zxuwtCyrBvPgvvN+SQ7GoDKWkFN9+VSE4cyzRYInxTEFm9r1EkaHFbeuu+bj5R/cncPcPtpFEqJIxT8DFhWObwRGLg5vAyk/2MgUs+YGVXlv2VG4x7Gk3ryIQhG8JaY8IBLv0Ezjalm1OpuPwnLFwLuVpcVTp4z7pLTethZFIjwXwlj7bQysTfOPNI4TXWLPCeCWK/VNhsPVM7/Iqh/RiHtafExRAPPi9ZQzXQMu836DfvoX4DhlB+xvoBWGbyOe/uM+VVoKNe0N/PzgdqwxaMu/gh4N3+MkN/H0NYVqsdN0vusN6ckK2oPdYad22LqhxLCrwXS0v74npW/ETtROY7oPuoNu3m0fwW6fd3+h77jMrLzvooTzrNI+js3xmfpM4d/0c1wNapiLKWfS0oPld1/4eOv4jJQIFAtse2GpfNu9srRnobEdqn/G2lgoFWj1gzlaQnAtdikHjwjdGKecM+HpkJdPujzzX2yxlFYSkT4UWapYPOltT26q0k7x/LY01LDt79BpwQY8Zr6hLChSP1lFYDNQ/8Ngqc4Xm5zkdXdufEdwDcI/QvtGrBAo0DXKz7HlOHZK3YIvke4VaD+V78R3KvIciFALZCdlGj3v0Dm+m2b41iD6u5c1FzG1lG+wP64T8i2PSzTeylh1jsgo7rYosePzcxPAOuSc4MeVxaQuYKs7E+/N1AZ1Sj39ApgJChZMKhXS5O2Kx2l38qenpMGda7+qLHoJWZ0xCzF6x+0aw4vUoYIWIeVb+HEaNIdCWRS4sZMfzHzcXbJI9YXk8oo2TyZC8i0UMHX7Ov56PK33/u2X6LICddN1PBRNzN6CfBi3wqCkbyE9YZ07uVZz3NDIw29X2oTbM/sHVCwm+wqAGy1nzDzZ1n85+SOdkMsLCeqMGioLn4Bqi1089aR4aglN7Nv/i1WHSSWzCv8NAORe4udYSuUfrRBxsIuR2WFdQbD3LYiULDe5vCnv8zXW0I5mHWBkR0l5s0dh4CRiZsEZcV3TuZF/LIN+bcy4l1vw9V3e5ICh1LgJu8IP17AZB8NklA8Q5Cx5g1ke6CgsiQPhvDre9O6RK+WoesVCAQNEJ4JoFle6bB/qBg4a0qRVqcWNhvlePCq3Ymd8xgJenakTixoMF+d/RCuzOsbDHLfoGtxdGcCKgBXlGGy1G7DKhH+r5kKvyIVeoQxco2/5N6g5Ns6gam8/AH+/2HxPW15rWs5fSiWc/BBzY7cVo5/RqUtEeO7TIWFBttDLOAFtoyzq7npgxkDO57O8X4Pn4XqFghvpkf5Dvg69XGD+sw8dco5QgPUPj5aNFuMTkoUz7uMcmHzxSWGkLF5e97o34aOEJefFBJC3OR1BysobianksI1nycUh+1kiEAoPatOf9D1FE1PU+E10sza0vdHA9+XFm36I78bKGFxcDX1r7H41zB5q7u/xD3Ltaad9vF0kWlyeTO+qXsBxL6jNGGPckz+3h2cmMvqEP78b/NxSwtdr3wsDa/vdC07c20tr+39qmvRdga/vfC03f2kgvevvfDj9f6LrdfeX/apqX/ysWbP+5GR8h7Dl7Fy+M78KjeJfPSY8f80H7E74r3+H7+E0O+E1Yeo1817rn3YjAmC/ifFeG3wRfS6FxhAN8t+echeq8Ws1CVuEJa858n7lK9V240fmo1n1i+GmJe9cq92byvR3+m9O90G/SLrZN5U3Kc/QzIa1Mk5VzeQ+vQfED3tIaXWvKUMcadWp/CY/kQ65xUYnwZdJDHVvkmbUMbEzXOBTOWIb8Hw12MBUaYGrrMQ0hI5lyDcdCniAClg6r4A302Hdvw99AENwjFEY43MFHa7VYpyYDBjLSIJtxkVYrTCoujUlCFv4NC5V+c7b64CW8J+C0Rew5RZgr4x9BMAK9BqvH9vK3GF39GrsKvUNi9UnX0thCxQx5U3rPVMhXBfS2Q+Ft2Y852DdzAKcjVmwTBgzd5o2m274HL+7HlPG9lD0i4HcruEmhmvxf8jgIH0R0kO7FVxYqly4W7GBKWrCeGpz0CE7O2BN384/fNZu/f9a8hPBuwqVz28N/hvZHPYjKA+ZsKLRbxigxX3BnlkXJIXuXsgVbB75aXNmeITjfQrejPHnpmzxGjEqk+OraNi2Y/mQJDw+VPu6T0vLlUcLEp+7IYuC7KnBrUNZoH/+2eYSsYgdPf9K9rPIYFDKSBskxjmdDF6E36wsd+c4fZVtu45cxIvxfjODYpnI8ewcvjj+EhwttIQzX66U5Vde/Jr6bg18gux+ctX97Nm/LUjhXxoOBsekCAd0OnuxA66PdQDvrChxYQxfipLTv1fLM0bbSdX0oCNyNGad0k8x+yNvvAuePMPjBIhz+9Yj8x/HRvhahemhPeYLBMu4XjutR8CVcIj3jG30+MpFLeLxPfocgGgUE6hBPCcQL/13CdSzPWUjSYLl3aCyQyX8vMhujFS8CcsWZ28fXse36Pvxw4FRJRyEwh+PJfdvPUq4FCspYQ45FbqTiDm67R5SJsGzukZW1jD8tykAt+01bc+tbZBbecWSe8Fo8Xz9Kc/JeoAiRv2EJrOX2DoWiS5QTpM2WMTIuoaFrY4r3Y9wn+ZUfkWds8Bw8IvtjXGmRwWyR6WyxOh82WgKzBsISuMj+nC9vCta/1PN6DJ/PZSmHUJbDuOt+wC/3byAJtK0xrkVu0mBEGcUT5whpFJgSKg0sMv/CBcAFiTY0pdZ6ODmzILgYP6PJ/srCE7e10cogAkRlYzlQlFCRYuIZOTbmfJRs5+cWMCJgxURa17TnZ/j8BgGD+63Gh7kCaDsOUWZTvHqeC3vw6SqR1A6l8EsNuBFLYLVOzrKxNsNBVIEqfE7iV+BKDSrM5nHlsBEJDkKl86DhpaUsnX43MCV3n0OPdE7jUG4wMxN/Ej70Jz2oJKo1HXGvMGGVq+bBlg66mbCaRdOhDiCps5EJ+wGiEt+i7dLOiWctS4IyMZqyDJ2xEB3VSmUhgmX1ExaTlm83lUbSjLfAV9unnOdKmTaXLgVoA/ClkMyBoDvfohmFhe6oJbDt4yRhfW4Kt748TpROAEa0zESC2bHA2uBvnxmDSYkJA3we6P44ablLa3J5oAnh8k4+vkA5OUxb9nlwYmCgO5ve4DmDuIO1AzzVdfKu4VkEwOYR62IvpJMsAl2slz1odZ/s+3mpQKRl/U1kMp7t289e48IDpY3BPsteB/TfHgvjjoXVRDuZm9kc8iz5LH8X4C0f33pdMCJd+FGCGxy0HxvdN+z+zr6+uI6JNTD9ifqaf+LX8yLn+jz0ixrqwEfPDuWMl3FnPmZT+NJeiWe6ipJFHqcv9ylOvj7Quf3CMYL4cZnOWIjLlxHXN/YVMfw0+DlZ6DfgYcXLN6CqaxW/AAx8ee1/un/eXf7pdKdQse+3iySLy1NJ6Pt3DTCMFfvx92QW3+iHd+P/Gw3eWvk7MLC2/x0I+pa/Xtv/W97Ad4C3tv8dCPqWv37R2/92+GEa4sZy3PyUNSBCNSzgGvY1HCcsLkctLd9G4PMOAo2fcLwHL/F9PvF/kqPheYswqNv4/k2+lzlgRHbdDzmT3oPrBiGxZXRYFjdssxUhFHyPLtu2wcBE4Vsei1vByQYuX68I8vKdXfgVrmDLOtarety18i2EfTv8Jc76ewsG/DbgCN8orWNbHB+H1OE+hYfSIjRzv9GpwUU0+9SOzadE+y1pscTDlWgHb1Q2dotQqLBEoQndj1OW+5C6jZgCpbLnZOHDKZwJ4xtvcx3WTx3uibtWOoRWGxQZtFLVdSiWjHpwGxRykkm4qam03KOH0c8Btq/mqtJvPYv5gv/SJuody8PLt6HthGAvPLfxEh7aXxHofQy3HYtsrYIxMjnDfW3hrBcljZJfwYn85PRFYogn84xlIHcjAmG35tOY4Ry33D0GDQ2ujwfdtZJv22EJTmnhyVoCPE0eEse8v7qwN1IBFuHZH/AlgQ760Vuh7qA/Rxj0S6gSIQp8xg1KLY1WvRjQ9LgzLrghiTRIPvzPobZHuRWFGsFo+bdp3+TmdZQSkEHAPzTfAd5mFFuCGyOTznar2T3wfKCLhySk0LnA0q+RUyA8ajGwehLZDK5xNxqq6CWzCEilCxNpfbrkh0sn8pN1wGowW/ETPKmUofKACgMI84YRHGiMMtNr4T0nBc9vDw+DU6RKe7aVxwwsj0es5S9pY+UXGuKcM1Z0ChqRlQiXY45Q3FSeOZf8nJsULpMgyhScNo+Qh2CwxvHkCWMchlC6zQdcszTlfJEbH9wZrtdjTptObH5cyLOm/42Mr5fI1LYKHZXHZIT1/VxMzvUmkFA/35VrQQk7ngRayltEq7EiAvIWPG3ikQGZGt4XBg054W33KjfsCzCvpwkUTEXKmOPc/3fGFccTxhXGkS2ymIatXVUKcx/4IFSkpt9U/lWF67j8YuQnfHO60AQgMZ5tVdZgu8QRudnovMSe1Y5fHvcPllvG4qR1fFXGqDdWLM4ve+nAbTJVbLItynhxOn/raciMxbm0Szlbjkfph5Fj+gTlqJa92l1Hmf9jtgFQfpLYjF3OyCV9IvNjOOT/JQmAS7EWLMG5CIygpf9LBF9qhiWojcFevkEUsEeziXM6kNSJBCMoUpLhxdEBoImj9phAG/88jdzTAAp6JyaoKRs2gwDzeA7haget955thIkBR9cc44BVo3sC66edSZOhh7fW08aYQwD1+lTdFg05R8/YQ9yWAUxr0oY9CMaefZGx0u2RCPbsRTDZga3IUwa7g8k9HCAHR0g6YosWTTswkLLIQP0FS2DcgxBHS25lvWVwLxObacs9F1dCxVetZOl8SUGH5C4d3f2iX2k2r3yveYIFsPsYWP5GtwQM57fBV/Nfnuu1CUuftAOrpcSCib1NNmi9nLG4aWijS7TBams4OIrz43DtwfHr5Z0DFoN1GZTsCy4umDDUYIQOBhbGute2pU+HWpN6BgLpLFUoqVrdJjCANsOfsQpnjxBdm6CNNrB4cwA1as8A5dkjWrinC7vXU0ut+FRzU/caZ1htD7hgV8lDJYFicUxpFlh+5nOtu88NCqlZ+INxPwLcw1bBa4P2T3/G5u08dw/s5GFbeFWAN3Ho0yKut1Fe3/oTXEjBZDpC6H5o6ArLvahHBvMGIXAXrTlqYTvOudVzmThrEfUpmbHHwES76onkDG24kQki+54bVQDuHWqetyco6CgZu0DR8rjjC+sS7dyBvSJ021To7/Z8vi1vl/TxbYFpheP+GPjy2v90/7y7/NPpTkFYxzVT1ONUvOUzR7Lr4bAAvP7u2/Xkbvx/u+BdoTnGwNr+x/h40e7W9n/RWvwY3rX9j/Hxot296O1/O/x8vaPoPG3egw/yOnyBImiTKRK3z3w/uh/ghDcpz2MHE5/DvVgbFNd1CdvC2NTlZ8eeoX37E5jD7/G9+S85WgTHCoonLDUbXIK2CIgbyhknv4Nf5zsY6zCEAwM8P10yWo6WZgYtC13ldlixuAVZlPGVduUD9/5r5iX88q/un9Ly11AxsMRjfbY8+34fh08OtyKD8QG+EQrCA21GhGxYGI7sF9wMv+ceV5mcp518FflEGixgGawwQx6ZPBjbO9ywmjffLfKFoM8O2pQ/12pAgavZFhpUIUEacw/hCQvEVt4Ngoud+ci3hLxj8GNdl5W/eh06O/XddDXiF39fcVrxa/3rtaXX96lJ+Iu+B+8wpFp5TzGawBvliBD44hd4hPsTfVXhl9Zq4qHiQj6nHinBe/rJzEOa+eSOCAoTMh5oIME2dmfgusdDX4uFW6wcEUQU5pvYLYIK8/O//Hz5OK34qWdrElmAcNHO8vkM2bIOg5Nh+pT9gTGYuERBQf4zh1gBm3Boia8hDQiqlqK+Sfr8yrM0pnQLTx7Dm1EXweeOj3hMUFjDWDbi2TBppHP524SgKFf8hO59Iu5ux9kSrpr8rnNNc4DBPoVxDQZQehEdsB7fIBjv6WdCHxkAc4NWpYHXOhVGY4ryqaP00rOhVGXvn3Tl3ryefYHP4EXzyGGB8R0FBbxflv7IM0FNbqd/ap1Pv7361JzqcXgnLySeUeFJu195g3W8HlO3jCUTQk0aiRhAaz9KGx7SHl+ZjzRgLMY3657Ko1TBfNY1P8SoEaOlDFdYhKKM4bh1qk7H+V6/uxHuFGihtoV0xNgJ339EkeHxY5QYhATcd8qcFHKEzj0TzSScU+VS8TzPfa5Iy3NfOe/G0pf2d6ztWS90bvlIP7iMHAb+PqUug/OsxmYKyg95LmNcvxZOxXaRE5G2YwvFaYdQVt67a46evbV7SxKGgn9zqXsSz9Bcy1gYSvAiDWIisnBNcYbA/p+aR2cKgS+RRSJvUCFkHvNKOsszbT1IeyKUdqrvxBXyHPYc1yX45eXfwdtZBOiOAeZ1aFdxZzqPSiM1Hx7tQwVkPkujXHYIFpT/tW75eP4q0iO2M7WDYXS2oVMdeeAV7oR6hiq+892XPzgMOPvSntvFAdA5SzsC2hZa11kfwdmxz+aAxd9wqQBYDQq1kw4AHzrjnCDIulpF45O3+etihE6hFpID7qbBhzkD8LB7QndVI02thVoC8S0LgiAhB2GPqHJ72+81+BaRy96rDAAsbAaJi4FnQpDVsWBpYg1ofYXJg/pajwTurwXfHT93oFLAq+AtWm8K+9jH1r1tewTOnW4XHKBMV7O+lu/tD5bwuc9yOii42rAwd+NzBWMT2hoKtnejWlNMelCmE2foasblfQXAZLavkFctVpS6jIHMEWJplcliDzy2LCZ7BN3ztExM2m4ua5+B6Q8jwPLxfA1erKdppUnOre6tcVHuZNBtcYUR69nUhLJcABy3wcMQK615ENI5wSHCZoW2HRpXEc5hqVkmDKJYr6M2r2XX8/w6t2KC2MCR/Y3VwIy1NLhSOcBFMYO2H3mhB4Wd5P+sAuCSF1klUAcUAKYBOkCZQ1cE04ArGiZZtTyNW5p3WX+uveVQDyfv7YtxXQ3GscDVXdCIJtluwt1GBjveE9+2XbavaW2pUkYqdO+fpCNTNWvcO9eJwMwmN1tnPOqgiXb8Lc8UonJyMWT5qXyiXitLeomGGFpAl+41rSB78xb1o/60RbQr6VNLi+xrmewfWOrdoZC7CBUPpGHyH1mYO9pNaIl1fHj1+TCreArVGJvjfmWY9zclLOnjm1LntZ7PDwNfXvuf7jt3l3863SkMPN24VsaC4/xOPTuO8W25uxv/3xZIVzhOYWBt/1NYeXGere3/4rT1KUjX9j+FlRfn2Yve/rfBH2aqnq76d2GDvMZ3YeGDlC9BvhddmsIHGWG8lj1E5UdoqYnQhHcylsNcDuNcITGuDmHWjgrldAut+1MsBpsNBy6jGwRGCoPb7U+a7cs/bTYv/bTpzz1+0nRnCIh1M8v+mS2HApMNbho3uDjcyL9QgR1hRCxA89WdL9oQsiwZa2aQnSMnpR5lzVy+cf0e9j5geiZ+Dq7zPZ/v39wkr/XngIHb6OgQa3EFj8E2sG2ypR88oG664NB1KJbBI4JgXUV7wFdp2ctyhJe42+GWlrgSGDZaaW+vwwsLP8PGhrcFT9A9WKUHKWGA7zvJp4H/qZKBewar1NDozlYHmW6JpkAEAxKZ5qXlrRtkab7WM9WfKSl8vsobKW8W0H1pl1fxfvX+qCJ7wQXAALUufCMcipW17lV51vysuRwQcg7u/aqlGLjR0lPhJB1jUnoDMsRp0C1iCHIXi1BHyzau4SO6R7iWeRtcxG8axhCEna08P5IUQahpCxdToRO5k488QJ9/OTi9FV+ph7y+Ig/I/rTwTTUuGnGLvNv9Gj4kfHTpDdpq2OZOaKy5+RYocsezAs+k8MU3CjhnGh3g9/fTW+T1JkIZLBkxAhl1142rYGUE4qZYwZM0YYGb1LE+v36+Fb7r0Y+eFOFzqX+sPMMbZsu67JULrxBxkjxKBcER6jG4FlfQtKEDrf/QgrAvapwyvNeN9oBcw3FXS8sNffJcbxDIKXYKqloMyIhX4b+NLJ4Fzgq09TF08Kh7LFx7lVBQiLhkO8sJQ68Wy9nO/mA/4E/YIx64Bl3NMSPPfEMPscM4N8KD7zEg64a3yYucUIAZUS7wrWOhI4zX9qNyxemGcBPchcrAfS2TsVJX1vKSWwSPLbiFAME1ijAahWGk58TXYQRGpHJYi6S/Xrj1Ayn8yGunxhoSGuTrK2xEscbtEneXjCPK00IHRqC9bdACIb/JyRe3hsBBHkUegZwi8iWMrRDUj3FhT7/Tmpy1hbkXJIL/3PjgdDnH4Bm5JnD8Ai72r25Zs6jIovxxbD/jmTx+6fpUvjV9Xl75oVU0vkP+lvo4rvAo8xruoDcoJWmQ5cyWtVNiLfPz2lKXz7hNqPCVsyjOmByPAqohYKyo0kmU8sD6xd8Ya5A30h7p56E1x7nj0L+CADgafhDLYQ+AAzptmNuO4+zucSdsrsIy6DL4hXBAOC4IxuZDXrJIYMHZoXFovBaXzhI1T0oykZNWL90oBA8qRIu/OSfPYIgGlXhZSLAQ3Zz/M3noRpZJDN/fCn3tEGrCqOlStB2ITv4V5ntAdBQlhDw/cXiw81hH9wJtWPRsn6B1snOBrOsdNQWqdkiBpyQVSfW+QFae1+v6vkxGIWQ6q+6M7SDn/Vt0IFKw/0aHJt6kVoOEYEc230OvKdne87fAQ2m2C+3gwikWuN2vm/7iL80j4Hpy7sBgvcQthJ6J4oDPitd6rvPlvGqgM1IZ6hfNIOvMbbGYhAJcpIC3l85xKfFE9wP/u3n0hHYE7qp14tk0V8OyXY7eWQFoXwpD2piyxu53UCHaidRdlzK6EfejR/iNtxQCR9PRXn6vw3ZLw3AubeEy2TF2RANppKwzXEeoiZUB1/ZyNbUHyPSG2v6+KEdZcJmruKYPMSR0WkczCMT1BhbULtDyTKWBuHQpEJkDTXpDqPW1zOuH6Q4HN/Q1tQTV2tlucKON5mHcIcT9R/koiGByrndpN+goI7X1MfBrv4R2z9AAGro/NjsnruafmKTRrMrE5Phgv3aqpl7zSH8NDjVRT9S7PivrGNOLN4fU8kbXEyNC2gss6jdMeNuR/spk1AOPkx0FZ9FmDyh1JuEiFLjM139qiPB1mH6D1uTb3Os+hw9kSc72vVcw3vI4WeochXciIv2TKRkX6g3uSXYs9IhBEgAAQABJREFUzs93v6H6alWVvmWHy/iXM/RNmuVxr6qtkVYMvOgYcE5dHnVUWHbZU9dHffpUhMOzwkiZx7s5neNHfX7qfJT9fnR70RtrhX/FwIqBFQMrBlYMrBhYMfBiYcBvU79z/RrXIqVrYM7nofu0sg8mPIMGxmK/gX8ggxRenZacpijKw3w74l3OEAa538patsSwA55WeAswj922Swsw+AEtlkhuRdUiyJWBbHyVuQcMQcYJV6vZu5C9hREm9d37zXn3r3jv+898e/8X+C//Rl3ehRfDtzNC4gk+ADcIF2S6F+MHywhzGmG0X8b5Knc9ng986ko8v3M1YjCCtSd5eFmmKN+8Pit8gOU38LNci6MXM9gK5Sj8VXlncFjldyCEbRAGNwhGsjcovN8Bz3sDewbvpo/xYIgweEA4GWV7LMykP5jqsXSSuS7jRCV6P24sQkGwjEP3rIUu4l5c9564IO9Rbjjfvk9a9gvGJe9mRx3kTyKYki9rGn7knFo78uNs9lf4IPe9J7MvJFi+ofBFD0XU5+VJkMGlZ7ANf1sBufyqIjCQLwj9K+AcMLra/Yzzr8MPQuQCG9K2kddp75CTKJ7KVX6TLfmZLwKa0vcUAtOvW6z6tz9uHr/0JpZ6jCfhL2mAxPhBm7PJHTUqwqfK60sd78AzmT+XsMTTAYdlFJR/7Hv5ukV2hXU042ALv25EWH6BUVDBBYZPCvdAkygKr9Hxgrem9T5f51w7FhV60tLQe+kKC8qGfYEf/QR+nMZF8puhbwTzG3i10qQeNEPLpkkobUll5vvneTJvcSAw1I8i+shlGPcxIBsukB+MvyIGFvxsMdn20MaA4R788hivkNJ+E5zN1Qro83WyBbJ4fCWmrrFbjHjauG1XCKyyQOFfyF2nFUwCrup4fDjXLK+eD2159c31+8IfcRSy74Nv+f26pMYA8Rxvma/g6rt4E+DMmKIChV4IApMd4UpQ2G+7j8oQaPxiFCQ9WG/mVZRRdudvwqZmDsTAsVeZgDyEUsG5VraJfQJe6TE06Xh5IpBD/ixXUhktnzm89DH4u+ylO9B27sveYUzlXtQtfbJww0ve1kRcnwqWWmDzbN9VODuPCQgalcNsp38GZoSOytPEo4JTiMEscwhnYC3lVZiW52XZEbkKL7CEL24+wsYWAptLXFs/gS5RINAFtdboxbpVKIThKhwF0zRg8GMuh7B8ZpuzFhn+CXnFe+R7xvzDuIWSUnJgbRMYAodw2XaeD+WFhnPPM2UT9RXF2MbdgOoaewJvBoTLbIPhnsB6J7Ys6aDUjcgJ9Tzf7W+98CjxpZsy1jBm0HOY7DIeK1c81+uA3jTY+rFDfmJM5ZzKWgVq2Sb95tF//cD5VIDd7LxMhKXwL+ZX7FVgRGTBV0QvEc5ioTv0bKCOkAT/81AU1ZCoaPAglrRJX7Bcfq/UNO99ZjnCJtpI72KXjqAA6RLNhW6rn3FxIhEQkpn5F2J5yOBSMrj+WwmldPVLFjkI+HB9rZZbv1FLEmGmlrO2DJpGB9hOQjYXIFz1femUEcpab2DryO8MQZmL7IGOqU9wXQtbhyB8zuWhp4Kr0t2SNo1nXRgcGGgmtE7OXkbD4fJVoFGzVBK9I1yNkA7rQ0sr7W6JAS2djMeXDAIsOvRBP42419bNSWYhOmuSXs305jqkfUiUrCkyE1uP2276wyWDaD9+pzlr0SSMD3oHwat53b+sktIMaiYOFi4cyIMO3KFV01+8jAWyWi92XlO4aCopKz2Xc3l4nUalXQcFE9PiCEAH9rgYWbD1uF3q0cTNxu7SGwuOQuu1b9VylueHwGedzFc8mbeW4i6E2AeXBSc23BkQSz8uZRBzUdgMk3WHDsBOaU/3ztDdBILrV5r/xDPHBWBzbEjD2X57JC3y8/L2+l9N5335YHGpbJ66a2fh477iG5azwIH2AXA4sFJ3284jcTnNocKYtvWZ7eygDAxnmx9yi0a0dUvaOdGDTqfgvQqr9aPf8xG+2WqVDRyXf+Mj60/luRMQf/s6Pqj8NfKKgRUDN2PgVP+8OfZD3tSxxTQPKuWpx5qH1G6Nu2JgxcCKgRUDKwZWDKwYWDHwdcOA68e6bsw3qfvf9VgFNh/BJ/gcT25/4PPb73X2hWyw8NFSCou4VreZblMFD0vmYouQxPsW65ae733dyqpEH74CitN9+GjyFP2WVwjFFzWfqAqYYq2EJZz8qlYBMccYi0ItfL5DfNxLIyyYsAAeUV4fsOScsAwe3Fv47CdYD/8fGHT8FyyJ/0/uf0o2bxAHnpdWyAiaG4TKI9/suqrWUjHcBABXKKOFlwreHrwgjt/hc733a+SKoa9b632z6xMOxQK18iQLH0UBGAIE+G5aAzfsZTgMP4cOcUeLtWCPwU4MGzRugMZMVwSVtmMRdBa6kkFvO1MI/I1GAyKUDlTi3+CufHP2YwQz/8LxBgIomP0cuokO3w8aiJfDkIQ8Yflz4ju19uIbEqx0QbI1L3xE+WwFjoI7+qdCR3iNu+n/Aw8fgU+s1MBdB46NG9Y7+USwpWBSYR5v0l+8kudGlkWgWwTCWv5vOyz32Z+5bd4i3xE+Knw6ci/4NB/5dhWn1qvUlYsvOViu9TqEUit/63iFFSt8Zi2CHQfPUIhBDgqOHDu4cIxbHvk4n+kPuFR4CHThayOeQ3iFSQkCYMY2vFk6/mmQ7jg8wauT31jwUfEz122Pr/n+uZ1m3M8wlFJ9JvcTeQXGIhe4xW76vwI7+8CiyBMBKvArSFJxwNrXMOcGLELBD6/2VYde0s/wfqp79k7vE/RNeakNfbyMBSSpmdRMn9t5kbGX+4Is/0/wmH/HnCE9FqUo38v7DSTS+rUwA+dJWAG2xhI3bpfZYuR3Ds+9Y056smP7yg4lK4WkxLZfxTgweR9weK2YWx5U/rU8XPFniFGkdCcszM32634DHx5DoDZzokJ5+yDvQ/611qcKgjhnuKriRtCGMD/eS6FhS3YP6ck9dDOvzn2K/EvOt+V/KDM4IYVny7A8826xqnUbxR1jlb5gN1g1x4tulIDAYbIov8e5eTfjVSJU0JnYKSHv3Ga0SEuUo+GmGbmZ3kd39PemxzOF8MwlcGOGhHoud8e/tR7U3HZl7OvAtX1pRBan/K/HnXWPPEnFiCJPkuZquuPcbr6rsMy4TkTL0YKd/FkHOYD/HaHzhDzL8qXJjL1zpg5J/Xff+l8f6FplA3AdfqP7WKSSlspX4rq5Es/+ZlmGqNYCeMT6cqTBJ13j4ju7RTjGKpB3DrjUOg1REFZ+KzLmhtk31KF+KceGwH/5dospNub+aoGohWYecWWg1pKdgnBdsJbHz/RjHWyMsWUvDN0MY8U6sD9rh9m2LjUaBOAShcLc0tkWxUm8e7iEs0AuUVdMFA0UhWMut9G0RIg+IoTdAWOH0KrXF72x56TpEPs8F2U94NL6ZhRhYpyAa/gHAicXXizaW9xC44mc4kqBLkQyeCzzn5ts+ahclxeVPjwXU3YHpFeAAS2zlxCeQ68D7hVGBNwK8tVysd+V+BXQ67nXJ4f8eULC4vuevsDHjK5Amp24QzALPKimBh4i1uScbwRgEeemS9NW2rXd0Q7ZvNmcn4NTFBR0P6L74+N2N/4iLAe1fVvWfIkHzU+6n1D7iD1gmzP2hGXidWJTq7fQ2fMQAM/1ykKiTBo9wl8VAYryxl+gez4iqVoErHsUkk6i2NedS6qtlp2PzFUr9k6tZHCywZVFNyI8BYbdBsG2cJDegbRATRuaVtA57lJBqO1P1OOQDOiHLPKKqyG0ltHe0bJ5hzZXi7uinnoZrYTDlfd7Op8fl+wUd/NRTV/foKUTK2Da5+mC0F49ruQUZPvMkRX64kOHgY9JCLrCJXW8BEDnRQBsDa2Lea5hxcCKgWfCQPqefel4XHimPOfEGUueJuf9GPs0C87nUfM1jxUDKwZWDKwYWDGwYmDFwIqBrwIDdf2oIUQRgvJtrdK5++5p7TZ+xv2vuf8IIdyHGGT8kv34frY4/p3r/8Be5Jd8k+Ph60KvUni3CwMYPgOK85PfyDsOFI7lPbQYCGxwOdujjB4vZKyL+brmWtMMBXqyJ/llyaxit/yJAd6Snsp28s1QYh61Ig4fBusxBHoDe0vuhtc5v0YamOzwTvoN7qU3/8r3Ncf2nzHywBve2Wug+bvNJXypie/3VgExgqoWoXKsfyxXATB1Ket1eVo3hS9mTX9TaS/K89Cknvg82NpNoW8nr8T9gt0r+BJDD/YmVeGgx9Jsgpc5Ijmrhi9aT6p4EF4xSDM/PQdG7kZODTxuLdBHjDkGjh1e2Fropd2+D0/kNXg7CJEV2BCvUzFe4Um+4SpNfDP5IuLhpqBF5AZXuLLsBnjEw/gpfenj5mKne+6BfoTBAIocIrMIQmY+YQQ7tJP8UjIPr9XeG14jyhax6Meav3ub9G/Tb3+QvjxQVoPSh1i2rXKkcrfV8qbaf8HPw1e3Xoqg4MsjEOoalWR+CXzyMZVLMI44NlWeJ/TCbfDB7wzZTDe8GBnLRm6HHgzgTrrTU6djE54fR+hujLAJRQdSBqeOgyC4XNezY9Xh+EKxoEEafH0Ge9zj/hV3vwiCEQif6RnCOtinUmevebSszHwTC0iRQt+Szyhf1DF9UMgKXZwhCO6x1tfob3BLRw1rgscDjEt4l9cW5/1ThfDNTUmbwTCeNJLqfsN88g/kJbi/RuakoG7CwlUKKMH2nWmeB/af8E5p04KBOZrv8ud7+KsReNMH8Eiw0yguPGznPua99IMCxxK2Clc9H3I+vqrvaw3LW+/0UGl/w4Pm+HvgAj6Qr3eEDRbJEc2CgyKcFAs3BfOy7WoJy5hCiTEeQtN4VXCwxdpVy+jMp+kXJX1NfVMpp59L/JbHAZ4GPFgOo8aT9EfkggrVFXjGwty+Qh33R8YjS3X8NpyuQfBnGbYlaTpkSxsstzcI7idw12XrVuswp6/1SZ53/DiGRD7mvKTx199jfPXkCdbAsaiXvrT4Nx/LsFUcUe8TjO9xCHQxgm2C3BRL6YY9gfUyPLplqmsvvTvQJhGs21ak71/+0f/6oEOKf4bVqAQzIMkPUYoO4givQtFDJzgU+DyuKgGbl9ok0YpgEBjYv7RVUOqm2i78sPh0Ep8Q8CnsEcw0roRJJSFR7ueQRqo3h3NAVnuMDqkGgZaQFywsSuM48DjZkZ+Dg61yQz6HHB925R6s5g1ZhLB0PfA3BHx93AyrrejGzQprSofTZ32Bk3KO6iIkwu/JBqqwG1utAvWuRtzmshdwtCWAh4HNPSBaOk9Jl8SLtOXxg34RjoVgKT/tqHsWPiQcTN2we6KDdmhwSnCSdYHLq1rf48tTZS/pI5pHwDW5JwPaHwN0OyIIbi2PPYF1pYHeTTAjdu5DtzX/nB2MCdF0AxYXPT2CvgFh/Y4JoVVrS8vmQMMvYDhsPFsQHx5qMfqRQ5sx8by0dULEGt4BLxOF5RjPsCizjB7l8Z4O3L/AHgEM4p7O3qlh1X7aPDF/9+rgAyqDKmUKZxECmo0DpvnXw2f3CTW+OAz20966g7KsTjc9uHJuED46cRrHUSWrz5R1XEaoG/rPoEb9NrTHhoXIBBy6ouheeo2W1oKewc6ciGvdI8BPvuZ9d+vU9l+WHmFyAYF8Hbj54GDCGdAm7vlw2DAR+TGy0ZWRpUKLYjh7owgnsKVZyGNZA/s9klc0InUxgUCWBUGHokb6uPW3/dKGgT55P9uP440ahYTky/0ZeASW8bELWjS6o0Ax17/UnElp7s8l5fq7YmDFwFNj4Hn15QdUYDmWLMeUjAHmU8bfB+S4Rl0xsGJgxcCKgRUDKwZWDKwY+IZjoCwLZVD6zYzQQR6BDMJYivyN71wEta37QCqIQ+iGtW8HL6TDCjhnr+EV9lhNdRhstAiNp+ET+BUfIi/4Bd+QnLlux1+y3PyIew74D2OsrPRGh2ABg4eGMmSM9nj5kvnv97Y8PgrizPc+WsoaEIaRipWwhhJlr0P5Cnw5Ey9MArzdTVoNNyiHT3jYwiVto+c2v7E5NnjdahD4TT0WoN0/k+59BMbvkDfGF1gzeRQejPw3rb74nk8bl/W7vz4JD4qP+/JHUeE7zAroRArbECi5unJ8Bd8Bqf834yf0CFbFm5wrt//K/qju2SvPiL0ZJwRwu/ETmOic2Tv4YvgtbYIIYEscBVUy2REsyTUNk1vhC3QmP7vwdOAOIoDRY6C80QYa6XoEwRwdtNLpJjq8MYXFWmxBn9Ji2tsz2UNzCVp/Unrhqyzb+5vTznITixIIV+KOvTbDb0TAObJ94MX0K/ob9qqxxoDLBi8vQRBpMPvA/ksy35a+KP1Vj4wK1d230728++4tcIz7Y1x/uy/lSF+3TONpkV8F+YVfts+1lPdV/JYBEggVZs2u73Gn2jD+7eA173YYO6GgMCk3gZaiOCA1ZgCg/pHcSjoaWEiPISNgV6mljHFxh48cYoMCQs/RYSm6wfOjAjRErsGx/Gz7gXl8maEY1EjXNBPQddCBY/9w+ft4T0X7Aki21A7hLfAXGMWVVEHIz6FfVP5y+NLhT8int/+cQROMyfTFQaUO5hW9SIjz5GE+waU45Zmk8TzC3L6Fjh37oW3GkIJ556k/YxSJ5wCE1MpUAhV1KUI2K8HBf8FQ6QvLakXYbQejzsorNMhrOxWU4B8j/B/Y6nGDt4NmY5nMLMB46FHLnG6/PsW/LinMzfZwDLxk3MSgEnkavZI+Sa1RpCreMpAXOc8C23UoTpV9aAANo0bGR7cd7eCLd7FqdctJjRw1nIM/7tjJnJ3GpC7iO9ensr72rGDXebnwsR2zkfWoqIJBWI8R2AZvA87XxW26GZiGMkI3nCNruJbx/kHBX4EpexdTP5WIOjzznm1+1OwuPsxYJT1mtAsMlmEBNnBJu8/w6ALY7bemhQb0YJHoGMJlWwPkIu2Ep2NkAbX+RVJ2lMk9byyDukeGiWwMwbheU5pRWQ+eci9+h7xC/CsjE0ul/v13Xv1/P1CaPuAidGAj5HZAeIjlY6+bU/HHn4NBAfaedXlAtCUBhwDFF5N/k8EWi7/HDAgDCNel8Ub3LhAVJtoxYa+NDTCpogNECOx0BYxTiAWCQUup6d5o+i1Scohqx8JUtLgIthGysXXyT86nM3zgUwnIASSaV1y3LHzP2FO0u8StiZujo8W4BdkT8BnRhUpwknKsx0zcuZfwPOb6ZUAT/iIA1dWCsGr278bT7ql8yaTbuck1VtYRtCdtKpQcH/wjYWdisiymiVzTFt3nzdnwp+alSz4nWFj12zLBK8C3tnUySHm39R8iLOnD+La0k+3AwKKAc4dQ9vz8e2gIsljDvH5C0yHxLAgclAXFjKO8Of6p+XuOhXEw7pQnxbs48fnv2TvkD81LaCntNm9x7ybv1i0dJHEdQJ8uVASYge3r76Pmgj0iHqP12u9+y2LX/YhZNCiopbRCE3O6tDvXnvdBHIkrpxY/lISDB1i8bxBm+83U8uHjXh26RfcjpuChlH+gMxM9FLCSJvkpGFWZAi2Uy41auz/AxfVHlIemMZNOKafkb/1KnZclinvubWtgKHoZT1iWf8YCHoobfwR0ClAFyDgulkijADM1t/VL/tyeDLX9fVk+Ekq0fX3IV2pwfwVEp/RJ9jam7Alr5FHXWLwN7tMOySV1SXM4+ajyJ0oCn8CYx1/QRta6e8veDO/wjA/bpBf/pebm9OzBgsskJR4d9IfxlWY7vAHuEKS7PzNTxYSyhrEsWsWRWotnL3/NYcXAi44B+/OXFG5b/2RAqvX4EutUi1zPKwZWDKwYWDGwYmDFwIqBFQNfLQZcAma9WL72chvmpq4C4b/5weo3qy4MPdeDh35vF2V8v+GNr0AXL2wTlr9xlYoRCd/GLdslTfDVpslt3T5vLjncCsp9Xofx59z/O8rQP+P6Q84wdeF1tHyXKoSe4Pm18Fs8R/igFR58A/eOHcLjKt/2XeqHcErmQBXi+n0OQz0Wd1g8aYHlFl4tQuC+fxMlaATEWxj7Z99H4Kf18Dvwxd6HTfFT+An/gkDmHeD5Hkxz0sIbxUyPOEANb6Hjmz38UJjoKdIPa77pw4+kCvKMwrTg2794Eaxr7XqmKmu4joEQILgD89Jl4WDJlaAtoTdZKfKFtcbUAnOSdzF+TJt8yBmBjQK5C7b008ob4dRAI8nJKHQqPdsyChA0F6ANeS/PrqXt9Oomw79XINzCE+a8gRer4ULbKwy2DjYuNVEYVxqe9PYF8zZYVw9h+GYE4c8hL05YqLrCxkbBt4Zg9McGpQ4NYAJWFCXgvSvM0HtmsAL86Y82oPmBgyDWLAvetNLbIKzpe/rdo1ebHbIGWMPNRa8wGHzSLu5AHGGn/Yn+68l8lvy5FPBl/1AP8cIvf17wQCE249u0+4i7zyBX6AdBTg+/1jFLXmFciWd8BVDzKFkkvfzELsZT4Dq0pQASQQ1C8hEFlQk5zGQZjKcdfF+tNJMmGRWcVLzUs9k/z2B9C+fTkqVsecl6iIV3Cz+6jzdGvG/qyRABoO6Ox7iwFk8Bq+AtgJtX6R0RpYbWpBP4w3oq9UC+052/S5O/DW8fxQC2k3TvWVM69trPxH5x0Uxu3Aj7c/HUKp1pWCivPJOduHcrhP9gXMEtOu2qkLMQJfTOYFTGF9KlHoz1ufCmHMFCYHeeYn4A1p65auOWktPbzRZvkpcb+MAIA0feuUVjcdM7z8fpAAB8R7it/YM3aNCRT4WrCYWFocHKWUt8xrtWIbDC35RhO4trwOOw7f0Non2fMc+Yh2fGTxuIN/LqUfTQO+uAssDYaqmrV1YNzMSJmRDEz/4mT275qWXZhxzLOcwKPG7xLLJhu4ozFBA6lEwmPAtoMFm8OJil5XB4uiVYf/+Ml14mTZHrCJ+8wcNIi7fgJztg6fFEgVKQ5HFvGKhsaR/qPdNFGeNQCBj+2Fw8/rB5xHzj/NNDDxoAFtzfUuEbX4mrWalCeKQfxw3WL98BhvYS2R+Kes6NdDbgFWZUG1559X9+IEBq2PW4NOg1U3fhlU2d6exkWrqukJvYc7DA+dnDMQFbj5JnNBKZ8HWZeslgO3K9VZtI97/4uHZyibtf6pIkIviewRQlFQI2BGENVp3Djo6qm1z25y3uYKyLneD5hj28VFrLzAmhrH7BnVS2aNJsddMKfFo2ZjIN4VuHm+Cr7XF8Fh2FmMATbgw2bA7dIfR2L1V9tWdPYK0DXfQ/Q9i3Vy7KIKJGpy6uJzTKhl6NA/deRkhLeWqNHIWbwJoj7fGVe1vaNqFthI9Jx9Du3BP4JQYAFocuDJmIJsrVfS9vE+emn5p/ORM3cBRcRpuL8lrzQwN2gD4G3FWcoWHauZk92BxIIp6fPVRESJtOjLjQRpt1K7rYf2F0vx0G4V66t7B70nuFr6JhhM4GFhY798NuEKCi7ZL60//Fa/o4NHfAW8HF4Z5Xt4YlMpz8WIZTVy2B+45+e9Fmj+OmxyK5gkx+y1TL7B2U8zIRyK1HY4p2VkPOhdFZx2JJl04IzdWuKxbA4GjO0BoUuE6XsMePseYooVCuy72LNV+UsUCBes8+Cj20dXHBInDDvhHuUZByHDfFZxldgsUljFTKj4cpe3KrbYkCCIviXhdW5KlQ3I/LQncU+VyCtXAsk66AYdD7AVMNbfHkEprOxEb98/FPZZlcnaxmVDyXGqyZrBh4cTHwJfak/YBa+nwZ924f/17cdlkhXzGwYmDFwIqBFQMrBlYMvOAYcJm6Xz/mxgf5ryvI28++dd155YBvBxedpSjCAhn7Coq1RoKfUQR5MFYVFo8KmzBOwLNWx3W/0630h3wj/wd5/iLWxQ1Wie7V2Ctwxppli3K1rnr3AmoZwAgN4okr3+vyo+BrwCfQY1xclmptwzMFMBE8wPvTClShX4u72gYBTKsQJtcIgjuO/j3S8m7Era0e4PBIOPGdrIvhuBYmP7+uc/CscGjkQcgzqLjkcg13Y6DSYEVbzvzUe/BM49O68hURRGpttisC4XH3MXv8IjhCKLc5w/JX4Rl/ur7s4YGaSXi78FnMzi3jvJD3HXfRtKPGF3rIG+GNtSgGtFitNvCY8JUJf0bXqVK4ggboDIvBWIDHMENBx8xYD//sblC/FjHEt8hYhHCKIghWOPQnBEbwuJpfc/0x/QaBGPCys2n4Yl2EnwguTE8+8r7sCXXv29IvSgH2v3bC2hWel1bBLcKPVgtSDZLs0+k7Go3UConter2o4Jd9aRUWePI2AlGtxPHQOIy4y2/1hHABb1i+rWMLYwSGHVq8RhFhBsPxKulntIsfYZQvqGLCBH95qzAN/v+FwyYM5oF3HeVHCBr++ZwZKb/8IBcRS0Y8N+w6hWJ4i9hc0KZl79EOnFjPOgbSyPsqVhSWPdiLeNln9meFlbh1hC5eZ4tOxlngvmT/2lgvajlZIkpgyc/fJe92X8jTXFB++KPWgf+q2OEWkDuEjJdP/kp7YDiDEkO27VMxyHoIqxU5FVLf0rZmajTjKgttdAmtARZynksUnCb42e6BrAzIGauEcr5LwH0XDjIrkVUBTW78ZXOBJfeIAdKGfYF1eaxHXAY4aNVx0RTWotbDChvMpF7X8/w8J+dZDOPwZjvhtVdG9qTrYSyplZ/Eolv6TvuV9HfV3WxTbvrIfMfYEyMvJQCsI4aWrRg3zvI/YE7GmpZx2RG6pDMN15V2vL0S9nVIw/hSuKl71gyMc9D1BoWV3aU8cr1mgpm0vYoAVXZWcXUlc3OaX2UdQmpHDnEb7xbMH0P/J+KcI/d7i3fMMXscX8/r7ifkHTlOIAgosb4egAHlHbxzN09alPGgN1sH6QkC4Nf+xwclY4VOCFGY/DZoxk0Ihnajmi4QpchhMi3IVdPDBZVIoowlLdxdw2sx9g0wv6n3ObOyaxF+NQhMJnyYtxItTa0Eu0OAlaZicCzETXvc3A5H5dZomnq3Djrtawy6aAMygeveBsriuUkcGHJxlP5ZbpbwBX9ZLOBaAiFwq5ud7HXMxIEb4LjciHbVw0tMOTTOAHJGNSMH9xxACIuQX1cL+gRv0QZwsA4iH15EUizhmSkOnNnpmPZ03WI5tJF79rJpL8/EJ+1ae8ZV+klaHkpYHKfwn8HJdNKHkw0D2IiAe8uewCOaISOT08CCIhazyafQRm33Jai1HvszL0NXicTVvj4qIwAP++S00N5WDRoGPDWfKgh+iNyXBpd1OFyLm4IfPzB6hMyMPsGnwkLdeFsGD+Yk1q+WfsglV8EzmNrHnd+T/cBAtnOyYVF8hmWui2QXw+M8eATma0RRy7xSzh23Fp82dODWWpd+NmqlraYvez64kI+GkPmETpikTFPzJQNxWvDKZOnClDZpcQExsjB1/+yOPCesmcWFyy2F5DWDuflJv8+x5pzzEj+17ZYxg28yc9j2iDvuHfsoIHR+9OgVlkIsEFgEjmg9tex5nNaQZuZmqc3jJ6K9rfQ3B1/iC8NuYAJT+IuHA90SEZblL6/Ly3lCC2Ahhjy+60c4028Yz3Q/oTLI2fkPUvdL9zShz0gFaleJx7IX9rXS7ypmfb9iYMXAEQa+xD5UB5s6+NxWj3l+sK+vYcXAioEVAysGVgysGFgxsGJgxcAXgQHdUYbxyfdxH+GtLBy+q+FDbeQzwrPpNIbAxaoupcfpE/iPv8LS7mMEw5+we9JveIegWMtEBMXTrrzvcAfcwAtosk+nFlvyB+AFRNgCb00GtMJCrbx4JhtcRe7ype36XD4J/E+U1LPnMB6xRg0xcMnasE9ngzC4xfNbf4Yb2y1ubDlPGsqMvkeIxbX7yw7wOFxPx11kmAlf4tr/i2iwr2mepcWkHfm1CgTgXKBg0GHYMF5iUX6JsBKlgt3uc2hLJXu22YPPpIht2sBnzfeRVpdabpOb30BmCutjhG7kfbcIfBssMRuElQ1uYOWLT1iLNx5sa1fiwruC5+PerdJTaW35qde/qeRpLdhSX1PMHlfL+sqpsi/18FUb3P82Oy1e4RUhHGvBt1ac0rt7pmaLQ3iI4TWRtp6LUQZ5zxbEDbynbO2Id8it7rfhdctL1Rthy/6oIJq4Clc87s/jOq79F39nM3daSyNU2TFeDW5/qMVor+BSalChYIZAMDh8aqjn5bX4G8QDY08PP/uMsWaEZz/q8RReaS+PURq+Ql+Vtr54+qrQQBO0z4TwbWKrzpF+hvk90DL+4RmheMakDaMQoVKE8HIfqIXc8ZY88giYeKSCDq4ZuNCdMK6w4ekOGIy1lzx3iwLG8HgQBVjTkZr75xdsL/FX8y21ZMxw20KVIHbQvK6T3Y4U+tW4zK0T5DiXtr6rLvYPxhbKkc87SfNnjisIYGEyb3RVv2MOTNtSF2Vu9wj3K7tkFA422XYKnGm3nr3VN1jOdhgfFXfQvPS9MPGbEKKyLmBkT3feHwfrMUC/I23WQ7M93hNUuunkjetBQFf68seTVDoyqERVr8uTW38ZFyJLkL+uR1TkgnpHvbhEocztK9wOFNyao/Gc5w/hNL1U/HmuxwFOy3Mb0++xpjiHBujXyGAic3LLARQAMlZVXB0K218t83c82MdX2I4nhR1uuZ9ckK+0Tllu/6mc4GlDLc/05rIRVyijtMxZG7bN/Afz4YDSRsP4vdkhTX3lB//PB4kKQY8M4gNEPlIRXaa4AfbgwG/nUwibQTnZFkDI3EVWKYrTU4Rlha8ldwFHnTqIVJfULa4+dvr+dm8BNw5HYG1jKeQEQpI/sC50PGFq2ZS90182e8puWYxq3j85sKPBIGyHOj4w/2sAWU3rWYODJWVLvAzuHXsCX6DZeIkQpjtjkOnVTCsaVVnMZsSsae8+O+CogSRuhKj4CMes3f2UEQC2CLu1QObm7sxuiHEVnuTlwE+bAQB+PqQn9kwl/YiQboPGVzDAT1wuXB3o9oNMKTAd/lTZpLMj2n5q4bkP6w7Nky2m+ymPj4GeRaFwK8TLYoZ4DsDLFjiu/9WCbB+f2XFdMDog/A76UBuEwY3F4GAbzQCVyXmZ+9X87nEvzhxc6G/SPjJzSmUQAt4NAvUIgtNeVVB6U9uVeizhsw1M6p4E0vbIQm7Dx8uWQiYGib0A+GQ/elq4rB9pGbzViJvY23hDeR2DaY9Sh5rAoU3rZjzaP3NO7iXdWq4DeipPXgxcTL6dAxmTTjSO2OuaDE0OrsBhFhRznqbc5zNnfC1/sq1FLaLUR7YtMUpd02d4gjsPBiWe4/pq4MOCfquff4sq+x5wXyifuppaXPhL/ZgMN05oaGNdMqZ1j/BCgBaTSh+hWQTEfXBGkpQx1+RK/+AlEe4OBY+OdeDM0KteqNaUC06UXnBzbl3tHanB1X5ZUq2/KwZWDDwIA/frnw/K8qbI+7HBceZquFqPm8aTq+nW+xUDKwZWDKwYWDGwYmDFwIqBFQNPgYH5WzbcFz60tZbMtybPO3lwsSrTesdvd7+SfcY6ViOFWNro/lkvaH+C/8J+sOwF2zS/4PgZzz4m2qecOcaP4Jd8Ak9Ni2IsF3Fl28BXa7AU7WBCRwGb38oOiDELXCn5Ax59XUNriAFT1qPsESyfR6988EWxFm469q3cvMf2Zu9wYCWq+0uYrFp1TQPe4eAlNjDW4bISX0a3wiDLoMphEHCC7xgc8CunAEyQBpj3S/XCc+Ahia4e+0i8e/GCzRR+BbyRVks8eMVanfYdbqDh3Y4I40aElW5zNeJ6vIN2Npu/4Xa1CJz2e9+Gp6qww30T5fE9gg+GhR9KAIPNoWvbHgY6lm16zGsb3IXrGhR+scem1320bSs/Rd5PuGzUh6xooiqc44oH0p/hm9F2lR9mP5RXtdEwCjyO9LNpQBnj8o9sieceproXfQRUMCvFJ+BFSMnZtEIrXsKPjpc7XLwbR4MHhDabBuUKXW9jCKEovfB0NeBByENfSVunvc1IPJrjVx9KvUrPtdtO8FMnlFaGna5W8SZqe0snQFj42NKZgNvrJZDjoKfEIiQkT2Qvrd4JtlrEYmyEocgwIAOBvygdWaqWiBm3wqsT7wXXx7k+zzvqzljtmKjRla3QI6+YkCOMCBN3l+yPrIAWQX+HYZ08ZYXayiDKkHel7USg/YZWVwQqbuLBAVC0TN3qin1iuzr6t8ZXSNeJoRJRoTEekOb5BPmjoUmyq7mK36h2sFfvyLaWOzxQaEGrADjyIuYTq2JtE26lTbFlq3N2+wDxKF4Q+OlN1P2GOzxljJGz2c88kqTkfcPvgT9+Q4TFY+nLuipv6tlitZt+wzVyBuR9I9bNQ3jPcn8zE5W23qe37Stm6nn/kjxmWqR9FPZuMDRsd/RpEYSHTD1/pN24Cic/40HhdR9yuetKOrLtxR1jvkJUeO4TXgmwbeXZDoO217kuSiQRAEcWQH2TBvqzGcqPF6l3LhY/lBIiyNjPXBDvyFjld/ZHFYuQO+jdVtlZ63atya/Sdj2XDI/bx3ypf9An3UMNCsnhyetx2XFi2zvH2BecMYCTUh8SjsujLtYTKh4Yny84Jg0xVYi7/APCf95857X/+YGJbPRi9iyS0ArQZz97ZpyjpZPN2jHlRszGtch2AHChBiGT0o4TvD6kpjfEPQYAna25V2bhRqe4hGAH/Gc3Z3TEs/NoHWTiQaBifY7T31AIjwvMwC3RC4sLPfzQPznH/cAGU2y1nBROgRuh83Q4GH7FWd7dXMZtb2q+lVxsItTXGF7QalCgpGUp/rs91KixbeIi4yFlpo7W3ukC3IAjXXf0ErPCfhZKk772IY0y6YIG0jxNexZ46sCgBqW0QReMqxQW481f2BeYAVX3yRvhgZrAeyb4iiieleDZvOrh/ZVjHh0VrIEYf4jNwNbh1hhX4Z1WpmisYfge+G1iLvwHG4f2q5o2p9vS2CXvFCNMDCRa0GbDeny3t1t15NSiKZ3WniT+DuEqLBWmG84pyMWsH0jUVUE6GlENwsF/sMDqBz520m4ODimN86lQK3EoXwwVy07zZRHGxL2jXfqNg5AurdWemRG1z9IBqOa1f/iAiwAEDfORRT4D5w3KJY9YIHRoIXW4T3ER0Mby3cFdGpQ+PHMrmhKKwFtsG/x1gJ8YDxQsq+HSomCQtvXDLe4mgJ32Ku59THU61JZIU3OTb7D5YX2XcY4I/pm3VvUd2ls9i4EeunBMGtBc7tjXxIqXQZyz0UVBnnEjTP7N9z2PbAMn34k2boSBcU5sSfP2Iq3mvSuurTjnaalLnvPkrj/bPoFyxSGjAbcI41GacLEx7lxgocVnH8yCskRff1cMrBh4Bgw4AHxZx76a9u2rx/5luah1uvJ4vV0xsGJgxcCKgRUDKwZWDKwYWDHwXDDAetMVqd+ehe1bLDL9PtfCMNaD8h+IlG/VrE/5FkV7P1sSyf+S+ctbf/MF63eqabEeblCOb1Cm1hJ43P0aIcyHCCV+jkD2o2a8+D2CQN03wmRVMIhAeJp+yzcwVsQjvES2LFPI7Le4zOtYDyvI8Ds7QmNfKBxEoEHtNTaIxVosubBqUqEdC9GOvYO3239r+vN/Y6/T9zAWw2IYhnS3fRs+45vUQYtSeDjsKytTOZZy8pSiHS7/aBYUiasc1CE8vAO/ShyUo767/Uym386Qzxv5Ox7+g0evwaF8DV/30hZcM/ejHlASeHzx78gI8LLI9mPF/TjW5giVeulKxjyuMuWjhCbhyugpjRfkIc3BY9L6D2OMvsVLZvc+zHraeYtxEgI6eaoRbdBuxfOgvE3rI+0YrBF3lAULZr7Lo6/tj/U02C/CP5ZWhQ+e6oTRwq77A9u5oYwx0K/og6NWoNBrh2KDsEvDcdMtbzsQF96TfUdcacgRYWK2u9O6Gtfr7s290RLWTd5ahC3wpjG+KW5f5VpZmbliqd1X+JN2dDSS4uyzCNWUj4CPEYvRCdfkHcKWLUoh/YR1onzJ8HWFQdqo9FH6sHDRuzn8k36gR41MFKa9/D3I81XwQFoEhUVAKHeb8hk/4nUAfBc0hwvKsy8KTwJu30grUgNaijG0Q0B6jtLFBkG1lrIjxj4XwKDAWvfCoXvqaDXl+/PLc+gp1/YL8BF0ei1/9btFVsEYqmXpbkTg5t7TMcaCEuC1BlLSl3Hy+plC7h2sFxkVFHIZw7E0ETxxhGUd7bq9+BQ2KUK1DXBt3fvYRArWHHOg88BikQIijOUoefu6wJ1SIndySz6M4pC3dS+9g9tvtmhEWUmlFqcFo98Em8+r/MIS7wrWIQdt0SpMh5a63ZPm709wC7yxvzKW4U5ZXnwUZBgDyxgALAHAEkTIqVDb1fHBSiM43byCPO0d2gnjLObnnrn2/IK8NrQh+Tk6APgM5/W2K7halGUdRLd1gGdt5bSY7jNHf84Y/wtKJlf6Wqy0lT1FLkONdJ2+h8G2qcGxSZiuHMQ1rwjqqec46r30Dej1TRQBHtPueCmh/GL0RdaCrOcR4i7n54E4BR+Vh0+exBOvPrcmjHLkhWCZtUrLFo2timOuNTDUcy4xxjVc8NSgrKCUYF1FzjwPih9KKF4XXLP4HhpFYell+tMGTwstcEQAbEbccTjk2vnI0oZB4NS5ObkIVZSGVkvD5s4B3AkTIGpYXNZHz+UM6MmnCHEEggkBf+mXmJVvmJncF7jd2QER2lJbGyKA37N0B1xDml9hMALXbfcGE/xLDDi6ZcaHuRaZdm4G5SOguXvWUMoX9/4zhOjDXLcDNE47nDdnaEZ1EJ+wTcAbgedc57vKLpA5gVOKnZ0EPmvVNmHAGdEG2KE5MWTDdVzyEs+jprsr/+vva8pKjMJFqe6RimsfN7V34uiYHHroKi4flqWFgM2VdPtQ89w/uHYRWrXe0i0dZ9O+itsXcYY7aDSTGl0euCBhYAs9gYubOtTVzEs841Or9AsumOTdS1lL4A5NqC0CTbW1snl4JoRlLktYls9vujY+tXSE4Kyr82gcxdUxfXCH1l3zOzqy7rVr75B6r+Jpvt/jtJZH23CZatLfd+4HzP7X7hHd4rZhYuAuodTjer41n4eepQkGJ5KpPdYz6W3Q+HuyU0sXwSk00mVhWAbHmvsSqoIScnAwMwKD3M4PuP7PpGXSGlg8Mtm0uhLJeGa7G6+0Xc1zeb6JDpblHuKXp46MuglSmL51HwVdkOsavP+MN2omQWeprIOzbVOqkYokC2Fw8cT7uLJw0jfWlrHnbfJDk5LQMhboeDzlCci+LQN94tSc55sbTwc4K2SO8Y72uDNnDB12aLm1n9Aufkwv878xy/XFioEVAysGVgysGFgxsGJgxcCKgRUDKwZWDKwYuBEDMinl0vh5XL9EDxeLZ8scjJjDRFeOfTy/WcPFIyoCKpncfMsqgGmw4GpGrPIGXEZPH3L9c9hQHr/g+BV8g8/gtcnQ/SOMXg0i5FXxPS8DVqGERZK912WPS77bBUBhjsKIuLaEBwkfYMqepnjvg7c2wYca2UN46n+CUOyf4Q+8D7P6XYRkGNXAg1PAE5eiWBbvApfGBXx/w5wJvy9CBfhnYQJzNg5vbgoKAw7f+TfF+jY9Fx8e88kmWdIHjyNEgS6ydZeeCLEev4QOtBgfLrUOhu+pO0zaugfvcSlNHrqU3oTfIr3yR1sYMEgnyNOUT4ZQAA96vTyb9m2EVW9RHVyBy+DnT5fghdptUgXTpPOAjuZac//1DbWPpq7BbalrWFtCBv9QL3wtbkxbBOwT/UpljDMMfHrou2XbQftIhbvg0TwwBAKPcprFa+GrwjOD/9fI55z+FZ71u+BWHrxGI/Kk4BurIBGe2dcIe3uenFAteOwolMjvlqc27uR/I9DrlSNgEYyAXFmLdGCqchyujqALslVM+C4WsW+C2x+zK6DCUPjP8BoneJ/FGtJxYaavfY5cPPdg3S1rHoe4DZ1w7uFMa+g1YiA1Igzv6SPb8GKNo/tf+e9yM8uYatXc+7jkZb8wT6HnPOdbyAfhKEZQ00jfQtA8cmg2o3GUNPg8wwxVsjw0rZQLdsMXhVeLS+gRecYG758b5Bjug22EkTEkSj1pB1Mcgnf7g4zlv7s1ZkgA0KUc9x/vhjeA0/nLbfkUeGfAOWT0rFe17ahMPGVigTptcOONDKjFKvg7W3A9CI88aIWWtda14CWG6rN6Fk9lvPSJ22NqDb5lL3VdQl82fwBJf4F3juGhY2Qa1xSOh5Zzn0C8wFBoPcJWkjnni6+JfandonPToFDC+JweSfxMncn+igwved1cbq2VUClA3cR4EpyhjDC6v7FrDOdnYfG4MkcX/M35p7HFn22qvAr80nk6iCHyOetPOygf22AoqTt0BkGeicdak+O6ir0ayrjMnVH3h3gyWBPKQpbYIWR2j/GRtQsC4P/xgS89kgEJa9rSOSFKkLnFQtDNySdcEYwQaPxfG3NOtKyIxT33kIaycmjqKdBDODte/AllAhx3oIkhwZY9c49Qfmc1KmI9OyHFXzbCvEYrYIXBT8AL1sAKgbXqsx2Mu0x3ZyG3RFjmY807iERNxQ4BcHfBIDrgWR931+5JoTVttARTz1syXbwqHctK01SqctEpFVTu9GOv21z3Ho3Qx/2HXTSLg2cPhRglPspkEHP/FYWmU/YFRr8Ji80OC9oBdwQhzSBWOnRysIPUehTaPNxfrZs15i/tV+CL9gcCYDV0+h3uI1jk9U5IdFT3gNlnfTWrE/dH7UO9is9680CzEAvxbkd76a4DPE4dk5xwHAXr//BQc3G6VEuu0U04rs8nLXXF5QU+/OMS4yb8zDmcGOBsG9/aOn7kDAO0xpNonDVYwM+LXWvtIPW8QgYySlIDUJcEoy6TaO9JXLonMHfBX1btVrKMKta30NOhJplAhQItsIkJuVODd0Ajy/0H3L/FcsgvkDLRXm+Xkldt30POSbG8vXLtOCn2aBJwK/Z1DRFNHT8wcFGVBQ5tMykMzmBvnoUOyihTaNanpb+Tn5P+E+jpHOt1NP50x60ySEYzJxhhTVvaN5ah1GX55NT1KTh1zVLaWmG8kxiT84i7JNtkFQKfQuP6bMXAioEVAysGVgysGFgxsGJgxcCKgRUDKwbuiYH6tVrP90z2sGh+7/u97CGTXcGoPK7sMSyvAWVzDvfza1DcblBCn8YP4Wv+O7yQX6AM/UkU7Udcmmq5tIVh3cXCDbeuus40d91o8pfrmQ9AZMqQ1+C39Bnf8Bwwo0eUrNnjCWtgXYe6T+Fr1Oc9rn+KxRXHGXsK885dNAeY1lqZYtrCN7i5++0P3zHuOeXScPDdLguinAsmr36vn/reJ6MXLlQ8iCUFOPJh9H7Xa2XXIPTARfTEftINWx26rdgWL2gNzP0efHe0QSy8SCvHprBE4IeFbyLvxHaQ52dba6mpBzetvX9M28KPxtJtYFsyuCmkVsihgKjwb0qrXWkO2rvweK48/4purWPlFS6r4PMcbnlm/4J31WIY5haGumOf6DfdTve5CC4jvNVq00TwL8kwl/sMCyb81fvgCO+PbGmLR8gb3sLA4h3S2Sfgtcnj03rwFqFYWGQly30JX95F6ZdpQxRQ3LZSntrYfIiCx2/p2/Aj053ls4tDheM+uDmkn0uHjCcTY8NOOmugr+5VhMDwG5WFEIxnufKLMy6kBJ9/scio+XsutOL4B58fTwwX//gkrsP79AG9OyCw1ZKWKtkbCkc0teeah2k878s4Kn81fiKQVbQjfF080nZnKM84HsZDK3vGE+Mqb9gcnjYEjSQ+iTWraE3D50VZ6OI3ms/ECEgHliNMaWUr1Xir1qGAJR99hpgHyT/nOp4rW3Lv51eaR2fQPMI5FZFaZCalTGnr+DD/iv9a1kPO4i3bL6jIwTynItT0BEWFzFeMXwi4ETyRpfWux20lzPDNUYRRmtWwyblvQCFK6+YL51D6h29jyT7H93QnPAWZ+xQ1fnDDAO3WrZco92S7B4WoWGpnWK19zZtluJLf8tXy2vw1+rJ9OzxAdG6TO2A45xoibksc15WLHvPn55YuWe3Log+AfG875StcT/QLx7eRrRgvLv4ITSFTopwW4ywNHGsocg+K4UFoiBrVUPtBfVfOlJO48y9Cag3w9CrQv/x9jh/+3x8Ul6tGSMxyzq8AiVQ135QaYxmLteOwo/HQQIkGkMK9pLMiAu95zsvnzzUUDRKl/T2TqceE5dpjTPK3r3wfgkWiDYDWoKDF+OXqpmpUAsp7JzPIf6RDTGC6619tXt6hxccicUSzJVoG4oLITur5zarg6eE9lD9PBOSn+4eNZvh2fgRKE4N/i/uHHS5nnFZt6NKs1sSyb4exvndAjdCHnNPmaGE0aCPqgqBHc8v9SHUNcIhfh+mHwxdilMI9oh2BSwDOI0LmBvfMDpK9gjP3cmaQEd9qWKYk05QrzjXcpw52N9zZqrmZfvVq8wgXt2pzNlgCKySUmv2FoOfybs/30D5iBXylatAJQjkFZRvob2IgGBi4XcTrRsEQc3wnX2C5vYQK3/E5C0W1mwLH3K/A0dC9Do3TgaH5Dm3VLQus4kpIWlcLhQQZhOZSg8srec+3vpLWOoTjg/vQqlV19i/kweCTfJxwyO+5BfuXCzwHOhbHLLJ1Sd65gH78Z4ZWrVDnnkX1C74LpV+tgtCVcdfFEW2JoL9jwfXEgVOXGtnDnLYQDkLoMVfHP8v2PX5z092yNe1PtFEmBTeLf6W5xPVU3MDwOef4WGp/gCHCY7KoubgPii5uNmw4s6EdLtDoyx7dG4TjTjpAFSUAq5NEEuAy1JyWz65fn4IzY0AIWoUMtI6g3/Hylzzx46h8el4t7XrO65MVAysGVgysGFgxsGJgxcCKgRUDKwZWDKwYWDHwFWEAxkbhvxT+pfyQ8t3tt7Jftp6Nwxk+RDFm4awgK3sj6lHst1iFfkS0X/Ds5/CPfgbz+uexIh4QGPadHgj/ylkrY76XERK7P+eE0naEffAd/OqX3xRXuLmHY6QRQgS88KXwujbqOpizgsNN968Im/8TVn7v8T2OxRtK8hEwsgdt9shUqGyeMm7mo2zpxTMYyDASUqbQldKF8sUOle9RGOcFM3KEdEK8gR8oT1e+UTP9Hh4YLsNp48vh1+Bdowj4zPBmklZaKSjmVGhInpK6+fKhRq3A065snYgxSI8wuG/fJcKbtNX3wuMiU+6hirSTPL2S1jbKIb+HdiXW1ybcVJeQX2pasKEr0h7z6E5X0Bhz7MDhZfOL5gl7MndaV7tFI8oQsuNGBCly0e1/XokPMeC7Qd67mUfgiedRttjbbt6ib2BFCL94h2DR/izXzeJFqW1cJQPm9FUisPBLaVvqGNeuwgf8I0ZdAxaQl1hLjwhuW6xXe1y96rlQLEiF4iOcQomK9PvgNeOKvMYBfuyIFXHXvkYK9ljlV2Gh1sANRmq2QxCQeF88LdX+lbMwoyjjVpMdnWIDzOH1A397pgAY+YyuZ+X3z3zl4mFBKrMh03pce2YUDZE5XsLXtpNhwDbBY91uXkM+gmBvhwCcvWVjFEiSORfizDggl+cdUga0uVFdp/0sikId7pObLXIM+n+sgVN3+/KhToHJes0wZuzg/dx7wIlbDDCGwBtXoSRbGg7fRSGJvbY1/AsvWWgcvfaQ+uAZgpQH/SHQ7lWuGBQOwoOHhpQ1TRicbTKm2RYHeB5SoCNlxkfnMlzluzf0EBmQHmcfw/O2rezN0rFCcGGrdHB3SUv6yx7DKqW4760Cbenx/PXw1+XRy9EW4oK/uYw9zd1dlm1VpH/ILRzTETBvUCQbkWeNKMBMPbQY+aNQFxlbgUWYCPuyzKk8C7jCy79zuVbt/RZvJShRKJebcDsdujCi8MxjZcn3GE/S1NVQ8ePzuImnbWOA5xawKOQgAMYC2LypQSYfC6CiClWCLE07cdIAAEAASURBVMugs8aEHw2Fy0ffY+vdH6H9wGO0pjoXPMTPkB4CpwGIb8HLwq9W7OnvrayVmvfHpLGbjgXZ5T+a77BoyoKIgdDBplFQJtLE7g3huI5iENhJUzTwzoAXTaSX0DphjaDVsRoZlqwWUrTugvT83FDC7Y8tv2jv2RE8rKvLNxevur64aB53nzS7LZoGvRoBDKDEKZomEHNwcTN8y9Jt0Sx6eViE2eKSqaelPXFl8hiCiEATQeCoYJFSCqE+HD5TeBSilBbSJeg41LX9HC0xtO+eUI57oig8VbtCbaZMiNb6aplX741zNaTElFXEV+fgDZciaoFkg3r8xFs+ZQmbuJbmy8R7Na9yf2gfagQwZXECPKxWnGzPaSZdaA/4NGnZzN19YZ2AkOcFe5Z0n5pfLV3MizuwYsFe0CYKgHFNg0v2l+Je4zGDD64i6IOR5StoT7/zJM4LPq7mvb/ntVGyCIOuBzSA1HDtJyZY9qN1b20XHSWffaqnvig4t1Bxbx/iSY+eZVwe0A4ujNQe4/0YbRhwmuiMRKKBVPVwtVjag8UfcKtVNqgxteHjDXchne6sWUiF6hzznzLcDru1sV34cc+Dif6J24bRRR4TaR4DZsC1JdMeJb5t65EW9poPyYFxawMO4hodVxy6EzK/RHNszUSZu6Qr2ODyHuEUHOaUvb+l1fQ7P1TeQIiNGyzc1xRtVdtqDSsGVgysGFgxsGJgxcCKgRUDKwZWDKwYWDGwYuDriQG/beW8FGGA3BS/w/0tH+Tl+7s830PAh3rZWxM2r8JBGdVYLE3s5zmyd2zDnp5atrXjr/Gg90u+k/8da52fs4XWx3zvsxUVPJQJ/ol7Co8woEcsjieZ3Apn4BXx44d2igsfKYrwMvzlVWI8EE9/CHfg83W4e+3797F6+xcUs38Mj+x19hLWYx9CMDydlT2IzU5eoExdeZbyaoRProJMD+BPeTwIE2KuQ7CRanzrfyrfo7T3AdyKH/lrit/cJq6F1zpp2ARPbTd+HGHwMGAZ3Guw4jvwp6AXXkkRiIjrIpwJfmcejd7bJnjlDRZcW/gpWrJuNj8qbYh3Ovm9uigPqz28coUwChWsH+2W/8q/O9T5a3VlXUNT0pa8T7l7GjHJ53LrMgSe0+cQ6K/oC58T5e/ADx7TFzQw0fAHGOHft7EGlF7hrAcH9BMYfjEK0hISt6UjvP0deJzO3kWY6BaNZ+SvwgX8SnCowDF/qVfBXW37LxNvpcxUAvgYT8RR/u3nf+YSS+AdLrMH+LhaotPuHQLdSVe8xJ0QkotJ+fLiNYm994ps06s5iye9aJ517zWPHr3FPd4DtCLE3X1xrWtbMB443vH7RYWKY8/S84gAroyqwIscwfqMuFzvHn/evHwpfx+hE9aHKrTEeAZefOoX3miBs9S3iNqEXxy6J27yhW7cwrI9+wG08BZ0BK25/R4CGksWZzO2vhi4RSVtU8ZdMfx3FEY+bvrHf2tevsA7Z6+FqMogCjPFujzsIvvIUMwT67dvEelD+Kh9LIjlWbsNIwLGFuv3dvM28YERl9DOIXE3bLbSx/NoW/tZSod++h3z2mPmF+QAw++aM+izi0ytjHnW+zZZidW6Hszd+cnUwMa2j27/uWEcVYjeYMktLBF+RnhKtMS9ntOpJ0v6i1xOfMea9q+MNMzTeAjuwGeRy4gxhdwUcWgAC7xXmSYRitIJlTnAo0feM3bQON4kQrEqb5hfBBbEToIqvwgF89aH5agGdvVcBDnEwFX2xfAhsg08h+gtFxh0ne0YV3qMeZW2s0oG65c6+jOHih9v0zOdbxAW2Ut0qd8/ev2/f5CBKklLBl5aUBJRz5rfYGdloaJk+tH25eYSyfclloNa83VkqhAm8O5TJIvn95OWK5OEGiSlQ4EEJpaBPYFHXbsw8bpnsdpzalMcIDldjSWCCmUcIIgLbCYgfXG7r+hAB7xEeDky6RQtriJwO53z/Z4elT8nkThtWoWHLjRG9ntVw0CttJfcb4IFYHExA7HPGL9faaUtM1EyWqdsFrrCt3HAQXOtZeG669iXFQ3H7IdBLZ4lpI1oN2EqhEvptFeDoG/nXisS1/QqkxnuU4zE4aNS01zMP+Xp8snpa+MVsauDlXtv9BPaeLjg2bko16I6HcmJUY2Q06XVvJftUwT+BR+BRyEkE9qO/IYILp8052f4nmdPgKIN6CBROn3N72Fn6uZictHKTiw9i4Q+GkMYAutiRME5gmFr5sfADNJcVKHnm8qt8ElHLsQmBmXzeITGnUJNGmvuZzfl8MDnMz6qQNcBrmXPgY2W0zzc6UKG/YCdFHSz5MLSFiqttCyrPJF+8p56uhgfXWSxd/aj7fvk45BnH7WtDeIisXN3n5+Kn9vjBuvgicUcC1MX8xcsClosaSNcTxOUirpwO2qRdAp6u4toCtHFuBpFLpLc86MZ3SubFAiIy6RvLCeZh4Wb4BC7dQxRZ2/DR+gZml8X40fUyY+hh5Wzxl4xsGJgxcCKgRUDKwZWDKwYWDGwYmDFwIqBFQNfBQaK0rXfzHKFCi/Gu3rkxfJnfuFn7+HTl6vcwJNgL89JaxDcBDcoSU8R/CL8HdgXckDQhTC4wYV0h5B4yztdTcvBUcxT+Gm1HoUprAvI4g5SB7h8ievtD8OVEaHXNOouWtfCHDKb+x/CW4D/FzfDCD+wApQBvSMPRW7yQhQEpQT4ChEM86YocgtkmA1evDDhJr7Hvn1h5EU4MfMdwwuR9xSBL3wotsTq4Ye2De5RMTSS/a57UW1Qeyz2dHPcuz2bFtgIiCeZ4ITCN5F/5V7BCvV0hYp1cP86Bg/vcq+CP/wqaEmlA2lzb0TF229MqAyi2m9Cg4AWPp98NwXn7sGN0U/zK4jSrd6kRKxE4fe18TYIj06YwxQsAryCAfli8L/11miDydtni7ptiytgjDzGASHyBkMi2qL0ISh+rgexv5JwTG9SU6mQ1S+8QMYCxpAWAU+HoYgWg700s5GXbPzCh41iAdfBSzBWOHX+phdH4A3VyB+WT4tL6AHDnSeXKJsoj8GbYBtmo3l8ceEYXsupLecltZX3mr4EXxZ4hxh50YfYVnRElqTSQ6fnhFSRG83AzWPm2ZpbwaL8UfpZBAY+ldf6Mmh7kz2Rv4sXWOgARQ2tocMfDV1Kf8Z9/iGozZhhCyt/+nPz+FJjLGqJ98amKjhAm0UQz6PUqcJ2pV6CbZjhy4igQR7bSirw5gX4wjuklqYaXS7ievm0ARAI1qkc0p8ygGFUToLQmTr30FaDDKXIAgpFP7Q8iynCY9uM/aw1/MP462Lnvr1aV0KvtHnAf0Dmlf7qWRmN19KMBpSjMibG10fn0Bt7SAfe8NoXPPSZ1u5TbO3RZB589Bhk6u4/cy1j29RB573KRFK03j0tx7GdkPb34tAnC/7rvXUmpg99BF50Cd0xh2yd+5HT+S6wWb45mWelqzzx2XzBqeLFJ6asodQP47mXcAHtw/rSKB4ZUDlnQqNQRWoesU7DLJyUzGtIv3FPQmxoHE0cCEeBl0DUguuZSM8tVAArOGoYaMa+GzGdZhPoXiS5eBo1oV409Ika3FY/tRJsxAaBknvwbl9+FQGw+3RAtGrvDAp76OD7hj1RwB2PLH9ZB6+LRTBzJn/R6lPgzITR7H5PP5GYXgHlaEXpGgCsG2r75ebOnyJcjnaSrcpAkz1NWEz2jzjOgPACFzeDbc4g+izwpW5zFjZc8qK9dHWg4NSO72DOAsm9W9NVJCE7Ak9LTxCg2tpe3y+YIm4BsMx1AT2R/+aSpbL7B4hTO2h6GhGJXLBizzuEZfvkmlfJ11/binqqaKAL5R0fAe4zooKEBzd2oKP2PeR8fJWoZnwlVNoQjuI2gxpTrvspTLid2LmXLv1O1w32vwwOR/3vSoZXbmv+PnYhNanRxGLtjD2wm+xr8h3Ksh2eTxDEckixfvxo0Y7AnPGkPUMT7tIB20UiwlMte8FnyOZK8aauefnKKno/DrivYF8XhbBOWh0aR2VRaD6Flo1X6Mq2vh22JX6S7NqPeZQcPfWMh2cbFmNoAze4jW/QIBWGxOF9HbtqNo6pps6vtMKEofLFDhcLavht3QeAPz8eVQYp9TUj6835nn3zbjhK3SZdUDAODHy8joynLuAtdQ0rBlYMrBhYMbBiYMXAioEVAysGVgysGFgxsGLg64wBv13r8Uz19Ds7B8JBuC7ZLosreVdhMGAt3GI92mB11PjdjJXfbvcpcpxPsR5GqR2h8G73K5TTFSgq/Pkb3CcZxTu93JKLQkR5ITKNrTTf92yRpYBHq7kJb2AjPKUW18IdQsSu+xHvf8TzN3mOEKR/B0EI7iLjYrPwNBR/xNJOyyp4B7F0Db/rxfmiP8X3qPxV6eFwLdJn/pBK+LRxQ/s0zZ9pt8+by0tcGg+/gnf4Sfhj7td4ThtFcEsbhsbg0ciQ909slyCP0HaAX4f72gHBZas1NxbBXfdGaUf2hZ50EwwPW2FRodg5+TfwVPub/LsWY5jso4xRQ4eQrNlpVPAr8IPALjxN6F7mZ4LYFF/HQqYi3JXLj9UoW7xN4a++2pxvsayG/r2Xlz1gvajQpHogNctT7V/K+mJ+byovfD4IQetEraA7XRfDYxum3wIXltIqHagkwH65x4Ye0FHl9RGj0AZnaC/84IwNyGDgE/ZYi2637wEzVqiRGVgGAuEvMAjvoQ9RXAYvqhNeZRmBaBQeyO//M33nr83jx1hAU/8eY5kzPWeiCKFr6yLLEEZCTv4U2kib5nHhp7cR9OoJ4U1kM68y9jk+Elf0qYwRuYx9yfRznlw9r7Dn4yZrYcAbJwLTy4kxH+G7MppOj5DQdnjy/iauaj6lRlJ0rVulG8/12jZu4Sdv2TO+06hRt6IINFU/8YoH+/TePk3Yl0Vi8ZcpjtnINtnh2XTicOvODUJOpiNiuMXl0+HTVHrW1eBwUn6F/MI970dkaS0eA3rG0ejPCHfoh5Lm802w1fee67Vxc09pI3KZAQWUix1zreMM3mDbGLIKDONTGkMauV+o5Xi2ZRFa0BavQscYMfZ4SL5QSI9FuvQHL72ESLWIW8upeKZnWG8iFW+mXgA70fQ2oYX8iJLZBfOO5XXD26EH4xNx/+tV6pIn5U3y5H6f//yunioc/SvuAczTTFy1MtyXavm8JMkpknMrhliQgWcE4I49ZPX5rgZEjyl0XKiQz8hAoOBlTl7LfS7nWqc6YSM9Il8Qx6St69WmxX0pCHTy6dA2mKRcgnAuO53PRMTNwS7BIbx0igFNm3Z6gzYCB1gcK9hx3490aXF3W1Y3FHK1/ON7Bwg6BQDr4ner1mGLde6AwPT8B7iMxbSd60BF2dY1HegeWC9VdfDmKu1K3sKFJfC2Z5/nC4XcuD/JosR6GBx2KhHnwcN+oOyCI4Tq+vBPu6HlMP2BejspMpH3tBeRIli1M+zLewrkUru0N/CNWDVODKQvD/9EeVoCo50ZtxIFBAc5YTuUNz+/oVFtp+xRAEri7gFi121QowWqFrq48C1urRkEiFuE7aWtTuFQ6A50Xcr2t9KD6XXXKz1MtJP4GcBXgzuF9DncE5VFBTCQkZRbFpOF6rk5GWr+5SUDFbgSL0Vzhk3p0Tad0EJyUYv9O/gpfelkZg9+SFkMyk5n6lPqk36r9isDaIcGUsvEQIHg05M0KPwGR6djejjA4ULKBIwD7tWwVWsWWqOMoi3DuBBE1/SZSku2J34P+Z54mUfi1+AZWGgX9zrJJKfV/oDWqBp/1ldYarFJw6Mj+pKGmCDt7PQ9B/9H7AHgnsATE2VcRSUfy5oz2k8qc4Y3nI7LuSESC01VADKWotn0RI1mx7ng3jR+FBmuAFEerr8rBlYMrBhYMbBiYMXAioEVAysGVgysGFgxsGLgW4AB+Q98G8Mf4YM+X8DyGbIVGOcO3oiWTLrrlC8ZXkO+m3Vxi+BLd7jtp/BJP0Ho8wk8DQQ/o+5xfwMfH4EIPAJtVbL1WzzUwfvAJee0oUyZelhLIeGBvyCPDk6I3s10hQp/s8cisu0UhiEExnNbx3WPcLhD0NjiwjNbeVkvGcp4jpPfUlggBY5l48hO8OtefkvgE0af+PAbGO7D9zjEsY3lnAkzfCQEwQUXM18MY5URAdaE1z35sG2PVTD7ujYDxgpaAcMnK+6fSxsVQSa8HzOhvUaED/jxhhepkj/GSXhzjItXDAYm+J5auEpfli8XxqPQmOdy5ILrBAWD9+T/1CRf9lk6UllCgVKrgVj2CMaKEXnBOP6huUBm0EH7HYKlFotQ4YssgooWr3gzp4+2UEg+ZR9YuFQKb7CylM7jQbKBZz3AO0TIGByCFzmLydAGgC8XvjIFlHb5YjBxoKXj/JU92Za2qvzHPkJd6QxPmONncbt7GZ4nMgbkFWVvYGgFfqBUqKqBaTP+cO8YUHjkXiuPIXcFW1vGBASPZyMCqd0Wg7W/wFfVFbO4AGfipAqUnwPtLOGtwl8hL89pO8uIFTyDm4xcBdLsC9008qsfI7BW2NcjbGR/c2VK1DB7JwsuV+UQZwX+WmUFwMK/w4RYxZgJD6ITihRnyEgGDreT1G00hZHWvEhfE3v7jKHwccWpmQtbUQZB0wcvlozp8G4ZpIEP4zPK1ptsgU04pEfTceQsnoR1EVJnYshP1ssAAsZmQnEERaOd8h+UHcSftJSSrdBTwLcsNzCFTuyLCHztc83vOTCYUz4TCbAGSchSqBX2gZR9pd4LEK5dkretJb0OGlLGi6mWrYy6bNHZY0kNpohjrIKAyBBnXFzLjwfL+l97D85bPGnobXbSc2/P2DC6RzuwaUSpzEdeO6URiaPQ2LV8bnhg3YRlghbbia1x8c5xidxswFK7QW6mfKv0eduIyMGtZZXSct63u+MS+fFjNxH8MmYwfiYvPIDycIviUJED2Od5YrZ54++JkD5HZjec+3967b99YMUiuCCrmTzJmAHUAyKw4PwRr7SFz3C7sEMzAIGaQtZuc85etWrBYc7PgKMGlWkPmxbfUMETdb7rkTmVw99CMBKRk0yEekj73bdjYpDJ5IAWRcRCSSR5CUU5TH24q0/rec4/jTR3RAaZLULvEdcVOxZ8Z1g+a7oewlWgSatJlPW4C5bb39MRkreWkA5k/z9777kmx5Gk6YbKAihakWySrUbszt7SuR7e5Pmx+8yZ6ZnWcqYliaqMiPO+n4VnZhWqIAiAasOByFAuzMzN3aPM3MxY0mjvBlckM+4OFiycH+kmV2VqdgraS9ABrnjmwBB7UPMgY3GaJWHmuGxY3mOfhh8lfPjMWlbrqpn3TOQuJJ9/Ad0GmvBJJ9r0w9eYwCMWzldMmLM+5690CcGC4AAVJv49lC4XnXvzOEApLn8PLDLGBB4JcN4v7NTA0rUCrLswSjPpQT/nv/cORil6fwpJ8qOLn/ojoGeHznHVhbbw/zgG5DXB6AYG/pDO5pXcXLXDFtq18Lb35ULaMkJoG/KhNbhLB9zg7bfHj+knc7BbBwtYEXGXmeNPKj8rXfKJPCy6WoMvRxwdPfkUBaoTKB+mTv70vcQUtgaXsXoLP/v28rBV4X7WIXzW6x8mlGb8rI8IO/8Y9/KfoUjXDYUjlz+AxLrGlDza7quNjGDgyhxnfwBHKfl/Q7zk7/BHER+GWBg7RtruQCmU/n4mfFXXbbwucWR+q0py9tLD+C89beqW+4odQW5K0S1EmOGCt+RsN2BU/JIaD8EoiPiRW+71u+X9bIwoC2D704aAY8P12TQ2/8M5Gvzm0dWO/Sr/6VqqN1YDCmx3URFk3U4vBB1LoV/Vbdk97RTYKbBTYKfAToGdAjsFdgrsFNgpsFNgp8BOgW8GBfxbV3lA/jjeUOKPeW+3v8XrTf1trLhfxZfyC7dVD8g4VBJrnKLraC2E18W/rVEKY126ogRa+19zT9zCRe9beA6jnB7NIthYtAZCpoMgvppEJqgbXRVhCOS9jotc4wXiLnIcfoxc9p84/wS98ccoIj7ANekHAPs+AmpkE+RfUZ7ovW5BbooAjvLK4zAqUVGEICPyJZVKufbks5c7NkJ9TU5StsmrxLfJi5B2RA5YAn3jjbox/kj/XdN/N8df0V8qhDFcUGmP3FTFQvhBmbDKH2SOM7QrJaSyFuQskae44f87yItQ2k//CyUCbr0XYj3HiABwMDASJrtBGSNV8KzBJYweD/cJub+8pHzqJKfiUhk29xqyGDt17pFjw++6UZcFlYMNGG1otbbGEhazK+ieaoKjslzvwVf6QVotR+fxne5mwlDi8T/hSxBjiZmwfNIN+XyElUU5+sNyyuyEC7JwZLR+AfQrrrJROtKGfeBt+AoZKjL26fjr7rGeN5G36bl0IZ4sduYbzeQn+59C0sBr5pjI6qBnwl0GL2isBz8MR7pH/wOmUSl+Qz3IH4nPa7kysPJsHa8vXfLhuVYQTb8X3FGDai2LbLfDO8KMhf3M+845CRlzNl6IR/0HX2sSbpNyX/uwzsaIlpyOJS0xl+G7OGv9AL0eGy3wvDgdj0rJ+cf8SAXKt63wfjjTwAv/CI81Vz/46wPneeZ4LJDVm/S473XUHuBP41gr/1WCn5LimFLeC1ZhmJvt3mfpIc6z8zxeOQc2i1yxiWReqN8YvdYB/V4HfhvZCyw2azgoXbdWNr301yiBr+EjlPQD3ihWjA/lOfGx3F34Gx6n8R98XWPM69n1ERf6bGJ6zEaYR8S2X9gYMOs103CHKNLVvTjWXyS19pu+pu4pLw7AqcJ8iodW8HDjCPot+S06JsaRa12Hi2j7cCNAmm313QeDkAle+gm6GMd7xICyG92A8Fc8R2gJ7pwmn9T62upuWG2aw3CCbdiPblyx38Pe6FdSVl3I8T9YqzGSRKfRQ6/SyckBrbb7oHz2s/H97/0/n+j2s3aTyMAg9CDRW0OobTb+zRBwJ9oIQBD2+pqOy0443KHQgTXBFpM/G5TP99bJLCkn3AqAS6YHg1ljWbqw0PQMGF3BSigng9up4XT76fmu3meOoQbTgnJnRem94NJDRXM3ofEnbqkfTkyrp6LPYp5TpudciIvJeqNmBJxFn/PsHBo4Pxq/C6Og3Nr8g8ONYYc2IJ5T/fa60SDDmf43/uh3aM8dWUzZIzFOEq9AO2guX6zSe3JtJU+TH7C608QP4wV30GweuGZXyMBOF10f9HwMNHzuqeyFHjU62LK8MvLxNBFz2FjRWljO7uSj7wKZXxRJLrYvhqUDvBZSaEfXa9G6smNjccFlMXjMh5071TotOPnNDs+c09C9P5lUtjeNvYvqwuSiYKvAym2WCC1ddaXAsye4IHLyWVc+UpO7/WwV3jk1+vj4PJFQvxpZdqKu7JpZjV2SGM22xwcrvw2uS36/XbWtPy9Zj/m2lrkOzMfv8hHHHyj0y5q4B/7RwzjwozjVniE9j7ZqL5MiNRZdoIgLMpNz7y5LxqsxIvoorV/PnHRJP/EIgLQhuM470w39Qn8s7BQNTBckEYKakyx2xsT+d371j0fjAfuhM40fQSt3mFrxOW+1eVHpU5dFl6cebw8u4Q9vhl6WwfWIccEPNY9mFxieHoT52TU+1NL+fKfAToGdAjsFdgrsFNgpsFNgp8BOgZ0COwV2CnxdKOBfvu14sb+EL2U5YqmEIyLbCLcR/7JJXznegqXVEdnNgmVwlMEohLsOhfBMOCtdSrORfEXor4xpQoblWWmVXudK5Yyqww30CNZLRqBiGHmJsUGJm9p3KIS7f0Yh/D7WZLiRnnQZizAZOdissUXkomXGoHwpG/M1wOA6OOeP/ku5A4+/kan1bxA+YxiZS8mnpIiKLI2c4hUPZc+C0ccR6+4OhaZeAJU7TfTHtKBQj+GM8jokQFRbIvuzDMsnyo6V4w7dRyjqMejAqrvDGEaZpf2jWkIFsjKkkvnwRK3pSRbk8zsw8+QrlQBP/BUtqoRVDtdj0dhBv+6IEnhlEwRyMmPCDijMRtzeFkbwITJOvTTK95c4axQRJYoyPuh8hex4Rb5rfNkOYy3rQvVOPxhSjbbIfUn5UNSxSD1faNqas10v5QntX1cUYEc2f+jOWsvoK8IX9nr5VF4tj6RcU1Ipa0axtGHkq2IHuQTlFrLaAUXR0L0H2sifkbG7eWFAwRalEvwZXc+Jh94EBYAqMJ5htjk3txj39cYYrcZN5XoFTxWC0eFEqWlnb7LuUOncczUO5Cdl9VJAZTjjCMXkI+c4dBc3xxuM5f6C/kJZuGWhcvrZel9XSodQL5DKR7Qhj5YbatrWQwAK+EldEePbTSXRF4QmwlDlH+K/egt+1Gmf9livPkapb/zj483U3aCbWcHPDNvKElo8VN/zsBYPx4iMNLBhwLnL8IPGcT5ipGc/9WwWGvGGq8Kz6dMebO8WbzVsCms539jpQxSven59p/v0GmOjSSWwitqaaZ8H87Pe292tlszZetFlLhjkFeaHTl0eSl9DkhafvhxvnDDiwg09g5sP4v4bozlDA2DcqAWy4zsWxylw5mMyPAV+9UHNC/K1OYRdY8XFzRPw0dX0PnDL1dv6/FQt9eB5Osjx6upfPpm0WMNdcswIFz8rgHkDTGCeBhFceOhOJydzg5CvuLQYD++z2+EfAMlAz5qn48a14Eh91nn32F5/7pP1nw4YJpp8ie0uAhVxKPhmPrD0Nz9qlQeekr/hdz9294AjPRi0tWvrEfW+i3Ukk+sViioGhS5b5SFd6KoUex7h72nhhR5Vl8MM7gBJTAU/CN15ACODf7kMOFd1xvP87L4rhgM0qUmEC+pisWEn0aIloGbyKKK6oyb6Tg731fA5nsFEYTPbZVKZB83mUZxm8q/+KjfR1V9OrDU4XrytS/wFO5OzHxYsjAQ8psI/sxsJ1+VM0ioK9b3uFPCiKIafN3CELfU7obCw9fPvccPxDsvwd3mhK3IXvcqzFTmdHMa2a7Ke1r6j0WsocMK98vnEjHIEH4koB3v48TPcW2cXDVank6uGqVVWd7d+L+lTLyjjpJ1JEXcGw++6zz5Fkc3YnkZ3n7Tx03Jvbdyq1ZtnNHqRt9qvvMEoFu30z8QCTh0jH4bGPYhykokPJgx8rfZz6wV3o53vR/64Wog5cgNPuXB2xM/xM8sUq1voUwrjVltevdTPbfpZD0eqU0UvvLjMYDfjrItuxmw+2jcOq9z2Xo27rUdP/T/ma0+3Ulir80fA4O5eFsmyBG5gninQntw+B5jbjy7ubsMvDR3rLvj2M3MKrqeiwD7yR40eHRz/e9opsFNgp8BOgZ0COwV2CuwU2CmwU2CnwE6BnQI7BW5R4MG/viMYL1lrZC3IKhUUd8hvOiyuRtzjrsuvuf8555+hHEE5fFQ5jDyEGMJL/9/Irf6I3A9FUdxY0hJ1Kv9QpqFcFvl91Cz6ll6RfyKsRECNkBo5iBbC4/DPiI9+TLkPMIZik/+VcjGsy5SL8He+MQijYFKmyfEgLrcwVh7Rcl5KtW5l+hreNJzOoPskCnyUvcZ0HnRri8xvvsYDIHKrkTBkymgTLhDB4KDLUzfwJ92V20hzZMmxzkbmimFPYjqP/0hPEO7P2JVXKICukdOGxMrBlMUIRZMSVs1f9V8hDu34VeasYja0w016T9ixDku9PspKcAzdyK1smwMiFk9uSMYamGuHQCx7MZVWDnqAbuP0L3G7rTGJnhHdLBFZNjJT5V7pgTvdcFse9uYpedleZN14wVwxHnLsa/FH8FLwQDY94TKXfs44BOZWrtGynUv+X3e6I+/VyxBr+pFxctF/DFhHR5ZPnFr5Rplj8dGbx/V2CyVLXFDQL8xpq/JR9EUHeFplacfGifRQrJajnQB35aQk56O64qZdqQpzbLhR4B02UWAY9/j97hi6Oa/+nU0AbopxTrsNyeu4qyr9lRHtIGX9enD8Q2KGL/IzPDc5Bws/fUMmZKqqbbmSJzk/BJs9hXkjv8wR6Hs69Bf91Qd4NEUijiGbm4hG8FvjUZWKPmcShnaIR0EFrOoDJuMP/6V7wtymlf6ADqzLoe7IUvckafFAiq4EyKXFDYr7Gc8VbkxyY4Au4gcVqNypS3uw/gfqbo9bOc9a4uJrGgUqbq0xyoJgbA5wowgbpZR5kwqNB3BplT5wdnpyftJd9whd2M5AmyjN0cUYE7jHP4HWz7aR2LxcNO69rNLWw/vSvwDK2bIzdcVVfPgGHjCUQDjosoYXvx4fvbt+YozMETcUtWvESYMODenBqCmRLuoMk4ZG2KiJBO4t8qGAomOAoP2CCxK0+iPa9orJ6wdJMYJlU5T6XruSVCI78CCUqSY33AljCbyq9SdOwMCOOFUzZ0WpcF0eDbpUwY91bYoicHB3nQSP4kh8UZAOKHr6G9RVunrNxGpZ855x9ckrJxmCet11MVK5C5qWeQuKmUePv8PZ2BLs5mNA2YOmxkC32pY+9sfFUTuBUoDnTpIo0CcmqiuU5rMxBbTMxSKT9oom/L4qfukvFnmbdXIDnpWYBevA7kcU9WPHDg2UjjAk7wuj8F5KvNhPPgqA2v5wh04S/bYmJvB73du6O3aQ8vG2xu2APM8A5V/ok/6/yxPntm/Tl48MxoP/VJY5Kfe6+8ECeDh8iDIVl+lOZjQQFzBebTS0hQ2607O0Iji8rJ1L1W7l89eW5DMmNRTY1/qJwcXPgHV4f/w9+LrTxWz+mIrWlmvpNvw+9Z38wUTFjhP/hDCoPY4seIwClYUnO0yFVn7kdH+fCF/ByMWD6dw/fqAJP2Mr/UN/M7amJ8bC5aNwxA2F/UeD8p0pdPHC+4tnPjLVWEH5yuaF2hjijkCsWuU1DhicOmxTOD9fepp+1uecYf0s9leMVXfiurOJHY7G1A6HBNdqs0DfEOBRuciAtjyyNum/sDNwZTdgYp7wh4TzbXYuPZfG53qrtdu/J/iFJ1mFuxZDLY9n/nh0oV5xmV5xjPz44pK89TH67Ppvt7bf7RTYKbBTYKfAToGdAjsFdgrsFNgpsFNgp8BOgf/LKJC///OXNIgjEeAP6rJwVM6GfIJXyqsGDBKMm6oCoyPE19r9BoE/rlOJH3yDxel61Esa3gcxeBmQm5RFJPIHykZWiQCo3A37TqtVNnZj1dVr7KDRgAoiXUb3/4Di5Z+QL/yAenBjqYtPBBC6h54jL2wSRaFVlua5nikB8IgMOPJX8frmJzfDRxpsP9FnoxZzyNiMdbvigtZ4z8v8UyyDsQpGMTMhc4zcSfEaBDN3FJeSigcxLoK20lEZ14Iy3jBcI667BzzAXY0/6TqMMRaUhCE4xaS0tL9Mlo18iMrLdfXdHJe5v4zrgqvkc9AOLPR4p9W0rlqND2ts7Ln/OS62fY/qU5l2eFb6KGGzlJI0kvzpHUzpsFqQg+radR4ed9eHjymNbBzPoFRIOcYRg0tDJsdYKZDlY2/4b8d8gencnn1qb4IZYw6VGPykrBAvAAOK0XeAGPfiPXGOlVnWIR4CLUNZVr3GGXifRCQM7Q4oDa9QBB/WH0AbPTuqN5CWpS+xWMXZtT5LvtnkPKUORaWc8bN75rCl+09gQvGHFbCWyxpkDcpOg6N9WzJPywlhdDAbmD5xPpIGPR5oF9z7zsRAd/OEMVSzIQN8mwGRxaK/eO2oSsnqj1i404/GDD8iw57Z2HClkpO+WBnbzYIzclTl0DDvJU7C2FK61X7hAs6lVl1e43WX+WFAPrzesOEEnYMhAkzylfLbVxv/tESo0Viu0qZWssZV7qHnqiUtNJ4IPxmaC1j6xT6g3cCqElwCB3rOt1NcwvPOjUY39K36kZHwqnpCmD8lNrjtuP5QR/E13O6Fdb9gauPLc/0DJ3CYDQ+Lde4RfeXQY6SF1wD5rYa/8wntnNbo7f55bTouxZ3QCtOIvgS94BVW7cajdt4J+zFWGy4bF1dbz6m74FcuD5dPv6MueBp9zKTre+dF4W3zQGgvr3BUYw/WPj7+1pNPDFp9hElVBKvVH7NwQKjsmGgD9aKurQ/CZKEYy5rKPBUHuD8dsBqbWeyeGNtA03F2tAxYBNOzDFGZHHgw/X79ScazVn/qKEs/WAitfzf/OxPhIyyVscxjgfCD6GQxnPyWFa7Lw2dVmwQNE/HaiTdxN9hxMqCkvEHR81cG4gErWU21Z+lBvoBTVbye363CYmxj5RKjl1gKT7B07FBuzewSS6zemUk0yi1xbIXaQvE0KJlUyZZFwOwsGirI8pFCXIrj+C0W0wWXFH/EFQALCMhF2SmpPneCmhJJqjr4uEqsYz50r+a/dIebFbo+hr58CNFfDqBMLyljuecfJ9zNLX6c83HlYmkwdfj08SNwu8ZdAxP0yIecO23SeanfEg+ny/pTu/O4DeUAPny3/53dTcZ0YEsS07Yf1hvk6Z+CSUxaut2ik49v/ShU+eY9RwpU3/rxovJflz8DbbxzheuYJ7j6YDFde/9wgBddDOADuVaez3XjC3LcTkJAA/5nx1jPTsZh+Xt3dRzhAa1QGT8+y4JVk/ItRaoTUSjtaduQkcmJ53fOtWjzWFjyn2kRGvp8ZCfYROzemY/pRetZkguCfXMicZ6laPoVNPPOc0u6+DZ+jh8TBn8fodHCH0FyU81HF5lboRc+W/Z8nEm6fdzwbmRXZ08Mn2HQmvnX0FJlOh8AKuSzyNgvwi19Cpb2gQtheCG+uEjvfssOMtwDaU2u8lqrdTCo0lzem6z54XTi363dymmf8Qejf8zoCWBh9yDjc4aXdZteXVU4u4j5IfPsVh5uf3+zU2CnwE6BnQI7BXYK7BTYKbBTYKfAToGdAjsFvtEU8O/t/M3NX86Rlyhv81D4EXHuLfRL2ai7Z5TBKIR73OYOxmYkDm138x88+t/d/OR/dzdYorpZfJlx1YnMQ8WKykflWr1KMMNTUYsSGuVJCHN4xnOUEoZ+W/Ek2A/GENaC8p8RA2K4sGgZjDyRsGxKcJMf+QOZUUIIP5UFH+HTeIR6I9cg7zc6ibhyEGmiHKauS8amwZExoLW0/DNGCD9Hxq4y+DfItVDYo6w5IF8/xGIRWaSWfdKUUlEMRahPP0WpYJ9hDIOS4uqtf+zeevdHyBPfQg6LDBuPnSUTsy1l2vZH4x8hUn5fXUQlX5EkQNsBhKbI4TYp0oyMb8GIZdYydPklB3w+K09DQYRGs/Iqv1NmXDynTDPKM+TWWhQu4b9H5HiMJTVKnkffRYatPgIaI/ftMfZR4az8OXLljW6lwhEm4PsC0kn+FjrQrvA4hjgW9AjH6b/gHRSIf/8D4eS0+lc2jQdSqKBcV6Fnj2xQ18LK/R2G9nnNJtX/iUHK+F8dx7gVn4gH3uH+fUbfM2tEhjJpVNZHjeHhLwD1aqvkhs4ZHiorV+T+N8xpbmrRmldrYPUYGhAu6KVEMDAGf4ddeyZdrE+6wCfGY50fM76+jcvkH7HJ5TsYSCFvVXehUjYeP6nLwfHa01annSFEtKFS340NZUCHBS96tsy/gdW5Q7iBn7z3KYEF08Oa3eBQc85VXIQbZnJYsATVmhr38xpwOocow+2ZZ5KX35dP0pPxYqMeooMcWwWq+rT15j+xEUQ/A/eoN8qmE3WG5oXGaT+cmAc+vJXEM/huwnrHghtpJkJOHkaU91hyL9PfmDc1ZHPl4bCM/bwdtyq856aNL8/RWZEnlGb860V3JLbx+gSdILGjj+xCaRa6yZX+k34mkb88nsYp2TMOnc+xRMdjZ6y1MQBcWAeOyP6t174WlsLfup+uy6eXqfDI6pu1o8crqPrMYcYK2A0TeLOVPxwnNT5ancBcgF1Wd7oe33nn3U86FqQ5yiLcWDCJHFCSTBBfQhWgBaINJHnerttlEdWp2XcoplACr/gqn9cPmGj8EPkTzALBZRTp+EaSjBFIqD2QBE4J4k46J7ob3KYMdPTkLjc/eBqDnzq3IdkAlAG2jueVDGt9/vpvmP2oogMmPqD4QOpucKGiVe6IMpGdKH1cat+ts9X9Oc92qB9ZVCtLGCvVD70e+j56zM4ZB6U7hdhREdNzmD8pjODVBU4NNysjFfuAWTqbZ04iKs1QAGvJOqq4QtGtm2EDhJ+qTOmX/2n9VSDaLj1n7FlpyK6JG2h74ONHk/p8DPFhFMQD9/PbU/GZSkMzF9eNFp7ZhGC761GrUCZlPjpWYnn0uKIuxGhLOjwDyTbB3IbEz3V7xrIs0vi0jxtyPsCvmKz9yDZer7srCxw56f6U3ZvCeDfDhk/RTTzMwFRMv/fwpHan/gGwDrgSkT+AoMaEnwZV2bNdK1R9RS92sOD/P7tQ+fC8YkOAfvudLFeUqmURLPyOE9IG27PoVhnJajMX+fPHA49sVx48jFcc0Cs7A3XdwAd18luOfFuTG0o5pctswI89uCduP4iJvPBHU4LCr+ya0uMBvJGF0ryvKV3yQ3bX0dPGJpkSF+AtNmoQE4K4yoPjJ4vjNk/ZvnglQdeNLvVhwCsItbIQOu6v+IAzLnPmgHzomvmh9Kx3Ve+5pHNKKX9D24x9uJj4IY5BF5nr7t94tfFTFruq/9mtnFvYr3YK7BTYKbBTYKfAToGdAjsFdgrsFNgpsFNgp8D/lRRof/NfyEBCB/+gvu/gsSItVbh1IFtV2M5f5r1uiIkhPKA0G3AhO6B07IklPMz/hSLlCbIn8hpb0fzIDVSSDMgKjR2c+MG8Ubm7RC6KvE/r0/5jFME/Ql6Ky2gOY9MuhFBT7lPeH1FUUdeiYlnZrmBHeNHksDz4RqdN8nEhk4ocJ3IZuzDifh6paEPZgCXg2v0eivwB2v8eeSr9iGIqsjTlaSqpOLfODy1pImzCT+S9KrdQ0j+6+gkvUFxgaTYjZ1YaV2HmlJ2pNFYpaGFkUPf0QSwg73n+xT4SMrgmCtwCV51DyaiRRSHzWo09imtord/VfWGzQ/5ScY4oclSmn2SZqaeoHgtSZK7KdjVaORA3c+r/kTq0mlQqqMJMIyqNa5QFivkXy7eX8kJbNzXsSwaI/BLL8uMM76DcW3u8CJLnoJvkyDdR6irrzdPq5XR5aqm5wqcqIZWpYgSNpSV6ikmPr1qQMt6Jw9wjH+2hhbm4EIwvPJVizH5B6YfR1Iyr4QnPBgdDdyI/Fa8MK/lDGMMnDcwNZp7Xv0jfKSDvG3sX18Iog41bOyO/XHCj7zyokeObS8JUR7iKOUBlvjHCF0OUZs5Ed4SuLQp8x/2JD29DJU+Yqm+94AgNwE9vqRj/6T7+mvrXCYtgdBiJr6t+6xVS6WesoEFQIySx58HB2PW6tp+kbzYmMO9oQBq0t3EYGtwPRI31oM16xFxo1zq/Gf8cy30UGuCiXua/aQdF8F2B//3Vnp7eHV/BQh4BvpX+WPA4e63r8UfqGlCir+/zws0lpPCXJdp8nKfbjwg+neS6egM3o6saJ3nXgzd6mCWkZuljrBNdmuOSAvfXdq6/4ZEu57Eapo41PRsKgPOAZXmHoZbGp873lYS91dzO26vtNH77CgWwPrfx7d0d/4ySlgHHy5HdIUj8sS51l00VFlCTp3bUq6hreOoCtU2kTk7sKhtR3kz9h/TjFcjqIlkljMRPV1jda02NUGfEt+ohkkRb0Jxf3/yJCdUPJxYGYl+UEmhDrhC6gKlhKhVaHl/XdTbA8dG04rN+hIEWrPMM1r5klxcfW66yt8pdVP2Kl3azH4FOmbqLmPjQO7JbCkfDTJx8FBj7gwVxmwo5t0XuPto33Dj7wdA6m1K24ofhYJxhlEALPHHDTp3RnVm0/Sqp9VedbVvYPNwFhStjJ7Qjrm/xDe/EJk8FnuR5fsvy2u1UD1xsejpvdZCu34FH5dOJwOq4To7VLAMJnKMQu13BrbsGvw/D05ek5dodNFqgGmv4eP038ODDmuDj7r7S9YG4yCMjgApZim8LgbTwWZ4X2NzdTml/QzIcSryLUYUji/wV7ruv4YsbPqBc3Adg8cPJri33H9wyDi9xuF07/U5e42bo/mFl4eyIl+wuvAMbO7TaPrrzJBBackM+fXi7JmY9G7vzkEetg7b33rdn2dXHB5yWwPKwY2rmo/mS56xS0mTh2Gr3Ps9TpzfQ2SPuuFmAGfeH8T02aZQbpKphK5yTI0tYPaztxVOD3RIubirHVfZnd15Pm8yp7tLqWHR0GXSmHQVO9HGcVrs58bxci7MvkDlUlylTvCvwEUifnoaqjT6Vng3/JbzBNzBsZTxBw9GPaHkKvu1ZjI1p0+HVwTE08EUpDjVfUOCEw1OA7A92CuwU2CmwU2CnwE6BnQI7BXYK7BTYKbBTYKfAToGXoYB/Y+dogl5lgMoquNddtPEmkc+pNOtwQ9wRQ3i+/v8IJ/rv3fUTBN5H5JJaQCLXGbUS1jsZggblQysGHlre6R5aOV+MLnQHbaxBYgd3WGb1HOPhw266wv0ngv8jEuMYM1Bf4phGIRXhwctg9Q3Lu8lQ0i8l5YnxAgr4Duu5BTnWcvwV9EJJTzznhP3Scm90k7//VcqrvGl9razSF9aLZRyubReUFT3GAOPhI+Qy3EcJiNGH1pzIuzR2UI5qatDkZvtRbnTf88s8X8x1yfxOOgGtWsE93iCVP4HRgLypi/fJf0cGpic9nyMbPKpYgcVBpKyfoZMkCy3kaeVtSg+pBWOiBUVwfyAMJJbtQ/cDKDVjYWhZNkWclCfm/2LSbflbtemzyPTAPXLq8JBWkHhSPaIEZjwvyPrFf0CeqAJOeql7gREoWzSRCs4LrZ8jj0RQ6rieUUr1yBAPuBEeiTetMlkrRXyMf2G436Wws5j8rZeDA5tZRuSM9vU46kFW+THzjHOUBUVKdMlf06G4khwfmwIs8nVk/Ity/O5d8MVohvHSa5iIh4RhUb/Q5lALV5KXUr1VtYeveA6c1LGiaD/iyTEuiKG12rUr5NsrHlvdvKGGSqXgJV+I70oM68CSmw0Y8FTEveq5F2X+eIXC9BGeASDMzDowHo2tXeP/84J/CYd1tPuc3XiBZ9DPbn7BWuKcgy5tYoyZD+6M9fAdXB6Cw9zpOs4rimTDFAwH1iH0C/xEv9WzbiXEK1i9aM8I52leudN4jQeV5XgawLp+vUGhPeGCOjtMzCxvMXfDYMq3Q//8NJ5pnXE+iwMA53A8usFCr8oJEwsf9ni3XQinGDyiaCYvZVLMog+kS7qXnsm62VDQ/7F78qTcpofHMZi7X5+5tXChW3LgjN96/M4nXgRZdhH1WMh2LEiYAHNWOaqVrKpT1C7ke2pqbPXeQgFioaSIOTcN9lgN9uw4Gab3upvrXzAQWZjowyG7eCSwlRTbnM8PUOI5jxuhxOepRCcKk26TVyySOxRz7mzr3bngSCKp1KoO9K7B5PXdVPWrWKMQ9VkeRc+BHXXEQB6cdFS8oYBzEn4TKSb39gk4HVDETOzkmYff09o1u8OY1GG+ld0vEDrUCOOE1vfB0+jFmTrPCmDvHdwsDu4gfITSB4XpcsNkhauGMYtG1Xem/Ytje7uM9KYuP3xQOsF8sAm7ZXRrgGtr+WfFEtGFvqCV5vfhcm4/6J5vuTrjWXEIuCcYeHgclxHvoDj/DFfQM8pG3SobsL2S5zaZtjrs+vP1ljETTj1X+U4d7PQZ6ZsRS+AjPJcxRaBwlc81UTqurB84nq4u1T70vPAvGkgNP/qaMk5XKEddQ8DvHXR0j2Dhz0eCLtgdmylTvM/lnbTBY39kRyH49LiLxzVL37mQfqe7YYeL7QTsKFof6g9yZJ653cSZfnff14dL/qDgg4bVjcXy7e7J9b9SD7vVqKZ3pd7636vLlPtMdu6OdQTSE+z46bEsn9n8MU7fY6L/iOe6TrD3L2u4xOHy+WUL91+f8bFZldYe0J1+8cNrxZJeNxbzkz8yxeouXgxsgyO8Zh/xbOOrVp/KcLHQo8DxqPtt3AcR0+OoO2vqcIYuWgi7R4O7nXl0T2r11yvKXfQRywOPbRc+gXbOb1fsNDvesCkDd9ATfzzKsPLmqZWL8vc0tz/aKbBTYKfAToGdAjsFdgrsFNgpsFNgp8BOgZ0COwVeigLb3/uRLVAwZy0Z/eufv9eVA2Fd6p/jhuGLxzEUaPOIe9Xul8io/gNp1n+iSMIaVYUxf9uX7BOZD3I+vZflQLawKKdV+ZLQWQjkkQsr/+n6j5Cj/BDh/w/YpP8DLCwx9Bm0KFRSxg/KJttXVH2SD1yKJiL8UMYg/L5oMoxT7rz6ev7cxUFZpnRQBgW69g0WiAsGFUf6YMaycyWUn66gtQZUvpNwfCrV04lIYVTeUcscBd4Vsh9lLyrfiQWJBZhGDcOIBRuufjUSsJxyvsiNUGQYZ1dDiSTqkNpahgLNRv969WX8Xsqhwi/BWT52c4I0Kxn0im5iRjF4PEKv7nfdowWFDfFU56b45CztTHGHmnGhMlzFJ7VAr1VZJkq3EeOvYUAOiNLqBhnpoitk8muQM0GvspqlIkmkfF+YXnO6xPuy6rQk3igFy4BFlUzJMAcMo1SG98j65wmZvCESHZviHpWiMseSn5bCzP6lCIcWwNEb2JgyRuTdB+KuTvDOiBfTGzcn0Ljtx7iMC3JxwC2bTNKibyLVLBFVPboM9Rn2FeODWNDR16BTGbR8FkfnJCEDJuHLNRDXjUD7DhrwSFmqilXlpCsGegcNEnUvjAI43lrpc/nDTTCm8kIpBVrdefxKP/azYzedgOJ0Rjc00H89fDeio1mZU7PhxjGdlvkJGnV3qcRsPBPvoFtPWXVCjyKT77EEjYdj5pY+hjrbOiAGhaJXL5RaW/dlzlwCXs5jZYmKcdjVD2AyDYa04tVbbHVFyj9jDBVY/IJupiTnxgkrZty398a61QiJTQG6BufnQjItfR5O98HfnskXWfeor0O5PKIj+RSYp4P8pdWuxoZuoiFl7IuMN9UnXt1NrW6fuxa7CaGnzvGAVTFz7gEmXPQwKx4yZBKcf6KNs3Ia2d7V6bJen8gPSuYFaxihPxsLsMZiDLMZSMti3tr+LT2eBYOHF5XGdx6/+4l8n2HHLpgBs+4jWuprtNQ3ul3FX/6YgNVqllUEqUSlVQuR/M0VjMvMWQ06iULOBGPHDbGENBB7131Eh7KLDAXljDVeLUYi7ACkHsuLlsoOO2drgwyfI9lJF0e4SrjdFeEeCRRBKLsXBmBZt2nC7tLjAgL8wkOnFDNeNm+nBeM8zCJLGcuJhAuy7ooPuJnoUfaMuGCZ7WxwK2JVvnTeK+FndbbntOk/YRV+GfavLJAoua5Z4N5y9wt4o8wMAF7yr02g2QAjkpkpN3ptecwnWk6I8Y1ue9TTs/vswE6qG92XoAiSpn5dWFoaeLwsftXXqYFKpFHRK/F0cTMwskNjQtc+P2L3FgyuUlWs8x9GKr7hCW3X4QctNJFXg584cpySg453wstzHOty0jIX5TaYLMZSYZL2g6BKCZvH9sF6qufpizPfUjL0q7LutDwyKX96jTsDJoSRSX9i4ZZ70gjZhcQx6jLg4egw5ZnP7xyhsxnExZQm4QIWyEXXGSzwKx9E48xHPmM6ynxcRliRGzGasrgKP/0L+FRJK9Co+MBP2CdYgMsTxJyedF/h5CZf1Fi2RPjJ8+mw7u1eJOS35OMU0H3WrhvWZpEX/BRhwR5w4RLY2QHoxxowbSMPGKrfhUKarBnAnqnUdzw1lsQInRz7N+6AdffqgXHKO9vIWRzkPe5MznX2gzVcYvPgtfm3w/Fo29JaLkqMFjYwXNkvN8bs/h0fW9sCk3ZPBEhuS/hJF0hSDffMzwNWuP3Mvlt2tF1PH9Mv8KTvk9Pc1pNS23Wr9+mz1Dj/o6T9LI2S1Tq4hx72gH3sxpYJ2i54Uej1GpEcle/UrnjvaafAToGdAjsFdgrsFNgpsFNgp8BOgZ0COwV2CuwUeA0UuPybu/78BjSHAABAAElEQVSuV+lTUpXt7/zI0FSeNXkGEgKExAPymx7ZVoeF8Nz/ire/RC71S+Q6Xv8BCaKyiSqj3Gfg7/3IiZClKF8pkZkKRgxnEnuSuKLIZtxQP2JZ2aMYPmBJddDNLMopDSm0wlPxZnxKZS2lqFLQ7i0yE8/KYHLYxosdr4GQb6aKyH7sB/vJxDXPdLWtwY5SHeU7pRBGHo5s7nomxNkRl6rI37vFa6wflYkbTlF5XlGfuqzTuqVXKQjT8yi3xv5H6Bk+wn7mfYyBMLpCWRYLOuRM8oERNlVIzMqjlZFB+xKV3U9vGvnC01l+atPyobgqb4QX4cdeoyO90B1/hxyPEHc9iq7wDTJVZJ26vl2xjNUSViu58DC091/6wH6ADsbnHNjIMEyEVBu+j8oJ+SJyzQHZYo+OInnoK+kcJewJltanvHpDyRbkj6i6ENKXooqHksI3hveDBtP1HxiqKMUJNymo02z/Fq6QyqyppxTCrY/VcTjmzKCySJe36Gf6H2J75Thlc4CKgSje5THonfmA0X9SVFHkNafMMRkjAl3YD/IpuM5YPC/rz3j+GWMC69Ao6OSHTeIbXY2jqvo4hALm6DeEUx1FeERrWd2BY3WLG3V1cFo+xyiRZte4ZpbI0kY+8fx6krAFK3BTdj2iDzjc/L371M0MBzbcYO2qW/3EuRUNc0cvc26/jQ2havX5tix97be38NRIrHA2gvRsbDhGoY8uCLpKHWdeTun7Vte59he/sqx6koxLxliHd9AVrwbHzzBOwpp5ZC4aDs5byrfNR7tp2OtMO96BH/f8B7waXVmzuCG78vJV98n095H+egJeIxbhy+zYNIu8ycUFPsJ1eaR+styXbNOy0sXZtV//hiElnjlv0JmhSF8PzgXSjH6Tv8gXTw2pzMJbBfdVbtXtdS6Yj/Cicc2a2M9Yo7Mpq6ctYVVXCmsGl0vYvb6bfHaJU6ZwaNwTurSb8fShpTt6rMENBdRrxUUnYM86Kw5gEpqB5ltvvfsJWApuXqxYQ3ZYtfoRcFx/y1OUDZiY99l5UcAGqLvApUYJZc2Zaun8qlfCeagBn5x02X1x/QQFzmjdTC5hcoDNzhyRttzrTtZLCkx2Om0wO7jrR4vCCXNzdy24kGTi82yurVjK5ufuA/ORgjfn7LiCoUCnY/fCFQqf64X4o9AxNTrxmp902ZH15OV/axeDzYNPFEHUjpvtoy6aZ2J1XqG6QRHczbgepp+jEKOZ4GlzJ1IL1enGN2Ry0d0ut37NAgCdDnxcGFi9j3sY8UNZCtfY/w2/Kvkyv62kcGwHvDHgAsL4GfP8t+4JrrYfa7nJLjd3VxTegPpUq5d1PQyDg9/SGYF02gA+uliJZff0W/rT3ZNOcOQB76SNh+rmGb/kk372c8PI3UudMY7FC0vqkR1oLsJ1yDS3++DMLc9o575X+apjYmG8TfBgzwfCMv4SLPi4ZMIIRKLt2HtGqkkImMDFJaQ+rOzvv+I7H9ccfDi44UE/96oJnVwqUflDKXme934rbLtkLatvNqPA407XNTe5EDQFauVvtVrG5Edg+i7wMw/5HH46Av8aJewH/PHC+CB+wkI/9H4AJFUFrb7Usb15kZO7b0zSTx5Lu1xLb+ced+0sfMwsy8956x9c0M2diynXaGj5rX8sS0n5I7E6dDHPTt1u/Al8pJW3GxigjUVT5lyHcLxcamUFxiOV0rrzwQy92Cix3DDH/IHXbCxIo7awlTvd+2xPOwV2CuwU2CmwU2CnwE6BnQI7BXYK7BTYKbBTYKfAq1Og/Y2ufCDCg6erPGeJfEDlT2QQyD3XAVfReENcOI4IkResKmc2pnfEEu6JV7sYe9HN9vxtj9kFzyrmakk1rIW/+ZFNlJUw1nm6JUYB3I8fI5/4ISLfHyDr+JBcyuuwWuWqKZcQUNK+1mOl5HsQ/qcx+ho9ueiTB+Ui0lBlA7InFPPzDXRHOb/c/AY8/9RdYeUZvTl3KguMlTlqrIWSUpmL0nVTyQpRABp2EYvOCaVmj3vfHoMDDX6Uly70wILhRxlGKEuyHAfnC0hT31fjR6jaURBJRmVR4q8r3evj7zFGUnGODBpl4ajsE1na6qYDRGaqqrTuFE+Vw+fa5Fvf46EUevUzrs1XDIyQmUbBqlJL/YQeS8Ojymct/UWlTW4IZqa0zE/1NvfwgRaRunRPjGDD84G3ElKNcsSfwccd+bbCqnoKAy+khfoeqMmhN8SOjRwrMb5VfmswY/hCQ+/BnECgV04B8edNpG0GUAkIBLHETbvyqTMHFrsqGY/K5Nns0GkMhoGTRkE8WeON9QI24VTBWLUBtjJ32oA/Dgn/h7vi9fvIYFWCoyvRMnN2jgvTUEr6WN6jqMbFqyeqkpM0jdTldke7C5a6su0V/TbClCsWr8p07ZtqP5mhQ8GRX/sv+iThtIv4BXZd+EufCTf9Fp/hj7XXa6ebgciSwlXf6/qVe/BpDz3ZmKEHYeaZir1sLF+80No/tr/1bQOheqeo23j0DBNUMgM8MF3Jy4QhxCA1NGNejKv7E2+fS73UFfS8HBPG2dYqfGVsKefW+ljdQOBX3h6AGvS2dHnt/e1kn5pEQ/m8oVkH6lTXuPb2CzomjVAdh9ED3e5vHj4zyQ82Yd8aP37BU6d0fISiuWIPX8B3GreN6vDh22+9/clZyaC7BV9CFAbcMP6FhegvuG3+S8yiJ1wE9As7J2ghjZIVdss1PcuZz4GNmqUIpibyFICbEmeBAGjydVFs/gEXyfM1yFNOJFwI30gKIGfEHSguIvHJzi6JTmtncNDa2R1v0Z5HIaNyztSwqLu7vxSl+LZAaFlp7QQd71iEjWG6Ht11hxIYusoOr0P5KwxC1ZIfY9HuA71KU+OMGtd5YCLxI2B45KTiDqELXE4k8dl2Qx/YNz459a+N2McZpXwO4mKkH/jgO+ACmDpXlLO6150YOMmXNry8hNBKXiJlIhYmeULmZqAcUZ4ab3l6l/izvqlJXUqcJ27baO2eEPThKTW+FNaWyiU0H1gsLOPILiP6cTrq6lpXCsCgz3ZdcjQ6tYLPOGeAXrYh/VhQexRogde22HWFdpZqXXiAtx20Wr3wjAbueRWMGlq4tR5UaE8jaxt8ecSNAjue5MPsLgI2KdSy363usv9UtjtmhK9H8ddhATrOTMqju6l0Y+EkT55U6ERWqaYEF+itL3K+2+LFxNfytQo26JxhBjwKPGLH3nJk3oDf+ngSEK7bOIRNedbOVuXcpBt7MZ5QiA/068Di/4iP5IWdM/kwptb8gQRdblPmLrzW+HBq7VqLJUNH8dKVsvMK8cIPb7FD87Nf0A8umi7ObkCpTRdnvpFm0tu2wDI7Erlhk8cC7ofju8xZeC/go23Jrk7r2ehskc+VAvFWsuqqPmVx8dPFXWbGAudj+6b7NWdhlq6WI/9T/fe5gNgL7RTYKbBTYKfAToGdAjsFdgrsFNgpsFNgp8BOgZ0Cr4UC/i2P0QMyEAUluvLskCmsykPnX3P8iuN3iCawLkLJpqVhT8xHPdkpY4iUQAWLf/JjVaqHyFgaIixYYmXKxvT+A5rAMhhlxOERZxRMy4LhCPKKVSG4EiWEG5YrBYW1foOSspB2PAOtk3IqdMWVJ8rgEfe33Yx1oMrgI+67r5H30F+HSQ+ILUYulUIyWkmyXwbMGvVquaB4WZAzddN3kQfTD7j6XVEMzHgdvFHetCnzSz63VfC1Oil3wggEWdhAWLo1MZV/B1+xYUHFp/yIvEr+aqld1dnyXMWz6Rar8/B+dzh8jEL4HZSNSNz00OfYQCdQsjloS5l2tHrf1Fk42/FUG4KeEXRdMkStxxmfelgdNdqjnx1VUXKHBo5xysiSni2vkpeLVaUjZTpjAudAPhm56IpynU0a0Dm6nQha1W4UDZ6C6VUeXI6T7TrGJfBqKRTVAWCYiOXzYozbCQSQB/cq6JSfq6BrdXgm1S3wZn7LkwwWQ346Prru4+6RcxPyfgfRirwfYoId/Y6MvCgm0q8vKRuW/kIIdblGpzETlvQJeoYbLJzjq504xWxEkH+je9iaD79y7TPrqFrsjUje6UvoEP50TtfDKIZ/KJWNebyg5B4d93lfpVOfeofUJmBFt1T9Ej/W4yahQSU6RmbqGIRjZTOKhoKL/aOxkPJrmjC3baV/tnaki0kIvBSnMigkN+XG5e24K38b3eGMFfAML6Qd89HW50lS7jL18NDSE+IQPcn8hLmFMTBqQBfjVHGCVsVUdU5h+aV6s6A/X9+GSz5k7sZz6ooHXTddHFhT9TQb+b/6pZfUf7b662wIiD93N8QJl75D4l6jm1FvYDr1rfBVQgH8zietcCkhUNSwg0CEVZE6AMZRbTsLPwOmdsi4dwHCqd4G4OitbOSyN31fuXLONcyJ/RidhQKPhWllt83Bjw4G28runR5XDioYtGqVGeJytnHFqZbXdAGsdloUsrpTcLGFeCq4dTGworT1I8a9GtW5KiHPHXu+LjwLKt+rIFNRAj1QlMzUMarwVumjGwPxdPBmkiH7ZfGq5BV+XdAsbs8JO5OYbq51Z4x1q7FnVdrGUpCG/VCQCmdcLEsKbbbLWwPLPvbQn74+2j1kaj7obmyLD0UGubsnrFblbNGu6nrp3zCsNIV28iT/BnZo3DBgrr6FApgJoWK4irH9JN+IkTiFEJzPzH7Zfnu7ESyvwnNcDXwQDJjr91gZX7EeLCODdDDQNnVnArVaJrDWTuBMFU/9tAHqi8SCtU8AacCF78iGgE8ZC+Knj/jmk/5UL2+qfyz9EmlDrt98zEsTFbQd7k4OT1RoM3Gys4uOou9o7X4SpcFL+JsL6KKwH6HsksH3/KSb96tvw+tX4MT4pmTbCCIuBQ4wNKKnwXbT8LoA4gGA/BiIM+XMTy5szEvLr4HfRVT62v+0zeFHz6m9rYkoSH0Ot0zMb8Zl7pnXJmKBdIdvdzd4P9DFMVnoZ/g8yTuT8N13tPfJdPppbZ/oRzbj6IZHGZuLFtN8uDy+9uPqr9yrzDZTm2dOVdVFFmnnFLI4trOQwpzshlv82D/wYb+5rCg45c8Lmt6p7mVvxVK6xaKafujZQTexuF93P4WN9G7gzuDK9UyGetmG9/w7BXYK7BTYKbBTYKfAToGdAjsFdgrsFNgpsFNgp8ArU0CBvDIJpR1KZxW9DMgpDshGBmSzg3/bD3iNW39Jjp8jdMdNNLFqdRWt/KU3RCCyEg1nFDofJywGkaMsGtHw3LiWsWRDGL0i+B77H7OB/yfIjFBGrlhX4a5SV7xuvlfhQslNxkCTihNI22m74k7ZR+SSr0++kYa+xB/lpDmQL0r3ifOIZZiHIf0WZKur4QQ5L/Of0lcjMl0tPu2zMswpZXpkSHqYw1gloeDw0NfPH9KP/4T49h9QBmvwQP+gRNPbp1RU9qg02BBpkdpyHxka7870/xIJdF/T8q56CmRjo8psFTdsXjhCH60R8ZwNmyDbC26cwi5QOXI2Od4M/pf3dKGMLA5Ta8NV9oObFj7qHqGoQciNjA0DLpRayhilRynNlUd+iQm8HXPyzYQkbtBSF+XbvBBek6se/qhYpo6XPAns1Z9C7hWlxSkyfe5UIKI8v0JPMCIv7hfkutSvsY2eEy2lNXVsTbh+M/hvMtDI2mkhDK5sFnix9lXhP/d6KzB2NjzMRhLl9VEAi6Z4RSkFL2PRm+4uigh9vU+fbvMIHmlH3H93zFGz7rTZfDG5sQC+KD0NZZyboGHRjqyvkG7V4WYN8MMpO+ENnX/RNdCXh7d04au1KPNqCvhjXmFRjnwpJ25aAvARP7wDrDmkBDGPux/wHF0UxpwdOjbnB3nG5Ni51Yc1SPLuZX6Uc8tDZYWMqguvtx3eJW6MUa0BGroajefkV2HMKAKP4iAhkA/PLZ4vvTK3YxADRkIOzMcPqEWPnfABsbCNVV+5zuVf9Ookn6cA0IMD9HZzDfAb3vR6ks66VMbYEY8Vws7AAmzxOKczvOdnXl3Wr74t5Rk8/QF9HGPs0dGSxqI2rnfxQvKcesX2H6r9dv1MbLTHPOVchn7JtXfSE0fW4KJv1XTu8QsFsETmtUyeiYU7eiQ6Xs2KIcbx+t/AncklBFD5Rn4mCz8ALOt9GMtqKFuNAT9phEFqaXGBVyHFbhN2BtyM3wN5rC350FiIg+AgCwwhgBMs/2Suqub1/qZSu91WJBofOsMfaR+XEHysiLxTaxG2QdAGXruXmMXAAudgrUOaqPRFWeOicsWuK3Zirfowh3HjAzw7TKxPxngdCToFLOqjzQWGcKfLinuMK5RMj4gPcDPhGmBUkQ/9ATs7bGjaYk4q1YtnWBoDn6xrqc/g47U5gDoc2MaCRaF/xOf8IbGjWYBZTHXpXVQ6M9y55pe4ygyO4pIJplyUY9mMr/nHR3e4sUD7fgaOpMKkwV19A4jiyvt2WMSbc756FyUvr1SgD1hWzisfSyyss9bUKL17Jlbbs29LSWjFD+PX6vdcNKtRELfSfLAcul8wLxok/ENoyC40FqPih+KJh2sm2/MScGXkJD6zH4t8CHbgg8Wpi2enJfBzGmjw21TqkmZg4rXjxtjCn7I7cfHjno/6AzzmHK91sa3XNCmxKbctPEX7jW7pGIGwYsbCA7Rsf6b4B4uuhNhBQjdg2+7OSHf/jW5Q8QOYdqmqPtBSqzXnAADe2ZbbBZxn/CPnv7tPicPQsTNy6tn5p3/+jHneB6wNrqqBsneTtT+dLtv0rfeJM5AxJp7u8gSruADXkva3gMUOPtu80xbDeEutLSjrHExa4aHP+j/wjfohSmw+GIznkcWJvIy/ouepgq2elz9JU+ltv/uHQf6wY1Hsscbv2NSyxv2Mb/2Yfvn69xI7BXYK7BTYKbBTYKfAToGdAjsFdgrsFNgpsFNgp8AbpECTv2xyl5LStvaU4CBcxwKwQymy4q0x7qIXLFLX/8QV608jsx0xkBg03sGNtDEsdcEbL2oaglDeI3JGZI4qhrVI6w/vdcPVx8gif4gF3g9QCH9APFeUxBjf9MjBFgQOs/I+FMORPWhAo8xN2YZyIuQodXxDhA2iEbw4Q3XJpMRImRaE5T8KqUEFJ8r3469Rcv4eGuueG3MA5TKGp9OiekSOrUIE+VCUJpQveT71IHPvUQZPKIAfQe+hI5Qe/X5UGUYZrTzdBGC7M+XXxF9VJvwVpTGwF26STCWQ8imphy6BDQvLzb92w5Mj/i8/BWcNb8hPfNLEuFVOSN6S94ojfIUhi0Zfq+f5Ckvp73bXjz6EV7GkJO+Kgi5Ot2lEJb1uiXlqLRxfQtrG7JlvhEZrYN3Y/pSb/4NsWTm1/W7cXOWGjOUk5acgYh2Ru3rtCzcBYNgTd89aRX+At1bG54QiWD0QLqf1FGBMWceiMm21J683CYhHyRvbNS0Cv0+RocOrgzGQb4iVjffRFUO09aDRG7DglVLZKtLg3NfmiCAHzKmFKj0rKzaPlUIf4uYuByw+4f0DdBwxanNDRO9mCq1yeWrrmcIA5FI2zovPmZzPHGHMd+gXjrQ7M8YHrP0fHx8zl+JtEcVpeddkMw0C4vKUIM+JUx1nHLlnLNRz3aCrn2EuIIbuEUPE2bqwOEaBAgmQ5Tq5nuoRR8u/fH9KC0iVw3l5UBGJznDCnf1445jCivYAPuqE6B/IyAFdgUaMSi5vu7nbYPLEs62vBM3emtnZcf0I2fNbP2L9UZ9G/2P1r4JVqXhQ4vwi6bIPXftqDtEMVTn237sr6hfmFQ+6TJpUCQ/gxVglcfRlga1aapS8bPeyfmu3DfVntqCe8frqO93hXZTZT9CZzWyySB77wFo23rys8M510V3Ch6AUQc+TOVzvvz/Duylu0pn3dZOuYa+bgqKbZf6zkQsFsDVvDTvKQCzKiDAnr2K9prUZQDICrrD+0sK14qWikAGldGKDvTDgefV1nUXcDjU3J5SUUUbiE3tAkbBiPq41nAHN/Wgo1wxkNm9+38RP1ZxJhTaP7lxwmteaMbuHmPqzoG4QeDot1MFiA8oXdhiHTJuU5bvuIbgWcyrhZpRmXazmKHNZxVbqVU7NcjF9Yd1MhFp7ru7gidtYdstA7wk3LAN4HDnMK2PelxoDy7r+LytLcd0GLTuveiZHfZvH5QDWiCuxnY2x2utPPzS5r+aXeLbRMxC6QDO5uMtJnN56mx1ex4+oTKWgMAHpdlQLhZcQ30rbg4Zfe+cHVcurpfTAx6i7Qj57QnDwSXfaLvyFf5Wh/lN/t1rO57v1h4i+Thld5cDvuntBgX6VoPSOJVMN0IyXevD5fi9hY5KYxgPuLpgQmDBXPiA9nzF+uomn4M/EYT4m+Rm+kX8Yt09QxMpTfsg7LyxsDHFxFYsQ9AKOeyfoi/cWuZtanwAw9aucZyFmIZhmXLWgBJ0T29i+cFGv0p5P5bYK7d88zzt+oiR90l1fu+PyffoB9wx+TDvRA/8JduG7PE418/xZgzi8Uo0XLHxsUq/jzdlBbwMD88IRtw1rz2aAPK+conou7jMe+Ayi2mfSduYjfeZD1HgIE7sW3a1UHyrAnnlU+Ko+Ll4xnef4WswOKM1dCI0H7MYZ3cC3j49XbGovvlNgp8BOgZ0COwV2CuwU2CmwU2CnwE6BnQI7BXYKfKEUUILQknILZbO6D+4jQ9IqFavg5ZfdzfwLxMRaShLPEutSZM3k0boNORqC6RiRcGe8YF0UR76LPKpHdqjxwHjAMnj6B2Le/gBZCF7NENSoUC5LVGUxuqEt2XDBEelSA+0bcFZOsx2RYymr8hA1JC6QPlbayD8N73fETfeCQVGHwk+FyxiFLZaQqiuRWY5bPFPl+PaDyjrlirHghL4TBknT+GPoj/UjcqiqHUMb5fAxqKBgFB28+qqmyOianK6AlFx6pOtR/Gqt3uO9MTxrNgyFtAxeE3+65JMl/2y0LyWy1NIteeiFe+ADhjPGtT6iBzlG7qmCSFlX5eHiy0mBkaYb+LlEvohXxCOeHm/W3+ISVoWcrnixCNSiFMViDNtida/NfRUvTJTscc9NlHOOP4y8EksaC9nPPtPCULfbKpqVVlrK482k0mc05DxXspcMN7lgxHTsMAIyHB74XWGwNakAVnCqngBE1G+4KSJ6jvCLExOH+DuXOW58jv7AEIMjrpO1nNaT6cymi3lULyU1oF3kx0WjBssrnU/954zmAU0HNjDEIy46FPHU0AbDsPKqCa1FTeFw6F40Of/6vMY5BYLX6kSMvlFd24GxPqEQfHKDpTHy2ig6k18stn5sMPnoBZN6gpQWkAAjNgu8h9W4lunOT8xL04JVucaHk33AZpW0bQFh3tpPm4VRLvmxOymYflgcu7aH7N46tehfcKGdsJTkuV2y1XD/+a5+I+0AR3iFsX5DvQtwuqFmgLfGhRj3ep6VX1BgR9/3jBZv1R/4C0d/M+6odz3CbzGk0nsulsDyZOgBncxoWw+kW/UnDyVBwg1Y2bigsakGtj3Gp1kXpLP0LCqNb73z1ifC35RALhKhdbIlJ0BxJng6amQOlHsoe25mOhUlTEcsyAMxTM1TfuTNbH2liLEun3guhG2M1jzoOF2ujroQRgmiu2R9ZB/R6PtxofJyY6uUp4o3l6JBl3goRRl8N+wqWWZcoYBfXNwCy+IEIAQZILnyZoOp8A62ee9jqSk9zePuNesiHgPm+Ed2E2kmL9M6UM4pVDrfvuSVdDW+cNVC2w4Iml/5YFtQmvYLymd2N6lw76eJyc09E2csWnP5aMiLDT8rITm8ZP7CSXrZly62mM2zSHbETvCD7WgsAnaxjO6S2qpIBa/wU9bYVgBe+RDEYhzrzcS4ddcg/NMzgTcleHFcNXgXBO/zbMOrcp1B9Z096s6bAVP9K6ybpWE3EwfFcaCiKx8AreT95zbQ2tvwfWgm3XjKJOKE318/YXIGB2IbMxh4wcHHV7jqxE+tlpc/B47sPHGHph8D7gphYWMsx2rzgSqfgl+qwV9r5gMLyRFMWOwAXY7E1GUcD1jTLkw6Ljx+9LsXK/T0xxLbue7qV36773nL04o4fbH9hOmIuYG+XjvcCLGAL/TLIG8LT8tM223+sB4f20bqIJPuL+LymTE4sLNt4KNpeay7Bz+iUQDj8sQaWjnrOKfWSHsSbuHm9jm7xUKj9GRgO8HHRX2Ws4lBnmJB7vigl78qRniVqRaqPTfNmICespZxfIEzfxD4cbdeaUGuEpg/AviQl4fM/bz0PPrfV955YCQezagVPruEjyrhiaVevX1fif3ZToGdAjsFdgrsFNgpsFNgp8BOgZ0COwV2CuwU2CnwdaGA0gQP/85XCqHL6E7ZC6HZ1vmX3Xzz0269+QXnX/MOuQTyFeUCqANKNqC8QqULZZVz6SI6lmrGLMS154AL3nH8R2Sv/xNZDMpgQrFFUaDi2FiSkTVyosazrM/7ZyXbe74c5Fk1fJHvnpK7IStqzyJX05IzBj1488MaeD7+tvv0+pfQ9bq7OiAphVYH3HNL4ciXtRrgzjpK6YIPQo0foPmgUmj8EbFv/4HM30V2i1xtgbYIcpVFfX2odruHIqfFdXOH3PsaZfnN8efggnvtCYMbyKEVXix/NyqJKBSCBvIK/O2lcjSVphi29NPHyIF/BL3kR2SF6CgW5G/Kzr6SiXEWQ5/+lyiu8fiIzuGAzFr5qbgvjkvGUGSQ4QvxNaH8VsaLXFd69LrBRmfRYxwzDT+Gv97j+Q38g3J0IGbtswS3qe/z/zSev1tD+Nj+UQlnOEPjqD5Blo3VbizinSvo42M6hw4KYuBK314eyk4jEyavvT6go+kJTapnxvGt97vPqP8aPY0uwJ2ynH2KRncherX7Ni7pBtpGpotxm302E8JznbG4Rg+lMZoO4tW1OfNWkvnSSzknBntwKrzKIyPzM3k0auwXFORYc+sW+FqlqXLvYNSwMp91vlwS/su+yrW4qHjvMG7CWnu9hlfQo6h7qK0X8pjttqNg9pbabgGQ+uVV9SWBT30ausPu291bjz7ojjdsXAEX3SlnzpKQL5AuYTb7rfvUIb/g3eIG2TzeBLoD7sLZtERrZNZNuHOofAOF72nyVn3JWT9mFUdR6ef3KasHXXwhH5lTGFdyY7w60EYyXZS9vAxdhHNrvK2HAZ25acEl/oyudiBEw4AV+BqPveqWqsz49ttvf5JKNoLfBfjECnCd82IvphKETk1QZ5Q8msyr8NFtxETFoYOjjxGjktfk76muepRnKoji1veAMpJ4ENPMRGsnq9BB4eYHxpY99by5H5ZJGirCOWCIu0BQ9e4JPtRhWnepJSC3eKXXxMbp4G7yuRDXu5MCCoVVlDGsKmP/Hu1g9RdXFZhq08kqnqVQeLt+7lb8Qvet/6zNysSnYoaiHFIhhjvoFUWTVDUm8AJTBFz6N99kIUA9SoPbfXtS5fytXklwbDP6EQjO6yOeY+XsfY9lpq69a2o10ysk+eQEiwu3uyPoEeI92M7h0XvsXENJq294cZZfMyrtD64foumpzoKtsGrYqua1LNMtdfthevPZf/Ih4K4WFk8VwOHvVupp/Fp/PP0GqggTRcPjKMzX439118OHfIzxIRzrehWc5hGH4g9xOUN3X60PP8viwGtBHo2ZsH6LReBfeaLSLhzzVOFnwR8WQME4cExsKuinX3bXfJR21j0Z38UdU26BKCVkTdxOqE/TyyfbVPEUDD6oEu1jtBTjcYuB648RpXN3TTwAYqQYpyNTVMqk1lv1tTbC69BStyh+EEwq94l1czy8nZ2RWn1rOR8+s4eeAvmpB7faOd24Wl8eoXPRWj71cNyMfmS56/X47/AbinkU7H6Ab4iTp9o7TfDC5M4ueFD+8Y8wF9lraDt1HzKWv7fRucqd4HngwlxP4/hA5vZYvmSuNs5E7S5ic4QB6J0LtmZ1297milZsP+8U2CmwU2CnwE6BnQI7BXYK7BTYKbBTYKfAToGdAl8PCpToStUBsjjFAMjilEH0uk7l6DGiGYjT2XW/QQD9q+4Gt9E3yup8h/HGMGmZpCxLj3fIh5R/4qbXGmZkeJEhElbMeLUrntkej/+Eh7x/4K2yU61VkXcoe4jQQhmL8kfPyme93OS0SFlLdpaHXG+CCa6+yul+uVvJjRK3GaWkxguFj4o8lCzDb1De/gwDrd9h3Kiy3f5BUcI5+eyo/NeyGqr4GBexix77iNO5It8c+g+Rd/+QM4YQGikhT8MOkuLIoyLHazCogLECE5VZ91csyV+qwHV7rCK0w5qz738LfdiUgDzeOLeGotQi3aPkkhqFgAhH8Ra4YXSxIrc37FmHNeYVCrTDhLdAyl/f6HJbJY1GUJzgN0mhzCt0/xLpYv8EDjxydsPvUCj+jGGGkc6Eh0Pdwio/1G248tjIZMnPeAr6/NjTkbGCv25re8ancvCp+yHyST0logTuVLo5xuQPT+o9Nr3Ia8D9/nFgQyZ1DKqvtc5UzohuA96/OSK3RbfRI0dfO62d7Vuyn3Q3zg2Fc20A8JpnwG4tjosZhdkRD7ALY0I9g7LVMXJysm400m16USuYB6LP+6OFqXSXjiEkbZS77j+AD94VGYsjhlU94xJBO7mU+krzarudg+cJCHm/xisdzlO3gnDPeJ9wd61V8XH5NbU4d4p5el4Ecx9Y2rOtnVPVdy7u9lPdh4NomX8YU67EIH6CrmY8oCsYv0WLytiFv460v5Gy4dOaSX1RJguruJSxKBZP8DT6OeX1yPBX1hzHYMnEC4NWx33nu3DfzSObqBsZdDO9/IbZkPXrQPsTBm7xfimvF7T2SXC54Ptn1p+upgHruaJPsWB/7FAidvLcoxdUJ6GOyXrt2FxvBOKp6VT/1vFNP5CX6sCY+2bCXM5YYvds7hnQL2V8gpjqhfGdd975JJkFmuPuPwmgKXz6SPxI6VCCrPe4/RyOv2JC5QmDjS1HLBrUoDtnBlQs1CjTBoxlA6dMubVnvQs7HmZeLExKAxr9R8N77CoxC5MVwYy1ZEtw4xB4A8LKXmcCHhmwYAUPJreRRePqaLzUvzFp8lEC0/q+3Gm4sBa1wApI7BgZXvjaNTnAtSZYHxNbAF/cKnpWLGV7rIHdxTUzsahMT1zYlH11HBsUdRYOmgBOLXZXFoOl54OBFgdizxo3wHe6ZYniFHTWuPDNU9/AAw4D8TRf1eVvWN/+jNaNDwsnYk3lUQrpN39kB+Di7sDtPR1JMWlIVS+VbAl6WzZwuPFADPhIYUPCkR1rurZemCQHeC87X8K3Rcvzx0o1GnC4tH+q/wq3u/xfuVXe6xaYAXT1PXYVsZjysaULAnva8eBAvO8oS86q5e6vvJQlmoVnYDGOL3vjGizERiE+R0z48yHreHEyuOSvVttt+C9xuXstrJJ/ZbLUdfvAOOuM2cuGAHedxBrWxdyMDyRxvMSpZwIv1xp++Dji3XXCh/nBnYXU7y7DhUkajAxMb7IPG/0D09ZWu5ZXW9Kvv3QKUBlLzivQnEcu/hW7hN0zjw/dp+Ofusf8saH7Axd9U+2IKpSc8GzXt6mE98IeS+A8fdLdMC4GNjBMws7uSB1Dy/+nidZKTTLw5fEsolUJ8ttXJmlocWlXuPVYZU8jY/GJWw6IacyGgNq0QMYk81HGDxXP4RwXba895BHcoeCCqTt+EHfiA38g6bK9cnC6SI3+frylLOU9e2Tetj6O5HMhuecIZLpymr9HX/tRyYaMJ/7RBwz5KOYDqfXdRdv75U6BnQI7BXYK7BTYKbBTYKfAToGdAjsFdgrsFNgp8DWhQMQKSkaUO5yPkiEom/OZm8P1coh3uPV3yBV+HgVl1yM/O2oYgqzDbAgSygBGuQgH/xQ8RIaDsqJHETMaQ3JQtvceCriPkG8gK1mQzyDU8R8FkKVoGII8QpmTyi3qL9i4NEt+lFp45IEPv0YpRAd8ZEBRBpS6PDIb7nXLPeLyc52h7/x/uifL/wtVEFurwFQxhwxHJf1AXuVOyuitR9qv5onMHhqiPBtQcK6HH/H+2zxHgYq8f44Mj3osRscZH7XoKz2/ggkc/SdPmTQoW1VYEmtT466lkyeRL2KwEhe7yEUjb/QpRSpmruhKq432UHhB4bSsuM3u2ZTQ/xACG4btz4jL6AP7gX/FY5yqaS6+hMTAcmyZ1MvoVfWGuKweUSuhbxkxAhI15ZwLmzGUK0b3EsrAEyUAJI9yQXQeWJGuHmzEmKZ/YZyjYMVFsu6EjT86RL9hi40nqLwB4ePXlEoei05CHmQOUAG8ugkEb5pHNp3c4HFgxJJ3gpeNiioLROHNteOnOMO5plLVx1PHhf1JDnU10/ohm0+Yc9RvZccEc5n1WVL6pobX0clVV4ykrJp/o3gBXmq/+RR84DGNw7AGFgat/TUq1JjJoRyDMiE7waUkV3kydVNXyvBOvYUbbA4TVs4a71DPEV2bOgZl59Vftnp5bIR6qRNtBhZqsm70XNfwycxcMqj/wnOwIxKrQbFN+2nzpPNo9BUDcRG20gcY45mOyr26qYEx/PjqY3CzRjfEGE8Xebb5nQceOC51GaJWfOBVJcgWKgzqLpCvPyHe/cxYihEna5Ly84QNBYesV1n3gLMlLx86zAN9TCqTB/riBg+eC5sW4gF5UZZuFjYzSEf0pJH7X+Ci1+Uwd3L6U42VnoBrYM74QAHfx0Pr9xm36rLYPMR6GQvgU9mXuKghBHMRv/QGM/UFgl9dGXdAxQm7ilQg4qs7A22bgFO9PCVJN8Td7+VtlA7JpxUxyiOIoduBzzDtNybBgIK0BpvKqzeYhAt4nARd4BYmlrn7LTT+O5aGWOnxEeKuqeyGclI8dbhDVeIHwYtze+Yo9R1Y+HHDMTAABuqsTmSHEkoTFS2vMxVD017oba9RP7S8XnCfzGDUb/561IUrC5ofW074ySM+lwnYtz7zaWEJU+YZuFkzi18mV+gz5cOBfmSymXGfsHQo86HkZYzdy9qfe51+cRqwKXlGPJxggIQJrGICf9q9/fh7XXeDS10W6TUzowX8MLyd2n3R5fa7y7uWT9WYSvEB838V+J/+XXfHf/OTCLxarsuSkOIF+rIp9CzpFK3ydGYH02AMatxQLLo5PvGYuU5LgjekUKQuX+jX/H7sMTJVPOsWAvCfXON6GB53on6ZZFlhkI5SIhsFqEcLVt0z9E42KoCzw866bVtcH063potbN1uZfGQV3gY3l28H4nRM7CyacAk+H+UzFxzoKVw0Jlu3di0Z9uFc1LBexrp5mc+OMxb57I4a+w8owx8U0qoQNeMD6X6MbvNAwXxZwalUFjYXMj6umNSP66/Ixrx3ylw5L/nFV86voSawyz/OIcbhObBhxUVKZf8lCVt1p3YtcyddQln138mw3VpHeN8Fm4+m8UBdxEd5suAKGh5w7DsfXM4b99e0P90psFNgp8BOgZ0COwV2CuwU2CmwU2CnwE6BnQI7Bb7SFNjED00M0c5Kg5psKDJHZX/IGuIdTFedxq5Frrqsv+YZ8lWUUhqilDAdqQICcaV2i0od5D3KuWMxxqb8DgOTYfqAe2SW3QfIflBWIu+IYgThhTZPxgpuCp9I6CL8UT6idKMB/ZWm7MPABYfbrxtGyo+Vs+rqWIVYj9y1HwjZiPJond3Qr8wPmUxCg2lB7LUWbtRA2TKq4DLWee+gLNDS9WPqwOKT3EdkrVoMWn8U/MomreMrmiL7CmrKxzhAIjJ2Q5Zh3HVc/50D18E8N57oqKtj8kWWjSw0+XnS6Cuayk4jD4ZHDyrkjA88fxsZtCTUCpF2dOMbWapU+xLpIyxAIB5RkgL5Qui/I27Dj1g0juKA8ckK3sINd5BfmAvjDVN45iwJLPzBCSvZCRnv2iFz1+gPBbPeRWMFvZWXk9I4Nb6J1KASYrlYj4MqpI0JvKA7mkZcooNft2DtDd9HRg1sYmc6WUnbR5ZVN+O/TF6Vb0BZNqLP6PCq+BkGWguhATXWchOExl+vM13Kaqsf6A9kqLZ1xJvq3Ltx4Zo+YzzCc06y6SnO0iCJBw2/0N/yvDBHKRCVwfMM2bbhLdVrzBjprSjN46HBSlSunnCr0gDhm5dKJ0pbNvO4rtPdLGF4UDyHdt/nsTDAadC+4OZ3a6vutya3PhGT/CNPYt1mDiKnLqGRnwv3EZfNiVXNXHU3KZN/vjy/ShXlpCLUA/4ZRbC8tRLjfsKVte7zO2NkwyPNI+fd9p59v2EsaemHg3WiQx1UKDOWVjZLuaKVJXejRjvz6pJhbjVEnuhJpJT8I1ejhxsIA0u89xHvGq4Bn1sBfO5YZr2BxdvYlShOjMPqxLC6M0SmlEHTmQJU/Sr4xYzCX0xVCxdvAGpBgRg3sodv4ZIV5kQp06PVPzAIaqeAddZxC+fXdJNvBesCNhXUBpFfYdqRTn+Cy1ndQAxo6XkJ/DKYGLV0ee0z8Uvv5mxHlo93Jw4mUOpyF4a7ZwxoboxlJ93XlRqjC1X6LPQWBhdxFH5HGIKB2LObYcS/uTvBzFsTYEEeWDL4qq+cKO0/3+ZxMlA/BeNm2gkHxWLn5IJ73vQZH326n1Bh2go12LbiL3TSorDxjlRyU4590LOoDX5EXqt4UlHPgsyAWjL5WeZ2v7S7xn/PazywgqAKtX7FwjKus7EMR5HefM5f8uRtxd/DtVum5RUmd0x2nYsz9DLWxARvuB0tE/LlpNzq3Pqk3T733DA3I/3EhPnowGJyZIefbgfYyOEy+aLpVh/KW/TF6m44PgYmrLJX4kVo3SoPlLW1NBTP26kpaH3qe+8rz0XOba7wTeYW6iyaywS6Uf4u/f0YV0N89GJ5ntg0LupWkR952zHNvw3FUfrzD321mWAo74z/ze4qaDOMxKBxfMjcz0rBXaDvHNbZnl2Why+D4QZI8IDyKp7funofhTxW+rg0YSmrj68s2MIAvFSZH87ZOGO9PAzN+OhfcfmwUk43H+7gXPzgv5PO2NRcEzC2h1a/QcfVOeedKnjFPBCQ6o+0jA1cNi0ofxfc7LiBRuqab087BXYK7BTYKbBTYKfAToGdAjsFdgrsFNgpsFNgp8A3lwJNbqKYQOlLzsbTRJHSGWKP2Kz9/BvkLlg74VGyQ0ao4kZLzQFl44RgIsLvTSAUBc6IVEHDiBEDg/EjxKgfohDGCxnKyl5lsAZIxLFdkAnFIlg5EcYgWr7GIuwkNwIeBBjPOr6uPaPSSA+JylxvZt3IEt4Meg8Yaw0oyLQKRlADrS5lQ8hp6CCNNbq4zkWOSmzKjpBiV8P3oS/ySBQHCwoPpWRUQF775z4aKgO2t8335aeCRVyVR3lg8wp/DVgBd7gnX6DPrBUkz3piBEfmirRatXCSqGwpskyvU516AML2GbovFoG4lI4sH0+IKIFLjg6dpWur4Es720/2+BPGlTJaxxx6DYw3VPAOjrFZ60NwlkamAG25us0jZZcKITWI0lX4+AG8xlk+wOug7yLyg8bS+YtKUbzTWJTWxCbudH17/Qf4nnCl9Lvuqw1VqkV4Q6cZ1EQOLC9bXjwUWYLmguxdy+eRcTAekKc+egs+IdfRmMAqgJW31higxCuntE8tBZ+/8qqHcnUU92yaubHP1B3hinwFn+oboDCfPBk8tnKRM7f6boPn/KiebtDVviEumQ964g33EYZXmyFE2uf+VRPoxJOvhmb2yfWf8Pr/GP7DyIpDOXWTVYvLacw0oly0b9zp6mc2aYgv8z2dw/XbxKhmg5AKWT2Rwuf2YI1/WfPl8GjlqmnKGnZA+A3ZqU5L3QaegdU/uOkolsniSQGPh1J7f3kW4YF+jXKW/jjCe1cz89JcYVSLV+/UKpHuTfafePvSeV09CHJ5PNdCePgHI011fsYANstDKTsqrOguOjyzgTLxJoYmg2EhxoMuVG9goAmlUkdcS91yOOXIlwJhZ3CRsmnTekzpGBUgMiVWo+SdNSDTbzX/lid/jwLYXTVR41BFXFO3+qqW1/J7SdIwGUQejxARpdLfpj9iYXjFDgw+NpgAa1cJ7zLwLFmMSWaRuoBnu8+E6OzivXRAyeTk6U4aHi2THQSToew2hTyXAOXpi//cZuCtTia0wcD2uv+VuXDRMqMQXp0EMKWPKbuwyTg5294FLgDVQLpdv08hhJMVC6mDBX4m73e6K6rq43IDS+eUlne4uqjWVp6bLgosLFxVFXu3dD+B8mtkZ4nxeae3v8tEzceKkzk8aK/kQ5LymSjb+bkNXmYIN0AKrCt1G+IHws1/gOu5vy4nGK9v0+eyrrq+fC9qbjjwA21mcplndhrxgauVuJNblMAhvP0i4V6WeNXm6Ze64v//iBsQdp64IcA4unFrwJvwYM0gpyJ3Ly7hX3S7A+3d6TmwWcKP+Xn6Abta2CGXWBOWZgaw3+9U5H2by269D1HE00IN3w1/V+kc20cGLoE6FoDZDxtc0xPm3lr51xTn8u1WRztlgRcYOaQUxHGRw0aMBfj7w/+iD9mQAg/VXGi+15G2WjacpGPwdwMM8LpxwbgdbjBQkdo2ZAgng5YTCFyUFU/fiJ+7uGYU2NPoovQjDhZD+1EXEsGbPKfyRYhAkx9rqlYKy+1h3WyPpPtWLvXYH5Rj19KReOkHPEHc/PV3fGSyKSjzOi+d974KOyID6f6zU2CnwE6BnQI7BXYK7BTYKbBTYKfAToGdAjsFdgq8Tgo0+VDpb5EZbDJgXZLq4jSbxDHe6JBzrCvWbchudM0br4soghUvRJGJPEQ53jEe8Sbic07kUa5xlXideouMrLhX3vQD5JjfQw6C3Ea51mhZFTXKiUqeoVS6jEl8UjKdJn96nfh/aXVBuBimSHJkSiqPhv4XyIJ+wVlDD5QBysewvlOx4L/gv8l1NKSIF0/7KyRD0YFHuaH/CfJIrPYw7uEHmRgyylgaFx2rn6E3cnwPpW9cfGlkeLphkSn5lRw0zG8hyzXE5B+QG/4WMzMVLnj7xDpywjBLmWCMTRDHxWoyROIZKHnZFIQD8tlp+i4H4SsPb6Oow8JYGSgyUV1JT+RXuig5EvPa0xdOF/sSeMAfsTxjT6Wi3lt/D1hYf6oTwPtqFNyCKnzKVx0f2xkG2p4V/onhyvjS1bJhBVWUDuhvlptSlA3K/CQU/0P3ECA3Pnit6RzOUcU0Oo4YDGo1+0vgd1MJyu1Nn+SIF7+Sg6rI3eSvQiR4W/96EZRFm+fziLUzeoWBINrTgBKQcWWsVssHq9eOmhXKrxrs6UETODGu0uPpQEzmcWUswqmR72agAmiDJrzKLcnLUzfUI8aucmXGaDy2YqjFfKkCf8U6XkvRDvzUeJS3ACoIvxY/bFW85EllLdVqeYqO0JjNg5bHzCP9o/eY0+WhSo47vUE8NEZipAZvlUxenN204Hzj2MRAE8NK+Xief8FzeVE8Mvg42e/U/QLpMp8eZaPbwLPliKfLAaPXz5w7cGct38t/jATOz6/7vhxu2gkf0s6RDDfzI0Ja+gR5PspbPTVU1faBaxl4X/TxCR1xTV9xag0pf6dvF3h1QS6venHC0vikALbxVkiibuxM/RvRwiwyTB15T5m8p0MtP0HYR/gq79DuGzFgvNIKmI7hvaOoWUrS0KmtUlgIKO+B1nr4L2o8xEQdwl71P+4eZfcRu1YSHBm2TGfqZkH4kvuE/2u9CDGFFwU3k+Sjm9/DTyymB3cbyGR8hPAbh7NkE5Kiebvyrh3AGnjBM/jKrLVzwRjKU4+yDxeuWn+uscRUgdXKfj6sLhmYTtgqceGm3vSzOwP+iAL1b+w2wP4UVyqDlqd0wuDkBkNXH9nj8oXYntPt+qlSvEA91TMARXcgXsARi9lrg8gT0HxlcdTPvgNS9v68Ke5iKO5ZavsxOWHJeuz+2H2KAmyFd3p2lqjsHlAQry5GzS20gHGEj18QgEC6zaIrH0g9LmicvNidAE4oC417KlrU1xTBd+lzt6nwfBulNMBaClgsYNk9hgKN2qaDbb1Ln1k9MINnFbGlQHW32ufeB/1Q349oLcDfwRL4R9011rOJRRz+s5pn13+JX5HUucAFGBrwcbiiRNXKfdLlAECrjM0HVd6bp45LgO9t0cpPyRy3DxdBYVkmp2DdKDDZYRGe/gYY+SN86Vnipbg/2729Jj9If56NLhrrn/hQ8oPJeNbSnwVMnk6OFH3xHye1lEvDXJ4naSvJhwjnWpTd3fqIzTSPureuf85TPSD4z/nWRaDgPpeTNrwzDwQVRpX417hi7rM7Dwtv3GPEW0HwO8/jTqOWvqiS8pfp4u4S5g2fgsVKmMeo5IbdkyOK+In3xnDvcWOdjxc9Dkhf6QeRLXeJx2WL+/VOgZ0COwV2CuwU2CmwU2CnwE6BnQI7BXYK7BTYKfD1okD7G/+2nAdJBmIFw82djDKirFHJocxR60SE1OvPkOH8lmcoqDAuOhLDsGJfYt3KP42FYkRCDuUPhutaUAhrAaz3swl51nT4CAsz3Bij+NGaVbmmQieNh/SeFvm0QnslRBF1KA35hiRpDGZR+im7Un6DVdyqG9v5Z91882+IlrAGHbFmpC9GaBhlsS5uObJhX8HQRhJjxJY3vG+jfIK20//QSR6vH6FoUfZE/bZnZ5tSlMK3ZHf16sv9FT7l+Rv/CSLdb4zSEXfQg7EyP8NKGgOcSdfi8SQJjyTOJ0pSy0Wxq1EDVWn4EkMSjDeQda4TcudHHyBE1G2wPI01O1a3gzIxZK1ccK6jKviiqGFHnmWEAV3EUSiOGMwM608R1Sk3R5FFaEgIQHaO0Ml8zZCm5Heqq6IPYvws4LViCWmM7on4yFrU9ugUFmKQgin/lFtWXVL6TSRbER7PNCzYScrLFz11Lj/vDuA7EXozMbFjEEPuyDIpF75Vvlt9I+uXbsE65W0Nc1T2GR/7O8SDRbeALmPBWEhdiThLExDlfx2vB097SmSsnb5RGez8OP+cs3RVx8aGDa1gCYmY3EGfH5EQlo0YbR42D70oplypOEVhjlHboLHWxHjWCyZGaM7TtiqbVFVn3NrcTgUvkSgvEODgxgjdKX+GnPoIr62D4RyxCKY2pwyhDni5P0NrX6i/SjWtZZW/xjEXz3ghLu8QK0ZQHUrmpcPi2Di+sqD0EJkXSJf5AhONOo7ZisSZ+QEDyh4PxSv6rVWj0FjQh2ip3VbuO+5rOhJ8+5KESS3r1re7J4/ehTaseuDQHZ2Thb02lkTmLhFaelA+73ijdhTXtVkA5T50N87wWQEcYteIaUreKHdb5XfOpcQhfwYPJwCLakQA0YrfMJEaw/IwaW2KZt9YnUykQcC6pGZSO9ddEQumZgCf/unSFyvZGUvImyd0JKbWasSdwO0KXlbhN/K71c0pIIPvMhGzgh0SI77/x4VdUcab9SMiTO0i2yASN48G33Z9wh1U1MBw74fIgMW0PtFXlcAru+DYgTGiuHyVdMnABYewlAIo97rbhpm1NlXRNDMpDuA0ccy6gz4NFGF/Op3ft3ctnwSjB9llpMWsVs69ijR2BsWPPZbU2aGTRaWVfflzJqetmPyi5eTMx8uxZ4cMi89jXEEbU9rdP04QdsXlBod0KvS37Ium5HQicJeRLqFRKl/jQmSAJ2OV3khAhU/T53YrT71npnUsSfYorLVmRvk4MinH539wEF4HtcnGPF4cfktV7iqbiZSf1Vi97qTEpfuR3TlZ8uTPZ6Tb8FtrHXnO5UI82pmJa8S6fGKCXPhIF7+76eknLUd9VDaI29PTOfNPlc4fA/THxLi8ws+9cclb/O7EGodOpRw945TvBIqHEpxdZrxzSbTMwsebd9MVMWeMA0HttWxWmyc4nntxJ//FHGDRWyRhl+t4YNOCims+0I3X3cMHPRN4eCI9U313pn/Vb19mR5VQZhOBO4dwj4SbGlb2fLgWtg0e6PtMrXVxXgAAQABJREFU/m/5BLLRzTJ1X/TcFhjg1RXHOL/NaPMvAxd4YhnzcVR/fGTfoejuaafAToGdAjsFdgrsFNgpsFNgp8BOgZ0COwV2CuwU+AZR4CyfuESqbUBXVlHSiAhAImpAxoCcwdBXiTOL18UVF70dyptj91OUHH9ArIDlmG5sETvoCnREZqYyWEWI8pteuUkMa7BSXd+j4Y85f8SbD2lPRfA7USBoRFQWnMrcCr46NTnHJcxf02sRitxGeZbyLW6RH/WxWvwUOvwK99C/wqLwv6GfCh/kN5GX4g0SokgXy3lWHxBpXGSUyruV636/Oxw+II8ZkPWiDF1i4INSRC+QkR9aw9Mp8rqnH39BT4SJA8Fb4ei1ci2NypT5EYZvxXoQBdt0hQweeWKHfHRAge6RWLHyKYULO+qBbVTcaBzUERd3Gn+I3BO5oZa2MYSgHDLp8oQnmk2G6/UXkc44N7wdMYmjuqADQGE7Y31/g7dTrUFHFHIr3jvjxnODtWELYQJwFNlhDse0slENyLSEJgQjY3CBfjO4R36ZMigp32A6y5adA4AyglV4n85ZMawTvwl5/cRmkG7B0A15twrQKFGF79Ql23ihXPrXMcThuFEZOhDacqD8KF+ow9Da2761jlvC3NeFbHGZtcFpgOlINM75H4DJ2LfOa/CeBm7woJ5lC/BN6d663gpIrbYYk3HvyI4SHyXwiIX/gOJ0Yd7VcnpA3xa8oJMEUsdx/7zO62emCyC4lNQL3k7XSb2Jbolx2L98H50XNBVC5Nda9YLUBi+0Taq+qOtWp+/AnZPsaO2GIdXVsQZHT24wBtsU2sLejqrj4d/beNqGNLAN+QINAX2feNPQRH1gLOE1toqN/SWcKfbMn2AS2MUe/qUPRvSnXazyocXI2qciWIOw8Jy6O2HyIMmjLTV+DS9CafJnLDDHRS+gm2+smMd33nr3k9Og3ip4luK31Z8Oys0GsSBDaBeXgeDFA9Zz67VxgbGkUxmAmbT+vbOjgrZrZwFwpU1ZwXpkbDuuBp2wq+nXFcUNk9GR3QmH6TGD2OwsNJiqjxA+RX32phPwOPhG2u5wWzITp3NkV9CIdaYxE6ojtHQjY60q5C+8Csi713SydZLfIzsYNMcn3oKKlWs/dNhlIHVO6aTwsi4LX3T6KdP54jYDn5/XIClmduFT2aXVcQYJL0fN8VG4GyDclh5KD9Wf/KnXRaEY0B0mnZaUTChHLEMHGdCJ+aHKX+D5ZfsqvubMF+7sY6AQh/SKyXBC6dihgJzDS2JTfHZZ/WkMXD685zrt2V/WIp3Y/aYPe2MBqCwM/ajffJew3VNVHrU8d/PXvdPyZ931DRbaKB8HYzSzmcLeavC28sVfD7Xy9PP0aT54hNU+cBE0HgAfzU68totlM1wIbg/30Ln9220EfunMrht3Ei1HPAIwTo4TO+NYqO6muzzm4h0an/j7bo6tBt9vhzRZF+DHHb3tH3DJ4k6mI39EzLg5Fw137/jBU/xfnGD5wLv1qzU7kznWV8pdH4m5YCzm/AGBkvxhcmxA3Xe6C7/3HFtlNJ0EC/OI+RJqTdBpMJa1O+mI4zKx4Pvx6IczAOeoYs4QHgLmuebEgf6d2fl0/VnfPb76ELf1uJnnA6GKVq9W/znfbgBQ2hSS1lV+67Ih7rnyZ2xv+dzZNRGUe6L5iY/gAzsCj8tvCAnARwpjPovWCc5ztfvVToGdAjsFdgrsFNgpsFNgp8BOgZ0COwV2CuwU2Cnw9aZAyReejcNlnshhyK50IbIaDGB6Y20iRxq0pMQwpiOObYdAv4+LaKyFZ6yZtN5E9jcoQCEp39GoZuFQMbWozNIikzjBxgoeiBN5RB5lDEfMhMmDwpI6ogSkttvSkFT5jfuJjCd01bL6N8jJfoaMBnlf5LZ69EQCtsnESk4PXbzfDt3/6oK7x/Xv1aCC/fsQXa+LxMFFTjWroFJenb5oEqMzGe2jL5vOjfdyhld6DdWCH/Kq4c/Ir36H/JVY1XCLisM+Fr0YMSkCAzflpuKoHEz9B6IvyqvAwgBFWWS8N6oIfg9aIb9ToXjSfJv7y6FAw1t9i2LDGT3KilJooc+0ul+NEYxcO6EHS5MafKPspOOqPLqZrQ8jt4Rui9aXjKsVg68O+euCzDpWzyhIi3boTt4gyladQ+YiFd+CILcV2o942Mwdx+ilgBVe5YUZU9I5x+vEM6aQtxoZOiNoPemdxiyJ1bpiAIhR21tYex9n+B1LYOchKtjow+UbTEK8arSHjPXoHKgy2jmQ8agxlzwrrMplC7szMN6b7Ef+b+ijBXKeZAxPI5a4dOpwRCeEu2mN3OhM2ZdC/rx6SlW4JY6BEPq09clfCRUKldFD6Ll1mdAdMI6K9rbX2lVenS7dfs6wJC8I2X+J9Wwf6QmWfwux53sMN7dRei70jKs2TipLo1rdyVtay68YG2rtPsID/YgBmp4m5JXEoVbfYOsFatiM66bfaM9bza299ItzBf9GPOj+/+y96ZIc15Wg6VtkAiAliosoSqVa2rrL5nHmT0+PjdnYvMO8AV9zzOaHqiSRlEiJ1FIikOFLf985fmPJjMiMRAKgd8lvIsI93O9ytnvdcbY7oE/fttvIsDzuIoGVR9eQmS6HfFFwbT0/D+VZUM1MnNEvrbAttu+9eO9zamaZO8hJUy6eO+5AnivQPXC4z4KeW4amuy/w5P4O3OieSRRDkPmE0KXpwJSney4mwoFQUCrNMFLLEPGByLjO/XKnH4dw6rGkVwesjbEDogLWObCfct2FHku6i2ajYQxDd63RVOOvxhW9FbiDlPFx8TAxtACVj4MXIfbcO/vfLqZBDRbRzQZjKROx4sHsomwP8XKzr25zOrh9IS8/9J2toFtMQGsrMDzOBvmF8Z7FoyItsHvdxkOuoMDR01Ls5+wHHkqpZI5h632mx8ArQ4cZLOgIN95Beo5FpxoeLYcj5JVLviN9bkwIo85NEsNLo/JBdxMPosFFpckoxIwc15VA6J1ml495WNMxMa9BR73DBhbi3wXtfDXInP3S9TULoPkyBqHwyjLnv/tFf8ZvcJhfbvfG2UOoHh4vaofszDTXQ0QqkG7AnPbhTWQUNSm773OyKAvWqRFd5OJlkgXHDdm3PCCH6p/i4SLZY0maF6jb0Jff+7WoXDk1UrkGBpGGWx5DGQEwopn03O4to/eWaerldcxV5rPLTPo1Zh9lOuVoGLAjvQsPJz1uSG1Ss7eMvj4+YKK40JZGeeXM9xn457bRXfCa/vReDY8dVg94sen4j8zLr1jzWAuE1674cq2N+QU+yjAXj4/+ZB2ueRlv4oWA1CX0FbVmOkRLzrM9h7l4Pcv+bI/nvn6u4taEVsi/Mq8zST54mG/+x8o9B4go5ylJF0+YDzNE62GlwEqBlQIrBVYKrBRYKbBSYKXASoGVAisFVgqsFPjPQYFQi4ReQvUKSnD3XUQVFjoGFfkYJabxG/QyX2Kw+pIje5mS0lLtDoqy1Oug/1F/pBbWICKNUwMGhYkgh8ZAhPEXdP5LnPs/Qd1yxZ6L6lP4qBeiHyOJ1Z+cLDu9j/cPdCQnKy/zonpz4td28E8YNysiX4fqN9CTrHP+JISmxYCu3ltdn5qfXQndHdcidfRz7rOPaP1JRiNijLqBNOMcBazWJ/lo8I1GE/tSO37U467rH+IEqPhzX1x0oqaLRe/etO5NjSF4+CNZMv9QXRHA1GCHUFKMmCRmkfppETAaXT1YYER7Db6DMsSWirXpYcmq2W7Rp7Ovpzr9iUyVqY2UNrMUvWNRCl2oUDvXkGn1czVwx17cjbYHMWIGaVxElyrHhFTxD3QDAy+JNbU1JIdUIVmkWq4N2mMbOgNDBtLl9m4LSN2YYTYJfN/GHEpCJoyMw0BpCJXQRAKTdvgVW5WObEt5vVEPjK4SvXrYBTTqsXaYHSD/bD8DS7bXhNkucSzR0Me1xlzoUopI+pGJExkPbbYrBcdy3N147RN5lWsVsuRezq3rIUFcyFlsT4oBNYu0iBnIUTz2KMQPvrxqZlQn/YRNSDtdV8E3/kaMmwbUmR7e6FN7kq5p/H8aPpo37a9BN7/RSaDC+UDhuiLwiXnWGDyqY4a4Qu0iczTJkmwuv/as4Ypmerc+rMggXGPYVkTHGjtA4Afc6sCLHn/Xw/HJffdHbQPhQEM/GrSQqS00bNwfncjdEQNwTUCnMlRKkcf9lXInj8fjMc/kiTRo2MaRaPzn2Mxi//bmL/DJ/kEqFo/k6763HOGwv1iZoj/vUZ9Mze2L955/fruDIvb3HxnX0TQw0FlMLr0EAEYGxjLPYFOkFviy6l7+tXpvSwrnjeHqIUKyk/oKVSmOKMKUMKJy4OiC4Z/C0pqGgcnWIug1+diHhk3btWRTx8UpFiiYeoT4/CKRHT/u+7AfoIFoRso6FiO52BHdeDPw0GSy1XhNuN9phdCNbOZqSmjhlzbRNnBL3AsURmKLWRi6FHz+6bVW4Vly1fw8MDIl7wiOVIpxSypjOt/3rRA8ohSIwhtA+GIiAIkPLl6uerzt6q0Lix5dpN8GJjc81/PFtvsivxz79sdayoHSkRQLrwiHwlOsIVzeCbTRu8rFxU90Kn2OR4jLF3xFK/sHFBcUZbPhpfD76SsiTzXz8RDGm6LueQGU1gGdMuf5cSnU9MF4GzN/h6S5uERELkcMdQ2eQNPWSFNoyLhpDIOXr4dOABTj019b6fH4FZPe1CIvQA3DJnMnWMfXsZwe4nKGP0VehE2aSQP+uWj6oK9NBcFcu775d3BxYbZOqVyoczjO8bnwBGzBexdu06p8R858UkFjhGzjgclL+dxnzNuDLhzJ4k4dWW5zodSYb+8OafCMPa7jhcWHM15S7HtS4dzQ8nIXa5XplAWQIil2LwdxhTG5lVPCOsxjPMY2GrGv2Kebh0lD5H/Ma28XWkbbW18hZznOrTv5c9eWOoEi9I/1SryRINZQ9082KLvffsuDRYcGZBLZDvkNw7Rt/Ok4x/RyBlakCel4YFxTdzS7gHLjCz28ztUsOUvjfQm8+JnEuYXjIT6Ol59cp/kFzAmdqySpSXhJ7nmw6wFof/PrH2uaGIqLwP99lvPz9jJ6vG3aPRW+h7B42/A/NP4Pff+p9H3b9HsqfA/R923D/9D4P/T9p9L3bdPvqfA9RN+3Df9D4//Q959K37dNv6fC9xB93zb8D43/Q99/Kn3fNv2eCt9D9H3b8D80/g99/6n0fdv0eyp8D9H3bcP/0Pg/9P2n0vdt0++p8D1E37cN/0Pj/9D3n0rft02/p8J3KX0LHrvxZv2D+gEUB3wTPIK2InUe6nhSEV6RSTCNv6QyHv6NWr9Bd0WEMME5I/oeYpBQOaDPUl+D4n8M5T/6jviNzs6t6VCud81n1YvNf0M/hIN/T+ANUWjqK0cUL2ozQj+LNmOXxSyto8BzqAu5FNvL6xW6XN7iuOaOnseX85c6OpUwFg6tul+CNKrhL2zb9iV67f8fHc2X6AF77pn5Tt1vZnRUBxWNgk9o7VUbYmBvTLGNsXOqf4Fh7b9G0ErQkZBZI+E69bKUDGRA90P7p1DwTdJHlFIPD4Dq7fiIr1sVtgR61RORljgdDOgBjfIdN+jnCCjSMNV6DelLgwz6Qgmq7cJ9WY1iNF128ymR5z8jshEbAd2bM3JgUHWgkYaZNmH/CMUjzS4or4t/kQu1ceUvWIpOXhgM4qgw2F6Z5RR7QGwN2QInciCN3JlSHhpjE/zjWvxJw7jICXcMjjJ99nD1ISbvD+NaZOd0W7jAT02hJevn+f77IfwKHvsW85nI+In576n9+/HckTVkfodBngA+7FFGsiPkIaMi5faXI/XsIlqFHQqmaZthPZJ/0SNHM9uO6OWrzb9gzvoQnrLnrBkntf1QSx2sLDWKVp1r2IQOeHwfjmfxS0zoU5mBV2TrrNiGcoMB2jDgiYyntanLhfdAB51ylryTDOXjOBG0I8xhf5LPz6v+6iPo8CHZfMkIMPytunaPaPtjXDMAiJhYZvvjY4DI1334SRH5oRlYe5pr9qv6CwI+b6DhB9gJhB/nHz7SPSKa6VMO+gkdfkHC43xHqlhCJgHXAM1N+4/MRzLQkhXTjzanEOSo+fgv4c5sCY4KbNhJtkSAb+m3wemjqn6OMR7HCeoVdhcISyBXRhADpfPHz/yXMkoXs37f4NmNNjOcbG4w3PYVtgDWnBrbhnspZ9Zkx9FRRx4mLwibzR6ljXKrPAedOHG7xhcvXnz+eNRPtRC1mCrxnWdccxHlYVxVf4ZIPFgAsGUhiH0GSAs6OvGEbe4yFs44319xFmqwC2OGE1rvBKKAIyLPBUlvGvqOyDO+A7+5v6cejiYgcJTimYIfg7V6tsAQjFzPwrNM45wCK2OsI8xKoa3Ea98PP7LYd+mfNuFVxEtKg8GSTmDjFxx5yOyMJdS3yWH7cn5wvG/yWS0mvSeCR0n6m2aW6E88GgYWRffRaNz4HN5ZbTcm52mIsuXtknhm/57n71yQNZT/mEWT9CukaR7CKwP5UNh54D6m3MYvyDjTNx6mTJYRTytTXLgvyHP2ZGgjzYdpX+TPY0bb10060TgmVh6UdXPAu9/DYNpbI+EfGOA2/PsR9mcxFtGV7q2xZU/dBqN8x0KQLxZZ7/w4J2Rt3zVnyZt4oZN4UZ2XPLxvcIyKl4Ab0u40pE4I/riIPKawGFmCFyyQ7t+9wYtuA/x65zhP9AaMuXTQb2GLC+LpUmrcvjsv/TycdJTo4gWNiHMyEfTjF/Gi5kqiwEff4LPnQRlrPnLItQS5BO0RL58JB5Zr91sgin0iJUMSLHG8DUn+PgfnXLvM+fg51w0h5iUrfvLyOFxj9CcB9A3raPNbapJq3Ic+K2nOmWicX0f9geNgih7gNMUGj43u+pec8xCc3P9C70X56WP4DRU7mmU+4OdFuTH9+mSaoa8YB/4UMluV33/P5fy8XQZVlg7fMqj0+lAsnb5Lh+/1Kb+Mlkun79LhWwYXXx+KpdN36fC9PuWX0XLp9F06fMvg4utDsXT6Lh2+16f8Mlounb5Lh28ZXHx9KJZO36fCt9etvB6N1A6c+mRv3lF3gdEKw2JslzcQLNN/xeVfoyf7Leom4hExcj5XD6G+BKVEKMzRo0bwizpNo+aI1KrQibj93uaKwJsaQx2RdKlAN3qYsQweIDrSjGqOu1OaJjCL/H6If7kvJEqbWSkT6pvADBzFdSCqrf8t+hsCUFCGde7xSgBBRIpSL/R6c9vQvKkKQ/9jcEqFLrTG6FmPn0Jbt5fDwIzhzeAMg6PUR4WqCD3doU7ohyTkzk4ou9VdgnOGSsBtbvZ4FAwV9BjYH5X9BjvSHXdGSWPoqUmRKyLqlS2h8w+7RRAldKpYtMg6/IJIYqKBCYTaomd3L2qNX+r0Qg8XX9HFu/06YIIgROZHApl6dIdG17tt44trs5KqOVWvSDAe3/WBM0Q4FEhE9e1xl+p0pmGq7QgqYhs9A/gm9IGmmQ4DGVdTAKTB45B/SL7l31HZ8UbDLE4lRM5uyR4wwFcDw9ym0OBCbR0TxnBt2cKU4yRfxb/AqUEyjXcGyBmcaKT0i+rmhqDExq1QmUPiF1kdnRPCU/rh9IFyL37gUroLCTMD6fRt2G5S3276be0E2lSgrfVj3XL+nRiYa14ut7RBybfNxL68BFP1RgITTKQ9xfmLQIMKOua53YkeH7yUmTTVAvuRhuq9sZ+YXRfavcc+2k2PMdugJZx3bq+5tru/QGuqiIvGcAPP6vHHpHX/PV1lMNUsEvd3c+Zu2vWEQTroOKBN02wUZLfFCKytJuw0GrDl+zzYnv6nZQGJyxGhryXHQY7YArcCh16nDLZCcLvFqLuzy4QkZFu+9/YT+jtCNPt/cwbgo87n8QvwTKQKj4hRz6wbFhOfnx3GB2gyxoPXZSQJiAuAZOKTAGaKaC84CZ20LhI+gNh7lVBro1Nb+ho1upGqwUhgJ829E4ceLi339aMlPVL0Yhyr8CaZ3CtUq3o8IPEeCy4LC7dnPh8bRA9vnBAE8XBBqv6BPmSsVv+MBPbFShpBtUTlFP3zzr3fBb9YyIO22StPNybcn7mip504vSAVreHsKZD7Tk/AHTeTfwm3F2zHIht4OBqeUxqASb2iN1/tBt3KhXhkUxs9rdBPPS/i7iNS3fyluhrwJsG46SSKFA/Q2EV+PyEvG7KAGB44IXN0iUGzqX5cvXjGYokXnXvfZvRsyuRlPZ+uJZ9iMuNdMpCqxv1VWz6mrVDACh/vtj7Hn7s1vWLaG1/zIq0LctyQviMMn8OfkG3ncaw4pxufuHoIlxiMPPQnXtaNlNdLZmC/gvC0mtuW+oW++wXsdufiderD5blx7B8ejDVq2peO76sOh4N42YoXUPE5YP5uDskvX0p4IQtxzweoXl21qbjdKxkvPtO7jKb/LgPeBjF+F0xO3szxz93iug/FwJOo6asXeJn9jf/gsPeN6Wn0DooXlVgnHAdcAgfXSGnDTy5HOhL4NoB/xbpZ4Vk1th8QFe+MdE21mRWzTTR84ldAw1fvSRiBeanCO23iPxJ6VJaiTPw9lyLvS6XB0uFbKt0uhWvp9F06fJfSean1lk7fpcO3VL5eCtfS6bt0+C6l81LrLZ2+S4dvqXy9FK6l03fp8F1K56XWWzp9lw7fUvl6KVxLp+/S4St0VocXQULoRVuNwWz9VvV/QbdByk+igk0TXRPBpu4hVD6oIFLnqf5BIw6BCBi0TKE6oZNqNNC1n6Er/Axdj9kK0ZP4wcjXRKCKI2dbFBwFjMUdH8+/ggt6UXXZhPa2GErG+veYyzQEQ8cIBuEeRqFZQZb6U/Rl0iijYNWxYhRtzSb4EQEfn3AkiKj7AJ1fR18Ex3TwKXROapVThym8+TGSje79mos678Pf5fqbPDra7qNMHfEWfaC6agJBGvZcrQwoISCn9ZpwolNOWSowcwwFIvhx34CI3KYQugxk9cPJwIyUBmK4X+hIkFxG8xUaeAQCu+Hr9ke83yo94I2YaLivDLCb/kBk+F/A10hxkgMbZQqFdrpGzpwSLbCKb+r26CF0i5rRyf6ILLTsxW27yX14+zlC0uhYdJSJqzg78sP4lXpR+eQXAClj5XO7DuO4F+qE48jUf602HRiJ3iToJoLbhCPme+Ixg0V/CasIp00j+TthJzGLwDP2GHceNMgHjI36EbSj/vwR5SH8vF/qBKjyxuhjcErbEA4bG2AFiBpHmNBry5kk7xEkXjr68MN11Wy0bYcx8/nz6hVr6zYCkFhfEWj3Cd7rcEOTTP1oZMMHS4G9VLSvsPHhdFCzV7MZ5LWnTUaRg6DZcSVhaZcSWlrfPRb6eFRXXhPVHCnJN9oQ0f+b6j4YxKnrS+jbD6gQ69PdfsuVhEN8bUMfYaQmmJHnT4Oh00jshoA3o23LnsDW3dP/NK2cPVn2R9cPVkzWVLdmvcIATFbSHgcD9elBFPARfu2uc7OM9uXHgdx5q2VYufXmDMAJ7f57Nv468ZJITmpSSUDwLQaMLYJUsy9rQ/oNAY5JRF14AHHSuMnFfX8zI/LhgnEyBB2LId5DLXnmGwwko/tAjBhIHXMWQpudJvG+6/vOEvYzNejcSRZ4Mbka82BooGXWtKSDHjE09gid4dtOE5mQjBWi8pn7nvE7HEkhMb0Asfy0/5BxSDkx4bmA8acm/LvsORBtTrQ/7OvcecEvj/PipCET67zC07uAtRjN4F1D5OBEamA9KSwuDucNdMm7ZGHhgNc4p68RTwk65MNCyaRs3T8UDxMNztEy8BGe7MfxHl+kNpMefDbkrOjgTY0RTK+3mj2pTfOgcVseOrnKWA+OGHwUDyeezcTPSc0HAR5JC82KySUMdTxYnLZJhwd7pu7pIn/8m8y9wcPYh4kyUSH76a3k+AlOPnGEyc8jSiwSwqgcK7csknhsXeG55YJWk/5ET8vsV7l8uP8iX0KhvNj7OLKvBvNlQ2R53/kCxFjwQvhjnlDHepbz8pX37/u2P1cC5bXB4ByRx9WXyDT7x5j+QY87YLJejLjDxzmtbLguWQGahzH4r7zwkeaBRXdkEa6JJp+IZHcMqG8nd4vt7/vcbXF0pdZjkn0q4sWRl4tnr54zd9hLmYwDQijc+ZD2fB6rwALMzrUggfOA2aUn38De4tP1x6TZiFtc97Fic7+l1xlcrHOrOEOtHSQ8vMcFH0c5x+EwRme97JrxN3Rv+hWoFg0vH+uw+/8s54fzY4k4LR2+JdLsMTAtnb5Lh+8xtF5i3aXTd+nwLZGnj4Fp6fRdOnyPofUS6y6dvkuHb4k8fQxMS6fv0uF7DK2XWHfp9F06fEvk6WNgWjp9lw7fjtboG6ayBSEKEeE2SlV97IThaiKL3YgxeGQ7uJootrplOzvTQZuKNvR5ap7Q3RGFElFo/KpxXHdrtxYdT832cU31WfVs+gnK9xdEYGn0I6V06OUcj6rUspfIMIdSKXRCdxQjO4jfyclT+KeuXZzMmFi7r3JL1Cb7wvb97zCYfcsd9PiRQtvMkPyhyjEgxhTANQabaU6jrf4ztv/DAFxhWB+g64QFouZDQCz9oBdH/5s6IemWWkDpl7q5Pamegs++l8vPynh5TJ6KZ4cZrGVrxqn6OiLxtqTOTpsEgWk6EmC0sqR2Sz0i2KBT3OkkvWGADZk13Z/UfYVNrav9IqMroQ9/ETkKPTwtvXn2Tgp6z4j0ZmxN9g1RmRPZOsNgisJcG4G6e3HVsmHxO+adZ6ngy6vUja0tmXONQW0YSc1EGMY39JRmzdTQ3GoLooV0ciu5oAG/z5XCn3P3z10PveU8793Ozy0ja5wc3Me1NsCHABn16n1kckW2Z1xivNCTF83n4QjyUKUqGU4x+tXo568I1hpMz4xRtiFDrLTRTqC9IVLLP4DhQ/gd3jdRuVHZwbMtBkjsD69IpVyjP25b1jKClXLbSG0IQeVD4Pfn4ge+RryHzPFbtIYIONPeQGAbNrw21gfXPvlnXfXHlpT6PL//+xB+x3TOG4DWDXAenjTOLyjVvfgEmyE6d+5Jvyb0844kHpeVmH/wOoICSadsEOnN8Gt+sz7FWPZ1q7/g+/n+E/5sYzZNjdfKcAP8plB/xWJh8KT2yTQAE8FLrf26dppWYUuii7CFAkNwgmOxUylfLc4jLWm/BwMNsWf4PPIpdIhCZPg8gUPB8u0ZgB20fCQrDHM6hzEDD6KJdAJdv0UkMf51LA4uEABfpnwYXkBbAhTBkN0uD/I+8p67qLKYTKR5rYkGHupPWZbdwNyHOpMORtjmKeVIQE91FDC4UPoQxJenx8AyfFW9wjo/ut9sxwKJAdLNwtN4zeSC+7t+58l2quu4Bv6iUetJgMeQi9XIvsdT/TW352VXGr1mKXCUY05iFwjOkJJ8nfmWhez76qq/qm54Ger07AIfCM0xp+BeoAsgwsS9eaImH2Y4gReyUaSZE+N5dbO5rl5yevXKCGcXY17O5F3gVsS19P2YYz6InfS6k9QYzl6BS+9ezWyqbdRuYgE6LiyM6mjl40jlPF5UZny9nkUzlw8DixJgSnMWKTzfuuefVdX37BlB5PZEKmp7Ki8Bj8Uo+YP8a9DDA8e9jTfxssB+yrxApPcivSorYfh7DdpJ62CkLyz245c55k0lYaJ1ItAx0iuQ+dLsGOJ9vuzlau46+IpBE++YsScqdfMionNH9mmZ2HNY2AWjtMul73z/990J0LIz6IMc4GzS4zlzU7Hv9PQNNJRvswRbb1f281OJiAWHenpEXtNk4MHaY7BuWtLbkGJDicmXFft4gCC7MS4/sUf5G/sO+2KNt6BONJXrnEbsXVcSThgKLtyJ30LonGa94GHxqsc7bINXFw/BJmjOfIs+9mkqgmxc83r5zJVC2rP+fqQyajl6P1bfeXw3sr92f4wb137Se/ASIZhSv0AbIPydfRU5XyraS4dvqXS7FK6l03fp8F1K56XWWzp9lw7fUvl6KVxLp+/S4buUzkutt3T6Lh2+pfL1UriWTt+lw3cpnZdab+n0XTp8S+XrpXAtnb5Lh++Qzqksn6+gd0Rdjp4hdXORtpkghpEsZANK8xr9zzh8yQddmgZLjVlul4XiwtSvg8E7pHKt0E9rEGrNWNe6z6eRrJ+g0E/n/0hNGroVqmoZDP0ZuiL0HhpDU3eUML2LCNYZ+93hSfyTFtBwajPgKmlpzjiCaDCo96TZrtlDtetvqmcDRq8Ro4q0gIjqw0Z0fW6TFjRFVxw6OAMnMF50GIMboqsrghF6DGQ1QQ3SLvTK0hD60YQ2/IUhKlF6Ej47qlx+UsYrR1uGZKnXEi70/BPpWOvhD+jSvgJ7dMykEq/RLWsInw4CMJTP0DaCntHqaSQ2gyOyRYT0pvtnjGw4F6DfHSMFrsFJ6u3mQjsp8s6KOAJxyrW2F3lBymrmzFX/NwKq/oytg3ljFleimDVoGh2fuGVbQQ6wEQJx95c6cPW9TfcpesifIh9q1g0wYntDaOrvQdpZX5rFnKLpiXLIlxO3z15KuJynwBWGO42N6EFJTd1jdLzpiMjWaOoWghiCRyKehdJAIHlQImkTO/vQSGwN6wi3doAPqpv2pxHsVkO3ZksfOKkYJ9hr1gTHiBJOCp2E9SH8yn2P2mvyAx+QuwaaXm+J2n5JYCSGbPeeHsy6qq5dexR4J0/moV0rg+eiKLfBK4xP4gU+rJE9+wpfX/0UAy38G7RFMG+Z51E7ZFrKyufLSoF/VzuEhV+Bj0GBW2bUN9X32DrcE7gyowABdhOZGAxc0lB6aQmbIWt7GN+xo02sQS0BaMreUOMUhCE4nRqwb4Qdhb7n9XxHl1uDHcIfc9s1jDlg+vQGXfvGTAGksp6IKh9Z72qZL2/4SFWhV749FjH3mHzJ+RJDBl/4HU5O3IUXLfYMMyD3BASOZCCW7FpZ4yR4EDMomsejiLMYL67k19szAB8M4qmE0p/IieECEJFtGDFMCdsRLWs6Z5cYjcCCLQMC2rmfmHxePxDQ8I5RAPint4Z7TZrDfcD6Pur5hRG4Mcz7CeWQwae6yfvgBhwS1+OAse/GKE28LzZsPi1MLpJGOVoHKVC+OV4+UaL/2MeCSGCoZP7vKh6aCpLEer1S8Ct4BDHLQhDgYdzGS25UkNmvYCAdSIMnxhUPe1+cBoYugnsKgsATvh0KZdaTaY7mUQ8ohJnUK/WWBRhPnKYljN57yswTyo7OdGVvsfdExybgTEpTmNSxtzF7lCpwLshRz5qnSuHX4SQr9byXxAhsjS42knprJLgTlIhNbvhwPNd76enUsfBJogVdEOueSEojQ2uM8g3zR3lTpnLxmEdRxkLOLhj1qJ4LpZiwyLNYNjw0RnIGb6s/QkMeZshBG54zaWA/BbPX9nD7S5poZNRhAgMwHoQ39N/yslTjcQWxgN0H7b7dfgmz/eOLtCqY64HmnuPTgLeML2x47cnvHKPUyjEK3Pmgn6/Rk9QdulcxD1oS8HfIT2OfRPnr9OOD0B7BIBuBZf4u128fS725+p1D3neOi0nHHgCmUhnxLhqIZnafBKg6F/oOnjlGKd6lZcDGqa5c7lPgtZG92PVujadDvthwOcpJqOaLhxhk7bvfpU483HzAAQA7MkPz94jAxtMu5OjWC8jdbv7TXylytlRElw7fUul2KVxLp+/S4buUzkutt3T6Lh2+pfL1UriWTt+lw3cpnZdab+n0XTp8S+XrpXAtnb5Lh+9SOi+13tLpu3T4lsrXS+FaOn2XDt8hndWPlL/UluzvJh7qOG7QzmgI/hM6VAIzMC40RHKGQRijZkPAQ4fBN6LpNN6hr1JvoVI/jVwYUIjoqoh8bYxibPywlRkKjzGMO+jgMDIYjRwGv53xUj1Q6kH2UL39syfzT51P6H1AkKP9qYOPQA20gW59OKLPGdGnVex96Z64pPaEfhjPCIRJfmhGhpRGU7plmhFx6CtNB1ybGlqDKbpSGlAHukk7WqhDsn3qzzhQnoxPdnPxdxmvHG2413ejiQ99G9iRkdPAhsnMnJ16RYxXRseGEwFYgJN6+9Qg2skMAvVFUfkyYrpCHzdOH1Y3r2xDoAa699DBRnWuqcjbNZ77eJuH4LUAMog6cvjkPtoDQVSxRSQBVZHN060cY56kbIQWWl13MeTYfoZb1P0M6GONFO9adajYbXrnDfLUYjDTBgFN5H+Q2OYnyiFfTtx+8NKOnuIZPGmYy/9BtCnpuMkSYPrhZtQ28QI8DYayS3H0xAZxwYtRkr/RETiYPt2IcALNBu1SSHWL/pw9dN1Jusao3EDL4x5KT3N/Mc7xtcNfZ/GnUy1pGmcr7R2VgXXPqmfNz+KoDE/iQ52GHyHTO0JDe4EKmiR0QmmAnHO6GtwrWXtdzQrgnsNmVlW202js3D0L1yHwDnEKP+GQ/46ADGhPGyu3Wf2+enGF3QlHHYMqpW/AeavP8z/3/abhGJshDhcV8/TlK1KbY3MKVXgQ45blYUeb496P4ZdW8l56Sh37wMLhnsAcW2Rc5xcN8DXrYAKf9LXXGNYTL+0+wrz/lMtZgScT66g4GGU+wYva7MCMlnA4fvaf33Z+XN6tATiI4oR2YjPZIfiIIXN7oxF4E8aNcWTRdGEIwAHbNuCvaCVpjWPjcggjVzW0WZ8+fbi0Uy4mExPLXOVa4ZMgx4hf+uuYwXdbHd43AHxAcP1MsVcAhjJShXQa0EijK6wBe2Byt6+HrqSR2Qen4etMRCNAXageanjP/QJ/OR5Xhb4hfEKNQZCFseGBbySiRu1uc0UKEOl+TrxmPh13uvulca0OTw4e/niUbIjOnDr6JDq84mOe8uj5fPe7vs6dFLw8ikXOMl8ASV+C91oTe1S8zyJmal0WrphrSN+phWnHNyXxdImU03IEeZww+rebj6FTg4xrcGSh3PVxuv25qwmPGDC23kisVANpJWKz9IGN2snR7/69uCjy8XibaLd/U+VOKXUSP1/ERlK/uLSPIw9qIzh5OPcY7xr2h+5I6Wtkux41Ll5+Sg+l62M6FrohM7wgDR37Ade8iLPfwhWpYUyD4guGvZR2t5bh0u2jj/bnA6NxjYDXpvwIIyR7DTAon2PIM2J2D4cDxixgbuvdGGkXtn/CESIjaUdfEOyHcfTy4Tt7VKDuLcfjnq6adZz/Y7xUu6cxHkzOk4H/tDA3s8x4RHW//OT4gT+/XCsmXmzcP6BBVp5tdE6hL9eTGdazHncJxtwjHT2iOL7eZGlwxoCOg0wfLw4a/f9+S5HzpVJg6fAtlW6XwrV0+i4dvkvpvNR6S6fv0uFbKl8vhWvp9F06fJfSean1lk7fpcO3VL5eCtfS6bt0+C6l81LrLZ2+S4dvqXy9FK6l03fp8D1E5wK/x3KuFnbEmFAbvaYeAuNl37u/6ZcRHZwRrhhMCHKILeLQ96jXieAkdJbqYCYj6YgIrjsy8BEVXBHAMKILqgz2Qac4jAZQoGMKI4Vav3ThfwjeN32/4PzUfu1n1i5BB9Dlhzr8GsNSQyBHZUTw8Juqv0HfTuBVS8pT9Uu2SR1eUkB6hhYqAsHQw5kmt/k5ewR/xGWCpNDPhR7d4BIMVBH9y9jSX63auy6FfuV4d3x02Ohia4JvWmgxaTzsf4sBEYM4AS0T+tM6Iqg1itnar9QORjCbmSnB2IjMCT1chYFo0/4MQ9cn6EPVQmInIY3whK41IrDDoYDxsjM7fCclxkN/l7wDFvAdDQhj281+/D2wm1LdED5138wv9N+xjWT8ln9cn9nnwZp0gk4WwzFR4BsCwDbXH5I5dYJ27DdM/xEwYhj4PeWpdDhun3pbnUCMBK7R71bYCEIXjF0ChXfglfrRGRkwEZtETh65zvCLL/dC1g6gTcpI05psl72ZLzFmOm82ZJR8yB5wDN9dQtx3X3UuVgJYhmMCAUPVq1dsu6hR2pnLPa2dGqGBQmxylSrHvJZ4OS514SEYwmt03QTyTNgcJiL6J3CqsbW1OkGYVbOQxlY7Bxj7uFvuhV/IHDaygmI76eUH4wBHzAztachQyNzdrk9csTM+AaBMwg4BHg0G+isy9VYE1FXyHRQSbhGxPmXWjeeP/fdd+PfIp00EAzy2koao+ZpnQg/N3A6xIvPm3rEj+5tHKiPuBzl35rOotz/sAdrODAhki4PDoFdXXcsequws6Mrp3gDs5A4kXd5vV89GT/mWUOHVwUM1jA2MYRQwo3KdRaRnf02s2S17juYik1MjPS6EaG8ADhbGYmTbGUEmU3gd8dBp2ae2hiCxELFXgV5fhvfby47//Lqk3GXw+VZ6A7mUmxbE/YBbGFJvmXz8GXk4hLGMBwKME+pYWARoR/vzfecdH4pMXXPn631m2gUYLn6zefOhDu7cvx+/Mpk18mJY1Ei05cUIL4N4kGNI63lgpcHeruWmmBVR5tfMH+/eLfIjXwj0XKgwLrqf84ZI7po0tZWpNSJUnv5eUySPxpfO7KGrp1JrmukG42PLvsN6pPkyh4eaRqrAIsa7PWjBqxxvY0T9aGIPLlJXTHgox4tNzd6xIy+ZTaQmFx8/8DK68svP7fH2/Sce9m8bOvVIZHF4NJKK4YpUAF39U7xl9Lyzn9t93f697/vcmYuHXj+jY8VLMA+sjdHaLGbbb9MAzGKcG41r1PXxcN/6wT1fqoU/3F2MWHY/gT5fAPBOGvCCi6kdKJRZfw7Cx12PBZkFpWGMjj2aJx6M4/ZrYNZbz/VIOQ+GcC4PAe9Afo0eH+Cb93y56Xi4tQM0YV+YEbkdOh/6pEcPZxQQCB7bn31lv/Z5XC7nS5DMPpHfjjXOCPZ++P+gP44u0em83EedMsrBuPIQ/gSH3HOlJY0LD74aj8NIpR/3pcMZmObLBz2WQR48Jn2BEnlpwxlGIzoyxLofqbiDzkJm72fGf3CU//UqHMrXEqFfOnxLpNljYFo6fZcO32NovcS6S6fv0uFbIk8fA9PS6bt0+B5D6yXWXTp9lw7fEnn6GJiWTt+lw/cYWi+x7tLpu3T4lsjTx8C0dPouHb6HaH0EfyiW1PGoA8QEhZpBLZ1Z+Vp0Juz4ierhO3QqX2GoYc9gjHmYo9ABGdXLPXWvG7MeojHCsDdEpKuBIxgRSAs9jZ/R3y/pl31u0a/oZJ97MDJaqDWKbkX9xutoUR7C9u79I/zv3r74iv2E/skWgh4f9F3ousTGLfvc49StCW+G33H+V4JSuKOuO+pCaXVs6JjcK1eF1YBhNE4wABpN3REEUhPcNJERdERP2JMGOexXwaMwGb4jqgHWXO6lH3KTXPQbHTy6XW0aFYENE4bRV+jmb0w7rkEcWekwbodRVILwMcDGvY/ViWWq3QymqTFstUT1hWEU2kzorLeR0RRjOzKYMKmXDQ0tY8uBt1tizNA5w7vAGl5ic9HiUZHF1b2QG/TRLRlPa2wF2mIMtsmgFVrgMRD614DZ2ads+JEOBoEYr/pT8P44UoKPBrZhMMvgFvE7jeO9/LmAJMftc34KXQew7QB/BrJU4iCi3rchhXITwUPq38E9cCmDCF9KQzkGxMqIc4cAx3ojbdC1ErhX43hSo/cOCbLZafRmXpcxHncMaOILfTH2qA1G2srtD6H3SODPpN0DXbzwmb66wJ3HAlA5chXZS4cMDcHYNtyWtPoHQAe/sG3oCKINYEYnmoa2+Szgx/TfV4O0FGXG9thriDKLFN1kbDCzb7th3QWjJiKRNQQzJjjsod33tT+j0+w4LuloMsYWiBjpTU2P886w/TX00fEE+1CMPbc+aLfvL8c8b+RmreNx0zB/I9LbPYGRm8h4ip1mJBBLW1TSW1xn6O9H4mB41oDRrUyxR7BeNDoljb/i2YPtLGRTSc5yu8vyu33x/Mef20ESxurlVjY8j1zef8x3ek7o9ZDDtUyyCB2H0DUpObbDv4EAaXPDeIvBkes6KZgnvTBXcbDEpKKj8DhQUMSBnu3bVBOmlX6GocGU04Zfj5Ff3sWqkMRenl4OBTjG9knPv5bF0jS37tc6jb9jb+Bt9bz/oNpe4TURgmukpnhxuAemQ/rHPqN2D04VEYeRQmPioYnxVE8cN1EPXsaLTnQc/QftnBwnPqX/QzzoZFcUIfnGI4lrA3hxxZB2jac8uPRokF9jpIbwIW/TS2ms0FtbOvBhMtRGmhIq33TXvED5IDX03weE3mb0mwM4yKNK4McY8Se9oyte+vDw0aukucL5AC++kCIXsZBNaR0IzWMVvMrRyyl3ALavw6nN9FxpkOGRB+GWB+MWY/n1AO3YJ7pmEbaJlA2HAF8CaHT7M3e6P8xDB71YvF2KKzzwmu1UPSel76trUxr40uVciAFAQhhPl8L/03fFQQgpjJsp3N8DG6K/zXlDWnD9mXToENeoxpDylH8nijeVoywBXwgAhshXY/V8+Kh69fwD5Ir70MNbyl3S8i5tgqelswuOmXreij52WYg3H1XdjenA2ZeWh0qsIYwbL2Qu/jEvJXh+AiflFMD0gAzvPNIu/G0ghdAzvfdI984Lm4DHvjIArlRrdD1f9v2Xcc4di/z7UJygYwMfTD1Ttb8DB2QgxjmUR2dNzC7ksMgAv3VQ0VPLfRUEDAN2vHgHguLPiefxmelwQIvESswu/zh+psuhf/cMae38T2xizwsJL8HRV8hQGVjA1rJSYKXASoGVAisFVgqsFFgpsFJgpcBKgZUCKwVWCqwUuJwCqStCy6B+dqdnUCeiPsqjehj1EOiKI0iB7HoYgYfpC64RZEOmuhqFvbqdmlSq+yAMg2HUsaCPaUhv7DaEBGM8635ePb/+b2E02pLhLrc2RMenPks9JzqcTKWMDgXdyG29X/lN52fvPVb/ZV9PKaECQjek7it0c0V1pRLJm/7WWE6E40hmunH4Fcb0b/hNBbf5M9pOXWFopdSLQjeM6Zkum1oET0xEx9UEU9Tdx9QjPXQYSIiuZduy4BJ7DWsWhCgxnEb8QqtTRwZ/I+UkrdUFAkVorIIW6uXVvYojhZTQTfUFQQ5/Qb8J1Cg2TXVcd2jl1OFxV2OpMqHONlLaJkLIqdvufQCtf1ZdXWFku0KGTAetUZw26VCgse1h+RGUN1PkcZkrYigG4EF0cjWgPyUoyKAOAA9+twTZNAR1KROxp6+8Cnqpy02LjXyMOQj+7lNbVwSAEQTYoiM0h+ukLEFP9Z1Bs6BbaI4DpZN8eV1kEWpncmQ9FQXG0hgYzgzbP2O/YX3oMLShdzVTbYg9uAavaZfFq1m8YjhZyrcGe3TOGOk2yHY4AmjUN+qUcaRj9HNrLbhEP1/GO3m0U6yjBi/VZKMdyXrQ17+DH+6fSyQqtqSGe+KtE0LS04DFpEPMUc8DOr/FL4+yWf18i8PLFXJt3xUZNdWLu74F7vD31Lws187hJ+2CoiEfyg2IaIDGxtWT+XSEVx32grAVhWyYqdQ11TllSTizl11vXOduzFv159CF+aaFY4KfLba0jnT+Ew4NQ/0NfbnmSBOanMAjhrn3S5paQSpJSewcZDzWOci9eyc+RI3FfeEOeQv49p0GT7iWf8kFeaCkKjd1ayAjvNQegBNNixNSb7BhZD5WzQ4dJJ09HOBQfrcv3t98XpkfPCCdI/MS6j0Ub/AsogWDKIlMdM1qlsYLFws2Y2aidCwEpiZ1YZQDAm+JpnGWv+PUL39KEITPB7yMazCSNu7XQGrZyFlP2g+S8e6avI2TAOMAyhzDqGcMjUz4zQv2ax1IF0IecKwf4CVGt3A5A1ia4nz4IUwc3HtUq7/5xHtCzGOf2dt9PZGXQXf6iJcV+1agyMm+xXgzhacTXiCjD2pwYoJqWnt0iUnrhOXBSUroeFnQA4o0tyMh+QPpNBqiNSNaeJaDR4+xayAOwDgfNC6PeP2ZQ72tMODVnzG+XhXKHXSOl0UfepaCWzl67RTvvF/qiA/GZRYWI4w3GOsnjOdTY+SjTgCn2tvvubKvX+ZEo8cK0dI9HiaTKUQmUtLwkArYo/q+zbleT13PpkidL73BWaLrgblFdq94uA8skH39JSjAm8DXl2mK8pJnyH2hw3xhfycuuBCZckP4b4C/ffEpv/HGcaN3eODD+NjTqvTz+GMa83Ot0aNrwoupw+FgbHFmcC8YZpCR+4n3bbhzvFyIPacWcutjbup8kDMt2Cti07FHQYu8xIuSs8F+TveVPT7uOxbuuUcfGg2eqI61nX4LPKa8V1YL9R05x84rfgOTsPIxPUh4C+GttyG9d6U3levtQfs3BbvTNtdmIXJu8cCC1u634dxrTAcNNXPsPfxcWMtKgZUCKwVWCqwUWCmwUmClwEqBlQIrBVYKrBRYKbBS4BEUQOmh7m9X1DPc1jXk7wYlSWSoRD8xErQxTaS5rb9Cd/FndFPombnfYSxuBnTMpnKN+upePHfvV/RvGvDqf6yuTBG9MSqStNAGBBE2EXotlTD8Ui91G4odiAs7UXckrOUY+qEjmnpfPTy6fIwQ4/AX6hpJ7W/0exi8DI5C4UMvGkr3+qowNkkP9HIV+uS2+YzPTzG6oSfqMZShGx4wAKlTNGhGHW3QTZ30D14KHjMng07oGklh3Joil+3aphFjOBktzbrndpUJvPq7bFP0nOpbvSklTNPbE3U6EVzSo5/bat5QL63NhjEc9d2VhGsGPIYd57mQ6Y41RLn/MQa0SX06mRaBOaBUV4qcFP1lgTl75HvuWoOcUZ1uCdgFzj26TfYbVrcJwqb/zWjV7KHowEt/TzsKBEV5nuGRyK4DNYZo7RCxl+uVMMI/9KZ3zRG0PSjaTXZXkHsjVSsj3okErqofVS9vsAuxR29DJlJ163vN+UEnTz2d5+ekbpjAn4E1qGcLzJHsi+8/I/Npr0MLaZ2xu4VjiiDOpNjzmgvRT65VEb8jmbgmv2p45X7XL3ECaDakatZeY+SrOvw9BR6NSbE/pfEfCYhp9j3wkx2W9eUFAZXjxNgjzjc4VuzWhPvGnPEQmJk01AYv7Y6dWWDfr25uyAyqI1BBm7q57uwIY/Mod20c5Y59zjPUZjFvdYZQjrBFYudoNMLjHBPbMMaayFp2MMTxk6FIUh6jS3qig8BWqeyw/5hieiQgdMRGZ2YG7x90GcCV3+2HP/rXzwcmmEbTWoFmwQllvV9Q+66AR/vX/kqgj3Dc9WU0sAaBm+2XGDYIj9cbqDZiNsngQ2cPUKLghFJY0wAl7KbxsKIPCASbyMuO/PJ6EkUkcETKKSjvsrhgI7REC05bGU/ee4ybfcv18BZKvzAx2k+8h+HTq6yFPpvYP3VT9fQ9wfQUuVlYioQ/3N3JGmWBDTkIwbBfhRQa6mVAFGHjvq14vk2tk10PKNmU/DnZ6dFF+0OAw9iqMJteAdrwEqC3Tc8EGjCe13qWYDCyLsx8/XJID+VGuWei10Rotz0mquuP8OAjVQN8iVQAgcc8iR07Sjn64yFgfMBr6NX7R98YfuvFFSkuwBeZd/peTq8AYPeV7cTBfVX/TNoKJB1jc0VKg0FXvfAw21V/9El5YGdqbOiAp4mprUeivmvTKPNSYwRtRgCzkElPSGI7y0N4xX14754PvfsB3wzVNcZIDdnKhDM/3pMfDfndBq4RLpKWjCx2vxE+eNZNeOY0POQ7nzB6BYHE/SIsfnCORckUzFXs9Q1/2euhbaENxv54WvmySj2+3kjZ0TOGlzp4LrEGjHjeDfAio/XFMWXU0R0818cEIa+Iptd9aSMiXe87HAdqXzaPED+U9ddHIeG2L6WdI3TWG5Iph9zywjB9x/ye+SOAa1kpsFJgpcBKgZUCKwVWCqwUWCmwUmClwEqBlQIrBVYKvEUKuIWXmpES+KA2pcGIZ8a0qkfPQmRrzZ63HTrCDSk4O/QWJvZ0z1IUWehQbEH629lINBvODiQAAEAASURBVGEgaZtP0ctleugRhX9sFqgx0zTAMy7leISa+qhDneXRzXf/o8BYjvdBUBtMgX5zxPjZT7/m8yto1aKvRjdGxF0NXcJ8EQZdegTPCAKAftoiDJIa0QNW9T9B1o/ROaKjNc10RE0a+WZmSHs4U6SduqYfoKizjNSvKPRNY1wTDVwRZHJTExWN4a0jME097RBplNGIHejctAGEPjwiHtW2o0+kbrv5GAPP/8ZNt5mDDgTMNNo7fsCSetKUBmdNpBTGhtNjLH356rcYNdV7y1qN/QT0wX+5fIBuQg/vzXAakcIYEmtT25KRc2o/RUOJfYSozxbDpRy1HI6bV/h+6lxxnh3NtZBOOkYe0WuP7OXak/XyhjVAuarh4WTAWqCvnHnNH3u5S+nzN9fpW3uGwVkagNsG4+v1HNlNqnDTNEdAIH1kPzS5Qyiav3ZxVZvnGGtZR9bd+sYoV2iNMXLEHiWcQYLduMnbY7qAofJNHXszo2TPvufThjTu19o60CeDjwE+sc69NrzH+KeDhNpjIoGR/3F0LVYm3PaVIKaNsCJj4iC5dzjcBsB6yRPrlHpG4EckMNmDN24JCh7VBI2I2N0ZeZUxJmis8U7UI3m5Pc4eht0YzOYJA3AVNi3sdxF4RXAgc3zS5hlGTjHIT/nOnlOalLMCf6kpPBG8xZqp/UFDsPSZqj/S1/4ZUyC0f0v78Y//98/dbF0jiBb79GRiAGqE+UUkY8Co/1a/pGUKX4b+10RJXrX/CPHzwZpclXF+shSSpGHHhTS9q1xw9Ggw3bJGDR82NYa4sf5tPEAy4pjxNCrGoGWy22MhTxnldY+lT42ALoAu1oaX/7navJfGJyNeG144AreApcDz0JhJh4noZo187YaXjAjD/wLGsx8DkyRTnTzUz/33i+DmUXykDqkdhNsFS08DDJp9bHav94EvN0wQIJDGTtqH6ZlczIee/MvISlNMT2y+7l6n9Q0Pf7w+5G8asy6lU4B85gsJdzKbdnyABxiZX+JF0hity74ezoARGFIaiqTZ1eH5PbISD2doFlU4uueFHia8JG5f/pEXgD/SF4uLBke7ZbyHaRUV5y/gj4Y+euEJtK6Hlzx88bbbkE7FlydfFoSXh2sMchE/9mMU/gfO9kFfLgmTT/WGVOsazdmc3fQGYpEeJwzlnI0XMPs6pNe+71hhjuD3ZZGH7A00Yr+Eif1W0oBtJT/KvMdz/XHrwWJbX9L94HF1pTMI4/HAqvvf88ISqx4jKF92dmYs6GjEe85pqvU+SF+R6vtTfhAVz5ozOq+j0Ef0Nf98yuGoHznrPPOFGnxa9kfA4zKzHGRFH8DicNSMK/6Wt/GfnYZU0LxUT3iBte1P4a8vNSb3dn5TM2TmKUDnWHzTiTSRptIP+vOwGvGubfqviVx3LszjxMmbGXvucT2sFFgpsFJgpcBKgZUCKwVWCqwUWCmwUmClwEqBlQIrBfYUUI8WOhODGQxEQsuCYr7TUIlurWH/zmkka+BAVPDwBftGflltCMBoDbggm11GaKrIMIMdGj71mehFK7Jadu0n1NXRnr1uNQTTt9oQNB9x9Lct0/icxjJ+vhEdTPTzDr9ABTpCQ2hjxGqD0cNo6hZbQ6cFCX1iQ7BPaD81fPBPbZX6JtOaDujXBrIyjhjMNJY2bFX2bPwJ+iLoNhjoZUSltoLU/mtsTp23vUhF9U10+o6LeFs0f4mbrgHBT0Ca0JWPGEd75KdH32zw1oQevUEfqRFYHXjo2wSdj0bRkAjbYqCrCTCpoUM3kEm0NwsjQTPqIaFn0VTH4PElHezo3RRxjbS5BITJiqpFX0+gU8sc2hiEB8wxJ9B3hx0NnNKAD4wQLfGXBvJOOpDud0MUMW3D0QJ96kCQjnLj/LSk/tXBbJP9eP3NFfp2n1iN0g7pVoHYIdzzGaJjK/hQ7oKn98Rfevspul/Ps7gWRCr4sGdRiyoTGVydA9uXGIANRALDaM6XnN+3Lr084ei8sk/o2MKARjsRgTcjTgibFx9gnOYe6eoDAHkEDlL2FAypFobmppdGLg0223Y4d7DOtdCq/95U0DgpSC/XP+kRfDvX42m89vYH507aOzR0arcLQzD2tAnnAOdXg96915AtH+QKOMaqSru7WMiw44/twtbI+hKRwOOPyEr6a9hs1gHtTpb5Wz4Hz/06Xwr8HiP6Gxq7LWjDFpoNQYfD9XOeCabiRhdOZl1tlLEGxDjzPMiBGKSMFQPfGTTkK2wO8HfDhzXzxm110e0LtRy1BBwcrd82P/9/Px8UQuSuIb/Ahs/EQ6xnbAVAA0JpGK3f5ldA6UKG6GOQ6dlHwLS2DcRpakPMmYgaHUVEBlBKjmxZHB4CIZm59KbAJR4jhjAXko6wezdpH7DsS96c1Z5YCmHLMa++/rcwzn3BeHkzwuS+/X21vfmu2rCfQRfpADBUDyyaTBRxCzxm/M6PLQ34R79j5ADHUGok8ISnFN4dk5uMuwcx959SDgU4cbE3KediR98atknbfcVm6c8Yrt/oC8dDnUXTVTEiLaktWx4q0Z+VnOgNY7CoDCxEHSmmr/SQiKhZF0nHTrl8InZJH2jti8rEAtz2bj4vr0iJ0GGkZ0KGkXjHDyXtsNyHGDgE/V3UXYqkG2kG4NEG+ow4Akw1Xho+Lbkl9x1Gb45juh+Od3ie9WmR7TReMtlf9hgzrzCa87LUkkq5dpGmXye+D9mcz/fBvR+jwBED8JIRrWJBd1Rkjgj72OMBRwD3SdGA6gNRo2o85QP/2zQr/R/DTwOMgDxINEYSYdxteNnT+M9CHnA4+MnFvPR36RE8eIjEPgdMSjMNNDhSbIG/gXYSyzUoH8GzhPnGErg4hvhIR/7w4MyXdVKJk/aica8SImkb1hlbxsvMTnZs+2aKsBU+ui5ueInIFDn/xqD+JwUYgTdIdmpIbgRmAZsvM39jBnzFi9o/gAMv3SGvPow0cj+97ORIms109NV4Yt8coK869+FmDQkycz3nADRPIA9o/3RY1h5WCqwUWCmwUmClwEqBlQIrBVYKrBRYKbBSYKXASoGVAkGBUJz4lfqf1GmhT0E/pT6tHgkUMaoTY15F9rj+hm3qhj+QAe47dEJsZ0Uz29QtkWoaM0NnZmpjt+0zIpgtDokIbut/IXLt5+hbrqobHOBN0OqQ0VaFsZYllfNR1DsJz5vQyGSPb/U79E+pp1IjqL7K1NDj8Kdw+h96jCs9hmGy/4mVKWpjr1d0pBNGRI0hEtI9So0sbUgLXde/ZE9cDOhEGvboGlMTJ19QPqv/DL6JVY6oLi+Y4aV3VWYYUuc9h2AQ/KPBSj2Ye9tW6Eun/t9R1bnlJeaxiCY1kyZRzUG3hN/apqYNg+JsODTwpm8+Isj8X6oRA1LsWW0Ajrp4Bp3cY1QBjPLu5CVH0makzhAcyYpopGbfEySGHadjDhht2oBP6hepE/QAUHkvrn6H/pUzjWJE0dcEiVSb95lbH9Irmk0M5xpiI1rSIKtguvRivlh2uOfP1/8u8wy4nIPwSSibmI/wDeNgNwGR9inmtRp+jak7XjF/AzSuR4kfLdKN5hMcI0WyEZsE7m2uNgQPmeacXpBjbUDKcKIyt89envYNSiXa3OwDAxNoRO9bb/+C/Qa9L/aoWK8gZY2cGeQnEPprpDxbv8wueAVPvQ+m1ZWODPTRjL9Ad08a5e4/4BdzXT2vMsEclUs0iO9LvvZ6Y1vRLv7ZC2Mx7sh6MlRfwxPS8WPrGMy+6V2D+oTN9VrOSMjDT9TaQ+A4ARs0UQdt9oGp/iQidN3beHBr2ojQNYCPCvYVbGE0CePvE6XAn/Ne8PnT5uC67p7Jr8igekNW4GvsTWTRFYewbYV8AEPImnUP+xfDu8WrzvsJu5nORTV7M3f02ZM+XxzSxpX9CLKf9tkn/8/nU/8jhJL9H6nWs/lxz0MrieUDSKAPB7878Nu44kQjXzLf38OMoXr+zFzZPgSYiPJVJgBZfgLMgFnvAA1tBWYZrxEjlmHudbFnLoLSE2mKN0mjJ0d06OLhR+ZyeGPloLNYAFzYxImxOV5rfGfz6UlPJ4VPLzJKEZz7wXACOh2dlIzDA7Nt2YMU4+molxr4mb/+KaXAkUdgD/D88mErLq4URn+yzwOL/TD+GHMO+zeAjw9wPUMUtMtKTI8gv01sp5HRSdGaNpso4979BcSr9qNnhjy7eIATYIiLA3GEliOLVA/tfOXq9O7BoyUXHvEsBvXD8Q7PT3QfsM11oJevLDXpT0x/60tOP31Bv7wEIaM+FJTdx5RYjGggL5wzoylSWr1ufDCZlIYXBV4udICYNKpTK6I6Lxyk8D+rC5/FBWZeyODJJtK06OX3JX37AC88EW/lM2XUlrfLEfyuvDgPuN/DAC/0jmvxmMwoflsqy/KJfoNfnF8uXHawK3YRawP9NSz2m+Z9NrJ/r3q1/R00RLbcwyDSI4vLzBPHjOKxfEI6dtfdfF1voevNP3HNBZyXFwd7Q6WkoojH1Q4eXijgQ4uzhM4f/fAt88UXQl6ggVPqn4MgQZOerD3AXTN7N92ntGKfEuR9fiw+Gfq9HO1p6EugPmYbPDw37PMy6gzBBvZRXNecb9J5h+eTwVg7WCmwUmClwEqBlQIrBVYKrBRYKbBSYKXASoGVAisFVgqcoIC6H/UjfvJ0f9RYZ8QvGfeIcL0Zvqu2PQp9ojtbdEitEV0Dej40HFg5Q98U+muuaNSr0QE2ZIyrMTTUBu+Qfa0i9a1bFdqf2kJCahhXPYhlhiV//K/xHXSTcDP50PGFNo0ghZpIypFU2j1RwVfELxhJWKHrVQdqetkWXWIY3FQBSTNbct3McRXRbVP1Mb1iMMG4Wse2epiaCOQInbDG0mDUD6w/CpkRhll+hIqfDUa+CvOY2581NcZg5GggC2VH4FEETUEnVWC2iz9/8zNoh1yEKVLDI3rLaSBQhoycuVetey4rl0VvmbSn6bspM56h5w7Dn1xQT/8dwLNFHQatjPp2XgAjOumEMPWoEWzFHVulIVWwJRhGM7Y1bKefYUxWa4jxjDmWdiLkIfgtwShvVF8IHPQnWqXIA/nXwLPRzJHYbToCWUz7ruEweDZHuO8N8dy2K3BxXtteXXnAqrGObScrgxyxDQzI8tDgSGLUvI3ecBEGda9CA+ToqN2j2+Cb/6iuOu2AGiHf5wNPGF5ULEXVni3zd+Ijp6jrDT7ugd4YQKdTC4b/EfuGW4UaoR9G2ejtsq+93rjUT3pggYgLOo3U9D9pf8Ke9mwD/Xsi5N1/Hb702tROkVBgT312/Yo79kbSQVdk83z5ihTkLcGB0cwOc/zdMZAvMO6Pd+Gnu3mOSLuJtf6GwMa+J4yr+TnybYCqzgau+8KuJcqxTiGxH2d/xhwAlrQHuqcxWXnJ1toT8FpF9Lx9Z3eO3r73k//784YNlN0ztHvORuN4oAwYArSsK+jmv7506D0Qb+YsFjuNihN7CJA334m2YfHX2KFXQYRLA2UsAgDpEjLjBqOcaJAuVlHvGeFJXRbMriGXPpZxjafTyMNbGluC8C5dSfLHkD3aP/CVm3AnNVteGiJHN94sNdG/DR4TIwYcVgIBCSEJr4sH+iwLkwu+udinMALzENEITN+Ted53CGZnGQkqbRipyPGZcYoAe8z9Tl0ME4d9B4gStHO8BpeSRhiIgKyJShxMFTyXwGduWq6dPyZgYazkoe6eswMyqoPNUH+H6H5LZDCc0thY4Dnf2T13DgECRwgy8ECuMKK2GJ87FvWW1LimUh7BMXE/bnNP58e3kDejHllSofs1L4k/waDtK6GLI6kykNl4PNC9vInFLSb/cTeHvwovgj+0CU+Y8EDEELhlY3ly89dEdA4s6i768lvore/xAfbP+GYbx412c1s6pk+uEWm8YU9rX4TH3shzZ5ALDS+y8/yz7alyCL+t7HAg9fsQThLMd5wjOhwKeDohAz3Uc97nYzHh9/t2eXgGJ72ktq9bvIyPZAhgnBseJMpXVX2HfMmPWAVzgN1kccz8xEPcX9AkVyLozn8ANqR1qN3DHNqns0p28dTvY/rnXFSmfJDXzBP3CpnYg2PCG7WdDebyOKm0PytwFPpLUR9Ig+sRL1Ob+I9JPCLijh2UdSP7Kj1cdizjlNpJL1/ynQ+8dOjV6Prr/hp4Drr/djwEfUkKHpSW63GlwEqBlQIrBVYKrBRYKbBSYKXASoGVAisFVgqsFFgp8HYocFt/UUZRZ6JSzT1Cp5bIxMb00OxNiSH41avfok/5tmo6jMToOQxmUa+RumjS96KzcX9XP1MYXAh4IOjETJU1Osed/g9lIKo2xkB/yImwFHjKscCz6CN6u9REiYdGc3RNBPS4LeKrnkhq93mFji02CLPqbQaUvYE4enoRQ4GcOiiDvNjeDlq17A3cdRpNoKE3+bgdnkp8ow4f0j/a7bsohU/q0Mu5smM67Bq8K+gwaqRxP+kWXaI6TgM4IpMmqMJzddMcqItejnoaRdWdbdgntxkJoiD6sSF74riFzsqbldWf7fSWbx/TglvwC04It38jOA71lxj72S4Q/WTXmnnRbTCxWUQNZQNQy0eZ947t48PcITioJRuoqW1NmW0q3bFHlkKHqGOA9U0LDtrz502jXvCLo3puglYywhl51vkAuxKhzolFRM9CA7bnkw7KdMEwsANlJXvCTuL2ezo1VKb47kgJTURuw3aIbxp+AIiS/Emtr8FnU/sXYMERIXSvQonx0L26I4hIuJOmceQrrxweveK8Vi610aQuusZmA+bgQoDY1nntnEy+2tdDpdB7Vw95HpxDIhBGf/T30NYgugong+0r7CjMGSPqW7LRboHjouLaNMMVY4qOa89ExDp2gasOvjK3KmyRmjQyEAsJdX5ZAqA8Pfwu8B/O+6geMNOPnXXMe7O23hCwtyEYF3lwXkhkTfTawErU9r5vYAsuBKDzeRAlzqV5BGfiUNABu8+ckSwBlZmBOXP9EPT2xUf/1+emHYjoU8K/3ZtAxEf2kjQKrsXIpokEktMY5sWRwzso0jToxCI5hVEGIrHQVRibpsj1jYDKNBEKBghjFhcPS17PaxmtShuNekTeuvG1++/2kaucyUb61pySLqwUH7j0HRIdF57whYDF/KcLlnho6r6jRCFjLDJqs2Wv26r9EaNxtCKIR57zM4JVIJE+WSQW0HOYWCg7DN2mte2nLzHMphdZ4qIwlTY0STLtL9w6KwJcLu8EngsxtnLoRHShgJYNhln8LoDD8YmAZDGLiRT17/Kp9HvqGNHNLuh4DRm92mtkZLPvTgPnlnTDeE3Mvg6Bu7ybT0519+A1ue1fvqSZzld5I6UBG7bXyIqbdCcuBwS0/qUlCJby6oOqhk9j/XP6Bh/2n60nU1voziBRg7DUuZ9Bt/kDkLTFPcKF1ghW5rYvlyMeRvGchFex7AcsPn7uh7/0f6qWzzd7iHQtRIx2yG9181tkjsWYFzwf0ErjfTwp/VOJ4sMBXkcb04fwcti7mH8MjT5EDuJRQj37zH5Pw39Is1OQO5Y9wG3orQk+nCSg3Za03w0G6HqLFydvEuEOIh7AleufLfd9HvPH63ohggO8rHl4VN1n8IC9x2kjraT9myjRy27ysj4D+8gLYY3nVcdDb3z1FfQnmpm1W1kK/AIHR1dG7pbAhZeaAa+t6/YzVik8C3UqUVb4F3LJmK+HQeHZ4dGXIvuHasKODLXj78PhR49O4QkvwbugrldWCqwUWCmwUmClwEqBlQIrBVYKrBRYKbBSYKXASoGVAm+cAsd6qtI9+qNQqmmcQkWCfqUh815r9j2c7+sIYvhjdbP9Gh3HN9wj2pP6BjDpZK8eZsIgrF7RIAGDeGr3ux3/gTo/RSeMLqoEn6jLo1+DK9RRhgYn1FzqXmd9zk4fFOAs8EvNEZ/QQ4EL2qlQ/oBTZP2bvkJvrB70bxh/0SeCuxpEm5iuVt1opOI1k6E6KYKLWgO66n+kwodzV1lvkFbq9Wgn78rnhyJKkZ9D/blaOTk+EdU0EEk6Nr8GPHSPwH5FJHgzEEQFqurHlA/TwdoGAvkvrpsV00oavDrSQl8Tcd4P6hvV/RJlTfTtvgQho/3+2ps92+EZ3QJn6JkNTlNvSKQmkaDD+Fv0en+Cb0S+EqmJxTN0i2r7gJDP3v4ClnGl2Bgmor3NntmRQt3gpr4n6AhdMxsHMpZypEw5H2gXpFKC7PXNlIKfvcmDNoKc/krQj+ng2bO4nQNxdFDA+NYS3RtwxPBqNBNDdarC6m9565n8nQzErD6lHdlTyShQo0uPPWOp55/UeBMlbQz0JF+CR5wSdTqO2P1wRqix+7XYcKYIYFJKAw1g3XEkwCiUFbZEVDzMWOC6hj0IPlVuRcl61zGv68hMm3MyDPXwqvA9Orz1VWArl50/0iwzhyY9Yt0EsLAXEfhkRtqYOAS9bdGHxxwJwJUL4JRxd8rd61o+R1PRsy5HIB08HbbMUddso+ztq3DkZJ8MNdP2cN6Xa+IfFg3obsbOCn7f+Hzo2B8e55bRoM4YRRm5DfCdCzMse9xsE/p/cGgiEynG8+HLkNNJu67yGwZgFhxOQZeKIHlFnv0aA+mIV0BH/ujJfNowKg1yEnr/uQ3WG/0dOCqgTmLyhyOcN1r5BR5viZq9FBo9iSDgPiow2VIYE/urBk0KuxCg6JeHK0almrD7CoOP6UcHH65MQj215FsNo9ODhQlwgPPh+cX4OtFmUU+0xMmXAL1gjNL9a3WNp8hACHt4eZnSwTGlu+2i0anRvKEhxbosIxjJor3GlPqnXPuYtCSkpY2UCebcP+7jjNweV3IECXKixOiMHVDyYNcLbjSFAfzqCWdvMH7p6YMw0YlTSmxO93W3e+rRxtrxAJReRM5uarwkBnrSq8SFl5K9wuhA6NL+o+nuy1aZHtm+jYbECwdjc4Mhr+YBq4ePVlTH0myYcClcfk6PGakeAuOsF7WEkX5GPL0Ica1ebJDjV8gw0Ze9htsYQz5KqeMXmEPZ87wsLHv+uMilMT5SGLPg6hnVkGJmHHmwcDfhFR7Labhj3MAr4d63URa9prxxUN6ghXslV6T9Hrg4YvycSM8x6XjAgj0yX/fwUe1EyftSVgOwkaF8642EV5ztJ1NkdHyUccdmcRx1YeFXzHGuudz5+7hknby+P1echVwHAts5z5z5I/PxGY4LzZZodjywTDeu4bd2tQxSQUHqJvLcio7szPvClRLui06Px1N1fY0MmdbmGc3EjftRdQ/Lbdgu+u24AVDCFQ9E5KmPhwnyqhcg8I88qHzh9uGe/SofMwxzD/YkNBbpEQ4pnGkA1ittZCxfWDzuU7TM9cPR4D5cgmiMn8dsVb7lnWPysiouvPBf4RQx4ESip5X42cy25z6lp/W4UmClwEqBlQIrBVYKrBRYKbBSYKXASoGVAisFVgqsFHhbFNDxPg056pHUYaBf8RO/1ChpKCAqePgdUX045BMBWRNJpt7aQIGalMdmTNQw7DEc3lWVYkiqiARu6v+KDukzDBnPIyfn1RYDmEoTDGEqRzzNdNLoSPx7QF9yW48SgL6rr1AYShj1RZYZ5sBaHRyBMOhcJ6IfJ4wh6hA14JoYMwx7ocdC/4rlJDTO0FkDh0FPEczVYbe4+gW9kYESvapbmlUtwSga2KkStEU/h/pLDdhZndIhjYTyTRb7LiWpIMOUk1lHx9aQ0w3G4K0BNBjMOmth0NXQGwFIs659ph0EAg9D9NT5GkD28+rq+cdkFFWfaSCWun+DV9R1GmwBXfjbQ1GgebNH+48xcirM9EZrDq5h7mSbuu34K2oh90Q81qSzRlEaWDXwN840egBv9BXnzDH5RxtTf0/VJ5xipyLq3pTJyol6+9ADx+DyWfqc5zWVX6sEHx3DKCjm7mR06PiH6qonME2dKKmDhw149G4hqf4b3W/wGf112LNcLyy5bsS81e6Ewdg9ko3mVp+ucVt9bIP9Rg6GcfwAn+jiNb6yr5QFOZWuCCKkHYLgt+Fl6OB79pHdEEGqQdqS9qUDeqKPd2a5EKVsRS1+YwgPO4b8Naj0x9WNEeoV+6QPRktDE6pqAgkb2wFOh/wq9g17tXgv+Ky9y3FdSxhbicllkXWTDK5DbBWKPY3sAG2kcUbGQhbsgw8y5G+AttfoO4/epL95HHllfffUbclGaop604/r0MMGvsCifNGEr1OfAr/3DkvU5ULwARpq5NdBYouT0EBG5q7DMcLtYDHeBoi7xsr/YV8z/aVFFO/luWeuDWYGHocfQ+ufY5N4yZpAoCEp+LXpYgD+Pz8X4YaJk1FigGRkLJZ/I7JeshjXGPVqF6MgeA7z7r4lrMZp0SY9NZN9S9Ss6R4697tlksiUXBhc6Cx7Iijip8o4E8bIzojulNakJqjcTN0GIfAuQ4785opUzklvn57DYCJNJxZ+F+vn10Rh9zC/1/vCxUJ28mXVe0redlKUItykMMZwVjPLBlJBDwhumrlKHbo9TZ59hQfOQrBjwuRjJT1bNAL74EHQhhcYbDXUs2AHzfcQPtD1fFs8WMad3SwozGhklfB+IoE1yn0//jtrMMY6F1kfDLcm2mVjHNSaCeIjxjGHwahcFnejxscPucjC7GSf5WI/OU/jFXNm7v6wrpIVe/Ji0PYh4R7HGjLH8Sv6Z7EPgx3j2Og1mCRb/YwYygdkuu3cqxcvufAYc1ET3pxVM3hHh0O4j274I1BNfNNgrkT728U+nSdutn8MPDSeusBfXnLk5LoydVNtnRukaG6rnyHLvCTTXcIvhqVvj/5+TKG+vIwOwYHzBm+8lsVSJ5BIW0JEqtHM+bAgml0Zc5w7PHFsP/THeuVxaknH4sKOd2JjNC0vcKbWUHoeRRJ6u1sK3vOYM0xpYNbpwv8g9Mjv14zGi3W8BPoQFzahu1XmC3qZTjg9kFsleNq0/8jxPdZd2oVzTK5g+9aOf1+5M9KtyjzA5iq+rLlO+HAaMF5HiqCA+1aT9edKgZUCKwVWCqwUWCmwUmClwEqBlQIrBVYKrBRYKbBS4F1S4I4eSGXGXuehNit1kxr4NBIRwIQxOCJda7bpQt/UoatR199gTKoxgqlRMVvlhC4NxR16I4KCCOBo219g5mObxuGaQBEd8jEqadxEx5St1JpR7sCUl5fxDW0CvplOoQhLI0rof9C5kocPGhANN5q98huMOQbiYNRFj2xUpcbyyEqnbigMUFA5dMvovQimmcjY2LL9GhvIETBmBknoDq0ada0auJZBiIRiVgQGNcAhYWM/4AoDU/t7cCAjnwFvOABU7i8bLEZCuBa6yx02SU8NdBp8KvT+IzrHmx7Nn2mmzeYaNKDZu8Rf/JBPPxlDk5pz54R6vghMgyedwXzaQrgemSOjnfNgBhaZSQy5xqWRG4EnQUHThB2IIBvxq8wW6/7SoTcs9HyLCMMzKRrznPFHnD1uRlIpo0ftTH+M0dAMmSHzEayoIVgMLMg6pwUv+zD6W1q5faZBW2Y8neCh2+K553AgX2iSnTzpOyFh3HnpCGPsiJ3NVN0a1ZmLLbaPisDQCSN9gb2AsNsCUSjKxf0JcGuVwdB4hcFVBxf5ir1maEiNz9wMOQgMhGTXQVy590sa8kmpgF7AH7p1ryEDWxxJRlPyM2fqgf3VWQ8mFlmN8YmzPDtTdvyxz5lCyJtbLLbs9VzDz35LYFiHjpr16mw/Z7o/vJx2DMdxTUP60dlvCQS8JhDUKPch5oEwpJxZ87gkfOevWV+saQ/9Gx2LaGIqdgNf2/c/+h+fp+BRESqOPIAMPR4QwAoANs9QyDOZRtKCtkaT2fo2DMejv5VfSah84Ok9VfcaKTjiAeK+vmwQC1wsdCz6sjZwCmhPEUgQqQEeegsZ5dbiUeKFCSOs4esxEWWKfcCYN4XyHi5h8MEnaxxF4zWRsy//yIsAOLAZd69AaIgWUErIpQJxoty+6u/gIwandt4IeuzxXDCHOWOV+mFXpW75faLrey/tBBi4kk7Sio9pmlkMO5ywnDAN+IQXUxjH7u3y6KZwJWw+OJBNU6cQKRgPRGTzFbzSUFcxaXyZcuy5wVE/j/khNxwzfERYdMfRKFD7ZUNt9o/WiJqPsR1r5hYcbpWAZ742s7GwM66arz4f7BjKnyPHOFyMbsgee2M4qh4cryt/YBHpNdhDG4OsnmXd80+BXSMgdCzGyBm+w8Mh3F73QVXglzg5x5JO0soHRyzuvqBFqm7lGWcK5E35Vk5Ofez7drG/Ulzi80HUkxaFh1BHOmhkwOt0KIEEh+I3PyzxwuENfx/2FnePvsorwq4W60jtWgAOIw+MTY83Ed5qkXoGI7RD7vvkR4xRrs296PmE88ZoZgEkVPnfkNKhwZBa6e32MFhHMJ7+USCej3Hgy5c/6DPysG42P666m6+BAd6b5t75cVj9oONs7vqqKZ+XMx78Nxhh7WNqSStjFL8elTwflIV9Ofqxv7w7mwfc/b51cnBbWQ9nH14G9RKbJp0IdMg5qHSr+fpzpcBKgZUCKwVWCqwUWCmwUmClwEqBlQIrBVYKrBRYKbAUCqjBCOOjOmr1lRNb5Y2/Q8fxBXfIeEYq22FQv4I+Bb0TdhN0MepwNWhgOJkISpg+qerNJ9XVM/Z8bT/AMIghAoWOQQZqbdLIRvudTmop2B/AcQo2rhU9MsBT2XS+GLxaI+3IYjf8lT2ViYrl+gbda6MOSl0fBDL2lcrxMYCjwmBWQauK1MJNB72u0F2ZRnuL1hP7heEw3ISe+SmQhU5UOFRnCcI7Knu8gQp8Eg7sDwS6mZV0RK+t/tFMfkbKmpJWm7dgWiLzH0d1s8qLN9X7V8hHDf7tNXQIoxU0Jc10c4r+dvSWihhJzlMklYcT+G0xRvU9xjSMX9cEWBlVqV1mQo8ph9VF73TP9jV3GKmTicysa/A0UtUtNJk4pmPWWJq0VO98gt/RydORLvzLo7HW6i2RW2BoCYCbMBrWkQEV5pg6OLCRJjKr0KUInYby+Vy7gGm92X+2xukj7TQYNA2qo5c3VQpvkk+OLwjCR8bdxlTQZrI0il4nFCOSM/NmCeo6bQBONMQxIlBDpywXwQMnju7qORHuBFsO6JcDX+TV4L4c/FGo2as4pJTQg7p/6UOwUgUfzKraOGdwEGg6tkTltnWPBCpGjMmTYx/MEfkavI0mtvwREdFkDtZuiFG+JnuvRuxSL+WA7uf1pfzOju9+533XP+0x2lB0FOL5AH2uWOvM/GBQu1HhOgUo04puGS9wvdOtFCmf+SZ9OF/cz/iaIFOD2rSbte999H98XtpnVGwCEWk5FV6Mhw25wNnIgB5IzWAaAhBOzwWt6Qqjg73dIsI+FN38u2V/gFbvEfYMeAU8bgpuit4JoIIxAY9wSZ483oWOOwjJ6P6rMNz9alvz0QfjYIB50FmQgrkKZwjFLFxvAN+ACmFVgNMQZ5pk4MA7bMJb5+rFCx5cejNhNFJkwTsjFRHUAwEteN3hABdM/ZsjsI9q7AnMCwNeVTxRA7fwC4jJXnp5/PFYwGdah6BhgOJhtNETwxTAV3jDsKfFGKkNYgoGXiE7eu5cQlPwFmYjZ3VU2Bo1awpvPX569mwNAxU97RZ3+XWHMg8iWVrEPr3g4GLXsxDWTJqu/SeO7G2Mp5X0TV7YQtz9lNY5jMZbH15Ro9yafytbziW9/Xpohh9U9aynb9IA9NXXdIe3mrQMslpXOllKR/nr1LcvhWE45mg0aDyMSFExXf2SB6WeSaQkdhGjWC/wCLnKvlMu9z17dfcQDvgLDGVOJJ6Txk8XKhavUW+m/kukl4XSIThLeu37PXdWevW+L20taQs27GdcX/8rv4HdJ2Lg6IPDEkTK08AjTx31vrKXFWrFC5jrAh6InXL2rHoO30c8oQY8Eu0pH9w59l1chNpa4gmv8HRyPRmHG6Lgf4Kn5z9z14U+hor17H7oouqZL/G9/ckXC9079B4d2A/khfsu4Gk6YQT24eiDRtmNwqGOfBr+lm9eYM2f5cL0OWZcGJljvmDpcRfG/KNxs6vz3/NY5yvs7vifHennQ0rctqPRyzjEhNx7T/n36MN6LSsFVgqsFFgpsFJgpcBKgZUCKwVWCqwUWCmwUmClwEqBZVEg9V/F8KMiHl0RRr3JlMc4ug9k/tuOX6DTHDCQoOfUgKHqJKx61EYPqDHJAIIKnXDbYgjekBGP7fAGgoSMHBuJqIt9iEOvSFVUJepLQ5c361aWRZU9NKmHK1o/dXro+U2Hiz5RY94UWzT+BlqhC3QfWCOCzfw566IMPjEbr1kv3f+2MtiBjI0DxqauZk9l0qpWGBknDR8GZ6grhj6xtaV6P9rvdJ6Xq6wc8EnlUP+odjtYLmCctPCs0eDXEI1J5Dj7usU+v+rn1BnbVkqJe+hmaZN6Xxurv/RoivFPoQrbMfZsMehew/bLJ3E28jBMsUFJWrzRcojf7Y5rjJwG89RuGVl/haERfR+2pg12ggkd+6B+XxtGqHiLbjVIE10ZrBJR8OosjY4e2fJyxGDK3sfV9GfkR723OkPoo50j5oD6Q8/fDKaH/ah3DUMmgUINeuOq+oK0x2Tf1PhI8Ji3EdyYkU3ogeW3FwssHtUPg3BckkemhCbwrMP4j91mmL7hXmh4qcdpohPnT/lKPAIDcMD4TBCijgaa+3p03/JgqIxIJsAL2UtbAPApqsJgKWjsTp1Rsy481jFocKUtitTdW+OCWfuQ71yjkhL7zqLHi7+Ev8xfZ4VG3zqAJvgJ+eqhO5ttcp11APgFtmVtiaC1kPyChLcOzg8gMFSTfPx8dEIxEvj96mb4N+hhVgHb7GX0cQZgYI856HpE7xC+JuhwHL6ppmes8WafjeAx+KJsWAJGx/Pj2A9/MuMsc0ra0I0BbhiA/8fntI6SkYZJyGQKC6NRb1iht2xM/NIoNiI7x9iYmj0MZLiSAPDBAJlw6zN3/eRDMljjgGM4sTH8ktq0Iapx2LI4XhEqTzqA5F0azmSyi2oSR+ZJJAqGEO+FQRXBiHphuDIS+BNQMoUxXlk8JHwAhTHHdtHe+k8vQiWlkZ7oLIyNs4EmPMJefsuG7hvmCeksSMXd8AAL4xowhFn31gImGw4/0atf1jMikPbuCdzgRbYlErgmIlDDYM0iKSSvW+SLRYEXn/RFg0sAEyH+TI6h/poHDx5MLdGzyFKAxCMpW8ILmXb7cwqmoI8yQHHC8GlICfzeFTnmX/FSwMtUpmtWRjiNAeR5jmSzx5RYvAQNimv8HTCkVR2007tMI7CdOZNC6MoYXj0cM2oFb8rY1kxeccY/H3KDXjIlRN/UwRrO8XwzBj3kJPq0r3kBKJ2dOdrGv3jQx6yxIi8FvAA4pzWyuRDEAhigx1fiErygupfKx+ZzyZoFz3LVF03u4JzhXhux9zNyO+HpOPAwjj1PGLXMwocWyDLsfm9v5YjodR5Mbf0p/GAhhhTBowASOJzXwYsCk8eE9vDK4XmR37g289FnlXuLaGgekF8x7UkF7p4kvHblGPFA20FJDa+XnvUE8wUT3sUeEXiEkcbjesSQivFdxwFf5uPFCyHNh0ehjF3l+lR6y+ND962VsibP9RqKeYZMuWH9aOS/L0alzBPEfZRtJQw+4Nx/Q4kz/bkv2wPG+4kX7Q2R72ZJiJeokA8H4KMg31seur9vHM8cX/hNGw99GlLjux/w4Dqv8R/IAIvP5X3ue1/PVgqsFFgpsFJgpcBKgZUCKwVWCqwUWCmwUmClwEqBlQJvmQKqLPyoZ47T0M6hPlHXY8pjIuJadR2/IRry91WHsecZdTvSFqMkRtWikSu039SlENU6hmFIgxlGL1Kcum2ZUaRaQjV3ED/GNQNBGJH2oTCL8exgWSX1cDORZt2amqlQU6FLiy0oCcraQp/t9veQrCeoAu1fC77qu8DUiFE1d9ELRhQDvCb0Xy102jS/wCb8r9UWA5ZbIdYEN5hyWP2+OUNji0H7oC/b59fbp9Gh/lH9lno7mMU/eYaMeMGALbLxtf0X1YZ9pNkhFhYTjWnyUvVz6vc1yqEj4wIGJL5mWdEg3mj4Qvc/Nf+FQCPasr1boy4Q4krj3OeUsdTnoVP3etpZghJvjQgh+2E8y8jsFpuE0c6Ob7bNAd3+wB7ImeZcWIQqi3QLbbJV0VmGxGvQIsrzmuhnM2savVqDa8g9XA/9IvaWEjU9d/WkwyH/oBxjIJPQMQzP6F27mz9XAx/COavx6hn0h8bqyE1Hrn64ILSDolygnrzBLjDh7FATQNRe/zN85qr7DWs4DduN9gDrPq0kHoxHV26vGvMJ+9DQsjYRkOgWpVdE03YEFanbT0xzrqRh3fXMq/kVIljmUlzjTsiXRky4hWNCd/0zxvkW3TrR/vAn9gPmzE4KXcvRLu4rWW/Wm8f6oayAhfpvDNhXZDB+tiUCuEO3jIOB6eAz0jnXi1Apn7Qf5Kj2H7FS6u6Bzz2BG+yhV40pvpExgvZq7IbToAQk/JfAXuqEyNNSKgbcOHuMZlAdyKDK3t5d9XGs65MG6KCjDkLgeyHrA35pG7TR6eJ91hocY44NwLBGoRQBOg7ixQMIYYVwLYBEquRItYyxTQG0Qxu85bInlIPJhJlxPBz6MDD+KfLId+S9d4/YyA+PAFOT+k5Ny0ytRC6QTNCTaWHIDg8H9uFlAZlIMZ2RwHhz0Fd4ZwS+F1I9xnzgKzifC0FCqWGTtA8s+DUPqhGpa4nAi32KiVYuqBR6nOs9BPrgZhrKTEWLMLknMOH3mX/fl4TXZ2CBIyIyGS9EGJxEyxL2L5wGBsLxRzYW76afIcw/AkeNj/BQIUbU7wrRKZjKNUdxsXLZ56HPHrqdxkxdVtycm7SxMTmQ1rv9cukxJWRlXkyAVecH0wt0GiFZCEe8j0KuArQCnwPkeUbXll/7gb3rRz5l5GP+Nv1F654GeqqwyLvwmo4hGA+OcQyacXpBOXzYubCM9OdL6LNrXgg00MKHGVR6U64T7ttdn75qLXmX86EBGeuZ/lj6t7xsVCPRxhhuJxb6uMdZmT1FduzlbJH+cxnhb0+aHNMk6MxQhwxB/zKfS8Wj43nIrXYbhgKdRka9A42Idb8J6TZOf+AhMHv7BDK36FVg5V46QmihRkaNKKb9gEH/mpQsk+mlTQuiE4Mw7Gg+4xr93Ibb3wf3C853jtKeenz8r0bnekYmgVc33/Jy9Dto5z1mz9yV3NsNT/8+zP1zNNPrTOw3M/Ei1WGQ7dxDWp4GaAW+HOugE3s8KKXewaWTpykzzq34jw606TbwVucInAgqvMX02MJTIleLssCc7Gu9uFJgpcBKgZUCKwVWCqwUWCmwUmClwEqBlQIrBVYKrBT4ASmg/oWi3iXO+B06qLiuzok7bn/F1mMjUcEteqMOY53GB/VRRrZF1Co9hN6I32a/bFt0hp0RegTZGC1GXc2iRkjq2D9pHGbMaPMI/aGwvotypIeTFvMnjUvQSN1iwC3eBMiQ8fGG7IKj20CqpoMGtYFS0CoMKGLKjTQZqoMyoABDKFuatS26W+qyJx60JCIYmmeqbXlC3eDFu8BauI/1Y6k3zLG9p3HTNLsZCOTewKSDxlGgJp3wBv1nR+RrQ0CPgUhT6Catb/CKmCBPYRzljPsG8nXd82qzwRDJFpr2MbXIWtg2HPPAwPpu0GeUnVQm2TF89RiBh9C3gjeGKnml7i8MnsGbPZzqacNwyASJ/Y/FHTtVY0ZYeH4DjwcCSVr2gzWiOvgrj99Quc2/7Fb5VYy0bxB9ittCj+1jsxmZhQRRYgDemOKZmTkZqS2fd/BIDz+hmeXoHfdxVmdL9Kx6Y6ThZsuWftBKB4A3URIPpIahXTfSfgK9gmZAs9Xg+JLf6JHdApMAuJh40Fh97VEBZNgSJdrPv8VTnbSBRXTAvDOlMfMWHk0EiZlx12ahoz7q8OEfCf88qDLiWiHNtA9hRzGgzqDHAQ60I+nCiRR3r+k+6G99aX5Jsa7cgWfYf8wc7Lq0dZtIDbbB8xmOC7q7Kz9IKHBbtI8NRpJLFwI4h4FMxy2BoOjExS/Xwxn2wPmBczst9eBhBQ+PDMCHYAuEi4YLi5+alAoKX4vl/hk5pAfyX/d4BLgY79opCBcTUmguL4Uo5WhLBcW9eusW4SHCrWJStJsND0xywWMpV5BdOvcFAllOwKhoMpsQRA0c7H3cfFBdSeyB6OKInmOseNiy+MS4iXW0Y5TXLS5l9pRLWtLPB5gGZ/ftrEnh2oCLHhOudJm2V97sqP7A0PYlfNYnLS8TomM/3hbPqWHAUEqoeaZYfaCbM7dvwxGbiFNXfMQgPF7ApcZwWkNL2MWkwYvEPYFbDZuJf8J3OMiMH4Ie8IvD4Yd2QbN4MLAo8nC7ek4k8N9YGDG0uVjp9XYxmQ6HPjpPOMTTyU2oMXL/LWMbwYxhHlyM5Ez4D2COPoQ5O5sP+ePg2+sxn+nfEP3gFFHa8eDD8ytxcQ9iHRD0vLFP4bisHPJH8jU4F1Twou9dhFm8Nj/ZyVT2KASHn4T8GH5eKcNRZP84zfvORz/CZx/XSJyGZuJhcWjQo0VZe12ehEESvvbjN+HIUNUYJJ2jc4fiV+jN2VyOIT+86h2b3CmxuHI13rqvMfabYp66vJRU03fgIH5zv0Um/R0A2JvrDoX1MEQDnBtftjCED+xxMeGkogcfV6mkXFnZUk44lido3ji4d1iP1oWYJ9beeOkjmrZlPXM2Dg176rK/dEjZjHzs5cBwRYLt3VuJFqub+5GbBtq1iP0bmgZ++kyIWtYuZaZH+bk7nru+qzCfUC/kxheifCEfSLNR8YIQ+5aTvsfUGO7zIr+llJ9Le58HWQ8rBVYKrBRYKbBSYKXASoGVAisFVgqsFFgpsFJgpcBKgXdGAXUXUWblj1pQU5Ya0OJetS17S1akex37b6qXr76OLHqt6WTRfbQYBCIQAZ2PgU6jgRAYyUb0YRWpoevuY3Q2H6Bj4hqKHcwI1DOSD+WrOhZVLWX8hRx3eqxb8BxeN4hJPZWb5VUY9SI18vBHIoIJkuFGq1qqwx4R2RQ1/BQ9Veop1R2N6LDUSW4aIipNNYyOuIfu7rE7kXmxGKzeFX0O8RN1x/VT9Oih5QbuKPKOyOWRTJTDzdfV9nv00OiIO4MywCoymspwiqrLKBxVJaoxM3rUdLJNbEfHfqxUMJp06M1yqFxEDsDSLNu/y2/mAhs7Ap+RlASoYVRr2D6yRf/aqIfUcGhaX+hR6BZHFOji5xwasQdMBLxU7FdbXzEHNgQ5If8jEaAd7YOUCMtR+yfgWPopXfi7fGKuCZv2D1Nvv/oDCUrZ6BH9aRup3JXHZNDtflK7WXoNlPnBfB8J4GNub7B3bMlKWrN/ctiL9lXlZPIWekqTS8rh+HEuHkFXRoWmMfGIwJ/qL1mPyE6LE4F68dyidB4D+QljNoLlldsf55bSqap6GjQco08mGNAo9ZEsjwYJmmn1MoiPsTqEf3dHWQCmtEco4+7LjA1iwAis4ZkFYzCt/ly0w9xRu5ebJ45StzLDAPuOu3KPxZANNsJzEqZb/ZQ6kUFXWZhLtOfc9PcjdAmdfQO9XLMENDi8r1/anT2GfUC4lEeba4qHDi8++u+fB9Ns6QJzRH4ZanhzLhBBHK3RbkiPh0XsEYnl3sVDa3pEG8ZqI4BvthRCHffqmAooD0VdFzAy3bBfp5tn1yzwGjtTcmfGuq8C+KX54Lgnr0sHJ6T0cW/MtmPDZyaqkXthAIHNGQlMXRaiHdOSMNx7PN7HeBXGAjfGZqWxdeHQy4k9dDV4NeEBEgBKdWgfYngbmYPfBaY8JqgY8jGSm+J2O/yGuobgy/sZhUfI1TH8tA/piq4APw05eiS1PH3YlRRof483DDS+JtU2kZAZIuzDSXNuPrCTPzMQZ2nK/ZBX+sSbQUO/e2E8u8EIjBfYUH8Hf3AOsJudcey2fCecl3wXvCIlh5G5pAOuXMCanzGeaQZM+uCDBbD45XeU48P5oagnb5JLLI4Yg1tTLWy31da8/zo5lNZnaVIq7I8Fbq/YPmEjnTKOBSb4b9t/YVwMwXAn6blvm2c56m7suHiPzIU3GbWlOTQxVbN7IGxJoey+xh0edxrykkLwW6QvxMeZ2cLzMKZiiHcdmloMkvHm513GvNPXMeQFu9NX57uHfYgPXmimbvbFchp+RSWj5uE1sAc9o7NDPJyV/5O9d9GS40jONOOWVQCoVjfZJPsi6czsg+wT7EvxQXf2HM2MWt2kyL6oJRJVGRH7fb9FVGYVqoACUCDYI/dCZEZG+MXc3NwjYL+bGSlroicutvUwOiKT88zuo8svYZHznLGW7pSo0a8+vIbCM/pO43vevm2a6oUo7U81Hsv8P2kN+t3MkDGyna0fKVMfXrVE7vKfh5mH2zWuOsbDf+OaoKz/8disoSvXWenzU2t4bNpadF7Dd3dl5jnDS2CHm/8JNxs+a2qHGPXK37T92PpbvsaBxoHGgcaBxoHGgcaBxoHGgcaBxoHGgcaBxoHGgR+PA5umBx1GnblZPx70+Kl+Xx2ZQOeggVM8KAJ0Lv+KjlHjFryhoWgc0Zmq41YfoiZkBgg8Avp2GKVoCaxucuw/4/cLajKclwCwYQ033Y5Nc5RraU+oRT36mQ73x+LISY/1cIv2Unr5B51ofuDROGL4BbAzEyP3uBDvkyyDulOtgbVStAxJNaNh9sqAQD0tQChuVSfAYI2Rrgb0k1hryh8zR+9VJfmsOriZK0/58VC/T9dPbQYshIYefZiWpRPeLvtV17NIAbrQYdEqEz2jA8wY2ue9tHpKta4FOJKXOKzq8XTnu6CPN9KrxnwTpxO6vSosXhJuP2WXX1OXMs/YYGwoWDt033Yvh2/4vuiegX2AIkCOGIzkufmBvNKnnjC1Ogv8DaCPbnXFHfSi4Ryg6XLlPMI4jD7uPcrUU9e4lX4NYQ/eOo3TfVnUZ1q7vcJr5fo933hhxGXwBdb6HTFkr0d47XyT7FvzTirPEsTaywVcaAXfGpnjAqfHlbjYbAJQRtN3zgKzpnOOqZwp7nDyYLrddsjZiskfaVTvjhGfWNGgQRpryVEwmk0nrkGMjehOAEbbu6dJ5TEj5rjFNbNGpeq/NaRjLcOyXbDTNci+REd9iycPkn+Hd1s+aM6aoZN38TTlB+OxjjXUFgYA1RnPxrnOp+ug1znh1yOScyx81wpYDwRT4rgncHKuv7mOne+7B11L7NckY4pHTAwp8QqROf8c3AAulrv7whUeR+/eL40uSc5x6B2ff/n/fNUZXzae8PeFDj5lgp0YIbjrmNbA6f+amJDDf6ebmlVjHebDyvswJXnNz6Eo1TWvv3qQ4a3SzpwqJGCroLg0OM0WTP5fdlfLn3kwMBwjOxQAHjWdd+PIygLghPDvHPyA6lSXT2kWKHYRYVCvcNk6j0w2dpAMnRZ0FHURyon923iWhaQuv8tn9WtbjLJyO6lty4n/NTtHvukOV+wkOQA6AngtTCBz+yJwf/IuosIQmiOjJ7lJTmgXkc94aHzGYol15vpdxm9jxZ7xnb/TH9oOFMbEwgEH46ToYg3Kg+uKnR4jiyBu+/Os0ZWyd6UzO5nk5+sm4nbP7tuWLhIU6sndGBfu6vp3FkfGix0Usdblfo8bCCdpySe/LfMWKU0qHlC6IGO+kPUugLxgrYDpWkbmBYpfqToFqo27Le3joo9/+5kFz3L80UDmn8Bjx8tJ3Gdr4Q6v3Pl3W3a5+MhkzgLZ2dDBw2imD/VCSMwE3IzvLwzSejpC0dZCyZQ/zFuHD2Kopw/5TUm/nT8wh35Yhl0+xOj+AdD88lpXDLo14DpykV1Gjs1jDqmScQLwLIgdLiSuiX8yspHA2MC6A8maE76TzeToH3s0AABAAElEQVT5Lf4WrynMzeL3qa/1EN1/hwn1QVbWPGJYd0d23y24gkbWWH3oq/0j3bRZv5XjyDJ5PFMg3AlmPNtrjpWdiD08H7IRo+guHiSr2XOEztTtBere29nB2xqEouHm3L6Z7DtUYmm/JGbBL9lRiit2rP47HrTOPV8e3S24879o5gIXbaLkk6qg3R1U9u6Ctd+XxxpDHyTkfzAVn0PLxvOHz63HY++naxzuUphbExshemRnGQWBJbwadN7c/KhL7bNxoHGgcaBxoHGgcaBxoHGgcaBxoHGgcaBxoHGgceAnwYFd04Hmp/5UY6DL8Jf6D3Uc0SeivzEG6oDnuxngZQHAOLIZfkYfrTdC9Xl9KXLQtVFWIwW/AYcGgJVh+BI9OEDwhMFNR/gxgE5D5elqOnAHec0ucFMn1JdrXreej5vOaZA3ZaxWXEq3owrSGIQwc8s3gJmEC8OidUTnP8ED9b1iBAs6/QXdoSoy8YLyDKpnTbzjwZ8OXfgsYAyvl6N6cw50Yz1W02U1x9hY1r9gG37/GPxRMOpQLx5dHSNXbsDV46KTuwY0Mz6rBhkYehgaLxsDtqGTyvBNfayjjq4dCyz6jUEZhnLPL/4B3nFNQzNy9LiUNhShsWyrXPX1XC7286eVDqXeMVbLyDiMxqBF7718HfxlxKOkQNvK9bg2h0YuWMKBYew2C1+YpB7T8Mnyout+03XPv+i+F91OTGCtjH9A5w3GopLzbDz3fu3f79u/eNGlkvCV8VnxvjkDAoNUIYd40j1InxlUtp7LlB3icEeDiXuRAvobt8Z4R9QSeCBcpG5VxeFwRMy5ucSn7Bf8sI4cfL1FqlKOhYU2HtNy4ks7Nsc/g7H8M/wVO/iEfOJl0uaqogzSftqVnkryoDYxKIWOkEZ7jCleMTWwmlirrol5O8+OD7KctpHH9xifWNKLM0CVXjB7LeSHb4kF/mfmuzwirC3td0fHQapk9YnmjfRXvpSPJPvNGqPF+TT8hjZYb/QmwCadcmldY7rL093vHfi9qW9rKb9pwlacFdG9E4LyCkM6PTFPYkO0La9Nd8tHru11CU3yWNMpWTnj+dnn//dXPSbRCSrvoDgpSPUQsfntyESRRfxmgvW6o008SN0oCEiyeAC29XS+yliL6bzRuvKUnzVkVaNo/GrQaoCK45EFkV0Fl8bPBfxYWfCcOCUI5rdfrybvyxj7v1C+k9m45J0AIY6CcASUdhdEMVaQy/zbJH21ure8stN0xjNnYHau/JXBBwBBgCd2dg24kXWCVzf2cufNVR3nd1xYNVWP7CI8Wn3GBzsvDTOgkA8THxFPlWzbXW3SWGLqZGENxsWDLoGNLfps+C3s+1kWAuVK+QrNj5iERWdyp0xNGuWXBYm/nrihvhiUj3op0FXGe6RqKhV4mt1EWagE8wTFqD8AJV3eF4jqzfZ5anuv6nyx8VpdV5Kdg4wRgPaEm+OZB8eK64/BnVHWfSMiNyenyl9ztkuFcp7g5Tw0pPti+pTvF9sCfV7BTqnX7mtrv+89eezv/RqntqOcAZIfcMcx+gKLnOmi2xeM23nN/5pE/uIr8nrNA4JJOLPRY8Cfv25CnPsuivelc4pu3z+/c7t/1ZO6FnCZTRfGlri6/pZ2dKVMYvxvp9t1VP+4lpdPuK67GXZSmQZeyMfp7zmhpXrScpW898o+eW5dP6c71Z0+zvMx561aeRK0HlizV1xBL1iV106r2/P9ptbtRLcxeSFD5tzkMwO8X+hC3g0DxB9RRkPzqfX3OJN3Hjbui6pddjcnB7EatCJfcHnS4U67XKK7WtTKwoWWGgcaBxoHGgcaBxoHGgcaBxoHGgcaBxoHGgcaBxoH/kY4sOk/Nl1X/YoSZqNfQIS4tYShmzFAWTF06WK5qm5MK2IMYCg0oqupmKnqewXOCGs4/Srh/3r0o+pN1P+tCU0mMKO+ZdO9/oQ5VXp3CKSPaon2JLgUi2lira7osucFHSPeSS8msA305OqptJqLtXN0bfQV3Vh5nsSYAUOefv051wjpp8EYQGFAKFopMEu9sqOx6zj3ln/E73O9XppVLjgRcML6uRuxbhSwxrKxJw5ujH0ERW90ama3P3VFji3iIlvM3BiVxYRaAx3caotrRAn3Y/XxNKLqHSHAf1Cp3u8vXMBrJfrLsrZEx49OVbiRizcE3nhlRB60IC0doq5z2Qyh51oBuswZPcUypjHmO5W/qeiJTm5wgDThHHOeEsYQXEI98DNCMJpnQTYNmSjw7iid0uk8Z5QXipM/E7iWnlzDE/T4CxhBLHPhipsc5FyN9Km2tz1TXkrmA+tWnQFUlQ0Bd9qEnljbJ6avFsqQ5MAlnei3X4UrVq0W9Cw5trjCI7JraNkF7EYs6n3pDx3KsQerYr6hedaDK/K0QvO04C0BIFs99+ri+ch000f6Whbp4gMC2ljsXjMfBzfp7H19ZKVn2azf0n67vumN2TCUroHPLz+D/YRR1UvsluesaK7d/u2vbSz9ci2hv+Pl8LOvBpX47CjYrX5jxRhBPK/CUd2HC4IYZRcPdwAcNGeXRN3KctwetMcz9Ly1tz6PwMEkFsMBC7sRsGAlJrAzZdLdg7t7MskUBmvPx1kzZxNP5phDSQbk6Fg4tMRccClwcSX4qxsOLBCpI3E25YuDdM+Rit71w5keQNHBYrFi95Y8nvD/7kTRTbWLNpJBnxWSnG6tbX1AcLjK4f3zPpfQDrggmPSXD2+yiwSXErWoVpmtsnf+2lsMaBkq2HUAv9yB07Oolz/2XwBqA+CR+QbQ2cagoCtpuXvsNRdp8l5eHWMJ+neMuSb5bA9gsV+QhTzM9v7f1P3O3doKAkAiC8ZQuMAy27i9mtXXIm8WaSw6b1O7X/W7Fgjv2/89ZecKfTJQui5dlE4XrJ4XP65G1mSJ3X7XFIl3RxQvkHGbMjKPjSeSOveKd77723NSFtO794vCynD67HXxsBU17sGRMZqPjD2L/Bg3H9WJeslC8nxo5y3vVMerZ/BM2de6mxe+gTk6sJttRZYFs0PZTt5W+M7PTKuQdYuBW/8yZ/YSftfhy8PIZhB5dWRXmvEzdM/jeJzk8y618iWSGFE2HovjeKDvzDyC0OPaZGKMfThlfTK79d1Jr8jsTt+eL6NZP+7kNac9k8c+oAZcpB8BUn1hmLITbe/hXpeZ63yXhXCAj54+L1iPXx54YM66sT7lPSv9JKehOx+8HMEjY2QvV3/k291VgP28qLu9IH17khZbJY0DjQONA40DjQONA40DjQONA40DjQONA40DjQONAz8SB870N9Frbs2uKlsEXwBuBV56PbIB/F0BNhyPhIjDUEh1zAFQtwxFVIlq6KNGVyMvXEMb/xVPdhOWnwKFC4CaGnMd7t7oH2lftcvdFLLuu3E34wf8bfP7cbcZ+4wTbO5jDdnrTvYP6Ln+gl4WXqHn6zV+UJ+69c7+9HjH07ufoO8wcvRfdpeXnwKUo1cHO7gZCsEh+Z6ycvknkKJ8gxb0oB1ePI94KLW/AmjRSaIv08hLvZkjuusA40LaHPBkGdW5EuIOgw773RH2clEvi3HWsJT1M4zb+Hf7Ww6cy+dTcqR0eupExQuMzaybb7x6HvVeiO4Uq00tR5VbwdB9RM7FUwirvLUyB2K88wlzA0tNsRzcaC+EtOsByC1b8lH9sx/xvErbT9s/e8URK33wKeN8g1H1WJ2DxDFOHNEDn/PVMpWKJ9wjl/2M114Mq0b09gOeEsXuZ2R0QTfqZgjzVYv3z+e93td911zby59zVzoMJfkXxgWPuzB7xFPusmKh7WaL0FfjUnVwgcm0G7xlHnEjHgzIL/6ksaUGVqMW7Fijq5823OPd8dnHSrrfND6v3Fe3TruDnlfB0kbmSrcgS1qWT7tngDfXa9umnZa0I5YQUP5ZjTH1Dx5w4zzffr6XT0UPfKTe7V4M5gCutSI/XjG3sbzukOc8F2Qy6ZR/u1CX+ZSLmyzdLGqI3ScXx69WwMXDi79jV4L2tBAvh1zwAgJTkAK1fHgH68Stbu1JBaj6jgUE4XXROcayTOHbQAyfKmnQ37tY3CWOW0+SEKv0AcqY4C5gMguJYtLr6xuQE+AovuMlJXTttGzMkY4bBgkoQTW/3RnQ41L62ZGJhgXjkclbA8JC4hCbB55FsK3jKZLCmsTkQEhZKaDjW/rAogHYNRgcHd6bqhcIcGi3XPF7792eI5nz4QOAPIy945ddYbq/6P6NMX1JvVpyI2SazN/w41T6bc6kIYJJPcqPDqFHLCHdpZYHtS5eJ2K5akHrZoTImLQxJuFpButOk6ee7Te08F5Z6Ht2kxymAu4vFgAr4ucuxAQe2B1VMkjZgG307UYO9loe/+1Yaxm6AALrivtCF8G4XcEPB4fT3lR03qX25vcZb29ewLZScsqdQeUCwfmF7F3/M1Vrae/uJTNWK7b09okeMJlXdtu44A6JaayPeegHqFWWTvIsxVtbafOmB1uz3rt7OJYkX1B4gLvOLLxozEfiIQDK+5LhOmE/TwvUBm6n4KsfcVWD5JTrYly9UNcyIysH+D4Qz8NxhQx3h/mCs1O5f+81yuvi906zOTw3+X23ROUPCIzrjf4C1/e4m+kZ+8RusQ8psteRim7qUf5rbvLCIcCNBbMvplf9F5QDwGZXJlwJj+TGm9Nd+s7afUgmuD4wx90QM7M+zjMW5bqqcK0Ir1zzqYdz1/hzeQw9ueVjn12nuC454LKjvAhs4+xD9V7ZeHNvHsqhdC6sCYtW5LgRH3R/tP6esUZ2fGnn/l1OPFRXu9440DjQONA40DjQONA40DjQONA40DjQONA40DjQOPBT5MBJoY9qBV0Hai10Hvyh5xLcDdCDHmnBcOd4/BrdCJaNAR3MB6CCfl6dTnRvenrEAKDT4hMPkhP6Mt0AGw4Qr8cBj/rAweqxS5UzogQqD4pkMP2ElS1q+4o/6qEAkNBtreARx2v0v4B9cAF9F5ag/JX+Tz6iP0LfpTvtdcSoC2+CguUjRlaG9VvweIfJSurT42MZtAjCywrasaKPxhMbDiGODGSgC1WvR1zYef0G2u0vYLZ69YDFZ7oyinGXy+jExW6iDwcgxxWvHjRHdZR6UsVbp0Wj1ktH1U5678MmWwj85DfdlJxy3U0IPvSWAYGhdRAEox9mVmeZofAjJwJ6XgRg1etisARcDXe/Rff6C8ByXfX+iTxlJZ0ijumWYkFdHd8vved31a0OWRfebrtYE6aScIxacgICT7Oh9ZBkOw/dasftg7TdcL0ITX+CNQC6HjrnsZ5PHX8NZP7EGG5hWXcr5+BJ4ex79qOKx6Uy80b844g+33i+xh2nI4wVsiTv6MZJj+w6xG2OGFemV9aVmcs9dPe499Yat9cgFWBZkFx39XH3Ts5TXZZ7czpfPzchphC8B08rN+psFAFUdcVbALBHdPHxapk1wXkeYt/cEDkcp1o5mU9sTtCI7zj/gTsC8rf5/mYjt2rynH617Hpo1vhp0U02MtRflNvpws28fyMcVcHN5430yPybq+PF8xdfrf3vuvXl77vnWE8aHNy4j8HhgszbJR88DlK5TKiu0rid2vyuu5to6H9L3S8Qa8GeP1LGhvbGJEzrN7+9thPK6ZOmWpyrSt1Bf9t9P/8eV7HXuPlmNwyLRs8k0899GAFDb2gJILrT62UnrMOqlaT9vyAmMHuM3CnEAHS6mXAHEaCyvAjv7RaTV+6YTgOSn2/5sfHKFZgxkTL9jc/s9Lki6L3uZC8M5k42H0zZEUKmuGxN+9IVgs7apa5cK1EVALbcMDyn5l/DEi3BmRAuIsln9jOenNX0Nqc3fIAcxQKWUTttY4F6xa6l2YVCq2YC2QvezQL15JCPRcdO993+nKhwsjpfPRTgnsk8A8imP8QdFojUut0dE45lnmxyNeN8qufxZ0L/1MmxXOHWev6OpY+HC5sNVnabxSd++mlfb6edzno522jesux50/PIHeWZV0OH2X/A5e8g3fm157xd96N/WZ6x7X35YRzW2RfKL9kJd4mc1YYDCa9W/NzkQHm4e7zSQ6lw/nCkDYFseMJ68ckF/bjC6rgnFoLzCP4rHwXuVhv1u1q2pj2VpbC/Siouj6xKrDVH5veAJfuwGI+gHpq1clVJaz0/JP88Ze7eXLivXemzLQryvQ66EqFv87/Bs32dqL5WNbu81q94CuA0Uk0Vo33mRf2Ax4LDzMaB/nMeQPWArCZepeGGPE+SSVq2Q/4rx/6+J9U84pMNHSP/AbjEkrnHVc5RMJVyeUAxNvyI3PoiLQW3DueNPCCW9ks21wzM14M7SYkh72agZA6X30D7PfQ9fMlRdF67oYdowLjqcf07EgMHSoruhwu3O40DjQONA40DjQONA40DjQONA40DjQONA40DjQONAz95DqhvuZXO9TvqrjkEkgQFRvTuI/qo/vi/2Cj/XTfhmXAQiMEASr1ZNtKru6IOdazHgBRYD/b/iAEXm/mxFFVfp44IOCpGVHrkU2elPii4gKqujaZXaLtF6I//Q07tetXSgwkIq9/UHfS/orP/Z/Rt6L+0z5Ev6rrhmvFkV3Rfa4zDVHzpxRHDKowzxsMXWMaqk9Zggs7jhVPgfaT8SJDZlPnxu1otRhbo9f6NJFRsZ3SqWGZ2y++gEUMTwLSEwVTxDijIB39q1UpfqKtk5YjO5ejBN9YLDHWIjzxjWTzj8Y/M0b+p6wywVxR8sE/H0m6pt+SLTw3GkHON39C3d1p2Z7ODOkksuAlfiEKSe5GClI3cypPoN8Vk7J8wGgdGPBeH/95dM4Z6CF3po7ICapC+bh/kfcpUtFl3WcnCSwy5lhmr5qu/dhNGQQdxNPohmF2AdtnvW+ZUuqjzd3lWZQVgTmqgODJmhwPjCz7UdRonad3KaDOBna9lTOZ3He/Xu9JxqztewYuukTfnzmEE/2AFOQGpRa+686wjEF4AsFJY64t0ZKTR33dZlwRif0E/9HIggFoWzeZ5G9jj9hqVxYsWoZv1sHACeE1M4K5DnmB4zwaRKdiNcbSVrY2uRzDK8ZC46MKJzdyDBWkkuhA2dnUsjK3Nr4D6waGU7Nenc/r3eeC8WKF3Xn8X2dbFv+Eky4BSeklm8uBqfduRmu/nLY6Xn/zsK63z3EG0xK0EAC4K/c4FMMAmdrMuojZKHfHhzQ+Hzt8F8tqGkwoAKWbsWJjx8NGycND6T4Znhwkrr+Tx74OmjBqDKZXSretkdgO5K+g57qoHd1loTSmwmofoq4y5oc8KNpIjeOMIP75k8SGAN77p5x4z/vDNfAhMMlGan0+TbLwqy6eCS386d13gDuES0OvApF8FOhUvdlAU0G5uR+kus/ffO4H+ZjxlRQTJeMkzAIu7L1gUXXSfoCPngpz+0KeMj7vX2J2zAEK6mB3Y/aFL35mHc/iZHjySgtTJgmLX+NCffg+YKTj+A5aDw/jnqg3gPEk5oeVMjLrylp8uKLRDrbwf5EEyTG4WIP4Ci5c07Px/sAch9qFmS36pCFm1BucXQCovK9cEYU/sj30YH6ridddtOw9+qAT8nbHI7SZiZ19Ae4dLbh8ambc79Vtj99GcuqzvniM0ONquA26ewIW5D2HAz6X7mjLGdtjkLCDjw0Sfy1E9TKhj+oGHzxVW3wceO/9IYVxRsAHAl7bzMTivVXZ65CUIyk7A8nmu+859YMGm1P2yu2KHoW7Ae3bKVdB3y5jD45Sq/roWsZNPseLGXQ3A5uWzL6mH+COU291/n0o/4uy+MTkrtlNTMVDgPmDzcHndvTxiUYv198j8K17wmfVz589ZJeQK5OrLMmNnPOBD/ytkkpdFdkv6+lQ8tbVNVs6Lv9N51VX0O9OeYXx8ifzzssFLW+1Ce6eKW6HGgcaBxoHGgcaBxoHGgcaBxoHGgcaBxoHGgcaBxoGfBAfO9V03BEXHVrrH/ZogTB3q0TDoAAC8XrB+RTc1Az6oy0NBhW5Jr5bqKAUCSYY4BDwwpOB0INTcRCxcdP841gMT4EOjAMqqH1anEz1kFFhWt2uVvPcTSJKzH5zkD4VUNI+6b8Yb6Dz8nr4S+ky9MLpIPZhGT6xmy7JiHuiNxXoFcjTk6QBztJjWTfQsKgdPevRfsUgFVHkqTdc7cfCu3o/f6QZUCZTOqyED/7O7vFDnzZ1F3bT9Eiewzxr9mNdeeN98WHJqPa4srF/gUtq8GlyceXblyo+RlLGKGyt1tg/7OfSAqd516X+P/pQxE3DD4EuvphkPMpYuUiotJZCqLJACvlGv4GhwIHyR6jabTRS5nw/GODyyQC548gRpqyvzSaBXasXKwHMWrLYxvtN7aQ+GUGC1rVumxid926gIH7iVsaPf6rxHwNMDVv0TvDheA2zr+dRwpWmHEiembLW871f1R2DTzQViUoZn1OPumnCSzLGty/YhPZFm6SDVJ70KOOmV7Xxk9rFxYRCHQM8rwFy6Xsa3Cpn5jen2GrW15hzhyJrGxzqCP2i0ikGWLuIN82ho24A65n1jK7czKGnZSsDaMYwVklLX7BXD2nWbXm4A8G36cuvWx937+++Kb42FuGEoae/iQPhOPLjWInarivqR8X/1+vjixYuv3CEhAGMM2PkIuOhAQfgBs/SYwYfjTkTuZNHnYSMo7GDRuMNYaLpWl/ok/xwLN3adUKMWfrqZ5Qb5fPAoqNZTR3afkPNDpHJd4UNPGhCga3ZavHRocPHgBGHCAPs/uvVMRACxcSZuJ6CHPsuP7CCZ4ZsAEJLEjoUTV+zTY029H9N/H/HWnoMFcDAe5/HfWTCw1sSyeWFrE2IdHvPhc5skbxW6ncf7d25yfft2QjgZmAATfXO45kHze0FgSnPhvoNbj0q74O6Z/Z2dRLikNZ7F6MOZXTAHHswHdmGsWLxKW8Wjrvb3sq/7LhorR2SM0R7wk3+YjPPAg8wFyh1PjJouPbLwvK7CN97b+JcXJYOL/wlOs4iwcI2Mx4xMKGGO3L3pgYmZ9zUKONqnxDkvcMYantnZpe/9Dr653NgjKTnPfSr30JmlSG7eoPSKq+wZi3mto0c2Foxs6ND1eLmCT0Y/aGSXnfqZT1fT+67vWbifseGFs1+Ifstmg4vpF1iy86LK5pNu2FwpMyeVvRrH6s1+fvc7GX05ZU1Z2WhydfWnskglnvSCRfs6+TLMTj0EQf573K3DFrzG507pa78rq3vR4MHBPgmc85ClH7qpqFHwxFlzSgUAIwlUsPePjZl5OC88fGZ43g9sTokLlqLzVPrtzxyK9Gjr1t479j/CK+RSdzdxs8Fr1fFb5ty/Mya0Q3/c1Zg/CN15VjvjkAe6Zc8mX44AjrtrHLqz82yV566n1GEsFtd+69gfopGNECVhZ4d5Hpn254YA/8pLzTVrn7telf+WGgcaBxoHGgcaBxoHGgcaBxoHGgcaBxoHGgcaBxoH/lY5ULqpx1K/awHVxaGDwXpz7f6IfopDHRtWY3oNVJczaoiBoZcGHur74llSS0rjiRLKbsCz26JVpQAo+iJ19zPughM2MFohLkcZ9ljaPla+k34pumSMXObjf+B1UsONb7DBEMu4Qp8FVzDEEBUqvRXljI8bd70/5/5n3cXFr7AexiqWfFpGL+j+MbWmYz9N/VPp4NAtEqruigMApHAZZCMhLVWQO7bqbqOHs+/Kjvpg+ggIPCIHhwFLRnCBGU+LGl2c69uik6P7cmDHJzh9shR9KbXdjOIOFPLtRgc9lR5XjYgEb8UNcHkuPcGnLFclDdFoygzhXBwrXhlxkX2BUeAFLr+DCSR+suCv2ICW1HKxemwfb+iwsvdJ0oMe1E0HhsQM2Kz+HcBe4xqtaAc8NXZgCebYW5aG0y9/cEWepA7oZDx7dOzT5kb5qGt4w/xhsNSryw/wuOn9KfWUSWPBVV02uISY4nhw/VBX6xpjKjTDcwFgvxXBnNRFTqEtY6w0idPhDtqYwHpZRfZujC0p9ph03xoVsXf8PYF/rgvxRovB48Ih5jGy9ol/RKdNQ/fVc1/7kVfqdm0QN5no/8UBd+Piqv238F+8ptJj6rybZ/9d7dCGmC1Av2u48ZOHQX7LzMel8TkAsCCJB7WxzAMADYBYAEwCWcMW0zQBw2ELF0nnsNTeWInmwmC7a2YUyMCc++p7djcMgg0KoTsRAGsCOLHwsAtJLGCr1JMnTgqZf0xhVqoBK8eehyDOL7Ai04JXGhhk51CY5sTY+3MPKT4c8oCwAHXFyvPnTFp2ELAQ6X5BkNFWlOy3GId7Gnv1Url2lvtOcoQ09Py5u8Ynfo/148DOj8UYDxGx7UGWamTy3q/9O4zn+vbNQAgAu6AbE3hgJ0mHq9eVnQtrfJhbEQtjZo/nb5d2wb1VKrx0fGgK3hl3uGcC9lhC9gBKEOHI3YzN4600qxV7NmdxBPZiIrpLaL76V4bOoPLGOXZn0zlvqtzjP/eyyo3gHi9IcaV8RX/cRQUoj1/+PEDopDCtC/5pLDzd+O/ls5Rs/D6faSks8CaIyjxb4Nc6f0MuATfrUT4p+UCdZ9Vvp5bxYB7EolVL7CsWKxYpFsGJMVhjTcsMUj4yFlJ/H81vard6ZFn5ZC0L/Vhxi7DGit54tJt8ce+1CblxfvkKUOC0M879ei9xBS2Yyovtha7sawNLWTFbI3RHHk71n/pyuvbattP3WsJnFviRF+YJi/z16rtsljQ2cZFvfaf1pGR351t9m8NZKvh9ZN1YkJdp/JKrjAfXrd/xP9HI5Uemm95sJ/vvmm3yzZgouMvGo4FxCoblWzwb8ABXdly45PHWdjaxcHkH2kMC90eBXqyA8VzSjc94yOH9oVYdZHTnw97wg3S/McNWUpAfut1oAX8mNlgcr3F5hAtrY11Yy4fZsfcg4e1G40DjQONA40DjQONA40DjQONA40DjQONA40DjQOPAk3DgXr3pgzWjBYl+EN2tOkI1ZHqLNI5r3JD+nu+vUc2wcR43z5P6V3RM6sVs58j5UcMJDHDKGAFPl1q+omu8wmDgiG5W3bkgoV7qxJ7iRZPfUcBw17q2Hw9S+ePeOOmX1M2pS9OSdAGI6YwRDEC+Ek7sGWDVuKAjVveF3lm9YkBCsRHKrXEZ/UvOMfySJ2ig9FpZPFGPp66PtOnNSgfrtY/Hj4Bs0K2BlXFar/DqeWTstTIdRj1sAnrG0Eq9/6ZrjN5OPilLcgs9Nvm0EO+WF1iVo29WVyyQuP2l3/l4N13lqfyrZ7flH16ehpPMata1ngUIxgCnG9AH4rZbwLC2OUBPdOECraWzdTT2pKp8BeMqvMMQi/IKq2JC43VahQoC44lUvXc1rOw8UVLOklCe6u1U1CjEaTRpHG82JcTyHBwErEnMTA1xXDmfU7FXk7oE7skursacHUbcAmOEdqQ/vcA9dfRYc9t0ZIOe1XzwQoq+90eNBzp4LXYx7hu7f6BqMEHatrWMgvMw80Ribzcp7Y6KMyo4V4yRtO7WXbvz1Y0shXeU6/I7FdyujnKv3nfcK6mnti307c4TaRq+4xujIs414lswHBQEjp4+c9z8NxVs9bz6teeIG2zXFTaTdD1Y2lE8TRxIqXIG7TlfrcMr99G/55T0lI6cliXwMIkf6H4b/GDbBLHnv+97/EQL4K17Kv973COI4i8zi8YV+4KwEpuY/HELTQ0CWArNnsT80w0uFUhUDBIE7tk9cnFBfEv8tutn210zMroWHWoI4FP59/qe9DuD66JEu1kAmEIs+tcdbgMADab177vjQXp0B823gnVXYPYFXVa7ONr77ISi1z4oWEgFS4cjvDoKBAPKyfiMzIlPT9Ev+V74nuIYWDEP4Z6H2IBLYGM4H0eCQtOfAVcO6beLdVII4kyaTnQtgta5Yt3wiom6IEAj/Zq63zCoBhbnJaIDFHRymmc7uPgqv7z4iBQ+Oz43s5FzwNOFyXfNLpwVuesmXPlmB0wtWlZ7AoHtFzQrU1sPbn9Xf51gPgyM9zCs7OTC9392TcAz0Efu0SyxXF8Zd66/OVl656u5XeDkJi9YgJwT4GmH9bG7eNxh5+Lt7WxGIG/a5s59yVo8IkfOSzJbwhb0Ue+ONeNQrDzcdYUhoOcyFQDOvGdjdF/9dW2jPY3YmCCbY4xFOzsBJuLS9uxEmqHbbQ0+pKSqHhqecxZCt3ryRPWci86b/ffNGHNrK1/xAYw97cOP3T0+wM92xyRnKufy9u21G7mRJ9Tlp0m+u+voGjm9Yqda3/PySt3GQOln5qcy4HpDvjAzpfiI/PgjHTn73vrkrVvJfN6zJndU4ZLYzQWA5uv8NescspuXR2qMfO+FLWc6H2/Ok8dRY3PM1TfdcGD3Jd4X3H3nWhl5Ms8bklmKqvres+/X9t/S5HDYoi8/KzusXOPnH3QVwsPJNW4br6xjOadAaHC+1DphHs+19r1m3JYLeD19DgiO6ww2V6xssrCV29TsVFR10pZ6Q7wdeM0RimuUEm4A1y0XbsIBANZ1h5s6ZIDzwzXicfJ/oqedNQ40DjQONA40DjQONA40DjQONA40DjQONA40DjQO/M1wQFWROhv0eKUdE6xV7yWYhX5acOmI7pPQX6OuodEZq/6Luk7ggKtgw6hu0O8AukzEBl57dfifAiR9il4HPRU6M+GoIWCAukkPmozO8aR72XUwr/v+4Hy9pVOKiogmBWDQNS/q6wGViMGqIYNePNWLjYDgFbIS3okLeKBzFZCKTgtDhw532QuWoxor6UmywiWeKeHSMZiiUupjJcdEeWBcAlAT6nMevol+HSAEq1csfNFfxjAPnEC9fzAZiyAQBdJRiTpUDAGn8bfoOgGYMD7DlSqGH8RWHsE70k7p+m5rZZ+649KiXnmvt9rU8E431ysW3Qt6/RHL9lGgXvkEILZA4RrKJhrVyIREo8EMpgMupK4VOZ+6X6ODxQwqICzA5YIsqGdMdj7SZLSMXLP+d0u7WFZXqCcn9EOjGgFtjPqO8/+gjb+L8VoA+rTnrEZHKxuoRNW4Rb0afW3OxLnUzoLdsLFBHKK/Ao8AJ6gY0Mxtykt/qXffvR/nvS9ZE9h0w8T33fU1YUSZUz081GNu4gJ7jz/H5jb99kH8wX4oe+ALsbQ3hCcyCh/W7guG/4+MFWCnR8bOtcdxdb169TjHDnZapZMS+QstzIXaMKCcKEuECp2pH+O0l4Qb7MH35HEshWUcOfYUr7K5W6OwjwaZocf14sBY8A2GOh7+CXhQnIDY7KwZ5dI8A3Ev7RmfM+zDNr12nhzlGNIi99fz/0J2fwZrMdxjY4cbd+Tp7RLnpZm+L55/8lXV6cBBvsy0ztU4AsaHxLUpAzDq5pO/uwTYbZON1GTyirCwFwFeANw6BNFy7kLp4iJ3Az5C3OvIs5L3TdSfDtG+NNgcIHd2KDDRnuHnvpvd5SHQKWhq58/bPPtRjOFm9VrAFLSGiQVoExDZeJ5Y4wLGDSyoAStdsCz3JEnqpKfqy7hZv6ATvJ1n4hwboxjLzdDDDgwX9Mz22526oSYTIL+cPIwLKTue4MUAQOTuHyfucf0DN9xFsvX9jmCm4Dt/nPWLia0b5UXX0DxcO1xCE6yULrsI7/J34sHDTda41SfFIbsnfu7EQ89Yx1cv2UkyudOGF5kw8uGa3nzHVhgHXxTgcx+f+8RMIB7wAXfobnhYAayE7GvhkcdFWR5Gr2lgz1dZXOh8oWOuuqMENwU9Jv8LFrQrsWgP6eTbypr5N1oY83og8LKItf4A8Dvh/kNL3TkvB7WYmNtH4IMp8l513pfH0XYeOn+UMXeX6ZZl6bDOjhX4faXuv+YzXh6mNXhT2yKUE+Xns4DAAvDZBOBcMGcyb/U9KMfnmc7bll/FY1vtjXsO00bk9eU1LnaY+7WLybYYL9+mb+TWek7j4y6sAOGuO15mY0nWoOz84mVba1d4lHYs+pr0ELX3F6FG1o0sTdR/YJPCNQD2cfmatd4dnibXaMfbFaLWhWIc5SIkkfjQ56vjwrVnPHw63bBkHbGW/bC+2+mG3puT2/df/VUZfVT7kDYu/YEX9f4wE4eZ/9Dwn5lBd0bS9ug6X22lXWkcaBxoHGgcaBxoHGgcaBxoHGgcaBxoHGgcaBxoHPjpc0D9x0lHFR10tI6Cmeof1ekIBqPbx3vgjMGNenl1TeoadfUb9616VcMwRt1xj55lIDzZAe90I7E91TuiNiWpK9Krpz/UEb1GJ2j2n0JSN8QhDKWBVHTKYB1L92/0EQMOPIQGDAroZJ/EBEzyQmBNkMrL6P3ARCZD5RnvFIbMGC7FRW34YZkq6dlHS2ckqHtewCXw+QfmoZveP3cXGq85nuqSyRtdIx3ci9WZn44tIDj9XYkZHa+xwR3QoVtKZeJNKWv5kCnK0lsNqKfsFj1iYkgUAyAxGI2L2LyAoY7zQL2kfTwnLpgWlxzTxHvGunvCzff1S0Fh4sLquZbxTP27fO/6Zsq9bypOKVuluZY8ORnvpBgTanjnBUOWCrzL92AG6citrvCD3oQ2a8BoS+CR47B+SRXG9cbFsfhbPPKWfvpODZR7j5RBLwbDbSpincGQVFom4hq7qUJQMvxnPJIymer0nBbn4P5bw61VPbv6XuMKG6uXeepGlBqXvfw7fEsHJId02tRGL+6/MYJdmc/X4IIjXlx1ryx+qLvu28l+vialYlcbsQDjC4Mzbh4ZyhPqG8q/pmpvuWbLAzcOdKObWpAlDFP13FyedM31cBvjJ88EgLcJr+JeZjCZRacHXJPK6JWdMiMLnhZ1PZalAVG3ASzEXEDHnu4NeV5DE0s2AMkRBgqG9Bk80W8FMKRT6gMuGHkYZhSqHSdI+qmrYYCzK2wbdZuMcDkFuZh+nIC3KsvF7Z4n5pFH3kNQ8dXe4/J6xg3zsyPXFnbGOMkEJODTDlyGz/L67LC2t0m2uB9BcJRY+cfCruV2v3wHRVjjjbipwAXujDCcJol5LX1K8v4m2ffwxjwCPe56cjcNEwDQfOFB2cVFMxMSAOa+3RU3db3LCc1mscViHMfmTEZeL9jBkoDo7joSWM0ElIdvauB2Bnku4Gjgd/uTFyN3gLnbw4XkbEzOz9/Uyul+8UygWh6vLNzXvGQt7GJxR1l2sShf8jU5quRbAcDKLqNrP2bm6Eq9Am4D4ONCTIuOF7ltWa3KH/V54lMWKegXEHdx8uVQYgVoJ+avPo61Oq6eKle5vbViy5ssZQ6d6q0Mp/vnfdaKtueFYgToX5k37uIq19xbtW/4yljd5HFuQzuy2ePyZsSN9TD5sqI7HOYi9OV5c07agwCwfbnvuGkMOXIsBf15KI0X3cXfYU37kh2FxEDQMjvz3yqYU64BVZ98kAAPXy6dY5zzwq3MDALv7F4biDmyGrPBNZO/AOaWon/3pbtX8yAj463n61nBm+vsbnNzwnR5oPUf8GKACwwee93AwztgvHTflirb2tuTp9Lsw9JdU+PFb2kUWcnLCmVdT8hz97Bcrj3QH27eTlmbrI/nBmUEzue4enEO8GJz7Xjv928Xbb8aBxoHGgcaBxoHGgcaBxoHGgcaBxoHGgcaBxoHGgf+T+bAq/oiNTcAgOh3ejz9dejAZ7xHXms8hIXoiEXnhCFCry5F44VgAeqptMQDVCDs4UiM4AnvnsbKRGFHfbuOx+9NMyQgGJ3XT5O7Um0q3Tz6Ll3+GieZY1F/jyESii00XxiHocMyDGL101LyRb2ZACPGVt3n3SWGZBM6zPlIrGT0ydHpwRfb8SiunM649OMmxiNwGeM1AJReoPvu5++64xX6b+6MGlmhU1O/HtolmGMbzXyL8cx6dsUacwLvmLA0VG85H+GTljjZREBp8kVr+Vjd3ltzYqfqdkF1noPWsxhDXa/fMg7f0y+8WAIearSiflsvtepSS3tN/6JLpB74EnEH+F8xPDtMPwOCUJ6RBVLmEQ2IHe39u7meHO/2YU/2424NYnAaYFZMXfA3eL5EHsVm6CzHSa984om63arTfOin10/hAaFKNaYjXt/svMdjovIgJz4U/qbErWBG9kF9eB+vwFryqk9W1kjwf6e86HaOlM47ul5jbJtBXAWcrrAUrGqZnyvxvAVrS5dsZW+ftpYK83DNEl+RBHTKM9iQbvI1UtOT6xrPnBoZSfYN1fc2Wvp3Z1JmXertsbbXMv3ZJVgjXgeOeh+AP9J/qu/e6h68uJfb8Tg3Lfzw8q/EtcZynDVagzL7s+e7W9H4/JPnX4XBWayN16vJvIwo0XDRW/rvYPZ/wiT8pBv3NouEC6BD7LeDI9fCOYsmZeH0QWNOdjBMHVZtCuSiywQWoIDAllEIzeXnh0tlmQapUOJuKIE/XSfH+cFz3EGzO8F7JulQOGq3hTRyJX307va7roZnys7A7pgXR3ecfM/U1aWqC8hmjk/Z7EBJzVx+ipT6rUihREiheFz+iCUfDy9N5ln8ICp9qLb3RqW/Dj9v0j6GmQhOMt1B2zH+YWlqUPQVC+eBnSm9O8S88aQDxmRhFeiRkeGITDHBfwjISZxVdmJ0I+APLx07oB7C0o+bHpydvEpYvaY4jj6wBDKf8eLzP6kPsPnBes6qfN1peLbJiItVJp4LoLuIkCpjTmOBPLAIRNbH2jSh1L8uvTJx7Vbaqvnn1MuiOGN9fvwamXPHjek0xo8dJOdf8rpQC/QqX73u0okHPP2Su7r+UM64HPaeU3/Wj8hRMiRvfdy978oClW4koS1jNGd34fF/0I5rw1n+s1runp7zx9150qWV+jBTO2vWjFviA+5rfHjIk9N8tn6OxzVzt9n8tu1yLT3xkCNQPX2ZXuK6g92Exl4ZFuZl2FC7K6uSc77wYm3/JQLLW93HD7iiEfS9uPwVsiPPXY+QzuTzRZzyN+tQ1ejnea3+9mHq8frkGsgLH5tHlKPpghe67/83/cCSmQ0fznPXlldrP9Vau+P4TwNyt17z8nXxj/TpC+jWvbTy4yjfk6Qt9L2RyLPCe10Omi9zzjP+Y8Ib3YK7kX5gE8RNe+Z1k5HpbdqoEu2zcaBxoHGgcaBxoHGgcaBxoHGgcaBxoHGgcaBxoHHgb4UD5/qxTeMG6aWf3A299FiozudIfNcV3ZU6S8OmjWzkVx+OphIVCthA9DlYCGPwNGGgcDF8ERDQzfjiBnM82OFRkVL1V3qa0r/sCh++79Ff/dj8jNqP/pR+TgAG3ZrusImRuvZ/AJwBeLvGFMXwcSM067JWdTdKNQ1wghPwHV0ugOGAt8EDRlcDxhR424WfYBwagWk9mjLmVB+18+RH7jE8L/2umjPMTmZ0l5CyEPP05aLx0AxopAc/rYHT0aJVBm06Ssd/MbzbhJEKXiEPxHedALRmdPVHDfsm9LboXlFtZ4gFvxAmfjj2Hz5Fnhkk210Abq8Bgmd0qdOFelbDMGqIVfKnTl79aEDjKEq36xqZaSUNEHzBRgdQV/jBHACLWNHp6nlQwzR5IpjM2QdLykvcQdOX+SiYbchE8aWavwHsBd5Dx21Koid2pMVwuL+4mQH5nHDjnrEylq5jlTbkl7IMn9I3ZfQJEmMhQuhGE2Ntix+N/T/xjW6YtpQzxyNywq/qB2RFXhwf9fXbJgqwOcsADDEV1ee7MUMAFV21bdCX8rypPv3xaV8fSw8vD6Aj+IpYIGtZQFqsqfEcqyfaWGLTIo1xyDc5d5v3tp4r3A+IzY8VLECZicQQS1tcrhvYfIOxmHPPEa0yj6c97YRXVKFc5gJcYhNPPI/Gqp+Qp/KOfI7qXUrHZ588+8qrGQYIdvpYlQCp1x0EmRt30N2/0F3ojrWsE8oOCXJYgXdc4E5NnBhDnUHwNafWXQICoNsFHjr9qNsEczpJbZMj/7i2dY5KnyTZSgCgCLksx22DCxpWh+vLH7rnR4NmC3yRM3PAHkIXOVPuhopTHxWWmjR+X3RXlzD7gocGfr6NLeBDQCGuEgq0h5Q8RQplEEfbLFqxEozVLwtf9y0LBsKA7/Xa2UO/bNKOpXMlcrWEeWenCObnXEnwnOr569k9MgX8x302rgQG+FYLPOX2osn9Ph/WJX227UaE77sL3OpOgHnjgQcNmwgEbROcXXkL0GrjDtZOt7/vJ0h6FamMAQ+wjvinvTEMjDlMW/uujQeKU+/r0k6H9Fe+TDkG5SUvVvNBC89PeWjqAoAFZQPmzXk/tVsdd+aAE13XLMpcWboio8vfA80CFs7sU+OhV7tifPFwftYYVm2v/6weKJuWUTKYz/y7Pr7sjtC7jLhUJo6y9bIIpLIMl7kt7JhEtjzf5Gz/tpfn981iOcdEANJW2VG2aD2KC48VVxWDu+4yxtx+IJ2vEbVyWVPRvvDgWWYX8S+YB9Q78jAJaKi8bEcIf6DyR1zOWmFtdGbkZVEBk2/zWpa0+8PNF0wpu5VcF2RLeCZIPPBixrrqy7i76dh0MRL3wPngHHaHmlWkf5uYWaOHsrt3xW+vvTlV6cgpkjkQE30WUO3/jXEmjrVuJeC/nHowRT5DATK9dD8sf4XXyAkPzPyHAUoiAlawEeU6tZ2eLj7YwPmNc0pcI6iF+eBDuScOcdd/w7deAsy3HxvTzqtp540DjQONA40DjQONA40DjQONA40DjQONA40DjQONA/8HceBcP1ZaF3Umu05EDYp/6BATugyghhixC17gjBU84MFwAPSIi2B09hpYoCzlt2UERPR8iWEQxiEdQOCCh9AZnd2C9XCgDvXS8diGLmbXA0bX9fEZrP7JXvhP3XFijoYP6lbVR2K40/8OUPwP0XcLvvXjhH4S/Zg6WBRu0Y9uujl1dyv6s6nD3S7GLCilqFvjL4DgXTHHbw05LJlmbfpHTHubApiSvWrQtfVjnokhevzf6Pi1ssSYBZ6oL614vxDJuAXwpGCBZboixnCH/l4cfo0MHBh5QNJOvSGgK0V1NS0n09iP0U9ojF6ctpTwUUvna3SCi5sTtOLEu+WMYRy6VHWVqgjj7VLxRI8pXBnwkT5q2EiAVPSYv+T4FH0uRnUY171QJc29Gb7Vxoiw5gP1ruapErMS4u56/RdYec1GA4zhFvvBffqyjysXmbNKl7pPr9oxdcyMc3TvY3f9HOD+gHdJ4JXx+j8AtJVPfji+6IAtVuWfoEvbeOjRc6WdBRmzLWPjDrjartCM0lhtJfSoXc7oeVFiMjjJUsZixuMVyCe07PIl56xZgPMD3gsEmDVo2uurWl//ua+Pmb/UtroBBB6agqnpxrr7rru8ptWXn7HGge9p6R9QFd5Sxtms/n2jON+p4PwsE47OZR3lewJPw8hrPmIdzYabAawCG2/aZxy29quO13/u9JurZNjxxugWnhyQ/4WNOq5dLvlKkbNyY3cqHi8/ufwqOvz8pCsq/MP36k4Bn3ZxM+eOKTeCFsvMsjp1x4TCF4FL9Z5XM5b0PGJpvcQuHfTLjiWkFnrL8Cfa00rYm6Lu5s3yQ7mnT9KRtH3JkvjkdgcLvrmfYanZL+zkYaEYXMBZyHce3E9NVeTCU89VoOwFi1UeAgvCeWSHjTGHiz8yf8t/f2XvcJX6nGgMYgaYBWEFVJ9ZiDUHFxw8sEiv+IB3l5Z92WkokdgYkZY9F6gyWS8AEGNTi4hXfPgRD4K76/Lv9As/7Pll/qdKjsjWpzyIjzxG/h0LVKxQhy8ZD29rfWzyx05vLrzhw7qRTXhgzFKtgLVMNx1ZnLr+XVwop3jqtN46bKMWh+yMYzwqcPnYXbIDZmDHmA+RirtxPh5bXWdf5xM8l+0CpZ2zmejygkVPEGyYnnVXx39n7P/MbxcBrTBT4KzG158qQ77cyKdsfEOos4PIKQ3N0+EXkYMAg3moVJ/f2M4DdNQ40mpOXAIF+XlQ8bAznobD9bp0mz9ItgutKe05zoDXWNXqpmUgDoEB2autfRYU/RSocm/5WWsnPHPI5c/o/LggHvD/pibeFngo+Trx0DzZy2dMJUU//iM0uwGCvozDr+mTYCqsiNse29lpPxEr9dUvTvyxHX49nGzQu8qq6xyfmRNcOf5PWGhs8YdLe6f4Lc8tDw3w2w0Dzw5aArPGVwNmvTlNPvNyvNqTynr/p8Rk9UldAskS6Kvb5MuqgD8eHYyb4bU8YyzygOxxp6XGgcaBxoHGgcaBxoHGgcaBxoHGgcaBxoHGgcaBxoG/eQ7c1o9t3VEfcvdA7+c1wabOuL7oEGcMV3p04qPGHtG74ultxiq4FD3RxMziAALB6qmGf+DcOJTo8wB8huhp1cuo/7L+ApqKCpU3P4G06Qujh4s+qmiSD4MGEOiEZ6yiZ/CBAyHHJg4RjFGgKViJhchHfj0ACm71ul/FJXSHB85l+A80ebqUVg8IYIoVRxl8fJy+O7ppH7JLDwc96v8YmxWjj+P8NXp29eKAjDHuY+zUw2uwRE7HMurhkK+2GH0qxjXj4dPu4uLT7uoHYuaqf0NubCdAKsV+tBS5rtZCJ3rw67j11hhIYxHCYxpHdtNNFgAsVyoVgFwEOxsW8xMC8YDueMWYaMaz6xKjPsuA5yjWcOHDpaIlOmTm1PGIdT7CqkGT8XAzMSVio+HE6v1a0eb12nyAF1+woEv6Mx+pT+M3Yzkzb03Jt33nwnt+ZK2g1pIZAMnE7r0ExMaQLGpj5xitpmEv7HiOF9R5S7eSRz/ybV5+g3MN8ED3zIY+7bAwTkxdAaIqmvJv+jitj8WvFVnHPA/abKNGth/Z2DDbBrgastA7N2hb+TCHzT3c5H7X3CbmGnjp6nwzPCghPLvhW+pnzUWXXe1X28n+ho8T/dCQRYzqbAlZXzCKWkdwunhu1mradXgzBN3qHV+8ePFVlOXbBRXy1Zntk1XCsyjrXcA1R18IJO1CwELRE/uyzLTNV4OXHSZhDuyJcG7EUdHCYmlM14mdQwdAvfUIoQsADe59yz00A8HCW61vRD3hl/Wmbpjltxb0iTkK6NJjjt0zKSasEKcMMsBgMluohu+GlEJ7i6n2McLpXbjJ7gyBxYFdMQKNM0Bw54JImVhP3uS9qe29T0pYfbhIgUIJD3loGctB0LabsDzVN4OLFn/mMpX4emb/vKaQbEfGSmHkkhNN98uAlyMg1wo4dL0y6XQH7e0nS2e1pWFoBkTvcYFwye6k62c8eHVFjLW1QnkD+D3Yvn2x3x4mvmlCi3RB2ImdKJe4vnVh1fLSiRj+VaeryLt+0o51aUY76PYcN7XPsMieiBvR6cvfMWIh28fivmb2SX1+z2WnkmPjQ9jXFRc+AU77pqzx4saPPNjPC7/h3JoVZx+MO690EWN980vk6YIdUcTsDf+zOaDmhevD+6bIIhtDJl4or+e/MHcA84grWy+l99d+lz/nv2sewHce2lrnjzx0ZjdCMJf3XXknsk9n97d0/9Xz9mA2c+Q57eimHL7As9W10vVslydfHJNsz/HZfuUns5YHj2vmwkv4kbgsA/IywI+V3WiZopbJX5WrueoVmtvq8odjuP/cc97/XS+v5hYAFgqeaOv62ocSmyIAsase5fjVGm/6ZeU0quW+u9V06T1Nn0GUOwW3cnwFtDXvlory/debvvf269vWFjYUFRDsXGZdIhbwfJRu5r2bjPJiI+0tNQ40DjQONA40DjQONA40DjQONA40DjQONA40DjQO/J/JgVv6mTd0Uf1RdEvo9gVTegwwluN/di/n/xe92R8AnSZ0LKhU9JrIFcGKI2CGobgWPGeqf5ywlhwJhSgwswDGxBWp+p8YE+16mMIJ3kDOj3JbXarapP371ChoBvTn+qBx2Nfw4nfddJwBgsuKEWVoLEnX6MktKS9EU9R54U0UF9nD+CVgMLpqvIEOWirGsKP0V6e2fryzveW4QLZ30c2pR0bPKrAJjdfHfwE/EmhEF8t9dcw6qV3FLzhXP6msRN/I94JXS90rd3xPgN9i/oAEvgAAQABJREFUHiu4QGRE3qR79+sPP2jPbVhZpl9aRHbGogWLObBpYUT/3uNlMR4105HblMgXeTSDca240h3gxcXFzxk9/FKuenYF5MatL6ZKtwt+wF+CwCt64etY0mrkgiUtcw2H3uFx8fkhAtB526cYXgqaspHh8hNcG9tH5rmyCa9G5jS5qOT1tT3Uyt3rBQDX1UIKrrOWLPDQmMDTBAAKF2OstoOTyNfevnPLtMuQuJZJvGOkL1rbq2vX2HIR79ruJ9MjPvb1UTnYD4vt12mAxtAlyyPAa+A0LqHfj/yUwWry32nLLkjz+SHVylx0057TX/Xkl89+jsEYoSPBQt08sTlXvVPj/T93OuvbdZtWxLawZHazwkxYRHkr6D+xRhvO04m7lxufv3j+1f7DJmo5rLPzJo0TOciIKPgBNEXdWQjL4g1LYNBs04DC350jLqkCAgUAO/QOqsCGt5yU5MJtxIRl3hEAeEUg+MB1gFMsmUD/FUZZ+AGSnAo10kWLAQTp4zWgDebkh0snyYvuKu4Q5Iv5+E65nOV3kJY6y6f54ovcThgkHZ/tS4CgP9NtgaDzHTRyw3rfv4/SVbxWkBFMwVqq7wUe4e2CL/t+BEjKzhcFDQIjLHvb+/dOD78D+GfEIJMxzdgKNALcC1SxsC6C5gBc7vBIDXs14cb7fliZwooVsr7YcUvykjgFIzFdB/yoi8EbWDspi4a03iWgxq0y+Smh1UfBV92R269ecNwH4MyEyQYEfivvyVv5T3W84WzfHMAipWzpTl1r2onJ3QGOrS4ebIBYlS3kzo7ciNWdqk/ydrpx6iHl9C1PcuxnFqsVNyXZxXSN1TS7YpxDp3Qff053z8/2dosuLWh/oDdHHCKwYGvhjntiLZj3mMAle4+v/7yt83NriFt5eNNNWJhf/5G23Xhy/xjsdJ7XsZ87dL6wGEdhHf4KP37RLdMX3PahXovgqdYTV/fyj/m+3X72aTEWjvqvaZxFeP7/IP2ljzj+sihQra3uaT8HzHQOkyvyEMJ48fQlBdfhgzss85JlPeRybjrBzc/h5817DD/8/bi0t19rtTuTpL7n5XclRsHInDPeNy4RuG5e+3BK5/3P5hZuufNzZvfRM+NG4zbe/yBI213w11qK8lN9b3Mmr6wTyqmcFwI23vhCtvaA1yOxIW7m7tvU2vI2DjQONA40DjQONA40DjQONA40DjQONA40DjQONA78bXHgXD/zJsorZJf6Y3Q8AAXqgEYNlwa8SQImXB8BQdHD9gCi+uoTBJkxlDpyribKOKM9QMOBGJ0X4+fR0y7oJ8FMua9+iVzRx6H1QWWjjkpEICDR4xVWb+rGW91/mD/qutDVQ3N5ReWbsHTTFVaygOJYdwG+ob/lWx3WgnZRgE09+G6QkNjI8GcCA7gwBq3YAhrUhHKz36HUTw55Hn3VW5H/7pmj2N2YHl2inj6v0KGhd+U7Rn7jH7EUxZ01Vs0LevaZPqpzVNe7A8jq9dTDea3HiG9aPqcbuPcF4BFEPurFUS+I0VVyaoGt2Xcn/m1KYh4F7Y7SiMfSRaO1GYg+8VyRPuQ8rq0dbntSCu80IOaVg2uFlwAc97jtpU8rYKCupQcN4CybPjkLbn6kjqf8kHfikR2xb2eMo9yIcej/AZrFZpA/RmiNPO565mS2QMiQ9RpTKZ/C8rrw7nFFzITPRg/1vBMIZ+wE0w+xHnjyHl3KeO9McC4F0MWYDA+yPUaXI5sk1GsrX9H7Z11RotxkoaxV4XxZnnlT/UEm1UUz4UZwROejMYE7ZM4xiI4c/Maz16V9vM/BX/PXdcvbebjGWriACy3gNzPfbnbRAnuBh1r+JwXH8fyBVvc5EIbKW2mmfmQwOBQeLHvc7u8gtv2r+SIN96ed/rpLX+WvssBYav27gDnq77tn0LVk7zAom1mnYyUMvQGALSxIdWuw0nEbriM0Q1qJFoI2l7tNY3XGNbABh5P3GQNSAyNx1RR1OLHCJ9pJpwXutNAy/2cxRe9w9XuIxR81kdfDcj5WrOu+gxzvlCShmEs71RAnCBc7IY74/l+IQ+oAXQN0IanpWYkSn/IqiKcPy33S77wqoVFUV4FSdv+MWHyOuh/Aok8wigo2mhEU6r6vX/u1t+lcYhfAe/ulEOmLv58R0OXb7nD8KzGOL4lRzI6JzZ1DLQi2v9MgPfLZb7nuciGtApkClQI5DAp8GQ5aAWMJ6mKki91tkY+EnI3V29B/f165rhTRIybIOgNKaYU8/IIrPpjKhXMtLNYgvZbZxsUtG17KwbV8yx9zKbEsPGZxNwrA8rIYOF6LV92SO5Htr7nfImWyWMbF1jqKkyP++2d3WC3El8CFgFbZC32R5xCQ49Wm7soXI0Kd+xGr+ywsLP+Mo8eBxUn/7x0B0o1vnBSadka8bX+kwUcGLy8sKrqEKf7/HC7XZoDaLGBLtvGW9VssKROevhlanR1Kw8+78aXxrAGCeSmJuxE+X9dCeLlXt5HhOGqN27mLjzHW7UK/shmCp6neCt6d3r2h+q7dfwKn1MkcmYiDu7BzcmHn2QDv0pJrTQbZXpAyLttpvpT0zZcCgjn3f45oGMt75MW67vgA4oAzflZNfm6HAr2fp1V+vpJKrm7zC05RVJfiA1bAM+NwcfU17bNuwf9ip2tBnVllXnL5HSknv6MTcBr5m2f+mzB+AT8uuqM7IOj3qWQR9OqVur5/yh7L3HtwMw827zuOzOGO3U4Lu55WYhG7BmQobPeBY2+nfTcONA40DjQONA40DjQONA40DjQONA40DjQONA40DvxX4EDpUNA/qTdGs7SZM6jkQc+CRlsvgAGC8ZY4azGonlQrWUAkdT+TFq7otzCqWdFragQxjYS8w8rviL5KMHCZjC1MLgzG1PapE1JJ87H1M7f0YPtgQ9oq2KNOK3pkjSP06vefhNr7T4AgjQy04wNYUQ9tX9Qzqa2K/hxDH/jQAXCNE6Dos39Cf/oLatOoA2Cdv9Jsw2+N3dRnpQp+W48/PlAqvZq+Ix1re8gwMCZorPntAXA7f9ddoQ/3noBXDJbQnkYnHpTb7lpawzZAJvEBgLwBvWePodZM/NwjMrNQV48nPkuGL1vf9j6+7tum3zeVzlSLdnSYWHIa23mYiQ+8fo5BGbIKPXA+vChOOA51TT27UE/wMfjT6x1Wy27c6gbL0QBOt97qKWM8I7WR7Pcl+9XyEQfHDNnAqEhcZ8U76gCAOBKXtsBE8J6Nz/YpRfJpKXEDQGuIFfCMjhpd+CWbNdSjKtsD4ft0CZ14uilPqarkVXoecyWMsS2PKlASxyYD8LDEyGZ+9Hq5FGPyELCM50bnhH3dChaTU0+uBejUFTMYBMaNx/6XNKEXVzccCMyLWZCciw/IXPhgljv3LWZDu2SU514BYD3FfqNAcPszoEHWPq522TiBhMPXHNRn2je90AC/PCjnN/hAbRqBdu8RvvMaLOoCfEtLY11y92Ig5jY7H/cdO/1kS8qIbzw3FKWrk+6xR4xAp+Ohu3ohZufay0YPeH0DAKdg1fGGT3IyIBFxQDJd5vogEOwYAFU0jyZDuqkpcsBefjmGacP+cyaQKHK+sEOmxzR5MKjz0cmJ1SI7A8q60LY0XVeUP1BKxdDjhNgFjQlgDN0j3xe4Me1ngMEVF8pawbGjqQZipycd2n/wvf/28Qnt2X2i+TVgtwGmiSegO2gfmAWsnhV971P7YSVFQ7rmwxzrRy11YwkM8Dh17LpgrARN3Y20W+7t5eq76tCauBY0R9y6yM8xHjYzePiiheOKkBnnIGP8lIOlMJucAHBUa+oFUNNdI1MPuIQwO8ncLVJ027jHVm774sLpWv3g00cS5ZhsPpTjUiEPbF5U1u+4z4PLzqa+m0KPO9kmoQuI80He7QvfgoW5i1ZPEPOeic8Q0UK142S/nW514PYtftWOGC97xlgBgI08pEbmoeDXPP8Lt9hZEh45lq80YOEHk7KeuiHD2B76ldc1zMi8HfvfMH/t326NKq2V/8EKX3ujaMsLErIZFxHQ/cPRBZeXS10Z2I99bF9bV90s+tMDXkYAsNnJ06+/hNu8kBFTN6DhI+p5TBZfgBxnyYvHhIwHPBfEZd7nwXDDH3llVuX2lOxb+sdaJGuXbEqRL26Y8UHJ9yZblvJ1wN4V57xyNz10p9rf+ZP1yHp9oUd+Ojb0OMbD8kdcjuCug40rxffbAHAWg61J7+eBB03yYmYzzyIIrCtoXF3oMaB4dKLxdZSb6yHqUwM33aIiB0z2ZcS9i3VeIfe945t5ndvto3GgcaBxoHGgcaBxoHGgcaBxoHGgcaBxoHGgcaBxoHEADryiP964oh5GDaO6uc7Ykt136KYwDmCjv8DaiIfJgAoAoepfDLEWj3YYG3UTuqQLdG7R19qIeuKySov+KLrbraGf3NdJAyVQUzou4hwPuFdd/oA1MHxAL3ogLGLp0gBcBLjhlfyyhHp2tW09Vqc9Ri3kJsSa+jSBLo3CdCNsjju6tR+FF6UHjHtnKNmTZ3p8FcC9On6LIvI/wDDQLWvoZ5g7vWYqC+gM5Yl4WOk++SWfsMgcMRLrRyzEFRnGXD2xfPlxE/RFeCEQXX7pYDEk00DE0KMaxEkQ/Vmx0na8HAvHUjiowplS1KsbRtTDgwEDND3EHtkIISg4aClvPRnDnHzQj2h9ATh12R2LfHCEHg+IWqQWHmIOdd1+c6jbtV/5E5liHCB4ceCYs1rR9jNW3npaBS8Y0PFb0hLFQH48YVJvqzfhWQM1mphYI8Rf6uCe4IWtiyHarh/RT1dfcpob5EoXgY/RjVdM4M1C+0lkbWuEBqNp5mf02Licxhk4YUl/CxNf0JLYiqwKxyI/dcF+mrZ6qiP8RhaVMfmQHQasGWJzYByzoUgxrM2mg7deG/d2qk03JwwC+lhGLwD8HWEwL7pfQbPyy89Pnn/yVQm9BR6bqpGBCRGrQNyELrgaFnRyJ4L1xbUt3/nHQmJnU8pvJyLfDvJRd6yUm5hQh4tPuiuEWh/rKu8NtG62LIuekJyEd1Hvx1J9Xz6XauXH2j0L3ger4sOeXT7LlUg8won59EwmBTRJCQwLXdD2c7/3ZH8poHm35dlBszBJp5eCUCw+giHsAiiAsfp03q/wZ6/qLb7tx34U8wXn6MPIjgvM14ejDyXiE7Mw6/99SFxf6A5/pd+FwT5Ziz2r7/xOn70qsI3wBmz8vHv27JPuJQ+JI+4VnLd7CXM+VYr8QN5oQG4eRgvuF7IrCZ7SiWqGlcBIoLbv1PK7ADb75XGeankry1UfxI4WsosLi8sLF3ZkusPNAv1MoHj4ExrufJ/X+Lpz2ZvJzoPQ3V8jcozNcXd1wA26YDoPzMTVtZIbPvuj6M46fQ9jfUjVYb/dgeXSysMZF9PDBZbSxO01JqsAqq4BpOO8H7bwulRyaMP0X/57ivuJhcVvAGybeeAY13uQf5Fn2zjx6nV1v3KPBratJdxyfNhM4sYJxndht9DIRoOKofFKyQcvFP37bUcAUJCH/QFLYIO5u8FBDt/Ot+d/y295E7r5yhwaGGE2SPCCfGS3lsD/EP8vYeJW+V253C7f8Fs+6EaFh7axt3GpzAnXPKQdjt1ThdfSigN+b6pCN/0O77WY9YGrLGIFjOWuQPYRbw+6YB/gf8bnvM5aMNNC7ZaTIv9IPHj0kOAuyAOxYeSNG3922oqy++lT1u6/k6bycX7ffuxuadxN5kaFRTcjrBVuWDon+VRDO2scaBxoHGgcaBxoHGgcaBxoHGgcaBxoHGgcaBxoHPivxwF1Kvtxt/fRt6iHQvfXGwIyHgbRBa7foGsxLCRlDWBJHvWpAiYx0NEimDBmPWHMDsM/omPC8yHA8aI3TLwiln61Wntq/X7V+jSfpdmSPyCa4BPyoSPu6Lz+K/3Tyx+6T2LGxt1xFE4qscjLXZm6oB/tANoO0+e43H2O5aWxZTE2A2NQb146w3D5aQh+i1ruazXGe/HsicESlokz4fgOo+6TCW05i/OIjVQqPaJ6Pww+Ato59nh3xTLzgAHIgAzM6uwFS8UYfrRUFBZ9jCCKxcIE/hOc6Tv2IoCJjNAFbjUcxGnUo29loFHduik69ihaLQ2WA6aj1en0jHjX6EwXLGeHWaMlQfEq86E/1dQOhjdEN3vEeNI4zb06WzZjBBVVhxs9sbpeiApdnssH5icuuxf8Pa9gUwPhSqeLX6DPd94yrjPWwOhu0/8PpDwd1ZFjPCr9gpPRPWsoFL22fRBLUP8t7dWH6IW3QUl3cqF4rrXrRD8SgxucZdGTazxXWpYkUpx66ufbfio5BfAueFgFAL4GH6ILB6zdlfV1AtvRQHRrLvWHSM9uTrZm67eszVhk7NTvixdgkMh86+UJbb5zsr+bzOphQEt8d2NMekDFo6heOccXL1589a4N1A4XAUXcO7BTpO8Bbhd2fDBwC7sp9MvNRQ47AfMghs+b5oxPKpre6f9bkFIEfPwVC6pWnjAXknHCnO+wgYUFmaQO2nwiobxVjwJJCgBiTGPBGsBaAbvDCya9E2XRAi+jtuV9aIDsp3S6a4oFQtCGReb58TME/j/gmANM2f0+eR2sm8XnSfrnxLBP7nxxxw5ppm1dKRMrtsMdRUDPjI/5tr7kd42TI3Zz/eaca44Fh3Vr5Zxg3T1Ws4wd3v9Txh1gtyYDV981OU5SZHxR+bYwwfUjf82OhlF3yizCAmIF9khz9Wfr0T3NcieLdS0eLj5xQUCfFnZ09KMvMf+G225edsxq38PL4ss9Fb72UskZNPEv7gvYOdRjGfqDbn3ZgTPwQJGnp1irUu5RyVb3h9F+7fZ3Kg6duuXVut6XrxdXuCAZiMWA65aKw1Bjk8VQjlrpawbpfH64G0f3Ec73mQXQQO7dJVbMWKf64Cnw1nF4j2T98oHDBd0QxxcsihfMwW75HfcE/l15WB0yR5Sxh/twi374aXlddYx4HBjW/wYb5BNzlCZjzUyr8vrd0lZSOeHUOTG4yPJw0PX3vGIFvC3qFRfX2SU/70nhg111Uwpz1jjprEnT83+kYjbNsLHEdWrflXi3BllS8rLL0d1WSrZu+BMZMM92wCNfcnteUgVSu/kbOA6YGqDfPPTRlOezdXEtsrGfCyYDtjOAgr79SJyG7pcQZSGSVaSw36+m3H718huvxAKZ50/cfAO4j8QDXpDXepBK80bfG2tqGRoHGgcaBxoHGgcaBxoHGgcaBxoHGgcaBxoHGgcaB/4rckCtW2BdvoGW0I+r8196w7TpKc7YpFgQqjdCP6VOU/1yNuaj0DE8ncZH4/A5+p+fdzPGSDM6Ig0rC1gBQNNgwD/1f1FglV7pp8BttY6VNGKw/1o9q0/V2ABA3FBp4/cY9KBjjBvs8tanXlFdZWKFCmgdAds6YyT/HMAKBafxRTFMWTHSmeizgHipyT6mvkoK9IqJlk4gMYP0TQxZRoxaJvWn6tztj3xBjxp9vwXob0A8+0EedXFD93PqMmb0H7inNbDZ1BVb3oMUHaR9tpKnTbv+PSpj2xUcUxfcfQM9hGWEhgVM5IAVrRJuX0p/Km01Ghq4OJbBcxx3PcLiSfICV9cH6lyOyD9GL45ecAgrePqu3DAm7YQ2jCbBdRbnInNuihdE3Y+je42+Vp158TX02wfoKi/e9G8js/C8T+k9/MH4UTfT9jG8e0/w9IbosxN125k/8GzG06Rg7aH/R8hh3jB/pJ+P4mEN3B12cs8xMA/0Zd0AQ4usYVS6Dm5O0YjPdcVq7Cgnb5Hs+35QUWiZoGsijvSE/MwLmz9Y67rDp921BrDOe5rRcEp8E2JokgtnlMt3Zak8G9e4rOj0BSHmi+uMX3fFHJm/ZVqBe5Ayt7L+SL/1PSJlzM0nLuaGDdYr1ugja9V6gMdiZ+8DAMMZKhXAcNECcYfZAk1au3bEzsXjQUmZi4eCCt3udHEK+SPWlRLFn0wWsOqJl3vAl/dyjfCKso+ADu4SIAaBC2XadE4+UYpwU1cNMn0RrICecmOAMEnwAPiBRegzdr1Muo5FAPZBDD330uIgefgJ7fk5dcdL+viMnT8zbiRwrbrCt9Wo2zuP7FtoSNH3/LDR4rXf9sxF/Ugw9CtNwxfccuivf+tzpNX8mS31raVvJes5P8jGrcBXLhLsnukO+JL/gfjJTLy8BOgzfyv9vl8ZJyqLrDBRIhO44RCMnPpfQzJWfwi8shiZjGxWrzfmb/TztS2GoSkLgvIXxgcc7zoeAvj4T29j/egDSyC4eFL1vV2PSs6UK9rJYmr8VuNouBEAFyk8IBFw5lBxOW3RXvq7NSUvPW6GZLt++nKxlkf5ICMzbcIxy+WMGw8XQ8D5WAJ7C1pcNPexPlVy6+x8flBx2pe/A2PuA0e3EcP6G37rIp0eMDdCp4S8a8qYOAtZo5g604KVtAukMQN40VTmtMbPymNXHaiUebXBnX7vmEUQfAUYlM+9u4UEOKF1dteUC2VqfbWex12x0i0n4G89YF3nBPddAxyDP9HCvh6QlzFKkciEHTFx36v554uwdOtGxocZNAK2j6yva9ztWIbx4GuXC9tNnVZ1kyqfeeuQu8yVm4wW2u9BkzEIYNIwX3QXuHI5EkO8g3atmS1iOXcVWYIzxmrrR65QLzdyACQfR/5zAH/n8UsekD7cU6i+NwKSNzVZ27uluDthvdZzxIEtA8/d5cQD2o0KK3Tb46r9XVt4N7paqcaBxoHGgcaBxoHGgcaBxoHGgcaBxoHGgcaBxoHGgb8dDqg3UXmDJkV9lQCHuh8UT6vhINFPabilkdGIvt4ol8axxA0hOm70V4KdaGa4gN6N8GKXxFJdf45+RmMia7J+dJjWCqCo7i6qouiluPjRUyij7+oK6b8/cyaVxgam/4A2hsWkAxgf6P3z7zkm9JVk9h9HTI1SVou/z7vh2S+668OKLSehNOFjgJpULnBXLfj54yYbVo/nwVgEaANsQ4c8Hwn3iC52UieOrlwlrVCoo50yjFeBicqHWjf0lejTDwMGIHGdrJ5bwz+xH/MI4vltSofr9Ak/Sw9MX6heXb9bGVSaxkCP0JwDgOeIjnxkg4IA6gKopy67hjlSCGUWRiNPJZaLpTMAd4yILl901+hkj2BgWtCWd1x5Z5kq/4TdSVVyWW55iL+tto37YMHTEUvaXsvmjIw5NQorOgp4tPvML/vC+E7oegMYo2ef1i/iyXdGbztnXjM26IMdyWBF6b88sOX3S9YXr554BFjnv7B+MBYYkU7Iy0Kb2XJCO2IatRpIxYmfXgsP5DN97PFKCzPoO+sOGxWMkzzjnbjybRx7i/E476MUOJZ+Fy4DdcjwD8s36LahGxf3I/NB4HfB8KuMsyBno3cH36Vf3hf3qi/WJzah3EzHXzF+vwTUZ/Q0YMJIVqA8fXDtyVyp0q/nvnmoP/PX2Tl3zwDD5+GP3UsMKJ277wcA27pC4D8OwUwDO6/shPG8ZwHUSq3kxEy1qHO2DVuKkuc0+Z1YAwN3YHfMTNDio7EG8Ef+QeLLhnyp2dN2ziAHpPEyoHQHYDT7YAOwe3aJBe/sog7gRR9v98QCezqrl9P6Rb1aBC6f0r+/Z3L9NYOxxn+8PBCAqpxnpfcK3/H7VJNnLgSCp0uskNnloTvoyTi+ujWoyRVQcGstYL0T5pXjNGZaOroIjoBp3dUF4DILEcB9fJif5uo70l/F9ono9KsqoQxZcTfRBE+n/lfccdLDwXRZWXN0zO3hxY2Ym75wKdf5NHPK4cIDl7UjLyojY3+Ni49j9wdE9y+wgLozAS33dmmnP6Vsh/Z8bOo6xUf/i2ef8gLByxAykEXGFyxJCk07/dVm1rp7m0/mKkdNBnZPj43TzBhdL7+nSnYoWYF92bLb3kPpFt1mskzyS78PcufA3F1Ov+EBBP/zkmfde+UWeodUb4QZYxfZClyPG3N2Ci3G0B5ZX2DR4IPrsfSn29DNgjrrEx83wdPISyhAcGJ8OzfyJ70P8+T1vbEcBzTVg9alHVlifrhwXx91LX5NS1ghM4UyFmEqxW76YR0b/7yWU3nKJhtBd+TzYvgH+G3cEYfSWZEh5bO+tyHmfhrh6lZfcvhRv28N095+vp05vDRoDc8LhSuDsUrWlV1JgKk+1sq9PfVs7VsrFznkIv1GhqXNOMa+TI289BunIfGvLR/aLGP+p0jUQ8d9PZf6+I/AevnILr9R1zOC5zLmaRp7CoJbHY0DjQONA40DjQONA40DjQONA40DjQONA40DjQONAz9BDmzKk11XFArrmi6BDRPWEdezxxK4w8WusWP15LcaXk9jKsvxVR4KCYk4YR2K61l1cB36/gW9n39YHkT3J6z4k1PYpA/243QI8sQltJ7+rtEZa5GJfn8CFLTfi/pxLYZRuAk/WlTttQZBekvtsajt5s8CgPV6RdXjoXyINouvj5IcL49qPLp3fhtGT2+G18ffQx1jiCtk3Qir66u86mQpY1H12DlV36cMGANZL6h6MUSXCWDZa5RkWXWC0Xt7/rTppI+uzoTW8Ff66BM6yjneUf+EnhLcCgAVwnLvnJKtNHJeYxMrVeR7wLBlwsthDyB8BAPrjOHKODraxZPzWp7wXBrlM1WqUxbX6RJD1hCN6m41WPyE+wDVenVEV+/gVD/gON2I7Nod5543AF8NIYlWH8wAWZz+iN6Weaw7zg2XINeTpBoXsBra1zvnwrqh1WthUuIhYAoaGFaGe9oMwdv1rV/kFVgelUmM63QFrevxclmuPvyeah64dJKbyiCMqlTUKmVFbhJ4CZ9wAY9+/kLvBrTpfJCzA3TEQM0yW7v1La9Lb8+t6p+EEZJ1wArdTQjDQfwTT6vIkphdwrWaZ6vHcm9O5pcfxRvbXphv1zGCY8PDe1kAn7W+N6Dl2Iql2zowubUgo0MTE4rhYHBlHep5hc2F5JW+sCTCLQNZi05HCCct6Rg0UPyAPRZ+KwacEXnP6d0BvsniLgKoLggNGtgJMfMwO2K1684eg00PIv30R2F7laidSB9gmV0b2dQ7/4xzrIm1rINHR9xMuwgO+p+HRy6etmx6kL7cfcsPXXbQr5WpvQKgrR2TDV/vkwAhDyoDgofXZ+3eb024t0tfIDO7QpwIPAwunn2ZB5u8Gpl4mt9vXdkLvdP3zgdjROzn4SsT4zh/B+/gJ6D6wkLsyGndarvClPbYEQjglIv5dYuOAONw3V1JmZaMxYoJuxbSvsR0x7+w42crV0Nzq/ybfuw0+70feRnQxJ9F+3h0R4bjQHBuXWvQlHy1xbhxsCfpD7/f2H7Rab7UNf8C3gDOAzQvuPIt3/uMSx4G5n24wp1uMp0l+QtPeWiuLFBH6jzwEjDkwS7AV/W58L2Z1rNqz05t17XAF6QV9+m+RI54ByAiLWMsCPpX3HW8jvKq7Jx+e3xkLXHjQA/427loA25OuPDoFl5AaUVZgWp4X+Xf/bNqKjcnrCSCj+6Wc+4RL2RCpqYA9LS3t+VDLsnv/WJdyQNQ+WPhXnmRHImpMhIP2E0b6aP92sqc87yosI7b9e2/T2vXdv+GBn4jh74ErPKIueAr7kis7w76jXURV/mR51BRhLrcue7vRFgfY9hnZxduzy94ScJaH9/hXK/djnL9lGq9rB10jv/5vVOue8+gyTnuGuYzZMFSuv5DYTgBXuzygqHc7ny+t5Z2sXGgcaBxoHGgcaBxoHGgcaBxoHGgcaBxoHGgcaBxoHHgHg6opVFnHX0rOtl+xVPf8nUMNvTkqQXpgCWw4ctQ0vCnsc4l2jz1tX+HQRQ6SvRwehJUp36MS2T0lWidTH6+hSYoZX7sD702qpMcoH1BRzZjfdgBiB8OGnyIgBQGYj/iwTD6XTV0uo3F9e70a+ARwFR0Z9gMd921BhfqtG73pDRkPz5P1P+FFI37BkHO7wBN9SpJn4l9nJB90Z+fSC64zN8C3dgxbmD3BQDjRMEe2ejQ5SYcY2RDvb09fNq064H3GNORqnzQHiOgoYzA+9J/DdvR9eMOekT3r1GTetW9fFGFvhNGiBlo3uO32JbGdBM6WZA7xh7grqNfpNPw2a/Tr9x8z49zumL8ojEelviz3njFzJhXvTGbHRf1rejU9zGpposmqVLXKloyG7oVY52e2M39pO4dXTng+AH8aEWPu8/J9yQ9xXf6/XYmCDSvesnU8lgDUugoz64OllGOi4PmDs23iHAcM6isP/gfYOwmrHKfP/8ZmxVwzw3eZfjHsuCucdjbv1XN2Y8beQneQf3bN1pkxFTZMWkqhZcDvAR3MxbUk6C77u9NYg18uQmEC17zEBup+/wg7efZLMM8ibv4Ce+qk56QwTvYVKLBmPGBbzKn5OM+0k8aMfK6/FwxqnWNflIAWDbYAdOCy9CeRXC4KrAzsSQdUATRyRZ8IIN+6kCsxbhmPU4wrWW7CxYKAOTlGjDxiNUcSvyCxSi3cS0M3s5Ptb3fWTACFwUrR5hcCAYGfO7xVU6/Li8ApABG9Lme3UwSI4AbohzxnSDPT8nexZKPSwsPvnVhNwwPzIBRTC4uIBzkCaD6tAthtS2oonMO/fqzYwHwdJ05vwRcm6CVc5Pjk6Di0psr93zcMN4cjDt8AianfwBdLogsQj0WtOU62fLvvwCegzc2n+EBzDtiGTqtf88C8nl4F+BwW1RsOb3Y6c23V09pXxRjuZ5NDG48oE+AyhNWi8s1O0hWQeB9wXQpMt0e37r26ud9C41kJKYx4z3jAkEL83H6v6Dfhw71x2qUPqYfjB5sltOZO682ce8Vd5750jXoWp2Xi2X+ZxZGLb95OEBAUf/gCKft+yrOOED3AK/6Adp1XbJ8jgiw+OkWgxZ85YnMvSXNe3vWEQrtN3Otx53K6MsSoHOHZWd/tH0feA/L1TnfFx6OPrx8OEzsZhryMHvJg/4zeM0OPPgsz6vM48Z1p/W+790FhJbYWUMA+HvWtJ41ZLz6U3ex4B7ZBd2ngeMNx+rlx9/3jAkDLz+MWWHeA7K+sHFDKDbr5VbmXD4sUeluffX7nD8QKaO3/H7RlqTzQFKMJr774/dYxX8DuYDA/LlmuxHAF6EkwF///J0Hd2SXX6zbnS9Fh58BXH9JDnZJjQLArjfntFX7+5W3AoCptfhnaZ8SyN8F374U6baGmN5Z17lTwPfDclOdaZ+NA40DjQONA40DjQONA40DjQONA40DjQONA40DjQONAzsHVBvFeKk0P+ijMGhST4VeUA9s6/Atuk2t2DByIfWCfej0VsCm6GrRHxuSTfBkPGCMhM7makavGKtFdYlCU+qG1DPt2iH1N17bf3P6EZP6ML3ehUJ0omvALPEC48ICa6s/A/Cu/qo7Kx27RjrRdcKLQTfJWG1iSgU/sCzE26H6TXW1WpeqV4/1KtiEuq7q+Y/DA2k0Rb+YU/AKwcZFS2/BfawWdT1MP/e8WkBKs9nLMAPtIIZzGmwdxk+7C8oYXm4GQMMRMfk0hNpGNG08rY5uB/QgklZoR/poHdMgftC2gDvGIosurvWOilFT6Sgdo5I3i6Z0+G+50kGXvhfX5rj1Fgu6FnAUL+B+Yt3ansxz7KoGvp8waeAnDxGHRcMsvDUe6c8I2N4b0hK+67basdHtsn1Qcvx0bu1yqAvjFffRC/IYr64LMvuSTR14nywe2QcOxjWNpY53+zjXPzt/wh9oOwJO9geMdvp/oA2wNzE4dc2hPTMsDRb9p7btEwWoh/zof+V0N9P/iR6Ouqh3TBxj8+TLHA+mc7zpPJMUZBwjR8YDxmcsY32F94OFULGGRNUrruORvBqzSb2NclQ/TzUW3da5yVO8fVJ+ArvRmEk8FTwt+OdNp9GdW119nCq750w+G3S0eAhNYiAow8dnz559tU+K9/m2ATvl8hcLO4gY2f3S4yrg6iULIIt6P+GbXNQ8HQjZ5AIsgJAg6wxX6gnLYBcCuPROqM8A9i677wEQJmKyykjL2V4J7j09fs9LDshWO01VvzKRncAdfv51CQ0onMnFYq2pOhRRyFLmqcXiVTKgnjzlAoNy43PAZPqIw++BvpVwCgaRL2gFyw7xFM4nyqt1PvIKZIX1fgDcCWZeAvgu+hmfELwVq0J2r2hxekRwNW+vnQopdX8jN7NIeq0X8J7dDwaKx+N4d8kusJWHg+MUdxBvufjZd/lg/+/KZ8kKjQaAcsfNv7JgEF8ZUEz/71qOxk20wxE6z75dvDJOuRm+VC8LAM9uJsrP0is4eOB1hgV1ZBOCLol9aGgFmfF2zB84yPhgsr2SFXcSsWsMgJkA0cg7/HPBlj4eJOayHVPEL2fbB4DbDfFWeH5YTDmkrLbqxuY+8IC+NvY0Vsf9ggthAdwHaN95ft7cfn5Txh7AW+XkeMQa+wBg7qLFAiPYmvgIRfpe9Nb3+hr6S7QonE6zrlDngFXn5G4aQGzdsvcDIOJj6aceSdE61b0lQ4T7h+57dtd0Fy/YvKNVrTGN6Q91unzLztcm5UNC7zlSmuvFH35lQ8GBnVTMe3YkGbOhm7AA58UuFujph/kzZHe+6T8iK/3d4Drh+vKsewl4bbwU550viHVYvmSyBIKsoS+99wfHnqxnFxpPvVe99o59iBvpUOiuJtxSJI4xLwNYIvdsIvGhcv5Ai9ykDerKC5b8oTZeil/ObnD5jE09uNG3KeVbWjmtNdNrSA515tjWwBONO633fVM2+Rk7bseCHHm5wM33fO068i10upFD3tie6eakfrbPWxzY19+7a+/+27H+kOljt/8h+2bdP/X+fWz6Pnb7bfzr/Wuf73e/2/x/Pwn5qcv3x6bvY7f/fqP75tI/9f59bPo+dvtvHsH3y/FT79/Hpu9jt/9+o/vm0j/1/n1s+j52+28ewffL8VPv38em72O3/36j++bSP/X+PZq+qAE2XUD0QepIS5cq2LTEeyb6Lo0f0AxOukMGWAq4pmJLXav6fgwDenX+F5+iFvsCJY5xPNHECSgbKpEypQgr7dRPSX9j79GEQR608UMISmCxx0q2u8Y1tF4HAcQ1lgrwTdzQDpCxdHaCnwKnFAXrOAKErxe/BUTx/1+7/lxdvTmq/mrNVtVlf/ikLtD+RSeoDs1f6MB74gIvxm9dfwclL9DtMUbqOk3qbBnfjHN0eo61GJGygc51wigJIyvjBBtOMC6hN2My6+cC/06HVb5N2uU3Okl0g/7/NclvDg1n5KAKw+h9ORV4Nx7tcf5faXsCrB7QtarLVCcp36UrNW19KoASg0CVmlQ6YL0pkG/tuszWaMdNDDDLxjg+RKLtEAWWZN8wMLq8wtBL+Tsw13QzrgFmsAvbr9EUl1nU43kwO41F67gmRjDzbejQn15edC8Pf+4OLzVUcz6a3W9l4DQ+5+e2YNrH4K7uwN/m35OkK1Why40jyhThZEc2CYysCabgMmbhcCycMZHD7Ts3uO3V6J4pG8tbPKAeDl8A0P6OerGmZSz2ts9pfuw5hakfaqNLVr5dj7CvxaPrDMisrt845yNGiRlvN3nILzpp7j3N8Ln03CVP6Y38T8/cNsD86T4PLvcDencc93JP3KnyRDePvD1E996O3+GtZENzbQMAAH7+/PlX55ne9TzMjDDQQxq5Wf5Bso0Hu7jDg0k/ZVI4KCyCAmibENqujHAxHBkx2SFQuhKDsgOoOmCFeYEl8HH+geu6/K0Ys4pATap3o/x1wpnFYgcwoGdkotROnO//f/berUeWLMvzspvHOXmpyntVdXfNTGtGQ4NGSFyEkHjgC/DQGiSQeOSb5EfjAQEaEC+0EDC0YOjuyqrKW2VVV+aJCDczfr+1bLube7h73PykB43ZSQ83N9uXddvbLNd/r7UBuwSf3lQrwK66IhWrdMqPAvYP5Q8feV0+c9BhDmtWPQH4GQHaj7/hG4BnWvkUOI8ymg2Uw+0+4ipydv5z8nNv5QEQynQBDugrNgCvyUFu+DwX4JkyWu2pw/uhu4hFhHvTfqNfjKBltcXAShh5i4e3yMxR2dztpEzY5XteokwgspGh+UwakfYAG2Kyc6/UeGBa4M5x8CKlvJ4TtHO5KYdr0kqvWJ12xSS0BnQczCfPQM+Hn1WOtXWn07sXsAOPGP7Yz8AeEsryqvXhQToQwT3vH+vjhGqkSlvMqcVWiMkFBL4iT8nNDSlaSFFh3vrnHY5AHyr5YFHbDemU3YQ+XoTCyE488E7QL11hWkEgNuvKJCbZxpTlDAzngSoizH2wOpf48TisD686+YZcQp6esbqG1DQuyKirD5i0c1/d0CnjXRs4eUjgPYdNQD0PByZtIpY7I/+h/3r4KuaxHA+TjJjY8/d+o2iRhkIGlAFHxVZ4hXrlikHnIPYciIfMPj3z31Kyz9D8/tTnxFOUptON/cSLHGNhxXq9698yuH8PHywcgbdc9xinpZH8nuzWh7DlRlZD8l5SXZFepKkFgQWAC1UTLXOZ3quAqbvNV/KX4ykp8wWnBXxufRYZye+YDnvJsbepupzckcCheXde6Oi8NC/0jPNL9/8M0h9U9aXzd2n6Lt3/g5T4jEIvnb9L03fp/p+h2gdVfen8XZq+S/f/ICU+o9BL5+/S9F26/2eo9kFVXzp/l6bv0v0/SInPKPTS+bs0fZfu/xmqfVDVl87fpem7dP8PUuIzCr10/h5FXzjrig8nvEchmfTI4KwCyDSSbWA7PTNDNviFW/1LuGFM++xWYxEhG8FUBMGQsXDVfcI3EYhkSNQ32pgtM3zj9pMtP0P8560aLEPXRFaNv88Mj370f9+yJ/JQ/Zq0yV4nM2orvwI5+PfDz2ZVflN/IOqxYqs0g98iUtooYkDwERwl/dP6roz2pPDcX3Zeju60JkClVy2O4NNgCz9s/WlQTvUVdOp/J+0wvj3LWyzwDv2HG/+/nOLzxB/ddILGgP4Ebt2sCeSqsQ30HPXsKPqJHh/9p9hv+d5voPivTLudlNKd/IRO8I3Hftb4N8Gf3LYzadZXrJ6pEcFg+r65ouICWMHWjeaGp47o24bFDbek8XULxgCBKXuuYwe/gjqjlPWyym+kDEYvfUMEPtG7XYCoZEgFT9Nfayba1KT8qFX54SzARcerepU39INuagL7bt7gP10xfsH0BL1xSEf5U/wck711ivxL/cmy4qdbyLp/bwuA3nXSDM4WWQOgc/Ir35XkdCX86MWnLivoh8ArA+ych6qIzk684G4bhZr7v4UHtWR9+wgIcYjQMg5It61wjXLXxgdxBmgIuQeTyWkuKLDqnAr1IPZAy/qpAbFX+MpXYISJP7F1K4thXFiT+Of9dJYS2um8p/MCwPSiYsKGOHf/RaVgDvER1H395ltW9jBpkZPcCc6Q5FhFMJEUpFE/BpcUQ6nAUjuwAoNPTBIYggh+w6oTU6sa4TlVt8ajj1PGaWORL5zvFBq0TROYqyQGaDB9swMj97VUwax8aRk00u4fACsfb3mk0vNcPqGfATa6N6hRn++8JjUsEc5EBvasfPBwYvKIVAUx2OZtxK0n/bEVW7ZJQTtTMPSkSXVQtwBhLatyNK54iFF4xz6P9miL8srEb4pd8uiPTJxukj2smTAY0KZ4QFhHW9i/cZ9+ykRgPQdiBajpQ7IDgDT/vT1lKlpLFK49T7l6loeTxe41bcsB2yKTmslDudwyIE1P0DKhyo/0pZ1n3Tk9peVT36W87bjfg/vD3gJSXXU/xfagH0DSNM7Kv4wrTdDe/DxUktFPLGYQDGPlVU+yblL5OjY34+0UoQfvTXYdDwLOXa3Di4oAZ03U9Gj+elZOxUqiFM/dVh7KADXdo1oLcqywagHmTdnBCwcPCG0sXwzVo5+HHT39j0zY7narhgfkng8LXrBMUxMyO0HkA2xZvfmI9aVCi/KBWrNC7NaXw/Wv+c0k70tivCju97W1y9Q/MohUH7TDw70BBXYvYPeOXgO250OcpuKfMpi3pxL2FTG/X2RWyu2WjYeNqfCJqu3ZE8L9MirnYfooAHD06xwuoB7zX7aZMoD7WHDgy+wVD8efw7kLgaRaPqElHtyFDi/t0jC7c/LUWvmy5gtMLt55zZww3LhSkT3qfSb5PxxPa/5k3/+Qbj5m/n0bfF+6/7fB07zNl87fpem7dP9zXb2N85fO36Xpu3T/b0Pn8zZfOn+Xpu/S/c919TbOXzp/l6bv0v2/DZ3P23zp/F2avkv3P9fV2zh/6fxdmr5L9/82dD5v86Xzd2n6Lt3/XFdv4/yl83cu+nSzGM/m4vuKLGwjWw8O/RfhP2oIpNJXpO88QWBLTymiCYIxy+aVmQUBQfQj47hMN1b43vRfvTQnjn5R6JJMScO3G5F6gtfsd9tXGeTlfscR/0OZUUd8+PcFhPFZBRjOffx6K4KBOqKC9UebMNEoU+HfSCcbPm+9bj/OkR7GIn7pNJIX2sNXTqQ3/sDbEZ8mWQobgK/ivhPnkFk9oOkvFNzSp4vPVZ8iem7IZjgSUHezNsiHgA0jXIIx/jzAz3pIAg+131355a9Mk/xHgm1ICc0CBKM6A7vSHz8xlmRJZ/ovE8/ynDYMzMFXLW5l+u8bMm+6EEA/8LmOU/zpV3WLxLoh8p6o1IbguIGIa7foHAlqi+CdCDBLfgPAlm50mVhKjsmI3jYSGD9zc2XwJhHFAPURQ0OkrtlFyzH3+ZZrp2g8VD7qMRbamBMEqfXZAnZiT/q5pQ4mKBYIVelm+la2k3wtFiOleN+NZv5p9fr1T6pr9nnuSfMdkc6298Qj6C/VlZs+fRZquN1hz1zVXgE6g3eup6AvF0po/0m/nTI3OO73Dkd0gsqJPzXgTx1BjQMhwO5n7DwS2yoGHnm3/l5zR3++FQC4yMNekQkfwFt4brrvqtuWvRhB4UcU6SoJXf8BtEUlDW5bO8BdHw5eRUiBindG6QGgsEF6xaqKsXVVzGZKoUeVv21DGk4dp4zTejsGGgq2bcEhV+gAG/WkC0DpK5RcD6StYNVL5rrP0O5UdrTkn9kx0chEMpKGd40ie4Dkd3pD3Zl0KqIbMRvzf+e+yjnBPHUinHUM3UrZCVjZG4FnCmLUQb+R3prJoetMv0HfgvgCk0Guk7jyPXaUicAHuaAl7a+E1QBQb8lhPnxN/TIAjrWxe/0x+pE0wcCRh4c8Ng2rRiLKUBnDoaDUpvntWV6Sr92PIfsemb/f/UqJQAeQve0BynvysUdYo53G45hvJwDb2G87mjn4p9iXfDZEhTamNEb7/tcS1TmyAm4wLff0gJGieev29tAjXiDiJYQXC8DZm9vfQe/v4M8oZ1sqD7KHtmg5da5dCGKyb8KNCx4AKUnxWwHwVURhKxLT8R48jlw+VLaMcwXQsrjAFVnd+EWkXKh9KLn6hhenXQkdaimpjvmFBQmuNKp86fDh/O4vuenD0Rcu++CetIdxHfg+3Pydq6EzxwMvTJEFn0UibYcebv4NDzcj/icAOwvO6m+1nfRySzt2YsXWG4H8wX1T/oTxrB6k2fulCWjeHF7c3Jiuzu9vCh48yez9zAXK2OVlDSnL1wDwAtFhn9pPkZFdlXPsgfPsXYkSqc/vjhfbpv4IC8Kq+c85JuQ973160Zpfmp/H7ag3v5ptBa/KyjQKzNVNz8IH6HUVZsVCBfdw561ot+Lya0cCj5l/dyqe6cel+z8TG0ebeen8XZq+S/d/VHFnuvHS+bs0fZfu/0xqPtrMS+fv0vRduv+jijvTjZfO36Xpu3T/Z1Lz0WZeOn+Xpu/S/R9V3JluvHT+Lk3fpfs/k5qPNvPS+bs0fZfu/6jiznTjpfN3LvrCFYR3R7+UUZCCJO4p2hPAcUuqV5Bd7grt4L/C35aRcQCGYgSm4B0+wMf+GbAwgRM3lgQYwt83EFCgV9cIugBS7Ojih54uPbVSpm/Yc91heOb088J77zZq+F6NaHTv2wZfZqTMxo8qhkAOSFxWesP0m+HHxlc2mk4W3/yAP6smS2hL4ErZMzd8XdHLj/lHpx0f2dX3Da2pW9P3fku04tdEcOPjiyAP6IZP/cCW0++d2QxZEGCWyEHMgOyLKyM9CcK5oT38olVLRDBdmKHRjqz7mOM59qtPPLJ8up+uEbxmEWx/AQ1iMgaWSJF06W/1l75EfZ5+A4tCc+yrC64TEbQt0mG/5HFwT+AsG373rbOWeo87TvIHHUVqjSkjxz9Ub8DLOqPPwUUQLvelXQgXyYb/mMvqMsQsVO11f+Bb5/7IVq4t/Ky/x3+K/VVkz/RuQrGpV37uHKdoLPjHTgV/0GfKV8rIw0oK+RpbaJp/HHQAi0KX3DlXaBd5CMnoE45P0G5b8OECBBeVML4GMtxa3n3J3RIwdQF+ETrha9Oa56ePXfrtWJoIymKRirjKTWuQqAGe4Hpss5r7XFMu8BBkK6EHjpB52A9VA2k3orhli03SYZOWd7j+ltHkogTO1Qvf4gNbSRxo9MClswPAKntH4RAls+412oFq1QAtNyDvA4NhJMpUUM1B4L8tEm75NICgGdCw5ePetD2byK9YOcN8Ud3U5GkHtLSkSowHiNb4iAG1Q+sBAe0qmJ40OpQcE5K8aVAVoDb7ArtiYeBhZf8Dexz4LW1lkuCCxE2f7ExS/cQfJv6bK0Ctd4ievMFYehQckz1twHspK01zukwDMP+dLZ/464COAea39DmdaZxQy6R7wyTVM9nVAqhOytyhYEiYi5wp5EOH17Ns0oq+KH/F3sKvNOaevYbhqWISEuRMfVNeeo4cj9JPtAMPRoabZ5Y04TUPk5oUIpliRH4nUG+SQfQd9VTC7uHDOlduOZFCP0wNAI+d+d0FDFnl4aboorVhrzJNj485dvQWVZ3asC/avr79TdWsfs5vQDL04MQcrxOyMfV0XHJ3qUhN82LhogJW87xa/TnjyY3RWSFUfRcvJ9q2be7Qdbep6crEa/Ct7ayqV1ReN39gbPqi8xFjXpCPctBeInizFmMnepKZA58Dcox6viww5pxeTbHhBvFj5YsUK5wA+MI2s4OjVHvDIspDaxW8bGmzB0R2r9h6+JTrpG4AHIxJdeJvQ2+hO74f0Bl95AMpHreKmJqunmOfZ9NZ8yI4NqS1p5D6dYyVceTPOKhkT070Oas495DKm5fJa14mu9UnVIP/WEDCLW3X8vGXs42N79Orth92ZE1T1/vg4Xm2+oAtjElpswZ8j3GARANQtaTt+nDywZTnQbtALLddfRb7UDefMh+8BhB27szXCNPOe0ajG8LiOenP6bO5U05m9yyTP+0bmuxf+dHIyDw31l9ynilmlOFyHJfAo+bf4808+c6l+38y4Q+s+NL5uzR9l+7/gWp8crGXzt+l6bt0/09W7AMrvnT+Lk3fpft/oBqfXOyl83dp+i7d/5MV+8CKL52/S9N36f4fqMYnF3vp/F2avkv3/2TFPrDiS+fv0vRduv8HqvHJxV46f2ejr/hnkJQeFz0xeuwJe8IP9Af+/gq/zN8SV4BvFV9cHcFhgRhwnQqAoWYNHZt/VDXv/IxAnNfkebQNA08IhOBcf3KkUg1/05NVctaKk0cP6qTPppPryIQ5fMu13+C7JJ0rTrEOl5fbDUYS39ashnzwT+nDqtyDlqCaFdHQLRn4cFTigzZoxDLW09NHB1H2rCwcb2wu540fDX8btJhmtyXVdwPWoytvRF84s9E1+lUO6ji+8ceTzVHqlZUgsOl+r16B8ZA99LZWPnhFCZwxlXZNMFowfJyqnTvPsl99h7YGrRXpx40EHklxDaKBObplpwxIe/piQ7dRQTXor0Uj0D5QPtL4VvjySevdk1Z6ALsyBXPyMlXi12OP0/xBgW7U9CpDCxgPkbvX69+BhSJPUm9nJk39pIw1MSaLq0sih+M0/lBPPI6bBnOuxp8RcPQ+5Y32Bn9DkeJv6d22kHLZHqdo9N6xT+BA+AYAAEAASURBVHRIU9Jkxkblv46ANTBD5B+Yjr1aBuIiHs+yVoiPN5xtpF268P1SqGHRxZVZSgn0co9h9+YWn7TKVDHOHvLnLu2lcy0a3NKMvqS9b5Q3QaJmMjawUxpTStlrgNnKzZ/40GNBCyUS1NW+xBxB6dBTB/7ZhtxYlAAIHxlug1jL+5n0+AAG3goAbL9bAEmOkjF1UBnRy6cnHN3UuiqiYdLTSAeMLicHBk/KJRjiJkeZCGnbdLykmBXw6BUA+bwbVmlohLkKaKqcFU/+PWWcVtzyEb8mQ0rFSHOkhAZoXAPCVOblZt+Cpv8IowbYccdmqCoPAVs4emgNKM/HQ+wJTH33yxydKBhoETkbohRYTtMpbcnDLp3lzv3fgafRq0dEytHXSDrd3vS68Lca/4TrTMYYoMaojDfKudN8MJFXmTTTeJ082TcU4++YcP7++mseBu4HLQisXZzW1eP0M/UfCJv7pPqKoGy0FVYVMcg5UcJ3KA+ZxgCUpvnHopZngnGCZBCuxk9YS8IERFqFofk7Brb6sZxPuniK++NBx67ekn7piz2goddJzr1pW8B47cAU3XP6rfGUw9U+DVHsRtFWAaB+HZYakCi87NJ1qoetLB17Y/UeD4aeB4ORqe67yt4O7HXhiraYoJFt6P1Uk3Fv2+6mKPYXCwfUDzYvcLtibwKCaYlmFsQue2dvajzgJPvRDB19Aw8DZf5qRTQ/L10jL51hD9yNeWzzXegr18vvE11Cd4KhNpW21JINoeZF76YnLYxp3+PJYFu+PMzGtTxHtfz2PO2Al6aOLAimhR7JjsDDAcFw1zmUNqKpHN9Jf7wRWH06tu2VK8e/S13nYnhx/mahxUAk8OhiC1/kmMAd9/kgKrLZfqf2Bb959TclCbdqQOAaPY68EMXyB+1oX5yHfu9fmxMefE+i4Hq0RxaAkDe9rIdfc810LEU288rLeZHA4+bfUut835fu/3ycHG7ppfN3afou3f9hrZ3v6kvn79L0Xbr/82n6cEsvnb9L03fp/g9r7XxXXzp/l6bv0v2fT9OHW3rp/F2avkv3f1hr57v60vm7NH2X7v98mj7c0kvn79L0Xbr/w1o739WXzt/boE/XjJ48PVjpffEvQQUAY82YW3QNbtEl6ARgZtHM4kY9M/+RCrbtPgXD+gV+IzP1uQ2Z/mT9PRbm5IUc4d6GnpDjRJd+OX2gjZk13duYLQUr92glKK6LQB+IN8io159m2fSneU3eV2AMHQDYbW9uSv6JmyC/jBSU8eKn+xGEoF8yfJP6+DwmJk3fDNDVk763MgWxvltobscPKaGPnNuB9wge6hWkfPh3KSdITOBWg45xxRKQBoDG1o5m95zcoNt+ODt1PNt+8TGnPLVF96HW1tjmEJA6/PJBsz5Py+nT3fo6tXJZlej047PFZ6T9xusIoDwAkmea6Ulmpxg5cu9+/iSAwy74GD3eE2x0S0StgZSd20wSiDREpL2YjXapTtUfFeRnIk/O1FMtSE8UcU9kekTvt7+Dr7In8FSHsuW4j8ZSbv87MAj7tkn6HbHx3qA7fq0ilTXR82biFdOZfN36eaV8rgV5MpAv0TVrg33gC25YcaHlCS6bstkArFxAsk/J8d93ecMWpv4DxAWrHLBdqWpja0wxF4PwTJ0upUU/MmpNjpA559KdFzhHAvLYE5TJHs4rF4FQ3wUSbmEZKWNZjOBs4ZF/4/Tkn7MDwDG5Qej+EQrionvnmn4zNtcGHb9iEmzJ/z4AhETq5GABoSgEBBLjpwgJhp08zAXeD6xecGNoHgDuBdq4L3AvwEe1A/1z9eBxV4G7xbw//3g3fk/FYkBAZ81k5iboo3tyMjDcZ1VSRsPO5ekemkJu0SZliXJ2gr969Ro+BdOI0gQIhnHE4ooSZBPIrb9l9668J/Lu/dqpSzvy46SkTIcbQHrkW3es9oCngRUUchSbvsuTv3a6nn6E7uQ6iOOEtLcMhJ40FmvTIDCQ1X8Lb/Y/H7A7zdm+k9GJY4f+pIj+rONkxiQLMDX2rPhgf4EGOgLQi3KIkGK79N/tSHqCJkCp4IdB1vbvswrjXYBNJFV/hbTQDYB3w4MrBnTY+N22Dl0p9Pu92TfVlSpMStI+sM7NYxW27kqi7Z660h765/59fEQj+38AgTvGng9iFxsMgLZGwj7dnEiJjl0G8M8KNqOL3eu1Re8DQLARnkqzFqzcV/Q+bZOOdi5H/amNeOACfjIZysOALZlypGYydFp/7KH8reeLp8D+VesqI9NYC0xyjyYlOeXsrJQzE1emru5laIek0DuN+TDqmMxvrr+D/t+iT3QfUf++JDAyKGOaiBgG8D/FEAct2iPvR1FnMBOCe2mw6XzNvhqOOQFaH46OuKS7kCDN5VOuPeTbB6lV/SOIy9yLXfoCPg6/ZzyzikrbDT3N2yuyynqxoo6Vi6btFgBuedlrWxZpQGmmV3GOt2x0lg15+oRjZ3zFi42Lhz5iHwVAa168tyl0aNwxLm936H9Cx/9Aqjxu/j0/05fu//wc7bb40vm7NH2X7n9XW+f/9dL5uzR9l+7//BrfbfGl83dp+i7d/662zv/rpfN3afou3f/5Nb7b4kvn79L0Xbr/XW2d/9dL5+/S9F26//NrfLfFl87fpem7dP+72jr/r5fO39uir3jN9E7p9dGxFP4sfd34Ddfuu0pWQrMhdkTEmSS5Dd+3viEAFIId3A+0w2/UERk79KsAtxr9pfhf059612kUrp27l8+v2KnF4n8qHcx/S4s8N/hee4Dv9Rp/FP6/lkCIFrC3w7/m3QDlaCB8U9bAB1zDc/3qE/zpr6jLTYNtIo22BX9EBgtj6jA+eSHl7yUilPFNDm7XKciGr1N9hgsRf1tWIUhMnUUL+i5foXsjoQkeEujTp9yznyo8JlrwcP6ea7+pr+zPoBV1MxJw2AvgkuW1w9cqFBPprY1U1o7x32rTftLnDWNh8N4XPCVQB3xnLW4VwHZG21Jq77DSaV4fxx9tYXTuz6wuqp4AmE4w9H1wDGSO71aqu/CTisps+44zdKQnV7A70nXrsyX6KrZfJLK4I8JLDCHwqYmT8GFP54/9krf5eEnIS/nr63bBA9iUW3ymF5xvB5TzSFK+8+2tuKPtGYnuVowZSez+ujXR9C2R+Ombfjilp+SvLPUpV43bn7JoABoGthB1L/NI8a4PPPDBMg7gN+jke+IhTiZyoj0iiA2YFX9asYUkOwID5v8BntAn9uhsaiOOr4e4ss8OAB8T3UaRCkSVMdGt2L+yJnWyubkH9vbtOyZ2pnqBMJXtsCoDcIzQ/6g6Cc2UsoBuABAtD4PYxxMgztz4JQo4Q6OjIRs7eJxS4MEK5aKT7PSgCeCAh1LdE58oEM0Au2Iz844J7DbQfmlAs4CShZ/SzO63ZVS+E6KnTH6sGjCV8SC4xeBqAO18KIQxOJitcq5D3ZhwXzOKpwqAb2PaA9IPAywhbIyvPFztVFqUwzEivBfTIJHaAHSs3hqrT4L66pr9YrGBwahcrsYRDwEZ3x736WdjV5sq1mfyoj9z9gugCg5ekYe9qz9ljDD4HSQcPkwSrNrtM27e+SMvyttvaObLaMsGnkw/XJlL3rzkkdaBymHnFIonXda90+T+hajjRemS9je8FPjQ+2N1RQTwqvozJmmA+JgJp8qT6KKb/fbu+W2dSH8MH2sm214QjwcS0zt0u/BBOT2Qdko6HgWTlb0PwVyxxbTbfsJ1QWDadZzQbuptIv4gnfS7f4SdzepQRHC0dm8MbPO2Zz/j8cuwUS7SH91BR/Cw39be72JHmcH475E9Omb8tS2r0GhbW7cd/6WsC32FnvJ7r+ETPwV6Ezx1c3uJhX54aKWZn9pA2pF9YHs+3Jx3pvGi/SpjU1pEtgAi3of2M2g2rTSLZLCYRpvl7tY+Hk/nPgvKwJQsFdHjI/Ncy2qqmrQidf9bxOQD2kPb2ZfNdE0SfPiZdgNWfSCvrgCu0aOry7y4pXdq44lkF71KkfTQMv9YROHCofYPyBO6mYfCNMv4CzvLGv9///v4+fe8Ert0/+fl5m5rL52/S9N36f7vauy8V146f5em79L9n1fbd1t76fxdmr5L939XY+e98tL5uzR9l+7/vNq+29pL5+/S9F26/7saO++Vl87fpem7dP/n1fbd1l46f5em79L939XYea+8dP7eFn3FMxSOLkSqvyeCLDjJgAVTs36FfwY/MYE8LcE1Rse6paAwFB5G/I36oomqHP8UYO5T9p01kOXbyXekb8xe9P+l33bjQtqcnFeXj24N8oRswrfI+UgW0YHAhL7/DuxA/IDMqPjG0gdIOQE6fKt69AZBLPy2AyCcmMlwLZaCz7IlXS/8ZUpoTx5N1dkqqAGDUUy12wiujX8L0Ag+0t1Au9vf4e8L+viD3gO3gZfgFz7dMtA00F39MTrGL3hLUJH7AgdOoE4h9R7+zmm/2lP6XNcEkPyRvolsNiCLYKEBfoaNv1W7VIz6jDk894MKY/tFsoe2jQFpgK7NrwBjzRSrtCgm/hKM4UcP2+WLfrMBz3ePx/DnSJCmGt9ti3Pc1Ovrmq1LsaOaoBizvHZkcdT/bxDXvM9gB7ryW780nlT84i1ZXWuCMYcbttQThKxdgGE/SopDHIHfccnfjzzm/tvMDmkD4CJgFUb1tvUv+Z1RwBE0lIK/00v2n3NBZeCSvl7Kus1pzTaVFdsYDvUXnIu3cEwE34chnpJ/Rh6L+TFjsThjBKi9FUuLjLQfMHbVMSD2pj896+h67n+e6LBIRPlyWznEnsZgKQPBUxXz4whuoB87sJsszHVsCvlzUq7c+daLf5bjGNJvqLXHVlAOiuy27wTNbqrr/r+BEUC04T8CvDCFMlGJhnYD4MmuQEnvBOETgt8R8csEYTrckX0/m+YvwJDfq94Q0r1a/w8oE0WHM1+F+0kaODnfESkO6Ka1LwYV4K99dYK141+xLyYpHRgQw+t/jko/pgxACQaXQDa8zJU8o8qIQI3A/Q4Ey9rul9V7zX9Sff+96RT+CjCT1T+hUAEqeTt9HNNLqVX0U35nKgO6DuMhsvXGPZv/FTnfoaz7Z/SJLFltFSmuMS5zw2uzkd63NDL7ls2YAJhcBKSM3r5a/Tss8gF8WRvlSvQg5QWWPRxw9vFQjR3jzw3mmV1hhNbr/wMbe1O905lS+19wif1SI1rXHo/0FPbj/dlRrkGjLyI+wJr+30fP6wRQ69/yoCpDiglSxigbNHp+4NiRv7xzWHR0ImYM+BpQD3/HYp3/sXrN/tA/vPsf0iY2bz9+cqXEMS6wRSeZY4ex3jzAqs+YjP6iul39UL1zAwjJ6qCelCTaYkZiHqu/e93UEUgm9NfCSwM4OQ5/XV1/f12984GpWv4RtsOCBo4YypQwhcmpY3qMZJGQofpKOam70ZVURBvXLFBYjejizZfc/TX2S1oHplsfeC4AOHYU+Ts/xZBkGPsi9eb6C2z+f69eN79gheFn8PERD0tuhry3NuOeAnkcUfCxjuO60zWR8fBQrf6CCPnfVVfIf4wXX9OD+KLHOOfM6PU8ZrxbIuyNB6FjZvxtNb75V8yTlGWPBlfSyVSpEfUnG5sau/drNER350jea+Z1LBv7Yl+S6t9G3t8y3L5Am19QusgH+qJ+aWP6ji9sizZaVnmuh78hzcvPYg5v1sxvzisxCuKRF70nkL9DyMN+lK4pHXOCtCGfrvtH0PbPqtvvv4QG0p+bLj5eagrt2fyx+eVhnf/DL3Vp+Vy6/7et4ZfO36Xpu3T/i/53ni5vWxx32l/0f0ckP+qFS8v/0v2/bWG/dP4uTd+l+1/0v8z/b9MGXrp9X5q+S/f/NnVv2y+dv0vTd+n+F/0/c/6f3C36Axv9q/irBDJW/G7BBvqbv65u3uATA2wbr/68Wq3+FP/Wp2QaxB/OVpLDmqySuOC61c+q191/jD/qn1b99b9m3Pw1AS3f4DcTPBYiTUeQyZLDfT4pbotLHNbkc+2r+BdLO+W3vekX76csf43ALXyP+NEqIqBv3xARjA929e4/h4df4JHUdz6XNf43ogFr9pXtrlZV//EH1ffX/6Z6fftX+LN+w4f2SCEtrGg/x45C17H7z70e/klBQXxr8tff/K/VH9dEdr/q0ZlgG774ARBLP2b4OpVLgqGBE8X+wGAnrwAZOwKg3vx3uHX/NbgDgBf//O/YoW6V9ykeT92z3aKvUo6tqJ2UsSmwEaJe14Jv638R/tm2wYdJNGnCxNZGX/rBJ9wgsA3uuv3iWhC4+4tg+bb5n2jy/4ZxgwcNRlHPyVta7a5P0pYfehS6t+VdKOA/ZM92h833t9UPN/991b0HfP3q3wIAJturwCg0k2E8jvTVcxp8pA3qBhfwHg1SbP/dqnrvdfU9EahXb/5P+BUIjiUak49XOWwpmJ/dpW9+d/d8QJ8pT5AJsjeub/4XZMmOzN1/wPc/pjDg6uR7Dl8+v0x5vT3Uhfgj1+BtMDMtM0NDdtj+vX+v+uG6qd6/+Z/xZbudKzxwt4Gn5xwGOKr/0f28GZd99d8yZ11VrzpxPHz03uPOMf924SNpwJ9utlZsTnH2LD6o6n9CzBXZdM3euv7fwHHcE1w5iRvcf5wtAvhYV3MEP8ukScdfdcNgGNjbtHcfXxh7RwAYkNM0B2rJeC2R9JyoZRvj1EBDbP4ScCISkz1em/F9FE4aWkAvI+KsneVCxNn93t/7HgB7xe/+xAAhIMBpjUtg1/0IBlYomOq6JrKtMl01/IgVCXkkD1zCoO/Kh7sCxUb6CnorByaVnIh4QFTfUB8DiIcBewI4KHceDNyeHffx5/3NB4MXLorfnAnxCFgP9TfIlRQMpPGtAQsrJonYlJ77YmIepx4yasvU1a7tEtAT2DTFteDc7fg3tEHUNtcF0pWNx9Rs0BIXHv3HFvigH1MeGKUbee+HT+mbSYu894Kbx+kuFNztWJtSl0a0Ni5SIA1xv9bmSHmsTMLc+MMk6HFKBxvZz/SQRGlXgr/KHB0AYPdEzA+s1OnYT7niASJInPKP0WRXdw7Hz/FDHhklTIQ1+QkaJpfBl63u11z3AaG+lOFuC9J8yG4tmP+yfI2QlMXAi4ypP1ZEAht9qczdSzkmv7DdmAh2O5k6zfG7d2vDkzZFXSc7VtO0K+2KRxsPB9NEhM3R/x4EutPYDh8Tn1q+tmg6bB/4zfozpileIaXVhRnBwNTMKfHu9HTshwQyjnmi0kXVsJJqPZIVIfZUcA5wfCsv7cHv0k45ma6H5BmvplkxzcTqT7D5D9MWo2Kp98jvO/zZr/qiL4nhxU0K2o6XIea8sWfhQETBa/voJwZYaaTQzC1qxTIP5oLRPeEpEvu9EJnLIz3sI+ai6KvUt95zDu0Rm3aegeiRPTjWtzzoeRFiCSV9QrNT0Ow4NXZnxZbTRQKLBBYJLBJYJLBIYJHAIoFFAosEFgksElgksEhgkcAigWMS2Dq08L9Mfp7JTaQvUd9S43aEw7cECXzFb1Idm7YW32hE8vk9efgMpjAytqoFFdmjlOAD8k7qqQJbEGzUl20f6TM7RtL8+nP9P8W/W9osv8u3fj8cUsl7+Mj18eG75LMGZBxJnbxa4VNu5EvATX4L/WINeEjxHzZEFV51P8dfSUDJLW0SDR3YCAAUFUv3d76fy9+dBvcupNsy9aovMMNGoInI7qb5fdX1RPji425ii0l9rN6TL474tq4YEH478IcVIOt6jWdw1KdMENlGFnsdz34+h8eip9JcUgNpECgvPZHNA4sTxK46ZN+Q9TXSIxuVWnyXk43LVWhOXz//iHiBB3AQ0ij3YEUCwCVrZjgii67DZgsFu9/P4S3RtcR3bglYvEK+V4wdsTcjlQOwNsoevRULSn+8flR9717Fbwr+1oq/Edz3ww1pzFfgIPiva8BT/fzho98le/PrPvp3/fNpR1aWdqITodWgPhIp039llLjRvfjpC8UF/0j6veoZWsDO5KU2a6upxtFD21EXHKcPANg9jb1XxhqnB4776KejoFRqxYz0c6vrzmBVUjiPjmvsIBdKiC8kZnSgq+0l2pELI+Tr1gTY70Mls1xj9gMyBUcktj56cB3xgxPHBQDgOTUOagcFTJNTvbkl+vD6GrJd7cL+t7DpxseymwAIDDMR5GbNnltCkEqgAc89qU8HwDGj1ho36wYVj0mQv8eO+xV4rGZed9N5W5eKmKhi0Ct8HloAC/UtKwAM825zo+2agWXaXaPNyrFj5NGKd2iPtgcmAfc8MF3AO1ek6r1hZRCpIhxUteAJxTRyez90PIc/jbZRxkaDMtAaBwepurvqI+hnsPBwdbDFEXrK04N/ZQeNMvfxEdwH6GnNZQ6oDTg7MCgi/XcMl+A+mnky/SEQbCX6xR6M1NYmwGs7AaZJHwMrhA7Lbv+qA0mJ8HeakP3uI4/7hzx4mTR7bc7IWTpxxUcAYWgnQLCo+og/9i8alX0KzroB+oo+BYDdH6FncvblxjIFINzvoEyA+9fzt33Alw8a2m3Z07jH1gbTqPfsTyDQK9va+PRxxU7Rid8nP9LFAgLtxNQmr/i3dkFELG4Q3JzQtrChlLei9cxRlVeSfy7NjiwRsokXhmnS9AUJcF/6K1aZMRHQBg8Jrhw79see5WIhB7WM4G8AJ3MvYFNvs99Gz1h0Uo2BBx0S/Iwj5q4Aw5nJ3NOAlUG+3FSRjjug6JB9dqGe5d3+QzGznvPlwsn/5tqXZPZIqT+EC+aIINE61vfH/JNSnjW0e3qHve2F0JC0M0eMLNkc2I+k/oEVjLzche0zP5UXBi7sthu/oBnbU0cVc3X/Ay/pr9+HRmjnwTzG/HKg2hMvJQXKzQPqoU89DoyrgZdJ57r9o9j6/vXl9yKBRQKLBBYJLBJYJLBIYJHAIoFFAosEFgksElgksEhgkcDDJFD854e8Q/q4wr8vWBN7yRIoxlZjayJ7cwsx/YcCbdbWX0REH8EsRiV2zSfVq9ds+UfACVgoPrVMn5z9HOztIMFv2/9T/I/lW1+lvv30rQMushdy338Fb2z1Bkja4vfVL6z7MevoIxRkw/cGACYQ/PrqM77dE9lMjmYSnPs/d3n/sfhLfyX6hHADRGqA7eb2m2oFPhLgl+mszVwoeeUj3frQ/a2vGH9dU39EBtGP+AZDMWufvmr+njreFo/RrwFg+Gt7orYHUnev8KGvAOQG9CE+oIXKc+irEDmpwCA/I1DrDgAPIHA0U+XaiFErWZjfxV1Z6u59P4c3u0l8x2ApbI3gIwYOWAk+dMBPl08EtkTB4o2XFwoneSJ0/gw8C/tr2Ir1lZhU7jHcEEJsFlAxg6P4RDqn97ja/izjYnulnGn34AoG8RB0NEa4Mr5j7CjwlpAf8of24imPS1FdonNM1MrfOQQ/tNt5jqS0dtzUYFIN+oixM8M/pKd8bMrzh+uAuhBU16SvdmEHcluzha0Auv5u02c7kqWzfBT3oSPva4GWJyCQNOS36KWjXbMpB+4pPggHYU7RELXC/79tsX3/3Xc/D5AsgDAEEF1b5TzHcQXSfhiSPZKSEwF05EJvRiZ3wdFXhKKT/514UQoy4UkOp0UwKRcvyBT7TgLUqNSBKMCWlQhokRQI5mnHuKM2ZSfjtalyPFx5pcbud+EvvuFHYFd+IqpPgtm717S4q3fYqJ5JuWXFC0RBERxBuw/AwwclbC9AieRaSTVErlax6sHINad+JKQc41Mm+m2bz+YPOp2gW1NcEwV83QLUs4l160bWsCecOjCRHWVjhzk5gHeaGuCr7/rqnf5jBu0tD7lvuMODgYZcFVVy4T+Z/hCZuvBEfRhZyLoxJulbBnbPwBtW78AdE5124yTGJyO4Jdp682M2JpB1HOqHE0G2DvDLvQCa3hTEDECijn2IuzBhVjPrPfgvD4DNiiiBNhcTfAu4xyIHPmvkR45xrYwDTjdK0A6SstN9czfqwKsTMecjwHhDmubx5hukllGR+RiTV1YLBaA77ys6P/IH+WMvdWxczoq22zfYDxHYPPDUhw/A4C9qp7y3Ui9npziY+IyiSmFV3QKgajM1eq7ZD1hA1JUyymf6b0NrSe+xuYDm8sBSXPlkJH/PIgfTKvBStSZdiauMfJhtRF1sYdvII86kWeIn+sx8sGK5CCscB1JZN0b7b3hD15TLflPj2VEUyHvcb1hm1GDPxC7zyxcLbCWAcReSUMxVQ1lx+rv7a+eWP06J38cVjQ4srog5ANtZ8VLXk4q6JrW7kf7xEnOn0e2FSDUf49J5jEUgr90b42fokLHJIgr/B+A8R5E1ramz+J+LV4D8jB8jkPtfw6rPEBcVbWXy5PnnPEQvrSwSWCSwSGCRwCKBRQKLBBYJLBJYJLBIYJHAIoFFAosE/j8vga3P8gArG98avhv8qPpvGyILB1Kp3va/xWdDoIFbyrnPLD7Y3DYR3w3ZAGuBYPb2bNsPiaAlWAY8YE2QQfjQ8I655aB+HjPsGWSmd3Pywu0Q8rb9P4V/v4MGsQ/91fgyDTRpAL7HiqAvIjRvBUvZTrLF10wSYnxVk7/SbzCQwYAJ5CAA3rK3qdjBGkDIexFkR20BxwIKBcf3AHA7wnjCj8Jf+NzQZwDAtNOyPaPgXEdk93otfgPPK7fJFEAUH4A6gf/oU3+dMtGHqX8OHzW6HfGX3o5foGuju9WeaMgU7oNMUp/q2LNzH7QJLVpeBLEAcg74PYeR9NYEIo76XQ2SA1dL4MpIW2n34C/VAwMJyvVDkvkWf62qHEh9bgbIqiUqGDmkzuCDm8lntmJLz+XN9sR3OgDUsfr76rphSzxA1IpxIybiONJH6+jTbhwz7r0tA5lB1W/0x0f99FfwAEZ1++Z7eDILL0FxZgLVpmM8W/fh9G/sh1rbwzaylYQ3CR4ygyNzRNv+LGmGYuWVGNrco2tF7YE20Ed889fvALwBgFsislvHjZk4LRd/5f2wHT1YB8hNQNmxWJPRdWT++gHwtu7J6kpG3DG2vJVuug7apc9jK6/87X014JiYynecEwV9tdYinSMFsdFayH5Gd/BeWqH2u+9+8DmlKGwnVGYiQu/57aT0zMFj/VMfOuI+/RkJSpRj11+zZuArADoBOaMFHUAYFt8qUyxHppgZJ7n4rREDNgB0iKS3rSlVyYuPqMfm1wxKvp1AmFBCsIhIbj2ey18x0PxW0LRsfzyUBqOAGRhD9SXR6t9Xr9cMDiYvQY2h0O8g43fUKwaG8v0d14N/CeUBZ6g9k8Sr16S3YIXCyISTE3tRMLKmlhHQRebUfNYR7UkLMnY10br5mvYH0k0IAANmE7WYvcZaF34XWg51azty5YPIAQf4elWzdwNpjm9IocBqJ3XkhBQrRmhK9p+iI/UbNq1o7RGZohUeOh08/K666bB59pKo2URb++jRR74S+Jphx3sfSsbsPOMvrEgC+ThFtqyAcRit0fdAlHbs0/usMTT1KS8hN2jC9n8ASB0AOs1dP2LvEdU5Ac1xrv1M9N8ffWxZ249OsEsWKzDIVka/woOR2U6C7lWxzdefeuTGPYdjOyco23e/BKXTNp+x0Igo8qDTJmgPwUlCOSLKnx+O+eNHqeE34w09rHmrMKUIGa3Ro4sv2DuE2+4r66M02kNlreAzR4lojvHiff9RwYUcDlErr5HBOl6oPmGiNt0CN5yIoM0ifp52yFt+lE/oAHmxnAAe/kgqFwBso8k3MlDuzGPQ1LupfLwsTnRY37a83/JiTFRrawqO9ue8Oznf+EJYZhr7LMc91M+Lliqb77SzkC3yNJ2L9jgSATzyIiSdSu/kEYwrc15WjZoH/I59QXgw9r4wubjkZAMPvSkjfqbWYnwgD144O54VA/sum7a/dZEFNM3n9afMPw+laim3SGCRwCKBRQKLBBYJLBJYJLBIYJHAIoFFAosEFgksEviHLoHipz72rXs1Dv01+Cb1H3opUjobcXnzBb4ut63Dd9fhy4l9cfHn4uYxKKECjKoBV9qV0YGfEC2of5wMeQH+cBs/nnBCeIXwR6a/e+Mlwi910gGWtD3jb+HbJgSgdFHpf0zfvwgGZ9BgQEVV/ZoSv8J/KlAKSBe+M/1jUI/fUF+ZfujguyUas/0zPOxmAiQIxr2FuWtgmoB38Bt9Tv5fzt/GUfxom7bDl6nA8fmhA0HQkZS7A+mur/BntmQFbQK812+sRxNa4U3/bggnyqMnsIeu+4SI2w/gCr+h2VblDX9p+A2jQz2+8JcSiivn+6MEpY0vDEjd1fjIRyJ4r8l2Wa9ew4tgqB7l9E2PpuPGxsLXjWFHFDMNkMAYnRNARhrijsUKLc7rNcF27l8b9qi4OPPANOKavXs81z6jffmADlA2srzmdqwGIrUtaZXx6TbgSYkPimtpL+pM/U30cG5Kds2x7V/BLf79wIcI6NGPfUNZBq0Ru3TFUai/n/4yPna/redHum3XwDRBT4N4oBvbqPm4taWHWMLdo1yTH3TCzwjswn99NYI7MpesW7PtXtMuconFCJMcStWp0YfqQB3meNbv7IIBQOs1/WPf2n3tIghsIXEmZZV4p3OBXRY2/A4SaEPuw66QekfQ1CoyBCDvNVhLZEDW/27paCG/abcc7av3/unnNmBufSfWAEk0MSXi77c8AUY/EkR/9hg5sokaXDNp1Qhd57ygqWmDFYQ7TgZlE31BpJTHb9sAuGEi6ETWidjrAWDXIOKj+5AyUbjqJDk7D39FTvmdbaq4AIj4ir18AZDck7QyTzzh9dXwETQQZRmDSZqnepSKIxTkNYcn/+BN0/GXK0qGNSt8AC4qVmyMGH62YC5xVsgwWK137sMWkyIifolAduP5rvmYuU/AR/FrPZ48pG+NXr6sw4OLlTxtgPdcZp9bFwNk5KD35UZDf+IRfaQ9Oxnbdo99RYxkBw/jnyFDVuz4ssALhj1mr3v9HeErZT+VZZYz+rxFr7ekMx9jBQyT+ENEstfd9qdSR6wQFQ+BhgkJO7om3XTDQoeO/V4b00+zT7R2ksNg26GPn9RJtrNtd36mfC1JfUDDhrHWoQ/Bu378FddJ6cAkGLM4+rJssft5K4fPs18pEvCV9pZUyh0Pl5qUJi4CkDP/xQtKfOcV2zsNAFvCetkHi8qQP6uysKcr907moWq6mJFI5lyh5AwC/QhzmkVsYHsUHTuxch5rNGhvMEKdFDJOzp2bt2urQbeyzb63jTz9TC24uKXFYFbYojbki9EYqwChGH5MGe2RaTXiNHQRe4IXWuJhxasyKmsAVNvmT1GdNKs3tTw/dn/N78T51pTu3MoLWSABfPrS/plzr9e/pXP2QQfYPdVDzG3w6z9fBgceWoLIq47MAKa2mB2bB9/s2uNPwxKp5vf04I+obrMPsH9FpHDfZfptPwMfz8NSY5HAIoFFAosEFgksElgksEhgkcAigUUCiwQWCSwSWCTwD0cC4WfULxe+Of0yepP04+k5xidH9rY1wQ5rAMBX+HXJVYnfzvL6y42iBcAipEIQuGk+xGfNXqX67gIcuSbwh0i88PfpEdp6BYvP6sf1/SRvUhJu6+A0KQkEINJgm274GzxXph42iyJ+ToCu2JYOuQR+QxWzWcq32wVWgsCCo4JZ4CoR+WiZ4FeZ7vsEuXSm46CfeKNP0Bp8lrHvb2wD+RU6IsMoPtYK3zCM4TtHdwEAcykAr8kW9HXihzUTaTV8UN3e+Bt9RvCJZcAlsIYwm7fGn/KW/hSW8Lv70vbI+Ob2j/gw0YuBN6Qhj5TQFsNJLfBbjvTPC/SqB4MY3wcM/ASfLQGMpDYeGgJp8PnLiEBy7um61de57NPeQ75NAsA9trKChqvxM/oEf8PGjPwNXgO30kduHT33gPWc+hF/aweASCKazZY5dGzvSRbehnbDn77nxH0u/ZoBAoLGXBzinsRKZ2WWUeQe6Z0tEof6mZQVvz1XF+Wa39SG/gb63XP6tjeD6NfQDw8D9gSv6qIcj6MfWYkzSa82QHcj85ZxXB1R1xk5Lp4WVhVdqHMXQgRlczI9j4885SFZbUMGZEDgQeCdANEK7DFnS8tMdM/ob9/9+D/73JUGVeRSZ1IhsiwwRIs/D7myx3uPMkHkRE/3IR/gOUDG9VqHvHmxYSpyewtOMYCK/Pk2kjbBD34AIISoFC4Tx2gdVlUIitbs/9qymbyraaiwoeu5PEq3bQjIlAjJbNM+XJ3jgOeU6LY+NnV3jQ4rkmLiViUaVKFnYiwUNL8G/ZbhugB5BcjSqGjB7RtS614DbJN73vsCdTFIo89cbbJh9pknPlJiELDp+S0PXSc3910eTXPgEg8eMin/iY+YEIPgWc/YmrRBqzypz9o9gXlArwG1GybOyhzpgsC0F6tNwj5nTTzmVH3zscuYZEn/bLRhTZqFkX1ijah2A/FcYOAiCB6LkOirQNTxzwOO1E8+sNwQHcukJcA7BqLA83OPbB9xCMR2THLa05o0C0QwryI1MfsOAPxFlDs9p0nJcWGgfB+nJDjmYdsAoDZMngK1RuPfkqbDdhsBSBuO6Ffa4fT+Vrf9tTFWfWEjPTM9dC1RwNCfE5wtKaf8aMNOhKWrsOltUwfPTOvSAaB2TNQdNtXSdg8IP2BProKLschVv50TGLJTf6U5aeBDv2ktSA+zDpJMG05K+Ya9bhv3OhBgtqyH5cunXMs7j/pra6ZNVs4uiKhJKX5DavS19KOJWpAf2l2xmP3xOEKmMf84RhBSvMxCsLQZvT3wQGzYC7hlHnSlWet4s/r0UfYnD0XxwCNtjT5YfbVGVmNNBDPjzDFlSpeNvKb2ynxZvtsQtilvWGDC3NKyYjNe5OLFDzonou+h+IHUhrj4HwCLKxNly8N+/DXyF+zfHs99RmxbWs4WCSwSWCSwSGCRwCKBRQKLBBYJLBJYJLBIYJHAIoFFAosE9iUQ/sb9i/ze+kPxx+EHr8jeNpoxb2DvTsAmfU1spoabzKg6QQW/9SkRPIXfUf+7HqkbIuV0z+otq3E2ZqRjupqoEL41v3/so/A995l5nhn1vsOH+jvSH7tlGQiCWQ97UzubBhtK9bXh1xNcFVRsiMhc1Z+Gv34wc6ich19PCaSv61w+tX05FT72r8dviBCw1v+G4jiHpzV4BlGogqf6Ed0KLu5bIYiWZj9xgfv6SkmhC9ZjCuwaAHkIkIQy4kEBDFI1yr/dP+GvlgaCnBp008NLgHmk7O7xp8cWk4F3SNtEEV95HugKOhPz0E5dqACAij2PbClpUJn+WwFI7ZRKYbdmKzyXf1KTaNx2T/oHbIs0xeI9FbK9RRe3pFYP23KsBPn+wSbxO4vjmMFXd2psp8nYMyWx/AO0AOP8kRGobJL2wr/fz6E/gwgVBzTQtoscetI3K81IZQ3WhiN9UrwcTnKfrux/CdAG2M24qchSWhNA1ZN+vSXgTt+5uI5HDx5Q/NZx4YF/5nxrx42AtVu64ievI40zqcNNab+Jeg8HdVC9wUCOsmCLLHohcKolI4KZh0fkHsNG+kJpyl855NG+8/F//blC7NdMnBBjxJZRchorPygsw0d7nJp5+lcRiC0MMQkwKQhCIeyWPRlHBoC9rwAaYyWPE7lGYySsg4I620nSM5nzmimlGWjUq8kX36wRjNGlEYmbArC/VOjT+Sv0FyMuv1PYtstHYBR51oA0a4Domk2m37kCoGL/gp4B74AJlNgUFygnqdmnafqtjIhIdI/ShvTLwa57G7REA7dMOE548lWKb6wGUp55KNt4UPLAHVmBtF6bq15wiX1RY9Nz5a9+UgeChhSYBrjXpuvxLTHqTz2xdsYIRffQZdK8dR/oALxsS0AIngpDVnvSoT07WakHgWypQWaAm7WrbhjsRnViedF6TFSUuBcg26FFoEv2eWgBnlaAj33vIgbSHlMuJusN7zsV7/1R7Era4wGOTIwW9QFZj+wLAShZtaYLTsWX8sWa5P3eIwBkayB35eBkSH+CpyOTah3ppgWZty3NTrcXj5xJU8CvPKRv1841jIHu53Tl3g7Yhra/sdeJj6mtzeUjbXvZVA+xoIAHfyjYiZQ+64Z9JgCy4z7Eq4thipSfxLXXqn1rB9gKK59MLeLYHXkwupCjHty3WnByWp1jIxtBbE722rz/Z9bENulvZDw1RHfXzAk9+0pXvBxFWmzmipSFcxfkTN1FOugYd+pPDpUnL0Oi3DwMuuYXXPsJI0774dbE+L32beEHHhb1hW6E/kawnxfxauClXHAa20pSo/doscyZ/gg9QVMbc6Uv5YL/zN1mGaBmpupxfqFs1D7Dn5ClL8ou/GC8Mp6a+m+Qmf8D4cMZOXLN6XlO6xl6XppYJLBIYJHAIoFFAosEFgksElgksEhgkcAigUUCiwQWCSwSmCRQ/FQHBRK+SX1d+G3wFzf4c4fxS3yLZp7Tp6MvXJ8RZfgOVxY+uwaArcNf2pCF0MyJphyujKjloz9av5/ev/T56Wc7m8eJth52bPie+9/Cb230sm4pfMs1kcD117Fln4FA1YB/T3wAcvVDh38yMBIDHH5CuZ/hl+vILCgNE9CHr9TAi8AnlNEZgpXmHG74mF/cnOtfR74EHOHgCx3FT/z/AtWdKZTBbuTDNLlAbuHvnDQZfK719eo3BGTVj9+A+cQ/Mr5WDdhRRBRa5MfQo7am/9awPuwIGxwBJNXH2LkFHxHB+hP5p34M2IJ0Dv8oCz/6rrHDCGD6U/z6JE4WAwMkjK0xN1gIdeDJts6nM1pDD2IfLYGgFXszV0Qgj2QYXbsnMLbTkEJdDGgIOetNnupIR9CD/bWOIesii4ZI3B5Q84bxqT6I0rbO3MyeQ/++fRkENoIbmqW2NhDMIDNwMrUfqZzpO+XN16FD4BW9kIQb/UBpS7CmQaRghw0YiHIJlYUb27nHuUKLe9gxp1d3vT7mxsh15y6jjevPsGWDVlkwwD3tCaVEn+n3p58g4EB/XA9bg+5IEw+mdnv7NZ3oz3bQqys6tePpaN/78L/4vK3/BCf3T6trNp1e3WpoRgACfMTkQSWs9NjnOcqTBuv7ifblTGbhwnzqGRFmeupvyfVPQPf6k4gQNse9MLWpUR3YiscJ20GUsnFVkFeY2FkB1LTwwgRx46CKyWVSWTj+5W0Cig7weR9/5X6RT5ARpCDkAD40qEKhvLEnMPtj1j2g4EAa6FVuXp/8JDwDRakk62G56kuZqFzvBbcCfzE5ssE9QE9PHn1TIAy0H/X567EF1OLno/80DOINbyGfNHnTHQigOjl1bDrfAQS74mYAwAk9EME7GkkXtpbacQjmQd24rp6EjADz0ZVRp11N2m5mx4FVL6b3MBowGlEIE09TI4/8yvo5QJAggvVh0bBH7I05+1+RLoD03EZZpt5sXn0hTarmELeN4594mKFz+XHi6+pf0JQPARZX8MBWI7G/aETC0i7yLPZjb6cOy8XHVrBtSOfw4eKDzrTKPCjRVaSy5k7sFUvZKBYNpz3E6fzP1sC4Cr82DwcR1e2KOVaP2UiuRAIEjhekbQNHWt0WmJ3lxJ8TpjIdGAO1LyXkvzcunkefrM2ohmdl9MBOSjnfJUz/URFR3pLP3xfAwVTWrGoikUVQpD6Vf+pzRuTeabw80oKSrJlvelKux6oz9l+uWF0Uq51gpqxECmORuSd+UmMsedBGkH/DS11N5oDBDeld3BGIb3k0oKlphZsLF6Ai+vW1gJ8cUO+LIquV1qwuGlek3iZdivOHVhrlY0DQtIZy6GMzDzziHY5GMooZSJWpbz38lv6Zw0ljkiJxPswGi/2nHiQ5uY8Xd+b/0XQp7nPNApPel0AOq07V43cuDjlE+HStGEWU3vvjmLK1YN75RxBYW/8OMRMxbt0caGEr0rn/eej43et5+blIYJHAIoFFAosEFgksElgksEhgkcAigUUCiwQWCSwSWCQwSWDj9yz+z+k7fEY6lPDRGOUZgWD48/XRuR/sYAa629/jxxHgNI0wAKl+QeroGzRaduTaqv0FPkejZHUD4Ytu8aPjE2pjKzz9emADM3/tj+X/KXzbd3F6JQaQgEB4yowcrH5b3VwbJEd4HP6phnS9mQkSjqA9AniCb3A4M2w2f1ZdXekTxUtI4Fjb4NM16AJ+Bbz3eX2uf6vwcfhbJeunU4f65PXGgYREwNHv8B3+TerCLQ75qKMozp/Qgz9xGOt7NejEiNOmxi8LNuKerQJq4b83sFHHnj7h1DTfb+fQMyuqoPfWbVUrsoBeD18Fvm1q3ggxA4fqpSV8uaAF2jAldTemB1RfJ4GBAK7rjoUKZoMkYKoFhIxgQXlWBvGhzgG/ZLn2WP0F/YCg+r3F/ypk+IYgtoEocxcRdNE3Ec36zglOMlK1wU9b9JELDxKUT++qaZjBdNgT+U37fXVFJC3K4j880PGtHrSBpx1bu9KG9GojD7cRBHNZkwJZXDPScCND9SIXYRPOHdHv/FsF+Jtx4Njhp/Jusam2baubllTQrJ6IxQTKyGydIYfJHg/oYV/+hV7lBSl2QD/iINJMoB3XO7CjhtTmgWFQRFDb8tITR/nmR63stZ+46Y38OB5qUr+3ZNY1A6pbSUb2Y3U6OwCA//LzzI8PUg9IevsG4K0DrBJYCnEhkFmHs7pxus/g/v2H/i6CSZ2oBLqF6RxKIOQ9ofCACFdXrHJhAMX+odwPQfLLclFn+qth5uDPgdKgQPdMBQqhC9oiV3xMglHP/g4z+Wz+oDENCvEmMkVXhnyzsoJo5NVrAU9Xh4D6Q0OZ74MNqZpp3ZZy0HumgWLQhKg3AJdG5I5EOYqQu4ojkOOd+vx4wpHynVUMIvwTFMAHkxIP24bVBh0DZeQh40MWzcRAj1IY8O4gL/KmDDw4KRdN+zB2f1j3Ah3q3zABma7ZMtphDG/On3rY7/Sxa/t1wHcCzTZPNDPpJBJEFcgGEJIPyskRguX8+BG6sRifUIEpk40GBpwfCcePvSmio20bj7cvp1UaYfKUnBFwTTtqWDWyIsrT1S4h/Qkw21IsHweOHZ4sk5oYwxCd/NzUnfTc/Xfo41fcdqmC5bLlI60e6EhZxyOc2kbVwgXjeWTRgg+WGrl7xAuXwtscD+/BKg4X+ffbh5GTtRHqY8/iiOFr7rhAwgUIRTLle9PhzkmQHHanFViPVxRevDpA664BHI+XE+ehOc07TTzqhzYUCwkmIzINSM0LUe9LBBO5C1sck0VtLp/wUEobjUw/BIXNmjC2zp8ssWA1VM2qOhfFkG+CGuVhYIXnH/lgzNEsga42dNXVzfB3zH1pN9HTrLutHiApbE7tIUsfjADXNfN2234KcaTs4eVeHdjD9jitv5TMtvT+WYxZepQO93Z28ZMRwBWLjlyt5nFnDoyriHFjQ9OF5WuRwCKBRQKLBBYJLBJYJLBIYJHAIoFFAosEFgksElgksEjgbBLQ9xI+G11B4QwzsEDgLH2Ljdn68OGMBGxk2ln94oJA+HX1P1Ev/OdkauzwL111ZAkV/yBoyW3Twk9YnFUzfxU1d4637QMqfAavUGbYRvmXIC6sBPD1e/hgS0P4aQR9wBTCTyhwB/0RSENGxMj4F4A3mAEA+C1RjRWBf6b+1bdo2/PjbfOXysCnh185fZmCXarHAJDcDk79tkRtE6WFXtSzPKVSwleo/45PbcTplXvufkx9QWD8y/ita4Ov0HfjQgDueP72+Er5+Vez1AMbmRgJlmuxyRWpxxvxHnABZa3fWOo99FknGJy8BewBzR2BfjX896ZlrsF45Cd80vorbb/4caOZ4K3I52l8pjwDnzaLI59hcCtWYGlsqxHTGMRGoN2FEspefcBwZPKUZ67BUfAW0cxgVALzPYsyKjJyjiw8cC/u8+mjWG7KUg6CFhaFqPCaKF7xnMAe+DuZD9fmh3WzvvRb360LzVTasVVohw5u+68pofxTHhGxbZkjxzH5e92PtmhfaQUETNoumXBXZnR1DNNzsXftI47ybc3NRX9E0ShiEKL8tuAUGBxZEZA5OEIEV1lwOtr3P/wvPw/dOXhgsL4iKlXADpCjMQycgTgrX+ptvo8xuCnwjJMQUGjK4H83emdVCEBO7n+LEYZJoigFGYrz2wMFxxlipX4YJ4CwucwHUv1SHMNFiYCMTqJzBkOXW/lE29HkE/84AfgAisEU9NqdEXGAOgCDN0RBmsrZCS7j+rKjMoCDr42BzQ0Nyrm+jsHPpuHUj1zr6MyVFUa4xiQRY9HoNh6AMRDofpKJ3/fpr9BxiH1BvNZIXwD1Hr3U5ImvBKOxJVM2OEGMuSREpvlP+stkNWkqR0DczwGrcn7Kw8xIXCbwW1d0WUc7dGWJbcwUxK+nHmFatNu4/3V/yz4KRKFGSmtXhzHwYnKldfQVoNy9HRXa8tuHVetm6ACd64jiZHC72qPYpE0/QAf73RbuDU5kpwRum/IAHpBb1XwKra5wg/z4W0qX773WNra1vb6ZU6hiG0PsV42tsGiiGtkPOGSW4yr6oNyR1reNUsKyArzWd4/nEbn3rkBjP92OVL+OA9OB50MkGw37p+RDeph1FqfyMZhWnQl8jAcWDx9SEk9wfso+Skq9fdw9tvY/zSg88CoXx2CLHS+NA3THuA1jehqdO70m21xifDuvMT58MR1J2dIj+9rVbOpMu6GU80rOfzMOZMfD8e6CEFdF8jLVmr7jFSCwUcVE23td2u3rLAd0afO2OfIi6uIUH/rD+ncMIfdQ8AHnON72VsZCGQcxH8UCAO2OFVGmT2cVl3u3qIGyKmrbwmG9be/POttevHMW/WObNdkMWCfE6kMXbbCwQpo55nR6bmrtkHvo/U5zy4VFAosEFgksElgksEhgkcAigUUCiwQWCSwSWCSwSGCRwCKBM0lAH0z6YWhQv5FOv/AT69s32vAHtioUNyDLIz7HcJiFzyZ9SeErJWp2NLrRdLEESKwNPsDvY7BHS1l9Wv4NmMbmvTb5ffwOn9WZ+DnVzI6nK9xawka609ZgCWTjXH8N0GO2Sbxkgp34gc2sCHNBbwBagEEjgQ6RobL7BLyHSFO3wwv/oFGZZvHMiENp+bF42/Kd+gydEqxjJlAz8uGRQxeAjvqi5anIHx2FKPgtHhKgKf7kmnJX+E2vsInRTJPhdw+Ooquiw7fJX6R8xtssEF2PpPi9/c643tBNbpuJvYp/6M/lSDB3q2X5Sv8swCVbmQ7gKx2A9khUceA7BvdYl09kFlUGk1/S9p7Lm/76xnTUAM4VeNlw/ffVq24FCIw/3eA20IfYcjF04HiSlrRILTODdfT3wiMpjdsaUPOVW55+jzq/j4BIt8dUgUUf+9/P4cFxMQzghgSPCv5HllqxAOmRVg77O3zAzyTXDiyoht8G+tfuMQ0u1ZJlIPgzopY29uku7fp9iod5uQRnma+Iug56IxASHaeFh3yj/IzkOQA8uxz0MIr5J7b4XrA7mCVYXHfiXb4TAEbJsc9nbPLMpMDKkJaIsQrh9Q0raARsBCP453/z4xRz83JPOg8Q05oACgCKpvsc2AvTVTCvXgF2RZgzynEQaGN8p/2p4FSgzwNVXQbSQNSe/NVElzWxwbYGzgQR/Flyl8fn8he2Fq0KtCQlKlFgx1QNAoOS/+4Vof4BOgJ8SjsfAVy/5WGuaApwCJA4mTthuvEzOgMAbE2dbAoMVptEOoWIhFYe02Fns+M+/oqBzqpsTsMuoCPTOJNqFl7Wbjhf9gR2tRXaStCn9Fu+05C27fsb/ZpWAG4EqDoBTR7evWC9k5CrOQIcyrobQp50oq04ROiP5lrsoWKSfuMKF1KGt6ySyslVu4IH+Nx+jvVfeMvv0Bt13Yx8YDzFS4hRnBt6s11M70mH47HmIeCqIfeDcHFEX/+Sic7FEfZCw8UAKXnw2LOHeRlBb2124Om/AABAAElEQVTUdPAND58WndwO/xffjJmgmf59WZhXOnpuBW0aupS77fIZeNkaWLRwhdxXgO8DE5abyeceA/KXL1+7zc71caL3uMW4YxWcUcymKK/Hv2UCZ2yYNsaXA+0zjsNK2NgnDNtcjCnpFpjsoL35J/ABzTHRy98Jeqae7v2iCTlXfQNpMwSwzV6wJlV5QyronMC5KT8U0n52qJ9IkBZt3Id0B79jz0vI1afYx88pT+p4It+dW+1q+nMvaXcK0D6CzE/IUv0KOrvS0oZZSNGzIKH/DTyYVcKoWso4jn1RL3U40y5irUfYLO2yKnFgcYPyXXW8nDPHmf4/X/BLn1Y8dUzCOFVkujdAb+ytzgIWH/JGvVfN7+nXhSf5sl2acd48i65Lg8v3IoFFAosEFgksElgksEhgkcAigUUCiwQWCSwSWCSwSGCRwEkJhC8m/FD6lPTX6K8jwhD/Yh3BVt8SbMWifoJx2hX3SN9ajfjAbJUMeWZ9XI9uo8cWaSNBNPg6KwBj/U9m1wyMIHyq+vHxXcWRXrf7fOhT4fN+6dbS9+ZXfPRP6QvEDwwQLEDYARqaKVVfYoJe+uqiSn7h7xo7Av4ICBnfmKGPrSSVBU644nUNUC+r/Oh/9XPqbxWbMgNs3+MLHD7Fj2jwCngQvKSPPpnSb6zezToYV8b3q9c9eBacrcFFDLrTU2pQXvGXvl3d2ZMix/8MMt2CxQzVN+H67FYEhuEb1X+vD9QyeegXLeeewo8ZSr1M8OKrQcDe1NZ8qB+ZX8Pu9UnTCgCwx3l8k0hOX6704z9udc7GnsZcI+OoWSSVrfiDuhgYL+Hft/+gwj/aHL5ng5AMTFuxp66+5+/ZjhEwtWqNasaPTgNbGWwqY4tbWWyvPuwsacgx3JtCGxymqT+EFvy7+HilederO28Xyw+swjLQD/8GUa61PSLvRtKut6aa5twYx8DhGHNysX+c4qHoyW8xPmXgnHMNQJ57lYNVCvS7dMCmM5J000XILPSPnMJutv2L3yQ+CPZhJLAR8WsjyAWvGSPa5Psf/eef0zccMLEZJQdSL9jTd+9VN2yqPTSkHmUCFO22s02HnHmcYi4KPOtPiiNtgL6NDhwM5SacmdQFV4A6CknHfa9SVRh0OWgEIYJEJ8lQDKrmu1GRMYEAZlmeweTm8R2rhZoAmR1pW6Kfy99WwZIGD7TttQzRhj9AzZHUtOuba/bnNAoS/uBxYMWCBholHQNzJU+KjgmStmL1h3yD9BumPgJa9ESwqdPcwlKG/ERD2Ra/PO7jz/tHP9S3VZs1snUEAK7Y37hFM6ZSFrzTahLosaSTkzqa6OAsI0LhgUsarPxashHUJmy/ZtCuAb3G5ktEIBi5nbwp9owD2dOnE5aLC+SkZ4CsG/piDBiRmmmQHXzlkH6p29Jf7uT3/J6NGznsoP4Jq2YAr7CxgSj2mmjO0J3Llbh/nw52+8hf2kbYB/V9UTHMPyIWGdhuIm6fA3pwBKXtUG9uQ9yJI2wpT/f/SnnUibK8TPFy1GCvA+MlAFTnhUfRr/1nm/lN8/4DkHUhUMeLV8sLSc84H2Kik0YfMIUy5b/5MV0s17y++0nekTR25WSeefWZ+rDRSOPAfOf4S7ucmtv7KuM3Lkv6ZJ+uSFsDqK6QdcMeByrD/TYGH4qcy+ZjjlANFayWVW2DM+ckF+h0gPFExdfXX3Gfhyl6NiGM+pFr62gPU2Uvc8GXnbgTI3HETvo1D1yzIPAZWOhgRK0lokIQQcXHfFt3c1jXHxPtvnwzllatCxK+4cXlG3TwR+hyYYi2j9KDer6s41f8VVdQDnA/MCa1bF/Mm+aTHJPyHfVkMmtZ8/Bx3/1tLe0lXvSDZm3wO+ae34YuMzXLY/rdtrucLRJYJLBIYJHAIoFFAosEFgksElgksEhgkcAigUUCiwQWCTxfAuGjFqiJf+H6wv2lT0n/tcCg/jP84uMXASa6b6kJaOsp4EjPMpApvh4i5tiD023HxurnXHNvTnz0BnxYXlJpKz7hh9Lvpx/qxz2kI4PC4oxz/GVTOl7SZhJw9Bt8qv8PwKPgD5gCwWVCSzUAov7UCKwZ8G0bXGKEIJkBqyv8a8jIAJkAiKgRGQb5tsaPfeCNi24FgfV5juA+Q/sFNBmMhM/VADMA/Qgy4W/spcodfaYD8nDP4zVAa939GfywtRs+yIq9YdVd+EWVg0DgW9Mf8hZjSjagEBsERL0ZvySVsACuQXumqlYzYhB+OMJ5m6f6SdWzAKDb+Q0rbBNQH0cuumWfa/eO1T9MAFvgGDv9lTae/m0UuXTFlqraD4Fs17cEmhEJjLMevElfrj5qaMSwdFmLoxmMqf4SGNUPTRtc0/ba4WeMsU/wrd6At4AZ6QcmxTTAC+VSXoXip+omwVvHK/8i8OuP+HMNQiJbLtuVGsGM8qGRPjVtZT7/UC9sRB64HVspgilqU6bxvnIOAMsZyIoagadBMDzLN0KwyXKc4qHgCwUPsQ690N8f+fsrzn8CzQQQGhjH/ESn/KecpUoJz3vi0oyHbFvvufWY18afc9/5zEyiYJ40AQD8Lz/PNmhIIMx2OTUKsjbUG2f4COpfuYJCA/Bm9Bl/uGeFt3lkP9FDKAxmiEoOIA0kuzNXdijUFT1OCNyPKiqXS6GQMMW8PtHbdpgaUZ6EpsEVoAopFFwV5EqL+fFc/nYUPGs4wJqN6BjI5hVn4n21EkwCxDXPOuoXPE0TnFX2NBQtS1sTCMPDQE0vMLDiQUDWNK+zEtlIGE+ePps/0z0j7xj4mGykbDDVrKlUAW8F4gXgtofKmYyMs/mKEWXSatxep4xxm+Ywb7srAG10XruHKyrWDs5id9DpQoGJgewTMHIA2OQlYEU6ZV8KtvRrHH6k4thRlEqZkLOyAIhHTt0VKTmYqAcizxv3mXDBhcCtK2seexQStG/lGZOOL0CksnZfi/pTqAQE1n5Uzh2apwZmtnCIBKdB9aW41VUDOCs4v2Zf1zpWx3GjsHyogb1rNBFH6t0xir5dCeQG6KQh6bo/pyMXQGj7KRcjWPOYOvK6dMeHO4W9A98FsI1+eIi2jA/TlY/oYDD9NC9Lp44yfjdllCX92hUJ2Pm8wWZNwe4+tc492hNfFnjEcbd4uSKfAti0TkqT6uaWB6f705KZgZe5FL5ldjsrP2OTem7Fw4x2XIRwc8uYjP2AmWtQiDK608Bucyd+WVe9+PHInmOVFOe+lLQdafs5X/e5J0voM3QY6y+nOtZTS6nzsDXGf8jflUu8rFajexjzPApzKByWvstvaZgfx67Py0znLtjgtKYv05K78ir2jeb5554waYX+zTal7Tzz0AFalkuLBBYJLBJYJLBIYJHAIoFFAosEFgksElgksEhgkcAigUUCBySgX2b6hIsmMYDirxGAi0yfgE1uSzb23wCCGFiAdwpkSqgkM4H6G8AN4KUhJbSA4xAgsJkoyR4YgQv6qdIXdFEfULqioFsvv35JwTaBNEFrcIVaX2GLT/h9ynR4QAWXLKefkk84vNJLSl5VfPZmVjWYC16VMPeLt9OfP/4BFfImLoDsRwBcP6J2rfqBSoNMBEilV6AxAW6ueyGYAARnK0bBu+uRCEjlEzo0AIXmda6+paP4u6XDQEUjzd2Lta/Zm5gtEBsAelMLu81iYFXgATvUhH9e3apZNWE+TgKl2B+2B8Rbk1G0wn8eGAJgbBSfNHYOljbYAbTHggN56L6BfvfwfQcw9APoBqCE0cwWWmyq9M44Qb6KOHAU9NgQmd1Rr8fe9GUP7Gss4NmqQzHIZCIaePLYCuXbRFm2wfhmD+UaX/RV+zF94DvnExK1LE7lLZBrPbWAxKMdeQfU9jLYR8uiiVXocU0Q6VfUIzst3Oj/V08e+TdO0Y2D7PBR8IXyXUq5AMOFJ+vY2tMMrGQnIODVtOLSVdjTKvy9/cx75nLMavBBEbNyxrIX6O0NRMSv3r7zwV9+HpVtMYANhpRtMFk0DBrzZhsxOzAhGPnXWgbmC8F+n2JQEs51yGYT4eRObm8AoQROXa3CRIxS4iNtCel7FYGlcFIsThcC2wJlJohg8jetKNIZWI2QEWkJQBSan8vbXE6lTb8dEN5zdUvkc2cli7nde+xIJTWAp0YUukJpx5rmjczOQw+uZmFQuRdsAwg49ETbCTYWA0zFhp5L1XPyp6hbNw13wQATguDtyIPHcPtkwm8PdZIamQPAGvN0NQaev0ZA+ZoNuOXP0Piah1o8rpQdn3PT78ADZePlwPZ5+BMJ78TtCorKtCFSGDbF6cHDsvOPurYOtLqggklzwG6r3j22HUus1gowLKtZ80HHVFAZePgd8uPhbTS5kfEtOeTZ9DX7D5pKy9i41U7yUcpG41FefUQufIBIU04bSVsDlj+Y5mgqdZZ7FSgbxxsPPVdyuccw6SGM1PWlS/p8aZGzPLQbjofSnaWzivIHaNeeuu6n1e0tLxI10Z2xD/is4N5pke/u5UnmvGmYnvzmh1v2RvhF1a1cuGHkvrazW+O+X/vFM+KUWtzItUjKwcUQ7EPAGBjc04TFKxF5j/z2j9JezIX+gKB4MQp7Y1EID+22IxU0i2CyLH9FVh8t20knGwJoR70x/l2FNRrFyz/39I6H2s0fuM0cIegfhy+iSYHf1kuZe43ZmonS1X8xR8N/Ew/vaRxmA9Pf0sbOxWhj/8rR32GLQQWyIg282RhIO9Mj64aXNp8eRUbFLvx+7hx0lJ7lxiKBRQKLBBYJLBJYJLBIYJHAIoFFAosEFgksElgksEhgkcAJCez6g8KHhn8rPNEAKy3gW0WWzNu1QQlEwxFk1AYoNDWJ/0dfuuBcS7a8K/zYke3Q/WQDTbFc+t3Svb7b3wnCznrLXrNn/XD6df2IGRg4pr/ze1Jf/yoCqATs2lZw2JICdcUfn7CiGTeNrL26+pgAU5CJ3qhbgx/0iV/ySC5NQSwMN1TfxV7Ht/1t7PMrXxkwpN9Rf6Hl9dalH9LUw7fgIf3qQ93h+Pbhm20HO4N/kIHA6ts6ip/Q9oXmkxPjzfE/kxHRNLw1QYsjYPbIooNC9yF65KvVhglOadGVwUa3YAju2yx2pV2GfevrVQ5n8E3O6Zd4OWgInDKSeiASOLAN8QCCZSLqlqyPprr2KFK1TuiCK0YUC4JHtH0noGlBsBAiok2T7UIMCgXttvFkHmgjj6Qif+GvJ5X4ev0ddvMRMlTeGERKDVrSErJs+QvNcsJPuRCr0Tds8Gh3ZWAiOmD+qJxP4DtmGNuhfJkmTvmHC3/iIR6lbMidvmIRB8C1ix1a01eDX0pnYS+pDK1bm49XbMtzy6XsveKijwZMK3zzYGlrsh+37374l5/HXqg0mhNCcMq5SLOGiSMcYTUtEVysnhDwsY9QKAMymnfC8eLbPkzXEEqC4TAyUpqawhlQI/adBTTqGeg1tMq/E1ci+CrRg28nvaAXxJ/N353w6liB4cTyLUWMVktlKA/zbocBPJG3UOSBuvnQSLXkKgWMkYE8Atoa1t9dEb0JLxHRTH1XV4RRqfyJm/1mHf7e9dso4FjNU38BnwywSHVLzbBKjSOPYnDl92O/d/gLmUuBtP4Rm3GlzS8RIHYUNGuoHvafGpkDwKGfuBeF4o8G7+oSN4CvAfkH9nCNVVjwYcoL4aXnHPv0O2qdlHsG5ICtr14biY0uWHGTBzafpD+g221BdWJa7wBk1yxSAIBsqq/RsVGHkz4Y8JnW4+FNb+i3CcGySBRPagUiwJ1su9VntI7cOPdIW97KPy4+6A9U+rCUeTc+d7EBoFi9Nhe+Cyps3AdRnBxtsdCr3dW2E5OZq3S0DWTOiqZ48Wo/QzYCfa7s8l4wmO06Vz3hMBVMrPJjQYFo6A2p19vBlOVepc1od6szuyj0Huou0q4A+DbtD9QGnGSFztCwn0Y84GiPaOmHzh27vSpGr0DXRp6+sCEP5uNXK8bENXtJkLmgYqVf0rgrk9Jeod/2bCvadcUYeuwq5nXmPm0yI90dpbvtHOJ799p++ew5AWCl6n32IWHuvjIzwfAtDx5SsbBQxEj+PHzQwZ42sRlcUpovq3HGvVikU/0SEbBvSbxIqM/giGYKx1OTm69j1zcFtidR1PawY+hrsZEVLzY3N66W+g6Tgd5YObit4tlz59Dd1pZfiwQWCSwSWCSwSGCRwCKBRQKLBBYJLBJYJLBIYJHAIoFFAk+RgJ5xP+kBAwoxXbJOJyIZh94t4b7DV8rWfIEQEnwCMGTpEf9PRiz+FNCIdKz4oNe3eskIQgsflj4r/XxG11H+x8JC6GvnCODXK+lTLb5MXZpGA/fwVzffwjd+dPyqo744fav6nPG5yYPeLrNuVv3H/BZ/eEMZAjbEDgLrEdjTSabc7MePl5TUI/xslH78kTBiTQSmIBveW8A8gpDw03dX0I1fNFIQQ3/60JMea5mp8RZf8y1ljIRuSP/bA162YlmRWlpqKB/+6/PysvFnhu/cfvCIShp/GgOS2Ou1AlAdWujGd9xE5ld8nRiTrvzMfmkF/ZLpn40ARl2RLVG06omsogb6tUR02qbpzcM3Hd7R4IyaTzs29Ftd/6cNxdhB941BVN9Bp4T+lFvvsFMh+uGn4yAA4aA5KvNnsp/woQIey4NAthHc6KNhPBnsI7f5xxPacpw+9tj4kUvFtAQdzeNgoOUfsAUC5JrP6MuxgHSNvnY8ROdBRanMtzwCsmNLxe5HI4jJ/hl765Ld0gUKGeVsaZmLVu3y6FHkO+exXIttNmnDYNeQOeAtOZtTrvCnd1yutocd+Xu/w/yt9TjOG3CousPLjR4AgP/l5yUPfqQwtTWUJ1oceb2ZFALsWQmufgJAaYrcG+6mogTgBIZ+jMMB4D/nG89bmFEwFUBaAwq/6l9VNx2rdjonAZkuIpK+STB+8VFBkeLT37DofpjXAMhXa8O5idBk0lQelhKnUCmHPnPFUeHO4X0/RamlQJIBFzKD/JS36Y8jspkIv94JAXDafO8alROCjGuc8h5MxKWgMK9TLogFuBhdpUAk5cp0usimNxI4JjjKzI776J8VPXi6w59MxSRhmuM35LmnTyKZO/aUNq11bC0fA1P68xMLPkJX/vZqajnP+R2C4hoP3sj7Dzg+ELlZRSSweoH/I7rx+n387dNv704Clfv11uyjHO0TlTqaoiFBVBqd6dOyW37unsuJZWwZW21XrDxCJqYjqH/NdCIYl3fTsG1LHZ8+QiwWUXZ+4DVMBNobU2XwcFvfkg46Fm8ISrpCBzr4ZNtJc8onz+/SvuUzZAz9wa30ujiBCfDqBiCSlCqZapwWQr/HqS/6yPGA1as72o2pDPvmMZ0Rrsw1NS9co8B7sCd3Hv6Q3jwyffb99FvaF4RRYB9bqjtskhec16yOM91Jwz3Th+RY39pURirnGC624jezHnTkaPRB2NKWUddV8zPsxgd4LiNJuaX+J5InwkNbEMW9LTubIvQYl1NOXs7yvty474KR8H1PSnRXY0FN9KNeKBd11EPQl01GF0wi6seUFSMrGcfebAiscIyU2778yRP1wyD3iZp4iLle/U4fv8p5fGd/MsV6K65QT1JYsFP3pGLhe+xYdUk6d8vQGzQgq80KKMcs5aWfe/EywVzmS0+PjH0IN6avBmx32YH7TUQHpdv9b23loZ+pbswBbidA2wHqR9p2Fj+ZTp+Hpi9miijopE6x6f2ul9+LBBYJLBJYJLBIYJHAIoFFAosEFgksElgksEhgkcAigUUCP54E9GalR8u/+u0MVhHMMYACoLMnJfTwBT4xYSqAOINEwleqzwc/6IA/ffwY39MnAMVmVsTHR/bABHzFG2g2AKT0Z6U/zvPTn/P5jsLJFrwVXyFE8pu/uA4b8RrSvt7y6YkabWLrzMQWplLc13eIj1CnGxkCu/aXlHM7PuSDzzCiVfV8hj/NhpGLfYRPMLp6i3/0J0Z8JT16RhS34D1Be70pq43khHYTJNcR1SnPKJM70iuQekXkb9sDAMNTTdTqGyJAa7KuArbAtzgXSgxAgnYmvT1XP9aPj35QAUK+xaaUm/I2o+5Q/aZq8aOvrpFlg41Bl1hB+tL17Vo+rVffrPx4z5TWNVknVx32ugaTI7LVdpWBjtMIltSPesIG7+NvQ798SHvIR3o8GD9iS2w1KoDd4q+/EneinN5iuW01vjiyBqQHL5IlRuU+yDV7bfdX6KMjMhd8UZ+xvuPie58aeNRX+HBpJeRsTWUIDw00N7HvN/5khz/yFmcY1D/zgfINSoNQOIbQ8PUqc/7RAKJFN+jOFNZmdb3q2MeZrRnrNcGbygmew+9Nt9YNu5x0sC/v8jv93RKqXKBVAUm9aidSvQZjaSUYPK0G30z7oET0ZS0P6yh5j8QL4lroQHsod8E+sP8RLKp99yf/1eeppGl9jCAhRwQS2mDQoRMfY21B+EeQfsK1x1gZkgMsJg2IfvtHELPpxggyw7Hr5nsmcFaqCNqxuqXpCe9mEh9D0dbZNUIkSlknOiEELVKwlM3CQfObNWHdrmpgc+qYbgTNThxFgSeKxC3LHfoo1zgUNUYltQMrIW4BeFxZ8KpjQgA87V0ZQtmUgH/zmMx1+iFfGqBc5Z1WeWCkt6w0GYmu9EFAQ9MnjS0rP+/vhreUKI1pM/YFH4K3DjRXGIVFH6F/Q4LU5xFcoKIYVAAy7t1sWuC+/5IC7k0tN6V0/Nz582j9oO80ZaPNWaUSKYLpl9UiNRHjRneG/cQAtauH2P1EH7xLa4cuO1ZgaZe3RDRXRtLGy4agk22mhvLsYX/DjpmScl9aHzJTI0ahAvC5n0U0DSnHpXW3r/nExJMS+rRBZcBExAtRR6Txtaks2Jfb1VkPkca8F+cOj5yclA67VGD/RqRWg+nnnWSV2zShyVgwV1o53eOc/lqwlXbiYU+H7sm8CsCZdMqmF3dP5j3hHLUf5ci8McS45GFCKmgfWq+v3AuYvWP5+Cpp/47JOw1vOnoo/VMbgpJEAjtnr28B+mM/YMeZulEvymnb5pYdzhg3kfqFv66Ay0UupoznARYpRaybc8yujLm84WHbolfvloureQse81/SHkA/c1HbXhNVS/rtlpTf0wO3AMBbe5j6gc+cM2yDlwLsrDV9dQ0IjOzjAbvt8ixn0pzq8UFrSnJetoav6AvAPTIpTN1AklQetZGzULM0skhgkcAigUUCiwQWCSwSWCSwSGCRwCKBRQKLBBYJLBJYJPB4CegjD9dTVBWsERgyuK0nI+B6+BLfFCmC2cKwGUiZqs8Tn6OYyEDgQcX1Cv/tGgBobfZDMgDqKw68IB1HOyTpH5r7Iec3z+s70htVPsVfakBQUibC4zaKa1JfG0DVrQwkAcwOfy71Nn7VxA8MeKrZRrBmn+SKyM6BdNIVYHD4x8LPaH372/ob57yd/xw5BjidLQc/yN2U0D2Y1EBmzdw+8L1UruA+RfUdp9sYmRhJB3DagGXV+PYG6O/FRNSfka3hh9/yc179BDEbsaRvFNrwd4uT3LLVnAFKbvNXGzQnfgLhQf9US364mLYIGDtGFtv3yAqJPZISewDgr/CvRjSzOlI/G71mI3N7fCx/lo8POjfaWOzCAKqevg2gcn/izDiK75QFERllry3mUegvv4I08aGWcUUWzfU1AU0reGC72divVh+6bCQok9Ue9Td7RGT+xwHdMR6kyShk/fYA6EYD4+fVpuaH0t8e3kvrF/kEZaEtbOaWICpsaUSH64ZFJASEZTtbf3xp5aF8FDlDkr2Ee78nO/GATaeNSy9UBL6wla/85VF6nH7Gdal2bIOpQG8F5tm+/95/+vlqZQpQYIoASARJVOwEdMlwDHIUgcO9qQBlABX7XnDMyQBUmuYC6JCYvc9DGS5k3vctW+Xj5t3BpoMWSxpQQCNSjkFVgF4jqaAjzYHllOTmQEjTb78C0BJUif1qBeaIaGRlQ+MGzKnzTc39k+fyJ7iAIBG5kYkJ30ToN2B2xaqkhpVHHaskGkCPkDN/pUlukqP8G3QFsZTiG23RmDplY/fYxwCoa220oANLpvJ4Lv2lnUPfAm4jK3TWN6TW4MHZEr5u5KgrjGJSg/eM1J7xEA35u3w8ne5bnhUQ7sngftSDqWTJ5a/8dvW7pebx/G1piVVi2MDgfr3YfEuKBjfi5mTbwUyWs4sHTgXWkif1Y2oRV8wMMY7Qi2AzmrZleXnsCqSgOvSvbm1FI4H2SGlOVDyTXMtDxSnA2SRFai3Hu3W2fPNjc+zI1Ur0IUjrZujuvbBm/4KB/QBGPp17GtNeTBebFk6flPb9Fih1DESGAaI9O8DCiAI2mpaXsAA4g3DpL/RK+/FjW44yPknoJSZUqjVOhNLvXuKmkucNL3Remqb0UfuJ/l2AQouWN0KVMesao3ZkAQoApTcS0Nw2qIqieNBBvZC934ePHfop29OmqVrc47tzJdINwCR7MWs/ufJNfW6Pbc8UQYZGQdtnw968sfqRF91oixWBUd+XPkooCXsCFY/y2WLeyfPpb9jczpWjP7QOXzZbaF8Prt5zSwFWXcVqoyKrrL7hO4Sb13w5q1jEMlC+i33OGY+C2rEoAd0+gpajRHJD+5VS9bdm/q1jdZvwvntG+0zg2Sgtky6P2sipTpZ7iwQWCSwSWCSwSGCRwCKBRQKLBBYJLBJYJLBIYJHAIoFFAj+6BFo8PK0+0/pL9lb9HdvokUHRjKJsZaifVL+1ARRuMzkIjBKcVQEk6gsa2S9X32F4GPUfTX6reRSjfqJyvTD39n1HYgDbfs1i1xhwhL829nElQEgnZg0oGlvMhQ8ty49u84eP1CjJFQAdAYOAjGTgNIJYBvB5ho8wfxWW3ur3XH7Zt8iVgTD66cnCCC9X+LkzGEkvXnjykiZ4c9tBPZuCjRU+zyHS/8KHWSCNtAwwWB9pHufWT6EoqRL8tR8diXjm8Xmv3VuXiOSViw86fYzQiXw35Tkzw2TWEYw10MhAGOzwiqCsW0LADB5sBY/xD2uHyCTQB8737ZHKTz6QJu0qTyNnASbdM1psh1TFA757M45GRG34Z1Pq284sJx+UCebYahafbn3FdpX40Wv3BA58T5CT/yh06HO/flJWaSueI7nAEsQpiF6esryaBVMbj0UP9mWn9B88gM3BllqKw+9ih+ELHvFDI3/HS9WQEdWxZfBpjCmZU1J53E/vVNAv5adwIrALXQMsB+7Vv0NgKDisQXLaMXMShfkveeVH/s6T6RcWEIKWM+rp5BYbfPXeR58LUgwCphQI57fObZrPhsNCp3Mqcq9jM2KBvDXh864KaZ0InGQU7IYQTjkexXBWecRfBGSXRgEzUUlvy8Tdo1gNccQQ20jloPASmEpDsI48KrRJcLHaAgO+AtQxIk5gIvYENk68qD7hs6hHbY/n8lcMKdthoNKXRtUKPAhuAmqb/rhZEaGMUQm8bfuXB48wyQ2d24hJJ3DlgKkAbrfIo69IeUsKb1c8qbPCWbZz/r8+MiPFht+sNmrbD6GTdMR2Rch92Fv+uLfzyDUvQEV903eP7bdMlkSeRjoI5Wab6HM6nqsbG0wQmJU12jhpAtrm57RO34wD03+kPW37LH3f/Q7iaNIJ3HS27MvAw/edG8aSwCEgXqToRkMwQTkHd4HqQ0B3m9y/EuOWizEOqcMDxQjm9ZqJmqh40y1UANkRUSkAaFE+Sf1hHop9RuGowICDftM/DNoQqZQ7APHW1UvjlyGXLBsDc1Pt/2XvXdQbR450WxAgVVX2jO223W57zt5nv2q/6bnNjK9tT49n210SAZy1/kCSlEpSSSpVj+0vU0UCBPISERmZQMWfEfnQSavf40x9LuPYzdDCA2DU+/rdrygKzUxW9rmhgNMvp35+XDat/lP7ysY6OK6MpYVY+DSJKgJgD4SBcYydEn38UPWKi3qyjzFUO4fK8czY0nP5avoV1/QgZW8K+jygc/TJyi/HrefnXvDuZbqkPxELjFqQrkLmeMO/BRA9spdx9mMWmD/VXbUka6sQelfDXHAx9ChtFyCg13s8l1f1I+B+e6AomEsBhOlW29bA5f3bt+7+qtmGOdYVX3YDURYG9gQOjanmLIvGdws5kj5nzjbvzLw4AwIbpmePF7rzvjxFr+82+sLfyniG9+gD53sWnowjK7CW30AKL/rQ68uPffegjryw7V6sS6BLoEugS6BLoEugS6BLoEugS6BLoEugS6BLoEugS+DzSEBbrlYlbfArTmBHvIFn7LJXV8YjNLohwC/2Z8ypWH6IVJjIij8GOMK2ivfoDIi46sjD/Wa5jXNDgRQhutm1GgefbKNuFX3kWO1it5I2bMsTIK722r9M8Mh2gTqZTQt7ymLYOtnRyKsptuycOiwB0AFMHon6uMP5bz9ho8WmmCis2lPDp4Q83Sb4EbI/uH1bfvYXPaYzEqa40XDO7nVM+zpXrYR7zrZ/XDVfbKPutwudKxiLfbge8AYGyxpxlJoG9hTGw9m+0+xpCTXh8yWxEVvB1r+IadAyEQ4Xo0kCAu9xIhrBbKSg+kSHI+Ws3VE7uPZQoiJiZzaE8cpihTfDL8Dk/goI/KfcryiPZMfuq7ezHsam23LMpRd8ASoiR+neY49d0KPrCe959tFeGRNuEalXcGFAUaQ7bUBPBC0OJGANb3ucHQG0l7/+NYsx9GZWr8rGKr9Kw7oqPWv8NHyEFpTfrDc8nsu7AT32D/2PgyI4Q2SKhtheSKSf7mqCNuDQLI6FyXwlyuobsYpgdkZE1Y5udAExhfTis23FBZKjHyr4DiyQBQqL9mc8lg+7L6FPh1VwDGS0uLgBYks6ZxmRYROZ16xHXBG+2U4RAPgvXy+g98aynohlrTLWShY7F6WK0ARDrUMmYrlngLmfI3sCM3AEPaYGLBS6cFIwFe1ZnUQLT08M6wwgaIP5BRoygU3uL8mewIQtMBT0hCIudEaAE/ILfC58MrgFggVyYE0eR/bFnDD2H/Z43O6v8JolLERWhZQ7fkBycjbxfipv0n/iQVlBQ8IdR/n0bn0/fLd+M9wcAAwPrMKZcVc3FLEUAEhkhYcykIEtSV3jRwUtD2c8BoefwjfQHd6OAxONHoAVz7yVfL1jydr6HGx6NyM/VjAM0BBPa/ojChtalWY4vzg2CXOJFBkx0XnVCPOCwdP4E3SLCZMVF+ofUf65r36Sh4nOvmmyTSXP+Cr6ockGEeYisMcAHACc9GReeIiugLiusjlrw8caoLL8gzZ7kNU7uz3jbeuTHWHVeb2gT+wzFjQw2du1+h4+KUlr5Lit/KHiTLA8rJlCyzOViWMBeF6yQCKshcUQdk8jd+UXVfMr7bBggRef7EnLi48bq6+Mu+hb+r3Rc0/F2yXrt5+qv7YJHv5HdHM13Ajjc/RFizFZuq5soDY0PK3+y9ZP9EdWTM3IwsUWexdF8LLn5J1JcisEafem0KCS5ClQ9BgeeOWhco3n/p69QgwT437DclWLY2qCtkL7w9F+rt6zy08IvOCzyDBHNWlpF0Og7wsvZQveqezT4WhLHo5VQ5VTx1Q0r0WOnAXmRSDO/8PBPU9+wQd9dt5PMfc/sZhfXvArJ7mbr1R8/vnQWbXP6ETWE2P/Sv2+8dH4a9R8iySRRmu+kK3Qe+pn52lrp7+Yj3fsy7tf2Kdk9yv4gV7yZzkG+WsWfYiSp19Pc3nw+gJiKH29pP/ABEoYah7CLXrBZS8+vfaes0ugS6BLoEugS6BLoEugS6BLoEugS6BLoEugS6BLoEvg+5aA1rHYXjEmxT4n4LL73XD9ngh72ggBW3ZEgNTuO0/Y+rTfruwpi2PTFfa+affV8B47d2zd2KP1YNRYtwawwa5WRrBbbH0qfnCrskd+NHtp7ONwEcwDy+RIyODD9fvh6mbCmWQajnsiXEJ7bITYAauczkiAemJEOJKNhIQesb/tACoDJsVOjd0N25vWWW13nvt5bf6KnsYobWAzTIhuwCy3tzQq7bIABAPUT/Cit6f+r9kz1SO2wrDPuWC4yN2OKJAHbPrzhEcwALJRM92bVyOokTg/n31PGUkDAoudUUq1EYPP4M08HeEBUJFuIQt5zCfd5Cl8QjkocSiE3thWtZ2DzcVJxm1aR2246iT2U2z11TkRgYU/MdmusqU+2j+AFe7nBe956AdY3yWqpJ7lNuOXeIYM88sDH3+WDLRlEwEVIHky5DikHsffA2TTp9jVd/SJ4PVIQfGfiqxJPQ8Z6NPKna8oi9fUA5tXB6TLRQNiU45Vxjhe/Ue9d+FHF65G80ZysWM1EB4skW7Rxq+j2n5hq1N+uy9yYSHIP/fsO2qzH56c1I+TgE6yHtiidiUqbZw6wUVmdHom2nFRYWt1XjKXv/PH+uK0Bm+eT+/eTl9L7M542LoEA6qJKOu95iShx1iNMpFsT/0WGLaDUU49h+l0Vx2MCUPqygSyXKRnddJFuaecloDspHQfRRgexOSvvWehCZBgt/6c+4bvhRc8Hx0wM8pkGUtFKJ56HlnhcQtwvEcWN+S7Xgk1zD7DWTkD/5fsfSpvod+WbylyDWgH1cqDZp7cm8B9BpD89CUsELteAMUeoY+k+67QG4115FuPUoESVmcc2TDcic7VJk4nKU4Nr5rScDSG+gWU0CXA2pnVFjtc5kdWE5WwG+WN4kbF3d/m85qDtE2AgDL8lSehKy70ElX/zFP92mp79jHN+8U4oFZqZAKiH/RKHXgAEoa6Blzdf1r9bSDCCTOQk5iTnnua6kk/r/8ON3pmWycp3WrLTwWAmx5Ad+gXCLaN71AVxoL7WqxfcgTA5kXGVS6ho1q797vp5703GQsJEYIuOirmI+OL0L47ZcQEk8UFYUK67k+t/tJ/e1id5mEG3QH6DQfBfHPgBcuXLUM0yJs9QiNU+nDdttjq/7B1y9d4N5SCrR3xhl0WHpo8cIQTa8L+SBvO9iQPArMJWwGgmZDV6AlB9qE5nRHeih7apb3oMnKSjoxlKzqlrcxWNpc5zytWnp6U4WHpPD2xiOBm/oYa2aN2k0eVPlXGdVLqss/8RY9Rj+NHT3Znd0NLu7ghUQbydlQPCQrmX8m6+D3VHNpPvx48scV8INt51LpmQoZcJ3z1n7gmeM1zhz068nA2M6lempWP8mJc+Pzx4SWfvIBPezyXeRYthvJOA957vaTErU/99GVQKR1nvID9z4H7ifDbvyT78lVbr2r7d5dAl0CXQJdAl0CXQJdAl0CXQJdAl0CXQJdAl0CXQJfA60mg7TEbS472QWw7OzCAm9m9gX+HvQlwEFBuXfCGBfDR5pc8WIYGAMcd9rMjeIhApDbEUU+7k43sju2MHLft/q/Hx92ayu6ovbBo0FYWO5uAFAD1wpaXRtSccIjR63QEY0gK7TGskR97MSD4HmBvBAhe8SbT69NwtwtAY0UX1BZ2tsC9Nn8f2HOl79ScvGlZxQMWEHgCszkQt3qcxbS0w+IFq+MTecqqhw3USKsC+YLbYBLurzpj59eBMKGN+T7Z97j62in9cdKPqr3aZT/ZnZEdwWgAdAdtydipIacoCt9N1sVN8U70WjC5Pc6LK9uhDoLh7jFMH4v/VFNlAX4dXqSB6vnEvIzHrvthr4bTpj0dt3aGKRZPZDw0PZQPU1lytao2OQvy0hfwsDC+buyL8Rv6Ers8OFJsxKmryj9Lvy7lnHP12T8cR2+Qz2ZXX/UIN6R2bM1K9XYqjrf2L29Rp161I45f6xEPY7Yo3aFHYiPDokMfToPJ7+zytNTGq7ldHqDTVxw/wdKOM3W7l/Xk4gycXJmMtOcb3LU8xi/bsE1b9wM94ZW8P3x7+HqiwwZQ+5lwuoOhglUeKrJ7ArDxXSpGJZlArKBij+stG083POhmB01A4GKTCpKe1Umt0BOPbULwKM01vFUnOhVQgRkqCpU9aGEpYYSpu3WqE350IXLxS74FV/HcAyzd4Qk8OzkykPaCAE6YrTC5PpU3yz9UR6hR3sjUEAXHazZuh57J+OrQl51+mdQkpxQ5J9sglw/vbH3BqQCPE92BWPFO3De6vjPAypONrK+ZIqN8QQbDPN7KbBgO8CxJB0I0TIYKgKai85x3Y4Dr0r5dD23FS2AYgXhDYzNQXdFwtI/0dA14l8yf9pVmBZxcMVSThGEK3LBdwPBgvHoelK40ylh6ZmsZ2Nljwbp9qNoWXsbomWBkAEh5QXYP6ceHTUp0k6N3azy4L0KFJuGhiMwEsIeFScp2ApR/WFO70sZX+92OuU4c31kemNhGQLh3bwmTe23/8tE7mjkCuIwimw62whdH62ltnI7c99zpbqFPj65QMzSE3svQn4fFXdW4qPPytNV5ec1zr9e9eqkxhv88Egr52g3ooV/Zh/7Hwffs1UyJzJDQtGd+yAOcRRs7H9ysKsNXlbp8AMoT33qP0r7JsedZzbe5tH3JIPe2FzYvXvRuflkmL3E+EDm5mf9AP6CfZAw9WxutbCrgR/WGdfNh7GShCSvOnOf208+H/cFQ0PbpBV02bgoR1OCkmYmzLn/suxWPRgrYSjMhrJmA0B8e7r6wMVcroEhpq/vEQmtrq8jVYC7G4B2B9xr0gk3tszeG/foxYm7dd6wpkcdLRV+Yq4wysLBabHZRkHPv5fg8yeTxum413390CXQJdAl0CXQJdAl0CXQJdAl0CXQJdAl0CXQJdAl0CXyvEmh2ubKRYUvCbhenHMDElS0hr49/wNHlhgihRCXE9lvWJh2StLHqxUho1vF/YD37Mfn1SMVmLNoa+5W2prNtyF/aX7+P1Phqx5PNOgZEKAFonN1Kjq3wtE/uAcE0AM4B26Q/1MKToZMFurHHHn4I0IrdESxhBQDOvrMaOMmjnc9ke0+3X6fIo1+N/nOmakfqZmyl5QRiNEewKGzRu6MORNi8wamO2fZQXpqN0LJQCo/a9Af4mnY/J+8V9j32FAbPitNg66LIoNrjxquk2/zIhY1pBMULe/wPaADA5dKEA+MIdhMQ2FwaRk/0nGkST3H/XTaXBGMh/xE3KoDg3Vp2eLvHNmO3fu2+EUvD2u3WkzMg/EykxAMy349sX0qUSiy2tG6KdToaEja8EppyE960/NtnP835oHMQPOw3G7oFm9w8Pl2/lNMmqxyUNR/r47hiO0dpAJtxLDLao9hP3U65DOMqwXcl2z/Tgg6Ce+z0kGcf6gGQds1WlmX7B3Sxla1kO7aa7j+2ur2biJ+hH+CWdhbmJDGjhDDXERf5xKFPT2/6Qh2RL+VdSaar3Ub39IN3774OkEbWHXvnjrqNmw3wQpd/98mM+7yCVuFAuHcop5XWYGPSA4HeAZ7MgDWCcO7JKgjShP30DqLIM9MtAUkfE6oR+1diqhevTtx6ukINQkp8cibjrDyA0YpRvglJxv2QdDtf8L4dRjaHvmI1wAI4Pv+RgdUAVzLR3uedv+kTQU57gIZs+4hsnWAHwSW83opcJw6TvwKxbOdeOyuac73hf1XO/QE39xmvXFY1jUz4cXVXQfOg2oRg8ZemVNHqgb6AJa6yUGZ/JWTGfrja/ZRVLq70qAmhPWSqyVa2HW8ToleoK7BQPvr0LVPLX5DMvxP2G142lgX39Z5Vfs/mK82qNdEc2hG048Mgm5jg9oBYh93PGPCAnOTNhMzYMDnsnpTUHzK6z2g2IR9/Tmu/YcLGS9ox5KT9rAnuolVJcDx4oHf1NHYxxIqc3B9hx6ScSUJdEkz3mL5PkdPX5fg6XdxODOGdSci2EILSfstChWXPPtxMfsrKfasfC3vQ6r87R2SCQjjueRCQjdVm9vMwEnY+cxH9ArBdE9zD8m7136W9fisP+5d5Dj0ceOnZH7+B9gqnXKGQq0/vL2/3XLQd8Jf5j7lHMHVB/rv9/0RFnUNdfLG9GHn9VE4NkIuLei4auwSALy7nNPtQT7xkwsPIHh7Ho5EcfhcQmg7J/GwIbetP7XwpZ/9s3/IuNnDNnC+rRjmYCGEx8BK78gJhOTqwmj2Rdzqp60/8rlKMn8gbXVPfVLm9tDDXXrMXMM+f8uDf2kzd22B2kJ1+S7vRKVjpx5ibidYw8OJW+ze3OXHL/tHDVr+8fiRFV1hp5Vzg/jAD4aBd4VmJ8lzna/tsl/uhS6BLoEugS6BLoEugS6BLoEugS6BLoEugS6BLoEugS+BvSgLNLtesQtrR/GhzHDX2E553Wf4DM/afAXqx5+HEhOGKLO4BDPimkwC2xD2ewFd7QOD5DY51sghQgw1cJwfD2MZ210Dh17K5PyLJxlfLEtxCdgLwelXLnLT9EVxA4JHwt3gXrjo5adOKWUtbqPbCshev4AgT21LeUNl7nNQW7HiC5e4HG5a0PXKStmziFdJdPlqVklfOfdIKVIbd2O0JV3jJlnxvcDbTa5n+Sd/G/qnVVbu+PJW9VIB12v2EvhJt+SO0a19FLrHtYSI1J/lLIK31lx8/5Ie6g10Zbtx2sI0aahsh7hNxF+9z74BtNECy0eIWqFmIEA7hA0D7yj2EZy2+2lZxJJRf/irBS+yqkcjLmWi1IVMjBJdVXaUXnMSuy5alO6Lpun/2LkA7+VQQ226kpA5+SIryFWM0vzwjj9G9etGxbJEZmrERR7/k4QX02+6pH6FHRyi2b1zACsUt3mBPnpZ/Lge3kMUXWIbFlP/9SR2SHgBkQeQJHXqvN7SLI4zgq7Ol0qla7q/j9tWTfiDXYEzcDh6L093OrRvVTyLf7vfY7bHZj7Rt/y7axxHLGT9oMmrHagcA+O3XAX9QjElwFy/gI6h1OosBs5sk2I3P3TdUME3QoJRPL8WVMobgHACU1uErBOlvCdMbk7Iv6ZzbMnj0VwAN2lBQiL50StAIOtNNKNo8/hZJ4Fmp0ASBAU7lBAlCI+WcLGglHcO1NcqAAsOvabf8Atl8pToPh+OfuAJ/5KvY87RlHQ98Po1/OMLDUr5UnAl5OhncALLtmHz1TpYGh3f1oTKQa0pkEIUjWdh+y6PTmcCcG5/rDUrMe1ZX6DnLnAKH3jvz81L6NypCj/RLVlZTRUEB5QlDbejjmyvCMxBuIqsbtkk2BCNfCuRUqs8fKyou46Wpzq5fcI0Y/kwab97/BzwweXg9f/QsD2oHwn199BB/Z/qpGok5WUwCeOjautNLlH1e9azdE06ZlwBXH6UfNr3YCH9c/zMBypujSoCQVWUM5iOhcVdWIBmffgXQLt5bjU87hn7rD0gK0gbdvoCsrMzJRuIu8GDMLry0KBcf7FzgvNXvw0faPN73qdsZO0yYvgCteucCitvXR1bLGatevb1P7u1a26uZ2m6ljGvad2LOxvc8xAKK778Q86+2LMGPE8m3amg/LnXn7nlIrfLoniuMrlg15X7PhhAZ8VpXHo3W+46N/tyjpkzOND3D98IDV93QS31MCHofgP4hT5ngDIHl6Kqnkrc/7XN/m+7SfP4dMJWHVFaF2c/Qvnv/a0oI5pbeJIJDMRE+pKsS9fiP5muG8bpzgzQSAsYHNv3pS0bU9KQY5/ZTgV67zvEf+9iYD6W0Iud68KKTrAy7Yr65vvkjcudlwRcU9UnZ+PHQznNkTKQSxzWvM8xbRNvgYfsFP6XdsDw1P1QN9XJnz9QiEB/Sde7vVG8TJ8rOFObyxZcPd0N7u6f8Sqjzhb3ZdyxmcdVVEvVVan23/eyHLoEugS6BLoEugS6BLoEugS6BLoEugS6BLoEugS6BLoG/GQnE7nhhy8JSBG3Yk2J00pakcxs2VMK7Ho//D7YoLH7aywFfYv8k8p9OR4avNWyvdqllNgIgiMPiPrWWp1bKlD1KEPl+27Q2xYfs088VWOPLOk1lG+NEe6D/xGqkTQce7Ic3bId3gx16D4i1x7lPu6YZpb2sW9agDQ778R67IzZOga8Vj1XDKpvHbUltdyeGQbv3fZ7LX+PjviNNkmjPvsJhSCeRRDfc/47zb4er2KmNbrg5jtEH2QM2WIlWUGzJcXgUwAO8X8GzYtMGxKPPA21q48MG+FrpNh9S759SxlYPH5BIAjikLzTGjvTHikOR+JweNOasKJIcY3+0j9RXbZX0GbZKQ3bHRkzfrti2K0oqFROWWHXQ9Hxf33hNGp6awgttW6GkCFDuwHnc6m+ekDkLInYL+qIIY++m5k0fWxslWYFWjLrk0VnxLdE/o6NgihORKmvrQrvBisx2v249Rr9ijbesRxuP7JQh7YKxjTOLNeYfD399hx1fWYdeGzPzuf93OqZtl7NIhHsFuhpBk4UEhh7HsWphMcEOhyXFaelgh1RWc4B13p9O+uFtxiqt8eeCBPtZa/177Oh/wREKGvHKv0JfFZYmaXNUki9bpfFc81ipPIC3i1MGDEqCJ1bCa6LohwVwLR5yKB6gAt+ymG+LhYFIgInMFSHEx9cQP89/Jo+x1AHjzu1tzb7+oQTVmiowQwXwbNj/lcFAiGAGsRP1bv0ZAhG4CxRKhhpIIbP1ZhRTYdNhrEDY4bG6vyIf+jEbstRQ1163/iiPJx+m5wygD0vTdhqAMtoQ8HEFxzKxAsnVBAshCwDdB1ZYZIC7aiKJQhtNKe618KNiWBdMUNMkMOWDS9f3eH7XCodiykJU/YwJoErc/ZYCJeuk4IMQGSI7PcUNEbDsvgB0Y4DDQy0tcOBf1nHrBzf8Ta8qD0/lOStMfsSkzWql9wy2EfAO+dhvSq3JotUqT+qG6eP8Sbsyi8Q4OviYnPWePvJIgP6RcAFr9hiAN1c/peanfWUCRzY2UA8ggFkm6RUPw3XHxuSEJIj4nlbdPbmoNwT5MKnW9M5VU0bAWuPVC2ydFhBscvl4o8Wn31v10It+8sAxVMUCQDbv/g3RK6+HJfKo/J3kLCswjRBmHigjK2v2u//FdcOH+4DLv3v4fsalTKboRMA9Q6QDoV7/Hi37Mz3jWLmd7tMfr9WfkovWQTZ7TjiuAGkP46+ohHHa6M2EzCXVy0NktP3I2D0/ZCrHfd/KXt2kN9nfeeTFACSV1zjB99qzPOAk/LW03BnP9ZBk8UKuC8oS6YAQ+Ifpl8jjJ9DFT2l+qA83klv9jx83niJvH2YuIEK+vohkTH/LmNX7/VzpwotzZKt887EF9UFdqz0VVsKyu5LxCg/6QW/gW+lcV8Np29Fssnd/+vCO/apAXB3os3I5sqqOxVLVB/XMkbbHar2/rX61S6BLoEugS6BLoEugS6BLoEugS6BLoEugS6BLoEugS+C/TQIxA2lD0j7oB5sbP0eiM+707BMYxBY0uQ8n4GFs0R6xCiUSKbbQES9ZvYJ17lnxiJy1f2nYj23Tmu+3GJVNjpuvmG7b0mzZJJNlIwynAk3Y1FZDQoPj6BQTBxayFfqzFYldUTscHs9EZtyPX3IDuz7RUsdgPxtnkSG37qTX5i+2aJoMAGyb0gv4bJTKBY9t8Z/DHvsgmFa2bzRcb2jabNj0R9khrQS+sh0q/QZscSQ0trwJApe8UvAzfElReiHHOK6FER2K/gwveKjimV2Yg7gV1KQfcuavRItNLXyJcA2rW0wS0RGe3uNkMxPB1C05y25JkUfS8/tos4IzVtwuVQe2mb2Mj9h1JzC3CT0ZBCkDYCNLQdxwUURI04ku6F3YqlLMzu1CvX6z/obs0A9nI1hSWV03nOAePp5Ov+NabIp+R0/Ul2y9+hbQegUrxEkxGAn3lW1LMdVvP7QrN+ej8IRj7AgeqjPijNzXREWtPK38xwDglu+kE2lcTILZJRMR45Tw60fkXJ7Lv8JEDaa3qPdIhzzayst+r6xN7QhsYAhof5sheyiyJ6yA4A4UfAVME7yZZASPUdtuHrPNHTkNnPrQVSJ2lkAHBIBMGwdbEOj7StIYGW1fpSgqpZ7JdiwgEgqoe7yrP7IBuJM6QrIz5CuAmL3pP8GnyMuORxlZxaBnOliBjAAAQABJREFU33rDJMc9lWTLcC+LT1fAe4tvHec91J/2RpRpdBJgQC03enT+hIcPShrPPQD3DKwQXhU6OYQnwV/7QeVROAD2APt64e73b+grlYiHmZOixf0yJ8dP46GUrWpTXv5mcmDgK0dmVvoBL0n2VHClhYBQJgCVUjrNnzJVw6XyCmRHuTPJyQ96dyD8LsDyDj3OUM0goAr4iI4bBpnJydSO+fGRL1sPRTlBbzhmkQRt72h3Imyum3y7QMIs7VMtPVa5OStZ0pVUOzyWFx+g7qUbD8M2fgSXPl5jq89jancyTn8KXvEgMUY/YOpKiIy3hIPOXhYB0+Tl3EeX9Xx4fqY77Vg//ZQ5hP1Yi0rDTuCRzfhv8r88tnIP94PyIFf6X+9R9hXQM5qVdQcmVr09fcAnZbXT82RTBc/fDnkl5gIW93v2oW/Yhqy2gZDn6o86vmPzep6APJS/AAT+KfJxjjRB9wW5HwDAJ73f+KtCd76pgPmgFnR4C/D9gOcuL2DrDJiafieECHXJWz5bDXmxgCfHiGyXfgjWux+83u6sXhxZ/MPLn6sVTwn9cXy2Tyo93Xz6SWQNa8f0Lfuau+cIc/Q0/yuEtrDKiqjp/mXdCs4XAOhntaELSpzXDsMvoP8LSLqU2VnIaZOcHn3vuODqsvLt/MO7VRNzsOPcEPC0vRBixjGaaAT2qSk8fVi+bvbvLoEugS6BLoEugS6BLoEugS6BLoEugS6BLoEugS6BLoG/JQloxWmfu3QFfsIZ7HjzLWGGcRbZYysEaItnIrYg9wQ2VO+AfXtPRL2rq1/E3nWj3Uj7FTYro3oGU9nsi80+ehlZ8G67r//7bLOW24RExv6p7dOtL1e8gbVpjTiGDNin42wWIuAtTl0b8M02dIKmhhWecWLSLlm2U06/F/600G32PjsNimnWnsAOq8T/93Bzg4cytmLtdzjTphegLn+W1YJnmUS0BFNxC9Cd4Cm21Fk7n4D/hh/w4/MmZK7cpEXa1vFbaCDyILiJezSL34jjSH/xUKf+gmj0b8EzVL7pNz2ZseXOe/rGCLLiI4YjV14X9sqLU2t5FkaSAnylfcvycXHEjv2lg2PgDbwccDx0C8o4T27OVcizLNHWYCnxAr4F73EjNxLljsUTgyHJ9+4kDK4A/Tvs6joRtaiW6l36zmq29DC20HLUsdFcpm7aByPJ/stHKVMHfhQLs2NDSClj1qKbunna6vDclAUg6NCIDo1UPB/FEnTM2vimroviVegj36WpNV5VQyREH7EYhSi+ww3e3XujMTMGmXOQDPLAXj2D64hj2lqIPLc6vX33w681iEfRksWbxlC3cgHGb+gIZH/Qy1GPUaohvzBAgT1I40LqFVMcYJFB42qZG/bTxFWS33Yq6va9DR7YQMAm94s1PEFCybqxN6C0cOHIigTBR+HhhGTQYy8CUsxVUh4iH/llJcWy3wM+4YJ/DUguQDfpxVodUtqg/Kq0NXwqv9Uv1kTa2pGf/WxP/HV4n1UsAJ/ESoclkhMCCuZIlnBp4V+tNKi+zYXkowD94sqM7BEbgNx9oA0FoWetOVUby71GavWokIQCoMoJT9cj8d2ntygtyjsxMZgSkiJ0n/siN/yyXxt/gj2GHNdTluuGo9jjrT3gnSeAurpZNkUURTYhl6cLfT3V+aQTJ2R58MGCVAKWueE5QSXe4C2JjjnxgqxyxYYyvT6pZjO5niC1E1Zj3Du0mYQINZLw3PEsBl4O7eZ6XiqeHYMbbdS+MA7iBQyYurq3qQrEv0ofa8PeM7X65NdFBs4Z7pPMw0l5HP9f2uBlIpM82VuxlK2vx8aIc0bayIOEsOF4Ft+wB8fh6kvkhc7QVjY/Vy7pm4uKn3kq2JgQEE7ahKy4Jn7/bueKI8ByBOMiEmnxkfCUlNAuMswKNGlcVzxUCdsemhMWBS9SkMh67biQ9y0+HmkLmZT8pUb6eLEktPdbxtH8/hvkzsfFKpf6bjdtv6vlc4c40gMEx6ueGXIlrD+Acl5kAa59oTD3uQQ/MsfY/vPTap2ZXBlXgO7qzLT+34CqPODVF/WJv4dS3q3pE8PWJ3wNCw+m/S/pIRa0MK/Jd31qfm6kpsmHKj1dt93bn7Zay5VngsAHvNEH5i9DV7vi0RfLaumWhE419pMugS6BLoEugS6BLoEugS6BLoEugS6BLoEugS6BLoEugb8vCYAIYAvDBhewSBCYrSaxO+0P2qyvyg41YTvEDiXgpRfhMH2FjQj8AGA1IWGxtWnfTV0agLEkacfUJtrsdN+bVLQNa3sULMKWpXOc4OMy/AHnsD8P8w3YAlvZVUho7cXaxxoAWXbg3fBz+CHsNfeO2JcHMAV30y3775b3++Avhkr7xxO3htOBEdmOfwSIw2kDj8lp21M3Mi9jIvRKeQrDAzZV+04HNZ3LOF/wihZf2WkjrRojBX68ftLeGlOicvdcPIALOEHtABH3OJ3pfW24cW2/ycMv6bJvDERu9FuY4Df9Ca6gfVgtW67BwAQitz4vz/Zz/5Al6THbfMvz2FGbspFf94C1A4slvjuwbR6AqA5GboNYW5yiH5IYeaNTG02xjWt75+YaRx/oxykpTko33+AspHOTUSSVT42bAnDPFD2L/shYQsR3qFPHtZu/ADDjwPXDH6PFRB+VDnIUDrTZh2OvDwPnhjnTXl669AZd+2d4BoQf/p2PW66qQ9RDH5Vd+cPytyo7/bDNlqATcNa+Y6deGrwZ5gP7ViPfgQUnMwtQHMP2twsg6HUJNyOfStPbH/zgazmimlyhKvL4i48AA8p2rds4IUZXQJGRGN4LlRL9lobc9Js/CLB01WA1KpIu50wG/MWbUU86xUHb5+bN+3lS6FHxdfXiGG9fWtZw7/6tO/g6sP+ke+kuGPKPKhnEFbhT/EhZ/ZZuZeJqnfcI+0uOP8WdHi9BYsvrLeiDoPhX3HJYv56lgDZ4J33wEFDRoWXNKgIUiQnpO/bPHK5+SB8R0hevzgJDbZ8J3OSEm473R9Qh+cwhp6Gc+wEdWaWw4+G0FwSmr5XJYyCMNT4vlWyUq5ODK4RWJuX15v3wbvcl1/DgU2eKzNBXkuR7mxjSXh6WxYH8uUJkhN9xBkRmwnbD85uVUNkDXujpVw5kb4NtCgAHBc9ckFCApA+F0gf3uj7u/jDcTEy46EQenLbDgzOTbjhQ/h+Xkvrl3q321cjkvlsBOXe/Y9L/rzxEmb2prU0YH6/vMkfpEXKCDr3FJ3qdeNnDNbo7TYTOdg9v9zYNXxL7sVHq/dt57E8I57rAHqveeBEYZr122dsVOXEx0uDrVnqsD4ruokedmYi5v7CiSNhv2Bvy1xeUCrmS+ulrOXxJCoC3hXoAws4qq3n4Hf3KYgLaqzmEPnI++aj+OLJc5AAtrPpZkLOPgwkvYB+APvjKI19aVXaS823or5/1vd27vHQ6515Y5csXNv72rOraE7Jix34jx+XX9LchnZ38zehLhPVxTj4mcs7tFkccpZ3j7H9eaLP3NHPl8gbdYOVV7YNQlKLqqc0a7dGXphr/LsWRHiSO7CfG7w3Pmx3gtTVXG/e34LyUPTzojx0vCjP7vA/LT+m5r6CXU4q5GjN1+LWli9N2iaNyKXlUyQ9zOfaqrtJj+9cw87XIyZAq0vu0sX7RcD/tEugS6BLoEugS6BLoEugS6BLoEugS6BLoEugS6BLoEvgblUCzAsWWjT3eSHTHI+Fub4gciD1pcks2rFHa643MqeNHRenDzvrmHXZjHBWw0+lYojew9rvYUD80PX1PEigLlnb24AXaIgWoCRfsFpELW/oN2NR17pvcF9jt2xLummzaDbUtakOc/AB4u98r5XXOEAUKyJgmmp3t87FVzfCtWY8vnUmUvmDkiCet+7zub7Df0UfS6v7NS+yf5LFI7KA5wRaKjRIP0Kvhl7m+4Hi34kVrn31eTkTM+MO+KZzrnsZaeRMhkT1qR70+oXPCMXE1gmKM+9oopUoNhG+BFPnKb6MlsqfuRNTYAPsAyuisfOwBO0f6MjjFhQ36Mdu80vlYcoxknKTOebgC58E7Cds9+rHXmzw9xbGcZ2RB5x1LJcIuWIWYVqKIkmsG6TyI8xzd+/Y/MRu7zSK8Rv9gNX9Vq7Q9j37tyJbB0ovxOIsWkN9x+gZ8B8AfUPWgbX2zA0ujf7ZabHjcPlyQs/qyH8GndLSkYqOYxi4PJpB5IUI383MTrcO3FAhIxwaOl7q4wqJDKFiajpYlO9EH83k0b6gbpisAYNv3Qo6hwVFTk9HK4F8TMlZF0eCO+zarDmZXh0T5yJeaU5DG6piRJwKt2zZ1JRy0YW2Z7LjwPSYZLYYdBiN07wBk9AIWmN65fyxhkHXzd8UHIz19VuIpKbRvj1lNIlABXzu8gW9chcDG5wLDggHF95m95ynguVw7ax11+bvUTqnacQDahJ5Y9RAltv3ICo+sSpoE+BD01tGlY+Svzobv4lBlrhUt1gcgzgqHeRZ8EQhmYozCmOc1E20h6rZ6amC/gaNg+nHGe/ErGnrHlGR4g/RY6ZfNR9E8cXS2356or6Wzi0Aw4R2UzZGJZmX10jq597OKT32Z5CM5yiCOZwPAm9wyU1APE6f9seCRbaiP6SD4LO3bhFytROw5ffTL/nJw1MB2xUj2TR54YLGvsfsL+0B+yfBpQGpWtmw0LYJmyF15GaJkx/6pq7SHxae2om4UzVYriFo/7TsfnK5CoZ3hX+k25w95CAGnr8f64Kz/ytopF3kj6mvkvb9iPwf0PbLOYgfHuXrw0mRZx4ErknjY7nk5IGRGAMmsuhKstI0zA4/TDjidiRmaBa55mEy8SEzQPKMrJWHkZJ+fdPsu7R/jx/t+Nppsj9/7/c1wvCb8NPMcHHDbsMrby6gtC8Zf8OHLgnOb84mrqognAb18CBuyP6gXPFDoW8OfnLkvaZH5xckebfVJg8D6vPBgx3t/MbpBvOkfrn5H/pKdPBH0QlB7+TFRAADZJ/bS9sWbBlobj9TELcomebzv402v+8rBmfUydpaZB+7u19BuiBhng0pKtJ1vl/qhS6BLoEugS6BLoEugS6BLoEugS6BLoEugS6BLoEugS+DvTAJar5qNR9vYhMfrADC34PAyYQ86aBPGbrbG+09PTW272o1+RCRRHFjY41T7kaBe8wTmZqSgfe4x++LnExXt6zEYuyS2LkEm7aFgAYJ3a7yXD/xm+8CTZU2aN4sX+dzGcCQap9sjYvWER6MplqNcK/K98Bd7ML2EY1JsjRiPxzgj4pQDbrOyRZ8hegf6o7xo6U37J71qz1IWb1Bt2eyvhwm18KzZPWLjyaldtfqLE061h1/IIhc/4euWXRgepE1HMJpRx2a2Aj1i95wmtqBE17TxBtNJ30m/4CiFOFVXDeO9W9yzWWzHPXWNYOtWr3qhk8cvP1t6Lf2TknLWEZz8ExZ2985mT+ABpz8wuNim3f4TmuJ0mKOerdrc7TuSfSmgiePmHmc1wesjYb3Fj8Swys5bOthYeC79DT9YBcShYQeOtkx6ARvFlKDb4CTZwxg5Ks8irOQsiedUFPgtkKxWCLDbRy6GWIPp/Fdwu/RNqnqJxdi27dvtI37n9r0ZdW7jSH/Hnk/d6MGmCpBdJaZ3795+nYGxASdFdvFVDCoIQCIntRs9EekQmNix6iBIDFKX7KDlRUvJhGsLdTq49ngYitAfmRx3Ce+pOL6flA6wKTpBZD+MO0HxWUTLB3hzlQGgtsclAJaTRLjaeDG/zDG0uC71M0dBYyc5we0RoYu5BtRsQkyzm1A4f0m6BGlUZvcG8GNyUkvtyHV0b2OuTa6qMDSpYE4SPMNTVt/Af1vZY3+Vx6GlFA/8sApmTxx/J/sWa35HWOznDqJU+JGv8GWYafuBwbsAOK0MZsNjuJ+uYakFnzcOq7b0gafVF7note26ezcbytvY6yOT9ST4Q58YbmPAE9hB4Z/lrcGPevGc1B5a9oGrOdI2cp3c7PwakPbtj5icfkq9AvHbfZuJTthvF8rxQcONl9La7PkMKDsS9/6GvUZdeWToh43yD0o/duGSbvMpgQm5CXYysPm8ZfEAk5svKoY/KOk8VuV27678nGScE7YjE/Wbq38aro+E3hgIlQtrdyXwmH5FTxoVFFx4SCysMFOP3zMnTcwvB8JJqLtZwBG6Ha8Wkra7rbXK7jlGl9B39E410et1p2e08ln/oHM29POgUYXUNar34foQ/dGy6GaWHkAjq7YoVIDqPzOHADA7JxWx9xDkpRqfD9y8dVmZzACirqAa6cO9+3WwF7ARDxIVwLnNFwTH1dZtE/PYGZSnLcQVL3kXGvCAVc/3yGBcf8Icw3x3R5yhn1pLv2+R86wfyiALBlj8MeFifE2Ylhs8egPG31Wxi5ovZVdzheOclWa8XO/i0Y6Mye/CJI+Nzru/uXNR6+V5u2w/nK/XSwqXfNHleShgPe/wXPZFhMu2lfY49tQl0CXQJdAl0CXQJdAl0CXQJdAl0CXQJdAl0CXQJdAl8I8hgXhSYgcewRRWPWaPvx/W93iaYmwb8chzC81hFAQVpBP0ejcc9oSGZU/UGY/O2HcDkmI72myCHh+yL35WqTUDYRrRfknCsAW8BD3f4hTzX3G2uAJrkMZECIxtUTueuYtHgUmjWZpmnVEAX7XTfV/8aduM/c9vDbfylY8e10TvdA9n92YFKNOzOVv1QWuVqn6wK8QNFmyq7vG834Nn8bdijzcCaOzo5BE8NG+O3A8+E4Pj2W4YQTzriwpPSckJHmrfFkvQ1smewOBYE17MB5yLFjycC+fidmiBkxBVvBiJecBpZcQ2vD8IfAud4gkMH6kz9TYLJuw9Ex85kXrPSWqN/RzdcaEECx+mFWcdwXeA3pWxkW1lyailuvVBqpIXZKmX9gj2KP1XRKc8irugj7t9beuasUU3iz+Ynjt+zN90M/TGoxV7OljDegMGo718cOtJHIzsB+STlpRx069GcAgQA5J20IDInfDXB/QMx7tlBpdyL+Pkk1ipttWXJmvS/i/e5Tx0NbzBgcsFGGKbiUCAbBZpIYdH9gB+9zXnMO2gDa23jiLuqVZEXK+wDGICGdABriZIqM1NaKWUYSd1RPddPQGoJFCjN+M8/4F7Iv0ClhJyzp9Cn/WL1mQTOga9daFhcaIWmDGcJ4N7x0SQYAGCqwIlG4WhUuUFGCkvTM8BiPZu8I7rvBuE45Kut10DW2Eyg5EbL+aqKWOroA3IKHZQDGlHcQAGRyflA8DPxH7NM0qKQmYyjudoDakCd5S6E4gpvZt8roDZMaHvnQjxvpun3+GwTYhgyC/gRD5ep78cqJELNK72B5PyTm9zBgTxMQCyAd7gT0D4nGg7D6b76EDWQehE4akL2bv64Wr+MgCw+3QaaiPg14kHlOEjHobntuus9Yf9oH4oYfvbZQETD7cbVwkNgGWJce9kXX0QuUcPHpMffIW/astVKMXLWwCxvzKwvyFUAw8cvBwz32SyrsetEnksXdKdfBQwdHuBf0f2RfDBzsKOCfBa4HxD+h6jttq723KVUCb2r9EDFoBDPYvX/b+ySIKHrUVCu/J3Fmi6WDVefje6vZZ9oa0TmQ56h7JyaTfzgsGiBb2XnZzNv01lWzUf5+DcnnQULbYRAFhdJGrAOv8GuguQdPSEZuaDcHlXBKcKuWFH+Y9+nTI3MO/5MshetbORB+QFWWU8XPT9qQrvPzXRjmKPrjFvHwBur/a+qP2OvvWhoG6SAR79jqw4nhL8KNd0XdpFf+mvCfnuD7+iFB7Xlgxb0lXnlq8ynr08pV+JrjAyB10j6yOg+55FIa48zCo8ZNnmv9bKpX7Uwxj6WdV3dfgSNr+CRFZqQaY95sMxC2A4l3/T/XTf16GW+PD6OrkIAS9gHrY3w28ZruxfrHyp2KN94QzwYck037+6BLoEugS6BLoEugS6BLoEugS6BLoEugS6BLoEugS6BP6OJKAtL/Zgad7sk+MMwHj9X0QrxPMPMCYejgFjsCZlX05KjHhCEjnyiO17xb5bIaGxUcVwpc0rFfL1PVqR7tgixYcCN4Az6JSxAD7erH8c1iP4xxX2Xfei1eGCO+I7ZVjT3ghAjL1Tm55OXhUJVm9TbWTc1oQog7EH+3u7yOlrpEv7YNl2qV+8ga3mPJZVj60icUzU6WykL2InBbfSEY4OSx6/7Q4th4L3RucUB5opN+AoY6jrssRThrOCMJttW55eK1G39tAN+9GpyHDUkSeY1jhhUwZorMiH9IV5Q4+0Y4+MfVd7pPZb8rMFaqicBZPFktS74kD9K0vp69FvjcGZIkxs0rNAJfoB3RX62eitjiLoO+mC8jTJi30CLzHy62GOTZptDhd0sZyFHIPcB/MS11Nv79qMU9UDX01fqox0oCOEMp/Q0T2g9XW2VMTTGnwK8AReXOgglmWSTvtHeW0059x7WxIPwA7vfswSuoCHGom1tt60Lu+/TN6ZT9RZks26zacLA/TUH7Cru4DBNq29yeQMAAs28YmSqChmsiIFkImIXyiTyP0M0GhscUHdmyuZF+DR61SFyz8EX91Yg8ZVCXiXroI1gJO4zrs3a22EjJAdZA98GqFU/ukJ+p1rVMGafBGWoOHAHrp60AZ8cJIWBFYBjwgxZ+RBMulTylIPPcg1OpFJREBnt5+G71jBcPjO6yqpAwnZKQ+reiF/8t8+VHyqx3NIUgfTPwKQrggxHIDezDtWKRTlqhR9ZBgKOkO3die2xA6XJstJIPcEWazFEN+7PWFq5zfD4YY9jtvEQD0FZNr4p6XSM2m3Th+CDCbkOtEPN4DOwwF9goZlcUKWtq29DCg1sz72ZxL06/mX67lFAXVOz27DyvIgXtdv7NX0o6siqpwcPz01fUx/UlseCPa1dDGQb9Bt9yOeWCU06IEJeBi9ycBsbTVm6D/GnJTXR3nYJ/62b+0XJnNC2gpkzeNfhjfXTHTqBLJq5Tz7WLqku+X1IaKHtxOnYTGWeIr+AtppMy8p6kbRw0krth2VJBSkA9Ar6c6Hq+mT6hg3IR94MRjp35nxcjgCxBuCXR7TqXV8aHzogXrW/5JfHg5Q66IH96vdA/SPgJ22o0dmaFZ2tOEnQPp23q61Y+mV+eSv8eiRyZjxuwqkqivzNfMee8xaH98EoeYeD9+cK6P7U8JIoCeRVvqalwbmztVQEpmYa47I3OmCjbsVRa9o5SlHWqkXKyvhw4NrmJmbWeW2LO57ruRKW2xHmYd+z7meec2SaY576OyeOeX98X8TVMA9xlnYwBy55U5ZqiSfl2rO+4DOcM79p6TQ40skkRh4URl2/zFcrf+eOasIVVe47HzBSenPueKQgQxl3dWWu93PkDPHKkxGyudzLhPaTz/Vr+pRFInz1LgdzdR+tzxe8wWD8RnQ2nDb/x9VMAfbl/mzZy3XU5dAl0CXQJdAl0CXQJdAl0CXQJdAl0CXQJdAl0CXQJfA37sEtPLoYBDbOoal2Jrc5xP76s010S2XPxKZDrsi9kodm7QLrYa/xe4+4gxyOPwS85kOOHoQg49gR9YcFXuX+6JimLtr/2p23deWXdly4UE++MTixVdFRvUocIddkaiOmoDj3RwAuFm9tLNj843JTJus2A976MKTERVH7eTc05paPFEu/GnbO9v3PpW/ZjsuW2G4oFFsewlxjb0PWuKVjBfpcf1X+PonHOjcDhRcQvudduSY7yzrB3sf9tthMfz1v3D/J/S3tnP3deV+sCH5rfJaEcU6XjfZH2J0JTsdZBYA3BmHmQkAWzDVPWdtVStkLJAeBIuw+esPKl/lvobDH1iReIhOQgGTAbTJAOGGD+ZUEXBy3+e5/aNMrTTOOtjPJ9vEyWdhu8UVx0VxqtpXmiMUVr9RxnSSL/wr3+AKh+EdtumbG/oAMH4v5kYY5IYFPZs+sZVgGjaofHVO9J+0YLsHL1m042PvHffgfmAzcfGBHvNXsgDSh95zXfRR6rFPkDb1XrEgRAdUw3gXeA3tXDnXs1X3xEPGqjREvuIThJgGdXH/6mH3Be2rE9zPXJJsFx7AHzRSQlcBFICfDIpcVlGIgY7ivznoaVorQBREAxhadcmeH6oiQE1CFFPXEdd1Y6gDmVUDrcT5eBbe+dqnnTVqHDp2KNSicHqezgk/jDs2gKOTsas8MoAU5tZoASRtQuCosi6GwwY0ZlLfsaG4fFmX+0FGaWjJv1LkD6n/VB7bnq72U4Vrdj9gekqPa1eCIGFTgWbmEehRUf3IGwWdEJ3kXVXi4JEfQwTA0w0egAsbv9ck6coSpfJ6yUnTPwhDjuiPgPBkiABXtgCiMpnpyu6EGpoDpF6233oHTpRBcUQGJmrqViZTQGCGAnysxHI315gBKi9+Wh2cviBFkkHiLewqJ1YTTYDnu19CgzITmI42bbWX7P2xPVq369sh/eO5ZXhAsY/u6H60MDgeneh9eBK63AUbdt8L6Y9O+oBHVuqqK7QMmztNP+O3IbihW3VXPz5oo8lMXj68W9ek3+SeyKxy4+G0Lt+w0s1QIIZC+Xi6PT6gVXq3CXqc0Rz3pHAeuvop57xgAPbnoR39/nj953HZqPHIx7HN0QlUvZqc/AFCl91vUEUmVvrgnO9+/m29aKmjklZaMw++G8PGs/+BYUfqwVDtnemx9POStW/UU7DxUWFn3t/8AVoIFQ8/NY6q31oLoUxGW7lTXciYsbc4zzEnGhI7SueDURllHFnnQ6nmn4fu3r4uTbZHH1L93gU439XKLhfjlGwerq/0lDmd8XPtfMYDbzwIWKt/gOEZTxwukuPnnC5lcuvGOUvOLvMhA/d2gCxDmIyErt4tLKhgT5dETuDG7TbuVNV/dgl0CXQJdAl0CXQJdAl0CXQJdAl0CXQJdAl0CXQJdAn83UigrFdasEzYj/gnIBybpaFqj4A92Ib3V97DKSZ2KbNq8yIfNvdp/Cl7A3+JLVObG3bS0e3bxEisVdvXbfvXbfsotz9XKna0ztUfNli3s1vATo5E69Ozd56x32PPDMiLHTaOY5st2y0zR7wRda4TbzAE7g4bWbamkyeAOwNMcyHyaGy8Fn/Wo9k4H+yA9XvrsRyI7IpTzxEQcWSLwX1CdhumG3pO30i/GfO0iWOX3x3cMvGKviUC7I6y2leTx36ywc3emlpe86vkpE3UvzH2UcIKg6mJlUxgWGX3NN9mh08RcRbpkC9RMIDMeDSLYwFDutUkTlXaMqOXyVW5LXU3vah/pIOKyj4K7jC6PaR7AmNfBnxvTmOx+aZBc5NCcp1r4z05I84/oS4wSLZh3e2+IR/7O2Nj1z5d+FgYrjqe+V2e1pan3WBQ2HuJMKluD+BTO7a33cX5dbOFt/o3vW8/lbX95D/t0Dl3H2EWHCyjewGzPSbNxMP5XOgFZyUfx6bRiI846y4sWBhHtsnE4ayA87M8pndv331dRe62VVdPgIQCR1VCOMph7PF4VQJITUxmA4BjYqSH0dt1CTDJWkPtDQlg2Ezd1wfqEYyLImcSpAWOzfPv1P7tKj/9V9gDWNO7D8XXk3DJRObKlkM8R3ccs3E1PNmBjutTCFFQmwBn6WgAU/dQxZ3+iJIYxmEnX0xyAkhE7E1ysChB/7X0ogHUCnNs8on8UMoJwHNgMl6yqbyu5npnu+ZDDpgIoHcHcIhKQAZXkHWAUn+HNO7Tn66iwBWUOXnKBG94670el/TVWX0uCHnhaasroYilCtqmib2Z3bf35jgc2R9hwvNQr1r3JG38npurvrmUad1Dh9RZ+4wQA4aDti+PeKA60Y+Z4OwfU3olZy/9ivxpbHR1EHuXzj7gGBPDRKx4R7YJAcdTdmuv1KBJoLLUt3fqbvilnL8EC2eQscS8x6PTR2xWnF0WfcZ5hQhn7Kr/6rF7vqI7bhL/Zv8FbTKBMrk5lTR6ztUXfUrX1H61+1YXr1DvZCWbQCT7gE/XLCpgbLDyZ2T8V75W6sPjY+ODkQuFPtyY5Fxqxuq57NmrTku1l+4T70UzZ326y4HAHREPJus3VAYrpZC9e72urHpTTtlrOi8tJaGLak+nrf7qRy/XS5MrxhZe8q5YnWO9rjSqcBLqz0eIPtX++EnmnbClNywyYQwPrDhSbz5o44M2a872pSCLJQDb2Yp6OAK0Oy9U2AvmB+tvLxj3kmM9z0jWlQ9rJHkhOLznpQbP6zWhN+720UW9vJDVXeXLOGfxwszCgD1z8oGXaucPXyjuKlwtaFHed2V+ty35aHna0Us++J3zl2yLcHBRAnJWv5VdxucHsr2gu592CXQJdAl0CXQJdAl0CXQJdAl0CXQJdAl0CXQJdAl0Cfz9SgC7T5wSYs8CV9BTFCekI2Ff4wAzaafU7ocJSRBJHAVb9UCU1L2hiPVOZX/WsjuZS1vkbbvUY/ZRMr9aut1qVVvXwBL0WMYeugI2jUTuE3wUD4n9VxsYpGvfF1lxr129bAUdsy+pDllxE4Y3o7HesSV+X/zJkRTqBZu9isF+4gQV+3f1kHmCm2hYJsEaHqFGt/xx7MM6axX2ow2Qc0FC6rzbZ5Z9naTdvuyScQjTfo836TwLphL6F+xE23W0BlrFq7R/btTbKdAvKmSY4B+wbd4/YZtn60+cmxb0zjsYMskfa/pW7jblL+mfal/5SZGyJaIwmNnINpSD9mWBYO3q4k3eRoH8M+kspdxjT4cd8SvDG+/RuR++fUe49T/Bv4smKJsxdWm3TRXP+mr2+xCiLtOnIw6eOzyucTsebsSnRrES8Smd2myPdLL5Kv2ivY4SL7ago5KOs2Bb1LnO7GNM34GQkP/TaKZC/ok1EgIaOegdbj+NgOuDTngBsiUSU/67bQ/g+nn5HclL64mZUh26ojEHgLEnrIHCnt65ByeDIUBddVI6qgmEatzDs7BvNj93j1Rils/sm2go1fJMi6qGCAk+Cf+SrFc5h6lirNqIEb/crwV3dnjQXuF5qhen9C6GEEbRpB/ZJmncT2IFjOKuUMZ4ALsiAC/bhdU+EwPJQSSwU273G0+tEkq+ZABVw/XdZJQjIAhQBDe+y0qjYXIy/goe4YO+iafh1nbzTKy+rJ4NQBIFlE/qATBZrvbsT7Afrv/K/rOEZBVckd/ID5kk3yVBLzyXfiQMrYYkRmLEhnclx3esWhjXLzJBuVpIUN4VRGQsOrgSeu62i446BDbOmOsmdO6fAGZ/x4cJh35zH2pV+X4P17sVPv479LvihDYFzAT4rt0PlAGuHhkiXcDVv9v0Ks/bqU1yhgnJREjpNd658AOgPCeU9TcJlx3glrDHL9MjQTMBLP45YSJ72zniwXjYQzchdHd6NyIkxd1kycDdCD7Tbi+cE/czR1jxltc9MQhhPbugYPkzU8YfmeLdN9u8ljbflleCtvQQX+aojzywzGLGQ9cJ7+p/csfJmKuM8XNNrcbbxzZ+qraLe+qP3vKhiX5gXhOAv0Iey/ItOvQtYH89gJtH8kXp02mrv47yql7zoZ4VMHYavhj2+x8xv+gJrF5/QMmpruefoIe8dO7cY4EXAqMSLOtv+c2rGHJXNsVfnd2uvyTn2HBcjugEQh5u9j9HNwwxYvgKdCMhxM96cLsOf6nvT0yRjQMSObEAZceqrne8BKzTN9lvpFTqgbbUUahSeu5fve55KR3x2J55EV1+DkYLzZMv0/J1pun0LPuAxOL/fPmy3XZufzXZOX+9Q/PUj9/z0XPZdPG8PFfWz7oEugS6BLoEugS6BLoEugS6BLoEugS6BLoEugS6BLoE/iEksNmQYgMVKNW2LTCIXQrbn05nYwAgbXM4kQWs0w4rcMPWc4RN3mO7N9RtRRzElofpSUuT//x6yD76vYgPvrQPTmzzF2B0wi66+y1N8xu7fRyIgq1sll1s8GIo3hsJSWtESPk5CpbiVbnDg7Yi9WFXi41fuze20mL2s7OU6LX00ZC9mAXf3d7zR9BVTh5apxW7VOWInTEWa5x39tjl3R5vwa6tI5UYjM5J2vyT1IF0nrbDdF5d/6RvbLOb7TxbOYLNBG+i/RmsxO0j3RrRCKpiUDqiXdqqdX5ZsQnrRlXe1/DL3sbWMc9E+QUfEcsoHE9b+If29E/Vv9IRoo5qFseDd8YWfmB/3R325YY3aMdX6vLaYLeIzd/2AOMlkWTZ7vCKjx61S7aZVI+MHNnstSn1rK9mv6/2aIsFCwZ73ePRH3wKJ78Rx7MJG7t9ULKkXfs76W7bW9/j8R7nSxzMBN/dYtL9gI2qnPHdyob25+lL5baW+hvpx2NCbesg+j+gk/kEmdqfFwBwCTnthvitmihYsaK4S30ZxP5BXEL2Dt/iqfV+eHfzxfAdITcXvCsVXMXiVmmq8yxTnSr4occsbskIzhCurrwQBI6CXrRZLb/2t1TUhxOE7jmTbugUnAHcIZzB1fIlHotCYld8CigjCzxTJEoJrOs5SuikbT0rHbpjchuZtG9wbV9QmCmTpIBLClrglD55ADkIAMv1mFZXOIVA+0fkH6WK1y7Iv6sNaLiaNpNJFWiDWtqQv3+RB7zAY4V+/TkeoYSD3n9LfYT+NutWUw5UesFSVf3M7xpo0qWU0BPoXgDQJ5SXiAzoiuCq3q8+EKHZrJmZPDE54HJxO0ph6WsmOhWegTaNPw9YaJhmaU49OePHJ6Siv6SiDpcnNoATk/HEpLYjXID7ydaEx+VNxpkoJIKP4HoAKc7LU/g8idQoAshnz4gfXrF/7LUhxv9InYbRoGcdb/aDssm5v0s3HmarynnfvHpMc8Y/9nY4vh/eqMeDe9U6WblixdvqsRCa2sSHPsjlFK0+yEID8iSlTvljMQEP0pVN24naj4riaQyQLQh/OzkPWWOlh8aHXZ/udzb2XA9+wj9MV64eIoRKVhDpoSqdT0kycPGRLxhx5VqJxfHFg949jZG54aB3jO16BbDc/Um5murYztEPdEQQdmQRzATYvjAXupos+hE67q/vqVedl8aAzNDLXLAaCp0QLLUAQt1x8YNznYsVfFFRV/h5+qCL/Khe9qXNFwBeWPnb76XVTeWrp0oDHqLM/nxqIu+mg451F1Mse1aj8TJjtIkFvVTvHkyKN/3tDIIu+jLHmSsqR/eXQChuY3BapcWdhwFg27n8WHmbYzhN2mhxTNCutE2GrV95kcFD31WRFb6n+r2V6scugS6BLoEugS6BLoEugS6BLoEugS6BLoEugS6BLoEugX80CWgo07YLX7ETYZfSRnQ0dDKhX93iDzvrDvDK6Jx+krDXrdPPue8+wdiadMIAK+GLn9ixwBW00JWdqop8v99Y0mQq2+7hUEVkTQGyGZ722L2vwBx0nNF+p0POgnuEQKO2WZ1H1ulHfOQNnELnMsG1BawCu2V4Umabie374KssxVoztRsCIq7/Bm16bmt3N9SzFm+lD3X2h9Lf7M8BW3FqnFb2Ww2ArH0YWzw2R22/9aFs7PPt+DH7PE08mqpu6YhNk76ILVePUjCsZfjX6NWIU6KyjyilJ3WKKGDNpX/0xPa8vNGxce/FSbDX4yi3oqdGXrWQ9u+ycrY6aPkTO6iwGevDgYstCo/Tb7HVElsTnd8JRtOmUteBjws5j8rBjDZuwfnCIMAWwHeW4avhzbtxuD6y1SQYhh7pBQDLgOOquH9UrBc3m/2+LkGnOJJ1xG5O9OPpd2BUAuf/xB7ebjVopMnqbwji1Pb8RPrbsfhwQYhXp2Ai4CzUORM9Mt7c2OzHyJsML0zSmdbl2z4Ep3VBwJ69hweivLr97QUAfEGkyr19Qn/IlFQnsTqGKW5KpHtLGhp1B+o+vgW9n3HxZ5PssJk9ZyXAsrRhcb4yxQF4TE4AJPcFddWEIYa/1yTb0LNjIEdY/NohLEMQG099x2AYhh/Bn15vBfgmaAOKYKpSYSo8BeQDpEuIayaP4wKqj+djgdsqcQM5UvyTB1BT0AzETbwZFLSzMKiOTEamPasqBoA3V+dINUxyLHJaX3u9ScFuDiDJlRFPvAnFmQDtr9+zB6qrRpQRmbZatmOqfNHXeaAUENXCZi94dhpb/90b4pfPv6AfDJVhf0l8yb0avDz3ir+l70yjru8TD9oDVVy7J6qu/PaxM8onptDf6EHn6zf7AdMH7qU87QxDa3gP5Q9NrclWxqvbteIEyvkt/SYnaL8TanwxRLlXt5ATLj6gnaw+ccXRVudTJucmR+l12UDGN2NwJZTtfC3c9y/I2jj1TrC0I2+RaSO2yVlii9Z4znJuXfJwOko/D/49/XDFkh83KZ8J7yvt4Q8wNDxczAEP8rA1ryDTqs370HIPhOVnTMg/5zoPB677oGiypYGnJXnhUyOi+LKgoZoT3oTVSsf1N7QDyEeu4r0RdW6i9Npy7Z7H6qOAx7zU7ZyQ9z/jJQj98OWHh2rNg63Mub6nnlVJHvIwXv1FSeR+c2OIk9/zAzA1L1r0dTI/1JbXqUM5qxcsyjCUxDh9we/aD1hI9WH5qrfPSMrdVYOk0hsXC/G8SFj130Ozi1SekFDsEX2tkB1XPJx/RoU8l+D5kt3o+xOqo/ADubxen7xoqDN4Wy+uZtu5oguwPcJ5EtUPtNEvdwl0CXQJdAl0CXQJdAl0CXQJdAl0CXQJdAl0CXQJdAn87Uug7Gja0mJP0y6Hd+K8CK6xp2gwFCyDgMBaqZv9b17BUbS3xYHrLbAQdiXsTYaK1ens+/SQvU/GmrayTyqWVwG2HWGcjX4pwB2nOsExnPzmBW9fwbqyvkG31k9+7fEyxf65Ltj8AIAHyoonxZ4aAKzZ1+5r/fNdm7RB65mMHU+MdzSstQAj59oMY86NfVhOMDnzEUjd21eA2PMR3AVPVDGtlUI69gh+mysFODM9aN+u2x/9Lruy9EzYdeP2gmz9rXS1sZcnszb8gJPqVvpKqhWzQLBJOy0fQncbyVAb/Qi+YLTL6hNr1XZq7uKZk0+m3zpM0SMpJxS0+9YOgO5iJivH6FXkVm1X3irnlchguyj84X7TcbDDVm0fKgfrAK2vQs/4PtvtLZTWQmzwKVRTR2C9jEVKVsKa6yynnbwcWb2n/prasc6DWpBPioyyOqFk0xU+49i3XUAhLqVzmHV9SrLVnQs0lK1yAIscxCcH8CjAagDgH35djNnMRqRG+C3dFkDlVAnSFaFNdcITjnCbM+GT5+/weMX7VbDQFQXGGBfurQFDgYwmWqINp7EFgRkKwDIJc8vKCz3WPvsewBt/8fDjvA2DXI7QcaMHJFHVpW9dmADaagTEE/6VEyfqnh95k6cRRdPtfu/+u4AZR4BGgQA3Om+Am+0oZaVg0Zcm++eyj0Y6W6JyHcV0xZDeijasq/mOlQqZjCxnox43frzgtfBih/FPfibpnt/Qmz+iX/HYjDu5gD1ZNrDGcp+SLnlo5wmbrdLSD7Px4V0lBRBtGImSnHply977OAUBOFH6HSuuDG+gh55x1zNBUMOnpEZzhElF/s50rLcoseJ9gO8J97Gy4kZAyH73H5mqiLK+YGHrnRNX3qrbFIh+0S+Habgm3v88EPOekLd64+s5qSfvwmoSHy6tnod4k07zZbylgZKt4JkelzOrcAY8mFeOSzwqqyY1PEkeSGlHRSI5trM6J+e5lK+6TVgKJjY95NWt0E87vswUIEnWrR4LPfiA3GQV+iNL+OXPifN4vQ5vpq9ow8UCPnRvyzYXnvh16lfyO24czwlvAti8rnpgQ7vtRyc3mVzUfSlfLzd+vJ5XID3deYqshoDBS1X94KtkoEIk30WFTzxtukLx6GJeDlw8kVYB3Ud0RpkrM9vIQ9Pj9oHXXKMjrcM+yUtFXopY1PAGj1pC1Oyo0/tZ3CNtzgcX/RcF9/qT01mGWXGHDHaMHR/kvoyM7q+rvD+SnM/tEr2cl6PPJPcc+Yrfrj4kQbQvc1Ts1ycnqbZeX8ndx2XnAocBANhw5xdNmO/iJ7966hLoEugS6BLoEugS6BLoEugS6BLoEugS6BLoEugS6BL4x5NADE9Y2LCOAZjqiDQP/8newNi3sMMd9tpCyQMYd2PUvkQdBMCbcGJ4U7jKSnTPEYBrsyT/t4oodmboNtyx9Iw4hy04nh2PYDnua4qtt7CQsj82+5d24kBgYBJ77Pq72XC6emwalhibPrbQArhbCa1nyq79/nxsl33Wdugb+YA/w3SPOkPJaziNGTH2Pazx2HCVgVsF4gkscAkupgPbfEMfUyagfuzEsgAv8N/swS/lRDo1Fy8gkis2/2hWDLLlz7sAxLsHrO3tkbPhxJNsP1x4NFEJhW/ED8DuJjxwr/bYXXEEWxbDHgNyct+qbbPhZdX+6/SHlLCpLN//yYIB2gRQ3aH/kR1224TTVo7SXeSGZqkPYRzcCHLAYVG8RQxioB77cMReH+etZtdOf9iPsQaT5/4kf3dTuxZ8CroGcSS3FGVP71lvcShfFuuW1urnIpS6gpdxPfJv97hMOyuOgit4xWyUXezGe6L6aqMPLiQZyv4uMU/4rY5ljHoUo2Wf5wn5HIjiCQD8g6/PdWwdeWGxbsye85zPzsoLQzAgoLFeA6zhzv/2DV5QeDzOYYpOkfhTvRLCH96EET+I9N5w0AhnHn6NNAgZEGjdMi9h+Uzjx85u1y81yGDrpADbAGyCGJN7SNK5e1ADuzaDncGscp4SpOolKfBXHazXLZM2E9o6E+oBbz89gZWFLc3xpnTQKveX8dnob33RfkuTqxACQrpPMRPxyiCexl9xA1BPhQv9try1zSFnp6OUqcQ+pBx0PJwoq7v+cS6gPl16Wtmjwr6Ml0u6pT0KCx2Gz/Zh4ITg9DS++Yojk4Jgu8RG7zgW5Z48mGrRgZJnjZWgkjIg7no2IKdHEs48+raNgwdr+vDGXfrNIdCbBwN0H69nJmD0gfC5rgQydIQPEnWpyTz8bFW3Psk968p19Y2Jhn4LCO6iKXTrBi9zH5oC9ebMqhGfCifZbJXec2h0R3/QxyTlkrAdhCiZ/je6z9hko3MCM3Dbsa5W2C/k34gOvdv4Vs6N7kuerLsWUbCgwJAUvNgY5ntZ/0B/GN6XUnlAnuXf9Nqyt9LWQKOfyqCrxuaILEZeJt4Q7rtCnyPljbZbdTzhx6l+8jpJO1rzMsBkr3yvj/8G3YZGdtwrt9v638pf8tGuiUDaZysvCkce4Nmr17Ao8oZ4M/ZoY2P1CdSes6RMaLGiAnN9uOzYg5kqealB5oCp9mG1cLeV7feF3Dx1TpkXXtJY6XY1/oyy6DR9FgA48yblLsqEkTNZzzuzXkJ773wR4MVqRlem+d84dw7l0c0HiVPnXdqrGZ+fhjhxEYz7NQ+EZ3FPD8f/Go92GaKuB8pXLU/7loKabXnBQsAT+68vLpQ5/gekMm8p5+2h/1JdfBolPVeXQJdAl0CXQJdAl0CXQJdAl0CXQJdAl0CXQJdAl0CXwN+KBLQZaUXFqo75EjvU+A02rT9iXsTmmmiAPxqOZMheobGV/gAfMrbQIyrpfMMes4KL2La0gaUeTVz/Tcxp0wwV2AC1IhdmAHilAwT7+769AnM4EsUTPEi7nTawsifrjKVrDeDv8hWWfUIS48w0YzuzIgHg2M6o88Kq/Nm5lB9IxJSnrVE8ykiP0DL+lI82Ve222JUx1ko92WWaHHwBsk6JHCugLYBp1ETwkuy3aw/ZW+ZDDtrpPyE1W7L1aDfO7xBjC1CYZgTk9YQ98Bv7Jw5w0hCbrXxu7dsjFb3TC1izjfxKqGDlsALKJvw4ILMN6TjpVT+fyIKNJVW0SmhEiks8gfGingyvLGaC7ptrI7bR3H57a+ZiRf2UPrZWBKty/1vxyBXPebGHu+klALB1KG9xGCzJ/DJ0s9GLpRfMAZuzspO21j/ndovyfCvYlkI7HtYuIgB0H+K0aVRlMjRZ015Fk2yFnntUpw07/V/IBbxriQfw268VW31ahWmVH6gQtx76hMOUpWKBUIGGKBGbgevOP+LCzIBPPu9RlxBN8VRnmTRgcGHoJw4+7vOuOHAVwE6PwwjJEp8nZeCkMxvPyqLaoyuYZAHY5t+wFyXn00+F7rgLXwyC2jO1ZBf+FepWVu7c0Hzdv2X/3J9Qj+UYRImpjrJmeYItGfCBUsjgvs/HJohGf5NO+21dix1HstMHFNTVIAOhGNzoe7f1Sw3/4tdvJ5EkjpnI7VcVL/0s4mjYbkAO+siVJW0QJNuJhzM/H6N/ay0DqtHeylRPQIg6kPC+DOTpmj74knYFypofqrKux06r775j8ceEhbxHPAKNMz+w2mLRC5gHsDy2PPeVf+zaJe2eZ+BT2ZpVHHjIA/DNRwD4K8IaTCx0cCWO+pJBUZyeZE9D1S/VH16Xrvr2TM10NRWrwuiPmXDl6wrQ5AREUveKE2spHciNe76arKN7IYAyijsN+uhl4QAA9gTgZ/hsFcQafYDnaAuh79xOTVJW0CRa56GfcoKIgtSuktq7MgfdHBhno3LbVjG1EtXKh4S3+z6IHHO2HrpZnJCwG6zKUU/G3S+YgywvaE4uddSfT0x68+fBJN+pqErXqSEb3LviP+FFkM+RzDyH8NpY1rPaFH3Y2mz6Yb0+hNdRr9bvhqsjgPjE/sWAtDMApS9+9iQnCJzCz/i0rBCTvqqQFMppYhEHc+2RByJ7kOhdj5Ju9FnKtmrMR6AbzRlfkR9n7KtwJBDAtLLSDe/whDVHD43mYBlbOaWU4fcLjiVpPYql5wfD28PPeRf7v5A3OgkN0lS9WTlbm02nlZ1LjCYWNhiGBZR9OLwxNLgPZx7d0NTytrJPPcpO2NyOTrXqqvQYdnpgFd2BECYC7QPjc5+VjeSxzac20vN1CXQJdAl0CXQJdAl0CXQJdAl0CXQJdAl0CXQJdAl0CfxdS0A7UIA0TgSqdHCa2e7wiE1RgHFaARvFELgTSxfAnQhDbS/5w+E9TkzrwT1a8dvUIIU9MRFNL+yPL7VvPVewaUdCta9qEJYnTJ8Fc3wz3Fz/B/xg88bRb5jYqm8U4yE7f3Hygt8dNvFdvE/1/CV0MniJoaEDwsK5tkvr04b2uZP8+CfCIA7lXrjzAv4gQA+oa0joga0YJ0N0a7cGtAyASn5NjQM21lVP4An86/AtTlq/I0/ZBwMbRkT2lyJDCg98PtZ/7X7K00L+If8SEeCptIV+cA63LCT0755tV8UPjAoZ+7Lk0r7C9U/PdPvFaKI7sJ6rK7ye5T96qSZayj/zWPaM99zlo9FHto8m1abopmbwmJVFAOWtaoRgHY2QoJloGRKSWfcdtSHqz8WiSBxSOzxewAoYB8h5NmKttPNN5qhoqir7PJfvTdEDdeHOx8ytN9M4eIbb/q1EN52wL+tBLV5gnkhKG7ZJQk+f9hu6zEseFwzswecmss1ihSwakNawK705Eb+C08hD7p+WjCqgRussKLJz4O9iD+CnVXJ/LtiUQRF2idIrUe8yju8OAI7HL5A6Aol3rJ0TLjhKUCW7Qfd0BaeH4fUNHoGsvKgNueX886ZzB0PH1tkBTWh2mf5KqFoAacI17NevuK83sF5kdBz8mgoA5jwKqizoUND8hdUAIxuI7wFHDKs7r7+DZ8AXzu30gECUjxwyWG/zKi0vSbfLNUm7R6qewPig7iumvaB9Wt/4QOCnVC373fiSPRUInhhYelquwzfcN4yyPUj/w1MUfKvlNh3bxWccApDRigrvaqCAPwy2w/hL2iQcBqQZjz3yf0K9stdY9IHjA1YAzA3PBQ5BxS5yPKHCB7I0HYK6kkmGHCAhI3vaG3/9hzwEWVEUYoqqqM5WX01k58obzVIfnaMf9Oh0fwVi3OKRzcMpe01f8kcpV+w8J7WGIAYxo7uC/ugMQh53X8TzU2DSh0N0J3rjNHd/uuSpcphXMDacAAATGpsHz41AmfvS0q1bt8wAAEAASURBVMeXycnzsdTGXyZZMhqiebewTMPwKMhHgHJlr3HHq3Srm3dl+2j9F5zZRkKzZAJn/OpFqpxcYcR+xgF/pfdCGA/pf/SDhmveYHUWxdxjYWblWBYmoNvczPxQkRMuKn2M4Dv32rioFxRfUdypYuYhxeoowmUvhJ3Z8eJZbdjXzs0kCbqV/E3vcN1IAjyeakHD+H8ihx8jW8ciCsPnZZTeauz0w75KfVEkAoTwQPwOr/1hR1gPXijzsvkBrQwJgHcpli/1IHrM+dUPCLMtrfDv4pW7XJ4a/sjJvTxy0QUMRfD2kDYoCS+/zpVN7z9Sdb/dJdAl0CXQJdAl0CXQJdAl0CXQJdAl0CXQJdAl0CXQJfAPJAE9/rS1uQ2chiNtjAsewAP2xB34xx4nOmGkOMhhtxJL0LtxJCKpW4350ZtPsEz4K/bmC+PUQ/ZHMn6GFOqpN5Y3qBEjEAf5CwAcYK77j0LrqOPVgB3OPUjFPDYjnJbD2ciQAN0CeDfXMvJf/BYIM5NYhemlVrsq/ZxvnXli0IuDmE50OotBXbbS1LlRwBdbcLN7kr0s3Fj77Nr0Hv10ZAvFY9lzdWYrHsR/rP5hfp7df+n7VApNVl3UuGf0avRQbL5rQiQT1VMnNFF62g8m55GiQeU40eRqOGhDKk/onKCsIPgAftUiJ2rzfiw9l/5LBxlByhVH0hnnsB3jYBpxQIMetQzFSrNSbvLbso4V6Vf3ol/BqnCoApyd47DoQosLeT8XH7Gxi1T4FORoNsfRMk6RCO6Ap77RR7MQAOKaHf6i6Ha69ZW/HCtY5wW7xUFhH90iwmg8x5kfgtWd+bXIc+TbFk4YKnyZGYccXwkAlkEJq8ksnYjL+QrqvrshNC2IuAb3cmSLv+upC2LXl/eUr04bAYUOB0PE2llMbCqmYAg1IaM69zef5wiAyp6V7BoHceQ+MfiZxAYm4J2rOvjocl4bLEtTTb8BdaU0/AiWylN5x+3g6eh+n3iEsXsrHwE85UG1AhYb2Oux5PG8Dv4Yc3rCDbu/MIkpU8B2PUj1hiM58DMsQncuwcV2jWNWKnE0iLWgtiEq3qCkC6GtZ0GkeHLqlSo3JkvLO21+UgpVkYfDIytx2CR7yCocQkqoWzRlLj9Nbh9v0kLInrj+B7y0XSFyZHLzoaumvUrioVBVOUlCHaEwju5hiuz2hDVw4/Y1CkZ7Dv6t2TrUt8+97fIHJAXQNHQGoGEkzcbzu+ynWxNgClDYCfOhOu5War72cRWKn1EAmEezuno8GNLcEAf0tR/uOFE/lFpdjTfzeZ7nOS0thCEYWWXkCqPaA0OgjEa3lMm+/bjn2Po7K2KgL8A0421kvM4C+gdAQkDgJYC7Fdi7UnU7Sc8lje3uZd6U4mEv+OmAyebt8UTHI5bVUe4prY7ytpL71tHGdKvv9pH5wTFJGee1ox7cPEQE2ke8R33hURaCzh7r+3YNH/u1iwJBE+Nab2Yf3L5oKY/xivnnvXQzfglZrDf5KTkh3EqOZClQlz0yX7nXB7qwGqKDFyICYdgM914/pZ+pfOHZcOM8TGgZH2AuqlF+l6npRPEuPSxWII/hzK8Nx3xg1R5z38pLzUydl/p2Wc9j53d5bLNeymw3DTkysfjghvl+ds5CXllV8Vkk9Bi1/V6XQJdAl0CXQJdAl0CXQJdAl0CXQJdAl0CXQJdAl0CXwH+XBE62Kg1npNj7tK0BAM/zH8vORbQ7bViHAKfa6LTn6SwHMDf9MzZsbODYwuaFUMPxrD3bwx63P6bJV/2Si/YRCwheE1uhoWd1Pvs2GdzSbdTrVweslPCgg4kWVO3yPxjeXX1JFQDB2ERn7PLmy7aV5xKcfd502T86J7lJaTxTcTBKKGjse3QSlGkFl3N5Ko6k1aiIK5ESD0SP1elmJWy3mFZsgVzR+lg2QS7fk57bf61t7bOAC5G/9mq9gAMCYxM/ztCO7XOKJ7D02TAlNYBr197o8PJMvpXoiyM4yzvspusNFnkjjlJPeXrTJ7az6e9W9HR4Lv2ngpxEE3CSW3EMm9nzWhxxAAR2+z4uhm7lF5753ei2Ds/lJPtng7eM9JP7UjuuXGaQCszYeK8Tr7woyb8aMOJtrH7kN3vs7tjbOkbx1Gpjl1R6MQRwWRyAMYz+L4ZBB9dxvO8Y07Nh1LW1R18qf6vlJfJNV9Hpbr/5ugBwAC8IDKjFioHgJKwYANiYDoBsTFTGnRYyUihxlVcGp0TZGPTxggNY0YB+HH6DQAM7kgu27wATLxHAqbmPnFQ8dAWuB5kfwJPlW+hGtQ56kgm8bcCvdUWy0sgEHloRQEKVEhSUMjOTwWH+khIMnqykqJUgei0uDKJMJEHGUOrUhXpsoLDVf2pyQFVYbUJNuKKFvZengDd6R9IWbUextrZtr9StjnLlsHRVw45+3LkaCdpXJrR4NeN5+UH/oLavkZSHXV9eewwKwFTDWU8DYWEZNNkTmGUYof+pDVJh6aLlnCRdaSKIF8WlFhuU52fVerv1DGzl4mTMaia8LZcbwh4DQO2hHXQycvfh4WqS7BN60eap5Ta2IoSiq1bLqCuA2LwIhBfGy45VM+1FIuVfqEOJE69cIgEmYsJvH6d/YWwyqSUmv16UripSRven6NWJiXMeL3nPfZADdLKi53jj5PwN8vfhZQ77Rcmc9ZDTW6mNk1yMjMzPH8CqUGeiDuwJq7z7GdNSq1N628dr1cP3A8Atn8eLB4fjAO3zQbo3NAvjeUH2LlYxsEbo5/zx8et4tF74NK8euYYKZt/wHaGgR/dqcKFDHsxFp7mfkz6QD4VdjKPuCN6+A/y9mX9NW6zq4qXMu0mhq07rG/pCQr2gybve8jeTIY5/RFiRX6HHei2rL9bRPkX3ZU0vPVey64TO4fG+3qAnO/ZVR2aZk+5UepK7486XTOha2YfDl8mbmbAm+1/CDy8U8Xh+/hx1l6tb/bLdzHjmpcXQ7Dfr7+lT9Rt6Nt3etO4O5f1nl0CXQJdAl0CXQJdAl0CXQJdAl0CXQJdAl0CXQJdAl8A/kgQu7XMN3NQmtcOubmS+Yfg1H0AlTrVrTvuyF2upj1kQU+OEs8gOe+yC7XolMh4GOcqXTUsP0ETmI8f3n6AjWAL2N/ECrHWLW84NOp3g1QuJ41B70morW8AfjIoZb1+cowbwiXGn7RZ3OeyrK57Re8FGaogbCgIom+Tn4+yyf6S/HOEEUfVofj9cHQAkseEvAPLSWQ4y0IPdMR6X2rcBLA3b/QZHpBEe54WoqYT6DtQTbrQlV5mym5776mTHrBxP+44dvOqL+LHFNkegFRxrwUlsNuqj+Im2fCNZCjzSrLbb1vpiPXFQkj7744ptCtU1w0Hj0EJv6iCWqLDIRp5fhX5qMZXtH6uvtuq0SZTW9V8gFzu1+kF7C/TFVF2MVsGU9UsEgJQIvOAt2KfX8d+xsWuHBVMMdqXlNrnM+eKknvhXDkk4n+k0B94wjv9CnWxri3zVh9u28UursbpfOlN2Y93tjBxM9GTwQnHHXcLEQ2vqoaaX4Dr2kfNL+pWtPd+9e/f1i7m+KFgDRUGWIAJGEetdJTeuva7RbxC4rs0O4WDEntGR5lHpIhyYCiYEYj/hRr3SeSLVbgotMJc8TUMp8yIhXND92GkLL6qCjXjoSucEizfjHwAg4Y1VHbWSpag3n/R5zOAXBAFo9dyud+/gA8y9mfA+m/WQ/hb62UtX3slznmzIuyn0a/JXDwJpQu7s4bsyEQzLF2CQeCbTD4mNzoxq3PjqBPk5fyCKX/SsCsTfangK+lOQ7cgqhYQgzoxc+ZQtNZHOv/PzBV9nz0P6wpVDyG9e/sAg+QI9cWUI+6daLyBwqHNAbjK8r7nqq8ojsF2e2AKaLDhgwAn22//R4/sqeNI1+Jb1fKk/0J29UgWCcfYfv0B2/wzdguiMCXRD2uPxyUAtXbcvSop3m4xU0UOnR2P6Hyb68oiH98KetAlV0SR/f/m79d39HZ21bVc5ZTLFQxUP9gn9HdlDWh1wkjaFza2CepDUj/aAPo/xc95syi4ADt/uNbAA7g2AqO4BPlFh6aHT88P03+7jls9+teco6d7XrB5bx6+GGbrt09zzGLrl0nLtNzobZuQrEuDYUqvf33qV8tBjLLCrLqUJ/3AEkMw8RTkfUGR3LntsDFdoCGmqvhcETpQAVlsNzC8je6KHZomCJ0m7pEJKHkt35ZPfhshGv0YBX8bIzP4U8+4b+FDnfbBao1/VZtWvfJRU0WC/j3lZw7tVGlnM4GpEqVMfiy9LSq2fVOqFFyefXdPNG8Bb2mB15JJIAISVke5tbmrt+DsLQziGAsaz/bUkAgIPvh0vEiPhwV9K1yaeFFdM1B69uWBzQUcMEb5XmVkkc2Rc5hmGzkR31J+klN7O+6FLoEugS6BLoEugS6BLoEugS6BLoEugS6BLoEugS6BL4B9JApf2udjXtPFhHyp7tJwCKmL3WlZAO4DDhT1xD0bbW9hCEKtToouSewe4tWN/12HVQxJsQS9E6jFyY5J23Fip6uf38w19YA3ZtzV2sQS4hUbARxxPxvW3nBvaVwzBCLE6XmFX1HanTXzzct5Pv4BXfo/fDHvDAWNTi50yeeRE3j5PuuwfDXyrdkQ/RvNDxkf2KRbE3g0/gUYuGxUzopZGQT8ualOVVmz0+73huxcAZMN86+xjKT7pH06TIqycPWY73jLfc7C8H/QidtGSp3bSRYcZgMQF/GRZ/oisof3wLp6yWsxL9iVPsQjJKuc4qMRW/x3s7d5g77YfjgCpOAHtJuyYr0p/saRtVp+tcALOMQtcGyod7CHey+IG3j21bYn6WCp/4d+9s3FaHI14C1aVBQhuW0rZgKifrj8lZ+zS6rtRfsEsDZdtJE/DtbvjblqB1rRbLPJt/3vHscoZJFXET/TFC+AIB/rnyBal6+63WJSNxIodGx2kqa1/yffkpDRNJbdXBoC3ymHyNPEAyOH/igs36D3u/2+umKAAHdeVzhBEZWAIDmWgkNMOFPEvApnUEt4As7lu53hS6cZ+mV42QC5rePw8k82WRU7ccN1VNjeAVHbafv2STgCAFNGWETpUKRQAbMHqbu9wkfkNnoipbvx1V5Asy584MllTt5OEdZLx1LGvyx+UCT4ARKJBtKInLStx9GRmIjCsxAgfAW8ycCDlIoVCvirevdpHNRN1MYG7YXVtMi6/5vTjdx3b71x8wdcZULJ+hgDVCjyrZyseiIOu9iw4qBAMmx4+0k7lKFk7jRR96BkDazFMhRMliw/sz09LZ1o8Mwb/gMyJpg8wxETKCpGFEAWzgGEefhwcDKdJrbXeJoom2zqmTmeK/LT/eJAuv0c233CJh2l6w5svSz4Uah8EykOT4Kwyutr9H4xT9F49gW57pQG/kt8+rVXp/CCZT/n64KcrDqzsmVj1VfvSuteASQ16mP5bD2hooLJ8Sn2pnZ83R1YKAbzvCXmRsbrlKhmb39SORbvt1tUIltNGQ+mM40jAXl0UyN4zdpYb6uChOsXrH55kKiUf1qFGfzsa/mRmtZP7YBxGFpgoY9sOQ9SXuTXVPumr1VuZ5dFPzbMTPPjC4oKHIzpjiHLn40tZlIyqtN9ZROIbKX2WrufBavh6eo+sPOz2roSzhmrnXJe/Py1FE1wFBYA98uxw7+V4u/sipQ5Ju/PbrbFTdDiPZuZYGCMuCFhYzbb/Oby7H8lG5aeQeE/ZGsb0KG8xE0vlZl+Ybgi/kgal10/TLy/21CXQJdAl0CXQJdAl0CXQJdAl0CXQJdAl0CXQJdAl0CXwjyaB2/a5sswVj1peTYYUxriEjWsE/9BzNg4P2I6FU2Nmw4YaW5MRVnGiGQG65lmwD5COaHnaIWOe0m5XZxy/r2TL2rjKQKZjjGe7bHmJZzO2x3ANhrADhyjvR211WwlsrG7z6LaJRihcr/WE5FTHJ8HH1K2kmn2W01dMl/2j/XHR1n4CHt1LFYcrwOCrN9AXHILGY38sLEeAVxq1Q/vRTupetoZUFtPKlo3Z41X6tV+a+/Xwn8JN0CCEJlqCpvCnwxLEYAdd0jaOQJPb+AVZ2WQqrVzaPp5b3r9x/jH4ixgWIPaII46RU83wOeh3c11JzQd5E0Zc7MSIpy56yLaFabwoqG9pOf8ukB3K0T0Qu2AYy6LjEJFS1aFXUB3lazVSGMyE5v1txFd1ehKfIrRzjef77L6UJ58LG2rcI+/Y+qkozNNXOPfxRR7y6sQZvPHMMZU/M0HX63oAX7QvM6HNweygx0Nu959ZeTBhdHcAlKrjJUUxpyh/q4IBlOisWYAi8buJpS3gQue7ObpnLb0uQNpqvf9YdCp4KaVD9OgC/JncjP0EFsIDHaRCyL4Tc3EnLw5CJm7yrkxmB8CdHWCj7t2MKvgujzxXPbT0evypVk4wxqyngQAmgLZMwK5qOYwOavfGdHKQUxIH95lt5Hj0V+PNG0frATx2s3pjww+u7AFcrkLW1PpqqzMVP//rDABbFhkjpISDRqeyL/PCXggBUfXibUOoJt1G/2WrdU2aiitXGxkSdwDQcj/abPbOvZGQsa+VaiJiGsX93pU41zNe0xP7ODA5LKyAQnCoPtNHQPiTCLfmpfMBGdZA477wnRPjNWFuvwXcF2yif7KU5OVcBDxTD4LwAp6xusU9jPd41NakZt30NSSWNM/H0v+Nlw9IcLwLJNZDUtmPgIgLD5Yj3p16xxuG+jQG7nmBURc/SEycuZ5b6Dyg4cgKOgIe88D7Jb+3lyoKqt9FdwOwfZlSf9Fb62kMnBrZOMzkTJjpLHDRG5ow3NA/zIT6HVxA4J66/NZL1qU6D6RGfzuabXWBgPH5qe/NRNgQzhKuIrzyQiR9d9NGrzRffko85j9/9IA2GaLCF7IJ4P3miC4Of4B2dT63t6+LHqWc9x3Vp3xHX0L/vIGcrCZjxZPLDrh4UZ5T5Xgm4XR+yfdW4OED7c+MEedQx/jVgb69ZqwyD/siaXiTjP2Nv1ZRa0O+8JMPf87fIy89IxEEEobdzI3kVvATj5ETdbrtQYB1VobtkHMWgbiniWB2aD3PV5/YZC/eJdAl0CXQJdAl0CXQJdAl0CXQJdAl0CXQJdAl0CXQJfA3JoFmm2pkaYJqHwx0mM38JfSG45B7x/JZVrabM8IjZiP3BrbAimewoYgF9ya8UXXOOR7BKLLdIBl02NAAh70pdW6NePh+UrV0skdKUrABo6DqjalTB7br7DkblmSL39j44EjHuf3uJ8PVpH1eRy2ANfdbhR8xIy4lvTY/l/1zeZ79fwGx3d5N/OZmxjkR2r0ulqUjD95xMCCgV/Zf5a69ecBWrNfzSF8Ni4A+jiHYiRMd9P9n792WJEeuNb0AEJFVzVM32d3k5mj2NhszmW70CHqAuZg7mUnP0++pG42NZjabp+Zpb3ZXBgB937/gEZFZeazMaomkoyoSCMAPy39f7ghbv6/l2OobTeuVtvFCI8179h9l1n6+6PBn94Nzs+LqxRxOTVuotncWEERmbLWXbW2VCvEK0ONM6Gj2tz28eUP+P2OrJ5JsnDnpmzgWFs0c+VvmDzw3OTyHy0Bmvdv1st1LArswQP3Iv1aJtnuuo+ul8/UdLOCpJiKlrnAZC161jqdEGm1ZP/CsfJH1AjsjZDpOF7y93YN4n4iTOlzZr7c11RYodrtveWgORmu9l+XX7Jv1SFnRJ9sINxX7ccvzfOE/GgEM7CWcCqzXq8oeRdQA/m+7NwdcsvX2o3Erg8aBYQhi229X23iZ9PoIgBudS57+K/f0HN6YcL59P4fqT6ckRKqhfNF5iKph9w3XeioTfmFiwNsEZ2bZBiZd5Tdfjk0h5UIkljLoXBWgJzChY+M1LVl1alMN2sr80r/ipCx+OKgnBKrCMIgPTF5Xu1+iYxLEvkzsk1LUTXpztZak/U6+xol3spsYiAcmhR1u6stiaINaWaH61mH9H34E0xvZHSBOwP/GZORaqB8iw+esmjCUhLKD4jZ5XsrfijjdSxonEHTOMBqEaFj1imSgDQPenPaZM6fHVl59ee5fXwse9i6TsNixZ8M79UfZx89zf0K/smAiE4TkunU3aR/BUDyYdAyP8O5oqIM/sud0hU6vnL5MLeuRckhx+6gJC5TMmtgD7xjD7INN2JEZlUpI921Su3xpRb3I0lqQcsXRduXT9MM+84VJSj6GPDBigHqU+szY8lyU9v5EmhryR1rZ5yMvjREspplQDOO/pJ/th6zI2vAlJX1CFbQoMue+Vd6QXCFOFSxMwGu8zi0NL2DG/7r+Htl/RzJ+1Ohpb5onEMAWmj0XJOyRYXSFDwte9oSudoHFwvg0RIp6feexyXv72UP4UCP42BcsREHH383uv8x44jpQO3a3Pk25pzpKf1yU4yoq5xJXxmUM7f8Z/JirXblFaWe0zleXMj4s32VKr+0dx7WLMhhFjNPlHT8GCBsevHnP5Mey2F3KbWrlQwR6HWzJxw9qodxP/xOlGtfEMamMzx8bZLr72OYL3xkTC34mx73e+RnzzvP+KEdnLlC6u6B+tyPQEegIdAQ6Ah2BjkBHoCPQEegIdAQ6Ah2BjkBH4G8Vgdt2qpvt0CapzUs7MPYqnAa0qA1sqTnj9BDHFhxEBp2HdDaJbRCjFnkmbNna5CmA2zga4BSUTyo42+IubbU3637tb1Xnub1la7NN7nGqU5GhkgeJUezAK9cJHQ0/UkSxnIIkMZ6q3NP26tagA96n8hVGNbVE0XrN4yxvldq4AO8POM5pQ8UNDrueURvd31gPbOyfO7b5tD2m4271I3JClOp16/3yBKYtODWueGtHesXnmZbKIu25TAmen380+SVulcHvsXNThVjFREkYa9uyX3GIwXs8EvM8JHa+XWCqaC5IwBa80FZ1b5BIhpQNQYmHauoJ/1V1vIb81XL5BzHHQUq8IeCn/c+Rkwi04BViFamqzRG0sl38XXB6MmT3fk/kR5z75iNhmrFhxwq7YWTLn3uccT7nrXDakrR4GgN6nF4TDprawnm6WKClb/Kez/ITapfRgrVR79mqdb3+U9q+m1xwQD+8x088T/JXI4AdGJcfvgTHAkGlk9Sw81x18Fs67y8YxTHEHwhXQPNmxkYIR1cY8BEu/9qpuk07wR1YITJCsui1ajl6Bwr8Q582YJ8Hy12plaMGjyI5YBCZNuCRhtIve4hHNvkO6ctklAGvfElVkwCZ0uHpdDrOFTvD8AVt+hEhpf/MKpJvmLQZQKmAJjsRWO2rHZTniM+o96w8TKLiSWjfPYN2xYNvhZA0JLHUbusBkt6Uhf613yyjUlWM9XH+hLa4UgkCDMVPzPxXaITTTX0Uo4ShdiXg2+85/wUtwYuXTdkltCQTo0/ku6ShSF5Hy5w2WI7p7RlWULEv795N0lc8IvXaU8fAxu6oDyV6j8/T9atJXWSz43akPlcQHa+v2SCeOlf28EWOYVZ/JNAkPzlldZcXTWiv61AGj+whjYy2ecWTe2RfZF9KEx6HNVZoB9miUyk02Z78J+1VaAoZIfxW9EUv9tXVNIQdOeq2jl457zt+29Ekbt/r7Hho/2yVqZyCocQsQ69/QyeA/3otge3z0ldmzhtFXc45l9eRl5S22R8Q1jGzWGBhsYarr3bso9FecL5sax5FxyKw024d7xPAYu+HhMiass2T0cA0zSQ9H10Zhe6M31rrSVci06Y37XpJKBR1SwkdSZaujrh6yH2u3yI3e9Xy4tD79RQSxjGcxtlA5XneYT813LOPOZ7o+cGy/DfuH3cH5DIUv77q1qr2Zkpnvqtz3ZMErlWIkMDsrUAsFNCEBAbnjDzbVeDeI2CVXpjajvs/opNFH5TngqKVMCQoIg2RcHc/i9LxENNbMQnJocAcYivJrlySyIatH/a8Z9iLewFnw/vTaUnb/pT+VF7zP+tju83AoZjuFe1KzmX9DTdclKAsW4JK1v92BDoCHYGOQEegI9AR6Ah0BDoCHYGOQEegI9AR6Aj8nSFwabN879q2Yjga/OQaHsSr2LO0I32D/QgbFttpjhJx8SKVP9HmRmRS7Ibj9EsMT9ry/xx7YrN1amusg/Lq//b9Y53KINf+li1fu6dWPR06jLr5r8gLL8Qer9oktZhJ9ppWw/KA/VPnKSNmTpLA8BYLUSK1TWq5j62V82set/uklZ371Gi91jjiCDQYiXDEtgchOREhc4fX5+74Q54bvttU2vU5Qwwbztp0e+zQA5EpV5zmltFIhnBkPNMMmW3t0pz0PumffyinR+GcC+rj+6ZXI86H8g3DNTZnI26CvW3RdDmjQ7GGturlGnzATfmVFackt/3TEex4jX4tv6bg4kasM/bx2OtbAbn7rD8N/9jHbQr4pa8lnQmJ7Fayk/ht0XPFN1AreC7Odcfhi9YbKVLdmnR2dEtLwkHHMYj2ac0u7LU1P53faXJeNs57cpQIAu/vGIYI3kuy68yFLXgTrU5NznZTfUa3tJ9zq0pRX3ByJMrumm1Kob1tb9KUvLevW/9fynV5/WoE8GWhl9fx3AQEvTElAkofdZtn1YGeeW8+5ZownHSkcd0lj9IJtprDPgwQIRpw34bYEhH3UzTsZ+0J3MC7rLmuHwPg/RwP3VED20cVol4JhZFwu5EFTzpWUIyrg15P2uocW+BBFzmPcagMTGuQZpI6Eq7BZ8Ab1Jj9W4dWt5vh/vZZ2tOPJnuEIJsTLKsL2FNTQu/IShS9UUdCwhoSOdW2ftgqaZLYLw6o+u5sxX8nLhXbyQyPy5XQsDW5t1xPl/T+lOeyMkT0+mPiqpjux93+LYQkcrjptjjWi+Gc575y0x82islZT70rOmoPSXR8xwQJEbfLvq7ilinxVMzz9csylNySCAzLZLRnHAAWdeIFrOekYbqZYOPin/pIrWyn43ztgK/DNFy5EgzPelchvWU/1nfHf6WfHGsS8qwYSZ+fCnryReqpwUgeX1K8265Z/OBsOX1B2e7hYKhl26YgTa67qzg/jdBJ79S+IL8e9XvbpffyLDZ8JOceKfOyJvvFT80/9cTgwTO66WqoPQsdhpDAjlOm1wi04XqB9f3kJRpDHrZ2pc3VYhcQDLzUD5Cg312Xp6ehoFP0pXAX101/Sl6aaqHqR0JpoH+0ffEHxf5zZHQ/YFe6keZCxovinnzZZCqylBc9sr858Io6IjcLB1wVVQRlpLko96x7anC9oGw36fzDHrs7Vr+FZM8cWNhcFHDz8hntcIxahSXar4ZVnvzhy2qoa0Jv71zJVq7oPK8W5gfXVqOSW0JFBvCbGsGPgeVz0kuyuxrRObHycnFx5bcPOChKua3L2SirF/2hyI939wIv0M71fUANPUtHoCPQEegIdAQ6Ah2BjkBHoCPQEegIdAQ6Ah2BjsDfLALajbQNedZ2dLYTaVOq7fH+DCH0K8xIElqE8YUYjQMOdlT3zl0m7IXTl9wn2iqOWStEcDmtWOb5OJd8vvdxrm7WVHY6LXqbc+Cs7RFLGRyEUfkkyjTl+XxNBETQwPFjJJyuTjzmmo0UiY07UWFPttyb9XycttgzkRY7pPZInXYkpA1TbF9A9iH8KjGvbVgDKf+1SWo3jbPWhM2cUMbaHXWgWeGAdGQ52XeLtXw98WNvFZvqfwNUlyMlTnvUbWhluYMRe2jZztW7poctG71hG+SuLG8xnDWpRrdt1HFODqtI7rJ5Sl++7Ih9HDmycEB7u/Z9uDe3ShTUCd5thy1Y+7m+aFGaVOmXOoRfW33sv4g9Ng9mynJsDHphw/mc89Imnn3wIedJP5dNGmofbCTYp+kX3IOnsmCdllSKfHLDP+eDMmqRATKqY/TNpBcxTk9GktzhiHpu4Tlbu3pM/u+BAC7xqon+lWyhUZNbOeP9uLDXZcgjCKR0CgQC59uNEiwHm55lA6GGnRTWBc9Vvbgs857jMQDuyfak26pjCNsRMprNwI9/RZ4DXpx6GLraI+0pBXB6yOoE82z/VMiZVSIheJi8XZWxQHpJ/gyQ4cEqCujw+hiHqIo00wB9ImE7QwQbhz99EhJVz8xzf7R+USyv0yYbki+SlriqHxiIeAAveDUPhLZueUj+CofStE8qpU4GGpPRjDftDGzuf+Dqp1rpAbmFsKaMHPcJw331q7DgCpLwCiJ1QD9nyJphkkCF8ndAbx8b4/UH6Rj17cHNBQEjYSwWPWopa7piIUT2IoaYOsnqBZ9M3tZq++uw/vOhZkkQOmXYlgP6xQqX7J39J+qjb+nrQuOc6ylXN+uhBKpdKFsKzb0balUW9fviA7uI+0DBl1Kb2O+S09krlesJbNgBF5bZl+nv6F9W6UCOp30WjwBPwb5eYoWXdbgKZ2HSvGKcjnq7U04tZFD/IzZ/LvD15p1HQ/H83HKy8MNFENR0nH8LLu5ZLl4l7+XZYu9swybHmNUihnuh1/RK11M1K8fMd1so50Dlbp+W4Pb9el6I217TMfcgZX6kkP8441E/uSewadUXz+0wffvUvcyDEYiXVPbMnvFo/5JUlOuY8Z8LeMC1yNcmm0Vdlt3qeNrZlg38SDTczTtDY+zYf5nigvFWROq8p7j8gDFMC/kT+oQfEP7o9IfazRbeU8ATbreW1g9BV5657/sCsc+P9uw/0VI8obCepCPQEegIdAQ6Ah2BjkBHoCPQEegIdAQ6Ah2BjkBH4O8QgfvtY24TN44Qd3AgOkAsR2xhRCA0SqpORG6HOLt1HPbSA/zC1fglhIMcA2ViL99JPmIw0yacSK132Cg/yLb9YC/YnvNHW107YgvHQWee/4Q9nBC/sevj9OIDkpWNkgtsoJLARp4crnCOwQsnBJ5R9SQm9LD9no/YHKl70skKR7qZCLczduZxb9hq7Niz284heyNNkS9EMDzYjoidbttYdlLz4XxD22FUNWbG/looiVtdfWjzzG2JdbZ46tADO6G48aglkupKON5xRxRReDY5FB2mWj+pK8lShtYqCYfHCR7rE/YEXo9GVixnM+2/FBSRX0+/zu13j11DgK/o/4RX7R4eQv4pKhCrO/Zm8DaHe+lqhw/hquzoiI6CLjQ4EP1yhgC+ngkHjaNfWX/JxPEy/aekAG2/6XwHzwO+RjidWBxQ2Lf2tPPNPravPCxnhdnWQW6caAn9shD5diT0dkuThLf+PCb/90YARy6UWoESy10XfhTriDuznfjWPYFdsQIrzwWd1QCpFgmD46HoDDwE3a8VEGbCaQ662IcJJ8/NbC/swFto3vmVSVgvzplW4U7/rQQCxFvCGIT8qFDErkoogkkm38agEjw3kPSKckqU7Fmls+IdtkAm65qvB97W/XfW/PKboAmxFi9gRzXKv0CQzUcH/E9og6ElJCLtMyW5GBolGHc3wD05afF9hADbExJbz003SJd0C+3ooMuI2DKT+kVHVsoYthXRwS9E1dGwubzsriSgnFQ52oqafKl23FVvtcU2ckXY5RECOCG599+gZ7QjE/JN2R8bYHfVE5H448s3GsAZrWAxBIP5oKenK4IMESFhhtBOWH5Ox/m6Tcx5FPxN6+IBPF3tO1eM0P7lO/bAlfw0YcoKGMn2lD/neizBWb2tyHIPWHX/M9rjC4N+Ty2ky5vijtKRs/TJ9m1t41zXrumSqJYgh5hL3/2eMfMH7lHvDRxAyNn+geO2CI4ow/8e3n4KLqxyWvSq9UXSCOAN763M+z2A36/U8e1qL18uE/sMXB/Zp4P9aRP6gfkpR/T/Zt7bbaie4YVFW8U9e8XiWZuXMqFF3C89rXZSyf/06s1Cg6C37sanRrJ9ZBJ/MIEt+j2NEwQw+3iHTKWfxOXuIiycw7qR067h2nAnrgL75OqfuW2YbfXB8q3L0CIUZp05P1gwiR47LNNVdxLN1D0SgnqtFY6u9MpBPffX4pzBwUKGkR8Bw+5LZEeHo595wJ87cvP8LP9Wj8kfOCzFFX/2qT/QZ1bbXRN6xDDhel8r5dNKeqCS/qgj0BHoCHQEOgIdgY5AR6Aj0BHoCHQEOgIdgY5AR+DvCoE4VcTOpc0RLgX78RGnuIMmewixFQIuEUaJnmjI3v36E6zKX0DS4cG5Ei0P239F6NQOJuNStjxyn3C6bZs8PXili7NdWZOaMvCPyHgz0fzezTikYcPfQ9JJJhr+ObZ8vuGmspv32p4PbA36KU8gWHEWKodArZmURXm1leIdNrxXkr8VYzvCG/A3kROJuDmzDeAyG82SCLeQqQu2Skm8simKNe3BNqrlD3cz7NE/w/EJu3+8iOFlJJB5at8mT2zh5vP7KxzaOdPVLhiArEWelW0SZzyYZ+zi4/Il9mCjkdIyq8R22TSjrKp+g+/CfjlgQx5mwzFL+v4BTdJer/cq2WzDSbe8bqVQ7cPGZdLef0gqa1POVqN4LsuZDNjH1Xs9kONsZFXVyMjTSouucZ9dhLllBExOcG7ajxOGm6/lrHRT3pb/qeciebUXIx/ly2Mcsfvi6Uet6EV4nuII3Z7wjLH1+mmHvIX6XOcJznC5ts++Jhn26w/kP79fApgG1UCxwQyYGMT1+MXjDFDe4Ep+DYNfHebKCS5Rocqj2tt42kznDhjs93s8gReJZLxM9QRusfJNsx0vUbBWxoPnGO+RUg3Ca3dgYr1mY+k9Xqh7whQYmkEZMrEh3wrBko6l/VE6s4kLI2yEMDmwMmBVQSQHMjmoBA76j3FQecgfId+mL84JBTC/Yx/Qz2iDhAjP+EjbOaBdkNNU88SzKJ5ZOWXDcSbuafdL0ulVbIx1wntThm0e+JM+tdwXTABVoZJYnqtWnHAggMffsqe0Mn/BBMbESgrljnz0l19sSZOhndOFyFQHr0ZWUS20/4CevYPMW91nNC2EMpwhntgn9SVHMKQ6J6Hsb0Ao6O8od2JP6JHwFgmBQQXqTh3W15CvO8p+Prhukwj3DT3gXgkHViDN7wjJ7b60IYdNV7id8z58da6n1WcZTGqsHJrjiV/hz0Oo8ihEn0WKdzsaceZ3i2lFbc8N8aH8CUmheCysYEkb/UUdEPDud5EX4pbe02P6c5a7ZaLgyZDY3+72LBRw43uE5b/aox4pbxPujHzL/dC5SGQJ0/hFgzsT/PRr8JGYZJJmr4Wqq+bBVtbdbXBsIIchUHghi4lzykiY8JmJcWYe8UdbxlN04qbcrWwq3C5vPvflluJ9ri6AvT+qVnTm7ZsrQp8TzoOIAJLPpyLOhXJ1UxezxwTFjIyZ1U3v9dZmfwh/+Pjjwuf1sq6fDlUo924rwY067v/iHOSPPOcv+0zi/cjCgXX3X6nXMCSUHB2/R/xWM+Nk0UMer/tx+Dl3XVhUozzZL3X0Un9Pol0mON28+4KkIYCNYrH8KJ7W6+QPJX7oIUf6kra0+cjz3bpxd/H9bkegI9AR6Ah0BDoCHYGOQEegI9AR6Ah0BDoCHYGOwN8XArHfFTOH/Qp73ATBhPfpu+OfsT1Ou4ORVSHyJE7dqu/dCE0KSffm6i1mVYxRROszDmu4B/LLn5Q57mzT+tj2p5v2We2tciVwBXECggPRgQxeSHI0hBBPlC5OhGz/aLRSQ/kejOIHf3KEYMOVKlsrxsbPt5Mt+iN2f2tH6IzwPUSZxJt5RP5V5503P9wd9+CLg0m2SkQWHQeLf0FSr93Ozr2DOY6z4brd4hS7bDgaWq19PEchsH15wWmzd6tDm21Ti+yiN7AkNPpgNNcl9uayvIt+Iqpqr9x6IlZythFdcJhbCW18uNqHA9tt8ttbdTR7bztTzQv4nyJqtUODEaHDV8KAT+M/Ud2PuYb1UadTNbLqBi+EDJr82+ysMtvRIXiG/cFFFPB31zjixRM4jADlN/m3ZjzjVHphfrlLap4cY+gEW1uOen7jtWzE1wqprSNacYHnKmyfeCkFZ4uybejRAS5gh607DqMZL/CPSXiW9zF8v2cCONLTAEmAUgJ24+Q7Kz4IF7ziDbXXFX75GeBIgLm/bgFn6vNAFkQM/wx8w/1KBMxMegMKF4Krel0oXqRgKeCJfyQ1EaomHlZ/IDnNxMMQpr+IFgkYlZJulFlIcju3Lp32JDImV7RAbhveelkhjijr4x6lLFSdHll5ibg35cCKCuUZdpAihLReJJxwp297vNofHratHV5KzKRFDDiniJF8EmOLnnmsLrFPSWWiHI8paEt3/9myxI6PEy/7gapHR8Nob6uD3P9ghQgtmQP8/cWZKm1ienEwuiE6numic738Bn0r71TlbpP+A4U9+mgAH+uzLEk5FzNcX6NHkId6YRchqeTlOR7RLkp9X4bWvkwXmfD0MBxZBfYdYXLHkGNiZjvti9slXhR+cfl+Peb0n1Qg5JsrZ1wwAFkuaalvcwi4bVykKPU+h/W2Njm+67M9jMwqlu8l333uqz2zIGFef4382yS3JX5Mfy7ldnnAAvmml+p8LDJ5P35BST+mr1mhxcqhmjqanE9FZxNGfaH0ejGJDOMZ/XHCd0HHjsUq7sNMAzmfcb+7DTxPuGc9f1lsYGh4Sh4Pn1Gse1y7UMZ+tU6Pc3n5evrT2nL7ed13/BYZfKTMWkAx+MOK65kQ1u6L4Lh6/9juqUNpT7XJqAw+mRl/iyuyDvygMbSyR8La0wrSn+X1+vK7CR8/WmtSFMklyEeI8nfvfoPmsYgCnMf8cOIH4D3FJVQ5Oqb+ZhUYIWWc6wyv4Y+CCo3SauJrq4wcJ/m9d6M9PLrnsCR7K7IyRhb0YknYERcO+aPXF7s/tPzhUvXerRv3VNBvdwQ6Ah2BjkBHoCPQEegIdAQ6Ah2BjkBHoCPQEegI/N0hcLK/Y4MqRwLt00QRPf4bIZ9hVyCBtVUZDXLErrfT/sn9iQid05sfY7eVLnWbOsjW2IPLnt6A+tj2p2bnSn3Nlhbbl+wBbVp0SsEGqa0TT98dDjtxMuGpdjeiP3PEqkZkPdtG2GvC4u5wPEv0SGx799n/Uucr/bEd1rNoK42HnLZZC8fWTEjk/Z6oqJB97uOq3d3WyQelyek7WsF5xV6sc+NCKOV1/gtp2JdWrkGeLHkstGyDXLz4CP4KwaFVM9FpdRILV2NIZMj3UceYH2FuxlUtCeiZLY+E6hSbpTqG1VgvWnk5/s4zW2fiaBWWILZY7JvpN07b8TL9EnNqQgbFOaInI17h+z1bJSKvY8Mai6fgC4kKd64lF/huGPXIFKIBx1TuL9n+8N+iZ1szm7jPPp/1W1lLRzgBDnVdS25ga7a/4TO1VCdUdrrDP9Uvl5WaNR/0SO7oCr7UhRzxuKbPqoaWikd32u7PJX7PBPC54mqa7PvWUFYcLHq94sa/h3CbQjrik5aB1bzVaLzfmcACpob6kMCQxtyf8QJeGGy6zjfgHwPgLNHLrqxvYHAcUKCR0Aqu3pAKGvfIFhLUAezHQS85akdKWviPe6T1mQptKF3DhK6Qaouhh0NQ8JhndymFT156KL8EkKSHKz9WvFENwzBDVAyuUmDjaYkiQ6v6r6lmUzXPDrjz2S/uLUA4bPYlODKZvZPsYEI0cxGbXD6ioE9tV/qbKmvSdyJmbdPx31kl8Rle1Xhi4u25QoIK4Y09PpnUSupbNUXPJF35sN9AQnqDzbJ8TRFtJc6tPB/wtempZ31Qd5DXqyQnK7emyY3uIZ955iG+DeNWVcvfvl+eEzNencID0zAaBhlfjn/Z9Ml288n4q/Iv896+vqses7qyRnLZ1T4L43EMAcziDUMbeD8TK6M1VTSsm/ZUe6qu0u1aQEBWdYxxTjRyrvCkVzuX34ERJPZJ+8j/iP5cyu2c4Xyjp/HKD4sjZHvmEXRkJUxHRSWgTZuOn7X8Nhr3fA+WqSUSJiyGP7joz6PhoHk5roRFd14QCVu2PuRF7o+erbUubFlYKEMnQm5+xslN5I0RIFKFl2fHKH8vPuJ6V/9WrkprkuoTlzu44GHvnuT06XwUc/vXo/Wf11sfbvmqf63LHwfMIi44cA9wCHZDyTdi2Hr8ofC+THfJaD13H6fUqd95FVz4xTVc8+OKUDhTiGvv3k8Ai9ygwlHY4vuHeXua2JtBr/BEonAvDlMps+1t7ff6JIGVcNz+Xndv/t36Amxc+JQ+ZY7yB7tjyFWA/oBcmbs8HtPtm2X3bx2BjkBHoCPQEegIdAQ6Ah2BjkBHoCPQEegIdAQ6An/PCGh9iilLxwecxgYjb2pzxOFn2rs3LfsDuw8tNjJZh2P2B8bBSHut9ia4lwmbaKxYZcwLXB/bBnVpn73dP/IpsYnrMYlns7bNgeiY5omtFmnLOQULndsdLvIm2sx/gAMK9jzspUYD/D4OZTq3BbmxXQumpLqOb8fjN7vl3bc7NsrlphEA3eKRA7tis3nLNRiyeyGK4h6b6dvDJ7vjd98RjRGCHs/RxpmcbK+xwT7F7lhV3fX3LDOlKmvKlJfTEgz/hBfzBJ57+DiPAackayybqOZo0/Id2cOVEK1zxfHRPDscctYFT1e2R43M2qb9SL6eStGm+qGH9K4hqjmFtJaD+F34tticteFiU7W+aqeCbm00j/ZcvWlphVFYZ3WIRQaroZrx3B7ZK9snLzku8Y0lGr5Ejk+Y3btY+/OBbTrVWW3n8VTWJK0+PVqx1n+5T2Q3Qur4+yyIUE9avZ4fGsMQwD/4SgCoko+A3GXcflSSexM0QW4nsJagEIWjfgg6WoCTGJ6Ew192V2/x2IQEO+qRhUwxw9MwyQO/KW91jbJDbkGUASUDHwXQhZ2JMHkeIYiU4jWO6jDqhDz1oxv9QgjVdfpxeUXisl04OwFw6UBIC6otYqG3s+pJA5jEwYPVLMflf5DOthRiklNFoNR3Hr7KIZUUksPyow+UjyewKwskQHcHQjBA5kpSSGBLE90+JH5sTc4+pt+KkHJgOUHwkmEin+iTqLfPTxjcLu1530vPqF3ZjGfPWW/ROnhp7CGA8Q5mBq5bmYx48WWAbMlunbLXaiYIxCd8xmQc/+W/Ur6hGZy4Jexfb4JQB+plIAmEthB/f5zYlxS9d4Kql15pfxP1vvHlc/thycobw9u6L/MVYUF4GW0riyTLb5bWSn3/fFc9CR2S9ouBoX//DRl5WewJTcDEZP8vrnDhW+WPUvDtrDvKWIcXTRomMP5lrKNv6uM4QegTNmE3/5onhk9wpDilngpoBd04X8odXYRoa1K4cuYI6TfjASxRqYf7jpevpF/GZl4qFvdwHacKaW9rW1pIv02O4+OBcUyo3+lXyM+PrJRfL8509KmA2xeMe8PKU714uEfA0RVhy+es7PsnnjGuUpb5Ssa2Mutc0mOyb32RseiL2R8u/vDiHz9C1uX/okmsrOJHoivaznif86V22pqjYeD8B7bHxdVjP6Ys5md+FPlyqj6/Ldft71XcfX/PqZWDdwCFOoe94ceVCwUGfjQmigFP75qrLDeLjzb8VkJ+HLMK8ie08xdkIuoB80UiVFhGKrQuL9qZy9Nxluh0672LSuOPKwlxMd7NhPDQs52VcuNMGHV+sCrvpd6+V0y/0RHoCHQEOgIdgY5AR6Aj0BHoCHQEOgIdgY5AR6Aj8A+HgNY37bHa77QvJYQytk6JLO29Bx2xcOqQAJ5JJmF61KsTe62ORvGDwja/4PillUozXmywsXV9PDgfsnOVfVmLI3bq0S0Y2U4Pm/Ve5zi4kYU2KawpdLYx1PW6gwTe/QJ7GtwRDnQ7vIHjXFGp+CtG2u9e92jtaGRbvtsfAKn8A17W6/D17q/wXIbuHbCJyuukvyJKGAXSYOuXm3ArvSPOKPJiOzw74ZIGyNWSXc6LNmwRFQNCynj+nya3OcvGqU1d/sQokOAOfgthkSed+RKuGHI9+mMObfDiuR3YUg29bPREXCHRK8hiHJzcAnQ32ga9g1Us85Qt9GX8ieVsZaHrRVrjKDX/EXl3tILFAHEeA6/gal/48fBv0wPKEG9Je23qE3olR7J8E57BnqmU4n6Zz3IePk74yktpa6ag4Iwey6/JY+jZPsW7XSdF66CWEpIL8bL2diOPT38sUx7gCCdypK8mnWhP7dKl0zpL+lOmi4vpk7efflVk5GWiuyu7yPfkSwfEXZ8IxTNJBTQekQFfLygaayxvN6JeZcUNyxljuQRT8COdzaIj+e4KkIAmcYMrde1J6h6QKJsEoIPpHvCe3IgnJLSNNmWFwUun0I6FDplHCCs9egnn62qDlYFlK1xZkFUTkN72l5RXXZjfSZz2SMCQXu+0FeInihhlsE2vezgQS89cVVDSSNbsWRW0QEosvDyMrT5BoAZ7FDrelBdi2IJECOBsCVFi+kUy0BeN/Xi4/hX1QGLxxnGCd/WCg+S+T5tQL6q587LpmKESlGPkJajHr/vGCvG4Vzec2FxpwSH56conlMr0NWgcA5KW9gHXDM7sZ0yCbEDPC3M6EsYBjz1DM6i70cEXyH+S2zLQoRTIipkB2a6v8YY/QKYSm37WoxYpSlYun3CkCfZExoBnN5p372Je9HhnxkPXiSilPlxgk/PGWZ1BJmWuOvzB4Uh+w0vazdjt93qh0QXbIcZkse+t1+z2wXYuWc7EblJnvP+Acr/c7d5Rx/Dfwf6vtMX66e8Qi8rw/sd9mpvMvrDoWWulPiZafwwRcuPIG+1q/8/cZSEJix0ohg9zCHdSf2Zsvtx1BFtTJSXnynWShdt7Pcj1qF+/5nmFxBCXpEXH7j9sj0/9wzVZFn4EHA3RzAtjxCu/yE+eJt02B+XafEiV8pt8d50rXRsHWfwBLv4IGPnxsexYWcQPAH/AIEH6quCo9ualxv1840+wJpc/YpTGSAYHZSUKwOxLll40cbW/0pcEF0JvIj10sj4/IVG3+ssf2tV1EO67X/PUhUD+MBDH9z8baCknCsgoW46Usn6O3HhYF+w1F1SqrVZO+a4Em9ylwHy1cfd8zEa+4JicjBMWefi+WxmT6qQLh6ovk7j/6Qh0BDoCHYGOQEegI9AR6Ah0BDoCHYGOQEegI9AR6AgEAS1RZYvzArKOjzbkVdKQ7fNWIqtO7EE7rl/GYmXI2di0tf9im18OP9l9h314Ce+CM4J2M2y0iYCHPfAu+5n3tPe95Gi22TvPSBMzGzK6dd4ID2JUz+Psd5x2QmjrDCS5hs1xgmjEhmvky3GEhFw/w+ZINFbyTTrS8I9H2E7P7Xmp/K3tTf4b35E/XBCNiCczD6/ZWnM9avfDKUZeUnsoh1hrb8wHlsVt6OyXA05b0wE7NeS89sw4PempqjFYXPjHhUV80NHkDg50ZZwtEWIg6qN8RNlXCeU8/3n3Brvzuytszgoe4+gmrwZLdSESePa7vI5RTLVvGpnX7UyVVys87eMiRTxo/36sSWXvFpPUqtxWYBRg9N1FANrJV85sCpia0/8miYxli9WKHF2OTLSZvXkPLiDAA/pgKG6w0FlOs26Nsafr/AlfZdz4HUUsmbkHv/YOWWciBS97tneMnK18OUT0gnZ55/2Pz+Tl5DLgCdnf+wDHMKDvCquN3Z68b+x6f/rkB+NXujxXFYKkQjYBuPzIR80fDHTRZdWAQs8w4+9WSAc8sN6ibPtZJp842bqXj6VENkxVKlAbrQNpAWnq4HDViysOXMXADT4f/zh3EPKg2NJ2hn/Vc1FlnAgzu2PDZ/cIVRGVqzpIEogesNO2s7HiVybkkfRic5Sww0ONlpnx4x3ph+r/CWUcVTC9JA0PgRezMeEl7AAXGdSam/qSQc0Tz9UaWuRkRj+OhKJYj+921/TtSF+6uqXKul/fMjE9o7US2fmgWL4AFwbvgkf5wEKCw+4/UhKeiBG9MFffV0hLMpG2NP9SGltoctsqwTRB5nt1XH/FE1e0oF/WFTyS8Mafp8qfiYKclV7M0B48jVF+XgL/gTb4wqYe2Oz76rpR8fbF3skYiHyOL/qTF8kF1TE8AABAAElEQVSyGp/fvRLUp2ohF88+JF8pKPlAMpgseLnup5+B1pdFBPI8ns0XGImhxyXWuXG66xOxb/i7nwVe2Hs8JN0v3PAJ6bFz/ef856ub+FtnIWIKX27Rb/a9PryBYF5YcaXnskk8SF61l6x189bfjJdb906tEhFeQoTNOLAkac+PFENBu98rHUkmf6RVO2+X0L43opSEkXeFRHWfhZrVIFYHw2070XNs+LYx2Mp4zvmEt32m97YrwUbCl0ioIqr9VuVvPXcBzekyF4JIGvZlcGRd7R17hpH3HaOoDeR89U67eNY5LU+70T3PFsPLOuHzIa8NQ2KbHjp8WmHhbR1j40jI9P0X3CP0eMR8KP9z5K60ypNFPnl5u1KOWYpQ27uReUrSOo14SOL+rCPQEegIdAQ6Ah2BjkBHoCPQEegIdAQ6Ah2BjkBH4B8TAe1UZauK5VRzE8Y6nVlWbGHz7ptEex507pBriRMWjlGETh6InDfisbnDJrUashenL52oYmPd7IoNU22qzQZ9077aUrzeOU5ySBEyi7aEBMYBa8Gu6NaSO51gcOoaFklR7KmxjMIRYV/UIVDnu5VQvtqLx/BB2F0v2vOx5a9okvZJ2Wj1Ul1mHAPBcD8abVCHNPFUZsl45AsZTB/4Hfvjnn1ejQY6zxCbcgLexPHpbD/m8tWOKA2lKbPOMHr+YsPVmZHPCv8z7rSNuseuNmw/5rGPtJ820ljM2WcaIl6+2DYvJ5s9ydvxIgLYQprOKwPOhuiv0SrZYBe8xAp5cf5b4y2ubKbz4IxNXYkLz9LpET3SCWyCUN3v92nzjIPOBAY6uekQ+KLjgl/zUn1dpm921zP6SYRZCevSZxxFwbMwvq/Gkj32+EluBAc2IkoejTyM3TvcRrrRP3cf06c/+p+/cu9dFc+ww65I+BgrJO6u/nxXxUnd6R8EpgMHwkGr8CP7/A4MgjngSWC5a66svxjZODtFo7regJCUe7w0Z1aEBFRWvpAwyqmC3vp8vAkgraFupWQFBCSwe7AObL6efSeVPsqETE7SNEPZJIHjfUquRbIvYYCNu44rPV54hYeD7uMcwZSicw5Jw6DBfd89AtZvISeufrYhT1uccPOCse/sgcqnQkr4VRn8dcXK4ioFzsTwD7FJeaPuwhD6afw9zXlJ/6gVeonufGGEkGfvVFbeIDiyKbukqlIqOX+95PB01yd3aYukm3tNz4QIGBYmmW0SU1b78PJ4tvzRZ+VBbrwBrwnBPSyEEWdCGiSMINOjK0iYmm5Wd6q60iix/2wlZfpicYKLN/dfWSQBGekm7SEhT1mfdXHZXut00cMiJlyNI/vqjix4QMZgoxwb8bdJvyFPcsdC2m711R9e3TzoNUOZoEfX8+8hl5nkLtPeKKNy3sZfuNpnRBYJ9YkVSrMx/w0FvTPUuXqBvlJeEYNbppvC1LeTzJcPqwY1T89towKIxxt+jMzzN+i/e3NATBreY9N/c9x13MSXVGwevw7oBCGLXVQy7n6JjP74IXeq2eaPKAA3NqVWhKbfd9Xz3nN0whl2hLSdDkdWruEJzFxcpLslWBnHpeBeb98lY/Oq5KU/H7/lR8xP84LzJSfxXnp5KuWc0TKfczhnWimVec4+FBmD4LD7LcOIfrXhWz/ltMnYqvFroOOvqwkl6F3ockB/JcANtZI5+a7MrcGtsIfOW59EHPJ5lhBf3Y+FH1eGrnYPcH5y8dR5Rrk2nB8qtz/rCHQEOgIdgY5AR6Aj0BHoCHQEOgIdgY5AR6Aj0BH4B0VgM3QZElobFqGEV/YKnXHQkVAcII0SkRQHFQlFnXn202ek/UnxJ0a51HOWYrRD+mkRFQX0tm31Y4DcrF+aqLWFSZit2n3hdgY+8/5H2MnYJjQEsCTq5v0oQQoxPBGJctrjyMGewHrRTthNW1uU1+uP2Q7LL6Mo+GFrDqmOo8dMeGqd09yrdoxbqtZSrdna/spcGfsg7KnRGN1+Un5uwftZ23H2vCVl9XBDiYwvPM7SKrXylEOdiwXidHW8JqIlpCp83DLZI+hN6lQG7fvqSQlRW1fCXcGXuIXmQt41kSS1jG8y52SG12hDYVfcic5/OEq5UADO4ODe0epEhKOuTcYYjnNPu68LCIxYW7zWjm0Lj/BHx4Xw1eoOzjluCXgZcfS5umO17cMlfYpv8sQ4IzLo7jucFeEutTsbwNo+zsIAFEFdeP+gh2KvLtm1I6/s6b3C6ezwlJdfi0NROLD3c3tn+ulP/stXujgLll2tdHaqilgRpFG4iHx3Aa97F8rBccBASdjnkLiQDpIdDPR1hzu3k5WNTsUCpMKheNzjD3fpZDpxlPmnQxdIAPdV1BvUTcVTQdKlgI84+O0UPshXw4jJSjf4FSLElSkSC5GVkwH4kUnyQuWtznaQ2CMCgkea8dRRiFXSzpAGPKmwASJhvtc/gisTrisfJjCc8EDevflF+sAVQ3qTKnP1hXKrPzVN514UzysQsFGQHbMhDfYMMgbmyL6ohqjQVzotZzBIDl0ezx1gl3mt2SHgIHMz82tWhAyuXgH/VWIuxNl5Mrp7kJ1L9HnkoR1j2o/8hEYwxMSYPqS+jeBsuZ4vvzhV3w+TIR/AhwnoMOJRu0K+65EpcWnjPNq5vp3+nm+fdUNSLitYXFTAy35l0nGP54GXo36Z9XK1iHPuU4H3XNQLrh5mAgUkZZ55SU1sYj8it16wpRuOhepfU3mcpIvuVzkXd9uNOqfRLqAgpMP6GyZmCWwnT8py/HvcKGfrr3ry3l/zSWiCCmUZ6pglGm/+hXRMpJmAKdM6b5WZ/vHe7fu3arAXd8xdC+O2xvJ+d4XX9TD+Dvl9qbiww1V2JxRulWD1576QjCaICOnBlz4z19X0v3Am/AN3F5dahWy+KGZTanNulxcPz5d3PXf1kREX/IHivsvvjr9HHhbkRFzbTwuDwVnGVqJtGreFBQnR4gsOj9r99HPKkvQ0j/Ob55tjvpXxlHPwaf3AuHQucWGKZQ4DewGvv0UO0FFUniKEoL5XtHeUayR8tKunHCeHwxfc5YcOWVbmkJrZbsv6flnvFX7HDcfD4o8qzoP7lnD+biF8x+g7Ynuxp8aAfUcJ/VZHoCPQEegIdAQ6Ah2BjkBHoCPQEegIdAQ6Ah2BjsA/PALNPiexpXMc/2LzhczSF+uwI+SsJs7wPdiZsPXpKSkpqTfhgsep3JDEl/yJKbVnX9okv1eMaU8RXnAIcDkrIXr/qi2cxrjVnHZWuQqtzNpWE0WVVk5GX7U9cA46JxlFNd622iexBT7fRv/0Vl9i1Rz9JIHdE9ftQRecgNwGbscWoQuhh7UJ2jI7ZkX2U1RDrveEtJ6w9Wo73uHRrU3WPqnPx7ATxoJN+ehOeDeQxeYeR0T3yc2ewDpkFntQcpunbKLaNsP7wLXs0ak9dvuV7RvlBnQUs4VlIm71kPVFh86E11v1yMDihSX8yby7Yt/lyWiZcFbFRRTfpk1cklvZIz8yF7muvrOVII5ARq2d2KIPf2DyarUmJXoWe/oLYU+9RPWcsjjgW8KwG6WV8RfHOfiZyCe+dx2NRSGRaJJ31hPYRQPwUgOLPXaSwSdu9Nw3rbTpxz/7P7+aUbwVpZQtLzd0ZgX2zqQUCqDw+t/yfLyzg9cBna6gEUxIwzQTbpc9S53EZsg7OgWaPEZ5STf7q5E/gYMyJBp3ALiH9d9BuBxZKWJIg6RNd1uPoHF7Iyny5VX/oNxUmBj6lBsSEmVc9WyOwR9Xbybl7DeLSkUplS1i1UQnWVakQ3mdXu1+jgr+O13DRs+2x38hJl5V8FNhmR9RBUlonVzZLZV/eCEj9x5Cfqey2h/In9UKtoO0TnRFbpC3yQdrtBLqdOH76IuHwt8NkPMSQ+SKriV/TQoVOsFkHz7CzBk4kaf2qGUjdnTGxQQtHK0SZ+BvaU2fgc359pEXC3pDEF5ixDOpEFZa3bomJPHoyiIGsmk2RUv2D5MfKdQdBDEkwSjpBok6Db6w8VJVd2XhSNM8VJX78nNbdr9nfNg/ktR8Rsj44/w7EDCccoXKNY2IPPVo46jSVw0JlcBqsyy+GCD8IrcCoEeMY4nBGn5qt73Uego9ynWVdvuvY4OA2NzWi/uKlWx/oCywj47QplZODfRkfwh/65Z4U2pbveLVrceyYUUMdaEe+DmhkblFWZ92KJGHdThHuXrIF5/7m8dL2v1eGVEPtfkGvsrqHJky0Vw9co0oMP2C6AjuFe6ey7wAwcO1TKZr+sFlfedsm6I+F/duP7eDVhcJUGdCwTNuFhZsDITWr3Y55u2vejllsQsYpk5ltBK/+cOTFW/23ETYkLfrP1E0HvTRwdZy037YcYlP2kp9yq5kRo7YLRDArIaa9Oq1G1S8+6qLzAToN8w4E96eH44u2BHxBUyzgMK80d9WSDs/X/6SEpwXwsBM7pVtaJvfIKdzJP2HPP446UdHoCPQEegIdAQ6Ah2BjkBHoCPQEegIdAQ6Ah2BjkBH4G4EtE350ZpUJJ32vJUoc0Y8XHf/N8ST3qXauSCPTI0N0ah0oyFwD5+Fr5gbaZrnWk0pEdugtreH7Kske91D2WmLrdkZzhm7+P4am/41jnE6dR3gfCDShhk7qKQldkjbq1PIqtfq8Eu+y3O5labkqZY97Xra2D7cjvdQIy/tk4CbWqxTO/CB0NR7SPYFJ6Ydtnj3cTXFpB1S+zz/tGUqm1v/rXg6J6Qy2MsBrXBB2duYtNYThz2znr6/tH+sO73NX5zoxBKyejaiKrIfsI0Oe/RKG6+ynmyVyhK2JPhLIC86O9E+Oofrv9IeOQcNsmrdKx3IVwclBzeqw25t+OoVr/c3cBE7Q4LTrPaRY9kQ5pmaEmsv+ewJeC62PT1gn13xvF5YcGBUVg3JVTyy4xxlrZbxIYe1mF97M3E2gUqHK3iCEMBuFyvf0ZiEcw1lvzcn7aPdyl36jNRwI+K6zG6BiKMZmHODj8dNaac3n/0fX82L5JKhSjV849U4qFx2lORTKcGHNrAqferfUhwbZP2ibPhUN5GeYeBHwL/a4U6OYV+yzYng1NGnpgmpnW5ZEnIoHW3Wi3JHuyRiTdEG5seewAynTXVpS5E9eAQeVTrifTtp6bW2TVRFAje8C/EWnnckXa3iMVwDAxE8JLcrteWrAJWHi1c7nEzk1yRAVNUjG8oP4OhLYz/+nDvKY1+VgqmK6b+TKNy3fQ5E+mVY3kBq6hnKpMDKimX8Gv3+lnLsF9q4eXK+BgEsCEql5FWedbCaA2/qaSDU7yIR7OCoQ4IxeJ5kb0/amXI2HNJeV5MY2npgNY4enWySnoF4moioW/A+6LAuXsRIrCf+ghtiQpxfGRpAkktPdwW2/HsFvlUzZerOSH8YUNyVU4p3JJzyYGiGENg1Id3KeO/XNo6SQFnyybzISh8WDFzT34ltr54wZhnTSms+J+HzYTsePrIahjz258SLfGVMj9e1GMIfBNGvG2U+jn/tYSyCZGRuMH7+shgqnJdF5l1ewwpquad+VZeV18+tCrlzeSQbabKRO2N4P0FeMxaur3+LHkqMunDAVHe3/wa+Fux8nP+Ss+lFcPiCFXDuVwuZjIyW1sbPLZAtIbdMc99R/aLmOW7UQVd5MduyeGV9B+Huog32IS6Z/WHpTOyxtaHpgbciL32lLvOOGZy/r9w/grHDN8OEvOS4iY+9qAzMM/TlxLtD7991/T2isSKK+aXNT3fV6Q+c2VWQtCcgU85EOI5VIliCnRIU17ae630IybtqubwXTbZUyuPHB++35ZqXNuNm4gVuyYXo3bpxWVK/7gh0BDoCHYGOQEegI9AR6Ah0BDoCHYGOQEegI9AR+EdGADsTdqsQeJu5KvsCu1UfkQRjf2KvVvcG1vwu+6Jdziife0LKLkdtaDoIQVDFbny2eX24fftD+qPqDYm92TmVVkJSJ8E9XsAjdv3wC9jw9F7Wlqk9L5EvsTnude7xH/yJ0SMlTctL9UPkeTzP2U64pbUJ2ke1mSIcjArcCiS2XNvuSyyU7GkM0jrO6ZFtUmUMie0XooJORMIdsf8v7Ok8SEqeOIxmt+TWdry8fxR4sz/GZg9nAF+zDIaxBnNt2pt9dEsV5LVsekR+JI1W4ZmqN7bpZhyJdsG/2b9N/dLDOjcMUj3X2FUH9u9d4GfcQ1neJ/tCo9vqhLo/hdNBQtNG4NYSC2ELRIl38J61fxNReJUEJl+ihMZYrmX4ZYc6aRkLe/jK6715gz0fh1cXLtxV+M36yIvc+YfeyBtN8I4Ljk+79dcgwpmnhY1jwfRVwrT/2f/+1Rriyg2bDU38FwghjeUaoCFao1wKZwbBbeBw+RGOJhgS+j8NS2haVw0Q/nhiUO+ZrHSRhp6AQHQgtU5HNoDIhBZLvSQx5DahaF1xYMhYPTUlNdrx8gHSSrr7bPmtjgpFihcwnoYx+BOWQBI43nDB1zIk/hrWUha2stqHTxrw1+qAIwPIiW/MpGw2B1mlfM0esj9anyiFFMpK2GB5xGnHChA9Ju0olM47SnsiYUhpS/x4uKH4Ph9Tvdld7T9jUEESQs44qRThiQs7GRrFBliV+YV/o/T2BYP3+t13CUkwQZpJSpaUNMFm8KnVFSW3sp8/ylLEmATswsSgN6OrLXb0x7RAiuGxfnm0vr+899TrjLn0q3gQwtqwD1eSUsiNN2UWB6DnJZGtsG+U9r428BTyMV6kSWZoBonDf2fMsy+tY+e9FTkPj/mmG3e1SXmW9Cte0+MvGHsuyOAlLcgZ3HfleuAe2XwxOo4omrAOLEI4uqILL2ZIeOUP0XoxwT2G/6X8Fdbhz7vr76A89z9FD5kPs8BBeZGL8utoZ7/54PHDerLYQy9diHdf5Ct7AQ8J1WD+KvM22pfynWs517lAFirW3hDhzGtZvYdM9Wqz1HPalj/wty/bOU3bkvq8cqLL6Ll7Tw/zFV7vLHC4ZoHQDkI1Xr2OeRNHU5OHP3zd8OGRi3GSgvbPzlX8CBj5UakX9+IPzui36dsnlVvKg0cbo9GjltJ60Y+s+qK8ib5LSGc8a48r4aANvUJ9bW6xxsva8gMgZflDxVHFOyfhr79grBOxgR+YhQuoqr852nn7+qyTEiANMq+MO39kjEfqOEKys8gmvUj/Vn88q+CeuCPQEegIdAQ6Ah2BjkBHoCPQEegIdAQ6Ah2BjkBH4B8MgdgfaXOsVfzxrH12YlvE2W0lsQuPhPU10qomd7cBXdgObcQGuk/USR02JIANP6wFrY7H7Kst3cc4az2zIdMEdwBpNh//FNkP8kNu70gCrY9x8vGMQ2C202SfVS2WR3iYIrbP7XltOc92wsuSC31tl14FUyPD4lXr9oaTBEgkLMt+vFS1H9NHtmfVeVC7NDbD5UgUSDssdlTbUXEFxSb4+Oy1DhcF8E8vWEnVHREhdxCWktZrHJDKWzWRGK3fpLZxs5VqkV20yeIQpnTyYDs4k/JefS0ht3ICLNR/6terVtIWshxb9mQEUTx7pdVjL4ZPCF14SwSdS2FbkFMP5/3ucKVHLtyXW5dil93hzNgieKa65L9twb9V6D1fxcicYiGXMbP97UCk3HEiAqXC3TrO9dUDv4u3Hu62UXv9mz1jd6YNcFPD3u1PwZ8m623s4didDj/7z18lJCxVG6J0gjAd8abTxby801SuIvbIYjbzfrTjrCxUsZFfXPAF+WTeYfGLPJWcZg9aBrvPbPxiGF7ka8NKIV05YdDeUkQ8TV1tsd11U245g/K8NfXHPVqYVONyS7rtmXDdtNnNyl2NEFmDtRjbZv9e4M2laSRllNk9bZ34xCXkcvLcyJEyXvLn1B8oSzkzi6fu5ddR0h1hkEfC5S7x6FNPPCRaL+T2Dg8kjzM90a8SKyvk6ZuBsN70qZOJ5dq3tcJHTW0opNBX+SNxhPB4pjJxIfvAJvHlha08NcE9jKAtNAX7GdMPuDNm4cQKabMQ314Pcw/n3Ze+HLMaxbL8N7Gh+fRnPBT1fJWc/JK6G+GeKvNHhOtQACTdJt/cc3LwpoeLJiT3GO8H9PB4NCQI4WfRsCpBsqtNPNXmU94UUH9ulH9x38v0NUShqL6d/tm/3NQTmPKQS514zlEELVnVRSblaSZWvm3a/4ayDGWN7NtikCbXY33Q0pUctJn8eo++PfyQ2fBzsJbgZ34RipNObxgm09MbYd+4Gm2xT5yJkX2dv6YtIE2b1H0xPvehMN1fvk9ss3thjLuf8UMNnciPHPQiL42bZUVc85Dxdqn5vt0894tkqgQzmPAhIAZa/++7d/NvENj9l22Dmexhjw2XE065yR+e0kg3p595NkyuavonMMCr1oyVeUt840sr4L3zKdUlPupCq1uZkWsSDxaZXM+s3Bp/Szmi2/TaNOe+rDlLzPzhRd+Mf959xwt0Xb+kmazGIrVbEkTkU70nSd6T8fEb1B0MneuslRWXMwuC/EHu3vXMhwj/7HHyeL09RUegI9AR6Ah0BDoCHYGOQEegI9AR6Ah0BDoCHYGOwN8bAtoRm6Wr2fdCLMaqhW0ZG+LK9nHj4PZ68gvaabGDQQiPhM3dQ/BNhCmecaRY4zWMNQz+JISTNrfY3V5iC/tQxLXmQVQjwoiD1PWoV6zW+R/i/AEvkW3stN9ydxIBbHgrzo6Jvsp2fDjguG9snEN4pmWw4fShEl3me8h+uxmVqVXzqNs8/mZ3bdRaHG3c6vGoA2bsmMiUyIQSqNrleSz3YPuuvYfjGY5WRUbiTBIDZbVVu+LrHCCT7tXe7KX2YGzDR+yl1y4O+BRbsU5pcgqk0N6bDGXTNodyxYaa7SzVL8oiTLHbT4b9cvFB7KqvIHMwgA9IefYqcmlvN3Q2EWh3B2zQQBiHSmqvak1Hxs2GbAsW7L3hHbZBc9B5FLuw4cfX1Wi4euyaxX6xUo8Pk//Er0Hsz4wxyelx/CX1yZyVbIphLa2mVLd9D77kGVi4MWBHnhbCV+PxbATlI97iiapM2WdMoITffvZfvlLgIoX1LsXdWTbf/WolW1l1IM1kJkEKU57ruvcYwdIEfOrZ8lKmiiuO6h3g1vzCDQzmxhAPTcUg1mvZVQXMRTzbjPMZJDUNJKwB5OSAt+bh8CVpv4F7gTClcAE3xHS1rbXx5vk126dyS5pkgBB+4Zr9KVcG+bjTE1VCm46L7pTnb3VybqTDJShnOwolHA+EM+CzHg09jCt+9gR2Qk7pT4X70XSn/iClktCC6IGLA+bhGxTrr+inbvLoDHJJokj8KbufCvFqLodT3fPBMQQV7WS1wh4if3D/1eFrymaQqmj2v2VtA4+sLz5UEaVzE3bJlXVm4PsiYB/V2ltW+Uzx0GErqiWZGFhZsjKhvSN2+3f7P9CDDDT6KK19ofwNr5wti7F4RHdnwirvCU17ODjh1uTV4v7XJBIqFByVtGRRnhDrJ+lrQpGEnJYf87Kk165/T1+iT05y+ZAmE0ObxN/HpenH3WeKkdti1Ri7De/ezj9lPOP5Sd8bAtgZWE0JUfx+0e/dyfihNHvJdvsCNTzxfs89FkJkvuKyWma51m36+4+aDNtzep9MQ/ZzhjycCQU9/AIZKcd5x7PzRUue881vNx7d+lIhP7zJ606RLYlQ0AN7r+/jyWsf3Ry/d+NKOsZHiHCKcILnC333Gd0mrpCeIYKRmPvW5NFCaHtdL4v2hBsXzfCyfXyRK+dAZldTTQf77rvdNavtXMhS2SRSPTaslSXtsx5Rqx9WyqLcBD3hB+UvgIG9gPmBVvmqhLo+y+yPBO+10Os1Pn1eHzE4fbhnc+tjucr1AzzFP0O3mV8gVQ2vnPTqt6UYWp08flhdlFILV2/4swRS+eB+I79ALySsecckrenbhecP+YhMtdsx57tKr2UXNSzrryizQtS4jcB97yjx7EdHoCPQEegIdAQ6Ah2BjkBHoCPQEegIdAQ6Ah2BjkBHIHYibEX+O9nLMB1h5cQIBYGIDVJP4AVb7QgBKa8Sez72KD0g19V9gj8nNcTkjL0RwjL77Ooggj039ivsg7ftVB/bPhV6QDuwdj3IuFnnrlkvZVpGG4YD1mUJbUg0whdyX/sdNkxI4HFiG0h4l+uEIy4S8rWtabb/3g9oG5abBGCunRPHSzxMZ/f7hVNhQ2NkhRuxz/iXY+NNpLgH+mLPvrbjga3j1j9aGn2pkxeH9vGcX6tFykBZyKskii1nMHKxJFIiZlI8ew941srD6eQ0aytVXvWDvNqE7Rc/A+R1wjHjCLmoSzjpVDsR3cJfeJSM/LU6sAh+YgPPdETHV+zkwx7+BDI4YyL10bYNNr8qhRFH7aNI5HafcD37wci1OJISUVjyujgq2WSfJxfn5x/mVE6g42CrWBY0LESvzJa3OEsaAbjpwW37vVlaflsbu3kWP+ClzBh4N+OtPRK5M2WTQrs7jZ1+AAHsvdynAXpyGvd6hEBIeOHsNash2nCg1sLgQZRGnHzsAZ4OtOIoE4OZQawn2bWrUCCGryCURsLhLgwUBazGc5lvQJKBBQnm5MRG1IY0sNNWBsxpsFTyO/++bvtKkeyo6i4IB5l+2rTffYE8utCrRBkiOVc6W+bBEKEdEjl23p6VOVco8jwT3hTFtn3SfVvi5HjtP41ErMnAzeSZfGDfD/vPqRa3enGOKlbNfq8jQud5phK+RmFNz2d0/1L2Fo1rfbTbdmyTzis16Ix7QbRmwlWfWL3CyicHu9Pq0wBENpJKXkrXG9VXb8n9X3k58pJxANfEw+ULDqUpucWVBRqLixkMNc13PIGdHJhaTzW0cenrxIwn+JOitc2yNkIwpU9M3qwfuubFOfwP2sHeEN7nRdQIuGT/wD+GlV5ZKZSwFVd4UrIYw72js1xDDO1vBYos91eSl30Slvzq4uLKKFarXR95ea6/oSyjANjuFEiJhd59pbZ0Pjet+6DvsviFkUTWq8On8fT2B05e1pRbJbcSb35rd+88R5+txxc1vvyGQ6aO+Uic/i3kb3n4PyxzKzvt5Isk6xFwhoSUdwWfP9aYD6lPHWxH4de+1flh6Xmal7dlUJaJeXG4+OT6Gm90Vg3Ga5/bVc4m99ZOa2jjPz8SGSf+cHE/BphkPM/5ARZdMHeVYJ462vcqs31rT+8+t3IuUmeVD77LhNzeDYbvcK9rx271QTr5Rt3kzTtDfa3rgXeiYdcn9i92daTHWW8u6rpbqAfv5gdSxi+6B9b+IN+D8bL8kR8qf0Avth90lOK76FxvFfu676cHRe0POwIdgY5AR6Aj0BHoCHQEOgIdgY5AR6Aj0BHoCHQE/hYQuDBXeRl7EhduQTZiD58hd2V49JDVxzOHz7FLyU8M2O1GOJeVELUrdrxBByFtjLGZaXW+qIBvH9s+VbVpUS0yVZ5q0SHG7Rg5rkbtzZLZWPOwpYUhUl6MoXJd+0mb3ohjFXvS0v6yt91sQwr6SH/KmgyHUJ5b6Ydr7PtGhNUbe4r5Fju8TpDh4MqinSiSetuyreIeu+84sZWmIZmxGpY3qn3hIRfxiu1pRWGWVTQxdZvHBfL9CmEnHbxcNIAzy6JTy2aHL76IPJLd5ovO8JwIqmEUicxbDi84AL6mvMEPoZEDaztqiv0Z0hktAWMIdJx6tO/GaYp7TV5uIIfIbQ3OFx239MqmjThwrrtf0UfyDaQ5Gdcb7pbw/OOSX4O2ZTGAe2/Dz2ArH0MC69x1rqN1h+dmKfccszd/lr1EshzRAlf3+4xXHbmSmr6bPtkIYEVdNTwHjB9QwFs61NDEjCX3qRz1DKRA2Mc2qGvz7HPVlvHaxxgCQmXTG0vFoeMcIJCFbmBup2YTasjPrOxwokJmBzo3yKEBXZViFUi8bH+8u3rzdvfuiPcqrLiDKmnvEby19Z7HL7oteeg+k/PyZ/i8N3QyBK6bPmelgThnukI+MebD/3QubdRbLCsDUEiJbFexBJMoh1pvyo95OJAlsZh4Id32rozI3rQO/I08oXoHvvJHS/yzHe17Qhqga4aayOBkJVJeKvYb7aKDyFH5W96Xn51cKdd9TNnMfCWW+wHZ3Rtaj1JrexJ6J6zBm8n4gBf04VvHCGUyXjwumvxBYjc5ggKTpnsbDK4KgajMhuqsygLwdHeg2moM6rnRSrhZveUR3TafrCbi5X5gghnQxZU9mQcJs03/QljezP70b2KEPrhX7bv5G97IhNweP0VzfClXH7fQx48VGgxI5Fm9kHqXMF0M00wdxucfkd0XSjvqddm+vX++MeEja3o++usrwhcFLw33io7nMvmpN/Wfirr57XT7vgvnm2oA8xZjmHnryMS8QE66yCWf+/Leum8x2fydi8U5AJ1bBxcFsArLuc6XUlWWnKd31EU5EeXi++1L512P4ETimfl4l/GKJy9z6MSPLVeBufDGtHlstf6j7rpfmEm8TgjhjwZXUO14+Rriwh8KddhvTaJ2rr5s37aEdnelvP2gJeDssDAyxIq84jAYOcL9onmpZk8IQudX6UppQY4ay+XMWLMOZ9poGg8OhAQ3HI6k7RlLc3z4cda/mimz34OrFSl2TtjqmkdWQob7o9DDCAMt38d8P314q3rOjkBHoCPQEegIdAQ6Ah2BjkBHoCPQEegIdAQ6Ah2B/68QKPvWZjtDiPLQxN6lfQy712RIW+yeCw5ls840brEpmxT+xIiNOCHhAXlF9Mk4KszaiW1Ns1365WwT+77sU7GHab+neh2xJHMHPEvdS9Vt4EZDWvsMniHNIcWKM8dsxD1IYEm2mTbrIXppPybZRz4CHjY9LNWbvXbVGcjtPbHzjZCqg3Z5HXoSbXSzqJJNc6CcnbZerZMr3s+QWpRjv8qWyS9xhEOrevz6kuNSf+oapx64CEn3d0SjxagNnhCk8FjxnNWmrt03+qVcWwlGXgRzt+EcicAafcPjVS/ucH6m5/NS/bGsAAIccpfRchxI5azma/DFNnxAn3WYSnRHMNO4q/c70vKvCOuy96IZ2XL2Bywc0BtXB85vYuO2PFZFALXgi/V5DHwo3pL/5YQLC+Fe3Dgq6rkefi04RtTUdLt3faz9e+ZiQX8mPZ7RD72WR7ytDRluBE8I4P/8lWbvqAsDp9yvJVEx3jNoxt1PaRSJV8gbDOeW6gbhCRPLU25unw9t5sP5SmEqjQqjRT/jRGpGwoS9aJVoNZSvqw4wnsdgr2i2Kp3hNQMkncqggPAbJ4jL8XeIX/vnpsMcUaf05uGxo+kjHYqoEmXynIyFzgqb3S+Q00FP7yFLrQyxdwpn+6oOWi1pSh+MhDl1Bcsy/mswyeqKJCLPKynjVunFaSN3oojoDcq/k4Q3DjzElqROVjMgrucaeJVdxbQVNahYkUG7i8wWfzwL3RMYkt+wCBWuorX5ovoPucykaEbwZaDqSb66rzQbsE+EL9jvvuQZ3pNIV+PAtHcclnNLTxJL/viT3VtXmEzf0KuEU06fgcsr9YF7NgQTJklDQVvusPsXzqy44UUQfiiTvdrSMLtbf6NNJFm2t6He43s2HX8bz1z3A8ZDnp5JP33oGDjhTVHiPLF/rGNQEs1JnxeaoQjO+noH1g/cyqhwdReST4aBxht4d/0ryjM2vxkLhbThnnJO8wvgFVKefcmqA98RqpwVTsunCVnsPhLRnRtlpaIbd+7/osSROnWM1Dno9c/YWSTH3b+C+k54BL/7yy9iUjkpFixnfrit88+Y7Pno0c78UL+IbNmW7pZwp9KbTqurF5/guH2XnCyN8EcTK4qQeeAFuEcfJ0nJ1AHZH71Mldy5OFgsYvvdv3kB23es0pvG/4SM7tUBDJnPCp/KVT3i9Y1y2o33blau9td5Jm3h5Z4FQC6aWH8N+Uz46tGoFrw7ZufcJCTxVp/t5V7NzxbBngy+4AkJPrCngvt+syoA3G2z87fHI8JUovf+nvQvRVT99ufIyj73W5nZ29ofAQM/mMpb2IReV30f8/30nrD9RkegI9AR6Ah0BDoCHYGOQEegI9AR6Ah0BDoCHYGOwN8cAvJj7YjTA2alQceX9U/Y53BMI0zuHpIuxJOenTwP/0NI6APbEI54GF4f/4rt2ZDQ2HhjB9OYZ8HaUrVTne14ra6Pcta2rK0PO2PZ7iAmjQoJ8fV2D4+Fo5A2Qa12CVGcRMqq8xrRS5WU9PIx2mFti0m+J+nBFkskHaKX7ESY4t3ud7t3cfgiumq2y5NklOwtTFftqdgqtVeHq5shCOk7ebpBB8m0Qem1cFbaysutVzh0MBpgDLSDVqhkvZAhRMFy2P8Em64OXtrS7Q/lEM3zIc8lT+Qezpozw8egc9Eakpvvpdif7aSb7VlZldsK4X9UiGHVpgtpHfJWYleOoslZEohxtn+EAxiwfcdzeKaN2apPDhLM5SM9tLu/wlHOr2KsV7QfI1HSxzrpyvdsdvaTqK3O9Ed6fHPYIjmLHbLQ4fpr5DPMO+MVTmb6wY//t68WBLYjdKPXoyybg1PBTGNHGX1Cfi4M8iP7PuryrPFbwivG9VOnKsZLu6u14HxuHegd5XICUvEEhxDpVPmOiQrZDM3Jxs7DCAkZ47jyNGg8SzR5RtkYYCMTxZWxvNev6UQHu1PVlicEALe8+6HkV2V/8G/QorNc6WGn6KI9QsKNTLiLZDaKKJmibBlGiBfV2s7yUSFTV71Xf0h+iViUkT6i9yhXr+ePdwQxsJYW2hlXfScB/SPkdyLCmzmKWLgWoVptoRdJv6EdAW0/d1iNoQfuDg/XeHOmf5U/ibx42SGWdrFocnaIVBUsbJgJvTo40bKXse8EZC/9Toaq93TvUowqwYnb9s5M0IcD4Y2PEPKDJKoEsEXdnPwuS3jqtRjWXgFM+vT1zIbmOyeDPSTo3vDbvjzUFA6uaxwUduqJ6t8+pvHa3ktPKB8vlIiJPh4Xw3uwEsmJJ+PmqVJeprOW7YPsmfAh09TmiRfEuEKo2d8feOjF7T4DeqHnxU//jdfuh/AXdPCP1OK4dtXa/cdpfkG+YEKuyKycLogZf4t3/Tt+7PzHerG156cizfXUw74oPKw3hCe33Fh+BeuVEB6GIHFc+7zS3F92RpYEOv8yvmBRZxczEKo4+yv4g83CPNI+c/iDQTnq43xfep5U7/054ZMiFMzXs9vJIyf3xt2v2UMaL+AQwL6U1KvCMoVZvdmS2jv0WV5ekN78UFkJKXO1/5I87GfOqjG9ws1iLcpaPzLIpbg+4MicV5cP/k1Ppu5qqwtlBub6vLRZHTgtLDxBYJ8WHq24qsj79RKmxe6RAkE/qQcJG8OCIsdL5DR91fH0c9VxA181NbfBl4UkCbXDDww9l/MjioZHHhu2HR/z/dTq6OeOQEegI9AR6Ah0BDoCHYGOQEegI9AR6Ah0BDoCHYG/XQQu7U9a3WJz086tEw3RSd/NX7M14MwWjzo/GH5WclQOCFu3kfWwl+tMNbsHLbY17XZSrJalTba8Wh+ywL4edrExIlf4HQ2GEL8DzhPyKnJFb+cvsOFpkcfzV/FGw0TrNSzXQhRQIvxN2CMXyDxD/Mqh2Jrv6yg7vDZP8WdrSqPDTuzbOsNtQVDKbY0z5Cr/5AFk7BrVOGDLzBai2HvNt+JIp+2egiiPk31qv8S+WLbHl7arEdaxIVPwHpv5FSHEv8UTWLvuuEdm5IpOVcVgqo55eKUDI9iHS4R4HT9jK0O4H2yz2u5N5+clfaB+Nx33HCgoXWYsJPvwe7Cijj1RSdkzeoceqMOaWFM3ebyKPTplyavpSett+KqVfOiKezCPEqrY8i/3w/5Q+6wyaV0WJcl1+/O4+xr78y8I+c02j2hrw0UJlbdxVsUJ0lYeyEul1WznKUd4YAwb5n1VvyF7ph99+r9+lYGq5+NGIEFHWBz/vNJDTWLOjsR4LtFHQ620SGCRkPlu4vjg9Y7WeSkRTW7haEt5JAkgElh9cmTQxhOQcK0D+0oWVapcylftsSPDzoflYujQgSrf8QiRRlxwR0pNYKktfz60A88lPHYVJDNpOYHOuv7rss1gKC8zO5J2qohObrSlCBbahEebE6yhrfesDBhp94xyLjs888DD/WKjFI+J8ILn1T/VD+rF6t63esrhNelCiGiFoov9jaO+12AzRDBpaeOkBzcedgsbubsJtu0w96scmQmrpJLbweUEARE80wbqnfboO953hrqwVW1yS65T/kudapLRAJ5nT1pWFCly9mZmJY6bpQcJJ2HLSDkf1iY9ZkP2iRd9PbtvMosf9hOhoHfovpNqsLyQy9pvVde+2y95pOxiYTgJr/NC1yMV/CkvDWpFftCZiUi5jL9PWI49oYr37M/g6qvC44MKJVP1RfqKPpskRNnsfGUP1R36b9n+u++4Mb+QqNJW+mCjV+rEPGLUgAWMiTQAKBfFXV5f3L7z0rR+qnwneP9L6pW3uwsRXJnji9u5S2L4nJ4b7x0n+Z3MUy6kPbKqDwMhyZU1XqrU0Y6qvb6dpb/UaVPUp5ravtfL2xDEvgFnfxhOyCsBjDevc40LVlwIYb2K3spXCsdaFhqRxgURWRDAwosDq/N2vEjXbfWe49H06VtPSX8uzHLbx8cPHfWDo1osVgOev5K56/JranD2AWvKP0t6s7REYEi6mnf3eleHANbzXJRqTr4v/83SLr+V5Kf+yyO12FKVyVVm6N6OhST8oNIL2FDbkfWi0R///XQpc7/uCHQEOgIdgY5AR6Aj0BHoCHQEOgIdgY5AR6Aj0BH4W0Pghv0p9iVbgF0MU5MOkTr8LUTMO2Iz07FpwkljgDNxq1DtdbNRYrGHGUp3yb67bhWqzR5746J3qNfaFr+PY7OPUVXslnwtuxyennrGTjjH4Um7wnUpv36piaqprHJChorewx1hK53dk1YiMrbYC4ObRX60Q4Hbh0v7A6JuRoYFW3Y5BxLKOvZKnmknRe7YSvmqh+jAfsB0Es90KMJxhEihsSlqk81hW16vPWVWpj6Ock7ETjriPZ69pNkSc/cFMiqzfFvxhCHq005t0iVLokZi79TefTxKXoO9/UIvVenW8Pyj6fdNOyl21lStnhsGHJwm99nFgSx18nyzl2ujbjKK4+TA4OO/Ad5lDE+Hw9zKFo5swag+XR4367188sh1K2aTo0J667wEF2s483Cc9PxWn8nDC+UMZt5AT05D2pahKyGBD/jqX/+W53j4f/LDN18lnjUFx0uRnAIeYzlnPehCAFPhnsEx03j3rB0hXfXWjGtyKjNT/ifXa/1pHdjK0+vPT7VPlfO7YXzdSxfyQ49lmG5DFugCf/JwOw2AjXignXrZDmH9uY6X1V9RYpXUTq/jgzuwFfCMs3TEqoca+z1eTaz0YI/MeMbRizH+U5YdG091OimdmxUHrJcIUcVeqAQOXyANdqyk2FOObukvGUCPiW//iFH2pbQmJs2VVR+GVM6KFD2z6aPqsXNpDhT7UG7UNuULyu5wH+i/ESLPvXSNyW9Pvc7RKqK6vCGqVC8lrmcJZ9z7B1bbzHgL1iEJYz4OAc/RztvXnNJ7EMCu1pHA19NcMtzJDJ3yRZgJ0MoyVV5mfvJ1jUv0ExHGCewz0UsOMdlKqKq7ire1r4XjDcZ31rK1bXu2uP+0e7OCw449dVfld9LzyBi6mb4ePO2vCPnjIKQ+GEimxeN6m+SeVsqtVIjT+jLd437Ob9bdd+++oTbHv6ETkF+xTXs7+4Ue+MjnoTlpc3RUT0zG5J4Q08OovKwiM4UvNMt9r0RuPXoUnoaUsF8kRbNPhXoBAbyDfN+5yo5VOxKMDx2ntpMo84LkISvfRlaL7dnDfWdoE9qYud26bhV2xmPr49PzevHVi9BUfAJwzb96Lx+IVOALyLAj846wymA9M46kRPNiokjJbfOmHv6AYo1371WHMed+wov1F8wber1u8zv5qmuSs8qryy1/CbrdOkl9++KEj4X5QRwXyRwNDZM5v1aaKePNo7Wfu8gZr2wyZ0EN42PYGWLbVXcN0dv5b5b2/rdK3+Sr5wBGed5zyA1MjpPvWKJvDO7dALYJ+3Ih6/f5fnq/Df1OR6Aj0BHoCHQEOgIdgY5AR6Aj0BHoCHQEOgIdgY7A/98RuGl/Okur3U87KCZmbNnfYTNjX2CIsgP7kA7YuBdsX24JN0vaYeOf2MZtcgvIGVt3tifUiUVrvufv79Cq5idONVjP4qDB1oB6lV4TnhjrIjZG7Zbl1Gho3DK2ceJagm3CAU/ni5komCs2QlmJ0/FCG/ipnCdcJPohjdFb08iuktQDWx7CVaaNtlMnTb9pc5VknWnDgJNS2V3hxXQoCv+gU4k23rJrPqH6JyVp+qMsHoN7+U04A+nMeNQlE3s8OmOU4QpJbUpl2I7YO3EcUjR0asJmrfPdQkTceDFjq33JcZIPm6rX7VNlIktsuHAcbDuaMNrslZutYpVXbLUZn/pf67VlcDuoojssGhiyHzC6zhjZ3dKXD7bPWi1HI6Kt1K0ItVmPbtfpFo9g69aGEZG0EsDxNeSJEtZRZ7kMpd+5gAPdXrDZH8F4Onzyp698NKFYYZYBRADSYYS4VHlUskRVN9zs7lPKVggM/vGDtjI97exUjdcOllY5ly88Wge+X4yNofHIq/xoOmdINkK2SlgPbpgMCacoRSAqEzI6CCTiAERdHfaGXDUcrTQR7vaGUHag8VziK+RRFNY6Pvbh9KTiEQqWkzH2Vzo6nQq+Ub/Ipfopj42zEfRRNuJGZZmx3Tx6uaZ/8AQuqbmRNojB67aj9Y+KrjJmlQH7kSqD+5AuxojHs9aVFPFc3vTDFnjQnItDD0LbREkTK4vQt+Px96SkPMSWMCqP5huZLvI//fIkt1mUSW9qiPPZlxchtdfxcz6E0KU/fBUGt0ygZrgLQ3qENlaYDPqRl6TE1rp8TW4mYV5A9pk+5tUXlvP84yQ3eLsowDKzl2nC2f4EzCX8ePHBWMUTkypE6ybOl/XexFIPZsMLTJLAMIrz8bfIzl6tGV+2/Gb6y5Ieu7bPM7ZYsOGm6YlLf8U4JWTxwqQW/eDbc4626qXygIbzwfLJ7rvv/gzPjuwSzmDV9F+8Lo+G5+U9r9VneyrqytVC/+0W9Hv/L9yVmOVe9MGfSc890iNp78ylo35gVY+LBiTcF/Z+HYzRz/z2VAJYCcTXsO8VusQXPrq7/yfk9IeQP9ho+635+Sz7TVws7c5jU6T86GNVmrLvGDfXy29pDy9tRrxwN1RcrOORv/yJxm5fnNFG9w1hIr7a/TOJmLd5mYqvKQGg5eSSTMnHk+3Mw3bLyzuPy/51bklEC8qdCes9737DjMXcQikrc37qPJVSlWzi564/Zo/+GGNe2k/uF/5TMHW8nOU8ZX/0ojXCvO3DPBTvalESWRZJ+EN1dlHQrxiP7gvi0fKSPLpdd/vfjkBHoCPQEegIdAQ6Ah2BjkBHoCPQEegIdAQ6Ah2BjsBtBC7tY+8944a8SDw4sUbNOCEsxE6eDtj49oZRlvzlGoI40TuJ6nh1ZF9UtidcsAUuE44Lmrawb2kPfInt+LZsj31Pu5QttrWyucsDze5/Smb3cJWwXjAmrjqbGVlTDkXiT4INQnsk8uM844SG40WFvaYdtOf7aodcipZU7aRybjNbSq6zzmWGS96ISiyY2gMTJpgtC22xYYzlAeRLjtiTddAZskcz5YXYJMkrHTf0R95MdMFP23X2ksaJT+/wUc9rm4NXeNKoGPlgP+UspiFe4Uz2bM1qe4/jf9/tsX2GvIzJ07adbZ9PacIN+S4yyFKmH9ERHWsWPvPxHbKCHc6X2onj6GV7YgSuetXiyLDZo2uBA/ZgHEltzrz8jud/pXD4yIS/tl3meeaxNfNEAFNEIjC7DS91HyY8q+FiFyKoLnA9sxie6tlkTJVNbs9ycLa7HK1iw3/z5tOvJD5HAN+jNLsFrzEK9WHoqjReEPiu6zGxvd8cCIM6Q6zQuVblAIqHlGntZIiweOny/aUGavPf+4mEmspRezvSvW9RmCPG/R3eaaMecCiiQupL5d8iij2rhq400I37kA7czT+GFf8LHcmenxjiQ2JI6jHqVaS7Pi9tH4KcDgd8um4k7KehoN2zEq/DhcFu3HqJYFvhihSnVNvgvRBnEqze4o9xviWynbxUlsrFGYwCBn9f62iYWJ7yK9mAa7krbozvPhKSe2VFSuR3QQECT6aL3EiTFR7Rotyzi1R6QxEb0lrd1LPbmPDqmNOhYVlbvR+Kf9OpIlEFDmzAR2JyBrM9MeF3ENijK0TSJluocCXrpuh1z/scgTp/JHKQVAL5mnGTlSHoFXWorZl4kuP5f5rcqY+6aqUPWPPSHWZDWBvL3tActMm9cantofrUD6X34xgqr0zHLbQYi0IWPOsrvr0roRzXH45/dBtcRMCX6lGPfcboOKDjq5Mu9x1rPD0fTWcb7jfPTfYq1ZId7z8EB0KhS0qymMIjLx3Ld46iD1sdDc/bZ/NYU+kHGOXHARM75J8h2nfOleBhIjk49fHu4z75yaMU/t8W3IyuJoIcn1mpJqmq93LEFfN75h+jBZxkR5giSvF6xgt45sfa/vBzVPFH7JEuwU5dNkq50zr+svRK+RNKngTn86120W/JTAGOcYlKCeWRd8We8e3+8Ef2A46OZ/yKBx/SKZ9yiUQqU06+Zd9g9xphVdPOMNu8+Af2sl54+WacU2LEDUhcKTwfe7l92r37zumWLZ/yJuqDYc4j1++Yi1hso06Kr030zCxbc74Ct8NWQ6qjB0SLRweQlblZ0aK3Xtw4xFg80+obT+qLLfNVnFSmTAnWnjGYmPjIxQ+mfVZc/grZDYmPXlsnbckL32L60RHoCHQEOgIdgY5AR6Aj0BHoCHQEOgIdgY5AR6Aj0BG4B4GT7fAungWblDaqIhbYUhIHhBl72Tu9JfcQwXBBbjc3wBnFwQR785udewUbolaLurYvuRhDMFsOkT2xX2mH/NhHtavZ1rQOcy3/Ac+1g1OYrrEwsifwgMenHqczdufFSLIk1HIniTkNX/JVhyps4Dui3mqPLIOiKT76oX2v+Btlh4SGyF2RQ85qwAbtnsDlLIPdHvJXe38c5JDR0MYjDioT20KuOKAtRlIFeO2MCWtsO2LrfJkB8Yb+gFLZQo2qqO0arMdv0Jlvw6esK04zelnztCJooiP0ifpQ/eNfmS35OHDHkWufKLCWp33UBQfPk/eGfBc6Hju0tlk8lcP9KLtOXtThdqoQCNyRc5P3lAusoyzPyAh2fkoeOAdl3cFj2D8slMgWrHAo5ST2PJmtKXhwlvPSVh37NibyEX5Kb/Ah3r/oJ8SzQVuP6G9wlMMxX/rackpibm0H2PPMu8OexQRvPvn0q90A4QjQuvpPDAhJjmwvrYIAgJhHDldK8GWYP6WxuGo7IRD60wFikYJHDs4WX4cd8PEOBduUnkoc5hI26/gH5BcoCDw29h5xe1a2uKBHMP6IltJGPMljyBKIsyP7k0oajXjgjTD4GfCV6M5mvF77RFCy0YOeRjGPbtaMBowo5CoZjDejtHxhXAinGUFbLz/L0GMVb243NscFfxhdkcAqFkPKRo3N93p90oivDDQwxLcOmQkXkYELuUM45RFFc5/i6AVV208lN7cuZPFeJrw0TSwkxAzTLQn5B3IxQdvWPDcvuV+oX22FhdNOiB/O7nM9srope9RCzlWVUjUc0QXxuxAiD+qOPbBRXSRllQ57nNozxxlSL+NE/Xo/71bEM06U4Z6pjjm8EF204B7SoyuXDpKTei9v9UTmu+ssXapq88JJLttHbsNhrL5o/ggmv9m0h3Iuinou/vZxYe0ZPaewAQ/gCT2JvHkplTybVJdfHr62neankrd01xVhrK+/ZTKWSI3umN223WhCvt/3J+GT8apPk/mBEC/XmRfr+sUmb70a2jh4v5yqUFa0TgAAQABJREFU7/37dUets2xT2Zd6js8srlkW9J35NeE7kuIC9IvCbuNvH1a/G8KEeQ1P+v0eEhhcDNtyDl29yfWweIwvZPODDBnjpmfOBeR8DAPj98kfefzIWAmbosxNWseDh608jXnzU6g/BvXsN//10XcLq6gO7ltsBIcqoeVOIR/wp5Vj1tI9rySYwYk9S/bX34C5P/ycc+3LaudWvYm3o1C1Yf4ccE8O92FwAYN56tPSem4IVAsun1xeZ2he3vC6zWkI4UIs9/12T4/raxcFuAjhosyLy9vF9O8dgY5AR6Aj0BHoCHQEOgIdgY5AR6Aj0BHoCHQEOgIdgccQKHuiRiadgyRvsU1iS53ZluyA08YVROQIAawnYnmXQgjDIY1uD4c971vsmAv2+x02NiNK6mDy/R7Wp/ySdthX+SqResQ5TpJuwlY+x1YO34AdcoyDmhJqC4QEZttTOa9ZPoP0sgOW8H0dRTDC6mALnOS0kGHFA2WBcIwjkt7A2lORS2/m+lfSrTgUKb92/FWb8qAtXB5I+asNzT5bOV7jbzNIxmIMn6OlFX4QJ8sDUVUXiFVVwNb4N+3Tnrll0ykokX3pq2kvn2jL2IoSJ6HwKWnra8jZylCYqjy2drkC9FryX/tuXHTA/sxLibWS16FDo9das8kY3k09WWa2cQzngC38fWPylvvx0ymvjl7UkUi6EPrx6kbWiX25dcyVO3R7QGWpT5Ow1VF39eiPrugciG15+uQHn3wVwgpW+Vp3cUJcGnp3T+MzCPSgpXgFSTrPEqswz/s3uElDPDk4JFylooe4mOM8vTX6NkHRxPkYZwFS3XYQ2WzLHAJ0D5nwRpdy91LU0O9zUpWXqYMcHIKVyuagwlt1iz8u5CwT4e9m/E/qm39etX0KElnsHFabMHHqJSmhu8czzh7QIzWDinR6gjGnZkCZ0TAANIDB4obhn+ze0EeToU4XPMf2xji33ZRy8Xmp/E1BSz8U3gGi/KImKenkBSmJF6KhJEJYimjaKZb2Rx2nW+JNAr059c6eDgcm7H/fvTvi0ayeOdFVp9HWc/5WznPOrRzrtpdrlRAbrxMK2hDFe15kUri+3FwUUelt41na1Nc8JOsLf3lVcM9Qyg60nZ6dhE3Xk9TQruHNaMOL5Lcfrc8JTH0JCWxoZfZjIKy5IbmzkCOp1HVGiEnNsn3qii/57sMNT8l85Hev0/HAYgT2pV0IBe0ccNnyl8gv1npcS7wdJn5I8GNi2jyuz5Vs8pSID/4NWYs+7KN7jni8Sa/py5XQ7pOhMGxtSX/ZhgcL5aFttN+zuMQ9l2dfZj9FN12U4cRvqa0vbpf2NPktP1EXMn8aboX9BOIFLOZI6/3WNxdV3I3/Nq8xf+hN6nw9oA+7mRdaQnxH5CrlXvEsQ5Tax+RbYuWgz8R7zqozZePx7I+LXzH8JYDNr/54FDanMW9+8jVd9L4/BI6Gvd5/DpmMh/W2GCYv1pTxYX/a+E5u6kFk6kWHqdT5cXzHAhl02xV0rmb0vVGYMvun321ztds8tst5dmaedXHKlXogsc4z23E+2pfKe75fV63tt+/Xd/M60lyBxo9PPoYmmd0feviaJy6c2I67i29P+7kj0BHoCHQEOgIdgY5AR6Aj0BHoCHQEOgIdgY5AR6Aj8AgCzY5VNin/TkTtnIzwOROONoQpdn14E2122RIttky+Y3PUbJlt0ybIS+xm2tIveYi77ZePiPSBj43/p/0vTmqQwBKLyruHlBwlrWPd03O2eBK3ztN+bkhgvVITATAOLtr/v9+j+CpdT3RU0c6K4Q+CdwV3eaAZe2wRkNooZTK0yUpXu5UmXABpZziUHc5tPm/H5XW791pnbZw6+Ixgna013d6PaJHZohL5VvdgDSNvu7Sn+kFsLPdutwjw2FlxysSrdsdn0q4MZ3CW/rUkFTOqs2Q4jvkIRixocD/i2S1M1Wf/aYdNSmWso+zLlV+ZJWOng9zJt3BWhhvHrpzELcfzZC5MqpdSDt2q4XyFH1glmWMbZgtbo5IqP4niVLVJmOiWXFt7SiG9efxni6e3n7z9iojoAI43IRbsWWM4o/Zqj2Ebg7jewAIAo8S17tJUg/F+UQg99yRNYaTnRfIY4ldXdO46iFxR4aDjwmwf+ZBwUNlECIN8mutexbq+w5DTmSttkFQscoJkgiEO5DHkrQZ3NwifIP2OxFufh9/xmASy5Rr4SSdGyWc2jtedwBjcrtAIXA4OyGc308YT+M30Y6T7KZAyOJB1Bf9Mtmm2GZA0BLCEtYd9cLV7g7fiDo/ceWc4XF3HzWCK6pOXyn+TYLG/GaSGKJDAkeCDFDIU7W4yZKqLClyx4svgoUm0FNY0K2kNw+DesU5eeqtHhzMa7J2X6del/EVuNnJlrlVChK3YGZY2E60vL7E748eXOnK/fWlpJIvMQ2hm4B6Jw69npwR5WkieF+HPeBw2Qo/SMznOC/HsWYgxHgxPW+F01YX0N3jWaqHq+5K2yeqZ46Id4daZTQxNzODOApEd3sCFk/1B/2zZkveZfxxReuaqI25qfhh+TvVOuFTHxxdbJq0nluu8VH1DO5mMDU2yn454l/4r8BDm3vryogwaTyy1kqkneUk5V7gKi5VX++lzrplXGHctpAUCczQ5ngdOoiuQ26gLeu8mHD3RDGxTwnZ49jmfdtzQn9OYom8yF+iJb1gL9zX4D5TB+OMlXF7v2/i7V8TLWk611UV0hJ4hifNQdM8ff/zb7/5bXk7REZTDx60/WymlY+Lp+CaBi1YMsT2xwo69dUfmih24ugeDpd8lyamsRy4ux3eFR1EgyWf31/2EUP/fsH8xpCpj05VnC4soMj4VHNku80cD0AP727nXRU5vhn9Gz5wfwDxYtL5XMKW/+3hKm/xZpE6LX6I6uKhp+X+49r22zeT3V3F3xf1uR6Aj0BHoCHQEOgIdgY5AR6Aj0BHoCHQEOgIdgY5AR+BeBOQ/tO3jWuTWjZBlKyTXTNTUK2zkbqlpuGfDKc/YR7U7GspXLmhmK0GdLCa2NjvbvrClvcSAfK+c9zyI/dvasatJPmJPmwe3gDuyrakRSnWYKsIv+6piW9cGvcMmfcCBzYib8/obbmjvlasp4vL7MMFph9R27ceIhXpiD9i2JxxQdHVamnMd6Zr9We5BCW3vHv5r//+y96ZrriPHuS4BkGu11NY8edg++1Z9p+fZ25YttVpqjZa0igDO+36BJFm1WHNV+/zIrAIBAjlERkYm+MSXEQFetwz/Cc81KhKneV/Kx/CHdkIReAqGorNGXvGaqHWtumj52GRCDTJjE6NT6YZK9NWLMuNmgwF30gLGeGf1GYX5tHaP1/clNckTBv1mRu+Oi+1Rq2VDecpH/pHYtGnelsJyixlHmpvRGdMn8TbxPGZNSlX+59HZ9M/Ok+CuqYTxhMaBOXjkWBcMvMBrAX1gg9invKt2bLmuPSvPm849ebQA/kILYMGjyij4sAxfk/kPgFa45GQCGzcRfTkEIDg2AMCktdoCEYKMI3li9gwIbBzeCKo0kGqCX7Kr7r/9Z6OfhlWOA0bvtaJD6P4OaIizayaMKLlWqBs9TigHNSPI3eyYYIIBnI3GUZ2+CSDgZAn6T98DZlwO51tOooyBnGHYQpMy50KLK2hcpH6x+wUtsyuC58K8a8B2wK6AAXaEorBB6FcATCDc+LuHjx93n26I0UmAaoEZM1b1tPNK+puAUimJyUHFgmFKxmR/AHZudBkBP3cHrIChThp9WfiY/1vJexkdF2ueZDeI/vgRboHjBRkTNHRpc6NCQWK3qnjWl7v0W9hNBHLZF4S7gAbA93XQDTd9CJul+u4htZfgD2NgZhds5kq5lP4eL8LfYiip+4mN/gzEXS5Q1ZPSeRwzpu7MAjBiWWADAy8ydi7ttp1ZLk0F/tqWlMlfuRduV2vwXHodmMxh5oM5MwbQueghYPyK7yzTG8mvER9aonYqYkfTmh8LuFUOaC13eRlEGOjjk3gh2Rs/lMHQzUygkQleHG++pv8A5rd7/MSaqdtxklTWlQUALtbpgJU7Xma25Z9zNvNLPpo5x1Opd1R8AUovVv78gNLX/zz+klp8SVqP9ZfEt1pvzd/T5JGzrBQAnSugqmvFAqi67nWvbNwIZcE8UG63trHkxkVq9F+e22MKZX4qPcqRf85nNs/EcvnXrL96LvBd2iilHfkijVvKGsf31KIFO3WNM+szsdgX3N5XvF5pPdfRyj71fFm2xsfWSP6yU9YPxqLe1nnd/vvSDvuKP41P8qoK+li+0Q9jF7NSjLgLWVyLrDiV20DjW90Inrw9PmUx2wMpALltySHqn4z5cURG1q8ztnFLwrMzRx+orD/qHOgc6BzoHOgc6BzoHOgc6BzoHOgc6BzoHOgc6BzoHOgceJQDaq5Kz6l+a40BEu5oB0BRQLoPGvCIFaEHjEGEBh0YR0yJ/ao2/SsMLsSH0BfGW6yaraYne7TxN8hAu3RBjZqfwbz0YAuou978fffxqItiDE/IIwBcACU9BgMQ/N2PWFqu6iXxMLvqjbRwoQul3xvQeL2K0mOqefRPmBS+g4UcCY0pznOANnWR9q9xNbpZ+8vNxATGAG+PQVesR7FQVb8YVef1Jl99N5pW9bvyL1porGINr7n8AB03Rj4ar6mgJ6k7LQtb+ijN3Euf4fu0orvmzqc9BpmGYUQXGk6gw478JP/rtaDWkLYDShvvGu+QWE+PYGhaUstZkxa2l3pl74XHUoUyPWOEbnmdNd4Eg8S4SOyl0azq3fwpc135bpVJrZ06iyVR1nEOToN+n/KfMBbTSHFwMwD8GpiLla/VUufgKVyq+lZmtBifvvOd7/4bpbwTguzkSuxJAxnrw/oDVm47rHwVoCjwtazzzyIQMVsR1loCeiP5BY6NderQ2Ej5fK/6ufHuKbiGYgEYFjoFq6c/cwcmrQ4mIF4YoFDKzUYbzwOoloveKaAdBtzsXDEmbJ6RVREoMaiu3AJgXt07CbN26bIyrxGoWI5qzUfMyj3jAJg9A4jGCo2MZo1ApQSTwwWWQyvtmQmzsCBXfbggVkBdfNMJBYhCr0hNQKuKULJd0g4AlEDRwotC8d/vdUWrFTPC6qIQ0EcC0tmUu3V1GhvBD/qkS4DZXQ/s2jGmANbQsXquFl/0+Tn959EtunlhYRWutecOS2QX2YzJZ63dZaTfXRDMbWquAAAQsaJ1bo2MixbOLYe5npvK8rS4lk8aVNZvaNRFS9fhozFVtwWj2lJmiqpYYErkidfUkuuqc0JQbMPdPAK1y1ELYK2ypZs8Vc1zyU7+gMzU4a6UmVVpQq5HfdqzwOuyogBDl81nJGl38ZUuCxL/e5oOu0/zb2nnG7omCPz81OaXXK2dOMovfDXeshtl4LUvsTDkxMvte5j0lFYdO+WPnTnschoOWAEv/DjhR8oE3XylHf4u6r+1/lzct2V/6Dh2i2tA5Ja5x8vMJ20VS3nHNvc4PTVtbYWelNHVOzzh19OCFfo6/Bc16g2CsWhv9CYstmd5ychRFwPxsjHHJRc/tj6w4YJ5J7AcCTDLC9Ll/G7jo2vz9oI0NoU7zI7rL+GVgK60+xInea6F8nbLyhcZVgF24sQf9lrbM5cFwWOx24TPYl5b30s7oBV1Bh5aHHs2BTAH3XDlD7zII589dQ50DnQOdA50DnQOdA50DnQOdA50DnQOdA50DnQOdA50DryeA+qyNPhA77Xp/1YVaYSamwFENYjYAzJqcFPYTxnGjOJDI7p/DOgWjdn4K9e4mqZoaPVC3dgLOtT0eerubLd0zWXJvGK9fMCScgH7WcG8NP4qT3uGhTM7+mmMCNVnzriCrpjA0v/+KXrM6EwhRH0qSR7Kz+OnBbp/iE5zC0nIM8k1qef3KJ0mXg+N2cyYLTeGRPw7GdTRvh//HelGS4wZwT0WeLf/IAYEsAuvzwlKIUV6xQSkSm248hPjTfEeLIEnrJ8NqakclRWzfXybJK2pdzsfiZ2s18wJgH1FrvUcaY8u9cqt5ejCozOGz5QR+L7BQn43/ZaxwTgWHbwGUfavpVv6+3bz4nzZjqXUhdtXTcWsX8O5dQ9Y7bwk1GOMhMTKyHlOm6xDmxszwi1liP/pyy+++29W6BE3o3YgHdTSiMkK4CYYISghqOjZFMJoaNbsGQtNYwZ/AFwYAEsdJF2QGlOxJniKfCsf0mXfahBhF3wYids5AORmFmcSMzgMZJlL2zf7L+jkBXSnPIOOybxgqW5UV8orwBUHtGrPML4WQU3rVz6kxRRwBvgUH/oLlsyCT7pSXohfucOq1qHOjoSIhv2wIHnCByY657h+tb+66GY8axHnTN0BxlPGxp6fLgX0s9LS4E2A9REQa104u4uGl8EC2ONuDp/XUXJX37aaXPCStPdlowGyplVgdt/wwjEWQdlCb9lecHqYficOO4RwUawb8Ukr4FiBN7qgVmG5L8Ff34/u/oglJK6g3TCxsBjMKwtCXkIFODVGPFDb1VYu289mC0gWuHZ3ltaq3/3w/d0X0w94YTFP4adBwGtUqg/Fe+d+q77dqe+J5S3gJUAL/90jsRy1wmae09ZD3W813ncOHZFvZJSKj/BlQJgn6D1i716vAOiB1Mt+XqvvRH4YSY7IPfKPm1/nNjfgy+8Zx7K+TqUt77UK79yz/XAGHsIOcE6tc4kVgGXtNAAAEl/XXU7sSiBf8fhMk5Xd/nan+u0r5ZKNDR5c7Fl3V9yrrAB+B9Ziqk7dVVeo2eZvq63utW++fF3zBufZDBNZy0YAazdj6EkgfMkgKgsbfY6H864d7X6r9HTe2jJfkn3W6p8XO9+1dF/YpVb92bI4kKZTGS7djILweexh7ET7Wj4Pe162WAGP2XRBjRt5VcHTPy/lpiiGyo0oVw9foIf9d4kv/g3X7E4DBPZxbWiS1q1hBz1EUMY1P+u+7wb6PTEvph9T3jVKvsqLkpfGnfp2pjvs9esj/arH9RkOMwdn5vVM/BLH1Y1OPXUOdA50DnQOdA50DnQOdA50DnQOdA50DnQOdA50DnQOdA68OQc2vVX02+i7Rqx9V40GMf447HVDKzaBegt9eRlNiVegP99jgKdh4KJRi0YMYinfXmr6wNLnQkdwHyiIp8Q/oi9Gf4u6OKE2Me6QODTHIbD0puIAuDE2NCp6yjX65KaDsycbY964S43uy2rVIYohaNQ0Y226J3TpoPda9d2QISVSlIQeU7B1XYhtC/0+E9/bGct569+W891OalAnvAjvduBYyMm0Rzevda8MT5LPpSmt8VFn73eNTvEuuUPXDn614NV3JKxpuB097PtwXUOrxH0GE9QF+LjCNyxsa5T59D/0FfVlUW4X5CjyjzV5Aa5iPcYw9pHQrVK/jc1Gf9Xw+efluF9KlhsZor+HxuCb6NoXdPwTumxDdiYEKxzT6lfc57RhY6M3Oneam74LANyaPbvoFOxlFwdULjvdBssABJ+/Y1yIMpSM2REf5HYnM0ZFPgN1wOJO0MzdILqI1gVwhifAgnlt7bIrfn+71Bgm8CyTtVysJgFQiQe8ANQkYDmAtYKXBepEkxcKnCPrFZaf5BNnX45OFq04mwWh4swhgOI5rXF6qxRSrNu0DTawmBawK3TtDph7MxbSKpyzTRvyWtCec+afZYGz1rcKBX3Biljf/TvBGXlk1lekxu9rVbhghj4XKSgRRJ9ZcPYBib6ESvkpvfKvJb9vCcFN2nzCr7rGxZoz1qyAkGOCuINIpggfylh92Sp4/PQQ/fK0+Arfb/TlzssLN7rhuGC0VuJp734mxsc9ecwxu/kgL0AWCC1psUgNaOhksp7IqjkveMC3h9It+huKy4I1Ag7VhoUfUB27lgBCswvIZhz0O020orceQE+NIJnJ4Itlj/X2jri0K25oF8AnwTTL3qnuIZJPz5olq8tsuSr+Ewag0oal6uiLgbHOQsetyMmp6GcX19p3+XF9cpEeiTE88PKZj19R11/piZb+jsu1kp9Vn/bbizK8AgAWsNZl9WH8KQ1hIa78Nd/Yn9X7lHYce1NtUHFDTvYbHf/IukoMBDZR5KV0UVVt4KhSn3/KS38guELwR//H8cdQ5i42YzBQUWTOklulbc6dKrto7HTv4uKUn/rNarzrvXG/seomSP0oSE5LVX/Rc1Ea2s71O9cEgAvYdPfg9+n/LyiqjD1/bl+2c+3aGpUN6x6YmzdHQFViRTvOth66T3J3ptO6nEKCryPjveA6ehp/Dp24NWHMpFfJI0fxmKtaR7jY0qm200V7cv/ZVZQGqZMX+/prMuLRgTX8GVXcX3l/0jnQOdA50DnQOdA50DnQOdA50DnQOdA50DnQOdA50DnQOXDJAZVO0Zt5gS5cr43oonbrH7j+6+6AbtxwoisGHAuuflcPdIOGopswYFuP6KeP6GOxHq4a1JGVLuupOtlLcp56HT3ypTFH9Jfq+tTBY1ixqv/DEli8K1iW+AkaQYi0DwJ6A32aCAsp3jWv/0U59bLqfjV0KzTmqfQ8Nd81/XeBeGAQ6Pr1UjsDqo+7n6KCxF0xdKrFVAeZ5Hf7kHECKMa7ovQu6GgNqRmdJ8/Uh57KVMk3+7QNqxeXmDGqDJC7+xfo1zLcdk1RrJJPPar0bnpYDMM0yvmA7jqWz7HAhudgHabw3zFINa2uPHrxh4iHSW+ne9t2AwOGl3JUy/cZGmsDBN/FLTZWFxGG0gUE1kjTTRDihxrNaUFXRHJyvjxM67Vxp4LSLiu7Yj00LC6504AOF+UHMCq9/oanEngmbBtfa6h2py++88W/XSLEuR0hAJyLhaVWogBV7DA4rICOH4BUtEJC8b3Gt7Ughcp/BwjXnQAtH/c/3d18Ihg4sRU11Y7yu/XzNPkk4u2T1lllVl0NlhwpTAJBAJAozbVYHp3AQPK6bi1mqLBH2DKoMlZLNIXPnQfs+ODpujMG6m+45xK17WwJgmrZt01SXxOctrTeZUwcZF0XfAIEHvfQlNjLgGRpXgqTLecMOmMSkDtuSRXWL8uqEBBW//EGqB4YR4XsvuMxE/XG72tnwfEAJYhrwEd2zAha6E58P30fHjKZkCVBxAB9OVcfnHw5YEQ9czLaRzYZZBOCix6LF32h8q3P7bx9fcLpGt2X9+yD4PWI2+Z592vArX9BTHQPsckNzL/aqoMS/kueK4OLqzMFy3KB7CyA8ILFt4DUyy5kxjyBeure5N0zDeZfU1G5J/w/45LXDQ+DLjhou/LIS5/7YlNGuGxJWkOvdXnNA8cl3WFRY46PHxhHrZjZiZNFPZlaBU8/bxTDA5vw080NzC7m54E1xA0LNeY+vySS75bhgHkR9VRiFRxOBy/zsfVlxRvBHkBRy9R1wYW48V63eZW85n8ghc88b/UGNKT8EaBT/u4n4nNnsWm8rcpchNOnrazl7z8YC0auxpJ6WdMFgD9Q7zEbBv7A85K31v+HAWAaS/+VBl42AMATcjANxFreGddayiqFvcm73Wgn7z10tHzUlNrcFEGMB19K88xaqdX1KY8955vtYpF+Cf76w0ns3Dm/TLwzuI7rmOlfuXCnnrLKOsL5XB9jzfhnjSH/tfNduWmkxHI3Qu1LWLco/DjFlca6/L/Q4UvVdmiJ+W9U7Rp/2y/pst5sfoBWVmTuA1aPxAJ2jZKQMNQ+Vk2t3XauHyzko+T147KXVcp5qpW/7vB3K+9Wfqzmx6dV9NQ50DnQOdA50DnQOdA50DnQOdA50DnQOdA50DnQOdA50DnwhhxQO6X+LoYZnGN1ivZrQK86H/+y+/SJ2KdoXPXit+wB/FCLCoip2BsBgPVi+lf0bOv0m3g23KNnE7KMjour90pnPZ5aN3WpahTVutKm+sAdlqVYMo9YU+4XLD4BSmM8pavdgNjoC6M3RK+HLnVUjwqwJwA7Gj5OnbJ6wzdOoRu94q0zbUi3ut0Rt8jiUzMGfnoqHbEGXuB/sIeQU/2MARH6Qz1jTsNPMl6LVsB4Z900uFXmjem3usKAvFAvCvi8/DeU4w5ay+WEmS0KBOObDl8drF5vo3eFt2tiMYO96ZVX62v6PdE/1a2FYbERAX15XVNWXewr0j74GHp38Zq/H3BdjY7XjQzqpJVl696aKD0xbSIf6YM0MQYH8AFuwnOwKurhA9mx0LmXVnMt3Rrvi/GnY9RpHY69/LQuAX05hlzuP0KnenOBf/XZtQFAl+bOsYSJpQQxgL/zb5xvJ7XvJKsSnddadAEw1ILsQBzXNTsj2MUBkDdRm32xRLm5VfUPbBHOsAhgbRpLT1kFsEPPzcnx7SSFgW6QXKRcYGASlnQGdt4TNHkVyMsuAulyxNyFIn262VSZr5WtefX/LQ4u6KjlqnXaJ3vu8V4pDUGX9NseA2hMYwZ8Xb6PeGEtCX2hJbsApMUy9sWTfaY/AiyA1ll8HRF2fmilnZ0DD9D/2gkEBSQFNFOZs/Fj2WGDefwQ6z4nO88iF5W7Plu/G28BYuBBQZsAyAyGC+5yxL03AEz5sncMPVqZy/pefg3HoVtw0kUSC0fcve60omQ3R3F6o/VWE/VkG4Q8ye4aFjH/DtQ14dJ7Xr4mi65npdmXR9F/rcZb1V/9Yh0e8DNyKTCl1au1Gngd62UWrsuUF8TljdM1FEBTAWj18pD+I67IjfmtPO6G2j0UPCrtnQo/+cJ+1mgp3yYXSGUF2QaoJBCuIr/RkQz5sFxSFW7f6tbpoTW15KrEd14muvtNvHL7x7y4nwet7OfnRq1ygTcLLOzdkLHFvpA3W5JzT09bXmXBecuf++p0va3b8xs21Piiv6zxUQD4lNs6oTruNqRVy/DzfPl8/j2d6lNOCJM2V5p9dpexyYRwAP4orPnpCEiHfL/sheXqxaQ3Cdcrh3XkRbv/gAwAzrpxIkHs04ZPq/xjYufzawcVFB1piTlBdfuPrP2fmI9zWc8Xja6f5/aqXL2/ysLe1YFRYJfXyLvRTTYlac6z+9ciSz2cbvPHvMUya+fwPaYrdrxaBNx/uLL+tHOgc6BzoHOgc6BzoHOgc6BzoHOgc6BzoHOgc6BzoHOgc+CFHGh6KnVi6rQEKfGOOH+Drv6P6EUx9CLs44KRhRiEwNgwoycFf5km3SijnAa0HNFTlw5Q/OjbSEVr6REF5GgzJrJSgffahDH92+6DnlbBu4wJHL0eerfS+FESY5f9pL6PkH0YFu30KvmYQvKNuxa6N32x+khBRo/99DPUj4DW6HwbP9tI5Ttf7M9k2FZo1ho3XmHp3/N01s/pkLQ0ejb8RkAU0dlrkLliLd4A9E2HfvYSCsH8awREfEAaxbgNmqeVGLsYmUbXSozgYCjm2dLr8Ctk1RCSGkqCMR0F1w/iP1gCazg64sZcojjmGKIhRw6I+m3+oheGlgGd9h6QxPE53qivRdZjCcxIOBh39cuN+CedaYfx8xAEXnCvvTD/9uO/0A6ySd3BT9RFh4Xk97zp368CwNUlW9dtcHVR67EFN6T6SDfY9KgrWIMyb3/mtk4BOndMTOT5SLzJQvrxDU+HR5jmuF5anb5ugGz14VQAVuVxSDQf3xETWFfKgsCjwZqd/PSzhMd+uMuDkRkBHdwtAei3w6T64GRBCI5anuKDPHVnwOnUO098rc3krS5SDbq+CsofZ0AyrCVxlyswuQK0CAw7uHOEij5An/32yG4A6hh1EaDQ0JcVEPIhAOEtx0c277H8G8c/scBqRQpwnUDgUgdJ/J2BKKXQ1M7IFqCvsVF1vewicGB8hhv6sP6e7y4Cm4VrakvhN/2QTxW797u0/f3QQFCDtFFyZg+l1958nhrQOC7sjKKclswrIKp1CpDphtYNFVZRVtHw5QVyVRxzeUcWWGyMt+Dc27MzyBgBl4BWo+kzaiM/kLItxEqRANyM/C2As/rCdwPBunxF3QBnkq2scXF5PEZ/45Q02+QUl/HSLC8BrXEZErcbGx2Nzuoj37YKzN3q2ta2ljXnPKOO0RitNHTDxoF4J4DvL0rpLzNycb4ptwD6bArY4QGh1pGi0Lno1TWaLtvNJppTp3xiA0B9rD+rNPOyWfhRJeDnRpbW2+pzWris7ur1xLpGz536vCCQYazwE48joHAr0uq2Zo9bRLVM18+STBnpc1fSNLNTavaHEZtNAK5P89OX4sYQLX/lkNbYyqKy4+8w2555kRFZgP4TM1xXMt6WHq2HN3l4wfRILfVhQ0qOiXUJmf7AeM43f2CuIB8QYjPF48qVTwVVWv1CBn9kzYy/lsC6A3eu7fzhwOYh1zTB/LtJPj2cUvutLNnIQ1t6n3ALibw77v6d77UR5Vbm/qVzoHOgc6BzoHOgc6BzoHOgc6BzoHOgc6BzoHOgc6BzoHPgDTiglup0nPRc6lnR8WGoNmMds8eAI5gROqtK6o4BHzFGmtCXzgvAJXiGuskr2ratzHudSg8XnXUwoE2TjGe/VW+l4EQTeIm6PD2xagSm6tL80QCqsyfE4jiBe0V1ilHGpql8L4ov6216UO/ZbsXYFV+Bv4Sb1BVwDM+gVt5WP82t0Yq6VzAwgWL4P+O+e0D/rpFQ8tnH1ylYbejepJ5YPEvrWjcDHNDz7vC4K2qhXjWpnf3CLd0uL9DnmGjFugPb0LVyDIwSb9p8Z93q6+iXP60+dOfgazfzn5FnXIBzBJwW/4lAbCRvbQv3ih3OhsnV8JV+ifcMhkEldOmQ0IjIU/TghRHY1GtS+AlOm40IC7xEx7+gi84mgI2PGmfZJz89XwWASynuRDBTsvFZwn8EbNNqLkJPp6Rf16c5g2LEBaZA76wCHKtZnu0mBNJO0/WytqXq1EvZdxSwtHIhQNHbQ29N8SODiQUsg+RgrnE3K7AoMAmd0OcEXwVbAWDiO5269i5suAN2cXASBbRMX5prgLTqx5ummrhODQErKbM9LcAAdKB9HZg4ickMzdt4OIkuus/EEbxzRFmQcWMseDnv/oP62JEgcCzy4ni92QS6zQLlJuLHrp8j5v+6eh2n/0V7WnmWFZ5jY/8gMnRo9Vsyxl3p9z6yOIIM7V0IsDA/zvrtN7axdbwQ0LPaR5IS4SIwH9nMgHuI/fAz7jgH7FXsS0Nz6L9SVwAcOJA4AQSYH1kQRi0HA167M6SAHJevdJPzi+cHY9hmr/U6M8cJlxYHdq9QuXzEW8CpnSvk5lZ7wdQY2H/6yYs7FvFUsABAjbHahXYzXQrcM+kXBFRCRubgwrjOjPE4/RMiqcuFWmNooejazoqK6bzkc90y1aPTZ1w0M5f3e4CzmTjGrEm6gi66eXv7AyZl76ngVFNlIywB1DpmcldvB18yr/6J3zbwiCocAefbffRcVGf2K/mcvxxxk+5Kg3sSwEkt3zP/KRPwOWUvOXBZ8/nauiK/ut9gvTBewGRg+22+n38onMtsDLm8cf81/JMXSBesNGqCngl+y1j+mvustU0+zLcxRdC3bUJoy498s468cFmLBX8H5povfl+sketNzl73+nC1qbYcSd9XvLlC74J75VqLtEa+y1vLSAX94DL0I7Mz4Px+94/IgLvZdA1zYI6xmQHXMea+TMWnyzt3r23z9qErFCrmLnzwhwdf1+k/OSEX/LmJoKfOgc6BzoHOgc6BzoHOgc6BzoHOgc6BzoHOgc6BzoHOgc6Bd+OA+lNSwFIwBnVc6/BHdP16G9XIAz3eJJAmxsAt9FkjRmB6TlzUqxMuTstO9VjR8oEXXNdJppk3/Sj9vRo3tY8Ylgn26t0xYSbxPwheYgzaGR1k9P3Qn5B06tnBLg7rz0LzrK4TTIbggNTzuJbvtZ1o+nnrKX2k9GNpim5bd8DTaGhCYuxuPJevleyp/VWniqGnGBchXXd4mswY6EqYMVM3/D5qRfWtcsg/w2ACuGOAM2hdq4EfuJw9igGUsuKh/pN7Gv/FoC1jYm+/4TlYmEWkFppbejF+YgXongd0t5XEJbiFq+xPxK5e8GA7DliHZ1ODhlUbbVtujeHUZ+t+mbi5lFMXjrGmHjzH39FX8UOSHSPVZy5f/GEd8sDwijPjKCY4jj8BO2H8aUE5bTrtao/Rv+oCOkNe4hGmylAmdzqEM/eFnQIT9/bGBNZKlg4uoiETYAqTRCGbo7jXupZdHuAhNyjHNU0Wpa5k/Qzw6zT4W133ny4niNxJV6BiBChcNZdmQBNrMu5xndyyykEz7zY5Ur0Ti+9YUH748H183P+NuJx/Sj2Rt3yQkUXLsm+dqh/FM+ufMDmv4N+AOVpLuouDAV7drSJgJP0Q0c6hyAUaKWbZJS/5Jnd+/B6gjQDV7MKI22DHmTFpfHvL8ZGiTGTo0sp61XcuL4SRHTQCUlKrjCl+xgbO3MiAbbLCdXHXsYAL9FsLbmXzSNwB3foKHtZTMrx5oj0A2wHAxbY/rD+Gh24eEPDbXL5GDpqM3ybA/vtKsF8uftmBk00SBkX35feXPK+Rq7Iv578tVYuJNwrNM/EWhgH31bhbmJm34W/y3Kbz8luTg9xzMciccKSYC+wwgfCiXX/8VBjaHZwtPYd+X/aRXMaz5qeL5PcAbH8ErwDa+fPXge20JKf96h1l5+JRy5Jz+sFLzrgIbBuAD+zEOX7N1ctjCBR/+bRx62NjiG7Nh/2XrH+uixJ2OZpnkvyRk2IW3W6379UHSztf6RM3pHtcid3LPF2wGJ+wUHUu1KYI58fjyaUWu1rK4HKFcTwIADOGM9euCQKsrg9Kzjk16s537ruqnirfbRz5yZSddIQPOOqm3Xjw9KnNac5tLAsErrJSmQQ5xlU4Qt+0/yfKGSuC+c5nk8vXvT5sp/WVWcxl1e/ORePr8mOIHx0lw+F2yHK9MWfGH/bY26xnvlPo4376OfOC2Cfm8UdV8rS26uxmmHrQRt3zRstWfzV2/pRHZ3lnZWetX26+YPx+W2NKucbPc6l+1TnQOdA50DnQOdA50DnQOdA50DnQOdA50DnQOdA50DnQOfBGHIgKC70W4FcZ2wiCouMHY1nQz88Y3Rymn6Bz1cpTfTkKPo3C9OSJx9gZo6oZIE+tn/ox9Wpq2ZqByBtRebUa8VH1kmlTnS26UOnaAUquwzec/4LOVWtZvV+Ktajz1xAHnV104lqlfpce6Soaow/j6gIgqxvetHpX233tzaYHTT3o/1Y8GNI4dAFSGqIRC+u9lrV4JCzdoTrXomggxF4sUNNXgfif0D8Mo/CqOmJZaz7VlO9Dv+MadTM0CqD+N6A1+AReP8cDuAJgqaC1umTFSn25cgDX+Y7+HvxlxTBs2IvZqSPGCAZ+j1xfpufgD5fl6lo58CoU5Kz31nn88+4ofoKbbemLHjh55JSHNItkmMSMkGPHhg6PWObu8Yz8d7DDHUakcQctk1Pe/C9PoSNjCw8IK7rsNGJCb45civcVnTX+1a97AeAzEW1ieMcKFPYV8EH/7gPKbWOL7hL3EOU8gjSBwqjkZ3gDyAQhF1zFXfR8Q37j5zryDKYTfZPFc4NvfHVrgli37ab39CZgIRPlqKoeRJ9g1HkWBbyDwsKUP2lVADkwkV+19MsC5m4JXYVa3pmCqXcY5lR721T9UBAlAqErOYNcFpnpvwHZAXTXX/CYSQ14ak4/tqsQ0yaT/TAFqIklIDtd4gO+YtE6zRrfXjeBqp326QSuY+MqtM+8HOTzFPN/d0nUs+qAgEeW2NAKxfQn8DV9tS7pxAUDfZ9nAE5dGLCTKB1vjb71GYBnYaNDoBgAxQmwb4r1uFbMjHsWIBlcMnO9eUpLvzID4Ja5MjthDWouSFYDtDY0/HolT7orFXUApbmjKaLJQg8IXNbSyvj9qdFijvSKMWTpTQEX4uyKEfw01qsvPPuUuV11Pk9+mJNWmDo8a6mqCxHc6rLbRj45v5Rpn4aeagbebxcPnkQU3d2FH3/IXHDnMBAL27i6afMFMQTkRtHsfHI9c6H9IXUaJ8CFeJPnO3Q9RG71pXhsbOgaP7gNCL5bPrKj7lfM+d9SNXPHteBO3fd99UeZr1oqAfxmpNx8gFX4yo+vVY8ArBuO3e0aH6L0WkvWTz0mTonjOxHxev0PeMMGB+fHVqVisgYJ58Ivtu2zdp16HG22GxCzWKtadwxm9OsNVutgGnv9hzv6Bjw+GPd+wUPBPHxVY8hnSZx9I2302Y9b6zJ0Oq/H3Y+h94fwlTehoQ+uCGfVZ12pcfu4W/+ZL7ZpNcnBte7Ys9GHDVbGhF9mXc/Y1lbHZbX9unOgc6BzoHOgc6BzoHOgc6BzoHOgc6BzoHOgc6BzoHOgc+BNOBDlHTVtevDowlVxqTHmnrFp97r7Vc+/6fH0FKtOFitgw+ct6DdnrEFjZKXeTZ3qm9D2cCUN7zjr9mwVTSgGX+Jdgtfq5j8AYBsOVGO7UZ/P6PjU76kh1Cp1wjLUqxl93E7vkujkfPZe6UQ3DZShkAp+25N3aHu1rFUPC04xGMv4joGPOnvzanU7Yci5Fw/Sa2GstjXaoW+brpWMb56iO4dcMUPM+DgYe6xlx7Gsa8UU05e0jG6VYSkpi0TRMTqHDvs4Q/PuVzwXgzin5+EP53LtqtqvGstAkvHEzbIGrhN44UQI08FwuOKB6oWhQgqVAZOykSv1slRjqEBjSqvXn+O51o0ClTcFXvkRfC0cgD+CPfBnv/8pbRqy1JjF0qFsMEth5j0WwGcqLgXMHRtRXAuCAgDP6zcR+riDRXBWXLZOAbbSV0AKJoJgpCAdIHFcDCceqUIKIxRQF4YQbJsyWmbIxLdJt+m3zhrMusKuDoBJEHcViNS0XIvOCJ10KHzSx6Mo3LENhmkLKP7IgvUFAaGXGwOGAyTFPL1ZgVaZFHyjj8t+eK1gOxn0gT4mji/fmTQrhxCpMWSTzMul3zzatc8EsQcAlf0B0IodFEfGVMvLET609NoJ1Oq5dnbZjJsFrY8Brg9M5MRblucB0inFMPj6aPQ32dAC1Xmz4ApVq+wJM/MjALAgkzDXu6QN4HXNWYzJCt9XdleMxKkV+Ft09XpaBB6moC18tadFU33qZPfTuFkBO3ld0Jt73odre/xp8c9F1p097EIBUNUFdbnVvV7esVdeFLM2I62nJQO2D+zmGidec8yBT7z04s6ack1es8PoVLqVvP/cZNudTMrGDnpX4hnod3/UFbQW2BBzqv/+qu48EUhUjlij+Buox79xcXcXlsZZmA0iT8oY1uVT5D9zMfMNelkHpt2P2NLAC4w2WAStsCq7+Lx7x7ksr011Lo5bbaqOLOBWORb+fwEE/hrZY7ODweev1J+K7n7QL188zqiBOW7sjR3r3W7EKpwNGCs8MD67nJK/GYun1n1qqzphH3Tf7k6uijHxJ1zuMzd5eeYHCfXaTr1TvKrjcq4jRjUU9DHr7/JT3iMAweTlBkfNkVPTr7zw5TnzklzdxQcv5uU3DAY0y/vUXWNyKR/yUf77V2suDrqR18Ne19parUPrVrqR574OZbHqqZrr2ef1tzKe5am5t1y8s7xLbG9+1N0cv6IlwOu66YOeOgc6BzoHOgc6BzoHOgc6BzoHOgc6BzoHOgc6BzoHOgc6B96PAyqqotrKB7owgblPeOr8BkPAv6IfA3DUKlGjFjOqKwVTmfYYz2jQtYKroF8X0Ps2UtMn32oLRaUGKvFaiG7fOLl6LZ0EUcUdUOT5VD2engP10hhDwsSHndDJCQLj8lc8453SJd25VklIGgEUNJZbcME9Q4cxc6cJQ8wLbEdNYsbFLogFYSW8LowBBju6VD6C78XdNU9bUpvZ9I/t3mvOl/QXbvMJYPSIDv27eFJkQwBXdsl2i8+hmmuJtoQaY/AMaZZevWNeUPgU/f1D9F/SJxua3lYcZQYk3xOecNIIFhBYvkTl7bkoBhNyA4MFKYm+WsOdVQAYw50BeVpmMVSwxzdLtLUl3VfP8GOYv0RHjGU1f7Gsh9BmW/goABwQSCCIUeCTjtAh23ByYN6/4j7YYThoQYsyWoDF4dIsWzBEpfpIbNoJa0mt4sYd8YB1OezEiAVu2EaZDTwN8d57m3Sm3z7cPrREjsGh8WMxmTZg+Yqb1R3IPg6u099S/dcEdjLEIpVCK/3Xp70m4buJ3SEEdbZ+c9jnt053abd+h6HM+bXsdKeHQbX/Eb4zBgFQneDmVARLMDJ23jJxy34IYtR8It4xQPCIeb28iZUtZWv6vX2fyjReudIq3J0yQHNYzu0A+lyo5HXoasTmXHREGqWfe4KvbjDYCwLPv6SUO2+oJgAlOd9kPLIE0ZhyzxIj0AKYpbf/dQFMdXFlY4S+32tkQuyDH05C+xkX5HsWBHYarQtWh5v7BWaMHHgj+msUBYjk3QC9w/gzucShfIeTF2c5eDvdWgzziFfbwq4iF7cJ+Z+wwObFrRVic9WbNSN1367rvm/Kuclz6kAW/TFgG8rG6EYS/hwFz5mZAvNcP5y2/rEuWVbOuiZ9wQt+Ia65ch8eWNeFvDR6Hq6bIvIAauaZDSW8fHVbPazuFvNlKm0cF/XepdbvbW7WufiQokVZejziUvmArByPWH1mA44/rKxbuj2k9G7t3iOxPphq04F5ePHsiVc74Vqa3Xf+2JGrfKQ/lfeeunz4hKS0IRDU9x02CPyBEsTrzo9B6a5RVAKrt1LerpRMvjFJao1jbuFy/YDbDWMZhKfws+TrdTSeupH6oAl6R+byvPhOEFjle8iSf7R1OY6Z71WDvPN1vxijmR+3B+JZLLwX89K9KOP4nik+X524cJH3RBsXJ/nYblY23rm8g47HX3GXmNaEWYg8QHW1cubnVqyfOgc6BzoHOgc6BzoHOgc6BzoHOgc6BzoHOgc6BzoHOgc6B17Pgai1VHShf8oBHqSBCfrcHfrWGY+je4xP1AuKWwQYU4eKok2ryonQjkdCmw0r7ojRokUTru79Ht3Yawm+i6/kO+1CIFWXwZDeb4/QrpfAA1hDXCiDW60e6HylbQUY1t3ywb6Be2kJLE6mNk793qWuM7de+XGX7lZd3RcP0rARfEu9ILSNGPok3m8Aa7gKBlc6V/ux6SLXf6DL6DEnwuDFlXXBmaVt33TEraFXnm9jCtCjfGAElzCkC140jQ8tjoMYCaCWbrM+1YfO8hwMBZMb5Akvw/OvyVg6fh7Qp9J5v5TMM3+pK6KMNIqZeQ2WKUguADwNP6UlZYKWeNjOpbMtvjr6Gpfq2nrUeyzGc+vyf8luGFr14ZD+UkKvlIs2esRb8xH5w9J+L94Dr2zIeaaB1qMA8LlexcPBZxDSeaFeGBF/5/hHRwl9WIl9uCcXnawJwcTFV/bopOD5SIcn4r1qXXUUmUb4BGAFzbTIU8zK0tZ7MrzY4fm2oJypes2VtYuZqN1ftTR0h4cxabODQzcFqv7J0NpPx6USHmDtvCxYEKLo16pNF8S7GdAY4CAclss5XjekjQd3+x/BDIVOBulngQXEWnDHOwnEY5laou+ECvbPs3TVeaGocrdAdwEKF7ERV93GotV//eQk4r59iGtjrt461WLutFCmBFyMx/qv4L8Ghccac3LCFxfrE3ly8kGtfcoyIACjUDMWExZ3u/GPTCoXPF8cCvnrF4DqdxtH23MiC5u6+LgJAtkVSONl5kaG9Idn0hkDzargs0/7Zq78AWLvcR27YHGoO+6ReaW4MVCRfcf/7tFko50/a4Abl3IzQbR7lHbI+cyOGYE/IhnTDxeuGmtKWCpVXZbNjc8+JBA3EeyC2bH4LrwY98ff2imqYA1IB+V/q7PxkFtbuku7bbZ7Ad18gU1/hT4sjdefMca6ViaFRK5cbJXfIrlVezpfjkU2pUQeLKMEsQhLJ5aT7uZhIKnPHyOOHMun856rRs+p0ouLxqPQ7Yzjx4yuto0NPU5a47PLTRrDC2WneCC9HqeXau77rNo0ew7XRv4yOlQy4746Fvq81Bd4PTDnU8dWLwvQVrKIvEU7DYYW+07+hbVKtxsEc4deXVczf9zZpnxTq8erE1UoXyyStMQau/wnbZeVfsaNRclZXt1nRkGba242HBWrGCMowdp52Ls24b4cdybOM1+Z0vgglY63lT/hkB7pTHLHnwM0f01R3XTg8oPvjmPWrY3Pbfzle3jGerDg+sXNQpOW1exOW7MRhXop7A9dZcw62ljY4zqqaTJw8fnhppzqr33mWlpp11j1xoTe8WNEWkPnVkNtPtgY2arv586BzoHOgc6BzoHOgc6BzoHOgc6BzoHOgc6BzoHOgc6BzoFXcuCkvVJnpn4L3ZeqL3BFdGyGacQylZiv4+6f+W58WvR5gmNoqFV6D+BEI8Z4i1490RxO6MzUvellT++Zl3riWzrOO3Sf9HN37revrey9+dQJo2ML6qCun5BuS4wYxa6gkZjAqzpeO4YRoHo7/2bBVrxs6i56AdtQr1962tZynVv7t++ev91L1znLratWX5WT82gMARiDDa2/ph94r9XrI7re6P15DuGhOWPE1QpWpydW3VkntCN4yl5deHSc9+vabxHyxC/S246Av6g0F3SZN+gxV2g4YIxZqAWDz78qWT/Sv8iE3FYHqkGmxjYYpGkwRnlBVXXJb5PkE7wJGbYIPqaRK1bqyxH4GS+w2cwAzRCBnKjj3XTIKrWhRF1s/ngu9jAYghFgVtnYGf4TOd9G7G1IppZRvflILGD48QWeX5cWtxjdsXjgowBwE6gTRQ7AltIJrkdAx9UYsu7w2AOCEVNyAdCiN3SUXHINHsSC1li1TJwZK+CVGItRm6PATmbrbQp7Li/bfu5EsCrTZR115/ZniUfRV/7mQeOxQE0Mz/TBxUiIQgU+/1xzRb32x0EE9AW8Xo6Ycw9YYAGunfqSphz890uZEC6ItGxM0GXW+hWeY+GpZanArnTXAlaUlRALHlAuHXEUEMqY0QMlL1rpCUDqElehf6tJdIcPqbf4I1Cnb/VYJwLyrAZp1VozO0Kg09Wfp/bUc3oS8MM7Nc19MehWwoV2ISbtDkDSOuz92yU55WJYNQpcLwBaEy+xw8DLDJm4TFL8UJJ2sxTYqNxpUasra3YaOWqtoSuVPCbbFrmcN5Fh6tQP/RGWjNA8YFU7YMmuK9mk5451CSD18JLeH3f7vwtgu+jw0rFvWfyq6hq3dv34Wd7Y/4UxPNLOqpvwvQBwgZQOwhkUo/YrrA5/t6aaJa7Zcuh2RAAYIPR4/B3ljcF8GbPB0dsG+h5yG389y9+aZ0ggG0SMqzvsy0K6WUSfBGer76n1F+/M7YsOhx3yVxcjbNhwrtIYx1NikDcm0S92J9wc6S+XX3wErCROwGIcZPuS+XZPp5912x9QZbHrjrjhE/TygsZBSvEq7K1ZTcaqOTJf0uoISItPFkDYOWsaL3o26QRYDt8fIOiB+fN5KenYxhw2uUdrwKJ7xd123CsTn8S0UZnrxqcsozxxJWILALRSFhonfiDmRS+47g8SgGV6wlHjoPw+J11mr3XZHyLIAz9AJzYyrIkFTP2ue8zlS1qf007P2znQOdA50DnQOdA50DnQOdA50DnQOdA50DnQOdA50DnQOfBkDkQHh2YU5VWMJ9TpoQNbMdJajPdr3Fz03ig2o3+z3ug5Bf+0AJ3V42sU5XPSpjJ7rv7bos9Npd8TfJZ2dfsqzo0JrDfDT7uP0y9Q56HnRfcad8n0UZ11DFjQV4+GtQSHMFyqHhe12VBf9xTapbXpF72+lh6rp7So4iLSJM/pi55rweC4oEoIgqHFUvjrrc1KtOLfgswY2jEGaRh5QXtlukbN6+7Jv2hQwRPn5b+xWAWGxlWyhn1uEPB54SvFY4mW7tKhUhJ+G45WHem8gP9IM6B95XoZbbf5K3M81N9y5r/wKTC/PeaU04+5Zfs8kDA/LhS2hT9oxOgTkYIP0AcIjF54NhRlQGB1tjUm1vDqBC3OtcTZBoo5IM8AAEAASURBVONZDmxKwIvqQphDw38+CgDfJSAM52b6B6kRdhXexNE9ynSUzk5ald5ak8klXcJaQMRZZ9E74mNOxA2d2d2RGLY8jsJaUCMSyHdvbRPlsUlQuV/3aRuDE4RJOhNQesLN6H5k8goSuQvEDofOWsicHC4I2IUxqfRdz+LgLo9Yt8kXhZTDsbToBoS9T18cZIEhwAAoWgHgYt0L/dmdAhGBrRHGWFzztGRUGiVOIgWyEUYm3Bp32AD66TDgUs6c3jzZeDF2mGgHy7lFAB0XChOT2YlQLgEAU3giGSdL1dB8Jki+CoHogmEyhgAvjQV5HLMAbINwzv6qKymWbCdyID/97AMEZwfKAJCmC+4tOTKPp5KXEhYBQ/3LE184O0IExYtLd+tpMnX3/uX3s7yxuEKKey0M/n2ELzf6y19/yIzE7TZg/8I9Nzhcb+2y1u1aAB7ZMm6s81eZ+4L1Vivy3aj8OGbWZw88npeKz8xJhHVhbTgilysg5aibcHcw0aZ+CBqPL9baU0NKRUvW10bD+aJ8SfXAW1mPBLpzGGPR3EpY87l8u3t5bvz1rKzuWeRGdlwJAs4QNBz4YZNNCa57ygUUXK5xT6y/lYtbc3Zo2dZH5fzGF4frLoBfNmwg6w+A+I0H7TyaF9f3xluYdj+Hv24GoNcbo+xXvbCofrtHhicmx97k2lLg+IH4DusRN+GMZXY8pVLXLtdT51PxHM6lZH1jDJAzfxyQgfHnB0xiLPOOaQtscl/5uOD1lae3b5nXdcVF0XWEF+ZeGfe95lqiKLBZwFMIgcbIETe09F/caccdq+AtKKkA9Yy/8wvw2I0GBQD7pNJzAWC5UhuSnBOs6vRfKba1Pe+q+fhrxAurfDcFuJkhbDy319rt586BzoHOgc6BzoHOgc6BzoHOgc6BzoHOgc6BzoHOgc6BzoG340DT5t2uUd3qCmYyz3gEBA8yTi2Kt01nhc4QgEwPqwPulpdFnapePdWxVXqe/ruVet75pN9FhRY8Qvr4UwcXj7FHTHugcQLA1hiw6XYtF90bsY73eIJUz7doiRnDF8vzHEyo1X8fVY89v69cu9/Ke1aDivIVXoJayVe9xEKzWlq0nNAuSuQVXm0BgQewoHGHV1j4vuBpUl1s9IrW8y5JZaWtYAeOLnbQmBFcZY++dydgHSMaecxgRBnLJaQoXcEtwF1i1YwcrfRzXsV/PtFX8lifOuQNh3sL8iVhElBhc4JeRDV83YFN6JJafbdgi4B5Sb/98qjkOa6kI99gLxhFzSsGaOiIR7HFN6HTVhjRAPr6CKaNA36bMQ5d8NoqRvFsAHijf+sFam7bSGe9ALhCWLRMGtnVsXMHREAPOgS3BHKyi0LkGdfQewZsxcJqgTCtiB18CnGc09sw4lzffVcCulrWmZzYN4CoTpJ9Yo5KP0cmEXkETczHpUPqArVnt8oIgDqv/8U9BxHe0B3HUauwltqEbN/f5uwEECTNcHMWQGTSAshp4WlM3QDA0F/QZKgmt+PBiYnhQiBQI5hX/veJ1Tx8zTNBbU6O8ZunrU55FYs1F3lp+hvACXEAACcFtbSezO4JZ5y0kMdzzX6v60gcAR4Y0FwZPAKiDsiVj6tALt6kFzava3OXSxcsdzMdNeVf/hc8JCC4JvbMhkrmfkJSrpwn9NnYp/OODRIjB/fLHfftOp4yN87yJl85oCtyi7W1vvbdILDDNcAwEYsBC01TUSuvPB6ifXsWBiNTyP9HgMl5/Q0lfwtvdIHwWB22eD0VGM2z7FoA1Nq7seEnrBv4st+xuQFeZYGFDEHtJgeX5/uolxczfHVTSuYO1zMWtYnlHeC95mxk7Tp5udv469mXvBLtyC/w95gdSG52IUg8lqs+CVAbvhZ/76MvlfPR6s93aJbVStyApa5xD0ZeHDfzV9At4E5ShlJ/vj34kR8E0BmrZ61bF9wr+wJzvslz+pG5v9Erz6ruy/O1Hmw0hBafs+qEN9PuA/KxuEFg5ceQmzOoqlYj5ZP2bJV2vGcryeAVhHh/McYyPwz30z9yz80SvoBpL4wx350jdTzjw/JZ61wreUdBxwSguh5xrzxgcQ3N/hDkIpW28ckazy3vulZJv9ud3L22H4kFzTkAcIrlo8pnAc7l0z+k0TWHampMqJ4fGyMyYSxgLdnzPiVfPFRstD69gZ6zc6BzoHOgc6BzoHOgc6BzoHOgc6BzoHOgc6BzoHOgc6Bz4PUcUI+pEmsZvkFnrBdNQNQ9ejL0mnoNXAJCYowHCCkQvACQreisY/BAOTXkpWe7n5amn7s/x8NPWnnPheOoXwRrEZdAl6lhiF5UPxICcuTejTgRVc4YLM3RW0sneBceTc2ncZ761gFAWy3gYzr81v7DVN7/tJX3rIGjxw5jzQX+TfPP0RtrRAMl0fdKkVphdIkBDbVgBuPQM6xWuTu9Teph1h6aVzRJXajf3yKpx5VGta5Y/jq+8EmSJ6xrd4QoFVyN3IReDF82XaitN/20HnlHQGA3C2gEaJja6vvbUWp79tw24nkXI6pP2aTwU2RYa3CAdXle1EqdRU4pY8+z0iUD0moaDga2AloL0teT0vEWr09Fn3kBBQLmGstNf959wk35ChYxxDL95pUAsJ2zJ7ChQBRAFYEwhNyO7UGZ9yjpY27M92USwPEPZjB5RmKeTlhHxQc2fr8H0BitwrZK09HHJsgzuXFvdvuh4l7GS8PIQrPb6aKaxUdf6EzuwBM1cpBoXlIYIGAh2AogAQgmmr/gc1uT/xWr3MvBbxPSom+ZQj/UGttTMDWxZPGxPwCYTYmZiVDy3BSLbC8zeehFznlAHl2KfhfQAitRgDyDgJNh6y/jZt5WjievS9ukoL7sTwkvuWKxGZnEh9WdM+5U4GWApJTFJ6uBi3+Yb/l2MHLSBXhjPGktCg+4WxUENr5zFt0Qm4KvI3srnY0O8obvA225Q6nkAMDPXSijcaW3BeuRFoul1IR1p9bPoE4AlLhTHoiTkIW7xk35bPx/yty4JW9Un2GXKur0RbrjRTW5yQFXtb5w5aG0lKW1RJ/5+1kXiujQ4/hNAFAjrjC0htSCeTcKmAE0b4DaZ+UfuaFUeDjeEm7c7WwUYLGc3BVEsHoXWYHgM523r7dZeqUl5cSXtbJFLl46e+IjHAUneUFOyEzBkFeKXtxq/M16AJ2Sqv//E3gNsLoHAB5YdG2nZJRebfPvMQvQVr9Npi/UT+XpriM4ELP8BppXXkAjvLZaOfCUZP/wyUw5ecGGCdyafPzwr9wtsFpadR1iy6Y0zdk+ntPlF39cXLbOs4DAnKjHLSZayU/scrq5+QPXyB80O8oKnTWdYnbbLkc2fliNB/nCX86+O0aslgc8NYSnade27x7W+sxk27TgJoxsiyEW+UqM6HklHrA/SpAOKOWoccxwQJj06YbeTU/8hOK5sT+0McdiGVqX8Jn1oOUlh328eoQbZriW7BNrvWSGMY4flCrPzOeFH2pu7sj3B+u5Vne/1znQOdA50DnQOdA50DnQOdA50DnQOdA50DnQOdA50DnQOfB6DkSPF52eulIxEvX0hFoD5BMTWtETCjAGDESnbIjFAYOwZfwGnRo6S3XXqs7IpRrsvnSpP70vz0P3W/nod9GsqaU8/WnAoo5f984ovaflF2BceGVEJ6thkQYrgr9qBHfL99Al/hSDxwNGGujFNyBbhaa8uC+19u97/tj9Vj7n6BoBAgEYV6yABzC3CY+lA1jFgkGmMWtNIQc9pnpV7ww8E0CciX1sfN3gY4DZ6vrFQB4eAWt8YpK+JHSvgOxyT/3xMXiauMhP4bf85Fl0n3ostUAxMHrYfEXHCj6wH37Ooz+i0xdULUPAlK3saek1Hxk3aM4fZ73XauSTGMsDoXAz9qUXbu3YdDWPzpbnfrOvAxsExg9sIEDPfDyyGQLdcfTJ22cr/5KzvGp8WjBiWuZPuw+E0pwItfo6C+CQr6Lb1AaPK5hxRMAE4fYHzY31Ny0AqVrc+5VX8CXxdhVAgOMdsU9F64tFxaangFxp/pUfNVGkS7HzcIH5FLoGALJR174OGJzMIBZHySOsYymO5oOcbwbP3glqBwDm4ZbahGzf3+rc6BeAKIKcuoIVxrAE8ceyT5B+H6mF2o3+WNspxE5kzoIGBqY+MCYTQNt8IxCmZSiCLbEvBPMsem+iXWlTPsJ9eLawoLrADOP3aPJL3P9qQcekgU4tbhuAFpqlO/edir40lDVuMam0wj3G2tAFwJjG9sKnb5Rgt7UJokkLyxV80yWEweG1EGanUIh5uL3IlPVkfFgM9sB7+79jlYoFNtbcE7uGAvhI/zZ2T5kbl/JmG8YfMLn8uLzr31+LysOeF4EW15Efx4N8En56O1W5FL78SOe84UImae5eYcPEUfDLHUPyPZJzWerZ175ER2TiZgZYZv348JGX6UI8YNxUFIPbi0hmnxluLy+/nxv2vltRYr/tfpSEPhBIXY5lQZnNKDx/KDX+nvglP8LjWviNubBHdid23LgzCafAtOpcK56EvgcEpNV/m4ZacwS/EZK8DG/WX7KWCrY7l6n+doHr35gzNTS+VHlpUt/HL36WtXpxvlm9FaVP9quOAlxbC/LRw++eSW0tSb/ad2PjKnVYLrPrTPccx+E/aRP5TjHL146niFzatSwPOSKOaUM5o4/E3TCWwY7NLRUbovK1/DyksMnKPdp37z0h2Sa81EpZ1+Z6VTjufklVrqutzst62pzxXr0jtBYGnmctg7v7n3BXS3B/TG1r7WXxz66fQm/xIoNo91lDR93+s8trYc3Lbr03mHufkdZvdA50DnQOdA50DnQOdA50DnQOdA50DnQOdA50DnQOdA50DjzGgabe2s7RKeLuV1fPIx5VteAU/FVjGINBsSO8VO4wCAumgUviqFHVYT7Q1nX96QMF7jxq5etc2uSz/k/tMffGv4H3lLHTYS/eZXhCPGpCuaYgGjZGmRq8C0+LgKmLlp4Jg2edjRl3Gudra//zJ0+708rXeeMUGI+tLuAKRi7VQ2Vi16I/ji7VqqN3hS4M0nymvlrQ+AhOt2IgNQaPUNf8EPefRuM5l3zYeBEdKdfWTwzlI/yaAVj3A5bW4a3uwsWDzqX9rv67btlHjTLBfIbfw29AequiwFtSbGvRV8PTCrkHvonb7wk6Df0otnJJ4vm6UeEdPYYKyGPMpL5WT5NsEEgYVPrzFqkM+pDWWK1jEAldX+x+9gYA8MUInFziZmeEggIizkCOmEQvBiCmc05mAeBMHIRqFv0WrcdRd/yM6wf7YoieAnK9BYNaHW3C+D07UwCENEM/7P8B2nU5KogI/Vu/PbdrEaT4IDd4OZN8ZZEacW/tEN/KZ+VvnBoNl2fBUuNSzkddkX4Hq17dFAgYcR+iPEyZ61DqmEyMidDUsGCCT7zV9cgYAWYHqLEnPL8cn1Tw6g95WGBcLCchaF0AXBbAIXyWG0d1dhMBdDuBBWYcA09tF4VXdsTvM7Q7DrN9YSyMaTwsfyI+qwDTOYbAq8mmgkt+u7lBN+jS9RHAz8D2FRxe2mytgZT54o1TOt2B5rjiphLdpNMJeEGsXhddVxrmULnIDQeq2lMtn180+toTv1dbvp4EuAATfenm5aSvfXZesctmI5hGGmXt3PpQY3DKRwmfaKW90+Ixixl8x421O44qtTq2r884SbX0TrGqB+jUGhirZTdnXMe4qq1zi+erU7Pccn2qOObIE4viOH0AnGQ3Gi8MweuJ/tvT+1Ljbztf5hNAjvsJZPmgPBgLFmDVkXMemc5Una/yYPu4Vi+Ehaa8fNjU4I8l4xAsCz+KdOmM7GTX2YOU24A0+KJ0vEnw4hNzZPzgjyzjhwNWh87igOuFYP5tALiKVk82TrmgXE26e7Et1kfoXJb/okledM5rqAiwG5rkxXZsdckHgXMpdoWKRfGAh4DDj6nTNVnpu+Th5TWPbj3z+xMS6He58XBHmXGzf0czuAl3gpNcR93ysX3NPeXU0ZFaN0OMWIP7N7r2utvO8bI45GUmPsCrVPjIR1kTU1dkgrFh5+SwJxDDEe8N7H6znRba4JGq+uPOgc6BzoHOgc6BzoHOgc6BzoHOgc6BzoHOgc6BzoHOgc6Bt+PAHfWcX6PVxOOocYHBgNF/q5ssPak6cYHVQQMHzure9F6oS+XoU0OZeW/rHq/qT5P3aR+t/OlMsaLVsxTTHno+sa4jBk+zho94khyJWau+Onm3vmrpOWKwNO0Bh8GVgm9gIPJQau0+lOehZ618nSVEeuWRgOPf4Okf0f5ioKT7bR7rbTU984v0e9agTmM83HOrD13g+SgYi67YQoEIzM7h6U1Sq0j9vLgKIPsqrYCqeuRVV29rIgKmAjjVuTIq0pEP5MewrMiJHkmXGDGqJ37rVDI6RrHrJgZkUo+ixi3Wch1ute7Y8umacVCP7ZFxESyefwBqgItu+ireVR4nHTOl7XP5fmpPwhcU+AcA/XKNDSbI1estgGX0ltpkrViHgr9apBE8GhBhQegFlhjPyF9AF/rjcChACUodZP+rTI4sBnR5vZQuhvu9UwTn1AgDp2tNTN8xJt19IPboHEtm7sVk3s60AXWQhAM4kWefnQfYWK6/pc8FcOieuUzmzzw7NfXKi0a3gHk7RMa0ot2NAAHsrpkW3CsY+Fs/6ljTtt0bRY28ZVGgBxE6uyOQJ2AMiKdb0fhRTx4nnaUuj9eNTWgOeFj061pBF8LH7EohvvKEm2JoCfgjbZG7khJbzmHfySGgFXgTEFIrYF8k6407dOgDJvonupswph/cfkFqfK+zrSLTxCl1of+A21dj1Wr1GVe2kQ4b+Xz8c0d6knx10H1eGNPCojsLRkJ7Sddp3Oz15zVtVWynRl+722RD0Mp1R0ftKxs2dFku54b9P/NAAB2aKZS1KYVbS969TO3+NgZZkOE5b/AJ0H4d/oN6DeaOXGEB22TusoanXNuP0EcdgqrxGMDVqmU+FqXG6JbYMzV1dff7uS157YaAzNjIS4D3gPZ/ZePDV6xJuFZ2Z88DqfH3zNfz/EufJ93BVxyLw/ALZk+5NjHGrpys2M5nKj9rykzXDm5nEwfr47hX7j/iOoJ40TtkhX4V6NfG6oEXhxtwGsgLL27yw4Q6iVur6+K4p9h4IHel9JLLfN1SPcmXs9C0h6c8vgukdsKt8rLA55tvkHNdvju61M04Z8lvJU910ZcGuFL+iBuLhR9a08cfMe6612acWB/CyZTJVauF893vF4/uuXQ2W6+uUQRyXReXBTfQAPojmxqUjHJZfa67yYNcElx3U1As7bn+gJX9uroz0D/qk++n/t0l4lzn3Sf3f3dzSIHSN6x3KzvJJuNf0EZcjW+yfn/5/qRzoHOgc6BzoHOgc6BzoHOgc6BzoHOgc6BzoHOgc6BzoHPgjThwVb2FflG1WUKIYmiBrl7AVyvKhSNB5ADZRsJaCuwtWEnqZVKN4ll/2HSeRedZH/cyulv5a/pd9Xo0jqovmmku8DeKgYj6/i8Sng5dps/U0ar/Dr4hHYCY4APq4NeVfmI0Zh8SkjC4xrkPrX1LvSS18mf61UxinChoLYAOKDqjh53QoY67H/Fdgzlo0/hFY6IYzDFY9EHQdY/HRXHOYSbcIGB39OfRHzug1zXDL6E76troKy0tk9WlglNwTMbYBQ+aoUesIpjVhgdJQx2cJAnL2p0gMLcNB7rHILP8zG653lAnKkKxj1wLAoNfoTef1PnKT54lBCBEleZf3EFaNZgr/tqXPf1SN6zb6mUS82EOwPuE2CVndcpyz0uOv/prMQnl1dOMu+npiy+++LfnVXV/7mI9DTGLC5kHiIDpM5ZpK0CcwZEPs+bkKqnJbYHMeIYw7lEN9v0d8mtFKSC15eNcmT9v2469X6q+OEFXQL1J0Gb8EdTokriU7bGgpCMn+QulCKyxLuM2+i/bBMMajHEOgMmFE7PR3s5v0Y824asuQRH9pLvLQ1CISa4bBUHsWOIpFPI2UhvKvUosZIRkVlCkFXfEKyDWzGJlf9NZMyazAvz6MZDugBRU6p9kWevKhIUgJhYxP/FZXozmSVt0lJ9GyzYI9qomjb3DjhEwXt/187y5RT0X4D6NvCI1fl/SP+KyQBBYAFQX1uG3y45iAb3pX/judR3OA0nJ3LFPLB4DuzV0zbs3HjDxWZeRzQShVeiprmoxeXoHGr2WaJRE/uDPzRHwcP//AJprrc+LINVu45FrZcXk2aeVo11Xv6CLN8QA8DVi7eo6eGTzwKQraKS/drRYx/OTrdVwu6gjj6wr++mfqVu3t64rlaFxJi2cBrjunltNZiiyWOMEe2KwHj84FsiKGx/wB30u8sDVJV9btowsMYB39N1dQXvlYfjfyIBrB73JGiCwyDUyfi1dq9d8jllKEG/CVUUL1ZkxXMd/h0dadNuv+qzxstTnKWMmKRlLZgtA55wYGz/kRwoxdvlB4PYVhMJMkV/X7xoIf3i1US96wlXvXTnsd+a4gCp1WHJmc8OO3U7+qLBO2WC+NGaDBpROG9LAbScRFwubi44jcoX3CNdZf5y4S40B5GkqIx/Z7x3/PH7k46IeuLBfcDu+Qy60yOfHk+79HZ/MacmTvhBZ1Wr9H5CXH7K+cI1tMuAaPhtUkte+8QAa/eOCf9dsHsrjdu/a2TykJh/VdCQOFrBmsO7vmHeun25AkrhaX1Ps9HHmz+lWv+gc6BzoHOgc6BzoHOgc6BzoHOgc6BzoHOgc6BzoHOgc6Bx4PQc2dVdTbfk1IdfQa60YLazodm9uCPenJe30Q6ArgUl0e3jQU9c1aWCHcdUcz4cAqDzTwE58xQzqxaKbO+n/Xkdy07PdrgVa1d9piROdHfpADH7W4TfoBw3bqK7vO+jj0ANSUItbKRQgHnARfJh+zve/APaJdWE0Rib7wMPQ/n70Q3cUrtIC3Ejo1QWraw0X9aopYDlHFwvIi9ZSnqonLFxov/uA103NIo0JPKu+jG5RvkO7gCu9tb+mF+sXIx/ywWo1wrFWveoaVo+H8aj5fRrQYtk2SWImFgg+wVd0wV4PK54ioVmd8ccjGwb0SLrpnzctuqVfnSb6b8hRsTbday+A5LsdXh/3eLCFp3YiQP9GXzVYnBIvUUOsQd4hHi3FHTDioR77VNiJTLFP5/RU/lYd6qohgzrW8ciYo8d+SwDYqnPYCkn+x+oP4ZrpiKbxxkc1FmbFnCxlfay+uCMoqe/sEbC4fKobP/RhE/k09I4fcUkM5XLu5shCw86NcV87D1yQhLSqtwqoB1M8QugT8+m2AFP79Q/c1yVsMoXipw5eMr/oAxoAW7LzhAms+9ZlXy4IjMtc1o9WfO5BgQT0gv7qzve4B7xYGRMsLEcWWwam8tP3CKND/obpXB0iDw0jPsvdDDDB9z1WiSJFwYCYLHyB29vkbzRE9jYQCPprurCEsTDNR9woz44BZXh27ncr/PxzLTjUtI15WMlCM7Cw38wAf1qUCrqz6yfAViaz7VRPG+dby/W9FtuAQsiMlpgCkTNxPWvhalwqwKeVfdE5dMsJWsMqMz7ol58FBJaVSvdZws/tntu67EHRU3cyE1Kfsj8A1hl03nn0mkVXsK3KQwtjOhHbetIVNECgm04a/6Tc5Dup0iWd7R7PT2CjecMF1h+qZgxvsKgdcMdQmyTOZZ5zVQs7izmCON/AyY8/wVCVHW2+EKQR+jZKn1Nt5aVguZn2xcctFvV5hs/IuJtnfGnUC+PEhCtt+AyObnLgSyz9Bbzc73/IXNPtPXSHkRJbM6pVdA1UbM/unh07KapNDlrVwm/eC3Exr5U4NPtbqjqzlb78AZe5rQjZ8cyOyNfg+mQcC38c5oeNfbKiy3T3++Wz+6+VCPmTn5a+t8b/xvpYjwr+YPIZ6VbV25fGp8iX21BYq7DmV1a11g4nWvlbdcgh0uWzunPns9pp41bfsFeGXxP82VNeGXbjS9yC6448C6f1b3TfqbF/7RzoHOgc6BzoHOgc6BzoHOgc6BzoHOgc6BzoHOgc6BzoHHg3DqDAUodVKr7SQeqZ8nhEh4UB1BTDtQqfpm7T3BqzDRgMLugOSx/X8KRvU79Vmrfo1LyMbhILUOCFccZiFv3/Tq9/zejupNdDDyfox31RjMXQp+rH07dNB8i390rRoevdVdQ5wDRgI7rCAcB90JhKr6nQMglWZ1DUWJIXHeiIcdiePALDWqruRmn/C/UIWkr7GTF4Lf2lw7ZGD+smtGdCNAr4Y1AjrVBaenbyhL81/qEiBjbIDaa5I3I0Ygp8A+BteEexSetUL/0mKWMvDbQcwBzsErB5XTGm0hssRkMCvPbk9mH76PAFsDn02rsXHxAzOCrb4o5gSpe68BcQbCvtsHJ1228MAF9QpVw5YIsxKlGW69sdq8gDaPgAEKxZ/w4FdTouQ2BazM6ZLAMg8YhlmyDwsAEDFzV/e5co8R1TaQzrcKl5EyvYD9wxILmAE72Uq5Uxg1/XwBlacDKQ47RnomAFjTWWOz3kjOn9AeCNfsEAJzpWkxiXZ9JMca1QlsAVk7lRFdIcud08HZksLAQEXh/dyeI94/IC2ggqFIhq/uqPV69N1tQO+SrnBeGWTAL4eSgg1eVI/teCY6utlNd+Y/liB8JCbOmVhdYFYs/OiuHopMSSWas8XcbGEvo2qFU1PO3zBMBk/KEhi4n10T4vsOxawm3CAr+NgS29ZtnEJVRfa0m50kpUn/vG9Zywyk184eX3FN42EtCGlUX8rlXyhHuNfrMGgGPXyW75Hgu8oDWyy1FxoTObQ7iYVhY5O7GBcteacoyMIzsdDB7/O/rCy4L0HNDwWr2ney6yuuLlJbsfdAvCjwFoC/gJXUrEOd3+1u63/ld/kG83GCATCRZ/g/ny8Cvq9cX2kuR4W9YXlOP5aXdzwP5z/wNkQffKxYsC5l5QvyCjBy8y3VfveWkjcrzkjKPummuf3eighDycpM+dSwd46saLFevWnWuEtIqIZ9Dzs4Hnvjwaf6/z9VpryXmaH/6c2GdjB5GH2SH1K9qA33lBbuutlaQPljz3odqWFjfgCPvzg2T4R8bMHwNUw93MsZRyDJ5Oo+XvS24WKErctff7jGc2k2Re+4QjY3KmNTsS6wld4QcVoRDG9QfcgVb6Wz/ALumTXlL4VJfXP6vMSX4twlhnFyHnYjMjygaqlR88O9+jTI5a7870Xa+73+0c6BzoHOgc6BzoHOgc6BzoHOgc6BzoHOgc6BzoHOgc6Bx4Ww6cNWBelX4qxijgDDMgo66ID5PWvwJoJmMCa5CBnhpr4EWgDcvhCSMY1dLqxTRi8/pbS7RVFrz0ANeX0q1+Uo+aMxjAjYGNMVpSt5xeil+gu54mvSzioXS1n3hszdN3JtzqpVf65LdgCzycMTQrfSohN7kiaix57FfhETMgqm6ijQts2FYttWfCDurl8jJc4FtR3/Sb0logKbpNjHAMWamO88AmAD3b6m1RVXGNd8mPJdIHMR4ejoDFK/m1uh7gtcYy6mvPuS3x0lR6ZtsrXA++GrdYYBwL8MP4A/gF3gTuaVei1vbMsUlDaCkQGMyUMnv02SvjsYCdDIRDFYeJDlr54bCdE39eSPa7AcAlAKriAQvo5T6+rP8IqIj5+ARYs1mgVqxRmEcmmaI4CmjssZIrq03ADJTYIxabqt/fZrCezq2yAHanBkDLBDiGoB9vgEM//BQBEswWrIAuNe/01WuvIgSh2Un2PZ4Agi0MJAKRSefgyRt6lD5T5u1TExAFR/5iPh/XucZoBYTAanIAoC9T7aK90aC16iz4y9lxIYIl/QUQGgDysIBTuONPPL21x2+f4tZBN6tULdB3g+vVRbe0BAEPgMKkX1hQM0YK2Z1DC+bs7mDiTVgH7lmwDk6c3W/I+0fqdLeF3+37y9KtCaiMZDR9SQnKubgApOnXffwx/BSgcgeNE7gk+X7OSZdPayeO8YD3yNu6+w8WBTcSFMgTaXMhe2G6pN/W9ry4dFf88eO/8O2H8MnYC8pRtaEshM+tvdxoX+6cLTJ9QtZYBViwb9qGDhewE2j2CtqhyxjjxxvGd/oZMvkD6HQESBkLia2F2VvX0mX/jZ8awD0LrePkCP4fzvTBuexcuFbJvffILR30dWAzwspOKyPX7g8/4x6WwIyv9ErlSXbr2701nh6kkOCuF65BxseGD7iwXhbk25dGqJXix+VbPhSgCscYUzcvLL44WavLCphreGBraXr7bN+4/XjKmDRAWl7CY3acTcT7/jT/O+XZ7UQqunNJP2pObd/azbTuxpVyce8uul9QDz8GI6+OeY1UzaHbpZ//bes1PNIliq5cjsevoZ0fEnmvFUdS7zZPqg14mlebH65Fbv5xHfoF16wP8OPs7rpRJe2kW/XUrduf2ygopORtY9167U6I9Wh8b34Yj1/BDtYMzKuVt546BzoHOgc6BzoHOgc6BzoHOgc6BzoHOgc6BzoHOgc6BzoH/uc4UBos29eTXfRaAn4YnmFBCCakThq9P7pD9YcrHkpHXC0LRi67P6NnBiij7KCuC/3gm1l3PoUh6HjVo6YHAXLBeua/ofdHF/fFPwQA3ocuKouOVc262JJANuXAVHZaAqPznDbjwurDUxp/Zp7oAYve6I/Rm6pKxOQUNgP7ToZjBWdRB5weFZayMhYJHxrsRF0oVsC4VR405gSPiUEMJdSU+lllOb0wNf28NZV+GoMq9Z1gglpN75EHLYF3eEldgwWd5ees+/ce/DVu9ME4vfAd7567AO7GQY7EvJDCVqzaaJbI0blH92qcasOBfgn2hN5/B4bj2IfZkLDpY+ukPpj+ISPRbcPDxP4lFvBu91u+ucmBnJddbM2/8PxuAHDR4wS0U45ZNOG7T4B4N8c/YwmMqTnBvBfAueqRE5aM+o1mMiwg4AalHmYADdxtCvSUhZMTrNj1wj4/o5gKc9vygC5oTZxJFP8Lzs/3y48QQOhzEmttiqVzBaWuvRMGJheY0eX16O4PYwkrdABKB4FN+huAlSfvkxr9kJXFlDYRPHd5LEzgSbP0+NLfWhd0aAe3MJ6l20AenqFVAOxgzFHGYp1rPNrYbTW86clxDnDN9FkBUBZ2+LiYTsPP6Qe0u+A4YUgh2/Otg/JISwBXpGl00QrwgktywEgGI/VWH6zl+SkLvvV4QCEnqrNdbf9K/o8s6IJoIwAlK1Caa3IV8dqabbTX19g4R0YCHsp/LJZHd9oA0O6wwp600rRuC74wFR1VWHncsyFgZdfVetA6WpDSeWgDyHd61ebfbWqvNZ+6GTeDsAtgz0d4joWxJbf1j6tWz/NXNWqkHl1jw3l3An2Av1p5h/+MAVU+tlZc9j+ujqEnu3AWZAVPBLYxz39B5oj5KugOxc+jtPqnPMTDAS9KY+x+3P8zNbFriRbkaPHBE9dPORx05kKletkq33ommHRTfCRetLuPWHNOdW+5r53kQ/pGnekfL1M3LxirYiTu+cqLSxlwHZ8EtLdaH+Pvrbbs16kkl9aDW2Q3Ca3LN9kxN0Fv8cO8HCHmVi2nL3H37Psl6yzvEza1xIWJNWzrdlhpTRL8qkQF8Bcf+jWvWccXaPaHSHEu3KMFzumnl3DH2xa1bX8QEI93JXbJRAwLZbV+fPmwpW1MWx3t9t1zOmb9NkASXLdpLgMq+17d84MHXzTL+jV0s2EH2avsW5kU7B+dA50DnQOdA50DnQOdA50DnQOdA50DnQOdA50DnQOdA50D/zMcKNUfOq5FPZfhzMBOZryRxtBHYyh0XboxDoCqZSfeCvHSqtVkAWiWU9/27aTgOWjgSv+Md0KV3Oimj+g0PwmiAKpOM3o59OFowM0JbYDYGKdpnToR63hQPz5jcBTdNvgB6sD3oF8NYPSWUTeKVaihNqSien48xYL7xG1xdKvogqNeJJe6dXWNgpHoigeN2uB/PMMOAMEQW0aRVuwh9dFKcn5+Ouk3LZrKpVodNF+jS/8zdKJLjXWvAKn8bXpR265Dvadg9f6oESDeVNGHLnhxXDE+OqXoXKX1pUne2B6timOS8tUwfEcM+MA7V0B1wd9o1zlLl5sUovOGr55luVILDky/xOkI9EgYzWUHEAzcJcbUrH9jaJqWXvbxzgDwmaimgJ801ceK9BM7OvYAkMPEBDgxHgYqYA4aE1trKUEYkf9FX+OYyZfwyZnXDNSZrseuFLZzEhyRXk3Qy4/4h32BI9ldkAkhoLNRB2hk3N9MdpT9e0AqCjN4mvqzYwKQW9jQv/dK5wkUaXIWcOAImkXScL4j7geGgMAC1AotzzPpvRTwIQ9HdqKwLE30Q4vOAvO02NOqzbrfJ8WNcKseYtwh4YSYVgC07FAxtqV0+2ybSOFnXUu7o5aJZdftEH2Yj8ghQHZZHXLvhenMXyuQUBcBT9QZPrpBgA0DAD/Djli1yoCPs7PGs982vnu5parJLwU6mmeU91ptU/Uy/47qAaEyns6Zl6VL+n0JSJCup2+Q04WFcsLaOrGs3cjAomZzcvOpSQtzXTNP9HfF+nxHYPRYTfKSqVpq7J5a32W+lIegIyAzorzbf4BW1otyiaw8Ryr4vJ/ey/67RplTeXGRde4f6L8ApWDf6O4nQPfq//112u7dZDuOmw2wyQq+GrsYwJqXv1Sa5PvTR7K1387KPzKixTUvw4UNGvPwG8bLWAfmkR/Vjm3dTdKX+aNckt0SvoTcvJIfJsZZhhPKSNbn5LDG1v7dGq99N6+VNzpsk/FHRibXpKP08gPITQPm8Qjt1+qyJutSTqVDwN4fAm5qQVah1JFsfX6gmuuVX73rm4iWWP/GUU8QyIRxM7hbaevXqX/ctcuUsf1Q4wYOf2gNWth/r5aI5DGfaXvfXNZRD65+1g+Oxk+yWBfvoTjHZizZx0HyBx3WylguZ8NMZPFWo2bqqXOgc6BzoHOgc6BzoHOgc6BzoHOgc6BzoHOgc6BzoHOgc+B/jAPiD4OYBYf6toQJBXiMNSq6MvV9E0ZW8SyLTm4lbKQazNLYXejH3rsHJ7UaOkL1/xquTVgBY/Tjo1FDMMOcbiBw9KfRvaqhBQQmprFGJbudYdswGESX967U07b6SU+hj2+FD2n4BM4y/ZQbYA5gATGAUl+7JfGAhTChY3TDhpv7A3aQ9qj6LXbhGDQdbCv3nPOlfr4olEoPT4Ck8GpG1y1OOOqx1NCs6c+Wx3ynxD15L67IvfnGTQUAwI4NBk/nkKIv5Xjx0faLRFtRYw6dWvWC3wwHwHL10xqObniKz0vv79mE3IJpzfBasFijJipA9n/LuYX/pImMXQq8+ONbA4ClUDDOnQ1aphkPVxBy3KOwJ0ZuAIrEspR5MqIEv2LoAmg40CqxgcDPHZfBLx0sKXo8ndsirwCvmnxjNw5/ZlJ/AzVYSmJpJbLvTpQMOYPnsNsD3com3jEgx6j7T0CK1Z0L+E5nrnAtQPy+fbCXAlpaCErOqlUgVp7G1V3wqz9h4ScI4/YCgcmymKWb0kWH7EmARvpqWHAXX+N2LlhGGlf4DIDY0vuNyeiuCng/4wJ5Wo1TaxxV29smu52L7GzfJeciCXCFfqwZRybguvyZAzA+C9VFxmdcKh+XMuJ1rIEdW3kRFsIjZH3FqnR/+BJRVzrcqaIbWOVJGSma/bxFfbpnHsE4JGr+QdEOqGxcXS2jre1WmWfQf5nVWZfdKWCAONxmfmr56o4Z5EO//3BP8TffZZ8v66jrNibISl6CMGG5Ybx4iRxdaH/PYqg1sEx6OeWhV3p4Ca3UP7O5ZMLdtkD7rDzrhsM4zxJ1akZe0+52uCuoJbO0w3tlWYplsTG82bQx44YhQ3WurBV90rk2IzhDbJ9VYfo5c5DFfZPhE2+fVNupQ6fcAsjKQ2J2EwvjOH8Fvcp36xUSeQ/Lazw/H1fdgWi1/kGPDXF5L6BPk1vz1u1l9ehEyiMXRY8vwNn54osxXNHVyy+58ofDlh6Uj22Vtc+uo0ypgbXMue38cifaDLH5ERiiLwhv9T/5XLK/6J3CNdKpPbOzy40Bode6C3auDU3KD+PBi9+1l6kTvg0TPzoQIr1f7NkRqFeJ8/xv84b8ofdx4lw+bqeSZ/mZpYWzc/h4o0twNjAYIwWeVjHzPm/kbrfVv3UOdA50DnQOdA50DnQOdA50DnQOdA50DnQOdA50DnQOdA68HQdi1Yvx3YwXWb3pHYitu2IhqYYvnlYxzhu3mMBaAa+GlMNT5rep4yrNJuRt3dYl8ABmIR16TdVN8bjXs6SgqtbL6ALVUaKs01BqWIwJfED3jr4Zi1oy3GLgffrbW5me86XUlqF3AJ+Q8kV8C3fUs1bX0Kih0oieWjfVUSBHxcgHdKseHni2B/9S57jDy6cGXuI0u1jX2kAKPIeqU957cQZ5FmrR+xJecsGascIJfh+awR1K+Xmqpy7EN9AJi4OhH/4A9iUusYDjaSQTTIaRibL2Tsmnfj3Taz2t3+piRZlwUY6B1gAGuADqyk83NogHRN0rLymVISd/AHb6suAl0/Clg5hbvE6K0z2VoofzfasAsDQ7iYvRqM3ZqXEzYx3IRJ5WBg6A9FZCsV8c4TlWqquCCRMHgR44oCLbvR/vmc4DqsDTEhPWAQoYx4DMWlcxetNBIEfrQwEShVGqtHpUCIyjupXDFfTILo8jAPBxANEfdSEqKCWY8b6p4q4qYG2CI1CAT9P4M1pHKF2c2JlSJvyFWNT6I59J9D3wGTsYRvrq9e6IK2gsy/RPbv3levV9xkShHwHXB4DT+ai/fBang3LjTiCmbYAVwY1rnOSekymgK64ABImo8Dh/zdm4AWxMCP2O19PpP8uHzKCJKzMzYIz1sxNoz2I6uQDEpS5j7oqe9ormzyjPymDNcDsvO+WE/uKKe8XluO7RterT5k8ZquPp9FtzSwGuQLZiCYpcGyd5WLRa/zF0/gAqXZTMDYev9LPVU/2RBoEu5J7NBu4GMo60DnRnXdLuAKQSE9Uef9Zr7t2fIpMUWRqteYkCWGNdPOKyWF/7uq42BnStNdR1auI2by4B4M9aJKt9tg6Bs0+zYB/yHkTPTSum2/XVveufkuC6IE/c0DLGBT58dSdb+hLO8vwpMnjq0KkxX3wVU0JRwc27GxyOf6RN+JKXnlkFiU9FThdtPGvzAnnsY15OjBfu7ifiLEy4BNdtNQRy+GHfq7Knc4EiW5K3eBqBWMeJ1dK4tev/5WAtyXzk5SiAWk20Yhdn5ZCvyH/FLGb9AgAehh9Q2g0e/sCqus913FvZRb3XLukhc9G5UW67WXvIti7/h9tslHBd2uZqA4CrlnN7ypqldVkuXYfD5j3ixEuZseU/zftrtJzvfT4NW3t1tr2RHxCz8efxGKAXDcFyKXnNWnGmoF91DnQOdA50DnQOdA50DnQOdA50DnQOdA50DnQOdA50DnQOvA0H1GhFqwXeYFi+FexE69MdeIqhOWMN7D09baJrnjHSWwGLNdCIZu2d8YnPe6muXotTDALRaY7ofP8+QpOacIw/1AcuAUtLexrda7SKGrZpgvUbqgQwRHkpTBDvt9E/Nh3f5y2+9I7636Z3XgBu1xiqYKQJCK1324OWwBjqCEpu1PJdzmpoYz/B6IjFPCxfo9/EMHDSWBMgeAOVX0PX9bK2WgY3ckNLXvHEafon2sZg1HvwsPTaxS/B9xhIieHZC/o8aRAz4V5ZmtMXWwuy5cWzU9OjW3clzxpNYgkOXnPDpgQNtKYDmIrGPz5jfJNbi+DQFaSFKyQHnE3dNb4cA7Kv638g03pyjI/H5NkaetHpWweABQjTPQRZ98jz+DtARND4PfEbsTIsi04HR4U605bLEUYJ7Oz3v+D571Bma04vyCoAUAMZAc53752PF3HlaiHaUXEv9dIEBRhyMqhlSSswMrHwaN6/Q6gEfI2zazxRXZS6AAXRh26tV/Vd706Wgf7YSQWgDb5X75EUpIB7WUSkSECXSaoPei0n8eeuj/1gP0508s0AG/ZFGp086YiU4mZWdwY18QSZBIEBt6Xd/20M3rIf5defsYWnK7Et5yOT4AN077/DYk9/oFfONaC72m47MapcJigo3EodAvE73BbMO4A9QTLqsA9vRz/0KCzSRCs72lh4Ce33vrSQASb1xlnadTyupFY+Y0fuLF4Fvs/wfKeFp25o3RQh9xVTmfCCVMVKzuNENkCVY03M0t2PeSloVcs/DTjO5q/ePdAY9LYyLrAjQOeC6+24pI3sPVD2nkehUzpoXSo88wFN8Bhr1cPEOoG1am28yNPIo/Jeqbh+pt5efH4UOMxLQ7BeP/y45Rh1U3xicPEgjaf8Vv09J4v5YyAAMmP39/U38IO4APsvkV8Ay/BVzkJLkHYLSNeV5P07h3QJAGdXWUBVymMtPyx/AFyVV24acD5z/56U+bE9K7iSHwNaa/Mi2k//DPXfsQfw00zUmDXxSmWOe3jyOV/bfalNPYKn5B6NJ3FkcwdA+8BOv9rtZlv3HVu78oHMRtvYUYcxwqW3bUYpQLb1+X56Gl3Xz7TlO2njnmvQxIvcPQzD8hXX9U6yrYgH45efKDbLMbB5I4snDxfeD7r3GAiBYJyNAMqOt2tYOMEpZwtK70Npa6DlP2Wtfha9uthmgwQeA3ZuoOJHiPdjMl3Enkr1i86BzoHOgc6BzoHOgc6BzoHOgc6BzoHOgc6BzoHOgc6BzoH/KQ6oqiqdoQYif8PgBxAYi9kDMWCDHaGljgEMevVYAq+E2MPgYcFLacBCDGSiZUen1nSK79sXdGzo9NT5ggKh3xQX2ryBghNpsVoAoAC1Os5NJ4eOdjQ06vIltBPjFrwrBiYwQN1tVHbvQLitU70toIuWU+hTsZBdta7VeycYkfSqQTZX/uL1lhLRd+KGGUOxoyEv0fEPgPKG82u8vnamohcneaFBldSM0bsaohHAHVp3uljmufSqS48uH52rWuIYv6Cejt4VY8aJgMJzvDk2Y8xw4sV0pWBAtFAIFdSHflpAfME4dD5CA9jZQcBcg0QeqweP/j4KcTgbYZf2MseUv6PurTHmWcB7dsSKLuWzrdnPl6VvFQC2T3UoXIKjoNrxg4wF1R7obVOGrzCr3BBnupI3Q0xZgWAmhqbpKzs7BBkcyDtKcndSKGzvki6qLRW/7FeAHDQmNcAoHzStmLk7ApELOLEBA/YFwHXdY9CNS4CPN+4M0UqNyWbKxKvLt/+Ujx7b5AXEQJoA4wicDg/3g7sStPCDqSxCJifMKZEn3ZffLKZxz01XBWsK0COnIPE7pa11G8kEcTI5zvsPuNWOlbXzTKDlYpAYh1MK/dbiqEg4kw9gxjipCyBZYo8m82X5U+kXXZQcFt9dAGaDjx/dPACvBRa12oSuxwDgjIT0A5ZJ915LckC+HQHjd0d32xBveqPdOfbSZNEcVCIILG1ZpIiFa2zZuDMnR5tfF9JxT5PWBmWMSzZ3ZAyoeWYxFJxkLmeBvKf0fbcbnSGW+l0w7X8sa7mYxn+mTXaGbevAeRys8ZJqa7ovma9acreZbi3Gv7rZQRmv+Xqm/bLO++qzZUqkSa8YQ0D1gIDbj4HtJ8rWrqen1VstlmQ3OR6RrYk35MALeYc778SjSH0P9flMu1ldY5WBo54NDsRsx2W/45jXEmvVrfXhXPTJdFuD1FjPyPvAUZyXX9NtrVVdP2sduqz682tqEDx13YcmXdoPgxtZdL/ij0LT0/r8ed3nO461tbQxn1jnJ+RgPv6OewCr/MDTG0Q1Ve210avNBMonbq8p425FrZT3/HgdcQcT7xfby//coo21Gm7dfeIXfwLVW+owuSHJH8x6DBAANrEDzfWkp86BzoHOgc6BzoHOgc6BzoHOgc6BzoHOgc6BzoHOgc6BzoH/n3BA3WPTiGnhuR71Lom+FyOwYEMCfujM1KjrWXYHGBgVV6wmMdJAd9vKfxtditUuLao51PhpUkc5/gldHIY1WoJqVCXJ0cipw+SQfqwLx4k+YUG7CPYZahP9qCHo0CK+E+lyhmMDEMTgRl00YkmtN82dBi8C09FJSocYHp8cuQXPtb6d9t+lf+AcGEyVsYnklsbRqzdNNGndIxibfJkBnhlkvqOrhl7DbKpWbXiFfI7+FqFwTBaBbYBYQ5rOu//ijpsL3i6V3lfMxnbR7s/SY3xqsKvlh7gD17OxPRC3qrG39dBgGeXFJ3YPQD3ywlgcMZLaodcv/bhMeBnV3yoADJVbsjd2CoAC81iV55qNC4YMMMR4s2XFKTgX3nGuiwVL2/3h4+4GF8Dupph0oWx+n5PiujRX7/NhK+3QPemerozG0g2yD0iEq+oJi75hZvGBwsJz7a/9VBlvLGDOLGRaoH74OwKhYp64yC8dRAo+P9EJ3SkLjwwjvuaZAiMTwfiZAX8RPC0S7eu2HkBeCWPuetPn+oinyFF3s0x6XVpbqAFyNdLPJ+/eEllpqNUFCT/17lA5AE7qwto4xicKN3kIMenF3RpZBhic0A+YaiBxFy1BHMvY77dITS6VBQFVXQ4sxAOY8Jk/4gZiYVLrurq92JSQW6lWVm4VTcpNLSq8TGKxTc1HgFTmkG64zXcar1sVPf/L5HhnAQL4BLDauwNIeiM1jkHJ9VNqlnrnQqziATvzsmZ3UyyYQ3fV5UL3HPrlVjjGh/NqZCHf8bJXlivG6iYTkQfbuPvyvMPvW53ZeJ1+YmHN3P7wCSBt+T0vQl7K1JWXCWP7ksS2EUrqGvtLNl/8EHayw0dQrnpUVZ7G/wktmDf5pUdJcm2hPoDrm+VX3GNupm5fGI/THN5usimwuexxrzL9hCp8iQkeZvW4XtcT6XZYagRYb5Ax46TruuVIXAZjZwy4TXlohGg8z51n9orJkB98H8ZfcN+47L5DkL6sVfXSN9vd9JjcZTPErUK0Rp176l6IN3LEmnvHRpLiayip3Gn//2Pv3bYkSY5zvYyIzJ7BAANgQBAAyS1tXekldCHdSFdb79SvKnFT3MRhQBAkgJnKiND3/Raehzp1dXXWYLiWe3dWxsHD3fx3c49c9ruZe94aCu7bqe+Mdyy4OeBdvwsJbDb75aLFL8SRh65TXjxbReiYPzjUiIWVbis/ksaEX+fyh9Xgutx+1hHoCHQEOgIdgY5AR6Aj0BHoCHQEOgIdgY5AR6Aj0BF4UwTOBittciM2wjiwYUM+xPOz2SQliuFa3JsWG5uRTlcIs4T81R7I500dBTcMqOaUBvgi6FNkghzFZni3YD82YuEB3gs74YKtVjt77PsQvwNRLHVmWbHVLXgy8wfTIPbt78Joh9xuyVeey3IjOMnZFkj1kMDalZHRf8oTPCGn6QXsm4a91i6KfR9HnjNlT9ZbpwuywK1XV+SccSyTG3G7zdWowsEL4V0JYN97bluMRmpY6wVP8XSUTkdsB8q9W+lH6/9El2VLwgM2c3U2tni4tgnCfHBLVXA0ImyMw9affyVH7NfpCXoDu/sAT6qHteHNB/ik4hPVaXsDm+8mv899KP2VCGDF0uPL5joIyjX+DmJswTN2gtBbNIjHa1Dv2EoJqyzBuOg6TQhlWXBWU5wUTLKiRsn2xNt+jRjZy8SO/BJ7qL/SGjI2e6bqYZocDhJbQW7aJNtv5+whLX/AHqvHgTDEA4RHxM0or7ySnPcJgeT59D8ljQSWBEutinHiWaOMejHXapPyaCN3hCt6tdVebv8iwLRmfHO99iBBLE+yIaGa8+B50m7Pvv5bWRzIev+6+gfSE8U/QKauhNZeOOYC+DvIL7B8pEJ1xWYZv95J4g6v8oEY/XnWiUUv6IsJ5pEiPnjpPAgd0uo6HycqzvZ7943+EX3PJMTkaYhtJ5/0uf3+gPwpaR07Idj1ONebHK++hX31NyUxAABAAElEQVR19WRW+6576YMiPswQfCWsxcbSJPWhfQ1bPblnbZGqyux95THns4nbSmZpkt6Tkx9lLke8PdlXd1QPQ1qJw7MlPXozyLioAoxrMmVxAONrgFiNx73yBU9lvUzPVdbuqUdC8G73Bfp1JOTvsvudLfFq7r3uD89DVk/MF+NE2OJd7QccPLc+eLxc6224t2/lcAFAu+esCMboxw4S9W7+J0RlvICxvZZ81vGM/BW+g0fAdWHeXfQcZX/lkRVehtiucCuU0WRtOvtAb6nmQSo5z+OD0egLi7r8LDMk+0i47ejFhzE2R94D+RGgN/yveI/oWYsXOAgnIZf/Hmuzzz+ud5uc3k8h7Y8o8i86h+zLPyO/XsDOKfWjKHU5DyVt/cT9eKU7t/hDgPeB+2sM+RHCj4BLDINj1f+YzE2SR7/z7IabdfIvERvQhSV7WbtgxB9MjvKeOgIdgY5AR6Aj0BHoCHQEOgIdgY5AR6Aj0BHoCHQEOgLfPwTCv2hvwy45LxBi2D/HPdwF5J+2ybK8ue2g3sF77HM6P/w71jm4A26Wbfu+Xe+27TzbN7W7aqPke3NUyz6/bFkYeyG2ygW5ww9pk5NghZfAIzIkoeTlDMciv2JURok+NpNMO8oj94ZyiynoxZZOvWVFJHopBPodYakHndeIsBhnJeyY4QAAVNu+smhHDdXN1q673a+R0e0pZcaS84aCnosS51gytf+6KMDOX34ECQwvRO3Fr4B9ZCtbbOy9RIBd+Ux4MYY3mP+F/O4jTbvIZs5PSa3/w/lRmtuYWq6RIHEHprsNm40joPqJnCK3/b+qNrZkrhQfR9/Hrtyc3ZTXcsuW+zH68FckgAEXRZM8yL6UkF+y2kc8Og2JuR9k7yFQTwplfhrI4FGtDpJPMOoLxKmewBKCDjG9Vi1Tw3wD/wrJG54E6BB3yCb2eKQuE55gkC4jRNmQPXKRFpkyyGlLSAoGA0KSH3khU/b7v6XdxqpnP9cJEoFVCyU/hE4KJu8bJAesQ9LVCQBH/YTW9gqhB1Zc6A25XYl8KK25Izcn8XymHbZIV3v3aF6ZnAylrHdZSezzHkli3DJRplhmdCK3Xm2s9tlPrJYJmcvECbESN/stHPf92rehlssjJLy6c1whnULEu7JIuW109Vi1534pHz6/1EH1hS6PXjJPUTw6i0dlVqkoJ3rr5O6LrbzFrfX6Y39JPDohsICIMlhBBGssYbbslH/TrQ+L9kyOqtOaIq/1QR4uE3slj7+AsP6cl5Ex9smh2JlJ7YzLj2VcJ2WvSbfuTXte0kc8afGondyXlJee95Pn+tEXnvEwGB8nw0Awe+jRzjziKh9p4YRiNwvH/q3Pc0XbntJ6hcIHGtKaxRuAcqfcrMr6FLxrymfec2kV4223/ym4Ol9Qa/Tvvmzp8PsXt/OGfWsb31lsoi75HB76eLnHSzzNshKug5NtfCw5tlWAeM9abMhVX+SE1yCE+cICF7Twiafvleg8lrq8rjwWSNlb1c53LC/jY5W+4NzP4XesQmMvieTnxhOyupLPT+0Rbj6enf5CpIiveJJ5iQUH6UWetzp/EORFbNbtk3cGd6KjfNcWBNzfnnEetgz/ncKKewZ8rt1aCXfiiqyEeLEOfvQ4/0SX+ZP+zHupRrazij8ylNuFFe4FvRiyxPFrv3C/PnwltfOXftOyhlcaTb2SzVxbFhYbMddNvjcjvRl66gh0BDoCHYGOQEegI9AR6Ah0BDoCHYGOQEegI9AR6Ah8vxA42dMhfoeREL440+CpEscPPWuLBNauCB+T7QtxHMRGPrL94B5bpnZNy9Ci9lbpbMfVtmj0SK16OcL+92c8Qv+w+4YInvvPfoYsRoHEzohDpPbBhI/WtgkfNGIX/pZIsTucpSRTpwX5FxzXlD/2wlu2oKyiyqn9U0tl2c6xq0+EHY5nMvZqCJiyZlp3yeFevNpQbccIqT1CcNf2oOUYGFMkOd4ipR/BQhnGGZlnovG6PzQLABb4Cgn3suIiH4Zno5tqv15n2QE9c88OdSt259jK7a9PELf1f/EkbsOnsytqKt+Jw5A6OuCotuColOioMf2ql5v1VwN5/nNNVdaWbAlcm3CWXWacFpF1T1tKn83yco3+qxLAKkEaqsAcJCyl4ZTDYf0oA1mPTvNUQqlyQmMhJqa9rv2Y0SVOWQUyQg5LLJyyt8fe8psOcoCEJEnt9BLkQ2iR+SfcQSY7i1x2TMgMByzH8j4zmrFOkt4qqCFxDXtKGWJyIgLerkXKrgetrRjw8pt19UcpD5BROyaeCklray5kQLaQr4YR5WB1f1CIV2PuLzNewIZtzQSrB7Tu7m+RHMBgFwYJD8ejAwvid89Eaqx6Fw+QcvtS9k2Uag0ErKQjn9Mm4m4Gjje33pQJEbE9e9H6rYSXfbUJILntU+BeWbggCbWwTGWfFSDsYUyYCiejCYHNVsmD65oz+MlpyuSVFTi87JhY9EwdJVJz90Z/lJdSV/pz5jNBVLpnbULWskBAfEum+7XeP1ee0n89xCWPJdklwea7LZ49jyTMxCtFVxcWFZPJla21KRudPBgG2JVUYKRIjLfHJHu6ytYZNc5dlSXhPq9f0wq8gFlt5NgXhY9NmcsYe053s+Qyi0F27glBUTXeAP8qNVnyluCO5+3TZPAZr1kI38wh3pnQE19qehyX17x5nIf4qj8ePEj2kCkLUvheeLHOR8PY611NpINUzx8wqB8iuZDzes6/pk2eHG95kPNyfPg6Nt8kAczcst7xY4f3wcAnxGgWdbT2paCrPzVv+mI1sLYkMh72exYS8YMleEZYdDln1nWRcq/OI4XnF9ci/5Y93c2x38KXHz3o3DyzeEfCOhEtUEBvZq7ny+OLpDz+y/zLt+OqPNZdNOOzSnH5uVfARVmPH275tzYsCFtyog/O8fMfEJy5zjmU+utd87F1PF5zv9oR6Ah0BDoCHYGOQEegI9AR6Ah0BDoCHYGOQEegI9ARuBkCGNa0X8VhS1Jt1isSexpRZCecoxaZN5J2tj0k8GRIYJztdIjBMIgNr6yOyfQGfy7tm8XtWadH+nsqO/Y+nV04P+wN91ymv1jitN1pAiSnoaGNEDoTVtk9ZKc42UEoyr/4zBvIbpFiWxxL2epjWUUOydKJreuyFaBy8qmeAGlxRSgjDsrReW8lumocprDMxt74FhIHV7EQWeyacmnhCXEE0v4PvyUPp91dzGxdHHD4li2QBN67JzB9sRz/jTz2ixmftjlbynPpuv/tZWoVL5IE/4zDq/owDr+kFm3/8lbiWT16ep5T7dvhGsBf/RnxXNYpaz5KVrNHNOXEQ9jCX5g2AliBqqEFTgn4wjJukM26S8H0gNxJAssC47k36MJ9Im1EQbO5pK8DAoJST1u8E/Vum3hUQslOF7gQeBuQNxDy0SJOHcRdqSU9BHesMllZ3WFoV0NB1yoKVYlVG+n8wlslXCRmuDMsX+w+Ixb8/A0kTTyaN+K0NPXRum950XYYkncn8QL+I5tnj6ye2LEyIYNbUvqU7IOtL3zE7jM//bXXlV2FTGhbVubg6v5WTVAPQqhDyBmC+459lFe8gEfCKocApj2X/VPiO3hEnGfRK6aAyI/KQMKgbzOEHCGV3Zc5icmsetZGpqF1/YV/L+t3UlyJm1+kjwUQNpwX1uRm7xBqO4lKN10n1XNF3m1op3ZlL/n5y0RwVHC9n7OZOaGg568pi05JPr4+MYmTKa23PibVcfwh9PpXVIF+V+dvOZJ1++MTppKFlufM7OVVad+JOeXTd0dWsiREcSa39mweefkfCg+RT8kWO7v4QII8IeXBl1VAtuQ1pdtO95NNKAkn3vGbhKBXT2o+d9wzKdvHL6zA8vwZMEsYujJI+SGsGXjIqKySgabWn35beGHpnXNqlfpdx+4t7QuhtJ1FB7PP/ZrHN0LVcpO1PXsurR01/S2PeLWBMcOYODAvj65YQ8ZqL7hmrGxPbiC05zeQ2s1W/KY/nlKuQPLcOLt3sXtO0/5v9O5nj/LsmyAeynrd/laHOubvvZXOF9cjy+3Gw88pmRV0vlyTqn+yui4dV2332Q22lH4fkXrxVgnVtJI3+LoQgvrWGeJ2/R/U5Uud402e8m6uZ09/M5/W+2LxfZdFKD/mNgtBeJE91NL7Ep1KeuKg5d/GH6enfkLCI97Kq17htpZ7ab8H3FPunjoCHYGOQEegI9AR6Ah0BDoCHYGOQEegI9AR6Ah0BDoC3wcETrY/bKcTXENFOIQPwha5x56vzbesWYZLxiNUOznetOXQhCOETmwXSf+hzXR5cfX1h00+S7h/rGUuxjfCUu9wykgw6ERfxTaOPVBBfGbAdqnDmHu8aoE9rjoYaheVO9qSprvY8dqF23+7PWXwTd2wGDoAEWFRB8KrpK08tmC/K4T1EZ7D/XndJfjNUuy5diDYyR8STXeNff4zbMmGrUZ+PYPBTTt2MRDaOwtneRk/I05YcmDLjG0/DoyCW0h/rH7Yf2JReFDKZiPnMmUjj9wl/TkQhVYZ5dsMV27yPp0e07nH2mh9TklKP+CLsL8fcTpaXNCgjVwOr57k+6QdHD+eps9/cHivd5VgxIOKfI2hfvyRt7tq/bLwetUJygI7Pk3sOSkrzj07rjzRhMMQtHQU90a8KFfc6Oede9BW+GF1ocgYO7iG2ltIfjmorQlB+PPt7nj3l8A/7X+JIIaqRma0pxEpdpI4hwB2n86kd7sDpMVx+S15Vb42sD7ckVsBr/4qRVUqQ7xCHOGdOoQEloAvhYwyWoPEamZJPVm9p2oyqGBfDk5SM20nrO84uOpjC4N6QbZYxC2StZoiyoTOEIJ6hkBxb93BsL/EWJcQrJTeMXdO61lHE9fJE/0PkYqHqx5yy9dc/0b+kO+aKqqcVl6dfejvWT+s30973sHs4Md7+Y5rLBTYJYw2JDQTmJP9Oa/63pLPVxn+LQ95xwU0MKEO1vWfwN4xQH/4AiFv8GmPf+T3WX7Eo0wXNqx30+4de9Ym7PeJpLxfcJO5ZG1nYl3yK5kT755QvbxW8EhcEoKblSz8s7bryex++Y+cU3YLWeGYd0/kb/k3xwP4F5TnBOtLtGR6pIRnL0nQuorISXeCpD3ygtgdDXlO9AGKtA+U+0N4536aCKI8NMZj9BvG/bf8aPmKOa88wn1NmTfFRjLl9uwx+Vuu9k0usebj7G5Y+szv63/nmJdFroJRSjs/w+lVav2fFxfCBDvkPRy+ZLHHz5GEcsHDsrOy7fQCqjLb81eFXsh/vi9uW/tYJOHe1nvG3cRijHn5DS1gNZd7Z6T8x9pPU52X7KPIopc2RCze6vvpp9TIfsDpIOupdpdMm5zKtMGwSXEl8kMCmMyR1/GlvPywdC7Z/SMlOXd/E01LX5ViXJWXZ3neH3SGA1lnfyj9jHeZe2uIpcJczhebcNelPHPW8l9iZe/Rh/lRzIKZ3decua8zC3Vsf+rzuctnnqmi3+oIdAQ6Ah2BjkBHoCPQEegIdAQ6Ah2BjkBHoCPQEegIvDECzX6ofbI4CV0acM5hO1H3ct1Bqg2Qvm4DJ4m6gycYd9ratSX+ezxqR/mv2DbL3hb77I3kbvLdLy7X4+ykQ5rhqOEviCB4xHlt2mMDxHs5W57qXKI909CY2LGnvaGCMTu7ZahkKs5TllW2R+2zb2e/k0C1dIRBBghSwlGv6y/AVyx1bNvum4c0YBS3DWuwZttECWA+uudoLxdtnZSun/LJV6bYY31Wgl9sJIDFVWdKeKE4rSGrkgYmZeNws88qv0yQ3OKI85Gc1rqyXZ5X84g5yBMQcvjBP63sPLeRvx573WivCiK7lOic6OiEw5KcWoXcpjftWx+4TGCqg+ZOm3N4InSBiKRrOEN1yUYpcOM9H5RwKo2ooz96H38p8mbjZiosI/spz3d2EE9flEtPMpl3N+weJgzpWWkAuSURSbtC1zEobNZK7Pdh+WnCfd5heHdlxAiBPBoL3kFkrhADfAnmvc8tG6d61H66DFr+SZbtJIfwQKv9gB0k3KGD4hWWfvEK11UOYrpLZs+4nscL1bxMEoj8QO7WjlvKP6E0GQDIsh5R/2+hdg4/hOxyg3K0RG9KKiyyB+w5yUbkaYf94gG4o5QLk9lC/5UnHJdDjtxS2qq/DUa/9YhdINAdUnsnURYHuHqmkr3jh4Q+SDYpr6EVxDcvEL3vyD8SW302RKqrKtAovRF5iI/Pt28OPyq1+p1gTNJyED/uXYAb/xFv9vHgvtfoCgRYbQLvAN6eS0M9P19TEvVM6cyWsLzzD3fH47/TLkkoPIwzKZrzdUk9a8l5QrIoiwPQCfe5JnAFWCpFy2f7PLMfEMq31daEyJ5T81qakxh9hG4Zwv1u/h3X3VfXGvmD7PVS9/zDycfsU5vsc3rrLrwgF/Cchr8DE1cB+ULlvnPCSbAm4OV3hLiq1FZZfsYIt0dfhISKGAlBP6VO9MqXHnmeS7mbP5VTrBTKVWmGUt8Tfn11XwDGjHT1BYDb8WXphff5SmtDSRtpfDnzA8KXhmN3TqhwQysbLvkDsnI/cxMVhFxXThZWzJK0eAA7X/nClFhXRVOaf6oTtr5UJi823eWQ/q9ryewFHknvCSzHFSJl1DucxSS+IAt9F5RYXqUmm2c+nXvc9h22xmuYfW/Bc2A/aPeUbyHGTyhtcpbgVWbaUIcUtMl5cbEkrh8F1hdd830jsToj3469spnDAS6PX8rYiq3v6nefn130wdg/EAY8P5iCZ8O0Sev35Vx0Xdr1WXumXdUbXJ3wvWkZzNHsP7Lzc1o09dKyW5n9uyPQEegIdAQ6Ah2BjkBHoCPQEegIdAQ6Ah2BjkBHoCPw3SCgnbrs0NjjsFHvcCA8YpfVuXHPVnCDDiD8XVd4JJ1WcLRYIIIHnAYHo3BCGGpf1Ibp57tJ1CinAr9gLEj5om8HQg8TOXaciAZoGEs4IQSjTZLZOowRehmSmIfgif7ArW3LR9qf6LkxTmrn4x/XbpnET4yK42K7UKLuLvB08kPiu8O2HnszlWorjgMTNk1lxZuHexCrbLEZ225svfZVGpdvj+9/Pkp+60ESPxVlFHsmtmq9q0e23dwbshpnTG4im22RH9IeWkSw3uI+W2Q2VtK9+xf/K3zMX9APZMUWXPphPR+fLtum/Tt4yj9ZFGHAl90f6dv/Cernc/gg65JpKJ6zaiunvvQz1xVGnd+jJzqhzUR11PlUSFOoeMglPZOm8fP/5T0lUbHdhSE6IL6ugc/U88JblwPQxhsKmgYxPCa8IweUv0hqoUPGkDiGGVb5vqTDvsAr77fcIwSxXsRAKunQCIOQfEHnheK8IpvI+UmnMqm4UkMFmyQhHCTxmNsUvXKhnKqjSeYfApJVK8cMrvIuVFW/i1TkiXWhCSi7qzwk5w54ezrxSBRwA2nOSlVEi8NefeTZTGaQmAyYO0JBZ4/UCC/ZYX+8TVuaZ7jhVyWexXBafoVMEsCSOH6UkqSOh9hRGuVx8uUa8hMhIG3WO/d4J7mn/rW0Pd/KaZc/6tsyLLHpsKes5QHnkfAP08SEmZUdylsEEQcknsnYFMNzchw0+SQP3fd2xhvelStu2H7GvOU6P/uSo0zQW0b12KZDJUEto9PvCP/AvgppERNZZNykyfj0uQaZx5Hf75xsktcKpz0vQr341yNe177AXR1FH3201BcP+LQTqAtLDAu+50VliAU9RH1BPJ8uCjplFGtL5Vnk80W48nJwsYDexl4vgvGxZ0+F5MAc9bHMbYRT5gqyhqzO/go7fgQE1+dkfaourzuHVvnWNvCimOimI2HC3ZPBxSXRsUj0+J/L/jeHfe++E0fU8DgzE9D/+8EfVy4EMIfY+F3p/HzJ065fZTpdbA+q92Li4gBIUFf0LSwO4MeRMp81/vTgxUGVkXEhbBQ1uV8FixXse2nl85h4XIqLwjhsMl1fbWfBd/vFWIt6JMd/j4y+jGu+bHkfftOSFO/CJsle3sF48Y+E13bFWsh52nstgfOC6TmdqBzXf5se1ExIgG1KYAUkoded66KDaYe1fWzZ1zX1s45AR6Aj0BHoCHQEOgIdgY5AR6Aj0BHoCHQEOgIdgY7A2yCgFb/+JfIozlWrHATOGdrUQgJj99WGqU04dkG3EYUs3mWPWm2bbyPZU6U2B6fYNLH/GRHUbSFXbJXT8DeYH5u9UlstNkJCBU9svbiP440Ob8ge27OOhpvtFRNeK/epel97XY7IrSy1EUpKL/M38C3alt0SUI6oImyGYE3k3giD0RGiEpkTzjpetdhywyNhqf2gLf6l0ipXyVZPIFcgKZuxkQ8Htlld3BsajsW8J+cr5bZdmj61MfMZJYtj5/4d+eCBcNKJQ114rKrh9X+Vk6qoN6GprVvd5DPt6Xfsv4POreipXFylzYZro/gf1ipOsYa4Zr9l7Lg79oiWBI6V18UDwYNGPJGmz3/8v78/xl1apdPblEri6SlJUkI+8eybX9YjNTHDUTK9zPbjlzQawzhn0jAhiaJEntGBuMjbZ3eEIN6xMkJDv20RhPteWN9F2/QyHCVN101+SezRfVNbh0ayDefC+4hhfsdAGmFqFsKf7ljFkoFNK94+tf4GM4kH9jldkX2C4NlDoGUP27ieM3A23RhD0pVi6v3IlMTgQRkZ7Pp4rkfbz+QlqafWZvC0em7YIgkjijdG/cDKmBlPvP3Aio8Br1on0aRWPydmVi8k8XhWolBiSwI4K4m4LpFquNxR+aNvFuJzfj4l1fOZcKjPiTQhC6jnQPjfkRVAIa7pg1OKvJ49XrfkXtqJ3KOerxBQCyG4o3+ch7gUIyc6h06OP9wPrZ+tuXIzSe0JW41sR+Tds5Jqor8Nr7Ey4ZRuqw9NTnWpiMi8N7aCBpjS5FEWVuf4kj7oQXkH5lso93gHZ7T70MuSMtbHOYEPZdeL0VU8YIvXaoi1CINsGYrVsusaHrtmDnW59KH2vGaVEC/tefc/aLvjnPGbQlv7feYFiercY0HScGGv3mn9Kee/YgzywnXM2P+bzl6X9pScrX5x3hK6MRC6Wg/3u/lfKJeFMtHtluHh96WeCJkh7CMPci162PIyPUCu2vdB3spOFXKosiU1ebbTy0xe8iV3oeM+ZdSBgR87enHPhLhYBkLjk+dFP24ooDSA3p8X9NS+1wvYkNWK2HS0yacQj6WX3bedjj/H3pzVh0YQ+A9kYP5Lsv30BXpedZcM7QeeKwGZLMnPAqDxb8DzhyzG8vx+/VFYyrqPZ9Xy8C/lnvJSFjg7L0+ZtwkDzTtmJVyOqybpUpL1vbRs8/fUEegIdAQ6Ah2BjkBHoCPQEegIdAQ6Ah2BjkBHoCPQEfjrIDDihKb9e1mwy+qYhgNQc1irMMGSZvAUbtGJ7W2RMzrZ6757mbVT1x67bnun4wdRQeGL+IONDrtytobEfmeoYDiCd24XB2Gh5+fAXrdSgtpG4+D0wG54q/ac7ZHyWxO28BUnTSPBys9pX435MHbfssCGE1jwroVsHxY4PBx5FqIkSnavk/b0S5uu9s0b2h+1KfPRscrIuiuhnYfhK2TGmRT5i5PQ9ky7OB+wNfuN6vDBYxkifsZRRqfCOI3J590kFY5iY2vlKuQW3Mt3ZfvDg17V2pSxqxueXCSr/sLGKy5WOFLM4vaO8KPyJzsi7xo5mTs0gMUN0ed6hpMHafryZ//t/YCbdML1jpKmtX9osc4XxNmDR9/6gobqMn9LkM0MYjtkUMkgMQzvqgk/9Ab7chpC1pUEA2SE5OlMyFAb77PqQHUo96OYNHP7fstWJK68nYgckkSuIIgnmvvTel2FOwngyhQ9sCHvuOhm5YfsWfovPGfcdAcJ7SZPcr6l/MglyWX4VQeDOE5MRCOklCsTipDilrKgO3UOyDyz0Bf2g32337sapHTL0L5RyjT43OpT8z/xQFmmDBRQVA6IrSOrY4b179EZ4r47vqhW9JJywSPPJdmKaNMDPsFnDR/thuHrP1MGYQ7UJdpyu9Uq1Mrgd4SFfGHALgskTPYAMLQynrXbQgylPKdN/vOF05GrVty0eER3EsaaVU3LSBgM5K5pZgOhYXB68umDy3GSOUF80Av7eWbin4/sWcC+tYOewPFclhxVSy+Jp0BPe7d67AdPsjgDmeyLhGiARGTBwZFQ0AOTdU2KlvOaJCVNCYwZ6E50wdAanzP+/o5vdDihINQVhWqCXdZTemFbTh/x9ZNrIspLj5faxBg4zv8P5/UirLj8jiFlf6zsy3rquKRAi12sQB2rP0xW9qNOyGrqUk6wr+Iuy7w8flju5ZV4J6tzvCiW9bfxXB5Z5NFeQpZ9v7TL/s99WUIz+eKe/kL7f7x7x0KL1SgMzsuRX8wqXT3fLub7Xk227ZS2OijLuWUkvvYCSTm7uolFDZYZ/RHfk1KdHs6BpfOKyMd+cU/w/eT+Cu6vXLNA6df1cw/P7slpButNXyjn+ZOFBejE6vhgD3FDQce7lnDWTWdK7tZWyo7+ZeYHVuZOnh9ZtDLu2uq/lrdJ5hg23b9eVx/+bfmUgWeR19DzLpga/WGJd/Vx5x7LtY/1y8t9WFO/0hHoCHQEOgIdgY5AR6Aj0BHoCHQEOgIdgY5AR6Aj0BH4LhHQVFkckpFk5SUwfxFd0a1Ea+tCpMH+ORJpUZv5MUSf0WOxl5M52wTy/YSJ8eZN0dKYD3JrszxC6g5wLgPOdAvEqrbVgVDB1Srt2hKUOBXKscwQwDP8gSGPueK/2CnfTHiQ1bQYAhNHIOo1GuQYEliy14iQ8gCkcC0Q2JKZsT0vOMnITejUI6+CjTf2TG2bPtFslj78ytRstD4uBm61yZ7Pd4REXvGsNgR4bLfUFROs1Z5s+9hjkTkRKF0cADeRiLzTv1KOIbcv8I28r5ExyFB3tTU2bZxw7PeVqMFyndPwc0on3Df46Ah2lRB6Bjs5IptXEmHTpQTDVu92bu2HLkh8PpOmL378397rrSlJNFPxLiGLyxMYC//26POFPFP+J9yStXcFh0VgUIfVPg6/BogfQywyiCFxSj7JrVJ6CTUH9kQYTb2ploUQyomRLqNPR5fGRqaniYncvsmfdIyDVmUE12X3OxAlvCuewCH4JAZoYHRPLdxs+yEF9VzEE3hAaY/ETZ8yUBALYvPNxvSp1Ux6YGWv1z6yTC4sN5gmiB5JGf5JZPgZHeQoWigV2lmDyX7QE5LwsKy42EHmGRZVMt5VOTxxqulWB/Zn8KbsyIXOrK6KgaDbT7UyZYmcDGwnpDZBOAAzCJEpbbE/6LOZFUOEZHa1zRLiyfCzNVkV/rdog3VXOfnLBHDEW3EH8T85keptjVJsWTaonhiLig+BZHIPAV3h5+nPRe64gID7Ezpl6z6GxL4cJ/Vc0WbKayz/dWH1Cat6psl9a1lxgt5E35PB+adN6tsFJQDAhmHpjTKbIFT35melDoRtkciO7delNn9YjqHI87I5HMH2K+YTQ+wylqgzKoBeNymiG9T+IEVPlHQbqL4kWNTBsg5ewCyWcO50nvFfdMm8fh4p60Hh5GL+Sl5eVnt+pHyG533CFjMPuCrI8BDOcdelXZ89UmwupR9RJL/ZFRfu/UcQwBDtbYFA7iGrMnicNpzL9jn/KV+NL7uavskeA3iBs2eFnv9FAJ+luNSf81WPGjbt27IlKT2/SOKYU1fyubqJeYT53h9oT6Xc4nYtEqKPE8lAwpOVX/xgqtV0LPBgcYBt5eCporh+UU+bM57IraTqu2G2swqL/XUHvIAdl1ahrqS8i/oK1U0Gyvdf+mf6JWXUIpDr6jbdu4/TdaaLs9Y221FtER9/cs0uckFfFwjggR8MLkSphV8Xj/fDjkBHoCPQEegIdAQ6Ah2BjkBHoCPQEegIdAQ6Ah2BjsD3FAHtXNq3Rh2N4FGW4XdYzXSO0olNXkIiGGIVe+gOzmjAmUXHmBFnwwnLuXRRnEXKbPbmrSzLsTJDrkreDf+BfDrO6TiIDVhnOyQrm7nH5DMkNO0Y4iCpl6rOLjyqrU+5n7GTflqDtEVThXZh8YVrWabfgbURV38KwSvRroTaiYszcGvHlXDVIwTsun61u0v0SSLc4rypzK/hJ55ug42/+Gi71TGHOueRyIwQwIbZBmy+TeTVns+XTzXnTSUfscMbyfE4fM03CwTM7UNmrD8efGSyAHo8Nn9KSb3Fd4pReR//bRYsWHARxfVM6gRTd44mI46PKQq59L6G15Bc156Lc0866RkZpx/+8P9+PwDEXvYegRbC3up95x66SW+mQFX8B/+CjO3TZL3KeKdRxm1X0XTnlny0J8hHXsP4ep62EAp6JJ66HpyuUBAyDvgIfHqP4zdOeFmlw5Q/BJ2rOtiPcvlKLUvbzGFSflvrxFPPeA7xM9NuV4O4+kMCOG0wz1umwnRh4GQPTsLSShqMB8P8Mmnqdi7WJxxFvAgxQxXo0Tnogi7JwATx7YzLP4NH8qbadlvZmxw1Fqpv9YhdmUQl/Ca9FJ2QkDsakBF8IQPnTSMMT5zFBeTdM/HuJA8Xws+Cvx6JIQ1PuS/KeMVhyV0aMMZ7mrqAaI/Me8kqiclNsEy41P5kSj4nBSYCi3TTeMczxOSE3oQ6JE8r4X5Y9MfKbbhe37Mk/gUzXzgi8l/oZ1+ikK1oCgfbI9RmvvvzSLudXOhWnkNomOoD6nO8cw9VPT71Qs//axFeekbd9nuNLPShEZbuB4xMrvIx1US8IUN+ZX7wqZz5W4c2osaAG7O7Z/mOyAMeGwy9kLbMq8bm0Uf/MFdISktAL8R2cG/zPS9T57qZOVry18mhzYhVxgvLJnPpD3qgrCG8CcXhJvf5YeHqI39cUAfEvsg8mrbL5jPPQvPmI6Tnnn1rE97elWqVyWEUnXu0oPsXxel+EgPGLH0xTshHuOKFPWuzqMd5XwL3pM0Xz24y5sebP05sX8hX9BOi2oUpmb+U03HyWBmn4rbCPFcnkigzz3h+/uQuIE/0U/YiP/JDw+0ICAldpSgvR6dyOGzjJN+2F93h+cOe90NW95mfw1OKwJw1WU43nji4zOexhfGd+vhh6VzO/DAP/y93XOCiDlxV+ES5/XJHoCPQEegIdAQ6Ah2BjkBHoCPQEegIdAQ6Ah2BjkBH4K+PQMzO2Lq0mQ5GrWRLTfeAnYiyF+Of97TX8j3Cge2OB+yZEKkjH3LE2vodmsO0VVun5rlsfxqvZO2f7rELH4ClPeKQQSutySiRI3Zhw13PRNCMHS+krPZG7YWXNkCfuGEKv6Ws2KyNCGokwd3PuOA+tjqzeE97Y9mth5C+bhGKnZEokqv7LxOp9ZKfWLD5nnmRW8mOJVobMJ+Ec2YbxGlETuWXB4g9XGs15+hDM9GyczHX4IH2PIt9VE/rgXbKOxpW/FPxtZ/TP+JjU+MUCpaS0TogHnDmk+eMs1KzO/tM2YHLGUu5fVjP6x/CIbhlol7AkOvhssz/eJq++PL/ei9hNCx4SuJp5t6AbuxcIXslMSD2ShspPP8fL+mNrjYDuSK4KiKbZAOSnpkjhvyRsKMOb/PptSqKE/emFVIb8nE8SmQT/jX7c5IX43qx6W8k8P1iJW1Iyqdf7AAhadx2ydFBjzkULBhz5CBqZFXaHaWURIUE1isSbzI9m+0F7yePhb9FUjEzEESXSYnJc7H+/TsGNS70uqYzUM1jCq7mVC7PbRdtNyyq7TQ5QQzuN0lJt06PYSHeK6TtMOtZ6h6geryJp17MiB9ZOULnlVjdieu/k6d6nwHuZHVgz9Q/EZIBQtKFBE4Y/FPd8oL5hMZcyl37FxtGWE889HcH+efKH+RMCrDqyVPJdtRHcleyewhDZwhxQl3Yn96ngJeQv9ZyKd9lrcqgN/eeVTUusBgIVzyN6ATYil6rpz1znwBOU5Iv4qSehHbnSfcz3o14Lx//QNfU5vZPt7nV8Pj3pfwioxx6WLofhJOlZCCV85/JXF3e9PlBaepIZujzHclavXIXXiqGmt5DXs8zewG7twF96AsQpPm8THpf/ZKd2Wsbj/vZvYAPP2INBZ6reLJXCOdWmuWaXla2OSmddqo/zO+Uv2fp0ApJ6fxY3u2MWd9r/GulXuJnGV73417AzguZGxbayY+nAdJydeVXmuxcwOXk9snXpJJDPJwz9mySvB6dB39Pueqc84oY30sR0pc4B/7PPMqoktjes7cC85dy1nvAMVH57pVSp/Z5+5wyNOxPF3KQuRtcJva7cE8MJjz2tGY1FvNGrejjXtpS7VJMhNgKESn6m3MCpACcJLIeyxC0Kq4ynpL1v1S37stqOa0sR6kYosfL7+h45x5vK1/L44WeOgIdgY5AR6Aj0BHoCHQEOgIdgY5AR6Aj0BHoCHQEOgLfbwS0Y07a8cY/wrG5d62RWHXu0s6ljQx7nQ5f2DEl39yyc5dtRR+xL75pU8vuprzaA0ecuOR85hlXpclwwNqsucd97YLaHI16u2fLwD2RfCVYF0junfZRbduxQ/P1RqksmcKovDoR/Qn+EPs6UUj3bL05YmcWdqMxelCWRa2M+F0jcyKEwjdOsefqoCUH1oRtfdPOX/9tSRLAEqJ6Sc+EBB/h1QxZLb+2gWkuRRPhOvYLq6jPTjjkjPBXa5ymxJfntNV+Qko/YjBPhGIrpjfDKUji4v29EJp8Ys/iHZFWQ0Ajj3j6nAdacHPMt3owyzfCV+n1XuS6fJvlVrrPWU1f/PR/e5+2QmAUMYKXFAIteAXZuJBPIcIoWAIpBElQaWW+6Xc1ziqs0+YSypOBmV6aHcAw3hjLJUcSHhX5ppmOhejLoACoZfc1+SWSJFwlZsgbq7qKaLLsM0i5dKs/GwFscWHxJQAgtyRfJvZ7nd2TkoGi/OW9rDTKsyXIi4G46ZP7YEoCs1pCqqDc6r1mqgG1PXGbr5CgFBVR+APRJ5l6hNxYF1ej4EkXTaw1Hq2fJJnqIZ5BiV2N4ADb01YH0cyeupI3qqttOA/2TxO71X9ZijhJAi14Tx/QkQMrPoYVvJnsjZ2ufKeB7oO2xwb7vamDE6ykptfujugdK4NqD00JJhdHXNb48ceXcltURDB8OeSf7vzD9AtkFSeJVcmq5vH+WF3VF0ViMlJ4fs/CjoWNwQfC0Y4sgnAycNr4VALY2tPTeiwi18qkeiAMdFul1DBrUt4ngNv103dwVC5KZcyO07e7b7OPqnu+Eo6DOqrGj9P1S3z1Uc8KJEB2L3FXKTnBupIn+TK3bR1/EqwdbHrRTvku3VBVWFCQ8NpIefxHLrgJux7X1ndJp148/NghOqkcNYaUw3AVFIdn9ZoQIFxSdnKc08sV0Cdr/kY2PKH3zi1ESJgh/0ZDczjPo3vtNW0dl/id6yRb2uUYUj495FmQg64O7KdhKOhc555j0Lnt5VJe1qK+V2udO5GWf7wYj+5Z+yf0myvq3/3Cc26lyOcbj9x0UPZMGHhfTCPhlfnx4T1LrL6/rPdDx5f4n/MaHSCe5MpFqJnM98gqueq4Lfl59lJeX+RJ1VLHkiNqRt6RBSADq/74A8ZmMm/L32Ro5ynkkT8tX7t1mZ9xxtiaxAlF07t6N7HCLXOMz6XS9mD/7gh0BDoCHYGOQEegI9AR6Ah0BDoCHYGOQEegI9AR6Ah8bxGIXVXTmx8i3GpHnNgGb2CLSh2PdnEmwUEMwvVAGOMFG94djjFl72+sBpbRFKBt7NKOdvtmK2/4i9QEh4JzxhFy9DD9nKq1r+LJiv1y1maMZdFQ1jq4Tdo02avWLehGSMPGd91ewq3EzX5ZdmIkhvCVBMboiVTsTwy3hVERecEMDomGFHIYNAcIeO3Qa8JXE7IYZ69EzgzGlq/9UaxvkXSosW4+dh3yxaEPZ6ARbmqXLWXLzlpRTM/9qz1cAnYg3PYB/RgJJ17OmOaRAD7n5eSjUuFWj8hUmorv+YaQ2n+Ec8IDmGjBOtct4QesTeyabRaZscXnOey48m3yEXs4A52QluP/xzf2fozk6knlO2OKB/D/+T5EmA+qUDw0TXhzIcyRkJurZFSUkUfTTh7m/PVNjgyv+iMJVOSE5CHqgcKvyLqyamNmz1PJart5VLn43jEoJE81+h8ltBN/HDwhPjbMyGcHngF5lWDPPCROUTolb9UklLMbdtOphCJYICPuUPpVb0ryR37zppNViqgg/UKvsFpCj8sJueOtap4QD0VkqFCXHx5+VZKwKw+6Teg0BKzkCo53eNQyuI2ZjyROihLz0ROyS8joHWq76SS+nWDxHGbVjSFn3Zt5gMQvpSSXZb9BCoSUPRDz3T1a95BTO0jgRXJG6RhQOsieyMkIQgN9kD/iKA1DDsgtG8VHMscQ6YbiVt945iby04eSn8plrfA/eB1T5R4S6ICWhoQu8tccjycFP3/sAfeRVuzZVSuDnp62Rv23DD9p7OPFfeCqRLoeqwT4BkOEPRqygL2AXdnjC0qPfeqwLRKhl7I1Er3g3XSF/JnWFJIBvrBQYk7IX/fW5YXNXd8Nr8Xb+WNCGFd3rW4CP+HJjmete0BkImYOjIKLSxg3ZI/Y4kSy4lRemKk3JQuvFl58Iz8iVsIhZ09V6kgoaNpyOR7vH1fB9bfKAwuKp2TazwtxMnywpCUhS8DVvlOa9kEgBXvRp57hrzK5ogl5038zG8YTamQk9rh9VlhslVRTOblOycMlR75e2s5H71hssB788eQ4Y85KhY6R62cvz9rL6/La+bhkLXlttyGLGRsSlewHrA75zrqPqeOj/vmiFE9kVBb6xPG+Zx/5kXDV+WHC+yFgniu9Olp9QPnTBhS5Dk55Gg5eqDrJSF1qwZ53Uvaznn7PN+GgedZ+VRRzmDFn6hFnbUEBiKH3NJFwNPt3RAFgAU1wZkzZDueHli7Fa2Jef9e743zNczEJICUB5L1k+mLYED4S+rVQQMz90eDTPXUEOgIdgY5AR6Aj0BHoCHQEOgIdgY5AR6Aj0BHoCHQEvt8IGF2vrG9wXcsfsR7+GjvYT7CtwkvoLYtNdDBqJgbzkRDFWPD44DEcxylt79retOLFSv3mjdXqVrQldnFt02wv6HZyE9FME2lRHgt7aAmmVQ+nFsjC/eG4O2LTlbt7aw/gQlRU/Vf2+WHAacuIo8gzYWuNQxCQLURPLaunNkWPIIfh7vbuyQyn5VZ0A1zCSltDfcl5bHZKMn9iAh9twfRoPti5s52qdnB4OD8SpzIwAnq2l3KqjTlXkZnn9ujGrDMgNl23N027n7Dzk+nFyVpSk/bgEB2IyPGis9YeezXOatG/gIOFGS5D9sW8ug1J/rqdI6KQ7zM8rL9ATngfwlarzdr8zRud2aSavvjJ//F+R7jZASPwkYIlRz2POzkxxY+E29SILYkEG0HJOaCC7z4FlHSNtaNwkCOwFhy6V6ohPfUsTXfw1+vlQbdjH81llvgBDJ8PuYMCCNgbN+OSIFDmrBiQVGcFgvuPjrjtr3Rsec0hOx3uoC/BaGNs7/nDVScpyTw3o5YUYwDRZ5cdevPmRBGVSDJAr1LDg+tRioKN/wX8i1xRP+yfRooFV85DBIdFoy0QGYYaP8548I1uUl3TQcb4zQW3wIrfrh5I/hyPkO77XyKHsfSddJzMhbrwLREuj8WflogBqu+YOBgWgnDQg7HrfbaRS/XwJ/wVsZoAnIjEZpZUZfI5TP8QlXV5RoVsfWE16RMobL3k8Rxfdr+l3Kbz9NU2ll9Y2iPZxM9xxosGHJyo1j1h2ZmsXN3DnUrAF31o53yfMI8M3nDion8Yw7bdsRHyyRDuCRvuC8XEk/cLy/UP/6m+dKrktchcNkOoKmtNrOoveJPo9fzNyWN/1IctOTKaOAmDzkC4O/6ea4RWprxaYNJyv+S7lcbYiTyMc0n83c/5QAa6Wu3VSbn9UAe4B2cJVV66y5HVboms4I+GJsPl0ROV8r6wjf4oMtT6DAHsiqqF/R0W5qZLfJ4o4dnLbf4M4sjsOgz3uFiO/DDjR4ahq5+V0qbwsERuyGD1C0Wahr/nBuGqQ9Ke2/tAmFS8Xb3o95avydfO67seStshmMW39tjVA7/pS9V50mVPW/k8Xu8GfpC4BzkLALJQQcHpr0tp84PhuvJ7Z5cNON8qHfdHAWW6OMcID8zrMz+MXYmX9ycLBE7j9PxoP+oIdAQ6Ah2BjkBHoCPQEegIdAQ6Ah2BjkBHoCPQEegIfC8ROFnCMLoZOXAHl3EkOqZhgMfB6KDwBRjXQhDCawxsd6ldcw6hiU1Mcjj2/lNJb9/O2Me11mnpM9IiH6L1TSO2YOyCZX+XBKQ5+Wjfd1u3PXyH+xi7BerJEv9m8pYdVH4Qm+IIR4QtWXv+6j67E1EM5VuC7Wb/5MTt7WY5Ibi7PWGLZ6JRrrQvZDd5MXbTKL9vh3fDyTLdatNQ2ROONZM6oD0Y3IKXXkuxxyq09UOcQq7i5wWmOLmhP/Py660Mbt84aSe2JreT3LEIYYAjfLf7e67It3nPT+HSnKhEVA5uVLeTw0jIP0AP4H0G+Ta0JV7YuZ0/0/6H/+t7G+9emCthV2kihntIHDrlMLmfIzG9YxTW8EyB/C0jNMJFOc+Fvf3RuTNc2WBo393EAJYgYRXHpNt5BilNhYiRhIjnJGF/s8oDDzdXGaTjo6R3tEawBPNt0iVGtedk1eOxG3bbYVOM/IYMdQVKDZB6TgLJgY+UkGtxU2fvyhn3/rigc30HodEUodrBNe7eKkmaWSKdLRfJ1KIn5l9Qfgc3E83IZt+uRDEPfySCS2ZO8qDfOSCDHqO426OE8+ZdXqGYt6wXSm1xn562yUbBnIxYyTOz4mSn1zgEtugqW0iQJusVduq4WdAP8HdP3T2fnbIzJkaIKMeCU8ltkxMp/Y6n+ALW75hER8bkzvDbMtGkgUnrQ/28KBsd4kSbVTbB/F+RVrLV69SRyQR8XpUcO+d+XiDjlglMmDfcI9pFDXooCm3gvajD2k32UN2vySvXwXgl5MLE895331dJ4MI7Ul+U9PJDdc2+Srh4JsnjjJfuOxe7fMlxYV6YKtP9PvV8w4m+AVjOK19rgQ0ZDXnBrePuN9yXvG2E+8vkbFj5nT2bHX8I7MvpHaupdu5hbUWnMfWycu/nsnyjjDuoB0jlGY/a7PGtZ35ab6vUta3N9wvIuTnRAfBIPzEejsxle94nzmtZUcWcZrqcB3PhhX/ac0qjx70/eAzb4vyxZO9iycqnU81f4pWmIif6yWKgaeUHn2HsXVTTXqj264NU7bONj6Um3/17ymREhPzIYZ53teHqi5z+LM0qqf1BkhQZhLK0yflqMdIDoTz2hH1ZVjzW+QESj+fTQ/ZOK2Ar58HXY3JXD1Mg9an3LhLx/c67f/4zZepd7Q8PZflQ+Q8q7Bc6Ah2BjkBHoCPQEegIdAQ6Ah2BjkBHoCPQEegIdAQ6At8LBMJVEM1zvrvbvcOrVhtr2bu0eWn71JHpJ9jcsGtjh5dX0/nku0yx0+NAJ8mH5Zqq4TEImRzbuHsCy700Ex22XGhJ8n7JfeyFRjzEWfAs84UN+8aNOJujtTcqp45WRg9Gbvi5ndsYwlkUv6XVUjs8H2zPS0hgI1Ly1J32XJzr4vxEw2K+fMyG+ekNcE/o7FsMnnJveyPyQlTLDzS7d/xjkLXaB77yMJuerPCPcqPlqPXp8lyVgAzybRMYSt6qeW5huhJWu6LScgX541t5etD2iJUN8MNCAW3ccJ1Ht9NE12moD+auj7EP9o/e6805sdph2RN3mvCP2Us3ZC+dQmP1yiv3bMkM2H30SEP1XydRL8ZqFWSViMSr09DJ72DIJ0OPLig+UtqGo8rlQI4SHgDwx7T997QFQ/yA+7ZKlnaUSf4t2vOAIFD2AOg3kwmD1NCxhoOuTbvpHJsovJAApiL9cN/WK5I2Oczv3OibGOG7hOtME8nZ2lEDpq0MSCGf+EeV0d+zBrCrEO7QhN/jiff3eKkRMtzBbB16ZEtin9SjZPGWk4FaLRlpn9ztCDlqOGzKDi1iu6njZknyzRUPymI/Q6Ac8dzNpLSR7gkTbp3KxuRZuuVxHvLBOpacZ3LYS2ithCYmFLSrR04hGJKfS5+SohsW4MtHkpYFArx11NN3498iiYNfQq08hEtWUVfWhyn7BnNLItiwFu+YhJflv5PR1Tlcs6vyqG18TWo4OSFArhIf/w7S0/AU+z17FxtZQIIpbSGvGG+fJnFIWa6VHBshJcluVv7tHcN6LxvCWkIVBHwVviZJntn3TuqGo1gJMT1ArI3uBcE8l3IRxDHbaLpzPUpse0m2gRw5PCs6p8rFXrWsZlrW/wHB6stBEthH0Gxm6wfzQUp5/I+LWUb0TcLeQtwz3L2LJRXdtyIeyxeyPF7K01d9AWeujxf/cfftTLSHQZwdpviv0kzQeroA7g1kck5IKGneE9lCgJfOsOeFD7nqu0W8PqbdlxWenkMoZTUkhnsbOO/dLb9BVj2tS8YKW1z9cllGjsky6K1s//Lxh9KecOX+wHP/j+x1n3IcT5bXPg9Kurpwku/qKifKizpYyswPBWfHZXbxhYuOHJO+o3xIneEgx+DkJccm+X0/rCz6mA7s+5FQKs6OjBHzbGl7grP7cj8nv0+Z3/537HkMrv4Qg1RfViNMMEdEQOXrqSPQEegIdAQ6Ah2BjkBHoCPQEegIdAQ6Ah2BjkBHoCPwnw+BERuc28qNbBGp/awINqOqun2hm9rhlIdNbHIbUYlXbY04c5ztjNriTdra3iad7YvaLbXSyQdgF4QTOMijsK2l/JCmOu39ZRvfuIoRD+HhH7Eh4kii7ZncsXO+gbwlJ3bEkAriohcyfIscnZFMiZ46wj9UZE8bgi0e27HcXZ7hXFZDfFfCV8duTgmV3gJf4zOWLXUEz7vZiK7Y27Gzup9y4SnWXA629rL3wRyTqLpjNNZl9880xS1ZwReD763wtVrt71p8K4oosuwNBf4rdNOQ5WAc5zJtt6YNI5VkSx5ZzoRD3t0RzmqEs4LzsAFqvlzd9NkXd++PhNM00zRIMhlyUtKGIkHBsMOSwHoCz3SMpJRXo40pPlm/4z/AIvFgRwHFDo/YkEwQZHs8DxeXdiQ0dCmkxvcQl7D3buQsMeMzXktPv6H05wFclYid1/zW68ppZsH1fYQoc+/lCgXtBKRoembZWVt/SGD4pBMSYaRdgVDezGBBPomR1IcS3JL8VfKSWdKiVPIU3lblR3d26I0rExZ1xvqRUwW0K0yRixNXWjg5jBzrwbcQgiGe0fRFnnDE8fz2WJ59/R/qy4CwNHEHU8KbQp9TP/uqGlI3+m6dku1InPwc+n16VnzPZShcvKAh4Wt1jc+34cazr02p04etSzTjowz56SqQH4Mzq5HiVSuG5pEk5ivHfl+nrQfIo/6rcfQTiiV5XQSPmEuoKvtrUirfHhRrx5thKtTFn+C5SKgE+toxWoST9dSniKeGq0Wo40yg6LD31Jt4J286rwdwPD55YdiS6GM13odfmEofggXEesYO424E29G9uB0/kLfRcJuWPkXefF9WcW536YV6HoHJRLkLi2Ygb48QqsPIQg3bzEuw+qOebc9dlnr/WKTsoXiDOs3xg2SceEGxokoys0JW19xw/9mXnEcS9MKVWQwIVgn5Evx1fiw4H3nfUClkeTLZF+RKX1W2P/PSJ0rA8F/BQC/wKocMT5bx3I1LnFICoIx4Qbvqal5/z8cwJ5l5+G599bAuy6l9rxk1vMP0rt2jowml4uo02uE7RUyrn0Tfz8OyLuW9lO/yusc1suonGYOCOpE1+1x4V9yKgLWKGvrWVXW6FYDvsNl5iagFY8aSCxVaf5vP3E3OnL74j8X7frFGU7onY4GVjhDAO+Y29wWmZ5/t/3q6/+0IdAQ6Ah2BjkBHoCPQEegIdAQ6wFryTQAAQABJREFUAh2BjkBHoCPQEegIfL8QaPavOOFpS2R/3eP6W+yBRAYkimM5x2hrdl/YH2ALg9uIfdTtH3XiwK7nlocxnGGcfaOkfbFsjNomsXNiE0xoZYjS3WCkvr/j/HNsjcoiTyAHpFVQ++Fht3f7x5m8OK0NIYEtR6tf2Q9vJXZkPNnJy7ZpLe5Juyw4OoZIN9KwxHDZG2M7jg0S/BLlkr1ucWzaYZvV3q+DnR7P5OZz6yRG9GGKFjeIagjS/fgLqoMngU8z3LO8RBycUBhx0x4vISuHMEho40i6SFpDsouvj8hf3CKpo6kn7b+jVp1yfkKd8EA4VsmrFA9qfWaWJEAC6teBS0mzTSwOeToRzju8gN2+lb/m9+/043dfvt+lEXrUEgfbDqBgSuKfmSxGcpLGh9yx8WnmVuFbdA7VfzBZLx89+fCyM3QlJ4StBhhYeldwtGbGmL51ygCBthLudWVA7AbJGZVsK4ujW6fnCILqIjsMyoRBsuCJtsOtfyW2e8I9K4ykBF8Z0MgpyTuxj27aicItrFyQlA/BhMHenCqABPDHehxa3VPJdpQc1LB1eRF+d0yaTJKGpzWcKvKZTu2meVHkXFNBucd+0yHvOV7Y41XFHg3JnVZaC3ny99P/ZJLZSgupaPGQMTv04AChumPyrAHrNfX+XlJv8vE+k1kmLAg+CLMR7+VZ/AOI+Xz+EyTfdLRJkOmGYi1eUlWZVz0rIRdrwvVlYO6n6wyZmg4oDZrQp1rIoacuOkKb0imt0k/4zstST2lDZvi9umct8jJGL7Rnq8+O4AOOEZ8J1+/kAwdnHekpJ9281PD4dNP12g/4kX56gdyiVHJYOsfiTfNdmTTt8QZNOGC9ILlewF6U+jjGTc9zl/4f3WuWf3v3wCXSwMx+0a5mClmf8Uk71fMH5V9UdTpU55KbJyRoeS57LLv3A7hShhg9LtmpkKcP1NfoLjMR/TBIUkNaj8yJ47aqydknWZ4o5WE7Vn5IubiFBQB8BuQsbPj7CkEflI8wGReuHHMxx1GdcA6sH2V5AT4hq3060+aZvL7nVuah/YiMCVnNjz7Ghu++8wo/C/Kan8eFfyCfjyQV/Ws3G+HBFYQ7wmyvy7ZoxHF3GnuXfWhd1uZiCB6Z/IFBGYSBHne/5Aonec5cJVkO7MvMU96/+Dwhd57xefK2HywuuHAY7tBbV+H5Q1NJnuv/Vk7/7gh0BDoCHYGOQEegI9AR6Ah0BDoCHYGOQEegI9AR6Ah8rxA4mfM8KKuwoZUXwyvDwQx41npdV6YRO+GkvZW/Rl5d4Mvcp1b3iDgganvj+C3SlX0xdj1tftal46ARQpERO6s8hqF+S45qj+Tf5FauEME6C+rBHPKYo1unkrOwrLKtA7sml4KRZ3oB67UsNwCXoZQ+ocnRpmnj1rnRSJfadNfxt/necpDrDRICFhrwiMb4Jnz2Yf9D5NK72polgJXShAbQ19k/mrM4XeJIaCNnnGiz5SNcBxf43CZZdaGEWZYtbBds8xL+tW0vOKaurT5B9JzvZlGOysCFThNtm4yYrLe7ZSgnXOJP3v3gvV5q7o/6zR033kGeWgidpGdYbYrMAMDrbD/hcZuNmjU2Xxuwb9PcjyglbaahtFCPUxVtkdR1dYbxzyFRMywhuRqLrneqxPCO/YJVWAmakAebCnxE7S/OejWA7z1VXskILmHG4J3x6l0YICU/RCqym+Ql7FBXHrgiwQnJsKV7BzarUvTgLm/G0DXkqeeeq9tyPyY9Vpb0kyFN/ewhpnYJ+YsncPqG/uBbmSXg83wUU5JaD2boQkinZXavS8LOjqxMsK/457Crb4+rLR8j62XeS7mzl6oQhmyH3EC/p4PyKpNpE7xOrv8ihhtoy8MurgjKBAZx/40ra7bxoMY54p4r57rUe2fWf5ahwidzzsvGYAqzZSPvLh6grqQRL6fPp9O5NPLZBj4Dk8HCiie9+kPybHr2dCkvu2O44j39OjIGKZiHCK+8/wp8nahMGZE5Ov0J4+RZtaPJa//HrxMdWUcXFbgaC5kXvGpdIfTqdNasWrHDC+BIOA1f+pCBO16ajiJz+V0yK9smWSPatvOmX96t1WL2COQfGOzZq3a9M+4+C01YYTQsvvjQ7ejICxrgeEm1mycmL/B1f2RhFz9OCF29RFaKVsxXJZXBCmgfoYadRyfDdRhue2XfAY+5LRpPJdvfFpuwtKBNWWRnicdkRAn2LDdPCrLtT5X0+PWGb+kHvVIMJZkJ4ey49X2EJ3BC+mdhkn31BCDKQRvbQpCF+XbcQaziVT37A89xzONKm4ZfifS44Gf5rjLX83nEn5DqBGWqt8uvOXPxEce8Q/MO8L63yT8yFv1WBr93kNVGLBj4ITdmDwjGveM1c1ZyVcVPKkGEuC/cg3Prigc8PwpcSbjwQ9fVYj11BDoCHYGOQEegI9AR6Ah0BDoCHYGOQEegI9AR6Ah0BP5TIhCzGPZDbNYa/STEBmxyK8QjBuHdO+zshvhlX0Pu77U28sUxxsNZ5xjsuZPREW18bG/aFrXb3TY1+6LfhqsuBztrUV4jGWKjc5s4nJiMqqpzWDlN6RGMvDgLDoYtxn5+xAHF7R+19N06NTmvy9XuKSgSlzjr4CynLV97624h1LZyBDDtuoXfGnJYxyFoY2z9Ete2/K3Spdyxy8MNSZzvdQ4kwrA2fYl/7bdhAezrOApphpXXgGvU4ZT2zTr3uCXrSd5nbNGvaJCLDlZtyNh/DzgtjZL+8gli5d9gyLnm4VZ+dDOM7u5A/iN9sLB16xinUfTmy8/G9xrEVahVT2A8DFWolTCbhm+VJNMb1dDJhoPeuWl2wvbitYlSrTG6t9q+w+9TC1VylAmPLr2sZjyB4yGZ/X4lU4t8KgULRRHQRshsYVrZADzkjEQmI7iM7o8QVa9s2qWC3S+iKcoiGTDd7Y58zxBe04Sr/IAns6sN6AX6tVJWmkgaeL3+7ek8J65BL0MJG4my0wP3a3z9+WNlqnoSubVPLVNTVne4T616g9AorM/lX2RqDVEOQolPrKKh7+bs74rHGU+Wt7ZPtJQptp189Pel3JmOZgkgJiT3AqaW8TO8VA2TAKEeT7snsWMK4F72Id1WeSwzckJA7SBTE1KZcqM/F9J/tMAXDxQKuvkjb7xqIa337K87fUWdhDJncCf08MUzzx9aopMSwaWZrGYmgloJAgSgEQ/mAH9G//nyru9ahq/LTJp2mzHrp3/ggh75YEcb8nIqkOrhZwhgScPsE4C8elyr38vyj8hsGA5awtwjiXtZ3LVEz59lQkfOlRAOhvk4QFjuCCHvIgsxyiKXFJGcOaLC+ka2q+RlBHG8UmCyjSwSGHmh3K2/47rh2jn3R8O9R6/KuTyhrlJH5FG39n9k7Y4vfsKU4BFa4bUdha9MaQtPG3mANk8uiHDqIwTwiswu7LA369X3eB2X4+uEDUUuYGAY8HH6GUXwPiEECAVv7Xm8rMeunssX4K2lzn/BGg9e5rtlZqXYwL7up3dR66N7JdLeWo0GZrZdfZy/ZL5lPLEoKFsHiHke2+o6FXH/vG6c5TtlPB2UZy06gayuJLPvd4w5Q1cPzn/0ZfSMu5auXoh2fde5L/iFl7VoTvxwGlkd5xgqIJO76ktf1uH138flvs5TZ7XHMh7bhJlxtaB7AZ88qyPhY0/1ax2BjkBHoCPQEegIdAQ6Ah2BjkBHoCPQEegIdAQ6Ah2B7yECMYv5R1svtkC4CqyW2Gt1APo3bOy4PmYPXe1w2v4NCSwJjFMT/xb2VJ3wyFzhMLSbl41UO55lPmF/5M7Hpmv7YpPXUtwP1rohgeEgYmM0CivbxenIobw0JpIMhAsese3ObD+3uv3pFi2xHAtt26fLey1na6V2VuVQTizXkOZHnK2m9Svs+Xotky8Gbg/EGessh3E6Rd5F2+6R/YCxlUrA6hAX2+cb4VtcCDzc7H7QfwNmOpGiH9pttTcja4kLXkLGtWAN3mPAhAtKiGWdItEI7NFyTJWZrxsky82ezvCd7yYjgbrPsyQ1KTCqgc2G7UV5HTlDdZNtT+n7u+NvaRuOizikTV/84PP3c1Y5kM8wqyEUK/OIUVwDtAWvMAPuP5p9U4k9vsRDDNLVwrlf4DSQzt+K8BbJtlZ760gSW4P6gLLNyDSjQIdRMgd3bskjIULQ6je+YflH3Px9bsm+jOUNaWk1mDl44yQd4WSi4oealuFH6cVcj2s3IIeRR1YHkg20Y+nQuIv5HIQSe5YeDhBsEt/x2Krnq99oN0TMWyVLltiIVBBdKxPieJC8Pocodu0EF/ibDqoB3iYc+8DY8Lbt6MoUQ0FTWikUj3H9hvI7Sa50uHHTxdIJRnJKd/oV72VXetgjaokkZpPbIYUkGcyWkWQfMT5WJouswuGlMehaz02fvkWKXliU+pEP8qIPh5FwxeyvytuIT+l2MLuo9P54dHlEka+88njJuf/0OuPlx4oSvQ4zSahbkf118hs61xDZavPKRHNMGAdeqgPyEv7BsWk4XHUim6jTv+leFSmTrPX7EUO/nVton6GPeTMYonm9447EFPfT8k1f7re3naewJ/7YTyHEDbOLJ/3Aaqn9+HfIRL9GT4rQTx511k9L27n6cEbLlougGCidG9/TCsj2WiRgeercVpbfTZ9auVfflJ3C/QMeLgSg3CMLdHaGV55YrAOerw/1TrkWHRk2NKwwPxT+lTawYittti0vSOS1OHUye31L/OMBPEBaDvwwkZ+1vMrTyrOfRe0lH5/xeT7ohR7nmS/At0Irl87kx4/tUL/SF1W6T1uNNaXhOUYbjQjhqjTKdG/l+hHieOFSZa78ee7lf0o3lKl+RIz8gFz5MbPufgfGrCDkqHkAW6p6Y935QWnFp48LHyiDHyTOVQlPQtuS1WyMuRynDM4vvu+jza1nkv0MpinPKAGQ6r4bQ1xbak8dgY5AR6Aj0BHoCHQEOgIdgY5AR6Aj0BHoCHQEOgIdgf8cCJSNTOvYZr/V5oXBrxzQ4FJmt7bEe3b3N9hXIVVDsmnXdNs4bO8U8A1OJxKb2nQl5uKhq706Nk5tt7e2mVne2V6qabLaQehntrUcjOKoAyeenvMWNXPEZhxbv7ZonHEWiL+K/Cnfoo3T8m4tJ0UmbWVjP3SrydVIhhj81xlXqP3m5IiBXOTKzIocG37atQ1trWPjcdELWG6lcj5rMm9Vv/D7qo+0t8KBztO/w138GbvwV9QPx6JY9jAVl6RNWu25G3bpc2zLegHz7CR34T9va6vdPi8U69Fs5aBKP0OkS/pPsa3/z2ALWU49chapjr/hYKwaOSrJAKkDcotYxY9/gojHAfPzz3/4XtDdFlXzr0Dv8IjTYD+64bCF0nnxQEtzCQeNkg2GKyZMpML8VZOd5uC1A+wX28KAvJOQhHE4fAb5ANEYI7x5IqwAaeyHjAoBCP26EPLUEKsppJBI1jf+Y3VNnUR/0FXevSJxP5+Wv2MQ6NKvrApSHZwjHjIksYNhhQycZ0gCPQ2z2qJKrIK347dqhwNkSyqlYRIG9zHWg5l/EsQlN4Iqa9phm+kDj5kAJlauoGZcg9gzfPBluiEBXCSqUm1CQFLO1scCiAr/636lYm0OdSAiX0pTT0ZH6AtDBeD+rwf2DPa7kb0zHSt5dqvj6unXntjv/lPWbwl9K7HIKhr6XdJaoUo/ni5fadQES3Hz+sNB8oz231X4d0fEEE/QlvPpsp66kz6l/OpjcAbfJeSRuOppDVYuZjCD1ZBOfVGn218lrQ+5+VeTmOSc3tszi09cyWI/VdhhSvkQAFfln0+KLISUpbr5jh22Dz9NGHaUuBYKKG8T9vzY+Ui38U1W50hf0Gla5EGHJJJZaGDUBPcIcB/1q9QGxNXF80k1a9PF9M+B9n/LKiU1FE/ggRcp6bXtr4ctwP5ivGYuZT0GL93ZRQ3i/AEZU8apIA8c88wLtJ31XsxP/JBitVKwAJxqTR7gj/i9NBXW4ltP0TPInEU/87YHg++vK114WH7Uz0JccBMd5T0w/Q2CiaXzrc+kF4VlS3Xezl7+TQE8WiWqSx7/gR9B/qgB2+1OlWcfcHSqlJdyHnA1HBEKwHKaJNTdd0KvbW/6I+vp9Pj4ejq/mPjjhRmC1yrvoaM6wPhQzvwO4PACn2dK6rc6Ah2BjkBHoCPQEegIdAQ6Ah2BjkBHoCPQEegIdAQ6At8DBDb7GaY07bxlv+cbu+7MHrtGVNXLMlFwsZeP8xe7aXY7VGzZ2N7cStEIsiufS8ZAy9ztk1bE9onAyKCtlZqxsy9wGRPbDg7YCFe3CSVpX4xcEqujoY0JA7zQJmx7A9uO2gZz1ccnbpuaXbp4lYmgoNRnWGd4n71RLLFppwc2wJqtXdpHz9aDhDaRP2fsu8OIkxa2ya1FNxG0yVeFgZZe09g5j9j9F4jqiai2ozZhOUQgjHzaP+2GINv6oy7NLByQYDd6ZprEn2S9gbQSvQlZHp4BDmDBee/AAgV0cUZG7bL2Z2FYtRas/MWur63b9u7h26SD591v8QD+/Iv3TTaVBRaETBBaFD5MsNiQeTEyG/aWQvRAW3df0nl4B9PIRcZbT8q/UrKB9UF6PZnTbrysUO6EdsVLbh+PSQEqckCAfMY9gQdIKUtY8Mya6Tjb1Mg/Tt48FdmgBNSK7LLyA568s+Gcl5+U7OkuyQMbZ2fy7aiWAGYgLXhGhijWYw9yzP4wLHM8A9+0BcrkCgmGsDHFWa1xxybqI5hPAx51rJZJCG7EzUBTdOSR5FAB/a8L/Y7wu0UAs8G6iwq4ehpcNySA70Oh55wesDNx0Y35P0GsjMpsxpo1gdoDr4B+iA/ltx+a/kBKsqriCO7xBGaQ+XDrzxA6yf2Jf6jTnh4huBbGZvbkNuSDXuJZYVPlX09o5zqVQ14s43dynEi8f5H+Mta+xGSNCtuaKfn88CuPRiZT+1Kv34HQysPCi5RVSsrhahr+8s/vp5OenpJ8JnP64nBRivtGL+jawGKVy/RU+y/znI/tW+e1Kn913qO+kUUjWfVl3/MSupZQktf89Uy+fX4rw7KDNd8LZfnR83qGUDW0iD8WnEFNhohopeTCI38u56JoFR7g42i0AsbQ8BWLASAuTdTz+mQLHcOi4bdhUCTv/5XGUBdn1xg8U9OGhf3uO4QlabxE8Vplj4qQwmmw824r8UMIPFIXj/q05L2aqo4skOszc0dCy1+h+rB8n83PJlejoaOGq1Y/J1d86WXu8xue1a2fiq3yFopZF8Z88e3yL6gM3rVUkIAEyKQO1Q8Qj+s8848hXCBkZ8a+oVwm+3zhR57z7gfSR/Rc6pfktbV6wxuyetn9BqAZZy70ChGMYKc58QOV99sdgY5AR6Aj0BHoCHQEOgIdgY5AR6Aj0BHoCHQEOgIdge8FAmWdO4uCdTCGPyNk4hiI/XoiHLTbEI7aX9l+cQfBOuFpq1fmjB16hy1PRx95DIxlsfZxcC7yLY6UMeZNrZkSfH/ARvhN7PrDog1bJxHt1YqkzVw7KVsdHn64+wbHDsMV61BVHEeyxRYZ03ydfvLfk5kXKEZI9QO81jh9jSzyJGwXuuJwRSZpnvtouceuHNK4x6MZB6plBwmMXbpy3s/9OlHPdmiqosgWZlqbvZzgtN+XjZ2ooGIcs3Awj5U0uMb+DLbajt0y9zj/ibL+g2NkjR7dRlZ5pSpPu6+Wemz0QDS++4pjozU3K7P1RUjkwKZsuzh3O00jtA7gLocyoy/T5z/44r0ZzB4TtaQEvXGE2F32vyHONCFRQ/IBCAXEY06PyQUSGAJiHv4xnel+wH/NZEcaWlbZ3dvRcNaLpPWMQX/5Mdj8gMbrfVedQXYOAYT2jqyMMAxxiOyEg7Ytgt3IoXrmrdtXRIAdZL14DeqiPf6KtjDhQFTYwRFfpeJw5lyCSVEPrFQw7Oq6/hPftFMCX2IjDX0rycEs5SOv4cMhCaB9iPMOuUi4gfJO3PZgVoRNlugbx20PU1dcJIY6zVrXX9M0Vnoo+zZ5vY30gAZwEUm8ODDm/27+cem4XY6g5X0t9qGFIkojgN0s3ufRIGRdd9/i1beGnJNEoR8dS5Zzg6R2KnGKg5BRb3dMSnpWrrj2K6dyxSOyclWtIee30c3DkV1sDRcBIav8xyOe40wG7AzMMx8mlV7aHMuuD76LjL+JkOuupKr5BPkl4Pm3terRYhv5m5uZfUUBMox9o5edRKghLdSVIMN5fT9a2IOLjiPaK5bKgg5/A+k1HfRI/ymSuWhE/VXGli6PufZEB3s5LzYlMxwHfXaEUB1GSFXGdo11+iy9eq/MVhXfl+1RDl9LjouBPQD2hH4fd3+PCKEzc/ejmn+qp9Xv/CmShnA37PDvaQMyM28W1Sr2H0o8D5Z+XKCi1/bAfuvTaPgR+77GXMnZ6v1QmY/ct5spRG0Vi4EFKO6tuxDFIfiE4nUeTY4HBZS+2O94KPui5p223xOqfIBYZbWX4TRMTrX89c9HJOv0wYsPBdXiKX5AIpvRGnbsZT2GBDa/+sIfK7yozh8kRhoQr4G5pRZQICf7KzcZ8/ATf9SYFyffd+oW/0bq5PcuMn0Nrngsj3ivpyzLUw8+otwXC9AzdgQ6Ah2BjkBHoCPQEegIdAQ6Ah2BjkBHoCPQEegIdATeAoEY+TBplR2u3EO0Hf6Zyoxwe9x9xtaW06rDVXmgasMesEMbATT52RN4hNQcdCjRhhbzGHYybcuxA/J166S8MVBiX8amPGBPXOQGjpCW7LE7hhSkUmTRjqz90ROjCeqcdWR/XSP+elUiu9m5nzBpv0r6Zr8uq6F2YTCCBDZw5qw38PQrRHoHVyd/UU6QG3jUZ79oT7Z9M3vX4rUMKStpreW8ttgj1yeYIpt8sWmm0wIW9dLPbg1JpM3d4n7AP+Nc/fC+X35rq5XB8IJRGgkPrscwjrMLtmjtu4nyGB0wz6cmdRJuMkVh5aZu2DZIakNlG71SHgB7MZJEl6MbVae8T/ERhq1220OaZe7Pv/jivQXGIJ5vQTeLTDskKuEqR4zN4+5vuaxnWMzDAV2Dvp6eS1Y/aCA2Frqkzi0aW4K/9K8dqQIpexSZQz2YZqzq37LaYf8ZHaR3J50RIsX7dFr2feXaODKY9xBLxMaujZztXMC+Wed9uCUqsi2ojzjrIfYN5O6PQFU3bzoYYqJauPUDrchg4O9gTHDJMV3sJRbSxR+u9/U5kERhU4+D22NqnSXW3We2QqqmRd7LeI6mkYurKKWrJxzc6qqbbhsffkH+UY8zdPDSA5ILN0shQkvgTIbRC1b1DJKUhFddFuRilJSupGHolwNL9PniI/KwRVxy0LMXqyGV539FdkMrOFBbztuIbc2plz96j87uBcum9LssbkCXjfefPGQ4vRy2ugU4mkMOjrNwAOxxRkReVpLMjnO9U33BWcsNUmZmMdMb31VUP6NQCDZXyjgDUe8ZzcfraxO005p5bd8oKabMbmi/ElpZ/eHxIr8p96NSnvTpzGn2YfY6hwRewVXPy+skjhfpmbePEhfBi9QH9NqoBMtvkF9vayBg+U6Vdq/Mi+Jb+71kruy5nhPmWVeeDT/n2hf0GmVRaNXHWAzDzBP2+2OfSGBBlaIeeXmINHqB/hiFYF5+zZn7wBoamHaAfcZOe/DRbwShQPvD92cI7xGvVcc3eEqF1tBLix4t4UMXndtSNAUpk/sazOjDYqgQf9Q4b7soJf1jHqq30O27cOVHnIIQWsRxbASAafoJmVzJZTvrXVaj7kMSed9Xqm16PPl+SkQE+soVg4Mey+yzKz41H236orB576jtJP9kAZCrvjx1tdeX9IZewE/X56MfM5Zr/CCDmFBupmbmYYn1nYstWGAk1iWQpffUEegIdAQ6Ah2BjkBHoCPQEegIdAQ6Ah2BjkBHoCPQEfhPhMDJSKgtuCxtA9vXrcPvMQ/+EVIVuyDhoOPeNREtcjL6JGGVsRfKwazrX3DyIQqrji+a5bThNVvam8Bg+RbsHx2YIAghKddFCd3eFPs1nFZkwP6u44mUoYY9nWZid1z+ArFN6OhEnkVkinrGpP3Rrbi0X5c9fLNJph6wQoxJB8dV2zCOMVy3NZqvS17Fh7qetEpjOSYs9wTJPcEgjzo8aqP1gVems3xaSqlUG23qFkP5P4hWtobcYWOfiBK7gFu6lkzaXstWapt8VI4R5LP/Ml7AckHYost+bMPQqU8S1lpMNlhbci02MFy5zovyZ24TGOer5PNPs0lrS7aFyE8xi97h6y930zsIYGUKhmkQD2BsNqvyLiiIZNYeQmS3QOBoFd6SRIneqcYdX3AndwDUfoEprWX7Tr6rI9M11GdTlVOvYMih8d/YCxij+fHnXBIgvqrBtBJgPOHRkdUcCxgcDYmr+3fIju9E/FMlJ6VCkeKRiffdtLeziZcueQL+p/5KC320OtfJaMqKFFZ3QOgVkW1DxaIpD4c3TIWjBVIHeG3DFNIAVcR133DQelE6GZ5Iqchj7/CBZAJypFPj9HSjx47cGX/DFRchlOTmvWlKgaUv1qmMIRYZvCOhkSUp10yStW5GKe6P3eYVKTHiuDCyshPUSgiACqmsxOfxcgv5i/CROGQgZ+NuQsKyOmnBi70WQNgDNE5Qk9oEwDnXbHZrup7XrljaI/h8lOhxxQqkWdJtdMaQtsbw1yt8hmAfD6xWORHAks2A9kxqE3Rkpqy8GFC6PQshlPUYws95Rz1ybFtea/szBT9yq/TQyREMR0MCu4DBRSNiBh4NuMtn7yvF5T1mxeBNntrzgDMWozhPTvRdLUDhJfNMau1vWTJO0re8ynnR6wU6Tb9knibkR8L0p/fBoT3x1Pd1hpzxZ1JWV5M5byKhIf6bPou96dkmVxb+WqJzFS9t5JT4P0Cu6q1uzzlekgKuBUeCuvaCv7WPtPj6SYmR+/gtq9oGVoq5MCMLeKrc+6WfcPUlZz7LYCHHfjJaBFi6XzWyqZ/3n31avA2glKnSXH/EbUQ/LTEr4Xhn7tBftyqIYue5Vvql3MrImyqdWtdHdHPcEbKaU6881Sc14luZH/iuosm0/ahKna5/RE72Ohn4dZYfSR8opt/uCHQEOgIdgY5AR6Aj0BHoCHQEOgIdgY5AR6Aj0BHoCHwvEdBe11JsYf7hg131iLfqilPYHhumW25qx9T4pnXdaHkHjf/wFUf4ssUIppg3y0vYHGWjy8Gt/1zKjEUwBkGcmI5HHZlwBzwYphp5kTGGQu26sZPDVxzg72iyW/3F2RBSUE9c7X+3Sic7KwXGdq1NWDmpUfvsknDJyILHsnZXBdpQrzwhrLV9Yoll/+I4FbFlp57AsUZiM33K9vmSNlzKl/zBUxmwfsPrxOZNOGft2MOKcxB8p76B1lmfRgQjB7j5OLEkaSHOOjMe5G6pmzaAqQsCPimJTGFnMRK9k/3nvsOzvJURLHVeUo/bx5wmn/UWLeNW8S5wRz8gBHTd8jaN5ERQ8i/fCI7xd5Wog2FOiMzNeB8vQs3ZkI4HSGCJjV1CKN9OgZTqJal1ZGSP3LRDkiXhkP8DsuQO0ggycvdTmtmAtKPr4166EpDui1r75xIWN8sRJC8Es6FkB3j+VqnJ5sRiT+nF9qd4pyWMNSSF1NGYPjCvsniFyQhyIZMOm0K7T+zqBuWnFQglswqd5t9I/Ia7xbUBMzABLYRPSGx8Q1MPDJzFCei8Mkb9Amgkl2SxDyCbUGh1aWR/6Ttivkef8oz3b5wsUMIlCR1mFcUy6nnMRu9MRrt4AjOp091VtxPNtRSeF9kKMc/k6X7II7PD6hjAM1Uvett5M+mbvBLO6PaKvKv7dOMFPLOHqfspD9Sfpp1ErX63mXXJv+DsLAChmn2zJWQp+4i3/6D3OPcr9/lZn/+4dJ6oLGtgBY+ro3ZgO+HR7mIG/nDLfE+npl9pkw84trPQAOdnyM+8QAgHbcj3eHGnvNfJXeSyoT14iaMP7rE7Ef0gfWi59/o/UjtGqyGPNCIN5DrP0mcTZYx4x6/fukBAb2vHgy+QRx7dLrX2X+eoByR8V1ZvGe5j2hGigvmLAsmKxuXbfnwCX+8nT5XV8K0FPDUqRxf4OAfyIht5CUqyZ95hnqm9mS3b+p5I6JQvbhvoWqU9oSpGIkbY944c/nDPMkqGJ0p59HKe2OR33A2Lr13GBWHYF72snTfyZMl3v4bCtUYmahQo8qLm/TCApwtAnFUd4/effVSgi7oK13u5aKf9nAUK6JaLqtxXd71jqwUWX2QBA+0JsW07Ums0LwVFCpuiNz0/fvT6n3Y/Z9zTdp/LP+u47o9q4T1ZnjrNs6kkOfJDDR1QT4/f/pH53R9evg9Nrd+u66t7/W9HoCPQEegIdAQ6Ah2BjkBHoCPQEegIdAQ6Ah2BjkBH4PuIgJa+zdrXjH7a3LGL6Xwxw6nII03axOCJtLkdDaEZp5bP4Y7gwCCA50Ubuva9U2mt1DdodBNU0bHLyqkkiuWfsV9ib4cL2hO+OJE3dZLShptIuDiiYJM04uEqV2M0wthyn3dI+tgGPGe/lhkZ8ZaWwNwTQXU/fckVI27G2lnyYDPXVux+wAPe1+4J7D7Hif6p/fSi+R8rm/nvy2dx7SObNoHnMP0b/S83BRcwsWcx8lw+F95AKbXv8/wI17WnHRMyr0dtte4HrGOdiwQs/TY2U1DR4ZsSscli/9ZLOQsUdLg0qbupD6m0s8e+S/0hATnlMHsAJ3P+aC4u4ZodufLqFauX0p9R8r8lh52ksdnQlRzSKRObSxtGeV5/gzAMEnLdrqlnCT/mSA/NkKg8NLNqYCUm9350z0zk110bgGKUt9WgIYGm59ceAnKev+Ypw8tCLDFoCjy797trlQy//bBAvrvfqZPOTjIV/JVX/Ft/OUHFHZ6Orj08VTYJIr2Zq89b3k8dNBR3SpcDIaQOdwyjuyM8woxn251eYxBpAy7qA4NdvdEvuz2ntsmheV7u/E4KtO94gD4F/92/ca9Ci/tsfUpHOXl9shsFN91ZWO2GP4IYekI4gmlvyFrDP1QWpOQ40vKg3z5I/+RbMpNWMfAPyD4xQa3L19xhAiZ9FAmTJ574c6rfxRZgORLyFsJ6p8fiXgLwB4x5SGhlVjySixmukg3aPk3/s8k9CzhGylvvIFMlJ9EjJxizvi5tDyoIhK2rqBbIq4V9FKa9nrVfcK5u2KdPp6YnKS3tJ6+TGYKp805+dzOEX0LU8kJT6pbv6WIfvWMdaqf7CksAL99+sXt3+DvARF/55+IKvkgX+nc6zI175TY9UT+QjM/BBRyEhtitXyM/cyo69Hr9sH9Y6AEO4/gLyvyq+FRLPGHwPL5bg6pZmU82fbH/WTVmy/UC3hkVAXltZYjBU0tPAJyunA6UIR/HNs8y707Dr7jtvhm+Qx7D7PT0swd5Mm20folqphxDtlPPvP4zJbOYg1suMTHdr+mkV9FP+9x3AVserD+iu12Nxo8RF9TkB0iKeMGfDYsT9hePcM1+Tr0s0sjLe2LlFsSq4denCXI1g43+UqYttTm75LUMyFjml3l2sRJ7U/ijiHIzEyHrfd3/KN064blVzg+Y7AVM+fOd85k/hNoPmSbh1uZ22r87Ah2BjkBHoCPQEegIdAQ6Ah2BjkBHoCPQEegIdAQ6Av8ZENAEp1ERq5cf7akrW/jdLX/gG7cLt17E4SYEMJEt1wXvVOyQ0x6bP/Zz9w4eiHw4kNciyo53tuuR4fap2Q2147KtnY4iboG6W3B6nJBXYkALN3Y9CcOKJotdGvL1DsevuwE7pE5r2te1dSe9rX0vEikrnGGisMIVrXBzRVFsJHrs/YSHXnHghGTXuXDZfc32gnJiOhkhqA+c+msT/QVfzQ78WFatqnHSgmOJBzjo7OGF5Aiz5y86IS9g9ZU4l5fQ1g9+LhRYdUhCVu3S6kulzca+nb3qi7YGOwlqarCXtFfv97+CaihuU6crI05GAc0d++72HVszavHZ55+910zuyoGtFIvaOgC8uZxGQoKuEHKSQ5PKBJFRd/zrs3oKQewc6SjDRtNJXk/YyqaYPHHrtCo36bGOhMMhKZstoE140654xI54T+0geUPoIHWwUMlUIAa53p+6U3/D3pcjnpwDxHfwQQEcQCmTv2+dSr2kpOxgyDli0Y/rL5BH2W2RHnlKRPvAuOz3uNFzxyemic21mbBG+iMrGWijbb1PEtyqHcItRRFSy4ogfCUsBggfJ8wiUyTDNhkQWBIQ4SOXz5GZm0ykejGP/w45AungZHrag9RnP11ii2ju8GpH9pGNvAwbBxXe7uMEGWQY6JCoyGg4Y/Lq+V44WopI871Nrt7Y88wcD2a8mF08cKvUBjD1+UIaGZyS5kfwHCFVDaEQb8htTKQr8syFAJ5v5Sh96YLLNfSf/AryjMkKnTEUcEJcU37ad1HEyw7VA5/0n3g6tvAMh2R2Jc84MdFLWL9wbqjSNkmQzUUEhuGYwH1ewJlQuiWvrbr8+OTLkn0aeMhueOkVj+hp+lsWhJTXqvcLu4vyTsWXhLa5Pk0G81bBIdVdycT+rwsLBGqTeOdV8358Elf3FXZxzsjCnCmYWpof5qngJFaK7SxRNUmae78krPzVLvqai358gflCNkT4CrnuPFILGtRnn2zpBEC7cPGdgnieuniJumH9yAve8MXux+4rLNPuxRMvPowI/IkuS6hSFqd7p2detDNewEPISsfstcSeu2eweDhsxaIWn7BIgUIW93vYf8WNIu4fPm0JLVl+6/N2TeEefrwSIa2bho+z4bAJrTx8zXjTw9aFPfXowJyjfC2p2znjWfPcsVf6wPiZ3rGwhr7SKz6hy++TwFs5lvXBDxXUnFjy8QbJD8V649UigApdffkObO08y9pk7t8dgY5AR6Aj0BHoCHQEOgIdgY5AR6Aj0BHoCHQEOgIdge8rArFqYWgrJzzO5Few5UvozvBCRjQdln/AROrWi9rtsIvi0GGEw3cH+JnFrd3YA1abGv9i6HyksY2/euRWLr3UPm7m1LPZB+MUg6RGgD2ucEA4s+3lMyR/zZkmaVXEzrjiSMKWh3fYIie3esOWqAXYJA719w3se3ICOrLBFRIGMbbGfcIYE2bZimOjVVBtl8gq9jrkECWWL/IbZRXHovSTrdfObNvqo+SmD2FcuR7+Ta3iKRaIYYxUbcsj/KfcQ+4DSznLxQIdXCOchm33LcaEPMObLkTxDT9BKUhEeXxTdgp+WPULrpQ1NwsTzO3ez2Cx4HgpP7gb0EtqXHEIrMioAbTqJXv1P499/oPP3/u8t08pgtWZ18tTz+ZSgeSujcaIP+AtZT/UswpEZRil73Dp3uGBFeKUBvvkXyul7iiEcjoYJKaN5c6qCAjr6tzqCMGUbN0D2gESb7+n8yFX5qzocKDY2u82SdAVSQfZ456fM57WENjuvWyKsiN1TRQqoeoF5ijYSBvsq3kmnDVtd/AvzkhRQp++dbLsDUuOQhZA/JQCfsl40POTiVMp1UDSfd2IPoGz2nQ4MD3dQcQRUtnNtAt97txUnSxMedAEJr7CkXUMVsKkObrxe+qTcHRivK5fOSuD3vAS3sZlp394/m75HbcMB2GeW6RN1q08iZ94UjqBUsth+BvqdWVSTYTWqDyPp5LpNH6Rd+84YZI73kn2OU7UIyfAAPB4MR+86rNOdo46S3K1D96L7Gk9GGY7ew58sJAtg/I1vG0bJYZ4P6LjvHAp21AN1+njsD+3l3bzqLPXYf8PTODMFXpsUnj0t1XyZPH3MHMBjTrmuGSl2OzKoPFfaMR9eVvB9f3cyyvRDSjXVV4rpPqevaD9rv7fRss2zpRaHd9KTZ7t5OLLZ+qTXkPWin6wUIcvaef08gI+P9TKPF+5OvKFbd1IlrboIZ+wI8rKeFKs9Jl5XpHymDKXrhrW3EVHd8evwZvoAcwbVnK/dCnjXM8vCaQzA8/5rpshYvcH91NwoY2eyuZ9Kn2g/Q8eMz/jgHqUcyKE+4496tVfSd+Sw3FyXa7nJxmRR+xG9h3Z779g3nJBFi985nY96ut98aDij7hg3dYIbhw66x0IsT4bHcAfXI7ne/I9PP+I6nrWjkBHoCPQEegIdAQ6Ah2BjkBHoCPQEegIdAQ6Ah2BjsBfDYHNcoitTktYzvBYPcZ++02iWcp56RDpNqKLERlXHEj0vMTZKRxs7IfawLWbbeW9sD2Nj3hZdox1FF88FfZFIg0Sw49LeqHKX+nYKFld+TQoalOMHRaua3/g8y126njjyuFZnLZAU/uus5f+fdR+HRwsTzz4RAjw0ilG3g3nzF32Wbb+hhdMBnLLa2GEzp7Lk+TxTB/EcU95y3b9MbJ+CN9EgQyGYqUdvOpPNF4dFVMnUkY/bFNxV8ogHyoDPB5GOFF0IZwKDqYnOzyXTu3z+ONT8RXyPfRwol+Cgx7IRgrGLmzUzVhyIx/lX9WNRv/g88/fN4jP1XulPhqBTT6PjxGFsj8mexZmT0vC+oYgg4QJAGbCC/EdXkmG/13cg1YCMCX8lf/QcOWfHKDEco+7PqseVgcuZyV/juL9KIG3RwkHPK2OKJku3KMrQLa85q9O/+7alY5kRhlwQT8YjzzkhBKheIIcoCEUUAbVT8J3NDwwHswzK1LoNBQSBbGb3lps8JGgcsoc2EB9gaSa9FAF81AK6opJgmjD0kvNI89ro/hDxq9HyUhCuroCw0ng5tJvGGbwsn23Lv9MKmg7OBMOOi7/TJzBW+xKgmqBf/mgG4vekhyuhDceR1aKQAgvCUfrypG3SC64+P/Zexc12XHjSpeXrFbLsi2pW5LHnvOdZ51n9cxYsqybZVm2upLk+f8VRGZW7bpk1c5qSX2AvTPJJEEgsBAA64uFCDDpsUDBSXuGXL/b/onfhlAo6dLnL1R9CsFsfr1TWTmyoO/r+EvKcSN5H25lvVDQs7ecFKsEiSN2HiiRGHezi0h4eZ5lfbaQ040aoVUgrzRKpP28eBdCWKzsY5BxSg9Yo2sd1JZ3J/pzhfCaRhaL8LH/1YmU3vANgfsUPpfXOEdvfTariCAWDS2/rr9Cdsn792l0EaeOMNcWsUDiwHgZfwaelidtx3EnOMXjPPnbgpdIzSKrXdW28NjGiqKJgbmykmwzIgJPOwYK3/pVqHDjUXJkIUTyx8uWeg/T3zO3QgDn5aQclvHe5LMNP1eJ8Yv6VnR4GX5Bk53rP63B17SpzeGRk3Iyjn1XME8d8KgeVv8YActnRfwM/crcp7wsumA1m6vEjJoQuZTlIom3Y7HEqBApA6TszHj9YmIxxQoJjNxmqDF78fCbT6uW+kPRPxzRJnCdqe9o+HK0Le+cSNPkbMc3V9Yf6Ah0BDoCHYGOQEegI9AR6Ah0BDoCHYGOQEegI9AR6Aj82RHQPhirGEZP7aIbJPA6ukUoFm2cxGZsuot2Rxw6VgjgcfsS7gCHu3v4GBz3tCvWRztZ2deuaVSzT16T1zwpmS+POjIayXPW6WqTGGSLxIPeszizxctX+lKyUL5IbuyL4ct7IjPiuTzMOKRoT0w00Vvb9pROIbWIc4QLKDv1f4Wb01t5xkY8ys2Z1ZSj2GPx57rRE+/gZcYjDj7Y/d1iMHba2LWvl/c1fOt+CaGVfcNGuyz/hVMY0RfhsybDUke80pCTuOoCurHAyWzzl2BqGOk/gLXRhMkltkntif3nmw/1vHLqFiQPtBzdp/pvIcnZxhQ9THXhAagz9TYWAzv3lxDA19RpBfkXhcDjzj2BaeA0s/eoLvAUEuO7ueiYgyF8JYEJo6pXIVxK+vDUoddUetM8yEXlCUmNPMpmSOJZckc/bdoXgzdS2tGy6KOenHTgCmE8GKJTT8sY6AX9czvuHY1z4uGjhHeHH6F8eFDSB2WoV57WwUpXIXJHJqEDMcGP7OO5jA5sB0r1pZ0SZXyHKK89ojSTBDRUj16Eht92EMyQFQPkqHInPD0KWYRVYRr9ZJCXruGBiy6t7t/MPpljNtOWBK68r8lw/f0ajBP64T9DPdd+tQ6kr5AZ8o9J3QFtzTVxXZReQtMOqRH7Qy9EXgyOgfX/MiiPXDUUtgSxdaWUiwLeewpOmRDRCMblukgI/b9AC4nrJJ/+fbnsywlQuj77s9Jfx+HnyOo+qr64LOPzZK4JSp2gHEjTlZU0vowm9Hh1jDl9EeIh+p3u8OtprFIExTgSivpDbskpCMqRfQwco6e+jNwp0Ea8LYHtRrl6V85Opngs+6pU//Jy5H5EfBKbJr/5nXCLMgvGyG5o5QUydc0+14QOAfEq5nqcK6eFWfYf+TAfT/8P7dcL1PHvApBWnvkaDh5fIoCLlDXgQfZFh/ieZwjf2ZffzxFTr35nIZtv21q5nD5K9d6oXnIBjQtB9Kw1BHj22NYDXBGV7dqxIZ4tfztaSJrqHzS0mz/U7o//m4LLAz9VpL+SCdnrKFms9GlBynLs077ly+GLGWJ196hX56qC1t7TU954e6I8+8s5ZfaPSt6Tx4EFAYa757ukK4QtXCmdVyoxDwUDQokvvLtWQ7i4d4YYOv+kNXve9x+sL2FvRIv34cx7ZGE/Cxd2seSCgps81nGbOt8vbX+yI9AR6Ah0BDoCHYGOQEegI9AR6Ah0BDoCHYGOQEegI/B+BGIn1x5GEbGFQa5qA/ujXr7wSAecZPS2XPUKlWhd9Q7VuRDvT7fPm7RDNntZWfeukebSPn9NfvM0+6E8lk6P2mq1X644io3Y8KYZ5xv4DAnT2DUTuZTn2Mf4C+yey/hr7rNFYcIz38b+/6TsgQEbZxzPRApODr5hOWIjhtsa5V2Q349m7FhcsW2O2OO1z84Swdw7Lr+leB2ptJdql7w+vYbv5f3wgtiG5Q4Nsfw9uKEJglWuEFDBTf4C+bQpI++CXTfWYnkwOMblqI3e7f50ntICbVsq7/USP53TOi3T3t90LqNvJ/Z+nuEstNQHv9iHg+KpkDcRwJrxJ72WKH6areS3GIPxRHVPx5DAGM6RYcTIv+LZNw5fcfwVzZQw4KMg/IrSnUT49k409me3yADhZt3sqcvqDff4XONybndJntCnNGSlUyWHXTGxhmCRBNZDiwyW4fHbTFEulCpklwb5rxDU1RP74IhEunyDM41wdYfJiWmAgL2HZJicBMgvMeQxHZZcZEExLxV+v/zug4MhBLCDUqU0/DZ4T4cfguf38LIFb2SQrFYUCYUcbae/GDjZD/hgqOM/hsRmOuUBH7o9/vFEpewJglINtoqNRQBz9ANPaq5K/LnSQvkef3JFXBn4C/hLHo3r3zHw1RtXf7Bns085hsy3fygq6T34V3+1cYV3O7HgC99alBGZWwVPHC/7u1qNXiHXxoKHFa/xSTLMAfGZeFuPe1a7J0FehKyK0qtwmr5m4iRiAB6mtbjhrANVp0K3SevhcUKm6jMLsnReAhtj2jrsJ/Rn16QnWv7aJZ6kvxAQPZTQx1vZF5K/o8+SduTJSirLcvJVPpPziNpxmZSE+2ZDNvcxMAz2uhEGGu9PQxW7WustLwRLTFkUO9LvKy/PmdAPrp4qb3V1ABzA3nznpBCvJWRxnwvJX5uCHszUcVx+wWIMCUAWNCDva2TjpX6l/RTlXrV6AU98/IMJycF6l0k5I+tj/JTB+eKyHec2pGzv+cfXoi88f9zQfdkLOP2VJQbohH1G7ugbxYnNnhJCmRZb1uYeu0c9qn23+YcScxBA5B1CPYHURynrvcly04Vp178P99svkY0w5kKQQs9tVabIxQ3ldw7yD1BJ/nlykQr7dzvPf9LXz0mnjlr+cx9x8B+JMq0z8zQLiJZ7FoYQSSIyKXvK4PvG7w+r7qkj0BHoCHQEOgIdgY5AR6Aj0BHoCHQEOgIdgY5AR6Aj8G0gUHbCGN+whWlvh9nALjzjbTkSETfON9qItc1BUK7ahTXvYefVkWozOiWmtrLZlXXvGrkv7ZPX5L/Mo2nS5+WydObY4H6OkLpGhR2xE6844sXJQ/truCLsxfBJB6LLLniSGvFRZx/5igjPr9smy6tPzJbYM3XcyV622J3dZnbVri3nBnZaPMXXZ7T9xx6JgyPuwPHKVVb5Cu9cm17D9/K+5cbhTnuy/lpuZckWfBucls5oEr4IEPnCkSoJP7VtS1bP2XKWbUHZTnHGOJ1Q3bTD/mk21Gvlfpyv+lnHIO39hMVGlO9R3zzgGIRshs9e1QHk027b0psIYB/KoxqEOdtAYXHzZn5PxO02nGux0OTSYKxnLQZ+46UbwheI+ORWq//bP1aPIIedg5IPDswfAhpkavSGrygZ/RTQaMfMnpDESLfjdOcvJeS3xu8977fREMkHSX4Z/vsFJeTHNOOCzmqEEBTIWwM5mUqkdBiKAXlxTOhuVy8wablaAfVwIqOgk/iXCn+6+DknO5yldBCU0x+ZYH7KRKNHpXOkYYxbUn5S2qFUkHqc683oxOD+kxW+20w7/hdPe/XzkjphCeq3/1x9co8rvXsBs39xBjEZkMkk9XGWndve4lpaIRlC62ZYzk1PeF4ACdWszjDgL5+zrJbein/lV56aSFbc8Gc2oZ/YI3pj7PnKSV0qzi53q8vjZX0h84QVEByrEn1jwqWb8/PwtkzXw0jTBjfDVCub4TMOkuuspOE745IjUlhpyRy5n0AMLL2VvgJTSSnDhbvYYcbDOAQwY+V9yZHh2OClyL63K/VsrKbZ8OpOP0veuXIpeZq8Hk0en/5U+8yD5rvAhJfs6v6vhpr2MulNU8qOjXJstFmdPcw/o+1EB8iexYydyNJKrzqu/gZ2IzgMeblSC3/0fHP/SwhHPVXtM+89ny71K5oomYqXqwtrDtPPeNCVaFYiXpcyPtXfDV/mvkf4Zn7hkRn9H9F738Mu1rnffsViDPYQd85zTBqmwlQD3UypXhHaSV7y3J+cV13FxwIFFwo5hJQzddUDXECmvQ8s4S2p5gtRcVyot4SUgQBWlFH2OnNFlR/xyBXdqB/Jt/EHkO/dcaS/Pcb7u+H0kjSv5dkrSS2Ww2/a76KNzXDVrGrMYpxHVVz296Nb/WdHoCPQEegIdAQ6Ah2BjkBHoCPQEegIdAQ6Ah2BjkBH4C8WgbNdq9nFsANqjNsdgJZFexo23QO2Rwjg2I6178IdTfAHRvZbh99hp9NxYrdBXtHac71XZH4iSzij3WY5ags3FPER2SGrJ7a3LDOobSqr5hoCFg6BUNZx1tILOIZP7ZCPGY8nKnzPJeVDhLLjH4H0j5DT4DRjK55/AI8BYb26dShkb+DXzl32Sx2yjHgqx2JETR2p3pJew/eT+5Gz7P7L0W0GYTEggVf4Fk3L5tfObPRVLcW6iymrHyMoaj9d412NvX+Vu6O9wfUtUn+at+RUr6iPMpd7HbQIk812vFLBG7pYtmNlOac3E8A+qqdPvH0gAyS1VsJBzyi5nrSy2tU1VKMHnqsMhEFFivcfKwr+jKl1aI4a2Yf/YB9pWfPvM3gJ2auS7RCd9nTFs2qGCKLR8B1FJMTVXA/BtPYS0g9sHNWU1yOdONPJeGkOKN7Mio0V+VZIGlUufETkIh8KqTfgjKt6PIETulvjvQOlNohOcx3fNRvctAEnzz5KVTMkOjbit8cD0L11d31J3eDZBraIOqBWCZp4Ars5OCUY873F1KfF1djb4d8wsETlndBbXf4ndYAJc9ArUgV3oJPJc/O2T94JXudfSEMnNwcfL4AKBUEf+WxGIw/67I57O9bV674vn5FKclyuLMo4QFrNAxuB8x3ZqO8pb83L5yMSXxME2gHySyJsvGfBgGNXXc8njb9OuItc1lPNRMqsePGmLxdXJEFY80Jyghc30fs0PXFNbJNbMtmQHMhtCSx0GEP6uViDKfqJRz8t/9Mr7qEdoVlRk3Gs61UAAEAASURBVEkasm26c+9adcDQD3jfP4DDH6Z2rF/PfYesBYsVD/EsLskCGV4cb5K3MoubcQr8Q0Mv4AN97zXHfuHty+EiFZtJ+16QNfja777ETPxhg26shJN33nTvCMN5v5Qu9UudT+hgCXVCpBwIvz/qBRxPWP5YshblugTVOvz9QM5PZVa++qDv/AHGcqz8EeO4Ow6suko4cxCh/Mwx+5jblXJvQs2d+SMNvVn5o27iD5CJUNALOuoKqkQHoB1ZfZaSmiyF0EtYPL7neFQWSWmjZmSBlPsAM0e6IEDSvbVKnYi3O3fOyflU/P2w+AosB1YcpkyumLNJx+mj9PydynhZD1f4Oa5gy3EinM12/DWXlBG5dyzb8VFF/WdHoCPQEegIdAQ6Ah2BjkBHoCPQEegIdAQ6Ah2BjkBH4C8egadsW1oz3cZuJCKrWwUagXI68BvCzciJWuUWjsOADZF/K44T2ZIO01srrx2fA+C1+889165fPq/tMvZXSOCKFml0WzgN7a8kvUMXbJzajDds30ZLJHwp5kVtsPJ3Cm6rHtkGffgzk3JqDzd6quTpgs39G2zMK6G1p5HtAlcchbDJykmUpVjPYOW1D7B9cn4kwm2iaSbfdTJe4vNUEx7cT9vNtUsw/WG4JxLyphMm3Gds7eFbZDyx68aQr+G0eIpwMXBeeoQv2NDDKTRcn6r8DdfOcmoTpj7qXOBm7a+E/NY7/QlIriaAn5JFj+cyMUMSoCwG3lw3iBxJDboTG/wwHugwCAlXSiyj3rYMEu76rJ0pNJ4Hq6cqufG1M1AYsvcOGt1AGvlHSLMNhZOQkHxcWAWRsKDI7l7AUgfjglGeNgzsB5wwqGT8tmTPRsoiLnZ44KlIetDpvVyhBkRdUnfvaRU2xImDGXf1bK7tmgXju3/DNTvIgU3+9OWNwbbkE9ln2fQ1sfNXPKk3JqPDZCgCV8cohwOlEU3mRCQu64WdDcuZkGZWe8xucr2gR0wPNcjItzfXGm6TqFhZLTiCuDm5k8/foOMSgBKDTAL7wG7ZzOt5kyf9xEV1Z2Rf2m3+PZpvWAVITzPb7s9Ml/ocmV2TsrIog71BD8PXpReZsNRTJ++HE/jl87mPHkikqi8HVuCM30jWEfIVXTPEQrXtnXLn4cIWlJCFydOXEbJOhCqYiSKQ6T06+xgY8XqUTvl8YfGKhZz8kgUnh5FY++tvIq+v4NYfj55+9acvpIwfdDjey7zkpzv2hWWeGAjv7YQfJIKrxbVB1I4vV6EOsEM3VYDrwv7cvPAk794jr/3ovAoQlKHHPGQgkQ30DnX1z6dpx/OE4WWOtrCFdnjf5qDvKZfHRhYY6LU8TL+r9l8psASn/eEim5V5YOBlOB7cCxgZ+aOJkxIiMl2e1+Xz96f47rkjY0JrKHq8Y9nP2jDbrL7LvtDBh5/72/BhSZQSQrvJSchryP7p7h/okx+Co/OTvcZnn9d82VZqEuw/rzg43jJX8w5Rd42GsK6/4horBfUIztyshr0w3ijDPYtdwDSxv7pzFA+Tapw36T4V5/k7lfeJ9mSMuUzjmFDgI/ufvML/f1ptv9IR6Ah0BDoCHYGOQEegI9AR6Ah0BDoCHYGOQEegI9AR+CtBIASfPADeqhXd0/DDWM9nvVUJX4xNUx7JEL86341H7NRsiTrjSBUyFhukVrhLG/zjpr9073He137H+SW2Wmz6OMYYvXeEXJ3woNVoGO9fBNKZitjLXEN4+K4NvmuE79JhS0ukFuZbp1H7cmTDig3Xo111xY5/XLCRYtM8GIERe6h21+K3wC62TyWBX9FbGG5FO3qiaWKYtLzXTNNvw9feEiDwkQuZcR6V18GO7TZ84wCfhWPYDE6xmzecsGcrs2T1hqwDuiCnsk04YmY/4WgB1x9yM7bsbYlyLMNGe6TP7OM1zp/uqQyucle2YU/z9773vf/Vfrx0fAxUvICppAzikGO6wFOn+0+6r+NiiNfIwQoIyYmDyi5BbAdhsCazHaQq4fz0bLKej0i2R/nskk0DOpXoxTziUbsgp2GHJVwnRnCkjByQrRA/A0T2hpFeUtv445b11KfJfbM2BFCJPLF0ZuGcAarr+4GVJzNkj16J3hdSyetSKn5wwTZ558DkNCyGHCXEr6slvP1EG24jv/0nuQ5UysuvCcUcWVVyIITsdPgB/a+uQLpHac1XNeeYwVPP6pHpygYHT2Qn/6pX6gvprdiLg/L6iQ5YtispDK97pP+/gAiCbGkEsCGNa+JqT3HkcfXptF80+wjLF62EQTeuvqFT7UH3j93sU+v6TD1X7tJlCE9XpaSGwjehE9COeAumfTbq05TxiDhOvpKf6tNs6HDCV2+OW0JIqD/Rvf3xa+UuXMWmOjf6kImSgujCkcUA8/wj6mByDCQiSF3pCi88kZw/vOVYJSPLA8DUcQypfGR/cl9cJ9L6iee51OR56m5JKh7Igq45T6zG/XfBBYTgyIopVyyJSY0fzhHIvq7fAfOponNN0npwM/vsK8x8AmntS+49KfUpKfUvLFZYWRgy4rk6sKDlgeeodSJvvSDUO+vzxXP5UYLKd0ZejEvHlHdjEcaQ8PmGFTnn8snnkh6vZq0X858Iz8xiiMNXyMzeysxbLgfKHgXJ5AsMPOkES6+Pc5V4+9u5zLm5PiWv5dsb9pnEP4uSohu+CB13etfaj5Zh+0hmTmq/rdD7lMX+E/e8ywbCv08z454ZywUrNU64L/vJ8ytzQxYIpAXtXBle/sft9FcUhn4xdPW4EF55+wXl/onfaqCjuv1xVC0voZGQedPWuiVAFk6w+MpoEJYnhLZTKZ76eCtNz1cAePT1xHPkdc6qvbUZX4uLLCo5jtTBx+ml8fU4b//dEegIdAQ6Ah2BjkBHoCPQEegIdAQ6Ah2BjkBHoCPQEfhzIfCkbSv2Ne19kGzwEB4xluOgJlEJCbxHZt0g4HRimwxXDIexEqFynnEgjFOZ1rlmP/70+Ln2s0u5Q0SnNlHEYxlnOp3TDrERS06X7TR2dJlr7o3YGLWjb9h6s79u2ny2832ufOf+1FZKndguY3vFlugZwOFkQkRTovNOOgxhJ94tl2DOPbNEHFyp1h/zuBGJjQCqU6ccY7t/ruktZ5f4pTBlykfus04XCIuZLfjCC2gvxnYrehVBVDtqPaMd10i9oxFE4Q03I2mucnAWZEqJdbp/X4vvWc69Lsr0TKclHbhneDbt2DqtyVmmUir+LA/gFNJ6QFs45MXkXrl6SerRFcJIJcpNjNOQO+xdqxekxvgJMqWM1dz/c6QgX4b/hYErYtMdRBmKpms/8NFEOjeGeH6inHpa2YGb+wGPRYrlwSc67yOaJLpR6siFZy9xhldCQbvX7AEPMMMNNBIkGWlDkT01QS22kZUKEj/r8EvO3xYz/a1taorpMURUCFv721UmfL6QdP8yAyNy054M/L0ip6SEIkDucrF3QnLy+i3PSehIAKvqH5AkZQRbUk7gmXxmYqq76TfMFTI7CdS/1K6MkbNJ5ASkbBJH6JlhIr5hwMd72XuQalVwHn/PV8PXZ51gqq+luTzHC5j9gF1BI3kVQugaqGhzZUPf0asFXV8l/CSlKKndfY+8l89MElX+m/VmZ2JEf/XAj57sElzmf+q8eWKqB1khpD4QXvh4j8zDb8HclUvvT8EXPJwlQvK5J/LyNfMAnqus/gFcbqgn1qGSkNSZli5O26V2tL9qTKBDLDLwhbBlr/QXHmoPPzoqp30jHr4Y7xlbo3sro6sS1Y76+lTPnmV8bu6tfK7MqnZVX/lSDfWKvAsk+8ietad2c/Y4PXiBZXDs9ZNx4ffCXHp350b1vjOQMe3g5o7hObclX+Jiex4n7zt7SPL6kmOMcZx4F23owzb+K8VWexsBrP5VajXxO5cs33K4zkt9PvCCd26lLHNWf3vC7fZ+qIL271beg4uf/LDXqkK0gb47oFPLvREa9Lh3bjNdzoh1Jd8RguddCEOzloU/5njRu4gpi1d870a2T2U5XTmdXJT77CloISNS8sfsn9hLhBV3LubZ81/ORc8W0W90BDoCHYGOQEegI9AR6Ah0BDoCHYGOQEegI9AR6Ah0BP6qEJAA1oKHJU8iEJOddtyFfzOOLRiKvYOdTHvkgn3PyIzY0VaiPc6SlF5/ypb5ESCUtbMsnn7r0HWEl/tb7HnIGj4CkSsDNk6ck+5w0OPCsuKgJGcXm2Sz+N1axkKyShVPor5CWI3YxOHOoS7P/JZWXLkZTaDhJLig89iM7VO+8UiESm3q2lDLen8DWU/26wJIGzL8qmZi0h2e35KsZX/WQUnJ/F9JuzwQqy3Y1O/UC/YQ3hbtvHBwcfxSD/zsHbA/+d4DvnuUS3k6qRFddWRBgjzLZfp8AliBNbRn02g2b8ZTcKPjDtlg2mHhvpF6JAkIHomET10GvJz4hBiOQl2K9C2eq0D2UDxL7UdijrOv4eS+unrJugKC75n+sFslA1b3l6RtetpJvA64qZen1rcjt/IoVORK6FAmGmReWXUyJfy2k47kn4pm5rMySQxJh2z0g1584/gH5iLDKUeDzXzz1EiBOiqTdSmYPuDKA67guSJT7uxin54zd4gOT9QjXdhpHys9FmLqT5CqZKAU/nm8+JDx/Kw/3poywSiQGAo607rq7qbfhnfgqnqQ2+LMuXNEWpd2iLGa44e8K6tYPLv/b56ryWmfPd4q2Sl/w0YSKmQ1UqmnkotLyJ+ZxQG8dCTBuB5BTk8/f6K8tnrhmYnNy49gvbrJuuHSry3k+eJzx3EzgekKmeSkOLCKZpAEzlyhBK+nar/9jrz0jS/ajQUOMxPssrFPafSbG+kt6qOD7KNrU/TJzOKQg6HHCQXOpvQuBjHaQRUnWvYBv0ohfKpArLNH3+gyBZb+Q6ny3JpwGy7K0Cv3bSlyRvkoh5Ak9xCJo5vO+xJ3X1jGzebclVaonMprem7sV6vSnjxDVjB1xhSLmefXeKuy7wLpzXOIxfCc+2Srn66gUjbjEyjaXhPXJEGVtcnLaZK98TjVtcAQ3XdxDKvHiNrgopF1I7yy4fsp3X+mc6mRJte8argUmotEnvN+0xt+YoXZxotUHcrzZNgjKJzL2YvYy2+/njsWvrtE4spzrnhb13/jouPCkqnHFznnStmSUpyu8ayLeuaD764f0Vb7Wj3yvftpOpVzOvk0z1NXatWdUvoe9H3P+4MxZzFPE+FPldKvdQQ6Ah2BjkBHoCPQEegIdAQ6Ah2BjkBHoCPQEegIdAT+ehDQ9qU9cSJs8sFIoQmXjMOJJjvDK+P4aI6YUdcfYO/EIxjb3IKTh6GE8zS3tQXOfLSvnuyC/v6gpO0dzxjsdjj1ZAs5HEdwnkqi2hWb4wphGKdHjKHHI17L4S2esxnfUFDqn7XBYl+dcDIyyuK0uWUoNlg5IO7HGqpNVBOptmkIbMMdT9i7l+WP4CsJbHhu//OVDvD4qbX2PZLLax74SKJre7VP5wOe1DqP6qmMndh+tMbUuXveGlXYrVDvtMnfy6dAruMsW/Jpr70Nvtqvtclu1LtGGXUExClMZ0Ag8PN5BPDetBDAEnuAvUFGLoQWnvE8O7jxMMSTRuh4J3Kc8Pg6QExs7HG44lYuMBLBRSA8ZdQny0cl603vqFAYsdnn9LhAzOGZfDcT5hVCtTpPuVAwNC0fFElSxUGjF637NRrTXYqoVhvcRsGea7Yy1Ufy1xprncM37k88/IwJBrKPOxKs9ruEiJ8iA8DednP9To9s98fEqxG6kFKqfVW6+T8/tYksJakj1BIqTSxZ+UAAawY3hLorY7JXqe2hRfvEF7mV3wJ4RpTNJ/GqvrmvtEfp5BpAZrxRor7TxIF+hFhTXhc1JM6/ur2TapfycjVwC75n0W/IOMjCg3vUQl4Pi8SZBI8EV3JzfHs64eRoDr6WIVFe4bGPFL8svnRY0BB8r6tL3GvFipMYbWSFyv36a8rwJUAVdoj1lWJZ6dtSsIWkNBSCusrkrXfhMP4jR3SUBQq1//bL8lb7a7wV8W0Zkt58qGNZfg66Lo5wrOuxq97ZL9elhq964Ioa56kQXq6oYd9i9+DO3Eq5puTfz3OhLuf04ZdjU30WSgk1vCo5W9d/pgwXlTBKePbZxx8WlnrbuFohf/NxXEhaDoYFdp9dw0+gEJHPmv08l6zZubmOGVu0P2pGifG8BtPj9s/kq70hUl7yv9xn1mgO5/2VAn1HzPPP+M0fH1kIYI7X5Hu5D+3lLHhwVRuVuVCkhTJ3kYChu4ODDSppOHpuqnEf6jQ67svZ+R7Pb8NouAfETsgWyerM+Th5pZX9+N7590kOcKuZXGmW4V699Y8tVwie9FW5LpKyNdk5V7/v2ApgnL5GRsb76f7FM+00HdB+XHc0RH8wpU73uqg/rgwDzR8/kNY9dQQ6Ah2BjkBHoCPQEegIdAQ6Ah2BjkBHoCPQEegIdAS+qwhoTtN+K+syacvD9qpz4JGogUY41X6oqa6cm+APDtoQcUpZcDhMyOByojDTp7bEj0INuzP2z40tNbXDTsPfY980yqFORPAG2JHlu0bsxrNOjxzXFQclHLYkZnWSKVv67SUu8+SZ31K+e0JWrxt2Yvgt7cTyEwghZHsSO37Aa5UNFQdNI4Bi7y1rcbMZ30becALY6eUE3IbvCJleIZ4lqf+mZEuVJWCc08QTcEeI9pk9eSXgjVQq90ghtOMlm3xr5ytH7b7UIy+oVVk7O6Z6eFn6bP4fPOy2q/QduHwmAdwEkRDgXCYEw/o2/WdWN9xhhD4QCz3hoG0YHkMSHYflJ1xH0YjTva3Gy5aUUKEsRLP7bTqoSff8UaLRuwW8SiNoKpt7UurFHAWHRFDV46ZtVh5KIFRIlYGNnA2RO7Kpdm6RL0r4fKU3u1PGeOqzMyl11SMLRZScXPFiRjgUDakkkxQOCVUJdbK82vAMRBH1pJXE1pAviZRQwZzdIjUCLR6qVTPFllIOxMGXAEwMddznJ1ZOlAcgUiq2cu7Eqse4r8fjskLnjkyiepwbLlWvSVeMZF9dJ4WbpDMG4pKBxGS9joYw/5pwq+5dSjhwpHYyNFRCSDsey5MO9txVmOonJ9wDKm4ICD/l+n+u561iN3zqOcehGuwwlBBCVoAcnRAh2N272BfQtbVFH5L5+3mpHQkDMRIGonTIicp+9HBtiSVlfdufluTztSJloWz3L57iDcpLk/gKwfYFiS/bHymyOggdpj+y0mqBtCYcxKx+M8dUj2QEXArz7Hkr36NjRqKrvIyZvNmzeCB8hu1oRKm84IP0giqqpuZ33ot+sZhghbHf8FR1RNuevKCvgFf5Mm45KkKR9MypjqntH7jg3uWSoZZr37XUsLCSJqz3q9LW/vS1MuUyX+A7sZjhuOGpymqrmjuohrZcqw5VlHj6R9NXtUjBaAz5Y6QkqD+Y0iJkujw2+Z87trYYfh1M6HsXXByXf6MV91kckJdthLVvd7zJZW+YQvT6S0IdSEb0csJbOfOQeuaKrj3VrLrX6Qt4L6Mw9frTnzO+PsKYNaaIesofjwt6W3JzncdLLmXb68kVx7v/zFArvWZWyU16AaNP9rVPFNackHwl5Hf9vPo7ep7cPK3rtuOTECbL0feH49bdQ+gjywfzB227upaesSPQEegIdAQ6Ah2BjkBHoCPQEegIdAQ6Ah2BjkBHoCPwl4lA8QM7/4PBbsUTeMPZa8JZwnDQ7gUcZ0iMs9mPV3t8HA7/G1aM/XixqWpHLP7lY9uozTVGQA2BOI6Uax0RSnUeZAvUMotil5XpwlvV7ToP3BsnouTi4Fnho8suea29960tuuS3ZAIW+K2N6JaxueOApT04tnME0P55tmnCd+CttUFUxwsYD2J5mVnbsjk1pt4glb2d/tIOCp6rzoHUMen4iqPQig1URzZlE2xxyjl20o0f6+JWelqhcYY1uipexG53+vl4plMLEdvqf23DLjRAtlnegkiWK/brGxHANkzF3Vl5DeNscL0SL/eO2OIjZK/GaHMltKYgSZYdIP9wgV4hTyeIS+/ZqWcDN6cfnIrQqEqy+TUy6Om0YODOfodZqeE+xpKOEKTKmIfsTYHG5Zu2bnYgqw1C2KQN3vv4FBKNTg4B5YoSZdT70Xjfm+FAxbOI7UZSORgqGZL4e4T31cOtVkvU4JAkvI38jQS4DA/ayIEMXqrRG1yv3zs81wa8ga06QyYDqAZODQpd522PpAaTUxrCCgpICMNg5+f+7GV9e2M/6xCZlRJB/LcuhkqQpMQLvIKtI3QNdmXlf1I7+sNJ1v4ZII3v75nMBrznEi6i8r7nu+Hbnr38nbohr2YmzS/umJRWVn84+aAP8eBsDz17lMiyLXrT2mpj1usB7F7A6owzi/3x3iRQPB/ARAdijhlxIta/JPAIGSzB/pIuXrZXKZxg/fgiDR2FUhyP/0I1TrDOT7zMyHFtauV7rLm0vFbvYdFW9wKf2XPAfXaZB7KIxfZcptNYu7x4Pvf2LLGs3PxhoFflcfkdsuMlzjwkKtekSznzYhQF4UVOCcFx1AtYT27GTl6ADQMl8OPvJmy7pkze4vfFJ7n98uVGJfeQqiOLfqa8YH0PXCezITSUZ/WPJN4P8/RTju5bbB8WjjUfpTIqfEvymfojx9Iyo/mHDvu2ry54yXk1y3Z/qmPiQVsQw/ES73QWBU2Ef3eV3MAfSfF81cOYM7E+4XeB1SVuT523OdlnMzeAhwthjOxwv/yKMv+Qch2153R5vvejc6X1Luo7f6yxZ/Ho4itvh/zmJP1Ssnrdj7evTeZ3jqUEHhGzGrObWyHwR6EyWl712bWl9nwdgY5AR6Aj0BHoCHQEOgIdgY5AR6Aj0BHoCHQEOgIdgb8OBMoiVvY17bHhI7TfGfIX+6vbn8Y2ph0Ow2r4Jixm6z3OE3FAkR8om+WHtxj5tG+W/V6Z4QR0oiM676XHstufymlp78P4iU0Rp5+l+CK9VkfCXhdR+zESP+C3iOIoB0ecZWywbhkIv4WB1hDHlbCdYqSM+RVbOtnKzitnEXK1rJ03tU9SZFk9qdftSCXyjeYJATxOkNQ4WDbbsoRwcZxlQw0JLAMMgXx0P2A4lURVxPob2/Xeqs86CAYYlZ1ZntJ9n/Ggxjl3I9Lx7QhgFcoGqihUWlAbuxuW+aDLtvGnUaAIo5HbuOM0VKI4Hqh40CosSUNzCvBYl7z8IakRDRY+QmBYsasM1pk9Zg3Ry0qDbO4ccqOIJdsYegLjf7ybCV1q2OvNAaGxXdZgR8Byv51E+AGJE2TXs3qCoLjDE3iSQMuqAvuH/+kjgVVG5Ie8mg8Oaggn28sAK7LLCYzBtffJe9vQiKn2fPudOpjrHLB68Koz8/QV9eFhR716qbW+dyKdwFrcs8pmJ8VG2hYSCQ/sKkOCxz7yUZSd8m+VlFc5Dsjh0bAJAytipi/QayZziTAxjX4rJ3m8UgO5JPLCwoDfJLvYM3vdfsttyKhIbF77xLzXpwd4OgYvkr+gbimVlUieEcLW/Z/Tp+qoMj565uLx/bSmr9mJVbmZQDbkHlnwoJ5/PtFeMteYYnL3/Ue/3mVjeveFfhsB3OSPfjG/6JW4EiZ8Wf997w/ra+PT85fxbvikPDA0rYxxeb/F9w57rk6s7hoZb0WumqPa5NkrxVfOUx+gYxVnmvEIxoxHFzpcky7lNH9amRe3i1bQg/EnfAhHQl3ey+ILjufWn88ur7ZyM6dZkM9SgDO8tOrEvL7iGT5EJ+i/kI3J9upX2rb/4aFQcxYLfcX4Mkz9PgdQSsYbv9+WlNVPkKDTkJU+G91PwnHnXO2cEozMZb7LVPVFL22vH26PhP4/IKer+U6r9TLncHcnWCn0sqA6d7w9cf2Er3NHanC1HQtLUC73162x5oIXEadGin44J+9yc0geZHA/Cj2+D4T/9o+O1BsdSwvSlibg/nT7+eLxMm/0iD6xruwDLAnMHz/XLlh4saJ+syPQEegIdAQ6Ah2BjkBHoCPQEegIdAQ6Ah2BjkBHoCPwF46A9jEt/TpfjWzNqZ18gmcZMUKGMA3XBFGoExm242WBu3BrSJz4vpUUY542S0+04+qA8gckhgTGpjvjiGNkTm3l5rA9bs046OyEvOsGp4BdPSbNlOUXpDaG0of2SS7fJIFlKgMnOIi7bMGKPVsOCK4ndk6kV9hJOSE3PYZkB9vhqIOKBnv4och7E6HOhSCb2/VNRjXmI3YT20Ou7gXc8AnWyBfYFVQbt0HD4ZGQ9V4Zs/0jxb7Bjn4W4qmzaqz27WyBif1bXRS3Gd27MQFsy/Ra03guu2cIWsNBQwJDlGW/VCqu0LLcJ5yvoUoNQSyB1/boVKtkx+0sh5HHj0pnA7z9VEZ/47c7GFcY+XXFHZ7Np2X0S8kKUOVZlRMY3Q9YwvGIJ2riuSOuJZWx/qMk/7Rc5Z/BPzgC74wH8ES8b/f+1BVdXO2XM9nhihNoHEIELxDxR4lU+sxVCE5ekpm1uuP9+F/iq8SXvyVza49LdUH5WC0x/gwZJCmZSFgZ4Zgp5fVh5MjAUDYGmLrEZDRJSkrwGUfdFSIhdVT41OjXZyfltjhEStrmPzChsy8onnZu+r2IMTJVCGb1tqUzdiG11AxWrEzzmlDQRzyBs4d0CwFxfrAV8OLxEs/HGSXH/ef4WbM/NC+j6WfI68Rj3zLxez968fhpfysMn/QTer5+n9DttG36HXjjpQqBVnT7U8++/VpIZvpucQEDCy/m6R/R1vJaLRk/Beel9kc2m08bJFSzQCP6n4u7gOf+eUriy/JD8tP+tsggoXRZZKHnqiujdE7fX5fnol4u/pyPM/sEcCmLl8H6C85/T3kQuA9yPf3jUs6Wo140hi92hdnPmMP0XDU0/F5i5uqnSj8LfS6XfJd6QhZHRK1i4wV8xJt9krT22afKbFLtR/WItmX1FuN4dbUGc9Q8/COP+9JkPIkHydLaeS5c9aUcTRaJXhcfsTYrC2R+w71fMwz14q8BXaP7suDW3n0eEavMPbyziFRgKI2Bfmp/TFjTSUcvcToV2co7XcjJGV/bCkMdOf0jzDnOPw7+mWuGV3ZhDnObkSnIeX5uxzoHMaUvmEsW9PHgWHfBByRt7f1sHf6BlqrzdXF6vnjlmb3v8xt/OA6Q1ZMLiPJH1ueUemXlPVtHoCPQEegIdAQ6Ah2BjkBHoCPQEegIdAQ6Ah2BjkBH4M+IgPY57Y2znkLY7SRMV+x48x18DLzMkHDQ2CQl4eA7VrxHF+y9s5H0MPA1G12OMS7euDEx0UGIalPc7Xh6sK7ss7sRuXfGQ3TGxilBiTRVOW3yt2GiZ1yDj7RpwBFOYjW2Zs5MH0MAa7mUYJYz0lPWiLEQwJCs2oYv69QDV89bvbRmbMsT2zYOK2Q1W0zKH2kltc3FOd0KXKVTRu222pStgwih8IZuGej2oHJtmobLaopI/FYWt2mcZwhZbq5sqWgbYWiw+eKImn7KF+W9P0Uf95YP8nu4R9/x72YEcESjcWkQx3iYScQRgnbRIwmWe8arb5QR57rEU+2lCLmKK/eil+KEUV6QvBcSrwB9f7Pf9iTSIn+ph8Su3mF2ZeJ6E/pzgOhtLtyWbEfGq5mOm2ZkZtXBhqK5b+OcNtpxgmEnP/2xnNskyZPUhlwMbBc7LBCkB4kKBgnu+4YXEN0Qr9w2rDVieQaRqT8eIbkT4tf9jGtisMTnZPf6e5PPuo0ksw3EUeEUz2X3AsarcpUEIjGEc2x12SepVXIaskT89STfmDhXvNASStwc0R9zJnfK+NwvB688tUsclOJIAyR+Z7yWV2Kqu8dqBrjtyoxo3+8icMxwz5E+gEydViZYJjM9EidCQU+GDlDIC13x53uTYtjf9Z96CCusF/DApBTyyoLr9itV2Fr/uWCD0QmBvR7/E4idiCWXuPfM55WCH9yuCV6NY/GFiwCmn3DfxRXqIKd+6suTSui0Tzz1qTvoNiHRN0JxBGfJsAdl+Ozryfb5konOmj0dzSBjRVdi/htuFy9TRZz0NuWfc2DRddeVX2KFkue53/Iy/g3ziPJeJ2PEClBVX0Hmi4c/PtxbGY/QhM5AT1sOR31Jae6GpXfrdUajgdZ7pHaeseW8qF4YyYFbLMCIF3DmjT1/PfXMt3iaT92p8Nnr5gKFHwEpWPpOSL3nGZkKFOLRx4kus/SjY8OsZEl0Ceoz8sTIAoPlSNhqypIYlWdW9y51uHqQMvamOEdJVm+y/IYnP/yY+spTOTOC+mBqRyeKPFxtzL322zz7fXWkcFW39p4I0VwLi4bx37juO8XtBag/5Vv2nlKNddMWD36xuMRVZWPGDyv5ZudyQ4yon65A3J81+/n0jWfMv5ZHO1yAMxgRYHWVHXt0KEP7fEYNbxSoZ+8IdAQ6Ah2BjkBHoCPQEegIdAQ6Ah2BjkBHoCPQEegIfKsIaI4rCxs2R+zkm96XC/TkjP3QELw4kMROpqMb/MvC7/GIF642ydgmtQ1qo7yNff2y8dr9Um7shvySg9HuqG0fm/OiLZuIkQc+tiF2R+TQZhv+CLuj/Mu66Qj2X8MdjZ3YJziOezFEXtZ2i3PtjKKiNNgz2epuhEgf2YJxgEAthzZt2fs/SWHyy6kc5GUgquWH4sSD3JaSj4ecV2/5671JjKzdOmcccHS40o694XTl1pOFt/ZncsEP6XVdDCMSgOuBdhhZ1YjIw+i+xdX3Gqif04FrZfX5tJP+1clTf9AvCFF9WwJYaQJoiZWGSjbQ0PtF2gwCaTYmtvsBux+n/kruo4ogEKhrmHoB0rjc6Jsq69v5Vgn4uGoj5KJHPb8gNxig7qtbKzeaNEXy2D4RjSet7dRgn/2AIYRp7bV7YrZS33dEhhA7erq5sgRR8WDe2MN4ggSWELB1rXtUU4TmNzhLovHzQN8sxKMfVkNIQ8b4wAenePYpipKxWECS0mEs1q7ukLCIB2oU2Fy7UOiIqyPUoQEPZnz8hw0XesmdtBHhW0jxlH2DdkicWHuRMB6Rl9UyG0Tu5J7L3BPRqj/fD2sNAa9GkCCSNslDiWI3N4c8kbX36Vb+w4ff+Qt8ivDfcQPPu+kfKEzCmomU+ksXXiq/2pT4+05cPsu4OG6/omy9/m6TUkv62dVFTNp3XzJfMIEyb4QkjK5a1wW2LyipLbZtEwSYG8CvR7zEwTk6fxK54XK6cMWJ9VOKhBxe8zMT9Dz+T2SUWPe/mJeM1xLAVqp+8Z0Xwx0v4/WeFWHoBortjTcn51HHgJEKjpwPEKvK6MKPsJ4KG631+3xeFZX8T1damDn+HLrW4Z7FLn6RBDyN0acfvrhqHZTAwWfCK/OinO7Y34E/PFxt9pIUVdBr/ed9cQBDC/NlylxxvP8d1yraQVpf4FeRZqvM57F46k/fTby/2INi4r21EcXCifLR4ynhVNjjE/KXMO27MpSu2BN+0FzkndCxdfslVbCCjT/KsrjMp3d5ODmV7lmmUh50Ac22/QD98Y8Q//iwTt8LtyKAS1rl8A+VlT9ca79itxK47JOzfNzoqSPQEegIdAQ6Ah2BjkBHoCPQEegIdAQ6Ah2BjkBHoCPw3UIA+1isedryjCirswS2f7eRG7DPSUjmg83uAGm4YFSNIxt2X8P0loVQLuwjEkLFfujR8rXFYteDJFzkvTDjHYjE6XaiFZ1yzxY7PDfJa2TRdYWsDLeB7BaRsm4trzZWPgolPwiPucJTrXof4di0xRMYzioOPtUO7ZBll/U3pDYRemNLj3zyXjoPaav0c4OkfDY+dmvszJKtIW91FsIRh/De5cB4wQ8gr+5p/sOnOaKsg85JbA2qbdk7N8Az9mLq2uBvYG6w1yIDnMjNCWBlbR/3cgzRoCszHmjZ5Jg46AMkxIQn8DrfD0f6Rk/gaSJkJf/Wo/uV0jn2MALXp8zxN+ii64qgI63XzjKM7jj8LgN3HnSLZ/VG/hVl0jrbcNauRBjp6CUrDfa9XaNkNIeymlezQpwM+NdJdGUuZELhHCAa/DfiiR+ZdAz7KhmQFSdCavuS9vwqreG4DRcN8bbg3TnhLi8JrDv63tIrZXhPNmtAZupa9eQNAf0lkyQbp++DIuOKXwz7VCCJJae1MHGqPzP64/Mbexm7rCAhT3O0bWrk7VPIWyck3EJnFzGA34xe2xZlS4oOq08N8/2ybSHTxgQ2Ek7hm0UCRfL6fWRflfrpd/TBHgQCcRGLefgh2EKuBxrIwOD66bOXV4RQInFNDGxDL1Cae6lmb91z2+Sz3wc3WFgHBXjUt3o1FPT39LrnZZlQ0E7YpgYup49wze39S6l4JZGFNqP/A5vXh0xTL/jn3Upn+fcLrx94VCn00N1WN5//Ovpq36cBe9H6Yr6ULucB213jgLHAaqo7xvK6/DPl4VWZZI3Xy+qfHvlPR6+Ma/djv2Of7cmQ9RLskK0JtQ+G/nuYGjbt6mXde16JZOcaPhN6saHDy+Bey7yIg87jMltZj45mQ0b7SrT0qNZTWeLShUIvpyvqoCm+mH3VGlxjYP9tX/7LkZDVLtThajxxLyoq/fC5Kt/fIqInMG8zxP0+Y55FKkR9EGcuk9Tdhls7VqEP9lNPmXX/lEscuV6/6yius320/Bod8w8C7yK7lXnKh6faaSpSloREsb+5M+PtP/HeGliJltyp4+EzefAdX2KjGBLLA2N1XcHTvZVFGdi813IkW//qCHQEOgIdgY5AR6Aj0BHoCHQEOgIdgY5AR6Aj0BHoCHzHEGj2XY+G9XWLTglTtw11r11pPz/aOfUU3ea/gwGQqGSLSfgMHds+NpUFLxZB7M2aFje2yRvg5tY4yGDnHHVuw2bs9STl1ZmEKK04322JLug2dcpbNnrb29pez9zmO+WClWbWdcJblrDVI9E3R+3Fkq3YSMv2jCVUsjP5jNKJYxGNy/688EsjfOSIw6EWSu2it0lUpm0XTsiox0allfQ9YIOd2UY224Ma7RIJm5n4XDOWUrk7OMQFh1O3zpV/rBDdPiK2lB9ZlfltSdy0TVuCldPT6OH97Qngs1h7R1gpQBtfPB6pSHAYv6JzjIstMSxgNIvGHxJGWTd5SDxcoBNeVnlj+D6X/G2cCZR7khrS0j1x9fZbdDsfvkZ59KY1pHJ1SToFwsb9SvVwPkDqLcvvuElIYjtxJzF0+46CRAHSFbdtCqRGEZ+WTV0z3rRZ+UA40ZlVCCihoX9roJZCxRswUki26GnJfpzsGbrh2j+6t6MTEH3IV3J9zJcDAqyFBxQ3Q9ZKfhAmYYK4S0x3yCapaOIM7JKgwJJOEYsBzmqZAyRwQtEurJ5h8nLCNUzpRyWpVLXcvWUn5Lsb/0fwtb+z57KT4WngPpbCltpLlsCer98QUlnybNaDsv7l2c/U/XQd9QRf5QnGYHtwk3dfQIRaBqnSS2UsqZLRzMjSkrIqjvmJqsw4laQlZj1jxPAMjhNlrhdae+rao8SVSz/AxToMRcEiBEMpfDH+BPEMCyyeykqZTrR+Xkh6LIvktOJJHKkOlPC/KVfSz3tOv5bxcjlPVaEI2bOYfk85TPiT+kqY+7x4eNnEO527L5Vvv7SUPa+VxWVUi4thQOPwf2mme/gyD4HxW9TB1VBiFPIz/QIBfPgKHWNMuQ8FL6Ml15sEl8ezXHX1EiPvIcuOn+03NLg5jsvPGaMuwiDHaYXV47KqxMvvaDz5M8YhK+cZOfMHki/MxzppTe1zWcpz55W3dJe5At3Va/u4/hJsiO7AH1pVv/WUrP42nQhg2pcr6mjeB+7Z8JMQrI4LhC2JTv1Zz6cQvrIg5/RDeer+KdcDXbbPzAGyXHce0xt8GPjoybw/a3FNTs8de1UeDVRO37nb3/O+/Smy8cea95PhVGsee+9XIlsEF94bjNfjApaELrd054Po3oWs762nP9cR6Ah0BDoCHYGOQEegI9AR6Ah0BDoCHYGOQEegI9AR+EtFoNl3s90mQsZKqEMPts75Dmc77do6efCRf9nYC/YgC0u0ygk+YCNcr3zCAzvfBzQ2cmrLwzS5Yd+U7M1xdetWto3MNqJu9Safgn3ao/sYs5esdt7VLeB0psE+KbmYhL2RQm4nreVZHNxQuBGwgZXD9kiNbmupl61e09SpnXNVLhoUYhhu7sA2qPMkz2K0Vberw/s6/NANZVTAtFsCmG336GvxOEDsDwn7rR1WSLAan46eALwOVfIbZFjhQFd4pSEkvA5r2ozrXvLy6y0p/RvnveJn6veHEsCICfjVSDtOM7necm6IbYhkyFKY++EIuaMXle3De3IOk/97msu+qJCuE96Vt9Sht4BW8pdR3SG4GsNdMjshlQlRqueT/e0/+1BCEqU6wDCMrDLQI27U7dtMkhj2MRkD/lsEuTavskQQ61MuDf7IBI6GLRXbib1VJREkoyUwzVUKJfkGycrAdqXEwCoUSWxJvRBc6aAql5s3T8qdcNBIaqgE8b7DE3Bz4mG/3AUP5RNBBqnuhBrSEeUoLziPEtj3ePb9gbYa3pWBQ15V6/YJLDIZijHx5SFDnYDcvzgD2RUyYB/d4I7efIV1EYMiGdKMk4mJVG/iZSWevmSy/abQZvpM5W+65tFJJIsZHIeZvL/mijHqd4ScuJI8WrnJeyWM+qTWVEhzdQdyLqFp3bwenfLFkVpaW33+DYkqIyPfk4Sqiy/A7YDXqnsmGBJ4C45ibrkNpKfrMIufCoHr4gh0n6atG0QV3vGGQGgrlp4u4aWrSupL0Boc4xLAjK/Dj7jkCx1ZuZ85JHI+XVbrH+9W2z2zXEh2x+pyB1HpHtGuCKqZ5FqVqL7ie39gdcWTYR9mPFcHwyyzCMfqnkyt39vRdpq7/bZ0+8G+5ipjwdD+Yusni3ckK096n2zPfgUH9NDSs7qMSAvuWex56ee53ksZqofz0Ktf4uvYnCHYZ1ebQKhKWurTC0joW1HahZftpaZ9bChfqFgeW5lb1Kl5+DEksLpp9Ac92M/9Y1nVn3VUzuDF9XSH5fKJTFzz/hlfa64rvESQlXl5Yf8KPO59n/CFrJZXMpo3i2eqYGuouZLyN/6Am4afgSWLYxjftDxP+WSePhdhMRfpYV8/xLzkrQUw1Y7Z9jBmFyICTHia71qBqDVnXBTcTzsCHYGOQEegI9AR6Ah0BDoCHYGOQEegI9AR6Ah0BDoC3xkEmn1Xe3VFgJXMw6Fj0VaGLW/4EYwR9j03ZSWPdjxj4Y54Cf9p/D2XdJwsW11Fbn3WYPdZmCmnJRuDUVOevBtSccWt/biGY2NttanNnET++Clh95wgVgfkPS7wAHAAZfu0NO2bZQnMM5/7pWBJlok1dv/tnsXuRywJPK5yEt7XQloOeHIIZTF1X16d4GwT3Jzy0cRr7elV9zXfYGl3Ip9czoKn7WaEWuzum5GPWzuouPSjpLOXlSl7AZNnwwt44CMfxg365ZKvu0aOc57qX/Db+zn2YxchfPnll//rnO32Zyp+NUzDM8Z3NsF2j9wjA+CAB5X7iU4SdTS8DOJ4fx1gyemkwRUQNp5cf65UJnrgsgMkuEKeGrLaGO66dTM4lJ2PBnYJYturl+2C0X6CSDXMqPeLcP3ItqhArfwAH7mV+RiCUg9lQ3B7z3xRA44OFOWXBEbOrJSQ3IFEhbB3kCh/nVS5XrllagOh6mHlBnspGwN/xFN1mdhEG5nEt/C2CcrhALPFyBaiF/1i+lyYjPS+3vBgzgoQcn6M1NQcIqk8F4+4rs53hFZG3gpZrFzivNe+H5xwcmp7Mvvc4ZkJNXOAWGIfY8OpxnsyA97n1a/3pcKJ+sDLf6YVfQTeWn1EjH+UdcfTjraudPh+vgudZ9VhZOaOX7PhDFzQMfyaC7ysaKubnZ/aa743JMutsq2npF3BdCI0xsTkmRVHEHilr03PlddPnuR4mfYSxZnLISv1VISkcnJNWyDY3p/2/ndeyGT+5TB/IVHtpu94VkdHndueT61/kuP0YlBWxiM674tkYb4c0OWEVqapUZnni3x4J2Xav5THnSXhyvWqhwAmDPjemw+fefKXTz+VvF79xaSInAvhzPUC/S/6zbmj9dNTz56vBQdkdDwEy7wXmGMZS8JYRCwnTkZ7m+rpqp+L58KePbO1zBmS1dbFXL2ySGdjnpO8zB8uJ3CrvEsC2DoW5cv4UJYvhrv5Z1wlIgRjwb08zGMRn0pzxu9URXI3Yc/3T1fs/Cx28f3z38P9+hvq1ntdvB+m9jve8/7IeAc+LmQv4IPe/i5KedQf7cGHxfHrU3keZvHBPY9EPz9dVOTKtYHQJ7XwqZ64bO/DMvqvjkBHoCPQEegIdAQ6Ah2BjkBHoCPQEegIdAQ6Ah2BjsBfNwIP7Ls0Rctd2eGwn8+7Q9WGQ45bymFHnhe2ksRpYyRC7v09jkXY13Uwii31BnzAc2g2OUsi7Y4Quyt20kW+CK9Z7K4TZHVtJaexT6dCcmNHxUULJxXt9DhssSfwiC3V+8V9aG98zZb4nFSPrsfue75WDiiUj2z3RMtUkknuEA6oosYqo/Zen/EM+6eREHdHFb2AtVt+TBIjOQysymBxhERf6NMJm3vs5BhFtcWGIkCAsumKscIiPTRHOTOCPQ5HZZsWSwV+O57Nvp7HLUWjLMV8CwRwISwUel4dNLTH4G4j8PglHOkWj9N0FSoFqYTxX0GNgz2sEjVvbzCF3DQJYLyZcOl2b1JD004SfTsr7/3sX8qgXrk34lnpnsbbApmHe3w2hIbQ3GKQtz3i4ue2bWsDucotgldFGg23rfcyBLDhQM8bjJcspYj2Ae2UeFV6SMntT+ztyN6pkmXc4CM5WH3Kyc1Syd3wQArxtM47JiBIykVicZ8A3OuXUZS6HUTVAkcMBBfPTYQlOLLCY2MjdePTR+ybSXpRkOJeQJG47wzygys9JIWE65JwSX4nKtvHTclh73NuqHA9/YZ7wwbgeZ2FD7RdDD4jNX3wWF7I1E78+wVd2PSqntm32tU98YZtE5KISrReNC7nXvdjckSrX5KKviDYDzi3fK7lMd/bU2DiMfdbBSjGGx6FE/srH1xBs3uEgptkl3krnc/alctjwiAj7wTGrhzSS3zkBVD71V7mfMO5Vaba0lemeRYsuADgp+ghhBtk82u61/qnat0LpM0i6OuAzuFckt0FDc6FRTJWfsfAa1gXLn67KEVP5ZXxM83sZT5+DYaW8ZlplzcvYIpbmfO27dfR6Rqrr5cvDo5kV0z5wlz840OPeuQsj+qGTWtvtetc8uPf5zvnM591HPAi9g8cdHxbmSOQdWSecNWbUhi6O+/HFFn1pZ+4nhcnRx4Cv4Xw5D+ilB/zHPNqIkBYxqey+EdII0I9+vvTXGdJPQtdnQUVrm5bIIB/T3h+Q8Mwn3O/lXFZTuqwfKVQ+VIxK70OP6Z+5v3Mo8wpUUxk5YE8f1kINb+YfAdcfsi8pb+Qk/f7toqnK9dKP1u7Xyyz3+wIdAQ6Ah2BjkBHoCPQEegIdAQ6Ah2BjkBHoCPQEegI/BUi0Oy7OrUkeqV8kQYxbIexPcKFHUYdcv4O5guCkvuTBDCE8Bff+wFGQPgXIkBqnywHQu3rr9jn3oFTk7PZq92SVRvpjEftGE9k7c7ajInKGCcs2qN9OzZR+CK2WfyCqKLb0ZDV/0EeHDcNxxx79TsEevIRjZSXhsqd33JvYra7W+AJxkORrKMRTslqVNmKzAiPIGeAtTZ8B/zKoo0SLk9rKTlT46WdNhc+60tHI0qesYlC4h7tQ+ywo97A9LZcRrWm7M6x2kYM7ahsKcpWsnKN2xG7vxxeDKk+UbK+RbTq37JfW47e6JvOYB/vAVxNVFjJCw3EDoCY+lGSyf0oIaFk50NGmJ2PhuoRo/I9HpET3k+z5Aq54pGllu7QWe63kRqAURVJYDdQlrCDmApBofzclFjLXrqELT7A9h/Ya3PTIzXu/g4qjeeXEr+9My+ffnzeBnJdlwRAKD202NR7MHRpPOrwplzdU1X5SxwV1eRgiYecLvUIuhx/Dxlj6FHwZ9JK+x82oB78zO+SGyxCMCuURCnhnJEn+9UyIdaKjyIsTvmZpIKgCg0B41MOMIfUQF8cQ0ZIsCJgSIucfKa07XHltTxlYIKkkqP40e/bKgkMsSqJaTYBFmPynyQ46XGkRbzvDcdviP0+7KGgmQTK27DV9/bjpT7UpuJglPFHydS/sJ/1SHz67AXspJ8qIuijyrym5H72ZN+g99vCU4SnNbZ+wm6noZbUnmkPvPHI4/GqR/dW9tgeWSk1QawGQ+pWf/2uZF2vJfM7sVLupjcl+xezv27E9Cu6d005rR7q3vtQsm1lgl/cv/bwj2CrDkrhFUnennh8vOyfx/fivc6LVd3KooCJcMXMO5K4JWv11uPnnvuduYCXkQtBNvZ/Poz/wDkvyn1U19H2N0yfK+m5687qYszLdflXzt0LWAxeT+JQfSkBnFEMkUxo9JlVZ5Lp4MnJXlA7Xpb71LXL+57bLl+CKoByUuPinhD/ypnkOnOc88mDos5YZOR6Lx//IPKPnB+w4OMnnLuXh7Jzmgwez8nLrVyPyXa+/eisxo41V1h8JBUfLizb/+FZ3pvoROH1sKTUYfnkN03u5UF/zzP7eBjuXa/yB7Xvzz8o5tzmFPLJl5n5KJDvFvo4ePIH38Gx6gIWFuC0Obe1+5Ni+oWOQEegI9AR6Ah0BDoCHYGOQEegI9AR6Ah0BDoCHYGOwF85As0Ol/DP2BbLIQx7f+xmOLosRIfl/I7tUA8rhG9MunJh2tfc/k2SFUKViLjnEMAfRwA3uJs9Vr6q9srlDpzchNNQhYLWTqqdljZJEruNJU4weiqv66+QmQiQi1sg3l7WJiMCUQ923J0A1nFIe+mscxNOpDqImad9yx36byRao/sGLzgqyVtoR812ohxNt7NXKh/21thgscNiJ93YyvJOp1edQa03/ZyWUDO28ogApuqKextjk16O/8FvFwC09Jp9tuU7H5setisVjvxb8ABuFTaFElyVJp21EYoW4i77pmpAh0xyxYB0WtjUeCxBf6yEUoYENlR0UVR0ugbx3cjd6vjIY+05S5fRQ64jGCCB3Vt3INTrCAm8oFQ6nDt+J5hgiSZd0R0UdvyKl6SxvN1YuxS3yf/2zry+nZat2ii3g4MPrP8BQmUkXrr7lCql9yNv2sYTDhTycQIBg+v65ooOiXjaHC08q2Iev+VXG30enWCYgKSQZj1VITDiqRrIXNFBlniJKisoo0vOoLr5333xJWGvwRvvvkHvPnpnpsxPCZ7PE14kKDWYZVWPG20zCW3DV4jC/puQo01P0xIwLaLI4Z8nI3tKgeyb8V5e8Eo09rvlJeT1rutN5y+P10rvM/FQFDOJZfsYZA1de2C/1VGSzfHnhMqZ8iSpB/4U2xy5fjp3H1Q+kLMT+pGVP5JiWXTAT4tIf/rgO5Jehco5SSTar38LPuwbTvlOrBUwYcfwquIpD3nsnZkX1HL8DfL5Yt3b2tp8VVmVySfrwzd9v9DUib2rx+lv0UdHF/Kpd+D/ZMoLMsBy++JIu33h+vzMpDIR+ndlj4WJOdPVYJW874zjc1ck2+kiCV7S7FTO7P8jCEJCQacMn2/1n8tqL4rzlYdnrV2lk/YRc6CLXNjPenAv4N1b9eFTT/8qnSycavEH8z4rpqbJ8N/sncBjGy/FhEcPPsrbcG2yPz62+9ZZ+ZXRq9Fz5vCN0MpDVtn5km75qhznnhqn1baMmVxhbPos40cMDVHunvB2c5Wegk5fJxXjyqVEpwwPTqruyNf6F10y6sS6/hxZIVd3XKWh0yq+nA8f1EM/SMBnAQHvUsdOoj8gp8+YqqY6p4T9Coeml5cFtmztyL36g1ZsnDt8i9D/7nkhsc7qRt85PXUEOgIdgY5OslMIAABAAElEQVRAR6Aj0BHoCHQEOgIdgY5AR6Aj0BHoCHQEvusIaBcsWykWt5NtTWcMbXRsn6iXLSTwBGeg85CWuUSU1KFo++mASY1LbimK805syVoR/TRLHqc3TpZstMzYZeVisEEP2OKNfLud+AIbpl0dSbSFQnBKaGf/WonZ2BRvLNipOCytwUJM/cD3rNgbJaN1atvt59zgvB4yUqP27hHebsIJ6rhAVsMB3GHLjSWd8lreUzXvPlG+ws+uEscBTkOnVx3ZmneyTIwshkeT5zphhj+kDQvybUR/1EFpQk6b0j71hE+9LZW9HnvtR3sAX4plM+vjVcHBw5P9AiUbJSQnlD2G5J3I0+trxkPRzl0FANKmYCra8rLsjz5XzyTQWrIvN0al3pTupanLvp1C99JJdpDkmtLiBQphJYm9OcjxOCyjeSvpvV3Ynn/52OqSwEZgHJElOSDt7phsIAX0VnZARHgbkMSkZANpzXiQ4L4bjptecgx+ViZ8O4lhQKjWuKtDeAAe0hhqVQ/QIh6E3kFz/uczDm76wDxMoROx11cIniwggKi0rRmIN21EOjx1pl7hRCdmFgYY5lxwHXDW244oUyQonD2lMQz2EbbvgJgbKz5Wwj9IoNnKm6QAdurkEOaON/fYnQ8lq79F7pSerLpdlEotrCfGhh6fhjxP2IcQP4yXjOVTaW88QWczmBhLlONiivlOOSWrWVgRHZV8ujLlxevkiv7zsmJQ8mLFaxnP+PJktE/8tPZdWS7ZMqHymGHH+YGu/hO6KFldc5X3n0xpw5N3kML5Bh3m0Tt1x9Vii+WLsffU57fIumNFE1deRBvevxOkYMZU5oHz/EbBV6VP2kU7D7aVl9bKXsDDvmftVYWlJ8XJ8eKh5p8ZAngjREp5wzo3XZb24Mfljf388n6dOytncQmYznTPyr4Vy/YL+suX60MMQL3KCcw+53//aPNoDwEm8+h0gEhnHDm3OsxulaoeZUKnmNdm9oJe7g0DzXuEis5/NAB5ZU7V9rSr2pyPfNo9v6cDCxNY7JH9yZPLr0thL3TppJeX908PnU6oYS/DZ53fCLJiB2UvYBYOObZ66gh0BDoCHYGOQEegI9AR6Ah0BDoCHYGOQEegI9AR6Aj8/wIB7YdlJ6vmYt/0t451C56zXJzuiMjINp0rts81nqNGaNTO67Z4biWKDRg72zldnp+v3upMLiDeyNr2cDxatfFT5aTTWJw2y76tFCGmsf3NB2XFAQT+IlESH8h7K8mqnDO/paSSuEafRAZsxpNOjicbuRJqEy37sblnoiGu7s076LFslF7CMmNjrT66jZxlH7dMXVexL7OnMzFIkY19nwc9gcEPc6l3Yz+NlGVzXeE4shgAm+qy/Dt3cPx55FDzub3/rRLADyBF8e2MWSUnRPIE+TWnwyTMSGLAtawqwPtTb0iVKvtYSpTtBupPCIg8fPuvqidCVeEM2jFEjKqE5yZkn21I+GRFp0P19JQgyGoDiKx1oBP1OEwJretame33bWU/kSWcjHgmSwyMrJJQvjmhigkxGyy5w8i2nWkr5MGKt91KCGvJTMn3hX4y/GgIlNuK+WRpSnvnig49HpHxwIQz4m2n57KEdgiP/cl49kJChu7Yb8zm09VeF3ri0ickKVPC5XNPVvyOi9WLTjD2PfjS926aftiYKLkofVkE8F5/MAfrEMEcd7ky2eIF7GSwQvZVaNqzF53l30R+BHbKcUP0kUnwDgJ4cjN6Jh11Q4l2qZ5Ao1pre5R3dTzSOxJoywJZz0sixA9jpFJqeqKcVy5RfmriSE8yfsAB4nacfgw2hrMVy5L2lZJye6VPArsLAfj4b9Xb2nHpngXUYu+J/VuTY8a+MeQuwlHyV4wvPEMT6oEyuf9kikBP3qFt9A0hQFx0YTj8A0Us7LGwsWimQog8U+bTxXHV8V26aO8bYnrMaiS8bJWT+gqg68utebEqNIQ/r9V8jJLgKrCErmbuvr7EXfg8wCq4LOiASHfcX/TPud7XSv70vuPHq44qNWxkkdFCKJAFeUf1IH8EmEk9qOfru/TR647bKeHdlZH24fE9TT+iPEKqW249wNnTSV25Jt9JF9GfmtsYBdm/uv4QjDc0VZzq2+ut0Ut/+Dt97oIkQjQP/5Ny0P+TPtrG1k6PJMZJLVB5pRFmPZVTz424IU8u3OHdeNx+xTvRRVvko8EZqZm767kHz5Knp45AR6Aj0BHoCHQEOgIdgY5AR6Aj0BHoCHQEOgIdgY7AdwqB2Bc1BGIbw0i2YDc/Yj8eD3gBY491e74FsnDUUcfIhziDbcOvOZ75gJN98KOAOdn3jJopv6L9mYiqbLM54bGsvVMbfGx5HFedJLGfzjiyxbaeiJVuE/cx6SRebM9hWXD6wyYLRPJbI/srl13a+ouX8SxRUJFdB9N1/E+2CpUjsi9uK6u4aP/UgW3EC0cCeDnegx1bxEqi75Et7Uetr/ZyeCKORnSM5dyosDiOyn+GW0mZZautby6/M/35CGAaKDBSQ1FsSIIZ93c9afWalYlfEt5XSFQoiWFCbqJQuSKgkAwhzvj+6FTG6mLpYyCX3HK/X3WGwTpDTh6QfcD4XZ6/dCgbU1cMdAbLDOvPAJLUc+PpEABY7Yt8de3Hx6RmZBftWTLF5RvIvuD15p6QA6S7A1a6sojVqGDa5cDJCgqOM27/hh2VTDUMgR9RjxfaB8FfKzoc1Bma4Onk8jNkdkGAK2T83bRIYRwuRQrSGFtMm92gnGusoJgY6FltQ3s44XPbJPVVmNyDjitKfjjcQQoZplps0xLkTZ/TF6ZaAeQwFms0nIneFT82S6/xgQnffbOjLxIz1HAie/j13hQ5eVgCac0CjO8j60+54oKApo9Bk2tV7+O6KpS1qmLLwRnBFkMquFIpxI/jQzL7nVj7YvRfsJJQxKtU4pb9TDc2pE84YFbQNB0/y6e8onn5sS3Ikf/VLglVPfKXhb2ACWH9ObrcJnp11Q5a02d/x7ip0PZb5jLkAm+zUFl9zkI/OqO97v+QrOgE7Z7xxHcBxnFhj1U8QYv8Kz169PDTP32BZ7wQTGJ2QQpzLnPtHfs6ZDWX/a5yJc/TRTy+esbe+aPuOl9P7I++6X0//Dz9FlzSdvvmdZktSkL6yMo49yueZ0OqGwaeksTylC7PTxcvTp6+r6xqR2SJng3DPVEOhsm9gEvvKkc9X9/1RC0+2se64zaLBwzf/lPO21YGPGEfPzt2CuqIcOWX84devQORJFb2sPaPsYd/DFJQCZo+zL4W0TP1Dp0kHP3E/DnznmLJR641FOrBal/J3Qp6Wbhz/1u3f8SgYy4amtkPe/wFckqq17xc/W65ez0vF93vdgQ6Ah2BjkBHoCPQEegIdAQ6Ah2BjkBHoCPQEegIdAT+uhGIfVB7mDZNbXT3MCzYzbSnu6Uc5OXoNqjY1hP9D1P6NP0KLuMb7IByX1rSPtaWdrbvYXnFhli2UWvlN0T1hpOboZYlK1f4MKUJHyZndIAHucf+h4191gaI7bLZiG/VcSf5qHiGC4izFHbsVU9gtmmdp39AIB1JsTnvttCSURs017FTzwe4xuU/aIMckQ6O3qNB4UFE+f2pybfFMcZSQQ4s3FnT6LAV3VIvYCNyes96vYe9Fvv/Is+o0wxE8RHObpyx/aMlZQfWqUd7+vtl/DMSwCpvM6JzDrmzbOwb6f608/ch0CSCGRg0MLkkWTc8/ySXIIEPIVhQxBid3w+AUF+TqiPTa8gYFeIxVEVmjsE4LHj/SqgyYOPWHW9a89lBKFQ8xjC663KO12HzpJXEvvWguGxPU0CPYgUFQN0QivM31Pxb5CckKCslFgmb9MjevEgtsadnJz3F4Eq4VGXf/kBflBLaOx8lf0IKIBPCRvYFUjFekaOToySwcnlwwHLkU89wFpWwtXgRE1JhwzN1Rb/0nKxQsrfXGXu7pg4124kEz1IIwNl49OjvkkmoZK18ClxnJ5WihODphMDJtv0SrMGbCcR+iNdrNY6H358KJyceZGXSU/aZPWG3fdxFLuuPYN59/HFUFoYZAtx27jrM7FW7uvfrfyO3j9l375WTGizUYlK/C0AYMSuejAf3hWW8qZSn5Fiz0qeSfeLH8vZ2+cLgxXtE3mEzxj4vKdprrremGl8SbMrMpM2cMK14rmbPYvYdyEvSPWPrxV1yKutzdVEObS294M2PnoyQ6cq7QgAbTcB+O72srhLY1jv+rVU5+EOCPzZciTQkXLWLEMRTnXhOrocVnfOd8U23I+/MXOgcM7i6inYbniO6krJfL78WR/C4/cQYUj8H98fgUetN3a8q1/P1lOziYEhwlxf9Gv0yUgCRKWiEaNmP6s3k2NuLcux4alsQgo97Kuv1+mMu1H7FNb5YJJNnQJujz7dPLj+E8vVfzAnOMBsLWQxbsg2/i1wPHtwLtm01drmgTkdm/0CSnGXRz0oYdXAtBUuPXRRzvXSF4f6oysocN/HHysw7xtD7hi0ZWQgVnbK+IGd9PXUEOgIdgY5AR6Aj0BHoCHQEOgIdgY5AR6Aj0BHoCHQEvusInO1sWhTj0AMdsBBB0n12D0bExdYdG6L2X2zz2oArDLMOQNgXMaU1u+RHoHVp3yv+SJMhNkj4LqU3OuyWfYu1S0K4IoyskXJPbNu3sCWkfFcRq2VZv6W8TT49bFO6JkgQmpBFT+URPnGeL7eMLNutHFCzyYbjglS9hweYIODD0Jy65nTyLnibfNo/NRi7p3I4zXAE2MVxZht0GnJLSvpTUEWwyGedwHxSB00dwLCnrzjYxasau7Q68Zn9/2clgEVUpbKBNnODVNQzNeE0CU3qvdnwmjRSw3LC/mKQ1/tpckPqVfdzw9CWYlneR6VzR1KDAtkzkVsFkdGHfGJw6r4/QlLE4B7PJzvUBthCw+t+ESZfL66R/ULrTm5/yNcDuSMDNTqjRF5k1mA/4VHJQNE70cFb7VIcSBzCRjugJF4T8hSJjwmpLPlkm/h48kEpRErKV27qRuQKS+1+ljuhYH/4SXKwlFz+VLYZAnlgFcr94j7SeOZ+ZArxUhUgLfg4UNm7GNJa8k+CUElDWkfmAi/fkHuj/bIvehj1hGc8rOO/gLU6LpFU+T+7CVUhdVmS+uvk5H7P6K8kkZ7A3NkMaXwh57neXQ4O1aKa2A4HxizPrK78oVx74nP0o+mv+4QrkH2rB+jIpD6Peq/rFYsEEUeJTU0D0gJ+e9zl9Uh7NsevK2tUIVddscd49tYF+yLLvH59KjktW1lot+UzP428yJVV4tLryll4NXmajO33ZZ1ec57Zk+2WAEaHywuY0PmX91u+F44NT0tWjiDG4oQJQn1zb2XJVp9Xz8AiAl9R3jlLtcc+kfR27jjy0hogVkM+g8u1s3WV4QIC9p3IQpSfoFuEKqckVdIX+Gvy2crnE+ORDkmkAF/IzMfLQpQAFiPNjsMgQUWOR/KVjnHZIlOs9Ln3GeUJe0wYaAl/F1GY2XAuYGA6PZtf9dtrKWa/9toh7zllQWm3QRL45xRkiPCLJ/cCWz9XP5KNmrxlOybHDQt/bPdmFAv7+U2SnOs71eOlzBMe7CFWr/GOPhK2pOZcMVSzlOJSYB/sqSPQEegIdAQ6Ah2BjkBHoCPQEegIdAQ6Ah2BjkBHoCPw3Uag7GhYc3X0wnKmDVrCL/ZtTYzYIo2MO21fhmvacFgacAR5YJf8AIge2/e03MVJCDuxUS5jVyQ6r5yXdkjtqWWPxM4Xbom4sUe2DpW0lODEq/U99vXnmtbkkwDWtCgfqM0zzkPYcLflS7a3lHsRS/9rf5SsNh/3/aXNG9PkciS6MHyL0W0TqTMOK9oszfW+1OTL09QZO3C4TDkIbcpE4Lxzr2L5AesqG+mpHT4o9yGW2H0nI2JiT5eo1itY7iZlmu8d6c9OANslLcU7Ey+xDcW6Q6kmO02vN0gEwZEEmImHLQGyrHiDSibEuwgDdggLS/u8DmuyPD4+6MjITOeFzFDp3DcSEklj/OEOl3I3d8bwr7FeNh+Z3KzaMMCDnqsQkishXLeJMJ674rpyQiQy0HdD+mMZ3vO7yZ0Y5GK0p6yYYKXJFndyyLTES5cQkQCUdClp9Bb2tJTMVR1cYTAb2rMGkOTBx6d0L7hIkMrNHCQAIYMk1JVJKiY4c579Jkv8tMO+mPECNm2EebVNH5Uu8Zb8NazDDPnr3sVZcaJeoDfKKzkmCeeHhuW3E08Gf4h3CVlIYLzoVvYwDjl8K8F3fCwuMlP/kQUYTuTz+BV1/oA7kk3c55fSPUz12zbQoOSjUZw6meL/B5FmSIWEKEgZD5++9lfD0/yOoYwjvavZwN09w4fNhSJUHH1tE3U7nmvxxVQ6vMvNoXKhO+xX4HxyjBew3oq7wG+Qu+TcXzz7+K1J3D0cJNyMaJC1UZQvUH6UpaQ4y8elpxLta/JbvPvAbu5rzQvAUq5NDU+fSbTx4MLCD4jLcUNOxpM96piybz/t94c1tfIeXFVWLjj3ZcFD9i5g7woLVtodnwfPPPlDPGkf4YSd9/UAntmnWhx36pqnxPGl9BI6zht7n4HjQS9twqtk32I82A1lkpDxe2vEP6Xlyyer9upB5x8Can+hNzXzEntkBAV1k1R951mNl+p30U1h3ng1WYaLSibKHxgD64CHLePMN2N5LO9FkK/1y0kvuVWe6cpMOP8ZOV1gYtvSH4/leKife8mfHFo9dcMy/FSbvbcsRm1wn229v9v9Qqye6d8dgY5AR6Aj0BHoCHQEOgIdgY5AR6Aj0BHoCHQEOgIdge8+AtrKplWCT0es2u/1iCOKe9jKG03YJiUL3Q5vlMvALrpu2NVwbCtb4sdg9Ni+F4e2VCVJimOOMmRbRiI0rm7Rh/Uvxl/t1dgBsdsaZtn9a7fJKJtyL1o9aS/2wCI9328PfCgfJYOjyaOn4YuWO7yp3Q9YGy3ypHYzFf+SiIXIfqcD3FE8iQgqpxf7b4zWXHtfeiCPTkzYXCkcWSjXLWKxO0/ZJtIosXKG2JWBY/K4SypW3OS5w/CFMg5iDpbwjd8BAvgSWJSCVQLb9u+QO3dQEe5Jqmu0Jm4wwPvN85n9dJfVWOmAQMjZhAVODgkWFeD9CnUpzeV568jLa3ZkaRnKgsLoAq+Hqp50up5n309IgeTjO1LFe1HPQz2kGBSQe5PEce5W3hBHDyt6968md1ZI7KV4rX5HWCaS/x6+AFOJysGwtepbsTW0w4HO7wxWFBTWSK8xY6YP2edV0tCWiQXlefyAlHaELEceVpF8cfc3EDaEGMDLEmGrPehG0olgMha88ki4fsGiAoj34f9AILt3ZvP+y+M3k/gSb73CDefgJDffQbisfgxdzURAW0ba8RAvfqPj6X8nAwk0miThc1z/BdxdRcNzIVI+U+R0U0YVZUr4OxHp1Q1xtREKeoOwpu6C9HkCGPQuBHGpRhFh90z4CyFqa59Se+F9+tHwPFVC+xcWLayw6eUBLCHoxOnHXNWmU/79xPoLtmSqqxHdidbFAX8CYwi1kFU1+Tq5ShFek0pOCnQMWFGIfMcO1/S2nBhbxPw/d12TI0JQT5PvpdrMhS7RX66oWggFPfMSdsFD1fn6+LvE016tf39CTkOO/ITK8Va2DxXPNkScJmt+PPi6LO/BDX4k7HP0FbVPOGC9QfG0TeGPcz/xm/oNi7HxB8bi6gnKmsd/4ukKs69D6ev987zs1ujzkqooPLK5mETdIsyGCy4ikmPUfNaf/6cv76sd9UdM9d/8BXM/JPXAH2rp+31OOvd7IWqZppRbp698Kyc1Mi+onZP7bRBaZVv/lfmBPxoFw95UKOXc/xC6LDShR9wPHW9lQ6hvhP1ORAF11IcepPb7obwPsvDjYT3KQIvS52wZAAnOpvEsBmGrAcZVrQx8ubzH5fffHYGOQEegI9AR6Ah0BDoCHYGOQEegI9AR6Ah0BDoCHYHvAgLa0SqkrwSwdmMilcoPGJkVe+dERFxt3PIwkojNoW1xu0XyxwZIzrOd8TaoPLTvUX5MzHxhm3ULQjkgtz89DD/etxIsO3xxWPIKOmpBWh50kPwNFkoda3gMG7Ofyvd+m+Bj+R7+1oHNLRN1GtQeCZkuNxecihkKSQxBPGGvPeiNCy+3jm4FaCRIuUcb/P70UB5rbh/stxMEuvZt+njK9oGGqgYXbMblsHmuV4fMeCpj/b2DQ1yPv+c5t9r0eYsVQ0/elv4CPIDPAmvEViEmVxbApM4D+6dCnGyEpBWAFYJKKm9i/8IJpVpY/bCxP+qmEgJdhdWVFYip/Fzwh51VPZj+IWEwy8t9ea6JHvkcuHrUmcqj1rvuFckgphONkz4YzppVFDHvx4hfGOShG349VEQgUgY/SGQogYVBcjd+zW8J4CIzlNb+8GOb5GBWCIiZQT3pys/enq5A4fae3q6A7cnXjpGfwWhV6+zAQUxj4htuNZMJ/e5FWIaQu3wrf/rG/gDb0QG93kHwqC9izuRQy1Veq/7N95UXx1ISXnDMmisE2xivOwlWJnJ0JSGBxVg5kb08hHnEduxjQQ/ImQ1KVwn3o95+eGS/WZpPH7CM9rG+kPh54aB/hJ7Y4qluaId9TKrfTWdyjJpcXFNPCueEQodIk0yNjoAzj6SNn0ryliuUT1kW5oS+uPLI8AmSbSFXkSH9zxyyt8/N121fVNQvyLKGd61GIi+kvHvAriwo2fCo9LphOBA4GHFytZCOk8rv2GIBAIRnVmwN7l9rqId6Qap2lmou/5nqd3V/LjzxZR6WBTBHgi8hzQcWkVhPjeXHfVTlPlFMXVIGsmSjecbGPH9FWXivEgUgUxHjLdKJ3+OifDFm4AdUynt89BmugffsKgZCQA/uwQ3RXi19VqrzDfUsv5xY8XVmrrkbIanzIkdG60wdj4V7UAQ/Hst2/p122U7nB/pmNCQycq7r75AfjPMXD0UIlOlUFSee57f6xcIE+5r5/TD/hGY7j9Ludj/H/Y+Jhp36pSgvyHe+Z1H+qwVR0R8WDm3bL+DI+QNQHUBn1f/kdIyE1E7FVsLfMjzvdce5Ht+8W5n1uVHPJNPpqz0XAU9XXz4xL582xqKnSvZrrtn3/ntLeS/X1u92BDoCHYGOQEegI9AR6Ah0BDoCHYGOQEegI9AR6Ah0BP6aENDipj2y7JoSpNrScIGc4Q7cljEewNpSsanxSeRKIuyt7HUbXkBSNk83293tW6/9UPti2Qy1j2PTxKlEp5z5wLaceM0WZ2QW83nfyJLfJydRC+HrlFXvX3kQn4+d+MailpwWqm0cvgccJyJxTjhjyQ6Uk4q2+rLxV9hnrPc4rWxuCbmwx3I4jN1mexP5xE77J3XG9ou9FnyOcG8Dnt5GidXrWEyMnBllkFPRjpznvKYgcDI4bS7YVI1QyRfXzfP29BdFADeSNK2koQsk8Ia7u/vqSpzoATytDAQJYMJDS4wd73WDZy/M3YjfIBDqby8BPoMTbh43eE5niDq8TcfhK7oS+e3MDBwVnhQCIJQGjcQbFUJSL+Aij2jOtya8cjtA8EaGUDveQ04f9F6WAKx7JwxR2JqYkBLiTW9aKDhWIuCVysDOBtYgYKvSf6cHb3NSA1rvT4MQ6D2t4oM5RLsesuIcjK2+UOYI+RRiB2UC/6w6wdNZWfWeHPSo5ck8d3rG52+TEuIA8sspZGGSdCNv5R0hV7OSR4/2PWXiLuXgiifIa99wJtIH8D/eu+Jjl3l/7jaHwsewA06HEtaDewGzObl6rRA1Cb1Um/iCOEUdKEf90Ntzua8FGq5SygKNz9KP1EC5sudg6Zg6OKaYE8B1k2h0Yk0rSlZx/iRxKS9X8qkuvoik/yZfUAvzCRgbY59LuZqTTwp55QJywNgzjhg1GUsSbrx83AuYO1HTZ4p4SuRzVmVGr51D8AIOYT0pK8SlAqdka7gmSaq6kgvdZEy72uyQPWzB0qLShpzU78sic+/ywuNzRpb94x8qHGZC5IdUZa4r7B/nf+o3D2be9CXIajGE8j1wuPsRZbAXRkSrPq+2f1rG+Q+BT+/VFQsh7aD7HpkMcX/vHht/pJ6G656vcvNdv09zNr95lTOvIOH84/pDQz1VbvMm+94vF9hd783f+tSC0HnKcKXgSLSMjXDgLppqc5n1PdVu5z/1biHUu/PlPH/NkUVKwbjac2peCczPVu/5zmtnrSQX5sysqBvY7mA9/jt1u7Di7eW9Vl+/3xHoCHQEOgIdgY5AR6Aj0BHoCHQEOgIdgY5AR6Aj0BH4a0CgbMXai7Gg+Z/oeQME7xiCVccxHQrhaE62ObZyg6s5HolWiI2tvHLJcrLbfmSrFVBJtPPDA/FvOsBtZKtNbdzaPuUvtEbq9OiRfDrfrfJ1Rr01SQB/lJxF9EqSaove5A7ZOtRIj2f5qBuT5IR8cTKV+8IJ6E/fsGXhhP1XG6v2+5skbZ/tg+XYrVa5skJQhwQm6urM1rcIk2ypN7ZZf5KTy0ZllU+YcPRxz2J1pLaRhQ+QEzDTG9JfFAFc4JzbsEEa2HkTBLCGalSMfxi/8ZzVW8u46JJsKyRqXMtPSnUeIm/A4rOyBna93Y7Ga2cwouzzpNcf+6kiZ3VM6xyOyO3ghUplUBQJ7DOmMxGenx/4pfqRUDLJv/jXsrfqQblZibA6gBkYGTyKzkdkXeUxEXr5TvKADb5XSIjETKc1Ej6liCn5Zl8SGvHuBDcHg9WsEBmzq2OGCmcqPSwJ4oBQU5RVkkjREUzIeY6rkJPHFVIiq1HE3Ly3T+oo1VI8ExAknRTwTOhqCcsJYlX52uoXZbtMShTiSNIGgnJ2EiIsgeHRz6TU3n+XD77zPLJQzypRbThz4vbPAytm3As4woGlc9A+IZ2rcdJRjvpIiDmxuae1CzQWvJbdU9V9DdxbOh2XF9S5hOvPBEkhfLHoVa2cwOt+0BCXTuqiZmpwNgJYx8gTxtysPVPNVTkl4mZfDLycto3JH6/4uGnTHrNUrhR93VfaWNIsWSAB4TZBDC7uD15EexYB7AXv2VP2SU5+xdOTo9m87pP+Mv8BXV5CWDv+9pVAlZM81yTHiT1Pwb6MGCy+gGaIfyMVVFW0n/uXMqXkV/vQZyzdPkEn/COBVVVrPEElVattn5SbO5dfkc4pig8zFOqW/YrZN8GlESHX1atn0qf6+jhj6YuLCcTY5EIFZd3wWs4qsFwt3O2BHZhcbU/Z04ZlNuSxe3XMkNQD0RQMPV9jwtKRP4s+zi/qaMhl56fU576QIXmRgVP/aJmMLkAUiUEvWzA+aYjY2yYf8WrGLT8Skh4d948yPICrr8XPdxT3T6mhcXntdPPlEx/lIzbuwXGYvxmO37j/hyR1I9RfLqLf7Qh0BDoCHYGOQEegI9AR6Ah0BDoCHYGOQEegI9AR6Ah8txHQamhUVuyJODhucB3yXeNkNFydnrDP4gQzslXqhBPU/ZFom/BlkqzlaPVtoKONkXq0w+OAsuKUpzwj0S43uSEi9pYNnUyYEQ/wXRKXA7KOcBnlddsIYAu6dYJBKQGRCXdFbaUHbLMjnrZgp9NUoiJyVyunn2N5K8Ep4GaIDXjGru7d2FIpS2u2jW6/P0diS7M48Vvd0g+783RHn4KMHJt7KycDRnKzrRhzV+zHi32Pw+YBPdju6XMXCtCW8G6xD1+P5V8YAWx7MY7L6mjMBvzNEMN6Tc7uq8ixdQidMuFd5T6DIQYgxibC+maPSfvI7gwO14NB7e9OKoRktAZ5SYNjDO103PQz5IDk5b5kn8RVpIO0qFDWknt06rE8UnUJL49BMbDjVcsPSmKtwsjCCBNEpZ7LhoJ1AIdw1YPtAYS0IcoJoUW79Jo8Lr+iL1REFNKCooS3lbkNZDQfeRiGDIQVL814BEZevVVroFpzW7VxFp38hD71KUMpONzvISeH3Xs5/RLCyqdvkew7ySJkmZlonAwZpHd3P6R+CTZDVz+PVa0GamVIZzvZoifbvyC6OlbkT+3VfG7leyXPhBZ5xYlQ64g+sSf0tEpk6V2tHoiv+nj5eVSj40DpyCJpPTOx3d//iqnuP+ONXYsbfP49qZ6LZ7S6yzhbF33C8VYmvIP72DYiqyHSCGB/n/SYH76H+N7HpXOOU7vk538zdn/Fvd+TJ9O9vfSO5FOplToMe+zSFTxXifW/on8bL8rcRpCUf1HJSc69hFZ5zQ0+htxk8gUwg8Gy/htXyrMWrSD7lfju4790y6ckECnz8GOGEjqaOYsxfSFbZAn2TSr7wfouMjl/ezWXbJ+6yw+UYh1/wfX9DxWeywKI6NTF83n64Zd31T3bJ3k5T19zwdDf4kj97XMpR555udxWiy1wXrF83ytj9EBS1X2LfReZ03Z5cm5vzc95mjvOp98wRtF9yX4+/qHhZgZpJ2eGfa9Ucp2lO5/tGT49BHfrqPElpD61jb+k5H/jTHLVPxqUfy9P0Ujn34YdKRLW/TAOB4l0V8TVnHj+I8Kn9oc9fU9STmS23xY9qt3vPgsV3lNYf6Yj0BHoCHQEOgIdgY5AR6Aj0BHoCHQEOgIdgY5AR6Aj8N1CQCJXC7R77a44T+iZOh3kZiSBsdlpD8R+PE1/E8etI1tyTtiDJY61b5clXhvcZ9rxnoVVuy43tSfCGSzwMUe3mdPuiVOWttA4wSGPtlPDWM8HiMsDZPFRzoh9jrGHls26bMbPVvWeG7E9+iBCUvxKfdqkJxwcN7YRLI5xt+lyXXJ1M5omttApjlD8xlEwIasTvbDK+sQe7uV3pLIX0zcUWH2JXZxQ0LXfM/I1O27svmbTdgta7meMN/gdTnouDFjod8NcywWUbNdj+ZdHANtZSaivpyhXEX3/H3tvoi3LUWRpZ0TkkaAYSkgIqrr7YftV/9W9qqEACaiioHQyIv7v2xaew5mHPCyk635uZkw+mG8fIq9tN3PJXjoWxMSCUn6dIH8khGmsvUC4R+oO60jiV39vnf7lYFS5b/suAg2CgpUDdnersUBI6098F5NzN3hOW/OoSAAbS9ZfInVecD3rnro0tvsylmtQIgQDicBWn7fJ93Aq8zdfjoAdi2uIpFtcoE7srZo9jLPaBDkdwMStVQucmwaiZMTF5+w+zMiv5W1IGmW+sryFr6KGrnI80+GZeCDaPZvYJH3VfF/yZpO1ZAjqxLGWnCuzFsxau+I7f2YlyiBBBzlcPutdlbGRckn19q8it0wvaaM0DOAZInBiL1jJK+rigzZZt4k6pAn3lTcWg/QJOF+aCOIQubX61EWxTSfm15iQGkFk07kPqosYhpH+ePg1ZThZQhDtJbAkn41Vsiv/6VNYp1/nNkSd8dhXd7doAaiF9jXkJfO0keVBiosN7pUHCGvHmkiXJJ4Zl1tnwctypeBTYxIPMXXhrqXqsLIXMBP/yfozUV75VfjYF5V1tZ+C5zSyPyyTfEg3yd+zvqa1emvL6hOnItPW1itx4gSabEGXN/ABq9oVmdNmRGh5nFI/dkZmZmwCxHTP24xzsJT8XyX+XQnQgi8i41+Edu1x+ySesFf90hoCzGdlb10tQUdeWIN72DIeA/5FnvcvavyL5Q31tR+yX7l7aps+MlEHQ4BSjrpu/TrPnvlyhVWtrpME1l0JsvJecX6Imw3I1ZojGAHbIoyWvz+60pf8EUE9Zyzn9/svmGOw+GfMxr36tnip2meT7yjTJv/x+oGTI/aUT3Sx02X1Ov6ZxSx/4IcB7ZN6ZwasMyIq47E/BZ8ipFfiN2vqlTkxTWSbWfQdHO9J0/pCi3f3SC7iqZw12Jhjcbs/jFoBtz5zL9d+oyPQEegIdAQ6Ah2BjkBHoCPQEegIdAQ6Ah2BjkBHoCPwySAQPSEcgbzACs9y4G9d4Yb2P4G3+HG06WFDuDe5tSWcwAIPo7fNbCmqQi96wo/St6nfowB1fxYE96aUavknthINf4RiOTpu42i0hxvmPfrvZdZzrHyXxih3dLjcuU5Q+Ui5AukpBLBeQxf0pgOk+Zr9ftGF8jAx1ZVGCcrzA8YxGGzpsXKHnJOGqORTRlHXkS7GcOpI0eMrgPr3MUZoGrPBc4Y7UDb1utTDuJu0CwTGqv4fTN3OdMDATq1z6pHvl8n4D0gAnwQPeWTVqfjtQQBQwLsnsBvt2mlooqi8JQHoeIsWnRI4AaCBlpbn+ccGB4L9zCZS255rZcKHu9ZV44AlpURayDVkU4FO3LiB9TkNmf2MacTqGJIc1oV6V64fUwEHpjL7TzKB8pcFApAVHHsJNTqkz1Kvs7iK5UDKBGQnZI/HWMs5SSXedcXNRGOWyFIHWxmpIGKWuVxBj7hcjWk/T0I8VNT6Dt4kZ4CPTJhjVhe4iID20dd73BWYp4RXanue+h3nha/5Zk9g2MqZwTvquhrCenLwp1L2H+N6ybF9BJrzPJGEJSyu+GBxgaGs+XL6rq/C11Lsu2KA69ZAIcnGntuu6AGz42SU0oy/Ncjx2hNl9mg7OEnxUjhAqrK4QKL9Mo3x3hIoAFyUVdxGVvRM7L06YNWYdxJZBrNNvnMpU1q74XH7pD/ZTi46mbVYdMUQ8vK8RU/aF32dUkgA0sGYn+gF7JMwSVwyroL2VnZe9mf5nlLXzVzbD+qEecO2B9/qrpCi/4aMjr2zTLa+fH7n3jl5HivIGHFWUrZ9rFd9Sdo/t5C4nm9z64Zwe3x5TO24xVG5FVgUIcIHFowMulduBPAL0K3+SQtR34W8FhYC3egVQu8QlNFwOclQQBznjdODR8/y7hdTQLUPuMdy+gF7Add8nfV4G1zWh9Mwq84XhZwE+mJbs0LLPZ8nV5rpMYF8qy9dynpqrtPZowIG/63Bg70/rpir+eHw3X//iXJdQebijfo7z6flHpLbd6fzHzjqzeGGtl6xVFZ2x1ItULIcgmWm3JZD3a572/mDB+tbD0CT/sRPQ/dd54eKFtV3cnswh36zI9AR6Ah0BDoCHYGOQEegI9AR6Ah0BDoCHYGOQEegI/CDR0C9YfS46OPQ7d2yh+6iQYkGTxhAaoqX7QzR0d18ZlxIYIxWYl0Ll4Oi76iH+wisSr+qrrAZBVI+nv7kj6bd/+S+ukh0o8invlpPuCqtBwntW7dZxHBGxSuSN07sqnI23aXF8mc5M/JFd777JTdLN9vKlKNJPMWJqFjYwl1Irptaw7HrBnNVNj6WTQG6+S4rYA3o1L+Xvl19auhqZKNVI6AutVubZxtIOTziVa7m/HT4hyaABUTHqTsU25rA37q6YY/rYckoCRQad55sEQgLyLFUelZxb4ez8wucd6/eauR5GS6JBhqS3mOpDskB0mNi1cM0YPkZ4lGZqsNrUavrWfcC3pNmlpCM6byWw64IIB7fL23QS6leclU5p9vbAS1vdFNqpx1M5XERGiu9SNCk4MgglirIM0k+LLLnHSs68Ff/EaHhqwTtMzFYJkkMrAkXFghMEkLx7w6myGfMsurzTBwN1FFCDv/q7lG7wwp4p+tw+hfmuRwrtON2+e5D8CX30GkQ1iF/6Q8jiwLsKbH+PJrpNVlPxaZlwHlx1Yd76/IiWJ1o6SMK/V55G74pkeIl7GbIaidBrasH+27GovgpzVamEY7B8zPZQ4TRFuwrvaz/BUnJRJq+XWlHJv4j6X3M4xUnmdxrrK+058gY2/NiLDe4SBLRSr76bvNBle+99vEk5B0tpAvgGbJ6iVUtrrutUyI26+eXyGiCCvY9m9Z8XNWzx7p+0Y2HnguoQ81ORjDehm0rkrstJ5/4Z72cNVyu4VP70rx+G4wlALnlvy1lCs7Vw18tJr0QIV2tJcE6QFyOk+6/nVf9M89GXj6Up7V46P5Wqi99anpDf1nZW0FvBxLWyZPv50L1z5Kv5h6QpE/a3s5BWTRzkc9Wr4v++XQpkd74zCur5DR7y4+MM/fejnV18qeeRFFuQ8v+iJD1A0Mt9QdI1RtW63nU4jt13V7QycT0ZpJwOmt37h/vxuHaMQSuemCIxTKr3IzV3hjHKaVl5ryIjMbxU6vIcEvPfsAuVEr/SdzqlS0Zg54EZ5/jg8dOxMHxgiTMWZNpIX/dLz7eC0zGcyI9lkG/3xHoCHQEOgIdgY5AR6Aj0BHoCHQEOgIdgY5AR6Aj0BH4wSPQ9PLq4zV222GJOsNZfIaLYq1FB/SK6tFjEKmBpLpr9wwON6Axoc8+TsfW5IuOGF2e2sgBD70Lnk6n9UuIXgwIuWuQ/NU4ZpWrc/tCZZML0XNhDK08qie8prxbXqouyT5oDP+B3lPi/Av0nuVFspV4Oqq/pFbcOGgIlO1lG6doLsp5vWC5E+04LOiOMcDcj25HiUHjgtdXnhVvqLpUjqDwlPr1/qD1N3r/Wa+lutU2hYLn39Oy/mMTwNSgLPxwTapvbvZS1d3rbmVvUqwS10lzbq2AVbbrExvLTmmRuMhFEQ7ZBC1IggKMkw8LbSCcFzCGnHRPRn2hI/7ePUp1YY3M3IiFLw2lO+KQwNnQ+z9qBYeWUuzJm/12kd8Blobl+yPCUX4JCghgYZ6/oxPGFTSEO1az5Y7YfrWNJmgy9wl28pmwzE4nhNw5+kznUREz75f4KN9ZVk432XNZs35I9lsGy8QeuzsGj6SQk42oiVtkzjlIanUrkepdCNSB9tHlb63yqFUzlS4JrvKl/EXuQdhiEWv5n2F5N7AKJQQOA/tEhorpZVAe28TNv10h4v63h+G3HP9KPawfMZzhPL4h3MV3dSJic/F5ce9i99n+gnJ0XeyCjEhSpTjRXIST7NI/7n/qS0k3ut/FDbTyarXoC82XwSn+RTZPXVh+S2d/5c8N3mdk3rPntoSbxNYK8WzbG0pKz+/Km8d12zydhH2xMvZud38gH/oFZbT0yv1oHltWdbhbDtekdRfqQevv7GHr/rraR57i1jh/ogSiypmZwlY3xJqdtrpdfgOuuP/QCjTE2tOTfxJvX2l/xjIokr+uRrBUHr+mINrcOqfeVbYl3w8l0f37pzsu5uHnCiQwi0XYF9qFF2Lb6nGKef8s8m1tbWvMmVNZNHPzKyJrvap1vMA02Qqbu/36fs6nO5nfzIW+E3f2lDLxY2vdfcvHOdx+D6YWwx1D6/5VmsjUc2PWSj0W/uy+AlPkA19J0TSNmZg+35dnx1vPnjiXuYWAC6C+w0vGb+lX7l2tlL737iObsrdC7cuOkx1uqsfp19SOH2t5VVq3k2TPivFgBOdWyy8Zzc31Nsvu95SJC/AUdDaPPJhHv9kR6Ah0BDoCHYGOQEegI9AR6Ah0BDoCHYGOQEegI9AR+GEj0PSXIYDRpbnlWzz0ocib4JH2A4ZE6O3klDTQkhCGQIIP0SWwOkt0eepEoxd9r07vPtZNPp9ITFqepcgfHCB3xx3GJZP6WY10EA2FqXK63eINxOWkrjmyaoSnB0tTX1/OyAd22eJRPa5GgFr/SgDjDrqMxrgffJsWHn4CgnWFC9Cqeh3K4O6oW4+R6TV0pUqn6pVyKV+jxNG2Za/i3U5jMWVFTwtWQlPlcwSrOalAc69uGcPN9ZvES7vLvQRLZXw4/EMTwHaYdCk7L1ptFfCj5wetgHWnzGqH7PkpOFYQ0+kZSyasDdfdN6TVorPosYer/3F3bRzl1/pXq0d6OYWx8oFGXYYf1UCgTml0Ilo3SQL3ihyQfweJXabx9YwMPk7Y85yRJaQ58i4hobFiw7WuLkJrcDhIlAW5JDQiFxhLGA2/gIhzP1JdEDD4U6/C4byIa51bdpnAIw8yuc/qMNHp9wwa97S0oPQb0VMOvtMo1Stkb5inGGhMnuxTq9y6J7VuPsvhSsJWf6CwCOUqDSmQnyI/BDD7rC7I6aKAIpk4Eo9LPukhJZOJiTQxebU9SrVOTO1Ma92uFJR3EjvwwBh8N96wL2xWy0j025dlipQWwtC/9Bv6sKRu/ngsudTqtDcfyLQDe79ibe3+zfZvJX692Kaqj73VEWLbrqyO2tNXxwmrdfZICNQCiZTGq+CRfkOh52V77g2P2SOadAsW7S4M4FXGg5ZHIwBN8FSocipH4qVBHVP8MblPw6+55+ooMKKEWo5gflu6xFcGCVL7rf1jQ5bzqrVjkVcA1zpCmNcirEf3bzarkKIeW909fzjY3onGS4alFJzqovyXtPnPyCsIpw7iWO1V7c9NMqzSTucPl2daLfZ1Lb7Mf8pcocWpdXlZICZymrvzy7zi+n38Fz68xJl/ytofWRXQPiqGif3AsXW69OV6jmhEV5pC1/47LJQz/jsCYwlMW6T0tA2Xim0+fKr/iYnBtnKMuM/xT/mRRluzuMe30RIPEBa01TmFmmS75vQlgaFZ9STyuOiyW08AfwBX33vamVeo3mNcpG9FpJ7eoz7gKfE7IOOIO21lN9rpo9TeI8ctvTVz8VIRvK2kKu/4TYGVh4UROPijZmUO8MdU5em70dy2jBOxf3UEOgIdgY5AR6Aj0BHoCHQEOgIdgY5AR6Aj0BHoCHQEPj0Esi1ddMEavVF/iYsD1CBcx04+CR3aPOEVFEOgG61H9VUMj6RxW+lv0bWj67v7uSaSpadGHPT6aKMRUS4FWdwGTy+VqPmauZMaP0lgCW2tlZflT9aAj7k8olN8p7Cl1eUbIzrJVPdLHtireMK4TX23Mk/oYaM25koIxbUMrMAWr5UxEsQYkgyogIZ8nHp+hRCLYzMcseCmbTUWnaYvkQECHY5IA6XoTZVRfX10shtD5NaydIwZ/a9EsJxAGesRb9PFPiTiPzQBrMB2hVIl03Wo9N5ORSeXvZ/GL6vhqGD055KnAQZrYVYVsHMw1wCZew9V/4PuRaltA9C52zliLJgvuweoFoCxCOO5llpSZgatAbU+tHOuWEuuMTunrlfqYCnkBV9OGNVpEBrRPmPP0hGrUxX+fJU4bZSU6ESjfRxXEDMHfKZn9Ul7Zl/9oCBmxwkjgxqCKVbLmM/zzLY/Fu9ASEehX4XYRMBJf/oQPZD0M6RU5DbdFo5p2403Hqtf0gcCoRMdf5LUeyyrcZPgqhhJoybtqdzTmUVPsDj2EuV3pcisxbVm/9S9Jt4aMW8U8yKZRJJQhOhhohxxEzvqujgilVxO1xW4Tp9oR+8qKUFZyUfSdXfrSwmZGcOtrluTGPP1IQVsdeb8Biv7EVfgywIJzKTZXEs4cXJxzP+hsqXC0psg/pRccnLmJar7al0Ab7VJHqecjlk+cnKKGRnoj7a+Pv6HSbfaEOpe8/dQOEN3w73FMk0j54SXcze5PyAr1tbBOnn6Ink+VP9ENl8cyLhq8c+LR3f7Az8w0oCZS/Oa5/pUr/u5N6kvn9jO4m6fGtlz+/b2G87dt/Yy3qNXbf4hj9hS04fW9ee7mxte4PzAyPyUEsihzU+PZ1ZPzuI1qWOdztNyyWFZ7F2bl7/EupVQ4Ip9Ev10ZhRragwXomRvauZP90wvjwn1PN+t0ErkrReFKs3E9FWAnZh3h+kv7FehG37an76cNku+9Qa9O85M59xZ+3LwQwh31bGkPsOk1bPav0SLyFsce+HzwXLyU4p2R3IXVbjYxoUVQekMu+cz6zE6Ah2BjkBHoCPQEegIdAQ6Ah2BjkBHoCPQEegIdAQ6Aj9IBJp+U12ce8WuGMDItY6fqVu8iRFZdHwYiN1ka1Sez3IDwoE+MFzUx+raLN+PGj85lZCquDIeBzyzxkJZjeGmjyRWDDrZX/dw0JANsvqDZVTfWVbG6LFDUOOXEoOxAUtqkYl+mmOCdQknoMUyWs9btwPcrKq9VtZShrYU7zw2HrN09hhQ07ZYJ2OhvGo8Q3nyV8ppcFGAhmHquiMfwhz+WxkxPIJzKd1sBDymqZSn7394ApialLQcB60f3Zc0pIwVg0SBlNLVryEd74iOXV430KCo8tn0KOC1tzPPum6RvXnNQL7J2oZUTuXz+F/QNFgpur8m5MqgRfDWoEZXET9rFQkhuWA9pvvZ2nuSh1tw9Yf1/NDQxJdUYpBIh42Y69delmVWrggRQx/kyG3Q7bKcm/vTZnUFtahJJ48/5KsRV2aetgafkcGcvWBdqaHpPCG4IXFJ6hEKKRbknDG4RlZXzCF5dE9aqykygGy2K4TImclNOcVMCutvyCCxCFnpJ6QKzyizYSpJ07BuBGS5WoD6AfsFS/FlB3HNZFuurWmA5PN+oSVEbT9dAi+smhlxFTuxx/LIy6a59i5XubZ9A6pJ246OAaYnxy7phoXFGVqIMxZq0hL/98i64UMeyqvriXHUslrf/ubtAydDj8pYhVWquvKOn6zAQRj7ilHLYpGFAcO3YO0Lyh7hYgHP+PPk2WCZ7VNlLJDJFrLPAhYWKmzB16Jt3OSJTO3ZnaJOBC8PENa6u6fCcouVNfOjVsBK6Qv4JcG5MbXyFwX1stUWcBtZTXaDZf+w1sIUy/J1U3mf5Zx01tPQjnXVvkOvKyPpQ+BidT/TdyXaG541Ngrb+/huICCf41c5rN3EC9yPKNQCj8KklfvwseV1ktU77WMdtGofFz0J8DNg+R3P3AuY+Em6pWsJzo+JlRolLQ0TEliS2r0vzKOenkuWTM9vPHluT2nSao1Lw9NfwePwt92tVsASwpDPrf0fGmMp0ZVl9JV1pK1p5wmyP+gexWn4WG/Pld2P7wFleEkgR/LzfWeKNfuXiyd99CHBXpJlj9MR6Ah0BDoCHYGOQEegI9AR6Ah0BDoCHYGOQEegI9AR+MEhsCnl5BHU+aHzv9WQQs99GOkdYmWrFR46PIyY9LS4yiLGC+1mbBEO4qjc+1CEQkKyn63uq/ebIdGQ7U4pNiKUnlkjPInVQ7ZblHtRA6lpS7StHyajFrMLJLo645sb9Z7sqyz/1spFL63iUj3qhEfRsIfuQQvBGq++SvYR+stgg9aZ9lWtvv/sJ+jMsfLWIyXP8jioNL0q95UbXbX8xGFxD2iJf3mPCu24XR4P//AEcCMBVDZLesDTRYksiZJKTr9CcY2SHuV31NMCFN/eIIcSfIVwGrEyG7eGDhkVRfYRg485CeJNee6gRGmOabcdbj1MrNBgT1UItaqNanE6O2nck1bSUnb/Nm6g2dMTmiOkZCSteB8jdOWq6H7K37xUkBi62TjuYJlcGlFp7BMZ5GDdfJVjjj7j5nNHJwwRceyGprhuaP2jJFFWSEAGwz7WqpJCEjhFbqUNmABrwQCTD5XULs02iLGoFoWQUlPIVMnvjfRIfzHe20PJSR5OwA5WOrL7ii4SNfp6Z4WMcjZSpdWrpsJWrvXLSMhxTx+J33zcbo/uBUyFaj5q/a6le+UxL5hCRnhqr1Bwwxf0sHyFvK6YcbyVneGJ/FWsDTMTEiP19V7cVuPXnnG7zH8mmhaArhBS5vdha+3KalOiGiL/Fpe4e0hLyMu0tWMv8iSmX8drra6Vv+pQ8ezJuv8dY1V6YDnAH0jwR8rQ3XLJ+laJreoC2bZopbv7Ao8G+vmXGMQ6VLnaDG8BfLz3UBAz8c+esvRiTsCUyT8rgLDAH9wDgv78UOIH7tmeLXg+O9HGkph9dnEFvRuwVvZHBy1YENxBwDY+hvPzdnObn7kU5Qw+zt3HuvYstm+/LFhzS4/7EIpyb+rpRjf1uvGouTT98KnslPdC5svI1sDhr+tmh8MMAbziElyyuoIPHw9NRiaU4DYMXzLH/Jxz5yLDHfzuXVesx77TR0mj22sFDPENuaxbksP8e+S0/cXicVwjgWkzBhyLP2Pus63tV7a16c/qeSHyqb8Q6ekQGavdtSyf8n74DeWyGCQU/kXGT+fVn3YEOgIdgY5AR6Aj0BHoCHQEOgIdgY5AR6Aj0BHoCHQEfugIqJDMh+3U8Pr33XdQk5+rt/sJ2jTJQIxM1LOhVtMV8IJ1rfxAttsrpd/fByFkKM0eHj8hdWNIhK42Gknk1+BxCSH8GSpH9IzhxyRXECavqQAAQABJREFUD8irUZCmN6/QM76yVmUlixwQphP7FO/Rf2arU8uNzhIJkFFy1W0h97rW5r7eC3cxBrJ2Z/rRV5b/YHTblfIkbyWA3WLT7W41ENxpQCc3eCzTssWHO+CoV+RRMh2jwgMehHdxBa1u+HEMvzcE8KY+BhuV0/ZsSMahWdRivr38E52pgKtNk3FdCmG50rgDVmYST9CCgGIcCATzELrtmIurfpF/yztyITKDUSstSSpNzkddwLJ3JQImhKRSiS9hyb60o+6gFwhg9nndQxS6OqHkJyZ5f5zsoB2ZIBgdCBC5IUPYz3LEfbUEdQYm8khHltzKZtf0inMtPemE7vd6NOu3c3PnmuGEQaRI7u7ZOmtdHVIVDLUEphqZAJmIDA7wSMulR0ljSe7lgCUtlsB7LVQFgftFN71P6iZn8Nr6hRbLC6tzxgHLWgjrHas8cEpPuTQ/UpWk9V2lc0+M+bi2Y45VrXHZM9p+DtmUuqTN3iOvZdY4U1QlEYoFXCeIQF0sDxBjIdddsPBQUIYzOYq2LrtB+4YuzgcmqKB/XsWH8nrRvQhKnpCX4OKqqAlX4Lq0VfaGpmeGE+l7mbnYZv/WHN243r6uRbvuwctq+akJ9TK3+1e2j1OQCyP2o6T918jsBO/CCuIzv5WsjruC0Nt+8nw7Jk7wzROeO29A1pL3unxLnhDWutQgUeZLnj4VbGdSBj9llLhkMOR6zx4JuvBYaHOtd6tdle/8YwaO75KbkzuhxlvGEnIHV7FdcAO9OkezEII/x1yR8XeSP3CZeQXSe8E6ec9eCQP7FZdLbSKf9b1K2mRrMqfCD+Rat2qc0RzIIzb+gDqs9gFJyzaPmUd9xDlt6x3muXLVTjweZy8M3KBMLPoJ2U9cyVlTntDy6uXB/SB0T3IMNIvt72KhdcfLf3V8QVZn7/ljrIsTrX5r4UTl5CKqcfcv4NhI/pN0tR5PmW3/FHaR18suQMh51vbnnZw5gDmlMHxZDj1WR6Aj0BHoCHQEOgIdgY5AR6Aj0BHoCHQEOgIdgY5AR+CHjwC6QnRopTFEJwdR+CP0tT9Bh3wbElMdnYZw6MDRCw/Tpm9XH4zmraX8SJxK56wcyqr+HO4APm7E+209Q1+K7pYNRqNTdGu8EeX1ggfDkKsYbZZ2VF3j63SjJHhhoHyI1gGdrsyE3k3LwBEOQD0nn0Krytd7I8pL7rG9LFvMlm71TAf7wlKfjrbVlYMGTrajfOEeC+9B+aLnP9fLlj5bza3cqHrocY/8GNnF0yo6YDXTj2H4PSKAqQ/1OBE3UpCQFJqNo0Oe9lhQYlGLfjnBp6Nmne4XTGNlb1eA0GIq+zCG0Xy6Kd7/FIHFfmsAO3w1FI1K+fsbfbfjpjODpBpJ8iBEAvcm3S6r6NfkPCQJVbFKLdv3C/h4DpG7RHOQ0Afp7xAM7mGsT3JXHFivWIopEx0x55AfdFKdWM9Y044Q2NKVedYa5/FSX/2kEasmjBUcxxlyzWHt/ps7Vna4MsLBLJZinQmo4DYWzxxEkhtYYvKntd8wuE8tRIh/GxZEenM4l7MyETvPkMeFARDrIyTRDjIrA9Y+kdCO26WH3FIuJ1D7C6QPG5rvsC7Xovj0cjhL86ZTJFEO+q190nJdYaL1umS1Lgkkoi5Dw7MmpsLWtFrabsQX9V3Zp3THAo6Fl5f5pkqXGb3hytVPuv3+qz0OOb/mnL6a3FsJ7VjZR/70XWUkpmITbAPnCtcLWPfFCR9iTYvrsgK+zCeJXvglpi4EmViiNcw/o4Cf8HFv5S1PjsGb/IJmZADJVmSO7YJIOaXu5LmnS0wT7jRu/0hj4Ua+Hj4r2al/FgD2e9suriWwhC7Sn0U2voB8Md0LG3D37l/esF4lOd++9PlRMh+KXG/PXkoAp+LMh4um/LTzfk+/dPzQbkesjsXfla/qt4F3jHU6cYWacawxr90JnxO+VOkDLjCpOpxi1/VWBunSfhGCFzPHhR86I5b+EyS146mRqCep7uZ4yvvBM2UjSd5nObfMbY6DrJ4XLdZxWX0q4H42ypkI9nXaVRx3WirbF5WRdt6eOz8ewytFbelc8ac4EsB65Ti4UCHzgFUx/6eEbbn0Y0egI9AR6Ah0BDoCHYGOQEegI9AR6Ah0BDoCHYGOQEfgU0BAJZw6M3VqcACzut8f7w7wM3rbjI5RzSVGbdPEhnvoA9edW4pqOPJGBd5rYE0RyBddMfwRqr1ZWw89Kk6fI8MeLgutX3SkclxyRMVn6D1W74BqwYvQ+yh5yTf6Tbf/FEespuHkdui7o+emfHXR0ZFylGmJnhxSdQ7fArF+Vb7lHGBrLx62GIZnGOXsh1+Bk9poYNkgCUa5VmMvx6J+VdzVq7MVoOT2E7zb94oAPofHc/n5CZJDkneSpIAE0ArqSKQQw31SbeQFH+O63C3XloGKe8L30UrnraWQTPZekkaSbkZuZdrt3cfYAStxZa0cJcrEPUgDiYKVRlwggN2L9Ui+GNfPR4mfgUvnj16eL/fLxZpsgACcxl9QrptT68pWskWigI8WZZB7WU2h33TqMOKDPhMPZunejwk7cjuQTqQT9XhjOM8j8CGHMs1YiMfNLgTwsMMaPK6ghQvA0u7b0CFu8vC2FnRamGtCPztZ6kL3IbLr9cKey3lKLemsOK6QER1dsLp3rTi1nplanZJsZ5WfLpiZIGibWD3jmmDNxMld6qXVnrV6TyhiprpaEc3YAR/E7ivKsi+3dhSn1OZOcXYg7zuZ6vCVL9yIZ+JlX905+1w3eY339hBrTalfyKV6zbFfsaQg7arEll+ynJURnE7XbRFBxXehhks2sCJn7lhwtT3oSiN/FJM+c0r74jPTsZfAfEu9aTvJy2z0Tkmc8HH9UWHRWs+rkp8TLpoM3vfckL7t9YT7+Ns/0Ta62fbFmn+J89jX3f4pLLrtsBfOjmncUAzuq8y4fjlB+1hpdV/8tIJfsVbVW4D7FqfEO23yeC5gRVz7vD949rrVZ/yIk++A1iMrfUPybm6F3d27DbTkQl6Ti4mwsr/d/V+iltW7KQfnRDCy7x1xUSZqk/eQZC8VdbHEiPX8HlfQWUnm2LRdxIB8nDWPIfOpD574bJFbrSq9vX7GCpx+O7MAYIVgvcz5WEROLD/F2tuYQ5QRNycS1b57/HHT9oaufmkqR7ClbT30TOzk+cRXcCKl9ZpG3sXMV+77UbOY92kx62ycHjoCHYGOQEegI9AR6Ah0BDoCHYGOQEegI9AR6Ah0BDoCHYGoynT1rMbsgE759ga9XIxM1LHDX/ggXmXZGg7SsrZdbFrDDwQw5Z7yl49Y4LHkitQlrxg8oaVEv1g6ztJtyxmhN9XgEVllL7Qvq2envK53ZtmVmxrNeOaF3xrhtzQmtfB6XJySW3Rq3hjjGI3t0F0uGLHJ0G3ZXE+05ITG1C1j8aIb2XZ4Xo0LbXTRDRR1ppaPAPIx6mmHBY6O+wueg4e0uZxiC8Y5tf/3mgCO203qEpKO4+TqB6zptGYKGHY2uxRmcboYnSFv3Ncy+2aiuC93lA2Yjz9GaU5LSTDupr9BL/43KwkgJ9lTNa6hkVtzfgnAkHeNFKZxZwjgBaLQ5xILRcyl8h8jeJiB6lhR/tNvBpT2Mx1vHLUS+wJ57HTaWtqhuNjO438e9wM3WN6q6N+FONNFcSPn7bTXCefEVbmaVibylgTEAm6VVMVlcVZ1iJvPkPWYLoQDt6wCXytk/MBeovMMKTuwl6ak1JYmBIX1fEM4lneR1sEIFlhs6ut9mSXXv6IvsEImffiZsqiofR3v+vDzTP64rtZ9gosInJTSblUxzt8fJJdq721yX9hj1/EWArNNKpTphHRB4pzVgWeOOUlEsR60VJ3dX9d9rl3cYNyz+K8Uucg6fedLKbHCaGHs3/yEvqqLZUly5bwTWvtvty8J4JJHAnikb6+4AF7dbxncnVccg+k22/ednJ+9tLrKZd+UXB20VqY9xW+j1445K0n6tblyoQR3g7RjyYNTi9v/JP6fiIibadBIfNvmgXR382nXzqtaa/qidn/dETfLK4sp0oac1SKD+3K09M8fXaAj2Y3F6vrvSKa7e+rw4iwFwj4nOe84+JJ3ADLS/uaBhGe1LWTuy/R4Yc5tyR4JbfMJInfe/VuI4No/whIqWNI5AVw4299KRt2KSwJP6/+grXX3zTtKIS2AcMrJJI/JmqgXX5cxyQX88oOQuW9hbA0sMmoyXiT0gnIy5ByTNckxJtkLgzlo1S259fd+MtjqgqQVtrH0aOZbtHsHkeJnVPLmHYgVsIS6+J7q/epM75XSb3QEOgIdgY5AR6Aj0BHoCHQEOgIdgY5AR6Aj0BHoCHQEfhAIoJ+LZ1N1tBC+f3NLSYjCUf0d+vVVQwuMOSb2j53xxrpbJSz1YlkaRzXNr9O5vhC1qPDUFTZ9odzK3/DO6raCGBKh79Z4LOpRYyWq+xaj+dZYUytguRdkjV41OtEr6wWjD7fg0n+K1Rxx2e4Q3kj54oZZ+baiZ3gtt7/UIOyw06r6T8go5urW1Yn6aXXm9D0BHam67RDPcBmzhq5wb/JT8cCLPloIDTHgybn4yUxwBOsZT6CjxpeIJKdQ9TjJ9w9PAFf1Hv62GvGJTa10ozvPWD/tJVEk0EADACRS3R940q0lVwddEkMOjtmH1zg2fg2Gh0u53l3BL4pmI8LoNHabCZfK46SrWv2hIw5+nm1CG9IYWrDqb3zeQfAdVxxsjXhqy+sJqgz5MLkIEXKko2mthzzrQdfUuCvGvUCtOlAIMDQeckNzQJKYxk7oqRaurEYwjjEdePmQTlCuFMw9JZBnHaVXJVUl2e0XDhOJO6Y967XJowSjgnIzRKGDXPm0oGPCjKgFwJUkbdkgpYPY2Y9uuMSaUMLavaHZb/UpaNLum9Ue2Q17W4ZFDmz4rpWq1KStYS1tm2uEWq0jwWp5P0V2XBdP9AFfJhlHYuYEaJl19FlC7tcpCe1FWC5DKEtaYwk4MtHhqSIyK/lbgq7dI1vKxgKcBRY7LBpv3F/ZFT20vX2gCFzRqXLSb0nosYXMH1zEYj3Wm45ZsaVPOHekf1fbVVzTvhxnibUqzfkH8hIZByxYB17UPsgiFealYHESK+LVpWVdflo095/VhcYCYV0LApCXh+f1S0bmsLXP3QUK3rc9AiVILu5PLY62uW0d6VuJLbfXHjdimhf+coAA1iOCL72t71QZT2FaGDpWdbG8W2qxh25PrLDjJ/Nn64MPineJ4TmmhZd19HVKlix2GJiDF13b54eUs7dPlLR6rV3I/lDI8O2bN1nwfsLNybiywIP9HGJha38l/bG/tzkxOb7sKy66KcC/6r7kaF9mn+28/Lc92NPflOv8o+yWmSNyOB4zTl008TNy3Ejq3BMn47bgOR/mrJd9jG19afPIxzuEMTkffkM5LGzinef6OqE64tGK6seOQEegI9AR6Ah0BDoCHYGOQEegI9AR6Ah0BDoCHYGOwCeKgHxL6eEEQN0pRhsoPieMTOJpcIGnQV+b/WE1MIIgbiRw7cGLhrSUlWZwtWCWp0/pGTX2QbmHHhQDkD2uluFkIpulqlP2OduMTvAvu0XPkLqC1oDFP7mkO/pLrt8XzA9to/pI84YXVO8+R9fNVn3hC+q5jFy4A72BWiziztmPdTOykpxFT+qj0sO+T7KkJjOkoigJZzmTv0GQ/xg58XIJJzijK3cLy6anLlWzifggy6SREUT1rOtvcbSekU9dboXvNQFsFXRbKWnHCf+o5IQrUDtXXJWChY0CmaaF7QhJdvudLid1Gbr5GC9I8r1h8oEHgfdjQ6Qp+NalrHd+TYMxaLX63e5Ihtho1QEkENjnFTekWp8dVxykt50alMRXDTXBmKUDAfqU2WJFDn26jwOEVazZfF61aHWT1NTPuxa1LOdgsODmVYtcSGQyMkGFq42WlmEdC1/OIetGBsKI2wEta+NWm28H/N2gKJIP2UsVGScHzcym5PYrXEpn1IO8sa4VCl/zdIKxD4Px3n1htRJsmD5Q2iZ+s3qVyMmW18g7hKg836f07fI2gjASAJCtWn9Y17JoYRDTWKxbh5oAS9q7+HJN/WpPWSYt8cVV8aQrhewBqxWwoXDw+Ppgmi0XscwfvvO1roXQ0nVD2vcs46PV5tm9OhWzwk2ZtQCWVN1BrPnJ6qT0XQnxU9x72Txxo6weaUHzh1CfIICzeCVpWpsVDi9FQzrRj9aqI2Ntjitz+rArryin8Gl5Py5cIWn8Qmx2nmWPaon/mm9p6xDBj+fx/BP7A69Z5orDLS6g9XDAC+syPCVrQ4U4yLfw42HHQp/sB89LU8lN3WJd5vvyqzaX2GdFZFnYd35zXd5yb2WkS3BR19vdHPxin46bH9E2P+PlzT4T4HeBYfrRy+WqmFsZXNgPvVLelT663LJYYah9qx/NtcnGMaObPnKY3esdAtiFVL5brxIYjducWzL6w7PGvqvo0m8l6qlD1eIqhfZMOgIdgY5AR6Aj0BHoCHQEOgIdgY5AR6Aj0BHoCHQEOgLfcwSiwIM34IiV6CTBC+E37jV2w5Wx5KF6RR5P8ciq0Z7bw2EkNmMUqVFfZfGBOFi+WkmM8dDRrmz9qCJ1P/wS+eRkFKC09YoqXxOtI15Y3d41j6E/y1jlysJaoAXwT2tfdby1FSgeLzEkGvQsGT2t2lHYGnSUGhyVt1mwXpBv0eAOo9IgSLyriahc5IpO1iy18DbvfTzaajDKY2VLDar0VASssp0fJPGI0dLt/A23tVQ2iGNO8vU9J4CttB8qpavh8b9QfMuSf04HgkTbyFT3fx0hCITK56t+sSVzSBrryzwpGEl0QucjzyjOLrXHanNltcPASg3N9idWHyhJI/9CEHBDl5ljNvem07G3pxaTRXJ7nX8fIm0jSiUClWs6SFqAMzAN6y8gW1zF4Xl1fHgnpU/HZJig5JeU2UNeu+cxxAluAJq8xq1cP0D0YKJ7WQi6+bvdDRukjzsIrAViFQGsi6I6TSJ8BMjA5TxLChh0n7kS5CAhxYQp3rRWRuAWP4ne+VX42hP4cyP0dEpIIghr3TsHrEj7QEHIkckoQEpO2cOZkEL66e/fejE23hGyMsbJe/u4kMKJaNE3vXsVI+eOSXxdarKM/JR5JLZCOop2m6A43fBzTEpUalG5uhdo+phSG/+dwSwkmMjTdh+xqh6OLxseMokrR7X8I2XpQcA4RE9/d09cVj7MWNaOWIKWlGUR/UgOT95O+mABuZy9V50D3ITeHtgCZZ4u2k2wIhpXFx/rRBh9YSA0/DoeD/6K7OxdjBsI8fZl8mCGSXn6Sr56IuBEq01XFyxxNe44cpGKBKsWsafxc0r9wjNfXq5WY1z5ohXXnV4OtISn4JofHqh8y976AE7cMTM/GvxBMeLCeICsjhU1ElqXd4XWAMg4uqAFN+vLDLHKGHB+kcBupdQcQhRf3BQcHL3MubK6JQHtzF4OtU0BdWgStnIyZpvUtqkY3P2056djCGDK9U2nNa1z1rz7P+SuK5UWj6wugve3p4ni+Ab7yMjCiRX35MS4XChxLtNj+V4Ukosa2VUPSxSTxffC7ndcMVe38f/yLO8X0u90BDoCHYGOQEegI9AR6Ah0BDoCHYGOQEegI9AR6Ah0BH5QCJR+VF2amsQbOK9hYG9aOSUNduA9wiWhu4yHWUjgccI1MEZi7i+rVz4VfKVyq7w+Ah7zH9H1sjEjZemdEr35qhUwJDUkZelN1QqiVXb7UJ7dcH85YJWLFrO8+arTVMaS9jpyVl7RgApFikAfz98kZ6QnRMHNHSNYvrKrt4ZndDtLdOwa3dU2lnIK15evskQTrwjTDdurSgD/CJ0p+mhkiiHhpv8XF69jgLlHb4+OdcbTqmR/+CIjbOF7TgBXw1SrYaUpqavJs7wNnX+fPTUhKVRiQxbYyfawCjMWXGNrMDqkcKUDBBQb+OODkk8IpOthLfNi3Tt/hswQavgYL8srGhF59TGeAY51m3ty7rCY2rEnsI08MJCu2d3u1rw6P8VJpFG0NJCf7APKComJPVYl1kKbIogY++EbKzfPJUIkiiTOIN9H96mtPR+t90ehbUfXhW0IYDFioNzgenXVstZBi0y2+yqpp8DgGtfUuUs/kfyiPdyA+7D7hpj4zncS3Ygmol0lHPFlZJc1bw1c960d4rYcsm0juqrAjXxRjpqtNjnsC1A/Ys/KmUH31eB83WBb0vaUfZAcnWYmoq+YALFchS5fIMeIkThHAtgWTp89kyTXvgjs//YNMD4USZk6cee9Ia4dkDULE2jvKe6LIQVte0PacSNvI8+dMsU2vbNIeVsndaLPjriBdlGAL6ZnKGRLejSkRPsd42lm5dbKi28c/hl8fWnbD4whTo6SS/naODu6ijaftA2p4pqCFI49FsZ8t/t/pHaFklgbXjbq4kpYbMyXVEri3OQ+BLqg2Dmv6rbjHSF1pA/sWbRz0B348C3laA0u7s+hizyRzzkw0jlTkvbrWNFnHpLwvkYQOMa/44s1VUhmH2BBC7LajxGEBRscDDnWRcY0sRPDNgIu3dEPjhu9J2i23+JblwSPlf7xttqep/4V/9wCeCRfnGHw8v//KF2vF8Rp5Wyl3D2InJF0ze4ClCkr9FyQYN+yPR6Sqd27m9vT15lyKW/gx+hh+R3V9MdJ8w7xtjyfLrE/7Qh0BDoCHYGOQEegI9AR6Ah0BDoCHYGOQEegI9AR6Ah8vxGIPh0F4xgDLXTKqPzG/Reo7dB5o/fW46C6vBHd7Ypn1AM80jJs3iFj7IQ+7gMhUBfKTraUQSkoAA+Q1PP6JSSrXkQ1rOETIzhIbAz19uiadXu8YNA2ctTQR03nSQ+Zi6t8lcGRclnCf0c2Sd7Ppq/BUznki3xWemmQBcrPkZEP9+b5W+LhoZfz2hb1ukjKAchpuKWhRK6Gl8Oqm2otqEFEglBdsNiGu0BavdZyz60L5wP61bjUljdMisT7nhPAVDi1Uatu5Qlcs5MhIGldKElBZ5fIQ3PvJs8jg+GzAXewEC6DFqnEjmtUiYIG4NbNkt8HfqkEL6tNVO8jlnqQH7pZHSUIINRidUUcB04p5/H/7SBmMMQFaQaLHfLjQiMoLSFQT0UGITjsglaxWtyxoTcWoNIcJR9YS2xn0EA9MCm5vyS0Iee4epU0sfIZ8FZwazvuXC8oQxEvERWYLNEVMTssQpdMiJbmhOTgUl5lKXmcJstlMPuTLhDu7GEs8W1blHW2ad8fLvDNBI00YYnA1b2AIaz5qoK2gZ0BHmKrZAVc5LKWTlKsAsL0c13+gMwsiGhp8uS9XzXBWFphJvlnX/2ajsykHU69iDhhRHA+TXbObedjW9uPTOAIoBUOLgywb7yPUCSTLYAIuLnAwhwHLC7de3Vxf4G0t3OGbelTJGiytWPmgy0rnlc7UW/7Mh4EVi1VsQRNFVu0Vx5t1uwBnTJ5GcZNw79wj/2AI6diFR4SeEWHSsbZr8XWz1kwH+SWVPSFpQV51V+Cjc3gY2Ep2nfSnWVxflrlbH3MZPxIqAUpvwYRZPTl8x4CWIzNl5A9h3n/zxDr5WIZN9uKmfkuUe5/JYJxEnE7SqT/LHOS7uldrnLVwEINF+H47lh46euy2nasmYbjsbu3NqrSJ2XcxuLsPhf7f6VP0Rf5cZH5pNUl0bdMPHfxR+pgPc4+F/F5pEwe+JQMkP3mPd+yuOK33OcHgDnYP86y59Yx2N7KsroXhvP6+iuyZb9i5m77m/OhNa1PS/ZIZu3xE0dnilpA4I88Leol/re2fCJdf9QR6Ah0BDoCHYGOQEegI9AR6Ah0BDoCHYGOQEegI9AR+BQRKB2dBKQ6QPR1GgnCd+3jTVRPrAd0ehoeYgWMfviA++IBHba8mLrJMoRDx7fpEq+NYdwro8I8GQtCmOIR1n1tdVeth0mUqxRbOsoZHkO3zBoGxQBPkhp1uF49rx3U74tbuA2xcA9i+JNRPm5iH2UN3BKn8RvqYtGxop/da8GMUekCtzWoI4/O+u160UfrRrvYgDOkvfsPT3i63MFryLNVaXxvOmbbUA5LdjAeOzGw2YHjiCFjY0RM9D0ngIWqdQY7jaSHDQlPTkcZJ0y0QwJLpkKKoMhOo2GpeMN+wAt72aogTx4BTrKl5cfp3yNs8lpu/qjDPh3OPWARwM7IIYMGwnR1NYejGDZ/R4erFRMfJ+g5QVnygLPlixP+2dn6OvLGvYDWbHkCGUG9EH67ciWC2EPNM+m4V3ORqa764Jl5fUiQTvBDOeA44wp65lxidbcr1wjK6cQXcbmbOkZuzqmn8xE7R0NQuLoDskfCi3vlA976vS+c8BU7CUvnOC3hdEHAAgasgIsE28pKPzUqmPmRREuo40w63TS7SECz/7gluDq+4gWu7jfARLRnQcUOC86B9ucJZfv8nCyyfR/7MJG5SIP+cVh/QzwtAc3H+O8LtceuJUPa4hpjiu98J0xkjJiMuA3WunFeXtXD6fMYtArnQrJyAdt1ZNWP13yO2Rwjv+yE1qrUtms6IW7VcTuxi/cCH22reCjhiEgTzWP6I0/SHyyTm07+ycs2sO9DsK3/l9uOu608o74kkE8b945hafuRVVsTrjviBjrwOG++BYGS1bHpejR/oDjOlgWymr3RM/elLz+Tt495EecgXsg4YL067X+U8R7ZHCdi9K5ACeRjlXVnPyPnjoU7xw5wJubxNO1as1Dd0703r2RW5g0sRHHPZ+8/vqjkmNOl5Me6tHeWdfNT8X1fZPbD9ber08pjhHT41p6XudWVY9pVdvSpZfYn4j/z40YX7+SZfmD+lnceHpHvPMoj51l8Qb7+IF3X3yP935BPsvnteT5SVL/dEegIdAQ6Ah2BjkBHoCPQEegIdAQ6Ah2BjkBHoCPQEfjeI6CeNgYcm25wRaeq58f9DYaDbIk6zHjFxaBI0nJC1zfDZywaiRGntrhUO6h2s4xJrg1Ico2OsXIOB4ROfcTYZMLzbQxiNoU8t5ECozLJVfTWq9twohPWG27xIdeVrvEwVby6djXd6EJnPcbKwfjJv61gdKHqRNEHDzG0mne3BwlgjDM/KlCeZcoJzAi6Hj7H2I99fsFv1YLadg/PVnpg+USDLSrWbn876K46/BI44tHyB0AAp471Belk0+32ko3UD5+c46SVlSbmmnGjvgaoKMdh2uxMMz7Gq1O5CkKyxZT58uTDw7HjQSrZ6dyT2H1ABxpWMlvT+BrP1IyWtGaLRLeDIm6gNemuhpYwkfTaxtBVZG/yeWzn4hMrVYkCytbCWktg5WqrSOSIlUtCISs/nHiyvzHtwL66bpqtK9URK+ZryluVdvaobi/hX8GJgwmPC10r7yA2XBQQshHcWt1s+XzE3hpYb/f9dNC5EsW9VG0WH2+CZ3/k3ODeK8OxXPKTsglmrMiZIdcXJ+obSODsudrIvPRi7imAoR3pPfYP5LAdXPXR9lStFR8VOxPBMU3de+rbuj0YuD1RdLknZ0StWoS6f/VNCGhHV7lsaPLdzcX7fqgXrhTEVHkXrIArrf3lfUGS3nx3tFkmQ8aViyuyybuLKUDpVLu7pW3XG4GnrK6qss0nLDedRA/I64TvmK3Y9jnPTrk+V4PW/sqnywlfeIN9MwsUqu/Wtz1jC+eibi/79qjKd8K3b5OfxKjELRbhgyuajpmcUjx1VvKlRcDSI/MPQ2k/fUlRzqvOuZZaz3LxVIYXzyplJjiJR7FGxmXGHfjwF3Cm/RZd959X+CKD7aI9Z77f+2OBuXz5GSS1Lt8d52fl1AzwUCYvuEf+4Dm6tzzeDxYX4SwswuGHVs13nG6iNIlSN27bM+zr1eeYNanbNHxJW2vlbz+kldOWjm8bqeXQjqY/C8d2v9ugLf521IKc1VDz/A0yPONimTxrYYvzkO8d6gqJ7riOjMnSr/MyW3lnsr3wNBbmLszwB4z7KoOlbqCdr7be9MKcerSOQEegI9AR6Ah0BDoCHYGOQEegI9AR6Ah0BDoCHYGOwKeEQOnkSrutt1i2dBt+Di32C3SA8DHo3OTB1Chn2zU8WmowlusNprdr9Z7Guem71SFmi0F13iiUJ1wpa20boyIKl1pxv9sY9kzyL+iF2cpugMNR/Rjd9rN64adlOX96kut0V3vGBZ3oYcbIcY+elnIXBDvn2GYIBg0MJ/lFBF6H34Bj8Y+nnK50Bia1BazafXTJ4ObWidPIFpwa0VjuUcEvJyHn5RH55WWQfb2lnQf01nKdPzwC2G4rlYKCHcV3+g+3ps3is1YV0Kqy5XYiYDzc/hWSAcsjiRwU+UUWlLr+Ss32ZDat40m0ZZ9FGkwXruPIBt5xVYwsIXGUWxesKvEdvLj3vFW5X5tPl+WURdHIWgVy/OgQeSWBldn9SyFclAtWIwNUYiSkGXeHBcxR9OszfaKTrnH5qTm65Ny1ZbVxbX3bcWtLV0ZgAU7J/OleGXyxsiwCy4nwYRlmsYeU29+AKdZ+bqidPYz5pnJ+JzyWvj1/7HieLqSHbezgZG9MrTdnZB2YvLUUlCQqMte6tbLbEXGoalnAY+XMqpVh/BOrRLQChnCXpJRgI1wL70zg4gxhPbF37Ygl8KK87A1tKS5IeLosBGYScqKyTzjjz+xXq2W5L6/Im3Y81TEVeOFXXmimB8/0UbKZBiwv86Jx1QwxkjVxjni2zLcyU773uKYPOc5ccbOnjgesVVfdg3vvQk7ze1lo7b/m5aGsjJ24/tZKXXfVwBtRrM0WNtFydZTv8mEj0HRJMer6nsTLbb1AK7nYOzaqT7TUd49NvnZ0yYeWuoPkZfqlXgls5aKp78F4N8OL660i6Zf2bghHyWrcVe/Yw9rzcll8XuGLDO5fIJttmsUTyLjSLxfcd9h+LkQh45zfT/jMneOCEuZmzkc2GJcAntm7euRHScblVg/LaPjXPETpKRrB7HOMx8OqexH2Kp6+4loMaYujfMrS6tyOd+RLXO+Z8Xlo8ZGAR5L2wRAL28EfUGnvFuc8Hed5b3jP5/RDRBqZI7MvdUhg+8rd/vJIXmbzTHD8+Q72bwLTdfgt7xGtgDcCmLlXvO7X8ZmM++OOQEegI9AR6Ah0BDoCHYGOQEegI9AR6Ah0BDoCHYGOwCeAgDrf6H1nuI8ZktKtRcN94f0ULRu2O2hc0VXqxXDzFloGfCft40fCFP0kuj49rI7o0/dsfRjPrEilvj5WyRxjsTypX4b7wmuvfEHp4dVGvl3/+Fzdwl1ly9M9BDCyaZgZPoYyATZcC5KEl4lbbSTT0yZebif07mp61QRfLahfBpayOibXWEbrgVdX0HhRVX8rbscyKZ97AxyLRkvuqTxg8KoxWPGd9InPP//8f5PihxEguaKeRnMdIpdVA7p4llwZ93R6LDklKhwUcftLY+ouV9eTu/UvPKvu5OBo4VELyBbhSkcJFhXhKry17p1l7DMgIC/oXDb8shENdqxJohX5dxAJA4Mi++oaiQ5wTfkb8XNeTTHBuDplSaruJvCzc+0g17C4LhLY5+JpB3TwSsBAYCLiTawGcUvLpOPKjqfC+/C3/K0tlSWDg6lDMhQL673WgSCpbC2c19e+UuQWTyHeB0if+QCJEt/6DkbTmT/5hahouZyOr5HflmuEuYNc4nLEWnlaGeDkv26EiO1fhKYpFMN0VQfrGEqFfu1m78uBfp19l6strOr5pPQa+U61si9yldUvTOATVpfsAW1/dRWP7pYDC5iXhCXbefo6V3r7hUQfSejnM0SVY1HX1dazSMr7Kdudp+S3nmkiv/i34Adfa8Zp+oJeqYU9ZKFlJNyV0ftn7QquyuO3K6hG665r5fnP3CvXtRPlmEu1YeX6lHwVo77tPxLe9sdb94hFxgErYBxsmyPPnKe2EFHtd8hAX7aSgw1iPUvspCk5dPvLUgKjOd5YMGI9Akik5TRH790PrV+3IxmAG30pbqqx+ubFnbmUsvMitLSMs/t53btjvMTdcHPOSy6413Z/XRYCtOf30t65UThv+VhX/1gZNeTlqBcIE0hce5KL5BARtjvtycNH8hbfDSsxtW+uWgAPWNfSF+zDFFBxPHrqC8l0JKh5GZy08Hc9yvoFbqol0vFIQLsvjAMtgxsapqCBzeD+53iLvNPu7bhFJY0tT3b8GCFHVn2tC66gnW/rBcg5meSFSRpD2nDr42Tn/tQuPHFce7TdLYp/Z+Hy6uzBs6emrL5oL9ci/w+0u/2TH1CI5vybBQep/7PZ9QgdgY5AR6Aj0BHoCHQEOgIdgY5AR6Aj0BHoCHQEOgIdgU8KgdIAWmW0bOgb1V9OesDEg2V0w+gbd3A26t13sQLGA19iq93ctHN6ELxiOOmRVTdahjKgh8c6c8CIcMd+xcqX8mPsyHMtN9WFL19wDjcw/HU34SlS3WbqZjaPhNfo38+z0FQwfFEKUQv5GQQ6FtTbdpUjHNaInt448YGJvjLWuBjeLdGxy8kV5yRn8Fh4qXxJvylfxa20tFhDU4oeg0fIfQlp+a58Ere06SldoyXJf9r8EKM1XEHTtj8sAhg4rHc6DCdjOhVuniE+9jc6xYXFp7OXZSHxMNve39D5aWSJvawwyKB4vMGIdNVwPiBszBA9sPaH2eELqcY+xrrIVRleBLUEgQGrKUzj2Seb53/hoxk/aYqFMMKHBnEOeS5e4LegwHfD8fgkjwUoxGoGj9I2POm2tgt1GSHj4lLZvT5J/VHhNIgtQSJEFLEyRNbppvYClnxp7dCOJY8DqiYCW4NIu/lWnP+TOkAmprMZ0zitjpXypd/305mPg9hcnVxcvaHFsj7osbJ22Y5PjsW1kzpGXuXhb9KdMJPr4fbPpHOykLxr8bl8R7B8Cf1aqQMxDgG5LFh377cJPIswnEbtoE8E+kgkciKNv39dbf+OVE5QEMkhwmW73hbsbTWuqt1htSiHdmfCrFybfA/jcmofLbJNIaaSsrjSgPhe2PzdsWd/yNAD41PbEO2ZcMpfPAPq7tYFClhexnMBcxRPuL5LADd5qxbt6lhcxp7P7AnUOSuS2Kh+1grUl679eTtuSBzTnp00+dqR2ZQxDGa6wXaf4lgpu/ijrFirDiXTWTYvO5VYJ+ZEX11ZtLDwo8SVXtbhpSGkIdFv41qesbPDytbVUWZAA9Xe1KfcXp4zOWyRfX946vznYpBl/TfO+fHEIogsfsgY2zBoUGxELkmQpdyw5AeP7bz/Oa2BR4ew0bbXWXhNZzpLVqfk5EveseViBQhgXS1nTmxx7+aP7JavW/MFDGfeoevuJ/zA4IejjUNep3nPTC6k9cYrg1hKVdNW/LCbZ9yqM/ar3cXK/BuIr8y6R+8IdAQ6Ah2BjkBHoCPQEegIdAQ6Ah2BjkBHoCPQEegI/KARQG+mzg7FnTq7Rc+ae3TXbOumXm3RWyLP4wmVbeKW1W3i1HOfh4/UvRWnoiwaac64NJ619MXobVXvrZ6VKGrcrYh655Cr6Fx38RTIgUd3VZjn0r/13DzVZVft4VDc91Avt/BxAx56Y4wX77CRnmKMiZ51L6AYGiHfKueiTjfyv1WSy3TRPEcoykVHmz94mGmvdbeYwWdanpCJDbjZ9l4apI8WPFCu7gXMdns/OALYiqpIF5w9nUeWfhwlaVCxs2/lCoMfyygaN7ZxIDJM7JfKioIZ5l73pjaa+UjoBGuR+6DQiBU7uEHuIGUix6wiXFfQmp7L3ieCT5XOzgnpqqNy9tNdIIHd9FvZfWyMjwwZeAxI/yR1lcryJ+QcWcUxsHdnEbslq8RL9tzNcHblBPchziR6Qrx/kLAnfKs9xWcFW20/tVadWAGzg3hKPHFTrmNg4OTSQUQ/4bPODGpItFGf+ZI64u3hIt0xg2dPHk1HuWLrhqsDVnsDe5reYBVa5Jt4K6yoN3k991Oh3dUF7DLbP/5ITCdcPlcIaX8xJNcihGhvJm/J/bgujstv5HwBLuZltPRn0i/0ibiC9cVlnd4h8xFfCtBN87Kw8IBcay9giUHlNTTE6qp9F1m24Ux6p1Lr6MQ7YP0usT7TH9ygfmSO8XlZ3rYcnj4e5Us0xzJyjMxFFDlNv+AKslqi8ZUEsG3S5BgyTsm2yYob84EydrwAAJoya+55SNImX46+kMmLjGwVjo5pxxAvHwjMkO02ZPrlZW4XXfXy0XZVcjhv2O/dW3mHi+WMM3K2/Ic+97LSX7ZzIiakirrffZX5aGQxjX1Ryf22tf28LlSqImp5e9AmIz+qVn44DXqQwNVGFjykskHIEUe5fpCHo+KZS/Z7FkUtbLX2zl7FPjPPjO6K9wYpT3UyH/LTnBZPEcvyR2Rg7oL4d+5Sjgh1SlD38oBHLGpw8d3EntQD7v1rP/o2XlqiLXK7fNWRzAmOsYF9NlxUcQsBvOz+K4sAbKtNysTrXx2BjkBHoCPQEegIdAQ6Ah2BjkBHoCPQEegIdAQ6Ah2BjsA5AmrP0KupP4eU3GlggeHdOGEECcnKxosQrnqddPtOiUNJTrbfUz94zKb0mMfLq54gnwrReDZVFYmBEjppvchOcF6rVrfqBlVf8he9LjIf0F+v6Ns1ypPTUK967RCdLV+K5xaX2XsYff+kHllLZa2m1XWn8MLI0zlYIxX6Vj2EqmP36bVENB/LqfzULrtlIm2qQaMegxdxK125kYqbKQHUQduyA4ajplmQ7wdHAFPVgCNAVl4nkq5qWCRnNC2HKXef0hWicsmehxIXMOda3eoiVbNzLJ/GWMxxmtzM9WNCI1gsKaWF7LGzu2+pVpAMTjegzh6MEhcbgZeOp0m3rSxZjIvPrDrQjagYOOj5hOARjeuGEB1kKTEVOoWyVlxX72aV+j9jrEKuKVvw87gp8yO3azpMx91Bl79Y+oWQgExOmhpQPH53OOFbkmQ2CbZaFmoZ+a8c6ROIHdEo/4hWZh7l9KEWalpcM+3gVnka6SvNRS0Jz8t5jdCPpQtyfGmtuQ4Q5fNPKE+iyL2AN5yUz89J4mPRVQeJNC2z7du/Ixr7jqb/2EbvwzhYkVeai/KdXEbGkC+SuIwFU6gjID6ieZTtoRPHmXm4QoWVGNQXS2vq7f617wkNX1s1LwtkdqWRMg4jC0KY0AuLczkdY+KDPFXBEmHD27rbBkkBlHFljlsFV9QUWX2eVyV97Psif2UEw0WX2paw/Hx3M/6KJhZHWs5s89nmAOLUIgvRu1Nm4tFXc9v21iLc+H/hBcp+sEz+sQQ277tpudNCky/H9LW8inln8yphn+r9/CuQ+ClZMLemTFLeEcW8aj4qTBu2l8ctnaS/Fu+Q1cvuG+YUyXVf9D633g9k7rMtSCbaNs7nEoiTrkNwBb3DijX98bw9W6IXH5E/xfujKaVsP1Doo/xwyt7d3K841rVqWNnXde0VDSmrnFop60Ykrqp/QTTnc/9V3Er/dH0rb79PffaEazLLGF194bPX/Tq4Z7XbBmyW1TWQT9lwZol+3ON9pN/53tQl+Q5r5ch4Jl/F5PabQkohpT88tYDmx93hD2RZ+5ZvQvDceD10BDoCHYGOQEegI9AR6Ah0BDoCHYGOQEegI9AR6Ah0BDoClwigFVbfqd5UUhf9tMSf289N+19A1fwUraFWo+oy2YQNzmY3/Q6SGPKSJ2qNzzWYl3lf42rjD6KDRqgRI0bJVvfZVT8fvbK67QqrukiI6x368Vu3XpQs1hNr6kec6Kdb7PfJV2pRdZ9q1iHPJ8vBYlZviANEK0e36wtIwbjKV6u6aHlE3BVOTuO9Fe4xgfj39PT15FXf1lB9emqKntu20kuwLqpLLp6k8Ur/X0ZspOB2NMsTUkBmf4f30h8kAdzQlFCKm1MqLLF4cNNkzvUzPmMuXbTJhoqcASsjFjZJ3mGBNNKAwkzClt2HHBvB0jKvvqS8m3Xh9CcaVhKDfRhVktuFIpNy1UcSdqGjHSB3VpT7GdAhfjdaIJ24lXCdoyRFiArKTqBz67ZTC9VhZZBMkNZgXB3ebucZaawgZ4ZVMhXyd9EiEbP0ypMOnTiJ8u6vc3yFTXHtFlrGuncrwwBsf4ksrujgAaMkEjYZ0oesK6QrH/da3WvNvHxDXPuKdSNpi5+rl389lk5ZkzO4rqNuZlm1o7XyqH98ZOWhkwASbX9enz6RgLZwMpogYReItCUWlU6a24T0cjHvxayy+PbErxC9vjiw48XFsrKurEoRlpcPIacyVtlgWTpLAGu1rPVzFXJPhpfcaPjmSFvGfTMLJhY8AUzsD6vbcmWmApRn53AKN9ivKTn920qmonXkhVX5+YLwCRa7R9e1YtvicvpMaPJVtK2myBkX4wMLDZb/RZ/9nPnKCdyFE4TUYxt/XvKxd9Z8V8f0CtKEVE8MerCW7qMrp34LGeiqJhI+0zhNvjqKh2WJDf3y4IooLIAlByFadT+/0nY+KwvTktGRZrA4P/XlySlkmDnn8Tex6MWFO7vdn3DNr4cA2iQvTzu9eSUX5prK12M795lly3W7h7D7vuvyWytbF/1Eep43WZ6pPvHvBstENsel5SgvcrvAYmXBTl7GyX2TbUt+tOrd5kutxfVE4Htoxw+K/d59vmkf+xZpai6keYKdeT332Qo6O6QP0KeTB8lDOGNd757x/nAaqXxJeZYop9X3JxabBG4vtQJmC4XVH4wXqaot7ubwsutT6eUhwpyZk1mINWaxCnmforwsyx6rI9AR6Ah0BDoCHYGOQEegI9AR6Ah0BDoCHYGOQEegI/AJIdD0tqXIk3DV1bL6y39CT/9zdIJuL6qCT+MT+SUMzNANZ6s49ZzoOD8uUG7yR1OJwnZUp6qxJn/j8DP0qm7ZSumoAVMPlM8z8SYMUpYDcdETDiNcnXIayRBF8pao7rzp29zUjipR6WC9IyeHpa37KGtQpD45SvQq2+0wlVO9qvvrqg/W8+KqHvpcf02cTdo3yVaJzKFI4HgHlh9aalvGYdSYRr4AHIiW0pQtumCu5Dgw3tKt9Q+aABaokIn0s6i6WV1wwApKX9muMNixYXMU+PrEJsaEf+8lvshxBY0FmsPi1LVOZ+Z7rVAD9JRbXStNdRKt9NxbcoK0lvgrN7mt+9jAkhBYefJ0hUjVFXRWRaSxUda3AXQq4rpnEUUZEAViTeLavVvFd2SQ6BZV9CNgSi6Za+DrMvUzyDPJdgczAyad1kyTcVK85+sevpFUaRnWrJ5wNcyy4MJ20mKZVTB5TukZ2GdtrlwGB7ckl+4UZjckV/Ya+Hn+yq+78h2Tb9Vfdd9qoM/qinVllc6gNbj3WMVxdA3u9Z3gBGA8OScnyWXGalmrctvoTtw3XyajeoVILC/uXT2zt/b+S5qyrMBfSrKVteo2gWoBilVtuQC2Hd4WGr51dExJiGkFjN98XoCuKNJPgK6HM1cwUdeotzzb1b7SApXNaqXtmku7iZ+VeWVZsa6kP/gCeGlo8lX86keFJnlKMK6shGLsL7rEsBwKy5yQlrV16+Pdi2LTfxEnzzchrSmWu/Puz/RdX06U11YnPSJwk68dMz7Jxxr6Ylv4MRErZV7YK6uk7KeGewiIa8Y28j5wLDlNB95g7MKGlXn5u7jXZs7GM0PiSNI/EZqcSmh885Pk3yFf9rqwrYNJZXKB2RP51iP7hvJXf6zfLowxCWBWpDm2dnpBSLBdEjvHVua5fJLzjkS9O3x28yXpHdutfrYZC2q487KwyZa6VZ9w1Fd7mQsf5zu8F6ys/BqxrvfZyKC7j0GlV9agSEWdp/e4JNe9e9r+KNRL5TsmeOBEDG0nas8PvNnVfdlnHTme6Z8PZNZvdQQ6Ah2BjkBHoCPQEegIdAQ6Ah2BjkBHoCPQEegIdAQ+GQSavhFlH3VWq+oRPT2qtf0NFr+bvtbnckuj3AI6zAXjm0Gvst6PHvCjIFPXaOn8bTrAWNbCG7lNo1yHOtHSfSN5dK+YcaEnHNC3jhiKxQIYSUtv3/SR7Zjs3/xVulFZQmTgQtJUI51xkjfQe+jngTYaYfWpanSJF5mxtpYXWOMOWt24aJZ+9zrSWS1xk/9Tfwqvu9egSK7ALQ9bWWLDw5SvDOxRrACS2Z9//vn/5vSHHWyQdGJMuV1hAHFxIyGAm1otzcKI0/ld/XAje64V7cI+hJAbxdwLzwZiGrA67TVAOw3Qyq1dp32Qe2SkDq7YoNw9loDLirtVrcTSuNwn4spgmRgoI/clTUp5DrMZP+USlImW47W/7OqRNccNywxSCANcDEhu1OAw1ilQNYSys/KBUF3i/x3rNAYQ3XjL9RT/rWcNz5b+eL2RX1mpgTvUz3DDqrvYkIFGzgixnVu75+buwCBasCrUTa376q6LMltvKkS9Y1V3WVUTPhqO8tyNEQyZUNJvnXz8kL/++5Ez1rWcOZyfyqP4MgY6k4RuzQ/zH+lJWtVeJ2TiIavqB0iD3I4vFyzoKmFmf+3L4KT08PhJT0LgESvDuMiFYB9c5ROSvXJh3qfulzk+ddWw0cIwK3MoW+It45rjXutViGpXQJ0I4FObHwngALkVbNtAzlmP2ssVtxT0gRUL61V35mkVurWyPiUcz5p8LZrXlmLa5M8eDVmsApYLz0TH/nY3mOoSlwaSGW0f6ms97fOHwzfkpCvg87xS8ha/SmjytaMtbUjP0/2E6bUU1eKf+Sn589QFB8axfxrE5CgftxTFJ+2TSF7b/kSUXHW11cJm9cv6LRfgmhUCWhhbj4dDkzNHCsmiBNrLPXan3c/J2/FDDn4RWvntuu4+9r2VGxyJg9V77tC3auHQH5m63NfcfCvuluJ4fZzZqGemjLyjGdcs7tjjwmNgDwd/QKQvkkfD6Xn5WknnstcPgODFaX4o4bXAvYBH5lvbvso6T3N+Tq/iPaOrFX9M1J7pzOl6QLCFg6/l+tkAPU/+6Ll9rqU7k9vFQoKCJ4vImP559vzR/PqDjkBHoCPQEegIdAQ6Ah2BjkBH4O+LwOP/r//7ytFL6wh0BDoCHYGOQEeg6UNFYkS/Fi3dtr3oQe+nbIkq/yLnIl+kh0y9nKrHXtmKTb22usxNK821OVxTJ1d6Q+VUv5tfEeobIU+1Vh53v6JIdfOUysd7mgfpUXGPbnx3C1dH3NLHq1c0YtN7cvnOoHT1QbbIgxGNxG7IX91AywP5TJ1tabs1elzh4iZ4ogXjxmWHJ1P019Yuen3r8U65KrntIB9guVonQzbzN2Gos6x64LVdbblTaeKcazDSkvrTIICFIYplmgDMBhrQ/VxvIAU8ClJM37Fc1ZpWKzn3Ax51k8pgKYK4wDbuNQfA+QAl44ugrKE7tKxdVMJDH0AS6IbzuIexnUmLW8y/97gHDsHAPo8D1ojWSmtHZT51gYsi3n1xIT+dyq4IvcQR3BgA46DVGKsR8N9euG2DNCUjH7cniCMH15J9jN2ndpNXou155uPJOlzIdxZT60pLyYoN3I1+jgvWib2Ld2Ir6oqrBZ7NTjwDdBfySn64UkZrbMip+VvO9Q1fg9+4Wha3NEn4xNdj8tHpSEWeOSAP+MyszBlwVb2P9bp7riKkAzqR7hfihLRkoYCIFgm87H5DfInVVOx+olfeaWXXEWGxSl7Bw71N97hYnrOZe5NRUA1Ple0k6YIGpnkswhddK7O3dRGKW+pqjrp45rvJFyzTmLQP6d0AfYWsG9b/ATZYAru3MmN9K4FDFXIkgLfrPAfXeu6REaeFvr0DAngYcA0usZY/e8zT4STfQ/Eg03H/vVshBoevKdIFE7al/esyWN7lUGkgnSSITE78xL2d2RMaK8vBPsWfe1yn06duZ2ke6VuW7uyi/AfdCfNDwrkp1ukSrkYgnI2Kk3w8bM8r1vaNbK0epnM12siL87D+P8r5M/0isyGJHx9fDc8cqYuLHpxZBghWXX5L9kO3lq9oybEAAEAASURBVABn+VxidyHV2cWGSzCq27rlhv3mZcpO84v7mX8Lpkpv3MwYHFOrJPCHQgVBIA6fRWt33F7fTF9z6ao3W4is0h/N527bbllcHDbZLu6djTfqukdG79zOv6UE5LSdqPjjdUduMcL6umqiFwIslfP+Ya7XA8ExcavXhQCPXDwkq+ltf3+Y4Bp7/oZz+6cLLV6T9yNF9tsdgY5AR6Aj0BHoCHQEOgIdgY7AFRHI/1iumF/PqiPQEegIdAQ6Ah2BtyLQ9KGmV7dm0KBjmdxqja0LJX21ZsX7oLySenY5sBVL10XOCWMMDbDKIOlMn5icrvelnJEP3anc0YxO9IDh4zJ/jQ5YTgYyleKkM/TWqd4xRDC65+Xglq1wBOhSo2+Ofva6OsPSJ6tHtgz+wrn9E7LJGelhUj1q6X2zjZ/Elnph5CxjFrwuKv8m23Wkq1xKNvSkbgNLmy0LnnfR05Yu/qR7Vh9N6ysFB3XpnxgBXBayKrUhVejge1z/jjtJAa3XxESyBZLF/UEhhP5G59cF7chKCfX2WR1hR/U8x2oAkLxaSGNuuUW3zpfsvm5GJdZG/bZDqi2Qpna39Ce7FidajY2w+vQABjBkVPYydlihWN/kvXu8luBNbqWNCT+dcZ7Bjv11dQUdC0sxDo4bfpKFyD3aYZMO96SkkeAKyWXlNtLumnKe9gtt7Yj73oUFAZObe2vSD7mbclupDhrxhazhtPbzdG9RWsa9anGnOzFJUvNqB9vjvSFFtv6VDkcbSqzSnrhG2A1aV9vuDmQOdso7QUy9WyQNcSFlPxud9L+hHsgrUUV6k7Z+cSeLN13GYjAtyPjCMjSEUcYV8kRMK1chCzI49Xb6RghOqSCIICd+3Jrv0pe1Wjad/avSvubb+pmuTdIWyBTAePln2g535eDpxuiBlLiOmqRpoka4NoFuJadOWtQqEGnzwoRY1QI6JLAjVOrs5QJftKNjnqQHrEJ39E3dVRdS9fJTSl9GhrIYzWlK80l9WoqSI6Qf88iEjO6x7J6rkS4EMGchRVulKz+/L+TabtcLl2qnjhCs41fkpwUrWfui5KTka1JuCc+zz8QL2q4647FSS/op0woR6Lhad9/Q7yED89Q2uD++lO+ujI5TZTBj3WgPg/sAM3a2nLg4pkkT8uR+aG1+LrTSSdJKWEqcsyDEYlhYscx/4N6BJ6aTYK3SSuZTq3jfWS7oUU8J+Gn3y93N3r3e/UFhfvQpQ3A07nkQA+81uTy/+/HZKY7zhXPWSLvXwhXK5XHDzuP9ec/nylKfafclY8X5nCUPWoCTgSWUHJbXPtvdi3m0YZkE+Tq1GXOr+4gzblyisGL9v8NVuS7221g8l7Odn3LqZx2BjkBHoCPQEegIdAQ6Ah2BjsBzCLTf0a8/qjdo/wep3/r1fw3P2/9JLP08js/ufs7jGr+HjkBHoCPQEegIdASuiUBp5vhGx6YuUO+N6u8m9HnDTu4DQ0L+fGNrr7dCwu7W/+SojhizuBCv3v+Yd3a0xNHjWmt0gG6nN8mtaKiptS3EdHSq/IaAwIw3R04XeDq9BmqoqUY2ulmVlgR/17wntN9FycOs1CkjWwzq8Ma6Uycv5xYrZfFEd72VKZHun1uj7th+U8NTMtgQNrNkmKzf94Um+VhNOCl06dMeb5fZp5gHFzp9dbDqva0DBPUn4QLaKoNQuXil8woI/9z/1UZa9vg9TwNKsmp7SOe6gYJiT8vB1QUQwBXaj9mPGQBbIZcH5T52FBtauSQAldmmtMsX0WH92v6u8y2ECfs8hkhN+stsP+4qw1iJ6IhIDpkqqbHoCtpOyuRx1ldpCmSG/LAWEpzzdwxkSXfOEwK1X8dUdf8q35Qaa92SdT4wWHWJoHWv/7nJBHkqKFIAesgd6jFiDewWvYfDn5mkWDxAnReZoGvKmmrXpJxsJVSwBB2zZ3GR1UrYJh3Pz4PSlF22uPsnUQlpjWvd6hvGNtb7wql8SmN8/TeDK/uG7n/KRC1xaX+1PzgBncJ5qxYJp5yFoUSQJPUcN9vssQqxVvg6Dt8XUmNnTd50LqrICqi49K3+uyFOIU1CjscXn3UoGelAwTQW79xbYxHOC1OCXRGpVNXLi1cGivCVZmkD1v2S6QMLFKodS66S1nybnI+VsclLbu6zuucFMGJhuUisuqpBLMzi4mXxWF5137FrOufMBeJ3dN9v+qU9Lvkl2nNy1XO/W/t7zJxmzvHAwGq1W/eD1lo5aJQAT3ybn6Ry5n3OF+aYobUz8tbCiXpuNo+3kbg9FLxfc5kuq7VadQ44fOc+0L4znL+Q4kiAKtEpeJUy7VNgvrIAZceWBHte3CvWwPbLIwFs3DTOKX3yzuVj8rW4KWnLwV6dZSOsmvtP7uG+PvOscUq+SwKYu75TSJX2iIysGpOkjqcE0tS/VtjZsfI7u8HpfVlP84Z4SJj7s4T3gVbHh99T/vXc1V/K0q86Ah2BjkBHoCPQEegIdAQ6Ap8eAue/v19X+4d+37cczn/nPxXP+OdxW/p+7Ah0BDoCHYGOQEfgegj4rvXjO1ndJ7pAOA49yMopydWUkSNaZ3iRca+eHT0++9gOi0YtpOPfRxHAFFYBHWCkVEz0oNMkd1AWyggZHaFq00U9rjp7dIXrxmdoJFn12/J65+Hi91H0/6IgeSpvQEl4ud2hmy/+UIMaNLUqdjFiKj4OhpE4K0aCWlPv1GdfyGRN3xtKR5uyyV3jq/0NvAteL5sx0amEU/uL0ydFAB9/bG4tsKJcjrXino4/4ho01pQ2rvuWAqINfID8hTALsUq68CR2Qk8I7ZiLD/g6zz+WwHQsXaPqvzsdUcu9Y30QVStG9+REvln3uazisHu0upel2gcIepal/d8hjFNUpg9cj0ICrlqNQSA0Wape4ugk413+eL4w0cxsQD7qppgcSJjnZ9lf8ZTB4HigDLE8QIQtk0QRFtYZ5FakDRilNOoZFcMqlIEJaF6wXGaljC6ja+q6poiUuomQ/VppQC0jGbnQJEzai5bghEf6ozK3MCyQiTN3IMZG3G3vdP9rXuKc2qWGLfqrjmnPkIfkoSVfPr5IfgySv6QsV/C4gCHSHvO2xBY8b9ce0wYSYSuWlZBVjtV63mK1lK8/Vh+FTOQFKBno+HeyXFnlFH/+F5KYP2UeZbcOTg4cY6WrK1zP7UX0eNzX6rp4BG8J2nTh14tICh2L2/zOU1pvuk81ba77hq29nyeAJUzNxWA/58VFLiNjTevqw0ErYF9Kzhv2hRY3CZ748kVYvd0xsfAjYmDF0Y3W1M6fIcbNrWpg2efBecg7vizbk3Occi6+jEndKy/8CHGMHReGnGf2wHnljYx1UlLwA2cfS2AXeEi4UnaOT7XRE3iIFzJag3QFeunMtgHuWTxm8Q1lJHmrYRMUwjeCOR5M7fizPWiZvXsB/zR9v2aaKv9s1tkyaXk+IV9itucBAjxtfVau4b7+sINgTdu3vBD3SFhXMTVPcx55yUurd9yeuKey7e6PjeoFpzy2lHW4+N5kafNEsj2ls83FwgVBWn7v2Mpgjlt1cEo+bZ5qdbrIvF90BDoCHYGOQEegI9AR6Ah0BDoCzyBw/H3/TLz8f7f+M7PFPP1uz424PGy/yz223+rPZdzSPBevP+8IdAQ6Ah2BjkBH4L0IqGuT/I2GWY+Vbi05aGCkbrmMbDQ6Gma3F4UnYBtGdYWGDyeAU4a6wNJH3mJMtYcEVr8cq1+fyNWpFzZS9jDGYMQt47RaJnj7GuHy95Hl+nuFDzyc3l9F6gadbQxiNt2pOu9oRdWPiifGUbIZs55MBwzv1PluArYjEd4VzFNDJL7QycKhqeeNt0uMBBU3ubdyLbw+nxgBbL1psvxYLcJjYcXAIJnKxsnuA+wPV/cgjVWX0QH2gLWU1rTuF2uTFngc/g7hogPqEpRBO892LwjAkMDKzDAOA4F8sWjVHSsdAPP5xb2ASRO3xaan3e+TCdetSHWt6ogrBM4IIS15NWu9yKB1VUl1fGMSlD2kFvGQ7rDgRnXUZ7r3tzgV88rfjRyjDP6tE0TYntUwWApq0Zg9l1P8SYbTWZE2jDLifbe7xUp1xIV4CJVMEsY0Tg299wouTRTy1PYXPxYB3LgXcPpsmwypD8Ua96Fg302d6N/r8C1kjxbim6X1McHb5K1+auFiKqEqycULg/1xb4Z/4Z54kvcd0e5clhTm0eLanyf2A8AlrG6rs2LpCpharoS05KduJSTeVl4w4hoZI5hY2IaEtGmdVpv6zA9jiqO4Tlhm39C/VxdeuMcqjwvzlu61R4RwdRN7IYe4Yy/g/YQbY60vGd+Le8TmpaOwEfisANtB+VrwWtLW+tBn7QPgueIOeMAt+ADJ7Euq0tzNi9v3grMI8fhnHVs6yf5YKjPAXQKSF2HFvMjhVMLprA11j94N0c1xDEGPFTDE+gqx3vauvcjwgQvn8IwZ25nGkGAdIFeH7Etec/3qCrKTCFsuDYdz/O4UkH7uc9tf0pKyaBPdYh/mf+cWe8gHlofyaAXWgghx9I7uQ3wH7fe/5shiGPKS+qwcWpomRzJvFy880vYuwnGhyvQXyFWslSHVxajl/hgBHBkzXpih2TJhnH5OA/neqbZq3ydBmnztWDXMc8pr8c/fb767fOQSBVYo8GH/51gqf5ee1NJUXzuV1M86Ah2BjkBHoCPQEegIdAQ6Ah2BlyFw/vu7pcj/h/y5fvxt75Oz3++J6PV5MLK/6w2n3/d1/dR3S/NUnP6sI9AR6Ah0BDoCHYFrIKAnRanJ0tCqw4T6xWJU40KfLHpBxROhXk4HtjaMESSeWTUSKn2v7391yR/z/q5fF35rQmi5Gu/A0cElaSxjCPmrbljd+4SOd4KQ1bupRi3RVZZeNZHf+HX/9xF5knd9wGJmA0SNxjByXMLFaFxT0kfnHIRvkG+PXljCGF6A30lo74NlfjPdV0C/WlrlVKbo8Dm6f/KsIQ1eQ9Upz3o4tsERrVBRRtr8U3IBXahW41h5Lf1iQam7VoHBOmyh09uxYqGF61rJh5W9dHdxQ2vHsvu3PCrHj/y+6ID+wKZxZ6yjHKQjVouDe5cigAM5QzGyQyTEIg8ic4GMouPdQPTVcCWmlf3wIL5aUzKEteJjgOy0AuaedSgiSomVxY6rdLr+lDDGii54M/CvMDjI+JFg2ZsMCupkw+UqSYSVW9xAM3B8cj9AzrgChQfTpOyY+GuhqFVtIre876d88x3I3zSdIxkix31DRzZwzwCH3FqCK30azC76zVag7W79FFCXCVrW6m47+B9X8L5O7ruEUdoLUtJJxj65IOvI/gKjbtZ95WQBwAmBwmq7Rv7TfyKRSjklqyTp3F8XeUes9s3XcK/sLZuXHpQxe9XSiivuvyfdYPAS1K1DldByalLa2pdP6hoCEGwHCUbqPiHzsnxDXFcjST62fF57lOh30QZH2npwb3L3VNYdhjKCl6+Syl65zj/2SZ80eVPbCOAdr/ynFfAArjv3echCkYcI0SS79xVCn/xDUbryiBfvxKKEiRf1ABm+aJ2O7IaS8ZSFmORj6u28PTWu5GnJWK09ru5d/S2JWIgjHtbrGWCVr/Igrn1ILHGzPA7/Sl2VzbmdGMf58KH2bVLdPSKlgiZU+0vMm9cKsboy7+aHyLYqrOY3kTdYjokt23ueu5NyEcDj8GvuaKVs3zlvR+O2z7Fw7r00kIb8ao6lvbWwXVgAEMtvkaK8JuKWZcMm/Tv9zfrRD3UD7Y9D+l9C3k0kbsfU6Vyu84xPsrf8jWkL1fuVvuRcR/66KK9xP+NuP60JJud5nZfRzzsCHYGOQEegI9AR6Ah0BDoCHYGnEDj//Z3/Th1/mtf/O+oXd7vp0Y+/v+98WpQUdnGRO49/9d/yj2PTn3QEOgIdgY5AR+DaCETbplq0dG7oVRc9AsInjfAfO3iwFW+y0fvxw2Cd5Qn+Snx02iTKX/SmH/P+liHSkCz6xFEDMHWDekfUSAsDKLgiayCnUTXBRTX7cS63GEthZav32TIqPGlb34Lg+e+jU3pBQ/NO1fWneEBpKmYDFtRFUBcm+e0UjNRhoymdbtC3upWhVsBnhnfP6LFP5T5+ppzRd6PfFbnochfaD35oh1zLiL5bnSqlR0W76ZU/QQL4BKLqaxXiEpK3gKUCP3urcuZ9CSvbz860YIEooaP11Md0+ZNc52fnHTAEXkgBCASEmHQFDVGZFiVREbvVOZVRi7f5IHH2DXJLpjJwUt+/Tw1qmlAOMHMFx54BIpEV3EvOVtdIJNbU7wZy68CEs2rSj3uCjw2WrCz+g4RhMC+zKzpcDYNFMm6BfWYvoCaeHINXfkYwnRhVM2TFLq4SaB9JKupChYmRDI7p3nOSCZmWX+PO2dU4bT9gCCNEdPjnLxPPZUmzfcfu7uTF+ezG5BDAEnda3Fn/u3W8zOHxq/N+aixlcNJzDElkTeOXTJLiYB884XE6M1HDt+QI0aOs1tG2cVHA5mpbuvEY3QLfFATDMt0XlzJ8+fFZIS+bi+DK1jhNtrsFnWpgPeMKGpCdL9ycXqvy6gPW6RT3bi6X160dKDNYQfYvuN5lpVH2Ar5hn1hxjEwZTZfJc/WYzHXfd06I9Zk5bURO3FPsXAhD2re8j+xT0tETCybcCzgugml7FyUYHq/5w0/qLnXbhNHKfsdCnFtdAlNO9dUXYAp+ycJ5j1ALY76oeV734uRUXgnyNHF8H6RfpG88LN8WkcOWL2ci67gasai+xQp8R/vbH1pdKga3E9PYNm+lzwX3VyzmdyyYkOjHeT4R+BG05VBx2ndr36fka3HbkTREj0yM95UfSs5Ziz/s+HYBwxqwSjZTtXGdo3iQ3r430Qd3uHd3fNcPrVOalJa43jONx4flbPkf03hC/KTIYiDcmbjHOu9ef3A5Vt/SP03ZQ0egI9AR6Ah0BDoCHYGOQEfgU0fg8vd3oeHC6+P/Kv3ZnutzpPJD/PxGRbpz52WXD+X1spQ9VkegI9AR6Ah0BDoCb0QA/WO9gTXWYgddtogMmZl9bdG28e7Pln48Wxe8REYPq35UwySOV+Y3Wi1Kx1f6+ZCZPJgPUL97jTJ/jIpQHkndqdJrEKQs0+729m/IjEdLeTqu1RUbw58xbwkXv48uMqD0kCnKoOb7M4xivqAgvNwifNNRlq4aCcRRXgESdoaPc4tAvaOWXNUCF9m/8qLpZ+PCm1zlntTIy7fs9xiC4i1YmZTW33bRO6Nn/aQJYPXSWgEvIyQYCnGNzcOYT3YczcxVi3ugs0FeLVjL7ZrFpPcTWids1x93XOxwNuu2ekBl/ZQBocWi8moVaAOH1kBpLoGA+TekiUr+dA4HLs//foGBiKvaBZN0V5XsJaxTD+tCyMEOiagq/rUYJZ4D+gBBGRKFqyazJEAbXCZ/fzDvGhS1ogN8dDXMiokJV9DKEkRDJCFf8E0SzsGZ65GB7EoQWD8IFV0QOAHpVte8zH+rayV7x/eGE5Ou7sh1x+Aepi4C0H1xyBuL21Z6WNDFBCa+KV3LbHo4K3wW3RK4yTt9KqtSMqG/Xt6Lclq5ypJRpdUuhPqE5eryTz7ln6t7nLiRyIHo5xjq3Fo6qbtJPZ62N1JVi0WwNYn5vCtQOvmYdwJjZWSv4l1cq+sKWjJOWUqeivT4t8Q2C5Vockk7FjFgXbkbXBQQGhyZS+Ln+68CNaGg9Olf7oPrpC4pqIvy1X2qQx6+HQVfomsWvkis6w7YF7wzXiv78bree0K9tSC2PSdWHQ3DV8gn+V8xH8/x4Sf1clcU5LGe9l3dj7AfhZ/Rvu/sbEdohdwTiscOUGL6V72aMaur5ulLJHU/W+dNgxXY6n7RFx+Wr9Lc/9bKWAvb9aC1su73nYvJOx/jK4XlVDi+sJWPouKmmh8K0/5rUjBeGN9Ph9fJpxyOJ+WyvNvv/oM5yzGF3M7LinqUteG3HYNL1WZgLN9AVPvDR2yzWCM/iJLBAyI/LOflvEGclEE/ot1suhWPCvMMAZwfdc4I9oU7cj1QWr/VEegIdAQ6Ah2BjkBHoCPQEegI3Efg4vf39hPd/075m/48uDi0fpt796Hf+JfxS8djRg/FPc/5uefncft5R6Aj0BHoCHQEOgLXRUBuQP2tuklITLxhLuhJD9lf16051RliTIjn0GwXiD5O/qF0r+o0rxuaStdfFWocY9iGMaBk9M3m1jhP/ImhThC9uF4TR2SeZ2TcjJmsjzW78+vkxcJe/D66k8py5XhWt2nk2YhOftIKOLKo+26/bero/b14DhiTwrloxKc3y4d/T90p7JnLklOdadXUbx15+2+CMNe9t1sqhqcSj00v/mkTwIAU0lFigYaItVr2A4bAiAtOu4/dTytLGntPQx+0QPsOy1CeAGh11NbQz7TSOx+nG9OplMgSJVVXLBd3rtaALFggDhCKJ1uHkzSCzJ4mrENxobtgQacJf/kKt4s4cD5admQUW/90Bb37FeVjlh5rZEjHTDDb8JSACeFXA3mFTF1x++ogy36ex3oh9pWDA0I0sj+mBDvWljdYre6aRahPQxDZI0re4yTlwJJUkUGetaiD+GPfVvOLddwW/xoiR8qQYmBFvx3ZHH1kst7tam/YrRbUo2Rsx4hC37C1jeMShxHr1IXJctWqkv02JdV8Wv3CFC8P5+WYKtdkFdKOQu21N+NXPIDUYiKkQJ5hLflgEdUn09+JUROXqLPD8vxbkuIWFpSz6fmD6V9605GkrGCpBXQIVaxDB4kt9wS2zV8xQae+ZMWYnMbP8Crwe/KAXMuLS5mqTVq/eV5KpeOF4Won25OxiyNcpPoFhWgF7MvEl9DbgukcfuuCpSrugFesQesHwNtydJwu4iWRPv6KBTN73NWLMX1t64/3JX24rGqZ6gdISZ4Vb2TOW7BWHniJut92giz+Iyi0fln46YnAORPaFfl01zHwOabN3Ek5OVbWx2ft8tmjvYbeyTywG5CTVXPiUvm03t7qxd30uS3TrXzx2u//lWe6+qaBHqlbpXoYvy3HOwf6OXmVpW/lOrPH7rz7DTLjvpv2+v/ZexPGVnLjXJvsps54iZcZ2/FNvj97f+3N4t1J7GSO2P09z1sNsklREilRs2SAc6jegEKhsDQaL6rKnlq/SnoiP/lwDGGcmNiUsBt/TWw2TFSJOcrLufyKTj1r58djo3+4Exk0+VD2/ecAwMMGn8pwmgndLUU+EO4nXQJdAl0CXQJdAl0CXQJdAl0CXQIn8+9lXu33aVvjaBKKJabDd1Gbn7enHs8n5cv1Ic067vr8Eq31837eJdAl0CXQJdAl0CXwkRKIuz5e2+VeFEwBJY/4tcVdnopmO/zsxmUkuIwarCqMadE167N3Zixr5M4dMn9wQlJ4h1rKu51u/FQk042fGcs02JeKYgDAu52KQihrBgQucDbR3sDjyfzoLH1bo1Zu/hPw1dLpVsUdMI7I82RexFo9671auN1/BttyfViNarDE98rwIp/wNbg2Th3tdB2JxeAoPSnOrDvD7w/FB/BZ3eXSqWc1oKWhITDltcPWuLbQp4AuLOdjW1xNp838S/AgF/T/BKoOwIdgA1JFoEyZnwU5LuV++z0bXMznkp8gw1YNTsgMoPubrVqBgJB1h7vVPCdAyVGgwwYa++OfNzvKKGykFhhM387IjSkOHw/YcrfB74ZfAg7Jc/vMoCwBsjzKV90Hu46Z4g2a10O0CxW0MriRgSuim6/msYtXAGAyURt0q3NvNEHV6mTDBlKrnyQ9l5eww4lamhMmoKct/l8dIOOnt4E+prhTMFMHDY7qrW+s9+1vIK656ujIcQxX3LOFqDVOXXvG7QLTbQEA7YCT+/nPxABgoT0lAq1jKVXSvPQn9XXI6yzm0rzMWe1kbeQP2azgwC0IDBhHG2ycNl4blbRg20Piya97Wv6LEmNCgTPTVUtpKW49Vt5h376g5uaGzR9oh2421rtmhxt4d5n2us+Hn+XPVn8Eav9ivnagTZSJXR5SP8edQZdpHu9KzKAMOKBJP/Oim5UjPlh9KXMzz/lzMbzkJznmPXxp8dvGugFmq9G4LAhT6SvdajcXiZ/dpGiJn00pWzYkMIZuNHsROhW5ycu9EhFVnhrj9Oe4pZxy17ZrfMdbGzD1v2EMdkzLzvRQOmNmuWz55SgdCNly5G2Lr+IpIDA084zH7djIeX3lT3/S9r5sTAC43KBdv8W3xpZ6s/7cyJBjzK17vh4bFF7llRbHC3sYBfnZLPNC+SIYhXPVz0KVnBEAZNlMwJg8bf4fXNtG4cF+EFrGJUoaXjvaB5HfWD7ot/r2ZiOCmxTcVJJ27UTtUjiX4aUyHdJax/zcVEP+A/2o3l1u1HqG/qU8+70ugS6BLoEugS6BLoEugS6BLoEfmAScP7/0K5dgfgssc27m3f57EjJ/526iLfFNk++x5+L7LfFauCbOazT68y6BLoEugS6BLoEugbdKIGu9LAGip8drXSU83YuiYAZBkQaVZbSIOrOmuUFpKPe1dsk65nNzjLfzskw1kvdCJWt/rI4yF4ml3iifqCCzrIK7qMz/Ed63jwCsKuJhjVVKF2YoJntXcObiarJ5ytMey5Sj8lI5a8Y9XjJlTZjnnord6YJQU9DDBmAaPE4FoSLA4Q7BemhBjFArj6nP4SeA05iCVvlu4UcGf9AAsIIqgbUGDECZXQNq3AFgTKhzs1hv5QbAUvvOBXO0uyoeGsCItCq6if1jj+aVKboVDV9ZknehHC3QLWaLBUnWrb14Q6PMMqDtOaIJXMBvNd+P590G6VBhu0ObS6BJYHWrFiPadzZGeGs7ErzhQFTYtLs6HnGy/Qeea/a3QNgkCsX7/al2QL6Rq51anpHlg7bTNcUq8NZAx2O+VR/Fs2DUoLlrfb/iA9a6IRGRlfW9gwB19OHihHwEqN64caH5LD4MBJV3q+cjvzYTzUA7QKhpza4eZF281qD6fo6tXGEl+EQ2gkTDTvB3AQbl8QQAviAn+MuLiXjqLQ+0lcmXT9pDoLx3s1miIiPy+Fp8CTPVWzZVCJof26X1+DSsB1wSwqv8WlZNAQNYOVbkZWm/4ymZXQ8AL/nZ7kiXfsFxArgfvwB48yXNua3vLSHsUOadJu55eW2ica+Ze4VQIbJvF68cLXdYEfAc3XTy62iKerPJ6XB8hVZrryFI+WETKpi/pk42G/3rAgA7VjspOEZ+QvWQXyo5LR6tZDSp2c0xDv/MC7s0WMP3k9Q33liqYRBZd8MK9a7f4q3+HqKtbAQLYhnO68w0vpypX1wSqOu6e/gtf+kryvWOIVYvwgfD284tJPiIR6u6dotZ9/JX4VR+jI+2DcF5OMNbe3wVbwSpeQfVDsJj2kbj8vG8/MSKXJbYIRNImnpikoQZ6Ow+PMjxMtV+t0ugS6BLoEugS6BLoEugS6BL4IcsgTZ/f1YG+S569unrD66d7j9L6d0EnqXcH3QJdAl0CXQJdAl0CbwmAdcYa51WS7iuPw471plR2NK1H4uYPGc9jvV83bJt0LAVzykLmRfW8l7L7sbnWatOGlYgUdRUS3kLqLmNVquce79WLl2H3gMAb1Bq061h1jVvzO/66JY9K/Osf5actMg6oQXs/eV/yEWhCTkq6VGz0fu/BHupNXbnQar+GDx/v0wFfyVlfWodeFALGOu7qHwt6/E/cA1gRX2YIFsxLtoDgs2TQBhI/qzaNGBY6rUqE5VQKo0GKGDiwrSVrqQR9EvaduZ1j5A69Q9hiznUAV7w5Ajf+ILdoDUmAAgvlkvwOqCkJoppUAJ8014NPyIA0tACOcL/CwBKMrrDHxv/EH6AQgRKASxjV97GiIAbC+E7hbQYdnJ8qc4AqvwoDHHhPZ1jiXQH3iRxaAe5qOuJ9iDwu0MTT9ANSVHVgkjHcDgPO7YN9VSRcAZIfOseQNXGt93f8/eH5G09OyADynzafkX+7tApHjWXII7dZGuOjV+PtuMajOD70QFdjUXbU4tlivcEAVRpYYacF8ekb2RMI2cnCjtkNA9sfR5zeyqXsllPjLx4oMFxi6P6zSwgRP8Lv+/hkbSRl1xQ3wzCe4T28PCzvGBiMmHF4XlOJ+0m8SgDYBgVkmFhq0atppXjZxnZ+vhY4HNyz14HiGas0cz4pOlv/Q1EQ1SzDtai4ba2JR95HTF22K7dBPCoL2DHk9DzuWdP62V5fHJwx5ETgj3gfFrR8AvMCn9J3bNBBZk6BjR5NfonBFYXBxktoGDSudsMygN8TntMa6O1GvPKh8grAsvpIT/KF4sNZOwE4lFtXMbLhwH++GcZC5h/jbOneRzu+C5QXo5ve6YoI1YXHnnJb2mr2/+uaAfy7cQ6W9J4JExo4uvtYospcs3QD5ij5+LKWgiJF/9Ym4oVkuRIXo9YLZh/Fx59p6yD8vO91n4HJmB7T9/bseNtF/PzbpThnYJspfpqCAMysfqtE4WELYq3gAxnk4q+in03X0F/Taufdwl0CXQJdAl0CXQJdAl0CXQJ/EAk0L5/6tvQefPZ751Tab8PzeP8d714ndz30CXQJdAl0CXQJdAl8O1IwPcwa44CBqzhzaxX7l0HRvlNv7Uq32i1U+DV9eY969q6FJ21kskc4p3TiFeL3GYto+q0wTvgVk3f7a9cIYSPhYRrzfD6AE6gQtNGK5zBCKp8XLya11simP/A+q+Ym44tBzWAAYEPbLmOmkLkD+umrmPjBxilzA1KmRuUfoLJJcWyJvwWRg5pwAo4j/VU1kz3ruFOX4Blad0U+kGHuwZwJq7KzIlsxG77EPjj6A6IIRpYNjAX4f2vs2mWzQH49jSuLRrBBUu6VK3QFfvHhmpCdkX5EcClggEcttNPaVj/AK9qAauRVXwIDtMkKatFAwR2MX0QUEVTzw7/DYSSrzJ0ANFXKNpn8V0LYA24akkEA9RO87x4pxzYdBeWe0RDbQPPqs4vNVVpeHaPcPhQEsRBJuUb2oEQnjCFsN18VecCkM9lCNO2Bf2/bgCn9hMmCBhIS3NYPlvHvhPP8mGdIs8NoNuIb9jSVq72mg0AVvqF4F1bbMzSpiWhnT39ifRqgErWGAuglTtv+UObhMwWAKvqFZCZdjkwaOtbueRhXi08lcvaTK6mDASTAyaiFV4+axk8VxQapVuP9QELv75gYGjc/RyedehuXZpx+x25NY9Du/Ei8spNotemC83/auphDmBtPUXqiX3Ln1Rj2iKjDLuHJjZ6OJjHTHnLMu0rQrqKdPUxX/qOabzgEfDn6V9I+xlKBQRWaa+hacvX1DF9hjp6tIPTl8btb6GHDOn3e/hvvoBPpfiU3TZ2tSdyYBvyvSUIOAGszhvMa8MrjapFe3Js9ZP6dSQxPfxNjkOMm/YZzZJnXAqZ52k9IX5+A/6k7vghoyOTgXn8T8Dmf+UWJpZP+Gzjrmn4ha+SeSZatB9byqftP0ILDVs3QJzn947r0JJV/j0+ujHo97Csb23HhCPhJr/jHXj0XWjZ8v74gnL+I6m0kuBk0MTvkOExI85KHm4UcsecPrW1BGE4vgNWzOZJ/9Ml0CXQJdAl0CXQJdAl0CXQJfDDlcBx/n6ck+czxMvjrTcL6P0k+vz9zcLvCbsEugS6BLoEugTuIgFX/fnnGm7WmFnPe9SksUDrT1kvRQkuAOsDK3MCxH9lzQ+lLtYBs16cycD7ZwTPFSVL8/nDmjr/0LBhzfK3nMEPa5KTa5LB51Q40+8tlLa/Z5FTy75iXQ1Xei6Ht9+31ME4woPWP3/Keu8vWKfXjd2CvSWS66uFL6kQuWftdeM6ti5DWT937bxwkffK0ZokL9ZjZ13FshYvfjJssCqJ5rRr8jPYRDcBvQBkTpSFMAIwOENGE+qBxjZSiTMmi8u/LorxAHpbTENvcIy9p9IwGss95AliHPOkqWRBQjvSeysRus+G4rf+WtH/A4/4RkWjTeBK/65pTMuCfDiiU8yjWpSaJv0PngP0nIASz2Z2lwexP45MpkEgULDo5zRITO0ysLigP+NUvELJTShpCpAC6Ie29aQPY3ZzZPE/wDXxEvX9HxHHuqq8vXZgs361gDBsfgUPyBQwM0D/Wd0q5qSxHbDTQr+q+xlAFXPQW+SsmGOeOwy/n1/lVFVXoFgG4gdBfcxA08EdFH0+Iz9LtOCaOa8SOggJgkkI7fGRTQTId0LTmv09iWcei4Dr9Oa/5mEij4LBDEL4RU69x7+Au3WKmyLtuT+ZKrD8UC/Ut2WZHTyNwYYAAcCt/S/xufmOkHwgLG2DPgbKB4Imq73bnkRgh+sDfyZa8W18N41sGeTdhfQ46bfW9m36RovTK0PlY5uEAnLc73Ekz4aPT2gqC6ojHI63bTCoUik9Rz6vrHnaLDunfBnBPfcKhHudTctL2eAB/WkAO17OvHi2AKwTu6Em+w5EkgsnqUsu0kYvHFt7rTZ+lJh9zzFL09ozvqv1KV6N+DKHrX48xpx/eKANxdqDgP9PMI2hyQ76yyK+0zZ5me6lu6azfPljGZHEPP8HMv0X+FTb3rbLv2VCYF06lslbaXgrP2uhNg/4DtIEtObda5LDcwQTU+KXGLjxnoZUyJjc6JMD7zLlqVltsmmheEupciu8czYiLD1yT1PtwtuOjOOMIdbXIoVG4k3HNCXoh1Y01HEF8PgHaOkKwLtkVJlxT/5WTL8px56oS6BLoEugS6BLoEugS6BLoEvg+yyB9v3cvglrupyp8h2LdfwyeCvRPm9/q+R6ui6BLoEugS6BLoH7SIBVNdfvsgDo6iXrb6wHbsBoymWnli0JrD+jHclTwEpdeqIJPAQEVvMVTGG9gJgE9/njcp/zFw+uA8fyKWuOA+5aXWPew4Prz8aYKMhexZnpAQWcPxEHPmP1kdVuCXxAEH4uf7tgVeQ1gsUNmlzOeq/r866zExRycAzdD7KWP4sN6FbW9WEwOiR/j2BuNbviL3mKEW0A9nfwtcFSrPLqALCVQWhAQaoIoLTuPkajdouGWMAclvJdHRfgGATWQND3ezoIwGXZQ+d0qbxKf49qfJlG8WvHpZJp2c1k8QxAHafTcJbFco5yPoxwRqf5vAdAo0HQLElnHgI9H8t1GraDh8AqvG7xHbkbADjovMIe7lSoeqgOIMfhibgPKgPD7/6zGmB2YgYnaRXzHN8XWv03KgFkFsmpMT3pMxQwy7aQbrW0m0P8nCBrOnHkDPDnLpkJTfGJTQMZlhgUSsYReEv67qO8a5tfzbwBv8pDTAOrNUh98rNWn9asvC7yJU7AHAbJR3wXb2nPmob1rvXyHhnLgiHy5TxtgF0xA4CRJhxKw7biHP8ufLV0eWDb5gSebcLDiMbyZ/zAohUeQP6Y+E1nguEGy+xAvQeo3qEFvMEERmnIkrV97CDJKthpu2nPOaZt2i8F+BgfAAL1XdxM5FbqZHnVn8qnAMQJEHBAM37YUteYqh/VvtzY383f3y1BXjOKIEuO9M3pUWD97/ZICNnHrg2WlfZi32Z8HAYmDJgIntnooSkRX8oFgprnyxJoT1Pnq+zlyLF3YEPIHh8K84yJD8eCVZz1aaufOrZYjh1SorYB+tX2npnkaN5fQunfz1JcU798nnpIVrRM+v/XmtVm7BoFnc/pykd4abSqvxlvRotaYHo3/pI4gOjKlvCERkt649HxVV4HxqxPO86Hv7Ij7a9QqfYguSa/Rrpdt6M77qZZkNq+Yh+Vuybnlur2Y1GoOqoSa5rd/iPgL5huu9TctHH89dAl0CXQJdAl0CXQJdAl0CXQJfBDlkDNoNs8PZJYpuVt1aTNrt8jpffP9Pvc/T3y72m7BLoEugS6BLoE3i8B13+l4gqeK7WstcYaLlrArD8OI+vNKri5tk3EYYfSjMpt4COx/hhLkqzGnaxnvp+rNQX5EpOQzZl1QC3fzjMarWjcsuhcT+BP0NWZxR7+s+4OSJ31whTwY+YcURSDsQlt48csT7J2izImq8rwptVJ+EN+bX052srADo9YB5XHWjcVvLYGDLUWnNM3/5FSrctbL3FRii/gEUVBWewAcLV42rMA0AJ4sSCOE8dq3NyN5qdglaBv/vHcDoDmqmZE9Ue6ATwT/HMxvQEqJP3GQoqBlhktnw4KaCXgAi8CKGl0RLBhpRG6e0NgkkaHsVbKeWyUH8mw3U4t6YlfPkzonA4snwJYtt0lBcTJh4BU0tCFhvzozPgw1rF3ND/d8bHEMP57wvpDqfm7jE9neNxg5lvQejN9xa4OTWwXELf00sqWewFylHcAKcoGSBdb+eySUQu4tK3tkPcdgEqWZq+8ms9izRcjU9kiR3/rUGO0QBjyzmBJyybSHn+gmiQICIx2XwGZ65S3ndeADZlqoBztV4DLI76A8cHq4K0Z6sjuQFr5FMfHelnAJduOu2sEKrdoVwICClab/ryMB3JXnMiefdearYGS6p4ABwfAN8DVyCgZ8McXYILtGAEfwjkH9Dl4FZwXUFVrudpuK90h4asnR/nJihtO0N/cs4Nn9xNkgUltX4LIII7o3yCJAHcKIfUDn3uBQDcC3NZW6yVm+QQ/kWl8FX9JP9Afgn7KKw+lZpy8NC+UvknSY/18qVcbdZy1/gV/J8ys12YF+bReWsoi2tpPO9bdylt4dSuITh1r5j1m/uGwvaRf4q/RuXRsMrDNmK99bcZnsbvkogl/KdGB7+Jf3gxachgf2OG2EaS2/G2cgaiED+kS/aY/vM6sAdq87VPe/oMNIPCpFnAoyX+RTDmWizY+0qCT2k0cw+4XpGGn4PL+u4mRC5GbFPKIfDOdY8I3T24AcnMCx5icRh6KoYcugS6BLoEugS6BLoEugS6BLoEflATqi6q+B5zY13Wbv7drn6//1TfE2wW1fB48IbD+XnjyMN82Ttr7xP2pbPqdLoEugS6BLoEugW9eAm2d1Pe6v0EXhlkbFMzEbaPTCp9oTRb8a2SCMYlvTJpZXtYjMyloFO77jl/zpyKYuApeTTc/+oQCShQJxRIaj0ZQU5l/KvFlzZDycLv9EtXodwjSdN22VlRRJAOc3gFMjwHKWU0WIA9eUDKJQo/y1BT0HmVBsURxJkL4g5pr0O8PFlgqKs6AG0B8RAFPa7EdAD7OkBEStZGJs9KyMmhcHPdeYip0izabYFBVCuZrMfUbx8+AEENM51phhHeCUZK4NaRdCYrxbxNQ42ecaQa4tJkDpsqcgBT3BSP0+TpkQZ3F/2RYf2/N+9r4AmuleedyvmA1nVElLjQYNTPAaMNxBQYSv5o/ADCdR+BhSyeeJsApzEjbmDlZfhzeEdrAckqC3AVtyAM4ix9+V3e/5lq/sGoLRqBLkjQSntk6jGtZ3SFDnQj8aSZBMPkDQuNdbvaP+l9VQx1QEO3Q4DGcnddsXRfPRpLvAoKw7b/XZIKmVtXgNI6/t4XGW0ttvesrVFPawwZgy5075D2lblvdm19xeEyPXHMLufLYfjfgV/Xxs6ag0WQHuCzQ7LykLeeXj+az9F7ysQ95hZkETCUMgG9Vl9A+gL+NP9vfc4E4mq9FjgKWe0zsxm+xvEektofr+C05VFzbVOQIDX0MfLH7p6Wv2/+BWA9j2nN8Xb6fDSxQHjERPzM26Mf61hfQSd6UU0sE407/2WWWXD16ZdjivQYAHzkVLI7QwpPg5VaN9c8CwGrYZyAhujI6yrXlc6RzPCug3378i/wc32tzR+VjzOf4O1J56Yw+xfirieXH/e/g8dy8eqWtjSatHbQjzxz/SP8AALxBizobOjLQr/NcxV/fvubcPmM7d2Li2MTGmsdH/OxiVr00bHn2Avk5m2Mck9mQ8YB1BDd0OC4q/xfSXcVaItm3JFT1qennaULjG3MpA1YVyqQ67elYXdzroUugS6BLoEugS6BLoEugS6BL4IcggfMJd10f5+9cn0dRLMs31VsldInk67T6hP11GfUYXQJdAl0CXQJdAt+cBE7WS5kbxMoq64QqE24BgEdc+YnRzKyLux7p/GI7sxaHQmEpjrj2t36/r8/fX441f65Na4VXTOnTg65aWcdV6Y31zJrsiBGw+hpFPDSAscKpq9QjTnDBIuM7WCzlK3IuMI581I7GQicKjhsUSMXjCv+qTFxbdr15QCFTc9Z7tYBd1wzmZBxxmfvJz/VuXa/uVfAZcX2I6ewfPADc6jsNK7NZBB6QRxxfKE+gFDBY07/ugEBj1Q7gYvQAuGGcESBqeGRh2h0Qghv842T53a8CG6+XjuZpw97q8Fk20AzchF9N2pJCxCRBCOZr/Buz+K/6PDsP9KsYk8rh2UX3j+FZDpSO1G3aox2EOwOalpsBDTI6SfzSOoA44PDjf2QdYFgVZnkFAJij0q+UvdfKxumdg31ZaNRdGmpHjpuv6DwOfoJFBUodZafgBUT4yTsdfqQ96FfXwcdNBVX6+/NbAyN0s+MFbWPtz9PJNT1gOM+xrv1bP+vDcgoEaa54gx9YNwkU+CKF94XiT2GirwkA/JldFRP+TXc7/Glzz7yFzSueLaT9GueLXGWDW+GVOtiw80hn9A7sBWS/nU9zKF6sVzWVkQF1vUXDdotpbVtsA6Gt5/xk88Br49ljydWWrub3GLDtbwBsgoCajae0S1upuNfwjZzMF9ry6r/4RNbEcszUW3+CedW/5MDY1wfTkxYT8Ru0a/Wzq2bo9fwdc6rx1O0o1LcAeMws/1jxJo+chLKlqBzWx2p3tBEYqn4mbYFAS65M1QL/gt1fjgXy+bW1w5H4PD8P1a5O78qL/D26kw2Q2vHdOl5LzRzfGqqmrHv4cdMKPzdWlAAYH4yQBmXJ5dljlZETLgVohfrV5HcTAr7o4S+bB2Q+cSBipd34s5Ru+Ig0HWSTNzSbOZLDJEQmLwf9nKefkGyLH+WtlhwOm0Yup7n6rsWzTPLF0T7kP3cbuqGmAGAeV4e8mmyP2CXQJdAl0CXQJdAl0CXQJdAl8F2WgN8tL//c8Mt323k85vb1zZOJdIp4OPOkhcyx28UbjvmIuTbd6tvm2iQ9XpdAl0CXQJdAl0CXwDcrgSy/+Ye1alzuTQOKYazZb2ONUIUe5xgqM7HmvAdg3f6xluyWNbtits06nl9HfEuhAgW5BpqlXn3ugmuNX7L+KIbEejNEdWcoJlbWY8HxWM9WEc811ZoCeVxPht7CyTGNtFyrJgPkAG3yd8YzYAZ60MIkvK2zKyDaNfdS2trjfrOUWxaQ2vsp4H1k59q4+U9xWYti0gOmoL/44ov/eyzCD/1MQR8nqa1pTAKVNrYAagJB/hNuQJ4Aq6Og6wSoAxiV9HSKY7hP5R3pXT6ryX6aPc6v/wa/dgg12zBTDesx9RtwyCaF42zIGHvC5G/A1Ph9tcT+Po7n8EIOoh8Bs/LhAgCDaWXBtoLdjZCeDTvwsizy50Mn9YMGKQOOOyyqE8nzRwTqWfCG/JWv3zoCMMpVn6s1CJnv2UACz96hcdRApMleB5+YrrZt3J/fql/4DLuYHnjQxy4mWWO+2PZ6Go7X1nV7jrYqO2aimR3TutrNvye/yCXVickD86Rtjg84SWeXzCbmpn2hyM86HDk98iJPxBVgt5ngu3Sjf90MmKY/p7Gm99K56czP+vMfXLI7RzPQylJA37vLW24htOZvTVta8JkXpLzyIqKPff4sWIlmLefmUwP8Ot1L58WboGX1CbhZzEFvh/9De1SW9TKp8eBGSSD7LXabdxzHxWR17Zh6rowv8ZriAfbzMtsBIm9/S439jHLXGMXJkrgdz2lVHS5df3lY96qNIDl2dmnCPlrA+tm2cbW+d07uybW01KQWiIfOA+bdt0wgmgarMiakH+fsrX8Y0eBpx6aH/WcmSMhVk9X6QE+Q54Qmh3bNTTZjTLSfzzSjaaYvs2NLk9WJeZDfkvzGQ8vNekjvh48h51/zLmNDBdrKNbY+T9gJhe3M3rjHGsZOTWU3ZRSHzye86QmcIj+DQPrAu3b/iNb3lvFfDWR46KFLoEugS6BLoEugS6BLoEugS+B/iwTad9zz5TnM5M+iPHefaOtHy9z6LPH1lzdNv2+KfD0PPWaXQJdAl0CXQJdAl8BdJZD1adb4tPangtY8aTGxFCEnsC+nEnFxCLYxo+i2RZM1a3JP5hX3ffe7fOpasjypEfO4Zx1yj+VTMboF8xDnKoBatA5lF/C5GU3lWtMu67HrqdA9BCdOKM2sjWZtGQVL5LTb/H9wqqKjTxdZIKPEA5cbKcusDFG8Kxd3xBGvy+rqPTiThrmZO1QBzLcD+EkHgJ8XbrQ4qS9BlgnQ5nFCA3THAvxIJ6ByrOxJdSwW5RXuHnPKI0CEfk7bxL3UwZcKfz6rdz8xP7UBaUHwamfU1jkNCBO7M0BbALbsjqANEmM7qf8F36NgHICxoBRp790hzguW5p9MHFroLPRkgTaX8kc6b4BVnhjU/pNLisZ9JazGGgAs3UkAeN6gCUYn98lHherOZlG5az99GNUC/3F4rnzhXvkfOrSXpV0nZ8JU+q7UZ+ns7gtu3ptjZWSOCBT66JgCOGnnfQA4GjAJncD9kuRZ/uGdMlgX7qRhMNozEE2aWlVb9c7cWv76PW4ecCy/mwWOqPto3QZiRX5NQtZ8+3Ga8+LI9l0tRdO1pa0quNbiGPv2YF7Fn7JUD9gX3Dj8mjNNqsMXfB5kQhzjHa5N3IIbQZbNILZ1gcB5rwlzdlKxScMaa6VsSV4+Fm+mUX4VGJsw6TCOgoMC/pqakJts7yDeM7y15OujYDWp3TGled399EeuNEvhK4N/tItswlAEyOFYR2sip+fyOVFWN3iMaLEOgP3Vp9zdpOwOBTlNuNTzsZyWqkKVyLHOtmoGmKxmg0WZgbb9t5gvHaVCj4HMRF/hTcjVL+CPMZGdHfYh21HK7dlVNJ/mF9mZmImRPtf3mz9Bk40rmmmQhYRqxXV+uMmlfDg2ClL/HFMm/8QdTZxYRuP5extjSW7qZFd0AgAzPk2YgFcDPPVzZJLYp8H3oxMaU+/ZeDCy0+2BHYIIE/5e5st8E+PlaI3BpZT2IVgbNFEuSK0/4B66BLoEugS6BLoEugS6BLoEugT+90jg+I3lN4KT5fPfUlbn4ifP2nUm+EukOqwpLB8AJ88vXeQ7wYTn4Sn58xir6xa5vlBXD/ppl0CXQJdAl0CXQJfAd0gCWeeFH5fzyjqoa4+sleISdUJZzDXxAeWtXdZhxclcl2vveScM7bwd71O4LKlCu2FIrjk+RolFEBh8hvVI105dvx324nWagn5gbVMc5i/gYqz5iuHJoWW7D1uhc1wrhr8RvAcsbotF1lqfZ805mTE/CzbgXAj+wONGnBrv1aTGX3EwRCIeZXkPBgvfqzV8VvpRWu0A8AtypemkZWg3e6bBiNDHcTLA2hTAykZGfdH49PW4VwtYX8D40BSMcIHcCvTfR4f6ULAxARbAlLDuHm2zCbvogsDxsUtDs+H7aaCmoPbStzS6LY1U++OjWonRqrpXdyCLC0Hq/sZ8tCAb7LjrABvlw3SUCRBrRvPSWDNafiVDyybnglDwjv9PgbQN5rdT9g8ScfsACxBEh60BA7ADrdAZUwNTQDGAogBGVa4Uji+m8llc/MZZuQAwJkwZkYgorVsBQIr/TMhA7YCSLzWASzTk9gBZu/k33EMrT9PQCL0NKK2GMxgtaEyZc8VROGURSI3v4sjXdPx7BdR5hrWT27ZMwbX4FtAWPYPwboBHgCO1HeXT8GpeaUTK3SYLYI1p5c0WE7sBhVrpQupNfxqFLZs+VNLcjQDAAKxBoNIKWoxG/uw6lw2MRnYO5vq45v7j/t8go0nwAhgbhVuOkrdO7A/Wq3W3G7/i+h+gSj/PG1tZSzV/PFmCfSkt+fRINM1WbDTjm40kfwnYFtPl6V+NTi4asReOxKd+07e4qtaZAABAAElEQVQBWT/t8Eutn4aYCc4oRIYX+AhvRbb8KjzNLwCjbYf0mlUWtNxqFp6xRKm+HuRNjW5fyPi9ZvzZzJjqAMQURPf+kTd6zQnJtfxOHpxmS3v2qeZAbEOOzdP0L9xjFxoEZxyg17ixlsGaxNJbKdMQAP2fIeYON0J2knnyQv4+fia0VNV2KDrtxffdzDts2v+FVEySXgFYU7bIqcZFrQ2MmEt3XLQOGEn4+7TuZKnlfzx5htF2mwRVJ3Dphqz9n3kiSN1Dl0CXQJdAl0CXQJdAl0CXQJfA/x4JHL+DX5vpnj9v3xSvyCLfX6/E4XGon2dhsovT+/X3UePDxC2yx0vEJNhDl0CXQJdAl0CXQJfAty2BNv/wbS0oiaoH63vgLwPu/HA7uNF9J+t9A1iOkM00/YHXPBgTr3iVX1ShOr7371eaWo9lfTXTiLY+K37F+iCu6IZZhTLxAXiAXzECTUO7KrmfWSsGHxEUZsXz7jORyEp55V+5tpzBfHY71r5RHCwrk0ZQeVHpILg9/CE0fQDvJ9ZetZypDHl6v1C0gp+5vK2SYNcAfl68pWXVKoFqFaCiIenUeV40nWw9AWLURmSHwQaH2AOL5yOL5wPq8jZUu8FHBzuqDcis2EvgH04BrVksH+2smF8F6eW+msE8Iz6bDnJeYIQ+VAXRBK6J8A2ESCU9GLnSGfYMHFt9AQN2qAk8p0NUBxVKEDScQYkFjlX+n9AAjk13BxnLb4en4JFFrt9fjsMAGD6lb226o8M2IBjjLhhbgKVZBiT5QIZb2kS0srnWn+400blpFzOdu7QVTeUmAim8L8hnlApFmvgf362Pgls/TXvVAXn8LZMR2aXen2Rq+7Fs8FTGFf5KGjQrA6rBY/h8r3ypIbLJj/rcIyedkZemuqMSPzhocn9NKkJPMZ/ABoYAV/gqeK8sW57FCbXqZon5x7zgflbnC48tXh0v5Jp4PrU8kABwHCPjv0AHLWA2XFRfu5D2lPiTK6HFMkltHdMXqHdNGI9bAVZ9DdgIfFlLu9FvH+ZPyNUNeeSf8TX1MT260QVzu1oHoF2MtmmetnHxGSrH2wC09sdNNs/YB/BLzU6oDVrAam87ngr6y6NDzvrXOD7m1WrDJ/U03FDunf65GXP385+hoQmSY5wjM+dnxrEtm69pBJO/hJb88ZIOf6ZZ5JEsL8kvD4x4Fgr8dUywXP4ZGH8ntKq37pJLfbU3wyUa3KPdWcvZgER9bDeYImd8dMKlWJc/Z/led9lk3WJbymwcAvjXv+6Mn90CWH1yOaRcCDDjgvxYD/M/cqIWem7Au7XkeHislZPSnlxczud4V0rK1V7/H/D4Z3J5nr9jun7WJdAl0CXQJdAl0CXQJdAl0CXwXZdAfe/UBtELk+Rsnvd++xl/mQvzTVX3ryijE/ML4dJ8veWULFuak+SXvo8uRbxQnhatH7sEugS6BLoEugS6BL51CZyswzMpEGMS/5jR/h1QhJzFlViFq/U+8BDWnvesHQoubsGfnEdknfDOJam5CH8zleAPCjGup8vdCC6zDW+unzovEs1gDZ813lEXlyi1TXutx+pC9GNCFGvIIQA0+MnEuuqIH+ABZUwNQkeZxayzPrrM3TgfkO+EoqBWLbNuCuf3C5Z2WcOHroB+B4Cvkq4VRGXyj1Vyzj7R+NUUA/TNIr1AhpVHAxudEeufECBqLzhjkzyZJV+V462RqqNWBbe08qup0S1+GVXZl1/YhGc4Wmb41TEAIffunlj4/gb4PfAoQ/IZOXkXkEzfxfAc8IDHAr8u+gecDGCkuVG7h1rZatQ60ABcCtRROxSE331CGwCbfANCqy1IG9iNAtXugJFH8/VoebwlD54v9e/AyaVmwgu0BnQCEKp4FZMHbw4t30OeZGbugpcOPBt265h/+fnkgQ8JRw3Axil6e3xcZjcKcp3cFACoWhrt95NvcYdMyCtmp/FZrO1+TdyWhvDCYLh8/o/SHWgTDv6P7pxBuzKbGJ5PcvWTYLVQtAdNCOrh4efUrwO4oP05f+fXLZu6b2twBLGV+HLcf/4TJ3+PrCvmDR/tJJAnX2wJ7sxyswnA6rjD5Hf8sPKMTQe+DjmpeFxVfPJK/+d6fcxzykt05arv8w1goOaAB8azkscCaC4UXz5QWnkTiKZeN/sfbx4A0eNDwmvzyWKFfJ3+HA/kzbsVWhnatWm9hySs/+Hv1P+fkAHgJX3xaexjuuOZ/CkLd6kJAOOHPNYS3NgBiG7uSz0rk+LR47quGt/nOTbO66jyN8xBn7qf/5D+ZL4DhKuUl+jIH/fhcWK3zoyplQd2kc2LRn94j4TO85bH60LjMrEpq9kNaL27C23e/BE+LathXea649+MOyRKf9Zaw4Q5d90OqOWtlrI0ofQsh88+OObRznS3oFUFQV9Nvk8zk7hYrbAUEXCL2o9dAl0CXQJdAl0CXQJdAl0CXQLfMwnUxPj4XX/O/vnE2etlNp9vBs49Pj/zLoKJc077lVTrrJcsi0K78FvB8/Vvnehpfv1Ol0CXQJdAl0CXQJfAd0cCp/MP1vKYL6iQ4gxhi2LhbsO6fdZwXeVTSeULLFz63v9XnrN2nPmH7/7L64c8eF/ItKKtq7vObD6C0+JdaCjDk6uPrjO7XjwLFLMkvsdloJhRlGugce/ZSa0XQzdzMfIRJ2T9dtypjMmP9VHzbApOtQas/FSMIn5c3KHkcuDtfvKzTvlPXiAZXQP4uvYXYWXxmYa017+q5i4Bg6JtVw2odL4K9J1wOL0XjNDcb5sXX5fVm2K1jlqVa4egcslXu+2DvxFwCH5ntPIM6tAGQBGEtDF6fFQtnt0bUdtvbHzswvqBb5sjnUUtVjWWNXkqODlyzzJEiAIAdPBBX8Z0KKGA6VGz3GjUueMkAHC6VWP+3ccDf/QYwRBN5KqZXH6WqX81lnmivJXnIX7LuZlqFVQF9Jo0VxtNa7UqbTE2DlvX+0Kr90YlQK+IHSPIlsGwduto8kBAEHk6MJF3gWgtlWCqaQC/TEd59jom3wIGId8BEEqgO4OHfwitvI3CLceUHRBMc+XDwKYKtKonfLCW7221/F6iX20i5gyQ3mg/Y+PF5MCpZm0Yed+gKY0M4ND2JSI4qB9bwUzrvA3yitkalN/ngr0oPlNpB/qw3gOqamJbH9Y1yKe0xLquv1Xe4aqA2STjFfzAywUzwfppkP/yZVvSsL4TUvd1evgLX9UmljuAeQ8PAt9orWsSmM0hthtbentpHdI+d7K0sdJ2ZQsBnXsAvFSLdcJEh1LTz/eBrxWdM44Td/WYUwtsSuFAe+b/YAb8r5AsPpVPyTXRLv9p/NGW7Z1qUW/wl77F3+7sxMbxxMqFepW5tSfvNQ4b6fNr4xjqqO/w+sfuMwFgTC0P9CmZbDEr/orOchprAjxMP9Fn9vAVadzQURMxQWSjWl7Dmt6KWj184a+cmJcm4G2b+y2myjNJsrRSldpp+6z+XyXj5cKmGMdmfXprLt3x2jov/sw6gL9yX36tbCFthBeC5auaMpIbE9icws+6qRxqTCg+XyDUH3UJdAl0CXQJdAl0CXQJdAl0CXzrEnBe7fx6+fk9llnt2f32/MBve+6NNvNf0TnEe+Yk30BPn0lhHZalhLq1ftiyzJN20Y5rCutE3m98X4q7TtfOjX9t3JamH7sEugS6BLoEugS6BN4igfX6fsw88xp33XHvWinro6NAq4gqa9qxMooS5O7hi81nrPOpPKQJaNftXKMLPvIWJl5I09YDawVSfMb8WK+VN9cgJ3wVF2CRtWanVXExCs342x3BYcCXzmcnL2R51aOsxcJHsoa6a6pz3EkC8aqQF3CaVdXMv+BeBowD1yO8TypjTmgCq9X8AfKLvKjCDgBfVZ0VyeoRtNvou5RKeRDNx2+kk9kZ4MCnASQQ7B7N1Ef8fAbgoQaTzrQJ925utJO0oIX8cqgpto6waYgAa+NG86HuiiB//9PQ0ikBgHd0YsFW/ZOquh+wM89dx7fzntK+19Up34KB5AUAOeBjl9EFXvwtwc4CI9EmtKNYZsxGz9p03+DDeCkPN1uKdx/X/FXdh0PAkf/ZPH7+cbSVt9S9GoO1AyaCXXiuc9tEBJ6yCInou1IzsIDWqTfhp/eFNZ9SynUGwpLn+CAo8yPycQMA8lkyPAWAbSuCQMpcoNcdKWxk2PyB498CADvuZ8fPu0TcgBo4EVz15WD73GF+V41qA4NhTOA+KxgfyIS9rmBtzRQ/xnQtvEojz58lkBgv/UlKZEjBFSiDstrpagGr+V1+ThFW8m+5PUdPWpEtuxpG2sqIJujX0+94MaixrNlty9LayevCTX+0PyxlrJ1Z+82nB7RYYwZaHm1XUD6IYKGbdOecEunsviaLNa88fdbULm2WF5j7GeqldZ7+0nWrZyYISedOKCYI+CreMhb5sssGmZThNH1j+SiJdqfFk2C9zD2ZAYA/P2q2WBBYawA89wUc2udpG43izxpJ2X3Zwp9jj6a00zeSFPrLMQW5SPM8j8Z5O1q7lJd3R+3ucnccGuDhfZ12fd7SWodamdDEybh5GP+ZoxtkKCf9xDo2HOs5l/mzpna8e/lMWUntQV++TIw+7/8f1/D5QvtcjzuZ7DHDGkZ8PWsaJjsjqn8c+DhrY433pQiXGVvupkp9lzGGxZQ6k6RpVuvfccscjvJ6kVB/2CXQJdAl0CXQJdAl0CXQJdAl8K1L4DBDXjip6/X8+jKL63Rt/ns55sW7Z/PxFmdN1XteH74v1g9PsmwX7dioNQqXri/FXcdr5+GgXfRjl0CXQJdAl0CXQJfAB0pgPf/IGhtgqepvrpwKAqu4NWJddKvbPNblZq0psqYfbEkNYJQg444yPB5W++7G8Zo/OApvMzzucdU67zUF/Q/wwiqrcAJznT3r+FtctY5gS/vPuv4rc9XDrAKZYT25qTtv+dvWi8stK5mTt4ppe1yYTtOPsDbp+rKYEfMf52DJVpyBeOAMUcT7zPomli0/Qn5Nbh0AvqF2Xcp2kVyTo2r4DjpqFs2fWYwHwIrfSDuFACYVOk1/I7YVWCBXNa0G8tyQ8RujuiAfBVRbIx0izrp3XwAcAHIsAFY0sujOWatHw3Gv31jMfw5o0tlxLHFp6b2RiVeS2RA165kgyKa06IxqAI8jgwqmbe0dQpJ24JzZiU0C+DHatwB/N+yWKCCggTVF8l5/wydirF0sjib+7LiYggYwmgH11I/kZt0WwKwKp70QL3EpC4OToEoDgUb7fNLdi9MjHbOVtkObA+EAcKmJbYOs+Zsd+OApP0oQsdJeinU0hiEyzYBqAquWgbjtqXQOdefF1SE5wwD5QV9zsdPEoKeWOnXubqKqcduDQ+Rz/yABqcgPYFUf3BMAW3wBV0uCVkp0NWfriHYbc07dexaBsukjfZ4jsi05+Tq0bVYcTdV6biMV4Mt5jjJLm6Wsoy9K5Go72KAJal7baOdLUZ5fDsaqmEt8Du5+mnAmPw4AcNufQZOdRD5OTI8LXcth+819IyTS8drnaZMAwDwahv/iZYnvWmTry/36sKId2cGfmwt8+Y1fwh/SSV5Py3vgaBmDGqXjEbm64SN1oCyxyhBN7T/RnvDDzrOYniZB9dlLXDdqPIMPJy/uZtviC3ibPk1/5b5+ig+yazLMUb6lYfB8/ctN/lQetlPe/fzht5c/tKrVWK/eyXkLjV67rqPtQ9l7HAb97OI3O9Ybjjx41jhtnFymVjT9a9s2TsWjRZOBvxol/kB7sn3WLrRL7fNk/GZs8F0xz5ghZ6PEhv5YofUAuTMcuSw+G7cvH9UkNwwTWtBsZhmo58dHfVRjpSDtoNF/rdQh0/90CXQJdAl0CXQJdAl0CXQJdAl84xLIHJ7voMzDnYu3n/NZPxoO4fR7rTan8twoh5/X/vzmvDJkKk5sPywu/fJNU182B4rrafpqLn94fmSIW3JyiZtG5Jjq9Oy0vPWs0arvgLp3Hq/Fufa4pnXKQb/qEugS6BLoEugS6BJwDsC7MvMTpOGaKGuuQq47LE5usJro2rbr3YNr8Z7t/84VGBjrh6WM4zpgrflemhG8R8YBWqHuamYUi3SJyLLwiEXMDVrJroWXshmsuMYJBhYgG+uWwxZ/u/AYi7kwccPs6VmWa/axzOcUF3JTc7qs3KpkhOVYcATXvyeUrApbIGfWNjcCwAB3+xHfweAu5U/Zidr95dcB4Ger8PIDG0c1EMEWzI7id3OL3039Mjp/dheCzf9h5C9aVI8soM8AxaqAawNcv6+1AH6Z/t3vRmVPzTOBVRrgDn637tagocFp/F8KRhEm4qr1t48mncB1Pa9yJcrd/5x85AD2xCcsPmejCj+gEYqpWKfoEe3yx85i55WvLaZqRzrQ/hEQWJ+lxub5hwQzXH7mUKYQzF9ABnCVDg4qEWbz7RY+wjTACEMlAEYgboGMSfnyiz/hinNvnmVlRj46IJ+2aHnv1AJWW3kph4dIt+UsHzWEKmPbcYHX1Mdep+TI97BThpgpZEt765G8AgCTB8CnsLi8jGxQKPMIpan+WtuThbRTIpbGMlQErDGxrKwtoTHeHqReckibQ54BtwKmCzJK2TwqtCbScmxHn4ZPjr4cBYC3mMh41MyDWpZ52j5mj/R48GJoL46YmIDmpP/Wz1/RJqlrXyw2AvIrRhe6q3Z5kfjy3BclEPLmYbDe1QDGvLLnVeiLSZ+96fiHnFIjbJbZqZGeMdMXY42o67RHuR3P1s/rnHLRhrSyYN/bWUwsL0z4Ak6xM6558wqOF/5m+kn8PPOCth263eHl4r7EX7Je/iB75OmL3d1mMy/2aSN42eTZ6LTjOm2SVn/j8QT4OwCgT9kooQwqbtreabL26Ozu8XLdhyVj1StP29M4/h0tYIFqzOxD3H5QmS3tyKvVGODOO+XlWDM+MMHJe8b3XQstXTt6/3J5W4rTY02CBrW0SbcHSJ8mxyX7kG1Iuv5uoXmaQ7/qEugS6BLoEugS6BLoEugS6BL4SAlowedyOJ/Dnl2fXZ7SePo9dfr8hqt8C74Ufz2Xfynerc9eKuA6z5fiXZPnmtY18XucLoEugS6BLoEugR+oBFgLdIYRRUjwi71KR7ufcQ1wKXjJdVS3tM4KsDrF0qFuGX1X87uw3vtuSbbFT3lTkUrFIaZWD58K74rZ50wVUGpjnRJmC5N7ZO2dNfgB5SbXFA2FidT5e/lqa6aRl/iPeBxh/IRmsi5ZyVUlt7aOWmuYpELZZ9ixNiyI7hqnIPoHyK8DwKmOt/0pEJIlb3zWjtkFYacANNFHLf4uNVM57TXbWaagVe2uDuBC9jcRbHaCVDZ4wCEX8lV/3+JDEi2t8scoH3ZN9WcB4VBPHz+NANdofGrDHWDleQ2695dBebXGLzXwtfA6A4yMgGzDhIY1oLTAgqVRo9Epu/19oodPPHPg2U+A8e6WwLTucYCR2MdM8M0/GobQH7A1v9MssMzng+5YpmjEMeDpBzO88Hxg0wAVAL/sPomZBB4l3JdfcyQzeGInCfmNADKjQHVgPduEQ11iJff2x7KFW3nG7+9OEBlfsBs0rbf4BLaIAYYvpG00rj2WGXJAPMFK2ucWH6IPm6/Ij00KAnjZMPE8tXxAy6ztiJqwCuY9u47m33Gtj1Tr3wjvDNAfAoBDh/4eEw6C6ebrwC55/jTZReyrLJv/XyPZkjG2Tn2onW27Faxmc0bi+/f6NmvspOOP/qn107BHw3j7QBtDdmpXx5etdZmYtodLMlm1PZ9TEP/ZTuV3YjzY49dB09V5EnrmmdzD+Ut/Qiv9gHea49Go/+yf07/1uUv/kC2zW4gcqR7PntCHTkB+2onerWmptBt2pWFaW1PLvms1X/8ChQPJ4g8eaO+1Y0zT/vAoZZh7nso11M2GHCxkdsdZL3/l9F+5TxkymBjHOljVg7eWYC4B++Of+ydMuACBYy5df9TFnWSa/Nbp2vmlY6u/yD/a1tASVLfr0Se/xi/8I/3elhoZhcgxl/X4XU3MCQ114dgNiD5n0xM0TZI/5+++a+VnxhKxrLQX36+MFLpa0ES9fdP7yrmHLoEugS6BLoEugS6BLoEugS6B754EnOczo27fT8y9a+7q/NXf+TW31uHFaa4z9UbnOFdfJ7/6PHP2l2K/k/6B9Pl3z1kBlc+BF/Ns8jkQeOPJvfh/Y/Y9WZdAl0CXQJdAl8D3SAK1ZMk6nOv2rrViCvoBQHNAuUd3o65361Z0GnTLqJIGa/us07a3ejvet8hSZa2WeYLrwnFf6VLzKIb009wpQJbFTfhDxSVKQ1uwjZnfYiuV9PfjzvldrKQ6zVBomIGcMessh/oC3rOGW1wrCZ5lTRueiZ8ZDjL7jPLVxnV312WhlzVXUh3mjiZ9Y+gA8BsFZzIXnAVyNjZ4Gpk2va02QZgs7APACPbt92h64Q8Y3dpUsGm/mbA0EhrOAQSmEQ47fQG7+0DYpEIaoY0U4M2F/xm1+P0G7S+0l2GeB5SWg2f3DKeNmE5L541/1ex4EKpUCxjz2pwF0YGBDD45yo0At7s9Ph+11eC8WDbSx0zwzRniyzcJ+T1gb16zu9jCNyT/xMglMetm/Otu0YBExmoqboc/2+1JpwZspFwJ7vBXHgM6CeIjE+U0bn4L8KTteXzYNiYv5KWMA/w7UIKqlv36P3MPrWXoFdhi6/H3VhmXFDNY00anAKz6o/5HKP6cvKD7KgBcNGyY8uvAOjBoPk7/xg1eOlBVqu8NikpaAaXd4AF4KRAck9rhs3JI2+T0PMfIa+HRsUGZaf5rkxekWpaC66Z7myz94G95bjEdMXxiTNLUMpr+DkfZCBIWzcQ8WuzcXK6XvFfPD7ui0Fif5t9DS58OS2rq7NrulZcWdGNSnHrWYsJu/DWU0PA/ELQnFF9H7o5njdMay5ZyRGiWHbPh9Cs11Kfh9xzxA81Or2vlWS9VBGU/pG8OmMPXDDQmE7iWB9v5pXCBv0vRlnthd/B98V+00X+BR3fJMX5E9OYhvaUezujEBHIa4m7zgIbtzHijWf8mD/tLk19L+hp3bfyteJV3bZyQF7YnYMEiGxQwU169y7Z7DC193SEGPGjtYM84+GlH/WbTU7X3FO1J2V7j8JhXk4sToXJPwPuWcf9xw2YPNiuVH49b6K1p9/MugS6BLoEugS6BLoEugS6BLoGPlMAy4z58g5/PW8+vz3i5+vHlb4kzaqeXWS9avq9OnyxXy3z+yVz+YuQrb1qgNa/nBeS6PpKWeOfPr8zmSbR1nk8e9htdAl0CXQJdAl0CXQIrCfj2zbo969diYOIXDw/622VdHLzGdXHXdbM8OaIFHBBYEBMcgrXUe729Vywtp64Fu+7rWjJ8kd1+/wUKM+IJKmAe13EDUoOJ7NB2mfYoYbEWGzd7d+RuvT6qaz3XasWq9ljqnDBTPW5+BZ9lojrZuhZcJ/yFV9aepxllTJQFs+6ZOdJxrf9p+W+70wHg2+R1Erv8JaphR8PGqfQWrbYZs6Gi+PoBFTzYci0YscXXZ2n5PV2kPyF654tqgDQYJs92Cqfu+tjVcbcmWAU8Mq/mQySdkt0cXg8CqprSxTytIKKaloEoOXJBXGm+vxs3Gh4lbYhcxXXDLSYFJrVWAdtwSBrQcvkQiFYlsZT3OGpWFU3XRzWAVed3oLHzFCjxfk7l7DQIp8rKo+ADoOp2+CqDn/eUthri2bFBMvMPaIFv0gwEaTNAnoBqE/VRmwaqbdQOltO83nLVgLXkrRYv+Wy3moFWnvgsVuYvCqbq3bwHBvqJnSj+hgUM0ldvBQr8rgATCs0fg6I8bhcTy9rufym09tPiyElaKi+ceVZzUdMJ7w+2d/nThO+kGjoa/wMg8AzomEuy8Gi3zzi/ZJliLeet7RpvwkT8xK4pQWo3AggAl1loW46A+239y/j1gqEN0Xe3owCw/KFJLQKcFshf8j7Iusnc40kwUoWSLy1d/7PwOGsKmjFiRgOTCyId47Y0l47hDwrZsAFA/ajP582v6TOCmEvHh1bYI9ZhiQGGlefJz3iHxl28C3D7Is2YwQtTbWXNK9e2ikscnd47yo+83G2FqfwdvpQn6tcaKQC9ybHyLArXlb/FTdvARIma1BtMQLs7zjZamy1s69Jb06+U9df+qGyYRPCuSfvTTDX1J4ehTVrHD8vtCFS0Lh2L76rfJl/pu8nB9xf50Nb1p7zXTwbA/8j9aptwCSMtrbzl3Pj8GLDh6RNl/JJ07nCrcU3a9k55KgCXuMWGJF4MaapELssD8lsl1FTKtMHNQnwqO3myrFcSfTHH/rBLoEugS6BLoEugS6BLoEugS+A9EmjfDs5N/Uqp+WuZgHYezHMn94dfohn14q/mwxcfnc1+n/uWuFAW5+cSfja0r7JnI9zw4FQelbAV9sL3io8O4eTicPdtJy+V920Ue6ougS6BLoEugS6B/90SqPd01mY9Rbt1RHFLXGkP9rXfsTbHnGJEE3jGfeCMtb64l2trtx8mHOcHyxooee1Zqx4GFPQGrLTCl88MzsJcN92BMWxxJ6eiS/wV5+l9/qzXSbM+y/qoa5RlDXK/+cQa6bxxDRzc0CdZIzWG88NP/IU31ocn8EPXibWveLQY+X4eOwD8DhlalS6INzPJw05ttp/WJJqKFJBwYu+uh/3j32l3gFGcN8DoHVlfnfS4SE+n8OMCribAR4FRTSxv0EbLpD8gjA3TTxPKBZJlh90DAGTXxtnOjXtNwY/8WSSpFo85E3RS23QCSBjxKSnIe4jiB8TCOrJOx6Aj7wMA619X09vEib33opoEd/zTADc8ECMrQbIfM9CUWeCYg5Y/OnDlLuPy45VlYhcI4N8+AIYyBnRKkfzIsl3dJ9g+C3RhfM64h/bgTgC46l0g5dm8kGv7HhReE1jUNLgmDPL5qq19BqS7hIWPGeRJG/4jfrW3DIAOgkcGSzbr/Nbtx34lJgm2CkgNyPgoCKgZcwf694XKR1kyOJOJmrXlyN0+7xhQ9D1koF+yO8kXYQrWuTkkcXg4Y7r8EZ/bWzWANZMReaYhLBSuO8hf8qb/Ws17NC/H0ZfxT7jSTLBjEXGM1Cr1hPQJp/UkcvO15EuSlvyAOQp2Sm3w6eDWqmrbJ0SevQh/KXQaIfxRt/M/ZGfWFv4CDEOx8VaxJHeBr/XdVhY7D+eClBv60uP+j5RVrWr5fz2U/KxHAVABausAkFVT1chyUBM4fVnOjtw9x9/lHKv9Om6oUa9veH2XY2gZ8F4+22aHNf01JeKkMACs8BSf3tRvgaHGM52TiGu4KqlUu2552HYsf2ufbKVgzP28d4MCGz8ct17q75BMX7MDxg2CmyTUkmf0qOzCn3xWa10uObwWjskpI2Ot8oIIY6Z+1/EFDEi9RZ5v7T+v5d+fdwl0CXQJdAl0CXQJdAl0CXQJ3CaBwww2ydpXyXH+ffr8NdrXx37uW+JCDu1bKnN80/lb59Ro+R1z6fkFms/eWtM9j9TyWd9/Kf463q3nl/K6lUaP3yXQJdAl0CXQJfBDkoDvZNZJ43NXl5YqCbE255okoO8ezMh1P13zic/sH1GCXHzZftTb/Ch9kA+UjMx9Gv6WGc1u9yuu8QnMX/mK0o1rkSrlgcM8xhUja4l3wAsaH8f5Xd3JumewDs5Yq/+EZvIWa4lTFEddc16wiszFXMsGV+L5DF602WAxlrVt52SH9dMi++a/HQB+s+hqahyNqQEtPsDdaFRqNjQL+fqtfeBHpQIKRnMQQFWN2qiBc9a0Bd/BwqtJ1w3Qhl8aXgDAXAgKjVs6BaiCWpNCgUJbdghD+VPVRKngFABltFcpD/GrAaYrJe5b/6z5azTKZrp80NhZ6NeB99YdHPiH1e9vyhEO/BBZAFYAGwHDLYPQHrBC4M/SaMbUYJp7h5KCgIndFiCCgeNh/BFyBHALOEqOMTvQPjJMsXRwbu2Iy6YZuASoHAABuecQ4K7g0C60511sK98mzxkwXOB2zG6YnyBLgBkG6qrLC9nAUO02oS3D2witPaaA3c1TPjcvpHnjrZIl7XBUvxENVjYm7DSpzc4YnwXMF9xLnR5r89h+lCvpM3AKxqOxjHblHm1QTUJXW3gjcyTTXLOk/Qn4a9p20AQvWsACmHJUL5XKo3HYjrnLhXHaPQd1TXNb5vnRNqs2qGVsMYrWNX+Vg704ZoKzqcA2ZJ9h44RWCARZjSPpyOic6mmeaYfhQ7r0sWVMELC2vcYywOLf9ZzSpeuqJ4RHG9zDRGnrAmJiOn+ATzXS4yPdOoY/Yi7hlK/zu465tNKUTdlaO/K+ARCc0QIu37V1n0ieXAwlPyiRv4CqVPaTPiLQRo+vXTSBIzw5O3L3Es3TjOSKOrFvUz49rhseP2Nae8/4CuhsjVVY019ucRA4VsFW+UyOxe62S/0qO0FW7ofHa7iqvI79x3xa2ZIJV/Jqm2ECBQg8MKbal56lTjJby16rEtTng1YmFtnZhqrtO6aULCp2au9ZknJlKG6PZ3Xtu8H+wpj/2R1y9qHWf44pTNVDl0CXQJdAl0CXQJdAl0CXQJfAx0qgvqBq5spcNHNe56T18xvD84MG8I3MXD+7vfwt8SS7fFu3u+s065za/XY0/vp5S3/N8Syd8uH7pUI7rulciG/ehzTruLecX8rrlvQ9bpdAl0CXQJdAl8APRQJtbuORtT7e3bUuqDtUXsmu+7F+73qpSjOuj4+u/+11I8gaXdYQ3z5zuFbKTg3Max7B51gj3KJpq9/d4skpGWu98gV/urmcUWxS01YlzXtZYW3rq7WO2uYwrpJyzlq4HOhucD5zhaggKxZrvvPPOKcEM0pNKOFF+hRuCIjXaF4rldN4HQA+lcdNV4peFF8/hGo+PcauN1qgI4j+zC4IG1cm+mrjAaJg9nM/l2lSAQDX6pfl75vyvSVya4CHNDbu2G13IR9gOn44tUFOZ5UhOBoW8HLUhDWafhNAykjnKHV04tT/heT7JtBP+DswWid2UjWW5wEZoi6/mQAu4SYdKGBRxdsCRgkyxIdwdnKoVcmAFKAlsc8ov//S4c0Q4AmZ7tkEILg6br/iCbs2rHuAwwhMocG5AFP58nTgVIvUTQJ2bMEqNewMAij3CUf52k611y/X5Bvt0AaoO6RcCAwyDQD2A1bwyR08j5qExRdwwMpC3S4kvu1W41NAdM9mAwflccQ8QkxBq31JyItDyRyl09LZbutXTyN1NAJLuxYNy7SFYzrJ3RLsGraiAuwFnnhh0Md3+GINuKqv3ZAvgKzl1I7Ji4sTcanFCKWdoCCa9rNmHpYdPraBKkm1saR/4Y9yqFau9qZAIHnFV7EAJiC1YH/6Bw98Mz4JJ5ySxlBgmm0gmz+SHs31xz/wDDBQreLI3dj+LtHlNqH4K7huljkak+Y2hs1XPKNfB6TmvnUMf0dK0n0a2t0mz2oH9i03KrDjjPb5+Ph76PvitxxSbKku0FN+yyKIwKcp9AcxDv/Elf69NdFBq0qcI3cv0TzN5Zh/JkBcWifT13/Li33UjPyBvzX9IxW5F+RP/XpkLNzt/om7atkqT+u+yvh8SRu9Jd4Sv+6a7zpvOXJMVZb/zpkbP14GgEsemjb3x8RqpB0Pap9X+3Mcqbbd+Fjye4Xh88ftOlM4Lia0/TeYglbzv+i3GC2ffuwS6BLoEugS6BLoEugS6BLoEvhICZzPP0+vD/P0k/n39fycUnsp3Xo+/0K8k2/CdZp1Tu1+O0pv/fwF+k8enafj+sDDmn5LeCG+jw5pWrxbj5fyupVGj98l0CXQJdAl0CXwQ5CA70x/vJODFfnuBlvI+rxrt677gX/pC1jXmLr7Y56jlu1++nfSlSXBwk/O3+v3k1/Wc+FJ1TDXdMWSRt10Ytmx1iPllfVI1iZdV41vXtyezhPKjqS7B2dHfOJpubJeC2akj2IVyZRV2xjIRfGEYo/r7yq2lRbwf0EIBTlLxf22/v2U+nV3OgB8nZwuxlL4gmIB1WjgdoA5laX/TeyNCxi4YO59OoH3Jpw5z2ol6mcyZj9tnPdoahdZfHqTPG30zpsnzscRx92YrRZg9aPE5Xl6AoWSJzouf2cA1QHNTzl1AT9H4yU4ENw/tM0NGWa0JY82nj4vBTvUFExHmRlIwmvpL8v3SCcPf9FS1QSs1x8TFJE/6bsBwLreTj9Cpv+IbNVeVdY8s7MaSfA30BL80rHV4st9fERvNgLWmDANKGhcUvpLPXD9xhDgrTIvcuQSIJBNCht2nkyzWnqCXzJ4HohrGXgWOrSGgTLMGST1aU3bDr+X0p7Tevla+vYdwZuJvlGajL9InQtY+6RkLB1bZYF61i8NNHxM9rNlYLQlj4Ky7DqK31peUBilQAaWSRq3h9Qm8lBUAtUT7W/E8X3aJS87ZRVGIW0e+RFHnqodWJ9SWeqVONa3GuOjJssnnL1jFlwei5BHg0cpvBwWyolabU+t9J/SJ3Q0zwvQ8Sjt1PbYaBdNn9oy2q/l2Xip2LZbTWXolL5pK8tX1cXL3MlWlSN1zVXAXvwy6At4cMcY1do0ZDNhsN2teFqfa0o78paOv6Rd0uNHekC7Opq1aCyrXRs/5pS/6BvvaZuv0vsXPv1v/2TMGdBSnjHDkXwiN/NsoSTTrs6PM/JKuvDp08ql2jBjGpsUpvl3cPYfm5ExzvHhufaZ9hQSlt2JDX55NwDU+lHmrPVVBVm5lPxM8jQscgtf7dxYVUce3eQgBW1ZbOjzvrvU/B/zDqhn1nylIR1tuVxD2z/hD8sR2PimjL+EQpmqlp6azMcyLrJ8RoyrLpWc2p/IInWe2qIJYrpFP8Ca0rcx9NAl0CXQJdAl0CXQJdAl0CXQJfChEnDO6SS2fu2LaFu7prmdySpHnvOrFQvP38hUZXNF8vW3yiovvwOdXDv/z9FnjetVvCffBz5bMs/xtNztmSsd7Rvk0vFJsQ88nNNvea15koU132fPbrp8Rj430eiRuwS6BLoEugS6BH5IEvDdyfuZtUjnDnmnM7fZcxLXb6ztlsll5hUAna7pumY5gyUNKP/UKz+pPkRoNe/wr+u44i0qgumW7pfMTVDoca2QtcwgWlqQ1XQ167Uza9vljvHj5gauPxeWgm1dFjNj4RY8JvhaMIFwVdMpZRs+v0BZiLV3LDK6Dut6b9ZS3yG9DgC/Q3gmtfkEUKXJOOUVIInZXzRB1YBKRacd8ZydBvorjLlXgB7TGmyi31wwL340nlkAlX+fRgCimcbnzozW+NK3KRuq8e6GmPZ/IyadNp29uI1pYbj/iOACv2BNQB7O0ZMkm0+AWZhNBtjjIddILseSfQYhtLEfNgw8nwUqf08cbad/E8H6BQARfBp+AY/Uv5pvyodyhE+eBwD2WrBEtgSFFeEjpnVnBx412FbhiJSsbl5/WvKp+PG1qtYhoJPO0IfshkFTmXa4jndKXTkr3wIxde+pae4Jv7XRtgvAZZz3hcq/oNICcgW01FDXF7Dgm21RibUPzmp365wLEJRb5ewASw8D/Isv4AyapLfd8+zdwboOCPwFPpV/A69SdMOHH/qrPiE4nbDK09MWx/4G0CjI5iaLiY0LaSO2juXFmja0ULnuUHlBGioCcGgA44u1NNKLv/P6XnG3ZOEdJWVZqm2H52y64OWj2WJe5qVhvyS56rDklHogB8zja5pD/qhsblS+3HwxrCRc8TIOVOsYAlBiUhmT+5EnGqwly9O2czmDyji909OY79cEhxYduOGCzkk4vz55yMWaU8+X1icp6D3s2CCAaY8B7VWtLfj89S5vnrQSdt9pHv/hQYsDjomL+NJHiJJY6/zr3ut/TZO32fKXrQMC1Z//AGUnUccyn1InDfVa/c/NUFpFwM0A75cNILDJ7Jf+O5ZxoXAkecLeM7cTRxrFJbromnzHMsHm4Ef7hEy/6BLoEugS6BLoEugS6BLoEugSuLMETmeqbV58/M46fe4cOOH09s08vZ68cXJGun1/ntx+Ju5JnPOLyxy8RulyqnPa38T1a5x+Ezz0PLoEugS6BLoEugS+ZxLIi9w1bk+Y1YAXxbAx+ILKhZst65LciaIW2IOarNMjyoQqOiXNR79/XfOFDbEk1uvFOkaA6Vkz1bAc+NeFckJwEPyyqvC4BWiNght3EzEx7vtni8LPzPrtPPwdzuTrN/Cp32IkA7/KrYLyKzxjYn0zCplYjMxaMvffI8EOAC8ifvNhAR5sTAI30ZZC+2yk4Q8AkfEPmpVqI7gXgd0Ie0Bg/X0u4Nla7dtK/ehQC+diGYCNgHkP+DLdznQKOmjgCRsVDXAPKxOgjP46h5hihmfSlPYtjTN9ozr+vfmWx9ldDxGboB28cL1DU3DYogUMzCvgqkyVfOJjYmBQU1iNUeI+Ym8+WmgAacb6yGD+Y/jBzEGAR/2aYg5cLWp4LF7DKfcFXCmfTAlWoYVrOac95gcAq2xHPrIM7w3tA9RjqgvaBQBT02oOAg5GIzgDznO5FSjlgK2G347BfVbjjp0ymvG1HPL7niB/jVc1jqUZDXV26uzcSQSQFHmVZMjK0qzyFUhfXSs74+9ot2rWqh1YfouVw3u5XepOBtg5NOKHdcQ/tf2i+rIPlnABAA6f1m0+wt0NTv+iOPatPcBqQCwAtw2ypRNwfXs7iKx82ZLaTRMDZsmpcJpb0WqyXrh8IhE3KByklPoo+VJguJkxA07dL1rrq1po5F4/woY9VU3ebJSYMKVNu0pPtciHzC+TMspJgMf0KxJawzH9LACJ79rNqLa6G0EE6I33JDX3TkPJjwkDdEc3lGjRgZdzNFxDo8V/hdELebXizRBzXBBUnfaaMNY/hhstXq/v4o/xGxrD9teMPexqc4xOPz6mr17feL32aJnsg3DKqVM6d8RNezW/sQaRVlW0jBJeFtIlfS9Mi/xgZYeJb7WAbX8STJyD2JRGbtdx+btkfXLvyYVaDAm8VUkwsYFGHyNl7p12CmNr3p6k7ze6BLoEugS6BLoEugS6BLoEugTeKgE28Way7ISZn2sp7Xuk7tfct8Xxqy/nTnTfEQ7T6GdpPEP/Sb5tLv0soWceXObgmVwPNC6nOjz+Bk9e4/QbZKVn1SXQJdAl0CXQJfC9kcDp+zPrjWJErHsPrInvNLfMXMe1U11eblnP3+oKVUUn8C8B4dP1WOdFpzTvIgrWcV23nuBLlO6TFlABX10TzozN9WN+WxT4Pn36781n3Ae6Ziw3NWfLyV3/1DqoeBouL8UvsNb5gDJUMAT5SSi+ak2YMgTPcD2bteKslouNtbi3s9cB4NtldpKiASlWgVCpat2slHOFZmAcTqtq7iK5FSXY9wWL1S6m/ydxtOVdIMOR6Ac0/iPxnMmrv0FtvmQHyIH6+RYzp5N+Q7NQTzHkmybJEj6WPGmgOtNGS1FNYVXl/WQQ3CQmv/uGWrini8Bg880prwK/o3KNxjJ55zvKBxZEhrnB+TAi770gMP516WAv+q68A+tKofosAM6oPDAFvcH/qmC1rIVPORRMrRvAaDxnAELmO7SFhxEttu0fKYNmTA31N6dv/NPaZyWXL+oNGQkzbeFzt/ktuQioC7DK1/PhWCeC7583n+c/cVRj9f2cHvmEM9qfJnupQGgrG33EYj5dIUYklqNkI+gl3+eS8k6GfAdWtMKn6feUGFCVv1UZHN4RWn7ypOx242+h3EBqCZuPZfBoaCnqKo1iAbDk1KC7VE1k6HN7OwgEU87DwkKiXP0nFN34IACNJYKH4Z/BquWv8mp9vBE8467Y9WZ+Jd+8pLhh/QxYMngEXPVlLlh8a0hTkxdPrG/bobuyzDAvQylKVwaehic5plwlyUxCSLdl08D/zP/OkIDZfdrAwMu9yD1J/SSDmsgIfNrm8AE8YyWBTT31cubWIsfL/Nk+zeP5fOqpZUO2vC/205/ol5owbm37crkbo3lK3AnN1830Jb6o9Zft2MLCkw8j16f9oqW/5mh/Tz60IccqN1DstarABM/uWeN+G88SM2STvWdsyLGvDZr5jtmVmnCVKfeSQMaUY9Kkl25tmDHOk4fcQkYp31FWyXP8Otr+7qgb4Ln6vwNvmF1o90OXQJdAl0CXQJdAl0CXQJdAl8B7JeDs03lmBddN2rz18JlwPo9d5udLkjcfLsyOoXXh++MwZ2YubN6H0OIebtx4cpmDdQ6XCF5OdSnmve61csrZ+ncv+p1Ol0CXQJdAl0CXwA9XAnG1x/pg8AUmPyqmbLHkKa7k+rgA8Di6jsj6Nu75VHIqq6e+k51DOTN4bfZwu3ylKo4kDrTXHDU+ircoPgbfEu9yomYk/RWPf9t8/fg71hC/5p5Wcg31N6d3+lPWdMUvpG3ZFx/FYEYqQ5lnMDgeR1FKHoim+1i1gDcb3Fs6lytghuvbQweAb5fZSYojEGA9MMlEI2vSnjhgg8DQyE4DLmlo7oKwkl2URy2etfEZE6X6LMyEfKURaJyPDfLB8nh4BM6dNDsMqKfZannj3EaZBXRjpoGyW0P1eNT3Z9TPa/cBgJJdnXZpE75nkF6BMJwJMCUP5IucyqStnRcO4e0UULBDOPyQBERNP6DxASsABKPBFe/N7FLw5IqG5Tygpo8Mh5nBD2BdXtx9ogmCMADflq21HUpk8ZCvgDUgkDbyiaspW1O9J7Q8pFGgqrxAF7I21118xP6U3KhzI6GK/Kx48hGpDDVXwCAPUNn865o29fV8aqk/GxqfApNKw58+e/e00WH7C3hHU1kNdStQBs8+oNO/eGCb8GeUyRcR0Udoqgmq1vI9NwKUnJQlOrxbAMxRM7xVl42TIzaqhNY/efSfAFrJ1BJPaoNm04I7pATMTPO2YC9P/yAXtUTt3+7Ekkf3PUWMxGnizAnX8b99nmUiwS0FSlpMeEwz9c+LqExzF53zZC9dO6zEx7B9Gj/FgyZDbJveh8cKTWYycAxhh8smnSZL+7htw/uaI9Ffwn6Ddq1+ts3nlMyR4JMzKBI/fql9IeOneKOZ6siPQ8ZEE60JtkWGJ8Qu37CM8CvYqRwn/OwKsiqD1wMlBGCt8mviG//ojHeOO+kanNm2Tvl7neo6RvVC5el/aZEfGyk2moEOwGp5UwT/nv3sx03etBj8KG/ZxJE+rGnzQ/8t+eWS8cV81hI94T/jT5XYfCsufwW9k71vo7/xY4ccfd+NS/XA2D10CXQJdAl0CXQJdAl0CXQJdAm8RwLO0Z27873Ht4Bz5XxcuKG73cs3grNZvyWYKzvJZaLqYp4p7hFOqay+P5a5sjPil+fAx/n02/g55aDRqFJb8su/Fu/jjq3cJfOPy6dT7hLoEugS6BLoEugSqDVD5jcubWIJN2vbAq0TOBhzpKwtT2gCE+FrrOBusXiq5cso+gkQO5di0lDHy3OLt0hZeq6Ouv4fU9Cs4w47rZ+qWNZmY+SH0tmM4pCmmL9mzVjlwbKG6TzifvxYhlrp5K9KXvA3qZAJXjREwRFrk7ID3pF1TgWqYAhbH6iIqa9i11Jd835j6ADwGwXXktmwWhB2yHSTCp2ppCk7DdAaw2yxvhpTT1k41xY6DS1mVEv9u7Tr2qS1Ufyo49KQADhs1Lanxz38sOtgQAtPLdvSJLNruAPCBXu1MbkCAN6wyL7RRC3dycbJH/9/TGiNHl7NQ/kOAGMjgEJAa7s1vJW5z5LfUgswZadB+xPTyhloAK8swzv6y4tlzE4OmMxHF4PIgNlYd7zYcQX33ACQHRvLh2A6NDzJP705zx4fC7BuQNCQ5y9m++LDdfusWmo1Rb2LjqIVugN4m7f6VrYu4TX8tXgr8rlvm1Db3cEJgJU2rNaq7TkDGfVRtbRKd8XpKZ/FqRlNDo5osMYXMDuJbHMF+MuFHBefSngdvEp92Eap8MiVHTNuuPBFYNoll3Wym86rzdnPfbn8BC156htei79mKJd8LspTHvwZ6mj72LMZY465anil7ovPRLr5j76FC1S2fT1sdjt9xbrJA5bSr44yiPQWEdo/zn/Lo4VVN35gxgPAclYDPJrarSZC/qo/aujaZmZ2NE0OQpsvAesFWzm3757U0YGDE9pNgq39VNuVTWnQTrFc8FnzyjFd7ATgtlClgk/6yBZNVnez2a7izz31tuZr4aYBlRfrfZ0/YxFJNF/srrjPjwDqaKm3lmNbXwS+TnQ8J102mjDGTGgptzHRukvhE1Oe/K35zIMr/ixpKE/6DBO1x0cAf8b/8gUsWfvgJfrKyFzpH+mnP0aT/+fw6chBdai5n6fFX/pv5JWn/Gl587zJ8eS56QwVb6YdDXFQzu5CtKk1Wa32fN5PFbH/7RLoEugS6BLoEugS6BLoEugSeIcEat7ZvjsyD82tWk9ZZq8H+m2dxBv1beV3f82AD5HecHKazzIn9vvjEDyvOfbl4yHiG09OOXgjkQ9I1r4PGunn5PBd5b/x3Y9dAl0CXQJdAl0C330J1HzIdUtnPBNrcZyqxDWqCKd1Wec8uGxj/W8PwDplTR4tYO+zXldzlPuXU77EATIPI2/Xm7eagda9JFMAZwGucgbnYu35E2uJww6LggCtrm+azpXMinlP/mpFWv6UV5TJAIBVEp2ygIpMXPf055QGRncBqFmLVQsYHK74extPHQB+m9wOqY4fANZNLdin3tDOUpvP82H8Er+waN/po7b948EWAG1Gk26OKWh3Qaj9ZbA5fmSwJdmgCTSs+HHFZPIeQHD3oBlWQUs1BQH77JhqXSZQPgAqfS1uaXhHIO3jOLbLpuGLlNiBARrtKMNOE8tqV6PxtsjLLlTaiHJmXMA/ZL7HB+w2viEFuZdetJTongc/7Mw5A4m7WfRHjBZiBjY67Yw/ZcEQQ+lgulsYTmkLDRieMTsws7NjEKiclH8V/618rtunNLzODz43mo/lOGQgFBh0sKGFLgNl5LnI1rQOjg6TI2YS9g7ixJ3gV03QbbQCHcD9ALZNpbrWqaXwbDjn04jKZoTfbKRgE4UgXDQceVbgbmp5yYMMVyHa9sjc8khbeT9ObgTQtLKbGSg3TMrn2wJ0W87IZaKv7Ab82EbjG6LmC2EH5wovZxR5Gd86x7yyGqHbLQN8S75QueVQptMLfssGE/w9j+zGsp7De/p18ZW/C4uXZNK49+VNQ4Y/xgF2b20G6p6NLu5wb3Fu4hF688BEgLY47H+z1LHc7Whp1TeK3mXq3vUXP9urjKs9WcuWX3k6BrjbzDZcL91V9GdPFb9azzQWfKVjZlnT84KYtn37bioosY40uH8Ml/mu5/ZFy+g4wLsAn8oz2qv2sWP7XNM6UrXUZjPAh1rK+o/YzmoCs4PMzTJka87H1C/xsaa7Pje1hKgJF5XcMKTZFjTUR/qR+ZhD5XFO32v5Mj2x9P+hhrfvwbQ/yrhqaMTkWeO2+qYUjlFOn/NoCcZKag6OP+w6BAB2k5LNm9faisaSpB+6BLoEugS6BLoEugS6BLoEugRelYBz3ZprLrNz5rF+V7b7fhPw3G8j56OZuB7nrPlOMDnhOKc9zFzrwRv+1qKk82Z+ztEPc+hGzGf3CK2cJQM5r989aN+bRq2xnFJ9Tg5LpZxG7lddAl0CXQJdAl0CXQI3SMD1vqyXsmYaqyesxz2iCfzwCQuFc1ltVUnKMLJANz+KkZWLzo98E8uXs7Wsq2aelDPWM1XYcm6zmKiO5cBC8rYoD02PrCfuSwmyrIc6j/gATl1jDi7hmu6PwI3KWqJr1cU3/FuGyHVRIBVAFydY0kHg5tAB4JtF9loCG4cTUMDGaLbREaLSrflVn9kQMQ3Nv53gII1Rk5VztCj/Ox8QVvo3EeREG+cC0wIRXu4efkID1HH3j5cPFQAT2YYnDN0m3owD740gcMyVCqiEkpHuHgIgHKjKr/ISNNe8Nhpl+C0WVEcAlAAAQABJREFUUKBLwK9AxbGDasLVfwHWHwGAArRbNynQgeq9TpJ/iFX9pWPq2xdH6JoaEFTPrl+yrw9H48mvQRlyFxu1+z0atWwM2NAmCvB+O7+n8ktGhz8BdZCmvk0dcDZoX2aXziGG3K3yRr5+2A6C2WrcCVwB/E6bP5BCwMW41kMr0/WSvshn2qQAk5sO9P38JfkpSzVQyQt+jjms+Az/XtcvQPKg9rA+rP8Ih/od8DOel8B5sqS95k+1ecuqBvekWXT6zW74DZQXgJCcYBQ2jm3yJcqWKX4KMAUxa155K7h6XdqndKVWgP3sbiJNW9hnIkM3d1DwyK+1VfksKpdkUo+UGUHgD7aU67T5d3j8H34FqheFa//CozwsP01UD4CsMUOPNYLqKwtTjblrSSee8kyLJDXgP79o1ueF3+i+TLD6tH4j9mjK/4qxXFPkZUY75jmsnvOQ+m43X8qnEqvlb2tywjRv/636/nJv3ZcaxZNjgGg2csxu3PmK+pU/8jRbF6MOvLzExwnFswvTWUduxkATn4qf9r/n+B/waVR4Topz+nWdqRT9Q1PuTgAHxuzaaGLfFbBtqYl/4LXkIdljWzx97rMK5qP0DNCj77ghZaN5GWQov0caidT/dAl0CXQJdAl0CXQJdAl0CXQJXCGBmmEasc1YPXd5ribbfBNl/lrflIfYy5zW5cZlknoyH20zV2m9JYRuS3iYP7cbHovb9Z23nR9K9Lbk32iqS2W+dE+mvk/l+kaF2DPrEugS6BLoEugSeLMExMBUHNM6put/G7VXAVtdmI2/YBVKouz036Ws4XoduV3EA97MRSXMprzFFYdrggK/W3CBAYXHbRRT5K0wBbEj5wb7R5SHYgoafCPgsLRqzbyo3usv5QaHwxYvHKAp7TquWEeUWo5zlKxpwnzmnQDnKjduwB5wHrowcox7DWfjp0+f/u81ET8qzmsVnd0EH5X5Heie81/8WgkuPmv2l3M0P7eg+hsAju3kTgMf+6EAIMPjaSj/j3GIHTX4YwP7yPKnq5G/3w2zzjEBYqIaj6bgdmNn1dypADGshy/isKi+o9PMj2gAbwEBSFMgKx3aTr36NfG+VIZz+bU0l48wCv09PnZjWmAGMKKjaBLabitQ2HyeSld1ek3fPqgJykAzR3PZDiYs4KeTn1+pjcvZSZPyXhsywCAiebSj6ivZVjAM+ALe/CL1LcCbQUbWErcd4SZIxSDH8bW8BVSdDh37Mhe38HdOIaVnE4KyFAB2o4LmlmWs1Ys8nbDJVcrkXQbQQS12NRcxs20NpAjrjG6Q3zpZziVG+xKEQ78WnjBzS31vAf0NApwFcAlKw5eMEozvabTBPfFav9zGQQtYf7CjIDAN3/fB9TUs9RbsPdQZ9MODLwfzGn6LTAT66fsBqsm7MdaSPnuUb3WrAdnQVnV3z9EJ/eVEL9V/ykU7Sw2C1mF0g3P8KcccB/Vu+WXatrr65/Xxx0tJYJLUFUcepRxoj7/yCVDNy2jUrIZPVwsRL/FXJbICAtPh994RU3/Panrbp6Xlc3NuPFw+Wg9EPPntUw5hQcZf+77+td1YIZ8ZHyIhyNex+Fn9ZeIyWBbiTmjzz4CswwN9BDPajt2RB/kma5PJ66rsRenwtC4v/M3rPH7jHRT+nZ8bQNrGmlN5niZ3owFcMB5OyHALALwbHWvkzbBO653rf4cRMsVPKyErtwD5hP5OnW+0VmC9RH5n5bTNO/7KH31tZiPMzDtlHB0HnQAiK2hlfImMi2O5Lr5JviZ5IlcftF9ic22vgbeJMYH+vZnV+HZsUo49fFcl0N4zz/H3bN98LkG//72SQK//71V13Z3ZXv93F+n3imCv/+9Vdd2d2W+7/l/Lv6zzME/1AyNrJPXt4BxbC2N+G+S3no+274D1nNV4S5z6Sqq/bxeo82fmzO3bJfPpRm15xvPX5k+3lN+4h5/fVM7fX/nVJP5Y9iYDzRv6VZFvqCqJpTn8THF7aOU2ZZ038bR8nx5vz6WnuJ8EXmt/r7Xf+3HSKX0bEuj1/21I/buTZ6//705d3IOTVp+HcRtzy06TWDjl5c66Pcpm5RbTm6zYuS69Zz0eV4KDi/Gu6ROjhQOdduONR/lytlFzNadNzDxYs56CYaidLOaFhVb5ZU7jPCEKU8zh9hu1bAVa0QTOoqTPK7yXvyYvqYU/5eGkRfehujkFjzFPZ1pRWnMeSfax+sh8dBIAxrqtSo4qQRp3vW76Gn/fugbwWgCLTP+XHGxOVFYqjEVyAIMNiP6EynkaWD4OANA4Wt/T9LuqYBfNTfcNhXzE2HDkkzDtafA2OrWAs1BvY/Q/RwMHdJdpaJoqtmOww2MJNrZGp9177Xhz/DADLIrPYu2kD5gVHXAwLp0C/gACDuKrjyxhJQwAUzY7sZq1S1k4O5TrNUavfJ7BK+T9U4D65K4XNd8cBCNrnkXeB0a57z3bAp+WtBW1KidADLVW1/xycVN4Tb5+4Op+VcBNjWq1Ra3hY7o1j577q083+Y2/UtrC/hFfsPKadn1k8ezy+ODs7Jjf+gF9QTnxcas05e0hjtt/lOvcz9vFbFcDH2nCdf4AAOnrGBqak5bH/eNfOP8754JX5rHO87bzandFQi3bLX5sh50gIVq3gOuCp9eTrzbgYD+qVRyt9eLzNq5abMtbWpby6eYOtb1H+PNYQG1GqZbgwlHJn4b0GQo1AOo9UMT9/l8pJyaBAUmtpTUAfJry6VWNP1K0HuipmjBmA8okf4wz1ts18iPXJ/+qLTLaOiAwydjgs1ifE7bJy+3tjD/zRm7hDV5m2pHm0tOXD/Kruk/Ki439de7JgjwITkrUXgX8z7hqx7TtP0vC5/7X3QB1jQb/jv4RE/7KjsnM09oLp6/+OWZpBlKpaZlrYANj6OOjfnbp8258CIPHFEXca3liUhc+fMf8mDZj/QqgF2exPPEqN9dFkEM33jgZimkUd+5lA805b9fR67E+XgJX9cOPZ6Pn8C1JoNf/tyT470i2vf6/IxXxLbHR6/9bEvx3JNtvu/5fy7++TxZhOVFP8Mj3ykloz7h58TvgJPIdLpaZfZvgn+TZbr6ezU3lPyG3Ku/J/esujt80l3l9G/U1rXb+NkrXlaLHeq8EXmt/76Xf03+3JdDr/7tdPx/NXa//j5bwt0g/a+tiXOAgzE+01OoaviaOc869LRqQM+vmWpXdosiCJtmy0vgBfDMlcFYgxuLS6sTa/CMuF8VnRi2gqrjlGiL/nMN51IXnbmR9df+fcI+LVsE6n98pHNt/0fTaVdtYWGWd3jXTWkddZwhvsCH0oebvHt60blsWGWHxBvY6ALyW653PBXLUkNqMaiLZpvBbiy/EAVOa1lEtgtNB1LSlA8xoqQZQuzMfL5E7NEAaXjV8QUs0aQEEB01X0wHS5qO5CiVAHm24q7m80RS0/koBqyrSMacD3eOti2fXxqvEDZBBmu5+4N8AELNjt0SZV4YpeoFd164R2kTdMRAJtE+YBd2zW6JpVdYnnDVzv1D1WvSsfVnJd+OA9qBmoNGkVs7KtDYCVNzyJ+qT0qjOxgB8Abv7RPlK9y3hNfkWj7RPgRM01B/gsbYuFDCYNupoc8aBg4x3/QlYz9N/M5AyEGHywWehu/yt65e5v8insrLgll8gTC3J3U+AtticwKCtdn0ehzQ5ekFYDvXMgdx4EbgDOnQAAt01o01/XwaVSaW99W9ok0gygsn6pB6Gr6Cpv4PSPmz8vEpbdA1CmshwMN/OyhRe3Xn0auLLEQ5ylQC/kZfvboeWLVqs7n6Kf+rLSZe71vBpiMi8Ja/QrF1I+FYGeMvr6wZmG39pZwyVWzadjGjM62tXU8vSe3MQfISCG0CirTr9hTqhP/HSdGzWh20DIk/zMF0qgFj2A8+9R98c9c/wC84A+KVORdXzUzml/kLldWGYMu2Ieo5PeDd+TILAmvVgPHuBRANQjeIIN+5+DMdfhr8NO9zKvwUPbwyHLNP3TawMGDEptGbp95//xB1Mauu33oke3J6G4kj+lE/aCelGxsFx+1W1u/MkpwRuu5JP+LMP1qYU6hmN75j8fsLbbaR77I+TQOv/H5dDp/xdlkCv/+9y7Xw8b73+P17G3+Ucev1/l2vn43n7tuv/+fxrTlsbaJ2ournVe8wuuazvJu+3n8+Wb4DDnJlbHxaWvDIh93z5Zmk8XJnvq+V34m44zPHX5fW88ZFYV/85ftNcTr/kejW9ithoKYtL3yQ3kuvRP1wCz7e/D8+6Z/AdkECv/+9AJXyLLPT6/xaF/+FZ6yaSmUmURFTKcL34ExZkWb8XbAVEirtE1rtjJRDlnFJ4Y1a1zDva8S6stqkLx8wvWNN1SZPFTI6si8f1qUp6zu94kLVLZxI7lLHEubAimbX4BVsyXpsfJdXtf07TKx/zBdTV6ib4xy5WWTEJzX2lJTrQ/jkn1eLtpHVbZOe6p3GOc6vX+ekA8OsyenMMqywabLHtLXgJOIT2k0DgpEYwC+Kz2rZROxf1Z+E//ngFVAWPbJ0fG1oDrEblQj08oeGl9t0Of6EbTVfT+ARL7BBZzof3UdvkaKk+omWlKr0+QNeh0V3fu3R+bbxKC5cBXMg7nVNQcLf5tNNvqICW3VpQx9h+DPDLRaBW0qD9iYz11+rOiUQz6p2DdOtH/iJB7CAZBIC3v6R7am+ep/5PZ6/MC2gVXfG/gLVd+e/sUFFrWcDK8rSPPKlfF16Tb+QJfSSJSJsW8E8gzqAHfxP8K8IDyOXH7eEnP0rcsu03n6c/EBcgEGoFTNFmVgNpIj/z5yKfkZF527aE+8mb/rIbf8OZLw37kHIxwOFaLAJ2h2e2BONhwDZxaLN7NC3VBk/h1glD7Oo/je+iAASnhv/2V9T3l5Au3q6mbsRsELCvueCAR4D53yiZ7VUZXE0paf1z5I++Az9umBgf0BLlZTclD8cY+XzuJ5WnoWRdPOkLWqB6i0n4WUAwfF7H65E/OQAyZ5Iw4Gt3s1k05ld1+JSLV+5kPChuAvxjxuMz/Ulz1Za6tMarjk4ppSKMUfJzokDr0z/DiPnscfyKsVo/6dSRVXWaOFftnuPlNUEuBsZVd8vt94CragLTL0/a9BNCUg+UDZ9qAQsgAwCPvyWdGsDupqt29CTpKzeecq0Eymy4Y8EeDeDNBi3gAMAtdhufKE36n+OAGdW4Pc20jYn2h5l0wX3fG7WwZpz7BDeFaGZ/YGPStP8jRPFPfR/SncoHSKD1/w8g3Ul+DyTQ6/97UEkfyGKv/w8U7veAdK//70ElfSCL33b9P59/zRqdX1fgeplI5pMxgOhaMD5cviXe882yJvnsud+2y/ft4fPlcPJsqksPXi3/8g11KPyBiPm9LU9JHL9rLtNYRH3I7fRk9Z0RHqSxkn/uvUzhlF6/+rYk8Hz7+7Y46vl+kxLo9f9NSvu7l1ev/+9endyPI9dPfTO7DunqveuoYmC6gdMKoJAl4Ca/kfnMPPyNmIDAYmA8MfZHvsVLMYV8WGcN9rH7JUVX41Z8yf/OMzjBwuwjAPB2+2d4/HvmLnJ2Dw5P27/AsniLsgCTmT5vHra/hRtcx7rGnnllSUTOsvgcQAMXeygL6nLUNePwnOev/+kA8OsyenOMTG2XFjyL6KNZu3OnQQAE/CAGhaDSOQrw7UXyqXS1qlzQt6VZ8e+ZaL/GfGuAdQxkTftHc4wPnAG76AOajFu0lsMHPOV7gD82wP0OP51ofmoKVO0/Ta1qh9w+c21o+T8X/6kNc4gj2Jj61I9r8sMMNPbS9wHVec7/poEnv5Zq67Zddpw8olUp0B4Q6PgV8lz277wvL3TomDUQ3PkZvPwUbgSOrHwLQpwMdZ5qbJYSpeEg/3FHm9DHKjtPVPEnvs+vBZVk/jX5Kr8aCPmrFrAAoQ7IAWoEgHmYn6Ja/6oF0AoclNRqh+kJjbuYrUYLOGXQ97KBOJJ5KVzmU37Mt14f4Q+awwaAUDMSaNTH7Hd4NI/6BXjNBzoP5I9QprzKv7Fg6rRHGxRTu6mDxHjbn1O+laFlxlcxTu9jvkHN4ytDihGZW2gSqa2M2fL5YOOfdqy4jXhlaPx5NJn9duYlvMF0ui+7AghvILjKV7/hynpkA8C04eVov4qZDNv2daHxZ2w3wkwBwPEB7LgzapLjelonOWb8sly2CoFvwVQAR/rSpLlqX7KRyHP1U2nTPY2n4DmUr138RcRcuhrq/z97b8LdzHGsaQIFUnJ7lyzf2zNnfmz/2jlnvOrat223PqJqnueNSlQBBECQBKVPViZZqC2XyDeXiszIiCz6Dv1NUlwoqTSW++tX6ipLLaaqp7+QJAtrrgbw+zD74Jyy0MTy8HuwNKYFP6nU563HuWTTuhSuSiN1ckSjOgtpol0vjmssK8Uij+sZJwXAMZM+uB+IZfA2AfU5+sydzT79JMzQ3kUetHHvu/s8ETjU38+TvE7VByPQy/+DAf7Mo+/l/5kX0AeT18v/gwH+zKP/oct/SX/FITMGqT1qZ/4+TOz8nnFAjaROOXPvZz7TscKdnPvBGVsd8svzvc996PZGnuvHi1e5s/l3lDCPnzO/4j1c9CEN+PYaSbwqqSPPxpgjeM7X7dmRz/VNjV7XT5brgDDfGnN3PwYElvr3Y6C203hvBHr53xvRH1d8vfx/XOX1Kmr9tucjD6/CRZTCmLxW+LtFgWZAG1hrstnjVnkXMqRpr6YtlnC5n7A2G5kDiX7IF905Ynk1ZRcoEg5YQH1QMI11x8g3BmUupDxitRA/Tyi8TFiR1SKr873hxciXnMdb6Tuu/8VbymkZ+1Yrp+D0yFz9qJVg0hoz544P5lPDoulP32xxKG1l8TAR3PTTBcA3wfR2TxEQWOn9UxCYiqOGpSsfKLiUdjUOG8ITWlJbtJcUUKpxVdXr7em/FLJVwDrP1TgT84Z8ZAUCwlUERQotxzRS2oN50auVEGHanr2Ah6igV0OIAO6lhOf3Lf0bvR8EHg7CClWbKqryCNxqz2L2zz2JrDXUaFWShxKogjFl8dH4RvABnpiaBzjwfNB8scIPNavt9Ow+mmu5IgepGDb6PXXiD3RUmFemQ9D01D3xLfznLsdBJZp5DwjTt5Ma1aSF+XJpLJyktY7CWA1QHXssiytCl097hdWaMsefwtAMFjmVx4u/l+pBPbftGMPcKSKkdi9W97E14tOwVTdJ/whbk053DpZeqg2O1qrtzVdvdOu0q0aac+h0P1ZMGbuKqZwYi91LrvDVlzKz2s9UQds/ClPiS/5eimZ+3+hrZ9dB7Jk00ITxoKll96VOQ5jxOr0+0H8mQT/qgMmJPbnLvLKmlmNuG+/1kTwTbvWo0eUj41FL27YxsJftgJBwVFitsz08K896dfYXvymJ5Ecfmm/mRB11PwcF1VtMilecl8ulaDK8dYe+hvb39GQbcXEMbZh9kHWtlHOz+qnP8+rB1UvxhE4YoO+e/gwe9KuXSUtMB/xCgOFdYMRKNjS8pzANMDlX07z9ZVlYsG7zNeAbtafMs7cy34Ds9Wtbb/Un0ZbfoENfIn7TyKIh+pYdfcwUIfW9qDNB+y/rsZd8PxH0Z5sCV/iFnv7zuSFwqL+fG2Gdnu8FgV7+3wvMn20ivfw/26L5Xgjr5f+9wPzZJvJDl/+S/ppDbGMsOFYHADVJUxjKX8at/fvA+/ndwU88vuunpVaRtDsnE8plovId6Z3Pv3FX/o7fr/IXPtv7UxyKrpt/X0X7Ov9er4930nEzwd3jPRFY6tc9Y+1x/VgQ6OX/Yympj6Gzl//H4Pq5xNrK19lYZ/qcG1cusN1pCZf5U+ZTlR0UH4P1Q6zKulWn29fJW7SvejvfN1/M6UbBUrpIAfnMji0mt9BVMoSmg8wcL8qDA4qRT8g3pK20mgkf3vB1s7zrPDR82rO6N9/QI0nM1ZfJbATTCn8Bsck3xEQOKNZ4EZ7vne+MFvAidWjxXjp3AfAlZO70vBWwheUqAkvMRZtbBC+qwztJb6lqRjWaeROaamkAqHOjNbw0gTsRdBLNgb5IOlqVokIrJYOWQW1GBDGa240KOv5SCcmDttFLkw6hn1qKrJFoAr+TZC7etvQvejh5cezfCf8yfeoewNmzOFpviqtdvavpAfKRvIE79Nrg3WdTwYCNeKdmttn+CCdQ/CscyX6zSIF37iEaU9AKd6XfKkEpR0OOc4ixY5EozpTDfoM2IEL2jJUiUL2d4GO8nmfS99GyRvhL9yta0IeWsqtOIoyDfp9ZZzk3rBYKuOI/unyUwX6vWeXSWK48EBC3+M/ts59LdPq8tJT9xWSEbUJtcwSEW7WAU85+WhwUVyr+njvUFhbtQaEi2vZqMG4QrFoOFXKJgxc3uYVue2YoVIvVfbERsD5u3At4XugBnWkbt5Zf8k0QNVfRCJ0s/wja/IQWtbcQ2OjLhw76speycSKEe9z8B/f2Q23C41yMV9KizlbZuA+sBjEQqKee0q6g0oUB+eCfi3Z+1ujLLZUr7ZNQOzRZHzAV4iKU0NfwW5XzlWjzKh9pTGlYG9LGiH8asW5A/+r+yltotuZco7G1S+MoV+WsAHODpvzeNkIMInHOSbtvPKolnPO1esYioQiuWZywR6M+eUjsVXcrliWthl/SsIPw373mMR0yUvfoQJL2KoW3XdqX4WwrbgcwZFsD9ih/+jvUyRBBn3Vbf+moIm2nPCtc1ZOUAiSyvQBC6u1EH/OShPs11JK+KQwwlVv62kmGyDoZTWppK5qKvtdE3P1+FAKt/n5U/D3ezxuBXv6fd/l8NHW9/D8a4c87/l7+n3f5fDR1P3T51wSg3Ktcd40TNE0Yjt3xEs8dh+eeu7jwtwsPPj/kNHP4eV9P3/tbMcr7m54LrutJo6jdvzWdlv/w7UkjI4lDdIf3eTLn74y/Q4DXXrwKq5Z+O68TOy2PhtA5v+tw/fqHROCHbv8/ZN572vRq89xsx+KniUAv/59CudfsHxNytHdlMigNwlNF0cxt74BAxaQ2f75nmz6VYNbyr9Ov+31QI9aZpppnhVcY2KMY4bRWTZMmPKCKL/7tmE/dR7HkW/KhApFz+/Jmco5vc6f1v90bn5aAh8inSOdRzWQtOjofLl+qD69UrFEx0KxgLXbT5HDFMb5EVRcAv4TQO9+3AjWasu9NA2CieocG4wZ1c7Xd3Bh7iwq6zLZC4nFAzTxCNG2Ty8C+tXq9TPyaPiuygrSsH4igikaIpnLMQCsE9mPNESEgXmujbKuiezuqfl4rI15OdfFxnP7y/NLVsX9EN9nn0oERdKo1ONtwz8BNgcDRYM2GopFq8ojK/BZBsCZMy8+lFN/zHLwyDlHTV+GEQgm1B7/hWg04nxv/MvgsoWl1OJaFwqnsC/qENiA28qvDMVACvkjcMV7XvJsW5Qhe7q+727Kvshu1zytkWmrHAuA1HSJup8kG5k8IrliJ4nC6uRa+3Z+eL9F5/JxYpE87/JjSjgYraYpF8ZGm147nKU7RBFSAJZ3Ew561W4TAfpTSpSaI4Z+HPaW33S/0Ec5gmm1Gu9i9qYctAuCYWrbjxtmmjupji+X8OYI24txptpx9YaO1Kt1vpS80kHPo8wO3m/5jM0qfQjvrqWfjDo2NpitY+GHkA+7Hc8CkuWaBN/u/EU/TAOfZUVwtzuW84Ocz0ifOPR++idVYmsofWYzgvs+pd+mTbi8f24oLRCpztn3oGbmPxQI+4qzEiZ8qnYWo1dUxfdYaDvK0++I3kPoVfTVCVp5dFrMu+KUOrOJ+dkn+7O+xZ8B3AA31pz/SDl2UkVRX3pc4j+gjvIs4NGfyMPxPivNLaLV87uDIc/6IrNqKQm9pdO/nf5KGgvaWQ1OsVBt9JQjmPd+3iT74Qfwm+kAn216oIzdTHxqr77Rsh5j8pk7mW9rqgaQ1Om+OuXv8IARa/fig6Hu0nzkCvfw/8wL6YPJ6+X8wwJ959L38P/MC+mDyfujybwsUj8dUjWN2fLPwsgUFvGP4x+anAeT9zFe+h79sY7Dwz3L+xulh/E42lltSn9NsL144m5/lmMd7CbPEuI6i4VPPXpfWOp6L16/CqqXfzutYT+lv9+f8rsP16x8SgR+6/f+Qee9p06ulf+1I/FQR6OX/0yj5KmckIJmj/IT8hblZpL67AWujCDWdVdS88c7jAet9zNFuYp3T77dzeh/hjNX5R+YGnbdX2KqA9YE9ijdsQ8i7mneWC3PWE7kB85f78Y/MLf4f5o+dW4U+PEVu8ypepvJzvf5LlwqO8my/5lqayupp8YJyrf5Jh/PvaAGPzMciH5Ge0Bae8TJ6P7gA+COK9XOKc13AVq9oIar1xMT8boempTbHI5CiIio4osB3CBX2n9BSG2atPyvfEeNuhajjXnld6LTilMhBgZV70IzQ5x67ChMgksqlLqYrI3KHwIJVCHsEAKxAKC1gqbLSeXwgAw59GYxB14jAaIhpYLVCXSUBrSR/GNg1RoOzGmIDey1v3QNWQSUNt+G5PicXLZw3r3XEK04KdaojodnaaaA5qIatwo+YNrY6JB2bunjhX43KdCgxcI1gjQ6RlTFqhIp6Mvdaes74b+XuOoMofdNhKAjeYh5Yc7LuaZvOZMahlepCQz0ZENJpYlthtXsBK2TDWK65z7HGdX19hqQrj4zNjwhanC6cAEdN3ZaTDvDL6m3xKbfeQ1qNT50bvj/YBtlf1w+N+w1o3jy1njy8hr6GX6UGDfwraLbUps2vaePQiEmJdNCWnWTWzxyk1WErwergrdgrBNacbYTqmFmvVeCJpMLf+Ft0kkOSGBGwjjHP/dvQZz00aT9zge8ozktpGcY2Vhqw0aalXPaf1Fp1MYhYC4Z5Oorw6OYZfmaXePLRgzkorX4F9tBue4fGqxGuYi/homFmzU/LBAHwln21N+zngLo61VjBoHGed8f0mbLtUhrVkseENubc3S9dF/xaO2nZRqOXRA2FjzoqH3Ud7+knqqeyv9jRlgbLXGG6pvXTpqTTuATzOaDS6V/VIfJL2xiyT7ELJN7jpFN87MOgMYwFtzx29dn4HTRiqnrjvh3QV4yQ6RWNTYMgOJIP21jhxAKOlZUBQ5xzk+YyKvkbzg0XkEiZ0L8+sVjksOe7q+VmjM4l1p91BDoCHYGOQEegI9AR6Aj82yEQPpkxXo0NGMM46IWPbc8dP3qdhc85w3bC9y6HbGi4yBNsZFKbM87bjrC38NTOA+QgpOOD4pLdMkz+G16bcYRjtBwZRzSmOK8v/sh/V57Ml+OUma5YwzH/PMnYofJdOJC/OdxxxC1P67we+zi9W+IzTsMfu+SvZeXc+WxeGx3r83G8bbBwmv7z+2N81lgFr8N4a53W6toC6a4j0BHoCHQEOgIdgQsIzHwMs4TyUhvmwp+Ym/vZ4zf4/5I5VRRpmJOX89lxP6n0pPU+5hR3zOU9/26f5ycuJH7+cft2w2/JGU1a7+S83Wrd8VfQJJ+oTKHmZmUFSnlMBa+/I2EqmYH7CMvanKPxfMKXnxpHuZpTrplj537ZinVAoUwhNDwhiJBeYaqcLnImgj6h2LjZaJWR98lNxXbptwuALyFzp+dLgcrYy+Q7d47A6cmCRguPPWHVAKa2U4MURDlJjl7qd9rzdvLfSlaV4U4k3RSN5AwQOyLEG2mA7rm68chqDWt7DVK4oEIqsOAeYdpWIRU0L86YPsilI6GqI/xV1KobdtCCdqhC4IB6aFC+lRZ9Sq+CbQSqMbe9pld/93Mtebu1CAFJPRq2jwjUoSN0pyEXToc+SRK4SYdIJLuNe5cqXENLl9+PcA767JwVEGqafLf7HffuV13pretye9a0RlNH8WZ9dXXMiPBKjfC3Cixb/p6nKX10bQ5g3Z86dVIBn4LIGsy1sOfPdoyKrqAVLMcsAkAj1hU9GeydD3Xp6TF9lCG01QAe4ZgLO6SRlTvWu3z4SPXItQI/esgNWPrZsZ6mrn4Cz62du+X/VrfQl09XPrqau3CPb02S+7E7rVun9y3t+bkTBUbrogH6tSxcQeNy4AMfjVtywYuL7jg9/YJTGAHIol/Z7dS01VIC98HqSmRnU7GkiXcmQizVTncxxYQZcE151Puzgc/gUb73I4tiHr7ivauyWCQx43Y4H6IzbWk/PGik5MGpf+umH+8NC1QmrCpst5oxtj26j23LxxLZIbzppx9RDMvhIocHGAbMQUdALbRLsBUxL10W/fqqPBTjUWXOuxEsYTg2MT1iP2oitk1OuJp0qmsICXjuZbHXfMqjCzgUUJ+0idl7Tkvy66eXr5NuMWQDs1uaqt4/YUJf6xQKhUP4ayO9nFx/0xHoCHQEOgIdgY5AR6Aj8HkjUPxycdLyne2+qF4YZMde19z1t9dCHr97xomGh9fPPLk3n2uyb04146DjeC7dHfHfeDK/OQ55N6Txnubo9F5/zT2jur14w/mFuF6R13OJV/mee9OeXcsnfl4gL+OJFlU/dwQ6Ah2BjkBHoCNwgoDfWT+myj+4VjEGWcGXX3zNvCJKkMxF17x5zc+P3zHXreW+aAFfmR88SeXVt/PnXwlL5tnlN1QQRC7n9o2ukIuXzBvOs7OxLAhtyGRKvvHqVG8IIFbwgJHJcBUFx19yq6KdNIkJlDlnX4jy5AEM1Z5WAMzcdvC+zsB0AfANRfEeL2sGVGGfk/BW9Fxwv1PDkslw97BV2u/KU4UxVEHaiAIfJq4jBJ4Z98bAz7P56/jfQ+dp2Kr0mqtWVISgDGHlwwMVcFRj2YpHBeTfOX0r4w56NFv6tEH7U+EPEapkWUKb09jvd68oTzwHEpvASmp3CNzGUcGHdM5DOeibdiEIahEs4Xua/oEwUXrF2IaSXN+POGNMOUlDNdOi8wka3QtYQXVpKhdW1ZhBbaaHK4QlA/nYsZfpxAbktdG3/sTXzlS67+VqJYkajgpZh81XaEorqK4OuCBqGB2fs7jBDssSoDyeEFhOaAZqYvs9uB7Xb/NKK6Hu7Wkn9NLgwmbyCLk0Ad72i708KCusosEeQaAC9k+bp+mvWdET8hUSBf+WP26vuGP68EiwpGJwjkdMpz+6oshVTWn3vl3FHVB5dMbZ7vU72EdEa/db4jg2rX0m2PVH0sehdrl7Mewwmf6IqWq1oif3yw1pK/rWtB7FjB/iUDtVOmMNwPro3soR/vNxxEvq5zq6ozjwkvaxemg79Tb0+Vlu+H0Rmi3/RLwK8vJlEVCMB7rZ0DshYM3e2jHlUXk5F88z+vQEjS6KmaCtVmXZn3BvNHN+lizPdY5gvo9rZ26O/c/Mhm0GTWW1lcfdHygXTfGrTW/O/Q74HanvQeI7xCMB0mU5YAUBsyFqKtteQgUEzOS1YDeci349Snb1Yl7Md5j73iIAdr9itRTKV1HqdfJHFGri26NUuVIr8p2j7bLSLn0gIclo3nt5cEvyh0fXLoqq8qG5/13a199mpojn3ufZtVj6u45AR6Aj0BHoCHQEOgIdgX8XBMoijeMSeVRYQTh3f530c8wrl5pxQt5e/pGXD79/2ctNb47YW8eHGd/IR/tGXtW5opmiFe+aS1OQ4T3nMo5djRHa/TyKWIKY/4VfrwgvRdpC+b4dRzloHl5xfiH8O3n1Nr56TlDL8/M3R09eIK+PJY7Q6jcdgY5AR6Aj0BE4g0DxFY1vgjvByiHKeJo23v6PzFOqyJX57pF5fi01Dt9ljtn5xvx5ng8TuPx9P5P8xUfwV8yROkvq3DBmA6GJOV3NLiNXcG67KIc3hB0bSH+j8DcWWZUdLTStr03uffTJpUIVyWW+HiHRA/KEWFtVExjetVlcFBvnft2KcUQONk0qvUCsgfPuPCPTBcCW0ge6dQU4DCxk6CnMYafYQHPFaAjSAEqIxuQ+g5GHXWkvjajCbxD+NPO1H0jqKmoHHRyzsEUhsLQP7ClZjcI9OWkMPqeCObGvyWXtt4/bP9Nw/0UjQRDIpH/q3yrm+17ODQ86s0I2qx8QmuwxuYv509iWZ+CT9hp6aQQzQQqOfb4f/oQgCC27gQ23+UtjuSORVf42QmO2o1GnGiEZpnMf0LDdIESKYMS3vPN9bTru2UZbNFUe9ptPCCs1Ax1NxsR4vmGb3usc8Vhm0DghUE3anB9io1+z2nREdC6hIxFXnihkws00cFakKs2fsjcoWpbYo7culRf9zeFuJG7dfqo+Oiwu8+OmpoDwYdI0AsJ0iMuKZ9I774pOBcDpHAlf9RhhtRqMo20OCl9B4jF9hjVOIzEtOuwH99CWvp+DKR8XI/ddO84TOj+lvkRQbV1BUD0iAHaf3SywKJyvBj/zstFnPVNw60KEh631EEGh5pBDt3WuuUtgVP62mM0wjFqmtikXODw9UUc3/+DefsO8trien0/xqzImffsOw1IHdwP0ySAooCaN8048iqbLZ1saZQ/NA8d+/ANeXcUlievwC8HP6SMIYTXgYJ/4uPmGPtHFHNZJFvDQB6YeVqR4kqZyh75wiZ4yqJv2W2etKSgAhtYv/kIULARSWzn508e6fFrscxqCTXmUCXLNpIud/q3zHJXAcaCrdwv9p97CdICFplqm6VteNwyXRLKwJvWj6gngQApLDyBkwjT6A/20i6CkTzyr/q1Supz8ytPJpe0/GSXflvXuvyMALvxmOk6C9NuOQEegI9AR6Ah0BDoCHYF/FwSOeVLHhz6pcUTNH1RO5dvr6jW/bwhyFP1hUXDGXVImf9qOhfl9lo4Pnj1cR10v2/iieV7um9+rkTRPV84LjVc8Hb9K/ghnnlvw9TOft+M45Kvvnue3RXFjvht9LdjpOeV2+rDfdwQ6Ah2BjkBHoCNwioBf3vb1nfbMBe6xpqgiCPIl53yVJSEGjhxp0poo8i+5thbmNL7338sHZvYxs5DuPex8ZLbQiwVUFLDm1LWMmllkt2tV2ZGt+qKoJf9CmPs6aJozraxN5boBAfB281vS1RqvMhmVtlQcFTnnO0sOt9//GRYK2pRYX+FRugD4viX2LLY1A+oEtIOMnFnhMO0R7CLPeGR/Xc3FRujmg1QkKt0OQZwmNhEAlNAvU/gp7GcJ3fWBglwn5K3QEuzgSM1OBFpbTLJGm1F1c1/5gz+Fau6HOaJ1hqBqu0X4F5p4/4Gu8J0bsILynYIdBOjZH5ZGQoOAuNCZ/SvToiwBnrp3MCarR/Zazl6bEQzetxGvyz/lKpasalG4s9v8BjzRqqZTCY2IhnmME+9WD7zmocJJtMQVtLgypmmHViG8NEoxzpec5WgnqIhMQRHX1NGBfao3G7X0FGBKZajjvfHVnVfVydjZuC5FLXa0sVmFMmDGXH/GXDUhyBvAUC+6Y/wMI4UmUyt1NNOw22CqekLrW2GU9TTvz8Vf4aXFtranvL1WU3mLuQkH39xx5mll8HDm4VnX/LWXwY8opHHnpuw0ku3ma3BQG5OYSbdwa+dzdM6xQR8BuVFT131xMQM+Igzko+gCi2Con8Q5h3nhlJVO0gcxmm3X8sAw/IYzZWw9S77XNK2vn0ce77YbLhSHlsl6BW7u3+BH0TSeh2tPTvFTXmpMZsn9xDWXPoHfxv1iKV8nbio6rxuGnl921mmFs1XDEbDaR2m2Hizb4osidiH4lD5TiVCe80CDeKDPc1WWCzoUuwbDeLJeSWH1+V4352U7QG7Oj2/NtDWQxR8+fTBf7GELltOe7QCoBzZC46wY9F4Rq2FbfYY0YIGBx3toGh5+jyeZFk3im1arL6f4Gef6qHjrGa/OOfqoiTpunZzYT3sY1E4nXjM7T+g0+lpw91yzyiZ/1L0d/fTEt08t4OojztCXygBt6zMpPXNtEikvzItBYJBk6DT1nu0JXETQXUegI9AR6Ah0BDoCHYGOwL8rAvKf7YjVGXhWx0B1wEPKjM68pBylx5pXfwmXM1zoS0FIBB4ZXlYuXzfFcg68fcZ0xbc6NqtxRo0PZH0by7topCR4/RzyUblw/gaGvHjqNq4DC0YH/JHm4XA8sb6v66TH81P+nUcnztCXneOSg3Oi0jFnHpl3LhpPf/B034uF/lbOMz6V+tm8S96hXFfkn6WsAXX2ZX/YEegIdAQ6Ah2BjsApAuiB8J2F/1DAy1aOW+fx+Uw7Rx7OCIHwfq/1QxQKtYAIY+Z86UdYlZUflDNSkUd2SWuy2+FbWCjm7rUwqpIKdG1RWoEpyoEd18x9bpmPd46+eA3lNi8xDadIXLqXCyFNGVLACp+IItSO+fAt8pgJpcURq7Y1zw5mEs5b/7QWO2lCGwun1+jpAuBL2N/p+cKAVoQZXDhZbx2B8R8ntQ8116lUn/1CHbCkAlnJDEPBIqTYoFHn81SJ74HprEGQqXk40Q/B/D9SAd1jt+yj8yg05ofXiFaoqCMrIyb314XZz2DlXu0BSk5dwzeCDV5WUghmvlBQrWkB95gENxvt7GzoWTFho4/WssIB9i2l11l8Nd/vO6/TNfbEr6ASQu1YNKs9oEEodtGoxoNCqupkVvQAtJqLWxr9Hu1a96/NnpZ2lXcjugbGEc9Ih/UTAVxWwqBpa1mHtCM8RbwdYkVJMMgedns2JP875e8ChtIsjpb2gdjbiD7G77gsSghMnUO4unUFkVHSB6adpDM89n+4s/2YP70zKPXjMrLIYuBD40IL34XWqtyHYOcuTulr9wobxXE/ssjgiTbz8BvqmmWcTxvvWv4bdu1+nYodOk4BZVYlkTNW9YzU1a1my6M52eIrry/9HuiLR+hhscQWM9o7NDEnF3aoAn3kztG1eGjtLk/Sd/kh/I6yVwCsdq0CNwvFfD53jZ72pkwFz+iQtPsAT5tfU58UUvtxnd+1AO08T6oknZQv6a3PB7zNj6aBoWv4B5rqaFWjka9wNTnNz4LBKX2VnHH7D/ZwLNnjGQyzaCZlbI4rDvua8tsIPT4/j98QxGz84Dlpfp+9vzeYWHaP5TL58Zy+CIDxYZV1D+X02bTZLx5+xUIE95mfV9cdgurnmgsQeLjmTyKhiYVMYzTT/U7ZL/m8wlU78LqOYrS4JW+7we8Kpkz47rmyLjil/jX/+LvoGn0rD4c6ZpsgDr3Q0Ubwjwb1hv2Up2h8nwm7iqZfdgQ6Ah2BjkBHoCPQEegI/HgRKJPPML1YVYtlHsaF8uk1dj7PB94w7DsAcj6Gw+vzFzOfWtOc8rrzGO7Av8q6GvMSe67m2/D4XIfNPqSw+PVR5bWerccYpnbsjsO1d+3pOmx7d3x+HuPx+9Wd+dP7YQzsu5lXn8cH5UFP7WiU6Pf1bqH/OB5jv+YOvl/0+JKHa6n0dx2BjkBHoCPQEfjpISCPEz4Hucbu4edM7zpPWQJU5z8z34sCx4ggc0B5I/P6PI56jIKIO7riE/iWk768k9Yc91hh/AJh6w55l9uy1pdeBSS343PuF0uQKGhOW5SyUOory6L3pWtmmKBLpOAYmfNXudE5+xKWO+erPAswkrRWhZnfBtNPWOJUeC7dhj3nugD4HCp3fLYwoBVplVOqfYSlW7Sm9rE5buXH5ngawFyJqj5SdAh/EQIrqFKA1Apb1nn2eUeKK6qk4SW1zDTc41f+PVp+7rEbgaACLd7mhcJDK6OCFNTjFajROC5VvErl/b8N35yhVZPUmgxQ4KGGreaMrfvmx4Gf8o8WRgPC7hs7jWjMqVWLcEChYpXO+2kzhpZWxUbMYCUmg5pwoPhIx/flw6/pSMRSOm2oIu7RfhVScg++aljaIU57V8WoR6fAsvwmwDt/Gr2hwFUn0krHPNnhgJ/di4A2f+eS2yL01M/ugU4UzUWFl9Fg51mEgYnjXMjnzy6lI32ukiYFLjQ9/HNwwORt03R8ERNiSCWf8R7VAGbRAnVX2nXu8/oSsqf0LfeWtbmlnNnje0DLf8OKJttTRHxp54VlEjubEhFYXwijQG+LxqTmnycWjaSuVsBX/S70EZVpJo9QiYatWsCa34ig0bfS+gIA6/iM0c+zMjz3L3chiCuQjONSP3AcfsmKzyttIqMtD/noQWMEhfOEyeIdP1Vm60dH1/N78zfwMbfeTGiujjFdbD/lCjPTMpR4lztPX5BLObpww9VY24ffQq/lo0n/7M6QqCxr3SUYz8Xfqu6gVmwWCYEjdGbRR0i0LpBK81ikkpL9A7il3QIVzILmqR9YxTaxd3tZmFAHgH4jeMx1fw5/fPLddUxHaDNjprthwc+4cd8J2g8F18q7kbjQ28rV9mVdUYP/K+irBSYpR5Jt4Y5pWt+dQfRQBxrdlg712UUEtO9pU8J+Tb1XiRDHIcw67n7dEegIdAQ6Ah2BjkBHoCPwo0Ag4yT5Qvk7DyfzHG/VpJ5CYDlz74uD12/ximtu8qUxD4EObh3u8PCli/CcxYe39BNkxYuexpv7+eGavkWQvfC0biGlq/EB4xMwaPxueHVy3+71d87NSc1xnPPRnjVeu91fODehr95X+TzK/9mgjZKzL198uIyRjuNxZFAYnKf/4Pv86yXdo7wsj/tVR6Aj0BHoCHQEOgLnEcg3Fr5gzJw2X2S2S9xqiZJvs5/VWGyRV0G5ZEB5oxS1FLy2bzdzicwh3sMVnzDPqZqkR36+ZJs6aVLz1/lw507l3eAwtSA7ovwyyw3kNGteNTm7B1nEUXE5yywomVcl3S0a05OWHZnb1Ifbxi68HXIaHmrdcooiVgv3nKQuAH6OyV2fLAzouWipRtTlCAkQCD08UMmsaAxQWsE7gBk0s4lKd7T+FHhVnUglnC/PRf6uZ8sgo1KofKRV0g7cYxez1dBaJk9nP6SYpimzr0ldNslmHUJV2g+i9hhfm6CCBbW9HOIhcKNDUcgbwTpkSt/i7EDA2k5E07rsAxshSwN48fjmq2P6Qh2YQIgYKbyVNjTg3AvYgVsaceBcMLWGtLuBTsD6YMMeZu1a83ovt6bX3YrtdFx1skVTWTwVoIWes2maJ2ixg0bzbhdt8H+hDYrwKnb8zb+03k7vmh4Cnjg6Ymzg70krWphZQKE5bVI4S99JcEsCUtxUfUBrdT/9iRsERXbyVnXy8RKlV9NRzdvBNxLR4QsFrAqpWUlEpE5E+CuW5c6kJBE6A4zWE4SXLACY0AZ1L2A/iBVHfN30c0wv9c2opZNFHQN7AbMkgXhYBDFPGiz9wPnoj+OjniIU3NlnsUfCfmQF0qxxGW3ZM1Ech188+DzlwKORNrr7AlMcaAJrKrgKpeE2h2lYLVGcuSKzxFsrtSDNfXY3f8SfJsC/I37LoB0V/BJ9vm2mSDSPvh3+k7roKjHKmzRazXmLADhxE5OxKCTVOsE4/pnyqVVwFBbPpPPYGcL6XEyIbVDUR8zM/wceXTHWvh3lr0I/j+c41st3GFHnpT2CE2oI00ex1FIFT2cmrWhZx1F1rugHfzw/bL8hjBr85tW8mYecrvyc8XCoA0vdsEcdWDSwY6HVOP6F+KBveS2hV9LorzoCHYGOQEegI9AR6Ah0BD5vBIonVIukDifs5KLlTxnDrsY0C/dY/N9yH7b55myuw90eyDQdGZzwnite9DTe3M8P12OyWNtJwkuI9r7GLvL6q3c3EtlCrMOeD3qSh/OeFj5b76t8isN11yi57uvS24X+43jajMql9A++XyTvJQ+XKOvPOwIdgY5AR6Aj8NNEoL6xzPkhAH5i3vgJxmVgf9utFlGZ63YudUCTNdvgofSkbCaymhU/c+n7/VpEFz6B+WYCh03xjIXMHdZFFUwzk8r0ZH3vpQ3OKrSPyLm2CqjJR+Wp5jBfS8M1/9JX86PO6JIs2w5uBrfn1MJtpRq+jx/nXnfwWMpcnrBwqZyptoxc54zHuC4ALhx+gF8qEhPeViOFqPvY/NR0LsKE7AmLffG5olMFkcl8R23EVLGbPscRzsJ+kYF+W9asUnXIKkMrddpVBbo9Qomo6zNprycn+eOHc+1tq5ALK+o0ig2mN6MubwQf6NKAbQEKTBQ8KtxBsPXw6P7KrJbQvK2NCBrcW8d3Ebjin24GM6bsY6mWNYJAMpRj/AB8HYRWqZEGmsdPo9gpQPo19NDpze8V3RS1c4eTjhDioUk79eMnNVY5EAjyw3FfJ561oiU6tmAKjQrT0WaVhmCUdIu+Sn1FhxquWXGN4GX6A69dCNAoXfl7D9m0H8tRWiaEq2qJWs5UvcJufnc+CYW/1AM9RwBMXNv/ot64J2zR6uIAUcDD+SjOPF1/SMTPtUJBcIcWq/vYumLHeKWRjrpWGYGHSZw5Iigmf4Ud4bLpO3vXahbYD87tpJ2hViKcJNHUNwLgATP02TNbr9JEGb5QVE5i+GebUnBs7R643kmnGra0Ky6CcwmB9fdCpPjQDbQNq9roPsh8hHfQpymOtA2F9JVyeU6cxvvSYXvDD8ClLWKpYESgPrBoRA3glLdR3OCaiXuk+2i7/1/Qykc5GsDWLSMQmfroLm3Z/CuUlI72tjBc/xo6H3p+so+teyqzZ7Ha2esFQu4xnRxxzso08uWf9cJ+V1Mmm803MbFSwnMXHkifZ5Ck/0uIxDNfk0ZRuabo+XWrH/afw852bvthoRJ5m/kk0tCty8T8VFWv/Sksjd9Q97DWQF20PiZEzoaTkjPOSE6Pg7clnPWnvk8uSPgbNGrpQfZN1HT+6ulCOvHTfzoCHYGOQEegI9AR6Ah0BD47BOTdGSfUwlo5X+7VlDgstIXrldXTT8a2dc4YYOY723X4WXla45CvvvJ3kT+dAXJxrZxlDser4a3lr4vf3Dr+n8cyMydKamfc6mH8mV9pm/OT0brjJMeKDj5m/l6/h/TPRHvpkXxzjpPw67i8rnHfmVgy7iCXzsdIgZ4d0Tzjs6XwykE+r73fsri6ldv63MYScvl1HONQ/H+NAc6lPlNN0rw9cxyycbgwf911BDoCHYGOQEegI/AiAvnwyv/gk59p9KurtUc1bmd5DdZxH5zzfVIpCXmHVgfj3UD1ac7FnX7knSpm4g7TAi+5Ry6HlVa3Ew0vEX4NviS8lzRj8ZZ5zx17ARu25pEJL9vTInsnfUUX85YkG8U85umz7SWKgybS6A63I58Jlm7H6pZ3kWmwp/FhzjOAF0FdAPzOgnl7cGqGFSkT3Zr6fMRcLrbQERRFus+9wqmsYI3mH5P1e4RT7qsZoR/lTgWrSvp2Km4OSaUpVhyhBZpkE41yYH9J9y+WitR8I0uNhylHYDmibbXBVLGDhOyp6gDg4FHPd3amHYZ8bsSRcahRjeZlVkw0hl/gHIxJbgmAsyco+A7zht5S9pH4mjYpcCjUoxG7B6vaoRmwSl88LD/kKwI0BkQ7YNxHAIyZbfYErngWr/e6cgAcMRu0aEp7h5BG09qAmQ6n0qmcrNOsOmnnY8eEyWI0LDcKhhj8VrZOM7cO/bpr24eC+tEPBxrAQ1bFgGnr5Nr5WbTSAJCBWjrtz9ECdvN06oAbzpcGsHX2jc76iBtpr+Z8eMR2vx22q9FTznbJ113JwfLZwaPtyA/h/2EBgOaV2XfgDVrAS4rkLZMftOmRfkcz0LOZ6hIQ0uJvLKp4Sx21dpgr9irWVLkCNwTqYp36m8RvizStGPo0xT2yV+wD+yhvYyFBugq5atFLjm65anQ4X7J7oFZ+p4llNarnsr6NvDkpTG8Mj8SDGeOte6PbH3Ka6x2toO7zu/y0JKy/l1zlDbFt5PD/Tf9fmvQi3Aqm5T+xgIlVLkxACg4hvN8RzD+7+EBBNar8hLUeGYdXrQYasF17vkxXAvqjf8rGmHaWMXth2C8psA6W+U4Z1/P4Kt8VfsMexdmDOia07bSJ6oCLYd/ipJ+wfmPtyGEcx5j5Z6EPFhSetbxD3t+SVg/TEegIdAQ6Ah2BjkBHoCPw/SPgGE6ez7PjU/nc4iN9nncHnlJf93LX+dNobchbhr90fOGYy3NRkMdv4j3n8EuV738AAEAASURBVIc8wfUfZWp+f69sXoinxvpnXrY8reFpz854v/zoKFPPvC3jhONX62SP39Td9VhrxHIuXHt2yMrhor3p545AR6Aj0BHoCHQEXkbAL7H8Gt9c+KIRjVsVuTYo07hTm1Zv3daurJ7+E58IWY++uS996V+m4JwPYx1YMWhSsZD5oFyOrTBjTZbnvHcOU7ozv8jc4oBCnnPLi1UW/ZyL/fXPGm9rfM7ZRjkteyY3pSP5XRNT0uAhHcpEpPGv3CErymI6QV3S7wLgBYsf4IqKjzCo9qQxeVXIh82je64icKvJfCsbGz+nIL/bPG3/hn8FKjgq50UGvHzc7VdKo9XlqgKEeu4nqbB6mn5DGst0ehoEe8DumHRXJf4TmsuKvxRao+dcRBPXh7i5YyjcoDMmXlWHZ39lNKsVdql5F4cnOxzRVYRReUOwthFfBWt4j9fZ/50JNv6sUqXDizAGswcjgpoNgjgTz+reYKiIxwY9i3ogSnp99oRZhAkz0LXv8p0JTGdh52HKCsvdT/QX1EOF/nYiin10Z/AJeGYDOsFZHPeYIijz2hXqPr+WHpFLSwr9l+x3ipCQBRNF33Fndy7Nwl4aiYcO/+nJVTxo2lN3jTPxnwt4w7PkP/TNWtR79xNAyzb72Nph227E8QyGc/yHAS7loPlv/WIbAFoVrqoRSl9gWYn5q51t1MpGFMbN8qIdgsIynV70VV2zzV+PPK+Jww+PVgDGPYJ/PooTQsEJ08XVtznxoXshMr2QJ9FP/ok3Zsg3v9g8sjpMIWajZ24VhrjZGbaF39EvuV+xWGpiuRbXWCY3uGiIl8ByQpqsCe3N+LMZ0zmP1KtzuW3PrgmAUzUob+uRJownTI24oquFlcIWe54F/ypLFzCUFgACYELsdr+jSfBdiWYATyx33iw1T//truqZ73loMlec7+nDXOkPbU/fQSN9kibAI/hPnOJ5HI/9gnXO+pW+hQUwmkh3EYzpHur9isIrRJx/FQG00ZGGzBzt+snFKPNqOBJb8nzI+/mo+tOOQEegI9AR6Ah0BDoCHYHPA4Fm6tkFtdH4VevX8SCHPKRav7J5Hmt3crt+9crrxjOfBFPIC0/p2Fl+1om5nCP8rZFfjS0vhD+JLmO88NBS7lE8tWODdl9jCWOV162nnD7UXRwfN366ZW/O9+uJuV5SyzjhOOaW7PHT5e56rFVii+/nVy17y5jpuZ/+pCPQEegIdAQ6Ah2BFxBwfnvmkdS03TFXqYVWTRcPzOc/wM/tmOveY6XTr7N8hzKb8DzrebwXkrn1dfEHzoEzpTs4f43oVyWaUWuy8FxqD/kUWdeAhdktlm4nZEcqaGbuNW+lb7545yl8jvOY8JNa4I1yKDKZxyi8sSUrilHZDzhznvKezp+jpMkctYpYGyxdKvsK2dBkfB5dAPzOgnlTcAU2FI9HCoJiLck9BWfZ7dRaVZtMlXP8phK5MkKxH2Y2mcjWvrfCigiuEv5ONY2Uz7mikyRtddHqhNAB49TTN2kEJWywZtkwrXwe5EphMdp17r0YG+nhnM3/xznT9cjqW2gc1LDFzKiChvXQKEIv/UpvzPLSvIZv8ae9eXsXy+XjXEwA0wgntHgn91XefEWaTcOWdBVQHw2cwFzHIHdHXVCjLVrWClzSed4RV8pJrCz3iIkUZKGht9t+Da4KqRHyUbY1ABQnET9xeQRN9ILj/q/40Bx4WwRw4vfNtyQCRmkn7JP7iJao7aaEhBIgZhfoC82+I3zq7BebT58wAT7QkQ9o20do9GbCiH1OX/pS76mLGwVx7gfMBvLcFW2X0xD/5ioOY2W/8Ggr/4Uy0TR8YXA5ny2G07NlWsGziACzzQ879rKNEO6R8lX1lNKP+fGFjqNYrJ+pKzOOxocAWN8j++pOOxZVgCcqy+RWP5fK4ijWOc5V/ctrFyEgZEXj1iyXifwzdM00SRcRnUR8eotAHX/j+CfKgxVchzAvhTMe/TzwQWYfakSLD8P/pK+x33YBQjEPNQF0muZC1XkB8Fxn58LxtLOPcC/gyX1sbZvlUifEP3XA/Bo3b+nPrNO1aIDdKyIAtt6hoczrmjiq0qhAFTbXKaO6iud2+exs2fuwlbdLfejr6UM1qV3a6eKgp3jUc7nQIEMSVg4NagT7k0JgtZStl9KzpqkFfMXZeoCr/UTsZ13UgSY1zFDMpxt/qyuviLZ77Qh0BDoCHYGOQEegI9AR+OEQiLCX5B0L1DWMpWNj+coTlnNN5ZVXa283XJ/hUTMJx7gp5grlMV0AP/OaMx/8+vSXECXUnvM351Oef53fxfcNWXi1l3l8shqHHPjo5HONiWOE9f1rE7uek/X4eB3zSylei7VGDevYnl8fsnS4eO6nP+kIdAQ6Ah2BjkBH4DoCzoRr3dL5TGc3t2w5OSATcW6x/hC0Mg+9R5t1Yl7ZueQt88w1J37LF/t6+s/ewkxFLsT8oBZBVXocsI7pHsVT5neVf5AuMgdUNnnH/OwEbcg4ojxmuNM5z2eJ3P6g+Bx4PBibsihK/OR/h0KeSnkKgEtWyBxnnPwgB9duw7F/QgisIFt5wYquLgAutL7fX5nG+WgDGIYsVKJiS1U51xzrdlJrVQ2z0lTNNRVLM7WbAe0/TFlG23FVoB+VkQgCJY8jJ1qspj6nJ1T11XqjsSJvoMKZN84KCBHUSPuEpupmA70RGBpa18519xG/6SRCrPvW/pZx4bx6w9RpHHYs9Q/GjlMQjihQGzd/xcd791e9nqMMUBHkCcNoBwMhD5gw3qIFt6FDgTxeWe7pDgstH/rEVm3YB8SpezWWNV/rShmHgcYZD3p6n0sdTYqUZ9XZYYuQOosT1MKk/FkQEOGT5X50OAj3UbolOiv3WFbwomDovh12MErboQ3t2I9V0wiYWi7hWsPiOX0FjkSaRwVV4o4ZiulP3CMEdkRdYMfPq3+CGWWS8pBKNWx/RVspExf18ar0L8W9HuDmg2K9tZzBcf+kYFWNUCvvfCSi63EuaRmPefeH8BYxGrYDmt5TPihgwkc3sc3ln7q1up7Yw8pwQZfnfjSJBOyphyxkeYK+aftH4lD4ZlqvcEnHMMRLPXP/rIftf4KhQkI/wKS1jjEYSMnanUlx9lcTNAjlqajj5s8U9f9OO0qnsI7izHXaLyvTktqD5q7pTYavEdT6MXb/ihJkSvM516g6FgDbLozRjlStWktG4aqr33gOffvxD9y7R7UxyGToH4TAKtWVx56rtoGbz/mTodruXASj1QY9+NT0dBVHOsFc19P6NZ1LbvVuLnf3w9hu/kAaLvbgvWnFmcb6IAe2rZQhdPi9Q3vfNmhe1vW+wr/l1/pBEtRFohQU8HM1n/t8S1/Lv7666wh0BDoCHYGOQEegI9AR+GwRgNeU/84iX5g651CyZY08qI6z/J6HPKgc6OkRf3f5kbGc3WFcIadbz6eMHxn5hR7GUvDD4UVbmEvn5AW/hz1u5fHNs/n1MM/mqtx6HLE8bW/vdW7jE+Obr9d7/Jrl0+OmzF6mr/Lf8vz8fCnkaXmf3p8Lt87d6fs20jzEM5dDZfjUd7/vCHQEOgIdgY5AR+AWBMLLwD9l31rnNdnjVi3gjVv+aTHT+VC38oS/mCa27EMBcoq1VAWeMh13dmGiKl5lAuHn+Obvts5RNrPLzHHDn5WcSUucKDwx7xkLiJnvblzD+2krfIq5ItWZq+UCS8GPyBPcAjMKLvBbId1X8l7ceNIa5yZWLmfrwTNJXQA8A/FDnYqHnysaRDhx7ybPUd9GWFR77FIBKUWLdrtD6KBQBS2mTGLTMMrJvrainx/d8dQGGwojMqwiqcjcaJwKFQaEbhAEnZ6seJWnatD/QktOIaWrD8xFo/mOBJ6NSjw8oHn8BfRiYlQhn88Enobt2zhJRgg4gO9u58bZmK9FwJ33Dsbm/DTv7z2XXKTiVUg0ugH6HlMHmKoeIkCSPgUhpiTm3nujsKrh7DMEgfv/wof71jZ/hrmPa+Vu8gq53AN4aPsVZ8Armpa1tK2dNFonke3wSlMO06jgRbPAmrTWSW/Vk9y++SeFR0wI26iPjwi6ttMvuVcQWeazz9G3JAc1/jOo3rHBcmlZ0r5GVv0UoYvXt14Rt3MBe1YMffGoGWgXd4icGFx2B/wPXsDbcmbxR8xAoxU6sWjB1VPlJPh2otsClApL30N/snv4PbQiLFRjkqTOl++cHLUxbWNuH7buEkZaV/xoYwEAqwXTvAe0H8vXuJb/1qc8DmoAVzs2JgXNh9we2uiqL/RZnh98EaphJPbiSZva/528g2UzD2y+lpi5PnZL+6U1qiGtZu0TpkvQZN26F7ALCmRSLuS3UbOeuCE3cyLG5+F9TWFt3cN2+783Tyz42KDx7739aAlx9ddirCisV7ZM0bEd7jWjsmPxxlYT3/S/1bGswrW0K/zyexzv8nx1BZ0R2iY16yJmWjCrHbPQK2/Hl9YUHD9iJH3uA6zwXLr9Lzxy4c0bXeWrvkswa9A6akobixQykfU9e2PUPVhHoCPQEegIdAQ6Ah2BjsDHI5AxruM6uEQXmcotMraKVizX8nm+q3Nxzx9L1IpvDr8u1+rYgTmbw+JhOdrnPPp1uorvbeMf/baUMvaQf9fLfIRnvh7hHd42CsxfuVp8zHPzfu5oHt94Ph6fvjGSG4O13GWscBKmSuPkYW5bqHPv+rOOQEegI9AR6Ah0BK4hUHyOc8b6cg4euQGWW3fj1yXXkKdzTnPHPKjztBNyBPxpE3fhjK6l8IZ3jb9yEpyURhiDAaWmYYMlRcwrF5/g9185Tc2/j1i6nNxCkrlzFW3uxZet+cDkFzxEZNwjtUKuNTygiMm9AosDrznT/5Dp3n9tPo3My6oBzHxw42e6APgN9eKeQdYF6yrRCEjQrLQwd2isWtFc/WDLyKDHykjFGqP5pyCA5kJpHgrdAdI8EPkIOqU3AxsHN7FFjmDPSXtWa6j1G+GUDROaagCEhp1Cmj2mYGm0aqpWPu5J3eW4YmLUVarDng6FPWIRgERzEAJHtVcJmsaQC0xEY9N9y+qTjaa2seue8iCr98bUzkPnye7FKzu0Lx/R1MsKky9munzr0TqTqgdS7t+GDnEa0VadNUFTDwT/Tq7Vz8QLhdsRuqLlOGvYKhQOfUUjpT6nLJ12jBw8Uttvy76ge7XBY4aAe+k/+H8PwVJQccXsLStitppqmNAmbBqseb9Oo2HkYFaaOSgUBcbDgBALbWWF6tbxer8O+9rryqkpVvtQSPgr2gNmoNNhN1qex9vw902FJy7C0fNHkKVW6IZ9B6YsGjEfrRwM8bJr8YcCPgxllvprPrTgZ4qhz3gu0Wiaa9f8+cG0H4Be2t64/yMfck2V67/5WYc7f73QVxhSoJD0NXS6X+xMrx9a6/yh3zuXxvM0t2qbRhhaqI20ow0C9ZjWf4HOtF/ST5rWbZL0s+oez/aFEQhTj2QCSjM/1SuZTFiu6ryma8YyDQYPM1OR9gWWA0Lf7KucvSa0/uBilmpH1qu6JphBZ/rTLniQfLIoYlALeDZhUiit0w95Jz8vvS/vKWcuXTSzGd1D/S+k+U/Op+Fb/fSNq+dsc4iAQ/8v00dXmWhhAAobWCdU3X5b6Vf98DsKedmS4FvqDGbJA/kpjbfH3n12BDoCHYGOQEegI9AR6Ah8NAKMK+bxrcJBbeOoJSoHnwWnzkHw3oWP4X0/mhz5bMcB8rGMAHJE8BvG8pB68eOH24wXwnVeZD3rRRZryrSSI+dXaqSy8NBhaHl/Gk00jvH9bvaZPDl6qKNdFxWV5nE+8XhX90MIgE+xNEPHzxoOH5v3uwLZI+sIdAQ6Ah2BjsBniIA8mwpscjYRnvrFZX5z2P6eB7VtXXgQHmsBMRZF3VY0vMmcIcKHsZpv73lSjqSLuWfm7ifmnyN3Y44ywl8YrZpPRvCrAJg5+cg8Eur9P5m/JBrPxfeaHrIK5ognLdc+qFCm0pFzwqIIjxKa4VHAZaf5bJSctHIZeoNj8XHvp67HcDcEog2K4GmcvsV86p8oYEwnq05eTYPKhSYXWnDD5hueKYSTCeV9BiF3I+NiRMuqVupVBKt/xy/7Ug6sLlBgdkoHGpnb6SsqoA15McFspfxwlzRsCP8iqT/WESGUDPypE0efs6H33n2NEZREu9lVxh9EawRIpAmdA2U4aNbb/TOl15Gbgr6Ladshucn3b1MfslAgfdRHDkpcmPA3tFgR7qDJa3K3pFZarqycwcT1hHakgs+j8r9XXYjADG3zp28jvFcAqXhsXWch+bKzM4WW7QY6OaLFyW/rfC8HvPENAicFjPv9n0hH/JrW7o3hUz/FXOTRNkXYuHtkNZJVNCWRCnBrZGf8EZ4VTPuRtoIG/ED9f7fzI84+4dtJrdi302cZjmg9f/f0Z+hjn1n7niDhmeO037mJcNo1Cz4GPpyPD19tHh6/JtRr8mzaOvsH++BvOWq/c82BjOzRUHl+R/+hmXUXzWSiiwUsD+zBremT1i/cNMNjO/gn3xPMXEczl+D3anNEtTj7sZ/zhfodbYZ+lMUDY75Pi4/jq6oPTo65P/i4t93SLj6INvtTtwF4fLB9i2F3HYGOQEegI9AR6Ah0BDoCnzsCJeRFvKv274fwia9HwC27mF6Dp6wxyetjuBTi7eOlSzH25x2BjkBHoCPQEegIdAQ+NwS0Big/NSGneXr6C3OCf2VOUfkXjjneLXPSu0FLhm6jyPxieC7eNV6wnRPg3j9P2XJzPyKj0VJkm/41GeYWFQrvBuVyzC8y783DCIl9fX+n4Nl5b7cF/DM4YRYbwXjmwpPYes5ZmcbPN4+PyuCwjKpgeMapawDfv2TeHGOEaZRNFJ+IZdwjhEHlXJOnCqPcb1UZSq2UoFFoppijTI0aToHhHMGbqbgesAnDFMjUqgiECyS5GRD0Yr44mm9SIRk+h2SMyqLNzIWq+5iCTQbzylUMyTV3H+BIMysmiFpztnuERjv3mXRzcQaQahAmfQjNX6Ar46kxr0snNGEG2E4p2qyHAZ4Ze58zhsCTqPiJAKtMtQ5btVdLUy/ogLUrgdNwi1I6IBs1qz1oyDsHn3QAG8yCJ9L6eR+Bc+hW3t6KlcNcV5psETy6Tyw7F/Nm3dm0nIktXiMAIiQ2HfIXTDG/GlO7eLDyJO9cv8NVOVsnoSV7OX9F1K4ckgpdnZf8iOy67vEpcUW5WLO0Z0s93aMRGi1g/CV+68nJkahv/BG/7c5pAsrsQVPGmpGAXspwoes4sjR5IefI3q3GoRdw27LPrCt6xuHPPKDz1x+14TXuOF0pdE2VgjKEtmnPLbaG43yfDwjPAqHv2tH880LtYfAyDxP7D2wwvVvatc3Py+dj+igjymfDCqwd5ozVZNUseaUtjiZknP7Mh/Xr9NnhnXXXiSQF8Zr7dvGAGuruBczH1bjN1hlXuSV/+PPXArKPmSZMpA9qT/+K8Lw5pF1kSI6uURial7v5JZ5Cd6sX6jMYlwyQ+w37scecuuES/xwpTypB67Ihqj1kkRBlYX9n/+f+8u6tYRItZCV87rdR+tLZ9MDLdo41gg37aFvetqdyrZxWaQgOdOIRYbG/fCfY9sDydYJPuv1LPpPRl2i49t7vFGWN5nwJm/8aLGsf4JdRWFHdLzsCHYGOQEegI9AR6Ah0BD4QAfn/OuQHtQpjYuFss8AwbDJ8Z6zsyE7ORyPpePzQni7nmxcHL0G4KkGvW3XJn5arZ8Xuel1O/rL41/ZkPpsPjpiu5lzjLi4yfnXc4dgV/j9scz1vWDjv0o6MHY3o5Ciu2XCNvpP0X7xt+anwQ8YeFZ1jnhp4vDXuJfFFa9uxzvMjY7CTvJ3m9er9C/l3XqINLVrdMVfrcXeiSFZbvhf6+1VHoCPQEegIdAQ6Au9DILyU/J7fWmUzWBOU53vIfCX8384t25xP1jpqmVqeYnKZOWvD+SG/gyzhXC7kvQYkvrXYj3ljrMlmqz8ZBVzkMfIvexXH1LJVSKyVRueW5c/u7UyXuElfXm9EcXFg+8HsTzzLEzI3HTzEVMnAIzIwrYUi1yC4cqMuAL53ubw7vmLmLVYr21ZhG2aLJ+x8c0HsmgJF7KZ2FaY2nzT96x6g/jVhyAtM77tJNALS8q8GLK5/dQ9HVeMRrlK1DgMvKl7Mk6YNfGIPSzS83Hsx2pr4sx5/IL2NDgdYe5j9gT1sQyfCM12EFjl752AtIiH80dihdWRTb4VDrraogY/+khkv3u0yoCX/xmgZ7mnT+z2avXQwkzQqtJAuB4Kge3zY8WgDHm/urauN96yWuR99DT9T1ylEmqh7QzplTS1b3uectOKqgHOO6QJ6nv1e4RUraOzA7lT+RSeRaQ4snTWmtNH2GyOgBtkCkPMlbGhxoZX2hd8HTGsrZHPfYvG/j4O+pK8AGCEc2tDiZ928RNea2hlR/NovWFssj9IqdvP5t5icWKdrjArhFEq7l+0wsLE8+KWIZvwWHBpljarlzeEqBKK7yvlx+ER7QrjKB+jshMgh0PFFoy97ZKv1qyBTzffg58IY23HDb6Yl5djiaXS2+9V5frVFy1YrC34QP31CCx+h+iCuF+vKKo6UguXgM/pB9vIuawcKgYki7bYSqra+Dsv749tnd9U/Ud5+C8inez9vEVBPrIwryxBJZQmXvFuXq37YR6dehxDKVRPzLjChbcRkf6hcgr/9qujYuXgCU++uSJtghAbKvZI4n9NWvrZPBbQ7+pUBE/Pu1a47yd3byTNkvjkWK4uBnuyDFPR/FIP2PlJ76I5AR6Aj0BHoCHQEOgI/OQTmuYwat8E7qmEBTwsHW3xwxsXylMUhnucu5fUuvXkrovNY0HFwouCsEPGIj6w3vn5prFPjhvKZ3wO9GTjM9JuH8/moRcGGvOCOxkIX/Jx9vOTB10f5eHOczxNq4/Lnb9qT8/lub188v0TrcTYTnWVyNtWX4nqRmO6hI9AR6Ah0BDoCHYHLCMht+AVG3Yzv804FSI7MabIdqoqOEcbuVTRhm734RkYyz+9djvftb+QjZc2ilAJNWhB0rjLb6RGtFGc7R+kbpEvLuJ5n7eW3J30hpPhwwAeLy+jWnCrOIDda5G8yN/rDKa+TZ87cp4ptbsfIXPWXX375v+Kh/3xeCFCoA9qCWzZ5dk/J7WbeVxImdEgjUKsWcR+Cn0l746w2mIcMFPIZrvbeuZMO/kzJRqG4bJp+hqAHWuc9izNosNK5r24a7Y6KihCY/XVrdQTPHTjNdfTeJBpfGwBKo8JSzbK6UmJAoK4ApDTlGgmVpwFapX1CI/CJ/SI9a2s9+SGWezqz7lEDQdLnxpXFOzcbd19lBXCWp73PM1dCS8vBxQAjpgmk9eIA5ln4lx80/A4+2c81+83ufkGqv6fM2aeaBA8D9dQIfc91MLR7ax5YOaOgB/PHG3BVCHwv4WrRCR2kO1JWLknYYibCVTol6DJt2tMzHJdVvYWbaDLN4ACfTlxzw1s0O1NOhDV8O8zl8/h8esnVBEamECjo3YA5X9t19pw+H2Zd6qHh4I2yh2Br45hVzGqAu0Jqxv3g7/rFMf0VWiG/wrJhi7bo5J7UlhntOAtSGkXtfCU9vBjWNHbU6QmN0CnlrtDtNremL0Un/uDlopgt9G1GBOhgWf6kyXq2pqnReZqeyOnX/of2lg8k+WTf7/0GzVVMEteCj0vhj+NLyi6rIp7t8D8oW/tr65x9H2/59+R57U5u169yfcg/+Vbb3hJyBdc4YXZ/NkMSjE3X+s3bOuaY2yngmV9NqPyG9qEpdsoUGF6i4RlRlx6krdOHmVGsEWgqfmt/RAqHNKCzUvSJ5WZk0uVzyUGD2oVEI4s37J/5OyrO+Lr954AfQbKIh/RitWDvPiLsnb514YQgQEN3HYGOQEegI9AR6Ah0BDoCPwwC4RFN2hE7PHTunWtgcm0esy+EFWdZv6unspTeFoO5vHjllfxjO+QRtd/k+Ncr+dZJDY8D71jPTMKhQKXvszNu5oPljctn8cXLOLpyVBadjnnm8l/hLsS+JHigbXl021WLucbHZW7QTNVzT5W/22J75mvO/4E/9/4srYXDs/C3Pjgb5ypwy+bq0cUUD3GJyUVfq5j6ZUegI9AR6Ah0BDoCr0GgpkznjzMypEFrlGi5btD+df5OCygqPz0xXzsp+3IeL8pQfpfv/20OnwJRbns6OjcsX6gWsPIPlF605OL8uHPncmsD8pgN2+6pQKj85v4UET2xmpYCYCVXG7ffi2ay1mN8r/O5/op/zq2Wg5k/zpMuAA5Kn93PYKXJYaXD1K+C1Z0aeVQ8hakMhpAQcr9HSKlEH3PRVM2l4D8+S1Yq05NOB0bj+IjgjEZBRZwwb1tOeq2ErFRwMIfAZT/+lbN7jLqa92NpbgMM24PNxNW6ms59QAg8xoTyLBgMsTZgMyTKCnKeGOphFhZN0Nh85+lHuaIPLNA81ZTsDgHrFlv3W0zK2ogl6+AioHMENo/CFORgqtr9edWwtEPUFEIJPg+h3nTR8GuB7eD2CMxi6pYN2gdt3Svk10nPwbXOu87WEDLEQW4w5TBRB7ZqrYJwHh7Cve2i0bll5J02gVb8tEdIjTbh1v0+oXHMqNyylaZ2LOnVRwevAdv6TNmrAWxd5a/ClP9Xmw5bDXj9hDwhvNshoN5Nmm1QoElbbuUqSLNbrtqT5YUy9RJ+0vIjEFSj8XV4Ntzah8I8jmC331MHt+7liraoewGnXShUd/CLkzDLWxgvOfzS+uM1Hxu0QZ/2fyacH1CFwGJ63S306c/2KSn2fZbt78g3ZWu1ClD+QNBRPcyLM4lIuH6dwPGf/mlgUY1tPjQqBDavl8KfRkk+IUIFdPee1sz8dvNbPGluvvxKe7tuoV+Kfcm/CBI5/9P4Dw61/TE14kKHAGB+bPOm4XXFbP3Is9y7qMG+5LccmtB2gu0lCojqVmd5k1jMug1YpxBHFye5cECsxbPRJ40clT8ecmubqkk+2kQE6K8RwZ8ncsGP96lzpMB3SqsJ7ols29Z9HJOW6PtPR6Aj0BHoCHQEOgIdgY7AFQRclM0gEd7MOQPHRaXlAIMOvygfHCaSGDjPvL5Pjtzs5Yj/O/Jw243jyaQRfpWxgrx9xgWe5WnPuIx75nBnXtejorh4c5/U/ULvfC9vf8VdoGAJMeOzPLh21fLk2MyYzYM8eyF+FHLG9+jZq27O5PcsreXvVVGvPZ+Nc+XhRQBXfg9xGeiddK2i7ZcdgY5AR6Aj0BHoCBQCxV60WUOEqjtMHLO37sa5/AiBmWfEJPPEPPp+y5aSKJzEml8mgq/zTG/BOHwZ/KcC4C1zm6VQqNYt86jyqE78ZlNgJAUqECIjGVF20uSyMo6Jucd7yGNOaa8Fg87r8ka5oFZF0QQumcw89wuY8plyccrq1Kwepz9AJzKILgA+hfRzuVckQZV2wAETvmcQlD050aatCscwJIIQChZNxWjWUcmqyXw/zOlBqGftM0loHdwDc0dDpZFWheOF/3hxYDcwoHrStC6NQzPLJWT5OMyXAZVpFJYKq4eHn5O2+9hqalTiZzq5srFE+wxBsZqkExrLm3QyDEB9eRgI4PmezoFjOopZmE6HNyBQL9ocEIuzg7TZ0SFZBxScbDE9637Frk6ZIrB0EOfAufLD6U3uGX5GyODcbsS0NBO8RVsPA/2kpYDQZPzRB27Gyud2ksmC13v2gqbe1sblCVT+3/jb6FQYlsUT1MUJbe8H6uJEhzihNRr6qH8pQ/wVnaZdh22nKKFmB7hHOkpWy2gznzfuZ2p9tQQirEqveyPByTjxM4GRlMFq0FyuGrZqo0ufKv0ApZ9a/CF84njusOz1bhzSg/Y3e8O6HzhPbiSqwpdn05jD8fF6gobN+NtoKWumOhMvxu2ESHIw0yROF9xChwbipVHhKiuPBszAu3LehQuXgyfWQ7kGl0oZowiULTQhAFZQGNMgqWemglu3kRcTEDzx5mQpszhhs0Xze/8tz9T8foHASrGStaygo4SJ7mMrc4CpZaA0FqFKbJ71ugp76bLlX+rMvYsbdgh1R7RX1ah2YUrFY7rGQv3knFVhnBPeLBrcOCBmmFh48GC7cPELZXA3J1p8tcTThSi073EPc4ZQ3TKpb5OESGC1vzAwEF4LKnzHc8y9bNUClr4r9esWsht+VlujUjvZdld7hf8X7dt90xVcS1VadtF3S+TdT0egI9AR6Ah0BDoCHYGOwLsQCN8qDz7zpPJojudqPOT4UgYOHjNjgTrD1SVNebv1wW1c4//m2xtPjQ/knOi9Zx6AMUs0gMPnNz+VkvxlbRPVxpAnSc38bnhf+V/5XM+OiTPeK+3m5Dn3LX8tJyfxzbeV+/Pv8jTjoivvj14ZG/mCHy4xu2PlmWJfzaRk3HkU7oabC/m3fA8RJwESOaL5ev5fTPkorjO+LwHoGDKZF4D5OAR/J02HePpFR6Aj0BHoCHQEOgJrBJQVlcIgLBgmlVVk2W0QbDJfvsHcMbOgMbm8R1lpHJElbJhn5Lfm9u//fQ4fGV5C/q7meJVlufeuQmlpVcFs2GOVkjvnyaMIhPxgRB6jXMfZURVc7qlsEl6YWMOjOM86PMIioziIXEt+OGapoSiOe+dZVX7ZMHc8Mj/bBcAzNp/jyeGPg54RZtT9a9V2e8i+oVQiVxvwzgGDItV9VkCgdu5kNn/fl4OEuJxpIMqr3R/W/VdLMFPv1W6sAZz00WjZZ1MzodEeJo6Povh4AFhN0FUcm+3P0LL9DdipYauTCBuSl9DqHwNRxSMjAusSVpYAUN8f4kg/nQspap51fJJG9sREEGIHeKDRQRr0SSu/uXYAqnuKBrDCdQRZUG98OkO/xR3jJ304BTMIgR+2dDLR+kaA6V6sjOXKv75mgtJpGqg6TUANTQqGRjXXXU1jlHp5h2t0tvRzpm2I35YPx4gw3zZjPW2YFI3rlGeaQyt0ugodbeo9nWWZWLfuWjPKtTRfQ3a1F+oRFwODf7Vrs8c3K5ymFGLh0+I8wNceHM5zLmzvfFx2CFWfnv4L+tizOnk8eLx6cZyHuX0QH7v2UplqL2rNGbt6aRHwG2XDDTRCZLtfJ+fg3jojjZY/tKW8/WCjBewX6gV3Sl+Vnu0DXWcYgdqruJlGNj0P6D9Efbi4kFK9t0z9nOdDzR67ewSsMSvSCvtC6OPHeLYNwAxoPnsY0ACmnykNhpVPknyJquZ7nf/0+VBpDl2F9vSEkFoN28Rnn0YOuC5YK4UWPgJgF+ho9YA+b/fIIp300dbxW6lpVJ07hype+NUyPpmRf9AfuReGQmrSpq5WXeGRXqA3AmAuq1X5jfB7Jn3uAwxjlYkjPLzRtfybnDXRVmMKspPbHW2GhUhlOt22bb+quwceFVP/7Qh0BDoCHYGOQEegI9AROIPALByUKysGWmGoixPl1Bx3FO9myMbPLbGcZ9AThnByo693c5yOazwaXyj/enDGu8Sdq/jVg/4M59H8tDOPfErezEvx6vLO5Z7n7zhc89fOpnDVHWi66mt+6bhJ2uWFj+mv/JW3hq3n69St0zz1WffP80uYI5pPw63jvOH6KK4z/i8B+FK4M1H1Rx2BjkBHoCPQEegIvA+BA18kj8R8rp/jAauKA3OWWkV1TnVUQQeFna0WK5F7DNmOQ97lnTzDGdLXfEotUHT+Htr2WHjEPPX2QTkSKaOgme1CVfCScua891hq3ECjlnCz4I3M3IvCogtwEiHzpwC3w+rpZitGM+9MegqdI3gWRzBVnvG0/+8uAD5T1p/PowyMiiFXeDqNX24e0YzK5HUKlynrCOAQvmGuVqGqe+tG8Po95aI1DKuUQkcb6hZhoCaro10G3TygkXoiD0giVHQcMWO6Ya/NMmHKUMkK6qR8RhVEcifX6HMoqPaXfwrU3dN0UFWeFSUTqvM2Fsc80umF4WzoeY6wSo27gdUc0VhOucwCDzN8NzcLT+bVIinbB1aYYE47NIofyfI7p2ijpn4o3UHbVYGlq5D3mId1D1M7oOaSrXbzivOCn4GMzzLkQNK03zM8hza1lLcKukKbuCzppkIYlGcpWsKr2a6gTSGbZqAV2JXw5a1UWm4V9nAmRv9K0P9rPhA/ozOmXCFS/NIRh651ml5D+6FMrdPmVTMOmKwOncaZgG/6afRNYLff85FAg3q3U1D4S4bdAiht4lfHZSGpdBQhIp79D2j/E4dYHtpT4rlMaqOnfCzl5noDW6T0lRY6dTCTA6Zp+TXBYQtTtByn5DNLQT9qh0MXezZsXLEVzepaFXUc5vjumL65bhkP3tjCHuxcJEFf44qnQ1DaxIGcw8Xh7eULc6zwG8YiWP6XPdJl78/egBflFzPLak0P7EHNAgTpXBGUGJX1G7Nt4po7yr/4O3GUnLryDY1vNOlFpSZuKj6jnGt/6K97aeO59d9+ELp2mIIeWcSh7/c70feQPlbDjZoZ0byypqpZAQematAvaVWaqcK2N2niUZgW/A1oAds/F3YEe6Nr+JlaMV/1PXVferXl7YMm9sQobW/p090Dj4qp/3YEOgIdgY5AR6Aj0BHoCJwg4KBxdjUGZzEnWgwRAMvZhkFe+LHGz7UwxXMud6dXcqO3OflC+T+O8Nleu9C0xhrFGdavNLSjxZ1UDuPGNs7k6SH5NgYwrHmGMudwtIIUT3rkXbj5ul4Fbsk8OxdFzx4vDw40LY/M1yGvLc/tHP9tfHwgvrIx367HLIuPdfxGbx7X+Th/X1g0fy037f5i7CeJXbk9m/+V/5bk6lEuXww35+clf6fx9vuOQEegI9AR6Ah0BC4i0HiMxhE5dagFyYed2xEia3COEcWSjVqvuGn/L37LDPRHyL8a31ln+BIIenpy/lpe1e0I0UxmTlyhsDIi2QrnyEf3As48qNtdKpwu187z7ZtPjZ7EJy8SfhWFsAe2bkTpzblY54t9X35qflbF0VH5w5tT7gG/HwTCSMOwqy2LKdptKrlFyQS2xYdgazN9hdT/PzijqRdhwzzJ/f1QmFTUqtVE0shqh6f9n7hGYMaqB4jimOmJZiEVcPolguyvqJElfCjB0kcTKw3NMbBjb9f9019BsPbRbG9OzwqzH4ZvNo+amxXztKJTXx9w74qR4VtWl2DemwGpmn0ez535ooEr/N38YvP4+PXmyy/KBEANwp6HuMsTylstzmnLvsNgaOescKlMuV5LQbE0e3Bigvbh4WsG2Hbm9+uGTL8OB+/uZYtpZMrahRGlJb2uB9fo9J10ISizrlL29VFawrePgj5f69Q2VXN/wrS4+5Bm3+bQTnfdvn5XI4UOJypw4je4AfyDdKJJnKdv/TFO883HbaBtUAe3w3/Pbdnnry+rosdw0Iiwe6KeRtjNk/N1mhcXXTUCNWCHLe2DPrFNoRxoO9tOLka4vEg4PpgjZjzYm3nALLft/fXlzL7sT2i4s8IqmuMsMLmfs37XXg8PD9DJSi/N1R/ynr72UmqwUzBM7mn+HX3fRPslsrm9vK/WHFKkThqTWsbD9muuWMDiYoEbJ0pcZDEhMP6ENvvGPuVqfg6p3n4xTzjaZibqY+hLDWpRvL5+t5D93BHoCHQEOgIdgY5AR6Aj8AICjHO2TJg5UbZlLsDJtF0WMcMvyqeFV1vzti/Ed8fXjiFHjnu4pu3rOKKNJdrZBcbddQQ6Ah2BjkBHoCPQEegIzAhkfpv5aNgwrcbux7+gyPUHpjqZG4xsSYEqc8rbb5hXRv6FrKZkSTUv/pE4lpxDGQMWDrFkukGxSflHZF2hW/4V5aTh9xzIYyKnm99/GGEAhSXQcfNH0nbu+RwOznsqGP4Nco3/u2sAf1hZ3CPiTJojEJoFPbaEaOQN7AurSVsHFNP/YPpau968w5xsNGttHKjH1/vbJ9/fQnIbyNhEPfxV+3BkpUZWRbhCgobhugOfO6jDMC/aZ1yzOmJCdT/q8Qmpxm2F/4hhEaKO/LkiYgKfEe3T4RGTAqzgUBgtzprhbWlrh15tOSnWTOgGTbGJc3sfvMzHXZ00BgQEO5ThoADl92ivuh+xwnPfcswDx7qWAMIgCKpVJv+N8MnFAmjdEeqI3nfRWjFZjmoTar452GhyAKHepEA/wihP4IK/6iiLvu3owN76aDzEsWMVzxNagjEFroZg1Z/3ENxwqRTBj4sn9ijeYu47pqsxLRYNyBm/mAOPL2maO0wrYZCk7iKhHHYIzVjUMKSuUgrU4cSBH0vrLU46NRWhcExN0WnrAX5isKpTMyJnk7BmeogXu4VD04jgEZO27lc956nOZ4NfeDiHSLYUxkkPJi6kUUGZ5Wv+Q+Mq796vD4kKDfoxF5wnV0uhoU7dnNBeLa1QMdfvLc64oEihpWfSG6BrYPGLprRFIX1laGvx3Rq3YY1BavhAxkLBX6CzhKQttuvnRh+lQb2JFoP7oads6Vsoc6mphQgVU/XtFW7B68L9/HiHAJiSAAc0WD/JDKlFT2jx8EwqatuKeVVzz/a6ps9TPI2UxZR267fE2Mqt20979rqzNJhL00fwTR87qemPWe161mKbsWr9BUEyEUgbNIYJUy+DbRZNat60QG8+z6nNdcdoeGL702Q+gvqBb2a+oSYFTeLwfizeTG4P2BHoCHQEOgIdgY5AR+DfBoHiq+REGYcxFnMBqHx3LVyX7+KdrFn4x+Lzw6s1BIqRq0dehzcM03b2ujjuc+8TmDCOP+Zr51lIPIvZ52dbtt5yXJVxN95Cm+eMq+Vx68gLYipneuTFLX7gJeMDfjL55JVCb7dnMhbdAZPwwj5bH43OeH320/jUi74k+OBWeZ3zvR1b3qTSa1KX0OYcLDR65rjWea93eFn7MyaiSDTm1UGIecu57jMj5P2R895jTfMq/UbH0Xnt9yiy3GR8r5fTo5X7oUDxsL5u+Znz/Czm5vfZi1c+aOkc5anhwPlS+q9MpnvvCHQEOgIdgY7AjwGB9gWMzMhvI7yZVkP9jA9YwZ2QeykDk48amMuUmxqx1KlCUD6l+DRs8X88vrOT74p1UEnLHL5WULVECSWyOlw5xxo3YpVXK4Ns17dDSfKeNElHc/Jl4lRz42olM7er/K2lGK/+iCL8KFsoyl119yNAIIVLBVIQNSHhV9OWGgblFrgF/4j2528pdMzJRhhipihsBzXfg2McQYVisAPnPzKpPqLBtZ8QTkjb4Wh7zDgARMNu9w3vfo3/Et6E3u+BVpNQ02xklcSn/Z+50Ry1pl9xQnpwYqtDY3X4GqH114S7j0DikMTZCzUGGSKhATd+QpN6+pZuxX00FeieuvbEOgC1CIe2E0KnkcafwcVRhk4Dv+OeDjl1D/PYe8vZ/ZzpoG9IrlZXUwfoMB/QWHZv6wiGU0/eQRJBjfv40FTuXznQZIU+B+w3OzvT9JeU+fgV8VpP7+vGvSubXEX0D+IHP9r0IjS/Pa1JwbZm1yl7tarzFbo9+HmfTHzsMTH83RNtxPK1fFKnznu//nSeDHH/hlgqcN/oVnevh3z+VhEjBeOiDLRZt6zAsmyrn3nu+zVPnLBR8/eBPXK3kwLI15e55bdFKDvCjDztNR0unfaDurfmuULXr5VS5kKzIzBD7pcWJyaLMHd+uLxL2tLBwgjMkjzRbtU8T727peEeR3jlDrMsMmy7YfPFo308ppzZvuB63hdcYo5ZoTaa8S5kup9byiCTcfbrCJkH9vC4Ttv9KOgxdQQ6Ah2BjkBHoCPQEfipI6ApuoEJtHZ8Dng4gQYj/aZx2Dn6YxYwE4bmVT534XXP+e/POgIdgY5AR6Aj0BHoCHQEmAYEBBfijXs0XJnLr23lmAWGr9oqCGYedMBS68hcY8m/vg8ei3leZDQKnUfmeRXyOs9bSmXKDnyntcbf4O8r5DkIrT+a94t4Q0Uw551LrlXcLEnPTqUjlRtVONt9+eWX/6u96OfPEIG2ioEW4NR+KtwO291ZXfBLhik2DU1l6txd9WnzKfuAum+pQrp6k9cf8LOsQLCa2RihkiT3ChQQRj5sfsczBBRpqIp8eM/KA2ndMRgaR4ScmPzUHC5eCEq45PkDiF1FqQBAZEa0Ul1RUuaz6TQkQlTTQMRPTKGZzkchnSr/U4Sx5lenfyNr93n4jp8qMWM1Tk0r84Og4iseoJkY+ng1nysh0y86gh/+JzQYJ/bfVLOtnPThRwHeO2lNSgCoeNxidh3Cln1YFabY+fq+VvyeYuKbeiad1t0IudFanVjQ4FppO9DKi5G815GGWYbI3cMvIIkFEgqieHaMn+mc0soTOsqIGjW5iybjHkHjMLjKiPCzd3PxVhcarGcsmhjYk1Ut6rYCXrp1R6ux69Hyi6fKh3SWOFWt9pE9drdb279ZfT19FS6BK1bzL32sKJrmBRCVrj4vxT9nYKa2VmNZHlorYPEFWsCaDj9YKpj93XoSn9QhV1ShLbrbIqAXS8rMN4tbXy9Pn1+RjzlOF4M8GI99E5rKE23otljEgjIZCDtbEnAV1m6HKWT7xQht9bFgVivcnlNz9skqbzvq9EAaE6vLXGiT8rY+ELe/TUM9C/BDVUtTQbwP8PmAefvN/8Ol1iR8RDiO97oWv3Vjp7DZvih1svbBWMdfe4D5pLATHf+ztgkz0ju1p6Gyvn4tD+sYXnctbcmrwazXpjvv96wWvf1j6H9dtN13R6Aj0BHoCHQEOgIdgY7ABQSWcYNjaseiTtTJc7bjOOB7OT5jPe9azPMZ3ro0f+vcLOhA5PngbQDY3mZhbMuDZ0eO8pJy4+QRXrMm/1p+27mFaRGdni+kf+Kt8e6n5+PxaYvL8aJzG95zmJeL+VkldPBjuEZ/e3+MdPZzJoVlj9/mv/Jb5hK5PsTZ4vHcMDmOc+1juZaWa+7C+7PpruOZ037R3zrMK64P9eWFMB+V/gvJ9tcdgY5AR6Aj0BH4IREoTsB5Y7iC8FLIHbjRuuygYonfR2UOfE+HHfOuKh+yt60KfpnPC49zCx/xllwq5IU2LcQgTB2w1jqwJZ8c36hWMO+Ukjjv6zyjVi8n5Afr+d+3pLoOU/x0e2LKYlUYbbSi6P7EyAqdOg4nJI5CpowIf10A3LD7zM9W4UzmD0xSD0ykDz+jINH2ZQBlQcqQO92ueaGRCe0RzbiYhaVKfKR7VgHh8xXC2DDUCt5N32ADHa0/zCHZWBVTbR0MoakW80gIS54QBG2zx7ENhtqZhvORVJOE0WfQ5zUmbqNJ10zw8gxMzUOhR8NKD/SE1hwmdoNtIuCHTOLvI5zmci3DCVPZOzSlFcLFTDCJHePeUp/xRXDiHqlqvk6uAiGeMtk7D8LuQS/A2N3oxi1CqNEBLitdMBccYZd1MunYAZa/3PssB88UfKo1TPm7T6+ddjrM1GdjvpMjjeHhVwiTfkdamo7gf24zc7d4NqEI56B1YAGDbW+/R1N3q7BNnKuenw1448PUMePhb4SuHVrmRZ8EViQN4/NR8jb5EGPqalbSoyeuRjYmdwvPt9dN+xXNcruCfWT10hBBppqcphUEzpPl05RxK+uiwSbk851guuhDrWwWU5jGa1196NQ43yMA/WLzxcN/0jY0hk8dP6o/r4gbr8EMGl34sSXeT+P/G1qLmXgpLt9XnkMfpfrgwgj2gJi27nVd4Vv/mPr1mowHc2uEf7Rp+tTdA1ra458gHC1ocPQYZ+GzyQXqQxq8Axtrm6buJ8z077b/CVz0z3xHrEtVnw4B3nZBf2M5Z0JNLNl3WDPQCvyHrIpbcFwEwCZlPYE+vnHmQRMljwiAtxP9M+X6aryM8oJLleMblD52537NWjFA0O83QeC66wh0BDoCHYGOQEegI9AReCMCNTaRr9M5RqnlqrXdUxaM551j0+euRg7Pn9/65DIn12KWX5dGuc9G6w0cYHjxNRVLStnX2HEIrsw9++40f4v/eLz40+i86OHqC8eW5SqPdW3+2vNLwc/Qd8izYU/fL/eaf27vl/HE8t63oYBHL9Oh72vuTD7m8YdjkEM2188O+bgSr35u8XcliuuvjvG46PdDabiYan/REegIdAQ6Ah2BzwIBv5YuqdNlHtCtT7OFHVtjakFU/opvZe0VjLllrLoOyCWK77rxW2vkN7vip8K/OGcIuzAMmltmnpf5VBVWMo9J0thBZJ4VvhdFmC3ztFpddJ6xaLs5wbMeF/6qvSZB4q7lfT8jbeWEP2Pel/lT54WFApzCF3LdBcANtx/BOYMlBB4jAmBKkwqOYIHJcStShKlcjVQ8BTYbNK42mIxWLPyRrlVAz6lcNIE0Cibxt9BqQ3Aj7Gn8BXS7N7EDPwURyv9otPwrsN5m0+pP+Lbqfh/OxoBgMAw2DRfhaoSXmH/N8MT85I9bru1aBgTXk5qgm79wp7DSd+uBlQ/u5yRNTT/psZN7ePwl6KCtJ2iza/jn1o6Id8PI5uMEHtEMnMQWDUZjieBdqpPnFsM7zuBRZY1WLMKU3fa3pMVewAjOUuuCTdFvHupopnoVSpMP6kg66r0mhjX7eh88S9BFWZLXaVBL0oUHX1EXMY9NLZsLb6bpPAarGgCtdvIe7jGg4JFrzu4NNUd2PpIXntpU64OmMOpXHGoC2y4sYym44lKOlb5tb2KlT/YlcAEIq420BqCg8K3OvY6LDNJwNREC6q2CTKuQCerwU/n3obToTHN+n/v6idCNywiV3d8aob/7ar+VxjL7DAlodavdvWVVmCY3akFMS/g5He3N6bk+ytQX60y+6JqJx7wHfal19LY9qlt9EA/rCWUY8yRYGZA2fic1hMWKIwtLTgm5eF95MX8NS/uhPWW9cc9vMTVe63q1QNLwCwANBGgTM/rJt4RFGwMC6uzVrkUJo6c4U+tshzONZ8/xfEJoC9MeSyRx2MdOLp7AlH2ErC0hU2r1yITznH5B7E3bBSKbX6KNjVlzvwwKhUkj9LU03nOWPNrIBm15tyxwj46aBCyc3xN1D9sR6Ah0BDoCHYGOQEfgp4pAzQvI5znur31/3f93GhyDOW8BW+gB9wXHdzgaB+az97gWz3EcbUwkj+uYTj6cazU5vNZz42Uv8cDrcU+FIDtrflaLP8TkGDfvTyk5vTfRc+6NCEC/f47FHKvCOiePbS/jQvpcevOzc/k+eIf2Of8uQnUc74JZF/mb39zD1y+8fY35LGedOWo8/GGckjdv+Vnh08os0Zh33yXjL0dsfsxznGFvLZ85yEunM/XlpSB5f6DpJt/dU0egI9AR6Ah0BP4tEch8OXOeyjl2zElv2b5tQuHN+8zfRvjKHL3WOvGXCc0PQUL+wKP4RWUBoS2KmW7FqFVF5izz/VZ2FK8lk4lcTtoI75Z97/jGr3ksIowLjwcvphVLZQLO3Y9oIcufKh8I5TN/1gXADbUfwbm0pSg+CnaPeu3EBP4OgZFDDGr/Zs+hKeUIfRF6jWpVKoQwyAfl73kFbEy0aTIEIfGooe/UAnYC34Eg9V5mHR82mgHNK81wqr6v0KQNDj6I5DlaQUm3AQEOYOhM3MQbc6jBCiwXB902dNT8Nwi23bN1QFgZc9zvaLxL/OevLM1tOgjKlvMQQRICVk2ihr5ZiHoILvbUhjR6gUVYzaqTEQFHTFoZl7m7G83WPMqRsnQg+PCgWQb2n521Hbdqq8fpTzylr519YUmLq9fshRvhquZ288CHb3Y12CSe5NX2QlR793ZF0J99XcXQh9dco7sWCtiu9iwAcP9Uhermx+7/Pe0r7QcyI/OiDqox6kSJ7cRBtvjc5AQxEywM9ndof0fg9k/K46U8Xo7dcpACJxKGBxYVIADeoOGd8snEhmGhLxg3rOdnoVvaVwf+8IVjCsi+gEUfoRPBZT3Pyxt/TM/YKRXqu/seP7AH+kZm4NB2zbtleKNLPio/Jbi1biIEjnAQLM0qNBEoAABAAElEQVSK7iqxeqp6Ixn2f3sWZDzsfgtdMgXWl5UQ0zTFpSpson/5pxFi/Xsifkyoo2GrAFOX/BOnUVp+On+9N+WsBGPCxm+IfdoDiyImmISao2Ahgr6DRYJe+Kl4j14ewog7NJqgeSPVPRhOmqqm36wSqfDL96PFZ95a/ixbzFRj/n4UuxTAPXqHRrXlKyJ79szQDD2rBqG1u45AR6Aj0BHoCHQEOgIdgbcjUBq+cHwwl7Eyw0SUGsDFkboo0VHVc55uzQ2+PfVK5Ti8/N3Mn87jPxf9ZdHhge+UvMaDHode7hqFqycy/I7ZVkJQsja7w8WF++bv9PwSHSf+zVNoZ34o+anw8uBH7sX8Hfk+c1P5WfPvbQgTtv8khCXc3vuqlXgW2xLVKTonwa/crvA55Gmd17msD1jo3+M0RYlocTU/5/xdIeXqq9P0rnpeXh5oWh71q45AR6Aj0BHoCPykEAhvRY61EMg3HIlDrKJuowEMV4elwcxYI++YkNGoANn4jOL53vgNvgqyPAL8rN9pDs1AP7Dnb4SuJBeeB55syD6ZyiHc7tTtLpVzvE/4K1kL/7Um0nlNEs8cOwiwDaFbdNbivIW3USbUBcBr3D73a2pTzM9S0SJcQJV8p+AyWqtuhO3kPhPsCESyGiFCVTUrHWJ9jDtfASGF5Ew3Al2JRYBU+4eqJt8EE9U8pXWDoFLTylvV9hlAKbi4FDce3++UduSQSjTnGJhqZllBsNqj0uDqjYMARWxDOb+uFt5gXnnrnpYf50TH+DNIgpIR4dYw/IZ7y7rR52C6Of3bGWm+Fto570cFlpqB1uyAtM+dVQvyrvPc6QUEfxQ+Yv7Azc4j7FLApNC5OTufRm91RBP0qFld2ndoCCJcVYD1Xlyr4zUNSEmqCtHZ2xX6dmiLumqoNCabD8+nbqaCDtxV1BnYs+fqyN7KW00sR6C+pHEa+sV78m4dVwClMFrB7+5Rc+QsNKA+xqS7GaHcjt16UNuQ4qzflDtD/08ItBSo+1FMmZ8Lcxzr6Z2UVcrQNlpuv6J83ZO19sUOxodAazpP6S1PpWE719EIHylraWThR0vpEN1NF+BHGTiBM4LdgJB1i8aobSAUHHBrGL0QafwbEhqdxMkHmn2A1a6NhQKFheBo/3DRrd9BiWVsHWd/7GlizwqYlmgKkEx8zt5fJwCeE3fVgDmdqJOf1ADW7LflbPs3YtJv8euTa/swhdsJyt2DuD3IsLifhlroFY4ICHHNzRE3L048HVyFLZiq19zSrscIqf9JWuIoMYXzjMQcuvJk7JbAVjPQj2CHmf5YuYCuk5QPqb7lwvpT5r5hGhFQb/gWpA8V12B5z9TeQmEP0xHoCHQEOgIdgY5AR+BHgIDjjXBp8lZeqwkhv6cGsPy6Y0KfKxSeeUXu1q5xXfV2/eZ11y2eCiWPKv8u/8mYizGdE4nRAA6vN8ftexJO2BZBxlBratoLw1R+1Ww2VC3Ubxjoz+PS/TpOvD1zL71fBQgP7lhVDRnzWnnzvKbWEI638uz0xSq6o8tDmSq0JzTjI8fpztTMSHE/h+DcLlsc8vuH9wkx+7hQ/i3c+XPlzXwdXPLe7lbP137a65yfU7iMedbhT/0dRfKKm9N4Gm7rtM5EN+Nz5k1/1BHoCHQEOgIdgZ8IAvJW8hFYY+R77xzmDmWzB5VXmMeMYovP+OarpDW5LV7jc8IH8A1+xse9F7r6rtevSxu/gDbnyJmvVC6HEDbv+PFTrgXZUsxk68PwaBXyrVScl5GRa+bX93usG8qhaVVUc9kxUc18L0/lx/z1ursfCwIzg28lniY1fRGYbf9MxVJ7VkFPDawmKuF281uEXd/QCNTIJINostWE9n0zm82kaYmXzhtssT9t/j804aBTTd8jRh1G3gaJGesH9hfdpiF736qljP4HudBRjUCb7BuwHLd/JG2EUazWmDxKSsK7oieDKgSb2y2akBE0ifcH0nhonqbxTxr0X8FR7WMb9to1GqTTg/eOtqbfgOt/gPmv6JBmTI/wX8fxhutDnRIH92L9luNP4NPM+s5ppowbbabjtYPl+ZnlD6YDK2dKy6/lp50N8xbXwpsO7WX4G5p+0DeqEe279v7WuFkksPsddPLBabSncd0a/pI/vgwsJtgoWN740XIvUusk7tXlRdc+Sp+a4iwUSJ9QUb3t1zaiJj/t+Mk23ISMxvZa/BoFTCIg2Bv5SG6gU2E3hLaXt59bP5E90TUxDHaj/ZzlPTvJf6sLdpi+dl/r1Ne3RASjgmDWPXo3aI2HnDdk9VLKYybV+LinTtoOb4uc3o3+DcGx5sIRcPPD94PyXM/SXEr0lc+dEHt8wFIFJro1YZ/ySdnZB1xzLMwZ3MrAoyblrvl+/TvrL3UF7XH3CN8M0vaeCvN6CnqIjkBHoCPQEegIdAQ6Aj9+BOCpjsYs8lce8HqHceD3m8uRsfyIUDQH41TP2HKa6ZQH9LjVzf7N45zPLOJVwK0LX7saf9TTD/sdmaPIMecreZvH5Yc8HpXHh5HSI+4IdAQ6Ah2BjkBHoCPwoQhME9tasvXd0/gnpiz/Dj/HXCFzl4o0VQJSGWiDMl+mQ7Ew2Xi1jyRKGj6hiPPpCbncyFzvHkEsNDnXCgHMf7KN58O8DSXz30fz1HcmLLIrtwR0fnf6KzigXHmGz+0awHcG/uOjo5JTnzS5q3bXdud6BwUUCPnQHMyKAAUXqXjO62PWckDrigYT2+BUAzx9PJlJwZW2Co8YpFD5B/bZLS3gqvohAzp30bZzYIUW1l5BmIMzmg17ZZZppg+iN6sr7TQA1D2Ld6ajqjyrN8Aw41Xhgn5XLvtWGcmO/Yu2Ck/2qPLHzPFtQheCv86FPotSLOaOhDIesHuvqVsR8100PBMzFKYTVOiEf3AdwHBEqLihs3TVc/KanLyOlPO+RcSDZEnFAafmqbeYCp4myppqWCbA9TZjJKjtGt/RvkMAGJ1NTDdEgMwAXWuvifmNdbUos2ytg9zl33aBsEdNUQRmUlxtISklH8c/0uxBDIlwrgNbTe7+PXWAHIbW43A33ll2idjyIiXLDhMS24G9vdUAdrU87xfqUuJz5E4yLG+sA+bVpzHtgOZvNL8R3Lo/QepJJgKSkRsJTM75of4RzHb8QN0bWE1kXzPSBxU6kuLVTF8mR7g3fzzylYelrVM71T+1Y8cn6IupevfYnc2/L9mK/8s/MwbmFZx29C8bFr5YtpmUgZ5KyZTPH9FAaAQmIRMPseBH/CNxz4J5NW2J6GbX+i73rt08IEgOU4KGPO2yJoqgTiwE94Kbc5hk9bU+bN8+ya8fetu4Qmbic3VZtfU54spSPbNc8JOVcokQrWn2adeEuIel2tJhHRkRGJgnnA7H4WJ+6KmVv5cHZ1rWTftLGLV5r3f3U3atXjpU08i99cejnP1V+jEsCmwHFzMZj7lNYrOvuc6d0nPTPTm1/VGvBxZgiN8UbfTsOBwMGvM2J9ZPHYGOQEegI9AR6Ah0BH7yCLRF0jWOmeHI2BnezjFzJing2+DdmtboGrTizxu3uZwbt37M661DvnxdtNUAxAW/td1HneUzY9UJvtNU49pgxZuZFEdUoYX7jMNzNi/6qTx6Hd50zmviCp8aT3Nk9XT5bcz08uT81ToORngEK2yKMz0MsMI3N97Zd8UjJ99eJxrP8zHT57h97Y7KkReZ95Dvhk8Or+x4NEd7Vjx03s2gFaLHdAevOSHfLHTUw8JQHI+P/5+9N91yJDfSNklnZGlfS+oz58zNfhc7P2bUUkmtrUuVQXKe5zWHu5NBMsgIMiuzCohw+gYYDIbFDbAFiTumO5hfjHVlHUqRKu54PcX34hCP+f4gUuEzPVqkcQ54FsYi3qtxJuDjBTiPdXT85uDe+uqhU6BToFOgU6BT4EdNAb+38G8yCfBa8eLC73r4Bb/lwdBvtX/Z/9ctRZUpYVDlV3StEiLvwntwde+QNWbAa3iVNXK3wxRPeBUxF+11tm2F60JQPLiNZJT1fHvfII+WlVJZI3FAruBWrNmGEAwb99EFwPel+yeD5iTA+cZ+R7PDB/oerYfVRte7TkqqepGnILCBKUYItMP03EV3/+r9fRpdmwCeLri5OUFwmuFkEBzdZ1choXgkEAO8CrcdGh26g8W1crQ2KGUY8DHqI06NwW4THGi5xlJNF8EhsJMd8i23TtCSXqXbow+c2z6r1YkfgRz5ChYcM3hIR+nhgEeHrroWv5mWpijBj8+cpOnS9FvkWM2y1EmSQ8N9QyamZFn7E/+atmhd0xalFjScQqN3HtiKTSRFEcKgqPDxWcGq+4QqeLItTynfeFEApB/UKPzQDNpgkej+U0WL1zOpGEXbQWGWwjbwdI/YSwK815BupNEtWhYYduzJqqBQJYTRSnrGzn7dwvzUJ9UGFKBSIgr79LRFIMq+yluE1br/hp5zuzhM2yC+OBMtcK0z+we92P12a69drTkLzgxtxG9Rx0vaWAcGIXlpn9qgQPGMxtQaTwHlEqPySsRXf4RCfMc4hZfUqx/eFf3XXPJuxJGbk6HhdPiyyiGWCkkHrO9X9B/dk5cb68PY5+4a7XYwAM9A0sp0rXuQ4DoS41zi8fmlWGImbB1yPw3u+6wL43KnXXU9Aw+cEViVucZc09vO9BSwH2BYMjbP6dpCUtFzfn7yalHv9b7GmrhZZqFm737kCIFrH2DeyZDJACUdyOU8tiEAWIZqKWjL6XVhI37z+8rj+L6evv7bxsDKQeH+3v05EKTbDqstttwu1cLrOfUYnQKdAp0CnQKdAp0CnQI/RApMgkO1fuGeau4nDzfe83Tk+m8s/hv5O/jaynEU9MLTlQCxnRsaC97uBf/acF7GdU7tTLLmjsMoHE35w1i3OWVLc9/zTI26igA0l/6MbxflmOcBi3IGpXY/phnRnOpxum988gS9vTk6j7d3PjUsC+wC11bGxaOaP9wZAWr6ew2tnN8rEj3zToFOgU6BToFOge+TAnyL8z2Uq5EvqfXBeLpEtpQtE7Mayroyb9caBrEF5i5bdbIa25S5HvZNFT8z9oc1S+Q0e4wFfeYTWRXXQpV1bBUA691QOdfDeIzi/jQBXK0xwFT2ljVesanQBcCNEl/YOQ0KyyX+M7XRBejTwB62CBeqodFBtBLmZrtlYZvFbV18RpDZpE6PLjMdzqwi2LKR4+p3g4Bm2KMhwV+aYSZTWC7HlSkaruyxusVidRjQ3jC9hfkUQWSUYjJ0rDcKarQEhoYUwFfSzW1QteobdlqCQvvdv1ZbXLvuI2R9EJJFpJFWTl7JGTquU9cKRsSlBa4kmJPf8VKh3WAjwHX0XvfRNphM0k01RmrJ33GOkBdwWk67j/JGAbXWrNIzlShtPcy3Be7TFiGsLszHAfsZi8uNLpARNiYsk7SkN54DwnoKLg7OuInQPbr4OXF/LY+kG9ujmhVYra5wPaFraT9GryU/h25NuF0aoV7JQ4WONYP00/oPfLjsF6Zs0HPDrWdotgjVSkskW8oUpvoWhYq/gZ8uuVUEIOTnMO0CzMvL5FXQzdd+mj1jUTiJ+2FSNGtt8U/wPH5s2yOfm3UrSS6gu4K2LdbUur8e2sfw6vGpoFmaWMNiKTrQ5p788EZ4bn+5XNYShhLtIAC3Bq60FyHoZj9C/4y2vres1R8Pki5uLF0w1ALbVoL7+A/7/5sYupEvWowUW6Sqy+T54unhA2EKxx4nHbVKj2W6wv4UbMYzNRhkpJVwqk4HypHxa/11xuaiG+/GOtAqvTA9zPvk3bKyE8HSiSWC3q20gA4qI60Yh3TbzZuMVcad0s4U8b3lEAVdr9cWAQr65ziH1wK6NhRulk1L73h5UNAfd9NYo4OroXIaCZcn/adToFOgU6BToFOgU6BT4MdNAfnEOpznyeN59lDJO8twIVD5JvLyVl5qyetdSWvmv85JYIZH/rIpv7b7YjcLkwU+Sx50nCMXr2y+lM3yRXlT7rw49Nr31+sm6G74tjjtXhjvDzO0djWeg/t83eZkRe9FGScU2rMGp140vn+av43zAO+bla/nEoA3GBPQu18c5tDK57yrBeuU51Pdtef3Oh9iMEOt+m8zhPn5na8eVq4749nBdQp0CnQKdAp0CjyKAotvYb7KfoLDT8KNYPSzxhPuGsO9tXID2QLeYl7EGh4GZawtazBZPJzneY3znujGKBNjnKzoYwQXQz0x0QrXM+v7G9bQ9TS4X7EdJXEryNvw3nXzRTnfjNu4/i5HXvD0zPor8sawDCtkheX8hIt9cx494fdLgSzyI4zSraYClL2L1wgxZc4jEEHgsN/8AoEN++si8NLicR/N2E+INzOoLPQjjFrtvqHxYe3nxAwhcGt+9Ak6qi5vf41lJpZeCHEsRU1CPg2uTpgG9yhGSLraYS0b6077zjiRs38SPCkIftZSePNHUBRXJ3+PDooZFeL9CxpKxxI+6kb3dEAghPtnU63YBPzp6Wuuf5o2IL0fETLEIcjdUcfbWMi2we1ybrZJ2+sWofvmA65occPdpuyXU97y1hZlu7Md/gOL6KJfNTO/FuNxDuRI5xL2/hRaqnFU7nwzsHMH4HOpX3ledVgKGv8Lbn+Ghv/LIkaD186nwPiuHVzx8djaz3F1vdv/dvXMgsWWZ/doo0PcVbgXMHsc0D/stcu8T2F36Zk4baHj5sPvoL94AvaNH781m95HIePjNwDR4hmapJ2/pJ3tvx2X8LNNxLXbynHpawYIxqgpQbt6CX+Kkoux3cGE2C/cu33NId1eS3kI58SdbZZ2WfsA/5x9dt3vG28Q0tB3izAvZC0echkS0Sc+Pv8puE31aXtvY8sRrEMI19z5BYAB2aCg9MH9ikfYE/NzBkbytxy0tcE9LBRsG9dn7fD+vYHW4sIeDNsOpRD7eKvd90Lu6TsFOgU6BToFOgU6BToFfqgUKG5MNcSnHE0gWr5Uan7z8LLLp+ZwXuK+b/LZnrn3OvOXwkJ+ODxxS3MtcvCk2pfgAywHQEkZLnqEYFm9l4OUKvcKjd+1jJallXU835pXS38v9O4KZ1HWlGu8n3Bevr9rxh1Yp0CnQKdAp0CnQKfAZ04BZR+u8yr32m3/Cj+mvIG1bp67/r1aI/AcvmZND6FnU2S7lU+6hQZZr5Tvw5BkjYxm9SeMBT+GW3Qt1ZXgbO2IsHrzEz1Bsp6MoqFeGOu4JbNX4sorjSFbEWKsqNxIb8Aljyv+t1sANyp9iWcnMUguB12g0vzXLP6vEPquEa4qBNhhUanF45o462gc/JNYTo6WE5YHFty8ycoGlzV/8sZZKdaNv6Hh/4KuyEslr4ZoSFAG7rdYV+7jbpW0kxCsoj3qtzRfHUzEF/phxbpHU2OHtDcibMuB9Ww6j+QjYvo7gu29bquZlLmXsX8W6/4aJgKFYspOyF6Nl7i7pb7n4BsP4kXwDuajtu5ey2rcAa/jDgEsRxzHWbCFm8G88SpCNwC7F7BWwOvhN8DV2nG5ACDxWmjXQYZ07mGtRaKWjGNbbVFakjefzUPRDkLHWCkX/dybumg2ZiQdQovDjPMY+tsaQC51vosVsEoDCgqh+TToHqa9hHK1u4pR9LMNWm9YymPl7T7AIDTi2CBxb15LPL3Ontl8aKjzLW3VvWd3WK7uV3/jFSUHz0pyPX4tR8/WbARlulp+ws23Z9t7glg3TGf4yW+McXyq3kads0iz3f6Js66/Hcvm9MdpDu4FnqiW3QvLpz3sH6HdqESSCAVPoe85QegB3HYjTPs8yh4b+vlu+xcooOWqtB+PBfyWbDqP+NUYDCzqcrP/vzg7PkPN1G3Flopi2Y4JxtkLyso7x3nHp3UUf1juQnlgtS7XIhFkgqdlNs5h+X2CCF7r5LQTGZQ/Ymmr+2xpWBYN1DiJoS9PDsMxxi2OmXltMI0HvQY61h9jO8zaCjfqk8X3AeyWlpTpT8ESlHTNz97ijndZ0CPeSbwAfVMQDmUBPxUadozlKgHp5t2cM8gfF/0m+D1yp0CnQKdAp0CnQKdAp8APgwITLykP67yXcyx/VfTzOjykPKV81TLcykwdp1/Cmq+LG5UXhl91PsbZ7anKRXLNNKJoDDMsxIbFNP+aeFZh8tZ7jlKm9Bk8bPh1+OacG//b8PO+XYPDlINp3xKE4fxN3IuKhb/P26Hyf8VzGcWyW7plUabyuVgxvTBNUSDrA1kjsM4oI17jnK9nbuK5IHLfyuu8oVHvLeW6lKbKchAjfPn4xOuQuNH5IOZDbooeltj2XbSps+2AQ7J6PnMUvu9Abaqzd8DoSTsFOgU6BToFOgV+KBSQn4GX0/NoeD0V8vD8GNfLWLju4NG2rt+yJr5a/Rs+SQMSDejkHR7Ev/CtBp3koXmPsqvN6jfwcBiV4DVW4yy3UAwTw/aMmMpx/Bsc3Z5VvLTMBUPhcPfuEN5B3gQekiO8cTxkYrzGVpNKArsA+N1U/h4BqFXQGostxnsnYLiQddF/rwAYhn4Tt0XsW4r0P+bwI8pj+3hoAWSM0+Blnm1ytPPaC5hGaAcdBRQRqBDD6APPnp/dy1KzfZupnWOetDwC4cKT/HX9BBJrBIMK4RQCr/HjPtPKyZgdinN6u50agcuoWZHSJvIjsMw0FHwU+ivAVMCKoLUkPIsMHYikGQFaQkg6PEOS9T+oAaIgnvdjlIq3vMmTN/xIE7MDPwaaQfopJLT9SZiE6aI94B1557EDukJW9q5FCBNh9T3QmnJyAjcOsNTvgKvvlfU8IWdmDb92rsSFXg3MCj3Xw0fcKyto+w9lbHvsGteYh2kLwunfanfzuyw4SMRd0W81IEA/BXOqX2k3HgFDWu6dsIvtwBiww+J52C6Eq9ejNyPWYIvLBqEtHgXWK+nXFhZmoKLfQkOz3S/P1jQVArq4gX5GKMg+wOvsV7wAsExw9tryW7eMFXz8V/tfp273g+6CySPBeq+rnL3muJgTL3WB7Mil5Xj2/Ea46rg0WxMI4SKUylT8NloOuJetwmkFmeJ0snYrzcVf22rL2Zr2fps9tPdrmR3bJHiNFZCxKinaT+VrfwtrIC7736w+ZP9phb8eDhGtbR2X8fi+8EmiE5W+Z69nKbnXcnyPu28Yn7Wu1MXxIMxwMq7xvqxKaC1o862w0LWsU3nMK/kdwzkA+upNlFagwbChv7BP8aAyAqCDzftAv5p3j9Ap0CnQKdAp0CnQKdAp8FlTwIW3cGCe5bnHe60ZfC4fyVl+vPjtmZ+rct3KTB2nP6JO5rcj/xvLWDlW0yyFiebpszlv7zzcAuXg3Vi+imtZLCO8ctZQiAqMVmbvRg6Rc8ujPTuC6+Obguln6LU+0srkuYV6Ns332+PxPM8vwW/iyxtunhtN6tzipw4PYLV4Bw/vfFNlnusOLLIwOuI71vXy/Yz/nVEZwVVde3Om/BNNz+TfinTm9auPX4P/KoAeoVOgU6BToFOgU+AHRIF8F+XF+C7zX3piH1ZPGw0gf4KwVf6T9UXjsabsGrjyBPmo8ur6GFoU/zTyjMq3nn9JRhjVKJNzQTGKZKwtgpvr1R+RyWgxHP4txkuW5yX39WZsG//AWYXIDWvPT8iN9F6qjKALgN9M2c8hoRMu8aCh779DwOc1wkqEb2snZLYlBcK6K6byt1sFwFqruhjvu/bjxWNCdYgSoiiSylQN9eHNEwv5aGloBl+aq4WRAlethBUOuF/koOVdOoSFI44TtNao74iyeA4Ij9T03DFgDJsnBOe/ZhrJXrY8G+jM6aTpuGPG4M/T4OmesApdHoFbK6YCEccURTY7BosB184DAmAtZ51wT9PF1G/RM/igdSKeqzXWbboJp63YWEaKFvi70NRcGGCDioJ03I9n4/ESdo0Z1Wn6bZNasAGH6GpT94Oumt0rdIp3jwtwC1ncF0B6YNmJX/xYFXqfcHwenzr5JPjWRQHD09N3q++e/4eHWoUqVDcYo8HIg4s/1T9aFCe8phUSdRptnZ9Bk6Ug03et5oj7ot4q79JSdoGDMseq8Ruici1uL9K0/C+c28KIdUT/2OAu9wmL0SickKwUJ8QL7IKCeJJbfZnz/MWPwuPg5El9KN14UO/kETxfJDj3oMYXl2ta3gPu2Xc7FWFs59XGMvrYOItEAdYuI+xrN1M2ivr5mEtv+wyupXcK/dsYmuKa6EXCCUJdFH7m/4QF60ZLVvZiWOG5oQTAGRWJ2uo1JCioZ0EXrVtGUjuNm7p+3rqfsgo0PjMepeDUMK2zDxCqprOieUbH2OE54sMGAbVjXqwcQtERxjEip+5HnJKnmY/B+rTjWTk7+4l1/GdKq0becRhh8LjeWTIpxzcLAXV5PQAv8RXuBOElpGPI5+8LP2nh+BVtQRkzy2H7fQ/o85n2N50CnQKdAp0CnQKdAp0CnzcFGv8Pli6usbcU8zyVBOVtmZ+oJI2QNOsN8lHhK+Grin1blO1WZmrmB+Vj5QUPAnNdnxWn6uxR/g2+Fr7NnObY89UyffG/xDwqn/wlbo7GclheeGjLF0Hwsgxee9T8sGAv81rGXeb82nXB0HKjeHjh1zzGlI2flzM2HOci61rPqo4qUsPLN+MxlVvayk3XeWnx2yAFxvgz5X+c8TLSVdetTOLWrueElmMK083Bw+n1TRdTuRe0aDRZnOf5+bmCjukn3I6wWKJ69Oqq23Nwr0rcI3UKdAp0CnQKdAr8ECkAvwKflrV3DEzC92EwpZGIMpvwTrAzWXqM7OtfcDfyiPOq4b2pUvwC8MPO8IPsRcvkHQJguZu1Rpmse7oUOrj+jWfWPcYwA2vLWW3mxWTUeUfkwr2A1IDh0YBcaxUPvMraevgBUEBNB4SP7AO827M/Z/aJbYvrVLFCVSrdxf01+8DW1MjmWOHT8Zj2Cqw7V3/BwlNXpQrOsKZLGPHR4nb/KzQ5fkdHwHc7MSLgHgVwY+QHnhwg/oOwHMEemhmb9XfQzgnliSzFFe2O4Mq59lk9FfFE2jc+2sX3FhaTaLR8/O4b5CnNrXcDONdrPWldHIvX9R8QPmG5GeEO5GeQ9Le0i1v6957NDxpQt2rd7J7Zn3qrb/5rgrizeMDgtKcNDLRV8ZsnYdfAuBxHQZL7sCrk2WYvW4TM2ZN1kS6Tw8X9dCl+RV/3Xd0ixCtrduno8d7Q6koBP3sBU7futZu9DdRuvzkoOK6+5AJNtczj9nEl0EX/05L843dY7LpPdmjJMsQlQe/ZLMDF5sdCy4cPX1POUZmhxbceztZFi7Q8V7vbb76hbhHUavW+JY93dUlZBseEnzIW/AFkcd9M3QfxZdbXXEOrj+zDYN0miC6LVfcI5ZLvA3T8bRgOBfOvBwlTxHFrgGH9P1SH7c22JnL3wS14JCtGHJVW9FygBTR1K96vBRf3dBm9ZQ/l1U4PBoSb2sVrOYzvrVeUpdyD/D79+cp8e7ROgU6BToFOgU6BToFOgc+aAgp3FfbqzcZDl3byTR5t/vLIAphHy0ce1bkHW3c4r8vcLIzmOxAYy2e5LA/lyn6/KKrP+b4D/NVJLWMxx3uVtZlfvW2OdSHD0pa9EKG/6hToFOgU6BToFOgU6BT4XCngOrIyhr+z5PtXuKZaX40yG/yb8oSnp9/x3q095Rld33Rt84rFR2LdEhqfljPGLrv135Bj/R0+0rVyILV1/PDL4IVM7mmlQNb10Pvjc4g7688f/87xVwyu9HDIeuxXX331fw4j9bvPiQIXhV+0KC0GtUyNVkPmDGqpYnaO8NQGrrl7Gj2NbxNrVqyvdpicI4ywuXlcanfvnXQ0/OssliVO0Tv6gBXhHitM3azm/TSpFFcE2iz2K6jTcjUltNOIcXoSl4R74pc9dhB6iOVeQYBazRsslSMUUIDGG/MWBdRK3CdH+tmRVrjYjRvoCOKD2oTbe3EsaID3Ihov4oAo00789Ase6WbAfUXBMO/HwU3VFwPnmk5q5QctpalWjOAd3AI4P4l+y0+r32WaWH2Ci/si79m7M775mUDHB37wEy9xXOZJu+CxSwq0Bqyxca0snhGWGfd0uI22Qq62Zl3aEsVtzV67KxUjpF/eF32lscInjwrSF3KOf1rpbrcIanEBXnG0sDXUb6W5/HtIvyqne3iXIIrFB/fajaa9Vpq6tSj6VB4tH8/taPlZPiy/Aam76hUfRi3q3Q/AMaGVoRZNWpqX5yV+7imMlBAc+LC5lwHW3bpK1wIgVBrptdzb9pIFcHCxZZJuE3fAWqdLy3H/VVpD1W+j/3n8Ck9LRf9NH0ZYyz7ZO9qbqX1TUKxjNaGkAc/dO3cE79ljvOWtpSIW/5HT2p/cnzz7U3830tL3HK8E8auxj/Kq3GCbQ/BdNS4ODYa5g6F9MzCNUc8Oz5VhxqMxplYZKqvsYYRW27+THy70uQtkF7NaQZNr5acFhAJt3ZOEKgpoGZdt26KU1EnX8Kt8Q5RcLvFbvjP+0SEKCOXjigVh7p7vUAmbl7Bn6jsaZOQif7cyoLdCMpQuwDHUTN1SjxPtWv5vO+c7RInzfcQa3XYoVS6F28afS5C+n3fL/n0Kgy+9fKfK1J/NFOj1P9Pix3jV6//HWOtzmXv9z7T4IV69Vr+vlbmEvfKs/DsPCa8LvwY/lvkIPFp5izmEVPnKOx3xgIfRrrhbpjc6uORXHrkW8uSrY/Erkz5a/tbEB45WVHPASYL78RFg+YHfXpbPmSjWvlXG4sUtzXTIZ8uXTk8E0njhABx/xP982CnY5fXhIQ/PzMzy+YK8yuKWm5Sv5WP5qkzSe3mknqwrefeJfxeXeqZXKctmPcJcc1iP1iklEqbJgpf0HtMtzlXygkWEN4Qqw8xfej8GyjtRJBMvieDRwozP1e3b+c8C/wkSjWNJt+PrKAEkXUtx7jzjtMynPHExR4G2B4fojEUKDZZlzovjMp/L9/Lzq+lzGczZt3P9nY3SX3zGFHitffT6/Ywr7w6o9fq/AxG/YBBffP3nuw43wucy6/fxTPNrvtgYkcnXcKWhWyQ1WNuuVso+OMu/RTh8mYe5dfxb0nPN/sOFAjIu5Ax7rZMJe59nzZL1TD/zyLk8sgYOXnISLdyaf0vXzgf4wFfIErr9oJ4UNWqSQj18yRSolk8JaOJpVDZyLC9t6HGjLDNdQlet14Y1Lj61XOQvje+Tln3skAhJdwhRntlrsSyAG8NfuK6Y+Ghhudm4x63COQW/97CwfK2wY/5Ec1/XZy3OsKjWZWlZ6vl+2WWcqMHY07mfnqSr7qLF9XHBAUFBhdaNWuvtdwh64trZyfCIWwbFJQ7UfzZDp/5Xv+Ngj1Tagu3CASHhRZrx+ZtOTCLVykbAs1fQY1ss/+TOXwnS8URwUOax7ss3T7+C5gp6EMTfScBjjhGs7aBTqvrb1XdbBD3uDZAHy7o19rkAnhBujfvtrz78AZgIzKYJ5rk0Vz53Iqg20/APEijE0/UweDXlh3O0OwVeATz1u0YZ5Onpv4ihdeM7QspoDUmnLft0YyWPwFYNdQWpbwp+8PhoOzalD7mvcOCnJfD8FrjVrna0vS2Wtqvs13sCq1tAJjnlc3EIYfcT9Z09HYLjCdgXH/n1dVz5K9bjaoUdfuwvJn3lZVkAA9K+84ExM2PRle3ZNgdN1misffz4DZfuS1Gu9V7J9g2vYcZojx+eoGOsKs6BAPdl3dP2yjoZdynpr9TJuaRvfe74Q4cZVgrA8T5gu+yhU6BToFOgU6BToFOgU+BHTwFVJ1lrgHeLcFgWU/7xkwYZeOdJznn16DQecQf9XkSqfIMC0e8lWK7FATdec/463wWlzOOWkK6cJyyT9OtOgU6BToFOgU6BToFOge+FAvKBbTG3eJgdlrZbjZ2yfl4KgrV2rizhd8gkXNt7nIzmkFfDaIV18Z1rvVgCrwetlMFzwX+tsw0lci63BIyMq5WH27sHhQHQBE+P291/k+e/ugXw3Wl8Z4BLCf550C6G07Ai3reSvdc9scIUzzQ7NT0908gUyGldOSCIVdM06fL2/j8N/zqLA/khea7lezak1uJMS0UFakoHs3+ttl5E49nOfTfdJDtWgeJX5fPqHqHhVx1XiGrAioc4ggdawLotddNspWllXchrcDNeWawyaUTAuqdDbTmclErzRwYwrIDgLG6Id2h0REhSuCvgXw4oYMt7niF0kqbrWNdqWa02DFEt8xtCo99xUrOyrvfum4S2icJStY7XCl/J0KZawcUDcVb4W21UjZ0nAaz/F3r+DzB0FX7fMJdWwWNpDLmvsprQUaQY6THnK54VRE1xVGn0cqNV9eobnt1e7+2DMUIGVuUY/FjYKKUN3FfsUC4Y+03V7YRNu3hxtq2KJ9QkKS50tyg0uDds8G99cOyTL1LXg2X9No136ymKD0D+gEvxQQE4HzLxkzIKx1u4ZAFcbc640HynYBDFDxQa9riyb0K+BufcueFX58o32u0IbLWy3eCa3TGv8EpO4OpZyswh1T0+SP3aJE3Fj/T2vfW9STv9J3iK46h0sSjvDPHwqvCDauBVsnJdsUu3tle7tPNoWI3nV/qlvMTYZEgtpv5CR9yHO85rYVsW30KuUbfOKVXVFQDEyba4A+BTFG/QWIsVsDgZGl51N9+39+35pbN5qo0n9R0r/5KxnQEiZagchGehbJeLPKNKZ70x3m1w0YyA29HXsi9iXcr8lXfkl3osHFe2Q8YfPWXcKYNX8v9+Xrf+8/3k3nP9vinQ6//7roHvN/9e/98v/b/v3Hv9f9818Nj8312/MliwZJPAF2Zor/Vvpm3y0Ed82licyvcW3vBaOpgxiq0qxoa3VYlSBMe8wqjfkO/EZ7IoOPKYejCqOc4FnMb8DnnPU/kexjiGKJ3akTJAWLcpagqYrkFYAWuF24uy5VJgr8w95OkTtIxJ+cxPXne8j5KjOB4eZUwAZS+jXzhVDjf+NlpV+fTv09ZdloBGMi8fHVxf376PC1Ltdm6/h+Wf6XGQ3f1uLFgjgVBfK+gbc76ePm/MoCf7oinQ28cXXX3vRr7X/7tJ+EUD+NLrv9ifkYeSV+KzvoMv1MBNw7xshYdHzQE+RxHYfvcta5zf8p4t78L7yX88KGhhzLr2in1/9UQZz4o78IIni/Ik2NVKOnx0PMj+Ey5Mecwxr/J2/I7rV9A7BNFaRw94yJQL6uGLp4AtmwqFoVxjPbhea8GlIBJ3zzY2rQd5b6XvcNu62fyWzvGTTC148elKP2WlYPBbtBAQ7rmHLYKuyI6i+UoHYENvXUS7F+N6wLIWQc60p6VxHh60jFW4gwASK2UF0NE4Nt8MGl40nt2JCx0Yq7YBP/N79wJ2gvVguppDXMo+/wODaffuVAtaArcu3c48ogS+ieErm5G7B+cO2u6UbmWyOVWMke8S0haFjaX3CitbLR/N7WJOqdsaEre0z/UGq9UP7lltW7hvkDoD7WyNtePzR/fOxgo4dU77OmhjtrfDNuekWIvLXfrTz8Z6d38Bw2HcPHrDjy7NFHw/f/wT9eqHoVmLNnzGc/rMuTyFofW/+xWrDIKmEV/BHR+/Hc8v1sVJnCsfRWSDHyo8DXg0C+ooGJxMd+lho5pLAD8Hz19yHmnposdNWDb8gMm+C8NgvxBPw6HAt55d81t0Dh2tc/rP5knX9bpcvyb9YZxSuMC1/Rra0ScoLGFZE5Vf2uBBOzyEc3yXdToatW3SMejpA3VNvR+HxAPvdm7jhR4OZIo2g67XterW8hz6Z0w5huL9iOepV5eeUdQt36NnLGy3CJgV6YqM7X0kxonUtjfb/3d4jUAwu0WJgVK+gfwnYLdHrTzkFUtvragdJZZ10+L2c6dAp0CnQKdAp0CnQKfAD4kCjQ+ay7QuH8o8kONyLiZfeV/uC4CL0HDwvAzcR2ndublCYOcHy7jH8Zdp23WL3+4BSfn2llF+LzzfI8s251tXDR/PlCeeurie5nXt/WG6mX8/fH767rA8zl1bOAen5rct1r3OrSzW33g9lfNeeXymcFo527mheXzfnvdzp0CnQKdAp0CnQKfADRRQMRCZjXsBu+VhUrLVHtt47jQ2HL6Gb9SA5NFre+ZMHnzfd8jhnrffrD7+588R/pZFsvm7umicX7Km/Ntsl7nbsH57wIsm2t1+XMfWk6LWvzu82/Y9gO9G2scAOpbgn80lGoQu4mvZV0JfrYBXCFQGGv8aS0wnT3GtjPBitUcLQCvQCFkWM4KzGbzthfg3K0e1Wb2OBgSN3PMQiy6EpggD2h6xdhzL8CyeaKrGlbC4MkFy4f+eodHX83RNLmIgfgq11rhMVpskwpVN0UpxUqOaewDvmTGpYfKs22M6lwLkByl1TsVXKGjQqm5YYyWqj3lVPMjYEvjGIaYObxGj4DraIrhvbe0TqoCsBiMubg6NZqcS2hYjuNR97uq35M9+yrmW1i1Fq0/paXxChFhciaf7QLtnNYI86Ryq34mwOvuq/WoR4qIYsWe/Z5/NNBvxGVF1slwIEoPr7JdEHVjOlcoMe4R69KfgOKZ57bRsdwVceoADMGOhz4C9ZxP7AatM96hK+w8exFvSwevlESyKXrpodt+D/Y42ucbFL5aNlmOvVngQ9P3psKzfon0JUksgR53Q5rS03YHjVs35sWJbOvvQyeDEN4EzSNR+wJTOccmPd6wvbTeF4Rj5xWnKJ/mOeXG9o//FAnqNq2E/+Aob/fjxzr7R9s6tMcd6Nm0dB9etPGg0tHRqkD1jTa3ywLV1XXiqpLFDAAqkDfio3EKfAJnCJ/XZytvwafcvil4P2uucpZ8YQVPa4p4P/ArFhhYlGvakamX2PrVpvqaj7da+5lrXonRDnaaWAqDhc3gOeZbtrl1PuRaabTSShhvilPt6cEQjL3uFp27MjZhaJdg+Gizjg4P1ss03jT2UUWIqXAv+PX5d9NI6wra9oW51rx8lqrSLe+Tw+cFo/efzw6xj9Cko0Ov/U1D5882j1//nWzefArNe/5+Cyt9fHm+rXzkg5yCuGTgTdp4Ab5+5m0p7MoRydPJLYQ5zvfyp5/KKtwT5v2WaykMIerKJgFSFznhGMq687jK+MU/j45s5vCxfFgRTvmuF2+Zj/nUuvJfXLbdT+LRy6o2LlPC6zep3xzYshtrTuEoTqBZzBFUlT7Sz9E95gl2tVMjXZmGROdrAtfUpL94sjEcGe8rQd3VzTN/Kd/qVR78QMvc0SqL5A/aUN+XzYdaDCkBj9zNlHNOcot4yu3Ptbyo/izKWPeX1PB3Od16Dvszpxutx/uJ8L4UfyxM6tOu88f3jwkPL+Di0O+RPRIHePj4RoT/TbHr9f6YV84nQ+tLrv+FfZ9c/4aT0oiKfM/wMLudX8Fjswcu3fu/avDIlDZdYHy2e8jE8QH314Vn1DMuqZeQMfPc3CKDXK+QN/JaRoVd46MRK2G0B91mvlfsq/iv8pcKGV/isc82l0cf3Gn3lHr5+jyXyHovAmcM+B6E//3IokEbi4rpMNgK+4S8w2ljC4cYyFrY0QHnPHcKQNQKl3ebnEWouNUIfVdiyTp2hi+qAJsKOvTr3Womq/ZpQTdI2n3ZPh33CsjZWwAqDSfgp8BW7mlwqNP8GmmFNiAC99gIW0WXXsbtzrybHh9+DNwIUJhqPDwhwsCLMPru7P4GBLkszvzqZtboo+NwG1a/YgxOhHVbLWoeK/aNC3CKjiTPgd36DBV+aaDK7RB8HcCfpaO3svo5wUVHV3YO0SulVhOCDoJVyZp+NIu18mLPtL+2Tx7FMxyr0iXrPvqF3w9Oe6sGesWgPbRHm1SKBdBCv44NHL0LRbI+lc6zUnxTs/ZaUKoAoXAUKA8PpUr4A9uKBroa37gMcK2DqNvi+iHbFAxQtXARhsr6hXa6wUN+7J0L2Pb4i+VGUTLpZJNo+4wlhj9ZV3MW1SDe2o0zkZwplYYw9YrcIlUvg3eC+drYugeOCALhFwJ09ihHKL5Me5TfX8zLS+ev0E91KY2G7Q7gcN8lGj8Yb0A4yq/s8C3MgQ4B1OMo2UQ4C11h/nM+ON9Jmps/FqL60nj3picAxiD6uygQI+vZCMA+/beJnvSLYfi3JBWjnXtmvpcezeIHjDmbpmGbn0vbnnQKdAp0CnQKdAp0CnQJfJAWcF+i6Dh7SOa3bM7EpSAkPuco8N+cjRvJMYY/n/WeiHT6eeOCRt4xnpub2ufjAOUHDaX5y8epM+ViBu5js7i9TRhhYz6f458ka+XTOZ1JRd5QjvP55usjPtuM0dEAQx+O+Aayn8p4twX2z/FygtTZ9fP5c8Ot4dAp0CnQKdAp0CnyhFNAIr5YRNbT5N9vg4Xk02+Bh8RqPMa4z44J5zfoyXhIfvq6XBUrXdxXoqvT2EeMX5HF46R0RDaVdU9YqWQ+yOw0NB40hfYVMrPELifn+nwjCs/bPOiyywW4B/H6aPhTCUoL/akY0OC3p1HTQ2m+HddVqq8tf9g+N8NR3NkcaJHHtJPu91pWahT8miP+yDHVthxALJ3Wef0YcBD+jxnHtWckEBiEgWPIObQ6Em3sFTVgI8iKTEyco7xUCLHFbUiB4k6N7+27B0706y6e8wjMHGimGy1QwS1DDhLs9nXyHQFvrQIV3JRR7FHVrAimGus3WtfNqr9BHmjqRd8Jl3iUpEVPxCfVjqYqL6x3WypQvGDpxvJGg5+gXmgBVjdtoOfPgacBqD6tC61W8FOYXfSq22NUCg/emdSFCgRG0DE1Her6XnJkgC9/c+UP7ZoXAZ73WPYRnWidxzLtwGqtbtAjTxBj8XSKxlQ7uLYA781WEjcflSrIrf1rhxnP6ADpCm1+hPcSHyz5Cfi9DS9feeO9hG+FQa552st/h4heravevHaiYlEUt7Jbs6Hxcv9VvC7LjRu07Td8FPwXL7rfr89bWjsDNt1M7syxjeXLJmACOK9pl9Z+mGDInXV41/OpMzpYpf9Rt+ulPaHe/AR+VHaxzyqqQPz7KvebZEuB4LXp5bkESbAvU9Li4otLKDmvqdawRxrjGO9OHgt9YZq/FcbP+bfVZtdJausA356LgRJuTWM6xzNqS1MhKKlw4xyJ9+y8glVW6uabOAJ/iJxdrlLQZJ7ROrgKv11jZDv9FRO8teyrHmBxzSLLcHj5/ES9xUgNcMWpSBzv69fMOK2XcTsfC3zwi9AfW1D4qr8qnymfrct9z97if+mJFI51jnpU3Hkf4tminzqGDNMrqGO3Ob6NCehVDQoPjMp6C8mU9q3r/snDu2N6PAr3+70fLLxFSr/8vsdbuh3Ov//vR8nOEdHX9LvjOWPrChw3Mu8tiEu4nglP5n+IDmyVl3b8seVk+vnx++YmwCfBuxZ86P5H3LOFvKcAaRy5XXnYZxrRHT1uMWmSDA3buqaXvWD5heTh3r+uW4rrzjEOjjekK5nl48qhw1ZmTUcYoHZuOMsHorim8XgBn3nqEJNjEqrO/Q4s01R9wiVcWL753Husxemci3iHlBDoCnsFOz6TMxXDEp1fc5XyB9BMvPl4Hgza/qRQBc6J8pzBb4jO176n8tFVoYj1LA2fnp8u3hHLn67TZEWYj30k63TnfE+Am+px41x91CvT28eNuA73+e/1/yRSw/co/5ZCt4r68SSoElp9ia84Y5OnBhjVveB15qx3ry/tBOQ1x5B3yzfZj7fEa1/E6xfLZ55sPOuY48iHymK5H65ESQfQEBgVLFzK1FnbtG8NIPSRqcBje6cUi55Tw1Ytl/y7ZH5iJF7IhPYzKHfXwQ6EADcWGlAmFjYcGvl//lSatv28sRdPiZM4NmKFjjr7aYxW4R9s3C+8+b++9flxwglgTOoWQWNiijeBEL/3vIFsmoghvBoSH63Rkyjcx2I/CVcFWDSCFI/TDxe8KV8ROTItWresUDjUIKQBm32KEJ3E5e1COR9wUDu77vF39GRr+hbz/Uzieym6iG2MAtNSt8CqCMYWKdw4OqtOk7CN1/JfVf777EwOb+ykb5uGv7o9/bR+6TPjl6idPuk0oV7l3aZ/SYaIFuSAQfX5GmMfgu3HT9mjIHONz/j5CQfrRgBLDWuvaqWz3aJ8KQL+lzWuVqQW1dDtse+cxW+TPhHiDIsjT5g9g95O5jDUonAdx9Kba+fjBzcIFdasVsEJl++97xw/Goaen37MIggWwX8+XA8IRRnW7xCtJ/MChgGG/3bGPt8LkCo124+1NJ+mpC+Ofrj58wKW5bTKZ8Xxq7xcATv3B+CgMuH+3Chh4aLhLCHzLt4GG7vXOODRpk12TA+wR494OwWcsgN1D/kr6XwO9xckQmn5Cv8bKNu640x/Pjwn1XQPCznr8F3uz+71AoJwyN8jvPE9jgnB+gkaejBp9pTWZG/vKO7HpyTsFOgU6BToFOgU6BToFHkQBeVoPuTIYHdcBRuGoQsNifmSAzvNmvLxTMB9x8GxwDqgiowJg50HFOebVDT+1KOjCoMqptdZRwu1l+W4A+MaozJrgrVV81PXzuL6QOdQbAZ5MtqDhRMeTEfvDToFOgU6BToFOgU6BToEvmgJZ/w1/aDHgE+M1BiMdZCIr1s7rXuU3OEyEwk8bPLXiGhpz2weXe+SbRQledsfWgXvWVfM0/JmyF3lePe78Gg+YWAHrcWf0elPIyZ/fJ9Q6KrynfDXGLd0C+D50/UygaCHFJIeFaqdOscaL9ieCChbadVmqNmgssIjpxGinxgHCCK1AfZOG+Qnmek0zQUtkRA7I3MANoY+uS9FPABGRUIMiOhsIXZwA/mv17P66anZwl/cPWZSXNkUNu16sUO2gaG5scPO83iPki2oHOEWzlkhbaQ5WjjDQVKvVbLadPX0KW948IBSd4sgX185aipaVrZNbkNEKWJy8HLVQS+sFKzwsD/dbLULLCrz2HQLeGO99yE6ZQgdwQLtFLfLNE/RjAI5PfPIRp0PqjOny1PaswI30CPHiKjwD42GKN+Np2wGv9YY+QD1qQT0Mv6L47hlQ9LJ1NgyjWT1mFg11Ph5ZXADL/ZY2HKtLLVeFx710lP5HJbweX9LbDqUTOLnXrvvZSpNYsopbFhCCbOq41XW7SfKxBArLbNVRFLDPswhR2lLXY9T6baWw/oQH3I37ZLNvbKz47bfEAG/HodSxtFgcuTTK9FewfC7Q/eobLnCXYa8C2Lmjyg8c4nidc+AKhoUjcUMwnz2U+bCKVgn/7R+58wlBypg5wfY24iq8CrRiojimOiI9xY0HyjUorti+dQVuvQRGCjEmOzgVLONRWqxtsbynv3roYSCWrcQ/1EhrAEIYburcLJerbUIfaDYd4N/22d1+xHV9xiKxJj/eSfM5NHicM65aBmjjHsXgNWzwHuF+7ZY69QB+JC+rAp6HVOYt3osDPDPOjOdGW8tdod5mL/LUNf2GMXat8oVAxxBjXNKYyhKYKkwM4/Ag3RBwT2FKZ3pTmM7r80e59K/3lQvXloO/Z/fMhnYqUAmjrFKgz9n6JVoPnQKdAp0CnQKdAp0CnQLfMwVm/vUUIvA64WXkB+W0XXh6gnfU5TPKzHA/5b1pyS82OMVftbv3nou3ku/iCE6KSfG8kvkePOuOQ75MPlfMxuw9Gdp8vc0Hst+tph7wssUjy9d6wMkyKZILbiVoMHh5czikTLAHhhArL9AufjXPvHE+6VqGQZ6SNM7DwnsXVilbRaBclLcY7jrzvOVS53kes3OyJ68eQXet9QQ86V0NqpTH6c/dF/8+onH+tESW8syW35SVXKverC/hzXX4AqCFGcOyfO3ZqXPowvxunX1+KeOCTm1+UuUHE2hTVtEVr11XKzgF/fSz1r5Ov60yp6opq+Wv+cd7WtjpnNrT1j7OnWcl/CVVr78u/Ftu/dwp0CnQKdAp0CnweVEg3z95HPgRWZKs5XERD5XKbNa/yPffL9/AGmPW/dhGzj134zHXdFk/pni5GAAAQABJREFUbN/G95WvoNSKcH7Dm8j3wa9hJLhhrdytWItPlFeTr1Umo7Ijsg7kXPyAp3ybx/uDdCEj8vFPfuxekN+PW4dwJwrIoLpAXpq8VDMNfLdC62DACi6TqcpIYcMeF5qbjW4+EXjhQrg1xjuhchFMMdLgAK7r9bdYdGEFvMPFcwS9y6Q2fjoI+25ucNE7oCURF1VhsO/TMZa5tevQEelD5KcK97CK06f8OtokWqHJ4Lf82xnaR5CIdeAOd71qmNjhHxwywEDHPfRzL9sInpNnw+sQgZqO8A4r4M2HP/ASa8uU5YETFXOAdmv2Atblq0P0tWHArfVXWoXG4vJ0ma6F9TKek26P/7DX7n9TZ7ikjSVri/lKfg7QNIWBPqSL5tUeoVQsiFv5Xknfsjl5rrQK7j5i8fisFTp9JbQL+FF76GTao4eJ7weHY4dlYyz+b8etxhfHmPFghUOL0bjKRavoZf89wuPCrZ8kXbGpmLCmTeqOu9rlhUTjqxpPDuNlUSluNBTgqeRin31jyIfYtAVDt/Uf1r+DjloB28clMMckhOT2QvATPKgRxti80ioees5lfQeeI34u+LiPssog2ac6+JHFVI5zyImH3w9pxnjC9yO4iV9wPJfulue0GehkPW/QxHPvdETqle85+qW9lcKD9Tjg6UBvB6nTKFnckv8rccUhXORX5DRaAUuTHjoFOgU6BToFOgU6BToFfggUcK0AXrG220FBF8FvCVO/r8Ixr4jSbXkTqnl4441vmK/I54bXVQFUL2LuZezc4vHz8aKcPLx85Hh4DZ/qdk01d2pny3bPMJd7nk/cE36H1SnQKdAp0CnQKdAp0CnwGVFgWjuUB2I9UZaL9cut28xF9jB6WsTQREOvDV5l9eKYbUHa+ujDiqMwFxlb8PkrqLmWrxxp5mmzZrtGjrABL7fKzJrofRHau0ViDuVFcMRfffXV/7lvFh3a50CBLFe7aA4y2qdpAaz16krrVSd8mfghhIg2bGkcKDAhQi1+e/nokAkaONJxzXq91S0xVme632SyVhardhCEGVsFBDZe9wDWpB9h0w6LsaTk0UOCwmkAg8JarV2Fu7h/3SA4XdFRy7KxJpRaQYofMaAtk2hcle72dHIEi2pRPlx84F6dVnOslBFCQkPzLBpyQZBWhYfiJ67AeSPa7me6/yeYW0YnrIl+l5/QL5AESq5YeTv4ul9sYePA+DIrNYbzWLpysUbI+AyeCuL3Wu36/FTCl6DOPyF99sK2h5gfgv7VhgFYbSEWDKTXErV0mRFao2PZ1FIuJvc+21PfW+pdAVX1s/PZv/qGMqrEXi5yPf8iFt66ma49qxTyASV0KIyOYdIa68+KiPaPeNIit1qGNkWGZSmPIVy6t9xo0wN3YHyJReaO/bx5Vm7azZtsT4B4+azwk8a2wwF6al27X1PftMkS3vLyinoXtofEU8y6pz/GHbLj32ihzGOuKfdUqaYY6bBoV2pmJfDMqGWBwIISTcUP+DN1veOjPkw4CsNjTJfEy596XtkSj/FkiMt4x2YVXUZL4kTzZ8RpCYLromzlYqw67FEq8ri4JB0/0KYVLn/Dde33ADV4P7UK4rcxgccEtdCK2jBLjMV7rKfdIqCYk4rjd8J2HxTr0W2/JDRttPBxax4X3Yw/tsey/hCceEpzSmodcJva5Dq0ox7tD25lIG6JDuapU5MfhXNdZFkGr9t98tqQl1b92ScdYXM6WxA5gt5vOwU6BToFOgU6BToFOgU+HwpM/OtJlOSr4OPwPuO6wBpvKuH/GhN0Ms1jHppl5mBRvsUbmR528JCjoqAM3zFK0/14UTyifKAPmJOzrqFQu3hqeFotQF1TANIhx/u+8kx4HIDxqfyrv04U5BnlTZ3TeF+Wv2VxYqwxTPMO4xTky/VnLCcyBqy25clJJs+cC09Bo2BVvHO/wimcz8U4+XzC2bctveYFNc+sslv+9m6E4jzOMh4/H1+/erLdjmVvdZ9y87TOBb9azvny2xruF0ZY1vUnCmfbR6Pvu/G4J33ejUwH0CnQKdAp0CnQKXCRAvniq+zHd9Av2LD5Cm5BoyL4XOVGfh81PGTdcRUPiXr7M/h7nl9IlBt+VKaUr+Vn5GU1fiEv1lQ3yEE0yJIFqjVN+V3xQE3wWUMvthzNeu4d8QFqK6FnuaQefrAUoIqdRO3/gYUtVsD7f1PSYk7jWpOWtx1YSB/+yPPf4MWYCcrCSvjTkEUcwQmXtNsd+9gqmEpvWOZuM3WC80sOrCwRvn7KYCd0Q24tbHfPfyVrhCrxjTV3n8y5EDjt7M0Kw55+Q0cD11hXEx3L5kdOC2oi893q+WNZFJbrrPNUijtjJsg7BsXNV+6vjFAxxXkMlg7D+sB/dr9Y2mHtF3sev/kNbZKJ+xZBz0qBD26uHdB3SKGyOPAmqlrG8aCtDWgLxSUE1tO75z8BXytqQqxkvXglWOcqB2xQDvhQ7VMcR4K+kviV1/YF/ofB/Wz/mr1PU7c8z0JGEH0FRnvtxJRFHt0hr1EUwFEwb24B0AAdnq3Xjx8R1m5nK9vXoFqs5XEAkXYpHYeNH2wDwsg3TKp1r6bQbofCyHfP9gsF3ufC9e1enLZ8uHd76PgBwS3KF8FTHG0LV3xWS9nGhSDdr4+WrLbJlFNc2nEJ3xbHcVt6ckYyXdfgxJ7Pm6++5vxz+ov9SFrw/Ij2833VmkLkfRbg8Hjw8dvVoGKEcuWqjHMI3fTcPA0yZU8D+1Iz/pSHCst0JtQAxUutzt2X3f3tdfN9Jv47Hjs++s3ZPP0c3Nr3ptH7HYB70k6BToFOgU6BToFOgU6B74ECNfeXi0Igynwq82mEwOWFZZ7TflLU5HsHLTTgPeHpnC2HBzvD2zWe9RhHBWK6f257/TKJSDl5SNR2HKe6933jYTlnTjCWaxT+hpEOn0++ed/iv46HCpJ7Jg+WMW6uk2Rkpp3LTTzy67DuG+P6MhTKI23egIQ5tTb8huR3SBIMxOLouAPoDqJToFOgU6BToFOgU+BdFHCN1bVy1/O3Wf/VeND1UQ8UyAa2kXsajdGybvuu7C4mVgg8KDPK1oH/xJjNtctZHideJc/Q0BGjG7zz6iK61iEvgn7Xy24B/C7yfc6JnTkpuNSqk4mPwixcEuu6dNBqyokEhyxs3D9hibVHUKKlGE8+TcHGTqcoS/GEk6Fhh1vQAbegLL6ryVu+2sGHuJncISjeI9CetDYs5qPCiF8E1Ews1czQmtCBw31sM9mih0otyyAqa0YdrRcxZ3buiUD733RiBZ5KUIylFvI9dZCr8OrDSqNyqa27bITlCCXFrvAD3fHKCWQsI8FqzaC0cZDUvTB7AYu3eN4rNA3VOlfJdU07bLTGtH4rL0nd8CzcmnAS/Hm3jyIDbrgR0moVWssULhZYrpT+BpTnnBTcuzBQ9KP9RUCKQBxlAxdIKmYh11KJcpKBWMqVe3Ehfuj3L+hJnUcyJYZvDIFP2ggxgUNbG9hD+SmaQwjCg4Q92JCbuvSOhYDU/fi4hKHoZVv3JFSApkJDWSq/EUf6gvn6kXX/MN1fu4+y1udIDQuH4FEtr6GYMWfCdLwYyxKsdyWQ3+MufIf7Dl39iuE6Anki2iCuDXIBGQdpc7gR1+LWj23hMsIJPOH6vJ55CkrVQJKb99JPDfNS9OCjrVU6fWdD/FEHn4SUwvFikTYAjn9oK+V6D0Ey7qRjdS4aljaZm8CW7o1H4RY8vW+PPbd3eU48aGXsQcEvFqyr/V94kyfgzhUFtP1YFg//GsBcG3Vr+3evXfae1uMBd+XhoOKbwmingoxLwT99Nq1Z2i4t4W77/0ID9nf3YZ4YofDzHFoSsdL5teCP+43CY8cTXriXR85iCdwqx9j2hDEeBUSoI7y6fPHr/iHuP762r2ihzBiU8Fq9voDUH3QKdAp0CnQKdAp0CnQKfDoKLHlQF5jKI5TMEjy2fDqWCPE6w1ys8WwzpyTHdI7De18ZmoXofidPJY8FP+ccT9Gv6wDcFw+emVmuG992av7QLJfjzs85h2seJgivZjm8N5j6fkHIh0H4Hq5pMCd0z1/WA8pDVFnFvkxD9HHeUbDmGIf1B9S8oiwyv/K5mWvIpzMXo6yD5eUYTxeqb6RPiNry8+xxRZ2PcyXLZ3ynWbVWY1l9BJwg22Bynsp4qgZJcyJY/hyUL3Wb8lq/Nfe0/IWziq2LvEZYPrkUak50Pkasd6bXrv9caD/S5BraTfDefzG1j7SHufytL7dqOD6/RpcZsyvawhy5X3UKdAp0CnQKdAp8vxTI91CuD/6AdcE9/K4ykXW8t8Kb8QGMAZTro6zvrfHiuEEWku9i+Ij7oN/4l4IGLwM6JXdzJfWnrOVr5IRcLnwOXm15qgfZFZ4HXaNXYMwqc5Jf/82+Hne5px5+kBQYmwsdIZ1AS6nV35kg/Iv70RIOhryaFg2QTan3WAVudZs0holfbw8eeHbBfoMl3G71F6wc/5ucamKYLLVKVkgJQpsPWGSt8JG+s+M8okucKqTdpISBKyz23At4jw/37LWbwWXENRMA08s0M+AgqBuefsvdT6ArKD+8t0mR79B2Ab+lwEKUjkJpwbgg4BSIekfj5BktcKeoF6Y4R1BuvRU6+CHUU/g4CVRegAGDTDDrXPjgwsE2yiBeAixwZ/CuifALADc+qHZUv7rK1aWv+9ku2uBZiGInHR3YqWAEyBvqfKW1eianZxNe/0JBsvNsaLfHgnq/RXCru1z7dCF9Ayxx/Gr14cPvoONPcYHhUsxbA3ilzQuBvquXAes17X+EOfWJwzyKalKujsO3au3rmUBh8q/pO+5dfGtBSTIyAdJpPSCQx+XHsB/HvuN57Rk8D/GqO/uOi1RqaOk5YcBNchRW/HCPeZ5Kd+rZzg/9swyIlsCOc1DkAJfTFJrijfHD0ECiYmyoU8nlAM54/vQBK2DGoBYnbZXXkqAd7V3h6IIOAGCKVuyJPejx4EFhj/X0gNv1vVpv2Z5AjM7XdcNTJZbB/gl+jsNRuhHHmzvE5YK5f7JKF+71rIJHD50CnQKdAp0CnQKdAp0CXxYFnIDqrYY5vl5N9LrCfGWvlex5lusBRZSnNTRe13kWHraYS7fZgEq95aHIeC/DS664yhaBmFqAal9HG9Dnjw4NmzrPexi38sjT+s7zcWhpj58v7hdzilhpa62do+ZJUb5dRD+YGyyf3+N6mp+IdyalI1TvbwlXlPsMuCWL3+YDZ6I+5nGjwfH5Mbl1qJ0CnQKdAp0CnQKdAtdSwG/zGMpw79/xgjtgdTu4jq5yHlcDco9h8zXsGfIklMqWvEVLf7czfFwZZokbcqTdN/Dgf+fQMlkeuIK83VM8iWIF3Iye2ss7n7sF8J0J+nmBc/KD4DKSR7QP0LYdnvCBjhaEk0AFGXFdSxz3sFQTYqcggomY80GPU1OW+5cR3ADq1NRJhdvZKuzDv2o6qZ0yuEQrGEExbqu3uJtVGFt7Xo4YOVF6iNQ6ehnBofZjLR/uA3TcokFdkzuwJ3/1OjIBE1cmfcqE9DO/xnJZwVh8z3seUb7XKRokDjBO5tU4Brcn9hbVqrBlNtelBPXOctEGQFINmC2WjAporXXfVoz7YFh+8IU15ot7340C3WigW/f1JjFCnIaBwigFayVkdb/V/QrXtLYTBaPWOXdvpWdpipurMNRC59IN2Ne6cq72V28Txct8JFp+LWc/JVp/W/fW+/b538TT8lKf/m8PpRkE7BHEekcLY29W3WH7AVPIXO/GGOnTY/tSYYK3La3tNOQi3YCFri7htxHY1r4DAL0N0bGvmWrNYosa75sNbofXWtr6MSWPvOSHfz973kri4+Bz3wZbtaGINNCWt7tv+VBqGapgXjinUh9Da/fVb8vqwTHOOtWNfH3oXTxYUqel8lz41Huvc89PjUX2Y8pLYykrbwSQtMlaxFq2ZCGdD+Jlu8kexSiLrN0LOJrtpLGcKWvDZFHuEzR4OaKMT3Y6fQaz7Z8pg2M77RPcpz9gtRzEtFnku3bmWDe40IQgfoeSSITy1l76omNE0SHpl0CAk3oX4JmQ6I5XfmvcL3tHv94VMxRrBvMhVN0dAk+dkcGWCtywkPmERwbHOVNoGSBVq17t0bY62pJoNzDtbPy8PfPDS9N57J4Zw7NXCIted9QQPJNzf9wp0CnQKdAp0CnQKdAp8GYKRCA6pg7/o+Wvwt+cmR28ysvIVd05ZH0BzkzrWAW/sSL1Wl7N+dPMlTVl0jwZHy8x8jocbEwr5PsUbjvrUVlvhjNfL1O/v1zOeiowt+Ja99WuYex2zq+qPCOGB5nJwleZGj5LXIk6zWvl3g2ujkCZzA8oZxYGa+7rW2kWTz6AKZ7Zp4SJ6a3b+fcov/mFiQ7uphvnlikvPDvzCucBhcGZ+FPC8WKatyzjX8LDcrV6dK5rXI7MWSpdswT27lRRK9YxIvN9a1/zk3NXrZ55P5XjXNxP93zuv4clLeXzUOUkMoexT0YZHy7r6lK8/q5ToFOgU6BToFPgc6GA/JIcg54B+X4jB1tj9LRmi84VewG31XGNR3asP7o1peuRGphd/328XNb2ffbsanQCeWxYVNRb6xPGL/HIGzmNPAZx5M3D9/xn9RwDHI29XGvl3Z15jxGjy4Xob78wCthQpkMGWiZOU/J/sQfrX7jDhTIun+dG7hXm6Lj6HNg3UnP5CgXnzm1uhP3yFFdJWOntVv+N0BSXxE42gqQdw0ORg032V+CK1gYT2TYFGSVbVW5iPCzEGhk3xIN72WJNqDDkRWY1EV27vy6CunLZ26wYLcejAsOEk2ncJG+33zDBdlAjr9YWltlmMClcdEP79ETdI5SdNWofMzSI3y6+7/F/D/3mCfQSufE6wkzoy4AZRQUEPU+4B9fla9W37XRuxScg3PbIhs5ezx+fv1l99x39RPrdGhy8dYWMkHY97ld8K4jz8bX4pQ9/xApYd91ZODkf+9yb6kMoCLjPLntUt+/S7bRsbdm2Qk/UNfcaN/L04eqvDQPjtbjt2Zkz7TKKKSzk7Ha/Wn3Y/JEaRjAaJG+AswDvxzPCbiz3VRqp/vCy1y6STJcqLhwcuAnZe6Rj8UnHhYeKDNlzbMKRLMZ0E6ATFzIEKmDscSNtm1uHbici3vyo0Ulmxj7C/tkIcGP5cRMsXfKVC3v7aVy83ZT+lcj071q8e1p9ePpDcFzJCJ1ayXkBylaMNwGs4Vcr25vBdsiRhao8eOePlt7CU2Hqp1BA+D10CnQKdAp0CnQKdAp0CnxBFMjC0uzyOYtMzgMfGoS/zEPBqHNA5s7h0+RVtSRFcOo879VA/HFeaFQFgCrx1tm1jk8ZFGKXIDvuniP8lae1bGN5Fri+HTPp5zyXc9ZmFvSc5vaLZ2/P6HzKqa5qbqEFTeZ0dynfuWzvOLc/l0V/3inQKdAp0CnQKdAp8AOkADyEPMqgh5m/46USIxN5KbYZLL5Uz6K/RZ6kp9bH77lbBHZNWdmH676sSbPuO3E6WZZWAPxTjKnYihJZxyM9D3YL4B9gk6fV0KjGYyyfll+rgUlJTJp0/4RLSyYPCv/sCGoXDBGswdgjXIrbVKZpzDiuW4+/Cx1t/bpWJSA4XWMVF2s9fjOHZI6jhZpik42aGlgG7t0TmOjRfvUqExUB3DdMmhyA3W/UVtZtthaFuC+NZqp0ZALqeDP+lYstJ7wIjBHyKOzJ3kb3RS3QnMxHQ1j64VJA8ciAW9U1br1rjycFqU4SpdGIQCT7EcGEntksHWtlECZKTSiv15B9pVBOVMnPrJ0076HbWiEpeym3vKoeC041Xynp09Ke0Tf+WrfPuqTFAlxY0rQVp1Le9tvqNamCn6I9oKIlpAvv2jN2zGE8KZ9qeYqZIf0rFxv2g3WAR3CmdS1C0QgDjeP7G0PDz7NWmUJZ47rNelVpI1aZtr8i2Ax9vLc0/rnHlsJ9LuuHQphsu0WRIXuvotXts7GeZkCXroJQRTA/wn6nSznbnfuMa93qw7mWKlai5sfhKEkTT/QqRtW7bQYhpJbp4kifV7WiWW1L14sBwMTmz0wQYUKACObpF7sNT8FLCMv884CHPvcI0S3mWFRP7d1A+kqL0goKK/vRI4Et0mUg0VtQSGiHIRYCwmPM3ciIKOhWUFv9L2nNIJlwl8WWYDXBURhNdKJUHde5ksSWIvXMFXtSN9fhoTmwpIt90fRTPXjDUb94A2CBbTP8jtPvuC4X8bHadXgIXu1cKQKM1MI+e4zlcB/l6kuMXtTNbofShXtnQ70QznheHpRN3CqvpGdBbJP9k2vP7h3jQ+KHeC0uWC0qwst2cHk2NIsDW8ka5al99qPWhfgC2NnU/UWnQKdAp0CnQKdAp0CnwPdBAbhQ+DT5mHL7rBIynr9wsbXWzZb828iDnsdOXuutgflwBJY1T1O5VqVV50rZsgPvSDLJcujytsWTiaszsOIfp5wXLJfzxVhvNGvYrGEAinLqAStzpYJKvBaKZ2x3bz1nziFfOgqtJ7TCC7suoGAU3EfBtFuppHzHGVZheTpdzDGsNN8AQ2uUmoNo1ewaQ6Vov6nGgKBOPZsbRa25HNfS5ORBHOI3Xrrg0V6m9mAZG82oD55nH2Nhp3wFt83B5LljeUzm8uXlKS2IiEwdopcQhLkSgUwk6tr76bAeq/zVfsf2mhjGqzDNBedHE4TFoxb95Xkq7/GrKn/RQzoQrHfL8gmD6zq293PHTK9DpOa51xxjSd3D2JfuPm15L2HS33UKdAp0CnQKdApcRQE+eH435WPCUfH93sXj6NfwiaxT814uc4hipJ5FXa//D0d9bc3D67uFLHbKRwnYAxkW/I8C6DXeKcNxiPO0WAm+yLi0THZNNLKjwLjfNzl0uVsBO6DPjwKZrBRaMoVaS6kFsY27TScrBDsGDV2h3LCmMWJpaRdQwPGpQ+uwz1h26To5LpVg0mspf8SXDjuwx+oHrID3WNlOe+AsyvoovINHrAA/ki+dM9Zn0nXEbcrYSSr0y76WCOsUru/Yc4mnDwkpO/WIFvIe90x7cPu4+2/u3fe5LORezl0ccsSI4QWh4tPT70vYg+VqJC/B/05tQPzaZI+B7+PHf66etwil2AM1AtJCJfic/WFwHBC8a/0dq9AG72yCG1/UF4H+wF6xA4JwLVqh4FVh2Ve0qN78ElpS72gaRfB6FZDXI0XQjJXtij2odTn8tuZkmWybKoIgrEUZpOrm9fzPx3CSSi9AgPfxuz8DT+vpMZ/zic6+aTTb46pDC0yF3sFZvAlt4SE3l37GRl9j379jPT3vL/562461b7P6becITcd+HOsDLGx3CuRdoBmfX9HNFbaXQotjhwJurOJdJLtjqCaNhe0HmQzHodfLPGcv1bYoCaho41hHfd5jjA1S4YCA79le5sLkz7nSPct1OLoola0LdCPo+HsP3ObCT1eOj5snFFV0HTMuaE4v+0WnQKdAp0CnQKdAp0CnwGdFAXlyBUha/er22e2f3ApFnkve3OORQSZ4zCO8GffM/cJTvxC8yfNdwfdlOyAtJDiYZ1m2gWs3X7JsnzooINSiOUcr6zXleAXRtvBY5yO6hJafov5eQfKOry3n8XFH8B1Up0CnQKdAp0CnQKfAj4YC8p/LhVjWCJEp6R1177ZzI7/mNpQa3zw9aXBYSnYPIdG0PolsiK0cy5Pkd8hBWF91603ZcgM8smFAHvfVBzwjKjuSp3wpwEm89/wccZbvAdXTfrYUGBteKhut2z1+xddYpKJ+kDZlu8pEgwnUeoWL3WgjqC287DyfonStOZrvPxBU/w8aEFrXoVX6TKewX6QsdqCf0WlLYFmCF1+iUTxNwri8cyhBpVoZWvj9hzNCOISYA3srOxHchbaIiBUU0ZnLPZS7AuMSGEFbTXBbGe+MHOCyZye5DWp4Ryjivp8I4wYFSwhaM8C8zF+X37utwpc/MI3+A7WOf3yjKey4+6CDOAWYAzjtcH+we0Y47X5CUPSkUG8UWGV/XcwUd2mjui6Wng7W91zEaLRRkP5P6g+NIFylz9aRZEdo9+dI40dEAfWeY4cwfVBIiPnu8QQ3fa5AXvkLDDrBXhff4KYAeIlL4dMWBg7PJVBtz4pq9bH7JXD4wKA5nzB9pOr22l/xsP+tB10s/wu8CjeHkCbMvRZWG3WwFaAOXOjRhTEC4IXwrdHyWpiOZQP00pI4wtYXC1DXQ7KsVV4VLWwzWrL/JtfR2LeftY/5JbC0bbW6FH+u0fR6/vhX7ps7YxMu2vYb6yUW3eSgooyMRPYE59e24iH2rdUfogpetNvBvcxQFnIsHrDGlu777Pc8Yideb8TNnCWT9a0AeFhBQ4TAcbscZOrNIV5F+1hWkHidMRcvECocjIzTAd2OE9903+jvOKOAf2TEboLRI3cKdAp0CnQKdAp0CnQKfDoKOA90jrQO76zwV166+PzG/z0WG+d0KucxV84ZpWn5SecwEZzK370MJ/lR54GZC8IzpgzwZM4HmLfIc0884xTvJdz7PSkrjrD48pwT/zuXZ54j3J5r5PPWW8o5UmMx92l0OMe5n87xJFUXURuvu3h04bK1n3Y+jiq0ayHWPLjVq3jWteU/fcxz6eN8H3Y/1fGDcmjt9vj8oOw62E6BToFOgU6BToEfNAX4bmuvUyIG+M6BtfP1/wOHwRp15EWuP2J8Es+Lv2RtHdlHMWCsLb7GM72dckKOpa+yo3i4xMslHFMZXbJeC3NZgulfrzYf8FiJZMY9g2de8+15L1M+roTLXPr150EBGpCuetwPeI/AYY2rZwUQmVDQ2BXU7HUZHGGl/tCd4lzLxt+riDZJ9678NvsAKxCxYzgp0LWQOG7Ba4vWxmqNpTKWbatB6zGFv4Z5Elb39/xV4FNZDNlDGcGqlnsIljLKZN8f8BgnC7WXKUIU6PmEC1X349wxYZwpOl/dD0uFSU6ggI1F4YDAa4jwF9yhUeF0mFsGG3B73v8C/H7LnNo9Lx81NCjERAA1fIdVHYoIus3dsUhAO7xUc1Jqi3tXJ/prrGvds7iEWbbRe4Zqf+6xu9eFM+6mbX/SaJd6Paqz0Fla+1z8jKdIDxfrKFPsN7hpRmBGy30/kiChm60sqKA15D7eVUtvqyvppytpP360mrFtvBXPUZDJYs861tP2DZUyRto0Ol1DBeIWvSmii1a4Cp/3sL3USs4BV9BKFYGPrnxXWMWv3T85oN5Guyknxk33a/jgR3pkHsQ9Aury2T1FPX1h+xURxjsVXhCez+3tdIpbntrfYSvIAgsQBJgqd5Tr5aLxZViWjXhYm+viekc/lWm53FMvQzx+a8k9ZHBW0cDDpX4i1e+lRS5rznFOJaHVoOuW1nbfWafJf/6RfnH5j9cJz/Vd5H2sUe6b15xrv+oU6BToFOgU6BToFOgUuJ4CckF7hGelVNcsZOUB5TUfHeSHGk8ED+e8nPlnDjDKfCDnEQ95tolvO4VbSgPPVfOqPduQeKyYF7g9SVu7mM4jiJbTKYjvetZwda6/LE/u3wL5CNOsw7DY59xhWb5XQQvnXmEBa6qfxTOysSkdH+/JvSn0Tgqmqe/3QLyUttF8Wabls8XzqfyX4P3A3rUyt7b+AyteL06nQKdAp0CnwI+HAmVcpuGL64QYnrEGrBzMUDIlZEgb3DC7pafC1rx59I/+buEj9+DC/sQr1s5ry4niRdxC0a0o9czqVpmIdeC5FrzJHdDrewDfgYhfDgjEPBHqql2qWyjOui7dsd8pk429wkkmIANatXsW1fd2krgkhRsn9qcI4udye9xUYd21QaiyjnbGKLgQD4UQSHTcEVSrw93+r3RshJ3uESuSKeN9sa0JigIRnGoBXwGS1mdP7HWqIFrBQAlGGDoQZhovAiduFRANEfz+jYHn3/WcXyKK7F0QrXq16AqczbvAx3pyo3BKV9k8LwKNeVqeCqaIboATWWi51uXruF/TGOX9J9WFCaWEgGgJS+kNtBuyX6z7i9o+ieDMMhNgI8+Hws8qn3H+F3fDbd/VgsvTm0Oj2zKh7c/gdsPDExay4KjlcfLnefnodyDOTlQTDRWsibB0Vklhv9FFrW6uEeohrN1EWJgo/FwXlvj5Aci9QmDduWWPZ+gXF2/kJ33EPZVq37BWGwHNr12Lp+9ZQEE1qiyd0UCiPSdK/Zjg6lB4WV4xMB9dN9MvUM6oXMXPXMF9pJPAfTeFTDyL9tK2NLFqPFhBw30+lFihTglevxCvKBekcQMbqwi1vFZ79rXl41qwWp6vw2sxTJe0obk1jntp9wGOQgjwRpApakt0fPZlgFhWl5Pojxss8bFujxV+aHlEo2MYF1CXcmkBAJfua8byLe7/yyOAAmDehy7HQOt+jZuS0E93KboJX/8BeCg2LApV7gSNn4KcBnTm6dxWSR0cHQGwNoaO2YuD/jKHas+Vj3lRJhfLGPMtx4DlcFxc802TkpCOAF25rsqQULccre9ALitHN3+4q1fhR8WaGgNciHQhsIdOgU6BToFOgU6BToFOge+HAo3TcW4f5U4VEuWH4I+cTxVPJK+6DId3yzd1fYHBfBGZfOTZ4A9Vgd2rJJ31A70oma/zA+f2RBmPFyDGB60sxbGJo/yY1svwrJRn49qFf8Crt8XdmdwFPZ/dIzSvVMXyOjeW3xsVW6Fue1/7s6XoFv/GALbwsTXHxGMYcyZLaJCSc2mWJR0pk4J67UWjGpdTupbGZ+26ENRDmaGVoa4tm6mtL2hrvRHPMtXiY3HUyTYx559l7u3pqXh5F97et1WfPrPeZLUrTBfz/UTYwvt0vDH6ydMSQ9tnlbEWXU8mqAo98+pdj8fy25YzT6NDONc6Pt6VxxWJl3VfihhL2l4BoEfpFOgU6BToFOgU+Awp0L6nDbUB5tOv/mqP3IatTvc7DWP8BmPEpzcXhMK73X94Iq/H7cRzNAj3OxcmyrE0skFRc4MxFoaNyRa2L0qP8Cjx6IrgOnIE8RT/OwW5yx5+NBSAwYTxtE2v0TZYrd1H9J9MyLDsgjcuJt9Fc4RLH36DxSXWi0y00mE+MY0iYMX6cr/7hqmQm2CDNLhnaolkbotmsR1khcZGBE2xcEOLw8nuJwjJms6422LFGqFuEwTYfZ1oeFTIJI79Nzeb/+IBboGhaU2jHodrxi0q9eMz+yhvS7OkxCEKfmqS1/Cz8nfSkwfuBzsMv+GMdbUz9QcFIQ+0we3u/yNThSrQz0Z4JmRyyLuirHRDeIfQx4HzfKozwK54rPB+r1APN9Urzi3nlzgWRq2+U/uhpyVUaPY1Z93HivM7MbX9T1XiB+Fv9F0VCnQbfCvsij88/Yx2aZvUCvid7dFJrd2Ufvv8/Dc+Zv8Et9YvQPFqHEea2h7ozwPj0OZJF8taVbM0MdFAmNeFTHTFjY/7SvfZLk6hgHA9TufzUSC6ZRzS6ns7tcfr6iOyxZSHsRmlm+fvbG9YnV/oC+cxufAGBYbNB/alZlzfKZwfw0jpdnt0Vsjq6O948e+MwyrcXFwwOYJw9a3j9ob9vbGkdkzPst4VNJCJcqHx+Vm348/B9+o8r41Ygynt8Ge0PXFzUfU+bedaFHq8ToFOgU6BToFOgU6BToGJAuG55bvl3RWmqZQ27vkLLxrvWOEvL3N6E7z3XoRnMy94xijHyf97L7/UjoaL58thclutUrpSY7eqgZfN4tiFecBr7y/nunibOQh4tvlpyuT9eKRsr5djAfHwMl5kRlfHcNiDyqnOIeCHJ7fWhynO3L0Rh6m+TD+W6eDZmF2ezVmPsafSX5372F5n184vKzFzIrKytTwmzNi6/DrVZavT5fkxCHzmUJe1+5mj2tHrFOgU6BToFOgUeJUC8skq1m2Ri/yF63/Ab+lFs2RJrt8Ow3/BZ7IeHv7rVYDvitBkcQNCZ7f/22/1OKq3nPn7GzwQVg94kF3h+VTZ0T1DtwC+JzU/e1hqGCIG9GAvnh0WTWssCZ+0noob5bLSIxYdw4V19mnFFW5pKtgoXzLr9y5yLM4yTwTHWCQ6sVUYiVUcndL3TWjjVWmp6oKZjsM+Q+tY2t4f08oXuMm/zgpGpMqQPVTRJmFiqsCqaXT6JlaWTGXUpB20InUPJPeWZSK5jhvr+0xzGl5kOIcIeqWQe1diAbxD8Kx7aCZhbSp+ION1fIy2L+Jp6t0N0wcnSHefioVCwLaNUYsIx63f7O8L/WJxpzasJclPncryEIpTBveS0l3uRgtb610cnVxGMGPC68JJugHNbEs7Fk1zNojfrnCLLWzw3aQuxYk2CgFLiGddS9W6j0a4bsq0sGUP1QFaAjBpqPzrkBPaIq6p/YsAP/0TPXiEUsOgEgRtC4oWjQRfecw5Nfx8J54G3oKTWvkKa3V5XfU9p6p4r/8WnmA3JtU2+okP1hotq4H9q+y74lYlIGeI9iKXqe7Ez36UU9qDH8ZdBMplQW+MNJ1WFOOeCOLVaKhQ1TRaTA/7r8Gt3H1wI0J1vMTqBNRQjudtTKTNQtP1wH7l7guOYoj9faPJ9kTrk2BG3IoWVaafREi713raBbxQ7EIhL7xK2vG9bdVFrN1WHB1//kM7nrF7URfmzHvbRpHEPeTY6zguwxWAWqe2uJaynU+X89xTU6VNpJ7EB6UQrJQHPRDQ68rSFjoe9O2R7qJG3dGEOewHv+HBTwqjsSHy9lzWrzyv8tg0EhSEZ/GPb6IKBCpNBXaL8Aq4/rpToFOgU6BToFOgU6BT4G4UKD7FhSI9etV8Ux5I3hG+SRYUPuWYO9N7inzX69zL6zHMoYJx5c1QEoRf38MHR9E5c8oxyovTMWZCEGn5dstT5734RrDtAl4KFUjLEjRM5fFbWFy2R9edXYSDv40FLKXIXFX+L8/xPTbO5Rplj/OZ2ObjF+YuL0u5qq7mciq4zxoBc6cKxElhOAtwCqato823plfThe+Pg3UzwnEulOvx2VjeSvFS5b/mD/V2iclxDsf3ExZTmcE8SFtu31qvdTSPT1W2glT78I1QJhp4347jHI/vW5nFul2TOsq/PrulNMewb7ifyt/wbm28wWhtor1v50+En2hM9F3mKR49dAp0CnQKdAp0CnxZFJjXfuE35KvCmCl34BJ+a4PHRb1VZu1cntl1arelZP1xQK6gAUzj8e5d8vA24BOZnMDXrGEi6xpYw4ySoy5IeaKMxvXlldtSYoiz1zOr9wqzp2/227CbOem3pe+pvjgKWOU2LASmA25VV1rqcUZQNVt2OfHSMvCPOb/bMhAot4ay2FNY+r8suOPiOa5VxfswVCf+LZ1IyzGtQT8Nwyqtoj2qlej+b3RGBw1xO9GlmFwVDX+z2gxoctDRE/WwKHe+MwfppRAf7ZLsZVvC3EtCEV1PDbiLHrAI1RW4oQ2iubnnjwJq93qO0Iz9qIPvpQzG+s+kGEEZrq0V/NRE+lK6N75zz2SEjls1c1RGIPu0rkzmCqbtNAcTyunar0sCtETwrptrtborVLzx5uZT1Z2t3AWWv68+YoFO5wXOSJsbIfrh86PzYWMf0h3G+0JoEKUBrJIV4rn/lyE0O9E36u3Z36lP7dHOUpFBC8xp1cP2fGuQglhPrxHiZaHq1vTH8RvdXbzRcp5xCEzfEizWxnFZpRv3280ixVsgnUmDq/9Yo8dbgi254X4mvotCBvrbHhckO7wxOJ48bIRFIWa9lSFTMH8NDcWPvjDAqNHO1uwXv9otLc55fa9AoYeh3LRMffnYk8K98upwOgU6BToFOgU6BToFOgXOUkAh2mw9mms4SAVqFdr5LIA7vDCPlo9zYucl8vyj5e80F7olK+dPwGTOoCA7W9woDH7jHOKWnOeymAr+MoJSBNluAZKytLndbVCXsZ1Pzwdz7FZOFchTxmXs+17r9hn/aayp1PqA5SrrZs/Op16ZE9yIzlzOVmbXFBT4ju12msvdCPjK6Ms5+cE1rdT/HjoFOgU6BToFOgU6BX4EFBi1A9fDd6zrsyUnxlnrrFHLb+J+ef9zDJd+Bxd0uNXdIymjAHhgDVOL5PWatd8IfsccXYPFgGrN2vcTa/SugRd7fx/mpVsAP7JmP1PYWlXFeotF7UwWY22Gm1oWuLO6j8qBNpqGHW5JI9xkQqdlZhb/HyYBmAlWEwey5pG47tHUcD9brWwVFKoBMWIDXj57RpCIlSWWbdXHW4z7dJQZs7oSPyeHjBjQCPxwUzvoU14XTj5XkwS8i1Ti6xV40rkVKkbIkwnXY/ATS7WXFZY5pXO/0xWWrLr3zhRM9KXhcgLmdQjOSVe57Ls6DJylN+9OHebztkBGCi61oHWA2yjIHbVxMLsLWkr/Itx00uq1+ElJ26aIQmOEZbvsWYyInbqIxaDp3h2EhQCYPWMVmg0MvtX2wNVFAdohMXjXDlHzmie8V3Znu4grNJUDEDjqdr2ULCpeIt/wk7LFJNH0wLb92O7WKGogGN0l/0Yb8xbDlpf3LfgMuuekAJhAP98h6K4FnEpZqZfpWvpz52onApYWWyxg/Wit9mUd3/pDXF9Mfdhc2iFWHlXHhTu/0tG6QMBXbqXbAhPpgl4r40u8WvuuMx9aoorb3gWlAdxweW7rmhbNBBig52Eml/TxIJsfLWXF131i9yg0WNdaWUjJS6HhlzipP4WMuPqAZuKWOnexRjCnjkvATSDM4ErZ9Tig5fxKhRqsbFMHReWTYCQB5YpbfcazLW1eF9JVn/YD3pmFeJ1E7hTCh88muicrF4VYaMve3rg3Z0yPllxbFEtGjmZpsSlbSJb6VAAvzfxGpCaI56jxSj0S63QoPKutADZ/0sI9QrROZmw0YTrRaQj9aadAp0CnQKdAp0CnQKfA3SgAP6S3pJVbCcneoKgrH+mcpKxm4UzkleT7wsb4I7cShi7n4m64fDXMaZbpc828W/7PH7dsUugbz1bh2+S8fG7Mw7wP4cwI7MDXOYK46upuGPQ6QxnDe8lvhuOaE3A15pJzg1u8Wv0WAQ6SnLwp4W4JJpPGuXOUCcvqt+3XRkYUNyVLnq1kL4COZJNbDYmM4OSD2Xe8IXnOwbO4t25wk8GcaOTdTX4qLMt/eC3ve/w3Qhj56Ah/eeSc1GllWTt7lnauWeShD4q0LTnn1ip4cxDcNsq2qLWN9TXhlPUQ2yjRnfPbXrn0PseijVTN1e8B8JZr8D980+72mSt61yhfb2orm1YM2+pYtnr9sN/QgbKFJtJlOurZTMlzKDRKnzsf18AhnGrXh88O7lr7OqDpMq+D2P2mU6BToFOgU6BT4AukQDgO2BlXfPnyeou8pgy0NDrxu8cjT6zxrdkeFb/MPvHx/QMIyGvt8w2OjS9GbRheRh6HVXIQkXvmT4ThbZR1uPaoF1DxfS9mLznq+xezQ/wcKZBFddh8LLu2WIjuEFDpsslgo7JxDbjm/fDkHqZajjnhtBV+ylBM8j7CqW/omEdWonYcA8KvJ/YIHRRwYgX8KUK0SceNaXdY12rFWla24rTsVtyD517BLxalWilvNr+nLAgrUgePpCn0CzEQksZSFPpF6HyeQk7G3Ifo6Ql3rwpkd1jlnZh4n4dw6xuFSP9kD0+FZlda70FPXWXpuvzpA+0TrZ2i+eXJ0K2YJT6LAFrIuy/r5A52AWipVRztaj8uEfxWJN2ybXSDzN7PWlf76dlhbf+mYDsS9pZK2rr4YtvCVfeaD1Wsbpft7pocCg8F8Arf1+C4xvoSgNckPhmnFhUcPVje2LBHNu6Gay8w8mqCvJMpLz90Iq2Ab60wOfs4tLq+tczkg2uP/aCrZmnnB/6dAXJJyTWW8189/YGr1h5vg2tJXHjZ46Z5hQBZYW0W2G4Dcya2DAYt8AmLdF1z06/N7fXQ6Cuzolt4GCOUbMQTgHcNjj1rxx4s+9ex7LddngpSux3gZzqsTnZxjzJanJ9K9s5nO8ZuPQ4UbtBPhHvoFOgU6BToFOgU6BToFPhEFIggCeVULSnjtSkCN/kRj8YbtfODkMr8mzw8xz0yc6W4fW6Mobxj4x+vwMH5QeYIKBoq/G1urG+BcUU2l6OMwsFYxsKLRxDs2XlqK9dlCKfftrJVnc0WsK6rEN4xNyoA1/1WOZo1M9m+q0yv5zkLPJvwM+rnVd5PUOZWb8vz61j3GJ0CnQKdAp0CnQKdAj88CiBQhZXLmuEWuU2Evcpm4F+zpPfTWAG7dSYb+T22+JPilTzmt+wFrEde1lmRhZSxWPGNrt3WGj1ro3jnvRe/2C2AH1u9ny30TBUVICGY3Kqxy36YAwI1/aG7sK/o0OnOoLbmTr/jbT9YUqaTPLhomRyo/UBm9NY9+9dq3fWEVVwJo+kQ0aAgRuKq7aqFoG6t3dg7yfgV3/dM3C6VU0KYb2m6xnWygl33Yor2Bm+JUpoa4mBcHiDY2brHbtypKvQUziNC6V7HGpnsFVA9BT8HNXEEmxHP5J6JPJq7al8HUwakFYIy9ruUnseTOdMcpA+Qa3+kh0oGntQc16UzgvEIIn3mCxcwijaJNt1JV5+w9GEZaJ/uD5v9a1MGXr07VL50AGDTxhDiugeq7sjSnkIQxblq8IiPD1o7qxZhGWx6sXhFc2cfV+G4qm3uzN7QLsVqzoVrMl9v1I7/GhwQ3toXsjBTBLioI5T8gaYiw5aFD4TJ+/3fSVhCtAi8b8JRzMQQmoDXlup7km7u7+we46EHdSZNqieEdoXp8a9wClpAMkoNqXMslfcoCyj4pi5cv2i5JsHRz2H7dBGClg19PNbr3wFTq3jqN/U3t7cx5yNoi9sDukhl4CGYVrvseYuyStqjmHmcD0v8LF5iM85l33POCh1T7PMgXnmzzN/yU0b7i/s9h4avJB8zl/aOXQN7AA/ux45L7uqDr1LqYgaHyiW2G1gu1d3w5pC90qOBl85GRkf0jGsUvxBaNbtwx9531Ge+YSPeGW8vYnD5ZYFh3KZuUr/kFoUQ3LVoodxDp0CnQKdAp0CnQKdAp8DDKDDOh+W2FB6GZ41SpLyRFsEyjyOfdBKJ4qenVy3uAR87vb3qIsqoLpo1l89ejxaYR7m9Dg98yvqXuQxejWbhr5CWPOzroA5jXJdWMsjhxuLD7X5QwJSvDF/Pb8g0FkqIlyi9zN96ErLBeit3fsy9o8Tq83YkysufN9fPUbnl+4XlhGmC2eI0Ltl78OF9YTyi9xKr6UmDUA/kxefy+ixlDrTD58kniV4pfwE++m1pCteDlw2hqYzO6ShPK//43FPKmJ8DCPe5GfvXPL9r5W+4t/uG8FuzfWf6iU5vzb+n6xToFOgU6BToFPhyKOBXM95q8vnE+Gnzq1prDV8Gf+caZGRJronLBxLuwDO/oNDIhMg5yXfJnml4uUNWo6GT7LSeFssri1IZDV00SNMzr9KH9wW5kB5+tBSw9TvZ+VesgOO2lOZl8Ffthz3Wv5sP7luLsOWhlqDJdv6RYR+DQhVxXO3Y71TLODuFjwhOGmMQuUdwjbBptfkFHUYh3Xu7RsF//VfhEcIHtDa2279y1hpT3M0fa8+Uwz2AuePRDoHiVgtBOnntJfloPEtAkgEjVsoOHmJTBFSwcRgK57iyHn4Pzs0VwVwfy/hv1yBuEyAFcQpFtS7UvQHCxwy0LZfT+fq2XGjhMoH2udaVr4P2PSw6W9bUoW6xtLDdPv+VqW1ZyBf9pkjjxTk8bR+6Bcc1LUoWe9ysT8P2QTmP4Z2/l3I5rDxcdX/33Z8Q6Em7U0G8zuFW8dMSwG2NZehq+Bn9yUZxOc2pnJbPdMftfqzffVSgrBtx6vhNMEc8HHtQUFk//Q4a0ibTv6TCDWHxAd+B0zPaX+vtv1dPfGXbeHIDtEVUBcouwpXruuyzqzB+UCh5S7Bl2MboowgYtaZ4H16Heae5gOOAtwS9OpTL8MM45+/E7btoqK1pc6H8Yow+n+62N1kwU9Hng4Lcp7HF2EJrvJqhtYGLs0TCqnsdhRrcrY+p/C7Evcqc6B1X1q11jKLUE2M3Shy30e8dWfeknQKdAp0CnQKdAp0CP3oKyIcoWNMLUvGccGNZuLqBH45A7D08Prwt+5a5JUaz/s2c4U08IaLXuA62TFr+LqxEP2Vtg3ssmLMnnOsi76HPjLhCwBL+Wj/W1XguLnqO2K5a3byJlgJZ4N1g5RnPJ5gtzvG5kHCu8HJtoCF4zdlyjvU4lZl0lv2N894p11amqSztzVg+FBGKBpatHS1Ond9fvkN4t9+dxut2OFemWNJseX1l8h6tU6BToFOgU6BT4IdAAUWp2WIOL5C7GLlp9KShh2u5lpB1vs1vUEZ03V5+7fFBD6jrtcZsf2ZduhlhVd6x0cKISkH1CuHwvSyTuwXw4+v1M85B7+IuoIMizLqm5ZsIJhX6sajuQcvT+mut9eKuCcBMc7wg/4BikocapWpvNpnU4F7AK9zAOqkIjp7E3e7rBE5h4rc8Q2tDFGV2HxzUHHbvm2g/00k3Dhrst5mcEbhEsxh8IwAGp3Rp9zNdaUUmTR9Hy0w+R/zKghJBnwJo3f466eav3CFIJPCQkBBOSq42/G6xqEa4uMYKWCpLUwdI3Rgr/J01XE1/azA92bnPk5aOCCHd93RQmKu2tBO5CP/PDcAkVgtGnHU1jNCsXCH7wOO9gc8EWWPTCSAtlBE0IzgLdH6qXuscDR3bqbQes/WZPUyirXG1rmBPl+tqmftmwjENdUx0wymW70nL52DzNXRQsYB6te7G0HCpZz6fjyqH+z9xFZxQpqCut+Dpx6jGhhlWg3n+LETjj2UGN/fGDt2s21hsVpurePzOCB6BbXj6WJffRIzlNNaeu2/IBYtvKscP+VkQpDxon9aDYMg0fzvciOsOebTa3+lpgAhFV3qvtD13ZBEjwA7xVhCZvcMUfLPvcwp4HsMlfiq6iB/+ASiV1sS/hwlR2HiYxdvvbJ2MnChJ7MBtv2cvYBUcLoSGX51Nretj8BoQIodW70NuaQGsQNW9lFWRWaN9twO/2n8eBKdsvFi0sbywTLpEp8XqOpBvhHg2LwFT0gvlPPeqld88C57jjco+fydnxkVR6aFToFOgU6BToFOgU6BT4CEUQK2NuaSKhgN8sPyOfLZ84uQRK7zQgj+a7nkmvzoxK/J87+GKnJcxb92rrOs13nnCKsu/iR889HicI4VCbDn34J+ygA/lWjN/rvJ4L3N1mT89B39+fppBy+wLmmR6yU+2v2KOG2vm8MfOgC1Uzeg4TWFxOT07uBjnBvH0BD1Ca+c+lk9AUz0c4eZaxfTuAOKVN9JqhDnCalvyNABNYVsFXbOKdQkvo2SfgpX65KtlbAAjuHc2xXwlde7ZmWPbOkpIDdp4zppMe9YAXXE+QZ9mcV7FpsZoi5kv8qDNxYOBZBmzfG/rX2La2vm01y/t2rm9Av+a2yR3ktgOWn3fD4NyE7nEaLwOja3g8TgRpT/qFOgU6BToFOgU+PFRwHVeDtjn8ICjh89iEmodX8GvbplXOVgPz7oxlHoXj3aa0sVHjLKMwEf4zJaMCOSSwN/i9eEdnlgbZdvWeGbN+vJpmNc8lSvp4cdKgUxUZFht0/+hUeHuFyGapvEtKLTUWmzY/JEJKJoH3JdVa4vx4HMYWbuljD3aEc9/h5X+lgPGNvibf1nYar24RjDhXsAlCHswbgvw4jeovaGVMkI07cVCukUcLxWs7xRkIWxfrxDuLC1Cj+Le81ZBz9o9T1cIprS2ZZKb6cjYBmqCUsOBz6uevwK9PxJP1+CWxonLHDKZnW/feAVcJsd79zuNUOWf5KRQXNdi1vmFIUpa+p49gHfg+MykszTiX+L6RuRIJjU4UCoYIrBXkHsijO10erNom6bf0zZXCs1woasVcCwTtVY+TjcBuOKi9Q3QG9jDe1gruG1KGmN647yWh3jwsVtnT284WzIAAEAASURBVOXfh548uAKB16I4CS+30lqP2gbzsX0t2cH7anNVr3okwJo6exVrQW89Wz+3B5cssqd4aEadvkajK7KoloIVA3WsC+coqVyR7jAKNGOP3T1aaSqyOI7cKzhuyy/Y/jZY2O60Sg8NzeGafBhDWPTbbhEe48K+rOPvhV3hUDS01F8hAEYRKf1I3BwLWrDel8ExgC8CC3juxV57O1dZl7Hefc14U/0WBRXG71rEfDfUDqBToFOgU6BToFOgU6BT4CUF2hyN86B3qwHL33CG7+HR5amu4fmO0XFexhxDK1ksgA/5suO4R/eWI4dCa4NrDwrKuI/ATOVC58aGt+JXqS/+htcHfjtTnlj+plxHNAntL0I7+TJl4s0sFD3iWc07+Z9K3sp+hMupqKeeTeVapl/C5Ppi/jdQv9Vp5outjMt26fXyfkT4lfxPFWt+tizL/HTC+mT5l/GmmIcPP+ldK8OnyrTld3z+VPn3fDoFOgU6BToFOgU+Iwqw4Lhnjfr5mW37pi05lScpYdI19G9hX5R/jDxMeIsH4R9hrnIaPCyukXMhp1EW7FHrosqOVC7DRTS4lYobuLyRR7UU3QL4QXX5ZYCNGIQGB1OI+1wt6nT1PGC15z6KCivXPudvw2L8jv1Bs/8hTa8aJNEfXNAmZETRlMzQ6dw6YXRf0eoAwaC9UxtazVYEJ7sdFlpoJ0eA8mgkoYKd1H0ooVQEQPvRTN8+vd7ZaRVQWAbw50LRpa5xBwadPUKVEnDfH9Gin5rZDiLokOBiKwLyvcJnNJLBoOWa+vbOenegwYpZi7x9cFQwi2Ve7sH/dkneiZbiECZi0AaaZK9dBXwK8rHqjhW6dWqcM6GGZXDcWecKQJsrB/Gey3Ym+SuPgQFeWoTqjz9uIRTcx6UzizDZJ+DE5FaoNgjpmHTQi+reozW/0/IbZYuBxZPhVQvnV9AzG6PQN6ku1oV+zTXCZWnmAz5WM+XmqyVUKVSaygKzLO7jhRtzLDBLicFyLFO8dj1H9irNhHLud78GnvtjS0fbV8VLn7gI0pGGQHRhxRpbjSzqW7fmWipfQrDlIwjbbDvS/cBhiKsPhKFRIpBmtsgxTxOdDa2cnuswpXs2bLQkzliJEDeKF2eBTHQwhvlqPaHig21/2H9NpVKnKIxo+ZH+mYUTMhnbV+V9Hv7yjbQWR4NC5t2WfXata3KsMvMu34C5/NJvohmP97hl1gp+g2XyQD99ryuSqe2JRfCz3OLH4qK40aelx4j1iJ+RbauUxsiG0MMxlTrVTQrKNeJani3m8hj1lrBsP+bhODo4NsWiH7fwWBwIvfC7BXKP2ynQKdAp0CnQKdAp0ClwjgJwFnqTYt44MF+LpxO4VrfHKK5j5DwO+LZTHAnx5JES2tmbWzgXeR2FpSrBwtNrbTnyh9yETzzgl5LX+BN+ra5dxDLfcvUMP0n5sm1TyrRMdI/rZVlHeNDBUseLleWgTFFQzfx95JApTygTXF9SKeym4I7JRzln4a9zWCKk7Jb5VFgAmOrHZ+04lebcs7GsgdPKLU/crud0xe8f3QeVwzcTdilDw2lxtnwJnOGLw88v6nomkPGW+I3JXhCwPT9xnuizLA/XqQyfjQf3zuzmvMerEdVl6ob9idyuelRtWCgtv1bOBrk9F1zLuZ19toy3fO67c6HV6YX4E60ajHNxW/4tXj93CnQKdAp0CnQK/LApIKeXr18sfeFdWM/csMWbT1npy3qkX023V1yz3qycLB4dX3xb30+n4pvNFS5Bgzh4qA1rvzvWWl2XDz8T4TMYsVC6d7tMjTU1qoIHO+TarsfH/Hr4sVMgDRrhFFaEut2MdVckJCNhXPDG6m7zRINkIhrB1//P3puuuY4bCZsilafs7na5y/Y3M7/m/q9tnqe9lJe2XZUi530jAJJSUhK1ZW3AOUySIJZAYFEEYkEMxs8jHkMIoYYurl8HztrVxbMCrmMBkhPlP2GSERCPuJyNILH8OSEE6Qifd1oV4gY2hVPHdUcapzPWd70TXDgnJuo47fPf3neHcJMsjAoHr+FGfP7X7q3/BkGHcBamWebYRecpcNcxBCPOeazvnLWbh6/Tt9fACwQJ41e7N8am7nIHNhGGOHv1HMNzC1ZrGcDI44A77IOuF0IgvrRIvFQm7WBZ7/xh6b7mWTfNzieX3svCy0ul5reKoPfd9+9YZSLQS0WCGn+9hCmFTHto33sGF+cfYGXAJJo+3/UQkxOLUV35DrqL29qn52uT4faHUXf19wTXkQzAgkD+e3B2UKBMX0RzAw/3/yzq5q2nrx2PCkpzY6BUefWGyF0JsvOL9eMQbs1RGCAuXJ1dzb8lQfbzOGD9O6BE4waXFuAO8AtBvA1Y6bumjZ1WtuBs2wS9UOrpJ8dtwudRBJ7BscOlc0iEr8CXJfmboAIIVufOraONqNO67nlHMzBcYnzZffnCWfO4NV+qWNxTYsvTMNAw0DDQMNAw0DDQMDBjoNDwQcOggh3CX+lSr88LI/RO0J8oUw8IfqvwF4K+AHGZbjyGVD6IjTZoeF0EK8T2uQ/tbhVD5QWf3b5jnKUyI0eghOKe9KI8mMJs+YHaJqI2B/PM+SpfHO2UPy79t7m4n1TC2l/g+Om09joiciwuFHnXk31SrO1/JDya/5G6W96GgYaBhoGGgYaBXzIGlB9Av+G9dTxoBayX1ErPqZzIfv3gvj37kMq8Ft5xn4415VnUPUJrv+PJ8Lvv9MiLodhEYidc7it/efuGfVg9EaoIej/N3CyAn96LP6ECkXiEDkQIA4XbAeiE+A1M2W94y4EVZ/AiAHhDePX9wUGJNoSTge+OTa9XkbIyVFVoo0Wi/xSm9W//Dc8hvGrZwhAovSkM115N1FHLNt0dK9x4FXQUvQjiUg1YmfXdDviCya11g+uiMd1jESzO/KuwfcDaMs5cRWAWqWuWRdn3PlYhrajpwIU2ygPWv9VNdvR3CMWEz76kXwWOS+s+IdLhmG5fU/Bpvz8LwFoOeKBMXbhadsfY28fZrFihU/uHEMymedV7yTJ6x/DI2ZxYXuquOTHJWDatDbsrWIqwOSeoyekQ1r+6nPacYmP9dj5EzaHBk5COCM7i7NVwN+ZZp3Xj43wZH7/YB7VN3B3/AeF/Jd5GBY9o1QNlnokkhKZfXFVzItrAJ++OP8751v2w2kUKSLX4vjcEzoSNq+v+EGvKCP4qtMLjvyO4Tt7r+A0Y0NTyc84erFc5lzxdXl/qgWPol+WJH63O91iMjggcc6wpnAcd1OLfs2NHvJxccYYteWz3vldA+g885KGpFWvlMRxrb9abg0ycsY7sgUULYK1Z2Tg7BB4VOZqyXDb9BI5z70LmeHP92Yf1+V9pvy7/PY/cr2UsWl4J4qvizLUtRlKvcov9qUKQLrkfCXNbolrHoH0S8xmFi+/x5IArlBhDMWajwYnTwIfvBn6tYniwZsU59rrglmhzDZvbk2nv/KtgnrI8P+0NC/4OLTyVVvJ3k6ruLLZlaxhoGGgYaBhoGGgYaBiQnpD3luOWhun2aflbKb8ZQ9I1hepY0GxT3JyQqCUNVGiomneZbvGs8NegMp1u6cIrSyjWSQNJL+Y/5bdBG0IrfggTr0Z7SBj8UijAsrnmmbhBs5lPetsgb2Mo9Dc5Hgl17yDOuKXs4MGh39K7EXsD8ORxDm5pQ9YFnSutW+jdlVYlivmQnJjtsgD3IoBbmjOE2vZhbRclT7iwxHotW1fijvpq+f3jc21ffhFXQsQV+x7yf/kl25v0a0CrVzLp6VpX9J31z5DF2wRzllP5AS22xY/NyzjxRQ7TB7+TZTl65ivLOKmhRq7e5zOMS9sCXtvnRXtQjrVv47J/KcVROQfxQd7F2Iw0wBnpavvnDEdPqaxg2uNr9BivaL/t9YJ3ioL5w3uUHnWea7+8FvkyU6kzCuDZPBmO+7e0pX70XvAQ/Whb6rVME8+17NP7h4Q3RczjAWzS3g9X7CEd4+4Il6JrLV+JuwmYlrhhoGGgYaBhoGFgCwbip1AqALqBn2Jtb/Qs2+O9NWQ3QRuwXyp9EZ4SkSnFsSf1d3tLJVvTUDkKiLHfDl0WPg89qk85CHI3abag6ZAGuz8qPddDkw/s16cVMPHSfUE72LBtwZa08EvGgINcRiAEUSICgeROK0esCYO4dFAxOUyCUKnfYdnmeaZB3ManT/kjIXzQAk3rTs/aff8L8CRsMwC8A6cC4i9vvyNaK8HPG+ISsp6JpHn+EMKpUyu0Agt41dWreOwnOGUITttD1NOCHQghrqbzDsEK59mGldxwqU6+MTx2I3gccBk9aFX9KnwmU54WfMKGJs452Oq4rPeACaWAEBpjmafgx4EQg8EGPBIsx3GlYFRhjwJ7BdXibQMu4keE1MDaYc2osHEXwsbsDwq5I1jv8tIqE+G+1qwHLSDvCdmWDsvffZx54LkHKjI8ij9KODDS0K7SMv4xDSr7wc2wX2Nhy3jE9XW6lL6nvebhR5N+GT0TO9xJ26fPCMA4qsSABatntsVY3FZuMPxuoggKCg0KuVUaGO6yTlir04Id02/gEEUfxmJaYxhHcE6dDRIoftfi/FvWEC2nL6U/W9CFD7U8BN4H5/TXwOe6swW+JIJUXEi3+pR1sT0XwDjzKdxz0yMjbgs9G2TQQrnCdiZPi24YaBhoGGgYaBhoGGgYuIwB6R/4NAVs8DF6k+kVNkkTTjR/oYUuF/SEr/KKHlsj7/MdNA98j0rMR6HCdRS5/iL/iaBMN9bVTXK2yfbY7kr7rWe/L7aUKx0IDe0xTQoV6zXThze04wgQ+Xbbo0A02yVvn/splvnqUPG2aGfgMRj3F1W+HH8FbzE+X1Tdolj5o7jYGxjP7Q8s0rfHhoGGgYaBhoGGgYaBhoGzGAi6lr19DRyhdcPTYSTu2Sf9GprVfUj2/F5G5yRNpdLlEB5p9EyjYeDfoPrTeyaET0CkAlWPbGvP+cTu1SfdKW29pMsi6dU/n0GhXgWiJfgxYIBhpVZvD6O3+x8G4R9ha74jLmGTqRn43nffMCh/i9DEs0ZTv/XVg6hqCIbQVFdUCEbeFVKHS9Jj3DEN2I+XGfstE/cb2sH5ScdJXvgmk3nAfF8hugIvLTy5La48ZxnNYFROQqDef401mdbCMpKGV0Ib2GHx4HzXA5Z175xFq2AJnFYG3P6eLmLVDdDqdc/5srov1sWyIfpkgjmiHvozjzOEmVpujy7EwHURHcKt8NONCvtZTRnhRGCtgIaW8sD1WEgW13IU/OreW0FwcRm8qWgF/va3Wu8IBplD88bH7Yv2VKUum7nUYdrHWONsLs4q2NOnaggl8q7NzmxdlEknmLNjPHa4fH/0fFfrd+z7c7XTqhilkrdprF2DKyA6+UOeMDewb/lBZu7U8XiScNNrWryyucV54aHwQmnZL5uyf0zkOAyvBD3bTJwVjeWuOLw4hD+WUmIQmr+nFXF1S6JrEDc/hkIInM169gOQuBEW1r+u5Wi7IaQOt+Qxl8/PlVyDyxrl7wTHBWgBq0VFwnNPf54AGrABn5s8h373FWuO41Bc7oYF8WW6lRAu/Ghbp4eKQYsV148H5tdKHUZ5PseAcLrDNYybf1YRyyToK/oeZ3K26IaBhoGGgYaBhoGGgYaBUwxI18ijQesMv+b+a96ke6QxlvSVdJjvy7jTsu55t/685AvdBNPyt49jjSqPWOu8pX6oI9qgVWzsI1Bq5envgXJbntKWSlOWdkX7ztCPWW5t34Va3ASMS1649Fd5Z7sw2jqVNaXdUG6tclOeua+yTfRPtMv4ZajplnEbnisMU9La397tz4KD6TsPxn1SqNAkP0Mbz/bplPI2yD60r5ZT7tP3xfvFOWm6C+EW3NUxfbbNF+r5rE8Tfj6rwlZPw0DDQMNAw0DDwG0Y0PNlKJOxZ9iztx/ykakIf7ffOP4UYx72IvWsGfTPnbu6ZL4Qkp6EUOa/0jXkDAcMgLQ+5kjAUL5ks3GElvb4vg4vs7v+1xihAGNsPM509Vb6+gpVcgHW9ulnhIE6DCCkFbBy9uRQzjoN+ZkMKJPggEl6j9bBjrNWFQB/fmBSxPmuCkZwSXzAck8B5oLwrgKYASvBDhelo9bKMJ4dghknxauDwsg8hxXrvcO/gEycLvB7tHA44REIfvkdsOlS2Ilse14UAg7Lx31u53mxCr8WGt3UraWqAo28Ehb7fv+Fxa/gctgjhELgGGdBT217HGaF4wqURlznDgPWogqAz4YZT+JcwaWWtbvQ1KHPZVKPcH22oO0f0IAXLl0k78Fdh/C19uzFQiacCuOv48dES1thvH9MLscymyu2lY2aPlyfI6jGxde2IB7rRb8GXChPfFFIfa/wclGzwkJL0iUy2kxDsbRNUaMSM+HecNUiGSPOExU7dr3Wq9Uq3TbcGPjRVEjoehcWwL4HHhfwTLg5V7b1Li+mu/OHM7OH4Xe74Y1+CO2GxTw7V9QiXnUBx/87lraxCUcdGbdIdPNjhRMY6dsxXIVj6c26bl9nMM254DfhYh3e4+UAAkVhqwoHgYJz2W6Kp6wyn3UX3n2VrpxD1ahKVy+tOa4fWkxrnayygULgAE7Yvc6F+v3cveZzNNOneEMYRxWhnNOOm9v6t5bW7g0DDQMNAw0DDQMNA79EDFR6w7anMDHoHvhrhb8KfoO3CZpHmt7rFaHCIR3DJd3UYXmgy7ugoayz1H2J/pporRMYoYM52INIed4l73KS7uHXBX7kKwIe2wJdOL3X+Psrq9a+qURK8faXboCjbbbvfBvlD+p1GwQF7uib2kfLu31HiHbm48Rbldd6i30S9kS2hnlPQIzCJdEGr9jbmMbm1tKupBP+epl0en6836aapzKnmMceLO+REPlr+87dH6mg5W0YaBhoGGgYaBhoGDjFQB4hoffMv7Nvm8ZncXwkVOuokRXHUu7iWFRpcums8nt/kRY+rWXLO/QrZboP3bGHOWJoMwoTe8HWmLuv3IFpwDBmxKAszr5DLnaPeKudAbylT37GaZYCqLCgYoQpBNRasdcV7AEhRgxytrgZYQctDUNwqPCVA6pjWL4OQRU+B7dMC5UzGZkkusVCcDEiQO0QtshepntS0sBdhUwCuMO9Ky6jO4QBeW4RTJplUGAt+1nQDyFQsjSZXAR9CnURUGHLpgwa+DmB13vAKhAI7oBV/+6h5eGZoSFI4JtAPiHYxsltkuVpQcgZnvai7ojVMt/hZszaUrguc5dCu4QgF6M+NgH+TT4WpBA0uhR5RpXtUQDyYFC4w2U/Zpla8SJ0fqvC3NPya43ehdFATgRSIwI9zw3Vd79lPivYd5anBWDvuOu0niQyK99QDWPPM4vCpYOCvX8+Bl5tm/foM3+YnAdYTioIj3l8BrjIIyyLDRPGZ/YkZw8wx0MJBGv7MyVcby8wCU/8QLlO4C53HNFc4vJMW91WJwLO1zDNUdsXc4W0TO4BHI7vCuE971kXztl2fzyzzA3gISQfEBjm2br/BzC1HmdMg5sA3fE0BZ/XrilB4Du6RBALHIfh/wMetcqwpmDHJM58jkRzvnNPWmAMrHNv+9+TBGtngMqRbh/bb+fxtl5mprd9Y6yhzHWseHe6qx/09uCqkGOp5p/wHxHmpw17x4nW7LqF11U4Qnj6018NNdcCLjc0bOe5aw32wAuwkVf9BdurG+zDiDcFNeBi1SrlR35gmVCQ65xjQ7uVEG6jqKTb9ayqJjT/2kX0SnDtzJD3wHuMXepmHfWc+RGlEPt37++Om5zRjpXCWlTDQMNAw0DDQMNAw0DDQPDO0hVJV6VXLZTe5BeDh4SekI6aQqZ7Pn2hiDnEetRtfdJ35YImtL5QzuVr/psAOvOQQutQMoROjTOMoYtUJA5FPmq7Hpb02vXUmYJyg+6W65BPkz7zOBDaVi9iasmR51ZajfKTJk7aU34pLZsV/hoqXZ5tnMhHvkAenlT+4dUCjsMRfIyVGA9Q2hSctGkZH7SPCPJy8V8y3KxSpFGt36IslbcD6uN6xFumjLuKB6PEdfAJch0qGXPn3fb7KWjvqISyj4I13hEqz1DmRZz/S5z9F+fwUU3uUdn2xMExf7Ko86Q90bZov2nE2QmMJ+nD4p62zjgoDS4Nn9ovsuOyPMtNXISHNxKFdRF1ZarsjeAvp3zL/Jm3lkFhx2HCz3H0K9+yr+3v9Wuq+wR/U/y1h6lPriVs3xsGGgYaBhoGGgaeh4H6u2aJIXngN7Zjz7Xr3HNVwCrtI+Vj/Pd4d8VzKsZM8bOFEDYfngePJUlJSI2FzIWKRjw1DniTxAqPWPcXldFIm0hzejTLnyELMehj0zT2809IGxKdDUmlnv3cPvyyMBBTADoW4lo3xlif5bmdur41MLK0EETANBb3l8le5NfX/nVUS0DnkO21wMQS04HfMzFzzMvomcxJwxmSCIZH3Ygi4FTy2ocE77VQVvhiYnZ/oTImZ4drXon3lRCsCIKUYfgNIgQneGXE1tOvFLEpamYWYehhngasp9+/+x+6E0FpCG2ymNDq5XHS8GXpCYvLjvOKv/wW8FiIQkiWTE0yPZtAuJxIBoKLnqNIrIsZf7sewVkI7s9lFVc5HgJuLQY511Qr2xBIxWA4l/feeOBDKDXgQrsfPSugMm1byss+9Vyv3aiFrXDesFp/qIK6j8YVP1CcjX0IDSYtID9k+BgRTCVwlXLcpJDpHTxHOTSevuL5/pDjiRIYYyFsRKNpt3dTRoGtIfsvnzf+VRDM+b898I24wHinCJVWbg7mYS4chu8505YfdvpVQZ4/9hFOcLNa/moaBZgpxNzt/kA3/Acl3tfPrGLAqCeB4q49gLijrSvAK8TdMa+7PZfjcBMOHVSu+sDlHBW2MoaX68hKdRuj6nhg3bEm5nIImt2IuhpcPxwMKC/gql2r7skCuPbTuTLq93P3o3yuiUbsOWbg98DHPG6hYaBhoGGgYaBhoGGgYWAzBiQk3LjxzF8VcVWmQ7uf6Lto2s31LhNKT3r0jkLfvKf3JeOhwkK4s0x/4RlvYXksjUfTeN6vXpJsT6XfbG8QTxcKeeBT0LDCLX/hvVxLSeytxRfeNPFgOxSGcsVGoe2tbVsUnATiImJ+TJ4o35Pfmr+tP5U2lLal8LO2r+ZYwDDhwHzrIT19nf++3Bi1hApnUv+8G7de9JNihc3dgNLOSpfX/ny4loLTh8upBZzHZU1x+V7h4V7benq/XED72jDQMNAw0DDQMNAwcBcG3KP+DtkDxzxyFnCPgWMVIehxckTupewrFRlrBS+kguQBNMQa2ZveI0OKUOg8aIMwwtljiBYyGYyr4jsSiRto3WYBXND6S73Fxn9pfGp5IlwJ10AIMBhIb5yrKhMX2sls9Mu69YOWfJrL/wXmDmEOT69i6ZbwpTYGmsRwIwcqPRwU1rztvuz/E3ZMSy8EEwh+tdKSYen3iHMOTGgsa3WjGpPZD3VWl3Y/6xZ6tZTt1Iy/WM3q9qrzDEvgGxFAp9ZGxVYVF0P0439+h//5EbdbKVQUqwum7k4gTxm5tBy0ZCHkjlvnNwX6scApOLcihOVUn9rgRMDU91607cAZs6NWoQhmYzSUxaa26E4wS5/k4qWGrBDucW/Qs8ClpbGKB8afBlthPLDDiAuTgrzRRXNUaManh4GrdYoX+4Q6EPrswxW6Z3XZrzXNhTvwi0NdSwyH72FtgZFx6XiZcH0h+6VP0XLa6vkA+zjbFetzhKSBsSKgW8u/nF80iiRu2GB5yvxWCaTXutYfwixprYiLcTknZuR0eBXo6ddRq/2or/RrwetpH7smZQfWuZA4NG7POnXAetVLQZ9j9DT/JeCEKvel+HEHUWk1jXv7mLMKRx1bNcxtqDFxL2MybpEk08U8Y77rinjELXcflsoqqNCOkueonJWXxI/W5ioKKAjVo4DrnOPvDDwr5axFxbiI5nlKMZb9wx8BS1d5pvZrbcdpPY4ECSWVSNgKwwp+339DX+Iahf7I9YbRSLbLMJ6Wa5UBVamf5VBcqYykINcz1RHsLnRViBPKnI8+5bPpFbfz5jxASUBX7b5bo+NxNUx1r34lMvP5+5LBkpx1bJge1L5zrlj+9v4tBbVbw0DDQMNAw0DDQMPALwoD0ofSC3qy0vJXt8/y2teQYIJyXaVbrpUlzYXgNyx9Vbz1uVoEJ7W0Cs4pvV7faUHyuFpRwEsEvSTNKN0khWSodF6+rf+ttW5JW0swrUStQmz4FxTDk8tN2q+mSgEbabfgLtpFqYATVp30T4fnsa7Xy5d0LmUHE2HbKszW5HPSyr5FKJ9jC6LGHX86ieU13A3WRNlPYQUbOLS9yzoLrmjXMtbc8b6ov5RIfE1Z7/Sfypa0OzytxWDkW/l8StOnm8Sat5bqveKjwLT8tHwOIWfti8rLQ7/jKctx4j9DraFubtbSQX58//hnJX7q7wVM8oxRei3RfPQbt2ireIj+zfhMu3xelHUEhGkI02fLLy9H/VPbPCWkisVzFPLD/Tnt7/OQlPZOCSo+r7TlR9TWCfT20DDQMNAw0DDws8dA/X3zLinhHnLIETQY9MxfaHN/j/XcqAfKEZlCCIjD6PD0N++56Or8baTO8NjicYd69UT2pvGNlGVc7HvrkXf3rpEQ+7fQ7pVm2gKNv9ItNAx8wEAfrp7/gWCAjXeFkp4HJFGv2fv4HwhdOYAaS8YYbJOgJCQKH8p6SoSMWFyVZUHggyvirsMSUyGLTGxhGpIJtFbdp6K1MeqqFM3qCC+EMcqXYVAAAQOK7/ZdzwWcgadVWtj0WJJ9hbAiLPFkLNV6XU0cNTz2x/Y77XFHrXBPbRcXEENUubYkuNSgxY2VsparHYIVkJ95nvw38aTrLly/6m5B993B1G+pyAUaQXWfrq2TDX52f4MfFv++RwhuvyoIq1U4Pi+GkhBL5bcvau78hrz8wDyxqzvdOHO+s/hLvF2DaQFwhd8fN+b/Ptxv/3cI0mLeL5Le8zjiZnhAs2qnMkYwfgW2qHfxHPOc9yl+2QZwSLwWwLvdb3dfvjC3/ZGOUDuivF69ZXqVITrOsw3YOLfb4eZGw9SvV8s5k4Cx+IZwtMN9R2z0mWxaK8/kOYoGLtLHOhL96dq3xMVR4jte3KTT4kQvCVvLFWf2DWtc/1fuzIUYLwrmX7EmcP4480QBs5YXuXZdamr9fdA1Cu6tYy11TTUA+034z1xn/zIOx/hdQcGnbhI9s/yzFbcPDQMNAw0DDQMNAw0DPy0MSD95EaRjQ/Cr5W+e+ZsfXvhXmtorAtxWbBhBY3oPZd5bmRHbknlC+Zp2eB5uB7+Ywl/r8noFbRiNCLgVYI+hjA6PAX/hcxLymea+vxVm+8k20UcIfqNd0PYqRmfbKj7vq+U4V8UXsdKS0v+2LS77S1zf2kfHNRy/Qce7wYlmZW6CZpt1a22o9+M8z3tzz2a6aJvti8s2PrOZqyA/s99WK2iRDQMNAw0DDQMNAw0DPwkMSPcccPX8N4wH/wEtortnCRFoBbxN7t/YK9XiFuXGl4eg05Ul/YO9aC2SNShcBEDVGrnHCKfz+MLYI006bpHq4uMntOJi/e3jD4yBZCgKEA50mIHeszG5y0S947K116UmgiVMnUjoENS66lchXB1wnaoQQDZQW7Vnhxk+tB4AL3WThcAahenvTFIssBRiKKRcMA1aY/VYzSmE2R08TFsLNwXZydw8G1ZbPwBAnF0J4+aZmmqM7PAZPwsiIhXv3sUz7QDmPphLBYJ/4VXXx3yWGTKdae4MM/6yAM+kcUFjmeCCuQS2Q5w9rMUocBT8pZuqCquRrjYuF559i8CDxUnGLSxiH4DvqFniLNpLVSFU+iN16IsfARD4qWJxoXIkHAfe1Vz28FAEbt2O83mxAj4+Q+s4x+1vOW5GtG7e6aMdVwj6Ff5EN8pMJ3TrZStqNDgOsVnvfoeaAC6RmWf0ROLSz3fiUwY+zj1mPgxcO3AQ1tPAFtrcln0SjseH84lxAWwdSh7Du/2BYHTkxweYnH8GktwUrCPEcgiVBwX77//EelqUWdASXz4LLFcJjsnTwKm9wCMuTf9b/qLk4Y+k4yc2ZU5zrL9nOxxVQKe1ruMFoWGHwsjgWH9LTwPZ7mNA6jwxr2H+6vwvMSjLvKHU4Vnbh4PKMva7bVu22bTnQ7hA04OB6wjBdc95W+utfRIfV/5otbAWAkT+dCggaCn7PmpdjMU8MCb82QdzO2s5Klkk5vXEsOv/AjQq4egaHjxEhzmOMj3qEWvVEyfe05lePPhnQmLmtY/pGPpCC22FrPQx8M0wWUqWM5Vhf0Q+a/4HvwjgrcAS4PK8hCgtDch9BpFp4bAovY5NyjlQYAimtcxm7dEquoWGgYaBhoGGgYaBhoGGgWMMSB9I5EjFQXO6YROKjAp/8WwVRFnmqDTOMu64rPJWaJvVb0ZWesXnSCttlXBoJdvBy4xUEuRP0OkmJNSKKyAZO/+NcuV3BNorz/iV39BSAsKo0FlJy80Ztz5dp6WCrwCdURPtsF2j3oqALehQvqXHplLnEheXwJBGrHQzTYk2EqeAO4XaZC5lye+vhbFa7oqakyBK18lNcVX7xzbQpgUDlJa/x4UdU7Pl22JMDEstVvEBnVq7NNq1AKR2ue1MCj/htIunZqw3t8B9DNvaW/IHtW8tzMLl23gs9LO7E8kHJjaW5Qj/pnCmr3O8OlZLOVPDpocofi8OASNmypk+NuE5vvojjJQ0wQRvUqqb+I8orODF5n9SSA9bFyq7G5bSlqnN63XkeFj/1mIbBhoGGgYaBhoGXoWB6ffH3/ugZd1fZZ/6wL5ij+xLWQJ7o9ICKTX5FQYpGMBhnKYh0yuDshoJxQ6adsRQLzyv6kFTuoRPuQ/MPjj71V3sgSM7wijNkHQOaRb04xqsG6mptawt7meHgYlYk/gtJu+4/PXga4VUc4C4Q7ih+88d1pZBpk9551SveUpmwUmgsGvExfMBF5xOkBBQHxGsUtlfmLBYMSoM03rZmfziELApRMdP9QGLwjz7lMViwtHptJONU3MaXI7/yaQVTvvABaAQ0k+HWaGczL/aJVwym1NY1imsLDU9aQFnv/81TCSLkOdVxYLp59P2TAXd/wDTdcCtwfv7n2G6XWhnodL5Qm0D/YuA2rM5d7gvDzyez3DjF8eOuAEfaAa9H/4MTlRA2AJbrcoxSRmDrsw5Vznmj5rkTwj0Q5TunOWMYt2JJ7y3lE0bY/whsESwNXB1nvsdYTkubimzpqVslUmcq+HWtwjvpvFzS/mmdY7gspkztOPstKmcWt/Gu9bOgBYeBbTa9weXtUUXx/cH4HPugss3zqXuGYsqqNwcRBnwfP/u+nZPf56vUYF5KixgBTx4JrVW1VuDqhquCbjfHlWuYY5e2CjZWupxuuxjlXg6zpxP/IGQayHGgco/ujREmcZNsLohdy3vLd/Bn/RVp0tz1sNct28poKVtGGgYaBhoGGgYaBj4ZWBACl1hot5X0lpW4e/nhUKXwk/Feb/wfcG/fFCk2woR7QlrWNoTPCxKcS/yDrUOkRt2unr20usL7ZIO3UAmrpe3iA1+KgW/R8LfRZLnP0rzlj6CZnUzsl7PadQCYhl693kci9F3jsdPHItsbspnnV5P6btFM9tjw0DDQMNAw0DDQMNAw8AqBk7lLO7tYfyocWEabEEqQa8MGkfFsZQawd2xn7ta+aVIBcDQaRwROrCn75GRyxCKesg79m/Kt9xjlp6Tx9gW2hnA2/D0i0tVh5C83IhEsxt/x063AjUFh6kfGlZzCnSwtIozdmVk3XxfaJU+G3HCpSaGIQVTWu9Zr+edAh+T0okamo0kNr3nKmlBN+6+DTgzlg8hKHgGpyg0GRK+fFZbNc57lcl6E3dcR64DSt3CCSz+O3gIORZ/Cldi4lvgC4LFppIz+OOM4iEEaS5owApT5iISaUwH5vKZvwhTwh34AffRLEYKWeyRp4UydmqJA4L0PW68O6yA4wxlKhKWuU4Z5kytVoxwKwZVa+YwuHjjGz8EXcTZppPLkm4JZI/xJSycQIuRKELc8WvidKVLnwVwCeF6ueKVfwILLj3fNIRoWjzzL1p3x/yZNXmZHeT3ZNcewWjOWfrUubmh3AIBaZk1zCtxN4LHOMc28OzmxKX2Hbc6R45ZaB31R9vZbOjfEOiBO12Lz3DRj6c/xIGT4zJ9i70LhbRq/iOA1BNAhwZ5tTv4mGMtxnEjTG56JI48E7vjbGfd2+886wtMqtBhi62zhsVjRJmmfvee7zwIE5ts7+9/owzXScfr1uBYVshNes5MHpkDeyyKBcYucF4mZBfKu9BX6YZbV/CC6cbZt7ShKPqUsUI1JRw/+ZZWDsCIWxTdSOc54q7Fc9q6VtdS6r3i1HFxNjhvHR+jljKu338Cl7hkEQEGx2Y+ffjrGnbgevMcYCywE+/CZj/XsUi2WsDZuXEM3wSv6f3kuKZLx0qcvULQ/KF1LaJhoGGgYaBhoGGgYeCngwEJBrmT+cxf+UHJpQXJFM2pVMdp/M1tXdI1QbNIf8qzsZFUFB2lY7K+mTat9c+0+VrNUlLSZsWSORhKqNIps3mOXtYKuStO+lHaWp4rr6oc6Qfp5lrzov4JF7YzCphS5V6Aab3Su1AKQ+0vSoOXl1Oouep9oh/JdRQW1R7Fl5f1z7VUhNko76bFr3E1deG1ITiDx10r+CTu2AKktCXKgw6O/iq8IXRx8mrciXfvwX+Jp5NC47Vi2DQVvrV0wn8aSlz0h8/S+dwlpGOMAomvZrtU9Gmxl95jr8cWJdzpGanCzr18zwqz5RZXID1b8sQPnEuxLGAaf+yfTe2b23yuiJfEV3xc4r+eUfHU5mcU1spoGGgYaBhoGGgYeAEG/E3k98rdcz2HDigVvrEH/AWXz7pajh9tqSTSHTCySg+gGp09i0g5bVPSeXrk1APqDk+Ib3tlSDwDqjAGBYPMS58mwqPnT49vjBC/8UsC5LT8KOZjZItpGEgMMLxCIOBZrAolYRoLwxVMnhaMbwiGsQoNl0nHnN/LkCgJr2unHiFaWLFitRdCaGFzSsTA95FJEc9fIQTACg8f7rpnDqGRk2T6/lxQAzbrFR/A1KFJ4lm2gTuZVq+YsHl3irrAjJx1+fb2B77jChpsK3h/ZYhDw3EZoAvXnWftupp8CAmj1oJDz8KIUFB327vJD/5rYLSP9wjBd7jkPXyv8EwX4MBinxk/4e8YYFGuesI7wsWdfvF36b7heRaALrqK5RTQ/50fgr8gJOVZmFbxdwyfcAjjwMbPwfEYVpcK3m3XA7gUL4vL+eAZytqW77E2nl2hWc+2oHC2Rxj69hVnP5eNqtt/MqyvwMY98BSC0GKxH6CUNNvAmlKNDFgtLzss/FX+cM7cG9KVGgoNe88VxzWesEZ33F+msORGA2MRJYuicXEbiK5pWt+jKBAKDUtL/brO3VYiqe0Px6uETo7FN9bxEeFyro9b2gy2Yx1DAQgvDAMaaloqTH1dx+LNsImzvBxrPnvcwBfPo44zLnDz70IVneO4OR8UvB8QvPejyiq5qRepha2GB+DMtYiSmcdjuNC20EXZtY52bxhoGGgYaBhoGGgY+IVhQHrAzST/Sq+iqKxyoRs6Qc+soyP0QyFzHg7Bh1Z6Tii0lNWKIOm/LD+hm+qSLgxez/gLIcpOS2YVYqWxPi9AnAcdB4yx4SWx/gD/NAEOJyB5qaWHdKbK5aFgvt62mVadCtj0cDYfdLlHDIVypTR6GTnPpStpS+m7vNu2em0C//FER22juCVNzutZ/Dxec/RvLca9gjRnqDF5P5kRxx+vvtXcjs3FVfvyKO5qYS1Bw0DDQMNAw0DDQMPAKzFQaZC4f8e+I55RD3+iRo96TOpyZB+8w7DqDYtbjaw8KvXVIeRcGuUBx05ZUhwpmvBMfEKHjAtPk55TfADYKq+5BpuShxYaBlYxgJ4Dg1wCGSEh7m7fvjDAsBSVWTjALxxgZrudlnyet8pkQVgsG/EpgUmaUw+NVbQxOl23dv9k0uISNqyAEQ5LhxNM18F0C+uIsFNhdghhX2XCXyqOw8PRpvUg8ffvEMZ9UWuEDQAAqsLWemas1sJpDfk1Wh7f4Hb77wgu0GqujbAhTw76mA83YOKEs2i73Te49WZjInoxkVdQSAxP4OugVfPgeaFFK4aGRDufDFsWR50wih7G3vUsfl++Bid8ESch/DoebSmQ4pOrNe3oe4RanqlMf6fgkcxoOj+GU4S/FsPKG/MDAfWOc207NIXsP5nJY6iyJfk3sRmudzkEV6WE4XsEl8OvSq7UfA74l9luerYOykGIOez+yOP/yzvzNqDK+rcWF8wx2v1x5jOC1p3u4mIcUMLVcVnrqtjIlcR551kGw+F/cVvhZpRCSNLan6f3K4DGj3EoBWAhjvLEOPw5fvhmYfeVAqaeclAZ3nffo2ywf7M/a1x+8W+Nmn50509HTzWdkf5sKzx/Q5BuP3chjDxKfvZlYGNrD07EoO7tVNLovQ+su8xDQ8VyvFz9M6fu4qxsMgCeKw8LJxfz+kB/h5DZ/lCgKx6sa87LC4F1wE0y/rn+jsyBVArRyjZT5F8nI5+O4vLL6d867itNpaZdarm5IQY4KHUMEEG9ddVKyphJbJyWyMYr+P6OIwKcawGz7QjBdabdANZpobxXXKQyCJ0RrvGprHyzzdnulcwtqmGgYaBhoGGgYaBh4GeKgaAQpE2CToEWgDTQ1a60m8LfU1e70pTLsIVeWqZff65Ukcp6egaS3kaoGHS8AM25sv5K10gprYX6XW4wBb+2ZaKhAujpba2Au+MSHwmVbp4H2pFun21P0sg2KKxmAWGCNKxc16otLQw+0u8p+JUPSY9Afoe6rYz6WhGLuEq71qhKw9Z37zWNuF7vX/on+mYh+I0+sv8WPbJ8Xlaw8jydmVvy1HGnK0N7yvadCkDXYD83IlaqPIqKc+wixh5xz0aegtLKcTGe12ywzgk/fo/YB/5M7S2DnHEQY9z9iig2a6jw1bprjTMO6kiqX47v4W68RpW21Ffv1QI7+7vMDQovT8ukr32+Ycw8E5Da/meW2cpqGGgYaBhoGGgYeAUGwoBPWkUPOew1fs9edbeXJkvasEOGoJxpwKvrITyhJhQP0ywfGmOJ0mcSRxx1Ov6Vowo9TtC9TI7F4690hPf0+MnxoWEI9fdiEawZU1Ia52A7F0+RLTQM5NDyDMUBQdr7vzmPlUmRwypN5RW0hQWeEyKYKAnmJLFfjj+J2iC6PScHoUC4gVVbw8kKozER5A5zXLtq5cbkwXEvsBYYpzTPh1bBqIS/ApXh/e/g79uYyFqzJouaTJHPCnuSQUEA+4XzOHU7oObxpwSt9zzwHAG1wpGFgCRwOOGoMEM9B6GjATPqOrosNa8CM8YaZ8Zqadsh/DpesAo8J5WH9WakxPoXK+AB4f96ypOMt7zKwHq2KDDpdsFNFeu9HkgDPkesOh2C+3ANrmKFG0NETLi+XtLHFFl2th+HvDCag+6R0frP8fYxx7UYNwc8q1gh8qhygJzxLTCaNtKLGwXc/iAdsMwEZ6G44Vy9M1Cu87jDbbMaWTu0oFIx4I7yAk4sRoHpu+88o5h1btJSv6O8yGKbDbjTfkt33GPv2rM1uEblOtWpXKMXARRtXN9imnr29D0h+mPOqPeG3EJjjRSH0yyzr84FW6Hw1zHmGeIIWSu+jso33fYWW1vdjJnuveu7ayFnpMdcFifCdrncEGyDqwMEnG7RCyq5k69elHJ7cBUqKxFt7in7C/2rQkILDQMNAw0DDQMNAw0DDQNBdMinoiAax4oEDT3zdfJ8wfedoOpc/EmyK6+F9gpaRxpKWtur0HXnhEKkDwsC8x2FqvQHz6/nHa2YCXHmb0i4TtMfZX7gpdBrQe/pQUneqVzBSwcUQkLTCl12U222S8GgVr8KRu0vOkbhseVdKPPRfposrWlPKMNGGyvdfU9btjR8We7yeUverWnK2Iv2lOcYTz7bd7VP18urude/PhIrVzBf50qS96j8x7k05+Mr9Cf3qc3L+POltC8NAw0DDQMNAw0DDQOfjQGFvdJG7h+yh+7ea9AyGnm5z4f3W46Wi/1ctyNfGhRG67Xnf3fffY8MCQ8+VYaUimUp5h0QCh9CJqOXIegX/l0Lr6L+rtXbvv8UMADj4yRQB2HP4BtwKTseHIhqpOao19p2j+Vo7+Z8TBi/pihMJvJzAvUMbPIPf2KicI6lwmDPV11w1rro3AHnMHpYtmePwoQrFHhpAHdU4STbI1ztEGT2TOQUCp9WnPhMTQ7dVXuuJvk3aiCflrblXe3X5NsRUHvOKwtdj7Wy0qUB/B1CyqTFa1q9yrRpsRyCjp6zNbHIHfFLX/v9EqO8BZ61NOH6GbcHcc7r4OaFY4/bxEwtc83LWY8w5gvnzCrwV4CZizY4ftKYjA2DKA5rVoTTBi0Wz4fFXDAdlzF7BP1vWCrr9jvxuEh3vrArX+xXtnveUYZAa6jvc85eybT6OaERNsZj/PDlOF1NfDEy2wyWmA8IpBlvQ/yw1rO7Suab+ofxyEZNF260f8PYdA26VQhnn9V+oyw3lsLCNF1BF6jitlhOltGrz47RGKeuhVjb+uP8xpx240wciNerPa21epyv5jqgggHr74hF+wG3y/Sv4m8tHrqiTb8KyLnIOn8ci1j9uibq2iRcpgc+UnklcbPEUS2QdSCWTxRXGGODbviZn86BkLXy7dLyOuOnlrd2z7k+aq08st7oej762g0csXg+JAxu9SjIx6W33hRQ1ghrc57MH2VcgfN8DeUL+f0NFD7PKdelu79/G3r3atEtQcNAw0DDQMNAw0DDwE8HAxNdF3S+QkXoKy1/oROqBeantSboafg7No3CulSijbhU+ZsgvQqOKXXzHEcV6cJamifoxEo7Vxqxvl8tcmOCGUatCQctZEMJHT66ChJXSqrQrHw6iZLmz3ZFP5U+SuH2LKg/yXTfa6G5g/Or9DcY1SpWq+YU0Kfi+jX6WA8+kxefTdCAkaBTpVUrds731bX6o4woZ1m5fcUVPBSPMfbKe332+ytCzDXbWEa2Sq0K8Kcxmt+O236+/ZtBrP14Y/sqj7S5nlsTLvCRbT4toOLmNL69Nww0DDQMNAw0DPzSMaBKILt5yJR24SVV2iXpiMOA8RvecHvkIKEoKKo+0ENGPh5C1kC1nYYwGNq8c6xdKNGV+tzHzM1QZHHKjdiLdE/y0v5oheoJFFAtqt1/vhhgiPXpE73jzNjloAltWbQOPENSF6IKMMto/Bx01EmHkGsMN9AIMdnwnyyAIcxjggTzgxVenK+bQpjPAdBaZOoQKPWeBay7aoVMSyzOkKR26q/5isADC+CwXJs/P/ep4E43THG+s0IcXBrrWisFGOswJuxowCjQos9DW/q5kJXSrL/gznHnedSswYOC6Q1BQbVC4GG0v28VDK5X4CbEfDm2/g1I39KnuvfeBteyZDdU9rj81oo1BIzBSC5T3PPs0u+ox6WxQlZhizlhWef61G8nQVhijHC+AO53dXN9TxstteJsqoH+fA/YHGvCxHWnynUoevCDHK6u3ZyqIQSoN7SX/nNudqwlHULg1LKK1aOWeNt96kvbhsVEl+eQ59ne9tE12EhT2uDmnYJpXSAryER6Tg/fPt4+NMAqAo6vcDf9W+a0Z+3WVJfgK3WHUoabceILGDfOzVrD5XvWobKOAvRup5W3FhoTgBeFzFm2enAoQDDepo2py5Xe8FX8oBGI9f7oGhPHI3z2b8sN4LakDQMNAw0DDQMNAw0DL8eALp9VTgxrWT1lFYvZl1dcKwirUvlihb/Q2R7pMdGkNdEN99hU4mgd2wUdJv3ae688+A1FbUtaeC14wCEEpLrksx3SwvfS5ZVmrndpyVS07rUCfqHC9dzmE6EvNHS6RrZN97arlm676uVRQCrI5nnGKsu+OgSfh0JqCLT1UMR4y+d0b/3q+lv5DQMNAw0DDQMNAw0DDQMPYSDoWvZZPX4SC+CU20BbQUbh8w/aF4Oj8I75ZEXBM0B30O/Kj8IiecCoRTqv0N5KcAKmN/ZwO40d3XOu+7f1/rHgNy39XhmmM0jOVHKt/mv5zxS7Ofpa/dcKejV81+p/6XeI92rpG9a8cXau2hBaBL6FhZtCK61r90yGnrOAtQLzfB5YqgKa4+v8ALyG/4v4DficfIhCZDQUjnDm4zjIJPKoZZxVqzmMy119t3/51X/v3r/XIhSrNfJcslKzAY/AF/KsQAMiFrQ3Burccah4t0fAi2VfzLyJ3wN+0irWCavrOI8T18UIZM9jTwgfCLRfRGVPIVTqgC8WD2y+Q1Ce4mjYuBLEMUkQ8gwsLuPw3wjLEMoMnslZcGl8v31NOYvfgI1i46xTtb61QKeeAl8iz553M8AglrJe4a392iO07HFZHYIa+qBDcFbHo8yq4SwM8fX4z+l4DA/9WJ8PWGZ2WkUrCIrKE5Y4k2oqwrgZztBQptPf6OsOGMeDwipDYDmetv7Jtjjo7U/LsS4sHrHoHjzLwDOBVYLwsPiKvCj8/OjyR2WPFrX/4nxXrL1DWLgQ8sUYXwWylHtIPCTeymaAYALTofsTJf/fvHiu+Emo/X8SvXyNGgIA1oA4Rxk31axFegDIM6bARB0Iy4xnnvOcNO1q/x7nLfRYPTs3lpa/y2eLSSvfjwVGOn+AKSA3yxAUHjjvOSxF/0SGKPljxkVM9lP2pq6zh4Mu0FEg2dOfjpX4gXftC4Quci4eV91EW2aG2O9yYwiLghErlRBkEik5YZ2HaEj24VRq6Zs8c9u6WfNZdzvm6Ft4WZgJouOxNpUAzGV8lDkYXypQvNR54HromMs10TOU9TrwZ6Gb4+di88k1iO9aI/d00GGni2qVb9DWo3cX1cSae5r96P1kHC7BDSsMBdJaKNNy5/+O89F10TKFGAMn+Js+/vgfblkb11pzul6eprlW/rX8p+Xd+n6t/mvlvRq+a/W/+vur8XOt/Ffj91r91/D7aviu1f/q76/Gz7XyX43fa/Vfw++r4btW/6u/vxo/18p/NX6fWX/1eJVuhFU4lZ6SNkAA90H4W+ifI1r80d5MQWYKE/ESwyZRDy8WFrMSLkvipRBBHl/xIQBzUCzQPtGmaIPCbDe99BYDzVeEiYW6L0VUOqe27UPJGyMoh7rlaagJ+qryM0XpkfjkSYMqPCrz43ipMNVklujWmbiSTgVW20IbD7bLz1K/E64iwsj1sIa/9ZTQo35InOq1x1YkdZ/bd5lNWOY6z/EX53hsPXTV9nkPDFpc9CFtjn6DryvdfoqdhAEoJxDO9GWhi2c8mdNCs++8+82RNBXF98E9mUwV96M/BaZl3Cl8p/2b5zWTg0oqzFGfirOEOifnzVCSRj2l5AUvGxm2/intn70vLSAt3yxqLPur8XWlfWUaba31fLro34+fZ4WGM/246J2PuY1ZtGslwXH/rySYO3/lI6Vf2X8+7e/VQlrkyzBwrX+uVXyt/66Vfy3/tfqvfb9W/7X8r4bvWv2v/v5q/Fwr/9X4vVb/Nfy+Gr5r9b/6+6vxc638V+P3cv3SZRp4/Jt90H9gqIXQld+rMfbEoa3ctx6wuOWbtI9yEemMc7TZI33lPu0+fkvda+X4RPY0VSx1HzXpHX+pOZtYw0GEwOO7Xkmh/6VjF/TIKQznqILTdO29YYCBxkHUurtlo9/hFkFqWuITgeEeV7ZhQcYw/EECgt/DgYmhpajwHQ18Jy4M49uvdl/96vekUegknJcJ3Ke1IxYHBYV/pshcMIJfOqogYRlkTMOS8b9YVLS6fHEIjkjBOe5ltaJ2MYsql7ixj0u/Bl5JAWzjTjwqYJ2HNORnAABAAElEQVSFPpH1mX+ob2CRHQ4IqEOoucJJna3PBRyhTFjoCX9pw9n0lz/4g1EvU44IlAfOjT28/znmBzGXC/jwlc2IsCBUcGlfi/nE/oekN0XYh2nNqvB8EkQfzYlrBTpnMs1+r6sLYbwPf4Gzwmy7JRCueHXNy1zYqzASaLuj3cnNA5uCfq1EiwVmbWf9fq2p03e3ljhz+h0FEV3NTRtBU4I7HtzoYe3RWh4BcLoxdr5saG+0w80Ux9077j9cO9BG05oD4uQ5wXm+hA8c1rl+pQJFra6hw0FX6H/jzbX3uSGHBuOO85O/cD56hzXw9XFY5yG4YyM08VaVRR6EL37vFmvJXqUn5hvW0z3eMOY1hv6t4/DBKlv2hoGGgYaBhoGGgYaBHykGCl2goDSsfhEA9z0WwCFo/AyYpUKkC7UohdaBRhzgiUNIU8mhW8CgPcKua2StCnqUR7fShbdUcz5t0r3VmjTbVnnSBf11voCPXxAMZv8oyOa5CH8/JnxVTNLLqaAL5az176qS5p31K/hU0Vc+zfZF/2U7Z2HgnWVvyOZYq5fJK6+c9w0FPJREfsrLsVGCDOxGXqZmafeGgYaBhoGGgYaBhoGGAfde39/xjhreF91DhAZFlqTR1pe33/OODCRojHuI7K34lY6RnmOfVm+GO88l1tNthiBzEAYrQ9AYczcIk3Sg9ND5sKCUzidqX37pGMCSyrGNFa1Wtp4Xq9DGze1+UJDBMBp0WaxJvBZQDrpXTgaKryE22JkUFT6FXQfgQ3ijPkQE0lTt0F2cWfs1gh20JIic4mt5L7h71i5I48IyzLN2ubQSUwdYGEZwWC8Ztl5LS6wF41zJsF597TQNbWQttxGyjghZ96GZrGZJxdtcf9VIHmUs33ALjDX4GEKtZwmjSgeUzRQlkGFpyKKngEkcVu3lSDkJWOrGQOZXS8cw6Ab6Sz1jVxifNy51Rd2HOzJhwzo5zk9mXtDX07nJ/lh8CMJWcOqirvUg7oE7tHdC+P8h/S0RlgvOaKfa/7rm9Vxs1NuJpdZo/hpM63UoqNVNdf7IafnvAfOXf1TWS8rYzJv51azy3GndWsSZBlNG4avXFLnyMKexXAVwYUntJki4u/PHent/5zzFpXdYs+JynHNj65mxK5VvihLfMRYZhwrQY76EkNB1U9xmSy8VFm7cbB994RkQB+aoz+r3j2Ehfyn3tm+e77Zjrck1fBZipn7ZYrweFZfx9ma4zB454xxh6955QZxXEEZP2YCxNHCo1t2kvMPjWve6JsSFAgQY7sP7A5bTcQ5wrmmu+3ev/VH2omIVjkQCVugxV8SlaVpoGGgYaBhoGGgYaBj42WNAYaLC0hEaeRLC2eqn0D9b0YfAVyU8aOsdPHAcofMh6zbaJIWjWv7q1ShpGy0OVummaONE9VHj8vkDAFcjpJuTtlOgXeGdaS6/Jy9ztahMAHzpCrnsVwRPw/MgTSm3JI/zGMxXIYEuDkVc9wJCUA8NHwJa6z4Otn2Vtj1ONr+J/2UfTEJg21euV7fPfgq6V/73xv6ZW7LtaWpvTW4b6U+uVA6tfVn7u6Z7zn1un31Z2h18ge8/hlDbX+8/BpgaDA0DDQMNAw0DDQM/BQz42ylVyG86cqXBvWo9MIaCJVEYbukGumfvPg3gXrzvB23T622w+yeGmH8MmLoPyoMKifXM+k3StFf2IbOF0cz2p2HgMgYUxLnRP8Sh2Ahtgh9zCLnN/sb1X1wIBHlXWBzm58F0XC73WV8rfAfhY5Ik41iHuBv/MGAwXLo3HhHCjFiUfVZILWzPMkJYeEBIrZvq4g4p4UxIZCwUn3QhJPrt7oDV4DuRQ1j8vQZaYQtLR4Q34ULbzYOArTIz9X5aP5rhnLG743xYBUjKuZ8eggum/hAAY5WJJo7CQqOv1ed3zwHu9hzWvrfPHQsxaJ8IZgqYescbrqBDyCRszJVlvx5XmN90GSE0Axssb2/f8BvCecXA+A7ckeLK4n1c5sc3x1IXAmqsk4FPgWGGOic+5jmKifpJy6bPgY2tAQWPd6wvE2pTXmrjUUknL8JhH3JG8fdaJ+vam7Ieaa+CUAWYb54Tm3apqSFV23wCwuqrLRNpKLr0CM6xhu9QjNCjuQL9i+2t8C/vizpi7Gmh/BWKJ7HuWM8tsJGcsu3P4d2+VGieGy2Lau58tB8t/wvjEGImNvvEoeu6MF7uZ6d9F9bcrrn2pxuP1caBx9VwuczTLCGw5TcmNlfRcsu5fGnByTZlOVrC+3t1qmhwWsst76Xvor/ZdHWy7XHjHudkX4Lrljpa2oaBhoGGgYaBhoGGgR8zBqQ2ZsvfPO833NMG3bgG+W30z1oJx3HQHyiiDdDUeeZvsVSIREtaKHMlb3RcQn2LtiiY1CMRNCGavnyCprnGcNUCbrpLV9dLukm4dfVc4J/oad9rAMIaX6PO3gueg9amHoShI20KYTCqzvKHXi8NAWu6r06qeNkfBb4TAC71z0nSxWviUR5yxuni8+LxIQXIRTn5WHFc28J9c/98KOyOiE+gt2t76v0KT3RHI1qWhoGGgYaBhoGGgYaBHwsGpBv9zUcmMrx7/GmVK7ErGvviX+3eviBw1WOre4BBF7waePeAEUizD5zC6aRr2XykYmRHeDt9U97BnvhwZY/5xZTvqxHRyv9sDPSeJbr7C4wmrqA989Axzx/P2nTg7Xp9ortRLzOg9uXnho/wycA6N50MCFC49wjcRgRZ71ja9v2etqQ44VWQVtdL2mUOaGx4rq/nZXZ7Le1kXkQi+AOHg5yZAizdbbGwHA7/EQsNdpesQ6RTw/WGM3a3tGmGj+KxkjvEmb7/BjLP3Kwl2J8llE0NzwHeg8de98AHlxIFIWpsPz/0ul7WdTbnFPeeM6pWuqHA4sJ3Glyg41zX2Migz2H+M+405Z3voXFMHfZbVYzgTICwQgV7MQeOeFNhTDyK12KnSxR93SOkRptooN89w5YBEEBVrH9s3XWYOzW/cVE9ev7plz9Sn2dfMx82hhR6UkQIs8WwB8xzznf3F4SiujV2PrmJsrFA+0oXFuYjS+9c0Cpey0zmZmx6RPzG8mqfa5EcQOAamDNiFQTnuQwU65TZCJ/a+CCIUhUD0wdYnHdYtTIRGWZa277jXkNFF0PpmXNlT+OSpOU5c6R17cA8kV7Y2q/OUbfkIigwjzWEeSfMTwr2ipt+fbH26HG3fhQkhGqgTfMbrQDJY7hpV/nGucnYC2EojYyUtrTijPuEnzPrRV14pnRRBfji7Pn9VxA/2e7zfesaqlKKChrORH63UNDYcWa5kLsOPBxCucKxB9EVN8aILvtdZ8DkdEbywxW1AhoGGgYaBhoGGgYaBn4MGAhKptBDYcWpYFHLX+mT4DeEUhrjGv1juntDoWHCCgABKcLfnYqBvEvDTvQWb1WVz5oUEK5RP5WeUxEwrUahOENZUbqT8oImq6nq3RIJhTTNl7XS88v89zhND98r1T2GNxWcPcNf1JAKytY311mfLp8RZyrxkMCFYFTBtnzRK8OSThZm3SLHP9vklSLaJQhLPkWoj7GzTHn8HEoGRkHPBlcVgvuIOEoor+HWgkGauZLXGXPr38R+KjnTMvdPAs3ymoxB2p8pLHdrS9ZhmPq38AFyKIaheD6y2gjTgxugxtR6Z0gy4ca/pQ9Dcd/SToqxPw2VN4b5ifdP+1PxIeNheAY/kyUd/a3tP4r0peBnav+HBIl/nSG10DDQMNAw0DDQMPDTwoC/6coQvCmbwQ00QuAeIxlpffcWDxBT/ajnSV0u49016LsXtbL85u71WgNcI8Zw3RtyGuoPet39SNNA30q3yxZMZFHk+AhXpZI+fmkxDQNnMKBwRCtgrYFlZmLQMfC0An77gitbJkO6VIJcX47AM+U9O7rCp8UX9pTHxUs4e3atLncrnBCpn0W+d64mWmOGRabMoO9eFQLvCMOknLEYfHv7HWl1q/36kLyE51liaaslX8BW+vdM9YrOOxQBtKhOocqLOhx0dN2/EeYokOMeFqRg6gqD4Xdd8A7hlg3B1FOZfyt3Q8ENFt2u/R24WJQ9p9gfgujTlSXW+PiWfZ5CLDaP9gq2f8OFUgJFf9wmONMJF6JjuLEp9H74I7ChMTQxqitwXSjHXh11+a2lsj9+lPbIrAnhsZs9PW6gmadaTmsRfVcAl8IT7ndjrugm2M2429qYdduXXlhSIDDU5XK6DlbgbTgHo/GLa+rjyBR9mV4ShEkh8D2bUMJFHVjDu37Y4qcG54qt7BQsM5+FsbYjxuvH2nLs2iauEObjpp35GUsag+bs/JzKde1buaaqahvtY9KhsLP/grIE7r6HuvkxpT15COCiUbTKtZbfgtgsNZ0w17J9fyS4+SvRtQ8LapWLUvkJeFtoGGgYaBhoGGgYaBj4eWEgeElpMpWMUZblHs9TKy/QF5X+mdLe82D5Kk5q9Yv1b3iFkd+tdIc0juEjHJkzv4YyXgiU4GXC4jfbs+P84lmJ+yhHyfjI7aQ8PFyNKJcrcPJc3ISZtoVQW9ptESruztCki5Q86pabdgW9DT6gCSUL63Wc9glvE0y0T1qTd9UPc2PQdhAfaU7af1L12a9lzFV3x0nH2i75iWtKkXMl97ffdkmvC2G5+1w3H6e2lbrim2l/6sE2LK/anhpX39u9YaBhoGGgYaBhoGHg54IBSEZ2DLECHv4KGZDeF5PM9ov7fQiFY++50tyvaLm0hrS9anDu1GpI6J6+3jSVFqACyGdTjB51CjwDRjhn92BJ90poKb6FnxcGcrikcATrOM+yDXfBujfi0bmAcFX/4z2WkMGkfCoCTuGrB2Vr8VUBwWKRM3c7zpLssFYeYXJDcBmMS03z/Hue4ymD5iT+GzzU35i4CJV4len1/FHvPUINLUrTKvergFEf8wMMnlbWrwrVCnjUDfTwLbBgyff+fcC3lM/M9bPxEfC4AYLVK1cuQaYA2ZVRnTM88DT364BFZoclsJbUcWbrhyVsyZABEXjt9NUfB7WrueOCGAM1YXwAqsgag9720mcIMkdgc1HuwvLWuFyUz1VTBXpC/bb7HX3/f/Hk4u3AkKmfBu65Is7Gj46vUIBAuIpVd7hajrOoxQuLfwynJb7WiuK72sU2MbSe/KFTwUPLX7+Z/77QawXbebaC/QmMMTfuK6sLjXDnkHPs98BVhdQ3zBnGbGrU01j6L851jvO6U9jai4co/wYYj3Ckkoxj+Q8gHyWUW8qKDTp/sBlPHZpoA1bYuoVXaF7reKAvbJFu93Ju4AY63OTnvDtq7TSv/ZaX+0EpjNb6hPOJFZ5PaK/jo96PSjv/MtVDkmiXBbo56IYevy1Yy2vRfz3k/Ok8lzsucZZrbWq33wjXhQrD+pdzvD27PRQS7p+6F2ppnxoGGgYaBhoGGgYaBn4IDFSKoZ75u4O/kFYPAfCqUtoKHfUEwIN+8bgNrk4+PGj944Ir73Yc61uh34Ku5LnAHzwH7QlB9i306ccKSkyp5+x3haLQnbRBfiUFpVLJeZ3LNvMv51JAIiL4HfXwBWelAnB4tCLumeEIjqBTFfZK/+rpSx5CZWCPRLGdD4QFPex+RSgJyycq9A06WDzbtnV8z/sft8LgaC8j3v6xTaV90uW+T9+notNqJvnLKfLGh9KOqd21XSfxq9/Bghui8kZn8HEjMMfJaXcoMFe8HH997ltt3+IeM8MxsLieW2nt89Lvzy28ldYw0DDQMNAw0DDwE8FA0jNxnKJeDrlwzRpbr+4ldhqXIV8YBz1sVg+Rr2iatA8Ucih8AscOGc3h77s9e/saKY3hsRGaDB5k0CoYb529hlDuWxukIU7Cx5iTBO31l42BFE4qoKwXm+e642XQHQ7HPtEVCA0wWPu9h1B7Nqw74K8lIitccy/Vwf5vrB49LxYrZSzm4lzP2JDXjgwhKxZkCi1HN+x5elX4CJ9Cln+BO4TTWj6KnyDuKwQLfAVT/hv8uf8BVMrsEYLJzMfn/xUPMnS4SkUwp0tnF5yLAdgVrn7BMjS1rK+kv1jYtY+ML9weDOOfGVZoiR8U7p7LU/HoeMBxLD7x97h/3emm/CX9bT/mGcppaXjLmEpYtRyMs4DjB+WW/OdwAHLi7Gg16j3XWQGdG0Ywj8EcVxydy/8xXmF6h3AwLR0e+flgHoYbabSqsDi3P9OlmHXeDldCysxGoWPf/Z4fPs7bvcH/VJ2nccfV+hCCcj0caHGuUoRjzQ2WR/rFdr0BH4J++jqF1kRtCYt5r6XEO0LzA/3Znfom21LWIs3Ubue9UlvWHBVO+rDqv7V/v9t9z5obigb0YSpoLCp76LFMdNfKAdyNuPuOvtgyVuwzf79ykzQ2Rcn7bFf6YdXN+uJ5ICpItNAw0DDQMNAw0DDQMPAzxICCt1AurZa/yWt8XkvT8ree+Rvn5i7oxM1wQFOFlSzHm6QQu9IutucRencNgiWOirDU4zngNVNQWoWKa3m3xrkpZ5uoK3joPPM3c1v/M0NpT+C9wl4E2W7UwWfNfM0z6k0l1ewv+kaeJMahbfX52e2jyNj7sU32l/Q2vIJ8ZfCWz2jT5TJSeZ4+XVWuuJz3+tfSf4yXFhoGGgYaBhoGGgYaBhoGPmLAfXS834bsxr1+XoO+ZM+5x2gmjljUKKXuVT5Oj037swv5W8poqB9voz3GQLG3P9Fl0pvSMv8BRYO8A/mWx+adC+e/nMtxY3xspN+YZ5n80fzLsl7x/GOH79E2T2ewLApyeA0IlMYd54p65mYIUauAUu1LrQSx0OKs4INayQpT7gzX8Fvhq+lk+josfNNCEUtbhJOeWzrC3DpZPQcYpWDkTbQCGHcH4OSsT4V2VZgYRp0b4a31nkte4XMiizV5GIW+Woq+I8jsEUz2aI4YjrR0gVMrsg5hxx6LxkMsLuAymK6ZWblWfxR84U+FLxhHcSMcMORa2Xa9Fq3UXzTB7UVxJH4qrnq1rPm+B5c942AM19GOgaz0EILGCwBc+VTPoTVZnJEMU33g/OmwskVQFQskteaieFxYwChjDsBDaLW7IGq9ihBZ/NKOGZPHebe9UbY8OG1UDK5gbhdnxmLZikWqutLHY8n0YjFxuKzd450tQ0G/eLScOMernIWVubZBNaWyPyk3NkJCawihvtbJWih6QLya3FPi9RoiL2mC96YxbhD1O+c2lp6UddBF2w19vByvYbSrBrk426sM8Z+gxzFur2TPqGxyKcxCVNLRF/i8oDyF/FgAO6EYBMs6z5UV86D0TZ6f5obHv8AR1r/gTtft9pHFO0NqmOAreWt8TdO57hj4HuBwVvY4gH8F1NFG2huAR6oPsNb5OW1+RD1AqMUELtEV6LvWLeuJkspGULrQy7LX/s74A2LK9lTvVDZxPXfNTBx+3FhKHMzrgKXTRoXljt0eIbXrmuPMch1oAbvpiC4Db1rzTjeuTtMChjXazi6E56zr4FHXzrExxfo64Yh0STi9k8Y5lZDtcB/fdQr0sRAvOLf+CguRDwTnO2U5QNC6C6ILgfOWsfdApT/6rI+2/9H8r0bQjx2+V7f/WvmP4ufR/Nfge/T7jx2+R9v3aP5H8fNo/kfhv5b/xw7fNfhf/f1R/Dya/9H2LeuvCmMqumpVukfRSxopjsrgKa0hT2ucKezpy5LWgf7YHqRlUFyD0ugG6T7oP2hTz/6VBuqSOIVk42yyQj/vq/b/opKkrKGmgEMrwizTWJ7DYpbHoL+kBw35Nx5v/jPTylGObS9lSyvKhYjjPja4Sjv8Xuj+pJFPKhXuKeoUNtpgqeApaFlhD3zLn5kpc1a69Zg/mwrd9kC5wdcDbxf8Pf0inyWjUEKtJ3mkGer6FDwQaZdwHLUoYM/CtGaOMBVvm4grY8iRYXAcLMuLOD5NcTxPcEVfRLbFn4QuBdcWzjvp8j3rmPie0k+RIz5l/9aRU0BalH3uMVsdXpascRqXwG2Wgoeq1LsvY13qP4P5hSJhn/iK8l4SLW6l78ifezN+mtua/UXUsn21rFrlorSnP9b2BuNt6Y7prKXcjqqc8F1i5zGU+DhKvHiZ227kx7RDuGBfZKiPV3FQ+uFjkbWE59wX8+OuAlfH/1zScv2fY9vTVgw8ir9H82+F8950P3b47m3Xs/I9ip9H8z+rHefK+bHDdw7uz4p/FD+P5n9mO90nHDy2EOM4ZQi9e8xB/7PbBy+wR5bzHkaRCmdJjFzEPfaJlrgDmLr/u8zaQQgMyIGkNYfdnxE+/1+QZ3o3TbpYD7Iee9kpkxl+R9Y0NIwjFvm9rHyMZc50wrKG9twwUDDgBPx4OdQcgFpUzW6WpQklRHVPtN8jXMXKthLur0JohS03/IWAy8nhZn/veaxaPTLMPfd3AgKqdI8wyzN2OXc1fbjLXD2fWq3wZdXAweQNppaFRDfQI/jrQogzQzeBKdMVUxRtDl1qD7oaeFGQEA5imsWFzYV33RzoYz6sgC/USR7bMwobZ4fqZut1AfzJuWppW8fdgtk+rrf2ZVniYBg9q7jDV/9uEMYSf5zp/jcXXa1rGW8jArBgnAKfZ+qZuHGylHRCrJvlWZNIkdIzAmNO912e0RrW3WxShND2DGwXqtTCtufs7H3MbZ6rgPNCnvOfKhPOD1SHFXBYUAvTPXpJ5rOPVUYwv1bK2+dLnadxBzeJHwWIuNdTUB74UlhtL92ONzKVfma2AGMXLvKxpl7ZoIu0J39yfWOLJ8YNcwAB68D5xFpOPLJuuZEzX/SHuwvikP7tncsb4ZvBBT+69VbRwBW3KDDM3x97Ej43YL+8eQ6wZ29s7QvnJ2dhc4ZHCM6fvtbn7FUYrwJHxxnKwrZGwD2GgZa7YaBhoGGgYaBhoGHgUzEgnS6/E0qa0EbFuvTzYJAflCeAHlXQqNVs8I4qEd4aUoyk8DfPyFXxTx6YNsoL1uvWYq+lt9ygvWyHewvS1pxfXITY17Kf/y4dmP3jPZUYVWA0/kVhwpFtog/skxAEv6g+i43xl321VHh8TY25J3G0tzJVVPA9vb/uIcYn3pyq8Pc5NdVxuCytjPun8wbLOtpzw0DDQMNAw0DDQMPATw4D0Hxx9q4GctDfszKW++J6Gf0v6EBpo7p3X+/3tfRoX7rI4pLGpGbIs3c8oiqMDi+VE60rHcN/5DFf3jhuUJlHfEt6bgnJC6njZTXt+eeGAQUiw7tnY/6NQa+bZYSuDMWYEFhb7jgntOcs4MGzOKdZ8nqmIScMwi4YyvDVzoa/AhzPjtwpBOPmoyDJJHZYB4drYJnHCDIGzw8Jl4JSLQCFRQYeAfD7n2A3tMxU6JTaqPO5Oiw2YZ6G1WX3/5BegTqWedNEfz6cFA5O7EeEOODuDdwJQlwfqkucqX2uxvnY2d/4wdcl1RSe1+fipaMDxeXYfwtuPABd7Wv6suCEr8BuHJsAEW9/+iAcumblPGWtqZ+Kw8RDH+NMvGmh/L9YTmtFaf31EhTSRt1Fm5soByMQ8kf3ypxNzdwJt14Z65fHQtTpD9E/aDeCfYRz4tLxlmcUXxrzC9jD+sC+1f3ur2iVz86k+4JuqO0/rWyH3f9QkmtIGWsI7GPo31I0gl8VJkaUO3YjY5FzEE41ozcVB74cO87ROMMLfIWlbeAs15ar5Uz9fJKyB2fCx7ozYImtpvu1YD/FmEfZoa4NXf9v1gQUNBDqB6xRyKV+vFZLfo9xSL92EjJhLb+cy6YR3uVlnCHXqq53M08lCMYYru5z/QKu2PjLlJv+LvG3yCt8A99iLQS+Ic5BI7KmMd9JcE8udePEFYTbAN4Yd89eR/39G9mo0uvEMOBpYAWWE9Daa8NAw0DDQMNAw0DDwI8cA+FdSn5W/lba9wOf87oGVB5My9965q/8RvA60srXqq70VNyFvQh8ow3kjyOGCk9CGj0vLb0vXSt+23fpU/kQlRZR4rUt00YZj0eh0phHkSsvi3S2TdoVxc88ogbvVNDXea1kfSAqeUu5H/uAtiD8TRo0afDaXzPvl/F3V2k/FU9c7mHEdb3Xp+pMf18A7kpbLwqY27eIrI/RD/Vl692+KwoItssy4rLd9Xlxn4ol7gMeNuA62mS6cp3tv6mi+WEFH/PHO59O2xhtqm0r95ImjAI+pL+z3rVstq9ea99/DHG1/T8GWBoMDQMNAw0DDQM/cwxIE7tfjbESsps+PNhI/0GihMwLQSv7puFt1qP58KDKl5fgRCtgTU3co/7+8Gdq0RBTRVA9hUDzqjAHLTwiT9BDb3iKEdIT2kXKooWGgZsxkAzQe5yzO7Cp7vlDI0JgN9slUBW+dJ4luXdCfP4ws8YOl7yHdy0L/wVEMp4KWSX4eWIu6BZYK2XdMO8UHt3NJEWRm/4oWtVFtYxvFwIS3KUCZ2p1nBZRmZM9Z8PqvhiBFlrawv664MLhoqX7UhYVcJca58kqhfuAWEQSNt276o7A+H6vYPVrsKxrhCWQifNnwBywYVX4HrAhOEfgtEVQGAzz/m339gVLaq3zYkw+D65sG63WshvX5x34EwOzcO5c62sfMzaD6cK6kTO097gIJvcTLQjtU/sSq3gE58IWwlIeNo378sPhj1sHbGGpHBYDFHRvkIkjqEk1OE850zbnaS0Q3AROLvVTwV9l5C1PC9Yvurl2HN6/9oSQMKwsdIWebjQqZNP9KnxTSh6ExXkifBILKCQMxXV+wL9M+/EZ8WKsr/acVqwDHgS6Q47/6J6gNebxdPpj/7HElRj6RLcmI+viCDHTseZo5d0zyWZr1iXOT8vwB8ANseKe8PTz1vdzeI0NS90uqoCwPAc4Gn+hdL+rdGNfagmv8oP9cc/4WGt/lqPHtn24gOYs4BvOoL4AePvUMNAw0DDQMNAw0DDwA2FAGjkUhqE78q7y8EJgtYAreEvSn+PTrn1fFLV4lPqTt5CG8fglN3sW/OwiZT5WGuX0g6pwCkWl8VIIHF58gkEC6KeHJY0FTPJH8rsFfukw23EazkF/nG6m3dwOsz+iLbQr6br5+3E+aqWpm/ie04xH70KZlr9Ja9d2cD9Hvx7lX3v52HIVD9zQo1Cugs/CO62V8Fic9DtXEYimxbkl1raV57vbtwZdbVt+W86bc/1U59BaaVfjglnKPor2xcap+0NeP3yobVveb4Xq4yhallC/nt6Xadpzw0DDQMNAw0DDQMNAYkCaQbr7X7vDgAEaBlUKhCHOgqYeUKIcQ9j61e4QG//+vkrfviroe1VjN+RvGmEGjSZ9aL38hW5UFqMhjwqRYy+tekzjoF7XQsPAPRhQIIBlGuccjgfP8FSolC45HfIKEXZ7/Y9rno7P9OGfWERmPUsCP2Ne8RdnnGpraI2mcEmX1DEZPB9YQJI5HA9Y1/Jt+F6XnaQ9mSDPhSwnJpLV0N7w7OFhn9a9skCV2alCwy6EHTD5AURa5R3Gv8LkuugQKazxfJ7RvQn+YIzATJTtH92lfktdWCpizaqwV/GwofqRT1iNEz7ONUVwNBxgwC0EMF2CSqsj32N/bCflughj+XgAtjcVDKhbbfUcV9ampk7WVJl83WV5LlS313Xbr+kCNgxiDDwPOgCjXqyhO/rVMwKw0mTgJSAf/taFOPGZGwhs7mDl2XmGLcoTnbh/xIWumwQUr9KDYr0By8exR2iIxW2HwD5+sBhDFVcfQDyJGDiwqjswHhFc7jh/VTxHBSfptr+an5O6cAN3CGWNb3dfvuJ84XDX7jdD9mfiJ2OO/2Y6xxmARZ/qhlxX1R3nMmgtKg4MdV7l2/W/PZsunlNWrabDxTmFjBZUyox5aFHWcyUEjCbV+sJ5v/8t3YsmGW3Pdlqo5RyPyTijzU0Z4kMIqysQhZg9ml8HlCB2vwswcC4AbKQRvAofX7eF1G7L+iknlDjSpXvnmRdomhkrTmqaLHeGVc8GPRUfEAD3CIB7xti7BNIWBaCy9kywVnwu4iuGFeqHi78e4bmNNo31TJ0ylXL0sAe2d8b7QYtuz5qmD24Lc1s/5rOd/KefbG6cQx/rd53nH3O0mIaBhoGGgYaBhoGGgR8XBoJvKLSHmvSpTZ+Wv71eR1boq9mbyzqdcAvfmzR58jEKqeIsMYSNAzxqeLIKik+qnhB0h0LdUm/QQ5VamvEa8EGTBD1Z+BKFpnJ1QTQGA0qdy/y1zLmY7U8LGk5IQ3gdx+RgNQENq8AtvRBRJ1BUrAV9d7EW2yZflZ2g8DcsshXIhyXzx8yS7JUXtB+28jy1pOQdKk6BFB40jvwBP7bBM4ylj+v5v7UtNf/2u22S75DGtT2UGnikbgXbPkenXy4x4b2cJr4u+ijHlfsNVBD9Y93S/YARdc6tmp/i8x1/Epf1zN9os22lL8VA5Rn0RmbsqRHB3L41SGo/nYJF2mCMss/SmxJlh2exZdrlaFzGl+eKs5VP26OcZ9mX4cqbRtf1IdpfxnYtb9nKue31a3JkNY3jvKY5NiyoKeZ8euGaQ3neML7mPJ/09BScfxKsrZqGgYaBhoGGgZ8XBoIWxiNqUKsIgTmCb4/X0/z11Q8qhilhHIXV7cDxfCEsfh0KBunO2M/8XyDCq+EJrR6yBHiVvmefecAgE8O0oO2k7wp9cY5Seh3UreSfCQYkUxGoKUjSqrDTJ3qaw9vAPBz71yFc1V3nRMCfDNLXIUP4HN5s+KutgZaEwrn+5MxYhYI7zOSH3ddA7wQ236uCBHYS2Vqy6vJ2QHj+nQJq3UiVb3PtM3GuyFjXxXnJ8L42JBb0cY8AH0tllzeXjYSotoM4GWAuXbEqcNu/IcBD+OamQmW4nwZpYQK07A58qXjghsiGUJmrkQ2CtzesgB2TMT42ZN6SRNgqk6LrYNwyhPLDufEuhxYXuKxpvIN48ajQPc8DZo49Y0xSthYEOxQ2dFkW7paPmL8tjSQ7OOujn3Glzf1Q27wt+0qqHGky4QdcZw8HFUYcX/Noq6NuJXNJa3pCwZ+bQ4PCN8+IxdLh/jktDGk1mppfvhusr14RcdOfdE/OOFQpBYLBVbOOz60F9br9Y5OmrrtClj/uJ3AFTgp+LhZe83GnMJVPeubxbo+yBIL/Ee2deRwu0h6VScYABM8Q77q1d57eGT7AXeok3hHTIUR/4xzgAYWT99B0u1xP7s+RM9Z/BNooQdwdhG0KFRdG5FrIBNn1WKDreqXsowHwMs+UuT00DDQMNAw0DDQMNAz82DBQaPpQNltY/iaY57dOlnyPdN0pbef3el1uctIWafWLl5zgdVIRb86XcCzrjG9L+ol2KEysVrIhZNOTDzybtPEE37NplAkGBL1BRxcLZogiBVNxFJLArtR7GT+q7uoAzzbQLttGO7SUNWyhtNb6JTJf/GPJKvTZB1whBC4KfsEHlTFR273SrovF+1E3zwrpaZv8pH2Uyo5P5vmXMAac8of+s40Kt/NahXeZdzXBrZHHc6n2/YcxvSi2pllEbXuURXHswW8a6v0485YRdJzjmW+1bcv7veWvjvOj/rOt9bq3lpavYaBhoGGgYaBh4OeOAVUZ3YGEHme/esQKOOlBNz6hS/GC2nW/ha5g/9496JcH5CzQau/vyt8wvCkKe7XaUCRkj3SPzMP9+lRSFf6kcY4pr5qr3RsGNmEApktLqlFz+G/D4jYEE84FAxPggEvgAxvhu2A2jfvcIae9b8dZtiOWs0iXAACmKoQATAAI4VTCxM3p7vd884zdaqf3aljBnbAwEQO2HsEXArl6li21T4yxC8mI1eoe18A9gmoFXMkcVURH6if+QbhE0Xu0tQ/vf6Fcz0DN81mTeZrrneSYsZGg5eXXCI5+A9ZhWEMNNReapwEXDXdZ08IQuA4INIuV7AwVXf1h40XhDH0bi7JWprjgpZSnhcpU0aMKp7Se7nTRC1CBhqOKqNd5sJgLkQ6hXmiz09e9mkRYAqe4y8zCeg+8c75wn41QTmt8hfop1DwtszKD9V4AB9ZQoDC5m0dxxjc/dGxUjPS9FuE5Jkv6TTfrsNfYzuk9RVqX43oSyPi6MfURfxcKj/kLTIPeCHT1rbUGg8H+uTHEGcXxQ+/4xz017usUnDs36nVbkRWnEBGD1iTpBlpNLjr7YlFa/s4umHk29Ts/+KF8oxWwm1KWf9qfRG0NMYYtx0A5nnen8Fd6oYzXecMtN94i6fRHxCjOFi5whpW+JFBAtBjrgYUP83Mq5MyDpZgz26kiQodrk90IYfOu9wa/r+PQNcszlA8HVlzuPUSbii3dwfRetV+8PxgCV262ClOuMcfzIrDxYCUte8NAw0DDQMNAw0DDwLMxUH+v65m/u3Lmbwrj/IFfCQv65iZ6tRRV6cl6NzrolnD7DN2p4ia8ttTD8srsxqzTLvIPKr1qnRCCRPifsGjWutSSQuBo/uMgFxyccKH7jr9uewtrWHkz4B453mXgzN+Rdz0S2TbDsr3HpdZWHsfGGzRpbGTtaxro4WhPSRu0fqXpVvLfHaWAVCts2nHQEtszjNfxfr5dZyqf8Cy9bd+U/ore5nX6fib/LdETL1RwVIS9ti0F3LJM0NdFoL5W9M3tOxq19pttLGPQCuTLgzevfWqk4fQ9Y6//XeYrfUS7h2grY5vh53UuLHOvp7me4jhfTW//Zh87hsPKe2rjnGbKe6bflyl9PgrBx9HmqZ/9uj5Oj/L9oC8fWnEFmoqBK8na54aBhoGGgYaBhoFHMeBvcaFbulAgQ2Yz/BkrYPZf+a3VM6ReNbv+G37XPbLzDK/wKBw1f8AjrcZvOwaOHnfqcYpJ1wCrLndVUmS/Ps4BRigtjbWkBG791a1Vt3vDQMGATNE/4wzPHoZoPleRocUAVRDTcR6wQqOYEEdE6SuR6DDP4T12wHf4ljfhs846BTJNh8Dt7Us5Y9csulZW0/ceTt7ibwgKu7pOq0dM+Ce4TgtwIeHcUM7k3OPyONtVBDVlETjN8eh7CnoVAP/v7rt/6wZaZtcFpeJurQaZVnAZFrZYDoZwZS3d/XGONv95ltRu1DUt1smFqZv79VL5djBaOrpZjhADojzff0t8ARnFaWk70KcDmx7zGUqUfRF3tW43M7QO/S39XYT9dUcqkuSYrqm33hM+ekTX2QeUIcDb+fG2UuoR7MKgsF/322qo1x+6el/JvxY1lWl59oMWo1oolzE2fV/LfD5ODS3h6nGjHec9PzRH3LD6fvc9P64jwvMQop+vetuX2OzQ/bAu073fWSo/7u+h3ILQfMLVpfm5BTznltuGCEvRHEu3/q7dGeZxvj5vYoPP8R/96NxU4SA3XGoZD99tq78tzOOeMahr/8maf8LDx1pybgq3rtlzbt5hBP+xYGJiVZIopHiVX0aE0h3jLzYqL8C0WliLbBhoGGgYaBhoGGgY+EEwkAIwaFvp3Lik06RT76O/b25ECEjZvIGWijN/5XHCpdxW+i7TpXVsKuspJE1a/TPaIB0p/P+GFtRLE/wqfPURP3QLUqChPH6kRylxKcDe93iqWQp/bylzY9qkeasVs3sDtisF2UHwbSxnPZn8v951QI/9A98Swl8EwNEueZeH+Jf1WmusFrCoRtKeWfhbv73irtvjvOzL5BdnC+4b+ceNAE79V5QOHu+zjRWTrCruzu1OwfrMM28vq6VsGGgYaBhoGGgYaBj4XAwkDcE+LUZaeq6JozEwVjqMeK1EDqGoKPYg2dvds+/3hoFUGHN9wt5f7JcrB8HTrQZU0nR5FEnhFRT6Iu8Y4WP01AqlOSFv3tmdotpDw8A2DLCvHwSug9+zMg/4PVco1HE+qDKrtBllGux5f9fiTWaQxIsBuK2m21MJm0LTOLJSRpRJOqAl4Tm1HMCJlkQywWkSTzuK4PL9/VvcimKJ6BxhsifDXyaSRT4paJEWAsFYIIo/+f4PYAfBFVhSABOoEl0+yCQi6Ni/iUsnM2nCRHKezPeAFnCsZMyzPu1gtbY55zlcBwMbZ+eGgCjgMmPisWrTDiHo5/xarIDTDz5JprQrFV2JOoXP/tTK3Kbnec1pzTqyMSCOrMrxGLi17MJkujibJy1sf8W4RRsG5YQ4S9V0d4YKX1pnZl94XlecmRyWkI55BONMiDyjK9NUS+96ZlR+Y8ZonU77egT9b2gRfff+p9JOLYvdfLhtLC7h85yqAffZo2c7c/70rvsafGAty79ZgHiCiJxIERkwMm9sHxACz9e7L56frfKCmv3+C61xxuaWPncOJjqYj25DKDj8JyXzIwZcMUWo+Uj+XcGrmyJFgjefIMb4iLrd7OJ8BixEtcZWgSFH6q0YpJ2xQaKSRro09gfX9hvcPolQ2pEv/C3wKfycQiEGDpTjsLQENxfxF8wd5RT6XuwucoTl6pT/wwO1My8P4F/LW70sZKnLEj5kOo74QKDkOI0VSMsX1sWBc9J1uBchNlF4Jp9EkZiIYDnRUY4ClUXoQ87C7hljejDQmnrUEkSrjRhDNdstsGaeA2U5XnUDGFYtzn3xDTzOQ39jhK0GN1tGYItxQV5HWseG6o654HqgRUpq4ptjAzzRt9luSiYPl33n2PfVc4mFzXkM/hIXzt/TQcKnFhoGGgYaBhoGGgYaBn5QDOjFxiBNLM2+x2XaOKjRz1VomxnASickHSA9NPNA/O5P5EdNN+eMOsr3OZ2xpayg8+VZ/wUM0HjSTdIl0k2Rb1FmISnCWjNoMr9Jz2vpCz04coXQzSOErEIho0myrlKjMUHT2Q5DsJb5FH83/SllhgK1MMszilNorcqHQIUFmVhJoaHmWVSQvEMqYM9eb8pZxfDAlhFsHXnliGzvhLug7TImPpU/tT5fj3G+TLV8TvpW+i5oPJA2C0mpz/N4DUHfaxVMKH26pG+NPhcgVe2aKV/Q0iEE1qsSvIXlXWGklu1aq+c0ewjgoXcBHHChg0VkjDdp5sTmspzT/PENvOcoWaZcf+5jP+D0G42mjK7S6n6OQckt2r8oveL0tIjyvv7Z/LaHu+OZsqPPpf2j7bY+6yjVfig9v36IXkSsp5jHa0m6GN/znLKdWfNUiulKY1ZxvqjZxynfMj7mP4XwMdaLSJgpl39rPcusn//swKdfYgLU2jOurkERu8BfTZX3goGyXh1/m9/qujPHnDytD6CTRO21YaBhoGGgYeCXhoH6+7H8XfdXyl+fEWHrjj3OQY+a7L8O0E8hn+A3K+QR0Kq9x1WeIzIsZ7k/fBdyE5oeOc2u/yswYAWM8Nnf0NzXpHJ+4/bIvYYDsiO8Hw6dBjBE8r/84t5Vc8vUMJAYCOJVAfCfGOsISiZNZTfZHXxoRIQ1Iy9bqNun4VXqLge6zOiA5WMX2sjGO4XzUuyiq1hdLO+6/+StCBRiehRC82kwrRQEvg7vfwdS3d8qyFmESuB61jJMQ99zzq7CSxn7F4YhdxpAES5dewR8fbUYFXfnAngM98f4nFcAHHi8sPqdK+ZsPDhgwYw1E843zlDWChgB2KRZfpZhsNDsS8+O+uqLi6RuWp+Dx4RLgZxMtOOeDRDOxXbBTYtWl1qvK/gonxW6KaB+2yNMV8AVWx33j8WAD6FYaAcxB/LsWAWat5Qp/DUoAlW4pZUy7qqvtatmO3t3bUC0zFkGw0GXxh83I85m/fCBNrnxxBm2X739njYDZ4zLW9paC024nAOOs7SE5/bID3fMabcgEBS63jgOA75a5/a7gtDwwMBYy3V3e96PKesYLV/Y+NQSvcOFv4LSWLpZF9xEOUe4iOHAsl4XVDRgfvYoB7gBc2XkfwTnNCZ+Z+oY1AJYQStWwFUATIxhKfyNiPpHvNOIcBnP/Oy4cr7WBPfcmVMUmxqC1q9A2XfHDRvH9G24w5+KDuxMb+2hYaBhoGGgYaBhoGHgB8YA9EVal8ILsmGicl4PDZnC0oeplw2NkzZAkRK6ZOIhtACO9w3ZI4llAGt4mVFYShsUwgVfVGmnrWXdmC7oK+DXWlklQC1+UbwMQdyNRWUbKj3KHX43LLHhgRUAz+2paW6u4EKGSqOV/oCnsx3HPNiT6pWPVeipwD6En5b7olD4jqDQ4xk0RtvcLHyE39oKr21VeM/dnVLbzj3b7/0Zc0x+yH+0p7TX8TfQf1X4uxXaZ6SLttrek+sZZbcyGgYaBhoGGgYaBhoGXouB3N/PfU+fU96g+Y+CVz3cpHGQhjPu83cc8dfraTT2KF8Lm6WnoiKGesgb9Hg7KfVF1dJcHCH6pkxGeYcw5l7pC6nNqLn9+TljoDARPYR8j9BrHP+MYOB/GGwKcBhmMDRugo8jrot7hKvh7vQzEZKMnNa+Pcxor6vlMNcnXtgDfgV1MkBMBTQk+vEbpkaxEi6T5GUQC1cULpy4DMb6WDyGoCUY9loz35Gg9GodY8rf7cAlOKUBNcGL7sKnaA/hEq5md5zhFGrJCIG0VgyLRdYRhTuhYQsUYwiyFAwqXFVwmQsiKXh+4nJD/YcDQiYtWRHMibfcFOBGzHRRvbIYQxVCuUiPw38hHASPaPg/F48y0lbowexYk3PtYUYVOocFN3etKavm6x7GMPCntaBAE1JTWFxxdpeaO7g5SzSmYDkSbfyzFIYFExqIgRke+KHAIl4Bf4bSN2VOrxXvuIzeLPc9B97rZjncSxRN7xi7a5k3xCmQ6+nLw4gnAedByRP1FtycL2YeXzP+FBAivEQjKi2Tze1cuyXQP7FW4EHgwPrxzlnAqOb7T0IgYVsZ15GnrDH1eVFtjkndVDOP8Zig4DDDdvj6GBdsTmnh7Jm2Rbv9aJ65jhytJaWaKzfh03I38MdZu1rCRBeExraeFeqm4rIghcTUF+1VO06BOfhCIlr7cpn6kWdhUQBs33oWsBtoBjeyHOdq7B1p7QmWm09usGqBrXUKbuS1PJ+CcN8YBsfCwto4stNYYQhvDZw1PrDWZB9cHcQ31t6SNww0DDQMNAw0DDQMPIqBsKJ1wwbL3xSg3kc7VTr+HDzSjEHzL8gB37vQHJOPUeirlr60+WWaJAVq0DUUAMnBlXxGF5tPeorSmhnr2aDbSnvuoAfPteU4XlqoCH+lr9wU4z3ae5ww4ow/H4AVbiDoJnnKoEXzPc9QTUviKf9Rmy7jbMpz7gE6MPmPgn8F8CGEn4Wkp/13rqjj+NIm2xWX7Spt09tOnDV90q7jAm5+q4qJblim8i9jS6UC+sXxlffkY24u/JYMoZAgj+NlP0qv17sFVZz4fF/Q6jU3ZrNtc/t8d7A5LvJ6vLY1GG3PyTW1q9Zo/56kORq7a+XeGpfeCByjtb3X1pFba7g9ve2/FBbflzi8lKV9axhoGGgYaBhoGPhkDOh9dR97+dAWWN2O7L+6z9lDz40HPLgMCn+LEVzQAK8DUPlWeKnBU+uePf1eT7fQdkPsS0JvQGtpBNUDj0qUo4wCb+Za/Oq+DsBW8s8ZA8nFOeB6hZj4RFcgNxOcDjMFql+nVSjEb3W19XlYEQaZAK3kPC/TZ2SZWAkKiwJgGeSBMy9H3caGxaWT5EFGMmq5/kdHVh2CkoFzRncHGX+nJfAAQgizimDiwPsBBn/AanBgQqeg6yIXfb3yqynEgTBpnewZyhUndelIhiph4RkYFXaOnvvMJsRBBQDiqhD2anU3JNCyduScXQ8/70MLR1gqXCcFicPAo8yRAKViQv9Gn6OFnOPgJM89r9Sha1qdZPWhFaTltNrjhgLbApbAHuBMfZ0J+auo6itKUdAvDt18YNySFuD9c3sIxooi+GEYdU0BfI69/sD82FykEFsGOHOzSa0i+9i5UvAbCe7641ykPz3LQCvlBxjjwKebX2zmhQW18yaRtx2yWr99ypoxjCobKDhEo5t/dVzfP7YZJ57rjVt3z/26vRwFq4wLXJF0MUfpgwrz9lZeSOkmjecUM5fBXxAOMQ6pcxrDy+wxOMEP49zdB87/HQ64HGfNUGC+eYgti7z4DBGzV7MNjwN7XQReq8GxmxuU7we09tik1MViQn2xorMf6xiYEwBDzAOKZ/7uv2L++ntiJas4m3O2p4aBhoGGgYaBhoGGgU/GAApjHifhkQ1haQrNHcdLVDDKb3p9ff5d+ihpE8/NDYHjljqPaAotDbWU1fIXxVY2fqRVgyYM2v8Mb/SUxgD/Qvir1fJdlr9HbU7hqO0ZQ/m5Cg1pR21PvT+lDRYijSgvI6+lsqB8V4lb3o/wbr7tIeholDc97kkvQHkt+2ZZ3/ZyV1NOcC7KLG2b6NEjnK+Wsj1yqm/OIj+QPHb6wpIPO+Z3l22f8932NLcvx6Fzyb5bDzX1+tdnxNqmZ7RrBZaK49P7k8bnSo0tqmGgYaBhoGGgYaBh4AgDUBIauihX0uskQY+yox6ENDxyD5/f6QFaMr8eZX7ai9utyrg8hjX2qKmtinfdo/Ts35GjWLsvaWwUe838kaJuoWHgPgzIfIXkSM0HBpmDfMBSDgFwF2dSvsFQU7TnDmnl1n/DAEVYpxtmiVfzvzQ4OakA2BT6DQiXRiwf+zcEE1qohhaq09LLtqC1oUWjzH8Q78a/Pqg5ghQO3P0NplnrR87NdMIGDAldQEEy48NtLK6Bh/FPpEhh9rOhdIHwDCJlOXGmLQvLm5a2bJDEmZ5lsUutefFr/6eITVx3Cqm1HMQ6UZ/zIXQNhsw+fw5eLXPEis/Dz4cD542KkzOIcJjaJu+6zXWDZBhMD4y9Akc01bEqTnetfCfdXYEx7ZjP85k9bxeXxgiaFLhqZa4bqrA6jAOggHY5B/xupaBIOEaUJgZcIitg5Q9x/A24HNTbQmwAlaRpqchGVxHO7bQyCE3wWh6FBzz2UQ1LjPqsYgI/aMDjz0e43/VnRJwWnNV7LWHrPcBic+LAmHnf0Z/hXnrOXcu1H68HLXTFGm3ZsxH2zp180ZoC5/UyMkVHQZ47u2Nu7t7UrvpdKZfyiBbue0LOb3GHMoe4jP5f4v5KqVhva+V6QGmk23N2ssosAYttreVEi68UtP45NMjCol8BsOsl44XBXUuOXPR7hBg3WqGAa93GM367cLv2T/rS3wM1zz7i6k7UZZXUoqvl/ZdfoTfDZqGKHAnN6t/RARRjx3n+fRBLbwjge9y1CH6cce336XdhtZijyGl+kS+KdoTxMOxdA5nDnAeca2SZ92X+HM37oxLbS8NAw0DDQMNAw0DDwKswEDRkoV1yG0Q6zDN/PbdLHsua/S1fUhQzLZUKr+ehW6MJa9yct1BSeC2RxwrLzFDk49mqpCPiYa0e8yrgqvClsDSsSMu5v2u5LsYFDUeKStNdTMzHKT1whCchFV11Q+e90lpZCKzVFI5QOsXyMNULfUYiachRiwURYX55pqnOuS+WReRzwevHD2djAiYFo/Y5RL31Jy2t5SwQTP2QDblU+3olbAoWywvbFe2ARg/aMNrk9/WcN8dOeCRnNEKYudifyYE10+Fr/XILHEsvOwmnjXCvxbbZf4Jgf5zrk4pJv9dnHq+F2sbspBw70UfZP2FNbxmlMcvSjTo7Bq/Ve/J9an8Zl+H1jjSqfxuCp4gH3hO0++uubY6S80/1PpRri2NWHMqf/9Ah2189nSU0GRfzvM7jIzDL9x8B9EdgtZeGgYaBhoGGgYaBEwyMHG/nHv/ujf1XnmJPl99pzwB2/15PrYMyr6AtNZOC9uNv/aU7Ke6hV+UKB+QM7+xT98jaghcImhJqgPsoX4NHQr06Crc02SvgeKgRLfNPEAMSpkFRQ/QjUBoQFo5YtMZ2fCHAQ3AZ55kyIdCKSAbok8jUgE/7MDf9NdfHPalMapx7k1MgLQbRAP+itbLCSzV0PzF4Tmaczar1tIJDiXlhmy+XDReYHou8bq+QmIlcBT0rzMFToI/+A3cIzt/f/8LypWsv+0242DQphHzd1IhvMlienSWcaMKk2ycXHPM9t8+TMUfIpBUwFoczY5f9SoXHIfAkDIxOXb3hFiE3GZ4Lmeuu2GCMowAAQABJREFUguawnsYlQ1jITsz4jINqgS6ay1QhD98ZfGoPvWFh63wJd7cKplYZJ7JsChUnjjWtfxXMVYv4gHhDKQvYSe2Y1MI2tPSF7eFx6Dz9V/Tnjh+zuT83gLaSZGTTqNfClnF4fBbrSuILUSHQRwDau3YIl1L+WCAqTi9kPvtJRl1Bv7Bp0X97WW50dIz79+8VTNe5ebbC2z7Ql4E/1podihJJttj/y2utSISerA2uBZ2eA8I6f6moMo+htdzb45hV0Q1q2YnDa/gzMeMVnHeu/XgPSAUI813Luw5V/G44dY5CUYagLn9HGICs5dzvrOOo6PbSMNAw0DDQMNAw0DDwGAaCFlBBC4VfNfYRNqbV7xot8CyaZQly0lFhLQs/Gpa/CoKrsFF6elMgXfAGeeavSng9wsa+Spw3lXFHIml9acRi+VvhL4RxFri5Dcv6iyVzKL7KX0hD2cat+FiWde05+yC8K0kTslE3Wy/btroLsKi7tHs7r6NSsO2A7oT2DDrf47FokzTrzPsVWG4uf62NtV2V77YdtS2L9OL0Ubwu81eX1tK6UXbOL40AvKK9tvkDNMJ7X4iyJt66lHGlXTPO76vzci7HSrleUlH2bZ7bXPuZu+NG3uwp4+dyC9vXhoGGgYaBhoGGgV82BqQ+kHm9V8vb3OcMxT7kSH3/29jfjX1CSYJXB5VJMcL0mLuJPoUeSKMtvc0g28I9dchu+PsZIL26ya38HxQD8xCS30xXy7gy5rzdtMeC8TFeBogzbjq0IvSPrvvY4HyCaP2cBoS7VIRecZan5ywxHWTwksnjOTRkPaP1/8RmgEK3uXWvg1ErNjWoB3y4a2XYMYGRgPEMbFqlFiY05UNqkHzBnfY34PJ3yVAdCSCeCTGM2v/P3pm3u44bZ16izu207XY7yTzz/T/d/DXzJN4Sx+4jat7fWygSpEiJkqjbt93AORQ3LIXCwirUAjFSWEAiyOlklckeyicx/B171uqYTyGAEmyIHEF/sF+xBMBpUYcWzK7tjUgK1+NYGP9NuOIMrKXPzZqMfkgf1b9k0sCHe2VpxMg6/SgYgy0F+p2CrWuxiGevXfZdoi3R21fPy0WeooK9KOgU7hFOH7FMR2lCh5XIHwAv+w5JsNl18Efiv2Q5Kgvy458tBC5Y0Wu1KczzEK7bOF85b43pk9ymH/vfC4dyaWzkZoxHz7Tdp8Yfgkw2ssdNdYj1xnxnTO5qESwiERdh3486I+iv67WacPGF92pW/0WbC5fL1qB6sauoN6hv0Co/qB1EKGC5oWfbA21FPXEhL2G++hn4cyvfWQDZUgbWrV6wuWh8ME6EywjZJ9bx6X7OfNaFkgGLaqPiyHq6LXDVcezqENik2RbX9dv5NeUKx7LKPdE3BB+C4BgVNUx6x/ubcxWNz3EraB6y+2yUisLdn2NPxtet9O1dw0DDQMNAw0DDQMPAXhiA3SKEZw4U1WLPXyuGIZi7+1138qd/kpYN+hlF5BD+XjgXvgBqpKZIlgrriltk6J50W90JfoS/0G6Dd5KlxLeeJe14g05xHcybAnuB3+egiczz3yBl5/WznMwcGIJCFMQ5EB4WmvMGLItVyTosvuRhod9E48H34y64F/y9+TR4SpRk1+k76p/tuFqEX4Twl9a05a/ObBFkRQPzxbdTP/vW/KStPIRG+E64TvOfrHloQVBV48gw72v32i/TDbyiBb+0FVhTbq5bpfQ4tMe85ef3Q87rF6bLqUe0W1jCR708ptZT7vimwF3Xy3Wm7rzLAE5KH85HOm+udfIhpc70W+qItzKOtbC9f67l8OjzrFGe5/WucDLBz1I5mUeVpo42wUn9ol03DDQMNAw0DDQMvB8D0E9QdV4L1vorW3gij4g1egx72Lrx96LH5WUQmY1AwvsmxkNJmw8eRHYBV3nLIyrbiR50IKcJuUIh9ESfdPJwezqxHo41cNAhuxTdMmkYUPfWPxqnEmBq4f+gzjgSwyyG/05CN5mm26JRp+idXwVxwfyIyZPw5vMsl7+4M5VaxnSfUb037YnFG1oSXzcweHtZ2mKhbDdaSFFKMPwDwS8gZb36cfqDBrSmFTMHGXPvM6slmkAEW9fJtYBczRJGYY5vZz9KI44eC9buhFttTTZl0WUWcYdbYMMikz1jERqq/41oU/5l8lsoCSWED1mld9LU8YRInF1xKUAs1Fd76gOhL0WBYoWxKW+nJ/VRLVB1CNLjEzJ9/dQdgkeEq2gt8bEIa/hgnsFnwnk/817MHB+ULx8aM09YsF6XwPyBQFPwAde0Ma+jrz7JOrCI9IPg+4PgY0HilSBLW3k36M+0JXOHspz0tWfyjnnxdPpdEAWPZDgw0uAMXKWQVZdmkl9VuACHWrCS++YPWVHbEkNPtoScb89oozHXnoFPaKtXnbZkdCeO0X9hARdXgXfGFfiyS2smI3CGogFwSQzvjEif/UaXLwfIwy+Hjw7hNN8TSMA7ML5cZsugYaBhoGGgYaBhoGFgDQNWSBZfErQ1iqoo332Nb3OUgdXsocNdchy2QIV3vkd7m66DRtEheib2+w0Bdmr1r9V5z+c9fJboTfjU3nS66vMMrV7qE+0RwvgUZg/C3z0BH2hmZaqyEbofejxuBR1ooeLAp71e8GD5a4E8gt/30oBJd4d1KC2yoU+9XE36NDy/6paCX841rp8qg3xRQtdago9Qhq+V4sk26rwn3X4bWBZtadepe+PbaZ59G3Ur9bYAPxhOP39mvD0LSEvXMNAw0DDQMNAw0DBQMBC0fBgaaavH/o+iRbSenmuIXm9k3Z61P/gLQtApfL/7nddCYxEz1jXPtkjmOumiOHdSrvxOHh07lF5F/766Iu4qtZ+GARP76lDsZ4sf8ssZYSFuZtXR9ItWaNezMfYPEib8RkKU//xqSGOwETxcBWOPS96L9hj1Jt1y+6zXFgkMQkoWBnC9+0elgjEcXpDN7sGWdoKRieQiwTkWo2HCj+tQQQ18aI2oZDM/eoAzKQQzf7dlqOLbwno/OEMgkpNHYKDX5GbraS9UwPzDnIGOwC9n7OmMTwvbflSMv6k+CNzV/oUhHHN9DZXWNFaVYcTAWa+9Y7ujhOISBuHywMFCczSFY7JmSgS+M7CczxJeSjNHwrfPMxM1FoFKl9WJHB7+zYkdr2VMsp/nP2ufUgkN5UZ3/BCoGDfo2Ltq2Z9d29In3NISUGOljCWxfh8JqWlEGvTAHbDe1oKEepsesnATWsUXLU6ALrTfx8WXG61lN8i49eIDp7qpzXtb7UYxj/zGGFV9AdEa+bK2lZB6cMSe7TlkegOujGMLCW5CQIhb8ovc/tZ4zqj3z/Qg+pEW7ISzk9qmZ1FHUN7OL/rdYv5KH27eNQfJBWHfiUjow4Ij42dfyvv6jCs5sB8feS3EfcoC/oP2VKBzGWfC02NdJtLr1/sS+yxrCOYf4bM/l3Gc7cGAcsj2iHNHX8DqVxYVh5Nwrj3h2VMYl+e20hfsN0PmvxZJ45cxTi49mm1SNOl79k3/H+UfFXafIt6woAdseqf7i/suCkHsa85chgCZMcLYyLro3gudS0AE/Lk3HGnr4LyAC6t4KT71VuBgLgS2eew6ZbtuGGgYaBhoGGgYaBjYEwPQHgS2p4C2ObEFjCxNvQyCgMnf5SRokgZIOiXPARE8xJaQ9HfQt/BLJFQZ3T/Eg/xNjohED2CpqcUgPBdlGGmW8VnQc6JQoNMRJJqeFc0oGgPaDB5rgDovghTKbIcz/MWtMOZUYpU9w+JOmeMNR4p90L/QxdBUQ5aCI6FOMOZl8TzaA743YA8hPJa/Sq1nN1FMHEJFq8WD8rv03GmUrsAKbXc07SfYBRDtn3VI/Of9JG/ls1aviBewBQ0sEJVJ1JEziqN6UCpXSFUlq3LMuk0Knd9EGdGflC80riphxWyuFS4S0EMLh4CempQ2qvLP8gfdcsW6xc/YYmVILwUEKucgnJimRylBZSuTxOfQ5/U8Y7uNSTcUVtqTZwSV4XRX7Rj1pC62lhfgQ541Dmc9sMLuWGSUtPEXvqDAqLbL7XqOCT/CbwHidQadh7WOAf5p/RKeVf5iSBfgwTNlsDV3dqCyiOy3OWCEuzF2pnrPmT6+HLJV8kysxAHQ5fVy6nya4zDuS62ynhnpGz6/auF1i///hqvdQGsYaBhoGPgnx0B8x6C9jp22F5X8wUZVGJRp2zc+wiGpYX0c+YKM6BQXuibptr3nd1FN+kOhUYJoKZh2eNIp31rLRPztxDW1DLYkl9j2FVYWLTQM3MQABCuMgTmKs4ReCDERWMEc6mSiVINCTPdJ+5p22rNxYAJuZrzPSwYctLLpaAkyz+r87LXbWQBWyihEN8z0hywGj/KXvuS+Zx+IrnPxYJTApJcb6MMRP+4WpzqiBb8Vl2ZGQy5jL9pkfKr5zaS0Z8j84G4+3a62GhVzGVrrIUD0bDcUq0nOXK8sVzUZntgL2BrBa8zCkPCFCyY9+huW50UIdic3hOZ2v42lMoJ0mLi9AxO+YIr+JmGY+1ji9F5hxGMxBeEvH5BXp+tSrplrlpsk+LI7Ywn2pQlPf4uwvRx/T+iHEgJfpODx2nihXA5wJqvRI9pUCZMuHw5ZX/qdrDyA78U2Djfy4AsL6q3tuAI48yWBBTx9qDsL0h8ZIyo/FyBEXHz2fxFcKBps6/8u+9YPfVWHWXiPX5R5UpPtVkJhhonW85VgoY8VzTjmsV1CgY28WNBlr+xu4qZ6rZTsT9RKOJOi0uXIvs474awq1p89QXeRy+lxjt6p/lU57bJhoGGgYaBhoGGgYeAGBsyfQnOx3YtomZ4tVRCg8qwWVNzI46VX0Iuis/H0VOjHi10O83xrkABRwlF7Y0HBTELgsQ5b83g2HnBCPyH8hTZXXcQTWhCXuE2a9k4RKXg03qF/RVdSj6jbG/iwAR7VwU0NjwH8uEZOV8JDpJcvEBZa2IvAFwG3g/qZ8VPo/pdKoS2qo/CVUR8WAaFntebh9Y1305xZnzzXFUsY62cbriv6PhZMx3bKe+r3c4SxXelIHEv13geyqCvtiOFCHDxroWGgYaBhoGGgYaBh4OfFQFABKGayZi0ZhAwggzZDGQ6Dnu9FIYyCWKDd+xtuOkGGXRe7sBWNLo+oCIGTDgwMQYtBrXx/+FLcQL+PcokS2++vDQMWSCA0kLWTzNDDlauYLbQetPjfy8KNPTm7g1yywoh/BVo2tFTp6rKYM/MnBpaFfwlMYuFfA6MIOoir3WF1/F7ugdnAGz/u729ENAUDTjSqtZfnRVajn/LnLitV63OawUs4GMjURwJWwdgjBDZj+SZkKm9PFIKhl+X0+fIfnt9CEzUZvPFsTRPhLKyXcW0rAaYWKoTkArdOuwRBlQsO9K1P3M1qz1EJDt3aK+jwhuwCBXz3npg1QXuSliWmNFpf1drMqsGw2ZpWLsaO3p843Izlew8V4M865ItyZuHgokWeo5QmjihMIHyzMMm10z3n54L1tNHil0vjiyzijxIAZ67AlcfN3NUfYr8xLULJAriTq1tc8UY7k/JB+AoesMXosOS0MB+cCaDEEeOgPijmRqCNYwFG/RCtp40CzOssy8IbViQaAweNT+8f+wozrnpgiYrl9fnCPs9yFcyCZIasc95fnZWefixMnTp99C+ytJcWmuxDBBtjDcHjg20wK8OW6OShMRztWwgZYLsDn/eoEyzsm9x1/6VcZJHAmBNoecyK235bymaEhTIMWnZYym/DH9+dzp4McGkfbu1HXI1z2TpAGWc9Bm9oBlzNx0FbrExKt7NpbxsGGgYaBhoGGgYaBl7CAPQB9DRnaBjopHng2863mmPHYGvTWJgxvS3+YI18XCrdvAlwWxkPhVXRd3dosB2hV1YISv8hik4eXfrYbmRUGn2iJNOQuH1WXcTjwOtAy72NQip8A4tiVjDV+agGMB9m8Gn3VwMLfrRL0N7mPUo9x5zrcpZaeoy5epU8kFrDzHie/VxrBtC3RiTvuajLJNcod43PW4XK/a28Ha4pgmcRKI1RFSNrNacSe+00qxfwUzfXgz2ac3TmM87vCFkSQvy81tltylnPBzzwfu+AwgXHtJ4Jyd6lbc9vDkHel3PiZzFD4rwQ3A9eSN+SNgw0DDQMNAw0DOyCAb5nonrY6k7Ge3g99b08OnobTBs7hsIpNESsSS/xHc8Bg2wNS2J4iRAsI3+TIFryrctZ/Ib4jKBR8KrD6jB0Nt54tab7XJEtVcPAMgbCohLBBB1PlqwI5Ow+SmSshCdnCTp7uV7ubV3L9XI++z9NAhrGRANEFrYIJiQ1LIxKlMh6AAOkP/5GwlVZAct61UIQwb64VrAroAxH4PybYGJvqCIwZAATBqbP04vu5b74yx/Eg/xWsL1/KKcL3LMtDYvF3MoKRmCb9hWD34UA2FbBqtW+ITsQbhXkhkEbsaOZDh7pb6ttJlzSrmcmQ03Q4T4Wpn1P+IQFhExyxXDosDLUwolhm2FglaFhMUQwCb7TB5be4aZ2lvrJW5ZaYk/sXAyJukfLRT8s/W5eQtUP+bAghDvJrftJrm4vErCG9XfmM098716NwqoE+6Np/riwh/L5hTYpjKj3sRV8x6PcQEsIGYEx8+i40eKRhJm2NjdYmde9ei29D/ySDQL+I+NYbRxP9bvaL0pek/da9JEGGscR7X+BBRmwT2BcaD5EwI8b6Lr9VwuI9rd7QFyrY9Gt2gUhspAo88zzQpTJo6x7OfdWPGAe/BLwgUWvbgUck7TceNUPgTSeA5jLIKD2wldVmheHQpEj3H2/oYyquHbZMNAw0DDQMNAw0DBQYcAKtvKyAp2VQlRov4FGqOLueImDWuwxY1sTWZxaMx/LU+iN9YIGqqWih1D0Q1h6wXU1iozUYylkmqSRluJsfWb6GZoFiBCcwltJcZQtPSyYWs5ogH/hNWRW7PkrxVHx1we2PjGdFELThSTTR4/Ur9D/kYGgwjpDNLJpPuUTC2bT7B+6S1icCOGvaD0O0cmcUxAcgm3xc3idUv3zuMlnLQJS8yvUR/ylvddwnViP/jbyD4/TnJlTveaQ4PQaM/B8VuLkzDjykTE2nCd4y/ilVOpDvdS/op24Dxo98JXxb52HGtyKtOkd1tworj4S4JHMJ21NlPjIs8cbdVgO+9VuOf9bT7Pvcl4NQz1WY8xeZI3m51m0dtsw0DDQMNAw0DDwDWGATyEGLmcMC3G/zPdPwXIZbe/38YHxEXKlMIBBCLyXoZkLoiyWVyH9BIHX9GXY5W0tBUovRbXgRXSWcmIvj5MXredCcbfQMLALBtAGDp/m6mpoO2OR1kmIevy9Oh+CNnVQDZMO7VjtXxvM0S5F381kHGwIfwO+o7SZrbUhpvqIJqdgG2hawXg8/qjRJKGWrP2C8cBajxjK4wbzfheYlQi4b7JVqgSZRy0UdHITFsIJMZZaMMh9ZyyQZrrRID4iqJaA9aB9dpl4DJeZ6ZVCXnwM7kILnMkFTXrwthzYt5g9TS892i+ycMSttYXZMTkup3rkaeRjS1tNuD3CHLlXw1X1pUzAY27zMoMRF1DC2feaDH/r/U2ZPs3OegNfgV322Bnz2XClspM5oq06WWfi1ruX23FcOR+9GBWMPHslOczhVRuSB/2BcUI7ew9bXEroXbj2ImUuCMzrF9mu/bLwgfZ77AHMoogYbClD4MJZJergV6/r9p3BeLS7CcYM6RT0ocPSMdPGwwd+S/6gBNdyKBowhxz73wkq9bP1rrZYyNGLP3ziEIXyWcR6lYUzCqB+ZAj+t+EOnKlVBJeUWiTQtwXp0xbFgBGW9YwoPs52OS9L4MNBFsaGKdpAN8uB+g1R6AfqZ9oH+PihceC5I6r5rJeF3HfKiz2aH9mnOCy8y3zovkm54C/PuqQdgY2xg4WzFIDOcnV4xHqaunpQcK2oA/y+Xf9xXSONywN35RlPj3JDfpCA/8Bcw14cwKC5x23tXDNtFhGdqWfOLe7P6QmGj9bYDFjmNz+r/kN/1pYCJwn2+e4B88b+Ns+x3TcMNAw0DDQMNAw0DNzGgMm7/P56mQM6UPyKhY3QgKSviI8SN3LlG71D4FsPv0PeWAeIN2ELEZcaxMZQSE0VmO7nvWESzQkNLiGU9/2V2+qTlBiTFxwy4GJSh8mbqxvEdrdCV2h76CPyhUY627WdaDmlPcrjEvUIbmlC/QXfMqsfZdV7MLMYZstf2sY0UY2BFcgeqJ9zqPINNitcVscWKQsArhS7+ri0D1hwQDkSXg2+ArrX5Wfq7FOJ9zzn+y1n+pMOFXfE4oO+JBjgqYOX02vz11CYj+VfY3/ofwLJfQ/QRA/DB8APRm2Dfk6oIekzVJf5qMCdMHFOfIxRfGWcUieEv7SRfs2rZtqIP73jWVUD8pjgPtJs/03emzmjUOvKL3kCoMo9fscxN2I88LdSP+cYuVr5wO2nHGfd0Xs6K1risqrd6vgast7xYlg3U/2zjRMmFzPAPW+R+/W/Cab7gWKU/jyJ+1LbTnJqNw0DDQMNAw0DDQMvYYA1Vit9ic4/n7U2rD2BoddNC4peP2j9HkXHWOcdPpovlZmJoUtMS0ChIbewzII1eclotFULMgY+mb0Ik5MU64DBhlryiHnvK51ltHPDwE0MRAcsUSDYoQclhDgjPJ3tsQgT8fEhgZstBtFovpn1ji8BKg4Y4GMnQY4GSVipIcgaiVgPEgkG+x7haljlofn63iAYGKkSfvVnYEOTRAPZghNKTvgVRVAjVO8l8DgKl4NLs7cCGFPHEStDCXNTQBRwLRWMUFZVkGWjrb7V7u+j3YFNrpaxNrQVJBrEY3teQxe4BI9MzGjoIGQNt7nEvpX2OrfJE7ch7ZiLG4JNiye4ND5pTAz9bEDGWlngjwONa+FO1gsjfJMSn74BlqM+EuG2Qn3NY7GCh4GczNhQCu/zOXjO/sjCVGg5+aF/nvzECDdHfUwvuA+29WgBbcz4zlUpl/Ej+FHcuEiA2ct6AlxG+1LZgP9OZtVrzQEsigln9LOX+smQq3B5Erzqf2dZ2oZbcl5un29ij3D2Xtd+0z0eBFhopJ32CZGTcCcYN8E39BmIjf7w+SkL+LrvG6waPq7r4w7cNN1QBgSOliLl0sR7Ubt9mXhKfkO8Kk9/dBRHCwznXhbd7FO8I76qknQpC/kTijoIp1lUenJMTDNtdw0DDQMNAw0DDQMNA0sYSDrc39zi9tlbqGTkB+iNTPLIWXQHFrO93SajlIf1rMJA98ft0i/kSfDFUgz0QpL2x7XCrTycVPQD/FUKZsZ8qFcJ0D5L9E++v3nOtBKcWskz8UUi+M91OmaEvyqgtAcetuCpDyyMDTxSFe/uZcLB+V7IuCgFY8HMwlihqze0w73cEZCGa+6oixWiUXwueSOo9yFcZVuldehDFqIJCJax8B/wLfQvC8i28wmZzb3z0H52cSx+iXaivfXCaw+lf8Y6xHo/WC8n26WK4X4adcr1JATBT/FYT/f7qIv32FbJLK6yiBvCX97lUcG9cIkC+rUS+kLE4VFpU/OjXGdYwJNeDe2T0b7iuZ5vsk9fF78M93W88iTbK88ZcX6fz9u5YaBhoGGgYaBh4BvAAPQKf1aUPGPAg8Kn5Dheu5fxowzgLvJ6a8Gr4eX7+L6AyKjDwFEyB7yOAluEONuzKGuS7wOh5fxrwQCdH0vJ8EOuriaqEI3UTkIS/JAfDrJ+hJCX1nAwRjCPsupj/1pb0ImbgND7agH4VN4ZK1ZZGEJ0CzQEJrl3Di6qLlqw7z60V/EFIXDuV/xGOAvTaKGcBi7Crw8xrCeP2flQRWCNprG0SqQVfpE18MGWzDBqbwx2zUSb/sUC4NvWhRIuyk3ZRfg7ak9l4IORHNxV79XmFd5wOc7+ztGmc5zVeIl34JoFlaOUEXBxa/ffSr1PUBmyTDxq0ekoC0hr40ioifY8YwSXs9HfFuA0boCMBQu0dpQHAmoLMIlP2qkW9mMwRx3RJO+xmNQY9R6t8X0YFityPCyPT+CDWVUeagP2KkbQRYBBBcanmHfl1aHhrv0LjnzAThJQZ18pbU3utwPjNPbPpo0vWIPixlgW/VgBX9xx+UCWCuvqfih9RpYc3j+8Z89dcPBa8CIDbakFsRP7FMsKeBRS38/biyWyssXqlz0oLtrXebA0UU7RBnm+n99SDC9saSx/nNjnWZbeqnVoqa/Mh24n5ihiqg9LyIrLfazFjfortD+JRcrRIg3kDnPgRQo7zDfeO/uqjHnNWNxR31DfPxz/4m+WF3gK7L6eJ3n4PvBzZNGTBU+dRxfkD2fWEjQMNAw0DDQMNAw0DKxgIGjPfDkKTkOIlc+hN27QHNAApgMy/uNnBL64YrNLOLtOhs+clnkLiqAZEPhKqVK8Uye6VapkGwCZlrEhwWKU3gtH/6Oy2c4phMBi64N+W0yx5SF1KML4GS62pI44ibU79RTPELw02zyxpcwo/M0ctpd5HRPBL9S/tx2B9/aBO+siLNU7t/dVPbP0O/BXRaJ7fvQaCrwg/IfWVs4oFMB/zcMKTT6PpvuEZPoqn6bQV2fq4Hpxnffr8A98o9Otx4tyE17xxSykLll9TgGs4E5YZxEevq3y6ai38M1Yq9uyKnXIflP9Mjb1LAf8bOHxl9sw03ytc9Z/dl6tX8Z7Br5s72fSZppXys882rlhoGGgYaBhoGHgeQyk/It1fRFmOiTv0towtCdUhL2gak0XT7hhqOfF8ecLXEiJ5e/grUN0Cl/Ho9aDO8lpeq0H4/UGvUQHnS+Kj7EW8VpoGNgFAxZETHISw2UrOQStCFsI6nJmILRn6PFfLTQaGfbsoRHzbb8qECajl4D6zD7AsmbVA/3Pyhfx+3FCMIhQS3APRPvbIAMMHfxg/YgJvzRJdOtjodheAka7gGZfKKwcF+Ls94jpAjs5WXZbeB5aLuv5x/TSSXB0+oIGDBai4HiG5/UMHnyDEEwLFsZbcbW2mkMyYIqg/ogb6C8S9h+tkLAnFlmwob58GBBoskE8CxEZAkd5NzkPDCJ9Exe8El7aCvhGmkkG924Q0GkBQRajWEGGZvm9NNX7ejwIh52Ev+wFLECVV9a7iv/wJS7OJPyVu2U096/G5738bLHPR1jgaPwepdDBXspHuWpzwDpYbx4LCBo1BlA0sHVy5B9LKY/lNI8NcYBnBGmd6FWBcR7p5j0LQpo35IKERQVX/2b87S/B30Huyz+0L3pYsma97+WB9TvfAY1Lzxm5YLVXH47yaUW7d5Ri0UVjOdpjC4wxZ9itN5mw4LFziB5GvgiAadf9y9gZ5JZdw0DDQMNAw0DDwC8WA0cpXHnPX2j6iSDnjVUa6AfROdA98jLFljnwm7B1d0NNU0OzWqgogelQh7s5vBYBxVQdIfyFv9NhQbBoqTl/vKWkUh8Wp4b2EJ37ddoD5b6/qy4SYCOAR3nZPNUWwO/FCT4Wmp22sbBQv3sHeI082HM5LJjDkhmL5t2D8ZN0s+rj/gy9mscedcy8gpeK+sX2YVx/zZALp7HPrxZOtShKsNXvsGL6NSFqZTUMNAw0DDQMNAw0DPySMGDaBe+t8iZ4Ruhq7yWqgWmoD8m7tLZrQ72vQ+PY4xCeWtlOFPlDRZ+ydQsKpUHt/JKw3GD9pjBQ75EabnJG8CCuzXhJ6IWLWbSYTVgrCgKt/oImMEItDRZZ/HUQ/xosT7lGGoudXNXw+QX8C1oaEgKxhyeCnE8EObL+xDwflhE42L8Wy032vUQI/NNnLNpbqLLj+J3CJxzI8hjtWZg93Gd32sgbzRH5edZh6CTYCVjgxzsLfSXwsHUoey4j0NuDSZugMW5UbmhUC4Viqj8v/yFxhvCIOy/9jraQyUACJ9c6BP/R++yySTr1hBnX/464jNIQ6MgC0vtt5UJDgD//pWzcNIHPXhai3QXrUFlf0h8FJf/PhqgXGFEmoECNepE1ay9rw4/DvwtGKSCkwN59UtAPixNOYNzQxtGaCI6A7/clj7BeBevEfipozKlR1BYsK2A9Ks3y7GMlQ3b8cnCfq0sSvIxhKgqMat/ebt0QvrHXgcZQpi15LZ2m/X+M4Xrrh32de2m7HzvgKwoE7D9WmPObCwakt7mpbCjkqs0COMaJBJksDCFc1sXNMIVPuKId5V+jF65YJAs3G1hnLLdDuDBbLwIbVOqKC2PmROalI+6gP/k0S4MLTS3a6UZg3gUPMToRturA2kECb1ubu4cwOgilPePmxi/xBZ3yjv6nLLHkx4KdscxDtQMu8AK+GYzqRzzJUq304D3k5AIdbbga7/Qt9/2MTcrMrzwbxoZeVbmSDlDSQhllmP6MoDWhVvq6LJITSMd3QP3fsOma/dQyleO88qM2yNowFs6ekzUfoXzga94yBwo4j61XCmtpGwYaBhoGGgYaBn69GKj3mMVqFpfJB4SNFtDl1xj81F/5+nmFuwm9UT2/dZnfcegKFPFE70Nb4A0reTbznlUeSeX4kcu8mKdi/7Cuk0eTsxR87TlEdGANdsnD5G3ml+WTT17nuztntvNhz1pYcNNBeJNRHYA/LDJFXRY6CnoVWrMOdT0yHjQWceH5aQ/agfbwdUk+biNU57ZynXVaa5vqPZ5mYgEMXHAt4AuQ8DhJBU9rsVLu5DH9RXjCQ5jqFYJfYQManMNxoS0j0USG6Gekr7EV8ZZ+gRl+mzM8c2ROXVBuFuRmHMgLWnuWb+IocXJVQMAwh8R7/lp5lwSqjysQWEpOYIKzlfwz3+OkgwafkvV3/YQot42LA0Hw7wV5QDBeEmMImX/mNbzgYgUmXsFPOWScIf9xfNGmRq1+oq4lDW1QwrhGle/yPIX5KM9MV4G2gd/Qi76cr+sx5kf6seRp/ld5P/ggBd7XyaL88JTF23HEw0kXxKitIt7S3EQ0eMQx1Lioa6QYdbQxga6meBhfzdKPL3a9GvrLWq7Zj9beT1ruOtI93v46RXvSMNAw0DDQMPCtYCDXX6E7TqzjItvAcE8yCDxZegvPXP/Tlp0iQgQ638IJJfVUdda+H6zPQsf3vdaQP6DlfxIthQxJn2SKdQS88bTQMPBODCAsMSMsITDE7kAwYUUngbAEwBcGxVfuijBRdgklQc5ZbqoRBIeLqDky2K/4B42btCqbv9/3ngHNnGGmT0x4/ym3qZpI1gU3sKHfH76TZR7a4u/G47EwRd7XSoJztF1gUm+F2AtHTFUv60sslZmFfNxK9ew7kIe1YbpguD/Fmcmm/2FdKxhx27wbfHwMFGwBoMmYjdkvUoYIq8iaIXK0hR/gz+M3h49OVvMSoMWz23hfyGz2CGUD5a2x4H12tVf3xX1tFu3WrRcLyIPFIy3uaK+DowXVtxJtf9efta+t92dlQQ18PVhn1y+Ye++j3H8v+NDECpifamcztRIA056aN8K7ARws7fRKEA57PsqaF50V4+SxEBBg8SCFG7u8eyz9emzal0NEBPM1Y4RVkqWQuOVsnGjet7UC+yaXfc2zHVcZ/6WMbz9Dq+2LPA3gceCh4AUnteVuezovlc4CCnDl3LKCu6Wk7VnDQMNAw0DDQMNAw8A6BgrdgVVmuhmOb+56kl3fINgR/QwNHYrPolcrYda2siR0kvDXe5CK1jpJCHxLoLUtz22xoK+BuxffidUyAlwEVK+Ub4VvFAYRwkOXmSbcBs/DsYx/6oBlrASlqotdV6sOtVDx4XydAFoW0RcHSrOlPqZvHUE/8CYP8ieZdH6mLsor1ilYq4i2CR6o5huTxp5n8OR98nPU6y1tlfgp9bPAV/W0wL4SBj8J/qPJrOCqxdBQdIVGt3hT2YDXFhoGGgYaBhoGGgYaBhoG7mEAmoF1PYxw2DqlePs0XYrCl+QLbCdqeRd57bj4SXZVgO1gmfqirSc/f2KLR63texvKmq4RHVulaZcNAztjQAS1NCDxh47gS2IYC4HNnGF5aHen2mMXgUwyHGZ8dgajzs5MjQh+jRAONCOsrW33vDCOyaBo8Ggs9wg8ztqv+PCj3n294WL4DBvuqcGdwsCQFRgLriyUkSD91P0oRhFN6wxvgBekCG2dhIVu0zNa4iPOsuT67A3HNfl9+e5fNTEiSEezFvxzeTttnc/9a/JF4UAuGC7/V3JNtadxto4HYDAYaDrjMg4cWkBY4/F+ybdiePHhjGAf19nxYcACFUtNvxvatc4l8JIa0Be7Ldae1LIGv8jK8eJFovV61TmtXpdyqXoni272aT0IRrS2wQlH9Plb5SixApriLFxhSX+4CEY/jneO8OAP9aYtjyxEsd+VxsLRFqQPZjSJzsINCieac54HzYsFWN4j+MWtcd+zX3cuytzC1QSY4cZtrLawgFoW6MeDlDmcjTBwx/o3M0FTGe8BHovyHHA5a49u9f9x4Yv+9ORY0xj1XKgqh9W6lCQ0J9I3wop2KV9g0RjSfITSzwlFCPUvFDNOIo6u0L84BpTFxgB8tID7nTXs9ECIzfGznA3wUwvcZWuvaYT5WHYrE+/RvarWvpzb6lNr2wkX2q8d7T/231BBhm81TXvRMNAw0DDQMNAw0DCwCQNH0T+4Gb7YzVrQHpHQxNQ0D+iNF2mOaYa6s5AO5TsO0a3QW1Z6voq5+ABrPCuvwcNRB52x7IQMeYgUebReIkUQ9KIAbb4EXsAKe8B/jbvbNNVYtbAuROiL5y+UBkcFZQxDJ8ahY7L7V9l2M9igdVOp216DWIhTnYLGm2bLs631iJRQrPQZXPmlS27Rcnrmg9eTAN6ucRdR8t3Ke9Hbhs/0utpAbYE3JfYAjiNyXkmt+KXdZviZgDfcJCzqc7bS1r3xyz3v8jwrLdtgyGf5ItokBLuDMBvBPNQ6fIXqNPQ1U/CRz+Pts1z+9GnWra4L1zynniH8xbo7yi/vppnoTvg1bup8riJdP6BdOEhfXzu/6+jvfTKvW96X89C++XxPaMDBLzwM+PmF16OB3zDQMNAw0DDwEgbG9VdRBiw9Yuhy/quMC8ULWBILnSiXyycZcNlAinVREaFvDjZu03rw4SBDQvgT08islOq7rm8YX/cWGgbehAG4Ijo5blzlylhnXDMFEcwrMbyyrv34Ti6OxWh48d7xdfv2AFxir83oauEfoYSJ89QA1WvfizGQwO30AYxybasqBZxvB7Dgij2k5DZZWtnBY+aQhYhOgTVAfS8BsARHuLhFwJCMxs5gxpSlCUSCkoMWCo5i5hBdLTcbMKLdy2tp5YPHU7R1MFGki1rtAqYmNIsucRssnB2MM54E1LfKMIxaPDp9Bw61iEQa4/BWqsfeAd1ReKMtQ0td9aeMPO5kd1a7fqJFL0GS3Y1pBQUMvxbAv+rK4o/2C4g9ihHq85HwG59Xfyoc2Q2ZXKZ3JylLSOgFjLpYTXr/hfBlOHA7DEzZ3++nnMcAT15Mk1vkjy8SXkqg/lLXU92OdpGnPRZ2s7RFLUKLZEe5oxfaHm9bLVzgAt6CcuGLxcc5Ih6+D8wFNFghKKiNL4wRZX4bh5TOwZxKPn+XAsRf3P/p8+GKhCh6V/UjPXkyWMVI8OlbgqCVv1urfAV4sH6Ry5aefTty4dbwPt4Ca4CT00Vj96z2NQ7L79IC61oe7XnDQMNAw0DDQMNAw8AUA3zKYz9WhHMhoPO2EGtLHLvRHMAB/QL9zIGCJ8JfaAreJb/G9UKo4MCDCV6cLvaSJDofWv+ZkHneoqkqAYYtfxEAmzcv1r8u9w7sK7CZrIL+wkq2tMWqIHElj5uPF+sHshFgc8Cb6oxwca+AAi5KtyfWKeAdqN86fsBBIS+3Q+B6QWOH4DraA54nj7E+0JNBnY5X2wuaxwxeDV9iuOfuvZ0PygcIRZ8Ii+1T4HSf5Jq6cAQ1PC0l68R5/xAKFShWwC+wRFq3Y17n+ZHyE+5SN9aWJrgo742Dkm++vyom87p68ZYHqWQynPHcp+O5kLBzznbm3ELDQMNAw0DDQMPAPysGWO8UTaP1araAYY14XIKEfvytPMpKBmIvo0u0z754sXGLDW6Q1aBIWIePZym8OpN23TCwjIFeVnHWjMCtsbWiZZV2+hcT3Iiu2BO48z7APyge5vEwPxoUX0EzIkalNCBU1hnXt+y1e/jfctdeDRELFMVoebDKclCbeCMoeIY1WMbQ7afIcb2ggEWfLJBxwWqXZoWBGCDVDNP1WjjohUf2iJUgTzMQiXXeb5JJ7RFyRbxiP/e49y6CJosj9TImvJp50LWew1Ae2QidhQ0lRwO8jnUbG/ffRtPROloAkCXrpdME3GuytTAo0uPqaS1ggck+sQiAidb1ykv/W60w1/Id9ghQpS8S0PXsDyBB8FFtNYXnNjYYFjCrRwkxEaoJ7S8F9jHCaoK26K2JrTHQSVOIRSi5AkOzfQofuCVQcBZeFCaUl+PzSUG4+vkb3fPReY3xO6kz9b3cGcvK9iD316+EGA6C8iQBuuCj/8L+bw/EZc6gj2uu6pX+Q8dJCygsqOmdXilPwiP5OkEMV/qb9v+9YDFhhZlH8lHvEBxymq30Uhgp7scj90d/s9wyXmhfITAWKVkMY3GIOme8pfx5RxzywEKZRVGeCUsFUYzZ0RLkVl5Kdic4S8OIi3Twh5eC9RB7BlInIKRs7Zfh/qrrnCfcrut5rL7JdDlXa86LNsUDgsaHFleOzC8tNAw0DDQMNAw0DDQMbMaAabn8tsJX6LDlr6xMOzxt8P2FICAQj/sSH5oF4c+tMNIkt2KRN8I50bi4VyuCO7yiQAvfDYZHMSVQxOUL+/4exMedxH/cg28x76F+i2+nDxXXAlJgNU0metYCU9UlGLhp/A138z2YOyx/oXuSFiq04mbczsuc16/QkPClViwX3xdntTfMs4KrJgKv3op0S/Xcv5SbkKE6RF5hYa5nKvc6DwTCLlJtV9O08ezer/NTPUKll9/km6iknhsUXZdCrsuHfi1hwHc+mJ+B1RmOdfP4KOsL1DsLyErNs1i6n7fPUpzhGfUaQxRX1WF89dLVsIer6ke72HMWOdrid8w61g64Fw4M2i1Yboxt4yDSRr9UuTDuDiVPd8ryiGYgzHF3tw0j2b3fuv513Jxfhlq6/fOO84061hlNrjP95GF1c+99FfVbu9ypPb61ajV4GgYaBhoGGgZ2wED5hvNJZz392GGEhgHfb0R7sB75qa+q/k4yQPqUEQ0GRDUtsAMIdRZBZ0P0QNtr28lOiqkyFBzWNhX5ma98XUa7bhi4gYHsXgwJNCL+orPczBZGEKIXpv2iPU0vslztERyZ0Mp0N7Le7ZWEN/1nWH/JDXQOSOAwUwCMsum/4L/dwks0gLPw98MZGs0SgOHD3RqlMIYQ0klMl2vBGzjU5FLcLKsyCeg+5zLBmZ+x8KI//PT5V7l1xUUvcCzggzQ6erTjDYUsHHMPUQlCYDn3C5QTtTbeco9iKSDcW3QIbWDh0Hsg0dZM2PuGDt8QwhOCUbv1ctVL+w3teaNMcaZYNB5PMV5Y9hgYvBvJbr2iL5Onteb1kThI2MoY8J7Fpb1vpY92zzqAe2Uo3PX66O0TJDAXvn76xEUvGkyU9WxQvaiTBOgXueFIJviZ3JgRaMNPwWW3c1pQSbdmgZMnchVstEX3gbAQRQ4VURayHstNkHzK9QiKBgiBN7XjSgmkLelpW6wD5LJBczXWrAiB3YlXEjPiyxzkjkbbMX9xKDdPsDzLQ5cvhChNC8DSsmNbgbBguAdfFOj2BC4vggJPCVX989EzZ38zNC7sScIeBorixDOZtTQNAw0DDQMNAw0Dv2YMwCvq8N6ytjSV5a+VSxf4kCs87UFzRB4o212s8Y8QGCpkS/kJEAJGWQawRy51EPy1RSIkksmkjL7pvIV+KbBrv+LeguukE1XgyOBuKo1I8CEI4Tmgu3IPZq5fobOXAShtZ7qUa3jLtJItdS99Yzn9rae0HbQZtC0KyxwI6KVUgCJxQU+e13J6qN0GGhMFeOCHPo46IkQc+hN1KmEof0ibb7aelZd5XcVXvgP/K2G3vUs91w1K4QF71iHOc7ioy1ifydusk9t38maXG5QzEn++XoPj0dIMb/DOwTMlHmjPsU39Luu4Vsa992vpnnzu/qq0hthzDmsp3D0Tst7z8zN5tTQNAw0DDQMNAw0DvxwMIG/oxBcc5Im0s0ca1nahszCsYn1ca6imMd9ZJ+grjLxkEqStCi9s22mF1bHMFQpsjNCuGgZew4CoSXX5Y4c1IBoRsgI2s0auIhBh4Hu5jL2wx66YLoStJCE8TYBG8pu/hUFk7yPvM4qmhgSGdgGKurCO0IjWEJGw82LNCe1vasuyABBru3cGYMONMRaQ7IN6PEvDGatqeEKHEGyyxyaMjK1XERz1CN/2FzAM1qAqD4Yf99lHWQDj1hWhobEyxwn3fgZ8Ojo09CVgZT+oN7hBwKKbco6dFgWO6muyHA18Uf6toAla/fGMZrT22fU+tlqU0cWtRJvfhaBWrQRcCFq95zQLRo8EFoskHFT7Xi4SYO72AWGPVsEhmC597B178oIUiyoPBI1X0N9JuPpxZEyziPJKEBNqK2Ks7lHOwA16uELHelKy0sfmCMEX+JOlvPZiUOIngYu+pM+5cpBLb8YmLtGtacW8MR4PFcC48mIgLgz/zQQD6Yf58G5mwEUfYbFBFtNyu89cazzpagw1Yz4+XbzK8SsgwhJCrtwl3D919EH2dLuDwzKHG1fMF/K0cBAxwnxB8HD11es/wHexZTLadRLyb4HPxbJ4yQwqvEkZaJxfX4fJc9+AQ42H/nfCAftkqz3e+X3bAfSWRcNAw0DDQMNAw8C3iIGwyISPgA4JQd1xie/hW/uGEBa0aNWLJvW2LhIEF4IGmivorvWCvUeuBb4ITcUXsU3OEvzrWay8qeo7qXs+R2DKNjnwlcFTXkwzBk22kunq41RCPVrBdRT+rtP/0M1xrGY6fzGjlYxb760GrQsfhbJjcbmrO2qatdXlVbh+n0+gZ3Ut4ai9bcHD6LAQuFzfzrkUlTTfVclLDwo9blI6BIVeQHyJ9cz6XJcX1r8JJzwadazjb+kHdfwsA4AzbdSDMeIDPkn0ddyrnURn+8iks/Pr9Z9l6DaNtoz2pY2pQ4a6PrGucpsPmMZXZh77Mf7Vt9U3ieE1nCzi5zgP/TDhzXMBZnhfAZfPJvip3ruNS5+tH/+qrmd4/FXVvVW2YaBhoGGgYWAJAxdpU7G/7xnjIK2nIyNh/TPWArUu2X+vZ3igZJ33zvrpUgFbn/n7HWubR8kcLuc/Cw6skMu3W+/5irXQMPBmDMAYIEzC+leCHBHH0e3RiqBoWUaxN6wsV4Ns/lrdUuUYAARXCDLlahkBhQaIyPnCwfNOg0hWW6ejrGsRLBh6AM9Dl28KCCV777cLkysc3pCYIPw4fcj6TUJWavB+AYNKkX/5c/9HHbjQTuZvHRmd2tg+8BGk0y32Dgj5mPhgMGlLaebH5LuhIK0q4OL2JEvvIxbf5gD3ApJ81KsE10XtedZ+o+wF/FCgbhV8nd147QUfkMgSXotCPYsp+kWb//GAEPM3buPYg+3xHIYUnhvoU1pMAFe20I+FhSHOExedFtu+0z4MncbJS4FFqY5xqY/r4M7j/hi4WSZzDQLW079JSP2das68uT1Y+CwlEebZCwt8HpN7zKdqDMaVcHeUAsep+71glPcGPRkUQ3R9M4AvjUf6vsfnmTx37L/OCkE1LiCZpx/sv8WNo2d16ur63qzRgy9ZgErlFyno7J7/g+C06A0DDQMNAw0DDQO/SAxIMCc+IqxnUdbcg865g4jhmy0aSwJHaHkfprOgb+7QM6aBkkaE1hM95YUgaJYH6ZU7oA6vDTP0DJQNSpWy+pV3mNwr115iHPkO7EOG1QX1UehEa53k4QT+Lugv6rI/DQW5mAqWxr95FdHIhuMJ+A19/RMw2yobZUwrZGbb7NC/hv5DmawtpFCUrYGg298bUDqIOkXdKA36HV7S8vuXik/8l3GQfR3BvMcH9cs4LxW0nngok35ZyprgfD3pM2+yL4Yb9SgzhMDP5LZ3GsZ7Cw0DDQMNAw0DDQMNA18LAxcrJ0L3sB2nrG/FJxxF38c2Nci5JADWdqgh73o3VJJrSE7TY+B4RL41hjdxHGMB7erXjAEI4rBEhXXC9W0va7lOQhMTyWaWYd4QsP5Wz38vU3X5KrdGLylgJHS8jYAHPrQ1AEECr+NfdceAZW9W3LCWIEEgvBmCrYOsGy1YNIwZYf+zeXXT7+ABxgkLaixuFYQTs6LVgkG4CWM4I9RCMIMldRGGkubFMN0HVyJVFdgJyOOJBQUmlj+pxN/okIDDwRDqChwrqA2Z7I5yx3w6/EGw/afcIUwno4j43G/CB95cb/odLoM/JASTmzPjxe90OzTsrCx3BDAsN2yyTsYa04oAgfVZ5Edvw8msgNI/rr5wyYCgFXe1iat7eRZcCkQWjixM8gLIWoXu5Td/Tz4qQ3tIHy3YxOK9lOmo9fU8LXVQv2Qsq61ZaOilNOH9zSZ5TNNlu02fcpd1wibipBywWsCDwA/KXx9QN2KJwxyxEjIXXtug3mNCVgoay532FL502sMXZYGNoYb3pEUTW9t2zFma13B9jVs14Nk4Z00XC1DbEB77L1pOk/BXVt4Xz0coWiz32xoe+hEeo9k/7Cx4DoILq1ZrpNk6lkomrqLPjWMh2s9oqOGvBLTMKXbpp/HxwTyoX/DLMibnaV1iMYt5ggBc1opjTJ5oR41JWRFT6jSdo1c/kU/1YHJZC59xY4fdhgpQu0jAj6tlKaash8CBIBAc4J75FaG5nqtCKNTwbNES4Eafc3lL7V/GBS7I+zPzNPNStodTtZ+GgYaBhoGGgYaBhoE5Bso317SlaA+EjZez6PSucjM8+y4X8mOWU373Z4+r20w3+fbnN93eSxCgiu6DgBKNBJmEciaEGvwH9FqEUhb3ho3FGLY6Ep0oOuAgOqBDYU2pl1wld8VTCvCQhdgth4Qv7spvwqdyCodYXgRc0BrBc4jO8QIV91BuNZ8YBfD6foA7gnKC5oUfYb9f0erwAJYm6q3LyZxGWudu9rN2HOjUpEcRvpt+4kx9ShlG/Fj/oRkShHKeRB/eqR4KtE8I45Uaj2TD++sL3PrNQ/SZKIH9oMdQ4jpD6E3xHvo1X0IkVxKBMLaymX5MvXx1XX7EE908IE1P6BuME7UXVvJnHaFArFdOEPm4P9PTEqEoaS6GUq+MV+Ig0HbarGOpf4CCUvE0TPGTmVhlexpx413wmyqF+oo/c/tQqO49PnVpBfHF/Ma2Gt0fT/EbvArxqKDOpf60OYu+tBzF3bT8zXG6CMNjD+1FYCFJziWMhKXQeQsvwVkaJPpsqWvVplPebCEvKxtnCeV9ld68VL7+Gc5r+NkMSgyOhehR11787M2wmv5mqvayYaBhoGGgYeAbx8B0/bUCVgueUFvQqLGGi7EX3ww9tccirfv30M0cer6N4K4KuH8JDTNQL3znkbfIK+rh8KPWNFFq/Lm/zvfr0GL84jEABaTeJ6IXDVf2jEX4hZD3SMcv2qEXC9wkBBYzHIQ6aQp1+nYcSHAiMMO9LINEg9ZELLBrEMF0KsJRCw5fPv5NzxByBrP4VtBgFHRgKYqFrd1T21XXUqnBqFqAZPhSEEsd9g5MZDB6YnbE4BlvnYSGx5zklssL2BDRIPRkj121b82kLid7+KnbUowJygY/ff5JbRl77popvJkb9VLv0/6muJW7oLEzTqE3U257qfpqovdetp0EwBY2IQx+LMDUfJGlt11p64OyVzgy3tSePa6gvX/BI5CBuwgICrFq6NTOdqOWLx46AwsJqB8LMhKWyUofV+ivBqzqL2f2n5Y7XtzuIZ18KtD3NVfgol19zMJggX2/n90qDKIBa8UU5zEAAEAASURBVADy1hjWos0jIQgSOzNXMtzHo2QAkzq2zyP5jXETR7GkgIKELW8ewh1zKLDIVaJhwoLmkT42QrN8VVzha+x+kYU38NEXtwSWbrCKOctlvBVHXsbXQqn6piCw/kAxwv361TZZKKM9ahhoGGgYaBhoGPhnw0Dhh0x32IOQrE5NHyVt8uYKm1+FN2RRB+UthHXQMLossN2HAKVB8UCC+yK69mThL7zkO+pQ5YnAlH2KgddCG2gPvX+Jx0bRDgtsWTGnZanowVop7z4+HokBr8SR+FddTEcqj834Xy4v3ImrbQpfTx2iHuCwwuNy8geegncdFmBnXagHfYljL3oY/on2jQOeMSx/Rberz4WgNAT1COvH+j5QldWoPyNdi2KFFeOpN9flvJEPWK3S8KLUDT5G80G0GTwzfXKvthsK2+EC/mcbD7RDYS2LhoGGgYaBhoGGgV81BuwRROTApddap9YU7SHSa5+iH0SXsHZ/lAJo98H6Lopq70VXiFngWSR3q4p6bHW5StguGwYew0CwVr0W/8/nPx66L/hBZz9EMcIWtkKoS4sY6ygJLbAu1ZN3LMOvg41wSYLMThaQZwsA2VOS6BJ06oxLUfZvPMoyD2HnUc8RObyP3QkMRBlyMyt/8h9HWWX2H9qrNrHDGdgMoGDBLRqWm1jooe3xzkD9i+D5LMGJ9reNFguYouTZtRYM0Do/nn4rIRyw7huY6HIyjT2KpWygCfgo63IhSUfibaVcvUbwe+p+kDAIQTXCPWmY78DbsbzgdkJwjkBfAk0Lz6UJxObwMJS3F08CdlsPCLZT94fDT3K/HQFMvgYkfRyL0aPG30X7F3Sd9hnuWJzaGhgJIFAWDmcJ+GXV3wuXYdH/xCiBkacxjRv1LfZORslAC1h2Ty1J/+VBv2XeL1v4/5SAtcP6AlccWkQa5Jj0D89HUedVDS+/prPJbTb9S8JDLPQ1SAMHkfyJ36I15oUgwdZrPtSCY+xtvT076nNRO/b9n9RPpNAgF/ss/FjI7/pFX7nkYFnNmj6XQXXTWLB+PvM2QkwWWTwDZr1n7TzgknykTuE+jjtvcPYb9S8sYa9Djrc18PJ9PX8EpHxPBBcWKaq33fffGRYsurEw6mBvAYKPwbBg3XEN6SNPwI36HZY/4A5lHs9HdS0eya/FbRhoGGgYaBhoGPjnx4AV9UwTQjPo++lvaE2fvA8HKJUibPRCjs7s+cu3HNqBrzdQzCifK2BiSxXFhia24FSehqAz9g6mKTJTIIPOQHEyhNYCWvcBd8a6D/0YM69s48B+ZuIRoCuhXMGSCBv0pR3KKW7yF5pwAmO+uD6HQJT4/POjNhCNBr1NeB17CKyFI7cJnLby1D282v4h6D8rDljBFpqTEus+HL0o6dvnYRjzxCuThaJqI/hLaOqhfgOBTfwo2/zP0D7AtzUo/UDvl7yWkipOV/K/EWsp5cKzrGd1dt55/wj/mtmvQZX1q99rbA1hxFWWXsccou1ykSVkZvP78tz8WcbZeB7aXvGH9qzTqv3K7fvqV5f3zHVC+EzalqZhoGGgYaBhoGHgOQxAv+G1ku/nWQZCXYeBEOuK8V26SIaDIaE9KmqxNjzlQHPu+0V1bvqeezkTuv/zH16D7eXxFrqzfSWfa9+W6iEMiLFS56P/dZ2s0i6yysTSqursCIrwi36x1ZsimgPSgKiJ0YfKfCCyyoiB8KmNu7Vpt5jldE2Eixy79FIMBB5YviGkvpiRWnOw80DZd6MyKQgfuM/WHsVnuci2f/mFoYtXHxYUjh2CS3D5xjAwBkwkmuokMDyfcVMNQxTP6vZNSBDIHCSIOn2RkFouYB/epzMzunGm68QBLCzaSHCohQMweR0qWIc6aUED+GTBijB4v1CmWwl+UISgPTtpCNFQ5c2dooCV6LiLwz011qsSYtaJhzrcyWrlNcs4Fkr7Y4VA89FepDHhYSvrVe2ZfaSN9bFJLK8UO3tMhfKg1UgNLCy6oXhBm0pnXvk+Cp0y0Mfw7xKKSmB7Eg4F40WW/XZj574ZOCbe3eBOhuY3luYoWwi2Nfzz/N7hAoknIasIBdxU08buIGv5LgAJxvi+d8JTh5tCtL48/97C1lq9eV7eCQbyjBCKJheE/OqAk9R1PUvs4cQ7hK22yqc93xDUjsBzlACYvduZq5cXMuqyScEcAZEmjT36/a161EmXrjPt5J36q58jAGYRm5ZqoWGgYaBhoGGgYaBhYBUD+m6i7GdaTcJTeIiDBI/QmunGlLR5n+fV/La+gCZ0wFoT4SPa/HgwmVprTuifOu8JHYBgkT1/UX6OvYuDzl1NXee08Trp5hIdvBWL2bBahn6rebS1bIHpGi4L4bG6Ft9xQfALv47itun1PeiZGfyGQXCgLIcFBYcF2cB9DR9PIyzDn2/jDLwcLJAhHOUMX0U/E79fFuumaR69q+pDX5CS9EVrIBfXBS4m4czzo/nP4lOGA2cJ4m35K0VI2gpFWvjZoU8TsYLP6R79Sbh1Hsq+n0emuh9zS4zSjgg7Vb9edcYFcrpBvs4hS+d8L1RxXb+8ZwxxLIeMtfz2G39KPfMYQKVGLTQMNAw0DDQMNAw0DNzGAOuHxBD9LUOcz088uEK7Bv2Nx5weY0cMVb5WkIeZz0/JQtgeUJSniFCr0X6t4ls5v1IMhPAX4QOEJYy0hJgWstbMBwJgLGslkLEgRrGtvbhOZO+NTsQGCOYuErJ23tuWEhBoJfGLNqkEH7bg0ugWaNQg3xJ7r2D5t3JOBV3zooLrgOC8+1FnQYuUx5OMoBCMuCsGy0wuZtCtZfIO6FSImcgqbzG1R7vpDZjTldaIncAUQmq0xTtZNiJgPbPvsgRydtsM8DsGFivCXRubsLNwozJlbWsL5EDwpLRj2ReHVkVwdJIb2c/P/6c4uEQG1arvhHmeJN90A0xg4idZsXa4Qv+Qpe3l98pZfUttiYBobY+iAWQLtFQPMbsw+LQC9vKDO7RNkMwiecyFZi84s8WABXXbP1A13CHYR4guISZ9lA6Me+lSLDhYDxmLGOrnWOuq8vYMoH1tvQAnoS2BueW21bSj+Qcw3I64m7/8qHTd4acLglvKCyw64sYf9talMcO1Hn1MeKMQwjBnxO2236i33ekpQae9GnCXfjn8SXcJHwVEvOs8S3pV8oQ7OeaKD33sUTiwIB8lHM0SxlkMtjN9iVDaP270m/AP/Z1+SV0zBgtJ/6ob9v9GmQfCpgpDupLAE5jqJJydEb7LO8FRezBHXTTeApwqg+nlvffEjpKAU3jQXuOHnj2UUURg/MpqPDqiYk7xZ6sIcGKFArmBvrBNwb9PcZL4SLCG+uUDAMh8OV/38NJd1BYarR/fSzNQ3xJbjFd5tMuGgYaBhoGGgYaBhgFjIBQcxR+KH7RCnLdoCV4Hni0D31dCTUoM5Eq82vxrC1Z94/mK486t136tIfhF+TB4rYHWU5wpbVSKET1AWluYKjKuqw8S/nbiLXrlHXAm/HlOEK/ph3yzfoYYNcSGu2ehR3QgtFkIrCnjVjnlHXTMEn1jRT8U/9haA+8qKNjBT4Efyo10hjxpIdOdM4iX8nYUUkY+xieKi+Aa2sx4BD4dbtSI671WnV+kczZr8PslP/DxxI/ewTIYbRQCX9Gifke8F8NQzwI37WBXwdDKdS+N/vNiaZG8EOgXtQttQz+jPqZxvdwH3a6o2T7gcx4GuOcvyn2VlrYZ+xT8RfABSdfm+KtaR8UD0yuB3AgoyZZrwYwiqusdLxd+F+q6EKt+FPXTE/epGM/U12sBPC64mtRPldvCr9Tl3L/OOkfMaN+AYon/TfwuDb/VsoZ2JUbgyq4sdRf1GfE3Xk3hWs377S++FTjeXtFWQMNAw0DDQMPAN40BfYGTjvLHU4ZCXh9GcVJr9np3lBzn0mv9VHIAeIqTSULRMZPv8D6VzK8jfMz58p/6nv+LzkurlPuU13JpGLjCAPquJp5x4YQLZbvbLIQm40WMcXeScFNuji0QM5vgUXGV1/sefB4++78KGAmBCzMDT+WDQiVw62Rh22O+r+cjIfw+iMgZwYnEVWJ4Yi/gZECmpQINTNGXw8cHLqA5sCDM4a/L3UPkffQCSboZExxMYlcTGfCJCdbzngWEE0JgmHEh8i0BhhRBmKynLcTFBdqsPyWcNayOonaWm2qE1CGcFew5oe8A6wlmvMd6lPZkoWZ7ptH2jCY0iHTA+O7UxF7ckqXtxS7WZkK9JRCBO4/y3oty+ui5jRkrLHiJUc8FuqVs1p/RZzjI7ydZmWtsHnEFDe4eDZEXS3G2DkUDS+0QCz96V/eBh7JWWhQgpMhgN9CL3TnKjrqsXVOoGpKFNS1y4ir4ghtyfawjPFJj7BiEL/YntpCxLF64jpQ/C2t153l9DMlUSVkod7IAZi872mcSMs3koWCQIPaifn8+q9/rPFqjTCI+eVMtzNDGgg9vCCw4bQnMsJcOmORecLJysoCvLRkSZ4YHf0cEzukLhCBzcwsNAw0DDQMNAw0DDQNXGND3MyxN9a2U0h+0Rv09Nw9W0VtQITWdyf2MMrkqYvUB324LT6E14xjogoXv+lI+tiq1gFE0nffK5ZsPvfSuoNqy4GQLU9EyomeuFENdryyfOi7QN44D5qCdxsNCbLYS0TMET73KGRasdmFCEp44G3bXpTwfYE+Ysh6z86x9pm8R7GsfNrULvHII6JWf4Q8+Zd6vpuk33hlW4EYIj+K72oK61D1yF5zV8NC3EGhjnR1C4BDS38FXncWt66FOVTsNuObZtpBrKttiL8Wq1g0GHFLHwC49l2M51HBmPZZjzun3IRZlDuUOT4eL1+s3ZLVwUU14C29ff7SEn/rZ6yW0HBoGGgYaBhoGGgb+aTEw0AjQf8hGtD6MIqPpbQwe8d6prSm1jl/zNO/DB3BIACyhcy8DTGhrSSFaaBh4LwYGCyszvgwAhAB/VeeXpVWPhSGMiuhp07W/k+D1f6uDIhiTdaS6KSm+XkBI8V8yIPuz96n1aoKACy1LnaWF3klAfTlgtfkXwffeYOURTSSdVdJ/El7+W5oimPH/VrCg8TotvxPjB2OC9eCpkxXb+f/pNiaeYOT3JOSj9izJ2KUreDurLAskgQ3LzQIf3JgZRQmA2fMWwCUYlJmtYCQSeRTYmDh3CNYOl6KBNeElCDsipIM5plclXFfllLKBQdr6F+HZe42JeReA5Xgdhy4Fl8YaB8C1uAijp9OQeBFepUWEIsI/fqIvwuwzuRc8ThNtuxPu0XYODXXy+ZtylRLEF+0dK2SFO61pvR2/wqPXnYpFKX3gQ+6ff/pJFpja8B6L4tjHtkqwDbIhFoLli/s+eyf/Qcfjn68s3d1RH+APfYD7/j9cX7qgQ/bDcnvvlFrgsdAjt8v6yNsi4sF86nJwid+JMMAK/fzJPsXZR6ZtUKcZrofxw37OLACqHfWxR+MrrGg0pxZEsNc6Ie+HPFYuiO15RzWkv4XlR/bLKlHCkAjXK1QWsBDwIhgKBlLM6DoWxtYXRD3/VdnmZe4xV7pbeSyYKFdKOt5OQGMfKxVVXnioAMlMqrNdG6o2CM1x6X0QfOyPjDcKf3/A09Ce1D06CwuJW0PC7Pi2XCAtuNvQplsLafEaBhoGGgYaBhoGfuEYEAmpL6NoPNy6ihZnzyy8oySZtla9yXd2LdLs+VIaaGGUDhHcseevrRtFkNSUxE1YTANBN8BzoMQnpT7RC8HP3kw5g27rregIgJNyZN9LMAtPgAKsaC7T5lU2UB2E+5QHGUZsCxRR3DVBRWqEmbzL3HgWIfEJV7IcMk0NAdfw36QSvp1/8CV9ogtlRuiwvF8oe7m8fEp70AYhwEY4GoI8wUNVdwrg2/wR9bGiO0qF69iYF7uEnXmc+j6UWKOt7H3LdDDrKqVSGkMOAw1bp166TggqmJ022mikhbMheP5IyPwfT4f1qwN1tJe4R8olbpZ9I13iycqzN+J9tVfAXHXQnFtcfvX8Cp5sn6sX8SDr6bvtbZEY3J5ipfynHycEaxkkX3an/mvJ2/OGgYaBhoGGgYaBFzFwhBiW0VIvz4LwMN1FMi6+5ecvckj6O1GI3Ou9vsVJN79Y5GJyZGlHtiDx+ub/HE6iS+99RRczag8bBp7GgAlXNsZGyMqAEGNEMIOi7qj9hI6dhDu2Bv45yEsYUFmMCr6DmOh5CPesvzucTrgv3e4ed57PU/feO5b9KRGOS7jjTMBZOYbhzJvvJQD+X2I+BaOFPLeYhKegiXJJaimNJhbgkoAOd7PsUxxuZ+u8aU8OTURYUst6EBe3MOSRRx13n2vUB3r22S0aONuZcITE0syR9eWonQNTseOUKW3ws/YGiL25Hq8vGkQfH38w/gY2x+Pr8bycwu2o1sFiWu6DsQJGIHYzYCmZhyKGEDmh+Th8nOQGmj3CSt4387r7UotZUmawS24tzo2C17sJFyNg2f3xIfjYT44AMzxhiOPxvV9GVkc6XHzItfde4aIx8nGSAF5utGOhI/G6tYSwAkaYj2t7j70n6rdUmheWWKFF2YMx4fYVfPfaedCAAx7cKrLAypywU3A7MEalXSe8hZLAljFbzY8oZsht9Lo19+uwhtAb94lVua9n23JoGGgYaBhoGGgY+IVjAFrHlJVOWGnicvhxhb+HkTDQz+L9pJh58fYRKIMV2mt4v5AztEceQF8Ev7nfbyiL7f29h7ap6BuEvxL4IriOvXKfoK3gFweekWtBLoXTo/aRtUepoR1KfV+i3yr4hbvYGzeFvwivH6V5BWIdsj04O9CHEP6GdWwIf8urHU+GW/zdxesbnDkShh0LojaiwW1pTp3s8QuFA6y01V7011t9disoxh/w121e7t9UL4OmcoPNQAlehxQn4T3CunmfsZQ869J5K3reG4967lPX98LZcm8YaBhoGGgYaBhoGEi63Ba/4iNw9cw2mUGt8yv6rEcpNGjS92MMWlp8gTxVJm/wFTiq91erlfDtYqBnL8ZZsIxA1lnny/+1ELDDzan3dQq+84gQWO47sb7CilSc01cJYc1GYcG4wfxjhQcPitUowYIPMcAnaW2ccbHcMbAjpSPMfpbqP4uy8Ra42DdWJvzaC/gk/DGBXLxvbRE6KQqx/CPcdWjMSxCCgAZBA9bLEa7bpLx46ITGCo60YJwsjMPiTsKmo/e0jakFIbBZFzPyutLCAk9wvXW4/JsOrMAlBNWkdLK2LS64aPPA90MADZGjvp5g0bq2ha3g0uRH6dFewVCdDZceubzAMdi0Jo6Yze4kV9/aq5M36I1zcceYUDHHcLv9tTcrgiYE1N6nlX4GjoShIhjChfU8GD7H+xe3MUJqBNveQ0C4e6R1r+ET3mWViYuIMx8sL2BIWC/8RL3JfRwLXugoALofCG7iHaUAEIJBFu6ok/qG6nXy4H+ubU9ORu0RTJOfYNEi22VhjkmcWfsqb8qZ0UpW7gFWPuBOdhkFcV77mqVZurXGlnI6yszd+8S5HfWBVVtECfSVe61xjQvwF08FqcYJrqB7jXOWd4AzLEiWIJo+wxvAWX9BeOhc1MuAyYtD5GYkTNPdu3P7AqD6xFEeHGJPOGBGKUWjxHUuGVf1p28j+KRnHE5aqOzUv1CyUZ+gv4SVOaWPOMtxMIdpgDvHbxWhE/4pnSHdf2rOUx+htTUr8LTKvUrkd6BItbDLQSmzaD/6sByukZSwZWep8iB7B5eeN+XMWAdHzMOC5/PfNcyY9/6P60+k654g+G/07VkB7bZhoGGgYaBhoGHgF42B2MdTVr+iFfhuh9thruMLiRu11JRPzstfY31//eXVz6CHVtEfNVIyff1s4DnMh0BfoiUPLYxS8PBxD8IiE3ZJD+QDlW3vHvrGw8di+SuPRyISRVeoLgYMWifiQ2/cDvE+4c10TqO0vlcd/V7C38Flsmig0fI3y0iaBa8m81A/AdfADx8lKv6EoprobMMa9L3bAnomSCqVC505BijgCKWi46vqKuNAj6p8tlwSHwgtDS1JsBenIa8R/iqTclnBnzil7TkMI3WA5xQ9beGv4HL9SJ5wRFZ48BnD9N34fHaFifKkXNYQWGzT2fWK/mOeJeMpi6GfzrOb3c9v4VHSdXVAKzidLxQmdQ1qVxiMpOoPS2GNviZd8HNxNg4DkcqmNDoZzpTkx9ZOvEX5NUajzvWTJcjUKkh+PaLjvcc6Y2vAn+poF2NRVpad5+tca5iUduAdSAE8OjxfcB3tpQ5YZVNzXnVekTojrrVpvr91jjqTX+afsae1OjHwBRo801CNjDo51/CPL/qct4b61f1jbJtpqVX64XKMOzwa2md48vRF4mNs87Ws5vjKeMv1z7cxv+RdfV6oV/36qn0mL9tNw0DDQMNAw8CvGgN8Q1jv0zeINUlZAR9lVMU3h/VhUegickRrJ52j6PfXi19DKFTh2fQo8iOv0L+WYUvdMPAwBsS9wPAdWWiXm2f2KTIJbeI7uuXxgtWbrLgg+L9aoCyRvJjJS7DrfVAZuKYhGcwccqel39BGx71tWA/yZmQodLN7SFIchvK/NYixHBXRnkzupDygIbCIgvCj1MvP3vEDbCwY0I4S6OLelUlG4doKGHgIEsgIdx/s+YwltbXKx0UeR3n6h/rD0NBwMEiytJVFq63NtaCzPcgC8+O3ghMXvNRR+ZY+uj2P2zFjQUgfBQtagXtrf4/+wKLM8SKLeaxsN6e9BRP56sDClg8WeJMQCkxOFsFWsmAMjONA9RGjagsIXPEahysJ7z4GAvAjAaiszEOznvvnQ+Qo/KkfHg3fs3kV2BAAzxZEns2RdHyezZ+LSLACihnraPdN+aqvMsfi0YCFwUj5SB9bL4VWtRW/98nGxTdKO2Vsr0rQ6dtYXhCPfqLFVXA2WXBbL/OhN64s5eB6kWPruFJbqu/jocKLdQ8Vej/y0Hqa78CD27goe9xP3WI0DDQMNAw0DDQM/LNiAFqKryS8AFaMvxHFl7Rt0H9vq7l5KQlRLUiFl4E+KQKwBwoN60sEjaEcF/TOVvrjkYKED/MjnKHz4A21rGSlMZ4Jl0/xKyxP6U+8N1vNWNAI7Wkeo4LPz16pV7ZnnO0NxrTgIzxaBc/qZelPormiTdS3TEsD+yvwzwp0/yltYV6Y9gg+2OW9jK+6PMZH8MuxrRFW8tDWA4VZR378OvtV4bnC3Td1o62+VlBdpLSe4ym3b6KOr9c1+hz8pMcM44YlWc5qs3z2tWp6u5yd2vR2Ie1tw0DDQMNAw0DDQMPAbhiwuZvoGL7hbEHJ9oXQhElHsbKLp8LkcXYreCEjGeBoPf6iNWrkIRet7+9I/S6U1x41DCxggLGAMOn8+Q91wL/r4CxLSJhYaSaGxrf2vrzIMhjrxq8czBZKAHw8an9WCSjQcsbC1QMXt2BmEtgLmH2pvpMlG0LGWChgweB9VltMIpo4tHdyWPUhrChDeGA+c2LhuSyVT1pA2YspVI7zkLKe0FDXoomE050OWpgQexcLphnjaM11M7AIjhD2IyCEoVXIOsXdC7+Uqz1ZPeFKCKZ9gMM6MGC7lbGtEa2A8IOsALRRu61shdPdYAM3tBEWBn9W//mz8mbvLqxJQ4h668x+rmdN5Be18VGW1FiqR7hft1v1Bh56mfdmVTt+fuIKWn36LFxWcN3OQ71UmcBShzXH74X3HwQn7UvuzwQ+XHxM9fHsNWfIoriTxbktB57IDvhCUM1euz8qH1nzWwnh8czo2v1ZbvfOaFUhBGYRIdpwPTfanmM5DPCxCKc5Zmzf5fhLT3vBQd/v5NL7KGsWK2hoUdDzL/V/tilUGPDFwiaLnBAvOsCfcVjGMUAxXjxmoq5W6HEX1Y/m0ZMOW1zM5geSPhuMOyVmG4GTXKTbzbwVYbbkyJyBpwBZ/+AK2kFtUIYV5/rYkmPGcR7kA4AKWGl0cjO/26Kdc20/DQMNAw0DDQMNA78wDJgGCOEOdETsmyv6TB54HqG7lyzw8vu9hhHeH0WLHEwnoTDHt/8x4a/d8BY6CNjt5ajQeJ2FVvHd5/OfNMQaPFufQzt1WJqidIvyIcJftAahlXUZgYvhJh+unEeXdKObZBTpprTqXvADV2wDEtuBwDVch0fgn6XG+hreUvybhb8o3YnuiqPEHWjUTEtd88hny+ek84ez2oK9o6MfqQ+VRljqk8s5rj1NeDhTH8ZEOYu2RZEQXtCH6vdSEMzWHXCfEe7FQ7selfL0fu1fQ5p1hH+gfrQdfa86u468J2T8uHv8t/Qr149+lwdzQRwxbl7of5uBKnWZ90W3M/XX+/p4se5j+2Wds46cfwkh2z7PvwSYG4wNAw0DDQMNA78mDCAPshWw1q17edW86ICuYP2ftd3jQfKF/kfTbvrIvw015BzejLS+yfar/R9NRbytwJZxw8A6BhDmSPj1k4SF+CQXU+yub8ZfTL8sy47dD1orl2ABAasEw68ILNbhmL8RIObW8JOOIDMGK4rJMI0RBCnMiYSrPjSMcFUdAqUS5S0n3G+pbAQUuIDWdSwpTAuzgEePgPf0nbRLpMUd2K01T6ZpXr2j7iygIMhHCNbpvrN76vWcEfXbLRfwCdZdWQ8Y78J8M9ni8559bcN9sIRgujq7zxXGagFMUvVitju1M3uQWZA+5LmQ4OFHtB5u2/6i/BHQPZKB+pss1Vn+OcpVLfsBjy50H8lnFpf6wWgq56P228XV8tEa0Qg0Z3E33NJDu+OPFnSFNf8TmQzlZG9nQQJXcYxR+nQVst3zXL2aX7IQZyfmwt9BWlgBGa3+SHAnUi2Bg0U4+n/AdH5xzor+pwVRWaBjpRzzzwP4c18VLLhAP6LxxSLbA+nvoIG+d2ExqvteU7TGsN2x3ccfVu8sXJ6MJxZaOaK2cb5T8IbXblst9n18pz2UO8aHHbjfSBlwh4NoroEJ5STt2cHkv3OgHVggZv6jRQLexMHOhbXsGgYaBhoGGgYaBr5VDIhWMX/XhTJZL3rH9IWsGuPb+G7AUVeUQqXo8BD+Qu8mvbmxbPOuWC2H8BdFZgS/HLuFFAI5Q9EL3nZHSsnmI0TrWZgF/fkAnZe0sulF3ErDb+NGuAieRAWJuHuxCklD1XnpmWnTgH8QNL5SUtaFPMSjo2DnrZDUr+DhHBKHeY6nL/7SFuA92iDWKx5og82li2dWjRDOu01MP3INj/9qGwllVlxVVihDaASO9DDtVx01nvXmOmTc6zf3npjPEe2O9zL6IfNA1I0zY4njmbomTNSNdtLZbVbd6822kHlti/1ILOa7sb7LKW/PiQkb5xKyvXymn9ZxqngZ/1d93oKPxN+vGlGt8g0DDQMNAw0DdzAQVAteGNmKknVrfT/0kPXT0+GHw5cPCYFNd7+DZizADYIhvv/ic87/aarxDujtdcPAvhhAhhn7lUooJ43r/iyhyQcMt6yhxETDzMI8f3R/OPzjUwJYCRaC3EdgyFAKDdV9oYLkZn9NsheAuG7q/lM33wue36tc7QUsbeLYcgbBx4cslH/QWZaNshROoSfgbSEfKebREIwBNo9iWCT86qRRctT+oJ4yLLSLHCmfWyz0TrKujX1s/6qJJiYX+5mv4j8Kxzx+aj8jBAMvWHQjnGQhBKtNATJP4nvvKSU4sNRj8lMH2A13xyJ8hhGnZY9ifDq5p8batpNleX/W3sh0KhiiIZRrnoGqAvYFS2+s0dUvjfsh/osXaOwLBlwan6Q1LlFfFLmMrllhqpPGCK6QsTzoWDhThUD3S4H2UAaMz8s/tAf2h/qZmGQ0h0L5QDBuLUNqxkdr4GsPW9pX2Du5L2gc09Z2VbcRWhrLgkP2UhMssk6m7pfL7wRfaayhLes2ZXFkOdjyUkl7zTu4dHcXdA8EAxsawTApnsqllLNg6uU6uMNLAFbtk0D9HwvsLYyWP2PK7hCFO89/dfVuZImWN9XAErg/Ssng/IP6G/uW30i08RVZX2SGHj2WRVtgVFkD2lYKEa5QDmHx5dj/SXWTks9ZAlrtta0JTU0c1rbDXhgrc4cLq36Apw7ek5zKq10Pml8uuKj2+IX4WQqa0734RT/nO/APeXZgr3X1fc2jjC3j08ijDlG/sb5LeV4/cxn0Maz/eyk5MUeSFWtQeh6eB3ZpouvC25OGgYaBhoGGgYaBbwkD0G36CELH9rgZ1vfaAq75R10wxzf4PvBL8fLZ9TcbRUoUMbHeFA9jha8V+qUuWnATN1wk4yoZi0wpwwn+EFpB59QJ4jrhuH5z54kJBeCCAEQ4F0pq3vfXcJO+Jg6hfxYAIJpD5qUb6kJahKbiKw4SMBr9hc6pKZKA/x5+ajhKcdUJqAx/2S7Ie/66wHv5VpnML+lHhjroZGirXvQzfDD9aaE7TXPIujqf6av53cADkaloRNOWtpAVFpXeOPKC21ifTHOzSeYFDffUKfIKmpvxomfD+9cuAjbWYESI4sXMOevXuIAur9uTlZIMY/2GvkeaxGVGu3sW/e2uWtxYK/3oGUflVd24uryb63WE0s9dA+oLBnM9SderjUM9S62fqt8cksDbuMVZ1BH+zvUr+BOETgi/kTjgvDyHjK3CeK5DxK/gTyTu1YHqwna4zr4e86gyLH0/s16uf7599jzF2TSXvdt/mnu7axhoGGgYaBj458SAvx4YyMmoSgvr+qrrW6Nvr0z0VGFoVMm+pPTq9UpHvvUteg5HGN5QLnbHPbIaZCHPZdVSNQzsgAET3z8dPiU0wT0pt36kbopo4Qwz+iHBgIhihkMSwDuUvCELIECg+TeV/zcJnbgmhKCDoQuDeZR74IuYfrRy50T3hkIeiwIToHIuGshnuTO+SHCIFTXE8HwgA6txJsvQj9PvBGfCrReFuXis8HuxYaaIo1KlRW/X3hOmcTm9BcbsI4qAHWHPjHFZTvXA01JXhE5YTR9lCRkWmoL3Vll+BwOs6LSvBI1n2j65+AdAuBXVfBjujE+4NJa1IZrJmwN9QYe1pL87fKIVDg53ClY1OGMB/1/K1hKqkvOWj1PEMQPHhw0huhbIcDAdgrYYTY+BqrqpQWLvcKyTwZWOSTvS/+q8gWMdXmvTn7DEFP48thlJT+AQGGRh20vJwJ4DvI/cermKtCloaUKwqf8Jd+HKva7bliyoj9LgZUE1tJvDLcm2xFGde1siIFTG1TyJ6n6yngkLSrRfr/m1Q/BrQmg+i62nv/eGccsyFtCgvGMhsMfGHfzRv/yHNwMUH+RCm3ls0sfulX7/fUCBdQPCc9VbfTbwdwe++1m3GA0DDQMNAw0DDQPfPgb4ropGR2iKFxa+0yKG/Qzg7Vlp52/vBCnm6xD+pgtiiJjtdEi6fWYbDPODCE8fSD+BZdNNoUXAiWFnIcdUjlJX77bmlfFMdkh5155cCv7hN6GjTNdlxCfPbkPBB4w+gnY37BPe4sn8h2QCVnAjjI9jo/B3SH/vIuHnrKA2MA+CJbPoxaR/UW72moCevBboiyiesxduHFYSNK/H4uGeQXUSreu9cOlbbpdSz0kxMxxM3pUb98+ltEuR8xm8ndqPuqH8qgMc7kcRkxMwcWa9Iu9L+WqzzeGp+m3Ifeg3wLIOz81x6bGWZVVtNcBcPcto7TxiYIK/8fHkasDl5Gm7aRhoGGgYaBhoGFjEQN+L15AMotcWo6P8Qd95K77KC2XKabZ8gxZL2PYQqgrvnusUxrZ8WqyGgRcwAMEv5vX458Pn5Y8iyMVEIQj2sr26KIIPWV4mI/Uerb8p+Ca7RYQj3rUbJGkox96xgs1MXjA1KCSecFMtC7aD9w9NDc14P811r7u0QhOTxgRy+YuEE/8Ia2p4mSRKc/LA+k0TCxaOB7ShWZx4hMnZCHZo6gpfDghNQ2goAMHiaiCdGdvLj4qDm9b9pyNkgVgDM+Gx+bn3QsUNA67e2KvpVjAe1RN63MjKRYPwh5DaQuFb6ba8yzYSJ4dQrj//VYsvwpsY7+39nHpJCUGLTxedDz3WooybLQBsiYNmO3sWaON6wRVyVY+QDYkjnq1YuVQb9xd94DQ8PnWY+U4cbMhtEMAxX2D97o9XLLrYyLvOwwi4ByfjVIJHCzC1eIdlrAT9uB17fgTHHtg9+NIctovrP6wXZN2NgNqWDDdHVI2EuHabqd939H0WqNTXPCY0D0R7XqfZ8oQuZqVsLRiiBHNgHwu1igooh051mM07veD4/MS9Mm2JEgvjjPT7BNdRsCDANf48Rm4PjBBCs6gWV0fte915/w5ZeJdOke6gcwHGyjdU+aHgr4vgYrFYgv0yYKP2D2f2UMktcsNAw0DDQMNAw8DPjgHRf6b5tYVEbyXa703j1HCZztCD576zY05LNDXCR3iAFP76Ws82B2ga81iigaC/RTvCz7wtQC+nwFHeny696F+8CMnDixBY6DpFEQkBLbGZmnIdZLksGu6IEiT3Qw7LOQUN+UxNaXOUqYvA3fV5Jp9pGkgo8z4oEtobkhQJVI+g76dx7965XWnbOQannEEI3qMuva06Yu3iKJpxruQ6z+kuDEME8XjqUyjSRl3wsIVwm36WbfN87uarhn5V+hdbTEE36wiB9rTegJYlc71PgCZmfSL63li/5dwfmw8Cfq0A6I+2SaWJ63plaWP9xqt899w588kz7Ve1Yfa5AbMZL89rpVKHcrgdq/sbnOzz43cNjlefZz3z/Ep+NQ5eyaelbRhoGGgYaBhoGHgdA9As8DO95DYHbfs4rGnrKev3nWQgsU3J7XXKVyDB44gPyWZY0+Rr20LDwM+EAbofAuAQGMIUhhYtAyU0qrEatKQBRhEC9ysGuwJDKI0lmLV7dTmDodPixbFYN4bY4N0AYp8GfmRtiHUmjKcG8+p+VWiWSPBmDRNSzuDfH1oYfKymsQK+t5hCXE1Ish78Tj7wgwF83+SHC+efcDcu4SHWrWFXfh8D7KH88cE+rDtOl15cyPzUv876IGDRjYR0CPX18HB6oXzYSxT4PFb2nNLNUGqhxm7ahK+rBZEpKIt3XoTBCh0hP1aiLMosxtzwEOadvdp+kgU8AvxiBQw3+3BI3Att+ih+dD/qjNtmFiCeCwh9bWkrLa9QHnm6oiMAHq/kIxd28ohwW6ViTBZXUT6/vZUfsL++Nybnedy7Zz6CeEHBRGFjlUP7ngUm9jPnTELaZGwX3bwYmF+U4xH37XhpUBkb+kpuOHBWO+I6PuHakPRBeLXceuI7V/pcduO3z9EPgtmiNww0DDQMNAw0DOyGAT52KAAjPJWFI0I7C4D2/P7fABZBr+gOeE7cP5vv3GKJapo46XKEVsGnsnBj18k3inzqVREMBY8HvNqaQvt39eaVX6DlhnpICCU3yWwVlELsp+BcTTTSdCH4Bdei3Y3zxONq4vsvhnqoOd2XUIjlSCHp/Sy2xog2QGkAHiT4ELvf1t1uoapP0p1h0Yxr5OIeebfC1PRSHPChNQT7y6F88zGMD13nsVeZmZ/LEfcvnrpTu6UrZJTCQ6F8nwKjzVgfUX1UR/2UY5/8Wy4NAw0DDQMNAw0DDQMNA7cxIOMsPKxo7brv8UQqGlJ0kNclZbzVdaxTYhSyIz25CFBZpFXZz692L2bcHjYMPIIB9gQNf+TB0Iq5lbvOD/GMFywjEa6KmYNBtXWYmOH9F+ED3vl+pDAhJy0IWPAr5gEL0h5myYsEGrJ634uhQHcjtDYQEMZCgliaR5CwKW7Ap8lCY/fivVNl1YcrgV57ex5lvSg8Cjq9F1PFooEnFuH2zPIK+xTLQu+iPXBdGhPAvpMMjJzd/TpfFiYkzJfbWdoRl25LQj8mP4RvuMs6eq8mLFklPK7wNxWIGvinf4DwzOLJWWVI/SW03cMicpppmSD10O0sqNymEgT3tiauYz+/iBH4slNk9aW/26135/6lNxL2gYdhL9S6yOE64KIXfmicnDV2mNKppxA/xHruQhpCQgMjwFajOlsYZrjqHNfKUZv2o2Ar97Flj7FedfRewGp7IVT53x8v7v/qL94W1zXUYpg+oscTwsPA5AjJmN+oGLHU39UvhSdG94eE0wgxaQ2W9R4fH7SFUglGFAywNicbxiT/XlThlCHr7Pj5cHr2+CATL/zgCQEBMKVsW/hjZ2L6bSg6sHAla1slP6IwAu6Ft7BimJY7uUs4Jw/j5mIrBNxAq86emJmDKA/8ZYhWYQ/pwEM+BxCIHxRY/lvtytwvaGfN5D3ElYS9vGmZ7gzcgvwG3njvuRA4tLjEvoInEVdnzUVkX39DpvN+wGorAdJ2fxWe/kdX/6oCVS8lZDqLUOo13Ofz++cxD8Ei+BBOsyjqfjxYr9/Pp8VoGGgYaBhoGGgY+CVhALrBtLfpB77JfAP1fbXLV30TRbfoNkKhP+pv5lJd53TDECfT88Aff9GKWMxihaqFmGOHxx0Eq/E9j3RcJwDxxL+mOZyJ6AKoHPGmKP9q0Qa6B5HgEKpLntW5c7+QO4+nwbBDYED7KAe2FUHpUfSzhamiqaBlJiRIXV+lLM5FpvlSD8eDx5DlrzyReCsZQwU9N0Y3LzneDleL+Q5vuaCG8HYgAjjhk7GQBROisrGSrfA14me8UsTV4PJVjxAWqi2wHPWBIoHqpb41a4LVvBZfFPoy4Fd24FrPnKfWA4x3FBdVL9O2ol2TriQOVHAd6lplvPq9r10mqTUm6F/QhmqnoLPF1RmX0XMSrqs8hgd1iTyc39MScAgqi7Zx/cTtcVZs87ukWkHimNt4RSkOpQ/mbX0OC3mVQBzWUCiNAnUfVr+6dgeMgnm1FLKPLuOhhqm6RuHDVs1jjmttMaYar4ZUN+o3xCkXCLeXQ9TsAkNLEF+cda1hiv6t13qZ77EHdxKNI+8NnPyg2k4x/W78ibj+nb8aI73tinWhpRAc+9KbeHYqOA7or+Nl+0876BJfvJbDdZ7Dk8X2rfJZfD+k/soXy/gdgajgHh+2q4aBhoGGgYaBr4gB0yrQkNCPNkLTNp7wQPZ6wlneWnsUSpN65Iu/z0d7WOd0lnwTuEhTl6+IhFZUw8AUA3REOiRawSyCQ8SJqBFhjHCw68I0HhfGIwmsyzcHBqv5LeBBkGlrQxU6If6CIbTpPub71t6gPu8NEP2IdnBJfcFFr2AbGZuRIGTqCIHRbw9fuj8IPhYrCPtMKpFX/UvZMHWxrzP7e1pkpeKuFmgKgx2wkI52RuAPA/+uQD/7u1wQI2QORndbSSxVSLAqN3WhobMt1bZY9BfqL3b8zAbxWE9jdY4ywRbinThKj6W3F6NgOPfog+TBIpeyxt2cLM0tPpv0f71cDNSHkPDHPa54cXv79GdHZfdwfmQrZhcrgs5uvHmQB+VuDPUw0Ef4Ype8r+EuFon0YbciwxJDuhE2RwNvHP9y+HKSEgdz4JUAfmN+Ijr6M30KmFRH1z3baWMeV9GyfZUj/c/zy2N54sbwUy5RenmBiD2drwp57YHalcXmjy9a6MSbxMYQi5Nyg6dFy/BKQV1fbc954cIV8OGhgUVLt+1j+Jvn2O4bBhoGGgYaBhoGvk0MQHhAY+l7J34JpTsEkCnoeD/MohuL5S90driA1rcdunYTbQvthLAKmBHQUY93frMFmwWPCE/LYRe2I+31EM7guww/C03QRDpbSPWOOgBjOYxzrhFizwXuD9VgFpn2gHbCsxBtIkGaFQtm0Xa4NU0o5QEW8NjCBIEs56CnS//Z1IduATP2r6gT/Fz2zR3bqEgZY52DehRBtkFjfL4plLaKOiH05KDt9qobfYwQ/c6W2oVXHNdIIsY383tfm2IjqDVDuzFJi9Yw0DDQMNAw0DDQMPA+DEAXcogsCYOcn3SpdeLcC1gkF7T4oU9vrYDy7u85pk8tNAz8bBig+9HJNSpkzddJmIlr4zPCV93FcruYussfdCcXwWauksD/GkDDjAGFrGyBzfstCTY9s+UcjLkYl4v3Af69YX73oE3tULsSkMCw036jXSfXweBxmC+C+WHhwHuwstiiPU6PdoVaa6S+a/iLmcQ6+fJnwfdpX/O03UQI7LakDQWrGKCLhCCxzy6C/vfB1cmSkH1H2Qv4aAHijf5E+9IXZf13Qbgl/B01SWOpOIb6eny6/UqLSRJq2rqR/chkpd1JCIyVN9arcdDnlg+XI0tb9tftZAke8GXpr8GG9SVLAb36/6Vj34KtArDsf1jB4j6dJobJp23V/5bMwfXmfqA+RYinMXj+xA00gukScnDQf+hfQx/LCEtnxROAwNjhzk8whtLEUtxbz4CCdgRnf9b1X2TlrPE3jMlZWr1jfN4MWQctbvUQB7JSvlgJoSwK3Uw8fWnLctzZc2gR63gWnGvq/dOk63eug15rUcd7UGu/drw1PBIQmB/V5w+aK/YUADPXjLjHigKFIhYKWbC9E4R30l+0B/DBc6z6mPqx20vwYn2cx52cbr7WkFa/0/dNc8up12Ks2nlbn72ZbXvZMNAw0DDQMNAw8G1hAHpBXzsLexDYSfiLYiV2iNDUU1IJWo9jzwDfhhBVCo2i/fn6ilNZ/OZCO4z0Q4HB9JhUb6HFUHiz0PE5GMEEx80gfIXQN+D1dQp/od0epd/Av+oAj3AQvXEULRneq66hgP6Z8GvXUbY9Md0U2yiFIt20lbdlshLL7QHN9EW4xHtUWGLvWIIKLi3lvst1nTvX9X3AedVv4vH931n/sjK0BabQr5l8h3GhumDx29litK7fdV2y1NfPCbfO2W4e3/Ay0OQcGefZ0rIuI63u9lMfxAJ9CG7L4e5NF/O65H05Gwe65qyZ8Okw9Et481L/yfnpnPdNWNfXdc7sZ3h5uQ+Qb42HLOef7Zx4+2erV6tPw0DDQMPAPxkGoLm87i06xwQiLqDlYRDjPb5XeoeM4SRDvYvXUfHkWdEse6FjoDf4Ru7PYe0FZsvnV4OBEJp470wJDXGfGgECB/YKJlUujhHAQRx+FeKdklUWg8UueQUXlpm5DzCvS/BCgayUTx9y0YobZNHyMbQyxv5nl6m54ajFgHPP/slyhQuczBcT4jogQaB1wbK27FWMO9XAI+8Dz/tBCTMDINpb6xJ7FFOGeU1jRsyZJ7wKBlcI61C1s92RUblkaPaDTJmWsrGcDldqKdRZPBc4jVYENYLvckKIyZPA7V7Q0QoIpFGAIG+Je0sZt8pJHCquFqPYj9ouJYRP2jjcEb8KIbD8z+HzU0I69f/QXgKmPG7kz1ilHTmrX4YAuAgIcxxP+uuNvIZXakML8XCjob2Af1Lft5LGEEEXlFuO+vFwrXcljgV5Rj7eBqSEYEHrs2OCjzia9MxhWE1TzhMBnBgvwFFgUfte5GXgojEsr+5eEBoXhe6VkX1JgkwLzKN/nd1H7qXd8F6wnroftJ8t8AlOxrNDLuqs5OE6ChZpweHNwJWaR73ZjvPI4z3zsPHDAqQUF+xWUrD1EFpMA3eD6qC0P33yTVJbCo49hL5XxapdT97qIBaUVWhp+6uY7UHDQMNAw0DDQMPALxMDSdNAv2lbGMLF57csdUxxJDrUAlR5c+rtNQYrVGiDtTDSiKYlHQ01TQmtUWTEm4g9itymFUsua4VcPwdHxhOvlBpvQHmY5r5OsulJ0tvQkwiubXWpNkhSbVMmj0ai9uA4cf0wNpYLFJ+NEoGVXc3XypIcK2bzBbfbYznD+inp6zzgQ1EaCDryIJfhwdNwT31eDIW+hSYN3o3+hVIgCrPQ0hobVjiew7W13ExX6uR1ggrugb6uninrnVpKuFJOOqCfUcLE9S/KHnlsrcX9eAViyjP0tFtpsz3a6T4AN2N4XUhtPD+vJ8p6ZIy819k4zf7H8+TvMu63fQYHGbJWeZ/nxFPeT8+ZijPtnMc0VrtrGGgYaBhoGGgY+HYwwFqkvte2/GXtusghRBexdnr6YDtPZAwEvmvvJNDbHsBGc/v5uTAAASdGTprMnfZk7S1klWWmBCe9OCIGhMeKrBsvsn4Tl/fe8TBBg/YGtfayGCdZiwLbR1cGr8YkDBtyjhAmoN0BgyXrUNWnsFqT3N5zg1WoXAlICBx7oX4XWtuFwMZVNJdomLB/6OHwWzEgMJfCu1/EIsxesImtI2eHD8PAvraa4FQ6t73w1wlp4AgmLeVEgUOExN/rKZMfSgHAHfF0+XpgUUUFdirsjEDH1ubaF/lmKHCqbY9OJ9hw0dD9WekFvyubNb6Z0crLkha4lB8uISygU1ksNW2rv/Io++xgSXHRHgLcG/36TWFc4noFkBuPlT/jQGPAyhlH1d8MaJRQBsBy+oJzKz4JtiNjWB83ty6N7oWuR/GnMSht7pPSd16YEVwIXIHL9R37VQBFG2aYl8W93usfF2hYAF/sgkPCbrvhLnXM5HfOFtrLatQu4tg79oQwH4F3DcOdTHgdHUu1UV30x78uRRz8KIH3n4Ry5Qdd4EXNgHG5fZXIr6N/HfAUgGW+BZqaq6hzNA6lPhzGMoFS84oJF83ZvLDwm3pzzPFeinI9Zf0ja3evA3OPpr7n3cfAoTvVARA8zxkOvZSV/NF9hDlvBZ6SQdbrBAGmftCzT7Fg87wF3ncKfDPY/xwLFrwMDFUo7b9TMS2bhoGGgYaBhoGGgZ8RAyxw6AuHoiJ83fC141ucdMLz4NVCBXKZWq/K2lfKsihyHcQvHW0FzIecciNMvEv5+6t3Pid8iiflVO/R1aMMOuWd5hTFmHOWsOFsepiU5AbPFsJfttRB2ZcQfCYX8xL9evmHuJm3aA1b/aqYIGWu85nibjnL5adZa+hWhL5YWasOoqPg8U0f681A5yxnsv40UW7AEWKL303LUXimJNzWc7jzBvgD/yZhgd14h6cAenDFGsDrwfSq25DKMC5oW1VQ4wNB9tDOq0Vdt9s0Kg1MXZS3ynF9LPwt/Uj1gS+H9qY+tDkKjgRgexWVSY+nO+5odWhcSssVAZXlEq9/iHUv4BXL48RnYnMfz1hDIoz5BA54Fnw1V3sGcD2G2LcZnBYI3Bbj+3HuSQij30WMsW2jjiVdaZ/grUrMMi/UOX8b1wUfVb3nc3QN51jjeDrFZsacx8rneb73PuP9Es/LGPkl1qTB3DDQMNAw8KvDgL7fSId6EVsoFLJNIOv9QWOKtxCtwKr2wfwRXpH0PeuT6H0PttpX5T14bbk+igFzDDCLuOYdCTmI9Yus8qx1bW3f9w6Ia7BhxIGHgYpAB6aWAFxxBYPVi3HrJWBFCLzG1JTY+53MpSEAlstgBHSC4wKTNw+KZ5hkpXyQleNU72PE9TzZS/cqEAvNA4IwBCkqdWQqKTMPStE1ez5jgXn5QWlwDQdy98akGE9lycLKGcu+wtyPsCRM9VlggFdmSll6X2jjS8KnZ7sFypSw6YzFIZbABJ5tCHwo9EFhv2wsRHGH5hqMCN+QyVKU8nmgLbHQxNKccUBIxo6yXX48vvrVIPH4cYWwcpSVMuM4018luPXAtSoR6CHCU8eYRDgdfcwvJ/DUaUrShFlna6bzGCG/cHehbe3GOAd3SbPlRJ208BALURIanrGafrYPJ9x5jvFx+oIQPWbIWLrZAhhxyEe46qQsgqcF9rad4GlrPvN45FuC9nj22AUP7nu8iwWnjDI5uw8Iz16M0sKaYWJ+zTpXeTvh/H6S2/UNYx0hq+bqTm3bnXAzX+btTf1P5RlHfANIV83516U9/ST24CuKAru0ydOgtIQNAw0DDQMNAw0DO2MA2kjuk00j4ImDI4t48LueybacpUyWe/6GQBJ6pKbJCo07z6t89/1YtIL3ypVyKopuab3MOyBfgn7tufO7+aOUQ9mC1fzcUgk3MxlfkpdpHcEt2hY6yEI5cI+i3a6h1Nr5ptUvbrehn2qcP1ko9eCQIP5g9+EoM3MgMB0605OZZ7JSB7Uq+8eCI1uOm+/nXu/rI5M9fYb+ha6Edla9EAJwZ1xTAABAAElEQVRLuYC1BXiT1wN41+G8aG/Vx3xvtke22bSsKP/10tO9M2sO8CvzfG9bet4qv8CdI5A+9+pYuVXcxnedeAQO+mPdJ7Oe8/PdbCd9bVbnxZnnbo4/e4QaB2vAZE2X3+fb+Xk5dnvaMNAw0DDQMNAw8LNjIGk6rXl2PVs+hjwJoTChx8jR9K3owa8QVrifr1ByK6JhoGCAfU577a97+ZRlpl0a/5cWChAISB8ChkjMQyf3p+EKWtZSe/F691rAjDMEPXoZcgHNXpWyaJ2Hy5lhJOECewHbhWwA+LL8bV7Qwv0JpkdWahcJgWOPYjGug0ZsSSD4EWAgnD70cjHw/9l7Fy3HbWRLO8VMd7ftdveZf/3v/4Qza81puy/HLlGzvx0IEqRIiZSouthAlZI3IBDYAMgIBAKQR7UHYxboPXuLXDpJ+JfzJy0bLGPT5WflzDLVGMllCtYgUM2fvZSFs5V4+LOBFSOh7h1Z0XrxYojse2ElQ36H0dDeyWk4NOcrxUfREMziz3Wcy5GvxN592+1MuFmhk4em+wB5wlMqOUtUea7AAALeCQxQndQG5cVq7/l4+uRftX9/nP6t+vvn2/ksg772kKUOvQ/2Vur0YzxEL2p/8vSmfqn75wJ7OwVe7DX9SBj7qNqs9nV7fxd+GlSK9hf1vpVuKPwo/+JFfF20ry377ZZveyGzjyYI8TahK2CADC9b3ol6J23uH4kzfVJ7OZ/0rtDgFr3u2UDZaLcWXzSoyySE8HpmtluZLLCYCTzBAXhoqWU8m9W+1vYBHupJ/Tg9FRbJTm6KPp6/8orvVbcnDYDaw2JPueW50rNnsgoYPOC9dGDAe1+48W6xh/GBpBuphkBDoCHQEGgIfCkEQm5BdtE31J9OTVBkgh2yn+W/kAOu+Vu7fx1z7Q4GvDDeseJPDLYsb8tBXtNgucb8iWkZrWOPWVYRQfZ6UbCxJ4x0J+l0nhAnvfgkL82Qt5G5OR+vb3ICPZcBvDUBDh1V/FtsHPBfpoBk+JB0aIMpRlP0ZOQ/9Ksjg+qDVY40JhBlO5J2yKLZZmKydzEsum72ye5rnA1ie6kDbzvjPaXxzj6mfVleVav15GsZfL3vNZ7vajsCUJUbv+d7WZYyKcVEyTD80uF1H69mjq6zI+qNNsW4B3VDORhEjX6z1t7IfRqS3+nd/VdJh73Bo5xe1j77Vx73E/5GUmT550faMb/5fV0nJhxLWIjllG6rtFf/MnY75sSKhkRDoCHQEGgIfEMIsBqOVor87VfJx2fGYSXC6G+vscCzZSWcfLTlaa8Jm49J4ZvBGL/Am5O0iA2BFyCAjGchnmVK8WgNQ2sYFjBCMXs5jDN0l0GhKGLiCzgKkhZSxZw8IM2XeLRiLMaYyRgB4xF7Ocq4JeNgWfBY5y5UifOqgwZWwE17W8VsZSO2kJkwlIHw44Nlj1Gg1+ItJH3gFjZoZrd8kjEz9vjESHT7dYNx6zv4895aZHo0fpQZmvKalgEYz2kryEM9kud6YF+mj3fNoEdZd1mO5k8DVlJmP/XFQ3OdlerJiCmz4V2/fDwO4S+AwUhno6baWAwopGJXsbHhlKXnvvtgkgSK8hEBkz57uul9oQGBsRr31Uumw4D7rj2eu+5R/kRJAxI2avr9Jd48yyvLuo+vTDUck9GhHw03hijrJ2r7GjDp1bZ++5XJLMQc2856um1P3Le1xHK8X/BkUFkZoFl9zxQsPBig5fbP/xRfMpj7G7Atz12xEKxsAE7vfZW9GoBYpcVEByYn6V3mZSIPx005i494N1Kfe+p0lev2oCHQEGgINAQaAl8UAZay5ddpgiLy88QwhPzh7/9xcshYWIxE8d3OPX9j79YNMpgsdLFArkhoQm94mYa36Uj/4LMii4Tx8T/KH/13A69rbCB/OYAxE6gxLoL/o7JtIXd1GOvOy9rh0YCh0XIcBmsLTFepNt+wHJllQYZL4y/lIO8x/800JxFHGjlhAMM19QD+Xr1oEv+oi5D1wvjLsuhl2ectMukqC2NZBFThX4OMjA14jACjaWK5SuSAB5RNvLAnswc0OafuHmh7+X6Y4KKyDTNCGfvg97nKdhue9PrlmOe3U7SnDYGGQEOgIdAQaAj8MRCQ/KKJeGxTERPycGQqcplXSWL8HjmXcfYn5ec7gD4gkd2h2B43BHYigKDc2aNQCiMzte0x+oOOKEV4R2Fg1bm8Q9knFg82dwwUDI+Xv06pQaWShUn6DMogS7rKE7L/q2ZrfIgXFJEQ9OmmFxlY3+Sp/KZ4KMCfZyhfxoMLyg/eczJS4+mmf5h7IwQ2J++frO6u2dOeBS7lFo/cAmCJu//AHkJLQbDY8/Eij9FPLDvb/U2YyHhaIs+9P7n2GvjUqWOBKLE5Ph+CT9HzgJTqUkrx5aS9fPu/Cw9etuQkzMzgcpmIg6eyl4BjfMm8ZYm4fj64raseMVB7FpBIRk0WngZFuNSvl72KfNljDS9Hlqtjb1FiDHryA6z1oh1URMkWfbynmU2uu2eVW23K+9FupE26GISCMZVnKMtGArNomM38AaX9i6+TBhhi7yzxmwMdQx5VnYJNaVbjJA6Ge8Sf93aDMmVThnea31X7Vxr1LJmjteiZIWIgCS9g7emgd4gYm9Gs+JqVj8t82sGX6sN4017Zo1gM7qlfygxvljWcln5Q2tFC3r6VOK48N34i8U6/sIH1B2GowUbtaUv9Qj3LcE2CdxCICG3thfH+rmXMzaFqYlZvPXya/6ByMZZKSz4KVzhM+BYH/r78oCb7k2bZ/Vwm70BzvZLdvjS4dOnl9c6KFGA2yygEuOBp799etHlTXzTzr/v4k5alB0PxNOF9L9UWvyHQEGgINAQaAl8GAX9SyRpZm6OXNPuzvuzjcEPG8XOiXslZ61IDJOch5bm4Hx6BbIvDd7sbBlpCVqi/r0ufWvbvRPf0yhxilOV5MdAhvybfmf87io5CLUfmM47sfXs7UE5w0hFdii1NikEL/TLli4KkZSDTK/ku0qZQlp8o73fWB5C7g5N4lvyOctaU0j2uI7bwsIEXaVmyDLKSDb9MlpNsqWcFnSnxrVcqR+ANlWKA1yRSt6PScCRVb6W2EA/+IRSeshP+wd73S5tZSL33FlnFeAZSLkH56xernKnKrGMJ+bqRXXeMkm3w1Rt/UXKFZa2Jd+uFxThKbuhHpCxydZ8DjoVafVjNso40nI/4RPnUUqWHWV6nXbudhh4QSQLvTD7tt3lXbCqtQylfudAB5CgnP9qYrsF1LLrvJ1eBc6TSA4eIm0/y7p5jUqfuSBfXXsFHfKDDs/ZAPIln6+VMxhlQKDzVLyWtPhRlhdrC88SJx58xpN447lWdmAQTWd58z7jdlaLWMb3MupIkClmEEzr9VajrrKZyFfEruvEqPhOfGpOvqNiNlYZAQ6Ah0BAwAvNx4ndvRScdA2c0rUR60faX/kZKZ+q0QlLPKqMc0QVeGF71dXohy4307xUBz5qUAnmR8YtfvZzPSQbXMNSxnBUdh4D0nYKQb7zsTyjjzKbFmEmnRPCy9K+DzvXD8PbR4aWMQVFda+BTly8LDB3I3NRjnJaHZq081HlK8UNBYWlglhuNZVoL/3W8A89PaAF6gZ21ry377tYDL2vZeMhASr732kp81yLvvk+d8MrjJxVNSkav9sbkg20h6jyMrBj7j8fPA0GefQ5eG17+RaE3/9LA2Yua5chZ8u1I/uz9KLS8LB2DPGvtzIys/8EwjYf3yfvsUg/PYIiqTcAzmb2TeRc8QK+ufvXZMAI/QAdWXB9KqzbFMMBJ3smcx/tA5a0Hd4i/J6humQBz8hLkvAP380j7YqDL+3Nfqd17mJnGpYQXDdKxEoLreCjnFh5joBBDMFSOCfRVfrRV+hF5aBlEvZ9jmb18fis/penYZ1p9UX0y+NPp4aGT8VsDtRj5b7FzeL6NYEOgIdAQaAg0BI5HIAxCyPKSlZm4y+/VBgt963PPX777yPhhREXW3BL4AGNuhe/YNsKTPms5ewuZzXHgS7II2/h0rGQDz/rdNRyvZIBcLl7RRTvkndzz17IQMs+RIWUo+BfPyFpM4LbxF7lvK+a3eGKSY+qD0m0Or4dShjn/FsSO4D/LBi1k9qSJnoZhNOX4cp/6e1C3ypwifci96N1RL8PTF51kfWf5ns0m21ahY0xm9zIL2kT+8t5nOVLma/3maa/3Ce9NIZjA0S4aAg2BhkBDoCHwTSPAeCTyMuPW2LtixRl0AVZC/ZDDHLJ7yIyvK+hR0trrOGyU/xAIdHhB0fjpFCzpyhKq8gpjD83eUzaZTSpFsJMXMEtZ4Z2IF5wVtddC5FnCWga0lyfYG/tUSlFnX9Rx9qPY0UzXmDmO4s1ekxgINai/oCAcyy0+ZMw3ZS/UX5RbGsSnXdv2GHQJGWhObz/ppz2V9W8a6zjOqDJmv7tO8bZlSTPPSpbay7PhJ4Ss1Mds8l4KMfy9sZ+yUr+KPwYp+k+/ybEbvKRYgs2d3DBseanv09+VBP5Q3o8MtCk+CnjashT6r+KIaxTftQBCMZM8YgV+1O8wi3ot6cb7J6bxur7U38RXx767ZYbuVmUXEvRjJiEcV79qv2ZNHp1457NU74pH+lpRc6Yyzy+9/AkYbNKebye9jwj72h+x6V/6pwGLT5/oj7lstp7ZOL+PopnQH3ALD5ofdUb/VT0vzpLOFPMjAxXqT8q+O8HXL6pHvW/d7udxr69rnK6elgEr2ttF5Wfg0e8+9+ur2LMbCDy8PzWbX/tzM4A4be/gJb6TT+LJ+zffHzNii5ckDXu0MNM35M37rKm32LCbhJeSkg+9Sp5E6ovRN4l3qz8u0Vm/B19Rt+JL3wu/Uzbhtk6zPWkINAQaAg2BhsAXRUCT6S5akajXZMTcQ5dvOWHP93t7GTD2soJU7PkbS0AjP18HVg7J1UOGp5ZjkN2YiIWxkdWS+CaHsW7PVx95ZZBZhgxmJ+U7H0sPFx3J8n6gBFK7cIJ/0cT4i7GdCW/Bf2CeuSOL4/m75v2b8TYd0Vesh4Mzv1vy1CaKYyTwcR38WWVBp6Yuoiyb8B0prZwJr1fyP8k15G/aVa8yRfuiXfF7XI/sJDzzC09bMsQALxla3u+MnyC/bpXxSf1YUNncX+g30lMoKnXnMD+W21eHjBcPIMEv6od2Re+jvkqd+ZoInzskn6XOmOTvdhrvCNon3s/P9q+77dt5Ji+fAwPyqn+Un1+5l/ysHe+wmO+5PI7lL/X+xer7DuOrjxOr1QjtQUOgIdAQaAj8ERHwBE+cSuQcJ5vSm8Y+ceRD6MHG0MnO9dbJDoKsGJLQS1DiK9VCQ+ArQkBKvA0BZd+aolCGAYk9TtUx7MEKyygGnzFoZjbGgFCuMBxilJHRA6MEHZdz8XbRfsUsx4sqjPj6soCw7UAuv2pp039KuYS/vM/DkQMMJ/B5esf4y1KtVrFM4SV/rHmCE8tpCTsbgLmuQwj4vRU7GQg1+GIvPXmxsurryH2d5oBzBmikLL+ztzOemkny5vgF5WC/ph+VTu1wSJSJDzjaqPebvKZVjzZOz2gap8As0KnOxY+XftZe1B4wOZRB1Z8mZbAPdodXJDUzaWczPhcvqV8px3zYWM7d/Wcx4sabKnAxmMObCr+7xB6syHoEP/F30j7Pjw/KQAQjPO1cBnxhxVsiQvbLqs7Kk/sHvVsQDDQ7zN6iTpCM30+dMbBnsrz4hWX0bdzMJ88dE0e/D/EE1nvQ9zaQZUpA53cF73y1sWf5oo8Y88SdeuXHgoHwpoHpIc49BnkhsLxhMQIPdXkv3b7ntLuLlsrsNbmJpfBbaAg0BBoCDYGGwDeFgL+rfGtjKxIMvxiHjpqMuI6FdBt9p/F4zD1/w/OXFKMcsJq+8O1JWBgamWwseSGXOkV+yFBTC700n+w8DjLI6D0b3ps76RC94t/GdvHvidIPkNqeBCTQiZN/rue/7dQyprH2TEWW3sbwK+MahrbB4JQxnzwasyX+n6S7kNztyPoSOkD9W4jMLXgb6nQep8Y4nxE/dG2OF1nQQsbN5wcdF/li8ntNP/Wc+h483wt1urqMlI3xg7x3j87YCu/HvBNjobwxtsNYTxi7t+o5kVNd97PyDnllOTl+fWFa18v83XwvZjldn5metjv+GA/ymFA+vjomRlcP/gA3suxfZ/v4A1RAK2JDoCHQEHgCAaSHGCN+k4Pcm8aJJVBIcImJZIyfdiwLzWRORrUn38onsp0lJbcWGgJfBQKY197OGCn/x9623YcEnJwSqEd4h3YsbyulEGOIZ0x8Bs7t3YtxST8vzyUvyF5GajopnoKjoIrvH11KndbGVS0vrJkerxbTUEWchzwz3+Sl3LE/pgcxMudy1HuE/SYvn/BSxEgVitKrIGQWZy8cvEdxmZV86THgCzPtzUWI5Vg5Q+CXQiQluf8kXIVjlIq34kS7JPKDIXCgSb2zNJxm35wv/y1j7t+cLzmhqIdaltiNWWFAgj8Gt7yvGVoOiY4KbivR/j2TWwZgIImQ/JQb+UGojUVih/gnebKyhJ2X4n2m9TFgIYKxN5U84PFKFmandxk1lS/GvvmeqMnt0hHF0YNql+/Vf75XagZ1ngm0IVq/eMPYqkECVlve0lpqpZ0q9LXKxD6vF3nv86OsDCvuCyz7LBOjkrGsR//pf9S+RMEDGLQd+Mu61H0PCm3JQWlc13oPMThWzrekzDh+v8pDOgZJY9mRWA7+GjH67jzkvRq7Og6lij2ywU7GzLWIdSKdsz9G7P3+H53LE0YDWN6ffGWCim3FMxq+zD7hC0AnFKzdb/EQ4v3M4KjeARK2qppw7OkfDQTjxSRBDaN5LJuNQHZM6BgYF87s88Ge2kwuYeDZXtBuyGrflGlzGzmGr0alIdAQaAg0BBoCexBgginfKpYwu0jGe+slB5Rv+ETmEdGUJfgOPxIifX7j9Z0sEyfxRj3ZC1gf1pQH4KmeVDb/npZvLIYddLfOXqfI+vpf8UduKS/kMR9nebaVJVLHsm/IFkwSDH1oW/pZrAX+37SdxGh0J7/EasR+RmXDZdKQV6mNvqzWwqotknmlu3g/T/FiTBKYOdY3cnH70XN0P1a78UpaloeUr/QQJCSCNdekX+75wd0/M/7RSYU9tRr8Qx8d/vngdgMWKGRMCNWPyX14ZCcXk1zAiXp0mNbXGC+fw2WcW7dWBNo3+rK3g1J90BXREY4pzchBdAjVBLow1F0+6iaMoYyVRPkSxeSZu3kOvSkKg0zvPhh9IcvmduWqH/tIxs9caupgn8/J6ZmQ+zODJfoufEeedc4qWV4SI5rpLNu6vImD6sxyvtoJafyOisTU5GrY0adWadx9UPMbket34Tw5ZU4MOC5iMLRvUmf54jinHavCzXMpaaDzWTCY53/r+hqvW7Efe5aYPZa6pWoINAQaAg2BrwEByRP+9iM3a8wTB6Yex62UL+CRVWQ1Rmg5jmuEDH7HfQc+x1cLzltoCNxHAKHO8i+zcuUByc+zWhEuUTAwCjJArgEGjKwMmH/GEHs0oiyyNK9+4hXBle7Ij/MwCoeXMkL8cV31TkEx+rFkcCcjMMamDAjLE8FbSigeyvp9QsnGmPSyUJR2GfRPqksvOTsgUvIt/GFED09qpcETTvydUZjZF9OK19FM4i0qr+nfflGd4XmYM4zJZ6XW4FG84EHYa2ZOz2SEp42Y5JchMGFp306eyd2JwYl5gLe1X8R91wfj4zvaYPL3bB3TKVG+mdAgnBhs41e3s8j67l8M7OzlfdHv7MEdPmiPBsrFT0MEn1g2Xm2svC+2UkzF033X/Vf0Tj/o4/zj2ycPRmylRLysl0iDF/BZBmB7orBMnvGata3S/rflgvFXZIbl8B7BTu8v1SNtPwya46DKNh5uxYqBoY73C+/mPewxAqI2Py4VvyfxnKeshxFrBiX88/ChVhfwMnx8S26EbBxqU58+sew574mR5o2Uux9RK52WHsc4zXlg54/hblotQUOgIdAQaAg0BD4rAtLfWHb4zT9WQuL7mjra9Tf5ed6CZnj+svRzGPOQBx3SSICMtRZ45njiVUtV2+jYMeiiy5V0g6z4kIgCL8isHCV7dZIpvIQy12TKsx1hhf+gIP1TJPkdE4Jnr+YkGTKOTKpDL6plFeKVAH8rOGaU4ej2o/aidkM9YCzFEOyJwUOkZ07gC37Q9eA/2ss1/8/kQf2VH3Xp+mTlGfpB9oUt9AuvV1Hzfn2M8mgWoWJX8rzyDn11Z5u6yrO+gT6OIRszvMrjCZVh/HVZhzLXaTiH3y0h21GJ77bDvapcG8hkH90Q9XYUPM/9o+4CRwzBMR4V5d7Wv+r6qrJ0+XiWdZfxSpw9/aci+8rTLeW9/d4pdWsms7zTY4wF1fFmJfoKcZlx+LrLLLvbzuuyaZQbAg2BhkBD4JUIMEVPOsBFW/JhU1JWnsyHzO5JnDHRLoYiUzY6jp89EulxuTZKDYEFBPAeQ6m0gYIlSnvtt6u9YE/FkMVcabyA3zop6ppdjmbbaWlO1M9XhzCUIvrjbVj2KFaHxWWfmcme6a5eilJ0kvHoLE/X09vP+t0QYg9kGlXvzV627FH8T+WPMQF+U/nTUVE8IR8DXNmj2LNrD+RjTiqMTaxz/7MMwP/LYwHYnJn8InAmgRefZ8DYMCjjpXC8CEPKcWiwUg5Fln7m5cuSuFKiHRKvcjkcEj8xbYXwRz35q/gryyFjeBzoDol2nXj2tICBl4s+CG/yTj69/V3XyRPHW1gIPzy8ewaz1P5OfxOdMPbtYmQWefSAJ28Z6Xp5wKsPnNQP2cog2n7yOE888kt1Q4v47LN7Ud/x7CbawiOh4H0S9hfxc9b74uPjb+p/ZUBiaPvrxLE78nGNGePCT23vdGZ/Z/YaF5ZSsuLZOo31J7yZWJJQkzI0KMrsfDxjHbKtFCWunkG9Rg/8YgIMbe8n8fYP8Tbiu5Yu7/N2cnnUZi9aKYDlz89qb0KrGiRcrsfEKWktH9MzQHXL4BB1valuKRkDIAzIMfFB19QhaVeU3JxhPq6+oLh3AwPU4K9vCvtu8NMdUF0M5M1j+hz7mAuz07vamu9xfxkrnmwL1J14UlnDkyIGPLnnb9oN1rbRb7EaAg2BhkBDoCHwegTw/GXvWbxoT5q8GbLq9BuZ3+3kJq+3GBUyTR7Dey4Nefo+Iz94mx59rssnffxWZyqO7NGpg77vvb69F8+0h2dWHkIHHUPS4U7Squ+FfDDGz7Ms17LZii0l8JxFppD+gAw3yPhJYcNR/NvLF33JxmvKMOU/qEzrgHtZhizThtyUF8iE4deT4aynhAwzTX+d3/T58pVlIORG6a7euxjj4iBrTdM8wr8pwDMTa7U/bsicbghT4g9djWUOT/IU3lQG7+PGkTi6X8u0vrclQ3Dmp2BdU7K2J+GqDeiINwn/0K/CQ3oFuKDwwN/COzJvWQkrVnMqvWUoxzzfwvNqjlmmjECb1riFtz/iLPXyOd2Mf9Sxrj9okh8/3R/KlnHySJTl8mX/v36vZXnL0fobGE7pZA7Tu4o2hPsxhqibTpKeimuoGXhW8Ur1TkjU9wZsJjHGiwk+66UZE3xrZyNuU84Dv3jHTJ+0q4ZAQ6Ah0BD4gyOgbydb3/Vv/5DMo639Tv+/dYEYc+a7giNcrDg4fmWO/YaOdP/gddGK/7UgIKOBlGE81NgcG6UeX00L4mZRC8eevtcz3OM/Z/O1VCxeMPThqSYDtXisAzEwYHYyHrH8mfmeCMB17Fecf5IRTMa5M0ZJwgI+eum8a8Dg40MY2qP6FXxMaZ4wrsp4ctHyrl1qRtMo1RWDI+9v37FPsdbAZ4BmsRxVisdPpclo1vRF3sn81pS5Kf3g5128sZetDV3TCI9fuayqObWZi4yGvQyaVvK575nW16QZBJv+mJGP4e0vagMY0FFEFtrBNam7dzoZbt0f1cYYCPLkhofat+r34y9qf+zH+ixvNmuKH7wzVY/nHDCgOPpY7uaPdw/vFn4YqJ/54Kp02tvhcvpF7TgnCOwrb9YtpYmg+vTy2UwwoW5rbTzj3DqCid4TZ03KUD12T5XvOh9st2940DCQ5/Z8HWftDu3pYg9ztS28GQ7mDawYmH7XHtnhpURd3MIPrGS0hw9NrvGy/2WAOcrwTNsYUfC7WmzYo8J1Gm/vMUY7awg0BBoCDYGGwNeJQMdqPTY9sf0DgxYp5xzzjVwsNcY8yX29ZT/kPiaQ3QvBlyf3idPYJ5ethYrRceD7Hp2Nzy27V1gUA6R1DibsPirjlHTIM0xq6/RDbzo+JO9QRlcKg7v1gB2TD7fxFWUJ42/Jd6cMeZ2PDPypI3ksQZjL6M7E2NCzbsl/19Tu32ElrvCOHYzYQxuosbxPaSkG4w+9cE/jr3UcxiTQsTEMo/McGdTO0Ps6jcmwHHJs24OOxKQDjmpzT9QRhmsbr11HtC/6MGM+0c5CPj+6ju4BZCVGWWfZqDfpM343PFOHqhv6LXXleqKuXlBnotpCQ6Ah0BBoCDQEGgJfKwLIGcgAkgfsvIfME9sZMgnLzo6WO5Dri+xwcFGQalpoCHwxBNj/cQzlHMVSBoD3dxl0tO9oh7ebIqF+xIxKloeSgUYecPgE62QkcfDZhD+UISlBvQzA/elfOscAHIMdtmsyiG/l7zsZGb6XaC9POMfR/RfrMKGWgIZ4srFJhkFtBNQrY3izYaZgw96wLIHayUiIkR34XsEf3nnmywoi85NldDrJa9YzoosiVarcr0IrR1KIMGBiqJER7sx+rAzwMCnAM55VmCcUzrp5oNhqkV5hJo9uBpK0b1kYe2BqruiVsri9QQVDPx57mnHP7H3xPu5bUwpVZ3bnPNpZpiNvvAC1FLT46jzZwbD4fnw0rgmyxLb5dn1rQKi0zZiIcAB+Im98xBNVddGy4xodUH3SuFFkr4Nno/s2bTGe2+NR2L0bO4zKeb+cbDxAL2pJ2IsKtWmPZ9pdaSPOE2bXgvtCeahO4Kj0Gc28OrOPHUblge81Isv3/a5gMKPDm/v/UxPmQ66gPHMexKWA4tn7BYjEiajM6Cd4EMt9WSWm/zAzjFUQ7MmQCDrq5M/8/QViri2lO+nnXXALXpFvYJXL7kWbUjYFA4gn75xnPM6JQ6/AgM6qDbmPskrB45uBfZPjJYRHjPokXhr0q5WJDzVGI+Eb9exI8EaLFH+mu44b0WPPeSZTlAEbjMHqY7wrx/zv5Tlyt3RGOzVuMpqHNzdtpOBFG77N4hLJdq8h0BBoCDQEGgIvR4C9QNF5en9Pw4gakjLfRX1v+VhWoZYjuD19WkVcPMUIhaSHjoCRCL0AfUeygr7RS1LGqQ8JEV4ywPNF/Hq7HjFw4tuLLKoIwR+ycsSe8wuV+otfy0JJn6PlA2RLZBilQOqyUQsdhsnNhYpFdieoqU7z4PEkSF5j4qS9rFUOjHGUYcRy1EXGUk8oTOS56ZP6KmV7ZGtkIDBG59XRMn/GrXhHZkGI5ngvUA4qzXExYLM6i3SqoSKR43l+TWheL9cxlCyI+1Hyf6GtuBxMNlS5nHfF/xKhrfdUBw6iabkYHRv5XW2gS17Apg7zaz+LNhPRIj7tMVcjQgdDO0yd0XCRTWnrGa/Opm7/0/vrV7HqGdSdQ6kX2t3My1xlXK/t6RPve+e2r37gclRlrQyjubJP9sPrHjGjWxVjTFPdXD0d6VBF4Xyge7zPdD2rLVMZU+hypZ1nG6aNObieszGPVNd4HWKs0F/mLLLa85eJOxmS56jt+Fuq3uUsd/SmvA6Zlie0zQgqr0+XxwaIkzRLgoVD0qoerWJSxTnsdFLbN6guoXIj+oDRWpzM90uXf42/dr8h0BBoCDQEHkcgZAPLoFIELozl2l6kL6he+0xOPeHsyGquWhE3dI0yjn7QNzC/Mo+XoaVsCByNAIoMEqWUejxtWUY1BV6Ml8zWfn/HOPOZm6/yRumykVUGYPZvCoOYWBk6ZAhs3338KO7wssVATGf24bV/yMSKOcYTMNMLBr4mvIUBw8u0sVeXlW5FeSl/EGfWtQxhDNpYo1+uO2JaKRLPYUjSXrs2gr2GQQYGGEiKmccpbC/zJtbEHIMgxEPp1cx7Br8OZU3EvLw5S+kx2KWlszEgWjnWraEuda6QM6iHY1E48YsNb3T20DKqkeCpv8zWZpa2lsIVBo9QdRq3U9Uve8RplnXw9wxjUV/BEwNVqXDuVMrcCVS3UtY/WGZeewF3LJdu/B7gjxn53sdZEx/0jxrZG9J7IdKVATMVNwfLdLadZPUusMFc/HlP57vK6I4sZFI+acJCz+QSZq/two5BOVZ+YJCOsKNskeDuXwZ4YtBjC23i8ONdpFCWpROTXB0b3K9px/y28HZs9o1aQ6Ah0BBoCDQE9iGg75UMXSmrW0+zsWMflW2xJR8wyQ+ZXfIwMnuvn2fQ3yXAN3v8bntinQZYOulAsZfpXQIPRgh5kryDZ/hGPpVEGOM/++iCLbqRl6tmoh2ToZFzs3xjGfcRXopd0UT/8C94DzkFWeWJQDmQF1WW7kQ9sOrOnGby8Eg+kZaJtPZYtg6KfImcKRnLMtcjdJfSFJnNdROesuiGQ3motyP6BfqXGg5ewJNwaFkqytLPPGlSZYnjsbIpBtLUceJI+WZlq9h53SnlOlL2jrbnOne9H1T/rwPgBZQfecG9gI1GsiHQEGgINAQaAl8VAiHrnjzuLFe0M1uLyk6CTGSZQeutfLCVo2wBnmCbMspxhZhL28dRbpQaAg8iEMZIKTlaMpjNsS/sBczSoBLQURbZn5OZEfaCu1IYH8x0azIvs4QRUx50UijxkHuXnMvsDAxQMWNZip+8Bz8+/kvXzGrGi2xrBo/He5exJZZ01b65J+0/LA/gacjuLv68jKy8cVmG17PUpzGfvhqUXQz2enFpr+a3N9WjZrkkF/M8jKEUWSuCeJeyDytGJKcA4GNB7O01oHYlL/O3C22NwYHYT2nOW1yHUmf7pQYQeu1h23vQghczvB3BH+WU8b7719un8y9CjnYmxFDw/RFY5iwGMxRHrGBs9ExrPE7faX9gqfA0fsw8l4em9o5l8oOXQKeeh7p2Lv5DHfOrQ9Rv8AdPHnh7x4Oh8FdH3nquyvDsesPPYKCM03pXXDSJ5HKWV4TqyR9UPqoLP3gafh5EE39ue99rGfKfhCPLVGdYKlU+WzpqoIlZXWpfJ/aZdnuDWtIZEZpXzcBTxZ/jyKDcM/ipftuzwsDQP5byX7knmjYACw8GT3l/hWgxf1+spL95W31CA8Lv71oG3/yNZbyZjId+x4cBuGOAjr2s74bokzEAei8yvKjdFa+Z6BeU/Ebwx6iY7iWc8f6yt5EmAp0mq1fcoHHrkfrOyEGniQcxYYhe0kJDoCHQEGgINAS+TgQkt5VvqY13rExyJfUdy/lgyPOkzU+S3XJC6zSflLDGu9xB0NEEziKvYqCzF22RobZKP0mb480wyMYs66ZJpp7QzERY6RySvZDn8neTTj6EnvQAJiV6r2UmiqK/CfOXSQs2+krmkZwYvw05bTRGhocp8n8Ysq3fWM9RGZUNv1FW5vyBkPxzdBkeoHE3CRJc9AX4jfGLu63jLtUxgurdbZYjd2+31LkuMdLZegbvY3kmyx+rv9Peng1QcP1muVymsW3t6hfPMgOo6NZe8lkTkiflM6c7c8j64Uidqe153IjrmJz8ecu3xP68XHmN/67OSz8cjkskNt2jvAWH4bgp4ReOlHisscGYRf1bi9fuNwQaAg2BhkBDYAkBviEaw9Z4enfCPsL4OnJQfH8Y3+06VkHFWaqMh26Ur5dym98jlxYaAl8pAij4GJow7GCyUEBQV+dg+S4MhG8YghHgrUjo9JWhKCvoYB6IwDDNEtUehCjKi4V9ibwYjmRkfVPnxaH5LGNsKIavZBAewErLOmM4tBDPCyZD8KC/EsW1jBPGBgYQ9MJhyaXX8YdKwfKperlhQPT5yNOo0AooeJZ25D26tMz32UubqVxWoDLNkUfR9sDM9Z7Oi7mUNoA/Zw9vNrAuxnziJvXI8s+/vp1/0wQIcLPiv50kBmAtoi4e8fKmDaCEHRGkzMoI1quNXTAEr9JNpe86T0oXS9jJy1Ze8vGxu4635w5vBIysnQzALAkYJjs+bzvLTdtTKvjrtfQGS0HvhH7C9sntFpzok0wygPqDwW0vFWotoK26jQkxlFN0/fw+bbxf3J7EG0uMe8l4l7qkLW18N3Y5aCDEPj7Ya7d+99znK7zcGShlkJTXAOUiZFtaOkaMrX/jvaJ+awN60t+SmnoD+1ttfgudtTjxTeu0N3Z4jpDfHv7W6Lb7DYGGQEOgIdAQOAYB6wna+uNN8m8nGZ0liGMiWtKvv9N579ljfAt7ZAPJLByRF9a8BZODaa6S5IJ5pWWLFAZWij5ZCXmkJdpD+tAgA5Wc4VE6T3gup+w25WrT1SDbxcQ/r9yUSw4vEHiY/4EWcjCGK+SdeoUk0HkwUAb9ogqYvJie4wxu7ZF1snZv8RLyMNiPxuvI/0HuI1kpwyhrY5CXnDtMolY5XJY95ak4mrefIvu6LjjHcijkXhmifsIQynLpaO9hFH2wTIvMYpAv9WhM6RuUq+qIi+nyZkmbl1uPWX+T+FvznCS6cUE9FaMvR+sNeUy+83iDzLf0KHHl6Hqt6veqHBmH49cX8t3pfvAQe7Tl/C0R2FLuxGgpfbvXEGgINAQaAt82Ail38K6XM+FJK8piH5HByG9/6yByn5MzDSs+eqXMXXLyfXTQflpoCHxVCMTsSCkDLAUkARpPVi/jpE4Quo+USHlfvl3+rh8DASipCFx0KH50n1cFdUixdmKp0o49iNU5vXes7ivbXvvKdrJe2NCg+72WkX3TMr5hZJER25aX5Vnrz3KM56y96N5l1OlRfFG2UeS5r/8y9Haa5RrvEPF5+lFeptqrWJJumGoO5C9fVOUdh5cmtciezifv7wlv+olLT3iBwRLwicPA6kEa7aXMbHnqN/Z1hc4xwd7Zqg/vAyxj/sdHDijdUHRVLisGHxjRNIiBnuOAiiwUgbqUOZ/sPdK+3mlDDBylp62IxBJyaRYqPFLndRB/xkcDdKfuR7XJX97OMKRow764dfwHzntNyugvWpr68jfV0Y+mUHKtqM0x5Dpqji6Ace9y+Un8aRIFxlF9/ALYisTdU9Ez1jbXirpoiNbp7b9EG/x2tpTSZpmBdcJb2IOEGqRSn5Y1WPyNZbjLGhGUBi8HPD7Ob/9QE/6rKoF9psc2krVXoxX94TqHjpkkSovHLgOX5x7s/1v32KcYA3jBo5TjmkK54waMF/H/UT3yflI7Yclm3g/qk0bNirwe3aNVZ+I0pFYPphFTEF7LG0OnQTRypx691xz7vOvqqOBlVVSennplVh0z6oxF1sI8p4InnYef31sxgSXTraWcU7p3zdsj+md49eCNwDXvQud9j0B73hBoCDQEGgINgRchcCkrCrFyizbJ0BeLyYWSgT0pd5Rpjsw+9vyVrI08ZmNemeDHXrqS8RAzCLVkxid9nDwWz/mLMQuvrc4ep3jRFlm+RKlppNRRy2Ul2vrBstJIJbayKDqF5VGYTcp5XCc3PEGuEu3QHTUpkSW3KYvzU6zheaRA3F+TIQeaiydRWozVXnHLMrl0a3RwxbexXXnGVOxdyDg3i1o6c/tRGfBkNl3+DAE5CGyW6N/DrOIfxcxjAznBMTKQ1jvktPskZWIlRP4+eYKj9NGsd7cv6D+YR9JB6hNYw9ZXtHNd8Q+BegLX7kKsJ4j6Uf2WfWG9TPoQXe2P852ZeyUqJXN7FH4n+q3CJSd0lw58GhVpP7/+A6al/kt7v46z4Y4LKTRdV+jwogvuOrotlndK7B/t2xuIZhT4yzaax+jz+Z7KvpopPt9x2iaj/OLW41HiAgxcwRtbb+kLHnOiEE6byl6WPZtL5l3uP1N/LwNs+i24ziZGyK7v13ey/PW9+nzEpb4b52D0NeNzzXG70xBoCDQEGgKPIsD3oshVZ8abZVPS+HXX/aRPAY552Ef0YWXVFdm7TnJuwlHvyJBf5iNpNloNgWMQkFDKnrvnc+y3ixco5j+EaStgrI3OAIRyC+XFUugxea9RsaAc3ebCEtXaoxilxjprSdNjsBaTDJJcvBcm3soI26/lLxREvSBQfPGE9IAJL4wxX6+sqpeIPX7F3/uHjFLgqPBa/sCMde7xhFR9SuGzksULbeGl5jrVYM3HO0YuZuqn5qknC/EVaX+g0VCfDC4ZM9WnZ+yuvWQpQ9S9M5Oi/PGdXtZug9wfcd7PzHUK2nrnZcuY5KABjRWsrlIWfDwwJ0MXS3hhIDwm6IPlxq6llnXEfH57sAks53jmtSYjuG5RrrJ+H+WS8v32dv5E24KvZ9pJ8kdZGeDc66FQl0HtQoMKeNqy3/Q1FnXcDee0VwcNlKlu8VDuB++DDekVxR7AqrTY/5rJM/O2keUnss4397cx3YXl1OgXZTBpG2dwgtDDvu96fzGxJ/NfO24lnPHo8uoP3Z+0P7uWH4/vRj68dQy8Yg9zyvlse53lpfLFO1mDUuoTsbzYLE67bAg0BBoCDYGGwJdAoOg+Nv5KZ7DsIckG+SMmPfJdnP+eYzT2y5WuwGRI6zPs54ocNZdZpvlYtJ98ovnwF6N10Sds0F6QbWqZIEszpX7rSiksqyCvM8mOfYp1Lhlw5BmqGwO0LPMhg7JijmQDVh6iOAu8J9XQ8/Jq6xG+GJSC75F/77lcK7hbyc3jqRwnVu7SxL4w/moiwVXbmSdauDa+BefJ45p/tRcm7Lk86Hfxm0Tfe+H2D/DI4DSuaFN4Z8QqS9xP+Xwv8YxfymUDKefUBTIx9XLPwJQ09h6Tb/QwPH4VKJMM3LFijoq8l+QQH2qlTPluoG35nPKU50P8jSfZBjZGH6NRRpwHdPQvVgCI58LBdbynDpP/qpwuX+bI/VlI3jl+kUDbPTpUdXlVroVyJgZHs3EAvfiWBaHr78iWDEpbcNteiH+Fz0qcLfEWkrZbDYGGQEOgIfCtIIAcyYi1Vry1ExPbPmq80ZOzkEVwCtF4pWXLxyWxJTT2SDpL6du9hsBLEbDR5PSLRKmfZdfB+0pBHSNm8koRloddLbCFQvEilqz4ua+6K+Kl2Z2ZLY1RGhXNfspSNiUMi9HTu5ZovfwovjGwavChpH8Rd8oS5YYujUFahjC8IZlZy4sEYVL5Y6zzz/e+kyL+k1JhZE3+FoR1PX08wE+8ZlRTOv+3jPpaPpgBHfFyuYkJytlftJ8o/FE2Ai/L415b2EW9hPdZOPXsH8sepDLGiLm+zFaOfOd/xQOeD/0PwvBHlZDZ7MwKFz21yfzNU+27Bi8tt6yljWMZs6ybPM6oTXCBP/20jLH3Dpg8m6XbeRl9jw8RRjGOtH/lVcK0P3I/n5Wj2uLlXa31g8EgenQ+Twp7j5He7YuBKvXHmAyxgQ794krRSv7CO5b9sp/h0Xu+qR966XO8goHsTqBd1jZ7UMof0wIwYl4YrLHxN/uGItWjlzfyYJWCeE9o6RH6pb3sqUmw1I/6rOr0BqnhUfALLbWKswb59O57lxFYnWGIcwvH3oZ79b1e3tLymLav/04eqoxunGLYZ4YdGIpXYwjg4n0xwD8xNaCoST/Uoy71P7wGqJcjAu8dTQQUXd4lws21QT210BBoCDQEGgINgS+DwChWxNLJyLrIB3iixpYSeNPlj3vxe45b0Ucu6fneIgMz6VDyim7N5aO1L/eYP99wvtdMrkp5hFT5G2M+fGZZEuMWBmtWydEPfUIy/GiMvM/pkL/oIWOwEs1FelDHalNLE+oOkpGQmRmE6pFz8P7VOdLIiNfA2UMn3q5ERuy3C8uGo9uVsMD/vH4z6q3jhH+26sgJhLcS7X6GURRjPO2/KoPbVLar3UQjgdtPTHCg/cC/dQcbfl8lBybPRQ/zJIlY1j3KqOcL9XO/hKVfuUyc05Z0tHFUYybSP2r9Zk4ProKz8WweZ9t1pqeu0JP0w/Dr9xf3ynPXZ8YVm3pyW64v5cv3B+WirL4WVVXXLT3v3nMROjBQLkIpP2WmTutfRBj+3uTP5cyoGH75fTshjbrxTRvrfFqCxGp6t101BBoCDYGGQEPgKATCbiNpQ7qCneO0oqNXUNQV+sr75a+207BqB6s0HhlSMjiSZqPVEHgSgRTK1CmsMGDMlKetldEg7ZmpGBakEIcyiXKBAP75gj0h8Uoe8p13J+3TyfrtbODtMCoIL+PSvDAAIS86Lbcce1aWlwbP8mcGJOTKUGMjoRWhV+PHgMant08ytGLMt/JlQ9QaGsJTgwXvWkbbyys72rEvwMyZF27wVBTVfFAUuuGyPpECdRJ/GKltFB3aQR3piXPR67Xf7lnG/IsHZPa2H1RYDcR1GrS7rc3uZ1LG8f6sDxaTMm5USc68XzyKqQ/teRozsed9Zz9LkQIf0hg4yeXH9lOCF9ren+SBrmWuGTS0trivf2AyzNB7iTNWMLgBVkbecGQKDO8+rzLAuZV5lNYxz9tkaO/R5vtebd7wP1kHQ/uHOwy/TIDh3Zdl3kDfAyn/1tL0Wikgk90uyM6npQ7dIXJQaCsJtS3eWzcnhmyltRZPbxLN9vM3bcBzLW673xBoCDQEGgINgRchwDdo+A4V4y9LEMtgYs/HEBxekDnyF+YUZGC8fxkcQWfYKxTwvdeETOlg/qba+JNyCM+KPKCz5wP6DR6/Yfy1zN6hT2BQ5bfDUDJgDg54LiPDI98dHRIL6KZ3NTyL14GH5/Psip7OViMxua3O93H6g15h3sGeNlL4391WFviYtH/hL3kWfX5o+4PhcCHtlltphHNc2g8TBsL4jq782oCsqb6huon+oQnhmhQZ7Yz6qX9bOanq1e2H/qVyGEfKs7f/bs33Xjz0IvFGfflYyjbB/x6N+nkp51Auyrmjf9ekjjzP9prHgfZWvXBI0E4aAg2BhkBDoCHQEPgsCGiFVE0a9SqD+n4z2dOOVR6H1hj0Cz7hSEMtNAS+MgRqpVyCNjN5PaMXBU/eeDLGsHdL7NGpvSvxcpRQH5MjNGBAR0Gwf1GwwQtPQyn3zPB+65id/lepNvBdPJLFI/vtMuhwwlAtzz/CLWOZI+z8wxLZk+CXRBgOP8Rfp+Wo8aTDs897KzGIIGwcTUc8CcdZsXgpit7LsMMwRJ4yUHelTsELI/DMEDzszYMB0zNX4RPl/rjAkquhAFNzGPJR4FiGQexMsplhXJ711LF4GwaXKJcMfbEn1ITAAxdwoHzdxlhmnHZG289XdvA0OlfCdfIZX4reS1yBn/bbAsMsFMrhxlC3r8GzF2Mo7er9/ypH9sDWoE62Ox87oRnKMLlHGPmz56R4wbkD7DotJ3jRfmz2RFXk7dwp7qT9K6XqsNfkhzfwYv9tDbzdmjQ1eqCPyjswnVTYM7zp45uDBrEc9zb+gAgPXaD2kvC0LxtadUMGxNyvN9EZYCpogZFDqasaE94hNgDLsP/2GwZ02gSDOMSir98JGH5FJNo7g6t4tWrwKZmp+v9lrPRFormnFw8nS8iLxrs8438ThrHUu3j24CvornBIf9Jj6FxUf3jQsLQehur1cOuZklczH8Z3r9rumbr5TpwwoKeyd2OdLL3/ovXGe0LrjAvugleF1TqP255Air3f3vo/iyO9V8wfAmELDYGGQEOgIfDHQ6DIAQ8XfOVbe4eeZQHLHnxfEWbQt7Slg75NHR6Q+j4hG+hLXVFKAWJ7nvX3OQlZjrHRF4Mk0+gwHEn2Z7IhH/GVb+4gv5hQ8MA9DFo9OqI9aaGuZ2Y1dcbIObke5QTk09sBA+QYdG6Dr/QoJvwhg+oWWsJAc8rkmLQ+E+4h/yl3GRy9XLIGg8acJL8UDJbI3ZJ362woXfCfGKP/oZfBe8jDg/h0hXmiNaU4v8JrwfhbRpWsJYUlVpkhfdFJnQikuRd0by1vnfUP724O1gvRc8W/JhCig2X6k/QKV3U2Tee18Y/bf/DplkC7Vz2QP2Jxhy6t41gvG+lmNGMa5UYfwEvcZQB/6TW0mwiBSSZ75sjKVIEfR2Uz4BL1EloYJYr6Tw5c/oWMp5NsoSmCqhS0fOs5piP+Sz8Zsiv1PPSLGe2xxOPZEOWqLQ5PhpNY1UeseHUf3c6JH4WBd1ca8vzIEcpatPfq3kCxPkmeVGcul9KZHvcDsYxxRanwns9rqoec+4XAqkZQU9uXQd9hhlmUP3tbRKn/ZruYvN/cHxTLZaV90P+yhFWJhnYNxbyfR5KNrYoYrw1jXgOrVYbjPfXlEur359g+x/GBiJbx6/uljIkTEY1VIZyHxfJ/KXySqUePI77LFKpyLUdodxsCDYGGwB8aActl+lh8khz4SasMvn+g+Uga0+c1x/itdyFH60Z+o8Kx6HHo7r29H6fcUjYEDkEAIVt7e8oj7CLX+FRMQsBnqSIZoLQXpmd3W5j/fE0aQ+ZZ3qyfPv2izopxEmGnFng4x1TDgAm/zxAkXDJ8wB67b8KLfYrh0y8MGwRrfFB/EOAxLJZlbheF0+P4ZsgIw1PM6J/jNc8nsPSybVpq2cs2zaMccs2rVoZDYYWHX2AC4SXpvc4Q/FCZwQ4MwbbGt4679zwUK2rTbZ5BjXvszLNwfHmha+BuaaBtHn3XNRMgWN5OXsA2Zq4kjqW0pWjLiDecqyAolhgGvb+uPWzxsn22j6jAGkTB+70/4f0uzG4aD1eY9m3Vo/uSjvrgppp7K8XSs1HBLBMMyoDBwwSHTMSX6vXjOzyUGZSinVDh0WeGaDdOGCg7eak5vSO80gL4KX2twN5Iv/QocGIghUFFBoljck54v8Afv5WQ2nZi1GEArhXslXRbbw/lom6ZXSdPW+1HtyuAM+9W3rKPNoqbGaqteYBdPAo/AXAzdnvYEGgINAQaAg2B1yCg74/0hphEiDFS301PGuX79MJgWUA6FYZgGVIZDvG3cKd+cmJ1nuJ1aj3sSr6hHMeUBR4t5zLR79FVQuBPZWS5ZHhncmR4ZCLX5e8o3JOejl55BZ0xDDuByfO4wDv6W/6CLvlmeC4PbyUk3ZtJjP5ZNhNt2snOtpIcTY9JB1kszimTjb/TiA9egX3BH8MvOotl+QfJ7UqGXsMvjPSHlGmQsUu53GZvyPy7+H008pEyNG23/IayPsrXK9LRTvlJl2aweOgDz/WzKafUJxh86XqdctWuGgINgYZAQ6Ah8K0iEA546DvYIfjGEnTUt7xjnNy6l28e8qdMDzuEViPSEDgYASknUoY6DQZ4OeP+Z53/VXlIMdboe5gG8ODCAIcBCa8/lO8jhd31IsHbeyqe9lDWDHm77avDaubpWYYMzIMn7bHbaR33t8vPIoaS96pAuclPBhh5aPb9v2X8k9FcRpheXqAXTW/Fs9EvFE0tidmdeOr9XbxpydU3ltrG4+xIhUnkhoDxl/r5j7iU0m7PbvZHXgliA/zeWAPf+xSD38FBShw4ePdmLZl90lLLJ1nLO6YCA8M9HQclq/9JP/YtBUMmAhyFH+1fCKj999prmoEBe0AM0/KV1RDyYzHckN1S9Y0HgeoeU99RvSJnVzPgheGcJdAZrzMHa0WfKcs0w/AI1UCXJnD0PTiWMngQ6ro8Y8lWzsREeIuoDfMusJf5vVJnPtN4GPcwWDN8hQfGWyel2sbktQIu8wQuBHvb2htZ+eleeN6rLwy4TPOPVMt/zRu1qYFZ9ouNPeKgm2VZTlffha9O7dwTV9Qf/X5V0S54xHq2fMbeboCtSxBvvj9pJtv3b7+d8UAvniVJdunIe5t2ofrvTv/Sjwk/P6iFPTsxoMqMgqtI9gjSd4SBEtrzUKs3rLr2kRDGmqMnqNXPabdKmLPxqlweP/V0hpAtDwAAQABJREFUPxE9451cI/o4yZayIdAQaAg0BL4lBL6Cd7/1KCQgvkX6hnv5W4wL90LN+3aZRF9SE+b72tkDWKu36GONbN7NDKpbqHrP2Z5vPMbUyoO20g9HOuQ9Xt0rYf0cKUoClOXzi2QXvE99T5HSU7eOv3qOLGh5X/qa+LahXWxZJFEWLwme+IdOmr9ZRhVW+/JHbpbnNfqRsMcAPKy2o3LWLSTrfQ/9kNeYhEedIUdXK6WI55S799C8iuuyk5PKwEpANqzhCX8V87Eb5p22gs6I4ZfjDP/HKN9P5bJRC8uF2SrTWk+GirsAdUHLV1moD/RVF6eu7cf62P0CEaPOB6N2lC2O0/fWMMl7Ee6ax5om9/Ur9RY8Zdw8xt3ELz1p4+4r/iZ/eVSZh7olv7zmPONwnmHKd969fcx6JdYj6W9TP+bpvKxj/cPx/On+PO/oxa6D/VS/nRTPI/jtlLVx2hBoCDQEXo0Adgf0B2RB7QOs7SU7xih7vl3YuH7Uh0s2GjmqjYH38OPf4PYWH5FsZ18lAgjxSOl4s8oA6H1tGYRXp5ByaYMFS+MySGHD0aJE/4KSkQ8dTwYwFDgbM7medkYMIRc6rj1s9djKg44vCwj8DNpgLCyzosUBxt+52g0vGD+69+/9M0uHaM43CqeBnDD8CjMNmuhiJXJgGTyzJCpG7LW4KyT23GbmuBTwMDrJWKXsWZb4XjB/2rOTlzN1rVT3kux+bo9plsPFqAljO0Lwx8yhv6h/CL9n21+ORukjxRQMLxmHMUx8XTTpYE9gqOCM8a3T4KImThyhLDP4wHLxtLF6eeI9fI1xGXoUZO8YIDWY5Qc7y0iTdZ8KvmJPbhO6/Yd6ulFXVIONv3oHeha/8yGPPSHfYbwnOM/2vq+Mazme8ZT4+FHvIdqfaGeZbpQreCB/Bn8RdGjB8RZYy+ex+whV4kvLaDNtwMGG73K+SpR6AWelArIs02r8Rx5QD1kXj6RvaRoCDYGGQEOgIfAgAv5GYybBe1MTbjnqe853CTktfw9Sr5LNv3X6qGJM9YQxViZB5h0H25EMaunEclB+sqtvcXjQogdplQ9PknvR97QM9NvoJT4l0YpDBIOtAUz5KVi2RtqRwZGlhr18q/heMCZMyh2pd/4FY8kxxhf5L2T4Kbo7SZboLPvM5LiL5L5oP3gjFvyHOprX5N68wBo5LH+kr1vGXnol/sAf12DP5EXJiazKgjE7y/EgeacfaIjf2gDP+IX73aPEF9JNyqPnyruXzhU/4lMvy22Mp7uC9T/KQLuqy5J1fUD9bGDIE91zkrTaYujl04TD+yvxWcU9eaedUV95PT8m/bjP9lL8Pk/gBagf+ovHxEo7HdrZnIvgbZU/+F76uX/xftsSEp8tcVuc3xcCWfefq/3/vtBrpWkINAT+qAjw7WXVI419So5ieiBvUcZ6vaUhuoHlkK3f4ds4Qq2FhsBXikAIEAy044AXRuB/SdSVxyXBQrYOGFe1XyKeiE6xR/8OSg/8ldkFhVCKxicZpzt5z54uWqa4FrrRq+jPdFopxFb0X86bjHIaQGFvFrzUug8NoAhAG0+Nlwy+yYOVI4x4MlLbIxheXxhYBlg8eEk3lnf1gIl4XcyUmdZR/3jodmoAvWbC2EiY/B/EKjOEOwadOgz5GFrxiPxeE2+CMbe/JSbFEzP8A2sZqD1LHIX62RA0OgzQ4uEio/nppCXQL1rul7bugbhbeQRuYMUM7Yu9Cf5LHxEtce0Bk0XAbxGMZ6Vt4/mOcbVjMoaWWj5rsO4k7DAwpw14y8rLHu8SV/jZen8DpQ+Ta/B/n6E6BnWoFkXb14czljZm8JAXh18edeSF83mewp6XDn0cL1FRpAk41ob2Z+OgYnugTql7LQt40nLxeImftF+493idVMNC/hWX0Au8ggdaCB7K+K52erd0eFDn8nf0m/o9VNGpT2m70R7k9U6FncWQBodC5AgBg3fq3sCkEpMS7idPjmDwTHVccFunSKngQdHVpn77pBUMtKceXuxZ9r28XMcXE9rvF8+imFkX++0GXuQPk8scug54zkQR9SO/VRPnvThluprBQoNmQZ16L/GCWR2tnTcEGgINgYbA7wkBvj1fSSjygw2+9qBFt2ICnHjk4+SQ38i1D9SW8igO30HlF7IBM98lD0p+G70iySxoDTkiIpRs80is4ZzJhDbcscUDBiACRg+flD9L/OW9zKmOv3Au3jH4Mlhz0rYjrDij9ZQUkYx0RGBEAVwNyGxFNiUqySRvdpI3vXepGQ98wCllIMv1a7Cv5sWDKB88n1im2roO+iHysrKGV+UjjWGIS6qt4UIlOr0mY2vZ7U4eDCf0yiRg+Ya6rjFJzImU5/XzSAx/Y2DJZ/jHaK0jMr8zKemHDMcUm87MH4nFs+qOiQN4j4cXs05VlggPZiBsoozoT+g98C/88W6nDEP5SzYHHMZlndGdaa9MiqAtBVZDSbJocDjcXGcg+1pMeBD7yMwqR0+ZKA/X+tEF3MfXSR30JPsHOocyVT/iiD7okJ2n5AYS16Fud3Eeq6QpZmm71BMhtz1K2EAzU5NV4uPIh/8p7Vz12JV6BOPeqwfRf+sQ/FKnafBdfX+4jJk2SxPHaXm4lzxkfI4lDXTc1utnrz6f8uNJKCtZTmOuRLp7u5R1Kd5nL/sSE0ff24LaDUyOZqfRawg0BBoCvyME/I3VH09+lbPX+YxMyBhvOMBcJE8jj16IaBkax6QYp30Uhi1v9Udpt3QNgcMQYOliBt1ZStQet1YAUV5RMmK2cSyreliW2wgh7Gqp0vOZ5ZPLLNE6JcqAZg8zIOEO/FLhEAEshTC9JDS7+9M59if2smQW8PO5ouoa9SB+DJT8xa+bmv1jz/W60YvLy/Tao7Uo8FeZwBF88jLUXyk53XcyfGJET/xclquET91AceqYEe+lZ1HMK6yuKMer00ZqTt8ZIMNYyIDOs69V8tXPZQQBXvIyHoqvaPu3+FJU5w8PqLlSCNU/3j/+LugY0Jiqh8R+JGCqZeDoAl8y0nlAIetmK0Han9i5aIZ9r7b3ybDdK9sacXBSkILe2xDKBAMMdY+WN/hwuYQbRwaFHg4eOGBW179EB96ynFFPdZ3F+e2cSO0+rRK+d1phQPgN6XbUA97lJw+kMRGk5ul2/lue0vYuGohh0Ilz990NvCHfwMtJy573n+71wy2czOKozAxYBU/0WX4ZEoO8nh9pZxowVZuPOiT+vTRzGreuodW9fXxoCUgP6JQB4ltJ2rOGQEOgIdAQaAg8iwAyp77R4UGL9ywrjDDQYOHM1C2zIbc9IQ4NbFrGVZ7F6HuRjMtERb6pRaIbonJS532Vv/hmuw68Tn30REm+p7XxdyzHhPAjF/AufcFeykWGGmUCmF0qQZ1R/Rz5SMZfZHRNPOSJdQvjU6eJc4w4/PYFsECXQF7HgMoxjKmP7zsLnuXndqO2In1XEoyNvwxdketgQONqUiaeOgaxNgR0Dn4h34cXsJIhV+ZvA5X1KDRs2j9tPtq+J0IwGfSQUMpvD9mUIet2cEgmIxF7hRadFHxUJuRxVYJ/6Q08Jth45rafdVeOlGlSv+SnkHEn9R6Pjv0bHcLDpUw80KUnZLjc05yS87G/cmchJO9uo3U9lTY/T1LisxrW3hWx5qSWrwumQx0q1lC+eLZSkorcHQ9glzURWjpWpNZOB9zWIrT7v1sEsu45ttAQaAg0BBoCOxCI8f6THE1w0GHilmUa25Fk65IMF/LbDpIrUeuRz5Uo7XZD4AsjYIVMwjezluU5inefZ/hJgWVmY6c9Ji/yqrtcZAiRp2StYHpWxcvYx5iJGeFXdVDWbMdbLQcbQhj3TG4NoHSnH+QFyFLBMhSLbxtbBsH9VQzqRYLR0IbDYvCos1L+73q5nKRMnLq/yoiNBzMGKhTTCEfiF562wsUGmF+EFXvmyugs78XBtobQaFzADwESpUvnmlHOfqAX6hcDjP4eGTobW5gZj0GTwQW1MzHFEuNieCGrFG45wl8MGPjlTP3WuuJC6m23VDfQ8TJtLGmsPYoxPA0YlbwXicETDzDCKQmz8T17CFy59kF/shx5ve1oA1ov41z3b+XArG9hhRcq7Um0cxb57UEq5U3fpu/aq/9/iwxY54z+bbzUsRhuOmvv61P3H7VqDH1Qo4z5qdtXXmbQn9jX2+2gzmnbOVjgaQsPTC7o5DGN0fyituzJAkM9LNMbjbLXzz3THS+FXvj1LEGufXPVN7aGC+8rGbZ7zTbzOxXDOUsP0p6fDe7DYo2BM2jqmiX6s12skveoLt4Xagd6l3YeWN1XZ6u06wfq7x+aUPLbr2VSCRXliQPKd+hfdYI4jzeB2pX24Ti96310BFYmrbIObSHeJ+G9RF3w410OjwfUTRSl/W0INAQaAg2BrxKBNDgxGLA3PPi9zO8eRkh7/urbKIPq8Fnay8bd+HzzkLGLJ6SPyJLiX16E9oiEp1ngM7gYxHeswiMjsOUYxVpIv5j2gZvM1O/l+ctxMEQaQ0kJXgIHWWKNWTLkm84R+ZBvPnIm8vprvvExnZZl5TQx0joFsiL8PZMfBYj0IbqjA0imZykgy1MpdytaBpXPxdb1Mjo1P3X9I89jsP4f5QjvsV5Qkq2PSaFOXT9fPDfu4kzbgrD083ziw2KaPTfdFqkF+jQ6pgzZNycZ7yFex83Sc9RP5Qo9LORw6mcMywhls7U4PkQucd3GVY7Cuz3K7cWMvE6crN0h4ctORv4oZzF0qyH2KnDuT5zHRSYWG6DK4HIoxfB8ONHNZcwW6R92c6yzwbuV9porCNT5uH7qGzfOs5yOsr1cqavc1u9v5HvYo8Qlv5cQrr6Z7tPXmQ3tO5csq9NcR3/gTvK1HdMHMmlJGgINgYZAQ+B3gYDkYokZ4SCnsVw5C9mxx+PP+tR7hVFsNN9LLKnHCx8vfH6lHqfQUjYEPhsC8gg7s4zqb+okEqw8uxWF8+Ptu/e/6r4MrCsC3+tYlLHKBlMpdDLQsbzxNDAr/Tt56WmfXYw1/n0mBUnCvT1G5W2bSzWZtxT688jMcxmkPmTQ6DF0pXRso9mBr4iqblg27dLjnYwiLOO0jU/LwvJF9ey9nrXENoZMXpGvCn2vQYUzy7kxAHUngJ8ihXc1s/fZJw1D8AGYZd3o6OWmmPzAABk41boo/eBOYHCJxSSO8U6uM4MRcOJImUu5k/c66tq5ldg/yUOZyRH05Unh1lJd3888cxZ6L748KKF3xl1PjGty0zsMWDEo9Hi92ljrNs4EljIBJPGaZja9Mj4r+VJmPe9OeO7zbqmV4CmZ9SveEeJJBnM8gW8ZnNdp3HiiZcwxMnvZkmnDvZFIxaLO3NZp91Lo1S+PDgykfHyHIR7slB9tp2C6nhd86B3xSd+hAwbvLiqXf6LFgBo/jx3rnRyTFqj7u2+idXbbk4ZAQ6Ah0BBoCNxDwPJNGr9eYABbyB+9hB9GydAFpD9hnEx5bqPM1XmQRAZUTRTFezlk0fhW22ADvfxZZs5nC0zduiV+MOGhr3ilGU8WReeD3jQMy8dOb0+umHeKl6L3ytVKPeNExUm0Jy4wKMMvcjU8Y2wvMlVi/DB1jGza2kP8RxmizTCheAjoxs7nGp8hzo0T804bKXjHZAFoPagnzPMa2oTqQW3Ie12z37XkfXv+zuM/cI3+0UsX8c+TBYrxl3p4ug5mDE2wRjlFfuRXjL8+n6XZcRllGY2/TGa3XjrU8w5ij0TN+nI5sw3Q3h6VkRMfjt9CKH1r43vxWyjR4zxmnefxcUotZUOgIdAQaAg0BL4YAuWbzpaP2JJwFjxVdgi2U2FlQCaKWv617JUy0GNcQ6mFhsBXjwDiOY7wnnUtz8PTe1Fq4Nx9AOVZM8BZ9ksdI2co8vhVQXMwlHcMJNiDTvt7vmGktEerBiHUoWOGpIwgmlXcdVrmlmf6lzNX8Q5cGjx4nudY6Mlqt5TnE4qnjZOiTJ6SmbG1JR8x8BCKr/cnNajPC9YYVMcQ5+GRKYX4HW9tZnNjhGLfLtXrMHgDf2AjHql37f8bm6BTz7wcjw3waTOpiuzZ/No/mQ1tE4FFI6IsNTS9XkYuBkBYyhgcTwxgmXcMSoAc5djFsdJ4zx63L7iADvWIMUznFUkGFqaBhwz0KHv3B53AgwY4LvJU9gwj6DgkobqeyqM7h3fNtGbo7txrtpL2PwOsrDPzeyc9/YSCRBtEsdVS6bpOjiL5Rr4SL2a3iyDvih7vUb8L6IueMyU+ob6RZjCgMrGk4I9KxcAiAx77g+3arje1KQYvGJQTGcq++K7yAEc8n+eW+HifO4QATZCwx4sxgOg8xfI17yZM29Ef5ZF/+i9diT/aXMl/TFkws/Chu1fPx5h5dvbAIJloYNB1HcuZ5PPrI8ZP8lErUNs6vf9DZdHS5RhJy5JuFG2KV+HrmpjveNwznxVcim+ReGLgkoE+LasiDN9L5Jri9P0FofBC6cxEvB82wp1cxLHgN8x3EBEv+Ujrh6CWlH8749X9i9twxBNngvOh98k093bVEGgINAQaAl8cgfyazxlJ+Wx+/9Z1/eW6FS+fpSzEEZ2Eb8+f9H2VnNMhKxIvaNaeXv4WlW9lrEKS9OojHyqRW/k48vnkGd88ljnrPJjB0r6lDMirVciSkTcyU343fY7OYPkC2Ra+i+wcLASVGT0knwhJmes8L4/mB9EIQyrxWM1FK7kw0RApKstp+UWP4ZH8r/INosG3dB7SCutTj6c1OgSJkDGDvyTr25F0Jv+UmwuHC5mIIgGZHyMqq/V4sm3RGcwjEa74vIUFvCGno7nBP/mgPaH7SIbnkqDjVFbjZuA8lItbDvP8Amvk0YuM1m4XbiNc4/kr4gLduF8Tu1eTkaXaXniHwjB1gT4iWZWJ5dKbIBsyWUQf/l5hNTyZnKAzBkIqW+E96jbKABZDu5mkfPBikMmlWyA/qz1RJq/wJZKwPYeqWymLm47SpG7pehSzlIcxD66phfDUV8Ss8xV6D5boOpkZK+8qva9ihTVFU76xB26cu/cI/9X3k+K7L6tMF8+4VDpXBnUVZQStaf3o/koYnojuNM1Kgru3XQK1zzjSVrJfWcc23q4NUco4wcW0z8U9py3tI1OZhcn4TDI1lGao1nySx9xPOK8nx0PbQJZtkoPaN/ez0emUPIf2L314aOhjWSYUHIH6HSJOHo8XK+nHCCtnj6ZbIffw7WX8RnJb+ZzHS7rz+6J8aP2PnLazhkBDoCHwe0LganwR/UHfJMtWrJjIip+8Yhm35pvHmKVlU41Dyjj8dmbcvPoO7gQn3+I7k7XoDYEvgQBGE5RBLb1lBZbOUviQYQLlE2X8mQ6xr1TKC2XRAg8DNjKy1sa4QSB1D5aXowxJLK/2WQIvBbAAIDyAtSzuivEqPUQ9eIKnIy8UK0HQSIB1elQQXqnQXy7yPNQgSihh4Ln2MpNCizET/hwFTI/mTfT0Ag6cGIQhj41BL+eOpcPg0e1hrRwb6Q3RwEQX4CLecqk56y2qoxiQGiKXk8I3deiBB0jAmwzUMgIHxkfwpzrhYyUDcN//o+C2EbNBSSA+A3/ix33jiTlJ0BRWMaglY6OW8+7Za3pRyZ1jtnKNwbP/s1cY6MBv4Hsl/sptBiKou/OZyQEMxMFoaWOuJ+qq+q3QGW7TJhTioHK70DruDhok0gDI+RPviI11tyMP3i2sLhBetvBXGN9Cg3epJvswyPqKACcMYMJjLOG+Bb9IRUoby59kzB4u6kP1kf558YgNg6sM4Im96ajOk7m25A2BhkBDoCHwx0aA731+z/TtkxGy05YsnoQ5yDnEOV4uCNwlcUgWesPAp+Mgfwx5b6kdybXofvbaZALmlm/4FrrXcS4akEH/xFs5dD0dLXMiP6z8rslUd/R9N98yOkp/CEMqj48qQ9QdunJ4zqI7I3NS5+TxTD5IJeJZ+o5/MjYub5PyTB7oN+LdBmAZ2zVB2Mbr5B3ZfFdbEctXgXKgs5Xxg1Keq2gP30BnA3d+krFp5wzyvTB02nYldGXaFzrzcSHl1JgQTTsqIdt/Xr/sSHnQEakzfmpftIO9bTl1reSTa95zPlKuqmwZ52s4Du39mX71NRTkGR7os/yeCdT3V1rHzxSrpW0INAQaAg2BbxYBJEYJifqhG8kILLnEl3I081gl2+rxOyAgObXQEPgmEOg045S9fzDqsI/mSQo5RksG73sJxhiALzZwZXHUYSzQS1x8kaxHx4wggVJeo15yGS+xsrcIe+LEpt3B3xs8KkHnmR50YgTR1wS86TqWNZVncqcfeyRjCLTRUC8TQGGeMMEGOBm4WMYYD2DvUYRX56vYE3D9+be3Dy87Kx6leHvGeljvzFP8oQ5lIIFdewErHoMlA+5V1KdPqSMKzJ6oDPTAlzJaNUorKsYa8YPXgdui2mOPMRj+DmDSdWWlD4OT9u7SUtDs0RxGK+rtfrjgoax9A97etEf2238rvcpnmqSlfTxWyfDm5c9PWsr78rPo/KQfExw20DPOJR4Qq3TsUew9oVn6YqCBoruBnmJFoB6oFrVdvSPYN5yBxWjl0KK89wLxCDoCsPd3Znk7BhjpG9zcw5OiK1DkXnXXax/gk/cyp8zPfYJ7ve/oMif124sGcN8weO/kLRDWuxSvd95Xrhuz/NQfG709OKu9cv3uoV43BPoSbUKdiGWpqbN8T21IvSkKtRe1XDgCRKq13F0lAjYYpje1o1UqCw/URt3W9EhHnBL8PTurfeh90kJDoCHQEGgI/F4QeOE7vf5+D3LeAm7E44cu4O8ehlQ8H0fekGVfEUI0xvNXhj3kbX9TldMtfgsjo1gtWcyGO8k+rOIB3/qMp6fcwPcGmrdkJqYdS4DRX+l1WrEII2oYVCWf8M1+KCB3iF8br+S1bDEEqeTg4EmGyFAaTOJ8VFgjo03Y3OOJNoIcO7aV2/PViHe7rIYDzJN/H0kDZiEf6uK54LIzfsBPsrO9yNHnniNLatqFPS3dF8EeubyEo/hPeuXIEtbuABhG0aUoXynLc2US7qajctAXXCbqgsbPA36361MRngy0GfKJ+s+2FmMVhfSuvpj8Q5aElJF7/KRvDLTIdxaI57Yzu//05UJe2af8niADVrYq4wv57CpfynA7ZP9k/YWvM8yxoE1X4Qp/2kV57nqs4m46/Vpx2MT8QqQ5fgtRnrr1e8PrKTBa4oZAQ6AhcAgClqisd8nR8TdWACx2m3c5OGqM15NGOep7h4z5zJv41V+JQwBpRBoCAwIogjLueL8oe0RisFBPoMNon903LyFMF/o8ASPHaJxAQWIZ4+ySCOv6yRiM6fos3mKZKfHnOBnvRbxaSFYeGmTBaB6ogBX3yDvzj+PpXS+VD4yEKJIYOTCipVSt00ODhmtUf7HGvfKHVys5vJKSt3JU/cLFRbNezloKIQZ6gudDWXK+KrfaGAM8LIVrmLZkIuX7Im+9HkOcFbPC35WisoXYGMftyxY+jGBRJ7ls0XwsZ0w1P2MGEcvdYsDMuoXWAYEJBhrcOLFUBaMMu5pLaYvC3UvwdrQ9jMCEJ+qX7uX3hCaJeI9p5eNBkaB8/29pd45Ie5M5Wu+XM5MU/ONB4X1zA4k0LMV+7n+W1y3LmD9XRlN0OTVsq71s8RbdFYZRIfigzdPfGSx8gq8JA9DBIC8PYE1AiEXpJxFuXniSjNs8dHh7HSuuMFDc07fwstVRrVB5bCi7358a0MMjRbiNg0U3i7PtoXmiP2ggUnwxeSjmACo7IGihIdAQaAg0BBoChyCQ31YmpsYWOvFd5Nt4SAYzIhjvkJ3wSlXeTNTzT+cbZWV/B715rvZslU6F52nI3MgHW2UEys3vTig84bVpL87Tv8QvxrwH5WfJDvCPl3WsuMQE1+RhAz8Z9e4xZBl7/FpGRDfdWOY7tFleWMCrumBceG+stztkg5bohbYnj9lVvrMcz+IleRnDr2QsJlLG5M6t7edOaawXgXkxvjv6s/zeyZN66NUXvBIaMm1Mlh7b1530V4/Fr+ug4G25lzLR9mlfhPIsLl72lzJ4ojXtQ7oYK/fweyxkPejIxJO6jFf9+vOUry4H/ct6ptslCNflzPM81inznGf5y3u/92PWaZQz2ktdZtps/ctnn79+M+d2bAg0BBoCDYGGwBwBJGvG++1QKBnF44H2AEbn+V73meA3mxQ1J7LheueI8QaKLUpD4CUIyMwqncNqB0q4lg7utd8ue6TgsWYjsA2ILGHGTHYpkI9rPhtLUIROMYax0EtUnf4pr1Y8Ib9X98X4EcGT7FmG1wYuFE+WRh19E0u0Qw+oAHh6nrUELsuAdVoz/j0Zck5FibByJXw9KCH8bCTkBTQVqo9ijnp8d11KINcyvZ6dzkvOiASW2PPrQJ1iQDppH+XLJ/bLoo4nhamjbz7PNfjZG9btS/XI0gvsR8wewLSr1VxmAx8XL2GMJyYGQ5Vm9nwzUyUiM7rhD+NUeIzLSIeHJwZXzQDCIRrm4HsxOH/qVXGE50Uz3NnzFAXay0u4ZM/UcbZ/FCudrzKyxB1pQVZpxQ91edFSy56FP6/8peRr91RmL7FmXvAuwdDKB1R1qTOWO4bP2PtrjUjcz1nSb50GcTRoyeQN9lDGq9+DBu4fs4Z6k2T413xir3A8MvA42JP8ijZGW947wtF7O9NHwHRriAb0bqx4X7KnHcZ8+KKN6EdZXc6tNOt4rECgmpWgEssDbi9slEuTMBgc1nuLfQK9/LsBg6fng73roaf3XiwtT64Ka/2JuDzTZIce73J5veNZ7/eS7j/7uYn06u+FBfYUv2hCSQxMcpcvBvzq/yqPitZCQ6Ah0BBoCHxFCGz/9n0Opv2tQTCUPHhi4uxZyz9b/pcc9vD3fp1zZClWyUGWgP65k6yhlVAwkPmTWr5rSWHp+5arKqGfIIt16FLi+VK848JgXckGzi8pRt6+QqaZPMs48yOypMyRkh09kVA6QVdWduJb7IC+sDGYf+V7YiuRnhV5ZASeNIvJxUaqdbRIj6fySSvfvLG6EnoMMnbOFnXFh4mVlG4CNYnVc2HhyMjq7C2L/spSw9InjOXI+yA3r9LiwRifK9c3bcT6AKsvSb5ioneRc4YVizbVGxQXgmVZ3ReNMJJKh0I2laH0JFyGlW9KngsUVm/V7fUi3GOp7ZhITKnieSnzA/QXM67KQz/uPb4gvTg692KSbTdp7+gVMfUw5GT6DD/kcEoUAd30FcFFEGH0fkJs7cVZDHqiUTwa3PopAH276DcxqfpWX66ePdMGV5mmTfKwDOqmx28BYpyMk96/FT+rNKlDFVRljP5Fmqi5LalXyb7kwfR9gAH8VmC8bRLo0+XdzBNWC/xjhSl+f6yyt9I2BBoCDYFvHYH4pvGt5vvGNwzXQVa6tewlWQupO1akDLno2RIfQ+VZLlr6hsBdBEJwdTTPGMcDCw/bNHDpuWa/nrTM7ekit3l1HYT6VCTukn8wAoZDQuyJgzdYMWhisJB2Xy9JjZejjQ0XDQBQBvFH6pkoa3qH/jF0KKMIxeJxkiuCdnDAK8dLRDMoZGXytZyhZPaf5DH9ISxQxCzA8/Yj36lAawVIgz3d5a/2pL64rtGYQiHVyUEBmijA0MUorX+qp9hTaQ0P3ZdlncGQnFEuAjp/nqVsX95bWm3mpEGz8NSE+BSjtdxQcukLJxmoLxp4CuM5A0MHMOhMwUVGUu3X6n2G1xhZvB+KLwM8zGpiEIMBpghRF4vJbt20gq60/nDOZ+BDc2OgHRaIvIy7Zl6xhHsvT9nkcCOlSbRu4hUwebT/QsWBRQzTsboAn/S9yi8UaO/UH0fqU78dUCnBjcCgMojB2x6iGipmWX0vl01ffAb1ZfaYDNExYYe6ffuHgKT88HiHT9oWeJk/PJCOC57QZA54HzPTT/3cA21H5nIcv41SQ6Ah0BBoCHxjCHhi1p/1pdOkSgx5ZXWTwRCm4tSGradLp2+m93S1rIFchnS94VubGVuu0ydXRiFWs2EpNC8BO3yqkVs2BusYiltoLqdCBkLukAximQ2ZuQTLhvoe3wOopq9zsH5jJR50BctDRdaayPI7ypH8+JjpxLPluNT5jpAbADmMv/DOQBQ6ETojeu42o++E2asL61re8kOGX/Rj2gmGIPRm41jKl3UHhRrfK4qzG0NcdAzVgYxs1jUEz8PjBHNeCu5M0g0jMMSF0ZD3jKdnLgtNJm6gd7INFnUUhvoknG0ir+8diT/7ZVtHr6jLa1JHy+SUoX4ncA1HZagy+3pp0vHUUTb+UdmkC0NxfM8VYksUsryvqL+r/KJw0afiYRq+vZz4Vfz6RtZzIlKuzX+Ut479dZ9nJe/gMutpliT79ZXBeBavXTYEGgINgYZAQ+BrQCAkoPAA9nYztnkhB6MxsSqgVvRE6M7P/oNMNwPwg8C1ZF8GARvm1O47lna9MFNYio+WoooZoZpR3bOMLIP5GGIZZHhtSA9Sex0yUICRToawXl5ieOad5MFpxRljsKVRGTE1COCZ2Xgjss+uVMWXhKIQdsKnwxNSS8/K2ipjJcqvFAULzSls61oKMQZgDwhJoTzJGII68eQ75kbRpOooj8tZvL0LB2a9Xs0oToVGZHh+ATvVL56wzAK1IeYo/MgLWlJ0O3mZay/a7u2vKn/1mgSzWhkcFA+MXGDIwA4/cH2Or2xbIqS2I+qezf8vUeX3N93EA4Kn9wPLtZ1kNH+T1zwY0j+e2j/AOJAvBjSM5P8WTv9UP4zBxNscLbQo2iVL8XpghkEFBpXwpL5Nae1pVAveJrQrDOd4tlK/VXtaS1zfFyE8ui/us9qLwYMtMsIXvu6N/9WkxrxR8TE04imgvjgJc2y28RteMMKetqpBqNhTj7RzepPMhA1lUxLXJ0sax+Ah3uJ6KCFjVgEB7IzI7Uu8BN7fJbRoP1tPiFHZt+FG/eHForoTX/ZKoP7M6zZcbnEGX57o0ssArIklb2//Wzjw3r6VKp4xV8X7q4sXzmkPms4ytIuRwjN8MsyKYb8Msum9A27Z9sY82llDoCHQEGgIfDsIpOFk72St50uY3w8mLPaaEMg3xp6cJo28EN+Z53OaUUBW9/LJvykH5B/kxlmcu5fIsEwUZEsTfXSlV90PW+JMqZDiYv0SmQg5LQzWjgXT/ulqJh5NqUyvwvMX2TuWf46nd+SzKYn7VxggxfewTLW8OEe5837ytRgYFWNiJnIhyKND6nQo/xTjlO9GI9sa5SCDLhfLVccEakzL5HPOxjpLngbn/eip/eCBncbfGd1Nl4syMPzDDW1FW89Ir7W8utI+E639/Iv1gvnJhnfVB3og5Slek4978MNNyNzWrXUVk8bLO8py9yaEHoiUiEgfATPr2BQ073Pk9whipGEypcrhdsY1ZapfPlO6mev0rpIM4X6MIeqmE9FjogNlpNg5xrDYvxg3CaJsMTYJnoBQ3fGEVq4HQn44pq/iftbTxC8zze9huc7y5+P6OC9z/Uznfyzv38QR/Eo/NR6JZ31vBlS7bAg0BBoCDYGvCwF9+5DhQueI8euwE2FX4D4TYO9PCdtSqPx6bInb4jQEvjwCFv6kZOFpa2/bSgBmGd9Os5O1WTYNGwXsc4bY+5eBDTots8bnAWOZDMAfDACUrndL0J0nf/RamNkw3bHkGgMEocQvkUPN9zLVeCmn4WEp4iH3pMXYK4DZ0lKaUV5uCfeeCQ7vLFOdAu4hjFRE9OoVD/DzZk9yBGjVVa0rVrHH02xrIAiPwvFWWcaE28/MF14Ual8eQNv3+sbY9fGBF6uws+E8ed7OwhDT7VYfIYzwXr5bRlEZgc/m7VG6ws1LftV1exf4gaXpSSx7ztJ9J+2B7WWcXR9beUtsS3wZRAfvjey7ZPhQ/+Xzrkki+sXEkSnne67Gdwxn4Fba3h4ixKUriqN4Z1J2/Q5qv0yM+Pj4s4zJ8LYnwFQMqKHcmreDeBq48LuQ9wnvu6zz4emNE9oX73o8hBjIfrSd3shCjz4+WHIcgU9QvCaL2wy0pw2BhkBDoCHwu0IAgy9yqj1pMYjxhTn621ojlrIXspiNqSmH8WW78d2d8BSem509UBkMuZGuzvuBcxuLrI/EliupAFjcRVjy/60fZBmrjTfTlPFclsHuMLxH/DCghtFaPKMfWMZ/oPCzJMgfGBvFuGSQqIPAXveQfx+SgSMT5KYLk4Ctq6NrYbxGriJQtiMD4wJp/GXSA/LyM3lQ/6FnRHthkgC8Z9vW6ctCkfeLIdv180hZhvqLsrgNwb/6XXgwFwPSpB++rFAinO2JeqGMXKM3cJ0/na6FLE85Rvuijakc1lOzjigX9ZS/NYIH3wfH/PEScaAdUtYng+uI8lA2frRF8sh8dNrC7wiBA9rM7wiNVpSGQEOgIfD7QYCRRX3H0ZlSJi6yEI6PdvZ5srB7R2SfzK4lbwg8hoC9IRFwmcEpuYc9WjECM9uvwzBoWQhvNhngpKzScWzQeEI53cOp92mVMsE/vCvtPauBFa6YbYnB16K4PVzZw0oMa2/LENT35LQ9LoZMOz2yj6w8kt/koXmx5zQYhvL7bkxRrMS5eROXMtR0vGiknJ/vGDae2QOIeeSscf+GkQ6jOQMjngWrUyt7HEtQPcIK5lUGU2LmPwMdoPp8GLxtjQezkIWR9n6FL9cfba7Oi3hXgdYHlgw0gB9lOyaEt6LwcoPSgImXSlviYT0/vGnhD6dO+gd+qHWR1lMuP4n0btWiG97vfKgwakZbIh14ZFjgN/unyECJCRyXs+raeC/ET1I3jvaSFDW3KeOkerDyT7vRf0bxygSCWLp9iVjUnfewpV+oGCeMwF6+PRX24JPU24xzylekXAF4CthY/oOOpQ0Pbaoud3m2xKLzVY8QWLz5uk5+E+o/0xTgX9OrCRV+SIEbK0IGnvVVfPYOn4Q5r1l/k0hcYBilqACuE8VjPy+o5exznd4Mbjn0Q61eYOMvbM7yuz8Prm5/0+zs2W96IsyG2jZQT+MPdeOkBQut3OB3K/XF4GWpfOKedI7BO8M0fd6tjkOdV/fytAh71C744TVFn9vW1pJIOzYEGgINgYbAl0Fg/BZM8599V6cPd1wtfNsn38gx//Ac1NdEsn9stcG+v8gy+vxV36Ft35eky8d9PXhlJssVlJeJsaGXZWqkUMJingNPxA7j6VsvHUFyjv6oHEg9N4K/z6SdYTTBJ9InP1zFzPtP0n3QL2UwCquvI1rfUfqTZABLXfMVUoLc8Df2mgVvhlrC6Bir2qCPUYrkb8ajn977I/nTQr30O/F4kr5y8Wop6FKiJ3Bi79yRtlW8e2T1HC/MNCo6NZhJfgvvTFCP9mv5boFetLX6wchD3rW8ZD6hhRGYY/B9dh0JYcubs7R6NruTJKdH1X+H4RqMJUt5tTAdmQgLf0hqNsZNU61fDe2R3NH0NfYgnaDzfe5lGaANXuCv2/xmYRP/szTwjAxtHRN89LtIwQ+RnNKIqniJ9hWJ5/LyhKQxBh9GI0iP1zI6rxju6ad1IJ6LVN884DzoQogxCeu5Kqj1R8pXcIyMErUxDazWIeTtEo96GZ4HNjYEjzdFfVrKpJU5gfFyGGIsP167645BntDVzwM0OlU+MXbAm073F9ka88z39aBfuKw8p8BjvPG9Ot5TBOG7Vi6eviJM8zMMN7Jxl9LzSby8Wd0fyyfIiq5Kmt/Pks9T3EbI8n5dr/Etj3dzvJ/rtjCmbWcNgYZAQ6Ah8NUjIEfCWMVSspllgtAjutOPsgX8t9gvsv6DBcmvyIPJW7KGwGdEAGHcBkIdMezYqMlyopUQJIW88xJPzLIOMftzcYjygkH60uPRykxTCeMTBQJFi4EMlgFjBvvnDCgGMpp7CTaMdINmNGVCCqbxY6lblcYDHtMYB15Rb8JEy2bbA1gK6H2Bldn0msVtBYb4K+V4gktU4YsGeKIONQiUs2+gOanP60xQ0LuOJcjBLwXy63iP3xFmeB56T4AYRNpDi2GrNxlZw1N0T8rluDSj+HEi3myhXo57966w+/iQN+ZuT9FryrTvi3hhD9mYyV69I1CwN4cxXfDFMumkX9TQN1KNtsU+bcOM+40pF6MVFjGeu14f6BK0916Dhyzj7ZnjVrbHsi/mu/Wm+4wG7SzB7MGNAUDaF8osw6176u0Oc+ZJ5XM5NdilgRgvhbnZgxpsZJyGN94Va+/TO2zcfwxegcMe5O7TbTEaAg2BhkBD4I+DgL4gntiJbFr2onXhD/rOXwHJ9xVZFRlMOtF8xaar+LMbfKPNb3huYrjDeB2/V30NkamZaIXnLwbVqTBluXJ2b8Z1dYmux09ev5o4GKuM8PhAvFNOYyUlDKjG+1n6Kd+CP4YpcGfgKQzvR2nVF/Nc2gZ6KT+sN9T50zK2SBS5c2jzxfirJ8cF4Y8M6HbheqW9gF+2Xc6PCNAp+Ge5JhjR1x6p90xHu0fOpjzTNn8E9/dplP6cZfPxfqrrGAWDgoW9y10/jHlQxle9N645Wb5DHZa+xFgW5Rza+3KK7Xe/RL1t524ak3rIusjjNEa7uoVAw+8WOu1ZQ6Ah0BD4thHQ91wycjjHMTmvfN8lM3SnHySTo8NpktwTn08kkRYaAt8IAihB/Jj1gKFVxjnNeu5kbGNGu72y7Hn5Nyncf9M99nH9fAG9yXtIsnxwryVx334QbxgEpUDrGbMuL94j9id14H/Z4BLLoT3RgzcUj72H+54XiLxZle/biaWgY+bwxYoWnmsYWPCzi8Eh7wOsc/belIayIZfHouDV9skz7XMmC/VbhUERxBit+yqLl1j2HqW8vh5Reiv69emgQEd99Of/vL1//CKk/i4UtHeucraSPfBUJ+YchY49nn8Q3sLRhlo8Ko/Br8frwHtLs4wedIVZL7w2zOZNDsDupH2N3/Q7Xf6p81h8TTceDKoXGVqB5OSPFUo2uYHhrC4zB3AeMIw4MWs9dnazp4Ge0zag8kgNM2wFH8aMWe0fwk5s2YMh+dh6FL+0uuA5jKz0G3J4JOAhfWICC7O7hNnUGK/STvDJ0i9jaW9au3TruffGQyDo3t5d4aTJ9Ouc8n7AEN3rffp2Yh9n3pu094U8hz6yTm/pyYW+oT2oef9h+MZr+T5vRl3lksld5VHzD442Ab/Ae80Y5XBZEKaoWw3QdtpD2YPUvIvWgycAiJez+vefvEqA6hDsGWhaaRXR9tZpLj13FbrEUWC8eajq+zW6nk970hBoCDQEGgJHI3Dne3N0dg/Rg0dk5jRGMilrmVCu0rH2fDnV9K4NY+hpli1i+5nMjm85Ia/jaulvLJ8cnr+SXdGhiJby430CS0QX74UH6m/6vmpFotxmxR/mx+oW79NYZQSZ+8+SLZLO/Au+dn+RzeomdJBjkCGRWZh0PKetWw8F8WR+1V5YVQYdw9fPA870R4tf5hX+xTeGa19HPsB+SPAEAnQx2r1+Yt+i58PE4Rf5VbKoeQTvxHxk+jD+Bz7BHWzwZNYxJGHJ+RgUr0P23+sn1R3Lv9Ld3G4wkJZJ61WUz3NKpVA/Ouq/3zmGknLuCKU8Y32QNutmSmeoH2B9acgy5JGyjvX32CTxqkwu83UBhvJdP/pCdyhzBXa+C5P/vB64S7yqsg7PNCg+dLXr9j9xCBnSfO0nWd69fJbyg19iuZdEi98QaAg0BBoCXxUCbDEX433/YztXyGn6hvKel7yETvFJE2IZJ0emHb+J24vx6Fdnew4tZkPgUAQQoBF6UIN+k1kBQ1gKiZIKMWbI+GZDpnvEICkeysUyMfggPxRylCmUWt3xzFOeoWyxROuf3t7fZWChdz/Sa0115x9nL368xKt4w1o9KCLja+Cimd7sD9br5RJerOLxpQHGtNzapzAAX8HBy86CbeKn6F4CDkMcv1cFGelUb+dP/1KT+rWoLsLpSlGp8vczFFkZuczbwdglDh1YlT2Th7Zf8bFyysALkxBO3Y9qilp6GKPcQaFTe2JChg3Tpc74KLGU9tg/72WG/7x4Kkt8R9p7aW49p13jBQxfMgLXKwXcSjZ7NrxB5CX68R39gqXwqFthqYdXbXaWfunSHibiiXcYpX42gDKe3Wdh5wEulnQ2XT+5S96vA7yly/vBSy7fTbUSodR/rZCG1zQDz/SPAdEVAtVt8KXdwpf6I2049k3e064qepNT0dBgnoUn7Rt/ev+LWgsG9EmklQtMvRoI9MClaAhv5mKsp01+58cV8r7NADIeRLznKkX/VpL2rCHQEGgINAR+xwjU35B7xSQu3yWEMSYQId/zLUE24rccMMI8Y/y17CE5ANk5dA7pHhgqLQ8u5zm563jiz/KMZBpWNxHvIUdMYh50gUzCgtSht4WMsS6nLOJT5J6Qv7RHl3gP71lkssQ66y7Znl/n/bVjXW9Ki/FUOnAMDkFrnec1isP9UjdsaWHxlvYB/sgfNtCRN/TJJ8M9/ufPRUMkclWecSubJZr1vczv/hH844cei8E0jab3067GMDbo87W3L/zRrnW0HJjYcz9/qxR3Pcj+O/bbaAdZ1l3EHBlJmv5ImcpvT//cn2GkKH1kmlwSvmVu/tA+omzTOFuuCubOo5Qt8+P4xQLlQ4th7Id3WLzHnnqXZbmGMu3VIY9tnwMbiyfUqyt48enSTW/BVddZfT5JQLnzN3nwzV5kn44+sbEYxoc6BYus2y/Z5jfy3aI1BBoCDYGGwAoC2IywPzDeL13K8hqTYJElYhUnb+ew+n1cIVtuMxrbQkPgG0KA2X9q/ta1tKdt/y8N3P9U+A9BE7+x7l2zI2Qo7h40+uwHBKVFQXmyN9AFT00LYhhbuaeD/lq4Q8HJQZhdUp5z2P3HS1NjoJOHWt//+vYuYwV7f2Hs4MffUCx1tDVLXst6uaA4Fx+83XnuS8BLTkooVqhBT0jhteCqFxxV7n2p5EXYvX//dj7jocwASMbdl+tVbNeLDL8a3QEdFOReL9+YGU39KWBApU1ZSeU688ZwpHOzy4x5PKnxHHUqUj4dPKtb+LB37ElemrF0Np6a28IFwzkDOXhhalAnSony/2ig7AwkgIfau70n9aHS3tYMeNkjfyh+4kSSUqezbCMq2P1FMIpP4dm7fwyNYpbi1mXkwd+ow1/Fj5QjvJV971Zank15jMFQ+MDzVzyqDLnn0D1K43No0qPwimHPZAzT4K+9xGhxbn/ErrDi8m4QL+rPnrzhiRs6Vxo8stewrknm++GkBgbcdigWD+ZC15sN3ENfKNRdz+oXaht+J2sQt7fnPs+HhlGzMjtXHPKnHbz9rHe9PHQ1kAJ/Q3JPBiHZtL5mhBYvY380SklaBmXkpePzOoPrpCMeeE2rLwo33vm8LTr2EhbTiGgO1fcn04FxntfU8179Sbh4spMmDOl90otW70jwu7eN1Dm184ZAQ6Ah0BB4HIH935vH88qU29/5ITYpvr/B+uBI7mNSbO4hGnpRfvuCfhp8175PycX9I5Pt0H+YnMtPM9lJxLdsw2efyVTmm5WTWDVkMFpDRMFlitNH/wY/UYdehUUrJLGtCvoEepL3nq3yQfa+h09+t5nk1nslIG1ngtG60Il9O1U25KSBdt2O8px6WQp6TjqlDwkF43oMCnkVHmQCyQc8eyTYyKiETAAODwNhbz7hC6prfJHb/FmWhWeRmhlyoRMjg/9H9Qre0SBir2JFHHBxsl1/3G5IYRroN5qsaU8JtTu6gGTHc8x0HOiu7WE8ROAEvCV7Wb/LtoEcBk3oEcXHOQZ+9NCfaEuSmj1OQFboU0wG5Iy64DeGbHvcsZ44PhrPCra09xPtXW09JjxEe4Lyy4MZxSAacnLo85QoxiJC34OLgmvMRFhlK/GP9scYB+XiF+lz4mTI1sfVzypDfsBYACfoZYGp27fPdT2tupuk2JpnCC6EyuD3B2UZn90vH3yU8k/ePwP1Q0/GCS8zsqUNBr96lv1dPGUbhst5S4z4GDdvhVK+W1G+mmfzEgqKHe0iDL11YehPY3uon7TzhkBDoCHQEPiGEND30HKcvwm/amxRq7fq++1vhF7zIcaiXzD+H6srhWBBgu3fwWYA/obaRGN13rA15H7+t9zjUd4THfUOSYudlvN867VRtva0tMFOHeqEi9bnCAizGAbeizKCElMpMohpZxu4pKB2Wm6VfVOVZhCGX8Rj7OeLUUg/jEOI2c63zlB8aA/W7uPPb/2v+gnYUAzn2NdpHj3P+qD8GMrDo+4kpX0Uhqt8BaON6DKWdfKg/iRDZtRpFedRVhbS4QWJl9/ozQ2/yfMsAYqM+cOIJmOeBn4IWnn4+GBD/v/IkK82Rv3tCLCDIThnIndeOu4AJj0AgieCls1WXZ6t4IOVaKO9paJ3k1cGiPBQwdDH4E0MddxMcvch+KhteebUPqzmpI2d6t/Gcwzpah+U8DGqGoTRW4A3Aa+uGBgrbWts/HqyLYThUgN29F0M/GC3s1q9X50LCV8qFYw9FAoiLpj+iBH44Z3MIDR7M+fAzH3y8MEkD5alZjAZ3GEyRZeS11q/VMzboWAu3Ji0Qfujj0fd3E7J07P2e+9kyLeHktIxSLw4ADfvp4ntrX6hNIz/vLM09VnGae/fTt200BBoCDQEGgJ/SATqb8mt74efYXTl26bVNyyz5HczkVv+fqYIsleGCDkLL0lNnNT3GvnZW15kdveOlM18I8NIvseAKlmyFmUWv6/36C49TxxtrMbwq59lMiIXuWBFuhvwqemab2QAbQOjnw3B0PG3Hpz1yzzzeKv+atp57nTQwsCO3gu+6CgHBBnoT5LPvLISxipkeFu9LRSWDMi7DinI1Pc4n8dDaoNnJj9yRKaDbwwXyss4lDSJjZ7EfU42BNHA4GbdSwZ4ZDkmOo9tB/rj1QaKJYrSDfoDg3CFhg8L8tij/Ds32h2Y1j/QnPfbYC0nJWzqE+ZLsrhw9xY01AFjAQ5r9VgeH3ao65s8ua6ama/2/KnbDPWU11lH5XoPyUPiRrlMSu0yuhF1Ow3Xd6bPh/L4dpaPMmU7frB8idPe98+MvW2X+9tWlur+6lgZcxsn30KsWoccvjNZ3asFKDo7z7NuOf8s9UtGLTQEGgINgYbA0Qjw9fx01lh/MSbERFJkJmRC5PW7UsQqS8tS5Wr09qAh8DUhgFTEbFYJgdaAuJbZDqHn8r0Gzv/X2yftxTtdzpTO8gqhsdCU8GWjIYP1LFuKUcH8lFmhNgRrhnj/vUT4H9V1ZdjotF/wIOC9hr9Oy9e63AwWyFOTQYNOrnQoybxQ3osipkglSIFh2bUzikwqifnsoCO4KG9Yu2gWi/ds1tLEnY1YkUcquFyF3u3IuvqzsIvleKM+xSMRnhV4J+nlmQleMvL0HfWpQSkPVigr4yk2Mj5vaZ2z71fs1cnkAzwK9eIeK1eRnglh1OuEWS8lvutHT9uBavIz3BhP3EXU/uzBWgaoNJqhCEPjGyPvOXOeoiFDXecl/8ANb8VbRGiP84DhDa9z+kxZdo6Bl9SC5tE3XVM2PGyho6o0T+qrydsNvK7IK83Fg6i0O/HnAaydfcNlUQ1QD2elxdsFuqLGo2TrKu+7N6Qqy/u0k/Gc/btjDzt4U7k31G+8HzBDM3lFA6EYXdVGxODdnG9GcIEoYBj3LbD4HcgDSr0S1Mb92PWvONq3nD3MT+zVy7uqAOWDyDzeRHhfSwwyAd51iETJW8lkhUUz6MFXMCaA1TJe9L1Jf5i1u6vnpife9MD7JrvdMcAJLst5OEn70xBoCDQEGgKfGQG+HUthp3ywRGLp3tI34OrbwDo2TKhjMp2+a16SWN+0pbRLeey+p2+T5I3Y3oLJWpIlqhUw7pJL/vFA1WofyB89XsP6BlpkmBDIbyB5roQ75QzvQfiVx7KM1WGURCa5QXDA99AAAEAASURBVHMlq7iNzIrxN7e6uBl5+hBeKf/NEM9t+C2e1Y/zGhmNcpPkUeQ9cHebET//j7134XMct9F+y65KNjOTffc93/87nvPb3SST7HbZ5/k/IChKlmTJlnv6Qna7dCNBAARJgODFZQc/7ulBq0iLryg/Amfnr2xP8zv08SXQ6EOEexyJWPE3VluyexUTlyU35mkb44F7G50FGbCxjEovK68G/o1h78c/5ZnVsfCeZ/ie77nq54m147zmnubwoxyw++G/V+eLFtcr8koS54Ad8g78g56YrEr56Dkrtuklo22IyKVqrIZjgigbZKqUkb8u/8nyWSq/5ZT3vjDOU/oC01Tu7yXz96BpHLW8c9sAb/I3jjV9gtuEmKIc96/5mzkN0IOnE7pr+U7jz9DsxQkF3qw4DFTNpB4Q+abuBrrH/An94OSdnuZofpH+8E3xpiPTOdA50DnQOTDlAHocKtK7fAjetcV6gPoS+R9OGu9lh0B+sbiPzhIda3voDuDtvOoxv0kOYNCUbXrDkygsUbbkrLv8VU5gBhOYjf41Qgx4hIKnAQU5Wk/nX6Sz40hRcOVFMaaSMrv9N8X5f/X09dRYr6CFH6wetRMr8vb20MaRPwQOF+csZZoIHByvw9ErbXEcslr77f/KuFb52QjGQJxTgHEm0QgKN+LauJiLJ5BPBcpJwxafKkfox2p0GQIUGRvCRQ10NL84BjWE8vHL27++cM+selZEHCOBDKjFgArloYGrd65jXPRiORhJDfYUh9JyxEe+5ACD6qTw9Fa9e8GoLHHIeevbYP9eCJP4lJl+lf9PloMqN6tScub6JLO7j2zj60ELtqLWYIxn4kumYlAkk0P4voD8UQ/eT79o0FQTD7TbgSce3AF18WrcyCsmhJQVGqwMAOad9HuwZBvj08ef3v73f9UGul4HzrMwXKeRbf3En8v1H17xflQ9GuVJnbZYQCxlu49oD2x64GkE9ckHaBdaagdjQJMtDePdk4B78s6BzoHOgc6BH5EDI/0UXapMlFQ/YseE+7njCB/3x9L/NPH1qgmTOTlu04SlirM0WZy+ntUekwDZopdJaUeH0NbD+RtbVbMi9RkbQjqNBmLOb7L3rEMkxuC+Qz/PZPWaadERwQ9bDAce9hI65DG8Yavh2OmJyY3YqORzTAi8A1fsTjvpbCRLz7Kq9RyPPHlR+iJuIW/7rAkEZxwqVY3bw6OB39gNFyb4ybHoLdP1fBS/lzkLDeAOHgUXdGE/L6da+2LbwHVIfPBuOpTtwQ3BGgL+RmGIjmp3Jm2lkGpZ3QWkCG15QhPP0JO/LTAOipNtl+0VYBZC6vMj+TT0pZ1UadvFqEcy72k6BzoHOgc6BzoHOge+FQ4wbowuqmvOmcMJfPkifdETzh7TCz7GBty3Qm3Ho3PgPgdOnh6hSsE2ylecqWwdq3T6+ewUOzBwwmEYlA8TsEfKP5u5smKL4FnO5/8UTr9pOIDVoBg8aajggAMjnYmprx7gkIF3Cs+x0+efZ/FrHTysOgxjUCs1NYhwYcszVlqCgZ1awk8OIeNm/Ghc5Iwz7himDEDoQ2PcPIMfp2Z60EHOJma1nzFOvXWc3nvlsfhkRoRBlPM+Xayi5aQtvq9v/6XyDwd/bPUNisW45JbIDwbOCHXZnOVotcMObGLoKAdIwhnIa8ov81M84ffBjHq9x+EH3x9ZCRwze4KAKkPBFI7UEn8YnIBe4cr7G4M00gbmxFdMDY58nP+s1fGaPVRggftc2MM/JMQyrpXJjFcE6/UuMxll0Bi5+Z7k+nkAhG2qwYk/AShjbbzGYJ47R3WayPobW8UjvypV+LUeEj+QikBKVhn4fGdPLNHQ1i7cxBfkVmm8Dd7pv4XFv+vHChf+Bqvs6HOZloxXLlGfMwI0MSkCJyZ1ilXrQF0OrXxFLOhmMJTrelrHT3nzQ/4J3lqmCvtOmg1g+VUbfZKT+nr6/1TOKDXUkYHHCYHrpwDQJnrSw+kfupZVRXAsk+RN3cquQEj+zeJHnCjfOANOeBjZdOwLuJ9Ff8IvYNtL9D+8gdeKq7INuQJeIhj5xK4UkTq/xFP8bVcHO+uGxqvPTQY3AvCAEFD21E9S99A50DnQOdA5sI0DQ/841Rdwkr0yRL8x2767T4q+ecAvcaHvEa7WO1nRKRtDOnyeJZo7oITOqM8znVH0P5F/Qr29wo8hDvDQaS6f6qPlMDv57MrsP1NnvoWS9pK/aCDj4pW/2EXsZiINQfgl7pk6acjn+esEPyIVnSDPQL1ogu75rGOE0A0nuk52+8GLMZ/yXYBEDuC3eIxOqPuqpxPBYeCTcUAnSf0ko4z0FHBXgKfob/qGbXMSX+MYCPFXvLYzshRgSANpxgVa1RADHP4M0Vg9IBqE/5UV4tK7rcoYoPAYgxOA7XIPftiMYTdKR8oVmkYzaPTuXTwrXg1CbniqlPlzK+84fuFsTFIGHjs0cf6ycCx4x1nXFbJlania3gGDn6CqkC+yRcmBsYSQYP01OoM8D/g3sFbwb2L5tqXHE5p5q3IPmoQNBaj/YVtNU+v9mD01AuWLbcAGQ2f4Dk2WGcqDRDDIkXQd6NHDrjDCfybl2eMKfCj1QvTwD8kgTNFfgpd0MlHd6VwJdc8Z2C6UgATsaR1wgsmf2u5FgU6+bns0rmK0JyDQVll2GAcQrRbvsOlc16eEliwWz/j1d5WZzyZXYgp0FJyB3gTgKfih/gx3NfkI1jRljeWbpfKgPMdhGEvgPdJGmMbKL4mCB7WJaDQiVdu+poAElgn1uak6ZHdUWOZP5jBwIGnOL+3V59CXF6RIHmT/v1xKA08qvFFGyylr/H7TOdA50DnQOfDtcEBt+Cd6Pz0ptpQ6hKt0Ae8IiK1gdUC6O0fXFWUmehp7LCod2X/UF5ObHFWcvO6PnQPfAQc0O5KZ0BdtH3z1FqFlAN8VR84DHKzaCvpTTkLMjwh5fQ19VEbrX1heMrhaU3bIEWMeU0UGq852vGjgYDjr5HX4YTxFI8KKaRoTBouUn9qXVMRT8cRoAT+2Bbte/lkanIGC4+5CQQ3DTc5M84xV3Qym3IZqBrHCEWO/OArr+9skB7zBiMJJh7wRBqXej/pT+Qcibq8DP7bssnJ/ULHSoNtoRL64l7PuLD540C+RuXtVio9fZVu+q25ohaEGapDZWvZ3069EAJY6Kg8p3LJpJSGfYBJ0xYAUW26HM5JvjwYhoXL78kVnE/+ZgT4GQ3YjVjIXVRpc9QplD4Ttl7rokOGO+GSntOoWAzN6vqhMc6CjZLj5EisTRBfOXzdA4iOzx1WP10KrILA6OfgDPjirwRElZB3GGvzhm2BQFy5aYcJvy0CicUcwGdATLR5AjBo4wD3uzhMPNGBu3DYXLfjwiyGtl2HnQVrKgd9m5BS3h86BzoHOgc6BH54D9Jd0DdbdOYNWfRkTOOk7XhJwUKIbS09gFyZ28WGiZOkLo69Cp1gI2B7Zl3nSWpyby1bVZytC2EkH4u78wEX6TVkJGdspP9Nri+cXbfusCZVxLAj98wrNZL81GN/QLdB/Amcmu0qHfQblJn/461WzTBy0zSXcLUNNpIdv0XOFtyf1onsjKwR4dFTgyBh0Nsm5ZajUgYfBU3b80DeZIA3+METv4PkhRpLg3ISi01F3NTaAlRHhSV4xaQA7w/IOXQRgJtwsE3848A/woUFXy6rkyyRlvg9k5fqQ5SOgPBs2gH3zANBnkiR9tFG6N30J7wk6LX+FJssbtI2AZybfyPVbxu0bYVFHo3Ogc6BzoHOgc2APB6x7xpQ5fAz22xTfCIuGzh//9vb5P4/bSGj9PXQOfJccsPOCVX2ayf32xrm2v0pNlqtXMybOGLY6D/Pt81c5HX6RD+FfetbQBLN5m1mf92fwPcYasrh8ftFKSwzJUN8xUJkTik6PgccWy5/n/yP8/6ZM/q4fij6GQxpquj00sJ1oGfzgjGJvV0bjgRNQuRY8yZLG5f3jz2//8+UvwuZvivFCJd8DVuTJ7ORirDLwI36lvU07aJOKQS74o+/njw859szRATs3mFBwRNA6BBmZF7a1k3xRYlefO0z5ZKMbZRVnAnNPI60LeDD7mVn1NNx18OM5vCyvYoHh6axWzgP2gg+DJX9zaTaTkDu+86Pp14AbDi/43tSJ2cSbXuIw5Pzf2J6O2ct1hfTG9ETjnNf387+/fX75TxFaYG1KP40EneGYe9MK0svlv9/e33OLwWU+TaHUZw3MsBqeM6qpy6zy5F/bntS4azeSYW+PrUrHSny3XZarUjaW8QSwA0+c7zhswVM/Ibs7eMaZZNXnmCu9a73/7AZVEkT9gFIc+0zsuLLFo5z73up9A47IbcguEzCoSwT4ErD9OP3jwaLpy/lnty1ugxh4/pPPUp6POX7L8OaZAULK0OdxCzMXl/CC/4RF+rJcV2gwAAYEBYaBfPGOswp76BzoHOgc6Bz4mTmQ/cekg6Efw+7xsTPqa6V/ZrBK6uiZNr88c1XnxOQs+iUcwL7fCQ/HnSbqclZx7DhE9xn954S6nYChc9q/MgGQX6xUjolzE7Do1LGEb/Jh+ij42HRy/uJEvabedk/3yHhTcJPn0CuZ0c8kT/FWunBM0kMhmER+4BFes9KUCaRxTnSRC+OfMjLl372MmAAg5EQjuGLPMTnAK5YT7kb67+UUkxvBE/mRTokh5LAX55IMWZGiiY55Eq9jlTWMDlm0w7FERR89LgA/7F1gMnX9uSC+C7+YVC5Zx/lbVwGTj8l0FoeSEcqv4FIOyCjXtJN1X8q9rr41Bhv/WHYoH+pusVdls1rWNoJ4PlrKF5C4T5oor+FbpW9FzjP2mP/Qh+wyRhSO+Zh88Kw8CORhITHPci2AG1qhf+9EZigceAEPMmR++awrPGrya778gbczeI6wGfgFdUPsfP+qiRgjJPpD50DnQOdA58B3xgHGZZlgi/9GDi2PB+qPtCxWAcvO026esVhq6Fm2kLgv9haIPU7nwFflANYMylMYbM7aSrTqCU6aswZD5HDwijsZDl7x+rXwU0W9fPlduQk/KawMwDgIP+4vGtA/v+O0ZvY4ISPE0/F/pXqaN/9U3n8XDjifWmU7ckQRx4HkwYE//ao0OAv9NiK85K/gM1P5+ru4EE4/yip+TYalbOEVhjI4VoOZlaNH89DGM4NF4MWKbgzQtSCc9TkcXtruVgNbgxG8lm7PN0H3CIQmPTDxQTgxTFTlS/cu58qrAXYYp+k0V8eBM1NlffWK9SHeY3dQjsNcW2bramkGhxk81uDDu7McwG+ckc3gzlNBOHnQAD79rkEpZL6Eh41IdZvUZ/j8VADCv/Rj4JSBGuDt5VdJ43QaDpHlfXpXu8J5u2UQdR+KwGOwkTb1aPWA+slgKXWCdnkr/CJLKruof+CYob3Pd3uvyCx1Vs5f9xV72hFaHwbY6H/2hCy3e2mCvg9NxonVXPtyuQe9f+8c6BzoHOgc+N44MN9/4PD19rFyprbO35Y62x7qRqqjov3o+3t9aug/6EC2baQvMDjhiVDV0TSP301WfoEDEn1AR/hI38uU97CYhzV9C46pZ0insT5f9C3ssprbNN3ys/VsZvCxUhk9y5Pa2nyW0+77gk4Irq1+uA/CXGzwZ0KZ8fekMk0SSF246KBpe82lX31X0nN2bkzWw17KEs2U+fxYCQf+yC88x/mLjZBl3MLeAr8pN+Nezlcujka0wltbqs0jadp4JY/8OQmTQaVvVuc1+KDjNXhtBB18Lvw2/sn7sMs2g3kqYkw+pR67Losu2qPcHnkop7VMWv5O76nD1AuuU16uwTzuG/Zp/LCdRV/51TKjLmV92pLtH0THFtQqj5vIHi9wG0LtCF40n+/fztJLOc+FLP+5b9/LO+rzUqAP4teGpHnLtU3X7zsHOgc6BzoHfiwO0A8wbo0fQj/5lSKED4SJnCzYi5DfyuOdy7Oj63fA98+dA6/hgI1wZj9I0b7grMCw5+xR/mlb4BjcUAXxCkddVWnO+q51o9pqVQbRHgV9Jwn45t49O1V4eXWyjEoUZvLUR8yxT3RCVVo7f+2oYftXGYL6uDwwsxORheicfXW5/C4nm2aWVz7IEMVhbbzkTPQBs/8mbuGcjlUEntUJv9f02YU8772GZ2xV9Xn6m3inVdHKI/MZZpPSuMngkAFBSb5xxu6ZLWXhG/jTCMqphoFxRDAcuTI1G/zMOdM6r3UIy3lQnMjdSXSw/ZlXdwMrhHYAsfsu8oRXKgWB41zU/9KKRZ2pKj54Nary4XsNhRche+lIQwZJj4Oass3Ow4Wv52XaKtyZGxYRc07ZW9mS/Y1VEQLl1dEFj5qsyl19Q5GbR6B/YeUK5Us5+0tLlF7tCPCDrdjpLnFsBu92AGiixpmxdLgMmoEf9O4PrO64cl6eYDDhQceZFa7rZkTq1rKICQDIwOXzL6LxrwKjSQsaKNm6Qplz+6g7MQFDOyawnSOIzYZ7eN2mQz68qv+NSS9sA02d2hagCyWI1SQelDC3AGip2QZkFCvxC2azFSK1wnipbL3VN2dv6N1SOIsgb5NN+Unuvfp6KfoG+Z/mwySKoX2mHiBzsaX8qI5PE/bnzoHOgc6BzoHvmAPj/ikIKX0ufclIf6LTof/CGYZTkpW02EYllbpIdGhSpwqa14wzgh8Pk7+JT7xmxxgcfG/n/1a/p6vPqmSCpPrEBD6B0D5GFGDSp8nOwGEN/g7ozEeExBnKpctYV2Pyq2xFcNYbqw/iJWfs1jDibX0rlkccZt0zedfH49jRFdpJ2B0NnCHptrvM1zqY8MOp7klv4BtOgqBIBVrUnq26HQhksYD3SU5TdP+YfCyoYkXQhw2I3pEoJw/zee0afPYEQk+YlS6ZK6mxdYEpGhOPNUhz34yfjStwKvq3tt8enKcl/1bXSp7OAbTdAyxspiLPko1YtVwZ4JRRT54oW6A0eCHrPm8Z56FxFB44gitOznbzH8uv4SPn/BgTEbstN5JPrxABXBGczZC3RqRcgS06Znme4wZrPBy+YaMRqnzbkFSd8FgPZfV1wjCJNuVW7aoRi7YqviND0b76ZuZPxMgPSZuuEqxqN5TyI9bXozBxWrg2lTWOmUJGFSZl3ERr2o6IWv828p8rnKE0Q7bBLaz8NuLuJO8hzte7C14oP8v8XL6FT/nJOEe5x8r8+J7yPW1fBq4kgH7tHOgc6BzoHPhpOECf4f5FOjkLlzTGeLn8S2PFGstWV4I+zK6kYfOhDytO0Zu28misl2xN1eN1DvzhHEB005jBMMBwQ23CUC7qk+0RGVra9tUzhessCT1+hcAA/pucrBjEY8cFimD8jCnn2Nrw0+tGSX4VihiIOKbZvjRWR45zAifOI0URv8hB5fN4mWX9YsXbM8avcoppoCZwnGue4FuGj7cPr1CWwyZfHc4/5SeYX3QO8tXOzTb/zLS9Js4yGO1czYGtfN/GfeZeFON08swgcLS0NQDBk4GAqA1paLhsKVfVFjsx2T6iSfXUrXmvzkmzlE4nzo1unXXbIdOpeXtgBjW1vd6naMvBt+1QMqYpLi0FA5TUR70z0ZTJI+XCxA0GWVnJijM426HMc/s1zo6OEhicfdvTu72A71XuhZvwur6xepp2b29QzWMw185j6uI9ed8DHzq1tTyTNuzY35o2+OOV0mcGhwtOYTVvBbIajxww6pG32IZyYsAvpqYm0eeAF3zbyK9RmS0CH+AxYCvcvHLnIZldy6N/6xzoHOgc6Bz4bjiQ/Yf7ffVVcqKe2FXDK39xUKbD5ZaitodCx78dcG9j3Kb3G024vWpGus9Idb+nHtTApE+NcFtIL2zRAU5MgNOEK3pRJnzifEycbvFagrX0Hjryh62jLZTpq233NGnMw+Z56Rb7Rz87f6X/ncEbBx65GMYGvi3B5n3yzfyMFbRhn6FfHBNw/rLyFznxL/Wwir9o0H2UBXkm/+7lj8uKyYaf+oseBM6ZFr419mPS6TzvwW2+F/5fRQNH8bCydDgjuuRV6SjpMq8GzPg20yEfMcgmZEuUBdsgYT6CP3Jf7WjuoYHyQN8kv4U8x0jPPBX+m+fB+9a2CH17q047A371FThTn3WlfrhOcPUUxkaWVoEMH2sZpvzo6ndZLkNU87Lys3l/6G2WCTQi1dBGnS/3fudPG/5AE4FrlJnvN40tOOFX/oPM4OzmRz+TZVrKufBhH1Jte9aU8RyQrGtz377rd/Cg5UNDTNK85dok67edA50DnQOdAz8iB2QX6chHFsGEnyt0Lfrl97PGoa+y/dCxd4b9KXZm0KN3DryGA0WRlhNAaz89Q+Ik5yHbi7JKz1sDcy6jtrjF0PVsbY/ys1ILjMKYeMZ5c48uzhzGMcBqW1Zbvmnlmwc9rPyj9mdlZsUeBq1md9wD+tR3oLMSUsG80LCL2RCNCStrxcmCXcS5SulnKzlWkGLQsertVYG8AzFWaZJPg8tcpl4xzQCSDBMIsREl6lCcDzMKY+a6V5B6lUDOBJ5DaHjH7G7WE15lJVbn/vD5uTtoE71IObNm8T+yWNElY7rho/BkBWe8tVyVGuN7lpye5Yj78j/TLiBjPYiinb5sa8wEA1a+73dC4vy/IGfaZu/6iUOz1IqHyxWHrVhW+MVDrlLBiN8aoq4Ah3OE6XR/Ew//XhymW6GM40HSO6KrK0XnMhyV1jj+4pNlgq/IKzzXIJlWXwS8xVTjD4JBHfy8yJn58Q/d/020/kJpNPFKWTRv1m+HtMipB3W5ke1rUV2wgW9hUpe+iN8oQQyOKhjYXnymkIf0V6/41bNkdqsz3rsmgI94dtXMPCZa+HznaTYPPlfxFLN8Xred+jBNfLXQ1BgP5tCTdQ50DnQOdA58jxzwqjsffYKOzsQq9KXB0ZP6TV6forHoGEw6ZJJfnqNbDKoR6NSVRi/rA30uZ8+GA9UaMjuVNNrKevoK6O4N+kxMkpROwyRhOSjRLxP+kpM5+/9w7BZVw7nJYVecvzHgMugPd5HZFAHdBh2HCWWsAA6dYmDNNL/tGh4T2wJn2UyioSqc6BFtsGLWvli/R+eJFaisUEA2ilLXqCZegd48r0Oc/4qtHnY8+m3SMhd3yqO5OLxDh0LqmEAeq61148hVPhaS5grpCecWYjev2cFFkh/KL2MT+Q2ct+KdaeLqeoNtqp+mKutl2PGArisVaxLy4HuEzep3TT+9SUi6Wm7KNQcjk5Hwek+oMlnk27b3HgBHxU36cH5yr58ZW97X8tuSHzwoP+qM7j3R3fDG6at87YI/hrHvKelsUxV6a3vA8xTZTNeUr8oui33cvhJnvr3a3z7M5Nuifth95jMBmDxJQnMizSRafbQ8D/TXZPPsqMn6TedA50DnQOfAz84B9R3SUU8aAz15gBGfh3iiRWaeDMluPrL7YqR7O68WerftAHrMzoE/jAPFSIiZrgxIaEtcz0pvtCoZXMyM9+x4z2L8ahq18CEvVVxt1cvs89vzK1GHccT9qiurCamOKIlfIzCjhEEGBhuW8gR/mhTOusFR+DWaC5Wdtme74LzHCbga1Aiyxbe3t4KG4hhJ5Xw17faPcCG2et2+wi8wT+fva/h2kcPqrJXa74z3OYu5fOCLfje8xDlYEzoOW1EdEWJLQAbaFPaWRbGM8BEyK/6sFcrHBOSKVSsqQ/EtVivcpxdHtJ3RRoL48Fh1lgkdp18lpyD6ePAEFOVRtwEzqPt4zeco3DwYHOVKkXuAYT7yzNukRQa8t4j/p+QemT8wCEVWeDMw5e1LNoKGP7GdHXVcPz9HLdsIYlM0rU9W2bYDc/eTXZhooTYLZ/BcDbwPYUsMccs7WVDGWU5b0vU4nQOdA50DnQM/IgfYfJjJhpxDy4pUzol/dWAypO0sdnmxzr0jR+l36HZnJvUJVya+egWkQaD3PKr7THGgJ6ZfRufTzw6+LTbFBE51ROm9nFpn7a5iPtvBdUBvj35cdeTB+cuOUXYEt/lPUNvziE6DjOQv0j6PPzbaxboYPJYtefBKxnD64vgN52+UAXKDnvaIHgTNhW7xluN9LMu2g4v9uIex9+JSfrUM0XmZsIwDvkxcRo5q+d8Dpu8pLyUNx19dsZWpkzjeUfr19HUD9gYhZfkZucIWino6tv+/Nk1BUfxN+tp32++hI2gq5eQ2k/qS4wlHtXnbcbofs5Sl5YzyLHL6lO3xR5bhfYpfH+Nnp//1HO45dA50DnQO/JAcQI+Q7hDHGdInxxh+TOaU7eex332Uv95a3IdPj905sIkD9hOhnMq4YoXghe2bOKf1+h9Kj8Ktn1cOUlFia7TzmZWJbDuGoffKQJ7CAn3PUznBi+3S2JoVRVo4e9CGs4r1fPmLXmEUak4oNu2BemJrRAXV4KYMzppJ8vGfylHn2l7kgFa+uCsryor1KQKwsU9ywp0+5QRO/PTtqNDi967MMIXCMJJxRN6syls09KGFJozZ7MwKx6F9XLCsCBwTbtg6LlYPyG1a8CQnl7GzHIw4+OzVzCpj7aUd7JasevthXff4DFv+OJvyB6eTt5xlRSTbZjMI4zPK4IkclBSk5L86daknikMwfsQXXfIqKS044ryC0H34GeDkD1IUHZU+KF/zCHxmw8A3C5/iULdZoXv+/Kt49V8qfnCcTXznJbAhkiAAph/qwQlpBj2eNYiV0fTUhvfyHhqUSp+YsiHctLMA54axKt5C2ybaeP+hpNQxl4hw8wplp6UMNwbKTsGrpI2rsOOMCKBplXdspU0e98PFjFc8Xa9qH/yspJblKrdNebUgGeSyQOVgScTzolriIQe+cAUvtXmC6YkV5kEL7PY+zmhTWantpp2yULFC3HJ9G394s87LwbkfJXtmZfxFbYqSIRoMPC7VQfLIbwy+GRd4CF6F8CI+AzrTO/h2NygOZIhfsSODcBQX+N9D50DnQOdA58CxHKgr56rumf1a5EMzf0TI/mMZ1m3/QP/pxl8XT87EplG/5Zj0VxVnfW/wdPeslKTOkDphPsd1iOEJanrpnX8E7CKnBZPomMx6ps9Db6Efb/KxPlkAZp5+pK8WrthAzFo/Y5fRk410iwmsAmfPBU7Eqk45WeSQPGlVaugJ6Hr65bm0ehrh3WTyiS5d+2bxAxxx2vHzQEvwKPnTJN1xCwx+RTe38xSHJDiHFk2+427+Vh7WMrxKd0Z/vthhzSoBttsO3HHWSlpKcsH1rTRH68kRJ7+WjzUr+HZ14UofYztwVoTDL5zACrHDTqaWo7Uhop4LXKHN35xkxFyVETKOnceuXrHtdgKDkuBfhSB+pb5a39Ub4pb4gsu5amdwl0zbtqt6KLZeJGqqUoUSsjA8Lt5Zfiivki9bV6scfIa0XlGPz+iKiwCaD6KrhgIX3TVkXfgyCVHvbUG7TkZs+EeIv4PsUBMeCSHviYuuanccLKcqFzHsHbko+Q45rudme1UlbLsROiyDKv9SJiP8W16sg939dY2+2idQnimCK4UH7pQPUVOeAiHJtOo37wf+DHfEYRvtCOP35SUxhtsn7trdIgYw2Nuqc0Kwtt9Jp8omy2qIX+4sl3HvyQjc1orf4ks5j0ONptdjXiUfxvGPon8KNZ+zrIf2fdz/Bw+yXmWq9lpqWCVsnf42Zdt/jt7/kA9L5ZvEtnzLd/3aOdA50Dnw83DA+rTH95k0prFZ2TGf1iXRMGKXVjTJva0lmnUPnQPfLwdkDGAjnLSPKjOmT57Rq2pgBT2rA5osisZY5f46RIOLKi1GGYaDf5mznjGc2GJZs7ML0vnxtVcxjS1VP+U05cSwm2DNH97KSMVwtRGePJyq7zepn3gh2MILBxSzZucNlAa8G8FfVe5srw0dNJBHBeQlaA3DWkr92Dq5m9H7h86w/QIfcckdF2wYS64uOpv4rJUYbI1rGcIIM8qU1VoIWWRAy2fFuh5hlPJ+Rh7WQLXfgCOp8qqLurr8Hi4tAN0Lf/BgsMTnDnkUBpx2whmBjfbBq4Al+wa5oUDSgV63oVY5MiTnfwzeYOcVODtFw9ixXd71ys4F/5BoQe/+LbNHZNYHBsJYEQQfdw73qAzt/WSQwoMxT0lExYjyi8FrBiIZ/BWtngXfRFm49YQHr3AIBSgGhsT/2q4uJNz9GhnTr4583AMADgxUqe+x4G4Qqnsg575Tp5ksRNn00DnQOdA50Dnwk3OAvoBVnbGaMHQ3q08v4gv6b7trUOjGmzNT30W/7xnrvuIQA0bqm0f2beg80om9OpJJkujF5LUjD+PLwD+2GY670v9W54xePx2Elx0n4bSO1crgLlwP6etFL+csmwbomNKfvH+EEHDGgaqV4MgF7LX9Mc3jEdhKY/6HfQwNrPpVBgHMPCNOPG7/C738kOVw/nrC8W44W3OEF9Ag2WEiq2jAppXpsC8kvUm/Ccd2wE6WTmx4z5TlPnQiw0KE5TToDJnlfisuJZ7lBnnSsyc3b02/F++t8aGtpW9ruhLP5UUdFk20PckP31fIO4G+OnrSXOieZldlcPrhR39e4MePTnanr3Ogc6BzoHPgG+GA9Ah0Vha6MeEShzB6q35hm0i/tG2yXZllxLmHzoHvngOsEDt7dZgMOxtEOFUxvYoBr5mq2P8eJGkU2RiAOJp8FP4wgs9sQY1BI2edDYGJLmljUI4fn1nMYM5Gh8hzGOOq0GlBn//z9qd3OVlZMSgUL8wWd/6Bu55kJotvXl3AvOXXB7ZRvcqZefJqXpw9y7lSdi5PrWC2A5ittg8PmmGj8jupsTVvPilbCZL3XeZ+PnjipwxjnIXMkuY81u1OpXmYt2+Zxa5zrz9/16AC2/Ui8XKs4byqDqzAkU/1lWLFxFRc/6xkZSBOW/HhKJzI522eK28YCLBnlTqoQSG2EX7/i/LA2bcjwGuh/aePj7f/1Rbfgia0oA1aQjZ3QBMu4MV/JmHoJxw90GCeAHdbiFm/yBwBHiObeXY3uAWv+bolIL9nEXo9/U3y8V/CSatiWW1PBtlGeXBlC7SMU3h0UXmeteOAncuSDRq/HcFDMRo8fT8z4IuaAA8Fezc+00xZjcJZheKbdhUwrdMoM88xE1ulp23r2fYcXrMa1u/3kTYDvX0F8ylXaGY1y4Yydb0jHitqjuCRQM0F5M07RghH0Oyhc6BzoHOgc+CFHFjWP1+Y6UbQTKjCqcf5v9LhbPxH35gAUud7ZHIaMNI+Qn24evDhd+WpVaqapCml4q4+kPmCR2xVJgfw6d8El75MvWvqOYlwueYKq7qAavJ9/jF0w1z9S/99toNSVsyCjrAGP3QOdAxWzeJERV85suNVWQkcTlSf9wtfpYPbTlzAd57upbfiBxNkhT+8ZzKvg3he7pT3XMivc9+ad5KHN7YB52yyVu9JoJlfk2T/rfQwyfabdsgSIUoewJfK0/AX84XfTARlxW8cybR7cuQeAoyHpoqK/7FDFbLEag3IGMpiD0gc19gu2GqxIxX1vQ35vFKGT+vxKgOdOedgG4i7Nj9wyOfEhzgz77P+4xg1Xtig2I/E/6PClD7wRg4LPiq/bNdmMaR+ASJpYlK60/KHwv8Wg9rjKpNJqPDMdyOU2zIdfSgPyGbcMhm8ED8X8Rt6l/JaUEq6c7JPPifGyaKU33xfrgP9yau8TiL+MI/wbw+NE37/MHzohHQOdA50DhzLAewOj4Gzw44WfV0Yl0VPUnAXxSJCzgH22CV+k22ht8Lb+NRjfRccQAHhXCq20dI/6dqxLRJizkCOqtBXlvhwqlFRcaRQMXH4hEocTkK9srHEIAPG4ddCULySEXn58jfjxUCMnWKg0wa9p1Hh3CKcD4eOf7T51HtWHdK4UY7wKzXtGkE3lHP8vC3Y+a96xtH4KuMKHHAcMlDDT2EOrfgy/MU4gGHa7jZm4OvTgsEwJNp4ZwuDMtQq7uvf7RjzIAw8o2Nw3vAoggcd8oErFUHGu1ePaHAoVpEge0OaNvque2SGranP/1SnBL8mMM0D3k3eTzKxe/8jtgmsnx7mHwUmw1T8eZcD8Z2zhbWNM3xZGoSsed7cAAtZkzNTcAKG2LlX/NwYwQO2z/tdV/ATkIdpFAgFbzx2Vn1VnYit5v163x+t/r180Zb5Pid8X9LZ2LXhZUCMtlj8x5lpPs6mmHmprQQ/Y9XGa9ohwRc+tCkXD6zfb4vZJjukgTYe3GIQdwb5x19VeaDOwjNd67vHwfaUnQOdA50DnQNjDmzpx4mzJd4Y8tan1I2W9CPsGPoBdm/hGnrMVuihd2Ue91JFHxhberIzT7FjmIRV+/RlGMknVkDS78fqX+Gto0fQu6zvzCTHNlpzzt4myb5aNo11YOme6FW2IYbYhivcL+U3fCl39Ku1bxXO0o3ZAYkzdD2ZWDQn57g+H7BxmByM7oDzNwyL5Nsj8C2XyIfxLqt/s6wqfUnF1hwGasExHDt6h53GDleE5Fte4+3uvxV/dFj0ndR5VBr7A3JRZMN45QoKcEZnC35P4e6XvwKh8pdn5YujFPzthOc+5XSa48Iz8WsaykCyYhsUOy+e69WSGXAexn+KxogePjJGQXujySd1rKLgaDyTPnDj1wa+5XfdGv+kAcc25TFN06Z/wf0sfdCoNralb0vWFRZlE7/B/hVdld7YEn29fYMPL+BFxTEJijyyvfFV9SyfM9b4muXYlOU4QvM0X7+aCN/frXjIcVtx5Faij+y2v3z/onJM8P3aOdA50DnQOfDjc0Dq71mL9cKuacfVZZm8swsUix639MkDq7Aee+gc+O45gD+MrZAub3Jocg7w9a+ahVhm27pSMFiC40GfVJFyht7rCC9npbDXk2eC4pTWOcCa/R4VVZUZByyGhvA8y9j95OxJ4RrnVb0OM2jXjtnKh1nQrJoFL50D7Cy9ZlUf1ZDIkciqUvgIfucLs0RfhxdsQon2tmLa4sBbHeDEqo3a2CDifCu2VmYVBNezeGlnHgX80GDBlDbyC2Fh2Of6JiedVmu+XX4RXygneKhXNzwJPG3Qgtf1N8HRqsfT33W9iTzNdNuzM9aAmq4XJj0wI1x3/AhpXObCT7qFMfeIRVlrUALcfGXA7IlgAzeG9K7qqJArzip4NxIxcFaxcFxFKYMb027r0y9wFnJeHDObkALxTv+jjKcp1vGmjDxw4q2y/6W69qsHAYdJD1PuzMGPd5Rg8FVtDNsYI5+8FLU2CkXTrUzwvQlJvyB4YIC6FkDK3ybuxtsoe8oUPOEb7QlO6pKFcdwGjLGP6/U/5QD+PyLvN8ECJgEgtKNTfvGtDRHf29Pla4Dqx/leF8svskclygjL11h5E85Wr+AAlBMq/RMhtmcLANnuhrxp4gFnyq+Q6XU0pRztdJdzmglIH2wNrrY8zqZ/ArlRUhFMOyzesytDD50DnQOdA50DR3Eg9LklaNYfSldDl/CaFnils1GedJn0el7NqZ1R0MmZNDqEIf2c/pHn/QacIdXcXaywFE+s6KDLxcTak51PsgnKObrpsCR+1TmFZ5u/J4/KCXaxQxIbAptCuqptH6b5RVhKP4ff+J122lH+4UCSnYXtIFuQ/py8rGPoL05fQkt/i2c4aDI+fEbvDAde9OV8ixLwzRN/wp5AX5CjSLo7v9BF9VcMCf7vyyDpgt/e2ccDQgwKoUcLlnUV7NJBTpI3tzm1ceKrHdTWubAz4C82LaGpDUWfjxT7/t7gj75j/b+FQ1mDW+Z5i+cQmzj8hK/kwCvDJb/IcGiSQ8zMO9+M5CJf3ruavyE/Pofbjmv0wFiZUfPYyiPHa/D3BORyXnHhfCqoATt5olIdlfEE8a35K1nYEtwwlkJbwyQOSS+6vK5R/nzPvKM8Bvlt3+uevIt82znqndFoXxRoF+Luq/1dpK+gXVfNNxjNyYajmxmiHyLKGb/R/ohT+katIVBWtzCAUGTZ7VZBwCmO/KPMhYBxoEwFmraN1i4QH+c72MeJA/HAM65hPxXKGpmrcpHJvrFrOveXdnQ4Zx1JQnRNhy/Un+3sRWQjwrQ8M9k3RvaB6IzlJADnuyLHo9zyW76ci5PfuE7jt9/6fedA50DnwM/FAetUdLs6HvPs3YKYIKl20raYxnpZ1CQfDbrn1h0feyv7c8nQD05tOA9ZTWfjtM5MxpDUGbE2jL+2yKPoMGuXVX7/UsWVwV/Mpgs1Wso+yuL5A8dwGO6hXL++qOwwZKWmcMKpNq+0Yhxo9jtndsqQja1RX4mb+KVVh1dtbXxWQxdOrYmymIY2VzeIMlNwusSDkOPl0QEctJUuTmBWcxfFfz6XImM0zhoE+JAD7WwnGvw7MNjqh2oZ0KyatmE2KUXziJWN8yFWiLICWIMUNuIn6eeTLb912VACwkvbBBq3m9wbbAp+8wAZYGAVBh0dA3HtYOd8ivW3wuYTpzSTC2gryiBhwXk9bfs16gorWt4/5Bz1ahxx36Nsbbxt9yFKmp7yIbktg5TbUq7FEq9UXxkItLW/FnXpGyvJ3T5IJp4UiyELyl7Db8iu6sa+bRUlU55Zz4CR2q33oS0d4D95Rx3wwClbe9/vKyAjBq5pczShxm1XGdB6EpXb5OBDG0Je4sVhZXKbU3/TOdA50DnwM3IgHZFbaHc3RnN8ZEidaEYv8eRRr+5klwqcMfQH9FnqV/N3Fxf64PytRQYmOhI2gpxmXE3wtn6RqNg04Ij98M7kV3IWnvAYDWwp7OMreAo32VcXb0ksnAFNJjmQXzICricQ5vPNSq5Iw6pfbJ0TOkp1bkWixI3rrjAqz+C/dVDvDjWvM2ReW/OB31c7HLVyWRM7kRFysmxkmc/gcRc+aTwClXoz9oZ47qNtijxMeH0X5kyEEf62h1kpTsTg10ySO69KOu+KhIy0OuOyHO/l+4BEyI+dvqwa95EuDMoNMfbdCX94D/4eOwB/7qf8GNPyOP5T7LC5YiJp1KU4rsptjr4w8dGTQ0dlD24ZJnha9qBHdOg+tuDGHlhuCxLSa64L9Nl2F20U59ayg4akj9atTlSgbJryge57cIFjWAdTbRtauHhyArTzYzoKE3RoG5EsHPxxP+Se5Ug56aPlj6+8J+Q1nn7ov6qLA3+SL0vXH5oTnbjOgc6BzoHOga/GAZy76ODYYvTFoVuEDsZulEVX24gPsXvoHPghOEBV8OoyOS3iDFmUWxQzrYazwhtG8bDVEN/nDW99ODR4JRzbg3ow5S+ypcE2lOaYhSpccLB6uR54YegR55X4SZGnMSmOuou2ZXObIsMlfFl8Bxd+DIgwmxxjtjj2RkafPh8UPFNbvPLZUgw60M45DDxLIwQ8OZ+XLX2vnBOlhjFXwZZEz1+gk3wE+6Ltlj3B4O0XwWWASKVU8MMoGIIc537WH86w0kpm+HfBUVvpGWI/d8fqUX5CLWGX6z3pwX2MnMWs7ib9cwjF+fRaBRwTHkLO94CEDlaJxux5rbhmlTIy8YShScfJ9oBfdIbC+UOwVECmvvBqL5aeBa+yxYmJ889yAMBdQbKl1SrI7PWiTt1OaWQHWef3WGCAwQ7MNPgNZgOFRdahBTc3cgUW8VfpKRgGNnJwItsAXwsjlXIuRL1MuoRgWVGgmwIP2Ms0n5nkYV79Uyu4NRnjnWkGDIAfGIRCrPrRecxahp4ULeaQ/IIlnKdOPYQMaKIECj3jtmER2p0P9BGs+pd8gJhh38XwDsz+uXOgc6BzoHNgxIHSbrsZH3344x7YDSUG7llRiD5Ef7DcX7aYuj+nS3LYlsaDDLJXfKyBJz2iTZb+ZtLtzPVv4ItjAccvZxSzk9CxIVb+4vw9eVKfVilfYhcb+shwXIUuwlENNWTZ1hflxu/FJNsSrLAOp0hlWxO/Bde8Xr8t+cbkw5iI6MEc9CnrVJE87Yl1YLdfB/nQbk2WD/HAyE/0MeGRNDVcuQV480blbwcqeirOVOAKAnQV2m6S7Hgxxl96HUqsHZ9TIEX/Ifcq/xManUTvVFBpT8Z2vEFxlt8++qd4TJ7NA+HslRhsySddzTruJF77mHxLfbr9Vt4Zf+Tbx+lswX+OFy1g7rMNmIub37hG2VIU0fboufK8hcN9hkyfz1zzHfkxIZ4t2nECF/lpo774vsqMeO+xlywD23FT+hKZMZ9aaqgHMi0li6w0D/pgl8cm5hrGBPlVrompC1A56hl6KUPTDb76xuf8xm3lCeNQKiNk0e9oA7LWcC18yVekVcg27A8nP9ABo3oXslyeR7Jco9zeuC5C64TQ25h+8+3Rv4DoYa/hZ5GFuzC3xrsLqEfoHOgc6Bz4aThA18uump6Qe+GqtlQdmv02dv7KZlGcMx0QHd2d7mroFX8aFnZCf3QOsD1VGI6paHBlG+NfVB9wGKDw3qkZhzNJczRwnMpSOLu2KgNrouDGT6YIDmBX4sMzXwR4kcFy+WQrr6VZuFgGWul4ZptgOUXsDLa1sAjz2Q/gIqTEH5WjB0ayHBvIKOSeRYyBIgzfcciC42uatMsFdxhbjMfqUbsOq5EEBpPAN38Hn/i5uKHt8CB3kwdmZvh0Ny8ZwQxYWO6O413Ik8rGnVRDsw2pu0iVCPCQFdS/qnZMzgLeCmIaTwNKV217HoMPdKBPhlrOwGno3An2k7Nt7QBuy7C93wlQ0cORSZk+WF9pp6RNXNEoIC0EeD8iNykkr5pswuqIcJTuwE9yzpbnJ51F+JomXPzSoABbD+Jszab6hoTpC8l1rGaYfjj2+f2dgWkG0mPa0LHQO7TOgc6BzoHOgW+GA+pXTjLm2aoSB5lX01rPxRmsfmBNB32CCJyUFzmc6GvjKJbURXboiMIPfOOXzrAd6Tfgzyo7+t2LHNQ4ldgezcqKBz9SrwD3O7qZ7Ql6VR05c+XYGRzsrP490GmNjiBMmSwYdgSTEME3eavbZ0Lh9xkb1+Qm/Y8DZRLmRUrQRTz2ttp2/DbO38dBj1KmbJ+w0+2UAXd+kpddMo58FRkTvy9MurbNhtO6DJjp7rBgucnyw6HIKnd28wq534e7sJrYE9RB6l9slyz8ye+VwfCbPMx7yoBJrg1vd+DA6l5vH25asJ+hqdTTHXBeEjXpS+dvys7GzII20cdEBTt/77QzG+EeHy3rUinHKmf3yrShx7JOHaLs+HH/M4WGFz8T2Z3WzoHOgc6BzoE/nANh77DDETp46hwFLdsqsldi5dkmXNEGeugc+DE4ICcdZ9ZSSXC04uo5FwPeZ33o7FavYJWSz9G8NrxfqNMx+1HmrM7RxOGBAV2MULwKxUYFCwYFwpnBAA9nd4bpy7eI2Bhk8fLQv7GqjtWVIIWDXDhVQ5N35M+VQRGchZwHdnyIc4W0ak6Fw1BJ5CtDwysHEochXya5xHZuDC79+e3j/VetDNQZvUqdMzCRgmdCuzXVVfLFmES0r3IOwRPQNH/EId+Dk16Jf/lM4fqTEnrrW2CUuM/gNqSVBMmB+K4tcTG0ORc45Fvo1XxuZQg84zsDF/BQskcx1zRDDpvulBh4nJXj2dCCdVEn5TO79IFyDdhkkqG9z3eKBo9gtAfytIJaZ96FDBL/lpYh5dJdpkOykF8QHcdNTOagx3ZeEd8SJdTAB5mlTbFMiMY8G28MeeZJvFKtR5wUwEWSKgfwu5BAbiDbX5gEsTWYHtEn2O8CwPbZF9XnL3ofK2KQX/1cyMtAkU0k1udIMKhBoVqGQUrvSVpgtHwJiIlvcPHdAyv6onx5YwVGuxxwli3ons60j0GsVwg7iyyJgFj/0r4r/vXKVuzKxyv+wRRISyHwWPp6+155RwX2p6jrt7Hm34g3Bf84W0qYqVwJixjeK4tSkUHJclEEA588fVzUCWfR/3QOdA50DnQO7ODA4ODDcI6E0YRHHxS7Vqj9Lt+IMdc7td9H2dNQr4aZ/qn0CTh+gRs9riZLSfdmK+XY4ldArUQG/Bt9MvuVosdHF1tosqMikEILqSH7dL2zk0Z6/rt3vWHiKmmbuDXRcJNnJKJLonec2fIZe6FwDHvM+gdvSl7tdswJ6YaW/NBcT+IrdpN/9IM6MuZNNhZZ+A+DI9xlmep96uvnRgdyXoVHnvB1wfmrYRFNsoLaPEtrRLlhGfz6H8ENPQB6lT/6oR3VsUsRdiE8Dd6W4tQbcN7CA3hp+sxLnNWxS5MsDwEAtdi3hbvUQ+IDfEspLgwi0igUvUyfSXu241c2onkN3vzAM+H4cfcfVmPa7pCDkcnZTG5DL44J3LJjsgArvpFFfe1SymzBhZ9KSwxkUsDZK9jFb/F+sOWwkQLvffpd5lOulhv4AA8Fj+23c6U7kwdr9MirPrY3KXu8E060R7FCPJzX75LjsOmEf9GT4U3aGWP8R1La5jJzP46bchptjfBlm3l45AywU2gJsSnGIdtHs8CfoFW4YxdJvpF7p6oTHcJGpXwISYcfXvzH9Ur8pX0K2pI+cBYuFqrGbte7sFr82X8sQ9Q7o08tCrmiPfJkDsYIFII6XWcq8jzNTXk8WaecvydRCKVSftWBX6p7tr/g6XYpEa7jJf4iBhS8LKfcN3jqqYAjy1FIUR29/AMehv6dsggEuMRYU4P/hOc5/uUxH5JBf+FRe772TPE6k2+FfiOz+idkfzXKpo+tXCzBbOPcA7on7j1Y/XvnQOdA58D3x4FBZ0WbZxIwdg+2DXoK+j8amO7p52VredGPx1zx5zR9Xu3f/br+WWqpa4R+0znwfXEASccJwbaqhCLinsGKIylnSBRt0HG+xh9VVrZalhN4GHTJWokRIXzqCuDEjWvGeQWOgi2D/nTmfGKtqLNyP1W8eGbAADxkFHqlaOL3CpyC4jSC37w9tbJdzYqvcrVrdVyU93rsVVALH2mI49xSeKZfNdyn/EoAwTeecMiBn53rxTDj/XFB3NIq7stnOt+2Q8aw93lnrC6ZGEHbodzGjIE5HVav8mMQ4PEQZRsSwP1TwIqMHzcDnXWYNjJtaO+lssgp4qRO/aoy9ADbXjAL8d81oPbxoQHNitvOeiE5zxUI5jsy799+OUsUAwMNnGiAyVssMoSyAy3kCpyQ29q2J/DDrtTXcFKH3G0BTPsQitmW2I/HoZUe1Lbn6tbjWPSUnQOdA50DnQOv5gA9XRj21tNeuOrXlLh/j1WHDDlcvCvJRp0L/VE/HJFeQSt7oR2Ax444NmCXsKKQwQ7BHqE56N+reUKv8ZbtcGXlJpP5dFQLeknTz67CWPpY+GH4Ro6Vyhwjo11M7FgJfi0lv/u+wpcuddIxKdiPNzhv5MNcZuINk5ZjBSqrUKX3Fcd68GzQQ+aSb3oHDZrIh7zEymU9UyYOFGjel1d3L0kvuhjORlYAcx0Jx10o2yNID/XKa7Z8Vj1NB+N2AKOYObiXuuRF9pMnTe5RkkcQdz54sjVymUo5Zczv0UAdRXYoB7axxnZQWaTsPgp2d7qkA+dv2g55BaWNNFbZRM7Q+UUPE2qqg3s3Yl8hQZblnqxeVV/24PCquI/w41W4dLidA50DnQOdA50D9zkQfgjpttILQzce9OM4NpCJlPgatoW+Angbn3qs74IDGiyx3orxxyxfXaTroe9TTWLWo7aSZTUh50bJ2ImtiF5HXFRPzYGVwX/VLPWrZqmfPkAIJVQGRI7gy/442UkNbhgpchTLKHl2Bes9yt4x8j/ZUpXt09hmtzQenlEiJ0jh4QUDyQMMDI54Dq3iBg338tj73QsUlB1b4p4821k4auVfGKJDgwfcZB/3X7SykFWPOQGAd4cGCZRnwrOC9Pq7Bl3ABcdp5FJtZj+CL98xgDUo9qZtjE+/2hB+8wrUMR0B4fG/XhEpmfF5spItz3AVfunUHeM25OMBOvNNM+9d5sO3h++KMX35ovJ71/nMMKjwaDdM4XTWzKYLEw8eheFM4bfmt+OkU91/8znATAhR2RR8Wx5VuULEFwITAly2DPxoYknMIF+IvPg65MQOYJdubYu0AABAAElEQVQfW3uwlXkJyFjBL1/dvSqNpUv4efDYkzYYJN3OQK98oe4xmYZzq3WuutulzNyy34JMeSdCI9sZT289Y82DScHU9/c/v335Mt3xgPQLQXzw+JFWmNdZ2CvlswBl5bWAmdfR1sQAMPeEhqZ40fyFr2rLRatXa3Avznmux3aWN/Dmb6nTIWOa7CK5HQZK5+P3t50DnQOdA50DcxzIdn3uW6NXHtq/zOe1+NZ9EU49/bSyMHbnWcd7EdboAzBKf2abQ/f00+6rGVgozhpdmXG+Rf9Ad4qJZoErx9mge3AGsMOhfMQCITARjLN0OQ4i6Znyp7x3/PIn9Snodf+MvcXKXybLhT6S0WdS+1PmsvQ90hOLYy7kRJXiEttUcw/+E8XAvFd04Zb2RMC495eJdHL+ynndHs+T+M2nXv86pCm6n3hsm8r82pp2gLJ8BywmCSArWj3riNLPxYOqf+9yPqo0xDxs+pMcjif4nnK+jMTjXyxH2Haqm9RPr8BQyT4q6+JvTJxF7xbPsQfMlTWez3zbUU6DYzzgIP+u74xBNLxvJx2uMyxqROj6KlEcoyjt2Fwp2LtlfD3H9a8Nf1xe7IrEu3jPTklbQsRGv0fG+JEKezLoHcHgewbnmQ9f41rozXzrhPPyfi8KlZaGpr0wvkr8e/SVcS3hAiW5AvouaoV+ynmjqNwF+W1EuMevF2IJT1M+X5hNB9050DnQOfDjcYAerPzcluqR9tS2C/YWfi3Gfu+HYp3dj9hjdA58DxzwDFoZHJ9f/qVdjGSAuGJQWVRlcHCxTVbOcnUVoZpMjHHHPvoPSo+MIDmB7VSR4TvdEs3OyzOzoVFWhROzPF42cznoYz3ZVUYaK0g92CN2eDCnkG8/td6FI1h4cV6sXqYynDbdodwSUK9GttFYjGCXI7mguEZ5tnmyA5MnxWgw4XKCxyXOgUWLpMQM+N9FP9vQ0nzmCsYlhRoE+Mb2Zv+mmf/iYTJPb48LkhUNeHjVhvIyrnq6m5X4yrZrnxS0HH5w7ZgyhW4NxnwRr/6kVcCqe7elpij17Rz/wuiy818DEpTxXCygbAomDLw+3/5XW4X/mQE//SzvvG5DNXzbl3P3rBRl9n90utC8P5BG3GEVvmQ+Bq2QrXmObYUP365SChhujMkKe+EpvnYHCJyQL6RqqQS2ws54wk3t8EX1lRXytM1A3iR7EgTaec69zi3zt/LkfjxoZCKRBva0SnnYnpoy0o92aC5YXoY6eNIzlN6tf3Owlt4Bk/w1aA+/hiGNpQT9fedA50DnQOfAbg5s7v93Q1aC7APn07rPcP5MLsQBrAlh6ZhZ7H8nsFbxb/Mf31+Z7JUOmznnxiSb2r+Rn3Sgk7ZQ9la49E6cVd+Cb9LObf3cfF65lTZDv+8jdVhZyGRfMqFfjGQVpxUo/qSIWBqkRTf39mnYhhuUkAWyJjkKtnDCrroI51ipDL7oEdsgTAD6EfrS2X7mvFnp+564a7tWt6tlPwexfYd+A25loiTH/SAP4EyYwl7ShyL27N/AX/qt9JjAH00meBWz5vbwJvUxpTFu8JmJw2ELLdnPD8tf0m+6w/nLZAf02EEj24F/8k9w0WljhSyTBIrdaw4CL+kMltour9+4GX+PWNv/us4Yl7BpmRxPGPK5BwscG7rNp3DGu1xcp27puAf1qO91Mic04hStfC9y3WQ0LxuFPtM1obVJ+9VvR/IYuUdZck+dmpeL3OJ4Hl/RV8rvmXZqHvbr35r+zEYsgA93m/TkY6azLN/KRv3cbyYcoE6shXk5XEvRv3UOdA50DnQONBwo/dT1zIIeJr4yCRadjXFe6dPvv8iXg+5Ge3uvTfaerorXQ+fAD8EBGVFyDlxUOXLW9ZUtq+RExQHllX6srmOmrgycs97bCfsVaPeKOgYt3uQQ47wqjPZ3tNNGMcI57XOKcQLLYWbcrcG+BMNw6gIfY19GPuMSeuQndoURgAFho4mBERoWZmzT4BCOVpCHBiuM4X+o3OAVWQmPVNLr/cA7b8+sFcxXnwuqgR2IMzGR/Ii/PneMMjzpnOHr34XPr2pifQKswMs5A89qALfgD65P9ur3QA2RwJ9vlC9XP9eE228KP3BB2qBjm60LM9/DqRmA4OnApxb4MMse3NiYPAhw+QfqbfTN9xhb75CFXLGC1AOKcEp46jdsgd6CHMo+3wY/I02eSWXjHAQfCNCL4yz+/U318P+xiISoDPkHt+Z51mbLIBz/GKC94tgXZa5LbaTVe/JU+jo4UgatSONC4HofD6K3wZQAVr+zB3LATfPey6Cj+boFLm2C2qsLckVawQs5I7fkV+LHNd/xfS6UOJJbYp6uWhWvlTc5CAv/smhvDfbIhyFb+HVhBfc7Zzn/ql/iMJfn9nc1T/EmylP9BLPqPMisfMFaPFgqk5BreAZ91Hlc+axg347DNCb9WQbK7R2nPjtY6OodLF48QSjz7tfOgc6BzoHvlwPjPiL7GbfnJgpdJULEpM88Oqz3jwNO9B2hT1y1sjO2fla7j0OV/s+/KW5T2GN6I/ZaHPQzrVLVgAKOyuizlB99n7IM3SlgogNkX8kKQs4qpk/kbGLOcX3HGYZ+oaR0lxGY5BX5R/o5/DLu7bX2oYLhLXHRK/nZbomyq/zTl8SvhZTvOHc2+nBwkD7qLas1gc/IRn875DdASO7RD9fvw+fRnamDNzh+pf9aL8e5Lg4NjsJRkrsP0zOW2TaZn51bKHvSNgj7OOsk5U+kDK2FCa6/6z0DTMJ5i77Ygpq5z/Jhi3AGq2K7bfHdLE/uTnk7vB+DjLKLd8hjOhs1YRF+mxfiScHbZV74gx05fw7rOIebJ8svyIoj1v3jzF/tcaQ3vFvC9QZSeZH81mTGS+y2E5MEWMGsfBKeaEB3D3sICcLxPA1N3hvKymVR4YO/xh4oEyZusNOM5Yk8hnZxnGOTnz6E7lveCddhZCX04ah7RTKjio3BHfpEWySA4sPJO4fRHjBAqvztqNe3ZGAIn3PP9omHgqnqbSAbZ/lKxmwHQWfQGtNWnfwP+VPzV3mFjFOWhByjCbSovymf0JkrYE1PRNHfga4od9qqR0NysMjEo2AW0wX8QU5V3AXZuNBXDsFtZJE7pyyyX8/4nchkTldv6R/6jwHu93OX5REYJ6+W8E9al76n/C9/n35p5GBD+zRN3Z87BzoHOgd+ag6kvibt6k1jspe3/xQ7/qy+/JfS97EIiZ10yiQ+ffWOlytMG/cKKxH7p86Bb54DKLmqFjF7FmcY2yilAYMCfH57/8C5ylbHoSDfM+SPpJmZ4Kz+9Zk45+IocKUO487bpclBfT4xi36swB+JR4VlRQwVF+UM51OsPuQJfXisE6upcHzhhaO6mEgokveUSUV+IJD759sXbU9t/AqfhvsWZJTxmdXT4ObBM31XmtfgR9kxS1s4Ko+LtqRN47zFqr132RcHevKu/f7sPQNNcY6zyhF8MMlb62UtA0eEd2WlSTV/1xLd/8YqSG/9ZdmijBojoCbn3dz7GkFfP3SWrQa7ijE/fHngTjLMNrpn1cOzBVctxiyf7uNF7h6M0aBCtCezgDYiiSypbfAgIXkD67numZW1DCT7PD4P6ABvL0wNljHbzPVvjZT1MhynLHE9KMM2kRjrmNx3+FdxuGjr6L+L9wxQ7sl3jMXtk9pnrRxhtTQ4eUDbbR2DK7exb9+AC/WQcwlpIw4OwotWMbd6PJLygzHt4DoHOgc6B75jDqCvpO1wMBn0Y/kbgY5Oxo4KVv7KsGfiG314OH9Hke880Dss9RD5Lb/Tr4T+nwP/oScs6wqpV+P8xWmE3n2WXXUWrql7zutVgTbOiHRI3CFk+AzPTBN2Spz9G5OzhijckW/iN/qSPLeurJ4Ue0bbJ3PkRjjcFTvjjBLePpDHGn1OAY3eolp2qCd7Ap8ePPnOs+75bQngq9/FO/xgJ7LylOflctoCdogDHuKtV8+ix+jZis9R8AXeOh+OxpjYYFmRvRI82ciHinCTDv5WvO/rXjjT06FewW26QbhwkDI5kB/6NbripsSTSAP+yDFbhIcdjowoUN6EGfmo8r1HfgLa8LfIEzuiYWP5hzwt1Z8h5eRuoINydN1220k5lDKteR0oSxMsRo/mXclL91FXtxUScoGT1A7hRf4C+yvRMiJs+oDtxFgRP91LMEbtQfJ9kqzS5/Jpys/0Um5FBhfpnwD8hh7dNgufhqr72CWdea0pEkp90W/mOJB8W7rOpenvOgc6BzoHOgd2cKDoU/Rumqx7lt6IVnO+0P/j/2JiJePR0ktLF74GnFQ9dA78GBxQTWCmYziecA6wyk8DExj5JVwZWDnpmRWcMnZPZ6ydDTUlATx49UxFZo8qz4vOj33TzH5vp2wjIowJ3FKxnZecXfqOLoUz++5Aw4M4ZbJwePxDjQcrW8uKg/yYVwwJbf8MXl69LKOR2SWPGb4JdOGqvOAIRsrJRjEOqDIgMZcE55YM16sGF1gxYUNI72JW+FyCx98xYYBhQRpdbCQa2bzn1bis+BIORs+gt1M/HF5nO/o8b5xkTwX7oWGBzkzGCcys5ZyxfNEAxfIkB/gLpxmQ0UrK62/ClnrBQMTzAeo5h+tylRMfet0x6aWrG/luC4FjDLKY1m3JZmIhV6wUoB5+qtMUImLOuMwiWXaewyDlAr6UqWWOmVfU3yjzmcyXX1G3SMbkEFZw6/FCW+H2Yj5ZYgMlS4FV8WxN93ZW2V60/bjOnma4sA4sLSWcvLdrVgNs5pvqmIBNYtw+Jn6jvGjQmnBV2/v+rvrKebbCFe65QjVxhttIe9LgjNyxev1PsYezy5V0iPT0XUzQEY0qVyZE0KaIgYZLWze3ciTrF80Q55ZfvG22zvtmQObwIFx8hj048XuRk+JwvDvAzoHOgc6Bb4QD9LmE7Ojj6aC/j7TJ4FP6OFbjaWcMJoJe6H+sGxyE2hQMk86so6GfsaVYDCgkW5hERsDRmPhFvyNcbaDwPlaixpVVwG2I9O2buF96fxsz38SOMsx8Z5UnTmBwVW5ZliVi9seZjivv7NAxdjHhLPRe8HhFP02unPuLo5ojadDNxbMJrsTaEgY7K52nTBAYdJMpjFp+O2QnVm1Kr0IPtQ0wLslpHvuf4XXB3zKux3SMj4BJEyxZD/r3KELzgMNRvPUuNcVOBGymb2I+feuyE0N9DBITjaHlcdm5yJgJfZzJF0x0vnVcz8nyiI5Fecr6FW1Km2aQJZHABEfOL7ZtJuvIK17l/MzkbcKiB49e1QfyYcIDq2RVL/UjtHn5RfmTdM3ZXm28R+6dZ4qu+SNiFvnU5FDsk5AdygImBCBsoLjX+4TtpLOM8pdj/8zlo/KyAVS+pXzCgBGOiQkvywfqnRlV5KPaZrfykqn/2OuU/nzOa4PdiPbyvdIX8Wr70JT5kqySIvqPJo/v5naGP+Ce9WHClyCrlYG59O33RxmRcI+A9SgOPV3nQOdA58D3xIFoN+m/8G9g/wxeBH1TJ4YPKY4OQgdbt0WzFf6eONBx7RyY50AqNXz11sFyZmnLXis7+ma9ULoxs3btOZhVfuZBH/H2zLad5MmWuFTekaJKDrhA5LDTVm92JKVCf0TmszCo/jAEJYytvtg+mAZjRSmDdznbVHevDcIDhybGsQZ87gUb494mTzhS3ngLjw7FuLJT7E7jGlmLvw7gU3i3ZmmU2NsvBX7pDEjHm9iybWvzjtzh+McJLIdcW4+2I3Ib0wLOYNI/9G0YnLmNuPzGdHh2k6lajrjji7e9YqBD2649G6L7pW1B5rKsH4SqMrx8YTArBmEfhNIkQyH4EGa/6Z0GeRjQ2Fu21CE5Na8aYKPNOjp8vDNBB9y2BiY3MDhDeyCc1tqqrSBrvGj3GMRiJRMrg9zW1ZXn9+oT/BEM2nfBuG3fa0YP35BDrIRn8PdJeXsYi56wc6BzoHPgR+DAt9SG0r8w8YhdinDMcI/OeHQgn+jLmGDqHYnUl8auFVt1IvFNusRZK5Q5JgF8Y/Lq0bgqG+lDdkrqemF7X02MC2fwHn2EuPmj5wRfdF360SND4audv6ymZWJtOcbmkWxaG1W4nqWTsPJ3tx63kDdOyPiJx/CWM38TX3TFe78FuLOvZf8Yf44/sh1F3St5zCaYvoS3wV8BUCEODnavYJ91Jk9h7HyG/6UMQs5jsoNX/z7h/DUWntSseseOMZZr1b22vHeiujW6j66R49ArRSz/WQbJ2xVIKQ81iuoi9VNy5H+2EfbUywrooJuWFujZ276LiqRHV09QsL1Bu4he/62EQifl4Tqkdsxls0Zvlgu0INdF3kwftg/vf6aQ/PiZaO60dg50DnQOdA583xxAT9FiGPxbtmvQB6LvP7NQr+rJ61Qebf2s59a/dg68iAMYIJ8osFX/VeV4l1JrJ48UPdUPPmHsskUwjiWcN3rRpDkeuZETUrh4FR3OVlXei84NPbMC2QEFHFR4JpY28sEYtEHlT4f/YfYtqyBjlrV4d1F+bI2lPMMRLHxK/qEqCzstc/P5mDY89PwC/HCcYEy+M4hi44RBHxyJyhucjQyGD+wJzBgSihJluzx9Mym59dPzrDPdwsj76ytPBs7O76y21WAGg3S8E27gHrOaY30CWz+DKWieNfCBs8vnFSdK5mM+7LzWtLkqEsdhGHF0AHEWgAbNFgYVmH3OCo9YF4sTuF1VQIUpnUvNZx9+IUeUjBzArAAGvp7GKy6iHMeQ4925TkOnNmh1twdcWAkseqPYx8lmnlI++BSc0Y0SUzpfzn8X7f8hedIApuCV/nMGCq+ifg4fPXffj2wXTKd7sQBQZ6nD20LFT/m77MBNAw+I8Kd+LAIGtzkukcPSe75x3jEDnJe3X4w9Jbxnxj3TUDw46PaKwY9oG+YyXcJjtBVyKbM4qwoMFZjBzo92UG3RdIVt5Y+iUn5EFVriEYN/4rzu34t8ztFGvLVwizeD2cG7qwFSjxT0spUR7v1a16j3lLviOBIDYsg9kO6Ehbq5mMr5qr35/A/xLNvHxdj9Q+dA50DnwE/MgWzh8xqsiAlyukfnLe10adLdR+YKNfc3K9yrZwgSZ6Ytj5VjEwCNPpW64EkZ8Xu7oB9KT7RT1etblXiM+wRaedwTB10aajWJSqsncZ55xZ51bMCpp+Wz6DGq+oO9YrWGF/4mZ6T0HrgHru6YzUBpkygtJczpnpX3GWnhSt+PlsWuHMFHrurzBP/kyZRDPoDIPjn64zFQdKHc5vmqrao5K+vNR8bAY1MxSpDcHOcQUVI2eMp4/lLKFXjeuUjO1NhRxJZL8M15BZw2TfMmXqM6VHmC53ACZ7sc1yUfIo7yd8r4s0UFtS2s6LZlcG55JW2ZaFt07w0aTJPr5Bb5AYDxBXeOXmIHJGFdAOdZpJOUkc4vxxSGHQbOsmt0xNM7eUhuvdsTRpYLH/kIbX8YCGtKsuHfNN/Rs2CjQgeyxfZj4gCyJ5vP4j5KcPuQPI4vSQscQJZx/oKn6p/y8QRmoQkJWX6XxLXwCzgp5wFz6W9Db0bxWAMTSpAlcJH9zjtnRsZ6Y+FuMnO8BDC+0m4QndiBE/yHHkEvzJnBwkDmdPUx9DtPpW4gDw7iU9Rv2qqoK35fvkcsaJ5gVOAQV0MfbgsoE2wlt4NlknAhh2iTMIHH1yyzScxHHucnABVZFIqVftGZmIB5ZUupBxV/0Qt3Qni51i9RiCl4FdmU2fpi401iszH6QrR5+okceFV04XkhxV9KuV4vYf81VJacwI92OSQDuch6Bcy0UfNdK6/5rgD6gy/z5VP5kthNZDKpTp5FtHtl1nzPepNw85r53b02sO7G7RE6BzoHOgd+cg7QxrrdVV/vKx4vHWWIE9h2rPiDDXnT+C/zrTuAl3nTv3y3HIhBe2a2n7368K9S7qg0QVCs7tLghQYS5tWnVxIupVMGBkYGiqS3WKvamPJVxT7LyLywVbVXuL0SlxnYwqlFZxxDXxjs+WorgMEFpzmDVKkw3isxGsAwcu38SUtoTMgTT5gScj19/q5y1IppthO3Y/IeSPCOM6gv4HdrkdwDcOc7/EGmWHXAam6e83cnqT5jCHkA0or8sgTch9TEcIfFUCPnqsaQY/N15baU9QgNZjUxcMdq4vJ9BcL6J6X3ICVwSud5b6R3EaDKVYNBnFH8ReXa2tOLSWY/pEBQ/3Wfj7Nxt79kCJX25PGg9kpG9Kcd+OLVveq3M6OYHkF93RKo22JMscBjpj6DNRoEPAIxyz4EUgaqQVrdZAe62hDrW/6+gqcjFZny/UrcRz+Jfgbc49xkcKWSHCQsj+LU03UOdA50DnQOPMUBT8DT6k7ad6sn1n9S1zm448XxxCQqJkjJSZATB5cJKHi4u6Ef1o3wtDMydSf6vEO7IvJkopf0RxyU3MMYD3CQUcuTgt8yAUpHry4nJEc74Mhj4uaRCJf+39sne0tidnOBYfo9wpfUR5igCL7YXVUHSdqT7nxeY8Dtt3YFeKxwBN5jsG6gJ67C38cwza5cTvxvUs++CCsCfY/JC6wIx2Et5pq/8ProQNlhr8n+YOtn2Xo4ah8pzrBbSKm6hzwzDmD8j8Z5Dh5lGj/wr7ZeJUTlsJV9Vc+lHJQOGIZTgc0hcOy7lK2KNHVZ9EnWXEcqLSnL2+QMepgcfGUChOyMCuZY7B+ABiaJTV4fAOOCghfJlwZG5Wnz7pu8fYb+JCjl4QhYCbNfOwc6BzoHOgc6B17NgRhX//L5j7c/v6MLo09GnuwQeP0y07/PoIQ3p4fOgR+SA7FtqbaBvv5Dzl/ONw0nF1t/XXQmJkbdxVtFfy3ycVPgzORMKJyHzALGuCz5a3DDjozLb5pB+1e9ZDsuDNzXBWbG4xzHT8pqPePHqlacH5MAduFFZ+AHY5jZ/hqUOdzJatvLDdrJM1vYmoxZ3rF6dnAGjxEMt00agtEAMhM5Hf/j2A8+uaFV4ytcmIH+kVOdBY7F5B7vGYGWe0q8ZVvvq1fAiq84cBQxZhmnITJK9MCDpFtl4e3EJF+WMc3utsynfDVQjbbwKn2Gb66Uowdp4u1ZzqZneQekwIIBPEtQg8W9W1ZSKD34axDGDmCfWQUsXlLGe/iX8cUV3V4/dV7r5xetItCzaL9wvuwjsozjVwA9A32G10JyU8Bpz+QQJhbENseSEMELSR6DME/06lbeJvEkA9RvH+qVAzcbDX1WwMZieuoeMsWgsRAK8RhnNHnahh+U6adVT2fltQGscyEmg7fefYAts9mqWYkpOq/+n+Ay9zjH04wHuyCTgSRW0Z88ABvYMeA9PZcuaY30kkcmYDDzXrcbWZ1Zb7gyeKdegp0EZiVjA4gepXOgc6BzoHPgRRwYVhNtyQCdw849RY4Vi+r37Zwk9VpPtQV6E4fOiL4NqHI8XeSkDHuEiYO8vQ3u2/xJCXEaW9+iz0aPRYPFMann3R1d0rWivzlzvqPvleMejGemvcWXN+P+eIgTWz6zChXnb9o35sYQ6Yk7JpyG/o3Nxg85CL3hYbDiKzy+GGd04Cm8dV6s54uukrzV1ffrKfZ/DefvSUfLxA4+gf+jWJvH4u2JbarT+TtXR1Iep+zaQ4BhhPPX5+Ri80pcEvQeUBGXQTv4zRgA521zHwCnduqSDO/Ps+W07qXLXmhbKhHt9w3QLSO0F9RH2gPqD20B9XSlLuvrsSHxpoD1w/FbwrzNmvEjUjXbR/IR+Idt/DVpSczba4vvmD7HKngz5rE5uIwoL3HMM4yi9Dan/6oRp3QxrtOEKr/Nu5VbbOtRUxxsUIqhzFu5Oa7+rSD11KcpfybAdvJnlBo5WUt/7/sIWH/oHOgc6BzoHDiEA7TLqbOokzpfOLbzn+rbOK6uTEzUeCo2w5bxwUFrOgS7DqRz4NvgAHUktoFKY1waX3gI9IXtZP+kSqOhC2uFVRv8CsizohXjSduDyZgKp2BR5qRYUWlZ/XvhLFZm6rq2fy384BUNyi/CYz7EANVfhDtnIeFcz9ZoPv7zb+EIeGFs3g9XOa6vbKOHI/MsR9oiJfdhzceAMxgNKjsGIBgUkzHldZvJCivImTpfYmypnG2o0uzyfonLmXbPVTh5gA7Z0k/bw8ZK7SH/G2gqO1NjuYMC1lIii+/ZlQjFIps3ife8iFXcsT3YHprDYYwTG9xYRXD5ZOKBaDLf9+DQxFXHGU5pVo9SB3kWSFDTDYbgfarht+IX/jC4FZTdDtE1Od+/ZRDRA0QqP2TFedwmu612Sxgjq/wwoAG2N8Ab4QS/JSdb26Nb/BbyFf88MLsTN1aUn9wucL5eDOp6EGpK4h5xM4oxeE8y+oeLyiBXfExBz1MEn1R24te2+PNQFt8WoKcPDeR9qjR207cIuX/oHOgc6Bz4OTiAjvZNBPCgn1f/jM7K6l8m7h2OHgBDR0D3ubhPl55oJ9Senkq6rhy/HHkRkwXBe+iE2kH059gLTPS/os9aTys0jPTrO4xyXNHNds/w+YLtwg4ahKW00OgIO/4IFnn5DF10N+EuEnaDqXJJWaF7gC+737AyHGhTnKfPW1FGTwl7b1j5uzXtejx0v5hIKZw12TrOhpacsJKWUGmMx81/sZdtc3H0Drin3MGDsf67v/zmsJC8aKIvO4ZdPDE288h859KsvRPPpbPaeW15Xot73DdW+3pLW2wVfnqe8msxt2LfRJkh38g2DuzkP7Cga8yTY/g/g1XWZ9cD8kauCn1ET5tpJun8K9Fk1GUFGvaYjvk0X/utWuxJQ5L8nbyeQaxtH7j/FumbQXv06pb+4TMykKGltbzLtmZE9ky8BFGvW+LUyN/+TfIhMR3xI1/OXZMPLZ/n4vV3nQOdA50DnQNfiwPs2hQ/6WTq170wTgoBx4Z4YaH+SmHztyWcpOH20DnwY3GA8YjTJxVCTgLpLV7d54ogs0fGHKu4WEHFKuAr2/guzH4/miucacWZXxcPavwuHGQM6lyknCVelXxmp2Nw6oxgBoM8knA0MoYXyh0NBzOrL1etOD7//vbx/pvucbTlardQ/vjLirgzgxI40Pn+QvxOODg0HZfVrFfhdr3+qhzhzQIzjIuchfBPK245T/SkM3zSWFpI9dhrKdRstYyjx/DLmVlxZrFApsLtQRsVpXBmlSMrh+Er56fFLNxUsB9DY5wK52FxIHJ2Ecs3lROhznj2U+CD8RzvhQODjqob5w9NPviie8Wr50+VNHsvwIZ8MLhcNFng7TfL+2L5NRmYpzLmcUlTh32+rleA56SIJvLm24HX5v0Z5yGr7H/TD3mHL8SJVds8D3wzFbwqQWXYGlEe3KI7jTrTjIlmgrtXb2nslQ0a4PIWggOtwMv2wbLU5m3IA201IzsieY/blgklO0LKL4Vl5y+7Fagu+j0TZ8awRvjpU0jdOM70ifYwFBUNFLJtieq7600OOk0TeNBHcRSQi1gV9Ltkg3YhtvRnxwD44y3uHDP+bMEn875yGJggnt5+1djWf6ssuNfP/UQ4iBvQwy14Gz3SM0B2bDDPhcNFzAYfrziH1klZHJtrh9Y50DnQOfB9cSDP8LPDw6g3/Td92GIfo5b/gfbUzf6OdO7LjQcNuHCTvh19tNp10HNfQz/2KN/pg4YQNAGY/2w9K7sH/cCa3pDJiPaGR97lR884fwNP6UtMjsJxXbzV1tncL5Fv5L+vb4peGvzYWcg7ONGPcvyEecuABwREvIG627vKX30yjpoUetHuMeeys1F7TnGmzvOK5/WrjDW+YlvaGSanGBPScFBi4Vl/gK07ZCJsBhKQEJ0NnVQ6JXowto1DI8flzd4LNgJHxZzY/cr4Ro574Uzjh94ELM6GDnlGVjzx1YIcMnG/9BKyZM38lS3jszzh7YAzio/rieSB8gz5g+XI6AMhdV7B884vXlXBZAFhTLGMKscW+FBKQiBQ19jOXLKMI3uSPDgTL/fVmQkgP6IbKhvqpjjhvCRDoS9io2wMrmchb1FfqJPh/LUu7PYrYHGWc9Yf5z0lcGOW96NFyVaHNmVD+6nAGdlLBT8qOvAWGOwtmOOdjQxAzykDhvg1/wQNmaNlGJtIL6gDOUZEu0KQpe7rlW3HpkE0xFvGdZAsJu4qlHvf8uebCrf0G71StrdtfqG/9D0DKYXewpaQlvhaVz1T9u0HfY6J71ELs/0eYH4LdxP+TPCf8idoaPC+EZOgtYkx3LreD49x18Sf/T6N3587BzoHOgc6B47mAPrhu37sBEirTFdAD+9dKHV/ZbdRJo1OO7kZRHZogzOp+6vOgW+YA5g+VxmOp3cNHFjplxIlhZHB8w8Zd1/kfP18+10UMMtcFelGSfLrY/9QKa20lsEXDfRggGDuo9xTpTFkqcQ4peL9sSjMQ4N4+IBTDNxoWsZKp154IOIsY5Itoj1G9XKeUV5lEMg4NYooCE0DAwZq/N7tkBM/ceaUwbRp1P3PyI9SUVS6Qcn2ll4qTxxjddDReCZ0R/bDFce0eVoGdsxvvh/JRPilAb6NwuzBLuhw/ZBZ+f4XOWuFp0dTjsKLMmDgA6fYPpgYZuHsg+2SOdcJ6kY62JDROzKhGKNgA4byw+Bnxfs4fTuAkYNKowEExydNWz8YYGFXAQ3WeVXNGOYo/5UHDPZYASzcFGJwQjIyiJHf3+LV4tLgBq38ypb3j2zz50E2yRNNklon4QT/10NS32I1lyIG63BOUydwxu8IHsDGMR28ssjjrDazSs7INWGr0ZrxnUhDmaoPn1/YBlov+HYPjiMqnuGAy31eOas9fyQLnAFMOUT/sK9O7cmqx+0c6BzoHPjhOJDt/L32/JWEO2/a8L9Yb8DpRLDdnv39UU276VXf7Yme6PkC3Co6znn5j9Gww1f9NMdwoOvQ/0zwAyQ9bvb7pkXP03jzOZW+Gv1VNggTLNl9BFwjm0mfDpC18vM30jDRl5Wcwtu2FwlXgnhV9asysXMpdqyEBEd2Gyp8JXLK11LCfH+Dvxiod5w3y9ET6A848iZsztS6Js+aV6PbLIny0s5H+AqujT4OHilzo/Q7HgotrJbF8XvWNZyn6PCPBHRNgvhbVyun3q/Xzk86FrwueTs6nwot2+SupKowysprdFK9sxP6IQIoGyhAPpBn9Fvum1DzbN49dQui+plxoXuC/8WTox8hQjSYvyoLlYFXYKc0jnAfy+FD/N9Cd7HrPXFUdAWtOJ+3JFYc18vEtVxxBBO21tmI/VX/3tBXGoQbslv6SrlF+YFu0v1VUT8ksxv6Cy3j+g19+pnulWz9/U5dMB8FYyTjKzC/+U8LZX+Pznvfv3m6O4KdA50DnQM/Hgfo+84sQNM/W0huq/EhobOyi+x9vTsszh+PN52izgErgidmDrOazrOdZZjqfFtW4eJIOp//+vb5+Z8yHnAJM+igilMU65ewz8qkMrDhIoXsiwwPOac5axVDn21WT57pjVovI1RO1pPP2mLg5oWIgZeyhAfMsI4tl2lW9LpkmwZdnCWKgYkDWIleiVctBA1YUIYqS8/iN//qx9sbcKMs/eU1fHv3Sgg5W5lg4CYYbqnxzRmrBaso2/IgVOKMUm1Hx+COtjHDDLk1bkr8nZeLZgMzKwg+sQX0lVXcwYQbSGOHZkSzs5Wt/XR+AFsSMo+f8bJn8TONrDTQ4CMrupdwukGSDq0YYJ7NjnOVlaxlEKCddX6TdsMLHId2LkNkwyd3rEVsBtop32mgvggdR2KgTri54xVcPgh/VqHvCYGT2iKVZa1zgnUrxQl3Di++6ed6zYQATYg4y5H5iaOV88f3BOAAg7LQ4JvuQ8b3QZnL0QNT4Mn2jLRzeJhzMGYuQb4TXVZ4JE/vdgLrQ0HngnxVxmWC2+tNu3YbRW9oQ8rWkZK5c5ltP8jEbCIpXrGC6e38Cgew+iohwOA7Kx4+aYckZ65Wt0Iyj2B/2znQOdA58LNyoOgUa+Rn73bVjhKEk3dTWUsx/pb61VpfcZJD8nLVhDtvM4vOSqDvVn4vaMs9sYzVtOgA7BBDKLxIfHl1izM4odtKL9RKWjuAPUEV3sQ30mXICXv5vOtaJnVdr5qIKlzD4bQLQun+VYLoieLt6fSLym+YiNXS19K9LxfFVr8bk/WYRIgDGOdeFNxD5eeyEN7o4Oaz7D+v4lzDLORFCdYi+RuTCb2CU7awHdfo1+C7oT7cBV4j4DwN56+34y3yXD/7Rvpkke97qlp75i+4T02/5fLbzpcxbgyJcaSIruILOuqj4SLbmJXWwet5+Viq5klXK6vreCS9KYH5zJV6sJ569qvlAxlhbCTr4hhQ4jmb/sCX1a52mVBG2Ftqk+oK2KR3JdNKD5ZuGTaleCHJ3zLtWl2a5rMWN+FtuQ5wg8N6dr3kvZBMMSx1FduXcHV7qRQ8J315hbCsaJP2Icttu3w5uwP/BP4DwIXnQmel3wngecYv/VgK+KgcG+hixR5aK38GEH/QXdLJtZG1ypfm3QjDTLf0fRR5+SHzuYlxEPwbuP1F50DnQOdA58A9Dnhiovq9i84B9i6NbqsZs6Rtls5XJo5WFWAGYLbiM5/6q86B750DMjQ9c/h3VQpVEq/MgyYMd2nUGiBgEOYJG+8hBuWq3gsOTRuIUtJGiqtiaMCJc7Ym/sSH8tueSG4VHDycr2TH7pLyqCaG7YkwwMaa+fasdsRk4MJnlm1xDgkfBk183lc1EnZktjWq+HORPMUKTSVKA201ffAztr0VjjsHFVdBtx+9ClLOybAk2y937tUd2GFJt3Bk18BAiGjn91RA3sqWbJv4fScz4yQD0njh2NyJnxms9L5qE2IGGr2S9XHk3KmzjbEoZQDp2cB29wwOvH9o23Y5Wh8t189PDWRp0Ng7KTyLVJOeHQ8IsfoJvu3gncrt85NB1wJjR1Ly3BYAurcuaChYbWjSti2fPbECH44z6KFzoHOgc6Bz4DvigPUM9SvYH3IAx6S27GOiL0MPeMb51HKDyaPe7tRahXY8wrla+sytfRu6KpNThzNps7PdqTO1iI3ug347y9gJxI6NHNwfRdzwIFhMfsSxjg1Vjajn9amauXRsO1NZ2Tlx/tY4e26QCemROE9PV/28ipbJmCkXe4C1ceXqsq2CEw9cWUErnWmvrtuCbO+Nd5EBTWo9Swdm5e+y87dNPHcPvUkzWnA4UD0RALvmKLwz6xZ/Jl03Zy6H8z1xyQQ7rsiw5RgahskBOyA8EDX4xznXxn/RgbMAutgL8RWZTPmW3LyC/wtotK+jLcQZD02yYSRntu+F65YyyvbPR+xoDMHjCR5LoH15gUy1yG+6z7Z0U+RJpNKmuV5QXtRFftCW91x/tFBotExShuX3Q5H5jFz8UIzoxHQOdA50DnQO3HBANoMn88ZipNSP39+xe5jEuN6HMJWuh86BH5cDNsJi9u3p9KuUf+mK+sNQxoUKImOTFXxXDbiwYD7qyzBD+UjGXHy2pPKS4XLVSuTTmdn4GIbgkhUV56XqrRD5tMMl1Pj8eiQ+LSz7sJg0IqdKGKso1HHOL/H83Td2TblhoYGBX8nTFt5x9yj6GLWtMXPr+DiLf8zwBE/OKL5e/o/S/E28ZLDrqDAYUhcMDg/8aFa60KNoP2V8MXPUK2mNL7yJkoOvnJGEr9FvGOAjbnw+BMEYqmBtJBgw6Iec8Yw8jbOI8hQNHtTjO9Iv5HQNfj8vd5wXx6pJVrZ7ALJcTzK+k+6caTvGbpC3qBbiG3wSbmyNd/3MLfGG8pimX3sO2sUQZc6EB1a3cq4qBTPF51RmmAf7JvmBlJmuqwZzrxq4u+rc7njJBwo7ebqGUXxjTSf/aBN8Bp6QgU8h7Sod3d+GKPXb92ABrPweA6GWCeEUPJhLVd6J13AmsgycLl6xrrX1Su8t5YBe5MrlU5JmjivQ/Yn6EDmozWuUlQJyNrl3Qsg8TR+46QWCws/yqwsVTSHx80Pzp8W3eT25TUrgQt5zDdiTyPFoGYW/ikP7TT2cjbj15TQvyYQAngsBtHuIWA+dA50DnQM/LweyfQ4OeOITt9bxkyslTtNglm4iI9TrtM2OeKWhbdJH/5jJhu/ZV4/6GfdN4ECfgLKtlZI4naQn5fmZQKJvfrbXoL+ir+TsTs76ZSvlKzPFsTfAv/ST7Vm4iTM4DHhL52JHGMeXY88shDtBOTreEOj3Iq37P39ovw8xx32o9ETTLDxZncpWs5pwRt9Zy7FNOrof4NcJfMLVuueZHU/QFQuuXJuyA0xLc4I9N7u2sA9OG2IVbThTvZKao03gsXKpQfmn3jEHv8bLmywPrVK+smIZ5zX3+b1e244+75P+vNbIWhkA3YKii3VBTVjVlDm9gtnBk9TwnKrIxADhzp3wNhj+qJ6dzG+2fZZdbfDYQy1eiXPNXuUdeFivQ7iIL7jsooLzN3ajYvcgcC6wZEek/oql4xBg4taMG/JapKLKAonB+c9ijehgdybZRQazpus1gGOypsrd9ChvVisz6dx2Yjh/E2d2pwrY+pw3DSxuN8nNJA1wCdGe6Mqz/uf7SfTbR/MXGJQbdj6TBZBv9FjkRo9ZBiX1HJ5LNJUkmy4WKfMSXlE+EAJuoktlk6VLPUOGxrXU0dz+Be4kIoV+5Ro2qSCrrg+ik1Aj/fzfLXHmU47fFlqK/ENf1KXAh/YLdkMb16xHXvEsGmLiub7YPh3ocmRnFFSlFI/zfky+pjD2PQe9mSZlsk6Cn8hVtp/QTvBzra+8YfxFdE8HNioDMr8or1ZO53flaspVuDRPZPbCkHiOs0j+hLzqmxlR4ooPtX9NBi1ifIeSCd/HWKw93YG7lrR/6xzoHOgc6Bx4igNoyO7f0QdsoOoZW8R9Apo9OgV6RL67zW6+97mN1990DnzHHEBZxNmj6lIVJlUPHJg4bEaDGF+DTCnnWuXnrXpt6I6VKfRcBj6Y3ZqKoI2Dl6Mm5pC5VibXla0zecagjFYUarY6554SXosfZZdGzwxCk1cYwO/vudpxMO8m0Z56ZMCCFdxfPuVgduO73MjWjKrs0eyClxrpagDWWE/duCPQ4MNFxvtjoDFAqRNzJvUzqBWDTZL1aKBD+/jQ6gi2yDP/HoWk1DBHZRhn4jFAI/l6hGEMFpUQZxTDtyJzeyuFeu4TA0YuP7bpe2byQrYpXAd5S1y3XYe6Ew5NBoQS7jYIy7EmcHCgJ9+WEzVfQo5iKCjarb3sboCt3nogbRduyBf0IfOvCGVwSOUaq5uGcnpFbh1m50DnQOdA58ATHBgNtMa2xGeOFzhcz2pxVB8k5y+6oJ053g1J30e4tPFn7okrHedqZzU6NYG+bdJ/+/2jf8ATZ5n0VpyUHGHyUEDPid/Z+KKLpR7L+yMCuNKvC1+c6t5VSvqH+QSvdubDaI3TSI9k5a92kDlMJmxIMjjEBExkALz5oS8En3TzXLDSpeMxxG/vfrOX/mnu1pvgMb8yWUGYB77TyEc8ixesxPdRH+K95OVxmyxsVCYwxESL4LuxfFQ+dpIYq2ShhzJB9nfKI/W6lgHyLXmxvO9E5Ono4B31l/qQ9WJz3ag0UCZRT72dOLt2+YdMfSuh6O+7DZhviYYnePkQ3ZLTHjoHOgc6BzoHOgd+Wg6gA+AKjjFsKbPSlQih49/TZYfRayfqfzoHfjQOqILYQRdbGDHDl+oSwwIaSNe2qKiScVYrMyjkJC76+Ms4IaPfAwdaIfb+Iceh8iNLVv+dZIxitIXjl+rJoEs6Xl6r9NpmEg5Xzt5Sg+IzZUf2Y+avGZI6s/N8/UUzlbVdmwYXaHheE8QLvPZ2jGmFAANEelze/lQIy9gOo1E8FVGU6aFB8GEL21KzUhOcri4nconZ/zELR4/BVMVjVYLKXYXtWeaKf337e2msSXdAQHYl6z4T4F0OYC1LzpnDS9CTM1y9OlT4exs6DURRovl9Kf2996xs92QG4KvmeUY/W/Mx414cvB9KHPEvJIzBAAbLqCdaISCa29m99+FFDGRK3NID8PWrci76IyNHZPbUlnDlvG63KtBVuAagBtYWOGfqnVbBnEsdZDvA2Qkq4keENfwk+4oUs6cle8Lvol/Mb15L12JKfYKiomRocBYHfLRTbbzH7l01tb3kxSun4eH24NluHpwaVpQDb7xqKPm0HW7GZLZ9zFBnpRaTDmjn7gfPvBPT2DI7BjGRiQODy0PtjFYJ/a/4Bs05Y/7AXDqozoHOgc6B74wDpb3P/nGuQ8lvpmxrP7iTDZlH0f+sB9JQ29n0m3qHWJ0auwLdws72/BHdZoAGbfxwpIXDkr78XgDNyBdesq3vn9T//ZsgZV8KzLy/hRark5a/DymIUxw0mux2KTvqoMPOFduQbuXOqze1DbH76+x3x9CgLfm7AsmfYmVqiaWyxJkeqyI593ebPjCfR9AeWyULIW0Fbr1bzi74v8bfKNMt/BUYnKjGExnQb0P5k/umgIxrEnU4fzUZ2Dr5mNfzcIY6h81BiBW0OKf1zTabzqkWvuFgd5Txn1q/xq93PRkGOicr3LGzcf4m/3dBqpEDX3j+T+mhXMVw5YO8tXW5tTFq4oduihxI7vOca8u3bZEEuFVWKBd+6Ppx5m9d+ZugXnpNPHW1nFJ/ecc0T675/U79bdtc00M5KPh9yN4q/zM9aVLOuH86DPgPoGIkyu1AqTqWk5rvfH1K/G2ftvgOgL+xuynt5Zn2ejVEeY2jMKYTb8pl/Pm7eJrjxwytVQ6IP/P9u6C1I9k50DnQOdA5cDwHsJ9kh1zxw+gIQhkP9I3RL+JjYNwSn86wa06Lw73et43b7zsHvksOxNZgaUxq1r0VKRyLmtmehhJKtJWtr6RSOj8cYhgnVGIqKc4nlDzcv2Apo1oVmO1W2WKYgYFUfF9XEDgtGCxSo2LDohgoNcNUXHEmxXZldlYz67kqqzXyUzeURJRGzGrBMc0qAbFGIQ2jxGfIivL+ZIWuHCRxFnAqzi8o2+Kocxm6kAoe5t2AUzX+XYbMNMfByuDDM6s8B/jDHbLE4Il+ki0PaMSI0hBFuNVX7apXs0eSJ2fmm7ZZjvJM3g3J998BGDgxCEnJPVYSlLVwY4u8ZjBAD08E8Io6+CzMkFK6VPAsFO6uE8KHFcA6p+98ZmLBQkj5Woxwm45B0ThrtwyI3EZZeEMmwqsMIoeDEzrh3REB+AzC0dZkvd4A1zxQe+ABTnC5bQs2QFmNYqhsO65+gjaaLc3v40gcts3Tqhvacx6PR01AqQeUA42K2u3dsqakPXQOdA50DvxAHKC5zW5kR2/yGg7QJmdfrY7gpJWSVzn76O+uZxxeBDqHcV9a9UV/f+QPXGDCIf1j6F1eATrxRK3mo/44VtKyrS843uI54M23rSFp1RXeMKnTzl90YXiyp9QSlvIXr89lG+LQE/Wu8n4rbkvx0KuDl/DUzj3jPk/3Kl9rFuCMzoPjMc79jU9JU4344A1wpOvZkSrci235ILCarNoOsp/PJxzX6OSiwytOibYH/+Qf5a50OKn5WSeH367NumY83Sps42/Enf5t8efM38A7nL8Rdw/+DXT4LBkJm44V168OWU/EG87o9k5mjBzwPvm1FQvFQz7cJjFWIt5bp3w1DTPwoQXHoOrz1VtxJy153VI+xKHO6lrbgL1tywxuB7xC/vLImygdXuwE7DpCmuRFXtt3O2G+LPqYuC0SWetoLbuka0vqjPsygv4AwG353st+T9x7sPr3zoHOgc6BzoFvkwPYeOjLsvHQ2dxxxtg9Y5YnjvHkmJqFwOhhD50DPyYHPPiC8hkGjVcgyoOqYQIbZ3a4ckaYzoHhjR3DVRdPY+NA1pTBIAYP3t/+oRxVcbWS9u09ziZGtXX9Vdbe8ujt32WT/U0VGDUfHGXQ2MmIgXQgXgWUF9oWI5YZwMLGM7M51ygU8uBJzNbmK44RcY5VnobBX37PK6Dkx48ch615BVeDL2cPNtzmEbP6icMggvC//AKS+s/AkpyhHsB5nnHJ+w8Zyxfl83n5XYgqLzt0Ay87xeEETC0h6YhtunDuy6k0fM5oj1/FL87KOtmIF83iFWeK6cbyYtnRE4MncysgfG6amM7WhBecrOo8Lk85qJMXGOIyvr1SHLnSvVYu4ntOed5GdDJLUuG6pOcQzG3JJ7HY3uwkJ+tJfIqVHfAKibuVrUnSm8fAjLoQ7QnVIOXkJvLKC85t+zxr+2dkSqu4Gc6JoPrvATzKD/yiLq6AijiwSP9ixCwmHrxZIdA7r54lwhIs8klCdK/yO7+XvGm3aCtGBvo6NuOvmSerfWjbaAMZDN3Of29tSJ3W2cQXrba9SqhpJ4EyBPCdC5n/3Ld4Bzy3b5oQcf2kHLQCyO2vaJ8NwBQ/cf6Kt6F4kT/vshx1+1QQPEAB8sK2i5xbRxkBlD/8lmgmTg+dA50DnQM/HgdS54o+5H77/hwHVtrYaX/qZ+nQ9CNf5DCTowzspvpBOrXcnNO+7w0lX2Z7n32Mi3RA9/VlAEAwU1OfA536ofUBO2CkL6DPGNs2xRxvW37MfSd9iSOdIc4Y1bNwop88sdWswxqGJUpeUvco/A2nr3Q44eyc3Cdm5OE6p/sOX9u7oAMtAPx8jjIOPuux4wKaqqHTsjVU4yukZL+ErKJDSfuxE7VdeUq+LT9bnLhnN6HpOz2X8uf4iZPK/4xT3eWPnQm+ep/EZ/qSZgbazatb+WDSXurMAFzD+QacXgxyYt02B7Kwi716ljTISOi+STO8S/TnoC69m+Jv529xXg8rf5VfyhWAVvmT+KN1Cmf9bGvahh5j0XJmVjbG0e88MVpB3sEFcLdM6N2ubZ8rbZJt8TsmNqC3Uhdls7EDDkbaVwmiR85eJkPM8XzYyarl5AxilJ3sJCwB2z3YTALrifUwflpRZ0C85hW2oSCL53bUq32Ft+0OA5ZvykRoZjVVhAYdaKNu6H+V0ZYf7X2T7A+5jboxyE9Dv/GJ74laWzTYt6Zf16uOSqM+TusMo3UR8spToR/eVNku0f7wy5jeQVdpEStxTO+0LPlW3rUi0SbP76N3/aFzoHOgc6Bz4IfjAH2c9TPpBBrDtt+DycV+zw6tTDZO+4246HUoD6Wf0dPSSOYPx6tO0M/MASlOqiAnOzVVCag0qgToUe/nv8iBhyGrJfSEpnLEi1f9lVIrnL7I0YMjUZa58XH9lCLHMAizN97lWLx8Uk3l5BDeQ9V9EV4ozzZk1aB4Nj7G5dilYkUUFvr85GxgXoNPGE3KTHixLa4HX1iheuMsajlDyQb/fPYVq2FHhtRxuHqLLPOLHBulPe2SYnBywcB7dxmKnxqkwogBLbfhx6EkeDJ9JVsx+INjuuUNGcmRVfAbDDS9tuxLDt1pZLkSEX4+GyAU41WDkZYx4Ilfe+ub47NyWvjtTXtDgvggfM7nf4pCZk8xiAPdjwT4RB2WY1v/ROQjQISD0kkowGfYqnlafoBOWZv7Ns2ajh+MwC3kzi/Ia2pZ+8PcH8qPNkHlxwARykQtx7n429/5zO7SDodhnLTdgQGLKbOyMjm2y7+TZu9nVlVokNNbZzs/AWhHK2bgRW2hDWfQ2MNQgqH/pD8kJH/UjuCIv6nfh2TSgXQOdA50Dnx3HIiB9EB7qrl+fWLon9XwM2nxIuevdqVB4buio+nL4NgYY5Z9xebumeS1Pw5nDtvRso2u9YnolMaZ6Cnz8YfUp+ycYJVy0bFqv5X9Tgsm323RQ6bp2GoWR83/z967qDmO49i6aUd1d3XP/r593v8tz2VP18xU2Gf9CwRFXS3ZcmRmJZnpkESRILh4AwiSQu56xWEQ5DSMNEYmreQtn49eFd9jPnTY0Yn8A68FzMRrgWziulZ+sQMQIxAyWRp/Secojk3iTfl7cZ7Kn4WX8bmTJpxlx5JOxtnIS41ZwtxULy4yWoesTAurFaQG3X8DlvrBB3WVX5VtCxXesjiGSwAAQABJREFUTfh7hO9i+lP+pV9z9K4NcY4AD5QBvz34EE4OudhyaCw0Ds/yd8L36N1TD/A1/NAdqUOYoA8Zf0m7lL2PrbZsT/1uOwrSaZ+J9C6XeVKKGIK9yJu08H/gSj4iFP1J9CsYgjOPfnd6WTzga+E1n5S5Y7BnDOC9ePJ1lIcmYvo7UOan1Lsm2Og24+D5XfI8lKUYEBPj/oHxuRq4R4zzQN6Yn1A8/VjMMusPjtSJ75J/8nG2e1DmbXLfvfxbZvp9R6Aj0BHoCLwPAcYG5GbmeblHJtcY7Hl8ZFzdewi2EKF3g3t2tnug0O86Aj88AjQOFHi+20QjyWqPoBrft2KS/8o3GxUqjWN6ON+NBFLSKw3X/lcdXYzcq4kba7hMEulbYayyljKjt1NZ+nz+RJFJGRuBvXpcBiN1HmHUyuQCI3ZQ371TdPw2Q51zDWXCOwakpF6tqP4uDmMV/FyRiDL9dvuXeJYyePl/xQY7IFDSx4rIGfxdtEr65pU1IaAbq7afrcI4q9iVolkIQ2EYC+GXenCOu0h5Jgnn/caEBLsRlYbThcfCR0luCoknEqR839Qu4pu2JeArlzIAsQPbdRjFXM5VvsXqYRpR7ziimm/QWpEMUg9jLgZQ2Xjl/v3fal7/1uSs6pVPAxCGT1nlf/v224e+lcfkhfKVk7u7+5MCCEWF8fcqQ6t3jRsj6vK8/AblmHq04BTHO/SVL77dyxHQXrjhycxSLRaijbxK+V2p55/CSt/9pu0zWXdx3zRtWm2hrPBVEojv9TJpowkRJkfgc5T4gwcwyfaniLSx7RQf0Ju8ph5gNOeIRnatG+9po5nE4TEmflm5Dn9UB7hqcRlHIvwOsqNInii7MfEdiM36nlHo/tAR6Ah0BP5qCGRvP7l6rCSvKeuv973biDTxKs3s37diwg+dOrIU8oA+l4LRzLv1Ml7ynM9nXKVPaFy+6xMSLIzyUa5HyGrS4A6fNoyxA5gxb8ut5SH9G/wKGQyS6Bg37e7isy7+5q/HSQs6DhXj51a6eie5JE5x4hQM/WTQC2PYg3h6vc7dOO7NuyHRHdlNzTVk9cqfdy2O4zx8YhGAeA/jL+N3ctPGTL85fpYnLSsqfKmTVQ+i7NEpteg1FoCCKb+kRxq6n8THd8tV2cT1oqkfx6S1SRIswBRvykMcmyy+MaTi8JdrubZH/ZNv5vjUIEs3Df/0DZxuNXdJe/6m9YH30B/g+Q/lhQUXESLrR+SijRX3WV67dYNKAt0x+Isjn3lx3PhL+rTDm+sL8yJlYa7lXdEXY0WqrCm/76aA5jpJ3uhztsug4seJPHa6Kj/U/VhQQr1aQ1/Uy6vj+JfkDl2yvHJBTeALicphtsekW8eakj8/K7R158wzgbdxSnJfd6VPVmolY3UOoeav8JvP1t0IjL/yRT6d15wTqQg1WUA3DjpfU35N0odvH5VP+74t18MJ9QgdgY5AR6Aj8IshwCIpZE9kgyryaBD293+tzzGnKtlI43J9XzBK7fgXg6xn99dCAPNC7MiqxgILnBK+vIOKo4J15KqPu03B8wsQUmuMXaM0XBop57XTkIe0LUCzUvmlo3gHervvUtEoutkoHr2IehMU0BtXhPGlcKNIrzyo82IihmNepTDQmaWivUY19kqjcBFCfwrPa+Gf8qdHlcOoyRG0rFpdnlBoqAurmNvQyn8Z5EJbat6fcIsaHN8eldFbmq53Pz8CrEnXEwweLYI9oHvdUWdQ7jBI6/oUTfBWi5AB+IYxzkrgq0oTEwYYyjVh5sk9GHu+Mn98qEzpUz5R7J7jrUIjvPx9B/qGUn5xZBj1/ziPMXFUaDmRIzwSQXVcOF29mEb91NPlKFKtczkqPxjOjzqiiSt+gTd5OtHBG/hjSGAy3BPCe+iHUPbhyYxaonsi7g9jstSDk/O8n4MesiPQEegIdAQWEUBGjlM3Lhct4rQcf3zcXiQ99WSc0liDQdWf2pBhx+Ph3qHHYznjHCfGwGsalaYJvfKM7Cs5XmmF8bfw+IycZKEUIxWGdeRojL/oSa+6HEslT3jsloFa8g7HP3ux7l48t9iwPMECSy0qe9VR7nbIQBj+JfO7DmDQE9b1/asJiRx12HIQOFM/EL5I/4icO/Brnazw7J3qZVHi65w2FFyGeoZPjL/+5i/8Y/xF3jzCu0KH8uYEqBeBuQyobm/oXX6ldE5yLf/IecoHC2DtfB+6wPFqSQx0HxZHF1leT+Zff07jPzgd/mZ+8IF/lwH1iJOJsm4Mwed3bRjVeY42N81or9G/0FYnjvL/Ctfmj/Qm6UZ+OQKe9vrYxe5s5c2B+fO2knnMzFKIzG+bT98/wLtOKiQKUX7RHpmDK+0yw7X0l/jofh2BjkBHoCPQEfjVELC8xnhZxkzd2f4h2er2YNwskuSvhljP76+CgI+/0q4ydmlertqBqO9FsutX577qKqWDiQMrheyyRRn6QkfjlBIdkwsYqDFt4hXqAYY8mjITG1cpSBipLA+nzPwOVs0TClQI4eYBQ9QkLdSQu1ayu6NBCZPB8BraI4uHX3Yp94fBRQRRFD2hgdIdyDBJhfNKbKcdybJ72nyRF/14AsfBUDJ0lBHjub+sxQ5kwIt6xe5PJhZAK9MIMD5cptndEovJB9U972aNY9rk8ZJjPysKsL9d6iXeyrXK7qbvtoIB5ZLfkc2E2pW07DAl/OVDfHphBKiRj8hDxnnmCiTQ5x97YrjHxsxOV9xanflojII31QH4JZ+58CC+h/sMR2BBumDDj4UF5JTdnqpfWZ8OZR2UKVd+OOpn1gN7bP7hG8yezBBPf4ofNpeQvLEqlKhzdrQ5OTAMR3tdcDYURy2lTfBznEJmOkExpVBxIDyr7WmD4s3RaV+4ysP+vBKNuki5u62CVWmv7Orxp4YVZqt8QZupquBRfIkpeiQ3PxKQi5zH/fjvCl5NoAEnMkjZQDv76Mh0xcfxlJp4wC/41rOO98+qFKTBSOWgvE9d8h1lGtim3zSscXPA4IcaTN3gaFHcWrwpnf7cEegIdAR+LgTKuEPfT0eX4xB9tFzu7uI+doNxd9SN+2fLQdG1itD43ZQyp2zQx9/5fq7HN04ZQuoJNxrTbADBP/P0RN+t/BPbRz7LoGPDlPQcRoZd44DkDTC8c0LIp2RSdA0JH8HvwFdwH3/H4177Ju/H42uWiW2GGhDReW58dkfpMpKO8U0ay1efPgKPwpfFpzddr9JFkAvTpTw5lXfr+7wZXYnPz5K0+ANLFgfy3d/IDzIHLlMqYpj9lv9kSOoijvz+ppOeMEZKnjUwID2Ec7CFP5knvyplZgFK/PoUIk5HYke1jXpReiHbirYrgnhHZiBuOuG35EK0kFThAoPnvykVYc5OdvGaC12RTacuyzr82/dKi/TgRT/w5ZM+Np7qm8WtSxqWiXkRsDtI1OmWbhuzuRdvzof/INej46uuSLeJfJX3yll15k/PE1zC8AtWMCJc/B1o1Q0ziuGdOHorvDBkpqF4GV1RaPJT057eGFtqTQmM4bfw5WO41UZdp/yHML6ZUvGz2cw8SYanr6CesIPZRtMipIYsrhRTv/A8ySLJpzyDPrxSD+gjdW/MucS9q+hKVqLfuXl2wv1wU/+cj/ImcYq6Mmd1wL8p+wyWOOXzgeuQPyLRp5Y6A03nE9lf/R/5HrmoP1FvVC9LnXSoigV66ZjfOCJ5RCjSmXi96zHrizKksiSvaGByBcPKut8FF0OfnHo27ZD8R96izAKfOAkv4rV/R2No+4L7F8pvSurxM3meO3c5rfeEp6H02/Is95Mybsnsup+ktStOD9QR6Ah0BDoCPxECki+QJZjzl9zDHLblPA0ulqFSxpKwwzQ6c+cej/U+5SJJlN11BP7qCDDhQEORgGUjYit0odLTDJYFufciQ3NEGZNRkxXEXh0vryI1wyVTO9erFFcZscW8fl/j6Co+EcqtYKVBa0gb1PiWzfXj7/qGMu/fyRuKgjo4dgDLoILuNNOfBtbKnVQTJtfAzUX7Lv7AiIUDGOf/5Y53xkr1iBKFk1CcNOGmyaubV+0rX1VbqhGeu0GZ53g96rzK70jOrbhooPj47W/f/vyTiZ8jsR+xK7X2T006/CaeNFKFknus3QFR/dZVo1Q+SnnxfVWUAviqzC4G3ulpmuSJH+X9nPOCAU3SXPWL789GOeTEUlGzDxHneGX4ctt1uR4rW9cnlRpRWclO7o5RWGM36gDfRzSPURxrgRt/coIQhABEPd8dsaGx79YLNfhWvCdXH8eJiRoWhYDSu/gC/axrj3nqIToCHYGOwF8HgXNGn3PxSJ6ib2YxGSNuDAGMA/n+xFQ9eR6LEDGNYPTenYrjagzBoHr7h8f1MFY/L7us5kxphazLIs4yNiaje4dIC8ka9yU3+8jnYkiNcXA15QMvyDc/DL4YVEPvOEBgIyg1AQMqBkiMeRtBd78Sr5Qh+qMMwBj1rCvtjr8R0LIsBaQF05J9fGKRZO40/gZOIbttUBm/gldnnMwH37FwYRzstCcrNJKWZfyN70Rzn5WOVOBnr5NOhW7l3b7ofJz8RD2WV9EleJ2L8Pzi5T/i1bSpL8xTUPdbvewA/gV771r2p5SK8Rcek/9SKVuEXs7CiABzBUVmVdl4R2xJ7F54GAWvD9Nyou5QHviXn/Onx006leCbbnIuhDxSdomk/LnPx8XUqVvqd5wn2ge3XIlHHsMP/x/DkZlSlqO8pj9cwveKoy//0bK0wmr37gh0BDoCHYGOwI+IgBeoMp5aP9JFMi5y4m/6dN1/b8hDSJTddQT+8gjESmhWSGAYK04NAwXkwnds2Y2pBhMrTDel9Iz98hUjmI2+rDTnO6RaPckqWK/qcAMugrR3KUvQfqhAvMxSJYChCeOhd1CIjauMvKya9QoThxI/hkmTGVe+j8kR2hvCfqX83A3l55XtMgJ/KOlc7e+VvLVAG9r4YaDmu64ozlbam/en3MJFrKTmG0oxqYVChBKYLjFJ86KeZTC+8JPB68//+qfywm5PJhLGq+CTwuGr64kmAjU5gbHVWpb9uFedbwcEl2GUK1gmlJ4scXtQFPmXceUwK20EFmB48oEJypLun7qC2NQN9WzyBqM++GpX/F0Mx2ROcj0Ju+ORdGAljNHgw68wtyP+OAi8KTfUtxbjcaCHT8qVWfCCB+oGix6g6e9dqR65bgeZLBeKd9ExcWB4oEn/VngkDUci4k78mIygHSE1lAIc9wmFA6e5VKpzDp0XZs3syKN+ny1P0KFMllws7Llpoja+Lc0zJRA7i4lxcQdRsrpE4pEf5ciPHfEVu+R3JTLhXTCUG7tFIjy5WCsncCismmiW60oKQz+sPiT4IueR7Foaa7S6f0egI9AR+HkQoD9lHJOrJ4S0YwY9LePGCc4T76LjSfmBnsctPbZ99vC2udO4zQ5V9cxFfpbM6OGg8BfddhPhwK3HGbGm8e+ub77yeYYwAO5c9JfjtOWV3zWk/y7UtNPzFZ4m7Ic+JZycZ4zT7KiV7GtDJTpGRhiP8XN8wUthNLiF8RRMtSDLC9ECy9f5Fn0PvOxODnn+MtmZmtw+c/UR1ZIjbuwKZHEfY7fraakLB4gGPrnzV7SsO8D3QtlnOSd96k1tH2PcM8hwDeOvd5w63vDm+B1psYwQuUgLZqm3LHp+lzO/ufOXxXsYf0u/sZVmk89ccJn12Dqoyg7+qY/xORsZxdfkt1q/txJceVf5UF1n8SGfDBJ6t6HRrERc85b+5cWS0f5sQBW9oS6sxTvDP+s48ir3lAPgTAHKcJFm9gPxxF/VF/fJ8M2v1Zl5DvdIfs5w512T78xfec7s7RHKbfxlIUfTJjN+y+i0Pbfv3nqfeSSRcs/YYadn88o4p0VPtSjaOCXo6EKfi46k0lzK6yjsj/TwIF+17f5IPHdeOgIdgY5AR+Cvg4AGTY01IRJy6hOLViXz2qYVm/TYqBcnaUjfmoyzOXr/dfDoOekILCDAKuOrd2rSSGxyi4kOtZ8LCrkU82goC5Hf6sUOvz+kymBA5ZtQKKqNk1TMinybNpCQn1b+Gppbt1Y+kMTVkWgS5Mrx2FXIbyMKMybF9O5qvhGIG8WlDXrKfSgJKHw+6kCI3DT5F99tXUqAPcwyAP/t92+ff9IhLoU5w49JLVbea0LAq/An5TdKAnzyxwvxyISENZ8TGXRmSQflWPVdkwdRf0izJBe3wqWkW+sV5ZrfY6IenFiuKHpM/ognTV0VDo5cArs4Zpmhi0mE1x0HLseuGbVF8cgOY1CxcflgsXhhAt+i0yCMYfIp5/JTwloUcGWiScfuCbQYvEWQic7M+arS7HZM6pRhOB9JCS3Hhr5us/xLmO2L8PcEI5N2iu/+KMuRerLkHr1XHPHqCTbvimECGhM4aazRbNOhTjFpguDDAoNxL7SKT0ti4z7QY8cFbYh2AW+kssMxoeOFJ+DWhk9M5JflNJswaMK0UUf3wkenQ1xvfDt+9KI/dAQ6Ah2BvyQCy+KSB7OT8qu+N/vlFYqPjI0c/YmcEvt/mRTfM5atJDbzLmNDGdoZK8P4qyOVLVftHQwgIL6YLNBCyat1D/jcM/bMmHrgAU2Nh1cMZxqv64C1nNYSvjGWI9dL9pMxDHwtb4niEH6Z3ipztZyz/oTMbHkCHCqfYwpDemP/+RP8CNPcgeorz6XwKtbgvsNVOQG6+lm+gGd2c+4td9Ih/oKreMCPftIFMFzHKVkZ/kg6ma+BXy+U5dQrH6O8TGs/vsnTcK0yH7xLfw19YTD+Lh1bPcReuwNr/eo8Api/wVX8RdtlTR4ke+bxz9YNsu7sSL/WF3QcFoogV+ve6Qj7ZfhrezqQ0jIzTkdUnE7UJ/pE1y39HR3x+ygx06IcwB6C/KhXuLzG05f9Xc1f4WAF34E/6hRP0l0yf85LgpEEsh0NMb/X3VB+4qmMa15UnqwuTrY05VPzqQg1bPP+e2Xsq9Il/4nVV6XZ0+kIdAQ6Ah2BvyACjJ3Mg2KHwL71Tz1rgJEgHJ9lKLKDx12yP8gS3QAMHt39pRGwYizl+MbKc62Up3HcpGHe+dCkGsUdRZHVtZ/scqVxfI10Bl9hTJBCg3Haig1NEh6KAiB+UADxM1dVu5XX2c4dREn3ipL1f/RjZ4DSV+L5vVg6G++kZsLBRhsM15ik3qQUizIuypHd0n/46K3YMR1ItRMG3LMClc7PxwXbyMoqbXAddgea6At/7toVjQH60wo1uxBRjVReLqgtwipjH5uNcv9/GsUvO+ZnlaEhHoscPj6E0/3/ExBRf+DIq8dVh+oxbmUFPtDANztNjVMpVybY2FFJtXucr608RzlxPBrLL27ayR0r2iPOsGJ4m0YJrd0TMhTWyY09cZbDUH7sJKZvsMFWBs67tphfyve1juRZMUt7Vvkav+U0133b8sN4yKIQ+qv/cBRaZnwriYUD9mr+RN2OgKJTsAFtO+028W5YGQxvOtpbjUjlSYE3JB7cGivVl6t2xWA055vM5knMjL5FtVguQ95GyVgZzvyoD+a0Axvgoy/Zwt/10vmT4HP7Lx1HTxrsMDnHDf0d9OBL7VV9yo3j1fXDjY8TtJf/UJ/ZjcMk54d2bg+55y7zC4GIc/Pu7rgPr+wLwm/6lz4uJmIoA/2EeXxLfk//M6XWnzsCHYGOwI+MQNNnwmYqs4ud/XbfuZ7LoZeehpmOt0vjksNoUaKPJ/bOZPQKyQJ6ERwNfKW8M6U7TXf8PPCX8Tky1Lt+Nf5dfIqMoFkcf8eUIl0MqOgbf9MIgu7DyDOkMY5x7Knyp1EpFteVE3I4MldlF+OVaJby83hZxkJ4W8KXcfMmXcifY0DfYIwtcYK7wnvWDTzXsGjDKNjVOyM1Xks/9GJhyYXWzQ7xF1w4WfgiDWXGu061CBPer8iFdonzUCfKi9WL5RHlJ75/iWTHhA8LBJEvYJRfAS/zXfgHu1q25mshXWNSaIhOHFeN7oc8KwqH64fSgA/RRda8Uz/57i98W+8AgyjAaTtYLn8F33D3lKFIsxh/fVyN26R0NSelNJ3PQihxWqBbd/96Uk36uXdtCx/aXGHYR/SKbpYmZJ7hfUhexEQb3TX6DvV7hUd3KQWvIfzynduf41HOGH2FuRfAS/cSg7ynhAsofs62RNZey8PAU/R8EFQ+aLNe3Gnt1IGqfjJEGaU9XtQA7hy9PZ9nOIvfho1dt2v5q/1OrWtZQ2qDVF64p+Vy1U/tmFLxL+NlxoZoCkeZfrUr429Nu+FBfpU98R19f+R3/M3ixID+IPinJqRLv9K00vsHuTb5FUczHisuwS6lOHclrxWsaYgBi+mb/twR6Ah0BDoCHYEBAeYXkas1oKC/SL6+WB+QTQKbhwdUpDw26Q3zgjnOQmc8qg2U+11H4C+HgJUNKXHVRCApzRPpMo7wLVsbbb5Lk8DYg5LGb+w8yY+ArYmDe101Pg5z6pOVEFFUh3KREZhvkGLsDUd30XYZ3Au7CytOZLyx8qLLmxzZvxgnJj00kVD5mifocnX5FsVzxPc8/HM+gQWTADfhhDKzLPi31BUHZcE/jOYZY1UraCMfvJeibIU5lMxMoVVeOG3XJ+4WypfcsciRt154oImrs+qdRx7qEpOA87r+MHOpFAuz3377p+oChu3E72Hs1QCxi5xJBU1Siq+cCCECR7K3z6tEygvXACZ9T2iv3gXLUeFWkqOumSdlGZ42+QKrilcwF6vB2C0q/qywZrt+lKt4z/cMY8KZ3SZRflbwJ+mMqC3wMXrPg8Nww4IK+pE2rwg4vFtz5PNPfYdcpyjI2EpNT2w28VkjN/MvGKk8+RYzv5a/WfCJx+etTHy7DMvLxORl3KAHVsd4Klz0S0egI9AR+OkQOLd/X8j+qF+m/5+Pk4xJ83GJvjiMlN+QiTkJJKw2C4m84sWYp5FOCv9dpwd9ckqI5anC657xxckzOcB3fyUT+DklxFd4m8RFnvQPmU8/nGWPuF37u4SvjyHW52bQhZCzYnyflI/LrimvxGKaUMrg9g88YwEuciC/bSyW+JsmQT7j27O/i2cZf5Gna96jrsziPPLI/Li84dMSj+hu8zsjm3TmL8yjd/2W+ssit7pgdBb+gUctD+TFsgu1GH+3WN6F7zTpUqbUk7uOM797l3gsKIygUc4Y0LMPCdmzqS9TmtaHqMMs0KYOg3nrBlm19X36viwcsdEdOV21xotRpYccdkRRXu+ZB+p11bvQi9d5fwr/RQaRTVM+hSH6xyHdx+lQNpRb1HWXF+ms1l9efqVbzl+tX6usRL48F0VD8FxG04ZH/dMqke/ygk0SpVRcltEPixW3dVjibboh5FBmjV8G+6Wubf7b+18KhJ7ZjkBHoCPQEXgVAQvSyA7oV0VGRZ4oIuOV+ehG5mqT4013HYFfAoFQPdi5Vr4/5EYhZYS2o12SPuJTyu54BT0C2vuc1LvQ3bUj8q5vfbKzjH2EOFb+StaWAseuAvjTRI0UoXps7xvYsgHL3/qEARmBpTCyEp4VJKjwpU9xykwMgNntzg5gjm5VqGIYcoCT/9gOqfzzveTcMX3ZmmCzPoWxi4k4lM6iRJ7JF3Sl+NhIp07XqpH8UimK1bBKsAVOj7yn7L0L9gZvMEtd4/5Fp/SvMtax0xa6Xn1vugZEz2KnKGs5sWPbbFHcbkwSMKhw9BuTQD6eXLwZw+d5M0l44ug37SLF2Mp30CpGS6SrUilkzD74MGzlbynSAT/niRYHVrS9WB0/La9dFAViHGkWi0lGx5vtIlACufy4z54g/Mm+IYjH8vdIfSnYqa/zTm/lmWqZdXVEduHBOwbAiO/isduCfkIk2SmRa8BnO2J31hlo05fw7Wkbqj0zJOJ1wmqBIXk596XdhTGa+qWW5c6CONl/O+QykQ3fGAuyXWKg5qeVdnTMoj1p1iNKhPA3r8uEZ+F2FKY+gNOsrg/c13CzGzjQJBR1Bm5UJHvLc0aqe3QEOgIdgZ8BgYfjSvb32f9/RaaUpk+wYGGaZOJRnx78VFmn8H+18n6sz0ZG8cpvybO3+39qvGSRGPILLvMdT0t/GVpxjGHWMRjL6ngZ7075q/EsPoPBIih2ULLzs0gw5TKM08spJq8heyIlxGcYxPByBPs+xiAia8zkJB7rOByfLT61Q9kL3WrCG8msvMqoXqB40yd02PnrneC6NSZDxCVO2xo7fs8bZEwWKfK9Z/EqPNE9QKNAOhA/euc6KUqchsU3Z2Vo3/XN3NV0gl8vsCz8+hu0ktesgxBvqxhX6c5fJOZxZHV+tgj+lxIYozqnVnxUVhd0FS2ycN1FPnNCih8ftda7JfqCMKv58uuFJJOnYpgtxt9ozyJieXMh2oaXj9hGX7bei+4r5z4pbt/3d8iL+Veahi3z1OQl9M45J2FiBO5sDbpiBPbEZtQfYq3V+cT/PFk48wRPhV/lyzuA3W7wQydVOOcv+S5h24vaL9p5Nf7yruazDbh1n/ysIbAV95l3Si/zmdcNMrFoGaw2cGjiU17nlVVD+OnbxDcJTJ4TA+rk1LmfyPD78j8l0Z87Ah2BjkBHoCPwEAHGIglS11bO05M/dMo77B+aV/XnBC15DBSRWLrrCPwiCCB0o0RosgRjjXIdu1sRxVGymEhnRedXCW2hSaDEf2oHKemG4AwPchaeESQ1UfHbP6Rzqrm+W95nggal2RhJUeEqpQtEgGaqsOH/mxQevsert/q90VmwpgzZqclKF5Rz0kxheyltTRppIiMs6UvvX/fDiIpCx8RMqUk7ierw1g/taLCB+jXs6sRaSfmmCQqORLMiXQoNxXUzlVTWFJCJE77tHN9ZBt+cYNyZtc1gKkPqu+paHKG2ydUiJU7gjRb8IE+LsZc8Ve9VfpTk6y7a7CucYcxkMUgsu1BmVYZncAZPGN2/fW61mRUEXH/ggrpAy+d3vOwUaeai/kKLSd6jvMETtSEQOgenZJE84qCa5cp1T3sgTuKkW9w5cAWtJOiOWTwlq83bftsR6Ah0BDoC70ZAHbv64at2qGLwO+PzFGscM4RYPmBxlI91zUno/eOmP2fgBVec4MPJFu9wjJFh/OXYX+sz6BdHx3fpPZeLdip78AwZ4Sxuw47H5Ak6jnCUDMzxvq8P0yoL1Yc8RtnZTvn6EPNZpiFHeNe3ZGcM1XG09iFi88DJkw0aGLRYvKAJI4y/3rk5j7LtM+YXox2GSBsjqQNn17TkXyVogzufu/GiVR17Z33+eM2OxRVIfFpsbaNjyrvU3ddrxgi/5N9WRcnlrutFX3VA8DyQJjqV2IRTFjZwQsDpmEN7zZEfJ17qQalXYTzEL+vHGgHeZ5mVOu+5EcLzbOI8fF+3mK+F/DmcWHUR0rcE/9bmyv33zcgk9ayP9hbTrpePymxC45d6pGB/kDr5S+HeM9sR6Ah0BDoCiYA3wEhG+tBccZ7ayazohxaf3jnmk2HKckjGkO0mBZLBq991BP56CIRBCzMdSijGJwwsUrS8VFT3+uddXVLaWVn9UWQ6VKh3uat2fjLV4O8/2kiHAVht1PfsRMyVs6FYkAdW7HPmuz93qbB8gfY0h7BP2uhZwuWClc1KpNAxT3olBSFWa3KMFvwLLwxK/h6uLry00hBcvdq/tCu4kxbfuuS7rbWQVgCIiRx4TMVs0vspXtJcIbHpTd24kPdSBjcZED+s1AkvJdnynt+TSoJwxHGy3rdng3upivJtV8Lu5S/TcniqrBKgKCDNH4xjDqN6T9p5nPjAl8pa5cax2h/6sXuV3ZgsOuBORIKo/sJ5ukf8JV+EZ9Oov9Mlhf6qeuRJUpH1DlKqHUnIwX65HRVxrCZW/VfA4IkM6ln8lOrp+O2fLf60/1jxhQtpaibwYsBUdix6KBzQG/CvMtQSJ155jnyCLEFLuzDSCnNU0RdRjp4Go1iIweQkKYluAuOU+DOURfXKSQc8GoUePiI6dMQr6cgv81DjNzdt+V1YVGCwOIVA/eiV3S26lPrL/ZDXwGKRPwImXyXxzJb7E3MZPkEPRok0dv4Om8rvxskJlBmnJ+i5zVHSXeVjTLJ5gn/1MyLALuDIt7xcSXkX/a53t7R4QyF5ZWeRJ6/En/ILDUrLyJQ4o3qbdBQ220KlBd2pc3gYVGvACAxljAKl3hF8KA+euusIdAQ6Aj8HAjmmxlX9W+nMfWH8wklWWXZr/suhV33DQrj8mjHMYx+8iD8WaNp4VnirsYbn7Ne9ME/vU1GvQSc32X8jmthZHudbT8jAfPeXsTGXPmXkIe8FMr/wGKY7DGU+Thlj35XFm7weeHTgp/4kDaQV8afvUaFLeefeJ4mk3KbUSn5CrhlwcH55l0feWv78XUP7vxSdleyS2ijzEn9gs+SZMZFyybF0CDC6g1MWScITixFvfDvLY6cuC/KMR/tMM69QJGxxU3ypC7FjmXDIcNtu/l5cmqhSVzLIGl7ALKMki02dsk6OouzMUmkLIdsHkyEnk25DPbEBJ/uDBrjplCmfDkNbQ/JdcoSlvBbemS7v0TFC1/YnhFQX4B51knRY5FzLf6t9EbzBl8d0hkX8R9+A/BN1ml2YPt3G8dgDQS5K3rklYlM/BlR4GXmDV3ZT3HS0uhcbow/prU/0UfyRfLkMUsVnCSaRCmf8IVBCsVC57CIF38zbShKFSFyMp+YT4I3Tndw/lKPhvViEvBVC7jJK7OSvLc9WJm3zOkow47flU8sDmEkPQ7barOoF6ZDGWl7QLaJuKJ7o0A+476DsoMtrlYNVKT1UOvaY03V7hccakIe5C4zn/oNP1gmRKmUSCyMoK/llW6p1Z6jb8b4wAJ/OBD0etY42Lb+sgA6WD8TMdPOKX+sibMl+++Kl++j7KC3S1VXjg6+lDPGP5UKMd2oL0agDZ5WTM+TyyryU/OvNkFmCZ74inMsrg+ZVMZpbUzj7z1D+yU+kQFnj1t4zdxcT7mBASHHq/Met9UK8Ry4xGXn2h45AR6Aj0BHoCDyNAKJE2GhyxEQ25uRYyfEazEIPYFDL95FUSDFPJ9sjdgR+NgSK8ULCWqz6DkmPZnHV0Vd3H8c7byjvzGVM4uhYL0nzYfzN1BAYUcQRTvP6VbyBiNLnaGp6l4ApGZtc9dKrrSfeb3iEKysdniDaI1Cr6/ORZmMB/0zWonMVZ8aKjvcBXCVxK/mlbCMGuXvO5URhxs7n2FEunHJCLQOsXENxj5eoerKuofPJbVaAFWpr3tT1WIQRyvRauHV/G66VJ/RP2LNy/jx8yp1UUCZ6lM0xmfHTOkf5Bm7yB2b8jtKAluKoP2ByMo7rhsYZZSDDshdsuFBJaL8zyAqOoqs+4dmcLSVIfY0js6EKb0fzKnxYYXCmqwp9wcoTdKVsE4uH6TFZxfTGM3XgIXEH8E6Xw3jto91DdQQ6Ah2BjsACAp78Z5xikVwc9Rtjl7xy7FiI9rwXYwgGBAxqGCxZzIrLsXzH+GcjtfjVjtorC/w8bmT8oPb835K+j8XEAMxPhso0EhwmzEI1jKj6ZAWyqHUMDCeHCa1EAEt2KPNJoJPGaAzWhWfwDV53lMsKh5YbnN8od++mFa/orhh/XodCZc/isVov2LW8ZvxdZbJ5oby67oMnMr4MqRipYfYtTgjAe8GdOpKftYnkjmCfYTH+8s1f1V8vBoXSWW1kCgL8Q1tl4DSo89IonynY8gkpMDf2KoeA/V28T/OSzzBPmvpVA2m+e3AtizBCZqY8yIPqjqvPu+rQA57q65IvZP/drtQptwnyQtnI1fHhCK2I+ta/uZCURCi7OsZNsdcz80Iqn8HpvuRz8Psr3P1gZfRXgLTnoSPQEegIdATOQ8DCHvoRdiTNjWvYCtMNsuXyGNYNwOfB3yn9BAiwspdjtK76JhEm4AvH79rqg9KbRlaUlxR4p0LuuZlkt6B3H0pwvhalMyY64CEcBmB44yx37xo1a63gnSFPuKbCphW5HIkGXhilw9wjFsQnu4BRDNLoZgOoJj34hmd8iPwEPpZIWCERL1rufEXZLWHqavJJH+fvVxFHO72HbwUTaxJwKa2DfkwgMZkUOyMDC9aKr7lccX2TUYndGFcrXkzoncObdTOUTeFkA6IHh6Bto3BVYuc8Zrl6UuIaK+vj+wJrudnrr9qu5PztXyv6mn50vrfiD/U88qSwYtBziirbOPbtlck7lFwx5ZESOv+tXcfsNGHQdFK+7vpT2oXLkNMFCo1dcSeBYCdW7rPTQxMHVGMVH/hlfZ9EefjoiSXiq77dtCji4lXM5Hmvi/KLUwGoq+JL1F5yZMxOjLm98Fz8BELsDIgQW39jApe6wi9p6pYywdV04nH3X8VzU9GVid1PTTC6HhYCzr/KpfVL2rF6XBjpuMbbb4w77PgvYcnuyPFmqOu7+HXelDh1ze0o2veIbH/oCHQEOgJ/MQRyDJx1oyflM/vzx/SL8VffTGWh4WvGs23mMYrc2ZUo3SXkbJ7hsBnvConlkYBwOg7Mxl++UYyM8ziHheS+Sxp/4VGnhFxlQDOL+2KPQvkEGu+iFZ8ucIxyGiMfjeWP3isVyte6oHcpYwCGLsnPsRwxtfHgT81w/Dc7q/0N3ZAhqwxS4qYct0ZqeC+eVJDshAxDNVfJawi/4nUo49h1mDoFdLP+NoHmyRkn5dcGVOovhvYi7xzEIdqj+BJjYTSN8r951yaL+2BqzsIjn7qQdckiav6Ftfi/sXPZ8vaO8mvqR9KvfLj+8m1ljk6W7ltekL8xvjvSqURXbswHKaieUF/4TrQcJ2vtdfEJHQyLggGMmd/wKWdqK1WeZJ5D7zMze4kfDZf1iXkA8kMdKmm22LVkx/245hao29YNWeBCvsjUHA92YOLW6PrlmX9oI3ZaeqE8ZfqrSaTeUcuAfNE+4pftM3YDr1L5whc5FgjXWo5KvuZb9zVPsEU+cEV/zAxV/3zvShlBf+i/kzqWfUS2mXye5sH+5DHzS4D2fhqhP3cEOgIdgY5AR+BkBHwURYxFeVomsmV84gd5jDF+PDalVHMyJ51cR+DHReCi72ax6ptvdUnrRWW1nsKEQxzBpOkAKyEIw+/NB+QjfQyIGFVYIcp3xOQscMuMKCH0rsmau47oCoFcOygRuHk/bs8R77S/UshklL5aKd4iKtX743d9x1iTS2I2ZeatGK+9i05uHw0pv5rY+PZJV3c+ZyioHB3siRktLLizalz/7NQhu5wWFNjKu8rV393y7obc0VHfvnjDsWv/JWN5KNNpkDR3CUVhtU0ovahaXniwxX8bcde9qLJzRW3wKtw+i1LJcedLLictqn7ptiCzm9rtjclBLzz4QxhKEV2hsUR35Gfi5FY8eUcI7U+DZa33y7yNaMTsi7wAlvBMDEODtjsKeeABrLQIQztbMbUG7QPRF4Ky6MXHVKreMZHxHGtMjNFPofyvYQOex1wcXag++ODEtCdvvRsKvgKpYylvhKZ+lnoViw2OikxglFgdx2SDs/JKh8irDbAwqLuOQEegI/DXQ4Ax9d2OsTb757xupOlxQfKudv5ekNcx3lgW2YjTvErDxf6caaS2TsJYEuNJGNoYfzf4LeOX5SiNq1cZf2P8Jx6pJwcbNBTqsUs+MNJKvtPiQ/hL6tP4mf+pP4umrO/YGCYZ6vY38Yys8ip/Q0rBk8blIodiqA5BKPKQMqdj7BSQiMOnIpAVrpwUonw4Lw+Ev8wVKVfX5pVJHcs20llZIKxn20J38lVpTm9cLyQzYODR76JvV4cBlYDJ1TTSo2d4LQZIMKWeVsF9HHet/MehHjyZdya2QA/5J1F8kn/kff0uXoiN3AadpKnbM1yWrWVK0QZ71Zc7p1Sttpa1hMEbPotzmaJbUQa8UyUZVeYMeP41kgGrtjyYR6G17S0PeI7+zfzXtkP8cTmcUn+WYBiVTwTwQnLSr51ZvVmioHAlv56QJU/l2Tjk/XLUwXdvuCHG83csVSdP/Oi7dEmdZ0Y080MHxK/wWcuKyHt43xNmlvibPOB5h6vlmGGbvM/eZZh+7Qh0BDoCHYGOwPsRuEgejE/vcCKVxnI52450f2PzCvJVoztECAfrfzoCf2UEZOjliF5Jt/4OMEaxb//h3bcoSigwNBQmRzgW7Sum05nUCHMp6UuYRJm78n0vjBhF4cFfwnhM8IfBi+9V5bdmQ8kbK0fnlSICLgoZ16bXKAnwvdhwSt87qZlMYAU5OzvLq1Mv7MILXtgJgWKVK4hJJu9HyqEU0Kt3TqOYnu0i//EtGNUtTdT4W2KqV3x9amsHcOVEOLHqPhYfMHmGQn9OeV7FA7u4+Y5sqDiqV7qBax/vzHWlnD4pUozSDCL6vrO5tJYv1XynvqRIc6cy4xi7b2p/sQiDvLKqOusSKeECg+EbxfbUH5mkCcDE4P1/Ky//rmEjpl9m4AfXofww4F9Up/ju1+XyH0o+MIuJjW0yGPzrp8yEdWAr/v0drOfB8mICdo+yA4SdNPyjvNoyWzvauyjwLed8a/xqApQpQz+9oWppVd7b0NN7yiPLiCsTfNRV6oZ+TfnJQ6Sj/Hy/9Ke8z/JlktdHQGsy7PNTXAn4oX9ZIiBuBO0HfQC4kP4t2o/7CNfd5Xi7fZlgLHlmMhdDqxdrQMD5bTGZU/XiELyvTIZT59UHCXd/w7DQrW2pLdNH2NWkKAfxAJ/ibVQvaph+0xHoCHQEfi4E/CkKjAf0hR5H6eciD/S6r7scy4KSR+m2D95IwPIt44s+pXD5/IfGob/bSNlGWZKrsq8vvXYbfPleeYcvTkzh6FD/NOY6ffnH951CXrS83YzBzgrPOQ5qjMgFc3wj9Vwno6cSRIbyT7wyJlNO5kvveJ/5R6Za0g+qrAV/2tEZExiltF0PlJ/dY+M4h22diR21GMkwqiLH4EJv8W2Dozi11/RP8BqLzeKkIYx4Mq5LfkGmiryqbBaiL9YNEijpDu8pv+AT2caL7lyw8DrmiDqVrsV2UbZzOshs+gnr60cYfweascsx6S1dBx7zLViEbO+FzMaVZ94nvwOXLY9JYevqfGS5uA4gi8UkF9r6hT7CjsWSQzqkve7QJ3mrcpKcHTItMqR0JvtLNi6kvHDSeSmv1omuvzH/EBFdJRyyJItI4FF+yPLOW8v/Ejm4AVvmD9AJFJ6fdBYaFp9suqow+ceC7HSJeeOVrw5foRELn9EhhD+L51WXQo8VuVIeBbIN+uRdvNvwSz6YbyAb8K3YYCZMkJlr/6HcD7ly8BP/iLLSZvwJwy8YisdavwTzKFOT+mV+S1uAf+cn50PIS0QekTD3BQfuS55PzNSMlMdXkooGUPAmz5mfuMbcRkZnrCFPykdxqm1x1/jhUVXKWlBfm7/C3uol8186AGcrAke+s61YxeXFaOKc8g1nfJxH/gy4lNf90hHoCHQEOgIdgbcj4LFbuuLn7Q+NRJKN+SQeG30kL7GRiyv/kBFzfDtbE3x7JnsCHYHnEQjhHkU6dtsysaLGYMWMRsIqXCbTuXc7eT6pnTFDqSE1/awEFSHb8RFGUep4LQOEJhju2snq0LRgKwqWPh369D/GRYqxV6CHcrmehnYoSwGMTubdgrCmGj7/kPEnlMV1nvTGYGmiw4Z9d3+bwY++jPpDMiQkfmTAjwkmlZPKKA2tW3SvxTAUBb0V8pl3YISxld2RHE3tqlQJpVI9VmrjNTr49be/f/v8H5R7V8Ia76UbJjS1M/nbB0Z81WkR8+6JBaJO1u/zZShf7AD2ogMmC6vSmmGeuFqBBSvqO20wXSiE+bR6VT8S5tQSgl0gGnxjKQk5fLJNuA0yKRUt69XWTo2MCSeGfvjb0YbaTIONBIu76vlmnsy3gnhCqyWwce9dP7RVJiZL37cRfPyKMoMn8sMup5Od+QnMgrJr7Y5E3OKi/Lh9i1OtqH3vWxLoRDsCHYGOwF8YAcbnMkbn2EVuUwDJnPsdsgdyOAY/jVWSP1KOItiSLJXR85rSAKPdqks+MP5qXItv/2bMjFXkkwyb3lw9ZhVeL9qpjFHVi1wzELRK/PR66godDNOcrKRxmNn/KkNBn4FvzHfCmhMRmSynbPBZFO+qtmzHxEVxR2SJjDO7Jo7IxMgLSFSNVCUcWYyYJ9J4YRkhFtMO7Myzdj5e0B3NMxEK14vx9L64rDfjOpM5xpQpfULH4lYOoTuSI46UH1QU2TzBqxZRlp2/WR7J1zPXXAAQBiLJiJXPzM9ANdOblv8QYuEusTTGyHiNwdHBlY5xJ72Cy2Y5JF+qs+iSqr+hg2faWXfz+YyrykD54Lh4X71AY9x/bKcCz/lD5sXp2fnMZ/xiDkOJ8PAel+XBCTResNEa4jPJxDifp1fe53wM+cj6STjhv8L+U/VnmvTSs/tH0qWt0DtjFM3WJ0zrSt82cpNH64EshJEfOmXWP5dZG+fBfcZLjB8E3/+6tIukWxpg9kM1q4XguH1SGG2e9FjLB7oFB3hP+oXO7PK2/M1SOtGj5C/zacoJQF5PTK6T6gh0BDoCHYGOwC4EGIOQAdHD0G2QX0KO8ec5Nb/KBrVW12BGs7uOwC+CAEIqjQQTiJTrm1aqq33cLOyzllaKtr+NqbWzDkb4gwaSw0g2QrMabXyXCiIhUGdjxZB4ZyerFRQmnaSsfoHzN4A5Gvf63+paWJUPX4ODP3Ysu6NBMXenw7N+VgRSeRrivHYXuFzEUxjyC36kqKRy4mZIQ+E1QXfVxNKnJgxu/jbZ8PaUO5QdKowN0qov1B0bJQfeVtMhHLg9UphWCWy/iO83a1BQXWeXILuNKZtdpeJ8cGyg+PMuYAaXHXnaZqm8FR0dtTba7b4Qb6yAjgP4yGC1iTS80oy3wo9jN08Ve+VPix2MkMuUXcERLiccmliz22gHxBYjpvl38UabALcnnDNEWcWvnVBLhf2jTOju4a9ykJMck7Zc36/e0GvSNzK5JwGD+i58WOjAboMzHGZuMKOeZt+XeV2lL2BYxBPHgLMAQ874q46dwhZ1nnaqySDzVzhxHSG1UkmKd3shDywN8M7rpn5mnmoe20i+px7h9rQ3xgaFF33TXWcnSPa/HYGOQEfgJ0agjstP5eFxn5r98mjkrhPbyGsYf7VzUvrC/cq4MLj2fnEHpoJm7z7Emt+xu+iKAZATXDjxRjIvYy55z/zXoadNVCH96DGBhYi/K5jGVO1YZiX4ecNDjNEx2aDPcMCjeA3DBzKBbovQkuPdPJetD2Ms2KJnFF3DFonH5dVSWbv3KSqS7+LkGfQnyQwGY1wacx1imaINQ/Dr751qJy2ncEzKYTnm4Jv1bPCJO/w5RQjO+I5uYMq74DUN0mtyX9IdcDclE3dduGuHQNXX7D3+Q93BpaEmnhb/UsTIhGjQIqp/8BtQrPG3SGiPJzzT7rSYte42ncUrvM/85x4XybGuv/rmrxdYkAW5R8WYdaQ9uShibvw1pqKM8Vd1ph4tPI2S2OM/wn/eDugjqNfUlliEbOjlF0QzH65P+RCvnv47KtPaXlUurptKZMTzcjLwE+0xjb/RHj1/AJ+F/+XY+GYZzzFZj7P1JumVBbI5z0IU+qBaJsFY9r+5QCTz7NPlrO8pXAZaSHZon5nuQqBTvYZ0XH6Jb+bL8xULCY7KMiMthPthvYZ8J4uR//TPRpHPGapcR/mfvOuPHYGOQEegI9AR+CEQQOcK+Zv5Rs8JSu/zAlJ/+gcZbSxcrYx6P0RuOhMdgTcggMIQv1gjG0JtKMqxMpfviuJSSPfDm//4KBkrc/AGT2qaFs6HJsoxqeMV/G9myuRRLlGO+c7qA2XLBsZcdfJO3ujcxIuO9E7x/VFq7GQNhftRyBfewxOTdVL8rlIah5XD2zSvGAlTEdsO+tRbK9pglbMCh6iAMHVwPHAcItEEjhXU1O8ov+bVoVu3WhvPiTa0kUNEpoGtsEM5Ji+nrw89s7LEO1rBjd9zzgM6Ezwqv5xkeI7SECtWeQuzB815iDHcuS6Jn5t5YtLvPOfqKfgvmlB/pkyTN086u4Kcx1tQUptWmbLTJzDcRx8BjKOuyV9OiO+LuS9UZLVMXJ1aIvvS76E6Ah2BjsCvgkDIkRihMKKdJHtMwIujW2VK0zjLt185rni8O3ESYfpY+IrFVIxXWwazaeT9zzcpToy7fDojeTw09DLBnpPsGF1slExj0hnYJg1xxa5k+OQbr+w6RIZ5xZlX1QOwtc74nNyyxALHfmNAuunoZ++qXgp00I9665+Np+hD6Lnoa887yzXC8sYudY67NaaHasB24k39CP7Bmt3W7c7MbRLLb5koK4sYfX1CGF4mPPZt+LdMqwWrYfwt7fFo/+H+gD4h9YETsR5zvvnEcYNR73NROJpAtrX1qGGwxmgN3sjEqjPeAYwB+3s78e/yyHZcrqtlFBz7dAbXf/oVyoXF1qV8RuX/vfOn9MnLKI+Fp/TPa9X5W56/fwm13Dxzz5xM+3uGRo/TEegIdAQ6Ah2BHwsBxmfNXSNbjRafSTbzuIc8M56xRdPqriPwCyDA0V7KphpCHFWF8SKUPlbzxg42ntVIFM7HpI4a0ckQ5aSHd/aq4fqZBixFSMcMjZupXvNKnhx9O5g9EeanIc/jEwN4GDHZqSnlhmfIwwfYWZEoitsNhZAORl0K3+JMR74cLj2OXccGk4IPJMQD3zSNY1/DgMpbnYBvPl2OsrgMn0jVRIf4s5FJcc8q2jTymh5GHpXdh5Li67s4f68NxmbKMVjhyhWj17BcP16d9jeQcd1SWWhP71Ak5m2edF38AE+VLwV2PU3eHzPYlh/7Gbwj2QOU6o0KJ463c2sbkgGVwtdaCrRYEPaOUeF+U7vGBMZuVNzh8lU2oZaOia0wmAe94U2GiCvfpiIqP8JcSVht0scBiiPaKhTgziF2tgdwozkxTSWQRED1Wo761PLCYWPxIi7D3wifr1mQEA5+aQfEUwLmd4g1vRvKzy1LccFdHDBxo7jONyxmQlMCtMdNN9QlqhnweHJP7UF204fuk/6PvIGXMSr9Os/is3aPrrcL5Nb6Ju/mV/jyPsaMgjWZ1mQ1bb/4LBCOOuxy1FvqM5DDj8usRPys6U8pFdzW+IYFReFQe3JqMvpjKkAyJbfIYffsCHQEOgI/AgIxDlR5irFJfRiSAcNfOzbz9Fz31gwo2a+WIz2DXlJtTG5ejESKch5n1LnqNJS7Dapc9SwGMybBRiOeXk/dMOJN38TzRcYdTrfhhKI7O34xUEGVRWDFtenhdZX8nWJafD9ZMrE/QxHHVMenKJZSbjBJ4r4uhR0CIBshu1EuGEB8+gYjG4wBSWEwd8gVsWgg4LvEjbQ4niwWV3GsdkRnLF8AcEJl/bGcIiISYJpHo3GqEQxC2SVdmYWSxlLVjdxhO0o/64zG2ZDv+HwJJ9AIa8myY8kMWo/dCGULK8JQu5Qvkq/Qubz7t0CQSLhNpN+0IpQksy7EYgU8i2yg60X1AmTJfUjRuk8MSvysxeR00ZGuyv+q+skiBXjNI8o9AVUivSSHUA5Onj/UCeFMHRH+Nyt2YsLvmzqMIEQ5cZ259BO/NjyyaEH1AlmvyPFEMb4l7hr/u3b+Zn0xk/AVO9spE/QWUgr+db9SjoUNyY+lrREFXDCaCn/L3cLAu65L4CXdKesDQdbylGmtXUOWpkYE/9GnqIWoLFwM1KGa56CS+kPy5PoGA/ph/LWM7vkO8KHcAIJfU6Y8OYGgGfyP38ebY3/rWONKpvZhhYs+iPSQ7W/K6dICCeHOZ3Dcp7SMFT/ngfIdsJ7qR0N+FvKxWHdN7vCfof2DKhjzn9mb4M/NSFSZE8C5T3c5EFb5YXysZVruKZ7i2raefrS9IX/p2+TzxPwl9fk18pNlnP2fWW/4z3iuU02+XQn0Mhas68YYlDxUPIgd6XDXXUegI9AR6Ah0BL4HAshYnBpknYtxW/IfHX8AAEAASURBVENTzD8y4ktmk0zDHYs0Uy5Dou6uI/DrIFCEt9vtf759SIhHgLXgbwRoDgh0g9DvRtXI+O8CyoL3B4qofhhbv/2zJhUKjx6lgbkBuxHr+Qv4Is1QdFCahY2NvEjQUyla6qAU3D99VDCMvZc5eLqzq9VlOOdGDFQX3KLgiafQYuu7M2+sLFyZDFENUlqfKJGziZWlFOmUqXdvwgysMI5ZQV9K/4Gfjg60RrcrL9u0jAfZZULDkxqahHoy256cYlcDO22n1XGbjcW3KOme2KzEKJPjjuxY8dRE210Ts5Qr1a6248Mkmbxk0kd9lfunwwTmEVzfjufPhlAZP2Pi7ATQR5ypBMBJ5QluMa20Nw1Kjzpe6rmy9my9GrE0eQhBSu3hQD/iiToGEtqhyu9svmIqOybl3CYmPPfHjkBHoCPQEXgRAcZMHU98vf4uoxdT5kyk7x2fjqTNWBZGHvSBkL953uk0Nt2Ri3RMNQYAjibOCf+dFHYGI/cy/PE5CKXwnEMG4ceOSHZ2YlDlOd2zdImvuAYNPv9HT8FnTIoU+paDMq0H1wzb7Pz1Z1WQ8x9E3fdaVKSfhiFVpy6hC7IAwXLyPgpboTD8ssOaOhF1Ca5316o5afHqk2B8QlSz6Hce8gUf8Vd2hrPzl0UNyIWB99G6QXjaFjp2LKqI459FNssWTl+AhOhjN/DvxdHUbdJ6Kg3k4yLj1vZ2FIMxd/ufok1i9KUeeQcw8yQ1H9nWtiiWuu36HHwPRlSVaFsGW2ROeUd+knnK5Jmp0KiFsZuZ/GRZBFansHk6EXjLH8ST50wo8lQNnglRvv7Jr3G61JAJz7sNj/2uI9AR6Ah0BDoCPykCjOeM4WMtai0zz0g9a7S6f0fg50AAoVZKCMoHO/ZiE0CuWmRyX1M7NzWNsuvurZmSEo1BwJMSTPboG7WxmlqrwPXC346UwI7xCOXr/k2TOlbiyYP/v489cBBvn0xEFGPrWmKsAo7jqYVfVazWQr/mD15MAbAK+psM+azCd5IY9xeVyAgNf+wyYNpurvi8xhOxvbpZdYodG7EiG0UL490jRziOY9PVFrBH4fe/x+70qcoTu0g0DahnUttry41hhEkX7STRB+QVc3/iayGdR6YkKS99h9sTf3ClCSWV7R7HVAJTonyfmHXa3uEq1mgnB2xzo6Qu7giYcGXijfKk3uzPb+wGjsk1G/pEJNrsKJndD0wswMHtU33CFb7gKXDaTaQEzCOIoWAqH5oUBuz92TMlggf2Ql39Y5QhPMl/Z9k5cP6hzeJo1AYdnjjmj51L/9Z9ee9A239YzON6LpphFBWJkr9n60Rd/W4+yGf+dEu7isFjlbGAJPiKujSuUc9ANk5M+LAoxxOjfOM8x4xxqP7UEegIdAR+WARSbvM4IC7r8xs4zjFni3RJv+2tw0D5Lw10v1vuqGsht+isvEMOwzFSVdekGTIkn13BWIXc1oSrEZZvMPD56GcZfrkiH+UoGiP1crwjvoyrF3Z/SiaM04GUglkcp5Dj7zJthbUug/H3H7J1/l0yCQuk2lFxf76X00Cnih21cewzSJDucmh8R8bAaTD4Fa/3wvcqmay/0/gbz7G4TjK2dMBYCAymkh1Ei/pSjfiCZ+AxS3aNcCkPjKiusNJSuK4yvkZn6g8BpS1sw5hKPcVBu6QZHs//NR30cQzX7J5FRxL/Jp9pLOR/NX1as/jUEeCuszamgnHBt6l22/V2Z5Y2+d9HI3dgogtYp8xrFmDhGX6flnH3sSLM0O3pT2gD3OOyHOJp/S91BayFv655ulLbvw5xF8p0eHnCXfJcrtQvOz2rzFo9ZrqA28Ze7xiPGHGEdYmeZaLHU+pPkj3jSh7dr5aZiWz/7hOaBOqcV5ZBBPTi46Z9NDF+kNss08JO9gE5lvAM/6V8c/ydlZNlg8y7ws8CTOiXx37pCHQEOgIdgY7A90TgKiHQMpXG8Ri5c1zU4OcxcTyIp+TzPXnuaXcEvhABhDsahRoI34KyAosykwqNJk9kfLhf/lPy4h7j3Zms02RRpFGquca2fSvaWgmO8ed61UTJnzRbS7O6vt/ddRQd3/j6jd2tKKCLQjHGYinpMpzbCIEg/S4WlT4KCeVjhb7lxwK8MAFK93VDh3cXfxjPY4f1O3BTolagVK84ro+ds6uuKBmKwmQSBhyOg31lUnE5KbBSXbqyQp869Y9QcBMWcFpwVQmWAkWdK7MuCyGf8HL5wZcm5sxTS6NRvlrvyb0ngQgqQ+aViSEzvJKZSdz1RyZZwAisdIi3J1KTnxxI12Pnm2FSNyZib8rv/thJJa+kz1Fp5bi09H7xev1QW9UOoc87/VzmcSdR13HVb1+Dv9jdsDP+VjALKbTRrbYzIUAc6hQTM65T9Av6PQ/6JIF4JKdRksnbo/oGA4RRTGEV/VX23UFzMDC/xqwnz9WP5LcjC/V+6Qh0BDoCPzgCKYwEm+5Vx17fnf/YNSnDh4y/7PrEiIaqXfvvlzlkdMkxAAQ0lmk88zimJ97icuI6noa/VV6DhsYBL6DiOpNBk9IQ9+idi0Zytnf+yljJ9XhxwQe7CVkw93fpFBiB0SEOSyMT9hND0bd8gtwUu3/HxppJtEeP6BXI596FKn5tCINf19ZHsXe8LzILcp7wjNNMoK38lLTHRPaUY2DBcdV37yTm+XhJjdMVDFqMEAYheGBhIrrYSa7qb/Cqn+syeGMAjvzI84nEivEX+fCSutATZB5FWeUf4/VeubEkYlrItHJ5L6y5DzNevPqSv7RT6ag2xut+KIul1Kd1M5+D9/G3zEtZni2sL7FV/DCUx8Jc2jNHo5d6tYuHzEtbLhBO/42Ev+LVqP5lgtk6ueZ9vmuv5KGUUfXO8qkeEaZ9/MHulxZCjHNNHgvTiZcfswzzimf2Ndn3lHj90hHoCHQEOgIdgR8KAcY2ZBPmG1NOzHE/B72BYWYju+sI/BoINMKevxcpo+bNxh41g6LU3FkpLYPS3coOhtivcUx88H3UTx9hinFFoqeNvtFow76F2pLfqtFhpNp9xrTBe52Ue/cfMUGBoWXq7KM/GMy+XctO1uRrl1I1pbj2PAjm3u13ZaU8kyWakChseaW8+VVY+4XSfReAHC/3jYkEViHj0oB1Eo8Yb+Hrpm8gU69clyJ5JTbw7rSL0smkl5V7dmtQ5/w85CfCvvDXO0dUdjdhpV2k5JkdIS1eST0nEa0gFzzdLjQJc441bcDA37m7/qGkx4sshgnODDsoXslf8KvpVwHOkbwxGcFEIhM7UuqT9wi466/j6A+ThPQNblkA4TKFRPKT5Aa+0odJYTbCR/ri78au6ckQu7eu1b5KmWFAZxeL/Jhs45vl6caYpO/ylWaBY/fIRbtsvXNe9/HNu3i3+6+JhaBBXxU7dQe+dtNpAyp/tFJ2ADPJrj/Ks3Dcsfspyk9llGXH1TyqTJ6oD8kWO6dxVxWs01CffPukrimvWhiz6cwA5Ucd50cdgp4Z07VxtbyLX1PGTajJrXggHiRpo/DkeNO6OonWHzsCHYGOwHdFYD5WZH8dbOX7d/VlSTf69xEUk77XcqP617sWwvEZkQ/GAne6o1gHHyL93O0aK7dDYUcGuV3DCHjxd3YTC40gC0NHJhyfONGCuHJUrscC8qIxIihknvOZEWmgnXSWru0YyiI5y7cYf22kTirQKvmaYAjNkIs0RImfMKCzYIljnzmVx2eJxHhmBvbx5aD1D3GCB8w6N46mvnCUsmQnn8zTgIewLhdH0Pp2/Y/HWIX3pylkqMYo6ROPmigL+W3ebt5yDHF881cyuvUGMITX5JddiZEvCIWJPPjnee7CqIVxK76nrKv4u1s3m4fe64MoFIZHjL7oxuLXk020oS1+dqYAzm5XyPa0MWTA3+UDbfhPPPL6iG7yxMJlZDXpBxh/XWcjrsU7kcuWgW/W0whx4O8m/8pT24gcdoF2tlfJ+f7EkcJ51ymGX/Q3ilIM0l/AZysbJ9/Rjy7QPuAVNMBZ6TABoLT8DTnuV12iGP1BLAxAp5I/Pxa1ML8hRqkxX+1yfMndy24fyYRwH/etWXcygK6u69Qj5SXLr2QksW9Cf5/b0g+hG4eRW6wyr+DnYMlTEqUYXTaVU+oaGWL+IcrSek55n35n1K+a5NM3UT45fkIm+Yqslb8sfPFLjP20KRbYkMPi2hOcaiHWtxlK18DDHgXj5mW/7Qh0BDoCHYGOwHdGgHEv5ZNytU0Lf8bCsVwzmZ3+zrz35DsCX4mABXoU2UG4Q9HmW7Z37WRlyr7V2d7OmuROVPdQskMIzakVFA43bYRPDCRu1Do+V8HGisv5XPqj4ihv3l2nSTBzMk4nhG9UC7qUEL4JUYXyJZmaAE87EXT5sdIF4mnogU9cdnRD2X5oMuFPTyrAp/yTOYc/4w88qdboWGquzFd8SqFiKmPuki/4lJqlHZk37Ty/3f7TdWAe/nkf7x5lB7ANUWPlO+vOtJ4nNHDu756mgalpK89zRMyCFbvwhZHrlGHCX7+qZLU4RYrJm69WbNk9wm7bVx1psetGxnsvrdBEX81v1qfHadz1XWoaZRzTp7o20jgfxx+F8EQDkyb0U9TtYugbBdr/ACs2AIvOXZj5+GzyqroxHCu4RQ8ciAXaWac8pbAV6cA76OtXhZb9USkzn9rARJn5W2p3++lNQ1Lf7q6XhUenMQ3VPpM+OIkf+ipFy3mjIdS8fg/vdt5B1I0h+eKadHfS6ME6Ah2BjsAPgIBlkjKY05N9V4fcown0i2RHdqpqFllDO/1tcJa97Mt8QtNyAmOXfmUCvspnBQSCLLmQiSRHcsoNY3uGmw04pDPwP4wTO3OgcQyDZchIyG4tPd0zyG0584NxAplNu6mFqY+s3jQsbRGcvoMHfoy5yEzwyi7gJ2WBgtXFC9JiQV81ROodRjG7xDueDvwFT8pcxnTkKWudRN+Do4JVOZk4UwdvGD44SUr0CGv8p+H2PpPJ4PdSjL9hMIL2XhqPwoln8envzJZdv8j2t2r8fRS/fU89wLGgE50MeRWsW/cA5zborvs1/h9FLrzW8tGz7mMuIO6Hthq03OZPwz35K3iUeoWBDUPpjT6Quv4wvcKrw6HXMYuih5qvTKdcN+vvJOzTj00ZKz3qktuz8tMa0MfkS3mkp/knb1l/8v1DQJLCG6/kL/ihrUffQdsnnzkf0/KZvMPS5D7zyatV18ZpsF0N/7UvcswkVVDAjbhs6+JoQC35at9HdPdJeduvHYGOQEegI9AR+DER0DiGnMJ8v/VI5Db9LL8xEjIqhjyAdNBdR+AXQkANQI0BoyGK95VGIoHPEya0ESmb7KbCODIYpb4GHsudsMcq2aLwjgxz4hu+YhcrTbcoV29kDwM0O5PpSG4YNmVc8ZG7pAnDIwVOzLP7wN9P1i3R3sFbKqd8l9iTJ6Emk1SslJ8mqvLmKDwm827gVzpDqwVgeKajPqWxLjAguakblasDwBedM9dWwZrGPPqsek7lVtlpA0P53rVK1bMHemZiaMOx+p6dohyfjfFrO/QGofZV1hnvbkGh1o6SG5OranEepAAsU1rGgroVYQmnjCk/zhNZXcC7TX71XklhEr0xWeQdI7Eimt7iiMs6z+ppfvkM5PB9xFFPPlWfbqxcVvzc/Zt5zHqUz49okxP4uLn8S1t4FGny/oOJE2fkTy1wYNKSSecTHW0UAzD1hExXBB+k4d0FfJdYoKn/5O5cJ3qcPa5+5CL8siy3sDfWqlF3tb8PLQxgwnhXFViahJhlhrbRIP+E0XxGsnt0BDoCHYEvRyD7avrXNvH0X5YD2pDb90fjw4fGb+2avGOo5IQW5AwPRzB4jtyYBgi0EfSR+zdORdE3SvmEiNxol5p9Nv6YX8bN9TBGM+UvBTuCbpyKIoOqdv5edMpNnEgima2hN0055RP8PU7CI1jeB+NvjPPTmM88q4yLXHKTXMInfm7IBAYkx8nMcdLP54X6gV4ohJJfjiEOPSLjQGMN7AyzQFexeAtvN8l2d4ypLDr0LtWgl7KFxTS9nbrEdZl6E9plo3qbJb1RVk2s0W0sJqB+gkfw689tWP+D38zrKNrxB/OmcsJoxTd/vfACGXXLZdrLSFzdptDHYrd6Uqr4psfkWvHNajN5v/j4FP9TSuQDnPWj7krvZnGmPPR/qBtxJ4hKdPjdkkOnqcyfE0fS4Z56X/wkV9qw6PwN4cY0gu/0g3fz6/aXvt/j2vBr/lnMEwuGDecaf0X+rjtkvdBF/bPDt0eeN/Sb7D1Vf5r4+28jfeaFOJWAT8DY6OvKQO1I/mhXQxvJhc115iTfecJ4nvrr9WtO85hP5qPEclnq3vph+s0ppr48fqPyKw3Ic3zjlzufkp8B050Re7COQEegI9AR6AicjECcFIRehgwZjmuRodk4WOUB3l7RaLvrCPyKCIRCa6GYBiOB0EI7MrMUTwvUCJepaX0JRE5cKTFpoR+rOT2p3yaOAYHvntJ0mTj4GmeFAeUHPGBz4mJyR+ZzfZPV37R1R5Od0CTwKY+UH8zAE0pyVWVWqV9Hq2MJRvmmIL8a7cALcSRebDA3d0cqD3zwyzpwJO4aiyVvHhBET+VHOVopWijDNSqhJBFB9JiROhB3jaYIWZkORfSVeoJxX3z9CW/rqe1/w4RmTMDsjzMOCTyw4iMZBVbg9zxz0Pvzz//W546ZeACrUq66e8UxmXlRw63d3F4WPSup8rNRWpFcH87hifx4IuPJKsGxed/0rfL3OTJLXTuWX/qqOpn0FuYEmAryYsM5+X8SwLfw1ol2BDoCHYE1BDyArL38fv5mqzF+vJFNDME2sOrIYr5Za4flzTLrdl/uhXA21qAvlPHpNNQY62SoxDDg3b988xfjbxpDjiaEYekfGqf088K9o/GXwrdj8b+FI4vSZKi0vMu4++Q0v8Z4y0jsRMUgKb1LxE9xNiQZT/gUnmUh6ynERYQ6MRjtnqcan8Ag08jELFBQ3cQgeZZ8UQ1PlKHwBmPw3mX8VdAt5zpa8DXPW4GffNfwH3ijlz/LP+0cnBNf9NqUZbf7gCe5n0dDrlVfQl7cPhUiTldq29g8mn3ow8CDhb30F9/dRYdd2wH50mTovc4DwGA26Am/xgG//H33zKwzYF7JCmMVO7U1DqDU2U3yhR9l5GyrbtkSmmESi4j5U/1NDCZMj3Quj2GZ10nA/tgR6Ah0BDoCHYGfHQH0Rg/wk/GcMdLG4JQNZh8o/Nlz3vnvCCwj4JX2Nl4h/MooY8WKiY3Pb7+pYdBUPt0uEBClPFsRHRrKMtXXfXMHAJQ8CYQBg6Oqrv+3nv8v+bLbzPtwrYrEVIYM1FpFf5Pw/k49y8dhC5nk0RMqwsu74LxD+SrMQkGNFa/CCyULg5xgvGq3nGK/DtKUQn63haN2DQBl1qRjZUB+VnRY/cJ7OfmjIIGh+8j0j7cv/wUnzH2hdGAIDq7wzxXBmUhy69U67pgJvEPJTgI7rtQaU0wlj7KLgtEVXJSk/TCjK2Qy5SuTD4KQOkY4Z4bjs3gg5guulN9dhjroh8Gc3ZGkp3ojHLygwEnMMXF22uQ96YkH9Y2JyXmcNvjaPWUURlt40IIC0RE7osrfqSt1qvF2GUfF+vbhPkbmWmXoKsX8pnYS9CPCLA8NHd8q7agz1GMA1/VTk1nM8Tb1dsBpSiCeg0b7jnIWvsqTv73niR6XcGkv29jBCnAH5JRdUIoUEpNtGi0383vo0YYC+WGyYh5y6uN+SjjHpCW8qD6oriVX0/DxHP3X7B2Q2GXsUgeMFxyC37bLsvFkrIJGPwpmxJ+6TCf9E8Opf75Xcfk2+zc4Uhz1b3wXnbyHW8lfedsvHYGOQEfgqxCwsdKJRe8Vu83k4X41uHDPlWM4Mpxd9mflsV7yffUoN+EffW7xSlrufKMHrn24ZcVIg52+PkaZU2MkJxGGb8AzMtHrtkdAr3FVUly9DCevwCe75eLILn/CwKNDGPCCS0kgvil5Fa88xndoNcbpRAprCJffdf3Q4Rf6GT/GvqCQjBAu5OE9nCtMkdWukhNt/JMB0Ls/5W+RsBCe7wIOXnMMdDD0Aq1Cv3GChsYpPi0CVfjx2FVoHbtEPuIbyqLG7mSMlOymRTcQ+TiFJXHYMx4iR6IrwK9LXyKTroVEyD7B5Tzfyf1QVviEHBa8InPz7eTb7d86FQSjKnwyfhdXZb8oqfAt9Hiw/Ba+fOtzcBEm+KYO67MywhyjV0FpCFruQlaaedtjaDt8o1hlpN3K1E/rNwWEx1LQMm37uj0CamDsXfblm9AY6bLEgkKT/1WSkpktW0mv4DvaN33/2TWM+gDGEZGyTdprcvio3q6lJ/5pA8E//Ibx133HjP81IuGfsn4af+ObxXqXjJJK8q808z6ptvxO32WYR1f3xdBWnaIf4bosq0IpyiPriPknYfQfY6121vAen5HaU4aPuNzznnYb7ZeF4WbDbVn+jDPu06IfuBYFCZaro391HrgSW22Ti/7U4i6B7V8jDjdteQy+r9/F+Kn6CyPu43WlzNzCI9/wzNwQrmTP9/zxKQPKW5SHPIxFhEXXmvdnAUybn3mYSv70Gxuzl6hGwxuqmAuGgOjN8EyPl4XK+IJTvsvJGiXH8hvuHIQ/iWv1WLpJ2kvvul9HoCPQEegIdAS+DgHrpUrOox1yi8fzD0lyGtIk/3ByK7qXBYbCFqNkdx2BXw8BSYQo3p/aWcehr7jYXRd3mvHRjX42dOL3ha4Yp5dTVEO+/l1s0ZC/0rF7tE7XzRJGQQBFjGY2Lu4SomdkDnmgpHE07k0GD6t56vC2HWpA0+WZx1ANtuPtf4vyZeURsmva4SI5FFYmGxv+FsM95+mJGk08MYFziK2aHHzp185+1XfP3dg4h1HTCttzNBwLq+gpuJW6QD0SSGeUhMtUx0i+MlEWXLl1KZ+P6vhjHKNqovjSl6gfUV9XpkkeRy4h2BFE/8lUkScZzm7vUvCvTNoIuSMOBd8TrOLubU7tNPjazxt1ncmWnDA7nzeVgyfYj2N2Pi+dYkegI9AR2IvA/n50L8Wnwll+9Oio6OrjbYzSaTvu76HImPL6+AulwSFrxGcw7ned6GP58cjYhdzIJxj4RvH0iK8hlefuBpmDz2LEd39ZYFf4e2bML7vUzhmeWwlNfMn4y9h/81HKZ5QTUlt8o9j4PdQvHqEMT2H8vbNIyztUC55gmb9HZFbfpw6BvMmuZYzsr+mJ7E42rzqaPI5/Jg/gnr9VZna+UHvzqkbxWRYGYLB+ziGTCt/cqaz7aFuiltg+U2c3mRn4j7qC4f05/mlVlsNf1Yc2+d1+aX0FPdQ/+sL95ex+Qfq4FxUf6cK2WXrhbfTl3hXLop49cya1jWf/Ua72T78XWHpLVMpIbqluw3fNUwSb/92IPw/8E/iQnygr64IeU0Mv/AmY7yx2BDoCHYGOQEfgSQQkBfsUFqIjA4VDpouNX4Pfa9pBUu7XjsDPgkAKyVJQMF7w7aWrlXHupUDbsCHFXyvV71IYrMeU9vKc4ewIMLFW/RMjXaRsYx0GFqsyEuTZoXjHYPOneLSBZM+K9iM8jMN6pwLpi4HcAcDK/ZsnmwgbuA2xJHx7m2gI4fDerh4dwp1w52/IYkDUpA/KvsuPFaBK2wWHl/jj3pMM3CsjpTxjp+nZ+KmMNGni77gVbKarcPXSLMAWKOGYU2PiwEoqE4F2vH2NP7AnuxjrWP17rYpsTFIkb9MycrnBg+NjJOQbwMSJcuXVqy4WXMTOF/OnSlZXMlfi1K+5i3oFL/yYPDpj8hOjb04iUa9K+ZT6Mudi24cJkasm4uIbyiJCGet3xIbuslOfFOUWK9HvqtMiY5ersQOPbX7yrU86YIJH7SR2i9Df5dsdV/Lg+sTRheyCKMsWRC9Xoe2gshGEeqC6pv43e8SNwPWVd5PryfWKwjvZMTlnvHSEZRwJ+W+lsFw/M2nK2hNjqqZ39VcXH08dbS/DLF+36Q5xIlzuBis1dnjd7zoCHYGOwA+BAGN1Dqbcf6GbTILPxjtkxhLGffwNgwH9PPJr9NeWkVrZ8mX21Xc7TYxWfKOUHZYsqtKoZyEhJCQnY9gKdgjj3DJ+F0Ofj52thqdH2D5632TMxmlOlAgj9XS8S/mjiTG6HXZ8yxsDDJ+dQG8JhUIX6TNg+rQDCC0C1dHZYHi78w1lxlxfXvwj/IFa/I7JtfyO32wliByQxsmL+IxjtPfH36LNO2PtFf4sCEh5GHz4PeOifobhF50mXZv/9Hvi6nIXLXhmsYVOtULum+oiRyh7h6Pa0TfXA+lOkp2po1P5eNb+jySSYc2/+obCv48IVw6s/maYPVfqhecdkOUe14dTeK98lbLE+O5F77Rw5haO1JmQQd2XJfuT/rYmlzcvtfkk0l6bOpn1yrohYZp3bZTpvXkufbLKwy7zkfkqcTjdDPdKXS2kDl5IVz/zM+SLUYNmnsVGfbfLYsy8pXd5n8GK9w98GfJqJrP+ZP4q58yXDLlqRtAaIurphN7wtt91BDoCHYGOQEfgp0Mg1EbJLprrty2LcV+enk9FTr1JXkXOs//Hi8tDfzp4OsMdgRYBVB0JjCiMnuDgaGXdqpFgeEAhDcEaJbKN94b7ItDGEVBqsygg2gnMs4+RFV/wxpFGHCnr46bM7Bt4mZJUmsEXOKFc/66fblM50q0fHQ/BWpMPdDY2Xr4TONFmtb/Lr6Tjjk1JV95SQ2AyRwYqdX6egPoEXzN8+h+MY5+3/1LnCl6aRFxwiYq4COOeyvJ6/Yd2NOs4P98zeaGXGXCBxm4vV14IMYknnlSvg3BMcM3pgE3iE4rShwzAN03S3O7/9sAyj/OMDwY12iBlCBIUyLFCITa7HOLIMgyZryp28AFGydMz+co41De+1y3c4nz5fLH76uI3JDLeV5xeyyNGbuqVj45UXfCiEiZl5bcX/eBA6NcFFvKpbW539pqA4I7DuK0JV47fVD/nb9oeWgQBHU4FKO1nb4ac9uM/UP/wuMC3xB6HH0IALu0PCvplXBfwEOr5O5WF27VLV30KhJXIafSf56zH7Ah0BDoCiYD7zdovrYxlL40lmVK5HqJFn0nfzndqtYvSJwBhYJzQfOkxMx9jgWVrn/rDc7hxeoN/HWORcyxjYzQLw1l80Sk+pZF0nr9SLshAyLAy/nlRY8PHQcIcQRbfp0dOaMA8xVKLzCADunapWn5wBWvSOMyrsovRn59xhueWSIvD6EUbKO6rPKo4lLFPK0rjr54l6yy5cfkvhUg/eEGnYZJH9ZUFh8h0rht+I7+WXz21LGdVTHK+pif8IbNwxY3phN/Bv9kWjYvyDp/6XTglx/LLC+mwo1qy+wWMrT+fwO80ewv8swOfRZ6xu4IIid808toz9RdewVlX0qgk3pCHykapCJSF+jnvEOHe7XO5Xro9ED9xMN/i3zwv8V8T+7ob99nMkYhNLw4m6SE/7SJVZnrsnJ+CvcuAvIhC7Z+G+IQftSETeNOfxLn2I2IJ2d6LsaktyVdep3w09cdlVPL4JfVrysuO51l+4X+6AEdebR9msiWfjp+ZWy+/HZz0IB2BjkBHoCPQEfiJEGAcLGO857AlxxRdwHYPFgmzeM3j560bgH+iku2snogAMvRFyyTjW0x8c1fG1npEkFqHBW4mAU5MdA8pVgLTfr3LT8o3z2UFOkdVo+bDVGznV0NOWXcP7cNhlLbp06mAD8fAMSGEP36AOCWKIiLcqmIyfX/esyfOwEnHvua3aqHuVZ8qP7OuP3AaQGm3gXdzSO2Tkui8VQXPgV77U5Q0VvbHUctcwwAMTOZHV5THYYWuuANG8YMR867FB+13vdLIZHvOYe5Kzl2hhJMm8mL3qOo9DEC88Bz8RPhIRqvmKedawOCJUT+iPcdPUB7/BRXS5Sd+mHyQV8XnQT0iCzcpwwxl1DyovebEhyc9o54/W48pYyaFmIDwEWTgnPXDbecxlyxYiDwxEaucWbkVf9yW6ANOA2bbkxPgLCcC18s/v/2pxRx/KgJGV8zoex3fSGbSCkMrPNrwrnLgPtLfTyvSZNcTd6nsc/qC2mk7WRwBV/9eyQft6BYT1kziGyhPCK1G2/lCfAG6y5VxgQm/LIU1EmCgn4OROQlj+uZfTNRnHBA7w4GbaLl/a/lyiZyRQKfREegIdASeRKD0n/RRpZ8fE5qOF6/0i4VWMxnMaujBQXtKH1kHuVVyhAw6sYiRMGa2jt3yKC7jt3Tz3do1+dKYKX5uGNd8XLGMVv42odISWcaZkK8mtOvkOHKY5ArJlmH041kRPYC2ff8aH4/8y45JsXPhWGUbgBm3ylD2KLree6wsEXxEtSYhMEzaQGkBAR0GGeI5Z/QV2cc9y7DqhbySSSL30C44HJDvk2dWy8euZDCG51LWyG9ZBpVt6szcBX8lnuJczAfH48r4q3Kf5jzTTkq75GvzEsZfJnluHAUOxmXCJ2nlNeSyfFq4amIoDJHomWDKjnTxKmbMT61aqpd5X2TaBWpzrwY7Fh0Gn/qc0Qc4s/N3Ut/nFCY+qqeigx7IN3N9VDULFaBj6ClHKrGlsBp3F7Y1dHNj/qixSlPpRt34XemTGLLnztosOrT/1KG5Wmc1ffE+6qua9E+7LbKiUsXFzl+0PdUlf/e81Ntpei5r3sG/2GQugP7LdRsP/ZSHwHejLI/UmSkPW8+WfQkgHjONrKfyXapfPq5a76IsCvaUg08Xo1TDub8uD5R3+pfXb7vEpC3kqXPKl09F4jl08ezmckeyCsVlEAxmHaN+yVGvKKP4j8+P50q5RX9Ifivo4pW6l26hfrn98B4Qpq4Jn3VjGqQ/dwQ6Ah2BjkBH4KdFgLGPsU5ymeexWcjGuIm8gMxaZL8yBoYUoVfddQR+TQSisdxoLF7xXZoEwrYMGihHS+Lku7CKiYHSgNWQeSZ95GCEYiuKerYyAH8Yh9+uMCJSwwUGYI591X1R9sZCOd6ExHAVHc67cBroghVKP8ZWTd61WKA7NMJ+KlAq1LKo/V0lKwXZ/DDRA3+t4hKc52RMTB9FGD7S/j/KA9NY+FDoMXEUcV77S7kUA36ZAYk6tIBBVaSob7wHyBg4mCSY5+Z5zsAndsAwYIGGK3lTbkbC6a+lQn1zXoi7kJ21eIv+zju8sKiAwXN5gm8x7sTTSqzq34fylbmYBHn4GPWAYLqrK7qyTB5GXwlQuHHboL4Bm0rV7WUlypK3scLYypHl+gah8Hoe/kSI2lV+wu1uEHnO90uMtH5wwHcA6c818eEJrfb9a/fUM7DyZJlIAdk+J74oP5cjecl8Zr54fs25DGt/Bw5MGgXNpyc9X2Opx+4IdAQ6AiME4rMi0d/FeQWj1+XhvH5x39ghfmQ4u2onIgvdPO6o7+SEkvMceWYMiDGqKukeq+SHN/230hz12y0PGPf0u1zym79hPGONU3KasiV877VJEXZwUJLsI+NvUEUOUrKS7ath1T47/tgYyak25VjiOj5BT/H3D6DzxIwLMrZ0klbud0iIH3cY9e467eZyC349pkJmRA58ov5SVnZNvsJDf/OdSoajny2TuJSSWKFRIww3o/IfvMd3riuiQX2Q/JUnL2XcCJy1YohK/ch6kWEtH/B5Chm+4DVO5QHbKHvn1+UFvZ35H5KMuwaj+B6rFkhe4R3j9TTwnmd4xcFn6jaZ38Q2+d9Db08YMap8eFGnd1xjDJR8n8k9IuE6AY9wLp3MOoZ4dEYKtrXeEOQpYDa4oL7o5/kNDL60aZZ+kid0nUcZEY/wp/YWeptkfvEeBuyNZL/sleRz1SnnUVxdFvBjt3LotaGdwxoLCOxa7MNn8W+SfbtcrTmecJQbd0KayaCsFk2bcjjzH/Ur5myyvHgb/g73w/4p9a/mKzJqmWGB5+zHhr6WQNAgr911BDoCHYGOQEfgF0GgCCTIYxfpRcjy8WkS8i+ZjU/wWL/VowS3Yu3iZXcdgV8LgZjQQEBWI2ESxkq0HiVz0jRu+q5oytlfjcyFI0xRbFFWvDJbj2rcrMbGQBjGMr5RJgPMu50VRrQ8OhP4QrgeI8MT+olX1GoVenQtCOJnK+Ai2biY+Ck7KsxSCP+poMErSkJMOhJR761UsctB+PpdQ/DV26KA0fmyit6TXKIJNu3EyywZAkgBZ0eHy9cBxhjP4uz1cPkROIyaVgzll2W2RIZxBAw/4MvKGENFThAUBYu8DkAvkdn0i8lE1Y8bbY+JCNGl8e121EPlg0nGm45rBz9FL2PgbirTgDZKqz9gh8qrju9lcww4xv3Y7fPMEY3gQl453k5HQbtSQRe/cFHH80mo7GDdk24OJy7ZgUSx7nQxB6FpFJXdTccvXvQTk9HOdtBI/pYm/qiZPpxEk8ZhmC7LEHbkKbARLq6b1PQBo2W2DmSaHLqNskssJ5mWqY583f4KTxbIeJvpcn3E44ja8gPt2SdYQK9tQztAW6bYfTsCHYGOwDkIWIYQqWJ4GIhmP3hCHzgQfXAXMiGBcmLZp01ojLYBkBe5WGe2ACz5JZBczdcj/nmfcfmsi3bWauHUhZ1mjOd00223De10OX5wRdaR8Teu3GuRlMItjaMZff8V/qA2fFM39Av89rsUCeNIWQx8sVPZspDyOOI1BeT95B0yFppi+OPbv+hA6CYFY7F7vwXPew3W8Jz8frPxF91KeIzKJMs4y3EP02lQhUeMlKEPpWiZWO2hNA8T9SEXA+Sxz4RL+mP+g0LKXnN6RIQ/sBS/3M8M64uxdngmZioXy07sVsbIngauHSQWgnjnr3D1IkTzHoEy/2s1NzEY1cUF+iMvt3UqCrKfTgnQ9RD/RTdED7OOAZPW85WK+5smNafF81oOmrC7bhN/USx1mlOnlLA8JDtu7fxN+iP+oz6bv5gwyVA7r8lPtqmd0SbBIi/kISY23WbBzgtPCNzSp+7xk59hxewdYXyEtT0LOPbf+nMO/8spFNrkw9iWZ8ZO2ksW4DRyKR/qlg3a9K319KMWB3k7/5O+eErvS55L3txRiSnlORamZ55hQlpg4XfGkvM8893hkemOcdkRsQfpCHQEOgIdgY7AD4sAc9c35tUlVzJ0ItWg6yKv3r1xUIvjpCNJku2uI/BrI8BkAscDxW7LNL+pqUgpulmRCAPVV6FkFcSTQjLYSU6dy75qvDZ2aacCGuw8wFtYtcHc3/xMoTmF6CE5TC6hVy4yPgQ88e7KpEqj/G+Tjk5wmIzbDv3U2yhART1eMOw49+7p41F3sKrJqDLh4GUE5nNHNAchMNhR5ocibiegej4o39tBl97GRA/tQTzB1gm4oUBDKHb/iL81hXuJoUU/GHsVM/hgco5FBfC2mNAhz0qCiYanHLxwTCBHiyNo5GTes/QGJq7q35jcvn0eqG+qDJyGwD9PgnzUHA6ET7kTXRUAffCx+dHSb1JHYc24Z196CmMiMsXrhAZxFmudTkegI/ALIvCufvgcKL3Qi4lktvGxU1VCd+z8pO88uX8WyTACsmgKI5uSqLu8tvJDQPp2DAAyPGmRpVdyi9r5jjwzecCiLoyAT5Yf+dIi2jh+DN75nYAnMqONaGEANo+iHPR9U/+ErLSHf8q+GJGQPV6FlfiqUzdwlEEVY398Pqey9vqN5IfrFeN6c0z1UapV9qNcZPj1sXEY97iX37Nlv8RHpoXh9GnjL3UIF7qMP0vEImjJxtQJG/EjwDl/wQBn3tF/wPqI8XfgF2ERfi00puH35Ypm7vb/IR9MBKqO039gEEV3Wq3utcyoC8IYQ7UXy9M/KD+2oO9pX/tZ3AyZ5UEg8TaUd+LMixV+UBYpA+p2aZ9Ms7hPSrqlnPH9IZzzyDRtyZ/5HnOGzmOd1cqIyoly8f1C4HHUH+fJ/QzlxuIK2Mr8lrJ0+ZS2+ONw3TnpCHQEOgIdgY7AD4SAxk7Gfy/gFFsIOSkSWfbjPR7dAPwDFVpn5bsgoLbBrloaQziEZ4xwaiBMtNxYCa6JEBsYi1B6yiRG0hpyjS51VcOMXb4o4ChmoaDxrSOO/qEth9EX5YeJqq90TAZhbFWaYgTYQAoH7xjMbIhjIkXvWF975vyBE2r+sCqUb9pagXOZsHNBu/McJpQFVpPGHX9ltPHbVKickYbiebeeotLuDr7lHJMHQdv6cpOMFx8IS+9cVH68Qgc+KVs9v+qgb2clUVwVnryiVmUJAjOn+p9JKwcUbEDs+gZfQpECJjKKmZXmGZWHHuzeBqf4hrMmy7QiifoUBmGMnXKVdnnGrzANC8GneGAFu8NG++HdUw4azi45py+oiSyS295hEsbIK7tRhB0wZnEsEpt5UmcVlYhcwUs7gINOGIHju1bjvmR1tbSpRFslDPnLYjSmZLXBtgSfXYyts6T4ntBSuyOPo4STp8jD6FVDMY9szzxGgVKG2beoXNVovDucljypb7V+iyZ1iR6TTDGp7/7oweT60nfBgr3kP6438ZDYRBnqWXlWseraZGhy628j40cgxhD93CeMwmVaI89dD5l/82QGoUUhir9jlW1Xej1QR6Aj0BF4jED0abVf9xiGX/Z1ec3OM58fU25DjPu4QsuTxQoVQ0GTZqYVYyDdJfwxbrjP1NGhqMTIYHATp9noRm7gbqDhF2W89P3ozzgc418YLRlzB9mClEO4Egc8qM/291Hdh8MVCYiWxrEwSos3vvOqHynU94Ra5UUvV1zi57SNg6ha1+G0EdKF8SBcy3KNVuIutDjB4+Mi3YnvKcvYhF4zjLVwni5oJx/pO1wDoeCv+MoIdZUR58YOala4g2eVEzPMNhglSxGYRb6Kf5cxFVwHmTPpNvxaPgSXUiPqDruB4zTAIKt5BT6L5FzmTZhkM7I3f7Hkk/jCK/VU+N5kjAzZSBEKLeS6Un3kOeCQMhj1hHtkGn8TzHoAxj0W82H0F9/QUBhaR81rpt+0hvpOMZZdwQmezQr6mU52YfHccoQNX9Ey/pKh2DnPwkMWUcCr7kxeMhnpJO1RvWko72orzi+UoKy0VTfuPspc/cQu/pVnEhIdL1JmMYWNj2DLfXKZ3JMPvElveGe/E/64/4AdCa039XFco/+DeCmnNh3KzLxwYgKyK4ZTFjToh7wvXOA08PfNgT8lrwdiENR1XTx5l6gVITiAd+qX2rEZIpNBHw2sOvpWPVMnPCtgiMt78kPdMu6Uzdi19SXqVEN3HPSlp2rQZu6Jz4+pjMym/wTpbMc28iqfUQZtssMYEu1kXpva/LQxv+4+6tswpqg/QJmSIz81V65n8rAuk+XK21JGrp/EmpZH0JrnnLC4afjw7X87Ah2BjkBHoCPwMyFQ9adPZCPNE+voTkSGnF9FVrAoan1XY6NlHT442V1H4JdGAHFTjYUG4uNVh2OfOVITY3DRKr4OJdqnBF4mDTxxpGcrHZb0+YOHDCNFCbX3F3BHl/J50+TLx4bwbGbEm5UymMKj0V7wOtVBmwkLHQOtvxuclVQx7TPRB4/vc9QnDJsfKsD9CMAbirl4q4rNmTyiOMFXoOQ52Q3yhAKlKD1ygcL/zMTNRiJQt7Lu5QJbAZt3bSlT6qptTN5+nlemYHTnm2ipeDapH78N7I7Ha2MwdYHSq7ru45rPHLrB8Lk2Sj0nd9QNSjDu7fHSn0BMfHmmYj/VEIT4BrC40eRBmVN4iZelyOT0rgmaQ65MSh2KczgwPB3k63AaPUJHoCPQEfh5EcjJZnLAblrvVGVnYpX3czw8sy9FbsFgJcOVxqdtV94z9FkWhA++UcyxuZr+tj+j0CM626mM34oWR1OLv6CbGIxDrT8FVsjXHPs8MqaeNfZh8JUB6nb/Q2zoSGWz+EIZ2fgLrv8Q3cb4m/wehQBwqEMyolsHwEidBtV14Pa9cd2Efhh/2UUbiwJK9OR5H7USijKnDkmuxMCHjPmwbh5KoAms5Z1qa4PRsXm199a8ookGvyyqwHlh7zNl9TBdNTQWEVJPqNf0EUd0IPMLvtInymJJuJ+32/0y7kOWFwKEoY00aCvqQaRjht+jthO8x1GCYfz13MRCGl/i5QWd4tl9IvmgXAK7fcXPXA8lkKHjOltA8iWZaRPJcsi88Rx+LqeirOfR9qkzu165E6Sc5KhvmbXw+Qn+btX9kq/Mm8c7/DKTW3F/gqx3FjsCHYGOQEegI3AiAsgJbNK6STbw5rKyUJXZWv6lO3MWOWn2a0fgJ0NAyplWuPJDofiwQC0FiW+CsQLzLca4ZYiwd7Bq+OLdYlJyfcQqzfRvXs0BaxiD/d1TTQahlPpYJt3FytRlumf40pH4qCEL4QjgQ0fiFeV6dOcizC7i7X6Dbya83ufYYBs7Cyg/pSMebDMqSeYKmFR8bRHSsXQ+ZhnAiPMGNxjwxZePDUOZa5SZxTRT6RN+1AGFOZM9qHsnggi7HnFd5GPqSSh+lGcaWc/hjvXNMVE2qOTT1GfPnmALLK0i+5kJDXbF6MrOi5dcGFujH3iJkGBjRZZw81GI4tYTQsdoeheBovK9XSY9PXlEJdcqr2tOCk5I5irxti1kkHxn3jxZy64M1TnvSjDLGfThlVqASzaYkEy/eLP8N3lY5I86wQtWwHMMv4oa+WU+abZA2/hqUvAqrDyhSZ1Nt9T+XIMywMPr0MeSS+Jy3dGKstx9YgHlRjz6Kmgs8eXXB/8EzeDpYNQevCPQEegInI5A6V89Rp9OfJXg0E8vBHFfTJ8r3viW5/0/pCj/7dvHB7JN9qEL8Z7wigVJ6uExqskAxDdrv2mXJWOtZUQGNg0fKT9nEubffOolCwI5nhr5C30kA+m6NH42rw/eBn93doEiQ0lIjBNzDpCRoezGzt9iWA1j6Di+h/Y2E+PX608YVTH6GkON795hS/BSx5qYW/LFEIx4knww/prnQgfcU6AZAg93W+8IhZGaY4llTL9Kf8s6MBCI8ub5cPlh/JVxPb73q/ulHciim/lfqs7DO9oAP+RKZGZ+PE/cIzwmwUePFSuM7MiGkueQeXaW/xg7jL1E1Ck41AGVf7bWcfshD/M6MeJrz4N5h1fkd3Zaszgc/vdEJkzB1zvq0YOF76rOOcU9+Z/67007wwlz75Slrmjxrvohdi+H8TfDrFzd/whzy9H0B9SPnQW3QvJ578SD8uA++ur8hvuj8qZ+cLIa371jh8zm+PA8k0/EzHwpqvNFXcOPeSdf4lpw98Iht0eSinmrQackQlTOHyd/8Nm6kl/nUf51FfqAQ7TeqPdxGhjNRs/OXvhnHzacKtGm0e87Ah2BjkBHoCPwCyNgOSFlZuFQ7VghXyAjtLOjvzBSPeu/NAJS0Nj9K1NNUZYSDSZnpPDpcRBP8907ryhprNUIxRwjZrRduAgBmOOBmAjA4IUQ7VUe72Sp0ObItZx4qf3JLF3xIwPwpxVneKYTeqNrFWwrhktpRSny1zu7FQ7dY7cuv0Ryww9j1RWsvOobQ32pQXTKrUOpKQ5l1hM74Obwk7AZ8NkrSpT4gjcfM+6JgT3Egkm+y8o3sRuW90R+HIaRSFjR/p52RWl+On6JGJM78EGdpfx0HbF1rCegTK+qa0ylcrTj84q5mNB3dr9pB37wVRh+4UL7tcHWBupRJndSJQ6/qFe+7qxT25No1FHIZjvQrdoNSv+u9ur+QOXmtgZv4zLbTpuEF1y2W67iA9ygG9c9/Rs4UXbwwz0/XF7j6fW/4mu9Y36dfKfQEegIdAQOIjDvkugHn3VLcZf8WvpL7/GTYeeu76jWMVCHg9qaFN3orvGmTWbxXulo3PDiyYsMQSy0EuEwzIzHpsXoBOaEExmhGG/q7uUck5YjHfQNHr+ZP4yrcIu5a6czL+gkyLr6Gc89eVui35ZV0sCPHzoR/OkIaKOxXEKrY3zFjHGSHanxDd046Ym02rT1uNdVuixkRG78QxCyk5rxfc7jKn/T9JJukW+9W907f5GNKJ2j/E7w5DvPGKmrbDJl4JXnTEv1Qosr4mSjo/SSRil/6wlR/m3eB0PgUfqT8FO8vXhXWF9ZDK4d4nZbmDf8mlbU1wFf4maYQu5tl6x3So/5Ahve8wSnFR6qYW7Au9YP8mOrZNJ9G+MD4VIe6E/eie0pS/XR5EXu4QKVwrM/8+UFrmfL2wOrr9xZj3CelK+St3H+hL2xoFzQN5QPP091jx8sf6X8wqgdCI1lgSxH3pE3OaqX6xl5Id9cM19R9x73n4WWYnbXEegIdAQ6Ah2BXwMB9DAcZzIyDubYqVuPrRpzPQh7GxwBu+sI/IIIoOxYuGRCJo4QTkE1xFIUV00Q3VC0pSS7VYVg+bwhZwvnRmgVP/dv/1Z7ZXfCvywQc9wVk0Ze9W1Fje+BacW9pWEaeXBdBemtpA6+c3614/AmJeqmnYgcj3v3DmSlWvqXvMZxSkwCcaRa0/kcTPNhcJcfO2U5vvu/9KOMpKivrIpHYWJXN7up+YVR7g38iSTG38v1/1F6/8vdr/FT+hjzZ8qL/Omqw7HgIFZoX7XrI3dllpdPX0jf9VdpMbVHrmN1rSbBNiDwEWvCGbueFXBPIii+CQhB18Mn2YJGtqlqtNs55eiyV3sx72CnH34v8EO5eN+1rl72ocnQMJbLo9Jt2qiz7QwsABDlCeYYzaPOFXYXQu/zUmbBSeC7PPZFmoXK+nfX4hYvhlAf4qleY6kkvFBgFm3Fo0RiUoJJX9Ut3FCnAgeeM12uw3sHH/6oflJR6f04StIijEhYkAFq74Qago/usoxcl9LYOoTISaPkcXizdDct50Gooo54Ip52Ks7uSu/ReBDtn1gNXfNJ2oHREhfH/QCJX3cdgY5AR+B7IECfqHSzP3b/1vR87uOf6fOavrP2ozH+pHzl3NqrDTvBQHyxgJJR/nLTblX4k9/Nn3zQI8KN+LcsMIk6PG7Qh6LzHvKyF7dJNg3jJfGUnhj2yUJl4Gip4WX8jJu44Du6WgzlY1s1JkaOC52KA2kGdznOxtPy3wxLLjFOXXRSz80GS4xr5J+Fa3KF5jKV4lvK8yIjdZx0UngEQwkqbd6IMaQ9pToL6Tzn91IxqN4lk8EvIj6jr514hGbmG+wKrOME4NMZIh4/xnRkFudU1+JUdoF/esyvNVdFECN9ZOXYofeH0gdTpSf/i4jt4m+azJRf6TZ37VTn9KfQAacRHj1HPbceaWMYxl/xykJVy3xiVs6ouv5O6KWf+Zq8Gz0Kv1J3RVy0YxEk34UO4qPAGw+UD21FsmX55q9PlILf8hmiOBJX4cT/UGaT8txIYfSqwduLNdER2fmreh07f6f1cxRbD4EveiYcxIk9ZeevFSbCk6d3uwZ/pRbHPaPRiCsvHF/Bx+XLO4UETy+24MQC5Tu/xQq9d7Mv+lGW0tfNqtK0By1euvv/z967rkmOKl2aGR711a7dT/+a+7/LeaZ7HyrdZ73LMISOLsnlkVlZkOkhCYFhLIyDYYC0ELlqiYu6SpSTje6ItGVdF/LxVHa/IHMqB2dHeOdObLdDfs6yyetU5niOetpWpsX27iuy8iQNLzpwGBZAK0/kkecoWNWvyEvMMwSxqMsl36W8hrpd2ijLaoQf/jZxFt8PIftdR6Aj0BHoCHQEfl0E6CuZl83xQpNTd6ih/TS+/bYj8HdEANVUBgeNT23wKZUDJD5lAP7O8a3+5tRXY0PlZccAA9syuDULGDL5p4mhd+0WXc0qRyjpiDMdZRpHKaWiMkQIoyArjfkZVCvoQ4ir75hMw+CjiSErrlU9HCWUE0QoIUwfxcRPi+so+IsPoivlpa78LpMCYwW0xS6U9pg6kD/GOeVnoel+gS+o6ccEimgHBjvIoYQRTRMhN9UFI0YdKUrcDgrbQazkZUcF9RaX7ajD2yjT2GWAinkOuUHRVB1DlsDKHSj0KZfjvKWx8ObJsIHj43fUe1H7LaaR2v0OAABAAElEQVRgzuVwmqr2J7O76DsToSqDUw5Zotz0KxOiA06WFr0b45Z1cXkyGDqKwkQnxmlhTvjlsAo3dZKnD+2WrpO0k/dDGZeinbxffsx86K2BV329a4JQ2TKr+rM0zhrTggY/ZD3vx7iMw599giPoNjyfJdXjdQQ6Ah2BFxGYtURu/0T0RH86ateSzjP+MpzTU9uIIe3bH+pfuLKQEvMA7WZDXY+7+5zF9Bk0kXON49hp6THX0N57OFCME4vR8WR8z85fFlNyAova9TwNo+F0NfrTF4zlbejBUMUv+46nMSMA+QNT+LzLWGYjn2gYSvK+PBbfpJ5lRf8lAwH/YgEu45MYIdf4K/KTffy8TxZjiuMd314IOpTHa3iS18Knxo1k33b0yuj4Zp2/cTgDWfmVvodRMhe4Cqf9dApdlxd8gqWM/TKu+tNH5fW1F+moklnGIi41yqqW7c6UHL7w67F4jp3a+ODQlmP77uj9IB/Wr8viyByvblOTDFS5p86z6ENXCYK9tyNf/JY6KcP7Z5RB1Ssn4/B5ouSBeofuCv+6/hD+k7MoD590Jt7j1IR8F6Pc4Ym7wj+3yoMv+OGOyl7EuvhvlEsQRWaRbeqHnLKa6lO2RbX/Me+E0m+Uj1buF/JJnfuRzt9shgHyzVVamTu+4IvFs7jIZ8t/uffb+Z+n7V5i9KPzP2e9+3QEOgIdgY5AR+CNCNDZ6kc/mDpmHYRyE3oZs77ddQT+3gi4kkhRY2erdgSwXjkGmJp6kObHPwauOZmQg8/3gSZFh/GvvxeJ6qaKrP8eEhdFl91sHx5c544ABVGk5PEtvJUPiz84hpaB+0y3IP0wZMYKcJoXAm0P5l/hFcWc0kFJ9SpSYXCrSkdQHpUX7aJ5SgNwhLnsLwoHPKl8XG7CCkMUPH5nAqO8X09P8TU5SWzdrAc78QbZ+GAlvVbPe6GDuSKdibPwyc/A8s7CqAthhZuVquTt1bKFDjT4YUg8Wi6Ff8/QFHkzf2WiyPcie9B9CKzHd9H41O5O/Qt5PkikBKeeshjiriu679k6ipKMlDNd4H+iVScIJqztmbBiMuWhCVtPdHm3uaW07qSZkFx5tFAhWH5P3uAppeqUdIgvOGPazLtddFVrJ/oivMsh35Qbk9tzdxZ/KJE3diMEbl42NE9g1Qe+aA90ioLC+PtVXsCzGuHQC8o88hvoj3fFHCLVA3cEOgIdgQsQoC3K3uACci0J+pylBp4Ui3/tBz3uotVVI4kx1cc+/1PtsBa1ySvC0cdc5+5e6COdQqfTfPiY3Zjs3pNC9FGMZ2T81Tdqb/7cS+AYu4vHPSv5rXlVrMz/Vlqc5hPfJWYnaOysXQV0iZDwH8b5GNP5lm6OD0uE05Bm/ihjjQSEITzmOGOJnad+HgtS/sLV33T9XZgx3pSbyVHKbPIRwbb+svuXTwl5LGujmWjkWHor4uwdaZPv0ENZpOCdqBgjxe+M1Vn8NQ/yonEVRn/w5JvU5nctfOtfeGq9Vu6tb4nJPHLY/NvoowiHxuMYH+GZMZOO1EY/4FkJ1DFcvZkyc7z8grdBPpCT3YegZzm7cBh3suADAyoe5CH50e2bXWtuDv5JO38biTsP8Mr5OywGSf434rz1lXhGmDxGZrH7M91QvGceuBYDMCx6MWhTcbJ9bNvMt2alKX/Xj5pYlgvXuQv5x59yQa7UZlO3Mi8r7WvN35zkG30yD4UpMup6X/yZuyqZ99yIOFEzWVyWXTxm/sZYZdh+7Qh0BDoCHYGOQEdgCYHoX3MeFD1Njj90zR6DE6IfAQ0s3f3NEfBwlZGoFYay4pWBqx2D1xzYFq8vuUhRZxLBI/k6Sl5IGWNE8rrw+g1eVkJQRO5MIC1gI3Y8sL9JYcNo6AYHBeZa1yoHVvCkJKVisZVSNei1BLYinHpXym930YAPZi7hhexdD1fJBXKOgk8Cu5lrEBCPnuRjousKV+pdanyHSA6yRw25cayj5G2rtuwmz8yAJ5ukdJNfTygM6e2lk9liMsz19AXmaA8QjLuM+Ifm0Z4wy2IDzKXnHHJOmxnyEDwepxVH+QUH5JI66uMjhZvrhOvqAboiAuJI+QuQr0JyE1/3TyZmV4MsvnA+ES1k6/O4PC0SbTzdHFMHJCAH0Goo9NuOQEegI/CrIhANdp6ec7MB8MrBVtumk5b6RRb+0RNZv2jfr2CcYw0ZPm6fOqLaBmvFo9O3gWMl3i7vTF/8ePcVRkB96sKLEzWet8swTwjSxzDGtzH1D/WzGFafxDn0mokLfv8VfxikTpZTYgZvjz/0R7u+daw2x8m+yq7HOxoE3FXOYfxllPcK1cS+9N4YvWz4hV/dH3T3HKBYdogcht93G/cYu8XuXxY9HkEk8498Ut6STxkjWTR3uvzJ9pqrskG6+mFsVJuQJwOsRVv0ZxxsoymG02H37GLYqzyTf+hRH2kryEf98WLDIRc46KAXuh0o/Msvj9iOQF/wt81PlgftivOzNKIt/NM2wC/XXIRRg6s+vlIlr8x2tpmmCe9TxjI/BCjvjAl14S/irKuVfFi+VBApZ5kFh5nmPV/2a0egI9AR6Ah0BDoCZxFI3aTqnh4PRb+M8ZdHRlbddQT+nghoYM2w+kPf1/LkjL4BxhHC3uSowTe79jQDo/cMYKkuMQhPo867QIP+Q384muvGKn070lal9TuxqEc4NI9ijZywM8Bs6v6lb7OWFBcvfAvIAHB0GEcuY2YZHAqYv3ml5oUm5k/xFjzDu5hGmZkqA0P03Xfkk3Q/NMHBMUJg5ckipZHTDQ6j7R25GjauBq6kE3g5O7tTfh7Q9OCLBN3eJkfTuKkkpb94AzcbHPWuBTaDHLwy+ZJOkiwxpwy0ol6/kJ2mPKxoZuj5NRcaeGJHR+zm3NI85DGf2JGgSQenP+mStnhKOULGXLgYMoWb8lyQ1W2Tvz1sYVz1MXuacNPu39iVzHfX2p0XUKesVEQJgvmkzDJlocWEkHfxKyATYmpP4CzqiKM//ZP0gzwCwQ8ekXnRUvopv1H39VZ4pMxvJ0AeaDnEG98GU93O7GzHi7fBm/gpIoZR89Or9aEZwhs7hNhToEDUfzm3A0GihAKeQkT+DiVGaPtcfC5NsBXVsHDWPI/iJQlnQiirLAkenIBJpH9k1X/GCXYpW2HO8fcixQ9DcDBcMrR1IYIyxKQs7TtXvhWIy7KbRt/bjvv7xtAFq7IQAqKeOK0yOaXenzsCHYGOwBUI0DYO7TgnN+Ci7WVhXrwPz+beHnv/qO31+JOGnr5Z/UM27hMSQxufadEj6V7t9Y0dlTKq0X/mW6K7d8g+pNKzb33avhE12lq18fHpj9ix5cU+7pOIPaY3b9/LWFF8fnzKqIpxVTQjPxk3rwM3Q37p5+b+4TfwF3yo77n/W3gwliNSi8ZAY+mO/ioWArIrNfDMsQ8nEVVHeRWXfRy8DjwO7zMcV8oVY5p3Inp8H/1khCEfbWhloym3kUw0vPBdV3Z+s5uacYTlodBJ3pJqO0ZJv/E1xl4eoMDn/T/CkXJX3p0mDBXieqYGpAv+8jmxyucI5bE5cVSP0hg5loEIn3l1eSi5AddMTdeUc401OIr8wcJdD2DEasNXE2PhNvkMegsBGG7YMc5lZz3HgbNAwChQL5468qtfKbOHds1/sDjBO39T+wgimc8W1zH5ht/xi+HJ6RAueLM8iGf2RTw0hnJZPuEbvRMX/IgWBlT4Rc8ShUH/mPKTeEz9oYZb84+3iVF5iouYeCAv4t9cIe6WIbHFOHXqlDd/hxzpJB/wnt8qd71l/FgKdRr3Tc+xa5xU4Vc/tdNMyHxaLjIPiY2eXT6SMJVllNfQToRuhHYzdx4vz73f4JM8i7T1+kjC38PWrT4+YI9Y2qHysNwof5ZNxvO6J3tUIrWDkZfMf/EPksNfYTKEGLzfe1fy6fKg7vDMr6DfFIK583PkDVnPdix4HLgf+7c5GMK0vr43DzPf7tER6Ah0BDoCHYFfGgH6TIYLnGzlOegcQOiFx3PMRevHp2Qms+2/NC49cx2BDQQ0ZLUyR9UJxyRBTNBQTZoRbAZ489XD/+9/fvv0KJgBbxlkz9L9Wt4+hBP/rHRpMiFWeo+ZMoo0NMUg9FShHUc/8USKy8relFgoFSi/wvON0H1Hnr7/59tvWOt3O1rtVJ52R9odEIWS8kOZJJX7IWVJvBkz1QeO47vIsZDgu45fx271SnGEHJKrVxwc6IcxVP8+bMAN2XqJqo1y4HeeSkzSyvDLJMGr2ZyxUfI983/uYWO02gMmwTzpAqmDLvI2RBpIkNH8De8378yHJoQ0icICkZeEaiEh2o8w5LODSJyKPScj/02n90wFM/nKwQjvcTF5Vu0N70mkU+0IdAQ6AisIDK33SoAf5I3x959qsXX07/UdaOSpGpXCCGwD0ci4+mwsCHa/a8yvnb9aiDZ0Xs/iRfJP/xb+YsdqMVqe7iyYSMDg1C6Oe8rBzgB0pvxY2MkRwCec81ri+fhYfVrFu2l/oxe2O0W3xLX+43FwLqjUuPocp4rXcgSuMglhzLvp5/tM9Ni1jhk15vc3abmexXNH0uyq9u5qFi5ILoZ87YhMkKw/aYwsixOinBg0JU476T0NBk1Rt54q4+8N/s/Js7FWXbLeYNl9mvj5ADO9jXywc1lzFta7i2RnuFVBB0/9wLnsXvYY/jxnr8XMY569mkBMowv7fq3c1UZ4QF7yYfxhgbbjZ3SUD20m5SWX5VPlmrLIvJIH7rmuFqDe/Yyu5G/KWtZv+2c+p4H6c0egI9AR6Ah0BDoCZxHIhcf+3GMZUzA7yL/QVLoB+Cy2Pd4vg0AZqFJBZBSbDri1p00T/FIKtVbi43sMyNvV5m+DQUmxUpIVHDfzpZTklzvg4AFuUPpioiiOSENNCH/evcthaNUElxKCDzgIx4AePOMaEwAYz4uxsCo2Efqqv1aNxMzNll0M+VCOVbAo460L4404lmLpHQGV3zbUa/e5Eh7FFF4wuILXd6XJyuPgbyENZYTG+eaj6TCyOmcLAc95odizS+G7dx1iSFRai0lkOU7TYXeKylffKMYZ7mmQw88pK4FRys4xMpJHjiKUJLKnB4qvOUCBin7Cq+zJOUUyyl+QeWKDnRGaADjJYciu+PFkTeC2xlS2UauyViJGeQq7O/hZANdILvpDn29beyerGIRHtwBFrlJGjojyIJKsJBdfmiTBby8t0mLww8ICsI7YUaJkosWkxSnvFzNaPanDyiQ8MTFLbhVxr4wgnYodTnx+16/lp76qgdLn+dVzScq8211NAg4JPY/bQ3QEOgIdgdMI5EQ27c7I0Ru8wWVnwJgy095MJsYtH9/47m8ek6qmO0/o2Iy792UZM9DGa6cli+Ru3r04xM/x++AzvVO/ctcxxbf/pQ5P/Yvg9KIh96oRlv5iX1817Vtydxx9I0cBs/MXnqNvPdJHByfwBov0074p3m2ZB/3yYt8FxUJ8sXgru7Es7n0EJqEYe+no55u+pYyBsuXoTJ4H6uJT8ucjqlPHqeVUUtklm4UisiyHrsm4DEMqq/TPL1SlHNBpVe43dDD9WPz5JpdG67uNv1rAYKEgTy3iW4lnOMaT7Td02zitbOGfcdowe+5pD0o4G39/l3zIaI2ORhnmuz2k3AaJj3pV5Ix/pPz3pDULk3ggLxgWQ75rM1xvZhGDX+RD7YBlxHphMr4Q/q1eQz6iPafOMoZt/Gfpg7n4ZX6EPCDbtOfvW10542C3BzIm2UIwaLvn3Q7vigxZpnWPK20C8VpZT51hbz9gWm/5U8rH5cR9eV5Ky3khX+jUJX9ZUWo+lyJ2v45AR6Aj0BHoCHQE9iBgfcm2I3Q95taZoeSfxok6ASk+f/Nb3wG8B8we5hdFgEFrma/yUZ9SJGJ1NKthtbtLExDeBSwD8EPHRH94hexXY8EEw3/EB8YjuclMCP43lIsv09tIiAaFVe+amtpKtygF8H2FWY7sLzs1ay47JjfEk5UJDLzLofFF2X9op8Xj/n8cbgLresQjb5jIKgp2qjtL0ed8qjzfpsQyqYacU4Y4ccZNVbTtufiHPMSueAxfRNrK1SKJkaf1e8iIn48PvjuVE5SjYAce4Itf43bkqwnd3FJ2GDQDp1gs0LzefQtGrZK8O+JiQB8pVxXpCDKXn/3lQkgmvfxNWxEKmVhMesUzZRzDtImp/g2NwsDbfp4yoSiBMqngcoTGTjqSKWZZPFmuWMnHFRMmMXkTE7PUByZpPVk9ZDuzsHAlEHnYFbiEhczGxAqvTTPlbKEeOEz/0xHoCHQErkZg3Gu4ZRt7XZSg2k33LTv7AKdKWJRftYn0ITJO+VhR8xfvxsyRRtLn+qzdbWMTt+ykkwErvl26s50nTfEXirmM1Fpkx5g5OBnzcK4Pgzeo8eNzG4y1uN/Jn0Kmoy9F74hvE0/GWxmoXLPfbYYEkxBLj/Ak/ozlq2NC6AtXG39V9ofKk7grjvEFx+XybWIbzggHnrhxeYXf9G+GnfqDLfLKIgVkdv7+mA/pSCY//uWrGBbNPfwdS4Vy5rQs7ylANsw36aznM1JoeVFY4emdqD6KmMmrZQDO1YFpnuCThkC6vXdaFz0arz3O9Qn5ZGKNfKJ/Br/P5f4ZLs8YKLi5LIX7Z+xcLskrcotrQyvL3u2N+LXhlKPWqW/iyXjvBaCh++Kt8TJvKgPzLv6RqVE+pnmCf3inLib/xAPbZ/g+e38yQ05bcRNn3fpYa+VE2iRP5d00L+LHZVHykcmXBTr5mNdr5D+pHbhm/ojS5HGVQhveZUI+9av5Wq7fq/T6i45AR6Aj0BHoCHQEniCgvhU9xeNSxjtl/KGFgrfffv/2X32fk9FWdx2BvyECMQC/y8DjOxQfK/JM4OjbtlJiQ6kDGhkKtYr8vrWa9mIEmTCJ3YwY6/6jobOM0FZSqcRiVZe7tYDYzYABJ79bNf+u2EXMecBPo4LSy0/3xcUEz1ip8SSGjOde8qpBv0NDQ7wfmxDKVIZrjW8FA8q5qhQFY+CMbxS3yiArYGgKP5kIZCer+cHnOpe82WT/+f+Kn/9H6UQauXKX1FKJSz9C+JuiKlwmJKqOdAlrWTZgVcqulIXJjxS1DDskHBMaMnYpDpOpTPWEIjcPO8Rav4MenERsaGEAjjKkjHY5K5IlpIWLyUj9KIBJue+i50CKCy9MPor+3Qs/VDKwZMvfTt6gpWwNzgSGxxN3IB+ONuu75RgZqvIzKsPnCYT8QTV2PXj3QybxPHpJV2VGu8lR8GU+LWSl1KlKj/wXvye0M0rslmLiRFCCvb+PpfsMMKOTaZCOfuKLKfSs80TLqIlZ+jiN8jLr5Yz8yANjOekhc1nQPONW8unySS6cYgTX3/U8ZZAVmvnavGCE5xhAFpDQfyVfNVC/6Qh0BDoCFyCQbd1AKscI4TN/P4R85U7toNvR0h66n5/TG/VBNqRprHf7Q4bVUHlzB1L2A+5HC5lnLe08teiDY4U13y3F2KZvlzKAc5+SWMQYPfq1hgr5IR98L/UeR+diBLyzunL5iJYm8vLtfMElaeincc13f1tVfDpd+gh+9ONBK7Cb001/G6nLrknuxWT5zeOkT8blOTHPd1wjbegEj9++hQE9+tLEr42xfR/pZbwYr7pfL3nMvG5TWXkrDD9soPyXruiLLf8ZJ9POZ67KGy7LO57q3xj3IiMsPqZMdG8yxFuiV6Mu3vAN3QcGamHJQsYwlF0z5RP4lvzAm+ThofoViwL03NZR855hW1bFSxmne6c8Y27jii5QCqoEb+UHr+Pl1+CnNHNsKUqiVhZAmjDhlnjlZXHKGwvG/S1ldCkbTfXMZJsYYwHyXMYbuivln+SfX2PMbplg8abaDeqhuSY7a7JirOFDY3WN171AhSPM4aeu5D6zCPQ5x9MQKT8ftG+aW0HmbYhnSjKEvkSZlIXbHcmGsPbx+tYbmeRU61v0g8h/U9418ULrZfwrwfmNMRY3zMdYN4Az8eJn6h71O6OpHOEZfiT79BlRR/VYwrg4iaXn1EvALt8npS+5wmdxNU/MiZFnl9mA+c11gjIhAn/IY4mvvNBXdtcR6Ah0BDoCHYGOwDsQoJflJB2Njzx3zclCOAYQ0ol0uUYbMNH+pyPwV0aAwSmDcJTPf0i54FnVhfGtqglHQTONEKspdPkCp6Q9aL5znNw3lGt2t8rsUMbOTBJhtGFLf3zDCP6/wHkgj+LLzk0DNEkUBRglFYuQJrWsrYDnoCBMIlzwWMrPilSUHeZEzDNThwJlQ6aN0zSBhOf3Bocc6fu2DxpgCrQoiG1KqdiV1lmvwMml3wa76J58ojBzRZBIh/vnZRN8Eg4lXUq7PKznyeesGyZ24IkJIHBKvnZQbZTKwFb8uYAV10rpDhqzIKWCGZeYXKj4uAxnEXZ4wFexkO4IvR4EIx+TN1LBJUuUSZWfjJSY5PPqNSaSqKc26rswzmQwyu5D5Ub7NJSpUEsoT9cv+CmymflaqEOzLDps8LU0zEnMBv5mFHZ4iDdPSMHjXod8iy9+i63ThM7ePDtcwcmnB5T7Cbn+2BHoCHQE3omA29bS7l/bCtF2Mlbhd8DRX7AD9KFxcranq9Gn9HnemwsyTbvOL+nsiAt/9CN3jubi2F/1y4XP8Q44kT3txJtofr9jsIzTe06REp93HzX7h3iVofIJNsf6WWEmXYdv1XpR2dFyXshQGKhlHPPqtB1lsUBj5GX9QhhaJ2O8mgOcg7RTDkdjmdDlHjr6OTQXjIpB95zBB94ob4xluj0yTBlleu2h5BnZvenb2h8sqEWfah31YM2N35lPlznMjt9Nn3OMeXixs/EWzikP6GUiNk1tjeOh/WFhIbG4clKQ7j2mG8cc+Bz713ZoVP6TMIuPwlxx4pM35CPyEvxTHs9ygiwoDIs2Vc+qwXExrXd7khfG0CyVRm44Za3IVEl6/IQnslHkw3VR6M/qYIvBnIJJL9Y/v3nxD3mKcqHCeTFmVjzYtmv4g4/SpkTZlXdZV1fkY1WuMol3XFteaJd4Tj5n6WUel+oygbNcMtyMQPfoCHQEOgIdgY5AR+AkAt7gyLjU49Mggi0rNhf2HcAnYe3Rfi0EGIQrR1bgVFnQtutgV4N5VqhiFP72/+mdBvVV4XgvCihqccwyylrhqRlwm2UMcShP4jF3u759SC2+WKn9KetJ1WkaKJJF+EJRDSUdhaEJdNEtBhzS41uaVqqrYhfmeso0J09SaSJpH+8tDyvSLuvrUcM4zi68uybdnHl/pzaKEh5QgXKCjGc7YyRDoXaesvCg7tYtry+5WM7Jb5bUAtUq/y0uhEfWyk9P4D/LwwK5LS8mMSxJ4MQOAJ7LBM3HbgsdaKo82ZFSy9MIbyW9+i44ovSUQU9SQMuFsxpn8wXGX5c41yIPmxGWX/qo4TrBTJi2fJbjbPoaqyxP8njMGRW1h95N5BX4L2C0mHTgRrVO7vbkWK22VrhpB7B2OkTbKTrZNiidqVi5eW2qQ33f+AV7Q+osMIn6EJwhJtnWLGal9XwSMNM/XrfAK92M+XzRrx2BjkBH4BoE3Idk66yruoAYi4p80+a+ltjQ7h6jw+LN/9GJL4zfGU/B55wW7e3xtnbKSRgjYtSnd+gKToo/gc+difPqioHP+Mmg+vGHeJRRtTbbbdga6fQNfWHsmpv30fvyDz8YaTD+suhUz5XXlq05vu1b7rP7G/KKJztW/yUMtHv6pnE7xNmZOGd3Sm70nDTjJAwdjSt+H5z4U91z/mrQ9obCxFiD8fc7u/WSzjXlZKOkxv2WFaXFmGqQ2ZaR/ffsBGds7fFNHUHtj/80pHSB28c/VW5Lxt+nsYUlGIY++fBuVMbG8i5lnkWPmOW9Axz94zpWIpVd9dY7TFSjfQsNmFOWbXlmGcvbvOqqOGF01Dsm1vDId3oau5bW+M2xp4ZOw381ZNd2pQk3SyCMvz7umZ0hNgLPAr3dI+unE7IuSd3Mthn+G8yn3KTuSj009sthU36m0d/3XHCXnFEmnBgXZZMppgQHv242pTc90vjrb3Qr7EtCnmm984pmrLyWehOd1ZB3p+wy0h11YnGubLnM3sl1p90R6Ah0BDoCHYG/FwLSUjROKkNGZT367li4e/Oo6++FR89tR2AFgQcKkYwrmrcZO4yrGKRUXfx9ovHbNz9hZkCJX3FoUzYutRP/K2Ev8xY32v0bR2ZvE73pKOM7O9LePOZPhdxHnfm4A/G1qpSLdb3m6KzH67N+2wCQkgvPf56EzdcI4FQI893rV2MlJc3yboV1f1qs0Eax9USJsPMO8HXp3MVs8ENQZEp8ISyub7uiN4HIh/jD0F6PA2teH7yFLxuAXYZnywTlWD+ie1KA60FGanDaAiLruqhY14CHbthtEgOC/XIwTSD2UIDXC9mbEuUZWWOS6DBhdjt9//aZkxFLtM/6FV7iu8mSNWT1SJm6XaJBPBLpCLNF5gCtnfg8QqKH7Qh0BDoCf2kEWAYkgyXGKQb1tbmlfbxwQKq+GCWbxYbsqIs+eidwtoZgVJVBVbt/PVa4kDcfI21W+GSExlcGoQLhN5t/cgxNP6LfTViGsa/0MZDKMJuEnrws41GOLMMA7PLyZAXpHHceo7IYUPzGTmVonCn3Eoc+X6dDmTctUuQUljBunOMPaq2zscgngkgGkFUbhtoQB+4lj4yh366rFuMv9ethQ17BYrc8YPgVjvUY3wvr5AguF17xgcdsF9CZeXegxqqee9es6xL3B+pS4eClC/VQxl4WN4TMbFMb9FvaJ/ilbmmRreY6aA9AIurFNp3r3ypd5yUNv/k8TUkGxzwm2Qtn9T6Nv6/UkWkyVzwrP1EmWT4sLGjlo9xTP9xukmj0G5E88k95/EQu6zJlhbRUvZxyK87v8oGrMpfxWu9+3xHoCHQEOgIdgY7AFyHAQGOpP45xRtOLfxE/PZmOwE+BAINtDWmLtZet8jZqSbFnxybrHD8+Ue+oPISUkURh+Yffl6wwRWGj/vpajGN3jl0L3jHaeJV8MKh6Lkbfqj+gBChtKcEYfCIpnoUWSYvX3LkGYvANfxhKwsBk30v/aG2L6BU8pChy1DI7jj0RB0Owl8qIv3MEoCjRaazSPUZgr6BWYMLOFJpzLMdEgRYNqBA/lDZHYWO4gwOcr0X+RrhJFu8s2fFRrhH29b8FozZvxkVYWciSq5JS4TO45R13uuKvC/y6LvAQgnCIRYrGTvENgZ7jaEImhPQfPgnDNcuvRFm72DitehpG6oi+FnbLH95I+uby0r3zSF2MpRg3Jq0sd2ItM1JxDZxNHyItNmTUE75+u+tPGNgjqHeUU/fET8j05FtjiRPppqt8pUdzZSJJ8MLTTcdOmjfyute5bCQFFl7kgqMRD8R/ko5hBzOMwISFtNNcizhgz1SXFxQIE/PEo4j424gNJnyvDQcM6dq6SEnjwi/KPdpfytJv9FJ9guqq5abQW4OBfga+mNSCL/hx3kYc0CQVjpwG6ay4kh5YwdeHjo8kN2HUzzq/TqSVr5UUundHoCPQEWgQiPEebbHbDzdgHuk5jFuu0i41kQ7eLrVd8ovGcpOWv78og9SDBX4eD8QCohhqZVsYhCIVyA13dffyZirlJWNKGSK801I7GG82EqqNJxm17w86DuHEN0PHaw2JwUFcem3Gmh5I4TMsOTjjoO1xp+J7LIxOc+PIYj5xo7yKn9ZlevjVvstl6IzIF/7oh1kEm7yKxqg8xjSh1falPKfLYZDTEn4s3ORklA/6RgKZoUw7Y21fK00ZfvnW88eHjtSWoWwY0sBf8Jhh1ygGBsPY+ObdkiwQ5oQaDGihPwSWa1RW/JvxB3zkUdrs/uabqHHsc0zN1LJYIZXeGc7ogac/ZSSDNbjmmITAgpSxY+Y/4yWdzWvWafgvxt+HPqNj4y8R871us9zrOMaEi3wUwx3jRUYqlknJo7+h68JX4MIg2nY4QoZL3svjk0vKqoLlCUwaT3IMHml8aIEyzrRdLnMZ5j21lToTuhKLPISt674kIDFOVnVNKqQ0c035z95teWB8Q17Mv/hWOkP7q4iiG/wlkcw7rQG8a+ECfAt38stHrSq8GeWNV8oN3tHtLBdq97zzGmY82B9j5TGtC9sBFJn6pzCWsyyLYHhdjsc0HfoA/mM8C96wC0ty1SAKTfKDRKNXmXnatCwDB9d7di4n7NzTV5AnhIc+VG6Bv8X2OUi+9W/siCcJ5r/EGmxamuBUeqOf8ZMr5UIZ2dvPClfbhYWyiJj9b0egI9AR6Ah0BDoClyPAWIk+mR/9tnrn6Mj7DuDLse4E/7IIeGIfRb9xVBcPyFEUWeX8Q8awKAgNU7NbXo4VjVmQyz2GRmWVNbQAT26thriMK9t2pVzdtOuP4+O8S8GFtYRLKFw3KTV3a1bv5Q/dzilYK9rKcitcb+RJSmccjYuCKoXcZbTF1/QdvOn3ND/TeMvPVrI9O0D+UYiD/HLoLV8p3prk8Y7RB9/Nfs2lEm9bvOvX0QwPsufpcfH2/bsmaV5jK3YbMWkApcNlN08cg/mnJvLudyn5Z5mTku/JRurcBTwFl8iZJsnV9tY5hDn7iz5Me/uobU16n8/UIunqyeIhjmiMbyiXOl7fbt2UstsK8vK7N7YfL/PWCXQEOgIdgYMIrM/yjwl5LMHuvviWKqf3xDKbN7SJNkr8V/QxrLJ7daw/jBmbP9mAICOluyvYO9v/zknbB+MvR+t+mE/xxs7VbWViQklMcXIJu2nZoYwOZEcfhhvGOPF88G/hyzsTwU8Decrq82xRwV/zjeLBmJL8HuGv9NMefLC4jTLWVTxW9haMNUdSMJ7ml4VbYJx45vUQNQWmjDFQc5S2yvqysZhIZ14x/pZv/lbj71E2GSfqxzgtjGwXC/4qP8LV1rtSgpmnHQNM+PSpSfBupY48nC2nVQafvCA9ftRL/TbbxNDRjfOHdv4iuwfbpyfMHHhdcDLeus9rUgB/i0AJl/6WD3CmXUWedf0qUak8LN20+UGW6G/EXi7c9NPaH/KTrmTmgBxmzPdfkbEsD8qM/EX7X+cM6E5wrj/kq+RtR31yvP6nI9AR6Ah0BDoCHYH3IEBfvDJOTG3uPQl3qh2Bnx6BHIxr7WZRqBjOh8sddrnfVVev7uRtxitB33Rh+E1KH17BgcLXJsQbBuZSPmS8mbxsA157r0kF73z0t22lAWgZ6IeV6mkyRYHwTlZWxfJeSukoD9M4rzwLD08olem+VBSrEhO0b8XK5WkcdolgBOZ/hn+FhUncD9OGHyY7ll27ijagkUlO8e4YlzyBA77LcU/5ipaN5ErBRs5Dk0TIG1JJ14HMoZhf4TCRkklWq5ddICfJMikFjq9gRtwP5e3OanllF3k/VQQlUkwMYPzNesoLcNzfjjABhVT4uMm7VvJj3BSNqozrqbqJzFf/yY0xclgmeeHvGE9JLleYwV9OhuS7s1fy9TBvwVd8S3wPNfLAfIUw1oKQNkcpE1mWbd1bojx/H+UFTe/EkKzdv4Ma/tHGbbVv5kyJs/s3506W0j3rF/lSKmaizflZij1eR6Aj0BFoEaABox/DuUVrrvasfe9WWxgh9/4d95PZjo9i24jAIjDxpG+psgOUscqdnXOlhR6Ft+/U58gzPOnnMWcYWOhyqqPvsvKtPrviVN+KP/FmHMWreGaomP1NXj2QGaIcvJvwZ+MJDLZMbpAsfa+Nv/qGrk+XMJYbcY68spEAHjHqYLDUFQwYI+1kcZwcssiCrOYbxQ5AGiec+StGJ49zGW+dpLWYPPxKXr1QQd+oNt7yUrqL8r1AI4yn+QIdAzks33dlvFjG9shTK4N76SflesXAjiww/uc+FJb6eteNeGFs5vEsOyDFGfxstRXmv0lrN/+JqfkFb6XGis6pfNVwDjL74/GteOUaMhByECe6RL2l/l7vgufAuvA/SiTfl+vonR7cNiG31C39pvmehn/nMxjLgBhyuM03b42166AWNMC787KPwWw/ry0TuEJ2Cu+06bSHFlwKP38DjyEv5Vn8xyJZhXQ56M9UkCvtgcbX3WW+lGLyQfuR+SN7pR9LfL1rvwqV6oTLi/kKAjPX40hEHJzDlMdMZ3jb7zoCHYGOQEegI9ARuAyBZuDHrfvl/g3gy+DthH4BBKx4M4jF0IKKmoNXagwKX0wkxf1X5Rfj4aAAseNs7jB4MeEVJrT5+6t9cqCv3bY6yhSD6n1poA+KmuSyUcntDxi+wVmJUAIoFlYSY1LBxed0p2niSdmy6j52h8DlexxSBD8cu8Xk1NSFopSKVX3LJIVixHHWF+Mm0h/aJfAhA/7DR8bWVIebVkmrvvBReHnLggNw0q9Vihf5qAyNblD2YxKNnaxMrF2Bm+RbPNwrT6JJ0WRBpv8ORdarp/NYb/KVNEa52PPARF/I1LfHH2O89kSvYRKfqKPR6kX2apAnN1CwoVU7i+L4S3xoJ69xlCnHGUOTOYWceHhOHXDFS+JsOcr8Po/9LAS8hLFckyae7IDPnfTLZJbzgiwtup20ZnHhAkM0E1NMUM0CdI+OQEegI/ATI9C2feXe7fcBlm+/qxXUqRYYg9Uimor7AtpEPdX+uk1rD33o4aChn3eFFuOvU6HfyTAOOP7jfKi/1fjOR/9q/EX/xii/ulFeG/8aYM8NfGA0gbfCn/P9hL9KmnTRJ9A30C1+VzfH52dedYkNuCd+Mlj6m7ov0laZxjeK6fvWaZXuej0Ab1wG8Ad2LEhkvAXPrzvSt2FWffRN336O3dXgwu+FNLy7Gz0DGvwEAnpZlXV5HXUpi6ahcYVlQPWKnYD2W+Z31fBWZVDxdD8Y+VrGlmm2Ifbdh6yxUM+GKBc8fsh2vNtHB2M1PKk+CVd2++eno2p5bcjbvjSWQsEnRVj4h28wr0ZHvcyyNa7TPBWerRPTFujZi5+n4ZzMW/8MY2X41y/5Xk0V2YX/Ye6jYr2j7FblbzW9/S8sRix+kHM6qmPDZwPAFv0sHXmQc16450fehhC8/qmcF0gUHW61nEq+3C6Ke+ePXKT/T5y/nwrszkxHoCPQEegIdATehECO/0bkNU7RXPSSNWkUrD90BP5OCKA887NRQ1cG+COjw67Zg4sQ0+C75QXFYWyojEG2jb/1+LBQGi/iYEImB/coOXLFkDEM+ou/XlnNkaLnXYUoSFba5CtFYf9OPqey/4+VEE3U6DvA/rZOjTnwBWd3vWe3t49uvcc3MwkaRauwgvAq/YyJo4dW5Ns4JqUxJtQKjpoAorSQteQwvs8lvDAUeoW9QlykS4UskzapakLAx+NmXiXzeFeXHFWPcgMzvCPwWpgS9PAF+VD5oXRSli6EfWkE79qxC1zCzrtIUjk9zEcbQfzAk3/4i5/kz8EKaFUBLnGXFGcxyRHV8HfeKT3jIp6oZU6XTB+nmbtWg45IJOuZxBMmfRqC6raPzqdeaYcEO6VpLz0x8iT+s9d8nzd2sChv+vY5O1vym73P4sZ7MeKJO56E1QGMSqmOkkl8Zn1CCQWevIu48/JwneZllSfxlMbyPfIz4mb5gYUKTCvXCbfSwiyH7r4dgY5AR2APAvP2bE+sY2FoD9OV+9IuusujDd9wbp9pfz1uYgI7eS7Xtt/O9jYb9Q26wyvRcR/CGIVxnRbR6XhlG4G1EJKWn3+LTullUjbo2ICgb75izBGf1YAwyq9JLpJb9sx8MjbQ+I6jn9P4a8OPeDMTod1AI3eItvT8DVrvTCa/Gq/ImB5GpzbU0n1Jf7WcCn7KIyj5W6T6Lik4avCAR8ED2s9oKUgtQ+gylcEuZcbYy3HH41vSGFzIV3kWXb7ZbL7gzbtUa+kpjbwf4u+5Y2yPo8w53efjQ4v3ZAA2vyap92Czl7xk0dLGeEInwnjnL/yCPy88NhMWuo+U5Yf3Xvrml8Ampgvf+0VmhXOC2dDKMR+vNtMgj9+DTxurCw1OucIRP8nbQ3+O8R/jH5+6kxgIq4c/44SspHwk9fm11fnj2GTJqcdtGFIlp9Qn/W/D5X3iMKe616fhX1FYmEl9ePj4XY2DG3ByRym8eKFCwfLmxR/ilfqP/NofYAm3Xf8J8apLFqN9AzKVNIZf5YPZgKF+R0ouEcpF/IF3/JAR6XToccm/g4eOwW22X63OQdqb8mca+/4k/cCfOOjsJECZyLHACNly3iSn5RNioVvpfQlm2XZ9QpJbaYbIz+CUDxt+owySo/ZIa7LyUD+X7Rj58AkE1GdnaciXi8tECgBJsF87Ah2BjkBHoCPQEXg/AnTEGpPESR30xeqrpX/cNF556LN/3QD8/iLoKfyFEECxi+9lMYmiyQSPbFVxrPBxZcIGxerrHDtIUYh8pULPxtTiCQWEyaRhDP4+Bpls0TFgVoLYAXH7l9LSZIZH/eKjOBTXmNz4qmaGzPMTTy43eBn4KWw1FzBTGVtbHVSWJsAFt+InV+DAE5McWX6eWFrARjMID5Wldwz7+6coxEw6XMCOSUCoyNMqSXAEO67FmX9KFH9NDOpvZiWDnL+Kmuh7tzQTLXIck3uEPhMM7PyNY5a3yv0AlwYdfvhN8DCZ5HBPetRPyjvjQGCJpglv/EGGxI/l6tVSyHIWT5rUwDadE1kbDNRXMdFD2cn4a1mBn+sc1Ni9wcIJJo4ijX30ieXFII0I74v5PFRM8gksAxA1IiZ5nskBOYIh/ZjwakWhTdbtlzwIc9BFCUC7TBAfjN+DdwQ6Ah2BH4eA2sba/iUXexpx2jsZ1DBQMRZgPOwxVtLIa0vrYPvqMRDx6X/DQJFjJB9pm4aBTGp25QhUjH//1E+7as3KlIeWP+VhtyvxGBsUw6p1GXSXI859Gj2tetzPMP62FM6PQ8VflqvH6DKqiU8xqx8Y5LXN/wbj2TdKH6Hc/VkSdBP61EwnwzRk6Lufj3EwADPmY+Rdxt5rfXVDe/s2ytnlzzHV3k0bfkfGNTWNzCP6aOoYHlsQYipTNdbBG2VaGMa3P1ksKyOwDEUhDxjKl8nFuFBszd6DK5NQlLH49vspr235T98tp7fsS4HRJqjOFUPdUVxYBMCx2h/sBHe9Ct7MNuQzo8sMnPBVfpFZ9HkvDpTsqR3jVJd45krCLUZ46dmyrmtiC76WYV2+3InPMjYmaWTeZQ3ra67Kc7RfyHQesb0WZc0/i2Uuf2sxtvzBfHA+7azI9bCYfVwe+TQYgvEpv5pPeS20T0NKX3FX8tbwwUKJXJCU1XfAMXNWrjUv6f8VPPc0OgIdgY5AR6Aj0BF4jgC9OP0z1xiAxQmZvzEq664j0BEAAQa5Hg5r0ihWTKC04JMVh8kYnrlmhdLtW10M0PkuKkZodnjBzdxh+NI0AhNQywHmUU75RAMSK6DFkyceilbHRWmPV0AXvGQ4vxGW96fSfR6JyQgmFphM8ZyXleiteFrLi5EktUWX7Tu4ywkaaFM+WUAxuRfoDelShJ60YLGBeCNHnnJB2WoUta2cPXtXpEV0kStNMJgJymrgY52G6oV2hTz+VPhgfj3ogTf+NrPoRdkdiFiDip866UBexOZMHmvgpzegzlFvdx2Vfb8h61n/n0YtAVos4Y1J6d81qRFr4G2gq7Kwl2aGQ4b4ia9otfLFoWtV7MHNCzuybdtLRnk0EfKKpF7tKEfqATuAo0z3pEC5WxS0s4hYWRIghss2am0CM0Jt/2U1PIl8sLPkO6mwk2ugvRybyWRwcmutv+B9nWPnEoVAM/EQT59PDRLXpd0pdQQ6Ar8+Am5XLxqHzNGi/crWev42fbLdznYcnviW6re7DGs3PougBWre+Vb6jB00k/b6Fb6Cv8fj32q72WH7nNeBHo1yMVb6CF0t8vOYInvNYlCLAWBEKx1W5nOgNb0rfCif3rkq/hib1x2C0+A7n8vIMzqUnXEWgxl/8cgYQ4ap+FYtxl/wjBjtbruBRim/Ec74RX69MEzfen6ILjuVlz9FM1DjLmVn5At/VaalY3lcRhoqgCXZqWFHVJ4/OP8aOxOfss/sPY+5GMIGdD7n8i2+oXwv48maR3b1Lbh8vylX4pHFd95V7W9As3AhFn4ukBx51XHlyBdci2FdV+7iDKQokzEv28Ds4h/BQodyXYORbZojVvXgBQDWbzkGHB0u5CGNY214+Bnz377dcz/w5vY1o8C/p+ny/XJ5OnjWMfMKz+h28JxxHeqNfyKdWPTNPbzmj2f9LP9bLBRdmZMV7uhchA26W7He966k7fque+qs2+QnPLkCSN7Jgx3loKjUTxVwyu/ZZsTEXvqzwL9lDaIL75yW8iAZa/u8OP1pzkjm77U6MafbfToCHYGOQEegI9AROIIAg5YcCzIOZ2DVDcBHEOxhf3EEGLMzOR+Kn4zAHOfjY5fIOFMhqYyhXH2d884Cjt7BCMWklieNIn2qdf7Y1h/KyTt5IzWc+BFW++wLKOFrSkVQu+yvFCyULvO1Q7v65EhetMzM1mWMNIS8WzMVQWu0evksQRnMdUQDxsLLHSSVfJ0cPJSEAvNf8elOnuViL+/IOFNCNkibsugrHWrcIacyj3r6urxZuVVGYydIKPCHeGkCB07spIC/lrejCCq8F6hIahHyo9Ebnsa3FKqm4yxvuj9MGMOmmPHEx5jydU/wtd/BjrGinaKeH4v+PCHhz0CKdjfam+dRCBGTy9zodzVPJGAnwmYqn/u1I9AR6AhcgMDlDenAU7SNBzo1jB45OW9z0v9S+8pioULDRpGB/mt3SssGIU6Y+Y/SYXdgjAueN+OEo++X8U+7KP3ZFoxpF2Fp3JxX6SbmS/zJEPScr2VEGFsM46h2vLIcfp8v+GE4l16FgccGepWTOmpS2+eSF8JjnARLdqZiWC7GmQvKvI79bEDbx9liqOQFGZXxK3Yqs6ta/NpP+cgwiwS2PNFPKWcZ+8HUsojcJ0ZbcVfeJS+lTvF9YuMrfuNbxSvxVryjPiP78IXhHz0o6sxKlJe9YyFByAcycsTl2CzqNfzKsO5d6swLkIdj9I6k7bDCnbGqy9Bl0FJYSjvLGkz5IRPIAvME1K02/hffu20reUmZnGVBiww4otDQin9/cxv+fyTjE5xm5TB5P3uE95+I/xl/jYfljUJhSfjcxbev5U876LahyFnqeUuR5mS6T0egI9AR6Ah0BDoCPwMCGpsxzvwtB7w/A0+dh47AlyNQFBJ2+qGQo+SFosdANxUxuOJejvAe9MZNGNFSCXOIy/5816CcVJMf7zjzUmPxpiOtYiWy+NA3bT/uTCaJDxkjvmtiJVdgXsbMiBA7pNm9UCZuYEds8H1Of960KEwc4QtWxhbgUAj1v3Wvtj+5a8D5RYv8zAkGyk8GGnh0efGI39jFRI8OauIbZJ6ciPeX4EcjS35F2vSt2OMxgJCraSsOCgsn8OwNhp8Ki4ecL86DJgnSz5pzvF/6m/jEO+WzYMCh4uxCvCmjGF5jAo1QyHLgxPFVHD2Wx1hZ3sQOITBistvCIZ/wANU1l/w5P+It6pMkXve8e7hc1mKLDwNc3guTD46nE1NhZCWH+lewWqey8gbovfACvpbDDBO4bQBQQQ4p5yw/sCrP8CzrtndrlIJck7dx/qJ9or77+3lmiXpP2qTXuFIHl2S+hlK0YeKVtgN5VYvjCa8IVeWyRmpvlKYneVgsQ/oi6FX7FABSgs+EL/sOf0b5G7zLXdCIidJybwwHrBf5gw1BbLktExfsEEJwLa+zdOYeQwrzd1lWyD+T5D52vOTXR/WtRA6ejJKKRYFSNOZJDD6lvg4ek7ssZ3nHsYrU6+i3YIOnLbeI31aE/q4j0BH4ZRDYbn9pU8q4V41nNmu0KLnTcjgCcwyJu4Wx1+LTqH8ftXXRUuc4ZxqZtvShfjBadDXsMvo++KaqDIK4aKM1finNXxzSr/DORPYlDrrrj+mZmT81vpYB+P4fjWuLgVVtcLajeU2iHoc4XywSogPiG6ocsUk/m2OvDF168RF4BfUEfwja3DGyIG8YpWVgZUeojCrOehk/bUYvlDJZvmcZxxTLWO3xAHgNmHlstkgwyqxhTHkVF+SfwayoVt4w+tA7mc6A33QcM8jnkD70vXfUvGH4VXzvdI30nY/SL5biJ8owZoalpZFAlT+YwiiFoR9jFI70S/6aPtev1v6YHrTggvKXbPIJkGL8JW/5Pc3EPkktyn2ma7rlaGLvQmcchjghbZHj3KV6N+5+naR9zVHZMP6Td8Ovd/7K+OtP/fjbynlK0IhMrV+tb/JOXeBbtF5IbcOk5FR+oXPxLsf332OUaFkQpSjAliTZG7nkX6BW/5QV68FaEIDh2p+FcYix/GSkrK85pjM112uOH/6/Il9TEu/wK8lRBjN8lK2KdWCjeadUGv9Mc/WKPAcDUf84tlrOefcfXhYZ9BvJPeWrcouTX5BVLQbwogX5E8eMgfmyy/wvvz3iK15hVzJKn+Ejn8UupWy3wABqC3xHlsW76xr5E79uN7QI2jto8St0glp9TgOlSynTyKsp1Qi7bkKGkmddaVfMINJK3jQn43oYYYx/pQzm4sRHhcOEfrCu8gmWeAhX5QUQ3uiyTozwK+0IeXlIkF1GZFPtkhf168Sr5CrrcrQN6J284VfyUjKS4TMrtdZYL0zfch01dtOYk7D9sSPQEegIdAQ6Ah2BwwhE/68+nnG3xiVeXDgMQ7xs9jDRHqEj8KsiwPj2IUXkbiUKwwaj/xj8P1gFrYmbmFS3VvA1MMCTB9zfNY8ihakohm3iMaaWUtJU7vb95fca2McOYAbw21jE96NyIvFyTsYEyT8NnS5WIqsqMw42enqnEobyJ1liEuRWtalR6usPnswM+bu6YCPLKH/HFDBnwfKIcfVZya9nbfrGimWpc2HIihAUZ1HHp1FWnmX+4khe3AV1wfXOSv0ZYlOEsiyZINmuM5GB5b/scI/J7+X3Z30/teP8u1ZwHJOIs6l9QTyEXO3l48bkEruErne3T5WlyNP+7qve4kelTxnSjBNnNB/yMov0TpoQ1GITDMHfi6EZssOk5cuJdAIdgY5AR+ByBLwoina7NKZ5ROw0IbeZdFQYVdXS3WT8fei7qu923+lPbFyVcVl8RpsKIysOo5on3Bn/8m1i9Ifrx8I2hEhv8TdLPTYPno6NncSij2iVnuPvKGMAhMJhKitgiCcMvxh6YgCqywZ2Iyo5/mLcFAvVhp2pMRYdBT/1QBqMiDGeY/zlmd/J/BdDi/nFmMpOZY9D0tAnryPO/CiCDWUYVtlFHd9JvV02iBC+4hudLXZWh8weYXMIG3VltEMZw55x2VvuA7Vdd+yyBmMdWe10ErNdkRVFBvXYTa0r9QmR9SIK5O4rXGIvGfGgMuV+KW29SxktMlGVnip7b8J5iZ3qtxeryFssElV9Y5EAbsTyyboXlC76u8RDlktelVSWhdsMYUAftheKizjdQ4ZF0naSr1jgtZS/EiTbZ66tgvND5WtPLnuYjkBHoCPQEegIdATcjbvbZ3DFTw/qw8tMeQeoI9ARGBDAYJDKSCjrcXQrq6CloNXBLzHWB88DvfN3LLD0ivtCAvMM1XfsokI/ME57VXxdfzkOdtETu0jj26j/xcTgtoSJMPhkB1xRLyI180Mzw2/05iJuBjKURKCTijHvuB/CzO48cYKyrdXGZbdiXZ07C3zWAyURnHStsoOfXD5beQyv+jffVY9rbrIz8K5NWa842s1J8WeJj1myAAraTGZuwzuLuuHRHiE8l/GNiPVV1k1NCCqTr04LenJSWQUnz1uxa8fCVMqupju9AZsMw5XncKy2tsgB4blMFsDD0BfyviDgu8oxucIcLR69uIW6AL9725CST1syWXihZ+Xrg6MAxMPZLCZnvoK7J6YHHEfvFx5oj/jFN8H35mWB0BOvKE/VA/F3zwmsjThuWySbpMWASgAAQABJREFU8S+WAQDdVW2OxUoEkTF2q3CzH7UNxvurjkBHoCMgBGhWwvB5NRz0Fuo/nvZdtGil36GvkrHnwWI598/NuxF7JfzI79jDnYVXauOj7c64W60radIiw6O+TfztH+qPtMsqo156hWpSzuvRBMgLhj8M6f8QuSZvu8eGiprlpzhh4BU/XkQHdix+EoJlZ3KTwnNmC12Oz/auNa42qJcxVUOhtVU03r71O4pl5CirLN8wAt61AzjkHP8ppsn5WK6GHXcQJwx7bKX7YJAEW/PLu23nMaKCzPJhvZQd3tqBbllkbDPLzDbx5m0a4G0IcnlrXOmdgBirha8Wkk1z3kRfvQU3aPu47zROUn6M45SpzNc67WV8VxP0C+IUrDkG3jILPuMyaml44YQ8rBMhmzb8pxEYAzYcJi8RM2Ri7NfSPHZf6BiXuB9x6zKB4kp6iS1jT+7XAT3G1s7QYUBUYPOpcTq7Sr14IPNVrhMRxdfQFnmO+ZbMOXpcMPDF2VGi4myEeTKe/pmf5HXpSp2Xv5hfPwGp0NmQzUDgur/j3c3Mx+AKHzXPmZ94u1V3MkS/dgQ6Ah2BjkBHoCPw8yHAGHc46RP+hlFVjgJ+Pq47Rx2BH4IAlYPfdCCcCkAcAeUBPvwNdYmni11LXPxYWWr92uQwTmEoQWHhtxaujfPKPUZgrT7/rkmS37QzWUnGpMyYJv65AxjWUu0Zh7rqCfMzvGC835f/uw3UYAdnbzIUeeIKnpAprg0KOVkm37ED0JS58ZvXn+BD+OiowJGcm5eJ3HvSZvCjDO/CCeMqx0nwjWIbbl9nqlDAsBllZ1FepDvwU49mb8N5VxAeogMp8XzOEZm02vTOUSLWHYN52bGUVI5OpFOfoOSJtYv4Sl5cTw36WcBUf2Z1D+waec/EDl11gCcTp+sCsUJN5cdxbPBkvpigUtA62bESra2Tz8KKhCfBXDAmvkJ04s0Ml9N5SUALjTHtlCk+IWAJLsWZ/uPQ/akj0BHoCPxgBGgL3R4+62uzL6FRw1iJChvGtexn6Cain7wuT3ctlLvLOMSEPr/SpD5PwP2HDBralcgR1bTHI/7weNlBBONqjjGPE3TXKgP67eMf4k8LAumzs++rZXOcrssE9ly2jK/pjynrkvET+edkn4fLnF21yMOCzDg9vco86HbbMabixzHaLIqEppiDz900FIV0a3hJib9Hzbjj5E7apGXMKF9+fPdXsohRfQW//NSLAh9zPkqdcSoGYPSis071xPoFZU55L5TRJun94athCyOq8Mrj6fdXUhiBx8R3f9qbWXj6MloRLwpghSkMU97WScvzZibgUzwn35Y9BCLbyKcMXBaA9gOO9zvqFvznMetgj9vL+1VllHSGdP3pKuZS5OryyayHo/aGuMh3qYTOT7n3aVZQWHOZ7tr7i/yz3pmtUp+Rr6ojN+lYfuCr4S3jN8H6bUegI9AR6Ah0BDoCfxEE6Mfdl9O357i+7wD+i5ReZ/NdCPjIuULc3yfyquVY+ZtzFLxmr5a/4WVNR6PpWDJcJ5reM7kuJVpJYdbk0Nj4zqaunpQQR+iLeh+799h5G6u12Z2byliu8L4SP/Ia9LlBAeKHz7CyO9KjsWGyhoP8mKzBeO5g8fotfykp+Moj3JYTiQlChWTCQBMH8X1bmOP7yYMyuBz7gK8V+tL4WlEXVshYAChC87TiFUcZ//7tzz//t8L+W2WtSamX+aI8inO56XtRTCBYluGjeZ/hZlfCxI/6EFjtiTcjtOGh8lt0z9NhMsVfLXblWCRywhN+8lcL7hCdbDYcqRT+vOTnJNv6Sy1DcL5zxLkn/57jMae47ePJKMtZygNpbHGqd4KGED7asSwqMEocfb6d3K63bt8ka3yDLcphVzS1AapnHDnJT/UaMae+e6d/qUsj/nKyo/F8XtoE5nvoGlRxC42teup3UAXXJiE9XeegS4loQrTtxK5LoFPqCHQEfmEEYqESGcy2P6/yubrZqorpVn82pG/YZaz0N1U1dmPHapzEcF2BtHmMXb8ag/GNXfUj0Sfo79IkemEhDdA+bZM+p+78JR9b+dyXB6sAHrcRHoPlsGsxe5ctSsEfizgJLZ6E411jdI/TMaThnf1hJbSfb3c7khOPXzxe0Tjzpp2rzrvG3dDH1TzE49bfEDvGAdqZ6t3eyIAIic88cSTiw+dEXqaEs492HhlPlSNoNa5ixTzfeY0FtfvzHOUaGXP9MY+ST31aA90sMTcrmf6Ur/bZYUJe/I1XlTPHKXuXKp8CUh7BlxCMw9Po6xOa9tBv09J9UBK/4juwlj43k4GMtIUvCyUw6CGTHrWqfFio0bqMHynFm8R6R/kpQpS98EZeNdax0dpoIBOkC52Wvh6XHHpZGlGzboIfRVnlM/ldInDUj4V5LAoJmix5RV7ZOfsNPdmVI9NLTEhj8Ivd3/8RDRYCoMPxHiy4zver43ud4xvh4kZjXpKjHJBF5inMo3kIvj12D1+xlfmNxSqWY8nIXXVuaG+JrDpY8wo26RILp56eL109bi8Uos9jrgLJKZOk+bkt8648mgXlCrmQzNAfgLcXQcN6adiiTCH8Xv5JYdM17UCqT8PskNithmplDH0NvbKp8y33V/Rbm7z2lx2BjkBHoCPQEegIXIAA4y0GJQxa2n4dP73TZToq14vuOgJ/TwSoFjh/97NMDEQF0jBY//N7wKhXHHccEwQZy1Gv/+N0SkW+lYrsCp2rODJJwvBrhuzErTMtGe7KK3kPBQijNEl53mSSBAZglCsMOA13k1BXPMJP8gRf4LXuIjQNIc3gFM/1eOfeoNQyKSKeAKECQZmtODHoHcpVGV4Jd9Y7Jz0AwliBF7+WJ/hVgKIoMomFqh91gcktYcfRiHWiBFqvOqVpWV8rk5ZH7nGFZ8t88+x3r/4BIHDQr1Goj1KtVZEbP2jKxGW8n1KdWEbO2akCqVmZ7ac3D9mW/fztsk/E+bB8567ySbksR9zpq5Vqv7EYQukk2Z0xXWaeDKQ9EFj6/7wMSaSRJ9LaKPeb68BB3ODDE7rBEk/nXAvImAd2x3l+H/HtriPQEegI/KwIeJwLc03bO+I12zkaTn5q6zRuu3FcsXesEjjC0Ee6edWfwbDA+xPOk/wYtP4t6vRtZSywi5TGvN6p+g/FDaMP0cyfGRSfL7XNyq/5k6HNBswc8477gXVWCSdGMKhq5++HjymejrkS93Uqq2+cR8a8GNhCT4gMM3bJjBcgVom0L8BTu5PZTct4HTKOjv+KS7la7b9ZpAaPYdxPGRqo7cVyiOE70tOPscFg/J2E2fVIGVMG8IkOwVgb4y8QgiH8zcsojcH7FrMGr+w89QLA5gjfHLPul9Mw7n379i+XeRiYWgznvCoDCy7DtXEXgkl285u/LO7DhW4eYZ8umk0d6ANjtdJsMTW9lNOg9/rfxBpeqWsY2Vnenc9c16S5YJI8Y/i1/q3Ll7nknwThFcfCbvFsqNIv3oz+Wo6ptPDNAu34fnWE2Yg3IpIPO+Ujg69eS7pFdhgwD3khS/F+KBHx78qg9oz8VANqJpB85fNavjLc2vuM/+pVbaOVABaLQKsswi9kP0b8i6fS1ryaao/fEegIdAQ6Ah2BjsAPRkD9Ph/njM/wMO5gzBHjj24A/sFl05P/uRCI438YJjNhoZXhHvmjtHBDxeFX1IHUjuXzNodiUrUPRvBUXH5SHm0Nwk8B4MUripM//L/CiRcrDSUtsWHbnR6rsYo8aBX8ne+CytXs+OnKP1Dmh3KWClqkuZwK7/ipGRSPnkZS9Ggal2Oc8f3QNhAmazhGELnKld/PaD0U71Or8b+ncvoswu73yisiTXjguiHruLWcFxlzGOHl3Y5cWa2+FseBD/7RAgHh5O+2stS6rDBf52tMfpjsdab0krLNvI3D7nuCDg5eXqETVOIvPPFjFXnrv/+eNeoWCVZrI09qCy5pikSUxRreW5Izfrt4JD8sAGGXOrtpNFlJw/mpGlW+9XeWP7NhHpgsY5eEkNvFU+KJfGbZic+L61Ls/BVTrgYpL5n20hWscMJLOBkr7zLYEzdibv51/ligQQpM6DLxk/nfjNlfdgQ6Ah2BXQikYeVsu14TWZlwrn1j2yyWcabbNbdz2rWqMQK7WGlV4+jXYe9VTePkDTvTOEkG428aLExKmXYrXtralnyOecWU+mXxd/+nrsVgScB2rNxGPHXPuETfgn38y31vdELZv2wRNFoRAAOavvfLN+zzUy1bMY+8e2CUNn4yrmnsS4/kjkl3efLShul2lJT7fY87mbII/j80bk0DzSiw3qf81PIYB/BT7N6jfGWslEHq7rGseJTMZfyFaBte8MU4SNcinzZUb8TYfFXrBvnkaGqM1BjNlOsyBoor6U7dkt80DM+E03iSxWLolPBtPVIX1auSzFLEBT/4HPD0dslCawgcfCX/Z0YmWaY30a7fV/ZR22QlKT7Pv3fOaszqXdUYJVXufNIGGWUkvO2Svgd+20H9NsOLfNumlV3iUQ4EbF8ukLXxt7RJyuvcwL4Q5xKvgf/AP54Z/3qhIWlUuV9OMHgFb04C0O7lVX1zqH9Z1ssUz/qWvLiOgnf7zP1QBmNdg/aWH20Z8qIfA+2Mr7t0Kd/v4T9TmV4jH7E8RFxRP9DDnE+xy0JV5c0sjzMm/5K3Ivaz19Ok+nNHoCPQEegIdAQ6Aj8tAoxD7p/SSb5r3PXJWDVHB9z3I6B/2oLrjP1IBFQ5NPnDxPnHJwolxgc5a24MqplUD6+v+ZsKSVTgRj9ZTn6kYS4HucoXzlAWhlXXRZkqCeSTj8DD0FGMwFelv0RHzZ0YypXofB9uy5VdyShK73SezDkuNLdPTSL+eT1vGKTjHwZpMo5sHXExwUmOruVOXMlo+NAqAu9wsHCt8xW7IHhPmcON4lp7VZ29rEzhBXmiLXh1zZRw86SJUAO44yKhSEQlv+KHSUufM5k1za9/3B94AqeT+Vpn/Ez+tO5NMhHHta1TfvVNHNB/tBZIpjjG8Uy2Nhhmki2+ZYiMwBOTpEy1XV4gG1z0Vx2BjkBH4D0IeAGdDCc2/lzdgFaW1TDbwEK/r+OfvUuUvo0Ge6ut114+jTswIXlxkIyr+fmTa42/sKG+/+P/aGwCX7g9nUmGUR6kJ4TRV0cUazHfS8bKYKD5C29gJ+M0Bh+PxeiDSP/AWJM8pqHGxmrG81p4mEXgcXWT7KFbcGNXN+MVeMryPURkHFi8Rrkz/lRe0cWS13HIHU/02oW/u4x+NjjtiHY0CDyzYIEjiOH5wLh5GH+TaNQVvv3LQlcfRV15SbmrHq/fWC6gC87wDcm9sqVw4MnPcTJe0fUh9Q5nrEmj8DxKY0lQyF/yJhkoiyo89q/+IyLvfTDOLJZmcaH4rbgvJxtGXwUrGIc8gzt54reU52Va1/gmluCK49rez/nJPDj4TF7s+1P9wfBb84S8sXBGeaxzVmTRc0ShE0Qd5r7rCAKhu45AR6Aj0BHoCPzFEWj7c90zAPDceI6BXp/N/osD1Nn/uyOwfEQWijeGMU0I6HhblBQMUqg97C/wgFoD67Z6vQfHVExCgXqwit4VWGxp0gd+cK7XZdDv1bhSwPHEkEbMqgwQ+CI3KA3CCqODDWRSNiaoYOQwfvgLs7ry/13gWcuBH+W/KJ0TlioC3qUY4BVltr666AalS/lXWfkIBim9qV76m2VOJRvjYeIBaJA6cPM32qRoU96/FcwixiAbDrryZzxBE4Ec30ZDdnsGf16NzXKhyeKBWMmcaZWdFWTCyr9vjPVK8oe82S0axlvxJLmhBJmYGlzkfHge7mwnLpMKDxYZeBKLeqv4lokh7L470QBv1fu7JrbyRIA4LjDxgNI6T/GOsISBHvdxjcmT4i/ffQ78FUckqEcfyvQnO2xU92PXLfSPuZQPsCa7GAu9vUT4O2duV8JribLrs3i5SVBcfpZ31TztznFT5XJYihl+mf5SCE+6e4cE0kmdph4gD2qLS11Yipd+ESTkyHJNVHn6uL0ycbyM2OA78Bc1MmlTltDnfR63WN8V//Y57qFLrCLb8ABu+he8zmM883mMthhQX6Lc/E0ysKf9pXyeEervOwIdgb8xAuMWoo5P8huIkxZkMkw4iJt7FjVLXGnTyyIdtYI5ph0IDnzRRqbxN76XyU5cGnU1c75ALynQ7vnVoT9u7z1Ojd2MfLeW9jra0OSFdObOBi+1uXf6Y58qo52/7j/Vvpf+hljuu5Tnw87jByOmP5y2oe/BWj8RP00/0Nw2SSTv4cXab3i7szuZk1xkJAiOMm/j8A0h3w7lH+FDLSEOz4wF6K///e2mBbTuI/GOQH6vP5suy9PlC4b0t7di/PUivCbdgkslKKzdx+MxgjnzpLg25GgXIga1MmbJt0QDGVyl46f2T7xvfViIhwQjlSED+d3flnKJ0cjDiIYfpCeIp/gep4yq0q14hjpjIKfgukOxz/lY1mnHqVQZET4313F4Fiy52FmpBCsB4AhGv5CPcL8hCPAgPGNnp645doSG5Zyx5Xj8NH4a8wb6S27IK3QlvzpVinbAdbbu/JXsNfIwHicKOY9H0ccod3b2g6+4KQIdKQ/jy4rTjKE57rMgUw8McW6nGM/Cf6RmbP2Hly1dyTzjN+HLN39d58V3yoPzbaxi7D5N7upn1wWxiE4Kl5ZE5WFtdEn7Dv5R9mFoZ0zvuRXLBRRw8de35c9Q1q1v3s/D55tn1zSGRjhnRrcuFMkNczuYtsPBf4ymxSHlo3LwnAoLg/TPMuPimuM/yE1bnoXwQn7zzfmrMLGuCzb6qQ44r8qPRasQJk9RegoiuY93tDcRIBcTtXHO89RjdgQ6Ah2BjkBHoCPwlQjEeKX07x7bahyCzsBF45cY8XQD8FeWSU/rL4IAkzVebY0RmEqDnuARsQbWGlDHhH1WoS/MFKN0FF14YpA/Y2HigWLeKMPv4zTVBdLL+zY1+CqKSev9tnspZCj1wovJRfaKbDnPCXiSaSvUq+/AhWmPJXzWace0j81y64FOvEGEHhLqGzLu+PDFbxurCBrlibIckxD2vfBPTMqgusYJwus81fRVzjGngEFNzuWJzKHUI5bHcB9nRu2BJi44IhCj66vu1Ddjp4mKDU8IeiLz2S73aeR3PYONBEty5cllJq5egotMNm0YBXuUHnKBECEKR+MegmldRpfIII/wddPxLFe6WPQj2MQOE1pe5HJlAp1WR6Aj0BG4BAHaviPtphpxHfXKkcocWRuN+iWMBJEcI9DnaFxEnx/GIUZhe1wZb2iH6oe+TczRyuGgd4EzX9CBL777q58YswH9KYfJAznhB69l5686i2t6oUxDfZt4tMFE43AvEnvKn9iZOXiUOUbGvpu+UfzwJ0eQAXlngRzSbwp/HjNhiArjfuBHWhc4DC/+7m85Uvk0STDE4CSeNe6M8Wtm+jTRWcQ4JjZ304P1LMi6h+TRizhkoI4jcTmmGpNZS+QiXM1FoSV5+PygfskA7Mkt0kvZW2c3w8QiTpW9x5aEv5LHrfQjLXZax3HbKs9ap5fiKU9+zxWMw/gLvja810qwFPc9fjdOL+InzOL0gO10MPbetcgiDNiN/pv1djP/27TPvVVZZ9q7yj3qXnQNyFjKWcoMefq5XCxySDP2hLeUJ3uTF5mDlbnQ09p6O4nXHzsCHYGOQEegI9AR+GshoG7dc+BwTRdf1Yh+BPRfqyA7t29GgFXQMSj+0Mp6r5Tg2X4M+IvyUIzA1KNUB97HGGmKeuGD1ZvtdM1HLNsuycNRM/Cvig5cpsJSgl5wiV2MoeB91+7kh1Zkx8p1DGWsDi/zCRgilP5dvHHNFagXsDAmofyGwYMyA7Si2NQGbxzcTyizTDCBDwbNhSAve4mvUMooBdT3NpWmvCYJMbeBos3Ka33pTm+vlzbKCCNwrHReB4o3wbXygiHUvFKSWoGv79Dx/JqxD4LKLYYxLXJgwoAJsBs7QF3/nOD8T5VxYsv5GazAld/AuR4OuMD6pt3EkPSq9VG5HSBVg2LI18S1JrHZuZnr3+vrnTd3GQ7Z6Wl5UFlc5pRR6mg4lfYz7CcJezeSJnxvIuHvMUqA4Y7SOOsGe7toURaidrj9gIgJWUrPsrIez5OQvLYEroerb6hJQmbIXH1zxY3xVlnGUojchXRF/byCu06jI9AR+GkRcP8Jd9lq53XCcYbb6psnUZYfSz82eZljibExib5J442bjlV+/C6jYLZtbR/Y3k+Irj0y5uAdY2knzNhf34XVt3Vv+lblmIcgUvmrTb5wov9k4ZkM1N8ef6h9F79+jjiX/GWnpQwqHxpzYciiL4QXfsOus7W2PvocxiDuRz8wpK+U71lmi3H1G9/V1b2/o7yQRuL3NBnkTONzypxrFJRipfwtEdh6V/h7fGj3pw2XLvkJFeGUNGr5ToKUxxzX+5HyVl4f6BQaR7ETdYn6MqXGV5FscNKV8fAJiTYfQXE9tk8XYuxCeuxGdZ6PygOGfn4sRpAxrIxHd5dvk+1dt5KBj9sfYvmZ7GY+mvyrrfLOXwypGP9V/lG3M+wuDg4GKrSR3dIWNBwVzCG5wkOtT2AMvgeTfzn4wH/sFPfIVe0PC3CKy7qSz7oSywsYvBAE4zXygaBRodq8tvd69TaX+eCaP936hKGFRN2voXkXfT37uXLNofuXF8eM1SZf5EVlge5VfL0go0YR77HDVxJIPlQU6JJ2mb8SOOtv26dUOv2mI9AR6Ah0BDoCHYGfGgFO8vrQJhNGMYwJYqoy+n7Gks0o7qfOR2euI/CFCEhR1IDYx62W6/ecyNHVxze5Oo1UuS/gj4rLymUUQR3bZjdVQZ7MWFzNpRUHlGlWwoaBN5WLUBVJEJzU/KAEvxm3tMXQ5KGk+QjhKUSwVJwVHEOmP1Kc2uPDMsz5a5OwJnJ8pLiMrQLiCUnCRDk65IKC/YTAjtfiB0OuJxjCoPuMqyBaZF48xbft6FbgdV/sbcaQb/Iek0pMbj6doEzFdZQ8PPG7ypHnmAwouX+BMDuSYwK21ouz1Mi7yoGTv87ylfUlNslSjiF351iiEMDpPD/jdCe80AaPynkcevlJETxBqTaKifnLXWJGrnW/p646CmXHxNgkj5fyB15MSpPGYeAu5aQT6wh0BP4aCGSfALerrVP2u4eylL2Uro6vNqk2S/kuCA4Tz+mv8YYMa3H0M8YU9TGrzB1iqgTGCMyiLBxpysAqI6FPAFpAYZp2LHjUwi6r1Oz8ZTK+qNensIIPXOY/nnKn5TeOLuadLYX57snVVgsW2BGO43NZsHlVb13o8EkKYRdj3SnvT/jz64xD3yVjn4zU/uav+zHSwGWYeNr112WgeBoL8E1nDIBxFK1i2zCVtIPatHyfpQGmgSX9rcpduFbRfha5fe/yiHrBrl+Pz32aURtICLwg+8TF+MvR3+iy34RxHP08xmCcYnnK8U2D5zeM6Rq3ezcw/m0DskjkiGeWNfKghbA6Bhzj7zB1le+nNJf88aPeaNwl3QftYs29gu9AMwop2i3u9QM/b8eId9t6CvyiC8Fzwdc8Z9whpffclXTgWUoGbVzwX66LiQpTZMHw64/lJHVe8A6a1+C7yMDEE0bEL87Yp+4Vfu1ieocRv7HkAl7Fd7avzkfy78w5+M/wJxahzHISrJnv5BK+s0xKHlYs2V9XPslbv3YEOgIdgY5AR6AjcA0CZdxjYoxd6PNzDBMpFA01HvrfjkBHQNUExZu6Yy2GCiO1RZfv8osjp7TzQBMS7JzMlZIO9MY/qE1hEEtlKngiSXgILvXgmQh88WkbAPyudawmtXIrQ8ZD3/z0pIKV3KJcODnumRTBkYv38ZRKi4+cU9l9KqmWE7Mw+yPFSYXNt2LRlZ6HnxHY8KCsyHWuyKVMWgNZ4uJg+hPh44mw0/fyshIbIc7+TZllgcPHZyq8QQ0M7U86uNDXy63QyfS5eqIHHgnUytsrKIpOKttcXQfhpfBjTrb+EK7wecFEFDlLCJxD/qTHFhtL75QfZAFpiN3ze/OUxFpcJSvexdIy077fpp0h21DhJ3ou+6CbspIc7L8C1IvOK9pFw6yInkm2HD+hb1klMhHBSznUrfMU2XtC4NlreAG1vcQSda5ixIsdnqXxynulgRHCfQIYJHbJxyu0e9yOQEfgV0LAi63clKmdcB+g3GXT5rY02w2u2ZYcRYC4GnMwsa7/d7fL0Yq2lKLfifQYY0Z68MUOQJjil/y0MY/d0w/TPHKgBqfHxDc3NZ610UVGIhsANPJOHAr5gb8wTINX8KndiTZcwqsCeyxzjKcIPc4bY/84AjYM03cMQ5n/Rd7macYyv0+NKjGiaQEpfUPSmAc/4JOygJEKA6sMVsKtNbA5BHhsuiHPQlN4wiPfJ4bPcXk/G9qlXcPJuQxEW+MlH+st/vhGscOIT3hjzJtlzC7uZ+OeCKuxvA2pcYrQQ8cSG1O/hP/M8KSAFjAIXgqOerizA/32L+3Qg+95KT3jbyEJ0Qx82Tkf4wK+/8xudaVrhXcpVuPnNgEeocOCCb6hy1HkfKMYL/xT19Hty468i7ALWyZqGX85Vj0WWYi4+SYR0k2+2mfKgGfh6QUTHKHMOJClHmhXWlDi+k35i0opJq5n8CWlcCwSZ2EmuGKYgzA7wyXH+BnHDNteyQOO2NQjYcvP3/nWrcXpSnxJa8kF/2LWL73zVzz7u9Y63nyJfziP3aXC14vBkQ/KhR9/acMpTz++iG/Q2PM32mRChp5PefBplGRkeK/WyosYkDflQbwabu70HPIQeZFXfcf91zvKRxLlfrHwIrlyXpQ1Q+y6Tg54IjTYc41cub7qKeX8WvkX4e46Ah2BjkBHoCPQEfgxCHick6OY9uoRgnlCs+quI9ARWEIgJw7qOx2V6wE26o4G3KpgoeSk4lYDvukGxYRfqczwZ2UyK7cmIjRpYoWzTFzBZygAb2KJ1MTHLTUJJ4OyUdIza4W/qvjyEj8UkjdgJ/I3H20EPoWP1UuUoNXqZGs17MkXzrcUT+U3JvIKPlY0UYwnznKHX4Koq2mA13UO6UXZpfyewpTJVt7wiHow8JmBTl5NmzyGAr6PCmHTgVfsvABtpvYSwQxx6ipwoEbZXVICRR5iYms38hPWiZc7SM/nMvPDnLonRswb5XqWpijSFjDDQHma3oT1Q49t+6X7yl9yvoeYZMTG1iNx9tCNFuyz8rQvToQSL2/iacwF5dhiOH7bnzoCHYGOQItAGkLwWxidlKDZltK27HXRJ8R3Qxl30Yctu+Thlm2rFgM9ZADiWOV4F+nH+2Uae3wxUwxs0CZjJMTwkvlbpjLwF++9O84GHlTqgslorLRMZ903cYUn/WRcC+Ml31mNMQ+8H+ul+dDJP5Szf+j6PzZemhJE1otinUW/ISI8huHXPEr3GPjKfDwh49dtWHAMfYYTU7ZLYw/tgp+wQ/7Y2Y1Pm2JLZVq+7bvhntjKqQzpdxnV+ZTMsDNV3oImDJBDjM27Mv4N+WNsV7B1pDGn+/ibphY0fIKVvqkcJ6IcmAKyHJIp+EJyYlw1fEMU+q+XlIgMzpNYklt9XiiOVleLlMK1Wb8KHxQPhmkv6NDChBon8Yy6NCQYd+fwLVRos2zohVeM0GlQlb/bs2lq+Zw8U/b62WjN53kkp0D+Ja7wWAzV6PUYFm38pX1b4t9yIeZ8Vf1CBnyylKTBergKwTKTmMu/lOH781XSdJkgDGHITihn/RvtQyPDcYR9hs5rKSc/DnnKt19xDeMvRl9SK2DOEkZo+LX8ZqDk+w3yn0n0a0egI9AR6Ah0BDoCPwABxgXtwJFxWfvcais/gL2eZEfgZ0WAby95RfNobB1TLh937f61ss/RTDmQfldOqLTQ5g9myqIM8j3M1F6seGFc5AhmTUZQx133mfAZV3goXelQbe9S9kCBdctMqaDcDeuUU/mAIRRImM7JjSs5GWixmp8dyRxDd/NkGaa7tXICNd6hrLPbAMX7eszIvWWKVcawWiY2uF13WZBgBnaJ5XqMo2/uPoaWHS/QToGaU0FRT6U93/J8u/+maSByh4PGGs4O8PyP+RCdvD6NkTy3imzI4UP5sYJ8RXGWSU0bzTO7T3lrA7TYgJF+1IUyUdKGfH5PvVZ0SxKZO59B6m+4wpNlgPuQhmeUcwInxhXBUfDzLGakuu9vYpc8Hi0A8VKMrfDbjoFcDfcxsRAKOUXWSv1UqeziDB6g5naGvMnDspBlsZDUKS+lon6KPAZfieMpYj1SR6Aj8Ksi4AlyMqc2VveDYTVajnm2o4+Y+2/40Mzp3333OEZpeExG+8pORYxVtLdrPG2kvfZKg2WxBWNyHAv8f9Ve/lf5ZzwdY1rebLuy2Mz8KeRV7FEmHvfFscoPvvtbDBT0YVvJZL/cjtluYHj/Q12WjH8YdRgbQ8TpTHO4py9iEazCaQzz8WA3KD+NJYWpY28wmNIzpJI+lK76LH3j+UMGf0phg8yU6ZVnlbH4pKR9Vb/L06armAwcTsPHN3Q5plqYimfvWJ4GepJOOxbBoPrQt5PZQf0h418a+iG5NP6eJbXhUeVAMvoh4+8HsoBs7XbggNBRTpz2hCxi9F/GJ0tz+e3eRNElVfoaG7HzF4zdPo3SJKVMbU73fpc+J/n0bmXL6jzMtT6h/7pO2YiK9CbfO1KyPkB9ZyGK6ic8K+fvdwOGKSsh36Ster6y83cwqMMh8oFuX3aE4zUWcHy+wJW8qA5zqoPlQxcWPljXp25bv4SVIqF+pk0gD43U4rXgEq0m5EKoN3mxWhc2M2+ZTJOvaJc1NzOay1BtZXJI+cv+IaP2a0egI9AR6Ah0BDoCvxICGqkwBmAYtOCOaAAL0btXR+DXRCCOqMO0xVSBJnhGFWj08IUAqCKrMvNv7jA+sFJaBmCdVT2EGO7mcS7ygScfVaa0NqBBaQqFqQRCOXwHezR4ntzCKEgCa0zBTby/3WQ8t+VcXm9yKPRejV4nIuAvDZhriVKqGDKVBwvhxYCBFRisQbTGVvFndXgcqQWWqRY/ifTsdVHGH8xEnOQreDkdecYhNYqyczHM3u73iNITXy5L+ON3vEwt4vDDJNGVDnbKrIarJ8+7HbsdNOnAkXWfyddFMiEebprAiaPkDjGlmPAkrK5jpSLikvOiljPEAbqAXSleeSOcaqYvrJ9XsthpdQQ6Aj8YgaPt6TF267jq8HgP4x/tqr5VK4MVRysP7dkxHtZCR88bfXsYitj9y8JOHGkf75sd9aI/cUQtbTdGobKD8RRLlDF4/lN0zvRVSxlCN1I/752KMpx71yLMnaOf36H1mJIdqjZWPhsfL/E1+MXwFj4xAsLrq/1txlcekUcZqr04wca+ku/WgDSwsniXRxDHS/H4AY6M63DQy/Ts8dof8Tt8Q/dEGbGIDsM0WOZR369xtBA78wt/LHRk5y84M1X1jOf2vei4HOCV+qwxoMofXer9TnyjF+n33MFz5hmjP3VcPy9chmfq03vb5xGPMiKiC8eiEM0pKGl2MK81OdZn4dIVTVctDLBLlu2PT1s2EeQ9fxPLTI88RH7iG8akOuQm+MdP8by4ZniH78/myMtDZRRtJAtl4DvzKm6FtxdlkA2wz3L42TLS+ekIdAQ6Ah2BjkBH4IchwKi6u45AR8AIpPIgdQDlUR8GY09t+Iaixnj646Z77QJu9Ig34Je8xOCe1eDsPPbOVhK2YiVuxKMVAgb80tZY8cqRafi924VRjIThVZMDmuDzcWAojOZHExnJh55DIW5wsxGMuOd5HU+giI4UolzBjPKMQSpWYyeeBRWUKE8IwJdwtBGHnMCoOIL/l12WnYiJYEhS7F+xboYwbTryQ3kqoHZ8mzEmUS9yKdmx84DJHXayhDwFl0oRw76c3uo9f8Jxy/RMyBnTtFoq4fxE+L34ZflxvSt9jhzzPxTbxMc8TMqv8JFB/OgJ5mF1MxOd8JffGdzLUyGt/JAr5VQyhFHzAwLiy8nUhJf5ShqWKIdlZ0DsQyeGvztNuVY6Q4w9d2Ebp75///a9GjehjJzw2+aLsoswESfyJD/aD7dvervBW2KZYfys8LGGgoUO7LzQ8GIMltI84Fx3CS+JoBhcHsqz240x/0tUXW30gkU88OEJanbX+PuHxOflNk4RaOGv40FDmQY2LyApNBeCt15gFvM2mvKWXLH7nnbyDlbO80BnuGspDPdrRQQpeHN/YLyyPCO/WX4DpX7XEegI/F0QoCe6aScRzUQuLgtjazGRRAOit25IJrA8a5UieDX81tj08bRx1WN9nEU/RP/B4je11+zeYjewW6+GpWEMM9A8dOcdUdqxxghHxpebrubR49Z1U2n0e7Hbj1EC2D0KnofSXwn8Ib4YE8UC1P8IC/qtP72DK8qJiCrDBouWVPCXY2GVlwxoN33v9aG+3bmq5ZuxKNPSF076oAzRXh3Eo0KMlhh9GCFyXK0cXSJ8jXgrtHkvvvMpRkTywbBBRBv6uFe5l51uxChdGLd2M/bzRV6VdiTPrlqwE4bSoRgL0tdOJTjHMURfw9T4kLCZQYiRzdyZTnp6F8AkF+UanEw8FQEuREdx8puvLm/Gu0ojeBw4Tb5aXmc0i0d87zdRFg3hyo7qxzd9p3iee4+v5rQybfiTXgBfKusPdtTaQKkYktMMFfHjKVOe09zygX7gy85fG3/ZCe4FIBxDDI5B+SkWCvt4SC6r8TfKYLwjckCixTRpb3G69M40KDeNU+GSHOhWfCRCec3YqovGNMrfO+lZ6KGxMzs4qf9zSc24b7hiKEWs9eeuttf9gjJg5GoehnQZT/u0LcsC433GsYzPdRtwCwsTHCK9+c4GUoMu7D9jroGySOTFoZiLb/pahm1Qpe1XILOKrleYd7yQtzHbQ/s19r/yKdKN792LrvC3zqgrJw243UTWXC5D7sAe8B9ZAO7fSh4kUw45ZK8yfIX8V2L9piPQEegIdAQ6Ah2BnwIBxpIeE3hwNrDUDcADFv2uIzBCICaXMGZoamKkx+SAmysvFkbUI0oXPoiX6STaQB3lgJXH4usLWULjM1ZYNUY4DZz5TkaSj+8x6ehnT5YklpOwLz+i1LGDO6BAqW+VnIF8UbSE2fdG8RveX3dX5WlEkoLaAk3KK9+/QtGTwvezOSYJ+HetvBWFVeoqss4023EnvJjQQCavcJIlr7Y+w8pS+lbcl17s86NNCtA9pbEv0o5Qt09OEKCOulR3xBiCAM2HJ95YRkFboF9ZWDGEOn/HhM7Hn2Wi2GT2lS2TbA8tlBm34ef5mMVUWfrkheUGZha8elCGn2BUfS6/+fhUn8CJEG9M43KmO8GOQEfgl0FganQ5ljH6Ica0tPuMFfe1+bvTKEeuxg7bf4s6DeX+MWnsUNQOZYyrGC8Ze1/lZKjAiMU3Yb2gynk/MgCBF4VXH/ypHbUPHaPrzoZ+2fmE0VcwjXE/hhT3L0dYI+mJywWiNvxfgqP48lG64Fd2T0/SPPzoMThmORnIvDtVY8yzGKocbAD07mQMaDL+aayCDKrXPszaPEKRRcnlp46pfvjY51Y+D9Ylyw1lXRZJlJzP033BZ4YvdSunqfYOYshXLEhgDBoGPeX7CkifZA2DZyxURGsR35v6h/g0plw5OjmMvy5/4/AFDM/ywxwC0lfSfqKnoIfEzmrxXweZL8jYjJ+jHkrbPHvZp+oR+aGuCmLlK3TwgWYry9Em7pWxgcZ77gqGVeePfPmYefLn4kleufJD7pXDRuYKlfew2Kl2BDoCHYGOQEegI/DTI8DwzMOGMrSD4RxZ//TMdwY7Al+HQAybWd2KgobxkOE1A+xPFDwbNX5Q1aEWo4DDlCoyCz1D1SnoSDnAZIbigzqQNomzq5oL1dULq+phgtT4F45JEQywqX6EUhwY8q60QPU98TJsUHjlL5SYmmKFMke/suI3JpfmVGOHssKKJb6fDG+NiXoe4bQPeVQ68COcbMYSFIEZmCw5jFYwxqrqc2bQJaojv5yAqGU3erv6kKUFZjFdRZleUY7QKE75djpFXNJ79RoC5tfcsvL+oYlj6nFM7K7GXH1B/Umy3g0tQ2KK72qkxRctNlAkZ4niYoRNTxveFf3jT2Sbya69IAXZXCDuaM4gvIThl0lsvD5LxrMNiZjjv9muWEyLDNXJ6lq/x3EOPVk+WYDT8GcCKSfbGPLdbXaOcKXpvMyRN0MeRP0NQO8C3pMCE2zKkxlCnkSj4W07R3voZxhRoq8CuyvKIsn2a0egI/BrIOB2gYaMVmdoebJ/qPPP09xme+L2efpy7Xlo5LLfWAuZ/ux6oqV3TP9JHkv7f4qPpA4NDG8YX+L7tW07nKHWruxa/XZnp1waVzH4KPQhTNao48/YOr+tO+7jn+NXcMIobcM0iwhjfDtOEQwS0/GbracYbdCHNSMrl0Upl63Ii++SB1GGTiRwfs2jBZhyZXcyGIov0z3LH0zDI/pBfKM4jiYH0/OOnb8hg+LTcgifJfMNWcq7HYc9L/8S2eXPzm+OUk6MG8K7bhFq+FRZl7H07vR30c9AoQcN+ApnfdLI1T6D+EoZruVFfLJb3t+k1r3HWFM80enX4o8SOvTAzl/GWyzJtPG3xt5Iy2WeMoDOXCN90U3hzW1E3D9dUqr2jfIH2jCoJtNb5fLu7GQ+dM3xLmNfWHPxl/dmQx7oTH4Hz9xw5SdX8hcPP+pv8ltk1+UTvNAO1PrX9jWeryJfZacvwUv0cS5+ZDmNOelPHYGOQEegI9AR6Ahcj0CoEoxv9OMUS6YDSYbxr7xe016u57dT7Aj8HAi4lmigbOMKEx1iqwymuVhV4OZSq8KerIsR84TSCAMoCnCTDPKMv34Op9u3O9IGK/jgx2SVHM9WtHkvTmUleqpcOuSLf1RYYcJi8ueZg19hpZaS45b83Vlj+SzemfeUHZMSwscCBS6UV8FrkWSsyJYELr59zZO8R9mM6LjcRj6rD0zQUsZQusJFaeivFXSeYlLoMG3LnSZnOc64wgs98D7ojAf1Lb4l9toELzwoe+6JMQO+5sL4S61iwUO6SCOflq8K4/qab4mT8Vg+Ak75nGHm15yUrNIpmjEpRFw4yt8J3EfJMamGLJASNJ/z5mCOIZ7EV2LEbuBt175/xjdhCfMs3FKKa/l4ln77PumupQ9etXQycL92BDoCHYFVBBZsUOOwo75j/Gr05HC0c7ildivetH85/pXPB9BHRpufcRfi7+WjTcD3olWNL/9WV8G4DPrwutaWBhFPwItHjDx3G9b4RrHiMOY4zU/Qbv/Sjz5u4q0cCRvvtnlr42PwvfEtXS/SQ9Vf45F876cbPQq7a/UThuw4a2PnmABeqqGChxWH4SwWOmKwkY4AseyyUnRW4q56a/zo3dMcT83nKOAwy4brU7pggoOZvBdTj/8Ri5R37EyNN/qbtB1n44/HpXrv8MQTbxj54Zd00AueVr4N+pVX8a20cod6XQjmqMH1FpXhHTwxgCZO1pHh7et30AVjHHVKhmrh68W4uh5zYKnjqWXw55hqdHNGo4FppnGM4u7Q0h1zB7s/feIyfJZmwdS8itMvn0uISkYby/H1IXfi2as5C+9ZDwEiZTZQlQf846aVSQtu23gR6E1/gwf3GTL4sjMfuadFQprgg7Y5+CFs87MOzjP8B503MXmALHyAfbm6veBZP8PMDG7B2+3YwHtogD9LPg5kuQftCHQEOgIdgY5AR+BSBOqnYDx2w+4Q4wOPhzQ26gbgS+HuxH4tBKgs+pUBd6waxg/lAhPjoOjsmeg4hk1RwGokpScFkSNWv/lYOI6LKt9rq2FSGSBuamDBbw1y6U2mUdJlIkgNDIqXHd5WUjIvvAnTbFVwLuWHvBbHpIVWghetKX3HV++Ow0vl6Mk/JhwzT+Ogrz5RbHyP2JNlJIHhdKo4l8Z5Ka2YIFt686ofmLmgxoSSFyug41c8GWnl4aEdMOxntskQMi845kyMvtJmZwnf5YP2KcekoiZA4/tbUE3mjtQHhXXdJw5TSVpBJb68wxXDMm4Fn3g5/Rt0XAdY0Y20abLl6MSP2xqzJn7KsXE+hlEc+jvDyHVxlhtSMp+kzwNX8T/l3XkVTo4PjRKeOBM3neDJAUXgxDf3MLe6NEvMdVoT0uUx24z2Le2u2DP/ojflvw3qe2RAwZQPlxsTW3IxKPLtZCfIAR7hwXyIjgTXlI2bOQziu/6mXMa0TxghlvIOsS3+pu+SBte838VQD9QR6Aj80gjE8p4PW9rohaKNsM1CbSpt+eJ4Nts7t0NbbUppixye9lDjQpo5N5J6NzR5I5SjT4Gb3zVOwsim76uaN/WVHi9BY9LOrdAaEZ49MLagH2enIEcsy1jkz3+QtpmcxcAj+w3v/HX/jRFQBlbuk7/FmDs9sz+zMVA85c5VjTsG3WOLFthEWWIAuflbkRjSwVJjIbJm/BSujmsU3uk2uCYfTVIOns8Y2Rhb5y5L8UcZR/ltyUUSiCtjE38jlH6TsZqO0d6Lo/MyJtc88Q1Vfc9ZP+to0pvm8rzEZ2KQOEIy/bhjTKTjlHWUdj2WeCqPDRezW+NKutDEXMPO5GKglhz7G7cF+8ByRsEe87xkONH1gMcF7fLHYE35e6Gmgw35yVhL10gDetQTla+N6Iw348vHWU2Ojl3HabW8CBf45Ju/koUPnaYCRvEbxxrGM0MZxjeUB5kcjGHQoL1TWrWtGOJNKe99jvIJ/rM9uJdFATF+JrE2f1DOdKmdGKope7At+TR/LF5+twsDqXcsiwunKLl7GHOlvlD/iZHHlQ/yK4ZjgK23koymDVyX0WvylvhbDVNjEO12HrutI+9JRvDftdjTn+4pZfGhXTCW6fKcnycIzEt5uRyu4fM4leSE9js+e5Cnl4U+y2YEdCvxmgsGgN7zF/Cf8lPyssjA+yVsMdnu2RHoCHQEOgIdgY7AWxFgfJT6aup83n7HOKEoc4xCuwH4rcXQif/1EWAgjbLWDqhRg2OiTC++2FGBmRzCuMlqaXiRK5U62GGA/8WDfE0UYPyNRqfwZMYaPjxrg2o2fd9i60gX/EE5jVXg68TEG0oUkzi6oETSKDZbRtejnnpDIuCE0a8QIO2nDrzy9zTwwQCkn7+MynMpt+RvYVKALNxR+qvhK+Ofv9JxOWUb8JmYZRL4rINSypry5HIu+TpKkl2j5ThxCwt4QG8Dn3kSQgx2VA88waUJ+BSDedhtH+cKcsLpQ7MtlNjgmJD1FMjgtXaX/Pt94Ya8ubwTu7XIlL/eKRobCHBujjzIaDni/iTupjr9Az39SGwXgIRn4iSCezdwkeccJI2PBGz55R63zL8HVQVrN2+7+AmK63+fpZ88tRSW+WtD9PuOQEegI2AE3H+tYxET7Gr1VtuzbIO22h0i81NY9w8ZZz1dxhJ37/xFNcWwilFIaUDGfdWUxlb6G+nUMY/olcFYLLAsHdli1EjrLr5utz8UQr9708+O+tJFAtueNb7GPXwPFqOb8h2Lt7ajTt9iPPAuVYxp2k3tvmkaKJ9Jt/SH6bV6xfhr3eNfoonBTXGzYy2RSKuoIzE+kP+qHCld8yksw3Qhgw3xC63ncjjh1GN+dCP4Az/kJalNwm4+Ek/OeSO+ZFFYfvKt59GxxCWcA/NnQx6NswtU4RijYYwavqdrGYfEK84FjcFT5Y5+yFVjdKrPcUcsYWj9F34pa/32ysqRBE0TWZCseld94Jpym/I0JpnYc6XOYFCnzDO3lEXhe6tcxkQPPJWy9uIFFgVMdyzDVysPhV/kEj7vXDV2F783Cz1yxi/zpdu3ukgPA6P1OHhdKluXuXgqVxbCpt4T31eeMpmLQaj3bf6n4S54LvIeizMkPzkfMiKdeJY8pBwTpspKhhlF/AEPUQY3W7ZZIKz+pWKIXMNn4VXlYQO22ji3r8uV5AfkoSfZEegIdAQ6Ah2BjsCPRCA2y2i45rEbY+EcD6O3dgPwjyybnvbPjIB2BLDb9q5JmJtW6T4wtNQBtipPflMpdc235QWFIIkz8NcDvEgJsDfKATdSZGKyhLW4TJ7x7VOpCuh473Y0LqmUbKWliahQiJMplEPnYivWiXfQFUye/Ck4Tam4QWw94Yl44Mm1KFltkAvu+RZpzo6RQk6MrZaTFFzWN7ObcjXMS3yR1xfKwPKX2NG5XOBE7qG6luZ4qO8rjWYyVrFjQhE/8qdfVaTP8Ei5Zed5Jj5lTU5wsbJbBOPxxN/YeaHV+5In5giOuip3lnnFdh2Gn1IHfN2Heps237W9McgQXJxP4F0tptWGOn/PAg1K03VBxgK4febYAcBu8pQimvHM/7O4W+/H7avqqcqXo+ji275bMdt3zk3rEVKBt1wVmXg88VdlaiLl6nI+QaZH6Qh0BP7iCJTWsvaD2daXfqj6X5FN9R3Z1pS2rKWa7W+MaeBD4Z0+hivtAsS46uc9LXxL+eA9ncECf6tUMKhqB2gsvsTgcKLzXSRe+lpjJiPr41/CD2PW8phqjF9LENzhSbgJv+Cv0F7rLfeWu8Y/GH8fMq56AaoN1PT34zKqalLL1uK9+NQO1W/s+Gb3r8sBXsnDYoRVT6cJf971O/C3MvpfpTN6obKIBWIYf7Wr8IZcykA5CrT3gXwppndJake3jqbGwD9dureX2rz8KQN+jJvFo3bShvEXneuci52TcTQ1Y/H3uOAbA+Qnx74rD/swibyGEZ3FEnFUehGiVLFWWU7DZC4AXA248GKkh3mBBe0B8gtPuCWs8JNQW4egDolf6rrHZsiFI775T/AXi5x1X9tX+MrnCQvZhuNtfsWzrqFb23MSIR8Ti3x+x5U0xLvKYMB/nK71bZJ2PmgNgn+87P5/9v5tS3IVacJFKzL7dLne/yn3GOti/T27K2LbZ44jpNA5FFlZ1VAVqRM4huEgwAFl+iaF+rl8ZYCrj4kXBRAI8oSV2DqG8beJz7rD+0BlnHEEYy7vh4n+bOPPeNHL7joDnYHOQGegM9AZ+NMYoGlAe8DjniVxd9oZavOd7x38aSz19HQG5hhQQ3vYToqiFC3tDzXS73e+VcR3Zt0Snwv9lnvumKs0RxOev00jHiiC+Cir0t4CYEYoHSu2N8bsViia8cUjjDbBYXh4D3f0j9xRmkUxd7MQZ1ZbfHN+z92zsQ6jtA3T2zJAMSAZzrZDHvVB2tGh5OBo+DdgUwZ6ZrxxHR1kdearA63BpFCEowl69u+BGjji90p6s+P9HMWZO2HcPBNyJkyxNjLl4DUHR+9xTIz3bp2HxGuTz5///fHJWHOoxqHQa57b3Kwqshageeaw6Cd0lwGq5nE/7Qx0BjoDb2Kgrbmui+JB5WxrXKnXNkUnDipBjEBsV1uMKe6kbgo44YH3U04IOvBCEB62Veb7pBjZ+L7qSwbGKXLeAXyz1qsZyyrBA/AsztzzStEKYBmCjwafQgqjIncxrpJa4fPKX337V1eZe8/hdtyxkQPjapHi/D7adihh/f6EM/hjZXLg24Fi1Yu393V+a4Vn3ZJ8Ncjyw2rAwWCJEZCVyhc7duOxIZWtn08O75DPzmvKSJaTi3G60ZNGLpV7rar2975LG3Q7NjSbnjmTJPhRdl7X9u14Gx8yPMakAK0Kd0lAF9f0l4kdynOXn+CVHvNQxhrZbzz1tuvEu0lXTDAlTTacavvkGAt5I7jdouFNDuOvDcBwX+oCP/BDPIhzcU1av1o/Ko4dJ9Z79by844WgUoapv9Fru+bouq5k3mYe7oi7e+kMdAY6A52BzkBn4A9mgMaC2hE6uKWk48kewh/MUU/a/zwDzJZglm+MY9HlUcdH27/GLGVWeKn4aKUXM98ZcqArgv+cdXktgTFfN2W6Q1A6AA9Fynxpd8pKf8j+2AbJ/4WwdiBSwoVHBrbGzosAAEAASURBVBvSwOYOODwIU4uFAUH5cQcy/Xq2sUzFrLKe9tmugOdBSJuivRNuYUg4yDc6UvzKuQefhNF8YfoiHAlIYNnxeg2Yjb+WWygrndHRbPJJFP5Gn/0VLHQS9f9KXbOBVJyg4zbg1xUtme4St3mbABRHH8rsh3CR5zcBO2twza27zL10KVbcC4OyZr9jUIVVpwyrFKLIX8kYdDLzdZ9UyhhKCkOsgvCWy6oLHqWMhS5J1hPOYrQulYKkPHvZB2HFlyKlTJFVTzZyuJArW1R627a4ozCshwVwGRghsO7FdiHkJefIlhfn+z7OSKO/tesdE1TqyIeacGSkThVsujMD3Hdj4FFhSjnhZnzHDmx840t54qTjp2yBVkIOh8gnio1q71Ki8QuoxBJpG1Y0EDruDXI4S//D3VjBEdftU4uHuwVX3xPAwLG1uPLRXCXfPvIwsbQx5D2eL7nW/5Kffr8z0Bn432Cg1HPU9bXRpXt+f4/rk1o/QUyth1qWBv82+LaPmnPaE9S1vD2nLrYcVS3veo+KEFxsVcwKS12XutGHBkOu3JvK27qurxFvv8q3fzHGsGUs78CorLMNsiTL38xUeyIMazL+Km2BlfQ9p3FJzvN92iuEx3j5l+T+ZXykfSx14D3bjbHCNyS6TaJTJr7d9d53evxSSTrzpYRkziXP7V/CI7vEBt++X557Za38mztaDvFe90ROv+wILwlF/HL7NFODRvxdxv5/6ihDB7O6aPPxmY3iUq9gGFdEl6d5oAdWcIPZODGsSu+URDbBDjn4mbohrukTuHAaaAuT33zzVyvSwRoOvS5ntSw9S+FO6JT8lxTc/d1fjICKHxlqxAzohrN5acPdzP88hniFV/lhEkXsAiXxLkBDuMjn9np87m3HldJbKSc8jYmYpc221bgZi1u4Iv/VgsPARVzKf/DSdxxc5M/89udqzSkDMKYiKYxkklTKsXW31BlL9cUzL0PMS2fDamFyM7aBf2hSQJuDEXbIx8BG/qOffJs6Vn2zgpO+kstQjXBNJ6unkyfCRKEo5TrKXfBt/LUekHhzB68/f3yqjw9O/uW7wNs+lwo19dqgaiEd0n8S7GKwWBWrCQOOizSpjIpFyrpeHlGmPNECfkNnI5WUN6Wp9nmC6yWkZ/RjEfTsg4h5eOdQFoLNm/MJ/ORBkOodjKQ7LpeVZ1LeXDTxbON/p641QPppZ6Az0BnoDHQGOgNfygB9FFqeON727MxIezva+KyGGXo0+OmuM9AZmGVAHQl3Kkp3wZ1gzul80L2Yb4TPirrgJsaM2NN9SVh0eZaeXnc/0w4ida3UYYEK+i9LzoNn4s8DZ0uerrivjhOY6FbtdwDP3/5Qe31GZw48GHs4rhCl6jqM0Ylf1xpsCt7y3t6Yt/zxesgfOv1dHOnkhSVMa1QtwMWQ+fMKqijvDE65DoCna5xKcXk9n5eHTqHn1zilEVF1UPOkXOm2s0sDSc+DY68hhTHKxZFcOJmKw0AdjxO+N2gM8hwKslf0yB/5+v5YRlH2i85AZ+AbM1DashcjDCMMNaF+1eo6F0mpwavRp7Sn/a4vdRWGiPp8TsbRe8TJO4lpm7nF8jEZNlbaMHgs3LZv0qp29F1bAwvfudpaHGLIebAlrdpMnJ8TNMC1MYj8xHCFcbUYAmvLxW+9wf/qGXkMpL8rNKu8ZbbRys+4WfQhrg78jTwNfGArLY5q0DqCbxotbY0w/kZfD/xncWJCAx8TDySjtNuCkWm8Z6+1hrasHFRkJx3pI6//rZSyshaEp4WtYJBiqk1ykwEv+oSK51AbRZj4X9u/KPq1bD6DL/K14pRvgD+vCF/TDYMVZE20rUb/d+N9TgF36Ed6guz849FdjKiu06kHxPWvc8k9R/K69FNrOed28j/GmYZgK8yr9eFbCBhA2fhb4yA9pIWjyqInZdSH/aQz0BnoDHQGOgOdgc7ATgaGthEG4pzSujNw99YZ+N9gwDO81S7n+7+MQf0sg1kUn+g8/SpDWXQKgAMWZnrmLGf6Qgx/eGd3d4zoLJWO0xuzjU44Rl86ttV29BRfi0We3+hy9itDLj9+6ntbZJVOs3s44qQMcMVWb3gEW+IbQlwHF+MYA5BMKpBBV1GtjZPGM3lioOx+cV5KR/gXK2b5rvRZJ1xtR/ysGIWj3HnMV9uNxXdbIeiIQOV39U5A0scR0+HwpHo5dOISdyhE69nJiEIqvnj1hkE/ynDr88g5mPhd4VSzaXCbrfg8jApg8Br4PvnoKywzJQRYr5u4x/HGWgrW/4JxexgrvkEcMmw2BlObnheoMz0WnUKJwSVqDHrmynnuFMA0Rvw3OQ+qkiOg5fe2mN6UgC62M9AZeJkBv5+py5t2q99FbWX4ciyNgKxnMHpR/8w5JjLqqYxWGAMfMgzaGFTe13MhXrvHDGh9ezNXYdYVVkv4xrGxWouf29gFIyuYr3L3nxineZcMEt0PGS6fzmJSYd7WrG59+/WBcQrjqrHms7XjTPrdLhYettlQW/Umzm5amRxb7urWSrLnMROHAmHg91bKynPyvbhncTOY0rOO0S6WjjmyWNH9Q/j4ZjIs0op52endyXs62jCvyfNqPvHImz5Wxi+XinO44Quw4OS3zt98HOITI9NNK+Pv9FHQ9LXyOy9l/W7iIi6iYCKAVtMbd2pB1h1LklRvgK+s8JzzNa+Dcz4P3lO7/TZr/N2SQ9qW0rV0f0vmnueFb9f1Kns63v0OaO7PiIE/V22lfxxeBpzb/Db5PCP/1C3S4HcFsot8681EWjUEC2+qFNyXOm3i+wsvkxNFSVrsKAS4vA4tyauY6kqZ5Ff4r2EjZP/bGegMdAY6A52BzkBnoGVg3E7L9psmANK+k8ehB9aG6uedgc6AGWCbz4ca3xSdaKqr2GRD/BdxFGYjBmWyQCeQ4c7VhpeMYXrEvhB9LP7+V90YMDWDjJMADCmw8hHfhF32OQl48vK/WlHxt89/KEbFtJhv2QnjmF0vEJKWvD4JYBKMGEh9mHzWZBeNc01dcNnKPhH40qXkKpmxIXDk3VSj9olXOtwpBSe8XeBSlPPsaD5kKi7CYh1IfUB2ymVwDKBzjme4hTxOEeHp/F/zk3HNiVl55rDk3TTcAuapt8l1DMoGH1ETMeDJ9RJHEwFbl8YJtkbeYpmeCHMQceFV3Bc3ewoGtjU87sifcQaMr45LHIUg3SOBTzdG3vtFZ6Az8Kcx0NSXSlpUB6pHdXv8pKR7b506pcnhkJ7v36mHyXW8MOKmB/fPvXcmUhcuhcn4WN3IVqxMUWK6ziwDzzI0ixDDCROPCDKkcDh7DrR0J8MM6b37+5pgXAqzdH+Q5e1EMQDLoBZuVPEvCdD9lDHjxZzJwKqtqcP4i98B90yI5VsYpbWi9kf5jjJ9gcPJtfSWJwwjwpbG6eXYdz/xBFK1tcE3GGoIPvBkP3skWq8xSROWbxMPMvYE3+dHvT0MYRjXFZ+NqYeJRVfEpVd500MD51792YcyfXmSHBMN9btjULVBEsBb3Oi59VFtJnjUeew4QLitsBl7Ho/6Vzhh5Zu/D+lv6EWWg6msvM400cajLfwePjNFS0dPBJkzlC4F8H1hNdekhd+vwZ4Q0RkmN5jx1G3peowkDL6M1Zbrtl2daUl/v/7outq1XyamYHJ9Uc7hn+9bc6x5kTr369PQEXQGOgOdgc5AZ6Az8J0ZaNsM0Y7zuhC16y4eCf3OJHRsnYHjDLigeOudGPiZNNePC3w5BIVZHQK+l8W3I905KwUcsAUgxfzdWOObSHROiG0YNBiN6+lJOlc9AoVRiO/G4nIgZTxTJUO8eoSn/1dC/qUf2+LJlQGZ0cCOO1dwSIeSlSjwGhXliF/CX+EwQrUkLci8fzAgU1Y5anAn5+Nfl6/IZnCKLQdjgILJBYedV3Vg/LoGmVe1WJRyQrP8vTrbedQgIx+nLv2MkgCudAjlR/6ecMjnNzeIl3Gn2Dl8PPN9MIS+pfdzRwY5SAs/znPgl/MXnAdqW96OyiJ9ygRzRWZwjXsFV8sZ3KVMC579E3ULflVygMNuDuSdfg++O/iqc12CEGQiT5zVe3uEk2+DskaVeAEupEIPv0F8LJZqb+hxd52BzsCfygD1C/VJ1J2xOwFpXahjpu8wvB52xKlflbUQF3L1nvmQoc0GIAwU7IiiwfuosuJvDJQfBhEBXCfrFCz6sYXx/a5tjHXOlW7qN48v26UI+uC9emfln1Yr3jCw6lDTh4+9Dm7CRfOvXEsW7yV/Ux5ckfT0unKM8NWA5vTGKuVoE0yDZloTh45+R5T7TZrAx6uST5V462cZWO/qB8VOOaVNKvHjFcjT+IgH2fr5vfhP+RePZdiBrWgHnAXDVES5Nl8NvugvkItqI+tbsPEjPlrJkkW6Drr8xqvTSH5rpfJN+R35EdMFQo92ilearc20OzCsut0PG3v525eA2PFJ387+oP2XbcAdYbN8eEIEhia+ic0W1bGKOiSs58uOWKoXlynplfmVHrBVubdUN8Gt0j/HGROLlb8uJ/RVNCkbBXVdQ/uODOcaR/hnGcNz/M09J2zrWnlh/EUnsu86yMswxb/09AOc4nHoK+iZCxT6+W4XbEVZVbSOTrqIod1l7hlB7X9TxsBOuYJj2uyitj5/N/QiP+vfTEPkr0qOJzqQ1/pFJZohdAQ3fQzyIfLC5Q/v5ZqzX+MK5ypzNsirDhxt98x9AaM+re8C9CWN2X7p2AN/fk0Seqydgc5AZ6Az0BnoDPxWDMROiOpnun1HW4RfNwD/VpnYwX41A2poU2DU0cC8GSYRGt90LhpjBh1p/H2pA9ckztIheni2L3Nj3fN5K6raUSM2DRB5e+O6TdNz1CCGy4T2XoQwQD5lh4nYS0dsBE0oPBjCfJiCiMGaYqQeeX35InUKXE18M3Ifys+bOn7kJ4MOP2Xwfwdfnu0vXUL2RKNmUM3dyhfK1ejItyxvRwySJRUuH61RDnypC3Pp2HMvMaVeLaS5ls05fct4FsLm411HpbXGBaYJT/XZLmHylHm51//gz8Wl0gsW8oEbnF/h4Ev4XFZ1Sn1X41uRL/8sno8JMwrAuQdUruC/ide44M8RNA/WTuGo6GvxlnUql68MvFmqofBHv8O6UAD1Q2egM/AbM0D5H1xbv0zeFsVTWx+tvb8GmXFW6rIj9QyGIIxWHG2cmMp84briwKjF92u1RXB9J+1Ml/HJuHZjAqGMgXr/wJ+b2JJ1O9NGrLgybWCTEdNGl5b7fL515J1YDNTCFxMYt8I0z5/wlGe8X90OPoOpke9T+Mb4oYmMmnwVGonB5owreMBtoxrXiXVnvs5GG2EZFrmV/GYrbcvGf8NT4h6XrIlQ+wcbxrRsL3L9CsZxHExOuHlFKrqJsVp9hdIPxOc2PnyBLVbG2+DHrQsxWlz588EkD6/4Fa+7V/6mBPIYgz8cFj5rnmSO4HcPx/jBreVFeaay9XFjEjHG9WR0IbzxCJvbpnH0JFbgVaw6/0JHmXOdb4rW0guoNP4y4QGOF9L5bvzZxi/5k0OVZr/hMT5/JYzcs16wKhzeA/dWat+djJAvFCU9GH9zwhMTYAx5BKKkJe/VtCKDNH2PFCW8fuwMdAY6A52BzkBn4DdgoIyZxhhAtqp+A9wdYmfglzBgQ0GZtetOXKCgGX5npVzpd74yUH8+XUQeHZ1EZYjubDCwBkq6TAVkeHrD3/jiFsZWDJb8Ikq+IDXEzSds/UmxcsvcZX/6DagQzYDDKIrsULnDKEB59AAkg3D4LiHy2aXYSDx5RkePDjb5tOUYOGMQgkFSbYMlEZmm9RUYW3Kb58lLc2v/qXhE52JUdH+wGZ+kDXaYBe0pDNClxPp+Jnom3NytGJsVLpcDjghA4K9ybdzgmR9+P4XO+YdMdOpFZ+KQte2y3suyzJQL8y08Zvslyq0JAUL6xdaGwxeeNZBCPbPptBrDE1LksW6zyaQKXSfoTRkrHlqdt1DlqevfUsY3BmzQ8dB48NSzlQiPPiIf87eHr6Pyu//OQGfg+zNAhUc9wFFnWRXEpe8Nf/bV/YN/nfn9I6EH2hE2BmK4lHHlrpWWMcUSGYCbBTaKcs+FJyTauKrVjdpOkxViFr8ncGlHY/y9aReZ6AVk+yvweYXZHlkzfqLtxspLrUzmu8Rs91lctKi3WivKJ21NHYapf0hGafO370Ub2VLq9LiVz+JKn1DxW8lZi9GOdNPGD1nRxprKnV5riqHa4Z8KyyauJejU0+Q6sfEenXcPJkQKTvCYhhX53QdqQSgcssoTXoXB6T2ni2xL/cHKX+uf+hbZRhMBr7TbcwJHrlTmO7rWT6cbdlu8y/wFAegfeherfzNzav0Qnl7+C+bYphpslHkM1i3O7Sg8sUH9gtixSB/cUPCl1m7iT662pc/7iDLFSnAZ2q0TwJ7jVPfqfdUKxtloen02H8+Vd8foKEf6uS7L41Js4tarv9krIlraS/xdxe88koIZ3OgI2FV/OB2poDVgm1rOMx/yPuF+nYNJOyUjVr7rmnEj0uOiWup8p7HgVxpiC3a8ZDry+OvS0mPuDHQGOgOdgc5AZ+B3ZoC2h35qk+yxPvzOKe3YOwMvMzA0wltRKj0YFmzEoSX/HRroiYGBliODLW26zp+LEXECF03HdyrOj0oF9EWcgWsWkQE3AN1Jbm76unn+8mmgYIZyE8uGVHxiAGYVY2zttRHg8GMGMUE2y9EOaWia3yY7/O71gsSHBkT38zQjWaMXUQqG7vT5VM7IP3xrhmGPYB4WNATwwFKR63OVrV/lSnlhEIkBMM9YvxTOK8JSy4thWtoeensdWTcG45nlcsAZVRmwz9r7QPCdXtkU0yVK/onlGMadkXRvnYHOwLdiIMp5bKOM6e2lt+l2ymj7zbzixgGzlgMbiNSGZvKd6yTuLZl0xlK2ryIeVv7GqkFtYeyVmNshqw/R9Sl8D28DLGzZPjxtzIn8CI7Apx/G38f/6bwYp51HxV8FMndS6nNzlxzC4wuutnd5fyu5tL/qCuB8f4At83B/XJ9qu3rl26Z+7JCJcc0GNumKV/vtCLPoJdMS+cuK2gcrPdNAAydH81vk0WfEUOlV5161CoBxvmIEjrK5CG79gbDB6Q28Nv5mHq0Eyzx2msCIgb8Yf52vZNAY54q0HY/gN+UVHUhud4R2O1L+cktib/Gbsw92hD/updEH4fb273WlMunI5/OSKTPDqnlWo877+3Z3Vc6jGUr61tP4NdjBIH220Z36jVjFv/N+wBcTKRLzdyNb71y2HnKZ412H/nOt//SPcFxaSXjvlXRQNvO5PRW/Pu9/OgOdgc5AZ6Az0BnoDLzGwIs9xtci76E7A9+ZAXcu1ECnxe5DAzY6S/qGmb4t69n7dE6yAe/zxvPFp3Tbb3z/dwqqxONOhjrZYOT8ldnmW9BDdhhXwPWJ8Uf/PDADwILRM4kTj4wkMXDBt5t082KXs5MtVjxVdMJyV3wxHEGnik4XWHQQDGboal55PCcJGlR5aYDGACZ/SgfWyTY36527MKSBEfKgNYaWRmmcRHHkknEjD1cJEDyAJvjZKQUB+n+NizKEmdup1ASLYCewEUfqco1yZnCO1SY4cpPc5loMhqwS8Ax/7pPzxjygsml6NiD/kQFSgxopIssFxzOYzH0dFAn+fC8H+oaId53Br8uvhBypOwgH/tDOZgZ7JnQx9pkB/5q55DcBxaJXv7OK6PPHfxmQU7B1vrJcKf/BJo7AiGiCD8bfmfgXsc49CM5JNzJLDHMeR/cq9sJP6vXI06sX1gFNNnEFJ2FB5qtSe/jOQGfgmzPAyiMPPgtnfLOSmk91lAakWds4+5bPd8bMO9VBJn9i4BqpqkP9csw6d+KxXuo57yq3Gag3/66w/xBSVgSWd6L36qdSTFnxLq8idp1QF6sdeg9jDMf6SilpHKRmPINgvgWrN41gYgwUNl09hMvbPRduXq+v4UJG6buMvx/6tq6jV87k+6AiLjcGeDqjhUQItVW9glqrfz/SSBL0Vu8YSOcceWCOI2Y3ITJyPbphyGLbbBkvyV+3oPweCb6yjTXk0zgSt2vAaL4//d4mV8KwGnESoubLOLiuSr4Uvh0C1al6Rp6yY4/aeL7nh7rG5xxnuv3kyAPCgUK57K2UaeAFPr5Py0a4U7eIWWlNLN77COO5frEFsGQWWObGUaJTU+nL16NvFJPv6nsyOSHaHAgKYc9tziLTeUHaSBOtvH8rpX8Js7hUUOoJ2sm42FpXPnfWBQ7U/In8L9wRL9wwkSInU9jvM7eNCHMZbUpWUVOW9ZO7YzArxNV2VBsQP6u4I38nQQgVcsUDu83Y+GueMbLTjwBvYB4kxDWr0clrsyd9BO/Q18yYwm9eXX005yWPH/T/PUFdR2EfueRGfs2fjb9wi7aHDiV/qQej8PhcLATp81xaPUlEIrwDAmmhsS5W450lna1biME3ml+AGDboM7WTNCesNx+jrR2ce4tn6ULcAydjMcL1oXsaA/FkBlTZOgVf1GW64f9JMAn7NWl5M1VdfGegM9AZ6Ax0BjoDv4iBbgD+RcT3aH8jBuh0PLXB1XlSJ/GnuybZWP+6NN3Z/uwzuv5DrKXTpU4GnY8bnY0vd3TM9FuMm4EWBrq+jjNiohu17fCZnOX5vpDbsgcfrJA8nnrhuh6KQaE1P39qkO9vimA/WTVBDDQvjTNWTydO4OkEUTWmoIuyoERdxB398+N5VyEVfgNMDF7wlyGAFwBm0NVy12B48ymDMCgEtOc3rI9FWeoxB2rKI+nkdzIDbJ61geGkgKVEIE64PhgwZsWC6749cZCYMujzSsKWcJX7HlQTJufLht/+uDPQGfizGPB2k1TGb3fUZxvO7T7qdLqeGH5ZbRnD+4dXWq5GBRbVeDbGcMTzHg549yQ+vvkJzhIuDSe685KTnIc+R3DXFsE/PtTG0fnQ7lyTnO9FmX9lSAuzCN8mzhWga2H3PoOrMP6yKtnf07SBYm/4qT/areKQHwapxX7BNNzSdTEE+pvOGIDJ2D35uiAv9bGsNDSnZQIh7+Z9+VJku/2lMDJUsv3zndXnR2UswIzb0Rbyil9NnGAbZSYo2KVubvILPtKFzrFCOfJ4ydAXws/+Je+jLH0aa3yjOPJsn0y2zzaPNv4K87v7jUUfclIKuuX6c1cZoOwIowyTGH/DwTUu8i7O3/EXriMeJq/EBBHi5L5+qR9t1OVeGte9Q4LzK7G3nt99DlY5x095Lu8E34TD8tzX+Qe+wcoPvf4VuBPL3DF0J4zaan+HhT6M2KUjaYO2cWc65uT0e52BzkBnoDPQGegMdAauY6D0Hq4T2CV1Bv4kBnJ25q0ao+icxKxOvsuaqwuj80XK5zoqb2BEHQi+kxr2jOxkqg9Ep06dKGaaMmv5/a6No+Bo+2Hu0AWK6P/QKRKHus+2cDFj/n0oo28lQIrS6MxPxscd8DMYIvfuwYWIpfnbEtXcbk8ZOAOjsaF7/HaEa2WsnA8zuZEZqzhXvD89YkUR2Ph3lYt8Ao9WxpBu/utywLodU6wMEG/AuwodsmQop05gRTZpP4KpaKDBs6IoBkbRv0YHt5M28hFliUE8Bm3/aUl1PAGfiua4g3sGkSRyI/x0BcY9I/cxYiZ1ztO43P5LnZEDVi6vMRgElv/KyBqDREgF5w7JKWs75tM+vILNxt8NwqYxeABLadCqgMysKafTIEeuc7JNnSpEvkBbd52BzsAfzIDqoWx7zVRJWT3P1u8ZDnZ2151ZD3MsK8ue2KXOppbTytqHvqlpo1CAe66Swu+TiJ03AjatkmIkKAPu28FZ64pB9V/C9y8dtRJ4AiW4i5uP3fyUmG3IYltqtt39j9o3MgT7rT1Glu+AUfvCETOxCv7gje2p9dP5bD6ORc5cTRImJBiD2Dab1aGBL/N1JvjWLRP3N7XzMVTKUF2JPCtT4cw3/Ml4Tp/MLtORxy1g+bz4t4G6fOcVPvPxmaPzl9WUyltxmcLIz1FenpAd39BlVxy+n8sK4JnhmzV9ZEWyHSt+lb/aflyZrTtHeStidh3o5yn/KUs1nr35jz/ynBXybOEurDlZZFfcRz3BA3UGZSo4fii+Xfpg3tNnHtv496a5DXP0HPzCrt0A/L3itlLwBIcBF/qI8dQTAFhJT3lKflVOs/45iuC4/0b3qB/qJJFyf3biUstl6jQxt/ePI3ktRKajvHc9iSTv5bGJwfqCbpMnvxJ3g6mfdgY6A52BzkBnoDPwRzJAc4MWB3sbcTLTg/gj090T1Rk4yUBpoNN5dmOdVQHRmadZz1Mcho+v6zQJigqwC3FEX/5WNLoOA85M12MU4roLOjPMzocnSfVgD/cyhtLJUcfnxuCfqx51PN/sPEBHvtWBkZaR9jyAYChh+y+Mwpx7K6q3YOSbS9Klys9bItkpFL1hmz860/yeeVkT5Oxe87D7WdERxy+pdTBtZjZ4zc814eSlXnHSRUveFWZNHlLQC4zAWdbW/C88cxmg7mB1MvgYMDzrIu9c7ozpNYUihZ5UYjjoAfqw7J4HNZHAD1wcf5Wb6rDw1HrAqbwYWAwcDmVnr36oPhRPbCEtZbCubgNreZ2m8zk03w6vudgOCj577Xc6A52BP4AB5slQBcfqo4PvhCPvSfxqIuJuJ2Obt62VEZPJk4GM8Nv12K449K5nEmSYfqlXMbDKGOe2e0pYwyscbpf9UzJkuDKssf+oQsf3UvLyMf2HkRUDodukeXsSMLdgndz2JfHrYysKr7bD8wt4LsjKveQdIPyKMchG4AVwlrb2LKNj62dWKmMAhlf9jugWYiIDdEK7KwyrbEvN5Fe/z0+/z0qZ8KQtGcw+MACfGA5JfDaugk/YbNzXuctF8Hs+m5Jn5MAhq+bZShkDMMbJ+mbX8zWHHDjjSL+LH2Vjvp2ypn8KuOIavOLmE15P5T+4lDb3AUgjlZl+DacrIA48avDSHmfyx4d4ZVIAuxO4TDyLa0ONV6Eq381x8TFP77PAF+8wGsDKX/r9LmtKydhNgXAtjLWPpevkl6BT72Nh11+5HKHfmhSO8bSUK2+7T2yVU3QCbgu/PsdDueb0FzuqJPIDGim1mNm1R79wqw7zFtYATLzTdLTPOO+uM9AZ6Ax0BjoDnYHOwAsM1LYSMtTuUAPlRI/nBQA9aGfgd2RADff7x/9PBeb/caNeOy+XDhLN++wtfUWPifjoMFB4y1HnwwoCYfGAiJ5xVIfOqN4GTXi8sgIsOEVkXHAiVzGWakbXHxpw+fAMdmZY/58GM2RK8yx0h7j8D0nHOM8ATKGkxAGX6eg4k8c66E8MH5IGcVtmnF9p3Gdwki287xKK4edTwLySM+F80TEGpSKdGKH4hcIEV4dgIOYKPbPOlLzxOTPT0RVcRoC+tUZhPxz9yQG3OwMKShkSP14YPHL+o0dwxMCUdJYkp15kfCMQsxcKT0DJAtXDM/OteLrJQBeupD8uNv5KHqtHPSBKkWMgaHCg3esEyQ5NYKVFbCGfmPZKwR9h+GV+ce8KV/LcdZxSOap7pvKThZYB8HDNL59Pwx24Tl1lsMpJxfjA4OGROI5w1Kal4PQA3gxmMLlMgk31rwfUuNFdZ6Az8GcyEPVa1EHURTJguNzvTK3rsz1+Sz1k/1GnuDYtdeCSBLdTZbj6xMiCESvrKAKM4ra0JTGz9+PdVcLpvfDwirb/T34xxGUdO1N/NtI88U915ae6xZ76p2BDCJnKSvXJu357y9whJFEYn+rqxx0D63+UXL9lhS3bJmp3Fg44zsmPEH/TM1Yo6l0ofLQlzzuMFJKD8VLvrAffg1WbHEOrdzhBdiba78tME8e5PMrneuZ3DvlcdBCYTl/62YM642BVcrQpHuLuLqwfzlOEpp898tIPbXzaEgqr/kcYKWM3pzbH0/fi0WWL+MUX23izolYrp70bS2RODUo7cX8bMYORJ+Q6cZDTUW5y22f3mxazf8xzTIHkXq7wxlg9uCibGWZe/wbfS2cKj6JbZwBGu0OYzbMOm/lf8pJvErvcxpEWPOn3bkA6O86jAs26Fq88uO2msq+y9Um/L6KtIZMdkudkklT8KI9siKcttpnGKu6lk+AgEYFVLH1Q1uD8WXT2U+KJ6kcmnQqvt3hXesxtLevP4a+9k/nMO6oosN4LYbhmcric/9A/IjGkU0fKvvUCD5HIIokbv8RV/AJs/EoP5TUnjmPwpS61jpCW0jcI9LptfUnomZ953Y+dgc5AZ6Az0BnoDHQGzjMQ7T+1OmhvqB0SY/33bgA+T2kP+b/DwM8fP+///fH5Saf5n3VMpAzh6F5tzn8hJTE4gFGLFV5t18GF3fe4T6EPWONO4NVQQZC/qey8nyhjQKMCm3q/9Jr0M3hE3HPdxXK/dMT4pnPMQH43OjDJHVKdkpER8qK/kSdoCoMuXjF9ZNDYKK7ClfqRSSPvVOY8CEDetfmYfufyNMI/1BknVa8NkiYWjmRWYmBywDAo1fraPhd2KPOMg2X8m3IYWLDe5sDTZogZD/AIBgClMjKYEQMaW+g8EEWwogIerEsxVZ6eX+pafWtxb0UCMLgvulNxboXb8xymkq0Sx55yVAaHon5iUHqHS/xrXu0n8aTHlre814+dgc7An8YARuAwBJ+p5Er9aFKmdUjLFLJLndreXjyXsU0GQbYtDsO03hY2ABDfWjyLAicPCm4MrfoGKwbNeAVN673l9PHtT3YNYbtdD+677TGJRpdprJ0z1D771p1aZ4svy8S0FyaPOf/z8mN76ocMgTYG2ugzF/rAPVal2SghzjCuuK2sNs7muys5bPOtnMsI9XHj28TK52wY8N497DJM6Ji3qwWr35ltvEcFow/6yeD1yXa5KisZ01FJ8d4u+Lydt7gzPiQNGM8aLTEmgS8Me5Qbnac6V53agzoxks+0YdfdvP6th/FTGxHRU/Ie42+C3cMwfpi8IcMv3092OU6sA5eO56o/Ba/5FWbXmTZGAt1m8ZWY6AOAmD4KP+2iVPN+Jdhlj4KTqLOK8Xcq+0lHmHRMOZfx16v9M8Cb+E3xq8eMO45DWVHvjbrSaQjM0f9qhKHWv9QV7NSXVnV60sMk3Ls/7aKawHUsQDM9a6DbspLcrPnvzzoDnYHOQGegM9AZ6AwsMRB9ALdBSo+HVnp3nYHOwB4GKD/Zn9Vp9D2mDXSu2wb8HsF7/SA3OsmfDJzJKF2/QaZLoIXxVyd+TmdvBFlX73KBy9Ldg5vwUHnL+/XGuwA1crPim+YVXhJPetfAnwYF3o2Omdd3Orf6eQyiRD/MKM4b4tWKBiJ+U7zF34sHVlTQz2b3LXJycHk1x518GbxwbQ4YDhK3zzToBTfuLDvx20EWfSRn4M/BpEXPqw/ILzbTZfb8QwM9zWdbV8M9P4wBArbANG918ODZ5+odce9UMfCEKFPFnVinTNic9DEMqsxJzDzOZ+QnTQMNjKoeidU2+ezoUQM3udrmaNA5/zaaYyh1yud8zNxLHdLxXQN0zkMyAX1Lx3nGnfcmR/x7gCv8kV+tBMwEu5zjX/MLX0jm2F1noDPwZzEwlGsm70S1w/tuuL8/vWthVMdoMDtalnrTxEvnSfT8eyfrn7aGewoaN7I98WTAWPBPPWmxYMPwq9W/XtnKu3Y7Pt6PsYUqbT/Sr8ljC2lbQrB9X6zBndJEDKwSCx7X+B6kxvfcMQKyejq2LI63xlq9P4R/PhMWrUTG4MbKVfO2933zJIw0CI0NlHzvF2OaDNVuR4w9t6/I2ddx5nl9pwU+r+Y+jW/AMGYr8np4euCsvref8c3r/wHZ9ipjkvWSttg/ZFxkJxxWSp5z1r1STirvWc7OiZyEKlx6ggdbP+enfibeli5dr2Cg1jeovYI/6hpKJnyut2GXhK7dD36jrfuP2K5cbfJD/LrskP/sVIRmUdcEXp28xY14cDlju3p0JOuRsYYPIKh/wvDLN5UxVsck9gw3+LxGfwd5S2cx2RrsC85lTPx+wC88T3PnGfuCpDffFg7XV+VdU8qV+05Kg7eyZrKNC16bP98F/5vp6eI7A52BzkBnoDPQGfhFDETbtHSUdegrgH9RRvRo/zwGaNR/ZWOejtCSQYtBLP5hKKHQTztNuvUm5wElxfeVTKwlxd0xZt+6Iznns+2MKQdlSYvt9TBCaoCu9OfmQp67p7wAi7NEHUN9b2p/9kSunot3LhQgBt3I4YA5n+v3ICl/6z63n4bmMDAa2/55OFvn8LYdeuoDxt5RBIDCQAwlbM3F6pr0Ebo2jCsrrU4X94d8SN97jwMtnA1Xe8PP+7tKzrz0o3djKzjpArBcKNGTpfpvSfp5jpckju9/l1pvjKpfdQY6A52BKxjIehhZ+wykvNuoF/N35TsKFOnCuOFtQu//Vmy0Ztq1WOlv7RirLW2UWPN26lm2Z4RpaADskBRtBvMno4Lb9MUQGAaHfL5D1IwX2ll3bV/8YUMWsl6Q522pw0hp46+NUjOR7r2FwUSG6fherYw/YLzoFc4K72grvdLOyckGcKa2iCcc7E3cHn9MRQhDemynfLx9ke1PVv26PV0tv3vi3+Mn9QVstLbJf1b+gnvFsFdFZ5okB/78bWIMfchN2dXzxSfKe+nsB4ZqVoLTmqdtOdNXjIkSesSkTTnzKn3EWD1MTEA5X9EnJO934PZ3wJlkkZNJp9irgZ/8L5yaZ7B+Ld4hZer3sqpdXD0qvnza6oPwlq2q368LGf/WsdXJovPWCdIzUzk5P9owW/L7885AZ6Az0BnoDHQGOgNXMkB7l/bp0O7b00K/EkGX1Rn4rRhgwIvmO8efmhb7yVHX7qbo+y4UKFZt5ozZr+io5LeQorvBNrfCpc5UHfASJr5hxOze7I4O+K6kH2YyBuSCKFB5tWT7SE9GGPA2ea47lzryxYhKxxeGSs7pyHlcu3Pv76iWzqf4YzUIw218b+xalxyhRTrX/3bVbwywRowFnXlixXCuULkOD1hwSre3mWOQEkBxl78DHvC2jq2upHfuyA+8tT6OnyNTuWIDuTrUH+hvlD9iyMEs5C7j4mk4ZDHO59nXefOF47BiB8HIvv34CV+4pDKu6t82b1P3SF+scJYQh9OgsAdlIL5wWSUsnzDIDQ8wdFNdxD/S22rsaLXAkygzNLrrrS/BIO5RfQ+UZhpHPlcuBCLqpMbPdGCqeTR7ysBQhmHQUmBIp2ApzazqYrA+yvds+MJC8AMnTCQI3mMwNDJsnD/zktbupk4+aFidqSsIZ3TKPd4nzv82B5vYkw9uPQ2cNfeqP5Un5x16gV6Jr0g2ErrrDHQGfnsG4n3hutDvYiVIdQrVA2U9nj4n0tXO9HbWKbX+oEqjfirO76g4j3oFA+uci61ReeLglqttgT/+pVq4fOvRYmmhMnA+I6XBMBdD3rM9S/VutO1Uy9//T++IMBQO2zNP69Oy8s/vCJ5BlnB9YLzSD7zF0MN7g3rTrtSdYUMrMhdxRppuvBPE2w1Dhlew/aU6WR8aGRniBr6IZ4Qb+eYPefo8yZ1PlJSJUI674CDgAUf08c5SfL4QhynP8aXcSMe4VTG9p2uFudv4p28os803Eynh17IC2KzOtZhHXOp9+JAhHyObuRNHKHSRN6DLs1bQ/HmqMm0H5r77G9kqM7QMBh3MtM3LiLvEiWb8V3mFkZq8VWrn8J1pExifUAobhjIbVaWPkdL4m30p7yIzC1X8a3U3ScPw+9OGNBkrjYdJCBGIXKqunu7hgFDIJ09K+WDrZH3zl1XfDxlUq7gawfQEjCHnAw696pf8Ln0j5wtSKB8DpsCe18HHVPL6NVwGv1HWQpZYimCKMvn5WZJmKArj9pPLdBh/we2+mRML2QTYTvk6vvmn9Btoz1JnUo9S3lhlXSesZPnNcqSyEulDR+GpbPvsK+rdQQ+mMWZZmd4/e+12dsUV+GOSANwHyeRJlCFKo/JCOnv3BBBhH5WjzPuzaM6HC8M14el/UHrogwiPs12cKutvrhM4URrcpqdnhuPvVF+n1/j7dekj9u46A52BzkBnoDPQGfhzGKDHQtskWluRrm4A/nPyt6fkzQy0BYeo3OZ/c5zz4ksHoXQI7acBd/MgiQZ0ZC350Jap6j7Pi7nyrjt3OQiiiqbB8xTN2rMnz6/eYCCJDjAdsjlZY248IMnMdW81GwMBV3eGwcN4Bhy5Yxy9wzlw5R4Y8YxJmg4nCdkMtCIvH2XaQ58wZsWAZT4/ckxyr8JG3OQd6VzKu218wW9i2/a/1wd5BzIYXOuuB/6pVF7Eyk6VU2SEJM7O4JRGhBDjKKeWuu/PXIjEkcd9klpfsWKCOmiNnTbE+rkNrYLjesWDgYltDv+6rO/1tKQjM/F7getoOgOdgd+FgTTEvBFvGH4P1LmsTpOx4vOG8RcD6zXvg2kSw9iIEUmf1pDxIGLZiqs8F8ZPGX+Nz3in0l+4dhtduPxNYlazYizMd9cOuW7LYwRkVaX4w7jq8Nl22yFj0YsMFOKLCVFpQF/0uvmANGmKor+pm+2azUArHqRjEsl7PyZhonNb+bkiLh8VffQKZa+k5sF5Lo1PDEYb7kC+Jp6tI/n/gtjo+/xH7Sb07nw6F2G6zhFG84pBMlb+7q8hhMl9x8Q3xXhBns+AjxXgitozCrcJjna8yok7bcPKX4y/4d6DcwwdoyOl4O/KyTD+jsvElDtCc49fGn916jpFR5enuTA8e4PLeLXq2pMvpCsuOs7/Nr6CeaSzX8Fvi2HpHF0HS/kpP2wU1r0w86bmkwbOdXxK35Lsfr8z0BnoDHQGOgOdgc7A9Qz8/KnJx58al/XEa+8rdH0kXWJn4E9hIGcCYwT0Nz/V7s97DMSwzRUzQJmhnPffl/borIHlUz86FvQtOMXVlQPqd9joOzKUhJ/3/lXEzHodzdZtYgRs7Tw19990GrOl6YZpbvFnrNxejKriavKRwQ1bnLJTtxj6wANkDVtk77X7eMDC+cksY3L8Kkx0ZHGBaxgwyPvxdOmvByMb7pb8Hb+v+UqePS1dZ5DmbHpzgCo77MeBTEI0HfqTsLKcWiMlg5lZFOK8P4lw9TKMyBoYkqH8oQqofhO8hALiphsNULAyQI7tHM3ZuoRa56U62jvp0Y96wPVBGSyx4Kv+KCLHsVeesFiHOL7DpXxkK70uE5CRxKzF2YZd87f2DI6btDn+1j9YnDntzX7eGegM/AkMYIApxZv2YUwCPJmwUd3R1l+cU8c09cxiFFnnM5lOhssPfReWAX+/6yZ11aKMnQ/8HgBb/naGwxu86ff4kfjAdo2LlYwYWPl+5b/FGkYuYXSjb09dHBza+Mt3f20w0bv+oklVbKn8oVW2XmXHexpX8r6+1+Pujr8Yf5mgSF9o3bv7UmTVogvDtNsPbr/RFhnr3alcctqU1ze+mfovpRWg5McikNMPTuFzbG1I91wEj3Jzwrm/BW/SO6+uPSFjNUjB6jIkgyTffFZ/eCv/B5HChpHPhj7KBn3H4em1ZwOvsYIWYyq7ZOm++1WKbSbu3PI567y65bPKTd6LdvIYbZaf/VyMwy9eies7ExfgXLgHfE0I6bPj15HV6WC+P7T6O9v5KgcDG024t50SWylrzTbx8PbMD/qAzqrORC9m8gSYyS/nX+MKY65DdA7/teLgGT/Aosdyrk8LeMI4TaSru85AZ6Az0BnoDHQGOgNfyADtEPd5iJP2yn/P9iy+EHSPqjPwrRnwxqJfj9AdCgZK/qtuCJ0rVggUp2eemazCzvZQbBl916DThw2zFPx3OnV6PujIL3V2iH/p2XtwOYdkIMOOOFoNDYfu0A3x0mWjjmSM7uaButKJG7xccIbM6aqLtXwpfNkox2AY+X2VQ3bGDS5d7xIf4e7q6MZ6D3RNAS+jC0EFD719trOz3iRWXe5xpMUvvYPhVmQHPQVbmUm14n3lEZJeyU84lwhBeWh2CiufYuChiRKYh1xJV3J2OHxGpoCeMZPXB4+u3wjT6udBGVPvtc5EJoNLJwdWp3K5tqFb/I8cmVMyaHS/vRAW4wLTxY6onU6fXCy8i+sMdAa+BwNfUb6pn/K3leryrnXbijpWLQRPpAPn9Vgxk3nbzTRibsHzc+FQe2r4jibv4Xgf+NWXMA+//9p2BnU72+5iAMYwkO+H1o/BzPwpXPkdJVwY17wCWOJmfB+/RV4KE/iMjWtwcTzq1AP5DOPvaXD1fZ9xC0ftQ0ww4Xc3CRmWtMlIzQpq/aLhBMe7BSUwyzFPdYJbMfqkj0P4MtBwDKOktsnF0P9sIbPHhduDEOua8vZDule20I60kuY9+teIWjyVLBv0tOr3s3xDd9FvPsi4yRf9bPxFB3ObYvIDjFsu83XL3/Nz+sQPGX/j+7nzcpJfJjSEAyt+yWt+nC9jzfDy9KILfN4CW/Up9RXbP/PJntiOOPU3/DlvfYtppVPjL36Unhf180yCYsoz+Qrv8C8cHpDULWe3sCW/dUIAePfowhlEe8Mkr/hHF+jtwiG/wOat9I0TzkkH9WoJ5zEEwrZyuO6uM9AZ6Ax0BjoDnYHOwFcxQJsl24zZ4/2quHs8nYHfhIHpDNO8ti1KZcjXOg4dm3FfPf1fm1w6IBoeKOU3+hbMlNXgizritVPlzgYFnUEtfoTLwSc6Ilxf4ZBTwNCZs8EH+fnj2VVxncFL/PqxjTA/8HlQssiq51Ep0mm3kZzOm35slHClI98YUPhZ5JuniFrRwFnr5nkjfOichFWe5/220ubP0Q30AhCSq4GiMHqDZSqT68RYnrujK/M6UOTiW7v4S13z7Rf+ZBoRUSIxhim2tSimaZler4V9fubsSijPj5s7yVVza3RKGhAkidZDrqsyjHwuXTBQyOQOBqzZfoxJHuht1g8R7ghXGZNkfKg+AdeutGY4HQGDflfdbJ61p7XsNTcdjuuNPNqFKdOduojM4KfqscshnJ90pMF1CuElvw72IBPu4GJNNpgogxxL+DroPRMuOTNuwjSu5ST91YFK+dvE0sjqp52BzsBvwoAKPuXdA+oNZK4vc9RN5Zf1TNbVeT2Ki8+OhOGXevD2SR1XJivZ36TuGoXdfxHbssrIYQMrq9xoC2d9vyLHRlWMKdE2ZoXlQ+dUkYNLjLMJHLzlGXyQD6Xuvbnu1SQ/MLH6Tu1P2kfeQpYwo7hSSB7hL7DxfsBo6ZWV+fjEMV5NqRMYhvgxCTH4Orr7SBi4ijyl61Mc0h6xHgpfZW0mndE+KfzOPIcrDCkP5SWTNxEGI/W9XYVvEaEwJNwZS0TgDV0MhHqWerwlavT8P4Kkn4znTDzABRMlTbvxjYSGrVdh+fYvk9NuP7VSuSnXaVQkObWpMRZRrsCFUfUv46MnE5wnB7OBDtwkN0hx5Hdu++2dbFYVW/5dV4GHPFbZyG+8Ert5S5NrMMrtwRV+rQtzzwefc2eBOfLqJjL55nXGBq5nftUnIkr8kc/qH3kFMNel05MrcOE3w3Mct8Hn0KzfC1liVAAiDoQW46/1uX0WabJE4XDZUbmOlb8xOeFVPOton58mF6HLrFRm0oX02pOEqXvpx4bzTk+eQFn4Vd0UOY0PdPZ1Pi3kxJ/hm7/wir4z3V6YnAc6KKFRp6P98fkB939L4qLeOhFxD9IZ6Ax0BjoDnYHOQGfgTQzElOc3Ce9iOwN/DgO06LMDWlIVfRM1/N0l+OKkCg+DF54tW3obBQHbwNp82QxI+RH+ywDVe8DSRYIjdeSIq3TexnFxvzgPBuTFm44eAIKfkn/G1cQ14YOOq4PIy/s6b+SDBhQ8hqFj6RQ3qBZOUTgCFcVb8LX/dsorIbj0yBJ5xG9tkCWfS9M0uoDB8MZ3k0XzWBuL7JcODLIx612H64UfRqah7ACiQYA1hnYJ9kBC5sPxBKKv5ASGe8qcB0wdcSLjKS6v42rxr+sI5MVAKfMmTjmXs7OBiTFxt7HnPdICVwedjQNgkhyncycne6JxehPfAWwORwSEfYWveZAMs8IVNfMBVPPC+t3OQGfgGzKQJfvC+uwplaV+2lVvJh61i8vK0KiHsn58En7yBvL4seIKY1IYO9aFDdh4J2KYwEjxs6l6kVgWd0VzaF3g+GmtzzEYyQhnw8bYy/YVGPVT28DGNRktbVBpMG7LmPOR/NOeApsMLRiykpK5IFv3MKbr51WJNvpvBVh6nthkSBEuG9pkcItvTk/DpF/ub+i821e8+/4mn+ySVPzXfJrK3rpOIyBbAMvgYwvhFMMBfJPoPmTw9QplcLLKc6EB5mQprJvrIxlpRIvvTWOWCjfFOAp07ML9NsnTsRp/0aGMalGaeLGucczyof6DdPA4uuT4WEjKuvmFZ+FcMoxWfl2/EBeYqV/2xevyuiJfj3Y5jL9gZkJNfLdtUlhTj829uDCvGIepE8GamdLylGkAQnt/F6R9nmq/Gvn0pDnSp5BTEjC+D/yDRz/z29bhb8JmEHv/FAzW+Qhj9grvGH+D4YKf+iDzBO9J/97our/OQGegM9AZ6Ax0BjoDb2agG4DfTHAX/3szQAc7BoNy/vC403j7UMcMwxe9GnqNbeP/LUnPThE9i/JzvOV+E787sdmTBYs7ZRn+DeCAU40srXzFORoooQs16ci23t91zmDVL4i2TQ4DRjHcIQ7uGMpZ3bEXFHlXOtFv61lqYAYdIi892LGN7UP6H4MTOcO7TfG5cyRG51pDx/+VYbOutDwhD71n9vklmR9ljpxgGPUlZ2qRdN4xgOXqRxkWxl8XwpMCKZcFDzpJedlw0wG0HPjywKTrokZmKyvrqTpQ1D5cOXd9lpxZSVc8t48i30KnFd5BwZblqfX7yjmZmhwin+stnP6SNguf7Ma+M608Qt5elxgUOwJ31zF75Xd/nYHOwK9ngPqFulrlndWCuFF5P1JnRPDxX4XPurp5MK33m0ellgpcMUWK87Yew/f0upWw89y4/pKkv8LgUevHddm8o/Dh9oW+C8K0qbrKzvf1vFTG47p4Dy74ju/+PljdqIl+2eJr23mxenleXphGeJa8cXzRwZX7CbRatNPLHc4wAs/rRzI4/7Rg8bv7b1qh/C+pHCv8SqgFmW0K5lOE8bIYMO+sYFXseEy5jYBd+JTLkddaOalvKPMt5Vjt3Qg6csoKUE00IF8/dI7moDtzLldUZ3tozk97zzjd5kIeExP45jPn/FZzQc+La/DZgF7DJVvp8ZVjcDr0JQPvXB6NY8k0UKLI43+LSxn7jhewsdi9V9IhJqkaJ/Wk2rYu8xhKq4OnxMlN5a5XeOse38oW3o9sR5FsubV6MHy88hc8isjt8PIN8AV9I5b45rhqD6eJnQfoy/HgOf+P6ify97oYKck4dST+fDeNhBSuxeuNOvyAPiTve8vXKNrNi4JduOPTBeBHGzThwauYEZDYOaLEOrreo36Vz6rXRZbudtcZ6Ax0BjoDnYHOQGfgOzDQWyffIRc6ht+EgdLQb9AyqHPj47Jf7Dw+hTGxdDSeB5SEK4a5vhQZTJiN2gFaip6q5yuqn+yYLeGYu/8+bM4vzXi/6Zu2X681c2lduPe8tGDWY3R0ywCqy8E1qWIQlO3Pwm0q0yy2uBnlIAZ4V7zteFTLmHDd72zv+Aqugk71x7gUHOfPeSAsyLkAkqSMEe2gZuIl8o6t3Y6nZiLKl2M98OrkmUGtuZBxj/DkFbi0QR6rnt7mPHXhmPQC5xqujkXdfXcGOgO/MwO8e7+q5thXb2Ik8SafxgW2N+FTXY4Rk9/d07H24XNuF85oHbz+viv6IwMA7xcMMWxLzZag1VBQvOQh/M3j5dOvNKWiW3Ehd56cydbFMkxjbLHBIt+tiezIMb6pG9u70mY40W7gPT56l2OQAxtGQvh7xaGHTLCMLbTZRvuwK9icp2z7bH0DY/Km4w6D966KVxVtAABAAElEQVR4bZQE68lJacaB4Tw4DIPgrpgPeWJFav4O5Tnlw4ZfGX9ZgS4Oo9weiv6wZ9r+WUfCLZMAlvsDgx7HhEp0UcZUyovzPPP9MIydAZAfcZhjfff79kNbgRc9fhJSyk/0lSgviZU6qJSfq/TzKfK1G4VHl5+2Xoj7gVd1pfTgTrmSzt7T2L4m9u3PBv4jKuEtHI91PdMkjkd16bv14+0E9Ag6A52BzkBnoDPQGfjDGfhbHdT+wxPak9cZOMJADj0w/OLBGg2e8O8TA4K6Kxhd4pubOvGgj7oHGBaK4Wx+aOcIgmW/zHr91Gz+OyNFRKRzZqqC82ZrkDohdHrvfMeTFKSRKTstg+zXyj8sDTI58/d84IfRK5M3xHUXpjBWDQMcgmzcg68rz6IzRn7xrbPYro1BoEknzYOBbY6REn50otv7x7HlwEOGhBZmEt/Iu3ZWtDvpulcGnNL/6Oi8zDuBK/L3JEbSJn2FHTjymlbdY+Dg/mC7PIyKZCKu5SzyMcqAnteJCMhgSCfKh4Od+EMR8sQKhWWANpINXwwYFR3aI1dcstWYy4J5zbQMgY/kL5jg+8ZAqr93jZyWl0Hu2lnMWicl8KX6RHLhOSQJowhwOeHpiv7dMJAzqMnACXmAwVXBa14qfM70X1+vnLUdEZJ7OvBPcVNm1gzdYHeM4CwcP5yBkRow8Y+VFOPZ+pQvXBt33FGi8sR6AJrgmfSWusN5EfejDNQg5aSRyx30HIxFdOSjJMOd2D/l4EfpI3TkE2eDLNeFK4Nv8BrVs47wpEz/KZzQN7hJOngwqgfS5yiQbpZ8HKg0i+k7j2v6lX76sTPQGfg1DEzbD4Ei6hh23aAqoOTT7st62jUkdd1ZV+os142Sz8C8P4chmRFz1O2Ib+uPR1gs5UfvMtp6t38KH+9g/VxnDXVjQmvD5732OEp/aRv5TalB9xvGJK12433H+zKSTNyD6RBzT7p8/wiZwmAEkrHNbQTec/AVdS3171720siSdbaP+sO7mf4C71Pim7pRusrDu3jPFYZMD7zpm5/sUGHWS9qncrauA4/k0j7wNtl8FxZjFm0D/3UeDukNvvKt49e7ffMn813pkbHyQ4YpvlXsdpH98Dz9+MbMddyP+NAUuCn5h96Jr8w95Ma3VuNdlhJ5ic/jSx/kL/qnkmDeyGu20cWN8aVGZ8g8mgWFtaFK3H0Qo43StEEpE8ETEznBn5gjPPgihbRf51y2AeNZ8Pn4+KfiYCU1YUJn0ImpS13DT8SPDwyVbPuMMQ12KHe6pXZFtAVCni4OuVZPwRy6TBmTbNc/wme84CSOMd7UH+NUu9ltZ9pc6KPKXNRZydZeaPATLuXndXu0Xsrrw7v/aJty6cBDeqvSXr09GYKpD+SDtnmskKd++Y9T5ra06HS/33cku2qiREaWK01VfN4abkzOWn7NHXUHdSfy1Qe7yQBsHda9MJq2HMsXOmqDP2lickeUbadQ6b1poir5MsIpqZXxBusEmi/H+OZ8DPesH4oTTO4XgE240ZQoh7q24qjWUDp/3rWSXjrhsiWETot04k7/qjhzrvMpzOpj+iADnjzCPaUd5zEMHXmvRSrEG+8J6gPiVdn0e0P3IgTHOCM8buv9Fr76385AZ6Az0BnoDHQGOgPXMzBqx6m9wj9aVSemxF4PrkvsDHx/BqLAfBecNvKUzgjdYU7pZ6WjGxud2+ZmPnznUUAYoDMmx5MdIo5DxzsGC7g3vX8hOAZPGCFQh+2Q84DGF/N2DOAh3+/0TEeYDjMDXajgVS46ztIjRfCqhkT3HSmvOQ9YWZ0YpJFBk8S/qiYaXPDg+IvkJfsMSIxe9qeSXBgnrc7ZY0JcLZEeD/gdCzvvG54pwwhliIVBPIjnHlj3kIcMNXsYEHtdFRTnvGPQ6B57cs97mNwN9ckG2eRhv+wMdAY6AxsMvF7fb0Rw5DGrGGW4vHkCmc5lJNpVPe+JoxrDtDqU7Yu1TTDmONeee9tsNgYJkz7d8sPbFvPm3PP+2AOQpAoX2GwYOiqXFxMtqWKcvrR7rnclRje/M+PtGS/CI23j8uLE+CvjPqsSMajpRO6IHPyngyN+hM9VljzLl/RRDgk7OK/4tBFquLf7DH2j76Cj9U3nnt4oSIPIxLlbauMx8pvPk8Q22hj7mL6xN81wVn5ehSj+3BFsoqg8tvdeO6dfSbn2dtqjLZS35KqkGZ/S94RzK+zJ59RHGNVpM6KrVtYtfnmun+ub1MlX8vkA9mr8D36fP8NCfqfL8syROieMv/k0jl+Eexyp6FO8rhvgssFgTilPwkq5whTtSQqqRPxsKuirr8EaeOuE9QqBtER9ELfavKie+klnoDPQGegMdAY6A52Bb81ANwB/6+zp4L4PAxii6ACoexCHBlrONP/qDkECaTpY6qCMZ80yo1VO/au8f36wpknyzOmHOq906RLVnU4gjqM6dxE/nVQ6e7qXHu3pPX+I0+lXXDZSerBqLS485A/8da7xWqADzzLRZ3WlTYDOGTC4suOsQa6q34aaOEtezqTU+eo8nnn4wi2i9ypXZDjZyxgWoxEur1QAXwhZ9Lr9AC5AlXm4HWLJhzl2mjQAzYDaSZEMX4fxl5KXebUU69Z9wrOqAH8JSCtnyoz8qhdbYiyF+lJl3fqZAciDxJjHE3kqyfsnHBAPvxxYVbow0FL/OF1n4s/0tEfkkAfEw7kzt/WwcC48ZP6VZXg2pr14ZgP3m52BzsB3YsDv26y78ngRQL8rS/3vFWVqA5XLjCHfBbV1RBiMVxr0v+t7qz/4YcD0Ej3q3wlGx4G0KoGLbccqTAysj/9TbcvKPBkQShVq20mRkPiGahh8YGAlIMbLf+mcFWoEyHcR5+HyfdzKzGfLR6Xl9n96zHuPdu5MuhcDg00JgT++/2rjifirPC0G3H6A4ZefuOIvuHiD4vavUAOf0iNcbEkbhl+ds5PNaSd5JjrylHxltTk9CMxfuIna7YipxUOLiJS2wxzt8y1x4FM+ugyQn+RrIEr9WsSX+ZaKNI0qn4NNnD682jtxLkqdStF1YmTrX8qprpXmwR2RNYSaPyNPWEmtI/gji3SvjW8cMlatco8yC1rwScKXGIDBpR9lyfUR1wJhnhIzeBrnNiH5rJXyym/KjKWAvaZ3SPGV7IZUuEUPSv1pkhdioc3ock25QT9LXaq8ydQthFS44uPqdqfksrtCpEVxjADANXUkGqRvtxszHmjNj70OYxV68EY3TJ4KPugrfnhsQukQNPcdiR99/YBffjwANy45j6v8m/VDeZq3+7Ez0BnoDHQGOgOdgc7AlzPgHQbdjo12b/Y4vhxIj7Az8PswQGGhwR/N+ewIVtuGR4noQESh+tp0EWeJ153XJnZ30qedsOb5u07dORImdaRAVkywOis4dXb70HZcd1U/w603oYntC2/CxHZqYaBZj4pVA/Pbyq6H2/3UHXdp1KnON3qYIxFtR3R37AseyYg2MzhHp3fotQcTmB4RpsiFCE7dZgDJ2ziPsLWiwLfizHXylccV/5uP4Dy54ojB76wr/JKlpx11EgPvMrgqeW0OnhbZBAxt26EDTZjhVNjM1SsczaWIfNzI9wHEe8+sX4llKAOg5rWQT5ZARNbz9yUlWBLf73cGOgN/GAOuEalbqAbf5VyvKaaFainbwO1zb7mbq0Kp+dwuWBDg94LALzyeTxYpb3+HAiss36z9h+plrVytbaj5mPYbfrOGBxfvO75vioELuflsPo7pXXa2qMZVG4GOhZ/KG64BQzshMMZEsTPKQ55irNSP1dP+pi4yTzgTBC6MbRjaMGJJFrCOZuskeoy+fCrigXG6KurY03YUpAs8MqyaO7YC5loh9yvHONKnKwx1sTrVMmuW7M138GD4k3FVfb/B2PoU0SU3VHrUFhev1mvAgnMH1qxLfATve11muc2gtRwlueRfgznPXR8FnzdNRIhtlSkzS05+L3EpRxMVxK3LV+VVPeeoSBRT+iuROt9jUkes/GXiBIbVJm2X4NsnxJzDJcZTXPJa+0dwSxr+q/dWlHl5slffr/7j1tf9TV6lH0xg8id1GLFQOgTvXl6yMQkWvCUdBfoSztTBTOKSv36/M9AZ6Ax0BjoDnYHOwFsZcN+F9k62u/oW0G/luwv//RnASBdbGnMsHYDayaKzQ4Gi85AdzPenmdmlNi7I6BPrbemuqDOIEah2uMDGzNrrjXI1he7w1SszUQcEVNlk1woffIOsdop0ncbCjX7UIPzE2Y2VfjI0myxm8ArRhzuha8LgLVcNsK3WxQ59UieZvIpv7B1goA4GgAl9OxB2NRnixfkzvBxyBnPM2Cdwm5u6Kh19/HnHW6BkEbgIFouHmNnumfjOv4xgNTHDwzavPbgyTsPg8ciZEscAhmeDHwk349c8hb7Vpy3menPhxH4JDyaEkT4GrV6d14XME26EHUyJBwNwYkL23nzAH3nOERk6/2UDRYp+5IQp08tRyaV+844DLt941pujqGyWp1ZEfB+zyFH+8a/6S9ltgPZ8Jw8leofkHC3prjPQGfjdGBim0dE+ea9LYxJtuDCCZD2W8UY9Rb2sFibvVjBhbOG7lR+sXsPF8+E8zuLvsTS0TR8MhT8xFrrG5D0zZqTWofW9ATbi089YhdntiXFtmE34qMdbrEvnJQ0YMFnNhhFOccZK2/JsKajvk4Y0/NAmjFV/8AeWMbqxoJaP8ZPJlQ1FgY8V07yz6BOsCp+IyEuv7JOBRGvkBFu/NYAZaO4IBuUfRl9/jdTfhFU7z8dimudlddBZR4WJiQjGetdK79JODaPlIJBvP9vNvmezP4XxF4OlyoDwhlezZ50LAUf+Rn5bD8Uh31CmzNioWnCGNPytOT0XGOuc8ela3yKOUIW4TF8pv2vSlp8hsZRvDP/FmOotlR1NxLgcXskjT0uZwND/kYWzVCj7V6CvxRLPhu8lo5u0N/mVfIYHfw5IwMnIrA8clP6PFEdl5fH4t9BSllO5MzzHSC99pUGuBZz8IznAIe9V4ENHQx8s0PFANNgSsy6tiFHP3IT5rqWqgRI5cXYS0O5gkX30p8EnXRbfd9UNfGeZO9FeV52GR+H1d36pJ5noYZ2VF913/iv9o7fbF6XB+Wl6A7G3fEZnFH/y6U98Wx/Ic/Ig6gKyBFd96rqodOkHxPP+tzPQGegMdAY6A52BzsD3YIDGC+2ZYVTWF/1PZ6AzMM8ARuAwrsTzHCyKq2KcKF2feQnvuitcH/pFT2USiTo2Y6B6HgV/4vGiy+jGeVCndqBLfO5jMZiSXatgMwe6clzgIiBjMcICJoy/e1LPLOrSvxvLuewqpetIJ9+DkggH3VYHHiLTD/6j86qT15w76chLbI04PVsaWHCnl2QYBmFnwjeijp0iC0yl001aM7l1kIDnuOQkrsZ/M9D47rmrTJ+O8LIrz1ZisvV8DftK2HzkssZAW2LLB2ePyWkJj9ijFILJg88vYrLuKX7yu9YpZ9NFuBYPvL/I/Sj/o964a1AsBvWID/kTPrk9choIy3SO7l9w4YK5td7tgni6iM5AZ+BLGHh40F21iurk97Wb1FZy22Q+STnYPVTJxZAp82Bbwy7XfVknHnux3PUN9zB88b7jt8Px7qgGoRKf390KW9sRYzmZvnV+Mw286zDIYECS/JExbyx39soYMPywApjVtemQ/8r7ifD68R72Slba31O3l3/8aUNUGX6ZuGTnNE/l7bxGcWyEx3+eDynfKWXGG30QeCyrVVNBJ6KjvUqK5hy8wRU/mfSFM9Vlzvf+e4U35feHVqGHcTraCgGPeA+4kibwOSXmVHFcA1YywSuGKDuanHDTym8wD1TuxYs//YyL0IUHnV3rQi7rGm7a5p1PEH26rlTcCTp11xEX/MbF5A0m/JLn1CtbGEvYBQ2y+D1/rIiKSxzz7XQMp5hL7Vzkso5TAsDpukJHn7fleQvvHjBH/RBn6MedLavBVt5NIQmcJAKuOM8yFU+DY9LH81+BX9FW/sskJsHNuj9wyQ9cuw4VfuvRNtaUkdWPpHTXGegMdAY6A52BzkBn4NcwQIPE/QSi7yuAf00m9Fh/IwYY8Ciz5t36pwfADHYd3DEgKXRytjsF+LzcyfjrvqA7UeBo3fS6ffbOc1ayaeDE0Q+8+MwdqHfGPZHtfNofKTOavaLlTofwPS5mPUs2RvuBnhIZneHW5RzjvBd56kECKaFXTTwLSc+Hj14vro6855Tr6BXTom+KKgV7NrwGim1aFx7+Xeqk3N4G+jNlPxG2IzqFyRG/Hb7XvcB/YQOZowGl9ZBzT+91m8LI1zk/i/c84NI8ZQv4q+hXvXLPUYwmin2nJY+kF2y9XiEZ75Im7ZMcE3FCIvDWB+inMhUOaB4w5SQH16b+zlyjY8hUmVE0RMFxF4V+v2BACNemaVf4TbgiqmDb9No9dAY6A9+UAeqX4tiu0oPvcYjynQ9PHmlI4mi7qe6m5s630npdhq+o+xz+bX+or7U9600rR1lxm+/hmfaP2+fgUHuOCTmul9m6mC0+L3R+H8k4cNPKQQzAbgdlRb4jHrCx3wz5B9thFNwRcJcX3r9/KTv1XWK+m8xEUb8HdgUeeZKkck0+5/nIy6mLh1Yvwhk7rSr1p2QMgQiP8Y9ViKym1rXbaG2boylDBEw+UvetU9HmBNmgY3h+xREv8nT06mkdVYYx+h92Kp9gc/l0WyZMhjWVmSYE53lN37HYMKZ/lO/R3lznCPdOWfRznGragaxQViUSrRz6LQcKyRHIGFJl/LVBlbb5VjxOC1s+/yVsGICjTZhtsKX2F+nCnW5BOl80WUGC2Pqdb/7ebGh3QbDs8R/4Qr85Dnrpb2Zbx3mWTvpQ6D2NL0VtHcvkgLra2v0s4UsdgX+f843qNKAqzRv4coX+uc8kbYGO59QT7kN4G/Z/KB+oiSmTQ3i2A/8h3fA266XUuQwPXvpZZ6Az0BnoDHQGOgOdgW/OwLhFeKL38c3T1+F1Bq5mgM4avYLsTDYdhIjq9aGLM5A9M30jIANKH+qU1cGBDf9XPIae2NqLzt8VEl+XwVZkDDY9MJi/aLR7HQ0EMRRyJlcYengXqQwpDYO+tRO/kODsxGvkggQt+PpOt6/kjfReKQ9ZZzhMDOMX+2usSy9VZ3gwxEN46NxxXa0THV4DsxL6CGfgf4+eIhmG0t08CMZg0oH81LvFqfE7JvM0Jb5+HLT1CGevx9sldAY6Axcz4PrlGpnRTiuyavv2QL2VME4EyaDbR7VK1F7CgICh5vH4S3UlBmBcW/PGneEvq0Gp71i5er3xl3ciWHK1KMYYRzcA2DgTdvKyGKjX07IhauYx75/HnS1XY/ebGS87b8lI7f7PGtc7RaW3qmvK16t0RwbKT7ahtUEtIzpzBBDtKRktE+cZMU9hyG/91P+gD+J+yJm0096mPIDvvAnyCV3cQC6uYIVL95fIe357HQmDP8oE52cSuieuCV4MksLsSQDsrGQD3pwc4REutnyOcqz6JI2Wc97fck9l34ZgMCff1FeZJp36uY7ctqPO4TnYm75aefr+Q2JLvAV74ndeJwr59bepf8rQivE3+yhH9ChlXXUM/J7kDame1JD86+i6OPllrIBJPWVluFW4ZsRVgLqczkBnoDPQGegMdAY6A1/AQLbF2W+qu85AZ+CZgdLxustgiKGLgSTPUneHNjoBLkb+/s6hof7nuE7cofP3KWB8/4eVBz/4npTOPCNYHfZYHwIuVhVgysFfdt5ORDgXxB3m6MzFQKJiE66HcMGQzc6KknngnvntwZTwEytM6MyKxTf1qdiqznwQAVhL5zSwRoIyau4FQ+ATb/pdYdZv41I3GDLMTG7jyI3Wjy4CGL50anaBz+06EKPcrYMVL3SmkeEBKR3lyCM2IPMAg3CgNzkDexqLo9efQNus+B7gW+Z3+xNcnwUZLMDWdKPLo+nMlQU2FqKnWiERnCajeyRqsNPf1QKRfhxSofcEf/JT0ocM8p9/rKigzqt6QiSDNox0t8iLiQEK/xkTT6q9YpZ25C056VfzOGD9FKrE4DtLgZ/vm5tZEM9+D97J/CwFIrJBUQUX88JcpsWzw+oCLj3Obu4Lx1aKmfBL9ydebV8gyby8dAwOJ576ZWegM/BNGSj1gOtfinGsWoqB64AcdeS4Xqv10UKqluolG5QkkBV71BVuchQZGWaQze44GLLUjfyg5YB/2pxNpT2GNYNmzYPSrvYtL7Ybg/AYW/mOqOrKDw/cpzj5aYFy20HhjnpPOIUvXaxLLFckcuIynZPbzaXwiKNod7N1LNtSx+N8H1YZNig0QcupOSRPCz7WcCaUFp/fEc/B650MFfEiDwc+Gcp/8D1T8PFuydYs7xt/kdM+M4Qvmj+Zx8D3CkW1Ax7eovbckIHT5vSKKPRLyO53rZwWPtoX2c5sIOw4tcbJn1JRDH+DHkTKhnhTXKOb3ErS/Zi2L30p+RFG/pG3uGk2Zn774dyf8n5++BMfhBeeWObsc76Vahmj+OcEje+F8Q/OWLWqo7ZEx3mXKusgxrYhzBT38GTuTOlG4aQr6Ajf+v3Q6kh6jxAQ39iFGyXFcUmGJlYMTuWMXY1k9GOF/gPjq3hg8i2QHMayye8I9WGdGCQcOyMuhbAw+udsofx3XUZZ96Rf1wvyh44UR9klEeQ1JeHuo3C6rinASgYnf6kHIQKtPehG6aQ/DB7KJDzHOdpmcvU3+I371kdHV/Jc52yFfxO3t59Rrl3+mzah+5oOM6Tbl/mn8Zu35o5Zn8Uz+KZfELjg29/azrRZptKgIztDxZb4lHGuSZv0w0f6EyHxw2l/jvlcffAshz4sLuIVX0C3DpIKrfp1vREcod9hGFYajZ/6E+Mv+JGioKgOuZ/XBb/1odzbqrOR0F1noDPQGegMdAY6A52Br2HAjRdFlcduAP4a3nssvzkD0eGhE0Hjns5A28mmY3+jo186AF+V2PHsdDBSsMcgGCBiuOVr3BA/AwEPOotfFfVqAumMqouGsdwrgIfBwNVgb3po3TEWrVUQZdl/zkGRtWg/NAjH1rzjXF4LcfRZKzlfFCsyyN8mCPrmzvBKkOOPmgiOB/6zQ6A8LmNwdC1PMbREWTlRiAWFySkfOXJyeS6A6SguCht1EjwRljrzPS4HgThulWtQ/CxZFwNVR9O1ngZKcbB1rdz1WPvTzkBn4C0MZIPhAuHjNiRGEVVEtNt2y1btxSB6GuCoU/cH3ogl2x9h/GXrZ4xLYzdfh2fIqOPBKFALxoaxvL1XUWHDlw3ermSJY2/48IdBv+60Ud/lx2QMvkuqWW3nSaGsuksmkqe8HkKtnpV8vXmCKQa28qJaDbTwsBiIYoKh8tE4dTwtkjSJcGEMYyXGSO5lWhdwbN6mDMCTjqexzUVScLn8nsTY5i0tbTcwTsqag+jGCq34T7HY9pP26I38mLeif8IaBuuDhWIO19K9greu5NxbhswbXUL1DSnD5PMbYU7hM1Fm4HctYoDxC4Mq5fquyS/RTqSeXgs7jfWC66xHPQGn1bvUj8QjzCY13inxbfT0cwGOsyKKvsSkFvC3aUAoE2YYMQkdjgkhJCXTdTbiHq4z0BnoDHQGOgOdgc7Ar2ZA7Rk10drpm78aUY+/M/D9GFCH0jNDhYwZxXTE+IURWJ0HDSr5ezXMOpa1032eL01F26mik6JOIYM+OfPVHRzNvP2KjmIOmrgDFZ1W1kr+Wjft4E3QgBmodpG3cf6+Dh+fYiM7gqESubMOfVLnM/GUwQxPLjAc0sLgTIHsgSR08ipHxBn5PpmeKa0gYK4GQxcCEnmRs14hT+knzSOIcPKVLtkveF6M2uMKo/QcFUj60YEQkuiOSmn9sz4hprwrR6nTVMcxALKXaSY4EM7j7aqLMtw5jSB0hmRtVJ6TZFalRMp32ZkJymoPtXruqUfWrTb1588RD1qXA2XH00ShFdHkm1NCvf2SPowjiW+pIZ0161F3jH30q85AZ+D7M1Bq0dImGFbONfXhS4mQHBuXqHyeZT7VZW57gEnGt/INxVi52tbXLwGKwNXgld+QfMa2Fgvv1w+t/uUdFvVq4XEt0I5n1PHe7UZcsXDQ9bfr7f3p/5ARiNQQ1it09W3Y4FD3dr4DwhBE+MILfOkdxzeJ+W4l70uaY7Z3GeTO9Gf+anU3xt/H7V+Sa6QSdiwPKp0Y22RYeQgXq5MxZhm/cVVfx06K8ffHXd9Q1YudfNlJnePxitWMUelyH8/b1oJ1WPmXXs4fC+/i9c6EYQvazouar/YPJlYkshJe38F2u08yJGzI30C4qz0UXuNvzW/EYWDUN5RZpczPPsD6nO9jfOghkzQwnv1bmGLlL232ojkRl/4O9Ve9dewEvG5gKhjGSPB6OGuO05l7Ti8pU5qM91j053wHDlaZPgr+h3Qhy3whuhENNjgn31mNCq+B+eYMXio4hJlJcyN572muoA3/9OXR3fguNDs/pCZXeeClnOsH6sBbnzYn1+BrBO44JU79bLxGX0a9CV2Dmwk9bPuc75slsb8C/xKWfr8z0BnoDHQGOgOdgc7ACgOjvpunwa147o86A50BdRjU2PeIjDo3tt61pNAJozPAcalD1vq/8rztYNE5fI4fH1/rmD0bndZnNF+LZBybMD2tHml8uGL8ik6dOp0i5sY2aTcGckoO6bCUVx53M5kMpHCinzyDdilMk7L10/pCIM8cycQ/92d4cTh1mEsQcLCBtAc2JhJevwx9mp+vxLNf6TL+GY6+ANYdA621IjRhOhB4GoLFMeBDuub0Yq/kZoKCB9pO8mR9e1nbBVqDuiZJA1RV96dpyTxt7+/HTQ0YvsE7J6uVq3N54xuLHgxk4Ex0s0LkGkf8oJFxAZFXUHgNsC6lM9AZ2MXAtC5Yr4uoP4451RHlfb5UQczJjBVsrAr9m+osYWJg3e3kY7HP+6aiyvoztj4dVrPOh8i7YHU1J0wft3+qNta2sDb4rPOW4beOnlSjCAIdZg4MXQUrhw3+Ex9To27ahpTfD7bRLm+Nrfjnn5c81Dv2w4YivXf1LkmX7bS83ndUDt/AJ/6cKBJGAo+45Bx8YKKfonYvxl/zls+PyMQv+iY81jtxJyO/tyLfgW85BW05SO44nsWooCpXxuWJXcghn+HxqEyhdvtJ/DlfE59EXelUTu7ooo2/lO15V+sDlyv5yfojMZY+oNPJs/Q3L+7cXcsk38NQvS8OYUms3j57XhvOlZd9ybhTRxpzowcTfvj0lNuq4tFG9SzTREGwdE6LLibh8/Hrx9Qz9FU/TbhgUkDUXfQPkk9iSr8q5+iBjamc69EE3zv5BcngAlNss019yxbhGH5Leuyx4BaXwwQG4bfetmQPUr8O/xBnP+sMdAY6A52BzkBnoDNwBQP0RrrrDHQGpgxkx6q2/5kJrY4b3zhy353OkH72x7k8Vr9TYW+8diclO15z8QD2TcCc/ibOUSdvvmPd+C6nb8JGqise+EmOONJx/RWOvJCruoUBWB1ksLGSgWdVp0KlGGiZm82PJO4T+nVXOPHg7VRiwVz5i9i8oqYOYvFdOQH1zGoGjej86+B0IjtlRNjjfxEmOdb1V2Udj31fCNJ5xL2ejqUShl7UAbojkGoeZ569gBFwLn/ISqRnOUocR8MPiY8yxGA9cAzODzOl4XNN/tqzCI2OMnD3EPmsnIhBvHy2fOS9EgYEQVMxusqGwkScurqE6F0+GeD9OVunLCPsTzoDnYGvZCAGqFUX5LuTxoHbBjJqZnU6AbRW5y+Fqe9V3tl+vxLR8P7gtY6Ld0qpLYUjBtHVfXS7hfpZNRjhL6m8YhLhQ4bC+Baj5JY6O98EBjX5M0zowRfYZLyUATOMbmshJ4JmLiNZKUNc2SDDakx4K224mXDtrTl8jwftJRkmMGQ2btvAEO+jOlHIOqF7fHpFmNjalgZlrrCN/GsimD1FpnAUPbspb6OtbOXTuSJxm2428MxN0kVbW/wYV6z8ZStvJHoy44Iuzwgbbgmfvz0Kb2rLf2L81bkNa4Ovp7PnqJJ3VkyzGjlXJsNdTKuLNsyTqM0blMX41AS7p1B+dOQbynBrfjdFyEPB5xXdZeU0/QVhe3jCADkSqWq1Z7msr8cZkzj+JqN/bEteRNdAfq6r4XvDwqdV6xikYzU8/FEmpIPOYCaEUjZUZ+leuvOrfwf99DeKZcyz8VfS4fThhLdMZIx5JF/1Ay+r0G//dr1G/lC+s8yRd2c5zJiej+in7gpn8AtmbhSn+LP+Nr9uuwmjsA4rf1fSNiqXK/4yvl1H6hLKQZHnshz1lfOQFd4Qpf/kufNdZPLdcVank+eutvUk2qL4I53L77DwcdVf8luyCs+8U2PNC/GTpkwX2KNO55u/6Cw1C67iR79Kdr1HPxxd/9MZ6Ax0BjoDnYHOQGfg7Qx0A/DbKe4R/BEMlA7WQzNbY4Vr23mjI/GLjIqlQ+sOWJ1lPmUcrPzcU5s+vP4aTPSoR51SookOFx0pD/7w3WRwuTNGJ+xNzvKR/UXp35OM5MeDh+u4cmBgLgvbgYs90T77Sd45oiN7Hf4Z1NCRLGQfRBuYrs7PokckdM496VjjieTUvC+61jy+5DTjr/FcInW3EOuG0pkv8gWWdst79giJuJOSkx8PEIWkc3/Rt5MYmggZqNRQjv6ht5I3m2/ENXVRd03vjq6VVoeEMtXFR9D+VPnxgDEG5BIe2cMkllFM+y+cxvCO3BzQ2i+g++wMdAZ+JwaOD1BTF5Y6j+NMnVjbICaC4XGMWUxai3bvw+0YHu6oJ3eR2dSeVFr8VwU2sZNOJEXcD70N45u1Wq1mPFdhKhx52t1/VNdjNOBe3p/Aebqc4MPAKqMKGPMt+xRk9w34Eg7yISt55yMGOD3ZFUHyVPLXeVsCpn5Y2pE/+qYmxmhxxYrfMVfE1+TzbrHCZ2OUjGls+8xkq91hg4sw8OW7VgarO3kZK5MPiNrwqvQpDz5krH3corxsBJg8Lqly2Updk5dR+Yz8nQQ8dml5gRVj+oOtyN0IUWleyJ7yWHpb9I6y4FWf05xInToGad53yor89w4E1EHkfz6aD1jughU9xKgJnxQV+HsOnOVlKf0OvPdPk1+fnxgSaYFGufqYAqecuQ6GR9qT6Kh8L+TDUJ6e07AX3qo/MppK15NB6GVg1tV1qQ+YKhAYhFNPok0d2EMu57gxvkv5jQjm/1pRoz7D+Eu9Af6YOMEZ+EJ3Mf4G90WU822e+C/DP5+qfrcz0BnoDHQGOgOdgc7AaQZy3Pi0gB6wM/C/wgCz7e8/1Wlw340VDwzaK/Wlk/EreJjuSO3+WumzGJa7OHSAcHTCskPmG2/6ozjciaWjSBTEmfEGBiA+IC9A4uktjg58rLwoHdSFWOhgg+zNcEaxE6c7ze1d8ZaDDmYsMq7xMdzwt56bJ+dOUyd0bAYqjstCjgaDPVDA+YDzuKyFEDlQ5cdFnxJzGZCYDwmWq/CkLqPBnF8ldx7563cLT9bug9JavkkmSd4rR/5jWDbjPxh39Z76mTdaeTzbculHdSD4KeBOh/9sBT78nNg8eKoRIlNmvUwMc+L0zAPkBGQw8tqJRE4z0Srd1Ldg6q4z0Bn4nRigjhjXIfnun2uvZPthVwqjUixeh/dZyhjXkmDQejAZBBg6ZzDdK1fB9vaKJZGAAZxjPkoCxBOD/P+MI0bqOjWq+njtREYur3J8hLGwfud0r9QpvrKSM95Jg5Cst+fyd/ClZDLxDud3SExsYtXvrdyfqE34nfvrPBSvOmIA5PiBkVXiw7CzwPecrHpP8tgxSQYWvkls3mTMJG3z+lUDLp9UfJJhI7DwkdYD8By338tS2ruMPqz+9TdWWf0XfCa+ZSA7nsAp+pffp/W1bq22VcdyWQXPt5wxTrOyMgxXDX8L5W6v/kS9QktNK3+9jXYaJ6eCSQt52Tr1qax3tFuEjxXUlb/gcUl/c2Kbdw1oRS6dw11pS4V+SjdVD42/UbsUOO+LPeGLb7xO05J+Lj5mnktBP1XW/X1loqj3m/iKXlB2WUFLDmAAzrxsfG6fpvwDuvYslLqANiP16D90/uly61akBz50u9Y7P2PXAbH7rCfPkof0vzMfmKAsFlXnfgg/76xP61HiibqJiQt3lf/Q5anep9/JMflVyO46A52BzkBnoDPQGegMfGcGpq2bbgD+zrnVsX1DBjAkyvFnWpp+JVr6OQfiz476gSCXe+XbWP42GzOM39yRyqzK4+WJOSGQbfpim7gjgb9TCqa4ycd3ulflE/5VGZm+I6Utw7zvGAPBTEjRANelKoKwc2n1uKyC3zXodtknbZ8oPIKv+GXQitN3OJOPjh2JAP/nOH5HErrMzkBn4H+BAQavD9Y71G+eSILx99rJKiPGMSQpKlboYfiK77aPfDxfeFAegxuGFraHZQXwqy7bC3CFgYtVYv8Wplwtxv30sxHXEz6+rfs6wogVOS/KMj7SEsbfK6YLYWx7yFgext9YdbnB0o7HTEKY36Z4R+DiJY2XGFcxAIMty8PO/JyNDBm4wmNZKZ/X6/2cabysnk58GFmRfaRdAY49jpXUlOfjw0F1y2f4s7FROliNY3viPuAn5ar+YRKKjb87VD76uiVvE+OBaM97FUYavsLtiTI+R9pKHqptyoQLfNBuXvN6HtdayLH+xq5O6IV0E/7hu4Gf3MaoyI7MWIv6kmfP+D9swI7yCPgw9EZkrsdHZb9J3CV4upDOQGegM9AZ6Ax0BjoD34uB4y3+74W/o+kMvJWBOsOe/oNWdakrFx1PekFlaq4nmWLkkBe66V/hmKHuTqIweBuupu/FGB1zxXHYVrF3uC+JRebUdOKFFLkzTaoHFytCFI+NLIpYfp6jZPMutmJiVRozzuXoXFoeHbixzEH60bOUxZFfcIKUiglimo42nNYZznrEIMPVxvJcXXBjOzClFVTEG+m3mg0rJMBmxzF9wo+GDtku9qy1rw6mwAsuOL+j4w3994Ut0hwEbDkG7EFhpcIE6k+Ktcdzf+CdsmVDuaJikIH0xqppIsKViGZ4YHWBjY8Ka71kuzUFq5SGgEN/weR/KkvsAJB7z4HzmLuAIEXoQbA2bvAZY6LJh9P4MpOn92FUA8AODlmhGTrsdlW/pUhUOXAe348jLn4Z926R9hiiMjzpyrQdkTNJCXXO5NZ+fGDBJaa4InU5pwUVmVHN8GgeigxXSE9AYnVT8T06uK4c3RlfuD6l/Iw5IjZ/r+85qnH4ftUZ6Az8GgZUdvkX21WqNnIZzhctkPQmdAUzhpf1LttT5vnYR16pFvC70bWB3xcffinSllTg1bqB57RZOFK/tLhS/vFjtMeoOYmclqHe3T//Utr5XjntHN0WZh+JewKSeg6jkDwZW7RDdfmSIxeUPjeg4UzGOK1kvWvFKAxE3+DIuyy4u+lbsDetSAtHWsjPo0BLvGxdbF7U8/gQvnsaCkPeuh7IT7YDlSL0Bv60zk+3affGdWQJuvLs/A3Y59uSSysJ46/weFtqjJnZO5L8VR2bE6ikFXzo6E8RxmS3eL/RK5vPh4dXIA/ywOvtyn3/34W7/0jHBAiZ+mf9K/jmytkgbXqGjoQc2hDWnbLtbE1ueW+3RqgqxZ7KkIx0DcP5h8sp3ySF0lI+dR7lhVjm3ZY+BZclrDz/TWVndE86icvv/sJJOsdddI6yGUY0ymZJJZiL5yX9O7Tyt8gKfOo5Ciu7mVROE5iPGTN8ZaGiRRsGfvoD3EVj5EP/gsHqlWfzgi191x+XKepvcUoMGH5VT4KCaI2g6EFyTpxRzwmT/Nj4C0JjkYxFTAsaUOTvwls9iTtlbpifYejvQqxJKmXlLxCM13WycJbyHIZqru3D0mL9Mjwv8TvkU43+xMm4fQt+NFV/HLO+Aa/JQF75K33h30/qct3hP/VSTixCV6LsA0L6xcEOWcqHOPg88gIB3XUGOgOdgc5AZ6Az0Bn4/gzQrqHNlE31bgD+/nnWEX4rBlSE3BugM5cDGt8K4DMYdV4o8E0fpnTWojJ4DvDeO7XLyix+OvPuMJeO2XujPiC9ZetAsANeqYwfGkwcZcxqeDLxHbhqjgiPhixktVO2/EEOzkjQO7j7HjQxlBWjGtfhGdhC9lGnIXyCSYgHLgdhRwWt+N8rdKzMMWC1IrY/6gx0BjoDv5CBHNgO4+/eeu4o4KzX87gd3ivvZCL0t3+r8XA73D4fOaguPDYcYj6RIczvtnEdviivvHMWnx9+ACYJdVsfwxaGTIxdCBKmg4aWTwyQbosg9nh4Yh054ufbq3UV2+jpsQvh4Rul3qb2gWEfvSPt+r2Q17PGzmPIqm/KRWxBDjZ04mzZIA/JRIzUOmLZSqtqje3ECYakXJ2M8bfOkERW6veWXHDpp7xlAib4bMx8Q6PcEyWYxJF9WqAd0GlKRPBIOAK/00k/6zbVe+IJvqlD4nvd9NffDrIBhq4qRvjd7eAzzae7A13nET2QnllvrRdz9S76GY62tA3B3PpKahPA9Fjws3KZyQv8i1XYeEQfWO0vE7GTJa6tIgDXUKj1fm8ZRV53nYHOQGegM9AZ6Ax0Bn4/BroB+PfLs474lzEQnfKhp/Prez3MRgUFhkH3fYDoG9Gnpzvj+1/WOSPy/AEMl50q9bo8kKRhA/qZepKDYSzOXJ7lbCEn/yju7NitDGwQd3IVEYHuPaQ57SX9zGP3ijxHGrx9jAbb1FnltrAzEHovz4K35DUQn/qLPPOS6SUy5lBzzbl7youihzwjA5Wauwa9isIReiv8ouC5B8g96kjbiE/S8wpvCotMZwpyjgzuLIB3us7iCpZDcqxuINtqrp2gLMMWaS6rDJp8UEhx1pc4nfubZdteAaNBIq8UMZaUPhdy5z0nWcKsuxthqn5rIEjnYUygLJF3F2CZRO/yoLrYajd5Nn8JBrDIFV5Rrcw2JzWe9r+dgc7An8xAeU+lwSBm6lI/zNVTpc6YeTa8k/eQxQpNyXJF8xxPymIVVXxzdfBj49GeKI74KcZMVj+GcQ6jjeKcvnMKV4Gd59SYvIvBl7WnTl9ycCxZHzKwstKWbZ+zrj4lNzFeiY+ckVHj9pfeb48fP3l5nGknFc4w/MR3M5XA5PhUWiMQK2sLiyMpbj4RxQEqPClCAULzi5GKK3AekUMQo6FtDV8jaOUCPTrgzFXBYeM5K7wxKh2UgyFfuu481TkG1mfHvaNyGyklX6OesYlMeZ5lp/DZeF8/DfKoJ2j3vceR1hBOv4TeSWxNvCNC6hNPsqU+kRvpNHLfPYm7YLeODnk2j5x8jVZ3rFjWlbNf4ab1H2m53IGvlCt/t5oJ2vRQi2sx+Dzw2kO9Dr/53jhSLjOaI8c6+UCB4n3EXgAMa+qbv+J8jJ+V/pQoVtSTKnoDJXU1bUMeHcHR/XYGOgOdgc5AZ6Az0Bn4jgzQJvs5aXh2A/B3zKmO6ZsyoA4PKwH4ydD1XRzb5LmfOAOodt5mnr3tli0YCzHT0cpH7SqDxRS8iHJS4S1JY/AiYYUfbui3M/yS3O370eFv486BlPbeWE7B5cGMZV/jMAtXteOLHH4MiLwyKIIMykmTz7pzifOoIXL12+tq+vYG2OnPA607/W5606CD8/JAupCJbjp9Je8YzMyR1c0498SVyo/8o67ogYOVuBC3KGoOD4Mx4/s5qx8xbAOYCB3N3J+a/5Lj+AsI318a7GnjXPIzF9lwzwPbArlvgJv4wNfGW2TlPevHIH/zzOGQdw7/pvzuoTPQGXgLA7z/bWzFKONtFN4RTdbPK3WOorUxkOhdb2Mc0JagN7bWxMClYfSsn/Dzisv6Sgabx49/a+Aeg6uwOd71eswrvMRVGLQ+FWTzrbAfqfH8R7LZkhcc+u1+xw7RuE3nl0FTHx/iLjnI8IkFozRbU5dr0g6+vRiNgXzUu9Ttccmv7fIB//EzmVaE6QF/XtEIvsHtey/iP8ORblZUKn9vf9e5yga6cfS9qDZS/lNoBEis4pjI2Y8vpORfygfb/X48dGT72SOqmGUAI7AnG3CUuxAf4sBEWYFLTM3mk/TzM97kHN9zDr/44Ud/uOCc83rRvYe+TxytvTRULxGLnuASn45evV/uFX237tjf9X/u+jQP81G8ilY6EG2wJbzC5zoOrSxY2f0gnfHmxTuO8ISL/L+pbMUkkKhP/VT47qmbxsrdDKej65q81qO3YwZvuoyXfCcN8B2rf9HnO9g8CQVOMf5KV9EHp0O39taT8tpdZ6Az0BnoDHQGOgOdgT+Bge9jxfoT2Oxp+B9ggA5H/pY6dV9JAxiiN/PlfZk6YNCmN7nhmL2sfM49Omo6ElYdNaN3B51BhNKJ09m73XSAxzmpjmsgpiPJHfAM/F6FiZk4iPexCCUm2GndND+5Zuay/Zk/fDeDBW3grfNRJx2JAkRSi257a+p671lYneFdHoHN31HiaBanqXmWsf9O5sFJmQaXsZ2UkcGvPoqv83pPmYEbreJwWYxV4kisuuM85U6jYeR91R+evcHVeAvf1rfkvsFyMmq+o8iKZL5ZHXq7Joh4GTjUcCeDx8Zi4ieBEt/k9s7LaZmY1jHPYp7jq/k29Twqr3o4l3/VD3LhGDeXznjS/3YGOgPfhAGV5zAWYWRVTaVB6w+/21+vK8cppG7QQDir4nSMd7VrxlIv4lv1pOsX/GJoAwPfs1R3UYYtvqs4rP69Al9g+qFVrI8f+j3C2Aq2+hoBVuPSsIYhC6Y+bGwDC9j+VuaISe7hFZhNJPDDFrysxLxjaMU4va8+DXwYgkiBcMHbxz8VGj6dw3Ffccy7pftKkiHADdtjg0l+i2EztEeX80Lr3cTHDeclAbSDS+QxwwJg3JIiL62r7yQwoV+xihuDy7CSlTxSVLtEk3/yaL5iZd/thzjEyFPjsrjdf2yUplxJx5hkcJMhk5SS8oTkSWZ5sVsykKSLwhbf/lVOsCPOzvDBBxhozytfhY2VipF+lUgZFQeHvg9Xe8+c5+LNEyXgUMbq2B438mQw3JXrRcHiTvUHWytTR0n17BJTls3F4DseDDISrzDZYE35WRIgP+iF2kH0k1xulc9UBpETGZAynW4rrelv+xhGUkXvOgnjuvq36MQkaK5h99bJ1A3oXjVSkueU50mgt1y2OgV1g/5+Um8Jw5APgenhnRCkmW5riuOC03mf7c8vwQ4hylfoK/UD+uExBR1hnXoxPgHOG0JX6AETFzCwJ0YKv911epAS+7Ez0BnoDHQGOgOdgc7Ad2SAXkB3nYHOwB4GPPJCp6l0nOhE1A7EHgHv8sOgwbcBIyzJEZiyp5VpL9z5MoZeKp/p5cJjxjZFMY2CPiR+Izv5S4cwrqZ+333t/myJ5Mkg5BsFlwfByPtXXOZVplXXT5HulJ8kewCDC8ksAzI7Jax4Q17JzYSKb3OwEsyPCKtBnzbcVpA9z8/yNJINKHgqx9GzPRdJOn45b69XwtfBmncOfBQsGdcKnGHwsfHk4GN8DEgx2MTAuseoOCpI3m9Cl9NGvxktskzd00CQB87nDATW34y36Jzrg2fps3cEiFBkaQ6KzvrLm+YncebNPJ6I30EzHBftecrtx85AZ+A7MsBwNe0PzBZZC12K0/VbGpuoE59jqcYMR8w2sVr5y+pGGViNj0q3OsK/WscQPn4YQ268W2fq/xplPRE21eEPDfqzes3b7jo9r+KJCLzqt9TPfl88pfOZO4d0u4czESVjG8bf249/6br1fwCj86zIgxivYgsjPpMFbrwAyzuxvH3wLNfGF3f8t+LTlV9UmI7Fn3c2yjDOgCbQxql5wigUxsGHVk1jKJzTjTQsbb4f3S4ij8nbf5rLxTRtwONxGKZlFGRFt9qEaYybytyNz0Lhi1+sqkUXOT/IHpLkMJVnWcC4ynnKtwf/OYSPELWMYwrDOC18bkAdHQIK4/5NkzXcpr7T/0h9IaIrXcpFt7N8p/yFslPKakyMTR4Vpuq77rkspeyUk9cp/+CxykfHWK2s8i7MqQOj6nIkGuNv7uAlLiv+9LQcMn2cOjZ4CU/Zz9Xr6K9xE/UID3ld3huZMOsqElqXnHLvRV5bsXPnpX6Ilb/oMhOpIs6YTAG/lCgAB/45Mf1eZ6Az0BnoDHQGOgOdgf8VBo62/v9XeOnp7Az8ZgxER5FxsxxUiU6POmPZSZrtrL0zmbWXOBuJYanbSffznY542hhau50x1E5u21lVCHeSudd2aK9H6rHOFuAkCqMSlTHoA6d4Tlx5nAQ6dYnsIa3Mo2+v94kkTMn3ySDDvvBzvgqu0cBN8ee8I0riHbsBCXwxKBcctvnvm6f+gCnS6TKnKAbmjgoE6TP+o1Lwz0oHBjXrAGGm+4ywl8OIH+fZVNB5pqokDfLctdLrsCOfNGh5Z2vKT4wZQz4elrUQ4P/P3rtoSY4qwZadWd1n7lrz//865/StyLFtjiP0foQiM6sKqiIlIXAMc0CAC2STtCZXWR1R9RBFZRYj2sDwphxRUnF5ZMqqu85AZ+B3ZYC2MNt+HW0sbJ8HN7SVlTrJ8vMyGhraqVzBVYNMT/Rc9XbUXjEILsVKuNOwz1yrwfvQdtc/DYjGcqXBXErDWxaH0S36AQB8jjf3EcDk9JA1xXOEBIUBm7bLtnEFPS/0U5ayNPOr8XgisILxvzpiXOV7loEuMevymDNvCsqK6Z8ysGJkq2UREUg+yqPCiaJYkcyqS23j7dXJzzzBSF+OsicDehh5il/cOffXZR/OwAcunfOgrdw24qrfTv4djh6XjH7i88EDXSt/EXveUcbix7eTERLaXZB0FN8oqrgjHi9M0DGxUXUUYOeCcofh/L/KL9zBTeSUstf2ZXYEnbjNyycYq6P/PkTMctDqJ88xUgujt6ZeAFa5G6Q9dSZ50c8Lft/eeNlD9UmEeOWx+8AFrzlTEQGWfjjMk1xnXzF8P+Ev5VUJs+XzR/nmLyt/CywDcDnkzLjVPjsvyfM6RrdFuv2aMhHpYmCHM15O8jd/dQbLsbKaMMKpZwovE/HtXxdVeKf8R7GNFcHEKdfE6q4z0BnoDHQGOgOdgc7A78KA+5ejvq/3e/pdstfz0Rn4BAbKQGiaUmz19lWjCAZkDNs20m9HdVPwX3YN3g3Mz+KS6Mz2DjuzlDyFc2ILt5mAAx6eALiUfSIx1N0fiB+AMQriaYoy+TS6ceQCWEm4w888jki5PQwrqUByL1tkdJTZJ3CD7lmXePJ4h8wnMTX0PPiW5XQO74p4JtsU7zlRDbDm9AqcpTjfgPklWN2vM9AZ+MYMxLbKr209WC3qJ+GhZOgN6Kc219+z9As3rCC8331or85hhe3RJ3V8ExajZWA6lKkd8O4BKQyrL2O1YxgLz+Y6OAvjhAyYNram7B0Ia7c19ogVoTLCeZtsVrLymt4VuUWv78TmW7UYrOT3DIV1VXJs/Rwr8NYyc8S/lDvhCyPtxXzSY8AiZYMgBmB+8jur0lXIwimjkl+UEIFHS+9cHDEBdRuwJomibwypNqYeVLTLROJKoznX13PZgNo+FQ0/VD6H+r0UPMtEYIwV3qXeug6Tz4N5XRJ/2A9+1UqqHtlYbYsi6SoTcJiu8MkuB9TdaI/z5mcewQRmypq2LVeZCNy6rHSxmr/ommC26nLylS7Knbcxd8mgbdDPbSB5GsqlrzxfM/h9JfKedmegM9AZ6Ax0BjoDnYGvZYD+p/fL+loYPfXOwHdmwN9IKgBZobBlefDYTgM/D+4+IVO5VR4TLf4xyaQBncd08mFCjXHom4AxQfGm70jllmJhsH4SpAdXDLOK41pvEDMlNX6POAPEMd7a1TnBRakleNCpszJAHsc4f5VvU/vNakU3Hn2/iO/U8rp15D8HhiUPzo8gRDZ0cj7dozFiAgB1+91TIwAAQABJREFUlTWIO2VrkAso5eFmbC5LksnWj2hQxcVJWC1D4vUs3ibSZRQ2+wfXvFF+n6POfaAXpeOtDieiPSdhv9RlCaByFGU/I6BjeONt/XjjPu+cOyJHEzd8XEr1KfNqA2cRRLrxxrwOa3oq+GA5ZZzDEaGpz2zpF2/qw0H8vE0nV0U/H/7OdknBAMv5QkFimg9M7+RR+PUeRKvmjLh6pBw4gk+obtQ3YaGMu60Sh6Wu2bCAJOr9gnM9cZ50X3KA/lBYRL9J3pv8lmMuCJt4uTwJR6GoYgpKysqliqtcT2SE0UKTZ+RNyoY3HMeSfV8v/Uk1oDEbQIhfBES+JWMld7lF65Jcx4JqyimZUUKJy1yRSM30soTu2xnoDLyaAT0/XOFVH3Wk9XjXkf7T4Nrzwffo2cMrHUtot7m0NlR/GghWRtEyhF+0e9wtafKMovHXNf2m2i8iSMbx+fU/8XzUVrzCyT9WjeK8YivO/Df/uJ/iTvjff/34wWtA5EPtWzVqBXa+A4yL9tmnm38Ch+LS3utZGc/V/yt9/Bv9DlFkVRVuIryCQ0918EhfO1bSYvz1ylCMq3SoRq5wPvKbX2Qz7W9X6vYbOhS+dxmn3VejfyTeaODd5DsCoEbAiuDARx5Bw7P3wZbPwss3n0PXemI4auDNfBYBKweVY74N6m2BWSHKz2gklyjTvK+ISW9hYRtXePwA6zsr/MoqyxCbIeuR5+fcDekGPnAFV2yZ/YZhuZTjVo/GnOks0Uisxj++oVwMv8bNzSU8DULlC0cfhr4Q3/zFMP3wN7D5xqpw6tY6fzvyLX3Qt9NyR8439Ad+yWSTkbyVR8pEthOul/AnnPJ7awlT+PZyr9+T4ufHzJO4kVHvx9t/JFdlgPJjfeT95IV+V9ExfIlDtqZ2m6e80WYFFsWr2SR84WUO4LBP1T969GBJdZ4dZequNADmF+lZzyld2Lw63tujg5MfEIVLx4caGuXGruQuYz55jHzH80X61zbgLgI6ki44nK4ael6z5Ju5LjKljPIAyG9mU2ZHrvKLr8rN6HoU8tJFHa9LLqMuPyv/+o9Ai3PhR8/wR5+eFcA/eFgRSv7OnO75WTDBxWrg7joDnYHOQGegM9AZ6Az8jgxEH5M+H/08OkHR7+y9n99R2z1PL2Pg508GaQw/JiMJzw5N/F6GYiqYUc5kQFaDgCl/1fO1J4LzEE8ee22kNLA1nG0Ev3QrB+qJ5VyDF1q+xVg+QV9lChjGo/ZFg0nQlcvMyZreV6Id8A5tJGMHIrwsSAzinxNPboIrysJduYqJ9ZymeQ7h7xib8g3zNmwyu+VOR5bZe3Ic5fQeWbdJuauA3QboXs5vg9UFdQY6Aw0Dn9OaxUDweCOFqRBDYRhYX9CWYPh6l+k3V7Su9mMbqvJUzxQbW2104eF+A4fVSM4qQoxJMnq1RvRMe/c4YHvTKsZwz/fVUn/YZDi/6oK3+Gatz23ovypN8WxpAU+bR/Kdeb8mm5WJsTL+Snyw6GejOQbqcj0qJ89ipMyplhgnWE+WwcSGYRUDOvXBOK/kdyuO8okx/QxOYyucGR/nWeaSt+f0O0ZcZNr4+3/EJQY+XvJYc4ml6FgY6ZdnHVmL9Qr/HxhTq/G3TQHOGlfKIC9JxMuQXzGGUNuk+o5hnfJAuRi5Wv40SaiGJl4ujwnDUbivuCjjCO9awLMJ/K0TdnIWLtujiQ7a8P28M9AZ6Ax0BjoDnYHOwB/BQI5R+hbQf4S6eybvZYABZjvQj+EGg6isWPem97w0sDFQYtD5QscEQ+HAQy4Rs8RI+4b4hyZMGLJ5EuWF0FrRpJ9zQPGGMG/g623n6UC4jfSSc0pO/kiA8x3nwXlhFfAHomxLzME/xzJ4NikxaIan4GhZSvLIXRvbn8YzScdZFZYyKeFadjCNwC0BDq+yKf2CcSs/k9RXL5kW4R/wksF2muFwGsJmUykThwfztQrKApKrgqrwxi4Ara6mMsCb9yt2uNJEEfniXltvp/Gn1/CsFJU3/ciXriN/wuXzxDeNuX2dGIzXgoTvJLbtFM7ddS6sQ2VPR65rVg+Icp0p4ciT4/LnNof2Ctdu324VfhvKLqgz8Ecz4MZX9bSsSMp27l5OaAvi+RDyS7swTUTthF/geecb6YTRDz8bMouMbFOmcU9dg0VGm8d/9XzJb9qmgHVs0ewTV8YTf7uSlZz0b2nbwIdbiR83V/4Sl4dVrPxlC+jod+A3dSk/02vu087aEKgjeh01uQvhm6jrp8gkv4kxQ3KdWNJv+xhGE0CFnpdC1z7A0s2ZH/xgyBry9nz5RaYwentXbVHt81nC2x7u+wgTRlUbMHVcUuW2lI278C4juv7FN2rRd9FF6XdtRBYu+CrY3mX8LStCyffA3zndLqeHDHYXiBc5goIjcsEnvSZ/5lBet3JYELvOIFu48pvZ1W8oVyV0OaBb8BUeOR56KeJI3scpza5Szy6XWom88gJF6tHtaPKIrr1iXmPO0gGkNra0ZrxZulc9kkvFjxcqeEGF+tVyscCzOSVR7ulnrrn+CgdWMNPW6+UA2j2Iq44xPOt8xaS51qGWhyFvHi/UleODfxXTTzoDnYHOQGegM9AZ6Az8JgwwFP3wOJkMRW8z9sn6TTLYs9EZ+GwGXI1csRhslAHKaCj3WYiYgGGrtCU3GiUtBXiJX7yJ2w5rX5LMOaEewMJHcOLthRlINs5zsYwhG7/XnJKIBqAepDIQ5TfG8pp016VGnr/ZoNizkckP5emAZupERdZJTWVpwuNAzHVyFu/89JZtp18eAJ/B6HhjFfkQVyEOvjDBRnk6le/kjnIJ98/gkyy2n/Z2g8gdTTgtErrreSovu9LuC5C4oIvfVxqmI1fZllAWQJQI427/2xnoDHwlA/lsyuMLsbhNVzuQbftuUmDCQPiPWg2+ETtZabUbfy8AWML4+/j4/5QGhrB9h9GCLT9lzhI24ZKBMLfg3Y+9F0JtpLZ8ZuXvXx8ySNuIQNs5bzej37gkT7zZUI7RUjHr6t+lsGf8hM3G3/jcS7yWdSZ+huUlONhLozl6XnKgP+BsJGfsIVx+vh+MtyGa5yY65Z+3gl7gfyN63KrlXbq0cRrjr7C5P7OW50bqaj3J/EmGVDJ8o1agz/RtEp+NqmH89WcdPBaYl7cG2YlTMEZevd1vXe15RD5c8QMbeWZ7ao4v7EcI6xvbplOvq3GSNOeu2E0VPrC5LakvRxzJ31zmeR+MqNQjOA6e5zLwB2PhLtsUj2nmoV/uQ3mAW+HmRZD8RExluZZLIeEcdRv7y5GtJJDIeP4Iu18IUbtAu6q8PFyfMfoqnMYZw85MGc8ZmMt2Pufe3acz0BnoDHQGOgOdgc7A785ANwD/7hru+buNAYaVdWipgQcvkXoVoN9ILW/T+83SHHzclvSGoESVAx2BWh2wcY/fTc6DyUFWjGklnwEmI0d7wMWNaQ7JbZ7lG9Q5URAIwKWhIm/CT2IXxCNfT0QlraM7d1+QCHzF4W7px+WJJa9YYTCN3vRDx6vl6bjk6yHBEUoIHXI+1R5BdLcO6ofV3Kl/0qc4LsTk1iXnNcAYNzUp0X6T1WmYt4nYBl/WiVhppRjmXZPbkdVJxP3LnxLBZJgnxEiH9PVr8xv1syS1kM5sUpkIC+H20LjeKJC5Fxa+W8i5X6zYi/zp95vynTqrejoPhnyyGOQCbacSy/ZtOxJlYBLiok4nUvplZ6AzcJUBtTNuG9U6xytJajBs8AiBx+r20cR5LvLNWD0T1K7tPl94ZmAYkIGQb3DGN2xpR/S0c7+O5/GzrjynbPTVdzuVypBn2mO5hbY4OOM5Bx4NXR//RwGLYcCR2j9XcGJc/Z9+5VunwhXfS6IHBI8pc+hftClimOYhZ52C74nvS6pEBAfFqPXm1aFsS61dfNjmtmIpfLVAVs4xpvI8AN9PjVnc93BCRMi8cR93QC7liXhskS2cD+tz+sCxsEN/rN9S/qxfG6mE5qxI4aK8xza7vFgQ+ACBURnHt4VnrnIKFwv3G458Xzp2WczV5zX+TLI8ikzSdTjwaeU7LxtIp5T/iB4twpKEw35Kw7pGk37ey9yPUdV5UrmEzx2skiCVZj3AwB+i9LeUD3s9+afhRNg+3v4f6+Vd5TS+MUzZIky4rP+UfcooW7PH9uyEEV6HjdJbotx8aPCCkReuxTXfbZ99SxZ+dS+2aaeWsPsWLyHApdpSygGuwG1L29AWRpC7/kYb9kPtOuNf2iqxpvNaFsQfK2b1BWr9cHBKYYmrLLe+Vf+0yKvnTSfCg3jaVDh2PfvHpZgrkManv3nNVefi9u0hfvW8A7VdFgfzHfmI78u/Encm3o+dgc5AZ6Az0BnoDHQGvh8D3QD8/XTSEX1zBhh85KCoDjQYwG5+r+gVmWJAIwQMbtK6s5bMAHQtxM3+DHTLwPFmyWfEMZjOiQNzZUwa2Hoy84AkDSDJxR69ByStBBFAT8Z8uoIaPNPBMDkuZasJ9XWniSePU7xLyAibbgjPfMBdTNe5BSakckInk9w9tvh2Ax8LIEAf7yE3ja0xQXk2rbPh1+F5mkb8/PAqnGRsPfzRO/dJOpriVrhxiWo3Bs+251WTeluo6j23L9JpFop6o590BjoDX8YA/UU3ZK9uzbKPQU5p24fn4Tzv3MOogXFDBq6ygjWajvueC4EDefkrmNyXXU/Hq33B5in/MFbP8/CEj5typY/B2z0F6Wbh2Z4vfNWdPwhjkjBksWoabGyh/YSj3bZRi760VmBqm2wbuWTgOO1KHrz9s/FhAAKr8uf+y0SinxnyW8h7G9IGOBtcwERu0d1W+WpjN+c1HWGCOxnTh+3KmnCHToXBKy0x/spMJF1mdmxQOirD4dq8DOc2oGE8syENDg8JNdfmCHzoVsDim7UH458JpvIY9RfzGO4IyMAU21ETK+qB7YCW8Yo/UVdia3Lp39+nDcR7/SbveGP9SjfOXsR7BcqhXEe7826DJOfRUiynWfgsL7s4DGU9Cc2CuRz5Ht+mbvGtYrYrjxdbKLdTvrJtSf9ynIW7B9qulNKmxspfpiujLIdBGKxh+NdfnevabSOYh7qqiwWX+dsLtxC1e3UGOgOdgc5AZ6Az0Bn4hRnoBuBfWHkd+usZmA5AGXC2bhhSx2QKdydB2uAvOFeKGpyxyi6RpdEhBkEgZJAzIL0dRB1gIlmTh57Y0KmOMXG4nKKj5XhzOcgtvp6ks8EXhjTwgy9P3IgXBrZWmk4LgRxhq1zegmFVCAPW3YQYrOaAdVXStRsowRyUo4sJgLbSK/cUNjm7lvjRWODhpwkt4W3rZKxqWJfDN6Fw/KUW3OXqatsVgZlWZRGOVx2h9duqLJtx8yaGaOpcMUinbkP6pkZBsIbQsILGTOjYUXHGk2NXhERSLmelCSs27oMtWmoij5JnXbS5zXuDX5brPcQZjjavtrt7kY6xd3uoWDl3u9gusDPQGTjNQGlzRi8NZjs0PFcvPRJGLTmN0bxBynarlR+rBnnKgkOGjfI7nbW9CHoms3orV+95JWq25u6npWFcyGffauQhAL4wBuwlde2+ngMkM6dtR5xwsfLX+MrDaifG7m0/qzBkslJUxyvG35KIDWwVn0SJ67UsZh9reCIuI40SG2VsL+yyhNYX/rQ68R0Dehj5g882zE4qo36WcHG9lslW7N65BysKJLX6e7/6Ti3f1I3vke5FzvtghzH1z7RSkTqw5pbq51rYqX/2Q968FUm8zDEzptf8tBjKOfVTP1aC3kPeFGF7jQEVo55wynurTLax8jxfxg5W27xkiJuOtS+NgTrKqQqq8bpQkEwNU9Kk7FFfbeyn7g74clwy+IxxPqP/kaTUs3d0YMU6L1aYaQfLeh5x0pANqjVkI+kvvig43Wbpm7+8vTHhGPzMfAxzDgkp8M9WZpfbt/GbyfVjZ6Az0BnoDHQGOgOdgW/IgPs8k2FpNwB/Q0V1SN+ZAWYTGFxwzNrEMc91+hVOcDx3Nkv7C3A5SYyswcp3GEoGEkiaEbTiEdtOWc0rIZ71fjQ6i6229iUS54917Wz1F5MQxeguZWSh5Mikx/eoMXdRzKTePQ5e4OcOd5fulrCUiaulW1/lR3apP3ep4qvy0dPtDPw2DNzVlu0Rcqatw2DEFtBgewG+Yvz1y4HqXB1/NAiLsgE2GzBsDNjL98H7vDSlX3zHlm2WrzSTwZfxVaPLwfSXgpkntrjV1rEyIHk7YxuSQHdFLw0+DJc8CM4UiyWM7qew9Sql5Vlh6FdrKssKxRB39WEVWwPbgCke73NgRNrfyi9GanjEnemvYfgFnwRpRuZOdIFFf6GtCKY8njGqxopuTGrxZu6Wkbqmd/mk8KlGwNs+0xgcIYS6oXBgW3+F4TKo9YhZr1u809AlTPL4pjr7cB2mjNzZf50mvH7Nix/eOWHh2yQfvC1QDdOqy0Xv69JefSfrUrRXfiHEu1FE+5Bt3wd7Pwt64M04r8bW5XcGOgOdgc5AZ6Az0Bn49RnoBuBfX4c9B5/JgAZMH+8MjjXo8CBUUx868h0gBieMXxlTjd+sfQ1Av9GhBB+cKMEPvn+jt5PtryTB8lKngWOsro0BGBNzfIfH6fLHA0smOcZIYmohOPLAlJGcgngsCo/6vT1r6SwD8UDDylEmG9kKTt+cYxKRCUQGuwWs38hGkdUxyaDw9frek5DNIJb8Fv6cZ5WvikPfNOJ+wiKcJtu8MudFwD7A8EM/YYgJlpzkIv+Bc40JGA0b7V3gkDh1E7/C3TiUyqEhlIldlQXWM/EGOVOVrJK95ChTSi9WeyIJ1UxLd0ouaYyomKaLhKlfxj9yVL5qXsBBaZfuSt5jG0TpT5jbVHx7hGuKArlK3/E4CRec6lxxt9o336P8UHYVmOJEuaVtAl5rx8+Jxkhh+JttmLfWNlZygCDVWV8jyIKHSBtn1CmK9rvyBEexkwMyLay2mRZR2g7O4659538kK5hDj60jn/wUe1NAG+e15/5eveACB/3AXHedgc7AZzKgZzfGN7WLP7zyl/bBNXIGom0jZzdXPWiP5NwuqWVSm8tzj2c6/6KRi7Yq5dc2nWi0DsITscJoMG8npm2dU9z9E+25UKgdjt0zZBjRitY3f8QRM06mVHqHtQ0u6QGfb+z+pZVg5Am0NLErKefzY+X24O30yXEYWT/0rV3jM87Ma+G1Jjb2t07BY0CJl3GBnjWo94BLvN6yl7T14/nGzj5hQMJoCDeZ9gGhfuqrBFDmCj76js5G4dfpVq4HmSXHg4fPMu3C18d/lQKYlE+VMfrXpPPQqsfMd90ieyIpLklFMpv03Tf3TfwhbxlJxJ/85dkORxRjxxMe+4EtwkKr3aZeMp8KWbGVPqVWI/6QQcrb6BZRWzqJ8Q0wlA94AZI0AG/UhUipSa/ITP5qEgdOclty8DC+eUucNQ8Qs8xnfDs1Xtp1X03Y4DJ5O5D88SDCM3yjWMMNxqzWmHiY6EUsDXJrPsgh36lVnXX/N/KUfdK2TRsiXzxr0gy5fEMXftGiikdJzG0n143i4C8NqjGedYwRkMQ88kTOhIfp/c3rgpm65H6fAmP7fSBUP48gSwK5oxntX6xURu9DGaH9Gbt5WR3ff+ZKyBBvbJSJ/4hjttHXuTLAWMB8i0aGErSLjH+oR9QotxXmbQHjKB/o7xmcPW5noDPQGegMdAY6A52BX4MBfy6FnjZ9QSZDdewG4F9Ddx3lN2GAgV4M/diWTdWHMd0XO4Y702HaF0P6lohigHiUKSZQ1EK+Ur+IZ+JMbDGIjdHvtuaA463dyjzpduivukuOcPeQl9L8xArBl/4G05eijiK1E0xM4ExL1NqkzkhIvViYrKj3zp+4LJ2PthFjYH8j0OIttM9LKUw+Rat5tTzA8DM8rcVFLpPjz7opPtKDN35raT+bZo/fGegM/JoMZJtK23C1TTyS87Oyo72ywbBMwkcq0yfckbSXwoDnX+UYww1HGZiWguGXE/bOAjzpJ+MbRq3oJ93VripvrLD9+J+e4/8zJlSyimsNr/ExuGZ0cA82DPiUD/497+BPuaJPexlfKQesRMZgZHxp1HwOIWUO43Qaf56SZsObDEPwRr/6LicD1I93yqAMSJdlyiiI0cqGc/AhSPnO8n5ZbpHDQTjf3/8jPvmON/o+jpYXeMFy+SVJ0j/qhO3HD8ZZqfe9iNkOwWG0I3sx7r0fK9T39Z/6xTgZA7XhRcZ7ER2RxirwtRYtXpiIl3G8A8LxonIk6fNh8rnDC1K2BpdxuCUJHC+ZuH7HlvgeN59PpcfoDHQGOgOdgc5AZ6Az8Mcy0A3Af6zqe8aPMJBv5mdYTyo0nhq6Vsfbtn7R+1MHUQyK+S1bBFnZ+lI4k4kLxm+8ic60Q6ykGKabpoYzAuWQvpL4KSdliq68Ke0kAWyHRvlp673LE2UWdPDPOQaYYPQY+NXG6S306LxwNzJ2VkyhfYug8FVut4Qu34uJEziiHF8RNOH3hsrgPMMBb1G1DUDJAuV8xMty1uwbJZFtLZkAvZK/BMBkk1bmqHBYCvmUjj5+TPK/gWX5FqumF7O5HLz4Zl1380CBxQpMS4THQjajTK+LdC4VPeWuh5zcoZzW8ppccISgdTewuh4m7hCy5GsUdCGTo/vtBTJKip5cf1237Gi5bNH1885AZ+AOBrJVQVa2D63fHWmkjNLW8Q1Kv1yWbV/eb47lWe5vm4IroeWxCfrcqTC4fSvfs7UREYlrHBAe3LxoycrL8h3I50A4Ns8bZH+kMfON/h5GTdpynW4/Hiyj/in8OR9+3nAn87TBexVw9CRlSvrT+I6mOQmXfGn1L3xhCmXV45yyAetEwuzSLxzINwxVGKsUt3I6C77jQZkROTZOqz90hqdVyeQljGgY/2J0sxp4/4bK3bs7MgLn8r0fZTdEljsd397/j/RRvqHsiEcrcpbVW0jbgRxphJEaTg+WF5c/Xhz5V2oecLr8+U/IuUfvZCFxYfyNFzys/9zBoW0o0GVpa9/0QolXfNN7npVlDOwh1/bOHaYO367pDJhr3DSsjuoWOUHnavfeaJMpj3fzVxFsnxi70rYOVdf0jW3Xubbo8iwzRrilvQavfsS9qx5to+x3OwOdgc5AZ6Az0BnoDPxSDLAT4/9t+1NC/7qZxl+Kmg62M7DMwHSAFm+cXjNFLafwvG8O2z14srjio8ru8dHzSZyX0A7IPDDOQel5Uc/HyLSXjeTPy79TgnQ3aqSZeHqhSz35SLmZpGfd4Z8cjrG0BrkhRMlAyh5HuXSFxKSlTfOMMKYp9Qx82pE+WIb8jkWenXwKTJm7saxzV0PuzJH4v2ZUblNtcLksrOW6jTOcN7FjMcpw69SZW7RW2NHYWQaNvY00cNX6+lxhnR4XdVJtFmrukWll6ajX86CLPrZKKGUmOWfp7vFeEU9E78WbBO+XnYHOwEsZaNuy22un2xxS4Ecbt9HOjXLJSism3hkSgupKYzsSWC4yh2zmyi+2Wn6zYXop/JKfsP3IFY18vmOtrRviTvvtwx3OFN/Z4xir9Lzt6aUswxtmUL4Ji9ENY/U4tVNXMiAxxvAqUT0P3nKl6CkhBC686znC1tlspVqNgrNny0Hh8K5n0xurL/2MCqwMMj6uysyyppXdh/G1+q/pQjrlIspZGLbIF35ZBrm+4tRvlI69Qvls9GqkhKPAZ4MbhaTNx1m5S+HFBS9JoGvnObk5ko7DoF/GSFoRSl9Efmf7skuwpn7uP9vQyLfGqXRH9IN+1S9yfcD4B5f44Y7Ej5Cn/iZ/ivTGSmXSqStTp41FvmgT/MWLLiU1uG1k4bvdPpV4Fw+RFHUeZmjT4af9IRj+0DfGXzCjb/1cRl/EJ8nuOfH7KOWXD/c4Ey6b1OvYOr3WnywDU1XspdHvdwY6A52BzkBnoDPQGfiDGegG4D9Y+T3r5xlg8BpDq/Nx745RB5HCxGAPs8UPD+AiJcZzuBzEe8hcBkvpFyFe9NcDX1LVQM6DuEgnhpcaUAsf5ww/cWDyDnU6Fuhx48rfTK9OwCjjnnQMyaDy3EMr+zO5adNdO68Dd6MVKfBYmKnKX4t8xr/oaBYF/zQIFwyEiRmGSWjhSs59R1iBOvKbRNm5zKy2wch2+Dd42gDlPL89V9Uv/yxvhcGFWM94TfFEKR9LTL8Mqxrr/GCYZpIRjHlvHHPvCjmeIHHF1oVrFrLyfE/Cwn2vcsAf3MjS8aA+s31xEUAEMBq3pNv0g4dR8dZ13mtEnDgt2J2HZX6dXpO3Q+m5PibHHDMdoE0yvIbWMrgJx2oJHa2VkxHx664z0Bn4JRlQPX+8y9xB/a4PIOp0thP5bHgid02j9fCDT0+EvWZDuMaGXwyFGhbaQLMXeQ+r8kT7hlFOQDAafnibZV5wqSQsCuF55jYRfOqDYMh4QF5po5O1gcvhmUHcfP6kcFNT23fWG2L4DRxAiRV56GcbV8rzc9sGc57bSlCG8zRcRFu+zd00GVgCFcZfvhz6VgzlaewY8nOgnFDW2FLZK6YFjWcL+PhwpvWRuTh+hK+/xFd81xSjEaSJQysAU030ZULiPsZBvxIDfw/1M1lhCdY1V/VXAtS8qPeELr29uFYma2eW4SWBDXlr6cg/8BGA+lF4k5E6DJYbEdtbwmd+wK3y/8hV5lxPC0Ab7/A5Zaxg81EvSWiL6vp68pSvRm6WJ7/QjBHw8a/KB/UTQxty9YtC3sR67tScipNsb975RrHHF1s6oj6qX1T067ZE2IJX8ETcVoLzVhuIC5iF0d8ozsYazIB3/cGgSplt5apUuKEFFytp234c+CVPbf/gVF/wvtNR1rzLDkxQ7uKoGYGSSlxz4bpMW6wXOdzOCHvgUabyuVFiuW6W81sPwovz54x8Bue61ks0vmOCVWdUl/nOL5z6u9kuC0SAQNqLkSK40V1noDPQGegMdAY6A52BzsAGA90AvEFOv9UZ8KC1peHugVsr+4lzw2Is5HGRBkwVZww8GVS1Q9AnkroQlZRjwLcc+TMGcSKESZeRZWkZzeALrs/ANqQ40pL1mQP4Ngxc3oUrS0Ue23Q4l78nsJb1t0xnCbsxATVNZf+6FuiRCm+ZR9tP/KUhImfoc00HR5NPjsoEkPi/q5QEAvAtl4MjCCkrzC9dkRAG2qjCR9IawoD5LK+ayLMBhFpW4pYJq0HunWctI0xkY4CZYN5LfxoeeNM4FIblCkvo7joDnYGXMhD1PAyGagj98Fp6vj8DQpPmnjCXiYQkltqFkXgw6ScDoQ2/1WCQ7U/bNo0iHrsgfeNRu+aVo8jN5xQiVuRn2+UVybxyuRJuBUX225cNLW36tLcYmPhfDJC7nCmK8dGgYqCWYRCDq9pttkO+7vTcsdIwxGmVo7ZlZcW0XQt5NwEetOCgbKkPIKMgBq23N/ClXneFLAQARKs/dCLu5GeD2UKMVa+iX4yrNu5rlbI5PURfyUMNy7UMmPlyQfVfTX3/Ri1/5FE/G9SDz/3IJYTKkfWJ4Rx9okuMrXap0HPlukSeHEK3wwpVbqeed+QbjzC9s62u4vgbwIrucihTMC85yC3XI9869if5FJfUZa9Kx8hX/dfEkA84y2/+HszXmrij/sYFTukJmMRTo+KXASwj9Rd48tvJYTyPlsTlptSPOB8S326fhnDnz0pZpcwqD5HO1OAszKl3yomzkuUk83U+5edjRMUNzKln9cBdFrnOX+Qt0stwz6feJXQGOgOdgc5AZ6Az0Bn4ExjoBuA/Qcs9j7cxwD7q38/ohKEnJvzI6GiwLrxfNUTa48lzVOYT9GVQd8fkzaa2SWAjkZyQ4Oi3kDfCbqZz7CbTITECj4LF1ch5Uqb4NBOT3nZwFngU8+AFA39KSB7baPitubgXOi4lrKXKPN5R8pCB4OTpbP3LfN1C1pgMJiZucEzceeK45e8pua3e2vMLQq1HZFyT47boQL4Il5Nih1BKZky2HxC+IdDze0WNl+bu3U48Wc4vJbyRqcVbZFIT9frLlHtO3F/V62IS3bMz0BlYZ8BtqdorN1nX2tN14bqj5xFr0I4b+QqGbONtbN1M4eTN0i7K2OBvdtrQ6rV74z7qqlTwyTz4g5WCx92o/7sTDVXQB/ugI2Pj6JnnifDBWXlZKJLCINq61PPeM0L33d/ku7oYChvjbxWXsnR785kVuYpoYJQRz7KroMsnPEEwaoZZMJ4ii8JcprizkG8/MzFagpNfTEOcX22YsuGrGFgLL2fKACiXHXyrdyYjaHwfm1CDDpbjpC/Y6NlhvAx9PqrxN8PccYRH1nTqqe5yeBQfaYNR2DD+PsCoa/VFKFvb5esq7iiLGH9zFfC2JOExZ9Qp9Jt1azBorvUZn8HvlxnggPIpPtA//LqoVsDJszB5XEbBg89wWf4ScfrX41b9qIGOn8ADpS1eoihHRc+dkOJY+CzG34fLJmlQB8cu+Vu4NQ747FXlocFumclltjRg16/U72eT7fE7A52BzkBnoDPQGegM/AkM/Jx38+gxdtcZ6AwcZ6BsOqStieog6Xjkl4VcqNs1rfMTKzXqcyc3GcieA9HEPounboHbyHjh6bGxLZqm2ea3pfXngMY07XMy7o19jJ3tNO993N3BERqkHXmdJrcZ2bvL5NdNc8d7SR24f0cZOJDMbx3k3jrwW1PVM9cZeAUDddL7JcJPCo2+hL8V+ZLhYEzcx04KnB9tw4VL/a8fP3j+6HxkZD2ZxVlwvXD4KKszbbQB01FcKSx4cz/M+rzjCY4xCUNcGrvEV2NUypS3j+AqWISL5/cdjq2fc3XjHfJi5SevImnluToYV8corKzlF8asK3yt5Ybyp1qRxsq1YFv++T1dGy/BdrcLIzr1A+Ov68leEpRVl1cFxKCm8parV/eiPnd/wufaS28tPtdJXmmhTpytn1fRUn9wHKP+LJfNoc3wKm9jdcQv+RMYPZqYpB/5sKcN1ehb9UW/r3c7babLJ23iZ+n+6xnpCDoDnYHOQGegM9AZ6Ay8moG+AvjVDHf5vw0DXi2myYp2OPKVY5OcVPtgEkX/3j3A06B+BFCDLK79NvPnqCJ4Ik2mrzSAZ/KuweSpEN1zOAbaOge/3+bGSCtSGbbe4YZvDMlcJ9HIBYrlJybzVm7khJswvL3//OvnT8x8bOl1r/Mb4mRVQJhA4LjkuAduUH/opQOfMXmCmrlxNzDKN2JJSrx8eEKGi3yXPR8Z+KXjnIkawli7eeOpI9k0DgGKbcDKtaUGYUxMLjlpLrwLP/CNFh/Kk2UuRTroN5RvyRM242ziUo7ju1WNp0vcnJsWCzlqWW1jXzsnvecLCHXTzceN4HL+L/PfruRIv8gzBZ2zPJb8RGMh/3OgXIUkgnbhB5lqymumm9s/k2q9P6UxJ1Ej0OivpcrAcKQRi8lD5YLsqWD5W5nGFAny/ctDbg1PeSZQZqP5iKfGNDuH0uiBOgOdgXMM1HqZKx515FuN+XLZueZrlraNN+nr57UaEtf54rkln3uC8q6tgb0iz50Q1sNKxpMu29LoQ+hpXFYYbssmXTpE+glXrmykPxLZaHHF8z++vVnAlrzmswXfer9+/5ZAyFHPFCOIjHT0WzBF2oiS3KXe8hphjjfgA2c1sCrR2K45cEVY0nfE7T+koQfAu7cw/vevnxiByTRcrLg2j6MgNb0wCkbnJDAfXxk+SIw+plZwl1WD7m+Zk3iC5ArDIUaetbpKPx3NK/livaJWdsvA6j4mQRqueV7h2n5B+JS/CguWd+mOOoBEdgThHy55X+XJoaZ/wBxcRfnj2YtkXB7javsvugTf//RXuvS5ep/WaeQpcWU+t+VN7orD2NLba9dVBiPf/uBHZH8SoVxW7lX2RZD763Q8FOdDRBOVX8iOOMljkXDy0PBZYlLHQrVOyTqrQo0v/IVI//hGLb/os3Mn9DD04am3I1fKUK0Go5vbF9mlpN3xNv3qe7lPpjTcVTQ+SXYa9NWop7pnfKRoDeg4YIpV2UvprtSPpaALflEvlJ6BqZx6JwIdPaDkdZ4ouz8paOAt9ffBywi6ptxF3xP8gwt5um49h9vXz8xdGz1e/GA8RvnleQhrDzLGixOlDYwyGtwqUAgw/0VW8Wol9/POQGegM9AZ6Ax0BjoDnYFg4M19Qfqt6l6VfvjQU+0sdQY6A/sMMDBSBWJ4+l3c3ljtzZNfe6Huz00YHI7w9DnY0thSB5KrWY7BOQ2lJwabAf1qlEs3MJqecKaJJpsfF3fxNn8MDFydwPfCoA9W7Jxja4bGZvyceZvdPe9RJ1TvUsN5CC+PgbHCk0I38vYc6FL2f1vOX5Qxz+QiO9uO57TQY3cGOgMXGZhNhl+U82Q0DB0YfmPlYLYNTwpto2uiHiPJh42/uYK0DbBxbo7CsHVbPwfDAe2gjV+sKhQ2XiBzk3vOIANv1fh7R/+w4OL7zaxOfsbxvE6d2rD/lLDg6fHXf2UY5Duxzwgb4taVtfkixHDr1Jn5UkcdO+adbtCvnpeX6qvKmQ2+TLhwznM3f3chje2JU9fHpFIHIIsXJDFOF3y3YxujiXYmDerwsOYSH9j40YboUPlbi3e3f+pqDSugcMlfnNvr0/6ADeMvxtN/dNTLudOyal2j76jHwSeYX9DeH85324is4ShhbAwGf3edgc5AZ6Az0BnoDHQGOgN3MJDLue6Q1WV0Bn5zBnhzNtYwMDzJISBv0zJ/865xypcMVYTpjYEegNqxVdHGmwaF962p3VcxL/H+KAR5XgtSdN1yk2++e7xKhDogbUPtp3UqBGCq1kpMD5CXpCisMZGR17gwrGHY1GQM5UqksKLCMGuShY86kM8bN+FCAS47HEM2hk0vBsqkNo5e6TriUHKs1I1IF25pyiJUJ4xZdhDDNNa2Y5IEDtE97nnepuU7ZqgGuS2+SJO/LyzXQyL1rJahAVa9d+oEXVqfEkR9GOl6T9KL8ixVPlCr8LBSgyyik2XeCYjLY1x5BR5xJSvjISNd5S89XnosZdNbRgKiAXJjuqSiLIceq1x0NOGm3usnnYHOwD0MUMdU+fy8pc3JOndnG1naEaWUbdoi9kxbD/nhBTetdhsFTnwjz1MXsULzoWe0VpDKEByrSCVC6Wf76i7WTCppCxmrQ902zbFk/FlUeWzdq4aQ8s1Y+vORcaWx9WwrejN2GX/9MpmwzXdouKrPgX2a6E39LWU6dQpfNqqW1YBLYY/6mQ8MRzL8FmNckDXXx67IEb6y4tycklt+Zx18XeV6Ia3Ur25hrAz9ck6dXQi/6aVeqY34lF6MbZHDsZgLHI7SLNL83W6+UYtxteEx+W7LtM+Jxze59Y1pbwM85VD1DrwpvhE5Sv7ERb6EEC9MbOS7YtV3sFXmHqywXXUbclbjbNxIvqyxFS6b6HCEXtnhKlarNjc/47TiDcPvQ7s40GaO6oT6k7ETEfqGS74vHrh1+CI30Zvbqixk7T0KIGWzlM8MUlCfbh+/KLc92c5AZ6Az0BnoDHQGOgNfyQBj7Xjxr3TuBaYbgL9SIz3tX44BGwn8uvlQib46E7GpFtuOrc1VcIcR1GQU9ZXA62D/s0E0JsNFDAzo9bt7ScFqNmOqaas0tYapEIMe17W9mtTSjeTARwbb7SB8KcKGX8mEh+w8bJC2lbENUcu3EMb2dc3dE/IxFZ4I3iTyi51+q0yGzsJU/0TZulUFQxtAp8il/ss4c22JSURP4t6aUQkr8lOsLS7ZfkzuZZh+7Ax0Bm5koH1gIfYF7WA+xw+ijhV5wlEMBw+/GXIw8mawzNtPP21/PuIbrbHx/BBx2fDL/dje9v1dho23/0QngsBTCmu7lukNsmdtXr2ldl+G3/huLAYR2j8afniYtIXT6yqj4PNnVzC83TSEvun5Y2ObdPleCI5RQQV/4CT5hA9+8MTzMrnS6RMOfGwxbN423jIc9fFW0wMTOp0bCtfL16qwuCHD2kO7nsS3iYt+Z2VvTYbwqNyw1fOHt7Bl9Woo9ib1OmG4YdUvG/2iX9DKZw1U8Q9s6JEXM7x9MecrPeLL/I1QCBeGSqBJ7y6b1XCZAdFhugGjy12tg2JvEu8efJluHI1PXFpXJADuSbpDDEKBV+VvOlYU7jv1PaQ5PYPfv4X4H5eDynXiAoVfdIFjdjvgqBeNm7b+3vHZFN/8mhcqom7HWIzSOzj4NOnyAruuP4fIAUI/6wx0BjoDnYHOQGegM/DbMhAdq5tGr78tSz1jnYHKAAMX3g3n+0kxTGRAxeB7cH4zeLh87Zm/+6PJDwZK+cr2LMXAF5MEs5uf6AHGSC4GnWUVSDPA+5zBaCSI5mKA2ejPEw5MrBQHp2UCJ73uPDI5xHj3wV7ZP2KtSys/JzlStTkncf+geF6OWxzHz8tKcyb2EjyTEQOjx0UpZOY7I1kdEj31z/vtcaksUfzQbVPk2ihfch6TeYEJXKWKnMZCfpHlfHN+WsKLIqCsmqm2LOwhrLXwRmBjmR/C5u9iKIWYlIqkjpSvG0E1iYqrWsmfTMFtWeGb85pBVrfoO3DddQY6Ay9jIA1vb1rFGk6NoI0JaoP0vPc37XWDr3Ncc6X9dD0v7b7Od7srwmAjnAyXP2RgxRDnLWQVMb57CZrzoKLNVDzyKKMIxgYMrWGc8zq5QW4+pyYZxzDIw5kXtd5sWNXw1BminQbTkOfxd9pTULmvy2zD/fkTrtmGGiOIfm8yirB1cKakk4I743MkvbGzToXxhwwub3/JOK2/zznSUIb14x+YjIs8N0aao2nk93QxXoIfPSP9uAMP5ZVv6gqRVoiysxCY3uJ7LoJKnikrx6VmyIqPb05nXUidKlA+ovwIXAWObvRygfQZ326OMo++E1PtB2XCB4+hX309FWMlPLgsH4tcd8Kh3MvA6m//CtRHUz8zf0tl60gqji9MYUiVjvPb3Qtl1YbJRvuY3DFU+uUHY9S58KUaB2yBZKn/fASjwwij6zLSVY5/qJGjPge/y1KMT3p9lG+Fu8VQ9DSgP9heq7pYpVwvL59EPa+GX6+mFla+0e56MAiufKBP8/h/lZ98MaKU3aJrYtXwg4gbzgJvlEs4/Se2oc+64vQJ05RBv8ARTyPQPt9mWcilP67/islKcH/rV+eUyNaFkVp5sGF9uDfj0+2HYjact3L6eWegM9AZ6Ax0BjoDnYHOgBjwwAom6CPG+KYbgOGju87AQQYw/jIpFQPSGFhFhToo4CXBVKHrt8wWEmCwVCv/wv0v8aIR+go3SdcD+nayj/v5k66t76/AOaSZE1uDz51nmde7ZOrNbiapmPzRxNSjDNBnA/jLyTFx1UQeXTT+v9CppznaPP1C2PehkjvKGEdl0vXpszM7qd/NpFFyD6wvcYnF6cPTzS7l3yy2i+sMdAa+EwNn2g4ZUN5i69A0kMZj9IyMlby7vUFOMba67SdstsGRRhqcar8gJ/TpM2hw6tfw5BcGNAzAK+nN5CvcqM3LdImPEAyanBdX002PPCYXGV9Hhf3x/rcwYVjl+tnnWKYBIMwzGKnTL3EcPYITvQobBixhs+38aPQaLo1aOlZdcjN5aMmrkbZPzHGDT0Z0mx4lKqVOBSS1Y73DDSYjVpeXcxnjltysfC0FGvkJCfr9QZkThwA4rV6M5hh/kztlsNCVeEZJnrmo5RTuMFIKIy8JVP+psEZP6JHxYTVYFrMboGoFHMdPvCu3x4Hbq6LrMFKrPEoA53qFoHLRBh/Keyn7wmqjrzGPQ7ZXl/GlEHBW/XISdYfjqH3I8PUoHauePswnbRw8T0ux2pgie9jqvwp44iTTkf7FKa+ioH9vU+76gGjpWtw92IK8ckm51K2CqTltcD4Bay9qKRPBMZABUsC0ZFvnQsex5mdPeL/fGegMdAY6A52BzkBnoDOwzAB9R/W53O2iBxi9wOxRLsfpvp2BzsCIgRwQl+GL7zFJUarXKOynXQgMK0oY8+Ub00PaDKaK88AqL15wHA3cWHNMI7PuYpJHA+8arMG6Hu3JOyS2k05Vrk5yJurJVI9Gz7Lk8lR5ORr7arjyGDhUPuCu/U3TRJZ+N2GnbJgTjtOkvvh6PDl5HYzzdRNfiQLehnqVvl9xbDPWnp/FMq+zc58FmZ58kr+PWYIypqclN4wLC/Je5iVuXP/AWOrjrWlJ7ie3ZbfC78I6A78yA9kOlTyUp+TFHGX7tR6dZ9Ps+ZQT8TqyAuvDPzUL/l7pVNYVhGlk4puT/5VgfWcUQ7Am+Y89i+g3aGXyDxmnR23gvD1czN80CxvXp56P8GU8vNgGNlYm57NkI5GtW7T1zgRGJK1I1jdZWfWGTS9WIG5FntxLfNaret2Psnp1Emz/knIFLjBJfxi6bDTcj7kaQpgkUHLgTKtAhS0M0/m8W405uQE2zG2xujyMrM/0JxrxyZ90HCvPxZ/Orrng8FT5OpwQ9SO2Ug4D64H397NP78YgVpmzylIbDsl8eDWPC4DRs3XNIeS+qzCnIXghxuBVMeKFTlXbdNhsM5r0BkEnzwpe6nJ8QznzQJlddoyvGWu/PVRXoyAvB7zbt2JV/WbbCH87N42/mRhlr7gRp+kZxxu1Pha8dJW4y73Ho7RPpT21t9vCqDe5Y8SSqNaPPHxqPtrE+3lnoDPQGegMdAY6A52BX4mB0bg19or6leB3rJ2BL2fAw0MNUEd16ctRAeC7DIniLep3r0pmQL/lvgvmJYzfGdsS3if9JoP1J6X16AcYoITlRP1eTTkg7jVBBPIz57q2M6GJIrYKTQdpv0E1jRXzZOpFpUBivVLkReJTHf3YGegMTBn4Tg2UWhqtHny3IYlX9G5sEPwgYyJfq/m8Qq4xSEwpmV1jzBAuvv2LsdCrG2eBrnn44RU5jbWPZ/Psp7TS5rlzpy5lzJTh9+MjjK2y3Jb8Nc+3QzlGp3qRkhWB+ptSDkWdBvL3dKU/HR8yTOcLpc/lGt3mCstYuztN9sh1XV3rshU6fA5XpvqcfuEoeGLj4rNlKzHsHUv9YHWyfkcHn7x84ZWgLhWUjFfhS/yU3SiLYfzdT89GVV40cPnfD58pPXcsdYzk3J9cLkleCa4g3ppYhkpv0V6Mq9Y57dRnOY/Pog16F+bF/pyxPdUC3Jib4NjlQGWCnaG66wx0BjoDnYHOQGegM9AZ+DwGeCHzoR/D4Zxv/DsGLp8HoqfUGfiVGGgNH54u0ySX3gGOl/ejJm1m56X1i4rcjj91vjgo3ED4PL75YPNNA3l/245tyvg3GfcN22MxsNZ0IQE8cCUzkie/SZSNHOzcGhE0hLV8pbPo8Fe8N63IYIrOl4sBwb8mZCVC442uPEHT+H3+KSuw0SGMFF0qT0Kmf3PdnsVnfiTvEkuKBL3EZYKTh1Z+OzFx5IMsr/OYZSyvWU2AHHLUVpm8f+aYKxPyBRDLbMoB66BqmA3BzleDBg3g17q98uX6XiI4Tcp7I2QvfptWez5kJyY1c2Lz77JlW5NEG235nPKlCESlrHkiaGb1zrKWq1pgkWrYaIs2wqs1orRyh19yTfipI//UsSiHuku6/i9ZZXKUOMjIMoNeE16kNJWKnIJ32rjplkS5vHLM+s35osvsadVMlPVxSFY8bbqF9CN8yEk9UqP5N5YufA4w9d1Msd/sDHQGJgyM2inVyR/ehjeNcTQotF1q4Ut9La0HFXAiaXzJoG1wGCBKeLc/w7dZ41ktqQ6uNra8JJNtGunGylJ6sdHWta1BfHtxSKkamLKda261p2WxX0kXyWyPqtWsGIEV1+19gCrttDipWeJZwC4M0ebzhCdd58U8sZJ4wRUOx3cqo+Y4WBLf9tYVz6Bi3IwthEvsxfw1GEnLz1S1ntr++YHx7VlXdOdVtoWreIZhJAG5flopZ8dSzQVXObReKVcM7sG6YhhakDHzEi6MrH/pG8kfH6wCzmdP4hpiBE6oWdRQo2PCFHxEV/A2Ts3HILp59uazXbiExeVV/JgiOEStpT6YpULV8OwmvR18rX61/XN8u7YBs3FK2ujNJm3KFj/3bxg34FRmmmI5XOBZ9LuCz9FVeNN4hqySvbil6yjcRU7xHQ7ojG85K5T6OfEpFlZPh5T8pu7bz4afCnYA7a3OB6Gzs9QlbUuskicIZVF1Gm48EJTXQp01Ftd/pWcYlL+Cr8Cq356epRwMjzmZBRqVtcqXsFDu3sAox15VtD3OdeWAO4yNOMrZP3RMm/XhbxKjXwKUepJhIzOOtjfySf4cePYn9RA65hu6xqQXPVxvxNVb+Tbyu3EofGLQES7ddOmId9YLpE5LTUabQdjxWMRvXdMOiWcRmLLdvpMybbGObKOtv7WPDHirHa5LpCwPKSPh1LZpeiMD9GNnoDPQGegMdAY6A52BP5SB7J+5HygOmAOkc5Xdppxt/UPp6dnuDPwGDHigxwTVdJLg6/LGwI2JvLccde5ByRZpL9yn3henai+VlT/K8YhAbfnQ+B6Zf14Jz0uYMxGPUiR76mIe4HfxeQV5T3Ljcsqfb4jtbNZq6XllUfpeFfosRT18Z+AXZ6DW8hvywST6WecWU891Nn9lOl7fs/Vk/BVZy2k/tDUqz8TzOcUkkWaJPC6ncdy35MuGX7ZZlmEzjTXHhSjkmwz6ZeXlqXhbgTFqgg+jF7/zjA3Spc1cGXqB+UGOziYwbIBhfDEKdOaCmDKkVXxn4rZhxZYMRl6BiQ5Lp/w6rlb2M/rlBbl/JQzj72BgbaXfc46RMgyAQz3Zl4zxN8q8ypo79TouGGP3JR0NgYGv0cqBtMLIJ51+Cr7IR6xOpt6w40BpJxayGOWNTpl0rHbkWvuxIPiSF9zqxwsVqw49o+PVAJ94I8oBq5WjzG3h/kRYPanOQGegM9AZ6Ax0BjoDfwgD9MN4cbCdYuwG4D9E+T2b9zCQ9kyGNuMxVlut7knrkBQNCD804JvjaWIzIDTw9YFuE/rkaTuoC/mgyZUrOaYHYPu2f75ZzZYEMWFADl6Bbyk7DEjlT5KbbjfAZuy7bmaZa+dV7pIdclod7kme6mgr7jTsnuyl+5JhNWgi65037bfSW4rf+o1rbHvnzDnl+AeYJK5Wq6aoZNk+LFNxm+iHo/1RAWnDiqMEYLfwCy/MBRfyTvMuOejvSrzEcueROe3X2WghCeY4Ug+Sz2fqk8R01xnoDAQDrbGjnpf6pe+f2mU7Vu9fIC9lHIk6Skd1n8bSTUA5HpFxOAzPZ36xbrB9cY52NttpxGWbG6bFbIN0BC/4nnTZZ8pVv6xqDSPdWcFgkvHXq+8Ud8TnWVkZPoxyrND0usOWmAyyd6w4MAzKkM9KS5r16r8n4Nj996vyMp6/VfqmUsG757xQiXLz2XMMQ4SPcnU+7koaiU+Y4Mz8EbT6i89dRydEhl+vdmfVO46CPqwcRSVPuxGmxJXHHem0FQbBn8K7/N7LCnNK4rI7KJ/Ixqf2zbrVpY7Hq3CDq8VXYK2hW8a85xt5wviLXF5KSDesXk4fjugXzlT20DM/N2o367dNcnYuzMmv78UkXpbTusOM2hK+IW4njG8ftHeK6pXBktE8M05o1jIO/xmV0xKr1P+5jMKtFVzKZeV7Hrr7dAY6A52BzkBnoDPQGegMnGWg9Mjpo/mUPlf/BvBZFnv4zsBscMv8DdXp3sHqFaJBMQxqr0i4J04OMZMVmFmbEmhY82RFxr0HybIUsGQ6YPw+zmWpUBLzguBLrImTAPJvBvV553sc78OWbyw9NKO7VoK28wx/8WNL73ZSejve1l3koYOm7G4F37yHLEly/uJ8M3i/WRjQ1KXo9/aSKhm5VdyMHuqIrQE61gmqIVS23WmQGO5snaWeVC+/Yx1cxKTac0dx3aKl3+sMdAbK9qLtM3vhybVYR8+Qh3zaoWyLVuJmOmr7vBKL7UO95XLgiz7GStxT3hgfWP0LHs6PNdcyJsAAAEAASURBVDa5Gvnx1z9qpjGSC9dCO60b1R3C7DafBwSra1n5i6EObOBqdVPFTk7AgVeruyPxJmKml9ZHYlnXXWwxS+pt+lNhbDX+t0LIoGVDyzP4yKzwsIpVGLdSnaJYv2YbWH3XWVvtPhiXePLBpK5Hmd1hpbRW/rpsFSOXRaxzNxOx6oFBupQ5crxT7sZiSF8/GwXRJw6/e5izOJfT0CkGSv4Z4yGcRZ+J0dhC6v1/2fJZUl0xhdEUrJXF9C/8GV+eg4zzDMP13S4MqKympmz+LAbdWSqup2ChLdPRhn6uxavzOovxAo/kIbanfkPv/k3KGFi9k0O2u00dcz5eAG1D5Ie/C8AW5DxzwJr5IFJyKIyGWfjdkNdvdQY6A52BzkBnoDPQGegMXGGg6YfR73IXMmYCrkjrcToDnQFPpuXwJgZdfGvJc0+fyQ4TZ/4WUGD4zKTHabUDPbAwcJ5jSmMLtzjP6abwZ4DYyhmn8NwVcsNA7gmLHEdPIHr8OvF7Lt1jsac551vK4eLOeCz/BQAPZaPFlfgPRZwFYj6JMjKSKL8sP7MIjccoTNHzmyZ7KAGtvCbK/qkVkHlKKXncj74UginzcDJolvwuhet+UwaYvFXb8aD1SA6nYfKa+6UQpJeOaDJfl3F7UO4tNFnlTuq+XH63w7iB2EAHH+TlqdqwIb/f6gz8YQxosjvakEnfhQl7u2nbkf5neCr11c1ZGiamcpGXsuMehg78bIST8ReD3BCG8E84G330rd5cgcYW0HrR6idtkZrcj9KwlsWBTsh9PjfHwqm8eFXoQ6tYfxQj4QocJ7Vyb9RmK+349rBWwbG9Mj1MG3owp86fAzOR1lliYXtgYcNoXnU5i3HMo/YflOkH3zdmpV682PamFZlp9GUMsbzyFn3CmX7eVvU/is8Wtnmt4ymX4bU+V9/8ZZtbjOXBmS691SyF7agb43uTUX/Ai7iUleluy2WFNLpj62eMwB/eajnK1TVdLOATlxiprN8jZcOQwYAsvnctXPQrS/nShfijL8d9ucXitpN/YeJbxLzcBmPvWt39Lj3HKlWVQ0QX+fmNL5KqnPhFR7Yr/lcyQp+V+gyX+JyCYzd/dvAppCHwySFh5Tu/GFQfXoXO1vJgX8q45LrswhlG/f8prHDqnNYpoBBvfV1yA/LcqTmNKOB76DrYTTFtnskd7QZ1NMpefGpX2FyEX4AvYXA0VvDQx1WC4vKNXQhog0wP7UZEeEexHidSf/NFBHllgBIuQr/wrzCn4dep6DpcHrlSLVa7Z/bKauVaSmp5LNFqfJ5z3XUGOgOdgc5AZ6Az0BnoDBxjwL10Bc2xq/piHtMRW/fU+dKd7joDnYFnGPCEjSqUd1t6RtDTcT9rtHcEKA2MBm+sTFicDGhlMAzkR4PVDhjbMH/GuRmoo2JYkU8dDIsDBsqebCIkv2/ojDHxNZm5AJVJX/8U91Lp9sSCsFTeLoBooyDHP9DodwlUK7CcJ86FW91riYGjxGc5lIyFophGhZwvW0pp5mddydcQ2vaKtNrrWcx1D+r4Ar71CFt3dnCQ2aP0bSXT73UGOgMzBuI1o2gH1qs0dRR3sb2gArseb8kpst1/YMWbDHIyJBlfAqsvmQWaa3/BEkYdrwCWQWe3z1f6NF4hauNRGlz3EbQv64wMW23UaRunht6G4N2+KEJEjh8MP2T8JStjU1GbzLlz6aoY58KAp+uVdpgxBU4IFpLAyIZxleE798F7pRyVsmNjDN9IxjgzGJEWEj7slXr9Sy+nYgxcNgjuiQOf8Jizcu4oKKVgv5RvCSGe9Mo2wGA7v78M6RcMYEoc7pvj8aSzvNR9rADdbSuSE3MWBsEPDPvUdeQlxiehRXTkIVhH/TBYh3yuN5wxUugx7IFNv7s420i2cicO2KIaThrtNTHlWzHSrul6pY42kV5zCr9ur1Q+Oa7hMF5yA3YFsl4ysOJ9tmO7fO9IoIQNA2y4eBnHnjwjcEUXcdH/dgY6A52BzkBnoDPQGegM3MtA9NVrX1j9sW4AvpfhLu03Y2B7OFsGVxw8iGWQRowc8HwGGdsIX45gaVKh0MIqjC2X49R3nWyH3JKyfa+dIGwnDrdj5V1xm+Po9HrxEW0yhq9OXPrteHmMOHKZq6F+6xPyXYqUVkJM+FnMuWJkhHqfiLpwoaueT51M55ifEobOZ5ifkvibRoaoqAl8V9CdmdoGjWrIcv5r2IiLDkf1bTnWjm9J1+ULfCdc4hnpHnn3tOuWUvPIVqHyadPy9QHeTmSpB+0M/JkMqG65PlHrXPN0vKtupRwqc55vsJztCkG04vfjg9WiDPcS10bcM7fUeH7Qz/OKPq2YA5sm9bPfVab5ZxLjPsYY8JwbhqbsmdAFD7fy6pufaZUfNrYET149feglxoXEWy/rLLiCr+CsmB1bXbVxZudgYqWdjooTW3o7h7OQhz28tS2GOL4Zyi+YMsc6PcNbli1/L9llLYy/i1gyz6tluS3jnPMLnSBveYU0d7ZcxA9jpcqcMPLSrrepHUSHgFV8geWNle7G1OIc0s4+xWp3s8qfMxz4UhbAMARPAM7ig0NlwcZ86fPx/+l6GRvtR8WnUIuuyl+R4UgFk8NyPsE4E5ytAcf/Cq1eOFh5a7ria/sqM3kHPYTPY7+CM+r0EtYhr7zy8aBdW0n/VnyZjcL5yJieBYg2acEZo/QcOxxkhaWdyXK1HG9B1DWvgjl0j+FXvCbmKhGuC5fAGc0LJOdL+qgC+klnoDPQGegMdAY6A52BzsBpBuh40cca97POjbxPJ9ojdAb+BAYYxDDgykHX98rzV6GClXFz87146WiWGTg3Xbos4/v65oMwJx6uIfW8lSYyVuZlTgllsvW+1uOravupLD8fWDNwrIO6ntssB9clPJ+JVsK8c9beferck25PSeiROwOdgS9g4FEn8qOd8sQ+frZA6Pmzg4lVv+9aLfrw6t/7h3ts38qEfhhLzrSlpb3DYLCXiZ08Lt4uvHkb4crhYsiJJ7jKilUMv9XAMQl2+rIYf/OboqfjlwhQjIGdlauLq4NPCJYh0PqT8ZeVomyzHA4OrrrgD6Mq/646l3Phiy2W1Ve77RnG9sQFo4QO9esM0iznraHtTPytsMk9R/1O1Q/p0MY1GYBf7go20jGfRxLMFaDgKxzyAsBtdWwZw5u2qo66QiHCmL5RLsEjYyXlDjcYUn35aX/APDekknyWD+pEtCngfd0r1M9lOeoXWNEz3HbXGegMdAY6A52BzkBnoDPwegbody33ve6fEXh9bnoKnYEvYcBzbu3YUYMar6jSYJaBooe3GtfyPaicIng1UNL1Pw+uYoD9wRu4OenlAW0MZLn7Xt64vg1fkd/mkyHqmzDwTTPSeZg4nZRE6zSTrqEzm6a6Qlf+OczV7adcO4D/4K39dyZJgjM4yrmLDJdb1cW1vvEFu+KMf692szybW9iZ3alQEnf1eOpEEyUuN5HfnypTscrkuFBv9yeqYCuwtRXmuJxrIbMkDWXKcgQhjayEaBGd5o8ygzwEqvBQZj1H1xQP/HLV9no+ik4pW/CFOP05i6cNT1n9WxlEe1HzyOvASYslS1R8V66989pz0DjtOumX+AZELYKav7qqgGlqvhkXhDO157ky8p1hFtqklMnqD2LaYAH3pWBwyPYHMdlkxVaFGbscMx1LyolCpe+21UB07pZjEnHtMvPOMfKVIddWyOT9t/g4XV6WY8qDEyZbdc2EJrzoaE4pcE5Lme2uM9AZuMRA9hf83OPJ4jeC1Cr5KJG1nTsrPtvFJp7rr+otx9LG1TavaTdIm7aMb9fyrUtv9KTVjrHaVjeKcSMkD21Fk5LkZy9t5FsvaB8xHvJ84Z/7vOoveAVw04T9SB4ckzzRFrGKlS9xBqYPG2WiXa4JEE7urTEaZJtcm1/fd7DyhzjRrvEM5HuTtI+BL9vpBhzxG3xu/3UbP79epGeFVwMXzG1KLYbWP88Tq6/F5RvfqteR5w7YJJmEoi2WLlt5o9WtTfMczyf6aO96AvLky5vjPCUGjm3+Wn/O89kKppAkHAChHzINvHbdlO+HuAYTfUb6FWh41ZXym/cTS1xTTqQ16e8dbnSV45a4vyE3Agx/F/CJFdcF932UXVIjz2MX5YWSgKN/gDNOKTf0qPyWulRjF5XU64g2/1vr73ALHBRHbznuciljpfE1+R3xhr4ivvHpHqtqYSz8pQPwUd/IR8bV6VF8AzrOjFCRAxd1mfKFsX/ajxz0aXZLSUh8pQ8i3/h28jgVrtr6ML+77pPlnbrieuy8iz/KAVsT41wmGk7x09jQ/EBMafvIA6E4Tvm6io+kWpc8YaAOzLzYgb40Nec8kLK+sFwxg4iyie71jWd0UtoUnRTRhFHkVzrjEYpCo1dVKz2vpheMfHHjB3mhMLpBFJ/12RMRGamES+wJOupfXvVjZ6Az0BnoDHQGOgOdgc7AEQboe6nPjc3jwaduhjjZ7+wG4IGTftYZeIIBBjDTQcwT4n71qLQ2+v+wUUSZaRqfXydrf6A+v2GWmSq4A9YdMrLsMqfh1RbfrFzPp6oS8e91pAODwdwGBk1G5YqNzVwyaVX1RWnQBYr8Fg5gZTbtW+DpIDoDnYGvZiAHasahtiquefjEBHltzhaByhynflgaCsuGw4shr3qmISwm8s+0pbR1+rlN3s7FcWytMQGDDqtaMZCcwRWpDbzd1SbLoIn+bPBInMdzNoTM58QdnAmNJghAY0OcjTTPyIUr4usH5U+ISp5yq2xJu8EFPhuoZcELA+H5soHxLX5X4h7NBli3yt6kDNm4iy4xDIIr477GkIbBMo1+Q1p7eaO8UQca3oohsRqn90RcuJ9bpfMyzL6DV9rZ4G3U/u5HvilElM0Q1nBlD71Eon+8AkIZ9Kp9gjxR1yKdZ/6u8QqPyWXWmWfS6XE7A52BzkBnoDPQGegMdAYOM1BewJuG7wbgKSP9ujPQMOB601zPTsvAO2Y8Zne/gcfnjw4Z6rEqDxdvputEMGIFg73DX6etX9y592/V36UB8trA9l6MrTTw1lQnnLXh0Oqf4OAjVcdxxI+uJ9NgQQl1cmuyB/Lq/bMTZKxuYQIGLbHCooBIkPji11zrat+xpMDL0c/imYom8d/b+dvi1jHtR6w0YpeBvW+OD6yk0kJNubpnuP+ZZ7W2vyRRl09Jzjw+W7peArIL7Qz86gzwPKH99nGob4vPp0t5lST3NYe2a1VMYqkB9CYwL+Td+GjgKYiR7mFDRBF8+JlHm9cGbs8DdLZbNQvNyda9MPpqS+O//qcktIJU0EYGp0bO6LT2B1h9p5WCemOaV6ah7XknEKwqtGHuohKMD94oZ5j0KWtPIDMeSie/FIR8ub3+U4Sa/C14WDUNf+4fTYIcuqSca+W2VjcGtlYBBZ+4yDLALkPH3DV8aQC06kBkw6DWX8twPvB2DMFmKNdZQpTyN6ofJd+bAsAzYMrnfexQNY1IuCMym3gVH8WP1fqhF7YiP+ZIU3Wg9NsqvmORz4dyfQEjP7VWbptTzDTvwgausvIXvRqf/LJmZMyXHM0t5RNc4pY+rc9JrcEqfA/vLMP3p2nfhJnySN7s8lguX3oo3LIa3I6j2DIWdF1c0Xde9mNnoDPQGegMdAY6A52BzsCrGaCfRi+W0Xr0D7PvTcrdAAwL3XUGVhhot3rKSYeVoPLOgQ8VLc/XQ7/ujtKm3ne3vZUYg1OI8lGNZB10fx1xTGjloumlMkR5dJn8lJmJr+NhK+Vxzcqr/cmPfBRuyT5/Lx6u8ZAtsdu657Il/1nZStzEaSMUGU8dwIR8jsuy29TnSeluRru7nFluk/oV+YmtAkdeI7P6T07QhWf0h/bZTEle2ymaxHrxJbiz7F4hYxtePr/8og283Z/ENoB+tzPw2zOQ9ffVGaWtOFOBVeG19XNty6uBo20rz2P3tqNub2lP9fM2863MLR5k4HpXmm9sT/23jUnLodflZZtGvNon93MWgw3G3/9Krra+t5HuXP68qtHPiPKQmT23l9Gu+rIKWUaaD23NG0bg5Gw1xuoNG31tcJNOjSvzts7VojBzhVmceGzLy2tBJ2UsCIY7bVYrSYlrIdCmV+AZ+i5pgJtgE/62DGyKbG5ew5d5EYZSxgZj/gRXk9aVU/Dxcw0ng9WwtyWt4KKsg68YpvPF2qiriv9sOU4IkvPQ271vmjrC+HtI137ZgNKW5axpw8xpCr/7SB2WYdKFBT2mLtt0Cm/Uz1oHNAYrLxbU9qWNcvO5V6Jre+rB6LuUgHCCj3aNbb591GVD5VKsV/iBJIomz5fkFK4LGJdDrnFgRu9y9s/w4dX/dgY6A52BzkBnoDPQGegMvIYBPmWUPbI2hW4Abtno552BDQb8Zq7va1DjATpDoW80oPEA6wtGhBucLd1KYwuDVxolWMSlf1y94G81/iAbnvJXdOjJiHyj+QXp74icl6blspWTX0sN+k4Sv9Tt6eQG+XW1WyziWYoIFOtza2ZLeL5L/a7fYvQaeOOEyY4ZqIPSXLYa2WXihPzY4K/jet6aeLungSdLTltGkqH1dDLEbiIXA8xL+EVBTbSG/ynHTajhFAyq40zMe2KK+q4Jv4aoqYqHuNOzZPlZ3ojPJBkgGiDT5G64JqXXpnADyC6iM/DNGXCNV3uDwYYHCt/tzMlwT+Q/XcmybaF9U2q7jZIRKWyJx/Pl4z/DtXtZ3MtwOrUrk/N5WY/jDAzGCbDQXsrQqjb08REr0X7yEHNT7D+JQrwMcj74BicPH1ogDNM1FD5TXJn/CiiiDpfDmfDErhD/E4R/hYmtn8u/XLo5hF49C10qXRmnwcY2t2tuVx2KGNuzYvzValaMwOKs5WNN9uAPJ3AGF/x0/pBOMaBX7qa86daW8zNS5Zbvh6I7DF/ChkQBLc5XebF9lCqDJxn2/bIBRkx0vM7dksDYvUPlqnD1SINc0V8YGktere+DGJ/BJ96dFxswhU2chS6p9xjOyzeclzJU+ndhNF4KgB/5CWMqFjXzJ97evH0S/HF/OZ/xnWgwSWnux/Dt3/j+L2bzHEuhCTvrPS+WZebdtaN1oPYOwy+GfpfLmsA4FukHNuWBVarCFi8alLXDGa+WuXH8a1fwlbiUx49/dK3jaNwXks2POPGKbhnN+VZyGH3LSwflLdyEeQ3PeixrHj2rnEhbSl/HNPjrPHfQCgmUNXBF/cD4q1KyLvxFdx4uQ6W8gvkv8Vsw+9u/QhUr5NX2lhcSPoa3mQPVqBy+CGgX2xnoDHQGOgOdgc5AZ+APZID+ZYwd6DvSF6YfrP+e/B0I6QbggYt+1hmYMRAVKbxVhebOFevWUew8jVM+QszY8DtBOoX/3sCt/jhfnpbiDoRNNcwA/V48e9IYZLcohonXISaQmNMA9ZGJyCHmr3k2Lc6eQy5ZqRPH1MNDDmlTiYcirgSSNqbbEB4pM0yEGEbkIFGtJHLCm8SZcIOP9RKfHC6WH7AdycMJVENQMLXuqN7aOO05QJE5lduGWTqP8FnfFnlYina3X06IeZLybB72wdiwLYrGE4r78XqIzkBn4CgDtN6vdqrEfl7QRuy1mdzX0M590zas4mZ7swc3HxCL4cCAgZVtemXYxICyhwkslqnj2z8RXtuH+jEjTLP2N3EuPNdp09LAhUizT3iE2PCgA4Ifbd4XM9J4EhbDC1uwIlE/g2uCnDkFTzGC2PhrQyurgOmBnsFFogpvg3kxmi9wcgiaOUV3GMjLzysJ4e0sppIiHEGX4r+zilE97BM29yKkHMxZWS1to2HenmMLYxTlYH4vY/n4DD6XKWdOeQwjpg3mCH6mbIwAIp88YGwO4+rUZjYKPr0wRnRK+c8yNwTiDm6Xpwi28VcY0fEPlV8Z/YwR6LsujIFebW4OpxEOCZlGWrnOshBYbZxki+KtJIwJZbYrgFPO0KscfFaSPu0NxgDml4ekexuBZ5Wn6Fb69QpqdNy4HC3ej69JJE9LXWMHB7/0QVu2WFjFZ8VZ8NbrFNaPnYHOQGegM9AZ6Ax0BjoDr2OAlwvpBs87wt0A/DrWu+TfmoFPGXL90gwySbc1T+JGSQFgcjys/cJstwNVD9Dnjeat6Jwek0tiQEnB2Wwy1BOAYkn3mQb49JIHxrWJNuNP7ZGHHaVfIA8N5ITvhegLUZBYSmbmq9X7QozBy2h0KS1YBNcHHOkspSF/69M4OKMsPONKviYiUkMT729wmcjMwgYewo3DxET9RhTfyjg6WgctP3CvFSmt10zcUXyziE94JOarIhLzPP7B0jqP2H06A52BFQZUq2r7HUG225QVMYve1OV5fZ63EMVHOOJ7l7pmdZZxCd9exXfbOE9ngFTulee9V5D6AajGU/95Pre7KAzx2jPwFCOmjaztvfF5Pu+XEOW9IQYNOIYmrbmVQeJD5L8vGiaGGKMzONOTAAPMw3xhyCx8jgIevKh9IkmVETj6bKwHviKTOHpJTLr8gcFFBq0lTnaRZd9DR7akfjwwRkvSyODU4DMPJH0ktShzNjKWFYG7eBYDSI+lnKaOI3X+NtiIm/gW5Uw9r+ODq7/0ogPbittoXsoVJe4eV/TLmk7nSdd7dXWWcJT/9Ia7yt+arOTviH4VNkYd9JdY5alyONVHJr50vK8xXJIefuTHeUHXyjQYnUfO9VvjgcbLxt9BNEEz+JHSP8Q8e5ZlOrEuxScML9nwYoRelFHevNr2vgK4lOjcr/Krcqo6bgMwftl+uD1PtgCX53NR3acz0BnoDHQGOgOdgc5AZ+CVDNB/ZI6TPnDp1TZ9/uyBvhJBl90Z6Az8gQz0IeALlO5JjRfI/QVE5qTM94H65CxM0SWTdUtvZ32ffHYknYHOQGegMzBmQE8kt+Gf9WQ60qMCC6sJmZx/xfAuDK3YwTC4HndgaX/HY+6HTExskypMZ4y/Fg5nwdtg+tlPdTuEdKWBthGd4qmVKkzuG6DPk0a3Vkw9x/gbv7nxtwY6cZL6TP5ORC1BKUPjcnSkjB9N51l8aC+2ffYKVoxazeTJURTr4ej16R8GtaOG87ZOG0vq9Gx9XEc1v5MYKYNHHW0D2DCgx/nRmJfDwQ1Jbb64m2VCGmWFviKMy9/l1E9GBCtYoo6vRWZLZXAGRjL3dc4r1N/5bntyCJY4f6jNrVt+d+Pv1ympp9wZ6Ax0BjoDnYHOQGdgh4G+AniHoH67M5AM5PCLSSaGPXmd97/++NS6hdvge1irAaHHt9p7dLoyJLfw48VwT7sxr6JIr+eTFGKCKd+Q18ja+QaH7wm037T29Wv/MKj3y+qC4AkmEQO6is3Ji0dPaFLq5AKo77z+D4P6XLcyWZlq5Qo3oOob/mSESU/8OY/8XcXpl5YQUwRkefH8zlToZGIuVvIEDsoWnBIPbMh5ZtInDLbSB7qQ8MSD3EF31AK5BO/z4tdgbdVpjI507Y9lsdevMuk6p9NWfuIcS4eRiSu6Dd+J3idB77tcwDETThhWo+ivKo5ry0NX8D4Lu+/xxgRgKbvERy4Onop3ePhv3k2vNkb6nT/6W2lEE+dsa0lxcdnM7RJbBbbivQpHYVtjR8Zpw5X4lIcU9Ww5a8X3887AH8cA7aPrE20Azzgd23YeXz8YdZKV7hRJ0daE8QTRegbTzqlRCnFNW5RttdoO+6pd/KEtOumhOrQiTKAFkozX4ko/nk/lGTW0g+SVfA0R8hlvH4WPENGOBpaH1gvG6jZWroXhoGyxXNKy/Ex3EF3b4sartsmj9rngJFW3pS3ANvLkPBl0j9mdMBQqrDa0DoGrHgev0Vl877bxMh62tFbf6fE/dQ/ot+mfeDM/Ak8rn0/V5KyR4FPwvfEtYpUtVtu9s/L3SllKPWYf0gY5ViYLEPIWuDeAyquvxn8UhxXJ1ie0KWf8M6copykjWY7GAoar6C9RdvlOsr7fjBRhSxEDP6kxxV3DnGJP4cuUMjJH0got8d1ayhV8UZ/4h8t6QXYX3UH+LNXlT1K0hXaTyyK29WnYkPz8trQhKRvcRa1tOVnd+nkLn+QMqUrPfHOajDKWoz6vusQno6W3GJdOwakyFxpNrjPcqqDjN5qy8CF8/p4ufXKR4iIubtu8uOyonxSI9F1i9wGFUfWDOguLMJuf3nnf4ek4UEKChPrBN5Sj3rCLDdvOV0dZcDg4jPC0QdYp+IyRfIa7kckKYTgJ5uLlk+D2XdwOYyuwwrWeT1QIbSf/oTqMK62Bik0itXf/0xnoDHQGOgOdgc5AZ6Az8CIG3C8sXS+6YPQz6VrSl2QMk/OG3QD8IgV0sb8nAwx5ujvAAK2N/vNmsN23Ig5MBdeBrHynIK8d8E9yis6+CU31gfZEObo3KwBhkkmTJBjjnsA1Yb1fHmDAE6fuzKhk7HK/G+BAij1IZ6Az0BloGYhnQOvzdefRDmIsxCAXryjejSb6TV45x3PvVOdA+Kq1zE/zG8HJBKF+ZhiZzotNwzRmi3scPMnEq5G3jfg22lyVDKbya4xdl6TZmIXe8ndJyhAJfdpglV7n+eMFQwxH/sHZnZ20G/B96MULlyxw3d2NED6Mq/zjxQO0sutShza2/RT9GKhF21NlbC9VJo/QbWOoXIySOeB7uhh/MQjeqdDFRBtPYXQdoVw23u1p4Y/tvI3vQZljUuxzHUZVT8Qtcpo80n5Q/rJepP/nYs3UbAiGX5cFyoMcfILxI3VeMH6m2gNJ/9sZ6Ax0BjoDnYHOQGegM7DEwKSj2w3ASyR1v87ACQZ4i516xfD4a4doJ0C/MCgcsBAR5zf8ORdH+Wa6+aoDRL3dzJjSoT/pjwetJS2fl8GsvVoNfioqpw435qzAS87KpQfcfqm6hKs01gCvOLFGXyF4V2adM94NOQngiR75XRYwkddcohOXb5FfS8iuIihjbdnSpcteTqrtCmgQnD+d0vBVL+aP6/75fBDDtdV0aXWHFEBeVkuoJwR1NycGJzPMxG1r/zVEkk9BmLUl16Q9H2uVjRvy+jy6LqEz8OszoFbDk+FqQNy23JwjP7+ox3I2tsZp/s32282gwwgPb/mqhn/IqORv/tSbGWvrSCtY0kt5Dl78Eo8Mdm8y7HjlXBMePO0zxm0q6fsB6Std6GjOLPjyn8y721vMIw9Wj2JIPJXhkj6YYlWyoaYufXEVotbugUfY3uBLZ8FP8nDkmTOEBYX7gc4e/o2euHnIZRyE5DnHcTqHRDlQ4drfdP5H+IoclxMFSB43BSr9NP6+/Y9IEVoFaRdVys/0ZumIe9WH9780xfFxBV/hGfkYt54qDzNw8kDgkMvUyFLIwS9DUd61ulyGQY2eiixCuaRp/MAK9JDd1slBzpGzxIbxlxccdV3L30Z89ClcD+HjGFJSVh434p++VWQ6o6Ekn2b5GMkDGw6DqvCV1arhx98BbTYl1/kbpPoMPKUMxYraSI8VtYMr+s0yTbtPHPOeuo/Qbawh/v1nNlR7hTJbP6u/rYaIFyLeWDHtM9o3cIpP6x4MoEu8JdP3Q+sSOwOdgc5AZ6Az0BnoDHQGNhigR1ZGV6NQ3QA8oqNfdAY6A69nIAeHr0/pcgoesDPxwWTBV+JlcK1cNK13Tk5cztsfGjFohMhGnznZcpiTjJ8yOKYRd0tIhp+Gkb9X0XDUr9HzNGS/njDA7Nze/BKcusLA7XzaDBFsUjC/M0lrdil5dudjzkRd8Zhu98wq9O46A52B1zNAs0O7o3bjDQPThdbjMEgm1VlFN2nnqmGifV6ofXvXNxo/3M4RgbYp26nDKa4EZKUhq9EwPiHzqNzcKvgfxStcLbTDK4mue/u5Hcbfhwx0ueXoGVwhvBDrZ8kdbXmsGA0cRzlay6bwyHj5Vy1jRZ+n+glZQDhiJMcwLVxP9Gn90pUMV6w2Z6W5jdNrWVj1L2XIRiMMc7Ha8XBdsv6XhYPnXdsp87z3lsWTurMcK30LrspR8pf341jr39j70FXwh4GaXLPyl2f3kbInbMo3q1d5sSD0CD5+4/jP4JOw4mRAf/9HksWj6+w4jQwVx8D2V7P1s9utacM1jvTcVWlHbJi0gTrx5bEVn/hKG+Zyh67lFtqjj/dyL0Lc9td1xltq/yP9L/XZMl2O6LU93gbjoKCsOOUIT/zoT7sd0dEv3gjjqD5mHg4m04N1BjoDnYHOQGegM9AZ6AzczgA9Mvfi6FJmt06n3QB8O9Vd4B/DgCrTdKjZrt78Y3g4mFHeTE/XTlDQJvlONkwLvGa8Tz22ID814V85sVTi1+Yh66HnzsvTjzfW41tuF7F5koPSesSVsp50eOJkKP8pgSL2KBP8nL/KuD+TO5qwSTTNcWFSrLl76XTaVo6FcDc503Ex/W0JY3ntFTpLRQz+bfVuNTPjylGO4BtkP322ZNCtRl/QTrio90h5cu9pMF1AZ6AzEO0Tq2x5kpSVcbfXNdVtt80yijV1um2f0ESt4TRrtJX6Yfz1CmAblGqvallx0/a/fay1bS/nwsGKX3/fURP+GKC8LSkyStjc8SWxgfcNI1zhipWYH8UotwzohK/SdV9SRpzHX/8VF2WlIf3LeTM/F+w8hYEQJjEWPv7CQF1Zncc54iOecsvWnzbcyzDNw0Ryp/wsizNrCi9sNmj9R8E0RPcqQbBx/5z7sLUR3RGXbXmL4fCcGIeO1DHowx1TBypv1vECb9PyNUoPScUQ5/IkMyjlTw9kalYsJd+SSfz5/Sm+9zet/HW4edixwSrBBS4byr1FsMoWcHTbaixlazn1lLF+fJiTaD8kMfJrI+ACvomYeMFBK2sfGMtVzixLSEr5CtkZCZPtFUfOwJXl72/JQc9kfEsiLCuuXsTwt5z111S5DPvsCpj1OKpP/gY1hlRpJ1540Xm2LyjMLjEnPr6qGyuT/QIPLzCUTxRFOSH/cm5fMm543fH3Q7r2N4rhUuejNEu6D205zhb7oW95MjaQux+NxS7/SX6lP1aYU2KNgHbMDRk88hyIHy+TtGN7wlYVLKfQfTsDnYHOQGegM9AZ6Ax0Bm5mwD3Z0vWmrxunOfYYEusG4IGLftYZ6AzczgBNEZNOpTVCfjs5pMFjHyxCyprLSQndN4UNj2tRvoX/N9WqrXvi1McrRGVcjpTrg64t86MomkzRRMub8HgrtdG9frHNwJG6UOoPrYx1MI7DXea0ThcHZGlC7Mqk/Haejt7NfGX4jSlCMvdNq2Oi78fOwK/EAEYw1kAW+8HN0FW33b7QN6Lizut21v7hDkZGhnMy3qRzezeESO/zRzDwrMPwxIpknVv2liSl6zeaMEb9o1Ou78BS0nT6bEctTDZubmGZ3lODb2z6DqctQTfgMh54KsZxkuRRc6rdTRyULK0QzJWh8JaPreQ9j2uclvth4MJoKOOvsL3hfwqTolUHPhl3xFmsXgRUYq6BDpxQvsOQaSwycn34bazM5AERMkGFa9Mv+IQJwzQ4/X2ZI+IcJnHBEXxhOIesNo0QtpR63Nn4W3TlLdrRLcbfNf0tihEWP8vb1EtdnMhpQyyKWvTMfFL+Eh/HxcCDp8sUxl/aCFJuObtc2Ab5a2euw4KnDhy9520uw2g54Euh5DnZSj/5lPrzPuF1CHHirMoQr+jcbWHE9+p5pRUvrIIRLOLxdJt2As+BoG4Xxe+bXioaXOqyLYfJXZadIXQ/6wx0BjoDnYHOQGegM9AZ+DoGPGabduQ1dm57d1+HrqfcGfiFGWBMvjdG/oWzdxm6354vA+lWyBsf/U3XiUsmDh1d1lTecih+KNJLA0mXCeYLdUlZ82TKSl49b+ZJxgS7EvCMN6JuyLMnf26SdQh+nXDa5uyQrJOB0ENT+5upt5xI2hI4DmN1bgX3PVIjnhTFRBwAGsfdiVdzl9MW7eTWl14mrjEnFVKuIPZLCuSZcPHFwIxZw/aTzkBnYJsBtx0R5GHDEm3n3Y226qj7S7Edro2/pbmizi7WdO4LG1u1YjRcc0A91l6GhPyGKC85YWD1ykyedd6tIg0WK5gUjGdarEbWEBODB+3vbQ5+tBoSY6vwvCmx2qe0QXdIKAx4wzVn1p84i5Vt+VwYhzl1Vfu4YJKWhElmHufbK6UXhOUzp+rE5Yu48Q3nMGZh1AcfAlrtc77Rilc8Ckf7b2NrfqPzoh6MDxywxkpzcnhl+iDy4f6aMhZPJOSO3Yyf8e35VeLjKOOv8XmVssmbh5/5jPllFSbEX2RrJj36HsiMuuBVq1L+pLjO4018WCEKLpcvnWFyXXZZPtp8LYe0r/kLfBioWQU8vICgEKtEBB6/qgJnRXHu0yraUfY3kC3fMl5wchuj6nKw8FUpE7a6a4E8E1/wl1xtybh4D5x2UWdYUR0aCX//VR5iRwNKh+4eIO10/TgCv2DNnRryJSeX2cJvfNucb0yH3jdpP5JmD9MZ6Ax0BjoDnYHOQGegM3AzA/TT1D923069NR3fPFHOS4Y/Lo3gbgbYxXUGOgO/HQOa3IjNoxjNqhHyRFYOhn+73H56hhh4H5gnOI+LZ8TTghHwtJDz2H/RGNSKzthZ5VED+HXXGegMdAY+hwFWRr3yyeYVmzLg2TB4IKE3jKvCFFvx3s+BtzRWh8AGHvpxh3PPU638GHze2lQLjwxhH2kFOZVtVuGBC0MmA2OfnpIwDxwGe/dzbQQTTwd0N5PjQbqwMUgXRkzU1x26ot/NiuR/JY9riX6qc8eLBhjbhOtK/oyAPxjKebFg3XxZg544iVXJWpnvlfDo+KQzR2koVNyn8riUNnpFp9QH9LwUZu6HzuIzIQcjzEUc83H5IyiG6fblg/XoYKN1SIPgesg77xyvF1HeqY/i7lJ78QzuLINZb4brlBp1oKz8tVE173ztkVXV0f4kZvBEm1JfCPpaiD31zkBnoDPQGegMdAY6A52BTQbox037zX0F8CZl/WZnoDNwnoF3vXn/9tAWbGwfpXaHlTLvntFkAKlvwWmiZRiLtwPM82n9STF4a900vizTTKqmPtrE0q9JuEwoehIrzz1BwCQVv3ucV2IUcW/6UJwnwyQ63+DP6XiCZJniBadhnpMQrBKSp4qfF8Rw/wl4pM2Wzene8jtio3Tj7hAqQw9HoilKddZvvTp/4rQKluSnIUKJUf/kFJBJuzhd0C1BcnIWoQLpUDovEuLaErb/PITH21szialzf4PZQEs89JIu8XHdnnNdJifR/0/di/zxigmZ4ctq551VWJInfuaNOjaoN30b+XWiFL82ZhPm4GkYI5SeJoZHE/5eubsmZCm34BRwr/wlAzm5Hv5ZHqCe+jHkby2N7t8Z6AzEKjjxoDrz0Pad1B/qLG2Ez/mz4LZ2o2iD13bWnqqratsQ+e5mp9Tz0t5krU/ZtBm0gD9k8AozjGIqLFGzvgfK8tdYFUfYp452uXX+vqP9kIzT0W2ygdWgiSk8uAcx+r6lDtGiRWL+Fm2RVCOfOAnDGSh4c1m/kgcbeITT/sgbZ2OUgtHZAKdg7ueEQU5PE3mMcxKGo1H0xYvAw/MII44Sh7PEo1PMuEuu9uNqunzXlJBiDWz6VabhnXDmnzCNzOqHf+tAo22MtZWxS0nRJdnnNNv/iqON2p43+PDmGWW+Wgxt+JXzfF57BSGJg1s/+k4l26OY27gy/zAkGWyrKymsqv2h1asPR1YaW4VhlBo5gmN0qG3FFS++acpZFLQWT6Y+EnHgohp/LRMjK7jXXdQZ3a98le3XhdLq1K218jX0Ztbl+07Vb/QLWC3wzgpg2hYojOwvCqHtojQQMFoJ6iZB+Sp3uHu/Bou+4Y2XNyb8NfkgZSgzPoUF2zsYzaMBBkyFW8Q3kYW8U87xxaEKjbtjihw9VcgMYz5fAHYbI69sw9xnK4qt7fdK/W7L4ylsa4GF+cN9cdrE+FYx2n3Lgoae5biET17hwF2tC47c/3QGOgOdgc5AZ6Az0BnoDNzLgOYAmatgHE5/njGk5xuZG/TLho++Avhexru0zsCfzkAOCTlqmOvJutbvT+fnT8h/TLK8LKcvFn8ENxNQOFZm8Gzt7rMZoEPD9qIxEbWd+p+koPW8cucbVJ1tVfW7nYFvzEC+sPEqiGF4PF5LKx6MDutV/zJc8GAUq4aSo2kYjzBhqbCx9TKExYixRS9t/5H2fywiDHE2IelG9k3HYc5dYdTRilabvTB9ncfk9MTZ+w++LY156B5ctPjo0Ft6SxUYcJ7BF3w9i02GVsYFyiXmuXt0IH1iuDRvV/BRztEb5i1wvcKFcc31gfqx50rf5sPfIy7fTN6L89T9WKmKUfloCaZs+SWWQ/2wp8BNIh/TkPFZp5Sz4+3qJLGLlwWj28BlEez4EO2rGHedOFAulkW9xtfteCkNmjh8qv14DcIutTPQGegMdAY6A52BzkBnoDKQ/V36ofQrOWa/WffUZ7/yEZ8qvp90BjoDMWnw+YPL78s8KxlyYZ+Hs7xKnu2OYNfvy40G5AT4nMGvXwSHPsFafpNaOjVeBfCyDHCVQTDxumtWGM3J4O31ugJA53c6vxlP+Uq5pVz5jf9yvp6e9Pj0RJVksFJEk9rver2fJPlRjiqmdQDrd8jPLv716MOdpg7l5M1sspGy3IQbIi+eka+Xlf6j+qjhWJ2TMLX+pHC2miPnXXd9tKYyso+Um+NMjKLuXFSQO+GevZ3olzWUXGXRAlWeP5tyj98Z+HMYUD1zexq1Z+jD3MgAbZzfzJXMSZu9/HwDE1vyMowr+FbguA0/UfGjzdcqNbe7+cbwkTaNRGiTMLCyHe/2KscVuMvelZ80sp4wk1p3iMWULUx+eQiczzraXfFiBXEe7fA5yeKslC0b3zCYm+pGSn3+HcErDKjB1po1nTWyd0WCR7r8u8SZYtuNXwI4Dxgy9WqoZGBqfd6BDVzoVJmuLxsUrIcSwCDNVtlFf3B3pyv4eFmDbzpHCTmSAHoktDh70zec7XS9PGgp9y8e3I5QO0qfypiPcBg6ZAeBB9sWON5FDLvRiq79xmU5zzibOis8boZJQXcdS9n2d6iVMPwWB6vv0itr9GkvaGttcje+V3OYKMqx6gs+waj2Ufz6+VbvNcRRHsFbsud2ZiKyX3YGOgOdgc5AZ6Az0BnoDHwlA+5tLvTL1Y+T6wbgr9RNT/u3YCAmydrpjKhcv0XmTmeCvNPocNSPgeJsieQSPwwy+eXIUqdf4oTNky5MMjJZ9Y8ggQv/mLz6ElifmajzLz0szzp/JpJ5WmBr5iMywCvmxFL23vHZtKH53pJP2VW5TZ48aUOdDJdG07z+zONjoj/MBOdd037sEef0aFMUJye08CsO3fF+ysBO3inHDJtxJ7fnl8gudSfbv3mg7tMZ6Az8CgxQ/w/X/WcyRLsxtEtTSR+xJ3TxztaKxi/PpzHG12fbfIw5fOsxVqXpeZLt4G7/TKYM9ffe3/4RMlay3jTE9Jb2tOP/CsE2V+OcD1feOtbbmzbPnCu6rVwgGzOO+oWtAXFI8sQZmDDAYMgk2jG9EnLu4Ie+atGbDcFjeaf6LAT+8bcQISN/81S3feiTxA/9nTGDbstV0fS2z7xsQF9d+KoReC1m1jPywnliE2fWbd5fi3/Wv+HP+IhP2ltOGIwFTOgSTC4YOjbld0vE4XvI0891gfIXhsDt6GApv1F9INad/CEruPJ2/NJtvPYRHMzLcfKa/IFH/CV1XL7Y0dZ6ZwbxGMfEVBI2XwAiby1O/IiM/+e53BFhRhEDEzvqB8+DxJz+5XY/dAY6A52BzkBnoDPQGegMfEMG6INm/y37nP0bwN9QUR3SL8OAxmpM/3h4VwZHTJyN5up+mczcCZRJCzU2jNE//l/90SRgnWhrBrce6GpwaUNjSb+GuxNPyOKtZUNaE10H3jSU+VsL/Lv6M9jXRFp9WMTkRX3jeyfbm/zuxN277WJCAnLTCW3wTf0i5I1/PXmn6UthgBWnp3MgtWkf5epGZEVUIcdXWc8ox4Bk1XKmGDrNq+kx8ef8DxJw9q8ywu/MXybrUuaZeENY8gSazJuOngHcA1U4qIKIz0qH4gE39V7o00pt/GaTcpvtFOkla62QTzzPFSeZx5I0mv9iZJ9IQk+qM/AMA7QKMoZQh1RpqDtvDwycyNxuQwlxzCGHPlDbAvE8GV8Tqvq57ZFPNdRwrl9T14e2PlBMn4/ZxifG9j7p/K0W8fGXVh2+/at2X1tA02iAaaPxqOtx1bC+syrZq2wzhSeOSvftAUdapeltUumj8BtztJbCYOAInt7eMUpj6NL1GVd1Qk7Fj1drixAZf9/AxfGkyChbKC45o7ydFdJmAk7ABJ7QiFUnvKk6fPdSqMway9tff8uof92Yry+Gmqs8stoW/eH2kESo6V/wvb2HDiOXxTC4yV3NVVnBqGvrlG2MuSf9uYxfw9RibFJSGuLPJaa8DLFb7kr5Eh5v/yxdxlbZVqmSGfor/l5vm/DZc7dt/GF18n+UQGnvFuUkL1HW+b40rAd3luBYQ94XhZzwDEmuv+KMXXeos29p6HfZaVOL+9apBwuMQ3XfulWyURFOpH8uaCAp23yr7fM3nhtdu+8rPLwAEVvG69z4qK9Ka/ai9Ln0D4c2lyQXuna7YF51jbNH6pWS91BrCcahHEbA/rcz0BnoDHQGOgOdgc5AZ+BbMZB9T88L0DvVj/6mO3icdwPwt9JXB/MrMsDwSEZgje5+euD0K+bhBZgZ7dLYaMJ0NrB1I0Sa2Ri9IP2nRU6VCdY/xZHXq/md8nY3Z1NcMSk1nfC+O9U1eeQWRH7GrgX6Cv9ax+bIWgaDvc8DyIRXm/4PJuJPOcV23pAiAwVGhmoEZqXM1BGupGgqWj4GY74n56ZRfV3ierJxMcCCJ6Xi1fVgIdnu1RnoDNzMAPW/bSXb87uSKk8R2rX6VspYdhh/ByyshhsMDPuYTj0f3UY3W+JiQGmbzTG05gocmIRkPt40xDVRDp7mN3+92tbtOVyccWGY8arkp5tm0uYXRkxGABiZOMqMewZUhMVgjjGT76bkoP28FMUouFgtjQFYevzAcG43xkVI3Ng3/OJvuWM86JTndIbO2G34rXMR7u+HEi9wPf94FBbXFQyXrDSP+hCrFLewcE84XJ7BQ39Ehl/8rM9DBR0hOy65Aif8ITf9dqK6HaAvk7ojfMYF5w0uyxmwFsvfUjrpB7Z/xaHaCLZPmTrwp8t08vrysRhWxYNfuV5Uk9K1P+mX8s/qXxe25O8ygO2I5NNply2UvfU9q9Ij2sOfQQJX/NxmsLLb/E2xESbd9F7633A0Zn0fnLYa4/NMlXjwy2//zgLcAKKL6Ax0BjoDnYHOQGegM9AZuJcBOqClE1r6nrHgjr7c9Vd678XYpXUGvikD0+EXVWk2DFr0/CYZ8mSCsLSD8k+CxqqR2B77YIIrk58HYy8Ga/XXDqszsA0/xll8PCgmZNNoJocZ6Q86wt90tdB69uFtVjvWg1+4g75GOk01rclyuQdX/tYCHvUnQbPirDJ5cjXHSAHVvS4JkXSA1fwPrPksJ+Y22gWqIyubmL5kevvJ5bvOptlrCUu4h0nYYm3r3jQBwmriXTs3LEHIMn/KcJJJVIFWQPp+yTEM28qnX8R5jKaUvwRQT7Qz8EsxoHYi26syyZ9tA9m41D6M8q8nwOLbJ7RPuPYJEW1W3VZUePyN3WzLI4L/JsbT+NrnAec2/nJMPHlsEuPU3OieXsj54RW2tRGcBLx4CUf82GlHuDJ/h6QJG2sq/V1LG6Z5aWglHwhsOdgK57AY6Vod4XnCuWyJq1uMv0pX2GPrbnjawpH538JOGIzTrFzN8Mhsz7necsgnkzraMK2j+/mb4LYENveEA/3UlfDNrd1TVmGCi0/3yDwr3rzFsPVB5Mxj9diVOA+AjOTv6ItuwRf9LfQYK0Tnku/xgTvSa8sf10uu+LtusJKbbxLDm+JKB66arUr36s1SEqt+waP17BXKqZsmQq2z6FOGVeH7yPJWddmEf+Hp8HKOEoEHsFV8sI12g0/nZLGILeTxVsxFvutOWzYDK+0rsPzi0RSf8pKPrOmtWyF2YZ2BzkBnoDPQGegMdAY6AxcYoH+u36hvzgV+ZffaC1J7lM7AH8kAA578/VoEfPJQTY3OwxM9pDseAK/z9upB7zTlNU5KAzkN3q+3GWgfMn7ijDy24774LtNCa9q+nvT9Eq9jeWVM5TNnfF6ZzGHZ03L1p+jhCEFHuYgJyCMSe5jOwJ/JQNvOtOd3s3G0zirdYjxj9a+Nv3dDsTyMiBg2T+AinowdGAu9Mtly7vpDWwWW/J2Vi+74/f/snYmC5CrOrE9Wz/zv/7x3Tlfd+CSE8Y6XzMquFt1ZtllEEAIMyNgaX95mmHJu4vW3RxF5fHY16qdv2Dq+c1KGVOhND/nYrt+DuhuElDPnCn1eqWfsyLXX3Zqh8SqmFmToEu74HXVgiXnJM+6FV/gDm+9gFXlHC9YZ3/HRVr3+9XDITlC+wc3uX3C1HHZmeyhatFkSRRveEoBhFcN0eXuB1bmt+HeG0ZbVJ1v/B9YlF/VtKey1fv5a/HWd9+2kfy3mzC0ZSAaSgWQgGUgGkoFkYI8BxndL42afU/D2nvJRmj1BGZ4MJAMwMHz3i4WNYlZikUP/nmFi2mOdBR8wsbHBX/emBRtr397I62eFdMl5LHWsT/32ctwP/+D7R596LRvfgVNGn3oS+0PX8UozkPkUGTQ8RR4h+lqww97P5GSMsEnbETasfyys1MVB81QY4fqxkNA8wX0y68vJbDeP1TnhUed9f33jSX7JNqedC7HAo2vWe5wz9Cm1hp6gqtYqe1lYTe2V0i5P//mgYlseyyI+Kt7lcNv1oyBTn+L+LhXgSv2n7PFNNiqvPT8ffExgVJ4m/lwe3p21IOOIV2DZyzf0i87D7ksZV4rYDcFkTXTZu9Dk2B/iHQHsAKOeok9w6Um2Co76EnV4Do389N/S8Jde214qWNN7mrh8RKVXvLHTAq36C/o2c6WjRX6tG+MEx65sZ4aShPzd1KVGT8tuPIkzbwCSQjmCH51P4+/mkxGSgR/OgLVrNQ3de+hb7FujDGTUF0QvMPQ3Z7jw9udGVomlQ0JyHMmrtNHSqv/Bpmd2QoXZa4wtW9/Zal1iA6PF1p43UeqpGwLIzfsCMLFDzXapfeJb+reaoj2hHOpb6g5MjRnEmZWujqXa+MfPqyHauJHkyf1jTaIzTCiGGTCiO/rrYHQh5VJfuOQHO6jLXi+rnOjzP+BsQ3abndUvcJX6JXwUy1/z3SkDecExGAGke8Xn739VT4TFruVXMNXbWPUZGEKUO/yKPnVwQz7IcAdweQLRorpU7tPcae211CUscj8mdYzPMGnndMiK9mRoKbrc2ljH9GcPOURqj+9/j6EaUo7xGX8QbxRuy7R2Kj1iLGe+4bzRFnFD2mvf/B3wwQv4rH9TPaQGLtU/75u8P+CVz94vxHgLXM7fl+pcuI+ol+Fx9GjpvX0YJmuzPhtBlOPkTH2hxYUvrvkjI7X+8WYX5w1c+jmROi8uMC6274i0d1S+4tDaodrwFzItn8hM/Q049OOf4eNaYI1XnXv0gTvPcdD3HoLecO/nyQfZ0rawus49r9CzyTO8oGXeTuyCr+Gq7U96MWS8ZCAZSAaSgWQgGUgGkoHnMvCwt0ppxKdBJvYpH3f6GNBGnvK/f6T53DKl9GTgLRjwCd1bQNkFwSTzexq6po62yMKkt0wid9G+SQTm6zZpfxM8L4RhixKn8zPiPLUtsnxPzZvCrwsw04CT1yye8M8XTk4KyWSnGPD6GfVKRgoW1dJ1MvCH9cOdpcpoycD9DFy7Ez4Fj3V16vvCgHF/JpKIgYIJ41HhSmCWgeibj6Z/VnwKAqYbcZV7zqV7j7jCCPxRHh66Vnoqhn4aZ7eG0NMyY+zG8UJdw4jku6Tvve/U1+z7PWmaAABAAElEQVSe1ilcwRn1/F5scD7Gd7TegQdsz3OOj/r3384d3uDhoWf02WI7WrYjZWrabZfFkVG+sM3wPRNjlAeDdTEGh9fs2Na1++vcLLuZR/CA3oPbWSTzGOt4OU76JgPJQDKQDCQDyUAykAy8MwMx9gMjY2SGybkD+J01ltjegAF/svgNgPxBED55UhzieCUWCzSf4xcNMPV8lav6azJlLaG5nEARXkG3xcILC18ToRuXLASwy4YjqNqOWpff7NiZUDncxQJxZWHDuNvaPbQrrESAjyuLJW3aUhjTb2/+y/FGu2QVpWt9akGUaxuMN4BakL/kZbtNSnZrO2SqzllQttFC8HitfpK35V+AreW/hDv82Mnl7bdg4eIQfSQoEsATgr/zSHuxRTkKws/x3Q9pKPv9slNiMvDTGKB3uLuHQF7psDRWandGOnt8sXbB2U5btV9LqhjWZyzEk1f0scf6V/Xx4LEMyGThW7vtmKh2UWDRm2d+Tb8Vu4ztkK8Z57j3nL1Hgo2djqVHbfGvAiGvRQ2UFP7GHwxNHov4J53plLflKH2pEqck2ZsiEFCEnDZqAoRSuZHIjNOncIXOQm8SAibjn52bpZS9OJu67jtXvfL5+1e2dFXyGR34hq3js52iGuw4nKjQuop6UgdCIwHzixV8x1+fLVxX68IcXfFxnpw/vHj4AD/bH1DiwEu4llcYCqVF+Max8tfK24g/Cyp5lfZhwUVmrTujNPCG3kaeL7poeSJLXc9wtDys9O8t2sv8tcJ0HvLMWxXMeG39yxy0tscoQIs7ZOI3LXOE5TEZSAaSgWQgGUgGkoFk4PsZYKzGmDTmNyDS+E7j5bFl5vuRJoJk4K0YaNvMeC0gJkhvBfcNwJTJYdvXfCOqVn/fCOOPzZqFSW4f47q/VpxoE6oDtti3Fu+oP5UJ2dQte+HyUQFD/NsrBJhwexV+bcEErpS2Lry4tPN/g3uOy1JssXkjv/kCG9zzWxG4nM2i7zGDxKII8/wSZ1bbbLcHOrCr9QQ1hLhruqiRNk9mZTAu4QbZZ+pny6sW4uzyGsbFAmAkMJoiv3t0uphXeiYDycAGA2p7G33wkND7K179KpOcvP+jXuY/asa8zniINT3bCpvGtWvDQl7tbyHmCDNxNYXknvqrfJMYQ8PI2LAgY8+rzcN2ImMkJy9cHP1q/a/3n/aNXeMtXtWqFK38ENCFObgpxpLue05k4kd0Y7d8u4fxyuyWsyhfZ/9vZcFoz31DR66Nq43KMYYzufJ6heGSH3XN70eTaJuXzhO7f+31sTO+FX4WnvT0yTvN+LyM3WuXeVqu/+QLNtqevmNrdYvrBTfDvBBnyavge4g3528Z3yypGfBdhzyZ/zA9zmLd4OH6xXDu+BC5h9E5a3eFBmurKc/yJzTePvTKZ3E52lU7qzPosbRF6bLFdwNRHSIA5AzQhuevgBdLDT6ve8HcjvgL/K1LbrDSAUWfZ3UNrGALfIwN5QJHxHXf/JsMJAPJQDKQDCQDyUAy8NYMaNzH+M3Gz4zvdGLjujQAv7XaEtx7MfClRuPfhKQxlQnSe0H8ZjRl8gg30GMdzjdDarN/Nzwttjc8R5u+ZCB1NtzNDYQDeL7U5bVAFYCbzJWFA7tpNXXK5B0xsAX6IsMqZFOQAfYLzgJDZBXYuI6+hDh34Zs2QO3yGIlu85eeA0KBV/Utf9JV9CXeOHVJtHNA5gjCTvw2uMUOVofBgmm98PrWJlo7tzoJGJWqTb8Wv/i3GMyL9Lc6MKk8V9vNJiZhNvLOaHBTcAYmAz+cgdJmRve0M30A/U5ph+W43BpDNn2cjHEfMnp9/t8/vz7+q/54nGLaN0378zXFmNEEDHxk2B4QCSOUjnRFKwkdWcGgw39kUDBj4QTXSvJlb3CYo3R8D5Vvj2p3prD5N21Lf684n/o+MW7xm6g2bviltBh9Fcl2Oeoaw+FwJyP54GreeI25NZ9qLNR35+HKvv+LXkr8UXr85s6/XYoZHxz6adc0r+Bdym+eeu7jr3rmDR1hIA9cxF3T3FxO+Ax1ClMWhv0rxl8ZWHn9s/EtycFTZHbiaPikS75fWqyEMmIOgqINcJzWf+qT6V56/P2JwTyuG11XHRLW+A9ZbJ45Pjes8p3uYdFlM5kCY0fyv0JFu0On4Y7jiJSjozgLfuCPb4DZ92krgeN84M+/XysdipcPYfL6K6y8thwd4AagqnLeJp3bsTyPvP3XU4fRl7ZROCzJGBrh+N6wDdtokzKWU8fsC8F6PXV5LPBM9XfhPX8Ll/Ub3h/qWzS4tTEzO2vts0e0RQEGo/DV/qvI/ywD7NHr3y/yN4eufAuHHO3758JO6zbjP3yqz6cf+fqHByJoF+78te06t76TY+iW8OO6JVW6ZCAZSAaSgWQgGUgGkoFXMcB4jV8M1hnL+TmP0aZLBpKBFQbWpz3RmFYS/rXeMKZJ8OEFKPhs2b6HwFZiIOuTrIUF213YF/unxopFo+mC2nZ5xTQLBtZEYP2uBYO72hx4wHWDo5wsQvJE/ZaLBbPFOGBR2RBhdW5H1qKM8ASPflUOssfOder+dSFvHOVpV9bKm+Idq1dzWF4KLQGqzHfVsnkuY5+WUc8THxUK3q3vG8fvv4KYIqvWzztLFe2HfPiZNnS8Mw+JS5cM/DgGaC93Otp5a+jZks3reBlT6aedj21PF/fnaerw7+tfhSV2qtn9TNfRVUwFR79kdOhPMWRgqr3POTf+Omqkgm8V0EK2BZc447Y834mJ/Knb6QOtb//XjIduNC94zH8qa+W6jAG+bDe3DL9mnFmJ2+NtusJgiLGp/PDbHGusCCZNUSG6/NwbzyyKGfRmxml7vfmS3lr+d3gf5YPxSm1ABjfKuCQ5os/rv/JUHf/9+T+lI2WLIVK1xwjvxad4wvShnfAYzT7JoqtJkA+Ri7HcdBk4evOO+HvH4A+54k/ZbkOEM/3MQBh1bJzHnOcIP8of6Qou1b3a323OwSgADz8wVyO9/eHkBQ6ssOcMlm6wyZfywx+8yR3qv0hwhj/SLTnn1fsF6V2QGS9bky8GascaeSKjPecaGemSgWQgGUgGkoFkIBlIBt6fAQ32GOiFYzzPOLnMM9IAHMTkMRnoZaBtUEpjU0HmojofnqHtFXZHPJoxufN7H9eHhkk7T5i/cvK+xREdpCbHLHpo0m7z463orwizRZjIqOnMw+sbjrGeMV/48FrIwvMtKrVViulixDcU+KlZWg9i9+X72jCcLdeVHqNA6PdysWPAYQvU7DsRqpc29eBAR1/xEgJDoSMc9fVSirjhWv1tRFsKinuJGQMk5zbilzILP8rMj8XJ4CfC8pgMJAPBgBsidBU3umivESGurZ8Lz7Vj3McYX2CGUkdolqJ5/OgGLFvrt2in/W21u4+tuIUFY0UZ8PTnpH7EvifZn2Je2iUfuOJGwTHOl+It+dG3OZ6vT3Y+Ss4MXniETiZyRnod4pjOZHTyHaWTNFuXpkPkkK92C2I5M0NX4NhKvBQWmOAoeFqKd8QPLNq7yk7zwy7wkFB42E1YjZnzMo7q925eSq869rDXPvs5HD4wUlP0XRfYTHuK3T5CsZt4P4J06xJlAJaB+vNoe4CMaojbz+5MDHZ/Dt9LxoBe+FsTNppzjOtXd9+yJnvJ39pHCRB/X3R86Jef2I36Qgw/R6fMG1WUV03SSp9gO2kBUq6tTcdO2bZCwqH6H38wMOogCZUi6i3Fe6qj7SkTq5PSezgjMYzTwhZ4Snjlew1flL3eP0JwHpOBZCAZSAaSgWQgGUgGvp8Bxn+MQ2Mcr/FeGeCdmel9f3kSQTKQDEwYWJupTaLlZQcD7Ww4Os2OZCejaClmOv8+KemeZG3p75H4blLGizFn0bF/655WF1JYrHk/9q8hupZ6XTchl2Ocr8ceQuA6+B58v/cMveOehesoR44m/yYDfysDZlx6QuH9rSIyRDEB6+q2ZLhhJ6sMS3wT8zl9BPdDjNJumNZJR0+kvsqMSGCK/utuwgqeQ2KFBVx6ta0ZvKxLvaNf1Stw9a9TaSuIXZf2bVPtAu7T/4oo83a9+S7NrXg9YeCRARPj7+mdyYyIeIigq2L3gJrFsXZpRsF+ndLm7NXK9sDTPWO/Fph/Z5o20BjY2gir58EXhrj7cUW23n/QXr3+uVF1m79PHkwxIzBH/Z6n0oCpYzFSmzF1G98A6Hm8NcDmp7aghjd65zd23g54BfNeOcbp7r1C51IffGJQDye9utG89K8W9E08BqY8JgPJQDKQDCQDyUAykAzczABjVAbxDPY0H7LxfH4D+GaSU9zfxADzYps7NXOr+mTvS4iISVssPHAdjdwBfJUdJqzJsAxSED8VHRx4N8PuC3U8hR8OwY8dy1Mohs3iABL88wn1LYCNA1vqVA7kUzyqcBZiPG97+FzhDwF91gPmdXGgLBLYriCV3ygwTJqgM1nnKXJhATGB9k96RZ+L38CztGf+qH7wPSv9QzZ49tYvYkHbc1P6sojsi8nCV5+MP4Pnahrqe+uKzluvk+ewj1Zch6WCL8myRfulgCm2pTh3+A1tKdqev7bP8+fbbkvuK/Rm9UwxrFJulHNJyMRvKfVa/pOkVhfx8wVgYdY3IFlkox1TnijbNN3iNYth+o4cC5xnXnXZMCpedMVC6dPctmz7Tt9G3rFTzXbUiC8zYtBG+Q4iNCwpZUNeBiUDP5KBST/9wfdP5WzdvA2jrevav4e5z4TfHyMe9x/6LWR4ux69gr/2I4qjdonhhrsM5lj++c2Yb+22fYL3Rof6v4Cj/Pw7soyD9LPxmMte/8au8jM+3ChNOjMwcDec8hT5LB0jbi1zRCJ/GAJb4Ys8CG7iro57KIY6tZLChDIGaRlTr2f+/qc9b7xLXn5/MjTGjxt29Cph5YD7FffJJunotJTTjHClrw2DTB3/jRL0XLDfFEz/qhoxZqWWqIRWWTHg9sggDqwosu0O9DR8k9S5ghfOVvjx6CUOB/igLhAQuovUkjPC5K+hJea2C3zEUgsQ1/467yFVvIJ48FGerhqrP9bWTJfI0q/UqRq/qVPVb7fMzox9U1r6tbom7sn2t+nbuRjkTc/gA47QI5DiWPiTjDI1UpMC93FHKuYuaMCKDC5rF/Iy0lwhUQfH/RSGS/DxumwkOaFRE6h5ca5AdxP9hvf2Mcrm0gyL8RfYNMo28ELQyOfhGb6py7evLRwdkq7VpclR7q1fC2bNv43TnksetFk71jniaXX2rWeyMZUHK5TLefNsSjnbPGPKXrhts4pWM/Y7cGVlx9gfOPXVXzVM7jV8V522+lC9+mKXvvy5BxhyV7Mygssoy0q+bVlWoqR3MpAMJAPJQDKQDCQDycDrGfAx9TCc8wf/6kDvn9wB/HqdZI4/jYGhPX1jyZoZ8jeiaLPuo6WN1Z63ku4+J58yKb9b9Al5GGF+A2lRha/i5ATwPzEJKzU3UOpL8iyesGi3qrw/kaEFzDcQtiD1dV5Nw2JxzFepX5d9T05m8emJmHGSgWTguQw0/cXNGbnB4lh/aoYvLcovmF1uQedGHo2HZBzwCeLKUKTNzfqr1ii3YzBo0+6eix8MFSpxGIB2k0wiOGeysmCoOEb3RJIubcwQ3IDrpEDde9w4jXGmWoDm+XX5gEFYrHwn8bT52H0RHaruc37GCYt/+/cGPKP8Zbwq39YdeXdeeJ2Gq8JZZ7reaNQ1N9od1SkGTnHG4wRW33tzPBbP8GHow7DXqVvDY/WeBwxe5GgftAsbn233wZh/zX2bIVI4V8dsoKPf0dwgcL6IwnE2cKi2g97tR6i3gWinX3qQMl0ykAwkA8lAMpAMJAPJwE9lYJiX2QPeGt+nAfin6jrL9RwGmqflIwOmWUyxnrO8ELmsHVmwIXMdATJz0ehfN9HT8+Oawzse35ngoIC46DSJ/xU7DRcj3OlpZEng6/i4jN4W+UIKNU3YzY8Fp2HXcsS488gmgthR0S2XRab67SvwfrOzRaI79b1WkZtydi60Wc9hVVI8dYhtcjh9eliflpPwdZdpGVrkG8flWDf7Gmbp3o7URRZcw8mkstCfR+jWMcpgtQrZtmjZ1DEykT7JcdsRA8Xrt9pBbks4HzowcV5GpkwGfhIDpcVGX1fbZNOS7X5ypszqH7rvRZEf/YLOY0eWne/nXfsnupZNByb1A2Wn3WbUNpDvBfPKW9spzTQy8LaRzp7LfGIGsbKzFTF75Qh9gUN9Om884Nu/bvxYwBHxu3RJPxk/sDT9fFe5AQ8/ocsozFnOtAfTdmdiOJTYKrfFhX+PG7DZ65/ra4yPYmvzbvTWA2EzDvh43I6dtuhWv6BvM10bGLprMbbhV87BpPrG/d900csbkSd4RvXqCqZpWsyQzBXCbWEUJnBYxRLjViala7BtpY4c+o/wh8T/qIujtardRts0IYQ1PBmOuA5wYO7P8VzMwOm6pst03E3GFVvBZ31kE34u4/5UlbfACnfBEWI4B1sc45wwHPHdWfl0Wm9/EZDHZCAZSAaSgWQgGUgGkoE/gAEbrApnOxYEdhqA/wDlJcT3ZCAaFZMkFqzmzesluG2GtjHJtCAW68qk9CWgmEhuYHoJhrVMBr2txXg//6bjtsUZ6ZIZ+tFF2xsLVhcGyk4dF93gvDEvRNX8bpZ7SFyzCGb1e3R9SFITGV2qrdwiqxG7edr0BZFvXTyKhBEnjuH/hx0pn61m6UiTEdW31yXjcOjvhrMeruC3LNQJJ02aVnRMRk8+GScZSAb2GODBNV4LH7fW+9rh2X4UBOof6J/DCLxXCIUvvRq3Jos+nzGhznnpb91RVyOtn/irUDHVuGFptjO5ykdGlJs+rnGjOOFPXLBEmvDvP7Lbkc8XPEonv8rDYv4L+SgexmjbqWlpzmJDjxjMiyHugC7HqMi/Hc+X89MVtehFO2x5vfLRelaxBTcPvVb2gv6qPDtRoaj30uW5e7bupOAqDxO4SK4ndXGcaf+VySnE23mf3LatfcGXXsE7uuEL87nyTqHDnX6ML3GbGMWL6ZCInN+pR2Quuai0OprxF/7WOBRrZlBldFTwmV6Ru5CmloXwq24if0k5lp+3RXtNvLUBsPKbpL8KZye998/iFL2D1fTP5z9AA3dR3zgXPqsXY6FLRRzHyKtkIBlIBpKBZCAZSAaSgbdjgKGnhn/uGP3xK87Gq2kADjrymAx0MBATOY5MSJnKs/xFS3PH5Ks+NR2e334EX8FIw1+Y8N0HMTjallgX5pijClq9Jpmu+6Rs5zEPpTeEBzpCJuu1d9Q57jm5uuw7/gY+8Bd93iF2RYbV40KRrROU8+U6Dh5+gXFFaKe33aom6nmPRQmQacdTBcO1ynypTYUukTUpdCdffdGM1eWo0wWzKI/5t7jQ74acIj1iQNOvKJ7CvqdvBEC7iKxr/W/rd4G9eljGrVI26iIOOZ1yNDCltjuKOkRMK+mSgWTgdQx8ffDNXTVpM85Fwz57P6s94FAAG3vFZQmPbMLbjiVP64PZXRu/9b53NH5SisX+qvbxjFkxbP5WP8PxX9l+3Aj8S4YYcwu4HHF5TWvZ+cuuvdpVVfkuYvw3+Ajfkk+5HL61y7hMuEyWQBzoBk1/uuE4dAya9v4ZzwEuKz6wjPMvMMqBcDdE24OdZgCmZ8YtEGP+y3/iO7HsYH3IAGzfsMVAXYxyx15x7bgw2vg3mv/nZYp79TKERV/XRuFAWP6jf59Wz+RnjcBjLCZuPP1BCekMY5yMhv5NaXFXXi27+q3mRsbsVOX5jDYouj9++Q5ze9Cgi/5Sv9EhOOx+Cj7p0IqlOl8yPYvPH8aAKwEqupyVY+JhNUhtjpr1wfdXdfZh8xDUyPdaHRXfFx99G3wiZ/fS6jrYin6tzkJcXCPB83L96RIjdDWogpB2yLeAiXuza/ULDmXCAxv/WhsprcwyBi+sEQ4+x+TYOW+clTm0yrEtaxOv89QkSQ/2Smp0rLZrbVgPSTyMV8k3bsDvr/B24yoGfffzrK7h6ISrPGkzxC59S2nDX/JEmzh7iMV0rGsUb2NOCyq1wc/5+yLUQ4Z5lgwkA8lAMpAMJAPJQDJwngEbC2sEZw8bM05lNGsj2nL08aAi2IzvfEaZMhn4qxkoEytxwBzRmli0rbfihQlpdABvBez1YGLSjrZiN8brUTQ5xlSbBSEWuvYcuqSSfa8+Y8H5YYsdYHluxX+u9D3OI7zl3CpSBFw4hkwdEWkrcnfJXoHV0xdEnLoouCKrwztqeEfUJ0QZ81sXkevK5x1Zkod0BmdH+xTjmdrNzjCO8dNpumQgGXgpA2aY+9DjF6XbaNbIL+KIfqhTjE3i6BPO9Z5xf140BNvYQXhsl18nHosGFnbYyiBj37Atu1lnInrKGnFK+awfxHjiRp643/ffCSVHnJnB1e6jjfF3hg+PSf6LcUCB+YSfzm2ssxhxxxNA8TunT88gdCaejK8ow072i8GOw+q7GY/6mR6LC01xjPNxjFNX1H/VtY9f/g1TMwgfEg831CUlsvvyKRTriQxf3LPXo41DvCb9848M91b/GPPLmSw/jb8YgXGnDcEjfOJy15JLfqU+GV/l3FA86Y8mzQ89dMPkub5Ce1YNHYcZV4tRuuLchBX4r7S3yCBASdZUV3aDoHcgP9U3+q+iu0j9yqO1Z/uOsj+WjtqH70sLo+2iLtxMy9IAvZO9RmyeJgPJQDKQDCQDyUAykAw8nQHGroz7YsxHhkyk/LrH4kCKdMlAMmAMxGRwoAMf5oEcy5R+CHybMwHEOHF40e9kAZjc2+Iliw8nZTw1GaBYHIip7lJmEWcp7Dv9Xr/IwAMOg5twZgsJZaFtiHTjGXoaAbhR9glR3D93F9R65VK2ok/kXiyn75fozftAPKsAYD3vlo0R5+W50XQvfbTxMXZ2JdNnh6FkKiWwroVH/Ig3qI1FQNfix7jRRJKVoyl/JeyCN20zBn+2sHtBViZNBn4sA2onaitfdi+7et+f3B8rZ7TxtbAayXD42CTuebyWOsLH/VjIox8a4kTcrWPg4Mhvp/+xfqTI0zjyyx50wRA8xbOV51pYYBESezBHe/7YeovrEQ82wyf9aSflP+zSq3y5mHN/G04mfSc7Ns3t4TMR6E+ADt0PpohbjnRuhqZpnGPXbsQXXWbML2njXrEpasBi0YybhqvNtPuBrbH3wx6Mwki4n26IIXOc6hG7q78M2wTvEPHUWYvPxiA2r9oTBQYKEVjiuJfuePgivi0xoT/TvePaq9Zb4rrC1F59d22pf9Ze542W3bYPjY99F2vhTzhPG8a7wE0jgUuMWB/jYfF4ibMVetXVfU8MTUGsX4NL+HjDgGPk7FfpS0HoKG0cOGpHpCth69IzJBlIBpKBZCAZSAaSgWTgj2CAsaiP4hnhtSNrHg2MdUuP8UcUKEEmA8nA+zNAVxO/90f77Qht8j6alXdCOpOmU/SpaM/WeXsLOwXQE12mbShnrFFfQDNJev12/Pu3lspu3d0qiJc5mxTzrkupgu8z6s9xibYTQstmJ5LuZcbrm2+qrXtZHQjPhb4DZGXUv4qB6/1uH10HOhvGBfrZov7TepNyr+i+Xzgmxnf3GFiDNQx2MvKU3b/48iAT//pc3JPv1CN5C4Fh0kM9pxx47jKSI0qvLv78t/B0ClCTqNQvGX/t279NSP8p9xTVIbv/9upqT7rrEOPgyDC9l2wU7rpzg9dduCIDDJfoVMa2rqcTIp2OGFjj13jfexptgGOcb+fg+tuOc2/oMDqCy4/VzqTULzNS3q3HnhIJp83Pon+ZpvF6ZjtshyJNI7302uvmm4B5ackzs2QgGUgGkoFkIBlIBv52Bhi7TsetPob+bNZL/+PfElona+8bOd+dfh15hryCgb9J/za50usBw3HGN6Y+9dSv7cDQghEPADMhjDa2135C1tkjOzBYJlybHvt33ljIclz2xK/On4kPLpjTg8l2pejc/MBQChos+neJwOeT/Xt2lGywSadomRu6SUQwtIsmvjDJq/+Cr0mC3ctN/dfFhRAT7MT1+Mh38uzp/rH3067Q3Qe7KAqseC1dVaLVPMiEt3DtefitH9f6D98swze40AeLbbhYkMVvL5+iR8OudGqYLOM+rCGIR8TJberHoyz+RUy0OhNp0tuoUY8ipzbMz9Vr2IntVLFogOUk0nq8nr/WN1Gx/X9N4gvY9dJPRjuRlvGhVXNW8YXLvukXvv38gWuoLyF0OB41Vlt8EY5Yvm6Gk3YFzxQ9CI4z+0Zl7NdwT743Z3Vbl5RoywgcO9FWpPv6oMkgBvVTmOyHZNVbe+MC59/hqEfgaevTsr7PoltrvyFvr31dTR/55PF7GLiqv6vpr5WatqC2aY0bw47fZ6JfPi67aVsy9PD9Rfpy64Mx/HCjWHWRlrbqO0YxzPnrlh1jvf8qRu2zkItTlGjlISn87Vj/EKr+kn/q0x+6L4IKpP7K3JBiHorjIXxP1/pyYnJPVh9qr1sufbDHjr9jGeG7dIxvxrLLz+/QoNEOv2oU2uJMUesYCqOcsOnaUwQLBUvwZCD28MGJ0Hz+/ucXelR/7vcByTQd7qQXBsZpNnYBkvJkjM48IVAdu+/x4QLyls70I3e/pjA7WIhSHbkDiPsSnpIicIyN0Ke/wtblWbBFqWe6Kg8MgCV4oR7o2viRn8emtC5nKDHC5i7aP/cJQycdktZ0KB5/Gy5nUCBnArxODt7Up2HXb2O4L/rfux8NkuZnX8z9DA+vLIbC6C+Iu6UHdKfvWqM76g8kqW5RHsps9+jmYF7xZ0ssKW1cViKX73dT7+g3eJsB/DhrY0HsrPU6SB+AOsEFmjgGgO3jKP+FqGO+TcMlFu3VcdLyR2MUcIgrnxPyXXbxZvjApuTCPnNFv+6/ED5L4B6BP3D6tT8UQT2kz/U5iGRGO5Ef/3ysV/iNvr3Uj5XsbvP2eiNIUSftjQyl3OLqk/5Udc584A4n/LTVkYPPCy74WxMRvK6FX02/Jjf9X8PAVf1dTf+aUmYuawxc1d/V9Gu40v81DFzV39X0ryll5rLGwFX9XU2/hutv9ve3Tf1HcwBe8Oxzsd8anzKefZT5gg9XfS75N3OVZU8GTjBwcdZ0Isf9JO+HqUw796G/OoYB2+LrlcgLjtECxqsJ+XvyO7bwuscLi2x7cXrCEXKLoJ7MfkYc0XWvLp9Aiy0G9srd6o96ZWS8ZCAZOMoARpKpIemojDvjm0EGIysTNjveKR1ZdJ4YAopBr/cmZoYXcN3LF+YKDJtu8JkYKIC741x/MsYtGYZ20q4FOxYe6JGhjp+5g/foYgwajNlrufX4k7e4sXHicY5mOYQuOZ7mDUxwFLzEcZbbYY9rO4DJ7gaOVlDX+ubmtZVYS96t/u7jaiknN0ib+W85uPF1/bkuG++nnmIY3G8XYBJntL+XzY/acRjn8WvpiLpV8NWHP8O/jfuK8xbzK/LLPJKBZCAZSAaSgWQgGUgG/gQGeKiZ+Vo8Dwjm/Abwn6C5xPjWDLAbI3ZkxFLRawHHJPU9JoJsGjEk+hO8tHx8L0qe2le3Z4tzsUDSTtx1zpPeT1xAGriAiZYN8n0HByYWBtm1soBHr8/9+PTdDx4Kjw2HLNZ86GfFwT94XpDV5aUFZ3vCvSvym0Rq+NhFFHqf8LibbiHC6cXcBVm3eEUFYhFPAm/BB08Ia+vgGti27oVO/I0NGFrWnHUBCgzNrMUb+xP7WArnQxgNjADRL23gGufXc1Xq1MhwEBhvzagHTMZJBt6MAR7i0f1F9yiekb3FEExbs36ubV+0ueh/eGvL1BUf0tmTu03ajj6TcdbivXqajV0zCXQstu+SrGx32ByVJ5e/4bKI5Xwt7mKGO57RH8VxJ/ooGGztNPYOXMJh/aXuWcYTuMYj+486HtnBbPH0PU6o24k6KtboAgP5v2Ygt0k8mJrqMYq6e0FCOIq6PuHLyq3ginXvHst9HW6ibuv0jLP6RULaoV7/XAs4wbcpG17AEVhufsLd2qHjGxTQi2/AtFmE04HoyXULf4P+tvA1mODN6lT4nQaynLDql2D6XHafK8OtQZhJApd+1Meom5yW+omI25zpF8ENZ+bXtIEGQ8VjfcSYt0bCbfDGgsiBPDm2PyfE3txkCQp/Q4Uw3/yTDCQDyUAykAwkA8lAMvCTGKiTt6ZQjBHd/5cOetza/rUz5yZyniYDyUAvA7HwZlPApbbXK+hSvGYmHBPmOpEFGRPBfy/lcCRx2DF4hdYHC0R1wSy6IUkDsu0eKPheMkkNnuJoWpsU7ZVKBEdb/gZPu9gwQfjcSzAFP+QEJm4gay4wP4M38m2xrGF4nX+0d2C9F7IpB6GXXv9pvDuut+rNFfkwP16UX5bWcGD9YuChrq7X17qwuB5lOTtrs2A7mhBxr6hNDR/LJUjfZOAvYYD2pv5Ajf0zuoVbS04fcNRAZi/UVe+B0eE/3Q8+1XvSJn7avn5hPdmM64GxS+/LdiJjWBJRu0abDsE1Cq9YZRdp9Evl2NMVgqUMNDH1YcS/7sg/DJrSn/Xn8jND0CA9+F7M0bBH/08McEbMKGdcDzKXzwIPrzbW+L3uhuxNP5XKa21VrA/qF/pcJjq8Z6+MRZzVH3DpZ/dUPBsnv0jf+HaeFjyHBThP/hpx2hzX0oHNL85yBWTkNOmt/iN6mTdSzB0vOYYr9Ie8u11gEc7A12K27CblCN1xfAqm5TLy2uxP7f5FLbSQQL4Yu7Y9xbTzIdYh+odku2f0d7xCj/6XTwEsPxBU8FgZmFNTku9wpT9eJCMwUe/UHmr/8x04M89kIBlIBpKBZCAZSAaSgaczwFzDPmnFnEBmXhtou9H3U5uz7EFizXPTAPx0TWQGP5UBpljMvdpJLIsrS7ten8NBszARGTBRjrmfLV5EwPOPsShG/qwRwctDeHz3JgtYjgF4voNCe250wTVBLAoslMgT3fKXzJSDAWt5ukX4E4TAzKvdVAPiSY7vD1dXjfmNX61092C2NUbytYohtekYfvfkUEvTfdLW71Gj75bw7IiQJVc7Jep48bOAVl/msfonOCa5fX6tFaNUoYtVARFgC08kpl4pf+ufpnUsIu8dwU9a/WoZ99JMwm230n8nnkI2Kd/5PhzjgYQZQbDIbyJ8lvurPEL/wWMcX5V/5pMMvAED6pO8vZd2qQV/zqzP626q0ZZWymMGC+JIqu6d1p+EbMto0gcqvkk0LMLzKeOvjK4RC7zRJ3E+66+U0xYiu38XTL9/Y7Sgn1p3VZZhhh+dMKG85ZXUmGv9tc+YWvgOFN8gNSPZP2Aj1N3iNyRNf2JGXBGXOHzXfXSrK+n3Dl/t+7AKP1/cI4TJUEh3nsvAr916TIdT6aBWbMIMm6bXtjsZ3qZxe66Rp5/uJfatLE3qH3b/4v7Xk34chxK5wwwHNpXQDKTuG/y1dW14vTNxeE23MjZO9E1b8fXQt2wpGre7L976YrHsDm3ne39Cv1bDVLfie6tW3yR5nP+aNOVrr+nG0EX9AUe5D58jvmTk5ZFQ/Y+6D4fxK9EWDsaHcYsxHJ68zT2Mo6F+LyQ94CWN2jdghU2Yvv7RuIb2aXUPrVBJ+IWjPGDXkbrOrnLxZC2P8b1FJc7gQj+Dz/mzL75prvzt9d7gEKcfNk4aZNpOd7U9e9jB6pv3U2NU/fVrkLxzVu8J8IObHBWO+1L/ZP0UfBmHzm/EtkhP+wML9C9eFx/lTVZupC74os5ZG3D9Ghywtq6Up/XK82QgGUgGkoFkIBlIBpKBP40BHx+yTvDJXEoTOpt26o+vP2jkag8DEs/HrWkA/tN0nHjfggFeF2gLJmpHNKXfmshak/J29UKMNHGW0VqnBm4tX34xUbUJIbEioI1/77ktICFSWXludDjDFBm/QPJpKyVaDGSRZFwIJDzBBQ5lZp0hiycLTsFfrwEkzQQm4bAFvhbPmLs25GnnsRIYGWzxRJyKebixRNJbji+pF/1Ia/1Wkva8X8JSzKuFpA4tte2F+lP1pSTVmL+BKRpsbbVLcdf8SFx+FHEJ4lrSXX8E7vA2WviCi5X2PskLveLOdQFgUl5HEtPmbuXG4M//2KLl3Dt9koG/jgFbSPf+I8Zy93JQ+gHrC/Yk+xjADGDlyV2MJd4p0G9tu/0YpP/85/fn/1OP6UaVbYke+jADk3BgWIIkDAejPrVHylqc4Icjv+h029LAwZoLg+E54+9cKn023HAEg37AWnDTIZJHCazCpfuMGWZW0i+IXPACB69+FibD06+3mTDTm/ti0qZ0RvcKvrj/jR78C6F2XyOhSQnf4SisEfLRbWiiflG3BjH9Z2CRIZO5jtXtyL1fwnZMQIGP5ZKCcztBCRUO9Cb9Oc0y4Ldj/S4ZnZGMu4JtqXIaDoWjGTuPXQBwtVIJOrPejVbrgBt/6Ut47f5c19TvqFfgxGiu65p+yAnUOEp0p6PNWr9rfbAkt9Sob/AHEkofYfXtztz3ZEVpi54DYwUZuuQYDMUx0u7lkeHJQDKQDCQDyUAykAwkA38kA+34mvG+OR/MMrfzh63vHz//kVwl6GRgjQGmTfGzODa51gRWjSiaFcsD/mxz+KxJe46/GaM1m+Y4dwXTUtA88kt9vDsCWJnQPj135cViwsKCQps1pnwm+r7boQ25/9y14zWMv9/u2gWPDTAPcchv0+2Fbya+KdBuftEuOwt3U9bdYsB4xFi4KbjPwLkpIgKtz4A78VYHERHYc6R+ePtmcbZvN8+a3NAh4d5eeo25axKf5h/67KpuwRF9kxF+P6w13b1D+7y/tCkxGehgoNy77AGYct6Rqj8K/VX0WXP5dPfW5Ufb5H7Kgj54rF1qNNfcE2L3r+cfskN+ByrLZzD6sAexax8ifZj1S/RNpX+6rd+I+wrl6Oosh4LCV9wHDM+c4yFyx1nowXCc4LdyormBdiT765W1O7kaaTowjKKU+yU7lGVAfPzG+ESEK+Uk7X/++fWBIfPEvabUoaorqxIH6iDwl5y484cghQ8j66E22dSdMN4rD0p6hakRzCm+LsnBy/Q4knzDBUoQfzygYW6j5KWO+/zGjZje6jiPXxFz1yHahen1P3oeWfPUOs4JbsgszoUInJPqGaW7C9ZYDq99Vg4F46jmgJ9f7R8CpyRYJ95cN0Jr/974XToNHk3XkFPG+eYPO1MccDj1u4QgEycDyUAykAwkA8lAMpAMvC0DPifgIWTmn8PagY/2HTZjxtFI173zbzKQDKwxQKMZvorlTYi4TLTaxoXf61ydT09nza+DcCIn5+uaUehEtt1Jnq/P9ys7N474dRM1RCTpM9qByR2yOX6GLp+vz+O4SHH/Ig0LfLe4EOMrz7eIvEVI4LpcL25BsyCkBfi2IBdwp1cy8DcxMIzg7io193ReKxz39jh2yddiPjuA2YVmO2+7EnVGUpfkr/uNvqknnY93fUzQE/9IHHA4V8O9uRdb06dWA8iRvOdxuWey09Z223JPbozv89grPuiP8ZMG5Pb6bvt+xUrcXW9xIQOOY+rlZUuodCl8H4+yi3UralfYHZg8I3/tMzo93h5pX+w39t2/92EqyAyTvbLYHs44iM8McNSlZ80PnTPrL+y1z45666/V7/ZhvKeO7bydGn9dbQH9hQ7vHxev8fJh38NeC239wRS/1v9F5/R1oocHX7zNTPId1bdJWF4mA8lAMpAMJAPJQDKQDPxoBj5+8WkkH3+PCxrja4VpPMlscNPZt4c2Y2wHfnf6bXQZ+mwGfpL+9SwFSw1a32GxSO2HhR6bEGpayJP6alO/aF/2NLFPYK+Wf08/7Q4DMwQLBxg/ysTe+gCg6QdEc3HUxZ344htg/9giU8lLB3/iO146YHNY+f7+50O7GqyLErBfANUixiev1WrwDVJOntluDFRi02ZbXFXXaPkj8dO+OTeWzWLSAxz2VPw47OjVGr/o6kM7MXhKB4d+rD7pyOuww7EwaQu3LNqUekWoLSxrwdLDIva1I9/7MrnNYpLv3Cx6acTHqwEdqeqbKRKs8oG/TzjW0pxF8FhN8t1Tq8smQX9MtsTqeHa9Cn0+WOC1MqrelTq2pp8lgNP67a+LW4rZ70d5rE+BN72e08pasPVIab/RBh6cJbf+iF0d1K8J/7bDhpjrrlDu9ZJoCAXjxK3xF/prqpKl9G8uImwuayJ6fkm7IGkBx8EWfjsqhbXpSFdByaO869K9AlMc5xDGPrQXOAaH/7G+Fw/64eLnoPFccKV/Wggxr+HpveUY8arOldCxd/DX+K7pr4ly6fSq/KvpL4HPxJcZuKq/q+nb/pE+x3bZ2l2XflH3NesTfGHdCmuNljPvA2jCy477G269r+BeSvvlu5bjWHGl3gKjod3XdZQhov20iBsAGwSl/417F7nvGYq9/9A4AQSWUPIkJxBEKZBVHYYGM0QTKkS6uTuKAcvo27k14fxkGZ+PaT75fqy+iWp9uOUAKuU5ZIOKGkd4eHBs0IM5nPo5G8dw3XNv0M7RBwMVG3d5Wh/fMN6Xv2STczjn3/t9dtTiuPdSl3h9rOmTa6iO/NsyhSDS+cCp8eFUsvkOquoN9yWxJT/GLzpId+QRufs4lTQLTuWx+UFzv/fxHbjgTwI5TFx7z6l1rdw7fFc6iIRJBfyyAV5hpyUpZDZqCS+ORLWyi1vqPKPzLxWW9oCrvNnV8h/iWGwdjSO4NpyNvnwAuixAvuP+YYhm+Mo8xjEppyOGQsPB67vBxjwH5QmXccSfsoOzanLIuz2b9n+Gl/oovbkREPlylJ26xNF9WjGqUiRQHSpR7ZvbUq5q6Tje5Gqa/yR4dhn4CKCv9TahCys+ubtuolr8LjrzeqxaZeMpzQ2tHGLN+uOhv0JujC05r901FwccMuh2//nl7ZR5mO3cVx30NwsojLpZ8NHuvNYa236OkAV8ChxcRB98Dp35Axue5Mv6CoFWvoi1e5nweVuRD+fUJ51qpmPXg3qnei7XCHqiO1p/plCupp/Ky+vXMnBVf1fTv7a0mduUgav6u5p+iievX8vAVf1dTf/a0mZuUwau6u9q+imeH31d5mjMSRk/29A0Bto2ENRgT0NW5ncMaxki1uAfTUwWLhm4nQEms3+Go5F/G9qyoLPGlE9e10K/y7/0js/MnsWumKRbb/xuXbE4qKt/vUTAW7rvZsCqk4H4tlb/JAqa+qVTyhmL7U/K8KBY+H63dnywCBk9GfjxDES/eH9bNYOPOiYf12DQaPqsKa8Bo47O7sdTswSTWZ828NTI5cQsLRXkNPTatRlUCk9bHK3kYg87aWzpBv3rvGFA9IfdZBgxbCsZb3oXPMbbZsSOQDc4uUHngM5WJMNTcMVreK84G7deETBJ64ZMYdqZK0yS2aW3N7iCo2LUWop42s91ag9qHsIHS8LDokwsvpzGsJYQPbLbXL/FBwnm6XwHsJkHFRi8zePd6WN1rwcfXBlfd+a+L8vr3368QZfw9h1O/Zz1eaqTS3zWuvZd+L6Dk8wzGUgGkoFkIBlIBpKBZMAZ6Jnj/drfAZx0JgN/MwPzpSU1LHY3NhMwf6bZF7OuL9X8BLZhQT9bMFlksBaSXa3+HD/7q5+1iAMc4eA1bnWxtUL41hPW4jSdNwyH7a3PQM7ipcEJXTi27qyITlJz8B17VYrXyw8shvATKBZIKraXA1nJMPBxvOJKGa2eI0f1/Y6yGmcI4kce8/Yszw13NP6GqBokHKpn7IXaM2rEbiZ7Gs7qpv7Y1o9n4AqARRd2OWoQEWHzyNN7pLrVPf69VVwKSwb+PAbaNh8trPW7s0TR+e7d/8DBr+wI5DuUMuhsOuuTj+AWlvp9VM7pn4qzMVpcLBxt96iw7UBaSLnhhWmMPly/z/9JdHC1lUTlLRgw2OidMcWgGWngoylXePceR/e5JtEePzVq0Z+u2cn6sHRHdFQFIUFlpd5oB69OuXd9SA+1dOKhf6yIgdCx2bGOD9r8es95RTZ3XZB06KxLrDhS2eDMRR7hTDhMb+DhfMAUUgg550IClU71jTED4o2/Lanwwy5M4ug+fvShix6w1n6jv6Bt0oLKtYUVnDNZDe6njwfgr3AGhcZbcKpr05tmPqEywx0XDc5SBlK2vjVdCT99sPmO+KONlPNlWZG7H6Mk4buc5k7fyLHABKvoCsbG7MC8I3sdvjvLmrKSgWQgGUgGkoFkIBlIBvoZYByr2IwPmTDbPJTTGAnG0SXuvgLao+XfZODvZKBtLj7FVuvSa+t8wkUje3/XluFlaKEmOp+XZbqTkS1C7MT5lmB6bLQ0TPLXYWDIYXEw0txZB8m/Q55uJnUTybvpuBIXtR6e5Kw++ul7/Q2c74VqhOYyd9MyNte20K3cmtdUjvJeu2BHW3n98lqUZX9/zCRquY2TRkuLy6lO+dYFxVIHjwiJAdtS+4owk9fTZxzJOOMmAz+bAbt30SSjEzhV3KYPO5U+EgGiAFlq67VvOtvOhZM+FoOU9Rs67nVHBiciKV/DVfKPvmcRa5Rp6whvbtz0MU/ks5WmCVO+n3r4kn88OPfbO3BFQO4JZ+VhTAU/cezgaJQVL9IVacYJswRxZQ8ZjSINF8Gh+fisYghs+ZEvcbnPlSoyxOs9c71h4OJ10J+Vr970Ec8Nv19wZDu2wXnRGV9t3S91rEss+fMTnhGfXYk7IwmPjUvQ554ChKXigKv/KW0xBi/mRhu44qLdgBF8O7IMGxhL2ysG6p1Up4J9bhAPsQWHC6LMiks50KM/QH26HS+I3/eCNOFbIw98wZsJgz/w6md11zyf+GeiVMsTvDiwcYQ7+i0c5/zSJQPJQDKQDCQDyUAykAz8PQzwMCM/SswsORxzBOZujGFjDhcfMIo4eUwGkoFVBvgGKN829TfWMRH8XmdTV2CUVt4+FV0NdAQrnA6hRdzGva0UMSkGD+cxYa0LI5FTmahGhxTeHENG63f2nHyt8GVRzohqWTgr+MZ0LTft+W4Wry2H31CGxYVS5XZRno0Q9dM22quo5B9+iyUPQ2JkeNSgGOn++OM9mgmO4Z0dSLb+iegSELrYpqtd3Kbu0GMNdWiUtkd/6JSMy8Iqrz70vngkaeNCxgOVoUU1xrOCbUPifUH+PT6GbLF0OpN9qH+YpU6PZODvZUDjik+1H+vHonMb9UX0Ta2bXhMW/UP0ZW38CKezJJzOcqO/I7owPfQNcHudscVVz6QO12wzpaNFirvIW1fdYyReQY3BR98ANqH6JqntTiwi7dCWs+CGHyNKzwfbjmRwtWmOn/ubGCRf3PzWt38HI3C/LO2HVXp2DfIQj720WdcCFnwc7R8Vn4eI2I380Pd2/3n8P4FBnn8X1JG1/AxYuS/ifJzt5ugve6HW+O7iscrfBXyjbylbuDDpXug7pPmGLLhUdxv+e+69jk/plLW/LlvGcurkUKFG0NYvSBA7f0Nv67G7QtCXGch1BKjVta6UJZLXIwxf6I+ff0M2SDL2jggc5EKQjTPAFvWfOoBssMIoLo5+Zd/S9YarWKrjnPMN59FoA/7kkBF11n36/lreC/jAteLiVfT+EAFcyTBtddy5epTvHHt7XBHS6c38+BNdSjTHD9qr6XosADbhz7ApLm3ZOz04pSy+x5xYtZ05XLysydvJ6T+0UccGXH8FNKjUr1hDE47Qcxlg2le3dW6YFda2x9MwNhLywAbtlj7P26+zZvWO6kM/ro7AuNNf/2a5OC3fvIbJdMlAMpAMJAPJQDKQDCQDP5sBe5OqD581ItTw0MbSjBsZDZYRoc094tpnrD+blSxdMnCBgZiADiJoWm1jionZEOPVZ7YG9upMt/LDmNNM2BejWkcVXO5FXpTQ6RmypSdbbOpM9tJo1CcI6ahLRDNyVS475/rFTjcRY1WLO49YKHkmhFDhkTzCoHgm7ZF83iVuXWhTpajnF8FRv+AvjqfFIaRRROjmlDzkqL2wMMcDOTKg+EJiI39HLov29JlDayv9+U66w8G2Ut+Pa1F+tC90Wh144zqwx3WNlCfJQDKwwICP6WiXetRi1K4WIq96vajdLbb/VVCTAGG09HHEAEW56dC3XRiu3Di9Hbc7VFh+65XPX7ZjrWACX7cONN7AoKY+314bHBkHR3HdcwxedC/50HkYUnqSzuPwxLU4pRxRFuv75zHdR2WO/juwWzo4QUeFG7vPrcnY828M0arwfVpfkqmUKks1JN5xTyMbKy8YQXbEBTduJHcTN3welbOUZ9xDSz2TjuL12RY7dLWUtOoMrsDDb8OFrKgvG1FrEHGpZ9QdOw+8NcbGScFUx17RB1DfbnJWFhktMe7bOQ/deG+zjhRcN2LYLUqUWxHtRlD4bLzHInb0OI5881XwuAAu6k9wV69vhpDikoFkIBlIBpKBZCAZSAbengHf5KIxo6ZEfK0U54eYA+hY5gHr43JPl3+TgWSgYSDmjOxB2FzjadI8+5TpIVgWponPznpR/sennl4WUba4ujYxtfWaV3c/vfm9mkxw9WIrlH9z5XtZfbN6ws3Mankp/HcuyixW+YuelIc6Z4W9IIs69C69QCmGLQR2FKl7x3bhaK1fmWRl9VRJ4lvAHnywrU1kbl+WQVZdAN7T6aQuiy8wg3eMeTvXDE0GkoE9BtTue/ujPVF2v6YfafoS62ym7R8jV2OMG8mlrwaTwm23Yblu44B3EfMk7zaNnUe/oo7Ebgn0Q6Tx+0P0i+NkHv71Ad7/KOZ/S5pxrHNXjicMrRju+vs3ONCY0vCUXZkqy2njdHPvMNOoDHYftnMObpyfQ2VkbGLjkzbVnn7auGTb6Mu42eanTzqx/FvJI0PmJOv9SzdquhF4P/ZeDDMQ1kjU/bX2USOVk6YOSV8f7P61+yx1e+z6+GnS1DammR0PGMDbartt0nGK7mhQwsKObXYkU6JftsuZCHe44AijKnUU3sC558AW+LbiGuKtCDthAz5lqLhxvZzM+5+CzaLo/IA7rF+TDSbptzFQe58oaXBpbdAxsaPcdpUbd2Br8Cnuufx7Cwh/5NC68fXe+PC5+FpceZ4MJAPJQDKQDCQDyUAy8L0MMHaM8aPewqNpyfCQbDOGLSDHo8rvRZ65JwPJwEkGaPLv5XxB5L0wHUEzX1Q6kror7guy6MLx1pHihqY1Gnsd208l7Wq5ypLPbCH6gnIDUhwviLo36UlA8RDByeT7ZTgrONI9qxcvA7/IZr8gGSMZSAYOM3CkgUV/zfH+ds+9kteEshvxE+NmNzTHg3H1wwxNh0lYSSBTnQxjbkiZT0RXEs28wRW/WeAhD2Ewgw/EdJPT5IDOgiuONzjhsVe7Ymy6VCUKNhmqeBHv3JjUi9XrkL8+/CxP07yCq3O4eD02rwuuLwnW+W0OI6AVkzomI599f6RPOq8O9jbXF/9MrA9e11zwdVUQM0qrxb1s3FyMvhpnuYm0t5Q36nAnS/q0e/qPnYwuBTtGN/CfayeXss/EyUAykAwkA8lAMpAMJAN/EAOMF5cnj8zmbP7QlEYzinTJQDKwxkCZQ1swW+s/MCLQvtSW6iRX17FIwvycRS6ifKeruysKVspRv1vkIG+HZ9/BKlLd1qKFGn3LCD7Gjqf3+RC5P8HPYs5Di5R8o+/8YtU4h7iy74NpN8uwe6FoyBZFIlZ7bLFy/qTXk7FAq776lz0pX2oLHjjjwU+/4++47jofI7/ACTjOhdfrljQpPT50MYp/ohBWf5TOXiGnRRu05ppgAZDFuYkeV+q0RyMQbGu3xhMAkUgdUkG97U9k7OlQZbBFTIgaYR9dTIROLi0PCWAHDYfSwMEljSiy626SquvSeJN8aqQh4s8BaFpl4789gUaGLP57rQCTBJU69NHukomdQCzy1lcVklrOysi3LAHB1wxL+QzXOjDb7aEUUEP+v1Qi+PkFODnTgZ3d/jJSjAAAQABJREFU8AeRRxakxa9VIXHA4EyMFRAqnRlLJK7wZLW/FtMysriRIlrHtBSeRKXkREo1+oRxSDdNkdfJwA9ioLafcm+tNT+u18q61XdGWu9L/K7C3Yn25XepaI/L7eyXYsbOTKWm/dMfWWMtOz/r/SPymuJ0fIvdDf0Kd4DPf5ULQtW3qAP4kn/FU3iJexfGJf9GMjh0v9UuyN/cfC86v//Sbwuv9Xfwo1dBPzT+k9t8BbdxELyARTz5INzuLSZg74/JGCJh/DHHePNT3/wFU7mXxFifbyl5v6ngIWlz5jsJ0ZuJU+QHxkKn2uLVerAoQDqt9VLRhcG/YevccC+o9Sfe4dXkzuli7aSsSvrx+D/bJcr3XWt57U4+EbJ6GbqivlAucgMTp360C/1ZLF4E6mgPH5RrmzoZZ6W+29g3JK/Vc0/s/Hj5XF+OI3TWZGmnIO5xn6WOoz4fa0q31H9d/7ab87i8U5k2BlQ8eDBcdoOlbm0gaHU/FTi71oil1NnA59/A9jEx+p0htDrP2ML5sh0ABZc/EEAd8YwGlNFvzQDseNAWkMern1UfNN+zebFAcW6hDUDjq7Q3exW8cOHnemwxuNwCc4ZhwD0LWvGQPBWaES2jQPZogxlonj+A9bP+m7GqhZSG5qPpaJNk8Fnqbuu3knGX94ftOqdUKjH1Q+0e/kr1lL+3D+tXpF9egG7OvqfuLcI9ivfN+FrZeZ4MJAPJQDKQDCQDyUAy8D4MMFVgzmZzBgbPZRjLiV0yD2C8zXhSHtuzrvcpVyJJBt6AAZoLzQgXR796578t6tfipPeZT9Vh7r07ntJrPlPF6qkRbwYtOuWDjKwtfEnQj3X+bbUfW7yLBXtiK6d6vqM7hSsadWnjzyqXZTPv+56VXZdc62e6YmakZOAHMxB9wJ1FPNYZufGQPlu/QwahfcwYL/wBEo68ktbNGTYZ3Ewe9xDxc6w4m1I9sBikbOByVDj6ultnwmBY1Eef7RexEgqXGX87GNiMUgZ0bkS84b5hdepq/cI4xy7y0FccN0uyEdjqsGDbiD0LEkdu6oKfGziaZRBtscU5i7To4cbWq/wsiq6e9hpv02svPvCgw8AVxyry5pOBv/020WJpDb83Q5qIs92/MraGUX0SXC4DWxyXYz3PN/qUaCMc19x3YVzDk/7JQDKQDCQDyUAykAwkA2/BgIaJNg+YDBdzB/BbaCdBvD8D/kSyf3+JZZ9JS/rmAmyj2Q69Fbrt1NPTyyxUaJ2CHSDDU8yeky9f8Ld3IeMuhCwawcU2H4bMFk3Kwuld2a/KOcCDoLMcQAlYMyTlM5bCfNF4nSff2bOSN8DWk66yMA8wTVBSlZEn9wtPtsPhAGdzwed9rH6TdyzOnBd1T8qWaOEyblq/e3Lxmra1EHU1H2Rv1OTRjmDi8SPNmXpAXw5HyPB+XSc3uOBdcnv1YPHarN+lXrWY8jwZ+MMZqEZW+sjYcXalTGqnyGScYG8siD6J47Z83y2H0aP9ri39WOk/Zn3CWZxNf2QiwKsTyaeXwQ072bgivOxOrjHwv+oKR2VMVcvZJRZe+HH/Fz7tiotSdSVfjET/rADhYXcku5Ph4zPqiMIYwnQ5xgPcQ5B32pGZ6oP0YjtshSfuStSmY46UlKYAijIdE6LYYCq5W330eh1iuvmJBLVE7K4WRsQbRLD2OhL5z8afwnWcn7W8Bhy2U/kIb5UfZN+HaITU6pnr1J472MFn+hFV9sps6ha0+Z+R2NsubFzcSNvCB18Fj94zoHZHumcageFN+qVvE64xtEHvrjvX34fteseHNxUYQEA+2QUW4R2DLPk+qW49uVQpPhlIBpKBZCAZSAaSgWTg2Qww3vUx5LBOz9hxGMeGfxqAn62LlP+DGCgNixJxWiaJXkAaF7/XT9IwsNqigAOZ/BWekfFkEnz7pXNkiyiSPTX+kt3QDRH31U652wLElp54RcKrjL9Hy++4HyJ44PGojOvxq17XQHwI5xbFXRC8Lnlj60qwEUlgTO9XF5oCU5OVyY3Fm8Z/65Q0d7mtZhT5LC4oNQAiXuM1nB4smyUUqMizrhZvlXkrbEBy/SwqbFlij77RFljPSg/s9C2SEVmcFHcx+clcM1ky8FMZ2OogL5bZ+k3uKeoD6EvMyLklM16V6g80YYL0wdsNHUfNlh4EPPrZGJX+adyH4+MO7GFuxGccz+Nc+cvLStlFKuMmr33mFaub95ppXuLJXi/bPAA2jXLouuwi5RMkQjbsjjwipO2h0R+cFd4OlU3JiG/3IGExY1Pwc1YPXr+sTgkXr/I+60D0ETq7elOjqLz1xj53AKKDuIxXeKe+wtlQg5F23jX1Hz0Kn+mzu8sAx11Y1kqBTsVdjFFiXLUW3fxLPTds4Gvr7L2I+YwHn9qI10uv8mc6C/3RFxRc+M/KRLy7XIcyDZtwlFfT1/q12p/fia8tpx5JKW+HMl+rk/AENo6RL+dbLuJtxcmwZCAZSAaSgWQgGUgGkoGfxsCwTj8e/0c50wAcTOQxGdhloJ1IqkHZhIxETMa41m91wrgr/HAEco1vOZHYjK6jdk6M+BHQ4ifFvc4WM5UFuUCFHZeyeC6MSY5tZuuLTvFEjOt0ROJE3vdd2nfQrDhM7ikLv9dgnebSsjpixBZzqHNv4GxRSVhiccfawgVcs0UqWKGs0kPtC4r8WVz51zgljelvytUqs0Xw9ED6+OnU8pWMqZia9zT91jVyi+Y5hIylso3EsMNHQwvt1nIgSgyeVkbICuOw7SB59qJV4TqeTgnMsbAa193HIs/iU7j2ultIjWj9p9WJ6pUnyUAycIIBmjjOJ0BcxL1fD3fVWZFFOf+HPgwjho7+nc3yZcaV/tExuaHk65O+UT8MTtYx0n8Ut5I+gjeP1q8GHvD9T9H5Kmf9aqRyA4McuPWdWDpnvouJAcdeMxtHRZp+85Vk3U7y2V37hQGYH1jA1xR1TVZwpdhmOCRNfM99LU2Pv78aW7jMWM83biVY5Ww/bRu3pJm8ij3qko7oysicxd73QJ7uGXCDYZzjw4zByN1PTgz/dqjHtX3MGOKsTqHPM7ulA08xkNs9bXtH+x5SwyiFGj4dH2aUDg63U7uBHp7coBlc2adTtpPuh4r/of5HG/iv6RNjNW7xAQGl86me9EUcKo/N+1AaWId0Icc8D/zx+u9134yrjFE+9FN9W6putc5aHaUuoT+OhbtJohr/AKY2Kvi8nqFXuGNnNzod6zX4I5b1leUBENOjYsc3yK1fGGUwltMGdZ8bF8QuvMGfHLuA3anXNr1RM4VPbc+/3c2r80sU0lZXxqcmN2TUwFMn0X5pq3Fb4u1Z9MPGnfJyTOgx8JG3K5R0g7sf3yA7z5KBZCAZSAaSgWQgGUgG3o8BxoSTgX4BaWNLgjSurbYOXaYBuBCUh2TgGAPDZN8m/Vdn1McyH8VmaoibQWCiyo9W/0JHZ2OdjI7L3VGAeSEusgKMkQQnwVrBsg20RPrmQ+iz0EYJ2un/K9GF5pZpI1ToCKyLLa9Et5QXePSzXQdL4Qf9oj5ZMjRxdEGINMUJl1EV14ePgCmcL6btwdfgCRnGF3LPOqVt29tyZXHhtvB9Np+z6Xp46ZB9M/ZYCCTndrDWgSSjJAPJwIyB6Hjoo+9+yCT63p5+0nH4Z0R+/fMLQ11Psll5Vjzor21cg9DSn1uWOp/ch83AFGH13gUe/cyAuJLHIW+MdvoGsbC4ISq4D31sCWtGNgJLiXpSbUk0TnT/x/hreLTbz2ROuNmWQWgxFvKA01X9FZ05PxjtTjrTm6fl/TXmzhImTG6Yi12aJzGNkmG4lFFaT6wep4y6TN1p6/dI+LULq1yQdYSwwEIy2tc1CNupxZmg2Wd1tiLW9l/aG+MSDK61fQ+Jrf3rcjZnHKJ0n5khuOxQDoPvOHHhysZJcQ5h+q3xZmUhCn32FUe9w6CKgXrJCY/pL3CVPqrmW66nM63b8AlT03bR1RcPH+g/tmmvkQUj9d902pak6Sfb4t2Jr5Wb58lAMpAMJAPJQDKQDCQDb8QAo8X2pxmTDSA1XmyHjA3iNAA3ZORpMrDMAK2oLI7ZRJBJKT/8mTi+h7O2vgCF5QAcr+qqT1wvxLvHSyhsdQG+dD4DhT85wRsnccTvmQ59bbiY8MfEuUTlTcYrfeeGsAtBlv9Qp3yBRtfBYwPGjew75boAZStpwNmK8w5h9jBCAQJfDX0n4ankm/X7oFgB8lfnaZFKclvjX78ktPEkjSDW2oaGCmW3Wxcuq8dtH0CdvqGu2mJZtI+z2gSHFayrKK+P1PIUZX09iswxGfg5DET/6G0rHqxY7m+vt7lowYOkWKhXiHbzsSeX422uHbcwaNjtGovxsnSDn2b0BTW49Au6egG2+Y/SAAQW+A1C+wxP4CFNwaWz865oooyv4hufa/LIETfoz6955O5Dht9Pnp3WWy7O7vB0aXDjivJdfirtJeO7UJvuzvKl0hY92ttm4n5v9/8ovx/X+RnHsyulZ4+ljXOszpN6qAvzFC3rUZF1BNuT3rDkj+AFphZfGABblAVT1Hl7qDBwtvFuOo/xZsBbEhtYCFPjevzLQw7CVBRlXcJW+iWZvX42z4saMU001SXXqg1WJvYFt+HTtNev3ZgqA7ry83H2isyWv5UoT/GubUv8xbkZ0+El6hlHXXf1609BmUKTgWQgGUgGkoFkIBlIBt6SAQ3wy7g65lc2zy2TbaZOZURZH/xcG7W/ZfESVDLwPQzEzDmONJs4/x5E01xZ0FxD9PnZTCanCW+/7uVGaMtr1rw3iq7pdkASGMz8hO5u6MWXF6+fwd+fL9Nq1y1VrLd+d3KmhSeWR6OGdqaaRAtM16RMhN5wGYt74Luz7WmXhC0Eo9CjSoWj9ndDMVNEMpAM/KUMHOt/MPDxIB5HdkPe68rrQmvfKOm78GQYMaPj3ViiZGf7aAyGGKlvvHeYkSfuSYHv2PHDXsMLZ/47lrqJXSfl4scMiE3YqVPny17hHYakE3L8dcbB0R11or3XnhsD2DekMYDdbfy1qklb5EGMI2WVadV21tLedhvYCS2QBDzwFfzht+fQ2zMxtfkfwFfbXdSrVs4Tz6UadGt9bcw1R9kJT8U2CnjRRdS5vXbxrDr2omJmNslAMpAMJAPJQDKQDCQDT2Eg5vEfzViX+Qn2H/sUk80zx2Pw3AH8FFWk0J/GAI3KniZmQh7zNhXyCyucFnN8DYcZ5+tKzveDaM587asuJir/dk3COoDfvjD4YDvrkx19TyyOCZXAtBm2E10W0BTMA/Y63v9qxjbfck5+wiM25NFiaeKyeGaLAo3fzaehNxaC6+v6VvPgaXmwojue6fd/ock4ria/GlC4KOuVE2nP5cpvaKU+UcebG1vPN+BsY4IQm6FcH/VC6w97GGJF95PSTS/h4Dd1VZXo8UsnPeQv1iXPn/0PX9yc0Sm4JJdl3B6xgY1vlWFHYOH28Yv6JGMyQL2wJVpPeZfigARBJsxldS0ue/6U5kOYthbxe/RYClHkgIZW47zZTqUaof+Eknl10hk6Pek+7tzFdxJDJksGkoEpAyz8e8OOozd0/Gj9a/1dyCEObike/nyP0R/eoeu22Igu44dIXXd1KciNc4rEf+JaKjvh4pib3lfso5XqFyUOXA+739Fv0/+Ob1V2e9CrRLm/fvFKXoXD0ZdGkl+fXt7db/9O819A//XlrxD+Uly771JUIK3dQ5Cp8I/H/+mezejRd0i7/vw8sukyvEU+yIWf8vrUDx3hyPRQyhty4xj6sweq5eljER9vc+/nH1gjPPTu6SM1V0v1h7x1F9Pg9yHyocToNH4UFrhd2PrfkujBbmTTn0e1uUD3falgNX54EI25guTwE3bq0ZJrS7gUXnmRDHvluTxc0hIfIWGQanXUgPw2BhnZuM40YejlJ8TOjqrn4vrx+K8dweX1n7ZQ6r/lPSQc6hsYaWfwREpwMR7BDbuFhz7HAg7+Ud8lHPwDDrJ4O0xogvGsv8EguAzeHAtl84dMVO0jSAjgFEf4WeffcyZf/QTEqhlya39j3sLnmfn47uuf/zDRk59zBoDgKspwFtFSukG/6KcWmL4u6jne1n+jc7Dyo/47nkA10Bd4iRqhS3n3+Dk+OPTPAUg3JV/8bExrDwcJD7QZNsc4xIt8GlzhdRlfCMpjMpAMJAPJQDKQDCQDycC7MWDjcUBpzMdY1ecxumR+y5Cxjis5l8fnvwzby/whvwEMK+mSgYsMXJhRX8w5kvNKLZsifj+UgLRz1LRWk3E2n1g/ZX92krws+H1JtMWKAo+FnPdF+jJldWX0fnUsYIOMhafSDsL7LY4MKc40TErDzhoNSiTiw1YekXV14WwgBaP5j3IUJxvzj1JpFuYnMzDtf/oarxmGZNB5ijOjFAYBNxn05nHNWLWRixVTPBVj0EbMeZBZvriHSIidz6Mc8jFjqbDYkXvROefG1XNpx6moP24Qs4e26PzxOl014AojuYyGFwxAgzFsjPbaFYXid+7+j6Hc7/fn9baM33E5b8ToJR+9gaUYy7vTLaNY8uWBY3tAg0rRZbEd6tKp9rYEYtevly+4Km2vqyy7GW9EcEz0G/7QhrRqfYjPj8cJvQ1an8CpNcBxjJdcTfu3YqmnF+9l+CU4M5NkIBlIBpKBZCAZSAaSgbdiwMe5Gu9qY2AMZWM+5w/Pzmc4uQP4rVSYYP4MBjQtswkjCxq+4MZigD9ibQEvLAZTRBq8jjK48OT1wjPBL8Szk1Wd7Da8RW+1k/S5wbE4dfci0xpq8otfG8cXlmKxzFDZomXEifoVx/C/4WgiqU/8hEDXsWvAPJo/028o1usmzjucUqRaoidQdr2MBZQOcHhqfcxEuM4GPPfU4/Hr41lg7uldFIdFN6vfOpa+acB25YwWERgoY+HvoEgW3d0uQfpzMixLWwjWXmeJ+FRjQa7temFHDDu8jIcecNbSLWK0pZ5UGScZSAa2GBjalY3RFu+50/Q9fWf0Q9EH0c81ebXnNj5T36lvxvJWhH/YdWr9Av3OtN+eYum9bjAzXrB+ibSxczb6zIk8G49pRxrxTt18JvIYB+MYOJS+USfu13ASTDWoPY7hJbTw0qQpES4cwOE52ns2Cqw+gQUxeOp3bDlfS13irwVbQrC0ArbkrQmCp8iL9PqdrlLg0U/1x9+UQp479Ycoq86xsZP7iyc9zcVxNZHl76HiptZj19tGqoNBY67M1Bb13ziM/AJv237QmX7wBL5b66i0WfsGVPl/yks82hjKi9iOD3x8jnn8X/0KrmiDhsvLQSmiREhZG9d7Dmt/o48IThSvtoUhzYDP35BgsPyPIsEjckq9Yovrbc5l+je6JZTyk5Xpc5qJ2LB5FdwSBjt2Mo34pGthM/1EY205Zcc3b37y8aTjarX3JEgpNhlIBpKBZCAZSAaSgWTgD2PA51s2V7CxJeN8zQ00zh3eoDQuUhqAx3zkVTLQwQCTf6IxKWMi2U4c2/MOUZeiMGmMCWQcLwl8fmKbdJfJNpBfSddm6doJ9qtAiQCyMtVRjzYBFrJIUOoci08sFpXOfi/1fjgAmifl0dUKFfZa5SpQ8XAb8T3CX/TX6nlPeUUwcUU9LNoa5Arni9KIqzrAq+S0B2gxyjlPQ6OkGErZoRzXPdLKAp8tZGqBz2DRVzWLXD1iVuMEFgp/hKxVgasBIf1OZueZhfTgh/JtuLZudbX9kPd8vjZQZ1Ay8AYMRFsIKNHm4rr3KDnWDnXkPlwNZb3pL8Rr27+JiTKBSa9dtr465K8ZWOhzok+O/qekaeV39S+RV5uefAML8jHODFgCcUnRHLiX6ZIbofL+4mnmy47c4EY/GzNxPCI0+BEW44Pr4hdcneEJEOiL1+NOAIG4zzk/TPF5bfDpe6yVA47QWesGnbW+++fiR0Zff2UtXLXY2tI5/mV5xAOTfmd2kS8Lla/MvcBDh8aZ6iYQzZFfnHMEQ7iCJepReN969Prvu1dpM3JhmParyV8wlVeaN+1rEunWS2+f0pvpd0104Sram0WLRqcd3SOO12Sc8+dBvH8e/lp01y9y1uoZ9ftK+zuD0evfUNECW6lrql9fn97u3KhPHsHdmfwyTTKQDCQDyUAykAwkA8nAz2QgBtVxVCltXsfYMX5e8hh/pwH4Z9aELNVTGIhJWDSmaGi6toZWJnBPyXsslDUBcuPH54J4Bhw0Pjkfx32fK0Nb4ASH34PO35g/5O3f2dW1Le6wj+8JzmRLrnYCsXhix9HCROQaCwIDBn+qXuH2VDjdOXVuCL9+9qsuyvjimMTbwrZjIf+4aVD3uPbwkrPVf/ypiX+jC91F2ec6jJD2SCz4ih8qhd/RMyVtgnJua4JE1s9ylgDrE3TE+5qTROnT3yWwvEC2LV+lokBWkTjBgbKPE4u++mfK82rEzYBhl8oQrdZveU05jFJE7Gk4/sicxov4i8cwGhRhtm5pvK/wVNrYoqw1z0hjFQp09/C3ll36JwM/nwHvH4fdiZTYF+yt7LVdK551CBhyyitJtfPtUB9hAsufaMvhp3y8j6YDwXCnXYBmTCRfb+fLbyAAD30M/TRH0pfjNI/VHXpLPaDESBZjE99ByhE//46rI1KWShr3t/oNI8XCiGlGJdstqu+gymh8miuyVeb2CiyMh2ZA5J6GwVVhxaC4VgqSG3giMF4zrhi3FaOccRYlKnF1cAeXa87vqw99i4kSB0+kCGktP2tS7P4vTKTxV3+pLhhvaymW/b9MEJyo/pohkXocfBXZy0k3fL1+mfHXChMsG9qNdMEbCnI8xorV6SIj2taGlNUgKqNEf8g4yCNt6HR4/bMuLZw6qLydYK8/CGzbFTyVeuRGdyJcd1/2wJwbzb8+xaGu22++Rpsp0JShymMNLMZq/0/xva62YxmQ8enbcCEnrreOtX2Kd2R+qf67JqIdFJ0pvGhIcQZcgQ/NC6zCHMgRDFv4hjB2mXMFDp0A1viMgpcjelTfyAON/D7/EWfCfrT9DfkeOJvUv6FvDuZcliHVn8H4eyCPjJoMJAPJQDKQDCQDyUAy8JcwoBGsDYDHY0kvvOwZNuDWoLIEx/ib2UK6ZCAZ6GaAyW1MF2lNTG3L5LIeu4Vdj1ga9G8df9liQPG4LvlJEsrigC3A0SHpOuh7Uo5dYo27rpj3RGIha6Qq6hGOurXlIIu4WsDgdCRjK11/2Fgsec0xEYf7jRnSKndRhv68XhtT+OAL8E93wcWcu6WsqQ62Zn8SH+tdtiRH+lsc+LXQaZWMReHiALrr4Jl4yOiJvytwiGB1DQUiW0frP47kYTV3kLdy9pIqspK3L5qWwEW+G16j7S3GKzLQIf3tybq1BjP9k4F3ZSAW1+M44KTt4KLPmF576P5f0pXfTh9k72ZQf+iP6O1L3o9RMNf2HFjotXSOAStmeFs7k7mBWz8dXETORX5cLh6XbjRDOn+ELgxTcwFurJn742NhFGUpi+UkG77BDUeEnnECYv2reIp+tmKLMk85XMpHca2/Fi92s+e1vZF+HD/4qWocB+sqDHAecJ6uyJ8j+Mq9vmY8zmcGY83DeCLtAuej9hL5B39ck0bmr2K093Z2EkeLzzChOIyEMmRWY34TKe6nUf5QROUGbIG5SXfLKRxgaPX6hlmyVrMl+cYjbeyZmOYZ22vsS/85wwcm47Acy4MoIykKD1ofvA7/ZucPkohJgRsb6NFbg8t23y9nXvEtVN/lFB2+C/VvqONKb7zpOOKsGXt3ZJFRkoFkIBlIBpKBZCAZSAb+BgZiDD0bjavwjHd9PtU+pB7j2zQA/w31I8v4gxlQo1f7/mWTXZ59ZuHkBxf3aNH41lR5sr4/qQhc6kv7BezERLg6bVsQ0HErL4uDOBYvilP8D60LND4RcvEIkAFM3FZsfamRHGtjjZcbguVxP6Y2l2Pn4HT6QMXv5zaMpR2tx9iaxmZZEb5KWzhKnS1mUcdVn4YqNc3kxddRo+e1NHbMrAGiCFsUwL/LgK+obxz3Fq6RzC+w6arJqDlVnCvuPklXUGTaZODZDLBrjZYXOyPvy6/0G7FQHzeYxaaldm/+7Pxlr5mMOXG/vw/QRBIZLoKZxCOa+huMv7a7Vf2PGYLn0Y750IfBUYxBMXkfwUNuYKLPRNZNzvTViWOaZcWCPoWplycfeCh+qTPGSwjHaPc/XfzrQ9OIG8Hdx8JRxdidcBzxCj9jSbpilyc6jAB0yf2txzlXNu4wIxhnwR/pkXXWIBZpecWy8Bjnqp82N9jDFhgolJ+39+i91H3h4MPxuEjsNGdXN9yVhz0tXDGAIZ19aVsvbwCAI9spXHk3E6jFXmMrWleUrIjeOKBTUglnq8627pa6HvgwZEY1GMZHG1mcDgJQ4JPZnNfGgysyN7ltSXVe2+XpTA8mXKp/4Hb9IszquibvbhQ+KD6jJwPJQDKQDCQDyUAykAz8XQzYOqvGkox7Y05jA3HGvWXsG2P1ZuybBuC/q5pkaX8MA0wc5ZpJru8qcO/8GwyUSXbDU4RsH0lwONG2yFlo0eHM/7s83g3Pd/GwnW/fouG2jHFoqWt30I+oO+SYmO7l+3Fx6lUsumlQcueCfpV/5uQmcpqsr0kktX436q2BNjrNhcURHXnxgxmgj2aH390Pw3kb6u+vPz54ZWp5LSnJnuA+9VpTN3n3ZkB/jLvWc7mM9q8MPvaq3MJPG9R5zrdP79spDQ695lWVAKlnnO8SLfq7yhdGu8rPGTSRBr1h4GKyH35njtf5mefqDzy4sTbq2TzWms+XvX55MByeVNuK+F/aFSoDsD3+fpQ4xjLn6tAKmLm36v7DjPm92GJ8haj2fC76ms8RPYLjmVjmJaGP5UHD31LP9thcuJrFr7mkZ/sUI/+s/qFvr1tPrmHPLmDKTwaSgWQgGUgGkoFkIBl4KQO984YBVBqABy7yLBn4QxjQoqIWf/hu7UNPOzPpxfjLa82YSLLo+WChSU+A2MMgNjFmEq8JcDwF8s0lZVHuk6f8be77pGlvww/vA2NxcW/RjMVUOPQlKHHKUzRPgocKKP4Hr0Fb67tjweKJGMj8g8VyFhX5xle8Gm9SV2KXKTsd4zyOpstS96iL7E1YLxQlv+p8kSnyn0v7+Oe3cefx5uHHfVi3Yad9SHyoTu2rJWKP8wM3i8HsDYOvj08dqQNmsVAaznETHbingkvG6E0123a14PeLBc6IdOkoAPr/JVxH3Yd4IdXHx39FFv1O/I5Kuh7/c4KfPoD+cigV2Ny1ugz6I4xj+LXx2nBbXDT9Nb7UwRUdNrHWT6P9j2IMmKv3YjwPNaOVcFmbXAVfJeVJMvAHMlAW10GujvShb2iO+2fajPVKdvys7SXa0tAjeH+FIIkatWc1HktHXPXX2oHHOMZdkz/p6D7tW6MciweGCrnoR/yizdd8Ov5gKCrYdA/hVacCYtge4AOSZapjwENqhHEuFDYeUjx/pat5lj8unwu7J7VBs/OC315/4ONNG4tWXjxBW8q4dxHCuCG+M2rjDnRnBQq9zDLs8FBuKis4KL8Zxw1P2SkpCSG9xTUV7N+KhUoRbET4vWMaz6+RRLxSD6yeNDFNP27aph9+2LXCy72hxdHy00iwMrk+/2P6/9B4H4nw9hA+20GoBO3bLJgjzJ1yu4GfmVx2XhqzjEc4gwvpobKt4qIH49IrZhjsHuiK9kkwUgo/HNyt7WWN8OUjOgwHJtuJLzzwZo8FhPw4RuQ42nyAukQEMDoO/3byUI8i+qGjdPDBnAR+xAm10x6AMH6QRH4CLRdegQO+7GEC06PGkfBHnSvlICXOU/t5+zfCW7/ZOfKQgEzqkWEt5yXyowzAA1fx9vqthO7vJWFHMHiiLBH37NGqW4PPDMHIr3UeXuVh5fBTHwOxb9oZiFdEt3ystr9TQJv7QunXbLe24aYeen36sPoffNFm3EU3firrTJQMJAPJQDKQDCQDyUAy8LMY0LiW9c2Px/+pXIysfS4YY0cfdQ9XHkfXdXx8cf7ys9jM0iQDfxoDNp0uoJk86nVgbXuv08hvKNcIxzfkv5glfPU4wL9lAXrAn4gTvMTxhIi/KAm7SG5zEvWeNc0Xo9xIcLC01ny08DVa6WuX2A7K+yOji4Qbq8lVCmzh86qQTJ8M/BEMTBve9Pp8ITBo+K+vP8PAFb/zuW6n9F2l4Om/k2B0DePbtvQDoZqQGpbxIPSAAHWZZiQ5lGQjMnyE8Y5o/fyEUPCE/q7zVfgx49NxLIGJGwvGVceDAfGsu87PUs7gcsPmUuiGnyxvZsQ2o+tGvNNBqvNmlD7RH5gR8YrOOkDbwswBfRbDZofki1GO8KV+6GW4vFj2UF9Xv3Gsj7xI2kJyDNLo9wifC2LSKxlIBpKBZCAZSAaSgWTgL2eA8eRkTGlPMTJfaecskzgKHR6P/cspzOInA5sMYMxontaetrfNtE8P1JPV9akOTXLr+dMzXsmAjiYmu0tRph3TUpw7/eYd37b0V+PbRrMZ+ixd27cBWTCZu/Vdt/O4z/LpwYDWWVBkBxDHL31z7+c5SqkFV/VPtr/oaFVfJKS03ZDFrqYLi/qLWVzw9BJLgJppO7zZFkkZolykom6zGNfnqG/tzqr1VCG7H9m6rAxJBpKBYwyot1fT0/tR2HCmk+jEplL6235NiWHDhOLT7OyqEZZO6HPK2zWWgi/5Cc9D9zS6Givm1i5J+j8ycz58t62wxa6+SzhIDNnFLfK0gc36ZU1FbfcsvKKbNb1FJntHClswVTxGwF7CcbiNr8q9Yxxy7GpkFBOO0fURUbzGOHRZDJoLxdofH93Ezwg6evPdtcPDX/j1OjCVwlCvzVEPqBMb9ccjbv+lbpUqZc+lHRo3R90WNqtL4r3ADJnbmW+Fip+o//XBwh7OAlMco04oL2GMnd8RuoVgOwzS+LluK4mLidrc2nOlFl/t+Olhb4ZZFHLQs+CDw82+THiIanpjx/TBbC5HX9bpB6RYEQTI7i3U8+W4lyGkgGQgGUgGkoFkIBlIBpKBH8SABpE2BqZIZextc5VSxDrf8bAY/6YB+AdVgSzKX8wALdpXPP8AEph9v3IGHnnF8XspsoUQg+L78j4/1CnXDnoP23uUYQ9lhr+KARaLeOWidirZStI03zIY2F1UmsZjVeqks6QsZDG8EL7dxbmj+SA78B5J61wdSXE47gXaIq/RxunwzGMykAzsMmDf+FRfGK+OvaE5ljzP9DfkHr9d6AcjCI9N8DiqP6yG6S0xYInX3+p0g5zDfRBYeMAKLKO+mest5/yEHWQr5vEwjZXMQA6G8bhpX5vCZfctx3c87zYFuZE/usKwuZ97m3p87q9X9s90YBi94q7ws5VvVCzut51ltfpT6o7V55C/V38i3tax6DD02T3WBnvg19Hq9lY+B8OoEkaV67RcrAux9o7OhIW0Fds8SaCehxzwMXyM3wLfVlr4iVzjuBX/jjDI8zFda1weJDsmfzW6zq2PfBU2UEQ7KIis3oG3OPia9ZeEtRgnMiJtHpOBZCAZSAaSgWQgGUgG/moGdufPNmdox5VOVxqA/+pqk4XfZKBOtFloKZNNW0TQtNMm4JqqlSPX5XRT5F2BLNBZcwZWO0cEhK7jCY+78uuTMwWzkMoWCQDZ/hbi3eFlecFSaEZH87Ovwo1zKBwGqppkHOvSlS2qoptWiuFhd8Kkc54tUpVykNiKw8KMfiNhreCfdW7LPKHGA0WzdlA4N6okY8L0AWnvE9UX6L0e28YRlQu/dYp6S028ZpHqSAWjDgOAX7wtYSTrPH/e3xb5KmdvaeY5Ugv8++ltWDuAWuewTXH/efQP90tOicnAX8CAvrFLv2DfWKy76ZZ6irZ/W+Ml0k17A9IStmWYYjdeefgF8Xbj4eQup/ytr8XgqvMvjIrgDGzL+XxFn6xxA9+MHffzklBw0hfG+HZZ0uDr30JV/ry2V8aMr6//KVBYyhsj1l6bHHmBgYeXGMv4t2J7dDPkPz/jTR/a4ffphtaHfQPeJVeNKrvt8bF2bIurT+OLyPNcttNDgZfDv/EJH+jsX39Fthk4vV4tiJ5nVnysFAbn8c9vyedhB+c3SuYRt3V3Bz9LEFtjdJRqjGsp1fDt2HhLi+qPuIp51VKaQ35AqXVdOml2Aq/LQVdgR2866Nwvh7rp2luXsBfyxS5u7Wy2r+IaRvUqOnoO5F3qT7QjwwEetTPx89DDFiT7VNvnSOxgm3qC33lH/Sf1f11m6UsHVIPk0J+/hn7oEz/jbTsFSGAj5fXdv46Pd/uYvFLaqhNTFtywE9pfK+5HuKqxLO3z/nh7sN36ZEJ/YFmrbhtu77OdPyLAnfRa71v4pUsGkoFkIBlIBpKBZCAZSAacARufM7bWz8bWTA3KtcWwMTAh/rM9Zp509DcNwCM68iIZWGKAiWaZyS4F28yOhvaqyeUiiDfwjB5oiytgiieL8gK+bKWOfOL3/TSx0IMb5vrUHV/MsIC1P6SrlO1xvCbkL/SvnP3csnPzX64R1C3cXv3qjefSdv8aoL1+c1fKQoToZ3W0hfSFKLtey0ztJuuKEPi6Ii9Giv6BwO3F/MXkG57v0wdugMygZOA0A7aArhtrvLF+11DXm1MxKgzR6UPWbizR1z63n6k726wfjDwHhPMzf2Xwp77/62+MUBe6UoTog/r7H/q90ieTcRXcGgbniNyHHYaY7XvKsCaj8ZeuvjC4ygjlHDVh5dQmyzqvMKdRzIAr7KsRpgm4XiKz8GITcYWjq4vOdFOyOqYn9ON4LvMzKgP1PO71bZ0nr16dFmzorW1rxZA+yu7oRSh7fZC0IBEcS/pciHraK7jp2WFLJvAZPG1nGkW+VAS4L+ps69xizlVnYIxyLca8z9OM+a4jK+9MXfIAl4zmJdZ9eXdJWuOh6BAZSwqqXCr8jvrfhTUjJQPJQDKQDCQDyUAykAz8SQwwPl8bbQ62FsbmY5cG4DEfeZUMrDCgFmaTMZpZs8jBBK5O4mYz0BVZd3gziQQLC2w6xozfRBMWebwSU+RJ5hWATucdT8R8+tEWfQJPg+npGR/JYLXr3hFCuu/Q7xIscDwLi/Rmeox8ebLfz2MBNEKWjr5PlqVg2sr1BdilPK77oUvq5wkOre0r7fBEwXU4lyRQDvokhCyV50h/MGkbk77Eut6lLNbwWx8OvrGjPvXUpXGqtSsJA9gRXGuibvMHTPxuE5qCkoG3YuDLZkJt+570HxVt+Pf2RdF2OEZahG3dT4gnLF27DpHV58yoyU5A5b36XfswHJgBxMeID7v//UfofwkVfnc4xprBTZFH3tUC35FHvX8Rt+W2I+0oClhcn84RO+p0HVyM4q5dlHtXDS46rNc7J5P7k3W55gdHV1zoCzO5pu029l+XF1OSrykeS+K7Im0naeHHWVuXtx1SdGY867xtftsJFVp0VumhvUhGvd4VsBnBygU8k9cpNMhz5TnGSS6lxCdhNnWMvgG3os8KJeqQHXu0FfVlq3/yrJf/lhIGvuVI8gVLD56xgI8i9/P0AxENvsVxrzBZ3V7GFvpbDh1jPX7V6jdyGqTE3AWf5+Q/5JVnyUAykAwkA8lAMpAMJAM/jAFbW4jx5nSsqfnOaL4wzH8iZhx/GCtZnGTgNQzwJP3Xbe8rux+zPelP//ANbni91TdkXrOki/smAiqGv+GEmwu/91rSsNeBBv220BwXb3KMhXIzFJzBRN1+Vv0eBgxnkD0P1zk0nupZXAUm1f+yavter/O7qssoXx6Tgb+RgaPt55n9DAa8wHPkfuuvDL67X+JVq+fu/XB07/jMeDE81NEzOog04Lo6PUZHvM6YY+hLp2edDF2PeC31GRlaDLBX9d6FxzBohGW7tzE4nuMLfmyuUMdCZwq3lCZ0uRS25Sdd2T2c45H2tSWzDSu4Dj2YQPob6lALY/e8T5/DPO8ZXG2B7MO3JeE5YWf1+xw0KTUZSAaSgWQgGUgGkoFk4CcxwFhzPs/BJuVveVLwxrwqdwD/pLqQZXkKAx+0rzL3ZvGMU1+00NPVChtNgC3uCyam9o05Lbq0bZ8FBXvq2fP/4ttwWsiwB6Qxfh1ecDhGpy9OeRo6H3aZ+IJTI4dFKBgsi3QDd02cu06Nj1aYdKcdQl/ihG9CLTrzp/NUqOlyJd5i4m1Pvn31u7yM/xf1SJlgoHQOpnXG8zXdSawtIio+X5ACXKv27VyvhW7rB8zBj44smt3M2bDzd1LiujA35a0pr/QPX9Zi7YaobwOu7LRoUh06bZ/m704o7I6MHVw8QBIpKUu9CM9Lx4/uNt/yKD3y7UTjWOfWGDpgWF4seCupdZrTNNfLBle0Xx/cSJ/TLDauHySmQVkd3cCicBXBHFUa1+4O9jydr7H+0adj813nSrjDP/XRDDLwFY3dcrzhD3mzw4ZCWDn0B53uYLoh5xSRDDyfAfpR689Vz/Uk7KfqtY/P2rbd9mstpDZO6x/ncV/mPu3fa/Tdvhi6VtJa24r0xdhad9qu4Yj4fUfGU3ZPsz5ZOLwzGhK3bdv6b5nlyJouQP1LjF8jwdIzUeM+LWLOjz62+80Ixv45L6Wc0f9bvzNNG7sTPS7d3vmvlrouvJ/Wufp4svxlBaNOOIBWY9GnT1H5tcCQNrjSuY+BkNPspgyep/ybEPSCsRU8lI0j6RmLeJkLS2s1yaHo78djmKIzarDxYg2VvFIwL2UNMA7sqgRYmfUHuIw5fuGvtvPbjjrVcakuDBLnZx9ULOOB0tD2XK/7wwUH/Sk+qWvwww+6QIfr5cciz/74N2J9rOdjbPTJmUv38s6SycO+2UwBjFgBsm9Iw1qje+JRaY86ybRvwsKZ7YBVyylyftUSh1DlrXhW98BiYxfqlOP4XfAECqOuJPX6PcYbUjePFZ+kGj7xZfh4Z4BcZFZqLViMT6VzXIEijus8n9r5O8MHRYBS3SuKNb6sAmqOh6cGo/pi9qzYA8JZ0HmPio/aLMbUvhiruqNGw5OuieeVXX4R3iCKvqWkzEMykAwkA8lAMpAMJAPJQDJgDGicGOvZPITLUNLegKYxJzMds8Ew3mTIqc8h1eF7Q1/MsxqvPE0GkoFeBpjQuTFCE7ilFtYr6HK8JnObdFqr9wlnld3EqX7PO7HJ7vPEn5D82vLvA/xB3W/UubqgsV/6/RjoK346faeFETWva84FjMW8S/2kL2sWpK4V9G1Sv4bdQaNunPru4kepf54+v5vZzP9dGHi/+yjGMXuw42kU0c8MfU1fNtEX9MXujVXHv70JIp7gOEc34dIYxBgxA1BkcuQ44DD9mdnrSt0CTTH6GIyj+jqCvSduGOruxeEPMYmnk+Mz5gn2QO3h+rxXZvR5Rn/wo589PBUPf+zldSQ86tlRbPfqbR3xMXyvn+f14nsVX1MmA9/Uf+v6u7BuYcqwZCAZSAaSgWQgGUgGkoG3ZWA0fCwPjgrs3rxqeLz4bUuWwJKBd2aAlhe/F+I0Aw2LLjybzUJCmXSyCGMLF1rwL0+L6zHkEgd886eh8b3NLW0jAOvJxaFbcI3K3ynR+H2V0aR3Iajt5dvzzjJtRYMje4oILL6TYyv6PAw86FlPH5VdDfM4Z32ov+BDH0UnUZ8I2nTRNklH2e7gjUwlKzBs5n8ksBTmglyrSVHkI1m/NG7oYj3T2IXW7rxdj90TQr8XetutNHVHSY/kNo7vONPuk9bzW89VVuv/dOS+cEf1/9byZObJQMsA/XB77ef2PNLc+5xPPNxk4xhE6Bu6szx1zzQ/2puaGjuTrR9/Uk9gAPQGhBmOKGLBY/fM0gfE/d12TUe8q0f6ckBQaJ1bmVt+lsabpPmPemNwiR8dBkcY7gxvpNXPcIScGMss4bCMmj/kyc93Srs+m+Cu08i3RH5gQNTPjNKrytqXbG/8gauoZ/tJhhhwMly1Yyh7K0YbdPjc+aoZzPS5JJA0hSfjp70vFX0FVdyzDjtk+9IGe4ttk6jVSwSFfsCw5iLzCI80cX3yaNygCH6Rfxz3ZIIBXH5cb/d7cjbCu/GBuXCE/myeOebse/EJnvV7lPVM/SHdCTfjr+HphLhMkgwkA8lAMpAMJAPJQDKQDCwyYGv3GmvWOU4bi/Hv+vwlDcAtV3meDKwwgCFitIayEu89vIXUOgM1fltAYZIOsvEk/X6sMNSyRMcTWO7PrU9ii6nFtpZamG0BkfBn8wU/LHhx3FsIIg54Ah/X/HrKpGhdrlcW+YYb0vy29wmG/9XjINfLzY1s4GjfMAhPSsLCqy0GcX03X1fLWPTZ1rNbqlwp+8aNfxM5q3e2YL0ZqyOwFMZ4H3TXkbCJgs7CnZUR6e88gkuv+uOV7iPH9QsXHUd5b1207WkrXoYlA38IA3QvT6/W0/YNN2vtGzDlta6l67NnL0hyiwOLfjY+KRmsymXsF9jVT8noawbX1fhHAwoWks2sPWv8tHmQnrEPfXoc2/CD51ZWuAlja6TvwRJx/chrb3mJlo8f8Fu67wS3CxXQsMA/WIhHHH4Dlkgtzw73GH2CoCPBShT4OZbziqDiHbwUfHtVciZsDYtec75A6yz5igdt7lPltFdS2zwocK4kwDt4mb2adyPNqSDa4lC44WwQVmk0TFwFT5zX0CHBrWf7+Dw74QjOno6pLeAWPnhq+WrTveq84Ktqou4V/c30CaahT3gVwswnGUgGkoFkIBlIBpKBZOBPZoAZxNIsoq9MaQDu4ylj/WUMxKYp2pZN3zShq35vy0WZbNqihxafbHKp4+N/OldBFp8Quasw5cn9mbhmAkwYGOrCwSzyyzymC0y241C4YvlAS1qAfT4euDC9lEWCWY4NBjPMzSKc97C8SY7u4kaCvtbcGkbFv8VgGPlGXQIT5dcrAoX1Ad7iYodoXK8fPf2wSC0ZJnarnGvSgqO18CP+BRdJTK+Ujd8ZXAjBkR6M+zKm9Z/UrTMJQETcJQcm9Mkx3Bxfnz5bGSHr3BGDyNy5fN8VNQ3nOvLnOA333pZ7xMweMs/oe3zsbRG54Pg95GeudzLwZd8b1Tde6aDoo5qxzT3tjzZOB+juQcNu8gj/9vhlfYq+5sl3Wznfid+mXTuP16v698uFSbvtHvomsX+XmJ2qBWNzb0SWv4PAvxEErgd9sDj7tHI05WqMUWsY5v7CYfmVMaaMZj38WBrLmmkn/OhoO1vRYfSnKLPffdmgHByM3fipfxMevkN/zPl3YwXEv9NqdQoJ4Ir+niMurpXV0rinPHQGGi+VvpU6KVaozeXN/0Z8v08rseqS7Wa1qMHVPN3YJ7Dji85ESjVwjmNyFZgi73mM8HGuwOPNzwvn6do8I/70SKvlO6iw67riPL4Li5zAMk25df0VD2OpTn2Ir4eOj3/+qzIvpJq0F49R9Bth3C+X9Lsgbt8rOFNMI2quwxHMisF94YlyfD7tHr6PbygjPBWuyvGMvgZ562f2nWmCqf80A/VXD/rV8r3peUrhMu4C3zzGc3wW+BNOqz7C/MEuaZEU33B+NbrnlDmlJgPJQDKQDCQDyUAykAy8CwOxvhvT++l8OGYfaQB+F40ljrdmgAYVjeY9gfoiTMVWL7VqECsLTIyZPL/UbU11A9gLAHVnJby2gECCYix5Nmc9erEVFrgsPxa7PjkPY+kVDqkTtcLsCzJ+FM04dePeJwuLtvC5n/x4DGVUy+/1N25w+4ZDQAqbYYavA+WcASVt/GaBxz0oky3IgpHfTc7qk2T11KvNLG8s62Y+W4HoTA4oz26HllHvH8cVS/xRH3tTZ7xkIBm4iwE6hye40X2ukR/+eI36JF43q/uhvv9rhsk7YVmeGBEwdnLf2LlfVIx+b6efuhMO91Q3cJb+uaHH77XFY8RPRGIvMuMGDNR3jF+QKz4oM/fTWna8j413PzRj/tI7g83IpOQ8eIabjTNqHgvyua8HFhuvmYjRnzCy2rBmFLJ0cXaHLbJa/ezUmaWst/yCW1WsLysvkRf4WJRR9LQESbIqP5+98komwsQOW+rXl877axc88ZsCCgllLrBYliOeji+yCemthGGuqTZWKsis/rUJbj3fx2fZlfpdvrp9K4JtYeM3LAx9GvUJHYUet6XcGzqgoP5T/6q+4Mkc9SqwTetYiZKHZCAZSAaSgWQgGUgGkoFk4BQDjDM1xrT15e2xZhqA/z9736LguKoDedLn3v3/792901mVRGGBwcY2TtLT8kzaGIRUlAADfp0iODIFA29mAIsvensHFkj8IgniMRH2DR8rNF7mTuw9Oym+mKR7jHdiwgS9h6uyq3N5P1H3k/tK9tShLPmg2PrEyyAmbycvtPnIGeFUR1BPuPo2ohaLdbKwYXe6z/anEiUo4IMDfsiLLijAbEzQeRCPZpE61WyDEq8naghd3/LCUyo2avL1zS9TzlsI3cZlyPEkj26FT7dztlNRBvgNevfrEnncu7Brmuxppj/IdEd1axcoYoOBYKBzXme/sdd+uwTmPhn9xbpR5/5BFaAXwHlTnjj8+o+cC9HXnDi3q67WH/biC450XWigK+NTtsCD36KjZWkkDud7++6nPNnayVDyUwp9ydgHT4/iIt1Dx7CSvt8lOyXkA1GNjDqGceK7QfpPLi4Jpm+5XRoh3Rrqd9VJ3ocMiL42nrbd1+Ek8hOj8N9RQMgDvjxni26kcmtLMLXeMyf28isqAtOQp6FVK69k4MV63df6TxzrWEH4wf7M+Fpx9bk6gShlWeqX3rA55ELWv8Rfwe/SuzTYPQFzFJ9Zs/aPS79y3LkRhTXgMj6O/7SOQav0rQK3pJBWQBLDJ2g4lYVj41RirXtAJzgySGCiA7k/ZSwyBQPBQDAQDAQDwUAwEAz8agYwwOQvEaHrpBxvYqy5Pd6MC8C/ugJF4X8mA5xe5xlmVQxp9JiY95Ir6dcetjqkVtxrUb3OmjydIE8IfeZ2BdddCy/pBIcqcqI+P2Vx0Raq5jOO1z/mBez56t+oEWT73xuhTDR9sgqNIbh8gXrMzBkpNBuUPbZgIBgYZQAtZvScJk98yT/9ticu1p04T+2h0leH5pvn9qRTul6MQHgeIHvlsZxRVaVw1LkAtIcQ5038m7F9CwZcUj7fy83BsSqL3kRwVjfy+d9K+2AEntT+IxejUZ9nnwXOjheJZbR9DRZVxPBE+QMXf4/cxJjVz+aHis/UAcGCMcVdkAhN9l9fchFT+NLX6bv4VpDt/6l1+wXgWiCqOMOEujTr5sTKwOlD8JM40psLTiuKjMFAMBAMBAPBQDAQDAQDv54BPzdszS/c2HODq7gAvEFOJAUDuqAgCzF4XmHWgtVpVtOCgLyhTifrutDBJyh0wcMWVOy1XPjeEJ/MPG3xQEaZfON1bQAnbPFpR5ucQw06JODD5Ti5cIag9luctCOPxE3dYECNmFa3KMQnVGhOpWSRDOgEiWzyF68nxNMJkzaYly8EKgtQqRcP8x3ubSNPrLSq3407k0J4Hi51Gdcp9ECKnRcMG3YcZiy+YuNFbX7jSiNP/0GdgBekxXExT/b2vT+mmfJkPllKWFNZvv/B96+tHejyFl83ebKeKZZkCW3LXjPYU1bxpmIJu4DGq/2MK0nQOubqabJxZmf+gE4YRH1WwytVy3pUhVNz4bt8Ep+4K+qaNlynztUFLlhq/5TsgzPFJMdlCdnuTVcbpVhO9mRZV5FBDthKXQ5PJ4hXe9p3f83SI38UY11+1DvytuDyeGkdNwBYfqVL+GKK8qdYrDdpwcL37bx19pWLzeTGVuYi51pAX2GqPpDeFrgE4POf/yt4RdYbWGeNmGDgBzLAdsYWeK4Iy8WE1EiknzCNrv1Ln6ftFm0fZtOxtWW7kIIRI7YHvv14YfvW/BiTQDvGc8DldPr+N9uBbXchLFHC/iWLSaAV59PXYVxQxBsPrPykQGUAAEAASURBVLT6zd1aiPxAP8+5lNF+WADpWEz6WZ6Ihvoks0lVeuFX8n1Bh/wwdmPfxqEe1TNPsRf/6Su7waE8tY3zA8ZkuJjPcx6fJOex5c/PB2d1tMNvEGu5wLt8r5mvk87CuwE8VQgswIFzjM0/cF4a24wnjH++hAhosfGuMKT1R9WqqtYT8izLyhbqu/pJ6paM9f+VE72dUxMyrYtmm/zXOor6LIa+/5jjNVc6l3bt18rkuP5GrIpomaXUoojn8UZW5MZgQuRgHT+Rzu3V2tgo4039W/UrKbbSL7nNP4IFfhL8eJIcm40nDCPwIqRbs/0zcXtv96EKEJiAHl//iY/1xYzJX4wjgA/8AJ8mrP5840ld3VxftZLqR6DfQL1HOW2eZCNA5LCxDeYDuPFDvokOKfhQsOT63Vc9KcXKh3GlbUCR+g/4TSIxR0AdQ50Ca1bHZKf1TfbYLvjPFMTfYCAYCAaCgWAgGAgGgoG/nwEZC8u4UW86l5Emxsd6bQrzHV2ITG+w0nF9mw2MTLHFBWDjIf4GAz+MAU4827B1YU9FtuXaua/GYslpZ9NJMLuhHdnTySh7+nUWKtqq3WS9LXApVhcNUPTDrtno0S8hupr5LlyHCVoV5CkLfFwEvK6tVI82potTZfTPP8KqHlx6eRvoBy7bOKJgdg04Yjtkg4Fg4B4G7mrX4ydpnAf0wuGUfrNiCRO7b2Dhr0pfHSY+elfhVvLjEXqBRdWjoMBzdENm+SF7gnlUQy2vk15cqDqt73TGGoo7RgHxu7DBf5egGQa9AKVQzvhrjV8vR+vF6Svn9wn8rKHJeAy3WAqui9Q3VF+IOutE+MvnvadQeqMBF5F2Smnzynt81zftOaileFMDLjSDryt1stY949i3uXv8NwNl6AgGgoFgIBgIBoKBYCAY+AkM9MbFHJ/7sWe7PHEBuM1LxAYDxoAuwqChbTS2aRdMjpAuePSubTyl2sAGTNz0LuNrd2RT1fa+XrDoSbNj6t9B3st5Lr7BT1LUThHulD/iPGe1m0v9hUWqg4sVt9czlJf1pIu+SkA9Qz6edKrkU4fAAH7EOyiz+gL6ueEJJIYbHOrTABbf9i/znti32tqIGoepFM8FWaK7sovIZkjrFfgTqekEbFpuJ2o/1U56TSy4kDqlT6MJKdqO5pCj9VBvZsFtBueedmn237OIgf+1Pt3Ul83CGXqCgUMMNPr9Ij/Tz9Z79suDbVrPC2hs6GvkN7XfTX3Wkataeu4kB1PBSBnBjWHCmwXGxzE4r+NeZcGF10SQYok9ttGnwCA5oUfHCNSCO6QZ3vMfFOAHruSn5wnmPbjXfhZ5cAe27uSJRA3h6NyWz1tHssMmOZK9np94fERPJatlsTvO8znrUPmIhc7BsTqvMiSHh/QiO8oMP2Lj3o7G/gIHOMJv5rykql+j2NRnoAd4Gtthfho6NCrhgz69qN+Tg6/kjTra2OQNLMWTwb08M+IFF9oA22dSiTcQ8MbO5Yla+BDtHfKv2oAPdQ/8wSbrtgTFhxgf4hXstrm0af5LqmMXDAQDwUAwEAwEA8FAMPBLGMDY0813dN6Acab8MLfC8cZYMy4A/5JqEsU8y0DVwLwabVyc1HHvBe4J47VteHMZ1tDwslJbRBFbuaETC/ZIRydwD5a2VixagDe/IQ4b93Z0799Ufth0faS3SVo6yV50UhiWXmdtFLS+aVqFwZX4TheeXumrUaS1HDHW9a2Ws5q3L7XOt8S0fDduf9HDEOvnvEWrZ34lHW209sTcSrsep6+VTA1Ld6vq7u0f8AgGNPJKzeIVqKfhkvu1gtZrMddSdUwqcB29e7xVp5C5xY/nr2dAZFa892QjPhj4SQygYqMNSNvQMU+roo+0kRllZvt1GDDeYj98tlvw0KhDvwEsCXmc54V8WDLohTXZPzHFk5+D5yXHw+AT5cK5CmGCGtcATvRVVbtgoH90S7gKcV5wKSLXByiCjnXwKuN18qEY+Fx5EdsaPpS7Evbcpjp+Cp9g0rF/zae8kvaUPsAEV5ZZdx5qVYry0GHBhcTehc0y0+BROkfyJozhsgFTqs/ZZ8MF2sd2tH4pBmSiv7DH764LmiAK3O3Vf+LAfpSfwTYoGtfbhgPR94EnrdeeK4ZRniu212jWMRv4KKz4wBc27FMd1eP4EwwEA8FAMBAMBAPBQDAQDLyHgbgA/B7ew+pPYEAnmwTKyTKOMQGVSWb6DpJN8NLEeHdxjvqO7/36hk7bxWQ5FbUJJ9b+LASBuyfDnXLoYsaShm+G2aRdpsICOrG1CEwOKVdiBd9i49T7oReQ5PmThnFEIQ8urINU5pkM62PUsS6hrFpXpNyM05sKPgapAVF/NPy2wLQar8fSBqVY//wrUX8QkA1lW9qFxR3721qEg81kILW4QzqRNZfJtdPTfYiwpE7soXAc9UQuxC/1p6ekYX+3fyK/0ClkwYnKdSauZ0xkxZ6KwXeiR/tz1KR23vOL4n0I4ykjPU6Dv2wA+ZkuT8dUT/No2RyVSmPOG4Fg4AcwkNszpi3o63Bh0/fLS/0/dwZHfukbdOyCxuLbVIMf9Ce5v/XyyHdtY/u0NwyILnRZ+MGM7BFcbZkf2ocwfq2NXLXS1nH4wiX6F/32r/Ijxyj78LkKXIkKuWpob2sGRugkVgnm/gvh1pYwq32kJwwSIl9rnS09/ya3/Vc0CKh0QVPR9OhqqclxyJl+xKZlZRmz4HZg5T9wJr/DmOQJTcGDuoNvR+vNohL+TudauG3haxvSkkrOkFe1m+c62Ar9ub4IJvkusV781TjHz3A9WhDldgqulSfok/4Ax1sbfQRBXIiWY2tnxtVW1rE0coX6JZuvXx0FSqPAWdoXbnTj5saGiDrDFVXp3vDBGyDLbsro0Wb1Wv2mdYkO9/0ulSec4PcSRuCSnz75K0E1iTi3qQ+TPb2ZAEKVjBOfG5Tv+sr46iF1Dew8MKFVFvG9X7tBUb+TrHzhGLicDy9xI6piCwaCgWAgGAgGgoFgIBj4dQxgDqcjc9nrqBdDUNn0xTwI782BVDq+AZxoiF0wsMMAGlRqZIukROpkd4l5RYgXKtDwbWGOVnsT4IQTYu+afOqEnThfvYfz0F2ut8wlRLTX1MBa8C+PAQ9We3RJQ0orEVjFw5lmaHsTb6xX3Xq94Dq38LlReNhOi3uX2pX2Ib22u2G/kcT6zKTWzQ62cJokBnijrtE9MVj/1MhFnzWS1lG+/umQR0TabXmdlzE1EtQJ6ljz7qt8sZBNdXfstZoKFuUG2IirhdOn98As+RDyLPZyRHww8DMYkNqMfks79A7i3MewHXXkutFsP7zQ4Rbwu3mY4FvcO1oeLukAt1ykKC6QE9+Zfeozc/90Rofk0fPNHifkfs8GMMkPmLT/THqz72lvS4/VDz1nqY4t2a00waA4RrFv6fL+2+Oqp4d4GumCk+c4vTGzIdKPkkvKGPMkrvK5fpc74kn7voGDKeDnLEcCWuvKDJ81YKOuJ2hj9Yvc3IRnBXHhTutDz4e5PUEA2NgnrhQuEczTHV8uomWo5UsXl/1FLGVuPaJtHBy239BXRDksRTx9RhKTL1VcwtNxFMbjIBgIBoKBYCAYCAaCgWDgVzPAMeg+CfEE8D5HIfHbGeBqSZMH19g+dpLXm7Q2C3QsEpPtXO7xxVZcmHLMHbM5LI1y89fOlC+QcWHhZVd82njasWDqfrbMNnwIzmQ/9Jo+waUXiifjQ53SpxiBY+1DxGDrWtU6KU9/yy1R+jRkrqOW7/xf8POKjYtsIxcekr9mwjrbDvSbhTfgyWXrejxLtAPrOtSWs+rcS5sfT1yvqlfzSxAag4H7GZD+MDV968+l3Zzto7bAchywJVOk4fwk2Kon7guRoQNeQKiEFc+RPk+wfIGr/8hZ/L9JGXRP6F/0PG84qa2DuiqEHOr5V3JNuyAtOtX/wk1jnMJx3S4+fcpwqVvG026usnzEkW8qSsla5lFdDsMX6pRcBHYXWkuDO0fE0+BlJ2cnOZ3Pkw+/gI9XNjs5cjTbEzAxLHqW+tPjR/jQbWz8882xYja8FxC7wNPhaMG3p6eXnjTwKdaeWI4HnqUu79s/wk82sg7Ap5t9l+97lnBuX6ga0zaWSTAVuFpGUJ9gGD5spGtdnQYsKWrhE/u5NtOePVuN8xVSl/kx07GnrpH67fNFOBgIBoKBYCAYCAaCgWDgVzLA8TH3SkKaQ5CQ1riYaWkfF4ArQuIwGCgZwORyPcF86rP2kFwmxWW+33Ykr1YWmnTC+xFFp9+4F0/x/c67+ODTz/GrXMI0PLpYdT/DuWrv8gQBz9MsbFz+IoB1+2NKd+8W07oykdBhgD5N9a4j1Y5e2ls7/Y2xKM6JqjSG2HM2lsMWDu/nC62J6EaRhVww8JkM3NaADxaX7Zb7g9lHxPUCFQSPtF7Dg4uH+LeMU0cMbskAwxEci66HXmC6g6caT328YOiHgIubDzNuZH/Gbk+vYVD/iQ+PjcVk/K0ZcAFqPiYg1ovSPeideKuDMjbEJ3POUtzSrUXExUJROlNvy9apuHocu6dkps96to4QBTzENGts38M1Fm916Y+gElx6Q8FYvjulcv2GkQ/BdGd5Q3cwEAwEA8FAMBAMBAPBwKsZaM8rMFK3+R8+e8lx+za2uAC8zU+kBgO2iCaLWE++74x32MvlTk5I7Y7ee+/mxeva/nxhIUWspacDzD6dZI3+KRcKbYKMeLnTWL79lb+EW83/tSjMfnQvk90vLO4pFvkekoT1+7E4TisyJT6BLgtUWKMCRnwX6cyC0j5M3F2N1x/im0yCJZVZv8uU7op51ItRwCPleaSLrM80kX9MvJMcXONTyCDg38Gr5U98O8oIE3zgzhZilOJ9IoYkoB4c4eTBE0eibDe/QtN2AP74vavdbG0BcG5VOKWnNidg/miBhTe9iL+IPfkoghYiZRM9UPMteLQ8Wj6USPirCjZe/8UPcJ5+78udgEfrR5azeibKFI8izml6lP6M9CUojCsQ9ICPgkPYqbamPZNBffuWOvb4Bk4oKpRViqrDrt4KQ1eu0ofDVDzcvIHvefMeDo3G02T6HfZGvuGoBRurErt5qGBcT532q6h7AgzVQ1CK6IjvehoZT1ysazxGOuMoi32ZbvXa5FDntVoAGog74FJoji0YeB8DfFJKqq20d17YtDYqlzjT+ZD4bLzxcC3wQGXHeUPPI0sbTt0P1ae9jS/wHCPONK0xDMc9uAjb3nx7rSUkTbFAxi7imhbtYFS4aRP9gghCVnpxOZJ+KJuv7bEPqeMrLOhw9XwKOYw/jBv2cFl9lQ2HeFIUX6M1ELCHMZkcF/1/yz6xQUu56QRXOjSUDafiZ9H/Q5fkFYgtrdBkT69iJAgb8A7k/7XTOgS6OTVx9edb7XPcBH4wBpKxMGga2sr6jSxAZf6TUuw8MW0TfilXsvclvkL5cSxftNV/0OnPacOvfRZdX3qONY50fC/+ezr/0S5s+A3nHB1PpvaEN7FIsf751ooDXGmTON0SbvsqFSNT2mpn37B9POwbzhjngzN8zTbRkHPUmrT+so3DpjoKbMvmMmd8WdNAIPMlVvXJX8Gj49Yve96zBgOTiiXNOyQ/+w0BVho8xE+Z1Y6snn0lPNoGxY/PNJ7lOJh41D4iAQPjLgSAQduN8NUoS7bq6keO2w0Qn+w1f2rHoFIH7XBO4iThwVyIuAv1p+wXGhoHbXwyg5U+jbjgP+sZU42SVG6Wn0exDwaCgWAgGAgGgoFgIBgIBnYZSHMAHbLLmBifebL5q+SUeQTGmpjVYlDMcfze9Yu4AAzCYgsGDjFgk1M3uzuU+zXCmDnLTyf8L7IIW24R5TVWN6xo+X36Hri9dK/rdWFdZNaFolfZPMnD1IUXnM6ubFiUYTmgCz8eX9H7SXlZLuz11P85ZQTVgHXH9mFuXOAsoTuKHTqDgWDgkxi4q4NjGX1/ki4yMGlvvxr77GW4L/2eJ4A9N2ex8/x5Nr/PBzwHfeSz5zDP4zniUEDfcsMLdtPGO9fqOS7U6QXE6maNdsGO2Lrqvxl1qFUKlgG+PGJjRJa6W3ZnxREH9rA3o17PwWYXWIHnkzAJT7o4R1yuDZPKOcUPLcFAMBAMBAPBQDAQDAQDv5aB9TwAD5/YA2LjY+O4APxrK1AUfA4DfoaHu3z5bMQc7fta3GSTwugbsNiit0cLvsaFuead08x/aI/OBt2I4Eh3ve9nRx7P236O8xLAte4sVxen9C5uYHolttFS3cgVfAb1vFGAdYVPCgwttKCuiQ6FOasNiELF0qjfo7SpHLnzdUDunGL0ofaKuuH1HAJyo/CCSZ/IyQutwHtmy+ScyAy/AQ/anfwWaCd0tbOgRvDJo7MlbGu2WOrekrkv7Y4S3Yc2NAcDr2GA5wHrUKyNoq0wfgYK9HvQeaAN4vzZeErzfB9S2da3asiYMvfpvXLivItNno2Vfhd3Bn9LP/y1nOgs+fTfE9zQlj8fMO7KPt0JDT/ZE+AHz1c8LwGXVifWIXKPPeNGgEKeeUfkWzJiT8c7NoN4yJgaD6fqE70qfgaP1BuUL+ltWd2PgwL8YB8/JUz2oxt4gX+8j+SJ6zTu+iY2HX+P6oRc4kvrtzzJquVc8u+izPYmzte0XsEyfvQX9wu2Zgh4tAzAw7bclLwYSTzVXrGzDjtfZZ4Ek4u+CKLKnvjSusCyE58XJT7E7YGhnhn+3cCn82xiZF0XV+pcGPHEQZnYBwPBQDAQDAQDwUAwEAwEA2cYkDGpjtk5Tsb8QX7Fg2IYe26Pf+MC8BnuI08w8NEM+MmxD98FWjqhvJi2Y0M7KcgAFzqt1JHtZJuXjEl6vTFOMGFBqehEa9kXHOdFF7F1u/uwuIEftrRX+8k/llD+vRmfLubBJQIHr5rTV16UCA4cJZ8eyPESUVSz+537kqKURjAgYX0qU955pK8svKUtoaLid1W56LiDNr2AhNeSxhYMBAN9BtiOR9qyb+sY+6RJWLP9Qh+2JGMH2391DIL+gFiaips67HW4wNRMdpHE5aK6QWChQu67wikBmFFm7Ev8en5PUsd2wIEJLfbo01CGUTyLJXt9LbDpByJEF/Qc8E9WBRzpdxxG0lJe8NNXnJ95k46WAeUQfQjPGMOiTPjEizhs85W/mQ8GgAMbSVFFFpX+UqKIHD6gXsmgN2AA40hmWIXgNevbluTGC95MKYJlzW/lBJYaj1u0Ub+28p2Pa+LL9ScRme0Sm8N03nQnZ8lSu64JDsVE/+05fCbeLXyCo+auWcqZeJoGIjIYCAaCgWAgGAgGgoFg4C9lgOPjYlTKsXEet48VPi4Aj/EUUsHA5zPAu7h1sa5cWMjrd9NLwYUzdEdYiJFf0TN5g2kxAZ0UFqi6cj7PPWFdhCRfwC2Y8E8vykn4/BM8F/Ae7LwvWLKsXLjWIzhDflsY6jTkxzevsh+v3e2uPoGuvbUdQ1/+LbCleqYSpszq/zV8pcHzR1rHUv3H19ViG2dA22Wub/18uS6l+oQdvtGLtdmB7H3FrZTcuY76MtVDbX8A5Cv8qI4WkCVOy/+PXCRBu5Afeja/FSZ9QoSDgQ9lAHVWmvDBi1EjhbE2YhdiynZS5EZb0mR74hDfkcWvvkGpPXao2zVK4jefLkbUFuL487Lt8EO/1ypP/Sognuu055MMylzKCJ21/bbOZTyAgks+xbWXF7ZFBh2uI8P6pI6dnWi5BKn2v/SJu3FOvFrYh78U2zO9tSYLQCe3vfLhy8aQl2//piezeV76zk/+UdfGPnNpdc6+64z6BJ/hh62HhXgtb64n0JmwWTlVycE/9o3df/7BN3ZlSxc0Ee6hMQMJk2CwtirfaRZ4mg97LVL6fi9hW8axv8oXRIkCewuTrX1FgiZztC89LmHlUga0ohNjS0PiqTon26Gy1cp0Oe4pF/PVB0VDJJYtvJdNtxVkf0p/IWOhjC/7l9mA0f/gbfZvlME+XWRVvRPK08UHW8RjFXk9nooLvmAptmAgGAgGgoFgIBgIBoKB8wzosF2Gvuu5DsfwssdAdPdtYQuGuAC8cBGhYGCQATQ4TPz4G8z2EjFigzGbnL7E7LARYuJ+OOMcQV38Saq4UODjPoIzdujA+SKeVmZwMpFfcZGYLgC+dBrKZyMowKIHF2ZyAjMN73WRSrK7BymG8y6CwC+YVuVaJN4ZyrBy4J1oGra1TcDPn7Z5n46Tx7vmppdGeRIcRR9ywsrV/F2TdvH3fGvsKo6EYOAvYiCdL7Cw3zzn+aJKa4IMno7c3diHHpFFv4Z86Ya0XRuLgF5ElBPn/gOgR3GJ/OHzabvX8X2xuz68FKIbAgbj5Up/q09Aqo/lYqsOEKBzxD81MPb7yH9yQ3lcfdOL+Oq/8XObWU5YdPIPPEfzN/BrHbd4u3DYkOlGJU60fGshXoNcXzhby5Yx8NND/tlNBnbRvJRoHwkePj2ubastdT02PQGc6OdouK0XQvSbk+hw5iQuBX37W/DBX6nesI1dsnIkc9n2Us1RBTlFMSEKqQtqFWr9obxrWy2xsbiMQsUzf2Ljgfe05/q0gYt4aoNT8NVK4zgYCAaCgWAgGAgGgoFg4G9igONPnQmleYaNQdP4/UBh4wLwAbJC9LcxgAUs/lLZdSLHhpYm8C+lRSaZMKuLj/YkCszrQkpvktnAxymtn2w3xMaiBM+34HkcnczqAlPuwcZsDUtJyTYXaFFysjCsdKKglBv+OsrZRASmivW7vVi7a07rIqTAZ7UAcqVsAqd8Egb6j2zi241VcC48f+fvN3bu2C98NKe+YPkS/5U6qaPPA3ds7TGQF1STX7A7vpHrc7mP2zuQQwqIp674RNhoTn0S6WQV37ShfRj4AldH+Toqv4mknXhHmduWIjYYeAkD2nenpsPJ0HnD0nYb46bcjzYU40k1PW9r228ISBTz80JXWwqx7GsRxvnFbthAGe0TATgv7Z13gAfjwv9IHgnjydtiq4+R2IpjJo8J/Kz7qUYUM9teuREbyCrn2LWGUnz/SDTAaLrAmc/f+xnXEryVWlPAgy8vxclPKw0ywCNpU87dcsFe/IHv/j61QqPT3uq4NzAp/Ots5/px5Ilmte3+ZH6IpxofOtGhoI4nhZcv1PV/5QbBPke5fqgI+QIOhocsDgrBCOo66oxg68Ny+gSH9jt3YXKmFFCqz7ldpmPlMHGijRrhOzjyeHw44QBGxWbkMdawvBKPx4Yw66wgyvjwhijD1HuDz1dqN99600GtM46DgWAgGAgGgoFgIBgIBoKBQQYwrtQxO0bIaZTMeYTOtwb1JLG4AHyMr5D+NQxgIup/n1JwYvqpeLDgwQWhTymDLDMAkq093AjqnAF08/cxBu3ncOmCrGYlOv8E8DUa/928eH9N97ncJzk6Z+yNud652PaaYm/cF3ASAOsG2sEH8sfmebJ0kS0YCAYqBtCm2OyrpPOHuPgr51DpoPxnAs7rm5XzaAeSJqazzKueoxhaxuEw/lrpR+Jm4BF7qubCGCxDhqJJmLLO43781pMrbtISLNPbB4AZV1sXfzN8CTwTnnsvJI4XdMFz1l/IN27PuOjLL3gg+eKxi1bXPjbD7v9+Gr4X4/FURDgYCAaCgWAgGAgGgoFg4JcwgPHykTHzNi1xAXibn0j9lQzgrl9ZaCieFJAovdOiR0jnCcKe+Il4wNEnQ+Qbb99yBzK+QMe7QPyTJohlF9F7UuPq1JXU/JEFy8dDuhGZzGcMedHFFxKvM5SfLgw9JQ8WcnwmLzshrN94W+7G55NC/9YFBwT54VWAwK+8kbwJMBYV9o2wLzECCM9vAhHj3HJQnhFNYTwtCt7siSAKyn4iRiymwZw9cWs2loUhV68dPkh9P/+fLvRhsZp4Lfe/ukynMhZx+C9qi19+5BMdzy/ytqNS77yXb6BmzJBnWVAvGN7Qk9s7bEod/0KfIGF3cfqZdW7o8Un6lIiAUj2yS08SeJHRsLWhRTr7jO1P9rlNLmL9kJQXC7hKGeqncDS60AqlqAN/UC9Fx7+4Sw3FVCx9k3spisVUoveQLhgXSdBe5S8SO+0g10cqEDmtOpKgD3Ikw9fwyVNb2VDCgvIqB8lAc4e6h9oNQexRr+TXKYsIHN4ASz0pd7agx3mwA9zFdthUZAgGpjPAfmvpf6xxoO1j4/nAjo7+TVrQF2gQ5y90FGgraI9+w1jQNkg85ByAc/L3v3hzg+DQu3EpseyJ39r3Er+EDINdMEvlETywjvO94cFBjWfRgPHol373FzLoEYGNT9uSKSefgz2d5IXY5Buukgd9ZJ+frFTIIR4ZGwgvwCMdpHbTiu9E/2b8QJP5R8+Xj//ZDXtqulcWw/WFczY24RFdIM6ZYMk27ls6yB/3lkPxoJxaX9J4VsYAegMhIA5uVj8EScL3kAi1BEiq2xSV9cthwblaCgTkz6ecT3Q8gfqLc4uMvxKWQ08gZv8BC8ZIUtO1foMz2UgXwmn7hm3ZyKDu0S6kDEizs7WEXV5/ykxqGjvTuyTY+FnxCFdI1U9dJz8sCCzHH7abwpi096eMCd3mYLnYwWDmS0otd+bjLUi60bYcbI8vhKg0DzDPaqkkk7sUm/y4IHJ1YIlshKzfWupPao/ZU8gCvNCHvfGtdUmOeHyJH9XT/vPUN+/wKW6xIpxZT4E+EIWGZc4XBaN21Cx7XTcqG47/KmXw0OoavoFt4zvgQ9uy88VD/P7E/AFx6p8aD+pCFXcZ0yD0EAsGgoFgIBgIBoKBYCAY+HsYwBhZ5hicEmAuam+iQUyK1fnNsmaxV/g0Y9kTi/Rg4DcysDX9dY3uHdQsK4zvsH7O5had5zR2ch3v1vRiiS4mdVRGdJsBWQzBQohuCPNE1JY+FMvF8UOZbhN+WeW9rQTjisWPxcLpeM4fIZmq64/AOgPkbyvvDM5Cxy9g4EzDwNjirnMBLnjgwsFRXMBzF6az1eAOPODlKDdn8Y/k+yQsI3hHZei7E+NouRKOi57L2G02R0v7W2z0y/VMeHCj3pWb7foWkEK+tqWQmvEIR/fh2cdBCcVDjjiOZ+LL9jV/s+vMlYLU2KCL+HhB+or+yBsMBAPBQDAQDAQDwUAwEAwMMMAhaBZFxCoyp/YC8QRwj5mIDwaUgWXBwQjhxRFrbK+/TiITUr34i4kpF2haE1HEHe8QrIx3/a07KdypUt0pPcU0yk5uRhSuebrHr4IJd4KnpypGkGUZvbja8nOW+JAAMIpf0zewhp60HUGu5R8RhAx4xl7+PP6v7PDUh/fxkTqHfKin0Il9a0FIov+aDZxJYXQxEN/aRX8jZX/TxieZrpqHnntaD+sD6gksYL+3oR5xQx7RoWoWnmeVm1ZiHwwEAw0GOudVtsSyz7B2i17x2KsVGnaLKLHCbkTjaRX29s5VyJh+OrZoIy/M6cGWHPow+fGc23hLRT838YhEHuusrR+PASfgaY+PnuaEOGNiCXryO/GJm0d6AnZHeiMZPHFcMYhJbD+kHMu94KJeB6wj554NKJkbyLBCDmKq1RJPrkMn9Xi9yhOe5AZnPmFPN9tTqtNSznnje/KE/YJjCXmcLqy8oBDE5tKmBhMS9W0LFeKAgYRaeB4/vcIQC/nzclK30w3Of+Rp/xKfyd2LD1ykMRrnMfRtbvfkrNUfteJ8+SIcDAQDwUAwEAwEA8FAMBAMjDCAMamMm/P1H+bBvIbjd8aN7eMC8BhPIfVrGeAEvTVRfQcpmDhvYRG8XHTh4iEm/x+xsaMCp5xA3wEMdqAfnaV0cXhFdW+DnF7sIrZzHWlPfTt+y391DsGnGBH/Cmy1/b1jh8kF/Sv/9jTcl05A3C+WUDvGt3TSPeK2ceUnJT0YlA/1ZLCG5P6hZXrNVUvq5XEVZvWfp2AHkNbHO4umAzAYuNPITiEjORj4qxjoN/DL55fcn/BMUC7aM3ZNJzD1ca3lj8SgD+9bXmlCV6MXw+T1roA0retZlOF11K2xWh8lLtAJHsXmL4mt0I9HKCfEMZ5tkUzj33wR7KT/FAcK1i/9YnMvBAz87clupbd4kVcvnywiLPm6dKxKCRY9D+IVudCE1+bO2uBDaEtjsT21uR0BU+Lo9M0DHWOpji+psJPq2hLpQgs/LvIlwXZ9SHXZczWvE9koF/yYuNK56bqWfKMeAZdWQP2zoe9VScBMXMAEfyJqy+evwhZ2goFgIBgIBoKBYCAYCAb+XgbW4+WyrOVaRplWHm1cGSkF4ygY+F0MpMlduhNYm5ybh7rgR9CSbwARoHh6TF9pfCOybE9s4VtcmBozLt283bEOSfxuYDAvGHBCDq+p51ZYDCNwYMHSXlsH0S+5aM5yrDKdjgAGYhpTUnP4rYs0wpmWEd/LeueWfKjfwQIO+TpWfqrZ7pyfz+GR8uIZLXynz74diMVosA/U2MDtOD4ynXyoi8im531/051gKNWRwmgdaqM2PsCXqBSibmidpeENLKWgHQGftFTFNVJkbT9wGX5oNrLDIqh+N9BUTviLGpUMHGQM+IAHGuxbhgucePp34SJCv5OBR3ryKn19VNowztPGhbbjU7TwDLDOrP2Fi16fH3j+Bgj8eOwyHQ5CByZraQ+jjadt12qXb1RqifTci/5EvgmUOFrnGYmxMn3jvCk3xeH7l49v4LNvE5O9Xv8LKcqoptTvwjLysF+jH7cQkX/VKFh0L+cMe+3vYCH1HCOygsOeRgYq+eH44KYWJZ9+c0n1sqQHFam4fPsU4wghRT8BLHqtTovOXM+p38palFjxIx0/S8n1F9hEB/kbR4c6hW/2+k2OUt1S/lwS8aifJR6+Nb+KjwTD1z/prSso56kNYxype1oeG1OaGupLe+UiGVC/IMxSYG8CysdpLEm/29k3bFN9VzJgBwEbQ2k9c/JLEJwCF35kcUmdE2L/IPhgQsvtwgoV9mVLFQXjZaMq8W6pc/+qL6HyP6n+/0f6q8W37Be0/uR+0HAer89HoS84kJP2WNuoTb9prdhAoqRa9WJy7IOBYCAYCAaCgWAgGAgGgoFJDPjxqQ7qRW8aw/tBqI6x61FrH0JcAO5zEynBgM0E0+tQdb6uk2nM+vBjA/wkooCJv0/CBSzCmc6s3R0qExdlltJKBwm9eDoGk/TNDVwB16bQxcQrym1BzTQ43i4iuif7cpLigiQXUu6xt6U11TU008b2Xnypzmkf0gHYwLyKYiE0ATql5Wud16D+4aL7EoOQyZZxn35Ezgyn3nAgjWK0ftlC6A1lVADEdsGXN0ALlcHA38oALxa0+7edUucLMH05dq2r/kXHFVfO5z2b6DsO9h+KxfTN69/s3KA3EOYLHWvMXX5E1LCgc84vUl0rOBQjvCjlZ89b9JeMBR1nhyCosNgfqDvjegXXQZeXulOdUUxISeWU4+yf773xb6kRR9a2TPcXX4W7FqtiwA3Gp4kjnTNJ8QjpUjnpP/Alv1WjrKBwXKW8wPDZelPrrY+Biz+kwc4W34mb2/AAg9tcXWd/6VIlCLyXHFOqGz6CH8ETuKs3YJI5z5ftH6ke1VJvOUZ90j7xXby9pdRhNBgIBoKBYCAYCAaCgWDgrQz4MbOMQ/OhG8fn+aAA1XF2H3BcAO5zEynBgDQgtDD80sQ+LSrgCQksRGAq+L6tss4FD8BFf6CNv5KZDlYu+umiTO6J2haI7SWMwVfycwsgyxMKBrcGqesNdDVyp/50KnuKB7jEUHWhrsbz+ccoB0iypzSwJqdN5dOAsy1cwgUlqT5d0iOZtR2gVmkDTfszSkUHns7ZOcGf0Yw8eY0VRT+65fotnKG9o8wncS44Emd5QZD1D/EbG54kBNV8kmlDdFYS+o6x/gPA2htp70u080VsMPA3MtC+gDGvpP3zFy5qpRub9PwtU6apjRJ9JGxAKX6pn5PQ9oZ8sqXvos7BZH2pPUWc8Jwpqw4E2IPZOaDPrxWj/1cA5JOA6Tp2LgEO/BJfyRBVjo9ZhBstROIo8WJHffTdFD0fApNh8+NTqwPdnJoAeZwK9UJZflpyycPyLTEjIdRz8jUiTxmyAFIYZtqMvbxhRsdfgk/P48A4svXxsDZcR0tNfo8n6A3f0m+JpVx/YDUJjBTjlEzCk79hC5PECIXJvo5Hl0OkYKPkdX5Mn/ahucjQDh/miCTkrSHsj5NI2s3Ht+jXPqHgCmnAArzcIy62YCAYCAaCgWAgGAgGgoFgYDIDxdqpjHoxni+mP9U4OY1bR+d/HEdPRh3qgoFgYD4DRcvvqMcktZ5Yd0SnRAPTCC4YeyGuF5o6TuMoX0nzR5flM8FNewW6Fi9Ok0fq+OPae0g3TMEZR+vbkf5pw3QkBQPBwC9n4OB5e5gt36f58J6CG85L+Qal/sWXPir2tZN4Uixn+vyEUKmcydER3/RZWi6vbcm0055y1Zc/u5nMy83C53WOhmddGKvKkH14pk5VukaLsitXYVldLOwpIB7ue3Kz4rfqvmDgxd9Z5ob0VNyt8kg9ejmuGlOPN/jtVb5bERMRwUAwEAwEA8FAMBAMBAO/jYHxu5WHmYkngIepCsHfwwCeyJDvaKUn7B74TlGa5D/T0xp5yojJ6vACwBUGcXe+zI0Fk01B5eljWQz60jvi0yvf0sQZ34J78Nbzm7BZXyQTZSFCTUnEMz/Vuiwe2jfb8F0sTOwFOcDr7SmZQS3XzD92/ekh0PAPNmXRTMzpUxM7ZpXCHZmZWHu6lCo84iEb4GRICJBGrZ+QOLc9kr/AUm/Jo6f5Ie0A33nTJ1eS0OOJdiPw3He9UtLwDm0NRbSvHOdSD+eHIL4Ua0/I4An9pS6ijIZwXB0WW0Ez2pl959iq8LiGUtLaA8p3dRMN2rahaUNbczHNyy/8LAvLKDNkGvxv9SfyQUN4b9GINp+OuGexqaeOZ3qxp0ap+Np38FiEqKeQTwcpDRekpUTF9+asHxe5RhFbqlZxSfdTnr5CfXvIXn8Q3NWJ74wLv1KcL/CMzkk7VJZPk5LJozXWsokm2YSnP4LL49niy7LG32Dg7QxocxAUHMagreTwIXSur5C+Bn0cXuOp3YjowXmMG+NoG33X1wNTJGufGMVg/JW/S8yMG3v297WIPSGIfgAtNf3EjG+qdR7tSyGKXpav9k3ncO3RtR9ZygPJPmelnH3NVLiCfrzK9xuBhbslJMmKAdr9ZuPTpQSqSNh1dphP96bR683axMAXgAg36F8BCt8lzueSLNgL8Buo/9W+2Ug149rvQzWzkkceV/tvdJ7Cx5eObVL9ERmlp5LdPdT6hLkEJOHpf9f+gYwqSszwPKNxyx98J1VvclN+RJvqlDyX+3ezzjHFd6pA6o/FfK4DWr/F+B8USrGAq0WQ3/K2mFQXBHveiJf7VOfYBh/a/lA+GVdgDJYzpoDXldPgM7NhvLg6mGQcgpxrPACO5KeY2WLJG7Qs4ScqimKBRaC/Zhnau5vY0W/qaj+A9sixmPRYBXGCgcfcK66EUfRklNkvXas7CewXIPav4ANf5Aw+zZYk3trXQxuXcWX+Q95y87nKlGNH1r8jT/pGsoQMHf5KHPtB4ExtDdKxBQPBQDAQDAQDwUAwEAwEA9MZyGNjjHZtPJ9taJrMAHUgjPVHjJexynlsW2Yqx/KFdDDwCxg42pw+gxJd5Hw1lLyQsGXYJvVbEu9I+/xOcIjcd1D3sTb1fPi56ASZnbA/FuIpYGhJuNB6V4sSznorgnt4owntMRTpwUAw0GOAV6R66Zfj0UGNXtZg/8r9ZeNOATAcweKyTguys+Yein34jKGr+Wdg8LjPzS1wQTHfqDVcX7zdkfAJbGlBYkT7z5ZpcTPaDtm27maAGPdw1f3NjDZysWxaj2pcF3VOy/4B/EwrSygKBoKBYCAYCAaCgWAgGPhsBlpj+evj0XgC+LO9HujewgDutpAG1130u97wzhULmOSnd1GzQ/CTZcGFCbTetQwLKMf67vdztnu5ZLFBeeKiQ08OnCV8PZEb43HdiO7EQw28I97i8cQJ7j5PXF6+671REBjPF8bAxads8Bt+rE+juFI+PC0kvIE/XxPPXqdTJ+X6fRTTKPZ3yglLSo7VgXM8oU2jLQk/32jjchqHO9QD8MIF3lQPsHlvQveRTZUcyTAgC0z8UXykfxMsQ/0TdV7fe5/SEyWbwM0tpYCyO/odmol9MPBjGEBjYMsx0PWTrDx/zyoSrPk2mtswAuh2eI7U8dcsq0lPvughhjTs9Hf7hNTHdtOdjuEgGUj9LLAM6Xf+Un7c8bDtWlBsi329s1nHZfAD64TvP/fGt5In50P5TAfrD0tcW+exydEvkMbP26fkwD5zA37kl3GlvNn3C86u1izbLj+Z2iuf6Xf+Ukyesy4Cl0ArqDfY5Al1Bi1i/bcu+1oixQAL+HYYu7I+gQDa/HjJ8TD9Tn7AMnDJ5scY2TeWpH81jpgk1xJ0QheDRf0CNmzc21H+mzHSdznFAsP+qfJ1D4kj8aVyVT0HpszLTL91QR1IAFbBBPjTuTkAI0SDgWAgGAgGgoFgIBgIBv5yBjAgdvMOHc/7MbuEi3Gzyeb5LdbnN7a4ALxBTiT9VgbyLFQI8BNW8OHT3sVPjWnB0Xvl4CIxO+QWQVQ1Oid2UJz0z7a5rY+LxX2W6vz0KfdLCWrJeceDHOUF6HmWTRPYoe/GmbK89PHCV9kutk862yUhpm2pV6eiTh1l6RaMerLfaVccEHA/CgSjhm/xrebzvh1VQLmUF3p621ZaL8+pvvem+qQctf2ga8GJgg0GuqWMhGDgdzNwtaed3ers9bPzfYJOAliP4dX+BWcjuRDRYorjn2N4BYNelcK5G+EjmBIKvQA1q79lyYCjxnJlfHGMFeMhYdA+/2D+lTheNYuypfKR56GLSoJDfUQ++udoSqzMNyNq/zWFisiljgETrOHXx1NkHjogRwlbzrNVMqZxnzPdGEhjAPWLlL/2Y+bmRgiFatavIjIdkBe/R5gLTK08V+PQVkv9S93xuoGDv5n1yNuow3XdqtOBQzCpD1+FqcYQx8FAMBAMBAPBQDAQDAQDv48BmWNg0r83XFVibG7cHmOvmYsLwGtOIua3MoCJns7zuLCPvZv4afpQK5zMIGwSU1u1opL33urXLh3ktvT1WF3vSGqADFN3xtkC5XUbRzWoXSECXKAD7DHGu2NUf5rc27eoQJzlYlmOYijkc33CAoh6KOtf5P63BF0IZcFX3rAhrKioQuJcUGWO/QEeaJQflBfK4EnjYK0TabYZvhSWnT50rlyKunoRLOXZ3ekC8q7USwRQPvDCPQ41fNI661OuewXng0oTv9baxIcrQPDb4qNBrSamuiUv91r3UD9GtXCRDxnwS/VIfSph7lVdShtVfYdcq44W/FZtYAA/B11VzjvQh85g4C9jgP1Hu1i532wnp1j0K2Nb3XXml6ZIdvTVlo73WkhHrZ1/6tHO9NsrSIJT+5rhzlU1KKaEpdUvs/9ZmduNIG+p3wa2EWhZDuci6fX0DSc8Z1Bnz3jZS2b/UqfeuQwd+AEM6ke68KsyZX5JHNhSHu37Ez7oam3+/CCca06B4etJK1s/zr5LrNboSG/bh7vjL2gXDSKL781bxTSLwMeSQD3HG5ba+Qub6ue1/75Y/oQL/mH9wljZ/AWLqqBhb+MiPXV3YMHXOoaUgnyhYMk2WiM2llMPVn8kVTFvS62y7Uawf0p1SOVhAw3SxRW2jRuImj8ge9dW1y+HqTBJfvy8o/LVrn8Khf0DcKG6jAd7z5JwkGkhRmLCXnDNst9HJimVP8Um+yCt5+pHEcsNCaAFb8a+qTwSg4FgIBgIBoKBYCAYCAaCgZMMjM0ZdErpLORhq4trBeMCcIuViPvlDGCSKpO93PYwMX0nJWPGP2JuyolzXqYZwz6TXZ3AJzK4aMXJfduOCAOm+3AsO9TRjrStl7Fc6OAx9lKnhrebPMtCDuNIgkpKWrRpQct1QOTPLua09B7FOVEe9ajlxXMmUDj8jtQBWkI+VFagwR4/vyWdGo3wEdSQJzbsz26+bD37LHsv/aztV+UT/DX1yTTqij7kheMtGotzzF246U/RD7xbeO6CEHqDgVcyMOP8U+HVpzant53UNoFXdUsDxb7Trygk6TN0TJNkeBnDw/Wn9fHxC7EoEK9uIJz6cD3XS1ixsX8fyL4SQV7g4L5RSvp4a3yhaSST+5WxnQhgwK+6SLaTq5+cntBMNPOi5th5WnBouYFne2MdGPN/y3/b+jmulmfjRZB44KdZPMG++GxVHcEB0tJW+B9pHg+FJu9hM3/OBbpZfoQTlwgqeClAbt8aecMfT0hdv7y5F/HjTWrZPSfCloO7zMuATbha+dsre0eYvv04YO8gI2wGA8FAMBAMBAPBQDAQDLyMATdopk2d61TxGifD6BT9+C7H3szKfVwAJhOxDwYyA2g0aEFsPJz8YTLIMNLlVyxASNSdGxce2LrFVn7aMj8xAXwe552AnG5eFMxR5A4RwETessBLAssCQ2kuL4yljrJM9QuOcxa0nrgipP4rLS1H4IuLDT4W3ya22og76PN2ud6JLSxi5e+rrW2brUY86l+Tt4xuuZt+iRoPufo9nuleSa1HO2XeRpB41BO0eFKd+mx4fFuLpbIeAJAH1fDViDovc3URTus4MCWMaUDiTVwLo4wTynkNRJFbF/GljaLEfnGzEFod0IfcrwQmRryv/51YiFD1Sxgouv/OeY7n9fH2doy8ZXwg7VPPkWink9tqHjMN9mfKhfStO0OpjP1YkU9Kc6xUcsOj/ZIliXwas2Oeb5f8R8dhRIBiubByKMfkcPP8lM7TUKF39DATIo5s6XyotoWvXNYNHaz3GZ8woefmhZGN3AeSav+Rq2SHOFbnXOCR34oS01dpaeCh3Y5f6adEFurDdlsHHoBJuBsWr0eh3nzJ4ortVV+3sSV+VgSh3H9yjbyOljwmxsEb6irrzco/oyxQb8c/o2rUj+sKz/5b/UWsozpvlluw3Vubbi5GqA8GgoFgIBgIBoKBYCAY+IkM6NoDxuLy07G9FeJL3wAlUTp2Pj+LSLOGn8hMYA4G3s3Apzaf07P+g4SuJ/ZtBcDDX1viXbFPXIh7FV3vKuQtdkd9f9Q49M7QjQW4z6xzRxlZy0u/o1dJZvC01n4+hni4P6+pzvn80P4DOPFaULx6/3hH8oLzh7ri/ACx9kMcBwO/gwE0HLRP7Of3Z8ZhPfCoj02q/HsXJvZfIxgSIhV9FTclC2NH4OpsHyuF617cG7O+SN3F0WLhVOhW/51ClDKd9dkVm5F3OgO79UsFppsNhcFAMBAMBAPBQDAQDAQDwcDPZUDmjvmO+HoeWa/rHR9PxxPAP7dmBPIbGbBrR9KgvmRpXxsgGpdchnjKHdFy18Uf3GkuUXWTvBFSpdoWSeytxegIEph0Z0glPPnQvjeFxbWH3G3O76L9AQblCt8IA1/yXSXwJCTlJzoM8GQ8pTqYgF++nS1/VzekgU43EXRijL28z9fnAATG5IcnGHCI7Tt36nZsQilVnuYGf/KsQcJmaB+pHj4f4N/uzD+/Rin1J/nKULUX3TyHhhRyeDJGm4a1B03AHUqpLNI+8tMajEtJs3f2LbxSq/KWowwAT5XK8AAm8vqAxyCPjFLRUd9Xrsu2fIAWlzjcbKA3HIhyTdW+RNL1KYlFbjuU6kgWGihMlr074LFV9al4yqNK24GlnKEtwCmz+rcCTw1A8NEnlONeRaXfAxTtOPQroRb+wrmh1uWOoUPdle7my0nOXo6bEWjUDcVwjP8ZSEJHMNBmAHe32oZ+Ff0rmpC+cln2uX9ne0yy+fzSeuKvkk1Zmjv282UiMKFNLo1ZWwya08HBQrOlqVprm7l8CgBnBdjVg+qP8WT8QCt+CijL0ZY/8zAuC1WBp969gn5JfugbUj/H8ZLXtWTl+O+/4i9gkALJLnlOkVG2b7+lGW87gT4ZX2s/ZX1rfq1wwkbdq72kf8nYSP2W3mxiVhKKXC/c+GSlBBHgAXs5T+v5RjCRHy3d4FORWgboASbBwNcGZxxI6zCkeSVN89VcyUg7VU3WXy/BOGhvbxv+k3Lq2A5ukO37yzR7/awb4Kc8Hy+8eHnTVP9dZHNK9h9iUMB/pR+AJs/R8q1W5Yb1l21BC9/QDZUXt6V/kjlPImHhusSp/ZMkKvzcR0HGiN3nZw+s9QdfeNpXN7yMmzwtWKw9URftA4MhYG4FqtCwJJRjmfHgvq5fVo/li86qh08v/CNzGMWnbUzwaNuHjJXNjN7hS+LD67LFirYxs6Z4xGllv2xp8TcYCAaCgWAgGAgGgoFgIBi4iwGb38lYOA3Fdd6PSBmj2/q2jItlvPwo1iMwhrYx9iiuY9KjWkMuGAgGbmSgNUHH7J2/G003VevKQTPl0yN1ATQtynweVvLKfcvv70BNHNy/A8OGzQ+FpYgVG/wpJ+tPxrlB7zuSbKHwHZZHbB71JYdd3I/YmCHDfmSGrtARDPztDKCD/rROGn3Gp2FCPZjYtyxX1aD4xEZ+wNWVPpZlkv790nYFgzdMPD7uaphcndFzBx7iOIHrcr2h7Vn7mp/6eJadQT1D/JzgfdP8qL43c7NZhkgMBoKBYCAYCAaCgWAgGAgGXs1Aaxx9dV76zz/xBPCr/Rj2fjADMknVW7qvN7zDJOjt51xI6k2WgQ93hlDusJULGcgJbPNHdcDbw0yZSXt98kN0pTvjl6cVjukfWis5pnJHGpwlDoUq4tYnUKTvx7E9FcW747k/e4e82AJHu3XF+471ajkZdXna1btDx05y167mE8zT2qnwDH/Iojtr+A60frI6kXxif3YD//xBB5Fxf1Yv813BJnXEbl+jsut7FJWQ4Neb69YxwOZPrY+gX6oL3Jzbb1cZ2xDbVFfwQgJJu6AisgYDb2CA7eeutr59/nAFzt//dXFTgmib6DDw22un6CtSv6rdBvsOiW5sp3oUEnK4bwUuWkRZbKP/vvnUKxOae+bzXKCMGOMcGN8Ah477El+0lfExYm+P8iSfPP4n4YTvsB7YITeCKeNbYiExtgEDf1LMvSqzqRR60tSf42U+danjJkneKyvl1D8ciyajZ8/RmR/4Dz9s5M+O+n/JDfazt7I+LW8f8HYqnJkf1J9G2h6/XvVmOOlW7hZBPmUr701ZIl3oWv1xippB2Ex1ItcvzwGe4jZcf/4BP3iSQf7S5a061bRzNtLjIy7s76g7ZzFGvmAgGAgGgoFgIBgIBoKB38lAmgvp4BhjVJsP2/gd49gD8+MGgXEBuEFKRP1uBvJEVNpXnpN+HCWYrKbJqy424Bgdwm/fUod5iYZrneo5037xYe3HZdHpHdh6JQJO1rtqEbCXZTN+tLV5rloKiWtPrpW3jrP6ZK+Kq9P88aittW+9lt2wZke7H+VqV2MSAH78YOAsxtmYEjTg0RHPKMfM5/GgTMif+kyK9PZ5AbcnUMbnc0YZPXgkuDzUwVzbYuSK+23pSA0G/moGijES2sRWH+fTUsM8csFmt+9AeweGPRz0CDsH2aOj4SGTr+wzjlIJkF3ZlvHKAS2Khf30KDe1frzWNREErlod865/oFNwQE6rgq8Ptb2N4zqb2j0zThIc+YpdrXTD/mYS+MW5sH0+5KufSxXIg63eW+ycv85/uwqFC16gV26BaxY/3viRBgcMnp878Hhsg+GhOj+oa4LYN+qztq8eP6+e54jPlCPgof9Q0FfjmEBuqAgGgoFgIBgIBoKBYCAY+KEMYN6R5mcYL+unUnxRMGaV4yNrEz67hOMCcEVIHP5eBnStSBvUh3CgE2RgwaIRFyH8go2bqDL5QmdwpNRcj1I00jdhwc+Hj+iaJnuh7Fae6x0qy0J+uB6FZQU8FYO1SfOa852mCXtukYYLqMgH12v/Tx8j7vIm9pQnSwo3AABAAElEQVQveE09t6lRJRRMElMsiGCkWyg55QcujPpCgiPDlv2ziVISlUP4EbgSphN4bN1YbCc4+L4hnmayb64BV+m/PVianjuYIekXCYFfPIXBDdzJ7wRn1DB3DzziS31iBHurD9s2WJcoyzq6lav2J/O288CVzAHt/yZofPKtnasVSy2ttLNx0Cm/fP6gHt+2GBf7YOATGLDvauubFmZUU3cuRenYLvHJ0OWchbDbcnth28ceGQRQpa/ZD9UyTnUZhM7UPtUm7ZVSS/uV/gz9nj5Ni3Ald/iQfc6iyM53C/F2vu0rZroiT2o4ZtGx4KK6r0TLBCzQwvEDsdWcSDr7/ibP9l1Pza2FAV8CwgpmGJr5WvCghTi4b8n14574FrGWi/lBCPjll1rr8jV0Obz6xKQc41/moZFlMwr61C//EWrE/vM/Mp5hjuW7yOa/Hj7Robj8mIG+S7roJ6oe2jf8180HTuWHRg3TigdxWrhurmMJHEO4XFpfEy+rMiZMEL+FH4dDgqzWbHM+Vfs6xYBY48TaKzDetZV8Ff1DMkms+K7zv7KYBZlvfUIYTvxXjq0ePfHd6RW/V3HX+IyL/A3lZM/OD1dtRf5gIBgIBoKBYCAYCAaCgWDgCAMYC0Oecw2E3Ngd4+Yj6jZk4wLwBjmR9DsZ4EQVpS+njTaZfj0rrcWY1AXoAg7C78I2woZg0x5tVrc1YJMrJAOixp3DlhdPQGuL+yGlx4S8zUbOXJxa7hZ84GK03CKLOngLDhBBvzg8noOuXeaDjuub9gmbTay25/AW5lNb2NRVZHjRAXBJGVZ3mR0wnyvpgTxDohPI0jqDitrzSw2E/hyTv1Z02gKGMXs12tUxV2A1YZLOlZGICAZ+CgPSxti/7Z4/pJ8oziton0fakG/PLX6O9mdHbLfs9eKAI/X7lQj7s6IbqWSUo44Ax9C88F5nXR8DC3jDz/NTjsDX+eqY9ARpUtFmzvunLTHnoiLON/hxg92j5UHeFi/UeWZf1++1Dlykw/ZVtAPWFc/fOu+1mBH/0QLwwNGJH23fHX8yy9175e1Ofs4W4LMwPYWnJ/zGjqYuVqp/ZT9cC008zn5jfcI+tmAgGAgGgoFgIBgIBoKBYOBdDHD8jvkNx6jXscQF4Oschoa/mQEsgHByiMWGKxdILvGUFm38elJXH+8ggUB1d343z8kEXSDCN52wcEMd7KzkWLlDh8UJdRIqFpaYb8Ye+vmDPnSYDg+iis1jSwmCjctIWzkLNTsHWnV2ZPJih8DnN7z+sO5VeR/fRFgljB6Cf32iiHqwxy+VWO22lEm6pPEbXn1+uNB5T/3jwnLffgv7mbhUl7T6whqOW5vjrpWMuLoSqA/mloC89CDcEw9OfD26x8opraznuqcGcE68jJu3922TVuZ6eRSrtzpQP0fVhlwwcDcDaK83buwnlxYi5ysOUbRvYD/fwcHz4xWcmndBsF1cwVP0YdvS+6liV8uAQtvTeHYthudtauidvxMvWoYOR1SxtdcyiQ29kAdBc0I+zHmBq4clnX8Ui8jRdTnvaIC+4H4035Zcm5tc/3axwk/CSa6bZotajyNFTvxoGOHjWgzF1l/Wo57PfN4R/+1hrAjy6i+HhaOq7YE12xwurbQ4dnEUW+2P8LPKvERoncdh6UfWrx77xD+CdDE2FtJ+JOPyeZI19DvZXUD4r8wnhDVWSZ/lhrD1c2SgZSCDayVGXDAQDAQDwUAwEAwEA8FAMHAfAzqOxliVg2OMoTk+Lcf8Z0BsjYLP6Is8wUAwEAy8iYG0kJQ7yz0Y0pFi0UYXbtip7uV5Z/osjEe6/Z5NxPfS3sfRk68Kfh+EDcufydkG4MEkDk6O1KtB1R8vRp/esZQ6ufCf11wnFzDUBQNXGWBfdlXPb8g/q7+/2jH9rT4jL9y/u07dheNv9d9d/iJfs9qfx3nGx8RDPXfgou4z+xrfGR2RJxgIBoKBYCAYCAaCgWAgGHgTA3q9Yo7teAJ4Do+h5S9h4CHf7rLpIiaxcpd2cz7cu6/69SQ88dEi6RAeupcnOV4C4Y+8ucsm+fZFMzfhx9OhwJCekCG+PwpMvhuGvdzVMh8n76gnAXAcrDQuzCg2u5Pm8e3TBXnyt4+lxjv25Sv2YMEwfPPCtD5xjid0wKqgat5ZP4jM3Xlv17yFH5jL7zf29RpEiD3vKM0PHGlDGvAkzhhte6+rTBk/EvvpsYCnf/pHbuFftFfGBZNdBBYrHvu4UZXM51h8JA//cWEZprB3PJRPLdAgao8hJFtP9ZsqUP1PfAxaNvOrBof/6Hf7hAP8gxUtL1TLseHBQbKfvquG1NZG+a/sRGAf3HJ9Qj8JDdIPSbG+BdsX0i5txhzKptSjHTykTI57qAcH6w1llz5GOZb+XPr09TP9o/i25J6iF/ik3OSvap9Fbk0rYtbQr8bARsG91QNty9rYrxqI/MHAPQzgySwZWSz97CUz2iFK/2rtzb6danHoq5ZW6McN0k9on8E+RfpTtifuFRNyp569aGsEzF4fx4slhLWv1j4MWKT3gt6N7euLY1D07cS1kWEwyZ4QlJewujfa5G9w9swI7i982xaOwrc7BU+JycrCpw93oYg+HR/ivMHxq3LjOWH/5bSRM8gqv8AkedKYVMMUVxkecO/1M872T5wvFYP5rUdFmas+Ejy68RyEA2iC3b5tSNmWyoVBCIov+6X+Iv+/rlY1+EladMfygx/5fX1hz1LBf75+WkbvP+Uj64Ms7GGf2ldOqwM7uCCuPCPQ8B9xpSYLqbxhHKD2iWNdhix7KmDfI17GEDCHkYb5zvgxm9qeaUPHhgAsaQk/81Bk2Q/wswhLiHXKIh/faenGICVJHizfc17mN+TKRFeMsU25mpWU7uyIS0ZCUq0w5rLaZX//gBPdpLwpiLaOfyKdZP+kcatJ+jeoWMyVvyW+WtN3xucZYR5IH/VTbSGOg4FgIBgIBoKBYCAYCAaCgT0GlusrtoYp8zTNktYPZOzMGVwx191T20jnjKGRFFHBQDBQMsDJbBn7a4/yQtIeA+DNT7D35F+V7v3pw6+yP2rnDmz5FDIK4kfI6YLyHXRNKT2BfWJbuFLANIzIi4hXdM3M+3fW8X2Gfmu595kJid/KAPve31r+VrnPcsL+ZeL00e5Ia4EciJuIY8Da60TgH/qI+6vWZ3A1CwvLchRTbb8+pt4X7/Ndg3fbPcoX8HwIR3dTE/qDgWAgGAgGgoFgIBgIBoKBYKDLQDwB3KUmEn4dA3oBQxa3iictMNnGBRtMoPGzizcvm+uLxdbGJYA8ra8W0HgXf/mEYkvTmTjcIQ0EXAisdYCjhFDvhE8o8wWiV91h7XDUEHms+OhfRt6IDxwIbfQPLdpe0jSdXk31DRgZlTJ84Qkc2b71aYgUeWgnIGCrexEfnDS2Jl8NubNRWn7Uq1R/6oIf1Qt9VzflSBygZe8pgx3PGe2mOM1b64APjz5hgDzgJ/mv4qddr0T89g2YZFP/WXDeX+HQd7jC5XLo2yotIk74V7+Bf/qC6a04pp3d0x/IL/bZXk+3z7M4Il8w8LMZuKN17jPCPiL1Y+wzNvv8fa3W96BEvY39V+88ADz8LTqIdok5GsK5SPKkN0RAn0e59K9Obz43IyMRcO/kDgdhGb+FA2r1mNpqKSmYMr625H6sWFN/71vd1oX8aWqdxx/EuZ1zlarnD+jjCWUlsR2R7ad6VqiB3gO4mpVi2/x+Ku2X/luPY676ZB/JIgGSyBfxcW9SxCfPri7ZNJyOM+8ueUqQOLhHW8SGY49FIz/gj8OV+9I34fQ+yVg+gKKAEAwEA8FAMBAMBAPBQDDwyxnA3EPGzRivcnivjMhBng8iAnLLnFlFDv6JC8AHCQvxv50BTFjR6oqW5wpdrKC4+HcGOaGWzgCwBeI9F35ZRs9B4kk7K+KgXNrfsnBU2Th0CJzyA65clOud6SEIPWFdmACo9OtcQLrXvz1wd8ej7WHrtT1L7f7Ni7fZqV3RsQTgOIllzMAJKcGjFzbP47qn7gAP/XeiWKssqS+BT9Wd+JPiVrLvjEjttIBQvtKwSDp90Ct7zTnxfCpfpwmIjH8dA+f7sDupuKd/FMT53O7b8sYEDk0YrzXu3qR1Jws93fL67OIGyZ7cSLwUEJzkPn7J4xlaYqsQ+PGb8psu3Pn4ofCQxSFNJgR96Jvr/vmAinxBsS7oRp0ZUH+ufqM8/A0YGRGpi3XJfyMGb5RR7NBfF2q+TX0BXOo6lx7U+Uax4PjTNmLC/n6epGPpE5Dnq8TUF42UYCAYCAaCgWAgGAgGgoFg4F4GemPjXvx5NHEB+Dx3kfOvYsAtHGHBLS+62QSRd3zjU2Wv2PI1HsxhaTPtiyWltPDwxN7Nd2+55gobioEIsEeEGE44yM1X+nbt8o0lpjieGfWqfYFRsANjvssGfp6Hbe0/1CnjjXVpXWxgKGW0vklWxCIVG3Tf4l9T//P/KjkL38cLxHoA1kVPayvqUi1gPqxjLx+n+gM9WMQFMtaJWnerjvmF3yJdFPGY9a3WN/+4xRFLs7QDtStc2zci5Yh94XxABzTat9a/5O479HOKVnApv4IVXwa+3j7JxR6s6mIALs7wLkHUUfxcvdnTFunBwCsYeOJbsrqlfgB1NLXtVs/wGkypDauxqv2hs83bIEKUCe1Pz95sp5XerNMH+A3S/0rfIqRUF1wHrXuFq/B36vA5zPXj2nbfZZgUvWa6ggJa5AdDyeeGI+lEF5biV8BzBOoP5MknMsBJ0Cu73T6P+USWm/aVPDixz/kxrRZsT9kX9WZEJ3ChDP+zPQnyd3uf7NPB8Te/kzwCJcsAT8KV8eTEUwFr/23/pVpwSu/5TOyPRjWAD9mUFwvaX+hhW/fx18NP+o6NVlUmHNoWrtu4ogFtVj2a6zyOUrvMN7Lew80aN/2ZapP0BwYL3yoWTBwj/fP/Uta61jH/WnPEBAPBQDAQDAQDwUAwEAwEA1MYyPPHeiyatOf0KdZUSVwAnsdlaPorGEDjyzNYVyJMZPH7xI3YEj7pKLhG8PjudCaXiiH8FAtsWIS4w84lkDuZews4O9luTxZc2tEDn/izVRWRkuL3F0pvAqyGE4c3mTiuFng+DZMvxWf0H7oQnGDxwq/1bf365kvxmjD9yP1ncLdddjbKrf73bD9JHrYRdDuMvWyRHgwEA8pA90aZS/yg/0Ibxu9IX3a2v+iBJQakj/YpXld6AjgV4Ro6UdIZR4yNb+rBEcpz9sLNGS48Lz4suIrxsU8bCGP8h437VpmYNmSn5Ol0/eZFvCGbVoTtv8DlsV3x37al+1Nn1p9ttN5/S20X+6wTRbt+1QXXHmbPi8eY5KfVpZ79Vjz7X+AhjpZcxAUDwUAwEAwEA8FAMBAMBAOvYEAGpTouxuwaA1Q/hp5rPy4Az+UztP1oBqTB4duq1RMXtmCHxSopXLXwdV/TPENkms1K53HvhcHUMaGTUq5aLLDzwh3WTF+WK86UbnoeLJhwLaBQPnHRJH2r19SDhxEOAKqsbwW82QfKA/w1uiV8bfJGlTg51Fva594ljwR18QucgWNf3y76Mp+IR0A0ZDS/xGPxFI1Sn4xvyA1HgSv+hjMVguu+IfkTahH8ARsvXPNCwRqy1AH0TeR/LTAhBnWVdQ3hLfLY7n19RF6QHlswEAx4BthH9du3l67Ceg6o4rqHaI+pbWpfwfa4cx5iv7JnC3Ls+xXDVh8hAtCnIsTUnqKx//MXg7pFzAnsqxDhw1kgB1j6UkpitTzkKIufDKCgpQUqov953N+zXy0liL+M7R0JhjxuMP+M2691wjJ+5AjhdhktZ51WH5vU+b/k5xgji702nvP8LJot1MZ1rn7Xui8c5/Y9oqPm6F83//Ln+xFdOzLa/rwM+asxeJm7w8RgdtR32oy+8Y4UiQQ2/KxtmdQ7/gIL5sbEIXs203fACZvBQDAQDAQDwUAwEAwEA8GAjpcxTm0NTDFunTvOb68uhBuCgWDAMcAJo4v6pKCuxrQ6jE8C+VuxnPHLh9e36Qs5iSOs9p+h60dUrVk+7Q0OrpAwC9sVDBt584LdhsynJIHKzTq8mfgppQgcwUAwMI2Bk/3rDefD5xM3IskkUvvUuZPJ43Sd5OW4oR+YY4ZvZp5rZuC57oan1lvWG/0a7nWlqxM2xliftM3048xyjeCSerN3k8xMSLu6UI9Rfz6jPu/CDYFgIBgIBoKBYCAYCAaCgV/MAOc98yiIC8DzuAxNP5qBP3JnsLzeDnN/3v0tk0QuOOi3bL/xRTZZQJP03BRXTwvPIYF32H/lb+U9BJtNuL9lQo27rHUxD3AFl6RKiBPyZ8b3uAnfdimFRHCJ7ytJQZ5PfM8MxPpJty2yzIaH8uLfQoC36VArLvG5RD3zU5lr2XP8pScAnv/958tdnDf/pW+GEkquaxZhPkUtg4PFryndI7O6cfXJAtGPhRk6oF6kqXBluFhAFmyKRxeTcWi+pMzYnk+meGl4A5r//Yffju5qrvF6NRq+wg/y0jL2DK+MuBTvoSQnvFj/gTRtsIm5RVbr6lrtZgy4UUTYgzJwsfIBMS+2/FM1DP/R79Whv7D6xp6DT0mcq//ixfzo3mK/LNSWf1AoKZKWE/0HFnp7ekqty5FwL4/HPeS7eZJdcsufvCHsj3PCYOCR+98/wr32b/p9PujEEyYtf1A1/QJZK2dZv3rlZD7qae+1vqlq/LFvFbclIzYY+BwG9ElWqbL/otqe3YpzAtsR9h2lud/06XU7q48TuMJWBzD6Bv24ruhHJ4Q82WYjz0pnq39o5NuI4hjRRMjJksHGEssxQ2tJpqQ9sXrqCpE2b8qHGvV+wdi7yLx7wNPLg+NjedNKZkt17ZXA8HG8Zec7jAfbuLuAMg+ST87BX1/YCxLFgLNWjcOO209u41yCjPiJnOwefDq9C6CXwPFVKk8eH5ClXj7GE4vAkPG7ntPIsDzRrsUT0XP4FmzL+AK4gDXhTbwZH8AEMoQThe85deOIXEbIj24LFp+D9XG5xMwSQwpPtsqmvjcsDx0XIxIbddrRtb/UlXhRmwibXa0u2QAxcp/oyumzAvxGOX0lehP3f2BaMD6MoTx/yZZP+SjnHgxU+GDT1xvgI0VdPK5eDVoNsWAgGAgGgoFgIBgIBoKBYGCXAR3PixTGoToWdfMzOdbxva7RYzzKQeuu1mGBuAA8TFUI/moGdMY4vwH+vZwGV6VvD/Lx8fWNi3FlKeccHeQqGz2bLyu4NwCffirET61vXOm/1zPntCtnktWN2dqKdgXa2S7FusXZS3oiczDwkxn4kA73cP96T/u1m/F4AQ2Xt97RN82uTzPKAE5m1JUZfqN/ZvP08/XhZle78GplmeH5n8/KB5dAF7g+qD5/Gp4Pdl1ACwaCgWAgGAgGgoFgIBh4BQOc0cyYi+7jjQvA+xyFxK9hQO6yeP6fRmkxgcXCA9IbybdGoUPgb8tQufDEJ/yevEixlXV6GrgSpfnJWmDziwAl1nnmRS/uomEfuqsYzgSuKgMWCfRunF0FAwIJk0omDpSbxIG/AyhrS5UM9Q3bNCym7vpf4JvcENRv4ETJkT3rS+JpF7TIo65rnWPe3UwdAT51gWSvaxRLSy358vpacvfHsW9YLCVsb+nfFhQ+BIx29xsCPkXCb28PqGv4L3/0KWMOowAU5whfT1iXfBzLg7rAdMbFPhgIBq4xcLSPxTkHG9qo/Or+RtOu/AEe9BnpfC5H/WEZjFd4rpgu8vqCHeEIeMCL/PRNB4XSCwfA08YBT2BrpyKFEgivN57j2k/aVvI63iM38NG/+oYHSO3mz3196sepRk0A/TbOooQ6FqSCnfNCtquGDv8hP/2MwC1cPPD2HikHYaUMX8n+ufuzoIx8kR/uk4GP3gErCYGPGSZo+fKtPJGObbf+MMve3vtbmiP5L+qP09HvX5zQ6WDPf761Mgyu8EM9etXWwiekuf5X6/ar4ISdYCAYCAaCgWAgGAgGgoFggAzkcX1jvuevQ+iAnnONhiz1Hdxz5fJgthAPBn4JA3lRpp7kv6D8MIkFtxOrLFx44FLiC9BWJqSzUu6qaD3k4gAOLiL0nWTL1FAc8GCR4ndsuTpJ/eqy3/XdTI5QwcH9f48pLbD5ukQ1b2irNP2CPfzH9t031+LFpIu8k6jSOpV19W0nBA52q91JflTM8v2GLs9eMAMRwW4N31PST9c+B8m+nD7ss+KCgscgr3Vxhy7oM0U4GAgG7mbAdxNolNoYU99D23mCxoiRvesLcNGhOF+N5BcgvpNYZXH6j45bFIvPv1LeiDjTS7VstPr6hjmJauVeJIEHEhgbj+tc8iNEC9xXqWeKnFQU59dS7Q86El5yXUlcO/Rk7QJNTtte0GE53Jb2dK/TN5teFkfnARZ8J5ITZXyG8/7VjeyereNX7Z/P/9QbRfCqZfAAjto8nbfQz9n2H+3DZ6y9fR2REgwEA8FAMBAMBAPBQDAQDLyKAR2/cria52Cwzsh5SOIC8DwuQ9PfykB+snB+A2xTxm8Y/VemqmKT32lNwq279xUZ1wtE7t47wFuo/aTah50sF29OL9o5XQhSn07o/V0xjogqy+oQOrTHdZgn4OMiRGsxsOW/Fa4bIhQTqMmVBQuoEqEcSLjg8+5FJywMgXPa8T7zYUdExufiflGQdao5DhjgxtXw/AQJr7Eq4we6t1yXkBH5RBG+Tb5806/lGI+gTNc2MVCGMld1hPxaBtYp7BHB+tS3X2laHRb41Ibogr18Zx6yQD9texWaIV3T6cl4+QgHA8HAvQxgvFCPGdA2fdxRBMiPLe21P0PbT9+cHBpXsK+SPeR56PVqmH9mXGiirmqf+1PhRLGkvq1bDl/+Vj+IdCvQA/2ydYtqFNLMrUMSl5ZRZTyYtkqOgh/mpnRt31uoZUVVHmOb/8+Mn4H7e9oT0ht+7fLPsqM8S7gO7Y8/v4Vd+Xqxvk3F/KTHSdFTUjfU1+bS8dF2Rf+RB/hs7beOsVPRW5yVCgWHtm3EolzyTWT9FnXCKmmPb+Ivc44emT5I13rkO9P5zUqJD9hDe8nxo1aOyJX+y+3DtVO76GteQn3REC+Er+os9dG/R7C0ZDlnZhq5sWPzR4rzHQ/FYx8MBAPBQDAQDAQDwUAwEAy8mAGbf/jxPsardvzA2F7nvz79OsC4AHydw9DwVzCACWmrcXGGy8njqwvbwrSPgYsZxxdq9nUfkwBvFXd58QSauBBwTOsiDf9cLOUNHeuC7/NC/qJ0n3367Fz9Gyo13HZq0YrYhqx8iBDq6Rzc37L6pjVe/ows5hoBix/RNxBJXsi7yNI3FtDZVWp7osLFLmPKgQyReLkUdxocsDT0ZQBXAywo9AArfj4O8WkruEDcv8a9QLQj28ffYCAYeBcDrb6Cca3+aQen9lvoD/Bj/0B9O3mHkolpRDh1NBAFrk43ta3pDPYWRtGjYz+m9cHk8WtThP07cKF81LddiiJVcSCmaSBfQB07BTmORaMfX+2fnwtUH3QAXoRX5UnCxflUDlORy5LfBJ8YcDFRDZ+pj+PYtDalgvX9Byn82lieX6pF6Gunj6NpSb6E9ZbhA3FSfvEXW9dYOzqgfkMU7W/lt9zeNzJGUjAQDAQDwUAwEAwEA8FAMPASBsrxfDmrwDhafnxSZzKeuAA8mdBQ97cygIk8miantC8qpy68rBcRMMH91nUZdA6C5WUTXIdFbdaXEJkOrl61wab8wNW0JzBYjiv+Bgc1P8YJFyjyYiH9d8XcCN3CkZYMJxS9q0jwVYt7fTXep3LSUr59XD/nUIrqw8kQT6C8adOTLWzTbzOQwKn8nS0X8dji1oP15QRTUxfj8K07rbPwG7jSg7OFzPly/5bHRqI7q3bhZmGAg/XT6lNW3AmovWyrI+Sirf3KU88al4ElCfgqPdmS29biP6fm3qDantg+70Ub2oOBNzCAvmK98fy8TkGMb1ON/HqRSjqT3EfX/YP1lLUmtaVtFn0F88/qN4iZe7U28If20efKLz0p2yj1gC7YZieL8JqXfSWwjB/1IAfRHChb7pfRTzMfyyrah6ExDzGIOtXtjgFxb9O6coQT2h14gjKXdQHB+p3Hn0uSC23pZvmGicp6tXkQk3djlvCBtv7sn938Xtd4mPyUOVI9Kdo1OPrX7q3wWFi+UsG5I1+fEBb7j6T/qU/Ysv4u6ol/27+L/OFQs3zEkfYJ62HdUzKwflIZsfE49sFAMBAMBAPBQDAQDAQDwcA7GOA8rh6v1lhkctEcc9dyx47jAvAxvkL6r2QAM3c0QD+DZ0GxABGTR7Lxmfu9zvMzUfdRtRe9+vIvTsHq24dDnMIIVipbXcJR5Xm18mjGnyAPgmaQtFXWT+1/P70R3O2XLZ9FWjDQYyDqZY+Ze+MP9qPavc32lWDABbRP7zrvdUTW/sx3doOQ95NieHhjU4Z5MVDXodHx+t2c1LguFvOl2VNdecnYsuZp1H+vIqTG9yq7YScYCAaCgWAgGAgGgoFgIBj4WQz8Z5mA/izggTYYuMwA7qTWixd2HwRerIq1qe+vP+kVUvIF3uf/xAwWrNJiRLoLQ2Jsyws4jJix/58tBT0F10N+esu86OX3lAQP/in0b5QB+GA3o8og0jJBPj4aePBWcpRby26T7YeWW8IgLG9f8lCpWJRFCX35F0S/wV/aGnewPC8teonH8rfbYEPsCy4tM/1SpEsREj71p+B76i3yVibCtL2Vi2rKtL0j7z/opv7FG99Pe7oixyRunv8IX3gyV5/OTannQChI7z97HZ18fU/hQHe23i3Qo8Kp7UGwPdXvaC9Qtq+nNkAMjy/Jz+xpzyqneYr6RS3LAtQz4dMU9T38RoVlkLn9vqg/K1v022LP590NQ1/tO41b9O2ffykLXVKT5An3pc1IHCF2wTB/+ZwUvtGGtqDekz7E/AkDpaIuPqVYhJN6+kybm6bBD52t0Q+U/Yh0G6Iay9Dr9U0zyCdbFi5gS8rD+qQYUo+ohSyx2DfqXNxSlNSLmp0sBx15kx5XXvEIbh7o6Wofow2n7YH+u9gWfyB6nbcQPngATODd6oo5t1H4g1pDPBi4zoDVe/Rf2PITbKkDYavgUOe6PdPQbl/Sh6Z+WOGgP9L2jfEDsKEnsQ7kod/2JJp1n1acfyiG9qdKZC99q2lb+gR0mn9SL1Ocf7RftI6G4yuMpNYbep20pX6Oh/U+9wdqz2MwyT4/kv78r3uhipVd+UFSbag4LjpLl5L6pzx+kP4zKcrlgbRXzhMLuGnxgwqTz9u0+y38JI2aB0q9BTGgedhfwl1WPkjqONIC8teDyZE5UA0vdTz51EJZvtWpIedkADUf2GAfeBifAjzW+oo0nk8Mb23fcru7ynP5rYWZfnzf1yRZz+1o+QtaUTesKPksqALms1QflizN0HL+Q5tbRHj+/sqRLCi4SPMH2Wv9FN/oN6Plr6lYfLXwtegeCfF7teyPtG4lCMYUtSy2EKPtSfH4tsTxvuWx70lngqloaG/9Qct/MC7IUr1VZQhr/yL1RiOIFf1L2s4SlLJ7/1Gl32f3pf4M/KAtcTxp/Zh51ECW9RcpV7YmPqfS5u9iQePIzxWLkTcYCAaCgWAgGAgGgoFgIBg4z0B7/rbos/V2HGPsikEsZid+7iGHFzaOxi+oiKzBwE9nAKsdmFyXU/+fXqp78LtVnHsMnNOKlYgPhXauQHflciRx9fUuUz9a7+S+wC0K/2hauuBdverKREIwEAwEA387A+gL3VWIQ8X92/tRmcjqRaxDpDjhv4sfu0CPuoIJPn6Txx2OuZFgvmFALuK9bzyd2g7GTAjmi98jJQiZYCAYCAaCgWAgGAgGgoFgIBgIBoKBFgNxAbjFSsT9Mgb6iy663KTrESKT1iXuJ8fj2VuIwaIRNu7taNrf/AQB70r3mmGzjgdPQpQSdxMmD0HDMFYuDPLBkSp6yXnrBTnnv2LxCty4NEWTOOKiKOsYjlEkHi/Ij4WyvcVPVvSEQ55k1C3Lbalv+ZPlaaVt6dpOo//4pMi2dErlguGQcE8IhLMuoWwsX09+JD45EU/wM3jYrwmH+AnoiOoQPwkq8y7IASbVtyVyMAQ0/A1mOSW2Rj2iRnMlrrdqKOqb55L1L1eFprEjTjyHv2l2JJL9yVJTRnKFTDAQDAgDeo4EEzwVFKygJ9lqz5KWb0hr3a3b6omW8/Nias/OIrkb0v5A9KE8OIcMd10oy7qszL88AbiLQGyL/Wy3xUFDR7Zd85MwsZ+DHMOqZo150S5phX9qnr/lDUCW358Tlvx7oa9/vr6T/QJTLx/skw/DQn57OfbjUcaEoVlXmdbRNIS7k3cgOp9fd2XJSylI9O3UUvbMEfm3J4WTFXCiF8axL7UCj8fCNxyUsWWe7SPR2PWft4b+BZbJCLTWx4h7web5IRssw831qVc6+vG8H3qaIz4YCAaCgWAgGAgGgoFgIBiYz8Cy/ODH9/PsxAXgeVyGph/NgDQ1TlY5edUJ7ScU6k0T+k7R/aLf0kFRWLDqrBsrJNUqCUVm7tXESOcIDmVTbAzLBTkcZ7+byPv/Al/CeAOYpv+GF2gEVyF7D87jC6/kbAYe9AXrmn2DK06pBLTj/PRMkS/ue3K9eLY9NMQ7OTuLr4d7J76o4zuym8l4GaPnhXxtZrqQKDwV2F/M2wXkkfV3MFB0rbOGCFrnWdexv6aYGPXzGuqWo+0W9onnmF9p+1iunjQwnMPR0wh9C8ZRXhKGwk99C1spi+0tqb005x90z1V1uXx+LfrgLSyzfdOyBRsjfoIcfy09Z+Jw/qsv3g/oIX/cV3X4btbadUysZjwDZZgmgtJ6/0llVRxkwafRKNN4PG+v3LyFhyNluK/8R1CEbDAQDAQDwUAwEAwEA8FAMHCOgXvGs3EB+Jw3ItcPZ8AmsVIIv/iDRSCZ2I7fnX4XCWjsMqnHJBs/vUB5TwdwpAS2KNJabKAWYEwXO/JFYKbN3Tf9l0yo//IChb/44jG8n0+PZgnfh6v0H+2QH/iVcQuaMlStkpaJh460ekgO7rEAS+1YfB1ug2gbeLJW/b2HfwQi+cB+q66P6FpkiubAgi7JQ6Gn9gkQBa552Iy7IQhJiLa5l2jtp5B8snBJ87ITX7IN46kb3bh3dpcMuyHmghbp5Rvypt++eNhKb2QZivKcwMZM3R6At+PjIxwMvJ+BfM6eAYV9Q1PXfjvgecf3y3Z+lL6hef5h3wODe+1XZDM+yLLNJx3aV651lOfnZsEGI4l14cHKKzaXqE1dbX5Mb5ufWh0x+PhWnE/fDpf8VLp42lYVa25LzfimrOTX76Nibx6lRthh+ct8yxG/IZs/G4NxSOL2S89X+xgWbbAHeSDYy+dz+XDjIivroOr2si0bLL3sNV/CMlhfvPYcVj3AZUoe6alotrMslwPEkCNyoM6z55+csRNg/lxtBCJtLPWbPGGPC9nLRlnG8JvKOKZupo3tva2Uo/Af/EJN4BNcARPzIS3xh3wrnyP9yuZv+oAeb5d6gTFhYNRN+2b7S+Uvv1h9E4BQGwwEA8FAMBAMBAPBQDAQDBxgIM8f8ph+yawja46j89on0uePreMC8MJ7hIKBhQE2wNzo5je+xVgnhEk8OohbJvQdm83ospdSJlLUatlJeUtc6YU5rKy0Fguahm6MpP8Ej2LEIsrd25VyE+8MjCP+G7Tn/TsDWkcH0RxiEPUNi40fUd98wVDXpERww4RqhwVKevQQPx5SDhMQGc8JBwOpfBnZwey74lfx7RqoBGivw3Ci7akXEaqs/lD7bh+x6jF94vXwi9rndaCh4bcygP6L/WCndZ2gBu0VP2mY2gaogj0lj8f2ilFE/83jv6NIiWfMnpfSnifBHr4RyitgGFeiOq+spcjmnuPPldC3XCQ3PuxiJwR2+Cl8slK4E1H6cA4/qa50LHOCfu5iHpQqStnv8JLlOkCmRPMcv6MsnzuIfUd+JBk6j47HMo6+gev+6etGCtt/bn9aEcAjuNnzKTRM3FYcAgd92sGjHEJsPlbjxupI5mdiceeqMpxzdYa2YCAYCAaCgWAgGAgGgoFg4A4G/NjVh+fZigvA87gMTT+RAT9B5qRZysGFH06zX140j6swjgk9OwPuC4HJB7xgMX8hYTLQQh39d9v1qMJa44D+474hso7y/vR+XkuOx1z0H/C7djFud1SS+MpF3tHcPbns/57AZjywTMKj3PkFOzPM1uQ9vgkpJzJnjpgUOFPfgP4uPCzWcYYsJ/wn32J0F2i5qIv0KwuXdtFXnoiRf7u1JLd/1nNDt/3Xl/lufreRRGow8HMYWEZr7P+XmNmlYLv0TwamdpvPl+z3KdvDYH1VL/V0vPY9wIRfiYFHvqcp7SSJ3H/5VOb2cSNh8GEW6Z+RXIb9oE3izr6ApVRaxGnF8L4bQ9KUoi2XyPLxQqVL2gguZWSo75++msJmA5vlrC3QN2cs9rHYBcjyLElukKvAuqEGeUZlN9ScTDrOCccXfswxarwoZ+G/hEPJ8NoQT3+m+CKfl50T5jeyc5uao3aaFtYxbebTtIaiYCAYCAaCgWAgGAgGgoFg4B4GHunJ37vHr9Ws4Z7ChNZg4CMZ0NZVLk58Fs5onp/lj6NoTvqvWLQ8avNGea6qzDLxie1PMZ302yxeXqoHBT6+wPkaiBdwqR/vQ2nXlS/guwPa7PZ5B8bQGQwEAxUDN45BL40lZp8Hb+6UK1a3Dz8JyzbS/dQJ9eeOc8ffRPG+E0IiGAgGgoFgIBgIBoKBYCAYCAaCgQsMTLpBeQNBPAG8QU4k/b0M2De3vuQJrrTIpSv6WEhJi/oT1lQOs5efTECzBC75FYsoXJDDnhcfuD9sbUqG+hWoT71zRTDpqwcHnpCbgqKvZMFnRCo+xWavC57q5uy/5LsMi37LEfI0Q+03Htte1+NuvosfaBZ+Fmw5RPvY6+uVkUKcWepEgHz404/oFWegGZqn7OT3TN+N2zNifCWpos1s5yzLj/pa1oin/7jbtqpm6lP5AiCrb02h4Uhwj99X9pt7wHVYS36iW+rg8/m/dT76fZ2SYlgHxH8qS3826tMZgOpM1geW2YOhfVSZJYyK83jKk7ayZ8/zJ/frGqlK4OFn9U0/jYObZPt+yFkhhVWZRee/ePLX6s26vmShFFjqF54YFnwPX+draVeWOql7XOXRtuqFq3SfFOFg4GYGHtKWbMM5ZL4x9l+8Y9YsPLStldasj3qkVxfzibnyu+oJKRpq6gOX83TuEJLa9uTM8KDNWbuzIldtsOgzU9+Z7KlyzbT0qcnggR3z/slvsiEeKlm+ge6wyfnAzn+S/yn9lHBl5ac+yz32jVvLw/Gg+Qf6D2w6RsKbExL35KhQUmLL2lfjK0uhf+y8LKVNj1s6FhJnPiZrTYFks+VHldjKC4GUDr61aJTnPkske7Jj2Zk3p/B8Al/lSJEyjPIOjCXShViv6R8br6exALjL9lymA0H7RqvYZnuDPofPyg2FS5kxLnl+45i8IMuSzjy+nOOQjIdm+4cSh03P/Vp/MD5KFtJ8hv0G7RITj7kff/KX/hH/IXPia/EfNdqe85enGpbxR/bVwtNV38FS5jjzQpzCgKuzVn+Qw9nHYb3l+rQjV+erjvP5hPWqStf6o5xUCXEYDAQDwUAwEAwEA8FAMBAMvJEBu/6EaUcaV+fxsYDSuQfBXRsvU0tvv4zqexIRHwwEAy9mwDdLH3Yw8gzdxUXwQxjo+OxD0AWMVzNw70n81aX5bHtYscyrlp8NNdAFA8FAMMBJ4McwEeOXj3HFXwHkL6hPxaLMX+GUKEQwEAwEA8FAMBAMBAPBQDAQDHwMA3KXJeYcN887ePvwxxQ7gAQDr2XAL064CzV6xzqOXdxLgXUuYhCX3gH+LmwDRGjnJXK8g34gyykRPPF3ZfN33lzRg7yFLvGf+qpSuurQnQ+RlvlivXTplarXHAIHMADYgqX35MNxTKK/4M00LE9gHteIHJ/C3uLQhbtzJapKxe6hwd05/fDDaE6yK/LNOjuqZ0+urHNN6br8+YlDSgPrmnvSR6lje8E13ADIVeJ3xLByynzHkIV0MBAMvKv/R7+Avmbd3xz1ydXzn9pDH6VPLgqeup9sAYJM7j/RUfX6oF58SynjEi9QK3aoYYypkU6Tdjb22TfLE6Yb0ttJyidLwf12llemHq4/5CZRPXx62y3UHG6gxdeVefj2CuCtLrJ322/6T8cFgkf2yxsPevwyvo1/Kcm5EJ9gsCfp1zru5Werb1pjiZhgIBgIBoKBYCAYCAaCgWDgxzAwMm+/UJi4AHyBvMj6FzPABZF3FlEX5CoABS55DSFm2jd3EhWCgUMsOtyz8FAYl6IvC5ZFygcccDGYCzEfAOkUBFtwkkomufG7YdOFrQ5PWt/F5sE6PrX2beG7gY5SJUrS4aYUXI7IGWIO8rYoeXFoNsfaL06tBRUhqT1c7n+JsefjvfQKlvqeeaq0OAwG3sLApAt4B7BvtYDi5Sm9U5rvQw/Y/RxRMLDFQh+p8QNizuUvNbdxDGkGhGlVhziGLJdF2D2Czl7/3cmc6xfxcN+Rvy0adl9vu2iDt5Wtrbiw3Wv/Pmv2lY/cC0/m9BSGPYzn0/kK8bumBNvIGp3Ch/GzjT9Sg4FgIBgIBoKBYCAYCAaCgfcwEBeA38N7WH0zA3kRoDGXXO6wnjyJv1xm4OFCk4SBfWQB47LdIwpewVniQL9TBw7IyQ5OLBLwiRjwOJU7YKjLjuM2ts075Kfi2uFkK1n5Mvz6VUX9IBo4bJdpS1WZJt9W0294iS5tf9Rn/NnTD4xLOesFngqDtmfRxW+2bfJbgtk+ol3ut6WX1ArfknAglPn39ajixatrYczfbqZgqlyURXvQjXvK3bynfW8ml9dHjoYbvGzo22pizadvCEN1gqvZfDl9zbrj0hVLo7zEGPtg4O0MsH7WewG21fiIu9U/MK2xz+O5lNbq/3mOUJHcxhI+HGebaGvE3TB2OSp9r1VtejsW3ux/hmwLfi2LEJ3LtJcxfe+3GA+f5YF91eJo808qq9ho+adECFn+JKhclRLjR/LEJPprnOsWSOPZVTJhL3KJPvCldYllLgSqgxGZKsuBQ3Jat4W1CuJYyLC8KCPT1rmOxBBLrk5iirjwfdy9Ok5Z2vxeoA7UHeYq96ozAyrTiqPcZoSLFF6euIWkq5dFxsQd8midKBJ3DwANvBnO0g/GJ+Kge1fVZQE+4eu/Ufb8MkzfUr7af/T3ZcNdBWx/3Jf8mE8kLvuuqygSgoFgIBgIBoKBYCAYCAaCgZczkOc3fj6Sx654w48k6Bzi3sE+R9MvJyAMBgOfzYA0vNXFk09AzEluPQH+BGwew6vwfXoXBh5exYXnf1JYT0rEL0+cv3wb4W99ktTzpz+5XsLN8l9Sci5zHhQcyU7OsAc3/ndEzytlb+IY/J3icK/s6zq3l6OZvodvL32lNJX3cL6VoogIBn4sA1v9/7fcfISLUPj1N/RHB/uk+6+C9OGuUoD9TB8ll0oTN8bPCR6IRfmQ/I3+d8s/zL7sZ43x8Macgz5dQPRDR3Wq/AVe+0iOpWz455ii49KsY8dzXs+htkXNeE0Yl8zo4OOj9SJnbgVOYGipmRS3+A+4PgHbJ2CYRG6oCQaCgWAgGAgGgoFgIBj4pQxc/LzlAGvxBPAASSHySxnQpw5k0ejE3dynGCvsyOKdLiBUi1958ejM4t4pVAcy+Uk4cPvjA2qOiCpna1tYYNzf1vn282xJVL7aEs1pNYYXcJZtnw+wpHeh5Vr6rh/9IhvqAh8BPl00lgwKZpau9vMZgB7bmfwuT9HXuPhDQfAzEdMh2z3hOXjYfRS9rK9r+ugXpAqJHqjz8VP8dN585AwG7mBgs5UW7WzMOs4Xu+eKpEqfXpvebHmu4H4At5ZTmJjWxpPtzN/RQsIrwDOAfSVyoNySl+f3lZpVhNWUUd+ushcRKJsVzrROOMNP810B9NKBcpt8mF/Ve1DjNH5G7eY6O5bh5fgKWPIEbDpeQoXApQPfNnr1frF/ydRtme/Hd7+F28gJxcFAMBAMBAPBQDAQDAQDwcCbGOAo+k3mw2wwEAz8dQwcXMz568p/ukDHFlFPm/krM34ad1iBTb8Z7eEDF5o/thr5FdSPBXkHsE9rA3eUMXQGA5/KQLS/T/VM4AoGgoFgIBgIBoKBYCAYCAaCgWAgGAgGfjMD8QTwb/b+Ly47rxHwSS+9ViMXap76nTDZKzf4+6p7JGBH3v3+AKIveULC7BoOYvgjnzGTRUbgBEK5PVzfFa9Y3/WnXvR0xyiDFWAyOLwjHyrJU+IqOROvJ6u/UTUZQFfdQ79tCzz0WVtU7+wHP3pxELJ4PeFCF+tnO/frYrU96JOw8KuQnji+hiBxo+X3PC3h5cmHJc7bfIAvwfOt37AFtoRPhXweVx+9AoZ5cVbrquTT9odEVDAW1utjxq292NSsT6mnEvZtAHZk20G1pbxMI/4idgQv6psA89gKHVsHRC/DBy3Phr0mPq+buhB3CoxXJmHoQ79geu1b0xK1i6NU00PyfP5PbVg/La9oSXbK3K0jfIdSXj1b9wupPrRybMcl3lblEl/0wG8rjNRgYBoD+clDPR9C7dLOrbdIfQbrL9oBw4qC8kmuQsb27es6z5nLuQOZmB99Arrl9P3dSl9pm3lqofVxeX5E3zCy1eMXy0POyvHLHhbylHTo+UbilEs5/xAOjrVf2Jvy0R73VFDvS7tFqtpO6cmn2V+FYP8g+5AFEOzgZXxL9jFels24XTrGDfSViZIHG99ZPVr0wkApl/G7eg+f6Pjdxem3iSuLI4fLeS3ZrexvUpV8Ajv2bWRnMbVDfOdVt0qvk6yChoP8sN092f4cIB2bZ/20A3U4R8q2uAlHzW3Uf48H67vgIwbVX/pLjbT8U8guVluhDHSAM/ov40t5WPRcL76tT5GRblaPQHlUJKWDfYkyV9t/Nr6GpOhLKpXG5D/2uaUuiJLfozhqTdRT7ml3eeGP2aGLay1xHAwEA8FAMBAMBAPBQDAQDHwiA7y+MzIHmoGfo+oZukJHMBAMBAPBQDDwAga4VDbb1MQlJK5SzYb4V+sT/pfV87+vpHdV27+PqShRMPCXM/Cp06+J58C/3INRvGAgGAgGgoFgIBgIBoKBYCAYCAaCgWDgJzDA22N/AtbAGAy8mAEs0F29g/kIZNirFwVpX+L1gpI7VtU8PmLnumzzCVvcFZ4vcLAcd+CjbpSD+rH38dtl/Jhrc+mJC/MtyDtWju1S9lLB0zhXPS3T4geemOjbov8hsZRp2L/ZNvP6xe+ZvhD9uW30S9NOIbZ26rlY6MRT1Ng8hxaz/dfhabb57dw/N7XFE7lopb2vpMP1/30Qw/IvZoD1Mz8hWHBxvN9FK/QtkPoLtelA01JffNe9Jlv2DUaaeqUn6eonSFu4d+O0LxYWVGdig+c32tlVAgF/DhzKYEIHbBztNeunf5vjz12oR63uKpRzOnUOyL5b5IB/Xl8u33rfTVSaavVggMef5PdeOSI+GAgGgoFgIBgIBoKBYCAYCAZewwDnDyen2rNAxgXgWUyGnmBgEgP2urp6YemzFkgmFXWSmj1uXLougrnjSQi8Gl1UTgvMXLhsL1iKkK4U34vHY/tbwnnhvnlR9RqfWfcnkKXl67y29BI+EneNq0sQbsp8r/+Er2Ih/e/j7ya3hNpgYM0A2xInRGuJRoxvcz7cEG1EXe8faBNjNIYbhm6Lutum11+PQ1Eon36ukNc1bNl12lm/JmCmxaL+8DTKxL39C8afgFBg3MM0Ob2wfZQfxeL8Nxnbj1AndSS/8vkUf9dKueu/oTp8nw9LfC07rbhrnETuYCAYCAaCgWAgGAgGgoFg4BYGhsbW8yzHBeB5XIamH8RAnkT6OzAkrN8Ukv3+ExzzC6uYiEc7AmeDC6TY12lObFawyU9S3loSnGV3TI8skOi3BWWiDy7ITVrks4ut5eKsfesMsvctDhT+qwrCC8GM/gIO+loi7Rt5qIA3s6v1hyg+d99qf6yT4LK+oG7y13xr/ruZ/0HKrayCBXUkLQLiaTl7Yu5aOXUB/8UDjcFiXxK7339vWI0dZCS3l8+FOFiSEPv/7Z2LlrQos0Sne877P/H8XYcEAhIEQQS1quJba0blkhnsRETUrk8ggP4YL3GNcTWZ09TKxnEP1wJ09z/sGHjwnXO0RaKgPLvjOPp3hXHc89ulaZuC3IKe/NoWhcFfTJm/Jz5SrdFHwz/mLiaWIQa+oWIRtSV2IT8a392rM9HV4MGkoT8l8z2Vr6t17cu1V+zW2HQZmVYI/EL3MeJwTpTmR9axik+MRoEJyh1U666/ByslxQtakvx1B+BpPdhA72gZ5KPVw18Sv1/nU/5/Ry9rxg/nlG1ISaFnJuUmMNK8pL+m+nb8pxV5RAIkQAIkQAIkQAIkQAI3ECjNV2+QkbnkA+AMCA9J4G4C9mGhWjizepKb77sVPsz/ZsHBw4NMm48DszgRVl1M2vSFCrNUoe3DbW2LuGaSa8XvS/eLO/cJSDyDMRbSkkwwlcSB+NqW+hj2LTwn3pccvJJOO8vFyZgOsG0rNyeCBLUY2HZtKbE0frZvneTW1wyWIoEvIIBz6cgNEv50/Rie0+NDcn2B/jEtQ7US/0e4dXqTa1+Yj6B9yo/4Pzn242HliWG+3pjiGI121Kv15mhLikpHdalp/lsdP/Fy4/yleP/SQScUuYBP8PXEHXt+OWHur0Gdmg4dbqGOX/lWpuMMQAxPjhMl8aLPvkBrMovjCHxL5QX+S5qYRgIkQAIkQAIkQAIkQALHCVx3fwhtfAAMEtySwEMIHHvohCUofVN+Y0Pszbf6AuQKKYWbfCwsYoEgyhBef+EL0quoSUyxKBe11PZWq/r95/fP9xu9WFKU4y9KxbyTidY3+u8RWzF+YZ06q45zqE0S/s1WjJVXvDLrHYf+PLALvh3F20VEmGnNLH3i8Mc8SJETpXD+tPV4bkN1W9YR1Z7GLopfS+LD80Gl3f8f3hDK+3AC6KlZMzGuNK9PWT1/CKvX9X/xFL3GvbK+kIp2hgS3U5+/ZAVxOMgpajaK7fXPb2G3eystvo72YT7d7egtiAg3yg/HpWE3y97Oc1FA6/TXexsniRWusyirt6h3PKaYe2lr+/vHfezb2+bW+fiyWZzarW+X2KpgyjgB4e36SVf/qoyr4/5ZkwRIgARIgARIgARIgATGCNh7kezWS/5CaZY0ZvxgLdzFHKzG4iRAAiTwUAJYHXyoPMoigc8gMHv6IFMg/PdAQjPGlZ5n2g9sOiWRAAmQAAm8MYHk+nXHcsMbs6N0EiABEiABEiABEiABEiABEnhzAvwC+M0DSPm9BNKHFT94Qzj8Rph5u9js2/X5kNZr+0w56Pp1f/lUfudTREBf8ma60RiO1741Dz4/+KrF6MFb9PZPcPkmvzwru7ZktF3zfMMzs4zAL4+B5/P6zz5TcstdSPtd/q1K6S11pOkvgV9/iKNssZ+35fix+41kUw8BEVZ+zc/9/vCeLyloO6H7S7ywIX3B29ir3Vbra7/k8iPx28YQfS215epZjv48cL+dnJaSo8DY692WuCIFzo/Twvn3z69hY3530K3dgr/Y2zLraZE7X019OW+N0RDansrC3DZJdGj/er/HkC6j68pbcOYrJdFm9R0ZT6SsnNfanvYzum+06H/S7gRalq/LJvvuNyRFoasxSacfP1xPi1riXiKCByRwEQHXvzE/qDrFELkp4Htwko9eHROTU1HZCOPAr7/FMeetLWuqpmcebKrKrV07Brh68uZu/Bf3sZdfx378b8jGeVWsrfdiPVhSucr/S+Y38k+QuhtnhQAAHzhJREFUyPgcgKCVvr7Usf9gzx1Dj6US6vqiyQb1TGKwZXb9/M/NXVDGbEOIkOa41/94N/R5p8GHS7fXc2PzX2+3yMfPCUQLnnW+kvgkDeo66OeTmfNawvzOHnsWoW1Znd3DlM8r9OKYHuY8yk7oH5Lmr6l6nlkPeYybMlfYhf/y/UvsH7qq7x+GSfRv0kL8dNmx/Tj/9foM85SPa1+qT7UZMapqUmW7JIITCrvjP33+eJPCJP7pZ9Q76g9+WlvYN1s7hrgtUnEa23EOB6Hvie2CLrBrud7NhwJsTfcQu0aDsMG8P/YfZWyKf2WPuyRAAiRAAiRAAiRAAiQwQCDes5rKuK/w02d7n2ruBezc38yvMdUuzm8HfNeqxNl1rQTTSYAESIAE3pjAwWEeq6fYvnHL75WOy/i9KuZ7P9if5guoW/xU5PUWM4cESIAESIAESIAESIAESIAESIAESIAESIAESIAEigT4BXARCxNJ4D4C9rmbf5CRvDUSJMUvHELSI3bkdRb3SgseERXeD5+j1L7lDS+y7fV0pOyg1OQhlNMoMS3FcvUbPrUW4NluSVNSx76p1Ms2qbl/YL/+RRGxj1gibWdrvwBw+QlqXeURXwGIuqpCrbZzf2IcJK7udbNO39IUHSNTOTnuN7NfUtoo2tBW+MTxfm3mkgAJPIkAzt8naVqh5ebxKYyXrm24vrdb6uOjx3IztOOvlbTrf2eJbj4hLmn/6I/PRL5Wi9Ox0r+17ac9fbOflM2UFqM/d0+wF2iY0pB7jXTjWy1T4unPpb6+i+sO47o6NLRPAiRAAiRAAiRAAiTQJhDnsG5+KveT6V8oats4V8LNj/kA+BxF1iaB6QSaD+Wme5xgMCx0OVvX3nZf6+0YrYo28OpbITvmclNaNGBBxGXu9jG12BIfrFfasfG1KuEu//Cb8tu2EuV0jiyfXRJg7dTsl7SgiOThP6SNbE27bB8ucdH+S/klf6aO2At/phJltC2kcbslQE5bJkwhgQUE7Lj35PPtDm13+FwQ2481eV18krllbfqD+e/uXOWuYJifaVj45NPyqXGRJgc2cnBd3MTb9l/JfyltW3NqSsJkqmUaIwESIAESIAESIAESIIHLCay839hrDB8A79Fh3scSKN5/q5v++IbGdQisJqVBew56isJ1yTn7+A2qsBihdNlHOjj2v2EVtUvuii+USw+SzEKE6EgeWM5p/7gVpzMf0LV69xu2JQ8odX6BBf0FYZKYYGFOrP/iC4kgQ3x7v0sWW9A27xA+sO3p1yhrTYARtqEhC79MVT72doNOxXSv/LS8AotptkttEX86rkf8Hyk7rRGfYwh9LPyGoDSNTD8nwO/WEj0OvJv2Tr045zqLX1nMXe/7z3/MBdSPsAa5XV+3goUef5AWLK3bwfxmlYfSb8jiXa6Rnj5bL+Z1sCvxRNzc3BN9wW1teTvHKl3H51CM9wA1e9Bk8jfzT5OHtKF+lEZlw8e41HzS0i7vz/sVluBaa8lIejjnapWH2l0ztp++1RJj49jkhMReLLNvfUZu7kv05Gkz/NAGCZAACZAACZAACZAACawhgHsKmXu/knVTeYwh6/OYc6+Y58J22jY+AE558IgEbidgT3+/glE+bW+XuBWQLV5ggQGD3rbCxJTM90TLE0z5wRwrUhuLKwb7jZNNAh5QY1FsU+Bpiy13xRh+sTi5BeVSUK6Wf2X6npbwhe2sfgc7aqQS/4FXIb/Ewmo2ZbEtlWHaDgFw3inCLBIggQkE9Lmm9yeYnmFCj/9hHJ5heMeG9rlTjFl3Ebiun1pPfr5bnP/rvhJe/JP5w3Uad6Ng9IX7lz81r9mt1J8J21KjyOcRHHZikcRvPp8yyR095QpMJQESIAESIAESIAESIIHHEtD3BFeK5APgK2nTFwlMIoDb7rtui7FwEdZvknZBnSQuVogFTr0okWi540C3H/sph7v51R/8gldZN3JPb0PcTluqGFisv+I1JiPeq3Tk9qPnvj3RBRt9NdKvfXvr3F0ObUQcBvVMHF+skvLAOSiO1UjgaQROnm+b5uA83mQwQcYmPZ6Yayvoj1IL85Pqi2vrsNubYd2eda6GLe/y6bhWnI1PLlz09C8imP7h+eKr19zexxz7eaZ0Y/Cxbb+hX4Op7TtP69/CSfXb0L8hOt9i/p6nTzvGGTLNIA2RAAmQAAmQAAmQAAmQwC0EMLcW5+E2IJt/rxfm5tecZa8nTQ8kQAIkQAIk8CwCw4t4o48VntV8qiEBEiABEiABEiABEiABEiABEiABEiABEiABEiCBTybw8/uLd4E/uZlsGwmk7zrkf4Pd8glvQK/4DdtaBKDrN7wNIm+q/4SHM+5hi3thHQ9esK3ZPJ8e/h590AGdzrb8zXr3L9+e9122kPrH14jhDZrwzYvUFk1S3sRRDjdabeKk/0FXGj/o02/7pA4dty3HtNToUSt+bbtGnzkfon7EuV2zXAKckOuOi+chimy2XkM4T2t/Qk9XbOnWun5NTzHH6uuQ2H5ts7Zf0tfyX7IFTbFPoT+50mITZUr1dVrFv2Wo46vrlPZzf/7459wfEXm9/ovOQlyj5jZ/rWsbv/gtXHRzZK+sL1r40b+BGZPVHvRhq976U6VGd1eNH6N6WO/bCfSNB/G6XeYV+7XOj+OCTi3vu/MtXl/i+Vcu35Pq/YdxSq4/+5rw1eFmvK7Mq3pUhPmM0RHHx30dud18fmCPTVDyu8GoP7eQ+svjBTvtL0wRF32tk681XXpsX+6/dHw8PiUrkgb/8acMoNPVgK6Uj2Li+wjKuVpbfdG+K7H9P/xi60v4/pP617WdrxgXpU0XG96HHr81eqAFWzHdan/r/GnLg45ayW2+jD2RC+rN5gO7Bf/J/FLnQwO2sLFiC7/Yah/i/woN2mdJh+RfrUNr4j4JkAAJkAAJkAAJkAAJHCVQm9eW7Pi5rlpfaN8fluzotH3/+7naDvdJgARIgARIgAQ+hAAv/x8SSDaDBEiABEiABEiABEiABEiABEiABEiABEiABEiABDYE+l7X31RjAgmQwBUE1MviV7ijjy8hgC8z9Ncam6bbr0z4Bv6Gy+UJCx7USmz1m2aXt+nNHGascP6MtEKP6a0vIWv2tY1aGaaTwOcQOHodWjBmPhZmzka3Pc/zjfBfkD61SWfG1yltOsMnu1YU9ZyxXzT4Xol3xvfua6druz5H74hd5v/wfBD1K+PLtCZd5WeaYBoiARIgARIgARIgARIggeMELro/5APg46FhjTcnYB965SvvPYs2t7Z79Y32rY075LwYv8SCLBqAV75NCt50YDShv+X98CJFuw9+hd1Cfe34nYWAmJ+185T60h4shE3QhNgOmtLxu3sxdbAJsRpY5BOukB6Lxr0L+1fQkcf/Qg2x4dwjgdMEbrrkndb9KAMYF8I8R6u7e2z4++fv9IUBbcjHPd1OvW/K7zLRZd97354/oa1oSy8nlL96+6T4oG8JA71/NRPt72Ydm/6ktXGfBEiABEiABEiABEiABEjgXQnotX8+AH7XKFL3YQK648fFImfGvZV93U14okUkqFXRVIvWpPcPN//tK2yYJS16BzbXadx8YWH6F/jJdpNvWa7VB/9J2KYerNU/VequMWmHLOiarSyk5w8nRx8Gn1zkWx+/XSgnMz1PsSIccqYNNumYPCIl75v5gv2+vu1vFo5oYB0SuI+AmuJsRJx+Xjg6Jm6UzErIzu98vBlyo8aQoj2fXxrfFvNx14aorzy/2Gu0+T1jn21tFdun60dfOnV8P4tXfj3YdN6s/Mbxjr5m2zbGTMJfmL/Z3I2NHX8lc6fTMn8IXsWuzd4wrBSekBzmKtqniunx/nlWVN5fMn7WfCntrF/Ub/mX/JX+oYNbEiABEiABEiABEiABEvhGAjtz7c293Rw+4Z5ImeMDYAWDu99BQE6E7QLAzgn5CCxP13cdJD2QbePodWCxRy8AXSdx3xO02VL3xBUMi/wW64NvaX7R/z69dq7Wv+hi2hbx5BLn+lwSvyc3c0+b7iM95fQ4ouuu6l/ax54+Ltru0mHm8wjI+LFk3H9eU9co0mODHpe0N5RZNT5pX/m+8Y1rxM9f/uApL9w6xrWqYce215dF28X0He1vNelkvmXr2xjOo8e3U2LzlPigT50MxNTqd2u62/9UmDRGAiRAAiRAAiRAAiRAAiTgCeDeXA75AJjd4usIhEWTB7e88UL9g5Wvl2bjV1v4XO/+Izy8wzlwDDQXsI7x+pbSjQcHIxjMYjus9vc6qdFfuiXr149/5//UassT80lgLoFrrz04U+e24XOszeEjMdU3lmf46P4xOs3TNoa04IGqfph8wFDbP7gfvya0bR8QOlwU+scMhOvXWPUPqAV+x+M/p/F3+5/TClohARIgARIgARIgARIggWcSkPk25vrY7ildNz/X94/wsqeEeSRAAiRAAiRAAiRAAiRAAiRAAiRAAiRAAiRAAiRAAiRAAiRAAiRAAiRAAm9AgF8Av0GQKPEMgfiOA958kC8VsB/fyjjj43jd6P943StqRH21t1Vq6bPVleMXfsMZX2rMdvvm9uLXONs4xdhWGilMw5cv4L+1U6ldSTa/8Wc+5/n7MZecQ5/1FPwm+lR+0FyRsJv8a2XJb606eWj3biWTWfKv0lrVi/nwbbZFVmIfZYoGFiSW4/d6nW3rAqnK5Ov1nzryu0WmeTG0C5w1c+TldfQx6mErediX+rCh03x9NabV/hLEX+jrhfreDDcksJ4A+h88oV/jOG7Rl9P5V8wv79XtufK5f1hp1UO5A9twzs20fcBWr381fsQxJ20nflMcQyHmBHHekJbPj1A/prvrgxy/wjgXc9t7tTii5j4n6Efp/m3ZL9r3SlhGq68QC5fm+rbX2HVN3G9P9BT30EYdo5+Kvnh9ifXP7ZU5lWINneIPHHPf4S9XoAPmBU4eaw3B1CJfwX6yU+YVixyPf6x7ZK+mo+Uf9WrlaulHtElZ+KnVm+WnZp/pJEACJEACJEACJEACJDCDAOa12MKmn8/i/vGy+7f4zEvfP+bqoJJbEiABEiABEphL4NJFuLnSac0QYPzYDUiABEiABEiABEiABEiABEiABEiABEiABEiABEjgLQjwC+C3CBNFziRQfDt8poOPsvW8d0R0/J76PEprfGJ3CF9jPVFch6bVfM/aP1df3hLDpRnnn2z11xDYR34HNFXknD5laNHus/UZ5hh48CZfi4O86ZeUHYtbyw3zSeDpBJ59bvfRu7sNd/vPKclohiuS5N2qz4y1GF21plzzyuOV/h1beFjZij3bJ/1X33zf83kk76S+I652yz5Fx65IZpIACZAACZAACZAACZAACZwikM378/W/5fc/dfH63hyrzPXSzCEBEriBwF1LVzc09aBL/ScMwoOYgzauL/6seOL5VZFD8qDqDt0Nn6Kv688sFls3IbGhb4KHrYk7fG5VLEtJ+twyL5MMm1jgDYoBi3b82j0BB4yyCgmQAAl0EDg9f7LXXzi6+bqE60Y2np5RdZqPQXPGP8iOb7V3vT9uUdd8+vVL6ztxmdZNnryvY6L3J7upmNP9Wy8GxeLXa4q+uUcCJEACJEACJEACJEACH0AA96kPaIqe//MB8AMCQgnfR+D1498QCW+CyLG/8TaDRfnGfCWn9I2VMEhkC2tQcMfCStAEETduN1oUJxe7wiLKhReBUv+BRNFeyk+/ULwDboGZl+H6m8+3DUn7qz13cC51cG7Hr9T+hj4ALlVtphXak9RR40OS3ndg+Z3S1+cnlqqzimXMno9V9ZxJCt990NkmKzMrawIQ8KOf3t0c+ieBRQQ242vmp3j9yco86fD68TNt/Qz/rZikHgtH6rqa2/oLg1tlbpGZy+uHua8vt/1tW3X9MzpCvvf7a7Z/fk4tv8870r+2mjLRO4dWhg2SKzTiX5vfaOm5Zqj4nPWvtWB/owkZpS20lF7U62lLyeZu2q+6vu4WXJSZzt8CK3VeYK4jAlbEp9WwoKlaMJuzVMsxgwRIgARIgARIgARIgAS+nUA6/8/vZ/8Jf5NK3cdejKw0/+cD4IuDQHckcIwAb8pzXnogu2MhJdfTdYwFsa7C6wuBYZnfzX1OsyouFmp9+YV3PTu9kPdPUd8KDbrNK+zfbXNS+9Qi/LIWSf8MC7vH+x/OPdFXPv+WKadhEiCBLydwfvyZNFafisO+BrRxZHxFXZE3Ul/qwcZofbEx/m+fzbhdVxNtk6N72rffAtEHXbhMXzEt2Felc9fGR3sq7Sd8PBjwsuWb8++SVaaRAAmQAAmQAAmQAAmQAAlEAvfO+aOOeG8qaXwArMlwnwRIwBHYe7CVPAB5IDC9gHGTPCw4YQHqJhlVt8mCT7XUczPw2O0PX81Plvrj7Y7GL+obFQYLo/XzeukEBNbT1LzO6PF5q0f1vcIbdqJZ+4cl3Radr9Ov2T9/7t2r/xpK9EICYwT0A6r4osaYrVgrPecwqqSpsfTqvbv9t9p3Vt/oddfpgnc5Oh6hofE5m3MO2WhBTfLRxuPtS8wMHNi2nQuQ8bpOv2Of27+Y09790wDzmVXW982ZammLBEiABEiABEiABEiABN6BQH7/oTUjT9Kuui8Rn9EX7gG0Eq2Q+yRAAiRAAiRAAiRAAiRAAiRAAiRAAiRAAiRAAiRAAiRAAiRAAiRAAiRAAm9G4P9er9Ov8r5Zkyn3mwj84FPMSqNX9/+figC8gaHfyggS7dvj7m2NV/icJb69EcpN2In6YH/njwIkXzlA39rxo4Kv3PIr9fk3/H/0bzkH/2BpZC7ufzF+6bs86ReRKa7Y99L00tHZ8yPqK1mXNMUKRQ58PZHoQ8N0l6xd35rxS3laaSG+ECrhLeg3X7cg9fX6Xyxc2GvzKVRKkuApSXQHotf/OKNDEsvuq4q2jumL9sOfyW7FMuhLT5SoT9mMssyf2HTx+QlfEiGzXN7l7uWhvt8i1kGfpMeOBX2p6sxGcmh+l9If2yG9xSWpiwOt3+0n/R/FuCWBiwjUrs8Yis/KaPVv7T9Mlc46lfrF8z+ef+H81wJm+D1o4wifg6b7iifjY6zS4hN+wzdUib/hKnHEWBmywxXVpJixU37n1/77c57s/zE82627PrzUmB1txT0dPvTZrn7k/YO/O4z9A1Kip/Je7fq65ROvPpZP9tu6llfBKfSVvbdTf37+DYUSPuDfuI7V/UMstsHNoZ0kfr6mWMS8DPMv5yXG55CTncKajy4G/zotdsU4t4S+pNzEg4SPR+36j3OC+LgsX0D7r82fdZmd/Vr/RhX4x/F2W9C0LcQUEiABEiABEiABEiABEriEQJzf4t4Cz0/ccZzfIn+urOg/tYv10eQnCv29mr43iXciaX0ekQAJkAAJkAAJvCMBLNC+o3ZqJgESIAESIAESIAESIAESIAESIAESIAESIAESIAESOE0Aj6tPG6IBEiCBEQLv+A7GmrdZeunhS4R6efO1Hd52rxdanIO43suq1kh8YVN7v/5+fjXlTB8jcGE/lIfPjS+DxtqwV0t9Fdbyr/NHHpTrT8RwIu1Jy/LcueXisfelflZNHV4YS+WVuyTwvQQGz7nLx8F2hHBtb5esl4CN2vyhXjPPwTwppsN2TLl2T/vvb1/aP359xb+B60Pa2i0fnX/avDbWuT/Gp9P4hGJlJml8Jrh5WxM6ftVG6DlOtdCZDPTr/jPsjDfWJQESIAESIAESIAESIIHvIiDz7XgPhHsAPgD+rl7A1hoCyb3tI+8/44mqT1oG7z0I2P51d7/Cg63KAvTd8t4jklTZJoCxCgt67RrtErDZLtkuAVsVffn5gfOmbXhdCa0h17fOKy2TAAk8lgDGsccKvE6YHR9bPFr5dbkz7g/OP/it67s7p8mnKz7rWmHntriGPnKiO94311F7kmXyeVI0qIUESIAESIAESIAESOAdCZTn1HwA/I6xpOYhAsnCxZCFM5XSBxBBi16gwKKFcYM3NM54/LS6YBLYqQbat/41S5W3ZhcDqv/ewGyC+1se2kCPa237N+RSKtfzS/1POULHQEfZMRp+Q1D/SFoo/1v4DUKTibiq8zRU+fod1f/A6TATZaNR98f/BiJ+A0POPYS9/FWtsp3oS8dlF2NfNsRZ1W3oOpUd/J2ywsok8JUEwvnvL8nXQsjGkbPO87HATi7OjUNn+JyfH7T5IGxhHpUzTJjAni6NcdukYS6Q29g5PlIFLDHpky9+8dBX7IT8HX9pFtrjUoMW3Txf4bjt1NPoUdBUM5DEp1ZoVjp4+a25psc53bnzZJbCrZ0n6YKWQgdrBnrbsnYK4rVXEpr2yjCPBEiABEiABEiABEiABEggJ4D10Zgu828/v1ZTfj4AjoS49yUE9AIN7nXvWlQpI+eNcJnLe6SiT4laLGrepxx9KV2AgcZn9fv7KNHzIAEs+iYPVQdtoZrulOioyDu6XaHvqIbD5eWcxflaPn8Pm2QFEiCBNyaAceCNmzBNumZRmWHhGjJw/dBVYOaodNgYrX/U35Xl0TbxWW6fig8K6EqLxYqr6NZpwfFi133mMSeR0hdy6RP3gFI6WOTzgIBQAgmQAAmQAAmQAAmQwPsRUPdkSjwfACsY3P0OAvr+8rYWz3xgclsj7nGs46deZknE4PHJ/5LUaw60vvAgRy/6XCOj6iXVVy42n5+zaJdra0ErS2mkQqkUK1/kGgYa2avtN9w/JrsSv8r6e+j33TE5FzuRobtV7OM6fhpmLV2Xqe3rutprrTzTSYAEriIQz/10TLjKv/Ojx4hrPbe8zeCD1o3Pr2Bhq1ZfUu4YXTWfrbpyCr7+LecOpDbuDyKjc9fNAWXh4epI3fl1fPsFiJ9jj8Rvvq53t4jz8/r+9e7kqJ8ESIAESIAESIAESIAEnkoAs/yn6qMuEiABEiABEiABEiABEiABEiABEiABEiABEiABEiABEiABEiABEiABEiCBTgLmJ/T4vmwnKxZ7SwLbdxz0nwhb89WgBrX1r3Pb+2vfwP75+XdXwuvV+gbjW/W5uAZ+8sWG/wIh/BaZkP27il/Wz/wXJD+/8VsRBDpR9Gp9w3MuvoGPdx5/n9Xza3wh+kr0eS36kjX8J+Lq8XNjQsYT8MLWaYnnxxgn/IZt/GIWDpz/JFbI6tnii/PQ/0b1pePD4fjVtAZ9qv/puKJeJb6vH8TP9+/KF1Pb3g/DrS3i6/WJNhuMlEfr+pH3/5bXPD/2rzwHx2NxRW1uSeAMgbv7d9t/axyvtR7nP0bgzvPslf5RpdL1t+YxTXf+/vzfNch/00d+c1b+tb48Pcsnvf46n+n/O7mg0kE+r3D9MgZwzWjMGeCqZ1vioy85pUuStvv3j7s+2MtD4WLTqr+97mvrpsk/BaOqSHp9OBgLZae22+Jz3fy2pnB7fsv8u829Zu9YeomPtlCMjxanO5uuOG1/yyc1Pb/PpPZrR9B1l/+aLqaTAAmQAAmQAAmQAAmQwB4BzGNrZe6e3+7r28+ttYnpJEACJEACJEACJEACJEACJEACJEACJEACJEACJEACJEACJEACJEACJEACjyOQvq7+OHkURALzCegXsOdbp8VvJ6D7F74fehIT/U3Jdfrcu0bBNxyHhCcREi14c+s935FCHwTm83QfGr/pX/6eJ0ULJEACJEAC70kA184e9UfK9tg7XgbzlOM1R2voNs+bXxxVU5qXORZa31Grl5Vf/uXvZS0ZdHR9vx0UymokQAIkQAIkQAIkQAIk8AYESvdHW9l8ALxlwhQSmEgAN7p9J6RzjDoTZUw19XR9UxvbZyz8ecKe4hfwC3pGnrBeqa/E6wL/udvAK8/gcZHAGV627g0xLjaklCjanq6vpJtpJPAJBO4492o+a+mfwLnWhlabW/k1uyfSz1xvTrhl1RECN/SPEZlfW4fx+drQs+EkQAIkQAIkQAIkQAJfSCDO//kA+AvDzybfQSCedM576YFwXuYOnXs+n65vT/vsPLDAA1aJJ9Jqvlr5tXo96bntUv9q2clttMofyc9tl/TlZY7YP1oWvo7E76iPheWzBfH1X72AF9pUih/yKttEM+rjGyJjH1/FFBuD8s42ijR+IrEipJact7FW7q70p+u7iwv9fgaBK/v3Yl9hrMP15R0i1GLSyj/QRs/n5Yf/6m/dYqC3pif6PyC1tyik4jLWW+9zyq2MT3r9LzNDmZU6yp63qdCA+Y0qcVsHgSalhbskQAIkQAIkQAIkQAIkQAJvSAD3PnvSt/N/PgDe48U8EjhLYGRVCHXE922LBTsNf7q+HenrsraDa9XXJfygp7UAXci/VF/pwgXtQrCgrwr2TIb2ecbOt9QFr1L8WgxQV8pdFd+WJp2v9OlzQRe5c19reuL14U429P3+BG7p3+qcf3+CJ1ugWRTGZ8bnJN8Pr35L//hwpjObx/jMpElbJEACJEACJEACJEACJPBsAmr+zwfAzw4V1ZEACZAACZDAIQK//sOT/x2qdWdheZCsHzw0tOC3fwvPJxo1mU0CJEACJEACpwngOiuG/ngtOs2z2wCu/7pC+OpeJz51Hy/OHZjzPLUp1EUCJEACJEACJEACJEACJHAvAdwfNe6JcBdyr1h6JwESIAESIAESIAESIAESIAESIAESIAESIAESIAESIAESIAESIAESIAESOE3g/wGtb54RqR0xLAAAAABJRU5ErkJggg==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63240" y="1188720"/>
            <a:ext cx="1143914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8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Онлайн-библиотека: краткий обзор проекта и целей</a:t>
            </a:r>
            <a:endParaRPr lang="en-US" sz="6800" dirty="0"/>
          </a:p>
        </p:txBody>
      </p:sp>
      <p:pic>
        <p:nvPicPr>
          <p:cNvPr id="5" name="Image 2" descr="data:image/png;base64,iVBORw0KGgoAAAANSUhEUgAAA94AAAGnCAYAAABB348LAAAAAXNSR0IArs4c6QAAAERlWElmTU0AKgAAAAgAAYdpAAQAAAABAAAAGgAAAAAAA6ABAAMAAAABAAEAAKACAAQAAAABAAAD3qADAAQAAAABAAABpwAAAAARhv27AABAAElEQVR4AeydZ5rkutKc287Vo0VIP7T/9X3nzLRRvBGZIMhiuXZj7qCbBJBIjwQIkKyq2//3f//P680m3d7o7xZg8ltVOG7u9K/s9vbOdZ1v7gAMfFgdsAutWsD3n2lAFcNK5gKp+VNDTnIVbl5eXm5eXl9vXl9fLOLFBCoCe3m9eRGhyxCKj6BL26vaICv6aHlnTZ8Fg/ZZ2r1Ac0vdwm/uHu51PNw8PD7q+HZz/+3x5r5g94J/exD8/l7q4Y+7m0fV7+7EV2USvCSaAifJlySEPz3fvDw/3Tx//37z+ixpHE8/bp5/PN28KH95elL1u+r/qP37ze2LtHt9vrkX7d3t/c397ePNt2/S5/7x5lG63UsHdEMXdMZfr+W7W/ka6ehFsh8l71k8n5S/PD+rLF0k9wc66Hh6Jn+6+S4d//33x80///5z8690fZbessJ8OL2aJ9yT8MGcRv8V8O5uoQVEu12j/E60tuPx4eZWdjzcq34nu2QP+a1kPVC+f7AttD+oDM2D+uJROM3T9pZayKC4aKmy1ZDPXXituIRaMMWScZUTL91vnT8Dfxaa/Pbjx4/CUewoPp/Uf0/y2ROxKv8aJp890Z868N8LMm3vrJFAsk/gkRZfSqcp0Y/th3uV7+4Un7L/Xvkt/lAMxif4ingkPuUD+ff2VjiqNyxxqjbRvojXi9ocNyq7XyQXle6smEoNFIyxSIqPklN+sXPc5FPG7D4u4zZ+FR3sm+fEN5wUJ6seXHBph+5V/THozTc6MubStvjRY4A+Iv7pJ+kM7JmxoOOFyWKVtvVV42WVijXriJ3UlSeT/dKZSL0tH9sm9CDe2i/YSRm3Ka37QG230bPxt+OPGJtTt3febY4XdGE8u9uJgkoF04gVgNhJW/NwHKuF8UxquCur03578OHJgaFlLLRlH8VVmq4jwO078kltw6ve/gFGctcoR2euZ8Q744y6fcH4qblLEM+z9w8Zr9DeQ8McXHMtPO0W6Rt6/CAYcNtF+0Y5iKa+TXWxHZ09lhwP1c+6auEe2wutknEmO4Fu/WDEzelOPpSVh/1Zesobbg8ZcXh8TLR/O0cnsF811uZkvYHvuAK8OXbix3ivfWeYtHpQXzEHpg/ow8QWPNyXXBfpH3LZkzmUufJBCODO/c38qGsPdrv/a/6kb6HVMXRxu+jRH/xKPZcxot0fo480F1UfM8c8C5F2Unw1jXX389K+4Bjdp7kPmEvhgW5ONVZGPaua6l9siFzbI3ux+VH+YJ2T62pfW7OmkeG+nnD9tf2yjWsNfvcaSPTxy+JLrw3LX+iEDEkOXvkzyi7n+CF+SrnaZFu3qTAIZvt6fEWGcOjC8gcZY3KxNyyok9CNxDg3vXUNfbdlxaj1gnFDBw11R5H1Ej22wasnFpCU1JspVB57sCW26ey1LHXig2sC49vXq+dXxcuL1xzPum4x/FjDsaZgzfH8pHblP1iDaK3xgzWc1nVdfxY9iXNiTtdU6etx6SZphzx0KP+Sz9dot05t5td10wJZJ/zAOoWx96jY+c83rZu1xnvU/Pn4cKv6vdayGr+PjGHFzj3zq/Arrh5Vpg/xMX699xzN2rDg9Fa1I3np7/RP19dayUpsmw7sxn58+6R1ndcBWgt/17r3n3//zfpXa+Ef/36/+feff26+sz5XO2v1Z/BF+6r+sQ72p+Ki+vlOncVY1YhXc88B+H/RCl1Gf6pPf4gV6xP69En17zrow//5rjX5jxv17+3N/6j9f9Tf3+lvcLz2ZC2jGJ14L1JiN3XkdfJeqituKzvk6znhy+xBQmvfys3EOWsFr0fdF+lD5lzGl/tOfe/rq/uP8aF5VX89h7EKZ+RxPMlXT7LhX9Zl0hP9OFhXP6vdc6r6n/Xrq/ZDWvhavte38KXO9YoBr9R71Ix1Ysit9hEYD9L/XrLuydU/D7RLB2xlV6GrhHHpz0ddrHrOwH5JKV8ST+rbiIze0vep1pP42/0pGGvOByoHScQwhUcWX3KL6vKKGePoTKrqGAUAuHRF+olOKOkHjI8DTH+k2XrI0XdS/tWW0T3RxYOHjhfcloADH+Om07gGAXOHqQcpw8F4VtUSDHmGl9t1UnKzC6Nk+NHTjDaXZwL7h8ZjCDPy3/Kv7AFPYEyqGke9ofOkzYaOyVhtI1V3/+314ZG/hb8e+OuBvx7464G/HvjrgS/zwN8VyHFXs3/wzuA4yk4LHoWqPdv5DupFINMfYwK82o6hXCTkL9JP88ADd8f2Ut8t8AZcG8Xk6m/1NOXcveCOvu4GaMftu3yKvK53YMy8Rzh7L0LIDEih74SRGFoe2NzB0IaaxP6bElVvvsXh1hXgAIG/eLP+Ih7QsnHnbgPEwEg88ebelKj1p7I23tqhc1/Kcm0QOggrPgA3KXW3qBEE/nWqOy088QYMFDHGh6/aebJoH8sXuCN4Rj5yAgNdldDxb/oED0w+Nve1n+dbMrQ47ogp3Yn0k27fadYdUN3VIvZ8t07t3pzDjz5fs7SUv6ef5AEPuvMj7ydp9weL1Tio+beN3NYb/jf/64G/Hvjrgb8eeJsH9uZVlqcvWgP3epR1pZfBbxPxYVRZGq0XSNSyKtPqi0V/KlkJs7Yq6ayxYmtTXKGWePJ8pNdzUMK5eZvTBQ5qX9fy3/qOtd8ZdaDl4Sb7krydyGqz+mi6VrrP2FcUvh+MnuH99ubrfLnyV5yms3dV8kW1SneKk0mTevE6mIe8QKPz/4y0v/Emvv0kGwdRyUbbrxQoqnja7deo5QiCxRtMD+S8VvLCew52LqETJ8ZlAHEcp0CWvOGVDzzqwpKc6JI6Y5CD5FfNm7V6VUV37uuLXkVQHRNe9aSbjRA8aO8n5LzgEEYwE60yv9AAkhJQDpg4p7xAQ+s22oPhzZWKd2LWOg7i4ttcGF6nEnqaHxODETlrs6eZIi9Xn6K+ru20JuIFQuk/mXGdkA/HPtTaw5fRPfm2+wbxtJtq2KJCo5NDK/96Iq4qvAIWZWZpWBnGK0L9GoljsTbeQfB5OR2qu7T9LX2oB3C1w2DienAhNNKE8NVFxxvR9ZsGhvRnfr0qXYt/FfNfEPktPvoFzfipKjFOPiNumq9yrtUfIgKev1PSJJlVkZRGd3xRBV/zVI9ftoYZ0Zgrv4FmwAr6O3nk5+i6de97tLjQ9czd22tkFszViSw+axHrGBFB1tSd79DPep/RAyleZznQqEx1PQDTM7HEonTwuo5XdcXTeuvU7HnbMHsE2nrd362zQtsyD+O01vPbiZIgPXLU+o96t0W9hUH5xcFuP1XYLxhDP/T1jQMgQy0KeKCzNHD2kaqbp2K1Ag503dZQk1196jc08UFS9kzmSt9sOQKwAusWd6dAPFS8w3/8aV/IDR9eYEfOTKEWtcGfuDKCTknG80mChl7dOuXgbJ0hECT4fzeZ77oFXes/edtnMK1L3O2QQ5o0CqqaFnCAer19bg0+bVaUphLqj9GpDP4rlVttNnCSXgHn3X6PBmV81sE8hYuDHXBldT53LKWHF8AAx0LcSS5XveHj88o8WadNRyhMfvPKa/7Wi8GCaZwyUP16uauikW4vQqYdeDZQ7Yrwgq9l0I4cHdxciDxkG0HypLudUvh+ao7NgjPwYcdn/JxjJ34LT4IstoU/OMYHV8llTkTtfEiPBU8lf45LCJK35qDqXhJJ3ROR/imDhlqIAWbzipb6XmK+ocm27SF8CgyhHNhah8uBLRNF6WXloiVn93fpVb1RNeirWJvt/kyOQ4QTlhJPKo6DjywAw3FKyFf3CJV+5rXz9LcnGPMw2htOaDsn1fGDddq2zXj/vWW806nL9GLHSOeNY1824gL8/JLjTnNaB9XnS3y3BLtJejvWxc0RyLiA8+TDfE4+F1k3FUG/SdVjLvMgGFekmnevoFhQ0d3KLqDPKuEOz6kqTK5ZiZt1edc0seL6Z1X684rOjznyjSbb/zjeF8a+lsJM12Y9YPCfYvdknIqcNcVI0pF6hnXndaEYSD+30HMgWmOjFwCq9FxEOwvhPJjQtQ3XCM2fW8Y+LkNqB2/wAqDEgxhY+jDkI08IR5Ffy59vsbDjGj/Zl2KCz/HiPC+8hXfiltlZn4p1/C5c6C8/Xa3+8tRMl9FnrUwDVQeMThxWVG3wgC8sjNpLEdU7HjJ+QtMwWKwTXC24+Eue+veW3bX2FQkl1fl4tEBs3rSTk4xJL+xhD2IO5MRGeKpwNCHZLtCJzTf06Omj1m+9jjMTCFZrz6VuadKLfPSd8PERT8C5EvIgjpI3t+U7OJBaLp9hZ/zEGmhVYh8h/FArpwxPC7KQYoJ24g8/nwOez+mz7jsbNJqtF7R2ygBXHTnZ1/gB5tIsd0sZ+d/rYRQTKix42EkMSJp5oBMq6189BJSEpekx5OJB1tR2leDgwsu9o4JlQFB8YidYSuUPZ2FuX6VxOTs6zEskAsPD/k/JiGiCXDjP+kc3QbHTLUYPvQjgTRr8LCf8YWi48gcKFyXuCoGoTa7iS6dYxhemUCLucbSV0eCg5NcmlPtJuXJ/WZbo3HEEj2A5UVAyYMoNK6Dw/Xq2DW6c8KCTKPmOkpSMIwVED+nqyUy65cm8XSpd1QCuPIkzOw0V0A9ZlldQqvWnrJpoS7vbUjQ7ewE8anYeGGinKsCdgzYufoQjanGYXifnql/aZ+2qKFqMsIs/54LNacioAgKF5xsf5Kr2MZPtlq0s2JVc78pb8+NM7Ldiax1HXMeD2NxpxgXm4WJV83r4wCseiY98+YW/E4EvvfBnuBmcomZsVM5r58R3w8ZkVkMSLSyqhbwpX2x5E/kHE9nf4tl2kf98DVubtbHz2FFI/1Q98RHHvqbRm7b9dkGb2Fezfaxw2Tlj/LvTLPMafoX7ITq824jfi0H3+ZGo+Fxj5v7+XEk/i7stZN53iF4T04vG4bHUv7aE9Flva3OZCth9YTJqTocUgvspoeYlr6EOMf4wSPu8/df1t5k5hvgpcu8uQJhlUu76EWIzn+OjyszFV/T/Ee51TZIOnttbl1neISXX5By1VhfZAoMWftBl78Dem/hio8UXbPVmknbWW1m3s4bOpu5QojDLXuTAitSbbO8JJNM6KGc9xxowuxprE4IeZ6VbraxrawQ2G+dZD9aievDnu1bYApsIR5Zryu+RR//qZgO7rnvhP7/oi8qkxL1Y8GVffETWe/LTrjXPvZOlibbEDpShB8qV++YxDJ33LioM0S5IZ/7USLvxdEZ/2LguYamz/4hI+7+kP0MLrpWaBRTCQQaT0OR8gHA1APmXJGylf4NfVGXTJfT04WEqr7TDF35yXHXIHa9xm1IwbUT41kLtrA3xHSsTJRTZ/XInhqcgr/pm5Ts9db7zXZzg1x6+BowIS34/6fauXpz9TaOtraMuHSrW4odADjq/AkAKMki9+WbgGE4bIqSTN08EAZa0GxXo4m3NdDeB1+r9mQuXqevgWxd1uMwdB9FyU6HbiFhzRLBbOamT5DNPFvhBQcY3ODrGpDb3LDABsxBu8ywb+ejGHzip5zP2KfvOogi6zYygLXzq+SwIhsNbdckfefEM/cxHikw69IAS29Op7LYeK0w0+pgk74v9wq91A0SfbxPtIxEHVXfXq6HrdFzIe1CFyhOE4pzvRPC3ZGuz3d+CTZ5vFk2+3XSHA/oy7UiwO31o89sX2vf4zRcTfKvK7PKvNRJN+mAMUj6WMk6Otf5sePsWE9qiBHjmOYcTNxEnZ/e4cD6NkYa3Tefqjbefb31KfVJin2hAWzZzEMkLqdH6ZxYu987WfnzbcayyJy3lgL8sfamwD7HK/p7i/0OYfhiTt0fDSRU6NoxEzByXwxjscXiS52gkBphrWKSIL7JW8lQV2Fha4+iKF7xB/6cWsJhDyWsf7KZO/lnJXl78P/pB8F5/SfRe/7qPhOan3qUq3D4mIR9uHG1/l3sOmyXRdioVrddMKoslRfYSXLlZpe3ZiHhvXiE/l1gPFv/sESLDpINeOP6Drw7+bKeYe7HOhp/NsZfvKmvDqYp2PRoHLOhZ8zNuRFcX9dTKR5LvfYjX8ULTAxyv2Ye9SGTTzS8wsXdRBfvfML/1msIml3i4nU/RAUXg4eesIoIFB98CPnhXe2zE6lzBUBfcnpmANw0di05IAe4KOckAKH9y2qqgevsxN1J29LNNZUI1j413d+Cp3EGpAPKdIb9WES3wCV+rz+sh/JwMG9DEA4EhR8uzzyq80FP62nv2qv6pLngo0OxT8WANRkeFazY+0QcmQMllQBWBmb+AwStqBX1ePSfsxR0ymtBPGS541Vfv69cWfHGgm3lFPo3gpOvNU8IcDASFaZElZhYcubxGAm5+EioSzAUcJc6MUQYqf7wJgDpRSa38FxI59pFz+DV3FfxzLwM+CpKJJP0JxMk6U6GMjDQEbsa5I2h91cYG3voob5h5uDPgA6vwE7sLUrx0AeIZFLSfj0JHFRWR4kMnv9bKesA20M3RobLChIpUfauJGwbG9MhZ+EJHzKYNmjzh5im3v4xQGx3GQH+2299o7qfgijbBPYmbGFrJ6DK51UhMuWuMUafGgwbUVnnGuao8MYRuw5AI4dLQOrW4FVUDJ7mr9gn+eUV7Y2I/a6DycPCE8ssVozOxhc/9Sqf9n76e1QWzjwE3oaDuD1qnRL9+oA+2Xb6uIzuQGW4VRgu6Zf6htJcYhcGgtE0tY9uCxC1sTUvraYw1/ntrGVKzJ5ojWkxwVbF3MwQb+Uz+lRa13tv8jIqf0YzPJhdeIgKts4iGdk3s6wEgkEiMmRmoOX9UhbemDknOx1tmLJe55lpg5at6Y7dCxddjua4/jXIi9whqUuGl2Dz3CR2LNKEPCxETFZOqUtvXov0mhJGQt9DTByypWEYs0IF8UQEdSenPrgHrZTu8mzu5PNF9rmogJZ8Kbd2u6kJK41QfxYU7LiIV5sgDrbOCx2JWwHWl6QfU+uBPQVaxwRoxc6NpmlA5G7T1dB+58BzmOZCHlLOFWgnMkRob6VanURi2LxBKS60Ilqx1XyCjhB30r99ArYd5vE5umGOIta+QbBhrtjADhMgX7Ue24xxaYK/evO4Ldzv8621FnnLzU2LUF1j8j7IWB75KfqNRbIlCf+EzA8gIam1xypGhrbj8RSMN8KsRZbxGVot4c/BA8172M3ZYS7J+Z7/EQ8dnDSZv5lnzV6xB02nh1tK6ZckXbGDRaWmdSmpqXPuzmqDo0Ud7RkgwvdeSPn6oJxAhiMWMyRGhgvHLUZlyan8WctuM3fDhkwWYZr+0z1b6ztaWcqusmBrWdp6jWTHYrcCVPm6OjYSdnZYSEHvAdlA2RJl+AjNTCkHCkU1zysaaTghcvUZb4hsmcj0Jhkee/oanlGRDhAJ60q3nheoQvZ5OkOkWSZ4c89trwvAdIeVs3EtuPuPAplCyderNbYIhWN4IQ4GCBKVoMREaykQANwXGoHBwCCzTCQ6eRBoZ3YTOxcIBLTBBZnq+DJ0KTKDhoEl/aMuRP3RFOgGnTHmCLKQEFsT+hDwKmhmhVkzJ66jWEBo2IMLZT/YLflKzN+0uST+xbc5NCU4fDdvLuV/SvqPcti+4cFbCjx+WSjML3mgp+14cUwjDME2+ehUHR7vfBOUXxxPZbeOim31hvoE1DVIwlAHPLEB/MzXwO8/9dJsJ2m9uWC4E4EOJcPiRA0ev3FSCv//gTYt4O95B62Qaa2AIJfQgRk8nEDgW2sa3HVVB3pws33FScavm/khBs8pNHVFZt4UacxvU+dL6OSX6YZ1myR496+avqtVYPyaOWHOqnMw9QWx0BwmwZ51JxkkFZDVNsSVz3079278nOqGcLM6xgW5dzzxW+hYHqyOk1Q09tTFzNh2oaS+iTVajwX7ITAXBhOTrwNYjtFu7tUITGUX0s44bOFV31Yn2HZKTINvrsb9Gs5ZSgi4BJ1oz5jGTmtIxJWkbMSWkU3jgflQaMtEPodt8f475CPHdL1teXIevsl9jg7mVF8scf+V7X59lEuzaCt/44mKsy4aT/axT4YELwRzTLsOTjjybwCk8T5jEM3UEkXddxa7TxKG6x4gc4yogpbnsegOElxXEcl3pz5OGN9jr8eQVi+ixxW+PDc+AGz/hK65grI+y7mqBYGzLiW+32Oxc6zCthwgUlHEfvG02eadiyffn5MakGgRjfdnJ1wH730LEInmy2G9cgaHCvpZpHAtvBdAHeuFozclc7VeDRWC+arJ/hGOsUsMxNAWt16jmEpM6PjpHn0gRnygFaPjFDgnE8igiI988roJtUB+L2HPypJfXxKWc1wrCwYbrkvjSz/IzOdclWPa6JbzSFq8CiYwlQo/JFBx9xkIGvAUXOQ5NhaeXTwKw8WUf4g2w6LJxq3W0w9hU5ktoaMusvQSvcEtH9ydMTydrIHxokOPfRq+67XZZ0aZYYJrQCIg/2KjrDzWA8ZTbj5+FT4eiGT50jFAWgPkHnqRguLg68WDyVhNX2824QxLxDj98Rh7zihe8oTNf2FFKatg86lm7d2uK8Fl061ZoLKF1loxgRoJpBSDugftbs/CX+jlvImg/x6BTQju7Rog8ESeRMaaNETT3PXj42qTwUyVWk/Mr2sohJpZYI8QZAHTg8UqOt66Qm2gGvLsMR/oUqelbdEPPJO+JqQvAQUoZmH4r/IFXxJX8pJpOZAIiH0a52Qyhx7EMdoI1T/3kDnH0Z181QfNU+1YfRMjnuRVydXcmF8IMJhzGXSxcyZedcYeH17cRyQ+i34k38pensdXxwKxsnSDA6V6oCafqQEncWSG5i2mjrn94u2+8AzMK4ZFme8dcxTac4tjAgKAD+XIkPLqtqN0Od2T5N8glozsJuJVBIZKQ/OoKyPLL0mbtB69FKkQkpH5NyoCILLQ8L7lsM8l57EutgJO5wV79lc+VqGJxixy86JBofNB1ZFPefQGL+Jiuhx+j35/zUZG4ILZ7450JOjFv3O4/ka4TehRflRRxqiHgz0xby0asxA1faPRWky8U/YmiZqtG2b4dNUlP7I+5W3N5J7f0YCjMhoWqMBun8sFrNAt7RdANlTvGQUCvPcTGO5EzB9aF+wTWT2m61KL4bembrR+vVr5dar/Cd+F9Na83E/wMmW9Qljl8E8cLl0t7cKF4Wwk5XpYp/0q/XS6La9LVaUWCrMvlXSIL9hzXcRUF84XXTpdI2cex7OsEFyOI9rRuOGhaC7yJd4k4yJpZ5wcIlpm15F7bZ8La7o1uuGhKrtYirV+/Zi22PUBhi+cNuFj65oNycxcTVlms19IHk4ATRfeWZYme+YJ/55P8SAgXrQm9mRJs6KcWX6bEzE952fsIxtSTmxhVrvaBbKyNchjjnaks1Z5IWyA9lJRM4fJaeaYzkHRYiHyi6YUn4NxoyQ0ZjNjwvaYqvrhgm+yXAtJs8VIIOGXfIFDBm2lgamMfib236peU0Q1rgEGFTcqr7PW2ezk6WM5KGUFCZtqlAnBugJJY6Duqhf5JGdLOp8SMLBuoD0qusDFmo+sn3t4sL4s2EERqx/JUmtc7OPSLxQoQPQ3kLpCcarbMLvrMq+8isYnXxn55iq4n3fC2g/XqhH6yjKB6Jnj0xJKn5b4RQIfRsZLL3liVdJIoedLJHST44HD6Lo7nvksSOXd30JlEnrtmAqKf/gmGW+nmAeJgkSLV0bDEH7zusErQGRB9dHYdHUKjnEEADnJI0BBwVcWrbPy4k+VGl2nMYZ1hYIKGqT6SGitYDTJfEwyMDy8gUkwtihxx5Dqq6PpywjbStnVbD9ZbztuFLBIJCetGf05M0XPRKFa4ro7ruCUOPKGy6dYrSsRC7FNcK76JcX/EQvDnaqeLVD1IxOZ4qi0ExzKIDtYdggMOXwvo/nyLVKwZ9BvTgGM2ecf/W2Scp0EwPdoKdH6e8lfHaB8S0FiVo86OqcVWPo7CmPOFjpLjbbFwrjM+5jpYx+rNz5w871oKFKGxbqXdiPGvufBZpy862T/cba+ExfjxMAnKfzUuuQBLdx2SHYPoWuuBNCacZTY7RvLh8HkA24Yy7sMFvZ8h/XRMuwHvfjjeie9X5KdwaMPOCY/h2zF/mgoaYi/zTM9GR519mtkf1Cq/eGxuTPKYqf6obIPxjioy65o3j83BEYFqHwE/GtaFz9BrXKlm4aWP2rKyGtFzMCVyWdsmg3TyxzXJZdjgvlpkDOiWxdX1rPfY20TnPvPmgf8mUd47CcouhP2J91OSyNwPmh88eqGksTPRRSnhy6bseDBO3HWwl4Djkx78eGOtWuY2rF949/UlvK4/e40hsnajxJxM3cwey/sz07IWoCX9wnoahv7pafaGCkV7RjjeI405Otx8Fj5kcRC2/x6pVY4Nl+n88O1eG285kNe1+YK0ZZO8jg4CgW/S85NufkpMG1cE+efD/EoAjhJEZYIjj9r5EgDVtVhj8ea7M7qbc6vecgDp6TadDi7f2MdE4c5TbNKh8O+jttsKYOSKCEIydzSwLIgc29gO4UiqEBSGhY46gZ7PBZNzqE0JW+cElCavuVyZW1EjAw0RHCMa4Q8t6NCTyUxsQ1tQwSAnwSfBG1/SYl2kDyoF09xEqFxHeBRe2PgceGQixZrABD4cE24XDRsN4h30ylWp1CidN/xzc6Qth/2iTsEuoFiIvtwppOboVDu2xo7obw5tGJiaPeDlfmByIJZ1sNE2IXzZaOsmEV+OR/zb98OD8OUQZ8cPErYpsrfQi+rFOrji3awq/i/isYM0s6G56ytUAYHvWbTC+5IKWuxq+SXSP1fI22xb9wu1NeSYzg5TN6Z3l/pC0XPhatO9NC+lEjkki+Uev0EwBZR78xz+INwWhkQ1mNMW4Wj9rZTQ+cBARJZYX8uGtFwLutH4GquZ1wfS38KneAA/E39cF2o0aC7v6zF90UPEc76vA30FUY8ZARQzKQ0Hp6ofZk132PILQmSObzbjI9/Q4WN+cUuZH6Uxu5L9saoPNzbK8fy8+47TvqsFayal38XrjcS7tl+gEygXoO1p5T5Uh9KnTp57Fkx7RSeviwRmneQlE2UBGRKEf3L3fFVQCUK1W7cUeh07wEYQTrBHLSMSVllfZX/Air8xw7affGdPkId9XtkzyLRwRge/cg8f0fZYRV/fE1aBNT11dIJPJKgGQMnzg+Gpcw63KWezqCN61r6HtaHYeRNZ9MUyjHA64pQyptDOXnMOMP2yojJ+fNtegg3jUzbJqAcd/GTznX9TzS3iU4pYYGw0o+nU/TqBjhY9JxSbjWsGDVOpNefEIUQ/wybGALAT17/uE8R+9YNpZHT8pmsjez/kgFoHJoDXprgv1OY3WQXnzWOaxwQt4tQnEO2/UfITb9+t4Zu667PZ1l+Gz4kBw9fc+8mfNiF+yq0R8awHG74zhLPlDv/hZSU6ww5leCla2YR7883TZsliI8sm3INXbXQjz9F5Bn+vJ/Go4M8qqWPhyF0jXlPwl4GpztN3Pg9EgGahSG9Fcc4cxIKAwtVAokiSfthjDOOD5OHtNo8sRwfI6Ch9dFi+4DRVqFluFl7cGojMRRB14ZcO5qWyLHfA1hAqe4wEduwBWQnM6IsVhVM2YgL+ZSPvVH4f5QiuqvgooSMlbOgy8KTwT0uVy1fxV6GJ1q2N3uSfniPQHrWLLR7b8Qd6Uhy6yTqV22etmjfW4LgNAuIXOhWoAgeWk8rL2wpGwHICAhydoOJtCiYgf9RBbb7bhwAnvd9QvAtwZYZttjR0yHbPkU/wE1wTn1bZWOjd1L4I2Yo1AzijtyVMcbTG+qqatOhx6rv8XyX3K+TQE8RK5x0352X7Yif0zH3Cn/tpLtNUB4V5EwhaviNDWmSKGPx60z34mwecKJgwZZ19R79rmFBoDercY8HmBqHreYOpsc7l+GqbLvQb/ppQ0SLXiC2/db19YLPdJEpiMmaskacaskxDPsH/Fj/BA3QHzq5EbOVNtwK4TaOmcQh4PQhg/LkrPcdUh43eIlg44NuzpookgUyS2m9x9niTpvYNJuCz/sPMSli7HSfdRk77sdR0G28dQ/8kuC0Q78moT5J0im37wjiba9fwYYeY8l7LHbxteUqI2tyPOTm+R4xHsNubBXJ5cuxcZc+mkm01BOdzzWkEQpE1V82TBoUy8ObTKy3WRLTrEC4lf24+UhR3AjMuWY9LDmt4WCLSudu0nuI7ldhw8WDE7NSq4frCxk34Ikx8Sl/2DX4gJ0S+hCy2KQdPZ3LT6NQPtspqt/MwBZ38UFEL6iVHzxxZDwqda6Tw6ddb4eJnP1i0jHgkT7xZ5/eeoB4EGUen0oxSErpiBbbBGJ9xcBNXX8SlzcfDg/Znz+Knt4lHmzfjkokOPiBtXs17P8cuku3DKKplK1x8A8QYy2meS/0Akf6JupbfawD2JPw0mH1Ezp/0s0Tw0VVwqyD7nAR3e4tTeyfW7CJyvzpm1OCpWzCx9hHshaZpf9X84dvDY55087Qbh2CMUueU2yFstu95tVw4fA6bMHmS9/j8K0/KvUnBE3h8SgQVTvbnw+XEvM4uNHUcn2MQAL9mkPEitjYXfGGCPoDuQIf+jm9A9yClGzNYqWcTVJ3K4BajRfpSUsNkyaTcbnHBRa/4hTtOyOZPMB3OCSwVPKC7nYbWwoGHBUnQUXZQFmw0dp12HeAScz1IAg2Sg3aPMM2/7Rlbx2vfZYX9pbInCQzvQ15ifNq7IKmEv9rHRT6y9qP5g6hEzPYr5KkTqxztbXpi6T9wiIA1BOhhaj4t9xDj50LwHdZ9ZMrY5Or09cmTe3dcundHCYxW49H2HZLPANnxOqEHKiFDHbIbV0wwpbDnZWxUMg1zjtsHZAce3IHn+bl4NH3pYcbw1pxsjoN3t4QXsXM8nWw8Tvart+ArvDv5hPmDJdbf9Gt5YMT6iYGeqWIT+J9kBvp85HVg+QJFrnkZy5hqaxSii1VLaZhW+LSQMud0DYAg4ACawODup+AvPt/HOgtl2tjK24OdZXQMAWa/R/I8c+CMa3XPtSH9snXsZbxMW/Fi7+kUThRUYi5UvsR35sjd65hFQs1GFzLW8V7lLnXGiSXozBpNOzz2Gb5mkzPdisRrKxV55MH3So21DBtz8Yj/hGdeqFn6jnrWKGyy+/t7suHOT8byEdoXvekIjLFmeVbaRrieUs6sKdlwIycb42y6uTKwN5B0HdhOKddWFZZEk1MK+lCu3rREfx0ieXx9uPnxxJdRS478wu9536k9D0uFjX3nUovfwWs/0YSZ22Q9qgHfohPzDlJdR9PqhPiKtwXkC/ZoU8Lr+Mr9I+L+vDcosI9ouEqjrqtqSWkE9aeloyrQcLTxUN2H//Wf/2QjzJM6AtaHHKIcw0lkbJrZMD8ryLm7dEtgyn0PBK427b6DJa/iMp+8uKMiWvPCkfagNzpElde/fLmaojObW7lXwfQ87gxqY/6AFEJWtOpDyvyVkFF+6Q6WrJFcnL0BYK4PzKUgFGOIH1J9C1I8bbMghFHfoACGKi0yA466BQuTXE6x3ZG7J72xFyUowdjUyUVYXjAaAyWBucdxzenqmuTClUHyCdyPqoNNSLRMF7FRBd/eqs/wUxXMBxNaxZQ1xe+0wYWTqgdJkxa0bgK36uaHbNWbDNZO8KrkInQW0NDjuTCPN17RkvH4MbyuELuL6nFbLbho64q86kX0fH065aeMS/lQHesvMvwJ7lzmBnyDAvJg6yHHti+Dx2zTfkwwOnbH/NI84FLBqjbmJyYl56BUMsZyanDGifAzuwVc3FyZdR48kdEyF05j7muTpqbfvjh8XJbse6At7/y3N9u9PMfDr27RHK9bXQ/tUK8qlj+/t5D88VK86Rbr5TqTOaRjNfOJrmker+UNj/XJM1Kr5x2grSU8c50D0p4j7zLYc5rxZvg1ZXgv+rb+13DYx41uww8foeok6MArXCTfk+KGN3Og/7G17SW/dM1yIFS6OJ6U0x95Q6rsC8C8IyuRaHwzOuMH0fdTzAO5G4D1t19iC8VOr9pP8ET2rl5fshYTQrRCFx2TSs/1izXeaGvtx0b7iZ8a7nWhc8gmZo5/LMxaka6mlQeJbDT9ZWdsw3UTgF2E9wul6HyNLVBl7CW0+RkpSnLbQTsvb7AftBe6f+KLq3nCr30IDyO1d3I/CxCfT8YVr+53m1DNDRviThTAhWzFmQrLE6WGoyv/+Vy3aPCdAcHDR+ByeMYFV31G6lW372MbQzA1sXmnLZx0owaY6vzbHlN/7al912PL+mPUFenhP9/+Y3QHBxtqepSEYWaWO6p+xduDDG/zuoM23UJ6rGC1MmyY7UgRQl+LxoB0b0rg8KzcdfhbojqMVxR4qq4NPu5WRPM6B/fF+NOY8CY+r3YkoN0xqGwhFmpmfgJNpxkE9RIlekYvHOqCy2ZarRj4lEm1+Yc1mN39FlV13zlAR9HgNnLshm9SctMYHjEEKIOTPHxFZqSJVu2mFjwl8HlJnRqLcWSBkTov6TNArQPRK4bBLR0sgKAVPrxLvvnAKxzVTj9JgjtKPPiW+frzGwaClymiWEpm4FN4LfVjpWFwJl6q7qyGk+N5+ieWzLqaq0TxOTXaPekguuwc7WVb153rhNc440n7RGW7c2oDxZMHAQqik3TBf5CbR86enIBJbZsCrf+q3bgmMpfjp8Jx/xU/Kyb9YDz4oFBieIHRvk7RK3YOPCkP3GzNc03TNZpa5BbNkWYncCkZEWnSvPmiYpsiLvF3c6aNxkYQdxcjBextP9b1VDQ1bq1ZdwpxKqqyK7Twgo/OkKgPVzrUWHf8RKxwg1+dKyJSfFUKFusmCMY8ATuGA67GuSIuthMY2jhqjWD9VaoRbFtoQBIHZGCTxw5sVgUosUKF8aMEj2C7qlOERs+m67bR3OSjIfjiF0EreJvROKNxU9i2d73zRp/vfB8o0kgjp99jKyDfRBltZwq4aYPSumBmc5WXtliqA9MhBnmKQQ8q1ThwK+UACz/yqmvSBE2llt315NXDUoiYvjy1PpJpHZZ8y8O6TtowRGJzWW4bQxW7NhzMv4SoadYTmzy/dG7eRT+bU66ytSqj82hWuUd34jkyul+8XoFeeFsfzrrk9UhJKN7UIeI613GNTPNQUzRIfGWRLInQVIIPc1FDOl/mp8Zc8vYHkGFrGdptnS9US2m2xzxYCCnlGu3i4qyqWpL9Ew05u4QtFVOxq50Y3bjeMcXC2/M6uUB59XRwEUB+4eBP7U5Si3HRvwYDzO52Y+GGwhCPo0KCs9mInlkOm0vNWiuBAEaExSeUPbmnjzTRgzK6S0zhS6Iv0cB6p1Rw8NUatob1CbvwgRYBRYFPlEoxrzHNc4FZIjYUDmzjZwg7AZV9Vo4yNRIKs/bquoHjBHpfH/jaGRMpR88u0x5t29+hcazA1zIHSxUqlgT3dRJerY0YlxkFCR1fFkxD62/5A8MMmkURJMsckzKm+nAVxcSPMgInJQMFJnR3bAitF0XhEjEUwXnuzSu4pimpKGnerPZIsZs44qGiP0KLWXK+9xkq56GO+LgMDVLi18xJI6occ37qLbmI9n4Ama5LQ/ZWKmfechTBMHorR5tXPdF+ZVNNRyhnzN1rYnnRGjybbdFrk+SNvXjbMsnyng2hqAcf2eTxobpt7TzN5tvIfmAKYZxSGMVj1C4oiL56kOEiO6jlz34s3YYc9FUi1udkHvCieYqD1pdo5oAsMwV9EP8FCmF4Z45QrWTJcLXRnPZUpjN+UzU7CpVVoV/8ZfMqx6dr2pbRXMacbFnEFnzgyhEe1B8ep2817+AwhiIHNbjzE0/iTbWowzGYAOLzFI+K0ueXB+Pe6m4MbcYxHi4hEYy8Po7gxSno4zBWG7/9rQjy0XraaPgpMZnAgJ8IAw3OqNN9EywwtykD04hmrHYmaG2+zXOL7jqcIwMh8IaiOFk2fbfAKau9YCb2qWAtVzB5VCd4Fb0Ktmnwt1WqxTZ4sqUG3w4AQGTDJ1ijY827tIrnYweUI0HuvinDzCOtlnlAgmR6KVPN4LMqRLuFy6rxRGWhw0UR3TDlrQudbB8KIN2XBlirTnuho2lSEVdWwPjKwjIgiOb+GziCMFgZIJ5E6lvMEUUis0h3pXCsm5vqRLwLy12kHJWUQXdZAhM6+CwUFHNfjLbmVrgL2rqkZuwjPkc6QWJx0GzkDtoq0Awbo6FnVfi1AzeobhzgSrOP7NuAfZ5EFXTpRQDWZeXjlk6US56rOnlcQKEyjrNO5MKzXqVUoYDmvpfyZi+0V74ZxIQgkWACLMksu6IcW8RmStTWkKnR8sKTHsk80O1QNX9yEje9mKuQAn5SMIF5ykQH26u8xgJt/M+JKmgcOc2tyJ4I4FnN5j2hxuZVRE2tZ4rFtHkP7DngBvBUoX1xCme/bUuJLtYHm+s4pBSGCPGdcQkYKvba4rm0NcPiIiAyC72AnZmiKqUZiB3vc3OT7OTo7Wu12kwiVkvUHhLQuzPrrs8w2wtpAbst1nbtkPcMGbGDPWXe3O7yHrzRhxiQUmHUN3htxQFn+xFKHyJCd/4CS+5+mXgaS3MJY2kVli20+CENELyOpi2CkLf4+CjdvW05ynW3gTm2bTkQUhRrdVQrkWTEC6/GAqTe2lBzHWdQKH3tSTsovQDvOUWX+Bs4/UZqvGN5sDiXBkKE1lsm2ZhrSUd35+CHo32p4uAvNmjRby1GIwGBoyRiGhk2q8QGh8badEuLBTVw0NtjbsMnC9KKWyoIJHWeGjS+MQQ8AVG2ip1AsGxvNnt066uDYZLta4DgXDuydlRZCwc2lNGz5KkGTWDhiEZbnHh/retCF3hGErRmwDlprFNUpRHCiApuLRwG3YxvDmoxXRHBRnXkRXuViQn6Uf+OkSGCcQWWuavcsdI5vGJtQ4zJCSHcTTNgysWNv8SE9kDWEdH8Mf50KFhZp7E/Ao8n08q8Z+JBlqHiK5CPsNCGW3TctPJTe/DVACwPH1PO03RiEVlq08kfCzMzTkvCBA/PBbRTEg2IkyYYDYTj8jRjwxO24sPhSjjlemBlDaCdhC0hSm8FyrlwPabsERCjnGlSNIjYN6NqMOJ0KlmH9gYn0jjrICNRFDtsMFd4RNm0T+ex6Q7Zigdo8UcIHh7v8q3mfKO5O9HcZbyFBflJr5VzsHZNx8dAG/nIU2p29moUEeqZdgwgMTJP3bUxTwJ0WSSAnwlR5Aq6bP6JNrAILwYThCpp5iCIX/REnLs8mQLDLz6NU/ALAxGx7vTKszHFcLgeSSKKX7EFflU3P3Q1KAPKZeT0pEwbFtGADOVcwFtU2HVt5LTPR/SDnqOSO3yuq9UoE6xxf+Oc4MR1PWCT4wn9qa3hgRBzgqlv8AX91pPr1ivQp6fCY9yRtiyzgaULI3TtRyjdUDWyIjJk/4Q+YQhLV/YRL4R6rH0An7PipGriv7U/S7FCSOyLx1foupKsisco/h4jboURuxIrq4apf9fwj6vlgpCLqRQtxjhbRVZEnRzEjRcgc2LHdSDpJEibL3B8328suWyDl9hzNU4Im9VZFEfbFsSBI+HI6BR46pZ4pA8a/3fP2w/OFzf87mb91+mf8fK5HTjP/8TLXH+rw3uR52l2mmtT7KvdxF0NjMtlXljafE3d8AhM2xhuWi5TyEI0l8xb/GXbR3qyx9hH+Mu8WLy9S8NyxIGR7SCtMfBBtbf+s6suL8Ok+R5SnbPEPSEk97fs7qeo4+ZcK+l+L4VLzL7ewWHrUwu04UnWvENXiqvXB9oGrnEccJiud6q5T4TWEWrQzqnjANXh6jVGl8EvHmjaUgG7Q2rT3TwaAzzDiGEqUo2coi02fKOviWIJm2wSG+57VXh+6D2C6t6Ei5O/00rM4lf3iL1g/iGXLeoj7bJfeOItBkh0LNGDIOpkevioHZj3Su5hmIQvpb202K1WbIp1MXaPYILNtOhAHfl2KXW4UZdf3G4R+LMOfMF6QP+dZp7Auo5rxc4JHcvVoaUy8QjWfEaJtZy59aPL8cNJhY6KfHh81Avj8hp3TfwaBB5U6nWTA8C/t32vLyHIKxlGAK1k3gvuuzoPvCCuRaLg9lHxcsAQaty+KeJs1KvmhaWCTXRhSYFSHG9uZpiOZPKApwPcOKGCG2Tpn+o0dz4tWBJ6EAgSTuQug1KDpevmqhM8KY8DPNelg5hRhn+HSeoIIDEgEIIcLmSBzufgz5DDMmQzqctixt9Hp62sj+Z/il/bBc5aj7ZTOf/EgMLJOPKD41Qnh00LsGM54feih1Zl3yVFBj6sw7AwNGN/8Yb7NQwd126P3GP9FlnpmZLaGr0pRw7HR/B6kwLXEFlRnTRGfj2F48VVjFxj2wfgZi4MI/oTjQjaxAwXVEOM0O3+9QamztqgzzgpQ8cFn/vroV9wqDMwYBk8SnvpuviKnIXPUu/SdfwWTr9syfOEtJv6CF3b3l9W77+KnfTApjtP4n5EI/HycWMjnJZ1wBHODXawdsQWkKzbbeCqsm00xv4Juua9j3EplPkrc+KlFMfxPBcOp0vHr+7w46odb3mnGyHnasCqFPvZrPHglfVq+9Uf0aFNMF9e6txKNZ6v5QXMDXWeK2e9my1iUyiX4OAE5khiveVrENehuhYd9IE46vr2omtYP0UmprnksYG908M2eJOAoy9c0R3wiLzeePUGRi38xQbl0iVJjJW4gdWvA9OUG9wqaH3JPqPbfKOrScOg9MG/0kdKzA8l0c+H7LWpLFaV3BfiU6YYNk4rnwgDJCMiI/yw2ODGdfsRfsV49GPXyYcfCnhhBq+MTclEtupxS3S0LK/9Mn6pI2p0i3wKfqntuByivcAWrlqhMVYhhu/A/LiC5CCi9XkrY6t7BfFDP+n2ZwdqYwyTjltee7jV19nf+lVNvnQAJVvbOPteT80fHl79pQTeDSnIyofC1R9RqTBERicHNXK6I3RnlUmBRWJkxxXuAJ3S2Rq+0oc7QiQPhgps31GBMOMpUWqsmhrEw50nEen6TB4hwCh3N405PFFYe9uA5pZKuxObOd1o8M+RCADfkuEJzXjiqRw6S8MYHbwABC72+gaE2o1n3Mg0ueWsT8C7b+aWljPDLil3P7U887fGaI0uPeAv4faZOPb+SgC6ouH4/JkA2AMmlwXV4lj8bjxyJfA45rIqpuk2IZhMveSLhXFNoZJ4Gx8go0F/ikMiKBM0eB07oIqHSTl1gEJ7QbJB2PK1aRVPXy9+x1hGIP6zI1fthugqkBGVMbdCuKLiC2NdJCHzXIEzptSfDQ1o2ey63hfECX+3KJ96dBFkokFubEuORLdLA7sfHM2f0cQQt/fbQvDoFLquwQjfWUyhtT0LTUkx3nKC04KzwP/7Sr5parMZy9U7w+ezj+byoZ/mufs05iEtEZGU/twbC3tUvyvM1sbVH25Cxtsh22PwYKIMB3N4+oKHBedS8+Q65WvFOYKp3eOvZHj9MrVdUmwaxjdsPJ/lwmby/n4E6yU416/cgBaEtRmf1ZS5LHOMg/2CYz+4jW+fCAkcXo21MJZV4LNeu8BPl9gTHOQfSZ6raa8x4gEn4Ty5Rwnapbf1rPHb/UPeQ9pPFUOxCKLdhuxfw5tPE8wmp4xeJ3RvwrN59OyNdVbO8rv1py160t4H/cA3G7mH5APighUL+vAmaiJaWKLtb8y3l+wvsKI3n0Gm/3nB3e3AMS6sXDxQXzy8MRUSa1/QWa/n7dbYIrHCkbbWpa7k6NjylVMkGSSGji0FJzR5+hu+o++DLluxrhS0vl3GFFnBhl85TnAdGH8C9Teahzy4UPshpTTAFl4ptw5Cou5DJzbiWStAgQ7EoMogbJKv7MiVXfRB+gQ6fIFdolc7pIlkymqTH6FFkx22Gynras8NTei6RHo9jWil9kPKOktISyLn5QaGmPuzGKEf1tKOD3Mibw3hmuR9W9EByVq+1zmqA/Mf1iJMZ7OBN/Xw5Nzc4XNVgo3+6EOLIENOxLktZWPJNjVUwlZS8Be461DCZ+SRA+whr0Goo+tVczMxK7jp39ooV0DwGgTf1EfgM6DZbHDh4Svu7zUYM6TkNC0QcXpPRCwYXWf0oRsGiok7xhN7KSiF4BGRgtkRyMPp4lu6GFw6VnegqCibeTUqA2J5zkSJ8pUyUQlUehHEeRWn+FjPkMOdZGr3AgMhmy3rBmw3FVyZO4E7F8YFjg+cOe+AtW/VHIlhal9QnIFpGucTTQNntyBC+FvGYFIWl/qT23ZZfDaw/b+SU7oR2EkoT3lERarUPfmq6r4DTXg6TEuuaiYLtSmWA1e5HY5/IAHUMJWM5xwEF4QXLNWUpLlpi9gxPLcH6/gZm5RGAKT633nGF3u+Y6KuPnPf7OG8zWNbidUbg1nqW+hoPlognh07Nac1ouNcsDsHW819jidFp+dRYXojzayTSzC0aMDiYz+JVgjhDUZF+hxTal97zRz32QmamQuc/5Yk7/DPMZnNsucwTQiHjQOCvy/DbJIZG+q/6T0emL3ZfPZg3XaQX4XM+BSH1bXhgOMhwDSH4I+AjOtUxXV4HsaVZ1YHftTPlDXhUZSe4HmOgZFgWY9V5cpIh2o/MXdNsg+Quq2UQgsV0Y1NlUdrzbnHuq/XrQesB+DyTlnLaN0GozcVIp0z3s6fMv59YCNzFNK88lYlfaP+wXavhfSWKn5xlX4TBgR2FmXWtgBAiN9Yf7tPeQgnMMk48IGuYNVQ9GljnszDO3HQG7JsqFEjPylWhIJxz4aGZz/h1uaeB38CoXdp45y1OnWuZWD4eum6sKWL8ZWbnRGDrUa39z4Ava27czGoesOzMQdHOvPG7xM6SSYLYvMPX3RkL8WG+VH7CW5wACPZ58I3jbUteDKfuXYjUxsy3eQSTz3slDg//fd3QOF7MfShDoYXHuCSj/0ta2J5cTEWBD0eEzfMm5iCYzyAE5z9H66YYVTQLlpxgw4c9nbmYEH2CTzDVPaIkfvUI9Q4iIK/R3zlbuhTsfMbFmrP2xQULk+JouxcscNsolSYIMMsKRAHqqJrpdFs26h1Urn5NJh6lfXb7Pn9bnIYctBGB5hOVus70xQACjrh8NNfDEA97FViM6yAlGZ8w/nLrZ6IC8adK74t3PyE1RtvAaIM9NrEO3TY5HgG4LPi+rZ07j6hgVBBp5ChhU6iE8ybfbfRngQcvYtEWlSSNynf6gfolyQZDGg3yH4Rsh+2LMH1s+RO5ufIxjas7RSe1GUpWuXwgEQRQg5qjjmVfwVGT8sl19GYwB3IyrepOToXov2wRXpDvWW/gfQTSdCKTrFHlC/ePxBaBnD3Hs9PkaAY3lpHndgOfM6hJBH7o0Ooq6G5kFuCTsf6CR5J0odYh9pEDd/LZwlTOxc5iG0bcBh9fsLmTlOxQX9Mnnj5eHPo91XaVmnfdDm6jJiiWTFKnUuWU+MbydgCT4zFc6qpDQKOQKOT6kO3Bdusl2rRrACCJcHHv69gooYm95ODNejDanNMfhjTaxhN/sUHB31sXvis/bbjoGvk/UK48xxotf4c034hL//eqhASrEmYXhgBtaTylbtHxM+ykI1TxuvnamIZ0zzxPnvxaB2e81X2prc2CnvM7fzpOmA6bNeatZZQXut6/qorC/2lAZ4+Y4uMTJIIBPTmHXweUIlP1rYqqsyfRehatayloPWqh4JNuNdG8l5f5NwfZ6X+oPrjw702m7qaiHd8Jz0ly7raVrQSC/RzseqCue43GYxSp8j1jQPcZfS2p66jwz5I0tZn55wCQLDt4rrGLy6NN1TFF339ejk+kat4Ezf2qU1/d3yRGg8rjQvD2MgNc9b+Q4aKrshofnpZX5vlbmaj/6JNuL6F6+ZJ+Z02Xw/6Ae87fdmvuwK5k4/g8tUpViG17YsGGWu4D7jmAuX3DpT0X7A4Lxxc2zSHurDVtqoXOFm34CahHAAAQABJREFUkNea2Q0w5EgsG2QujQ9EZaqgdQ74E9OD1VJnWzV1fIK/DLQ+CTyGG18e8KKIQTcIeBVJ0SibRM8G3q+kY6C5KWt+qiMDOMSU/Zq2XMQGnOBmA64N75M6pyRIBHSli51gyS4dPQl/ufOBzNBwMwBONHsqcdCqjQEl2VZN1UwmwnUTtNbCVH0KD6vmAeR6yVlkQCtJyYw8ZDSsGZ7LJ3x8xcVtAp2j/k3bsbCtJG+v75mjiBFK+iF4PeC32M1xCz9VHzSnVDjFgLaLaIekDTfgawbY268JbpDfVfXmRqJak7XU86wZBk17HvvrMTzXzApi4Fz/SJUm5/WFaGZ/CGN+WohQyzXrp5L+E9dAL1H6EpxZo+vK6H9snF3H6TfCTjfI+8w59JZ8zMT+N/31wF8PDA/0lGXAZngwZ3ieK3jPIYfz4WD37kJEodVGmTOcV7pJb3MYa71D4tiW2RlJ9sNA29S4iFeyHFXJI5O2vaMplpw5iM0x7LLKVZvNLF5q4HEW/FgG43umLG8UWbuDTANlNbDp5WD9zq8NGWa4pAhOgt7HsAFdk7xBr7Kb0UuPgvlIavoYPbQR137Br5cLabbZa3b0t/k66b9jA5mAnZu57NLmm412AVty8URhmGH/ZYle7n7gIaDV4IGgvmCajTebXaDcoLiXz+wvlZFiX6KXKi5zpkEJfwvbcOPqFLtpVQtPNfMEUGU22mzQOVQWrf0lYfGP5FkGtB+cpD42vy2VsRti7++855rbKaduP+h6imcNbacNPmhEHy40o+mgAG74uskkGEWBtk27kQ5PJ4b5hHwZr4lAfX5z89CDqu845XVFBUHp/ayNMU+hCRffzak899wQquQISOAQjo5Efv+5BjOvYBRmGa9MAcUTbm7YaNcdd7CQ8ZHRjQz7zLrAoQaXA184U+T5zg/47lyp0LlZAY/TnYvVrW4YGES7PEGfMHafVXiQ3n7FRPyQihZ8bslqqE4aKlEWEhts565DlURAAed1CHLS0pq621M8fqa3POg1EVI+ki7idYT2a8HYsLWD/k3fRxfKeLpzOolYSr/g28amL/PZlOIpgN3UvpJj+q8ahngofLFoUtXdb+YhaZ0L/nFpa7sj6ij76KBm+Qf7M4lgI3SnaY8yPdKAZq0dnC0C3AZSnpJjbiaa2i4vHmFuBtZCpT2cy2335G5+xQdSHfhW/8eTYm4kEGc1zGMBDDY4ZZVGi6EdU1SG7CYxbWI7VBYizMSiGeg0aWXQaugY0hiZrRMmzUsIk0oURz+Hm897px5StGEHqX3LNYKUn7hxcXXyzdpJbhqZYQ/TWp/D9oa0bOq4cK43zpx3+0p36b2nQ9PRumqXIJaz7qXut0Y+lR/EBRfATs2o84I7/hC4gTfZB+T4Gu5032wn8K53/gHidll4Hplalv7nuoByHF2o2PYCAhh+7LbZTz0G1HwmdTycQXtTc2IuUcR16Gyir2UOdB2vZ2m+GAErOPptQLy/lxK2soMOxiz1oW2CWKn9DgwebW/nRjp7gnExNC5lDnF0UMv3jp0JZ+AXnqWX/EJrm9Alb9SpnQdOpp1ji15dz8/Y3fRWaVUxZDkJl09hR6zmFeRNhyoWiVgOZHGuBbTkaCYSf0OVMxp6Y/2gx2tajXs9zgZ4rJG1sePLlb2hE/xOT5/ZHKN0njqLRptBfxxVQD9YswShyJe53kxrMAjLx0S6GQkfnUi+NiyV6o+0YZ+t4unbZLefXPNQjsW5MWgOE+cqv2iiyF/Ex2/lQ0n3voV1EzxGn5udHea1vvY4sG2eaM3Nihfpw8GPD/PE25tekdo+EWCl90YKBcp4Hu0W/wBNXFhH/MafwLMqyDUvNfBGsW9IgHvmKKEIPkjWR8pYA2wz4AANo60zJ0rtB+wwpNqpSx3vk5xTB0VnaIBxzCljDjgNRGmO2XbgbgfFOiiDoeCmWfEETlLOjQwYiTcjUbX0hUsAaA+cNqtgHOhpngQGlDMsh/zoQujYN8KIbk2APfgsR0NRDxaO36k9tHqL4Z47KDaAOykoR4DiHjFs76Cgr8C0dzmK87t0vpMDHxYIqvsz3uLDgO3NdxQSTynDyR0gYxhOHg/a4GsK0Ovs4v/El7iBOCcTLgAuuJaHTrrzVI7VXCIdauIgxzYAtgUbLd7Dg4f1bhKMz1Poy9vdjhBobL9gouB0NBmlW4WKjE4rSvuVdnSekBr5SO5NIcopjU4/8M+GeCV40/bLVPeUxIEzHLvbV50fGuCYpVlxCjURdqzbzH0WYfyp32gTL9TYoKnho9Ie5+P2raSil2KJm6MaYkrQXUi7YnS+gpaXcG6cxt+z7jJp57HWGEi+XJr9JvRQeGZYszuobfhDuBq7AMLNpKu2A2anARLVF/b2utnVFZOpcU6pT7LVeGpeOdVmLiv+VFaAIZq4Y7HjuXxA1wUo15pN7TTss56QriselXUpm3MMDgyKEbmwcvW5NJ0SdKLtRNOlki/Fm0W12Zfbd6mUC/BQZFcwDTrc1ho2v6NEjfBTc1/7vf45rsapcXWc6ie1VP9Uj+x3l1Sb28e1urCpk/CN21y78nQQJ4mDrDTNvRhG1lrRmstmHoVm+p7TBUvdhSk2C1kS2hZLLDQLdpgueMAGrsB5Ig00G8b2GDgDT62wySEir5PA16GnsR4SgnEN0YNqrQ30arI/YvnoNb4W+3rdG5geLrHJ5tVl6o/19JknrCwotHZnH0C7N90qk9h4d2KV5esJsgS063yirEKVjd9mC5au3jbiVSU1jodKKvtbzrHNh3B04fEmuXyCX/jM9dPzk3NY+PugoNXiXpShtYa6aEUKaAepVaSBMryHfPeJ6GWrt0EYp/akzr1jsO29qgClXMcesfZZbA7ZK6mOG0AqXt3PniPU6I/oui+04WcfA8zwyidp5lUazVmLcD437JTdC22O2/HfUE8KU6bfydFhYTJ0Qz83LI1zWz0COOiJtr1cYR6o0r2G36knpx8W/tECveDOH/Gb9tStOtSOD5r8oHTLwowsxSWafQBScsZph671NqJxFz7dFjY56+MVGWx8xlvaWu18iUIkLU5reZLKP47XiPPdpCeZqlcjXvWFCPwcgH8knldU2IwzkL1CjMB4D/VEr+gzf+704VE5rr804UWDSaNMMKxMZ1O005Tz+oU//S0Ubh747p4aefUjOudOl+eRinI4wYAB/GT96QjESEffaVOzUPwqN7qhrIkgvCQJ/0RCr+6EixnLHiY/JhwOJqYO0kTCCYG/bVP7kZyhRycwvZ9OYI/uahanSVatK/pVy1dUJB3lGQerVHBPKu0DcIjzFeIfXPnonoFfJTnxM/zIWJ8T89OSUg7OpIsQpM1A87Q1aus2wJ6fpvbDIrzX/A9xAkHqgpk5FAmdxpwjAHO+rxGKVc1GQWGYKs14gXzc+WBoFOtlTn2/LKxpq7d9yLXMN5Kxn7m4Ed8v9rfgMPwvJ/2Xmf5b9M/PVpL48NPvCo6+cv8asVJBW9NVZrvP1WyeS7zw24orXZzp1G8E0I+ZR2lhhmXdhzeng4sDddYF2kVopa1nXlw9WCvq4ZkmJz/40pyVTbZyrfUfeMLtzXd9xvpR63TTaV4fa2fW7dp0iwdzIDkjPpvyNkJyDVeLQONaZFT0SIptPhuQN/SqUVnbyeYaW/mHFjhvFvC0mTY2wYbV+jd08oDgP378uPn+/YfxkUzbsx7ePenLmsiflfOauBVdVLES3szD24fksmFX2V+kJjp0eKbO5t/+jn4xsK4Bbaw4UrTfWLezhxCAfRIb576JQV+xz5nIIgN50t3XV/Vbfhdc1xz1J9j42wdyKNNf1Wc25iefEj/S1XpGR1RqvS9Rb+6euWzayWHd1rK6XR6RQPm9hLFidh8YrrLqhrHzlq8br9APsnPtBwQXAvyqeT7LkSfd0A1howBQFUcQAcgwE35tigyWEZjEpptvQGfg3uqOWRyDqdCJhfA8aBRM/syHNt1u0Lhj6HEmQO/10xT+KYGCtipxIhoQvMLVxPNw++gvaBCZaKPm+Ip/B6Zg5q1cBb4w8U4D6odo3UnqqBeVPfhVxi40Ri9pdyJhC2icXEh5SAvpuGNnHwnvVNptlrVS3H7DgE5TMU7shj8lb2d0/oF24btPYPs+DVuhuWOBqa6M8HH3q0ruSeZ9Aot6lvchDH8SE+xoH36SCgeuulSm8A5o0XEGal4bu5s0aTo6SMwFSQTFQfO7AWGPjJbTLBdhxJ5VXUCN9Kn5p4rz/IzZW7tjksHVdATlXbbD+lPte5d2P4d4vyd+ji5fJZXY6lC8Xub1UcT6ZfhZAeh1xkWRyPona6B5PBDDg98oXG/Jx1KstLqKNTZ6/TXbtccBX0xw5u65ngt4IaiBBymdXNJyNP6kljY/nDLf9rU2gWrjD5/z0On+kU1ebZRZ76rNr4hrg/34TWtjnlxr050vNNNGjg24n3YD46k263SJ1Mndpbw33QDYH9BOPidfhwSXyKTOpyomWlubFJvYJwDjPyfV2hdswAvOW688yafNG1/8MB2qWGc21k+8JavXVgFl05wN948f2oBrY87m3Jt3i7R087LNk96ITrXHhJWJXDbnbufMbqV2QHaeqkrLtdk1w1KSb/EvB5tuCdF5tHuzPfGhgX2UNyDgVpspFjLTR8PB6kMLrRJ+3U+xZblpQ31RcNg8wdZ8Ftw1PP2wK7ZIYOmikFIOwG8NUmSBkn+3wz8fSSaO1VCJ8XI+7eMQj7O9B3z2yATLBzrARkG0l7KDmcqoSLhZTW9UNUhBRyB0YuLBQE2BApRtKxtwjXAhioOdLhjoHlgm0s26dFoYBc2ymTxoQw4aiMaTifjkSbcmFjbdksZdoQfNcLxRc687dz5EaJGohAFKlanEIOauEiWcpqffOvjWdiCG0lYr3mgh8JxQn0mhmBaV+cECGzplM59haqWqacYxruCIlGinyJUA9YE14+RWdKYIQD7AFuX2/CQX7D83uYNknnI7oyyV/8q9K7Bb3Vlpvb1dbqd0P3QOg+6Djoiuf64/sQkJW2nAM66MMPexmk4O+iMKh5viaFfeEaJfGozP8BMGcXTPvUVpjTzYVSIu/JSzAcpXPt/pA+jDY2I0FWG14lG8jTL1b5MMXHcYM6xa+OdOeCMVj1XmOWKBDD4L6GipXWmPImsShAZOjp8UhxoF6/qEclTWpQ01JR+gf4QMrgU8jdG/02wvgMzHaUzbR0iNrPnMjXieGu4nNaAg11Cn0zqYzRGUqTv3Rf0CUF9epb91JZdOhtmwyxUkbvArR66mMBjczGjb35dz/yTMMnrWa1yjTolcAniFNWgJHUyXLxLzPLlknUH8G5I2tXudZLib1S5izTlZD2qsMElweOyIrdZElMfC17IEY7H15cmRYn3OicYO/Nz2zz7vcnCwr0zGgdqI2ZclANfPlrItm+sh1lnzcjilFa8HQL0pmHEKy+OdftIhX2pVLXy13/Mt4Xnbk3Uwm2g213SnvwFbT7e/fftmOETYki8DIxe+ePUbr8idn55aC+F71e5YNMaiHppWv6Y5eocOBZMcIyp2vtg5MFwY7Y6uxKI3yi8PgxYcPDIeZDneFt7gP9cT6+fnH37SzYaczff3f1Wvp9/kfqotfs+O3+p7l2uT7x2v+pc+5ml53QAAhQeCdesgY4EwEMy+lzPwM3/SrIxUbli5b1zI6loOlnyJKD+0ZG+BU2GBj1muUoercxU7WUTLaeCVeek2qLqOyE5TOf3edoJAmfG2ILWe9sVW5+apPCG00GVtkXUNVpkPzeLh8QUvHePGEE06SGhAvxgdgP08apr/Mye0OvDIz77RW/s+BOq4UwE6InCJ1YKZdA0XkufP4KtjSYKFl/arONF3WwRE/JIow1G5JBJw5AjvOwnMB0zOeQ0jJpuLNt088fYT7d75mrEmDnkvwjX5mKcomFDE13XjcWr5Fut2O0r8cJ/22P4SNH9GRbtuzTeeSJKHGmemg9AZ/jE8nyPRZtsdQ7SXY+LWOsd6uwA9lRb97E4g4ek2DAAHWPwEDQkfAU/a5FXF2k4uC271aNcx6LvRyNVI2fypf2yiX36ZNHz4Vo0S4cNL2DYqm/JbRazotgJWjTuVPWcvMMx/U39g48JmJdcxJgiT2u+bpPy7Y2Pfeib+MfZ2UNZzJv3TASWdtj6d6k3XF6hm7etXVUDPUeeeEMynLj6TkNZz4cm81vq0hMvyfMcGgpjrOlmwK2lp+NfliwZrmYuOa/g1NSzdvgq50Ecy/XZMhwX3baUROkfJZ69fpsVlWEcF/hoNdO47DDlO+hFRc8JFnzQnnZBYTVi8tTrj2NA2u/PB8ADgllCmjTI8AhuEozCkGr35kY+WgXtNwXOb2Bx16a6IaDrkmPiYHq3rwD5RmHBnueI/tVjZVX1wLLzJmJ67A0JHHUXMG6Cel3Qt0t5aZZ5ua20r+OOjNtbKOXiKzWvkfIEaG+97bcwfv2lz7h1JeOZ15zyw4iklG/fe3JB78919JZJ5tluuKzGkb0j3BrzNm/GGXbVJbpxtDl68IqNlm+ui8d5ibLCzTmc9TfLDr6JDT8AcL3oC/vxSm2vtZtl495PvJ2/C//UTcF5FR1fL0h7g+Ye/Qk317E3w2NAJOcD5sxzl6GlNpPJm41ngdSZZuJZ5Ht5OVUB/eLB+8P5QufujkECDfJXQAwC5C2mdyyv8SyuSg4490iFDdERYE3Ny3xIzOvqJt3FLT8eaYmyOBxMePRGoRTzy6IJw71OhRZFGoz6lAx9VW266pmJS8WgW5N4rqn/ZxbalwV76OHXO4HQqLjNITZuqkWfYgz9H4JEpZLWgeAIg6vTL1gkMusII6hjYSCkH6aKc6cXP356onAlhWAhFRcWrbusznrjzlI6xBGHgAuFJDHlOuVMnZf05FV4jf1CHftMu+1GTS8vwk2+1+RaA1WSCwQ6SBk0NYAYz0PFkQbwc7RKYYFJBavPKiiMQJaw3A5KjBqv45QvY4GZtEbRKB9ACjEmj/LEiOllZc/RUAA8d1p1ym3ySjxqF50EzfLQQAG82Llc3rqUv+B9dYnJl8McuMizlAhRbh3IfLbj4OSZxwNv3Lvat/YXOH5C6m9IvOtsVl/HGb8um8FAZeA5OwqVsHxyifggE3u7L4oZtH+SmD9HvWiaLr+JF91V3mJiNBc6wN704ywHiN4WqJxz/wDxQqz+4IBtP0NFh4bLokDqUb03uDxNnHlj3FX0Xzt2PI9dc2vPsW2V/FV3bdOi3tW2tT/zetQVn7eVNp6zRV7U13arpp1eO+eSnK2YFfmXPLR5yJFweDgvhH1ZirvBU6OsK1yEW2KdTj02wstHimpQ1gfOa2xpvL15p6ymYMus93hDU7nLMjDN9l5k3I4NrIjwq3kSa+mnd91oX3gQEx/p6R/uQ40ajGNYbW22lvYlmQ8PTaj6z/fj46A04v4XtDbh+G5svVLvTgZ/veRVUFwokwh9YP8CiDq9ObmMtLPttMfiqhbqg5Qpo3Kr6Sm9B4U+ypVq3uYzfT6Q0g7Pgc/O3XzG3Fm6SNmZF3gd7CFb9+hPNMzce+Dxpyfz2La+i+4vYvmsT/p//6DPh32++1yvo37lJ8f1eb77yWXHtePSFbZEXnYuNdTFPOwVpZaNsTv9OzlnZuoaba/nWLeUvNq+9t/BNEdXTZ8IyTuor1lMl/siC9SCeJry3FhOHiy3Wjf52DAXesdB6LyMtUh1eonlTkuPKVfY3/eLNPb70kZgEJ7rxgDbjwDeUoOevxPutbcO83TOcNdXQWeVLkv3uaLgEOzj+jPdhJyER7Q4lG0LA+2/E9pCYwRtjAYKHsUmdF/9yGG04qr+wByw7j923F5oM5jzRZsPNpPOozn5kshGiD8PzJNxPuZEren/BgfjRSUynnsQ1GbAH9+tnavOWTvyhAx9cwheZ4IsKDv4nO5baJ7QHbUEWKycg4K1T6uD4bYJtM8jAiApbAWCdmgTe2AleEbk0yzdlNxebbk/bqlYY57KWGcZLn4fukCOQQyiqM/kQDySsuTg1KnmXIW7nDEbdqAbkdDtglxvAICQWsKZpwqRrpWZaqXTDkLUUHOMIMM4acc2ftnX7WurCM6VE1B5F4oEWbHJUT8SCAVYzWae53LCBWIB9nAV7W7LtDKxKKbVeDZ3ztE0kc+MoY9/CNeBRNwudag4BMfE0MAafjyu0TeTnE36Z+943ND3ORRvVlUlf40n7CjhQEm6LHHsC06DjZM8s7ae0gYzrQKfIKR6Cd/8FI+fW27hFu3AIp9ai+ToXcMY7quGMBOGGrnlu0Rq+l8dGKCKVc8tvny7K9ewD/kKTj/nM9bUk+it9A/N4qX3VmJYrFtWdDXbe+rgiHCT9zGR9llMc9halMHaKscttWnkkTivHsUTwa5mDGbjB31ANjMMCxgS7ZxMg3fvBV7vXIxM1tvjjHNDuSNvx0VXmN73zqsBgBW/tiLpuEIzijkrBfu+5mLe4I7LcvNsmoDtu0cPdCe7koJ6PMGPwolTks3m0L/XgLABap7Spmk4wy/Hcq56f+7rasv4SH+iNTIMKbgcIXLnrqeZcbSYEEpyBMZrVg7afdp7Gav3BJpuNpHLmWZ5o++k2a2C9Ss7GO684sz4Glyfe2lyzeBW+N3OSxwMi5iDzkWA+E54viwwebazdM+9Hs7mMwb2hbr27vfOG7+Xdl7TN5cZ17Mr2rLUDvdMC3Z/zLp/4SbBx8BNezOe/4ScrnPiuJuzya+pBkl/49vYHPUgTv2/6aCmvn2uHnS9l+37zz8PjzePDvzff7/6xf8xI/J9evmuPkP2Gvj96sR9h8u2Y58vX0aA1SY3zgKCPEvPVWImpTHLfAHfdV3wM3CQLNu7SYM+peoBslIZ2vgI2ExqHkiqvkOeGuRxi1M1B/OSgZZRtT3D3z4c8G48Wq3KAIqhlRW2a8Z9r4yKeNvPymEY3GMY4b7q9uodMMMdQxghSW2RxNZtxgkUjDOB1BX3Ge04EdBRjkT6KQqF7qXc3UwF3wZcuUmZRmXKORUcjCAqE0CtnQMWNOYNUFqFjWSeFvcr87plKmlCU3XzTwOKu3gMTjYQqc7t+JcF1uPeg8LZJ/CIxrxJQZiJ61sHGisObfmvfWgtoC8hJWAb9GDIBC57PfEgiisuIDJ6mgY4jiTt43vzbWO7Usa2LTMiTYgFlt/kbGcENJhqYQidy7uRynfAdXUGYvBxYuuvnb5gXHX8kcOCjFttsICfBOMaAadhACF24BMhE7ZSOM+2EvkxUM1BlZOhcR9dlg4zg0GlqbzzyOQnHDgu8eTbr1AsfltxpGVWenFf8CYbHZnz62ZO59SA+kMG3ADzLJtlsewWCL2qU31QQSECUUAN9TTJv4fXFz4RuqTaXWz9kQV+5+QUvbkkMCKE4qE8lJjeMJFMVLq7g2gZhObdjYM2YFQx/OF5Vd1AEz1wbF1odxGtZplpSj/tt3u1z3jgN67rvoLrPZYAEOSZjpGOz7/6aznCh4RYleKBb6vWZ/RpAzd/9IBi6h61LlpMbamb15lM/iRj9b05oJSVLz2PMO97yjaWQQIBNoi8jgXgepI4BymwiNqlcoy/xBXWJVpGaDjis09S1qwawewMz/AeGZJdqVst4EpTXDKWtyj6ExJ+TFLtTTAGv0LI2tFFHL2agVbLyK8hBxbIPoNhNy5K29aWFUvSl1IvQChv7EfV8iCca0h+LZcjJ3KqC4Cpz8Skc4tdvldBpwOwTEANP3Q4Q0OD0p2tQJKEPMu3Xgs2Zn+4w6MWqbSWHf9fB7xibaUdZtMjodAzXi21wxdsCIWhFm/hMbvTSD1/4G4Q3fbbHYtiEptAp59rqm/vkJmo43qcv0k5T+xGZxxNzNHTk+E9lFCZ+ISNg3Z9unmynk3TEuGqEQEeNX1VW/ZFrjgloWqXut85FCHFwRo6OSqo76pTHC/hA5SgcHCCTqJMuKIpTGXoxZ/LEOGMC7OiIG+ZXOQcfy49eXo+0H1FMbvJNxkYGhPuUkBV5Gl+qaxtp+HwyDm2DKO5iTDpJqVy3VTNfnayPro/IqolpiXvpKV7YogAVQmRGJSwOm64HAE+1iKG8EzFGLHyVje81HlrFLmhBk0M5O4UvtgbmbxqXPv4opTbTzlnv8o3krIPJtZl81LeS57e2iQTZoDY/3Wu/iHt04MzYWA7mP3eJbGWdjXS4jKSi/UM+wweC7Ni2ber0E0ngkeZyA+0x+p3+K7dAe6ufGe7UvFi75E9rac2DDQfPz71NLwzw1M6bq35yzi8viefDszbaumHBxvuRTbf8+698+V3Ht3+/e19B7/+rYPj+/fXmSU7Cp1zzkMsZG3Ax8UfOgZW0ZB9AvZLboMSW8rFgqAl0nYxsPVnVeJ0CKAIKNTiuiByb9H+QFtqlqde94A+/ocvgA6OJPzXJntk7JgrL11C1NwxJx8q0zXyC6zMnJaJsLRv/QmM6D07GZvsc7PSFH7C6HS70C/yUNPaYP/gSbrcI7jEmHn77JVAPd+bP8INYfOGHOP8JFC2G3+yXyfHDn6BuEn1R5G7ZbLw32F211V3Z5NKx9jBLwwq/PbA0uzRwcKLMxWicQlkITCAkamyu9VOD+ky3JiLh8NT7kYGgQcmdO1B5o4avfYPKoS28SMZtMKKDtG3WnUQ/4ZYQ7maBj39zEaBzSK1cOpUq7Q0NTp0LmCw4kZt2lw8IF4BlTwzBL42td3iBX4NrZj7RmeMUBFPTu4rLIIpmi2/exXYingxa3KJ2VbpOkfLoA1cEmGgnjmeLBNobkvvFg9Pj8TQHRAh3MeI0+ulW+FzHa0zGkP3KyWbh2SPj6wLdEyY5X4B+GuU6N3vuWjMUAwa10jJ2urzuDNrHWO+YrBxM2DCXuaDKwO8bP4Pa4jx3MokeuwDM+oRiOSOPeZEEHk8ayFdxpOZgCEd/KTNHippYh8kYo2b1250wYT/FzrZ6hWOitn/V8rmV7ow3SOm4O0XaZp3C+bq2pWeW0nnp1+A2t7e5FSpJ85zfnK7L3z4D1tC7TtxV2O2TsvKNs3VTXyVayIw9ppbWYqE/z5GNmWZRMcgX0Yr2SFDg/1WTxekE8ZtT65z1W9eYJ7GrE1XryAMmNsSV3/NU25tDbba10B0/DaZNIj8NRr2fattPtePohyI953szbj/IFv7ZbEtg2pkN+PY1X21apWoHPTSjoQq2oHht27qu5vNJjLIJMkfhx1fk3rAUh+7/foiSJ97q3/kGhmyCi5Ocyue9n56++4vWaMDPr/f6JSRtttlw/5DN5N/0WfknvYL+zz//qI2Pr2pfIX+zUeUJOW8SPLOB11NzmNgu+GsDwY0cbloz9FWMaJ19SbzIAQtNODSXNT8LvYDfe+aRaHJ4RuyiVbUTsFent9CcEqK+qDgeN+EKnbj1Zlp91FLJXWZxpb71/q/ZF1I24ADTzzNto743P7vx9l0TR+yOqNZo00QHHXTSBmeuMhhIONCTiL48guDBKdyd4F4cG+5HDRI23Tz95jUUxPMbhn4VB1oOwXpg+Clg4XDnAjHupBJop0827OlMM9txt4nOf+TcTfOdzupI4ewly9xpYBKxb0uXHZSLQF4YM/FYN7KaFC6gtv8qaJWNRBFfesJVOZOzC+WIgfppBfzWto1vkbSZ8juNX5Cwn/4eueLPsyx3y88qISr7FB59Q+d9So9+uJZN+W3q4os4jFiag+MiyvNI2AL/Ttt6w786x0d+kl0+u1Y+IcKMsP1Md96UWLj5OzCILGIJivIxHiHegLIMCjtqalHmNj9lVXlxn9ozZskBb5oAZ2Pu0nIybvXD0GHql2CW/IXsDygxj8RL8fYbTMItHDm9gcGvS0IsfMKw/wCD7fAP4PMVLPZG4VfIfZ+MaF3ng7ngDbzh4fkeWl1PTwRWj0muu50aRj17LNoSB7RRY7+5Hce0ZXgy1iVZFdZcfjo20cMXnYyDfrTpH87GD4IAkXWgfqkztHKBU5J19NMps2go3BvFstjc8QSbV8gftNnujTZlNoesc2nzF6jpQuMvUJPh6NNvK/Gauaoj2deYw68MsfGu61Mc1mMci9kKKK+NOwzgs8wDM1dak2wlCuw3N9rJ3NcxM2qf0V+UdTQID7m8tI03ZxpXFHNseW9191ybZn5ejJswolcQ+e1F7NXfPW8O6Nvfn/Vb4P7OKL4tHj/KVzxRz8+V/fDNEHdj6dFGId76ApdQspzjFmQYIsS4yQxA1pEUE2Kb+XXDlFvbg+AremWJs+bBOHNnTxzeUZSqs2/htGh/OV+rP9vQrriEhf0bxPg0Os1rLXT0PlC5P98tLXnizcNb+oDDN51gw70mgfQihJb1cORtNuWuC4/+KiN5+t0b8obBguQbP1c6Y2y8O1DCqs+BMj2w+bEAKaV/TxnkJKmUAmeKXe18ABa0GRFDHHjCw3Hw7Q0388C9GjXnCMY3kcuNdaeC1xzYkBsHPFNGfn+RFLwdMJVHTukhGHqQMSnnrlVZ5bbCe0cWvpLSzhp8KfSxCACtURfoId7S9nGlVs35oRJD252mSYnmMoFcPAbf4u3XT8vcp7kWioazli2zc/itytx8WQXUtRJn/Jbc+dyG1GxUieVg7OEt+tO6j1F8R0BSP4lZBJ+focXs37dKZMw3Iy9Ipj7Ce8xqZ+VMPGY9zBvAjss8zxhZ3Hfam0+aOGe+M7wYa3lVaMyqUzvYPOkeCnBRAOMwHYMfYkbNPV/MfJd25MW2yaUHbJt2oVtQuq3zpeWy0h7dnpzLuP0crD0bPloTZPxufrnEB9jVxyX4+zjtma/oiX0NPg96rOePwdeaeFzr1It4oojy6rXwIgkuFebTmosMFOiDXEtPWfPSKfoI5uvXJMSI3a/o1Fq54Po4rdEmcBrMyjYhG/uR55kvZgWhGOd6AhIq0ZSPlKXiut6y9DrBoMzb4+NqJZ2bAdxP5UksT1+/8W3k2vw9alPIxtC/u606r5ezQc+1husDDMhz+AYvWubfG+m0sQnTqro31hJGGf3oOR5zecsehjBVEtx10a7gae2z6SWPte41CX8NEscNcaREX/MHzAoamrIFUNfTStZfHGM3Qh/AMfh5Ei2r9FjaNyl4LV2bbzbS+XBa+Uy+YC/B5oyPDvntAHHh4R66vOijntD4d8L1zeeWyA7c+mWDzmYu+uIIdJfvoDUP8VI5MYRutCkrPbsEyGCfl9qoUggCJEsaTlxAi2Mn2NniHqMiQu7UTNHVPX3Oynk7Ar6PyESs94PsCek369QKzco2DJ35W9JcDpTd7gfesFhErUoPDhaBUCflRUmCw4YqyFLuepsvtWU0yiusFP7iQqUPF2TEwnISDtKSelwjh7kBrvzcF5tplqK+S6kgdptyvWCTduFw98C/x8b8oDLirBUjW6knJZ5Q57dvwyev2wjGwBNqT+ZMNn23g/sl664yywtPbaP8VcUMOHwCQIc/U4aeTHLlqsKNECoEQn2ONUB/9Kx5Fuj9GT5AFfIdbrT5qDZQdxEHcI/LDuOfDCI+SMRAD+uoZAsV1xiuf03cwzmqj/GSTg3Jm8+nfdXjtGbsfb9HzdFHRzl2J7ufiK0/KzFeez7BX/70nW3WGNOffyrrSJ/llbzu2yXvGMFT/VSg5xVgPfF36F81ZzDfcOiPG44k+hsbIjcwAH1DkQDIn9F3TzYZXkcCoWOKO8SWUD6Bb25YiBbOTFdBCJxhsEkWAc507IltnfbaNiwPqk27bYCX1ds2nKnzGqGfCuBrXQP20tzHe+3XwNDTxxFl7RO1Heuva2SBy3x2LH2UjGP8PxNOHNhXEtL5pfIq0n1FXXocLtSu5Xap1K/EwwaO7SBteNu4bVfcCZS3+AjC6FxTQoa1KpkzilZrF+rg+KN42gRl0xJ63kb0mJXIns/e4uOep5DD/J06dpSSlBC0VEebNPBfKOMD0PwQaQmA6GcqKJDBus/SlAtfwlNXZciKDpxBgm/jgs9cbl1V5iqkinFAB7vHJ295PvCkW5vqb3p1PAevkvOUO5/l7s02ecr4XlwkEAtzbVCJ9TgXDhbKSlyX0kaeNo99noB34rpC/JuEUx3wcRlf7Cf7smQdw9mnLNblkYxLcZBy7TPHsFVASqlHAcO5qutG9CufAVfdsu0QEJTYs7igDbqeYN/qLdrbW62hZebd7ZMOCnoark35k+okeJjF6+PN/9LNEstgzaefJrvl0KZdO3B97vtJ7FUWhSNEgiI6VkTu3Ncwxi5raaoonLparStberRGcg7xEONAKSMn3KGZE6x5ec4vYyo32sJ+Rj0sW68i2mdvmo7XmYFDZAa8o9y2zSbyrKHcZh9RyZNnR72lYSZD0jevlFMnJFkroR91Um5KpcwZGuc+Z3yD2/gR6MYPP40n3ldz9oYRr3RPtcpD7V2WuCshGbymFqPhKEz3hlsovAbAt5jzxPtRPa+bfvk8N7lgdrY86JypTjA73F5TRbyyeAJHsnWkDl6X0Uq8JKdfNfhMp9sxCFRCXw8WygBUJ284w/u/My2REfu39X2vgFWu3Ud4DxTGKzUyMSqQ3sP1YlomJl9URWGJXyP2rH64ZHbLXD5L/MsgxJntUvyceeqcgm0t+aAuoq6naQmTzDs4rWGdm9DwonUG71xEirEzaCYJc9Mou30HaXVhRp4okLJOgvbVad1wtsb8NS4Nu9iztEMF59Zd8l8KiAPR+NCOWU1QTmPM2HvlYoBjYab/Pz1h4mpsYPDsxLl84Az8BBAuOVheAWqINxwrhuD/7gnrtmkPtsWpulC94CfOdPi6cwT11wRvbd3W97Te4pyrw0M4GofZVFOsK4bnAq3r+ka9MJZNRWj6DQJi+16vkn/7li/84ok2XxzMz4B5082r5bz6zMMhHcDutDn3CtnzgBiICdcrNhasYQln3zhVzncgAfATWeU85ebvVbzU7DZhhabq2YRz/et2ysE2aDoxz1v+BLumiAy4x3NihkMAYpsLcFuvgi3SNzL0Zbcdn8YvMkhEy5ux9jttUpT1P59VuNWuh333qzYTd8+5GYHffjzrt79Np5sgL49+0v3y8p+b//3yv2+eX3/48+Ivz+T62TFtwH3jFr/AF4mWJ2sQh/qG0fexgL0MuGRpLyQQw4LSf0GyIyY72w/k6piNM2o4uUXd59ZEcbOAbolQ7+sYB0qmdRftO5ibCX7I6ngKD2jADgW8zyQj7uMZSjuFMHTx7RvvM7rsNefJSjTob/7zwC2dMhVogDDJCO1ed6TIuXN4r1sfTCHkmn68Ece3fgVdnvKTILUxoNptnmCEQ26jFfTeuIAEH9dVJHfHkReO3QOv48mLy3LmcazDFuiYSkKfSYczMMM1KvOX/jrk8DUQTHuDeR+kHHGiQ/2U5I49zfv/s/ceanLjSNPuyM2e+7/Z83wr98cbkQGCZdqpJbVmB90kgPSZMARIVpWMdUxF9QTqh2XdwdJXfOeyfUl0vajeYXk1sPvulbTf10I1pTGn7tai2Yr8I3LGfOYBep3nKV1Eb8f70iE4SPLcfSI9z3dXtyBkQRQAusA7n0hRJjH/NHiAmPvcm4vvVQha9Cm/l1h4kPb2KS18++IANV2KxSOdJd/feG8bynk7N4+EkqO1su9SnwwXFzdyJyEDm5+aHtb1VCk/Smerl5Bb5kNxC14m8A8SOLqiQsjbcLqm/5TcfUC+7jEjRvQvxkvhzc9GECdHVGDy4+gSrdgz359ey5i/9uLP9nZdY+sG/b+TJs4Cd0fY/QcwK6lOKOoTaX+tJivLfK2Ew5tP5CqVIypF50Lp2/u0ZVMxNXCHHct2KwSXg7dsPurp0X/+oyfderU8n+3WE2496c4GPK+Z86q518S6ZvBla3z5mr592FJ8jfJ1QJtxLYiNw2glf32IYySreII/g4ZNOdcfxwFTvB6uH+QtI4WkWF2CghBcCP0j5uWpIxIJXHPIBLNtPp1E56aFlBIHNtJznQv3QQr8HU+udQOEJnMX4AuZFRgefvMLCesGhTcTudr6G9D1hPuDfkPsw6d3f/39Hz0B//yfvz7/f/wE2f/pd77/q4fg2oD7xkr0SZIKGM5VNMECciT1IgzAECXOpiJ+1AHYSNdWueAhEF/4QzXlAwT4TaT0+VuG7TD5vuZomW0Up41m4hOniFWiazDsxDxg4dLH6edtBZdV95/iSzt5XERgeNE37WIwe440iPBjy2ZSWdPe1G4iDQbDzQLn6Kau/BU23ni/PMcKJcTXGDlrPPCBMai0o86dBoEZ+MMDqe9CQKOOSqDyk1saRPrLN5HrbpY4GCaMl4hHpyqe/dDDNj3JA+5Gufjn5EjuYb5WpBoLsQtQE+0mD1QN1GUXgeX1/DTGyFWD0zArguPS4Ze9dOzoHMijj1gkOQXXgSti8BuIOmBGmn5Iw6yKO6doYtmeA3koDd6xhw7Jj6WdpvKXRY8xL7yllH1Bf7SAQCQnd/91DAsXbil2wQqLvaUdGasdbhGcYJKJsA56V3YC9M/hnpJeB8uvSIfHr6cNmfT5U3oooCI0WowZYyfOByv07N0HxsgxRxFaLpJVcCFqggxPUscJbVAgAsEGdy61xsiFKPnGCYFT5sHWklciHsBTvjNVa5FPbafbfS/lmLKqR+GQYdhN5oP6KEF4h5ixcBBelfb5+gr5WwFYfSuSZ7gXhiKjX0KdN7BiOIs92vXhNAR76Pfyw8xvEIs/m9PLlw12YXU50lNguJ86TR69qtwZXeFERo/7sp5G8xD/z8JNrK5CFoDnrAdUQ5WwZ75h5QDM8xwrDo/JkQXcskKTYiAuz8n8KlsWaw3mTf6EYH4k7zUv17/AzTG4zmcYF1vC47IVIC8yk5sxy6GxEnPsFSh1hviZtRi7OHT740FLKDp4mZc5m7ignBLWJ05s1pxwhP+p8lRzXZc9UYmjHTBCdA6x5wFsH3iUsAmMTXzB5t/6Uq9PetrdbysH9r5PvPVk20+95zPd7/VN23xWWUCZxNZCqvHNh74Bic20Dkwm5UGXS1I9owNf7FP4Q6w4DE9isiqWY3qXdNpQiVX0F00+oVqgjWXB9sIZL6kyB9k+KX5uHypD6M2y0P48txomLU7dQDjNazraCH/dVvipONDsvHquv8WiuL3Xa+d8n9RHfyZfG2892f7whZsgfO7+k2+Q/N9/P/71+f8+/vXls/L/ylP6gyXRn2bPQfv6RkctE4oErXTQR/OTw9hlT2WH2k87NG/66TNzBF94+o6frHs3VzrgyKHuTKcJlkrndA2PBWeqp9Y6Nnd6YA65fUhf3/GHbYdm7I7pieeiAXgyOaMJ0AIfYqR3xkMVCnf03xCWDxt7rUZ56mVsnt531FralBa05cSAnun4TI4O6qRHN9505pOTS/gOXa4sLErc0Uw2g9xYIdgtK77vNIF88CSkzqgOya0BKAlAcjpuOm80TFAJ7gZnHDWZDt0qeKwNAhBNarMizGXQwPZkmh2wlYMjqOnsBDfDl8+dayMtpZ4QzBPbo2CUCp7PehwG0pViW7yqfjcczO4R+AyPIoNjJhInjIx3d3KAkjEs0GQQRLcb3azTISCET397O7vzWpI1Mg/at3wSRpXL1EBjp5VfEtyrYy+puWfErW7kg6eqJjSkyVJ5wdmDVD4kBthVn5Trv9djyr6Y0281UZuPfjlt1bgnV/92Qz3FIHRy0LDRSX19FlUw9zfkiYy+IOmGifqXpHY/lGHpq6QxvvLIfVzAL3WBLs8l7mZdxGmijpPk0NJ2HiMbI/cEu1AqeJrY1XymTmPSC57wuw/QTiLsJgs7xxXzMQVi+Rp344gvBNCKFz0snpJo9ynDpMRoKdaAy5N5y5UxD8kaM0NvexE5uvYYIB8bvjKuScwXLj+oGcI5YDrsrG567CldVE+4N1NxkGLNtEHG6cxbQucm8cRcNG5fOy0Hia/KjOxbyRjJyJMq4ty2YqxbeMJ6i/nNw2T/SvJnxU9A96f4ulOFnI5xDa0osBzHzxERXdojXOCOkVLq5kZenIRDXRgvcL++2rF4Kw8MY7PIeyBMQjWGmqOmHP6Jl9rA/U1kwHNsZbgGniiYEIIcak/G9L75/jC/m8z8Aq+7v80QHWGGdWxpi/At4obOhdZ8VmHGo1mQtzWHyxLq8WZ45CDLjYlcK6Wmsqv4rsT45BBz1m4gY1nWWsK5S6ETmrBFNvzQU9OfyuEExAYMdBiY841Tnd/pZl7102y98sxaOK+TZ3Pt3/HWus4Pt1HPpvu9PqvMq+O61tQEzIbPBkoeHglkmuTEHjRrEBDYMDTKZaHpWUU0+XoQKQalLj4JrN7SkldCYYT5qWnCGnLz4QFxditJZ31F8659U2KFwhk9bQpa+4lpVscjLrFBFtIxE4s24My3aORi7ZseWtN984abL7eT/i/v//qqtxB48v3p/++bCYJ9pjWlD9XK3M9lC2Z4vaeAIxcfbaL1JOK0BV9YvSeo3X+QN40FRfbY0oS80xE6SMunwpSlTP+XCVpS5aeiuq12bZ0uzLsjD4HRWUbHwRLTFtnvFNt+NoYUrIaybY4fMS2dxattNmdCKPf0JzEbJtIQLeDx4CI2VlWvwO3XlmEhsYmiD+ms/MJAJC74XIlHXk0rnwLx5c//6iyPbrwRiVIYzmmZMuBzne7nO/1rZFmKO6cZBLdT6th86+B3fdaC24rAuIjCRuCItzknp8yBOftBIyQ1n2qzMm51BqUHnfIVRJU9SEr3QI7+2wllSaZB5hC3DrYTmQcUdRnBZtuHCNnEc2fsqfZE4/V5DTI69XL0mu7tQ4hej+dZ67iL5WiZ5/HfpKZd1UHPE8tNyp8EZPDXs5+k4glib1mwYA34AjwuENJnkD8u8BEKJuBMwplFnhfTWsuVV3MZusbnlCNzrvO2BHigyofWbDufASbXaaIRgQUe8A1yKm6ydzg6kcicNJJjsyteggh+acwu4bpcOcxpEa6swGvyG5Cd+I7hN7jeDoiI6cCNi2veU21cEbjrPhSlav5U6f8cOjxvN3uKV17yqGHyF96n8P25NP/UviG/NKnkRuh5fvGc5gmHVs4QdBTUUYAcc51qzPdAGyb3DROGdpuUe9OVtRhbwMpMYQRYOOUc3nSpVh3oSX9NwRtuXSv4MjX/fBW/Ga11BN9izk+IcWQTrusJFw7R+toi+GkDQgc1XtKhsRZpRRnaJzev6wbkmjM+AiEa3YTA+dyE15GcCDyHn60ZljtZELa0ypzK350kRG6UyNcGuW2kep6MQ0T80KSyg8KNDqrUaVP9sbvVZoD1nNvhkz4G8PWjNuAc+TZ5Pgrwn//8/dd/9cT709/6XW9tzr/oW869wbcU9i+SaT1axVNUeT1oEw3eoG9Ur7h7D8CNAmKATT7YgArgA3iLSDj+jEDVayRsxoaxdImUwQYPoG3UddOiUwHbTT32lvagOUk6wKfSRjNxjGGuoGWoWz8xP7MiWctvWCu7+S1xD+EqI22UB6iJS/Z3T3jiXRFnw3ZDdos3Y4i2/v1t5CJPNVMXZQ8DOpdwLFf1zFA0GiC608k8lqQCvdf/OimBMlpVUGniDN0M0dCZeE7uxKJMZyYfOVMATsfPZzuE9wAIXTbFspabA6LpgWiCiEdNTLh5Zl8IeTpsBqGqIueeF1zRST2y2ih8ih2YJVen6kmHvkL+N3JFxBcX+X90kLPr0ycuewARa/wp9ynkmfn5NfptWuNS4/NlPYmDgROFTyJ/KlHG0VOpz3Q2Z8zam2XBVaD8iyJ0Nu6ZNS4izCcN8rEYecB6UDhO28CthVCffsPfvsbcZBLIOWa10Zj1yba/q0J4y4LOZU5IYAFxAC3zoQ7R9yOXjPFMMhCTBahyzTEkPv7jpPkvfXv69+CDvHOWQLghdU4ZJXdSUaNRVEeJMk86npx21iczPYewCmr1HV4as6R3SB4Cm/VBFVDsx4PED6n6I3DuP1cuqm+o93J95Kb8/aQ4eVxCmHWHv1fmPsM/A3NjzMexB4P1U31nTmDua+7xTTemJccsTzEtzyDqvHTkmbduG4sSRCKYY4St/DbXNbT8zD8pp8fN2lWwJb2T99CVPrnOEBp3nJHK3MrGmk03PxPG57L5TDe/4b2+XM1PwPO5bTr6O226fT1SwHq95nrg3yrWXJlNJtLxO9eazL/UBRefrx+qkXptS5SgDx+42E3p4WT30IdND5M+iPUbPosCO0aa5OLRQ8l7BuiZEEjaUWMNfYZZgm+nrzxbSb0Oqv0UQT3R1jeJ55G1r99svHmln7b4pvIXl9Veap//6LP4/6fjs149//Lxv9p8W4u2LTJA7YRWUnLVccWgc4Rsn2Nu8uMkhvSw0HNGhqEW5kpgQYD8oRQzYrdlLXsHhnSKm73GqN5+9KgBc21MGxzU6bfxbwIVZMdWTWBe85qAhgZITtuGwOSlFfTpScEb28Kz19ExqbKfGWuPVfGupkKOjo8ZnBHeIFSXcTBBKeOwj+Hbc+kyldAIRpnC9Obsl5hp4vDCLt2Ku0RO8KjDMlxsEWCj0IrMoTOxUEPm6moD0TL5IAPydpCNlSIqe2fJn6cQILl+o0+jn7HD5tsbYlXymQuamEmPL2WQ7Ry6W7YuBpLroK4IRw9m4o+9XUGO79iSXwOMudjNZvyr7MYlNuD8kZNWZ43Q3J07BSJUjp85XnYa8W7nStwnvuIr3XWZuNwzQlDMNnLniC/l/d05E0bbcNkic93dcMHmiuYMWKRPLRABy5I8YkkfNOypAp5I1+hmjN5hKpFy2ix2AKR0TrWxLGCvqc48v7Nme8fYB+2sYw8Ym4tJhKUfHMTgMr0on8HxoL6D9U5JcjqA2teGErmnpYcA0RkMZPtmwvPE8Apj7uQLmDYU+/JrFRCW+emg/gklmXVYL5WqbJe3n6DwFUSuQYXlt9N9zJl+n0+f7/dTtZx1/v7aDMwfMMQL1e60V59VPF4lJAjpcWGkxyQw8B1TpdmV7y1b/D8ol+vrejnNmVVK5gy3D/OHQ0TP5vo6KxjPb5k3I4MyhEO/halPiw9dUZY6ayKzwall4xhikGRazsAwZGsyrw2FN6h2mn5gc2EOt6jsCIKBMLNmlWa8YaG0iPEFf5qwl6MmotfXDbqJKnTlHmy8P+lzxP6t7snZ/DlG0LERFM16u45rkOUh7OKQ0F4zoIl3UZpNqoEDb5kcauiUanRqOVfnwOypFdCWw7fTv1ZZiqIGjUd8Kz4fzYIoOPcfM6TF7BM/OcZHAoFDxiZuNuReedu3xJR1OP74y+cE5xX/j4r/V8XfN0i0CU9b0SZWJIFs8Fnb0eclWnw85bYsxZSudYqQcISsfQQs1vLn5L4jeew1GEMWulCpQw1deYJ+xnkFQzzxA+0M1YRSPkxMnWGz/owXHd+1VT5K3tpFjGpHWjiDLuxFBr5Zv/Kpw2Pxh5gpMfpPkTR8oha7iRn7M2G4oQO1rPbZxFsJPddJXoo8PJsuRHCszDNRADY4xSFJ5YEzHxoZZuUrCAIBR4pyBvw7XsOAVEf6GxXQmhAghI6ywHQq/7yXcsr+YXrgacH1+jQbXfdK5CAYSTDoKwdtiiBXSarA+dt2Jc+/p4dBsAOHgZPETI3C8CiXTjq0Z3DoXZdeyjr5cIenTKfHuxBSZ1PuDbjk57cghR3diI2Lc4GwZpTzrxNJGZ+XzCY/7tscwWsWlyvsMTkFEMCIF35ZHyeOpst64c/Ld4nl3GH410Gxw8fcYREGgDvMLgUH3k66vFtnfzj5FmzalfAT8rize/x0P8qP90hw275M1INKbeMFhfvj6CJz+9kK7pJrYWCCW5wXgt5w1e7JhaeH9AFKUIRjpKULX9JrtqJRRZONOPNeykCfmthw+xCDStYbuTbA0F1WdS7Y3u0372AAAEAASURBVLgD9Fzs8qXNIajkcTKuDu+BG8BPyGrVykeph9xP0PfDIv0Esdbel0ZTPEZ1iacLPW9GrARyOH9Fi933+WmY53l4X6Z8nQuP1xgibDTu8zyGoQUkxXKVn65X5W2MyT3oi5j8FuyC5E+vEvpZkDgn8NQJyeCy2VAIgc01JesnnE+MYCHEEWUhIJ2YP7P+oooQ6JIPQzKvyXLd8rLIlNKA7CHPFyahSEipjhg2zoDgpXSk2mV6s+kJqLotZFiOHcikJ+fRCHK2fl3FA7MOaKXfunUyTEYiL2tmZOXgbSfgbPZcdi7eEAsDj8+UUK6MdTcbNhGpPJJV8zvUECv1miQaL9rhtSDRx34eKg2l85xCU8BlvEIfbEIO/ZmnvM/Pp9GG8ZAKPNrOMtMqp/kQH/uk240gDsU+62fW70jStlhkaYuJE+1g3mhi48yX233gowDafH9UDPlIwEfFmz0NLYB9lkPumB4Wx87DZvpCYjm2wON2YcWvNhS+ewz3GPqND+8IpgwRdDq9ONHm8J9ttesWW7zyIYmfOoOXbtfRrwJlJ+Fadky2ekksQESxP32vvDdMOtjulByn2R8x4Gz+xI1YEznGLu1c6zpcsfWynDrtaiONB+ajNsDocSR9IVt5SR7Ln/QZ73tC0u2E9SQAVS3EUXUlzQFuAOUOcbzyppx+A787nH4/z350cqBLe1cuIv0fyaEilAYzMCBwTQKZtCzHMHBH8pNuuFCsPJvv1g0aHNgqjb5Iibwl1XLC4sEh3/ijoWPEovRmHW+RTCfwzQKr5jQy1Hn6tJ0JAvHpT0OwX2Vi0DqjH380R/xzk8Og2BE/DnsKkD52xPq1A5A+Hm2vLftXyyNqa1HykPLG9yfG9SH1r4Wjn/zKhL5181Gxc78klxGEcg+nYYWL4tyHf63d92Lk+P2CGHJtwOO34fW9aPwLfwsRoI+86mzPguFVBR5RujV00s97Hdv6PMTbANiKh8BfUkJzApKNM5s6QXTKfECuukj2NZVxrIEg5iAbn1gVMS+6Oryh2M8waf02AshTtiATYk+TyaRozZvQC5mVYakucphwTdmSDY9gkQdKMlmtlo66CCLbqztxHHZYA0go4FFu2epXs9x1nLwFsJLZXPMEW9TevJkvvJaDfG8cI3KuIBBMyvXCX6omOay/TekLTK8lCKU8uKzABQJOAKZdXWdfvowYHX9m5o2s2yP2p6gou+8kJsTAewWaTPHhtXK+5b6fxW6fQhZvIXzTK+df+ViAfm/dn8vnrYQeev38q15V97qKyNIPUdp4thOkcxhXlC00rRlhHv4jz1PvyIwvtF5LlnB9clNW8DX6CiKDYGH7Re/nb3/7GXvBr7hQgcpAlzackRAsmCtzMotMc4yUHzfczz45bIeoXYTKEw8LAZV4MTrp7d5fAZ4xRry8P4JOdnszjmyptApUS1Y8h1FpcDWheZDbWXRmz2YtfsEuIPOjC80Nlw2ifdHG29MOluhgg+1picabFvJTNOYD4fzzCKajjh3ZIGNnN9vf+GZBwvFVsizDzCIIDY2ATujRZsV2QnAJsh7AwJL5PKADYoXlVwBUNGgoXLcAPKLznVndGQeGnT2WPSKHj78mxB02jVwB6ALEYv18AAyL2BF1m9UI6JF7yBI5DfoLEloOj36Bwhsq4mn9VW7fZdVPNuwni7/h6Y+BGCdMPvdSlw7g7/r2ggb3RHlP6e+Et8v8IhsS0573meAwwNh1UuEX23hYcr+0THpBX7gv9TbmuPjexr85qDv7w4Ghef363Zsz/l+DThFYbzR4QJ5Q5wr4x2gOjlybb9Fz3RfdGmDh2avgf9W1/bD4KEX3ZpE2LSxpgYDrOg4O26ocTymDM+G4HvqsdYRR0pxoHNKGSKXFexEYhhqUPV+gjXnKyT5Fcczb1Fd3rbHNCN19UJVr67ECi1WQYZvhCHLZmX0Cm8JBn6fakiX58OWJXHjtp+B+zZdNs4hCB8xYv+KcG7zgudojyJJM67pg/aOOhUdKmTNad8xB8yeW5Ikd0olciRiwdnZg2FlysaEKjth6tykabdJ4ywGE40bOweZbXwD91RttNt86Pukn4PQZb75s7ZN+Vowvg/72Td9SpRy5bu92KupPTGOyqFWCn8OJvGXs040EzVvuA6z2rHRIJ7Pthmvc+iHmGb/XoI2zyvHBm62BKaOHkbw3Ix9TXLeOawMCSQ8085wuKdM6A7Xi6c/Qo+eSYeSA9FpXNLQvYzZ/8Gm+Aq4Bg40RAw3M8k8OULbfA1ti7xS8F4TnAm+d3nSjb0eqkn8DTbcRPLzx3giXSLeoagRpWYFFqvDvIw7jtCcZdV5IORKu1CHGIHiSYnnogAgvENM+HDzhpu47Uw4e9EMjhCeriLC4rei6xJg3/I6L6qHCDuJHHw0EuQOTQdyZxIp4QZ4OElnQ5rAO0JMiqzX04498IYenKBXARQ65LAJgnRo8DDSqvgjC524HoBJET4fLMDG/7LDFCnAHjf2QXLiRZ3wlhFhA6CGQdN9RlT4AnbhGpzVDU/5H8tpQsg6K1k85/q82PmFuVIgVZmP0dTJ0cJQ9QeLXJH8xhsqNKGBkOd7yzs0g+WkPh2VwI2DPpOCwI7x9fSiciVZkhxGbRBmdtlMQRjrlyd3PRs+Mc9nDqEhfioz4kPGCnhy0OYka9Mnp21pOEWf+cNKOojL05rFgOCR7jA5pYOET0kDJBzwTnwoDRz7F8FBxiRz46C/akCFF7620YmwmtaXGR+U3hy9i0JNjFC+RocVJxQVb6ASHIaZr7BOW0CUU6EXuXAS9UGqdONs5y6YtEbvsRp/UIodcVadkR9882kKETVFelkLt2kblOQvBwGzL1q7jqHlXDGxI3G8I4PWdW2Rsws0DgH/l9KvL1I1n2M5n5sAmMEdcLPL++CqT8iO+AcaPjeBmUZYu1RR08F9gqqFRnA0XjBbhgr0OaQcH3FsS+Bdv4pGYsGUxSmg8TRxUcOqTktYdZOIqWY63BzsVgRxv+hfUnFxYrG+i4A5du5LL+rupfc+uiaqcZjBjnlCAyZRNFEEoV3+lHxH6fus0fKsfCN/x4+ZV3X/NxYe5tGlmTloKQOY6LnfQ04IqWq9bXPxWaqgQW1q6DZMsN5Z7qkUjvilP4dKe7QdcmdGFVjklHmbzMHUeQkf15FpQfHJbaocxE2nKi3JtzB/7HXtcsh4IVbqkV92xMhYhagXmPR+qYoh+PixPUhVHF3Vywl5NrLIFa1ijgCHaTZhpO4RILPi26GChtiRkULBx9AJVKNtFO7BwA1QdpPQ6DtCnRakn/qDVqm5TybeZkm2D0KVjJrL4D6CHik7tkdHVhynIhRZ/YiuWiFeCPI+onJWYYI5PcLQ462a4SdamCjZRBmHRpoCKgz6aPPXwER+HwDETfxiz4TSXJUre0RpuK+GagotuyypCORp7dlGnzvutv0puxdgwnSKRWKLzZZz0M/kj2tiZNo799FWR4z8TCWViroTnrioG3peLxGTKaSHK+vU3v2rO57v5krW/9QVr/9HGmy9e+++Xz5IQWVjIRwZoq/RyNIiZM4KQKGUpq2Z7jYTkbnLz6ZQ5QH6hwzppdf7iRz53jkfQCCpdXsOjV1B6ouODLNuTdkVxpLggXupwJCGfulkAAQCvQKMnsR3woNOjrFF0I8t8kYaEpMZOtaFL+4GFz0zK08ctSXQZs7AQF3oGPjKWp64cTuDOxUjeedT7GdWtwkLlITzwG46c4MnW+DcSONIsUTlJ9CKCh+sRXnnKcgHZqgtO/uDGu/It83TalQXhRhPYDaYrlicOVbzxlnFpMCSmkWhEPeCm5i8aO4lflQTA2kTr4MpqNkr+NT6Vj4XQXLCiyLS2ybJwVnoUAK4PLCR9SA6yvskQf+5aUfqiO1eUv4rwq/VgKfzTILYjtgjk1Eb3BDt0dEbapTR1CY/ix9ghm6hDZ9qRGeZyEQG6sVtQEsinXPohjRziAs91ciwFJjcF/LuMQTAofSBiEYuU8tDvbJC9diIuVtb8jgLQd9xdHPZ1ar7LmRWLIW4r61jkgeu8fASPHsHoV+mZZ/rrWihpqXtptys0GwTlF44ZJDB9EkrqlCm4b/mssusH7B03ZGi8keeYiReK9CV8ShUSyj2qB/SeTD8AyvRQ900zDtblnStygSTkIlDB/SoWnIkfqaWfM37uWxk9EXSz3eA1PzIeSjt+L8eXo6nG9yUKrV0YAYT3zL9IrwrQXcqDCJnHDHfFNlwH92P60NFLJWWOg7tjcbcECwIXaa0RgWk2QkuZRnC5fRA2ErRCgGva2Au6zp9EdM22a7Ip6XyeMx1RA1XyagJqysZIWEYzttreMbqbNG4AmR614Dr4h26iA3bS5sS5o4p0cGTb4ZGq+jaFVdgbyMfm9ILDHvwv6oAO7A6SdlHc3dNVhL2+I8JocseJvpjyzWsfzCGQkIzFaV5Epa2sAUIarWMh7V5dMQJ7H0+xfDqAdHueHjZqTsrsk+pxI/DwUtYhRCJ01hvKnpObfnQ0O3MFOl4NCbw6+Nfh7l/mLT/LiU2FpV1g1oEgW4w80VkgsGCI71l/9SINGYqZycMDX+LRHN3gBq8MFWnPDQ4jOPhtqLR6g+sKWCfLWp2BZTpji43TpDEnNlQ+eRLSjpp0afeW20Vpe/dPyc8NBeEoR4s4oeEoTEWXgU0fPBwQH3/qv/k9LIgfTLaL07h8FBuDA3IIuvIoAspyEF6VnkByxfMsAAOR2FnRGkVLBN4kiYA2XQBiecS4rZu19AqPWd1X0mHEQrtVYm6I8Pp5XjnnW+nf/fVFkz/rD+j6M3Dse9KutJfkV15EXZ2XmVcYAUDqYGxyJFmq+zWiP+pmArbwJdH+ZnfNce4/YqD/+Y1iQcyuE28ZV1Rg+IDkiSkVCXa4ASsxa5LOUa8Uo9rN4rNA6efhopZJm/zMh1RSNVBFN9+B4weqxuYEjb+QFhZEDW+xuR5Qw++09JCasuWyWRaihPDhMu1+SI5dsRJo+wRazgmPw5c1qa11G6A3OvmegHYI5RFeFaqr6EMYk2HYlOHzT4WxyRaM35uGyHdiymdRqONwBdUu2XgqQnlIKGcz/VDqk0O/EkJHFzGTmO8yaLLmS89iKDowYqRxh1X0X7zJ/jKb7q9/fdEkzOb6iwLsw2V1UeoyjG8e5+YA8rGROndTCC2bc38OnUFHLATDPij5hnb+RKKURoglCDNQWXLDKRZOUYOHqhtOuRuZeVj+VBr8FZHyJs9CX366LanBfLncH+F0PNS+33U71f5aGG2hP/e717evsbZk6UAvZY7bMfoRD38+r22m3xCvB9QZJ2I/4TbTQ9QPCPrNKNrrJQ1FfzLvE+3f+5/7CPzi/TOjdjjtL498SQAPETdLxMXd6ib2X+C/EfjzI8A8cKuPA8u8xHVsyqLMVDUcwN/AXRVs4HprR2rr+KUpTjZrveNj5rvSuPm06BWtxzrOkbSGMV9qeD2lgVO1fGHQLdlNiMicbKJVZu4lIYtSLDHodIJ/x3nDxcp+Uk1Ev6+OQqEpdeWjZ8gvMlOONzDKbslx7GBl+T+LONbH+p4uizvsRWf8ymYt8mydTtdX63DGdwh2zy5Mc1Xy0B+xQ2Dpt4glLvJvIv9o4LVfQBoW4hzXE3H2NayVvPQWYa/zbK7Z6H7SK+j9rDdSvNWlfcVjWsnOfggtjyQ6oA7GTLoPPRoQeS1ERsqxFT18u3o23Wy81ekQI8u5OUNZ3Dr6dm3GUL7gufIt1U6q900eLWhGpgUiVCm+USIB4teqiFtsCtSkFFeKRMNTPHm1yKZguTsQnhGKObaJvI0zIMdHfb1+U486YCIiuZGVM3dR1wnblwJgjySmDg/pkZm4RofLUuY/dFCGTgdl2ng98UbtyFApwY0wV4UERhmqg9oTijua4NqE8jTRnW4mlz75zmAOb8RwnnQotnxeq3ZIZKDvOgiPE/nyMU9j0pH7L7GJiS3f5HbMpe4ytpQ7qHSor3qajU9soGkvNtVfyFXT9yNoY56gAPdT78mJGn/Y4g23R4b8FN+7b9pmyxXfaBI8XwqnXHFonPaLKJtprqmWiFwd+ErueBtHf8pkihSBfCjbCq49ckLmQUIbWMcBullqyzSHyHG+Sf0bgMRIjtECdvBnGdfYtRHk6qktfoPrr6KSTjGNyzjwJDKC6zJwO7t3gqH5YzI5U3+ebvPW2IRgH0B3hdwOErpvY+4K+umIp/lTMyaAb82JmvfLclqSg6XVv+l/KgJrvfNaXmdMZVppv6J3UX4b6bAt9jBneIPNAwEt8m2q5oS8Vpl1C9cLP03mZ5v2d43h3dxCtpZultGNKWhoPM1AMPoK7/rJdogyT47h4JikIuuofarqeqdU5oDAOsqYnDXZ0g9oLoDoZHnBUzFWpZFv5BLACi7wgLwuod+gR6tL24kcQiM4KzukRQnfK27LnEcOdSX05rTWX+6OwZoAPNSE9GzVIqpjkwPfrd3o7hafS39X0C9GYDfHxPNCe6K+Azc6N3r4iXH2L6E1VOt7Nrz+1nM9AWeDAfz4Znqav3sUMA8nt6vUp31VsHGxZz8bAdEc9Ce+af1v2fBdr8HzHJu9Dnak06inad+TPQc2xRbqPHQkR5cfaMHI2ybyxGOOPYz+O4LDCQOlqSVrTXAwxGtyj4GQR075R4KqiHDfBbWnwQHm6BiNC4KogEz4M06HEhR/1u2dpHi5FZEUO9CZB6m5KQGvaMQTuIU6zGCcVmGq41tuPgJD56Hb8xXydFDOR1AkXeX8nFiiJEtwgQaLYDbSkqWjHU8V0brNyV3OnZ488QatuvjyJ1aUJjIRuow3EFPFRNgVwDEwBhtk3dgTmDqRdCbU8JNUlwKC59ZexiNxkp22pvBDL+w3DQymPTe67FbVrQtlZEIVPVJr+d/lG58n4fjGAfjqj8Yj4RPZsgTJ4sUHplvJH3+QhaREwpzGISUWYBOxUm3kJSaB72UJNq3JDwGUHkx2ERWiit0XZenmDx9+Z2IAMkBsHfGYFNtae35+SKpAJCaWaWfaJTFxd3tiGBpLpFLGdA81AL8l0X/jx+HRYcjJLSpXgTlo/wkluyc/aRumPBzueKJGeb/wAvs5Scr34G99+6a+S3IadWssREVcJvtbMuJuBO2qb9G+Nsy6R2gX167K7+fMMbTPz0uVjbWUd6ujFQh9x+P8Gh2iVznvwik/9o7Yqyh9kpD63mg9zKRrndvsdjwf5v0VWGLL9Zi0N+yUvV4pPlSeUKf4ljLPYzKILQBedax0fcLbdX5rUO3RjTRf3PSdL7wVzJ+XZDROw3YubH33FZinLB5MMIb1TdGRkYcTAhrvfbk6jPvMJqD2MfrzP/muDJCODkN4koYWuQZkDqfoN7zEFIzoMHKT0WJz1qHtzxBan/mRkCMCotk0I90+2AKkQcuG7KuvK/4daAnWV3V5Y+Sf3DUeGtHrH350u53madm77jiEcPwxSDC3G91Q836u58hO6vqCB1+its/k2QqGJudyNN9x5zJ2JbZn+G+pzbUuK2ZCJ+P0r+e/KWMUbYbTtho8dcXaORz548knmyIiRRSyvjR51mlyGr/B+cYJgVCiG7HX4Xe+/Tvh2riyfkhbUoZLCdkupv8bZInIGBrp/uAAY5O8Erhj1nIkmId5LuOUDnRl082GUd+0/u5vvfauPYn7y9HS7HPwGzBh895GtvKxWjxhv02/+qonju9RbDpyoquKijEX6nPquhgS6ENKLPmTJ2ZRrhBZdzROPMIDa6xdigAlER/+lee1c0sVjnYWvCaRD4B9nN8a3m4AFo1QYoEB9k1++0ZefRUeNkJsf5RjFckwcisyhFNqIkIsbBCGn4oS8oJJXefjd7zt3YLbsJFiYIKGCVhCJMjpIko+mezqVEMa6Rgw/Fg6BjkYqruDqCcwYdt65e+B84cw6sK/U2fnlQ5ACVxswRTbauJIZ1HnwzgFXLiv6mB5ss3T7RwMPl4xl3b9wUvjkKMbTUQ2A5SOwEBEF93Xv+RlOaZ2eITecvhFrwz9libeIwKUsT4yH4+pSUMf0QuA9AyB6HEHkuj4EBsW8V64kLOjKGMdTe9QXCJ/Vd02ctMkE08ihvKj9FJTLiW0zoV7NaSEYwJH8Y/p2+keCfFjol4VT9/FtddKb8m3Z/kkwwkDR2YRnVWhn68N4SvG6WHbNkUEdKs+zPcQFiFpnc4Bi7qOLsAbKBD41+yYP+TSqzXCD1kR5rZj81cQ+RoiaC7JSQ97gsBF+CyuJwj+FST3+gO+kJZzqb7hs6/jWsN1tWDbBWRhfpon7DLw+MYajfUP12AOr7/wHFnCscqG1l9+RM8wX9oaCax5UqOUlGW6yqKFt0fx5NEvCZaHJNZqkeUCseeftelgsDN8IYQ+N+1VcMqMz07Hq0l0e+6JLF/3ETe0ws6Sv0ByHegsaGjzdJsNmA7tkvRmsnJoWenlgAm97T2wUs7KkxUmFiMb4dSFVfvg1ylV9wZuEVLQK8bWsHOXcof9YeX6Xz8dr90HfCQQigILn8ZUfI4NJx3uOgNL32r7JPcqXUS0I7/YxKvm377qOfM3dg5qIYmOJqJNKcnlwRli1AGwXiEAs6V0XzwID0nDwk81f/w6T7r1Desf32kXIuVf1cn4nLe7x/QR1jAeq6MEOz/r87pfvuhjt+y1wLNHYtOu8Zsn4eqBwvHxXN4uxgD4toKtpEf6xhZ907bVa3K8CZc5VQTC3r7JxYFDy1+ohmLh0MM+kPEsLsGhTGq8BjLtSxfAZc9LigVU5iMT0rYrz5wwkqBXUeHYNuCjRhm4pNoaWcBsu+Sh11iXQ2dY6xKez3jbe8KEWN17cF0lWcbrEn78bkO+eYOptrDRGO6Jd2toJoQeGJNUc5sHGjUEM5MLwaCx1wQrMjiOARALqfPKNxM8d/0sh0ipwFsfxJ1q07zs4yr2cqeHz3R/nk7mz3lL02fp/iqYt/kEQR3ZNmGh4Hwt/zvdxdVwE0owkXxV7olc8rj7JBB7c9misganzXBHAJY6FvvJvYjdZeQHXxeX/jQdxNb+2IkQkYiRg+Mapy04C/bnFLDesSLYStf9LfC3cqaf7BHfy2/Fxks73I8vgY/U3S6iaXc/Of0I71tCL99/R0Pp4nIkLOH45yTGQj36HeH9WZHsfFTffo4e+kajtveTh7UR88t0A3RJ8vPqvh6NH75I/VZrXuAnthN/VkB/mu2PuLu3zSJl3RJ/ybnedm1hEsJBGCbfm3RaeUkqzcoHwzrLT3CRf1AXq3wksbhaNgLDtqy7Uh60hQSPcabZDdvwSOANRt9AENwSWf+plEOZk+rSbVuNE3DN1xmPcJjHNlJOvNigfdCmiA04D4zytFtW2abqQUbK1X7Wb6NF0xz5f0JKVJ5m6QXtiuNwO15PkwTVzk4fIHa3ogesmr2nQI+Aai7vgxjqfJqVDTf4bLr18O+jdgNftJ7nrsrQIwgtyLydgqGfNdFDM8baB4Sx8QcNtIw9b7p1wfn2NwZJlmzl4Z833n66Ld2iq35vui0dwwL9pL3Mly/6DfKveiuFQ2q/KPeTYu3y+B4t6h+kB8tshXi96bXk8QH19pWbbfido7aSm8c3m1TGfmwQcehVhgm6ZC4FhB+ig0Q8RAZfMveabNaaUAOPBGo+rKA1VKYHxF4Rib46KQUbKbtE9N9MZQZp9QUo9//UnQGYusj1xDsiHQtVqqOTK3CAk6UsIHgnIzBZhiNYhzPqQ+DATQ3QoX4vqduxud2MC7ZytDlVI2AhU3P+YhcS2Sy/59UJ3S3gG5y72EAecsDTaGyy84RbG2zqc7hBoeXwKBtL6XiCidg5vNyRcu6y7FEM4JqIrMsxbEnwVl5spcrNAezCBn/OQHWTDdeRucu5k6GLy/2vSvXppr4HkTc5fgh4OzY/JPKXM+PDW/eDZsVGbs53HD0UqOWPGI8+/xDH28Ytf2QmY3/NdZvZ+OkpUHnpOyVuZDeLx1zBrNk5DNJKKtsZW+ifmte75r/bD/o5a5tOYy6382PcE8MP2ev4tCvHgHvp6dqeTnlP1zX8qVZecxayR4xyW6D4Pf8ZHuzyX1q+totx/ZL0Mi40vZzz2s7KIm/5mso4o6fNNBH6Kbc+2/2NTYlwXiJr3eSyH4h0/TPyWM6I3euqATF3rnWWYAdu5A+MjSorKNthO7FDEGV5kp05FRJezT3JkVK4vZBeLs66bVt7Zo2JDlLxKUtgpRhH3Y6KzjaNXNZo2MnDwve8nanDH8FUUMZCxyDXEDGx85lYYjN/lm151Fj1Uom/1qXan5HsxA+YuvHXfUmjfzkcdySDX5y0G22sOBLNxJI2zvGNGyi+iTIUtJPqeXuCHUEO1gK0I/tdPjrAt5t/+/jlr4/q/zYHhNpSu5DYd8M26Nhv6H9LqtihggaJv0qgpijdfLkb3UM2UviqDy+8/5juYjZOgg+D3yIWrb03THZrXH79qL2QNtd8t9VXPf3+wA0ElbEL2V80qHjijbREjXgqch5AAppOdcWEmMJ38hs4zBBOQj3rSuBE3v3/MHRRxnS08UfyrsyM/lizYQYnOOaMDVjDq/+YGd6hG568sZM2UJRkR3U4ajFXIsp7ahbRZ288TiAaZ3TU1+ZWB8qF/bR9uRrgBIEOhyHkwMgJQAxJIIbG8DFaBFZgI9RM8tq/10jnVXM4yBAIzyTphvIZkGo0sHlFJDzzNVUo6zhWECQ2qYEhGctiG5roOLyaHghBRU546OyevnjCLAFuSmZG/HArSdqUx1REY4H/3Cz2CwfQ6ybWmeZDR7TCiy2pkSGBFHrjsUUFfPGB7arbZwgukwUEwZkYcrxWkolXyX1ABhGTRAE/VB5iWW4eh4KSO9Bu1F426ZNPaEScNSOG8hxWI1Bx0xRPlv0cQvrkqLcNz+F9iPaI2UNUvx6HryRyWjc9G4hgBFxp2Z5qYDqXdwO/iSJ2Ma6mG7vjAPONhfHp0lDoPR8Z0Un1kop6vLYOTzupO3gqduRbnmqNJ3UbomBSLPznBFHzl+Y5x2CCUN/IUx67MesVU+eoO2F+RU1PF0W7ryS38Zz4kwgPaydo2t8dGXhcMFnGhuqeozY4WEgZIwbrdIwXriPVVEKom1Q2oyUUOIaAO0APlRrzh2iejZPu5eZe3gQlXvLPnR1q9a0GcaO7LuY6cg3HYeRMEB1Ildd1ZnCmIa49gDft5cIey9HrwaxcT5VOgWe8dDwNDeSmP+YJVhoZ4xrfjodwspOlCaWMOa75Zp46odvroQOWK29wWbRf09nO4XcHlr5109AyCN1FPNw+yCJ25Bf4BcVWbSimDdzvR6ZVSg4zGWcksEHOZ5OBxdaonhEg0PodbdGT4IwFxFVcVHyiXsuwwdV1ssWmE7ntgBh+MLKj/cW+SosGiL+JeeyCloc1Xc8g2KQUlBqRWBcYcn2Yd8ojL/bAl2j4CR9AaIe9a+pIz9zsdpYf5KxjoUEy7c1NBfpU2omHRsSRscZKM5oQvfoPZVPDh1ZqTZRjiaFuTNo/6aqPFHE332VfEj2EE63NOGh8E2cTsbeDwSySt+Q3BhybDU5xYO1jjoti5Rs3wjke5FNO3IB7F6GzYs2eRPr4rgLoacePujjwkW7ebv3gV8216dXm97u+ZNnzrkT0i59PnUgSmuwy7SsAGknTVVPpWQTuc+Mz7YINXJ9osg+6pnttrt8TX65UKARKyKcHNPd8I2XuY2JC9OevX/76/PnDX5+1+eZz3sbJfT7S+1Exg+erYsDDRsJC1oQX/PRy4gcU4w4s1DEpQJ/VqPjBrz/lW0oqkT690UkMdbAcYHCr+xFVly73A4yz3xrfspn5xFX5EKPTx6OhciIDanzQv2MCPfMMevMqveipKBGP9DvhzGMq846iqBOO3hQalagP/fpW84jkPNLtYco11DT2/qA+SiCmAZgMaFxDmBxUcgQivfJELUP0yoNfdUgnR55fN/dGvAFLQCRE0chGlSBwg8o/eSQe9s/owbmv0nXo0KCQ+zgsciUTugRRuoUK8NCRbbXQlpUgL+IUrMO2q8MxCKMsGsWWQQQtFWfRQm3dfRKvbXKspizdDEAGMAf0kYoU0jUk8B87n3VcyrLVMiQ+HFjqBydUSS0duGKekxOH0XzTa3BoqLbnyH4JLZMebX4z2dXb/l5x/Eqjbxr7E4Bv3CfMY764agvgOs7wzCGeLGlxj+Hp6RCvBNcOsJbBtsxkPjrId/Kl9QBeSlyqXqWAnmogv0zFXcJ/ff2Wdb/SiqNF0nbUd9g9W/YIUmYO78UansjYJV14elE99IAosvmB3UsPY3fKHyvvXiCpejPOwAJpDsWdtEgqYafbtVDe6/fogN+j23meW459Hs9cC1TYr3+NQK8RnTeS71jJueXqbo7nnINoND/i10F/xP4QCvbxqOwy4KU+sGbKvSG0jRuN4IDwtyjHCJj+mPu6EQafOvyTBLOBZhbHWsxDDDKys3GiltVcrspqCZE49uSmx9vqnbbSgLReE0cmjFm0wx2ZSN/bdigBK5VO0JHDCnM5LYpoliytDf3xQ+U8emKjzDqCp998Gzabj7ZJ4ibZXg9iBzajma1Jl+nRnRs/4ERHNuvW3NY1QEBSbV2L1NAPDuWh5kyqNZdlIx84lf8BkrsoeC/5t/pWjIgdoPLR2S40QEd8Qp9+QlznUJyzKWevIpg3EyrbFnjKx42etIU/p68n3J/0meovn7VJ/fJf/6TYt098xlsbb3hoLu3Y0pf2eAreJHnIch8fPVjl+NMn1K/4mC/c9BD6TDbd2W/Qp9js0r+yUaUHDrVVhh7urqNB41HfKsZlAOC/fP3013/11P6/Xz7r9XNePedpt3RpD9Y9ylf557eFBUtM6VOJJt9hwOfKHeqJd3EZI3gR+tUe0us2kQG+TspH7Mn4VlmJsw/Bba4qkAGzHBXwCeljSQCCdvS8FyN6nDbbDJk7eAFPywvR6YEQ+9X4Ya8YZJnaY1XlOG6TIqWwqI3uraxiR7ShbWAqTAr4Q8MYblfiolE1xpzXJxuDQRx4QrJHhBDBMZGGpRO5I6mMbFK/EIAyWmkQOjZBTL4wFIwPRGfRXiYPCgNxSAU6/twx4vM2+MndXH6WzHc+LUInctuUssECedCIL3cm41MvLFZzcVp8gtPRuGHgzkT9gva3V2vsbsgt2I7/1WW3ycuU4soPsJ+VSlDGTXI6cO+QeQy4Q9NrE0B3zVdTfjblLdXsrfwkdznuvyUTH7dFNmP2z22umQ9/gabHHf75FMyzpMuYFg7uT+wqtOIsLXDhJyUi0+NpKkx9GWyxYusN8NOEvgpVW5n851iSdcvPkF3bXyUQb0yIe4yaRDmH+xu9myf/SUATVV3VVMm1jVUadWH2kB/EZXd+G8wqDYwONkKLEhDw6EKPaYbaX/4ESPY6W/gaQh6M5Risuv0DRVm5acjLVzgwJUSUZo+N+WtvSLDxgz6M+1EbbH++W09HvXHTpvujnlByvGetaVXwUiDXhlC+5+m7FFqnwC5o/StdbLPYyBNxktfGElSrl1+GCIoMK9Kor88CWbSZdCLenoQBmEH5ZTLxBXAZeMA3HQfwXumSn/olrLxnHCtou2Xynad0xJM9Q0XiI5+GVm5/wR9H+95ambcPyh/08Hlutepfn/Rq9+dPaoEves2cp8J6cPhVT439DFe0fntXta1FsEC8smtMy6YOYGK6+vTU2VDzOXL/ZJn6EZ8t97fia8fG56+lxN8v9V396d2X2RH5Boxw7guSq3/Wos4FJtdncdXdsZGKvJe9H/gst+T8rS+J81Nv/bbyFyn5rE04T7r5VnR/JJcHpBx2Ivx0ffbi2NTX1C1Yp7gKXWiB59cS1G4glXhtnnmaZLnYPjhgjaHME152iNQ3/kbksOKoaKtRZbWdb3TJQJMid7Mb2ZdVwzawm4JYjZJRaTJrMoBWVc3/QJ+WThvvsiwFqwCGigQv2CqEjRYY5G31hcJHCPQnnm9qMTovfYkGcKeQx6WmQJnwMeGgJofk0InQuSaN0J0tg4EJZ4dSvjzQwnJElhBxRgZF61RdSnM3EptV9nsIyodc72UIr+lSfDQ6spDoxJ2RlpVng47+qMKUdI/AjHjS6ST1zEGQKg4yjtbPlKcaJBxEAhdd30SdiH935Qn+3DKRUJAeYy9dqG+fdxlraAtI+Fei7231rbhI/ujCDzr0g+x/dOgO4/eedEB/aunUSX+qpgeF0/5/Vh/4DW21IthIkf9OO5ZBP1ioD+T17eUikcAaoou5l0v6p3OeY03MEn5HkCCueotZmzUurIdyZG2Vcp6GhyZ8agvoDMqC2w88VAfflNYfeVp4+SkkSJsxtlgONKyvYGYDihyVXVCZVTsojY3Y0v4FnTZdq5uVzsTCwXMkWyzarkT3zYAXhl6xSr8ZsRcBs6HQ9T4bJvJZSylfryez+WYzNWvSw0LpQ4wPFpZ6fKqfiXqn7y7yK52CG8X6mIJqXhVLjn9qiSCInvWulxwSnHUljMtxGJMG5I2F8PzBaNGlaW5+GB5JXos/QvMg2h46npTmoeTiONpeIOlime5kX6afOTjyXPsK4pm2o42Ip74cmf4jXj3uE4xvI+cxNRvyL8ZnnS9eQfkmbShVckz9toK+KO8Tr3d/+aT1PptRbcApi+P7e8nSvz8Oa8OOU/qIJEk/NuWLzMYB94VqUv+QD/w0GK+zs7H9oI3yV9WJx4cP2E3/zv7H4xD7sMByaEYRquzvObAfqmIfZcn67v0KYylvYHyU4C8f9Nnj9/LjoyLijbc+462dLl9Gzb7mi2i+yh4xWY49U1l7cW28ZZ8KfoAqPaSOUvIwoB87GawBuW3cXtg3aRUGhkpQIvYe0fjxz3ChwIVIkMwLzDsTDuEiFFgV2RaMg3eAiICS+xLEmrFRby3COkQwiWp5CmsevlIUGvqrjTdKV+NhjgB5BZtv8566G32C4G4p4WMVnYCxh9X5oxPGMTuCHU3mkQLBkA1VzFQXAucjxG0yBhpBXIEETR3DlbjLsaswUB30lAi+N+3aRHsAMmGJwoesWLqxSpoFd4PTYRmj6FLOft6+yV80mB2zVa8Igd25yZ2qx0LgQjdAhPYw5c1TB5ljK7ZMEvJZMhx7ZDlIWM5AlHwbB7FE6kn/vWTtoqED01aXOXzuD8Lp/49O2P+YD7QhKQM65avzdDz6Rw6CrQmUuon/AcG6cvoacL9XXdPuEI+THfAbythOf8/c8ni/eF0T6S+kRvCxXhnq22dkVE4pkJe5AQhzROsuuW7Q4KD69Sl2VS8+/EgcKudn5G0vTFQZMy9D/jPUvlCme8SNUM609UKp12wNwQ1V18SGDIf7HzEtZ/OEdZ97KZuryi4lI0tHn1AgFT87E1+S/y/UO64ag9YTSa1/JqZe36gNqLOCSig7bxDTlOFfbWJiwWm7kQNfx4N1GcCCSHB2oUVD7wssiKT0SRaPwHQNJbO+g2ZUhUEVMN5gu5VThx9/4aersNB3P5hO735Ev7AC+EcctObhJCB402RDZFkCmWjgMQB9kCbvl28hoq+T4yvlj2ym2EAJx5rWGwYpzcMab91sl23ThufdOzaDImYngGoMZB2KfuLpRTU4DsHAs+Cz/YKRK7n9hXLIDdEJ8ilnM6Qa7IUZeVAc1KW4kcuujr9iMcliK6qILcefqOacEmhKYaNfkATxBqN0it0UG3/TGOYdcNhYC2vx7o27N+C0KXVtKrVgz68psagPDGtYP0cfPmlsUJMxfXPhu14x1we8xSKevz/+9fWz5GjDiuqYSGmSio798lPSJYtmxG6akcQIoYguyitkKtCU7i+CGmekbNOGGfsZw3CBg9hLfQdH/cUMopXg1Qemb/BE+4sQH7VX4DaDn3CLmc+zf9WXlHnzLR/1YF38ccTmym5HkY26kF+kww8lpcDRkzn4li+wFrN4vSUGrj96u+ca7LVAW26e+KJeOzZiM0WNZJO2Xjz9O6SMJRFauhUhfeSH17QCQRUEJfxKjTYJLnCbZr2qK55HP7MAnzw/SmcT/gVGrijpRoffCKCswxtvDOUOXZSV9TKPETZpGnNRjMHUM5lNcIDLCw9E8rpKeXji1JIU59VAbGhl6UKg0pOOOgl3rJjI/OUdaSvRRZK1pAWGdxEsWfZh8xbO02QhQOyjgE8icIcLAp+wL0+3aysNL+30L9qHwI9G6I+0lw/ooyVUbw1kkTktVqqHLvRsDIvqfsF+bmhzj7ngiCSD5X8pPSWK1xGZvjCx+znx2i37qYoeNR//f68Fj5r4MMFvM/665zxs6Euwf2Lr7H37JT7/y/NPiwC9+CmjpdfFLsiexvVPi9bT/CFWT4kps3sX9lnPSb54s95IzpKLRfn6CVVItBjK233SY4KsiSTNBha3rJVAb4wkPLLPqw2vCdGL8nWkxJYBKP6Qd+XohTqLF/5NALeoWM/N0hC4l4zgJ1E0el8ULfwUVh3ZkrrqKkgFG23W1dls82SR184/GYZBPBTxJtwb8WyYWDd69WxjiQMbQR5EZX3Oq8744po+d0sJDj9goaQ1Mz8rxU6LNwuyaMSwRGaZOH6SOTw5GepYYMWJGH6Ox1OeN250I4fsJHIjaTHr14PKZhkZmPuODaOF28pDL2K2DI4hfRG8aMvZTbeffLMz9tNunnhT1k0OMecz0BLNQp6EAU0JoWPtbxZXe37Xk+9PukHyXccXvW3ABpZ+GpkX8ZIoMP6Yqsq8LcEegrSv7avuOodWfskm2qhznPbd/uZ8nm7TD/KRWfA53GxjCm/q+jVzuQc/EvnStI/atPBt4V/oTzLmi3TwevdX9aOvvIKuexJ6mz72wiR5ibD4dLPhq/R+YaOuTTjfKE70gteTcsWV3wz3rzfRJ8HJd0zyF3DbComEdQsE9jspp2wOygJyYMa9BL6JmxrZO+7Q2kCLJCl6ZbmRQ3Xgz7Ub5AWJxXGWX/hAmUO/462GUsD62kvpX5ornt4QewBhnQ+A0kqHJOAqQ+cTMDlEHRx/7rjqkL67YgFiV06TQedvdPSkLoAa2YlWIy4cN5LtGXhUS76VBpjBYIwA5DfS1ingzcUI1zQApd+DSAMaUzIh3pDxIyDsJY5bsgs6OXbNiR2T72umVxb3mqb9TFmPuQ2e/nwzCd67+unzd/rVxrz3U8D3RIMrrduePtv2J3cfvtZnyB1zkUnyuItjAfx7flIEaAdP3o/E90nCXoGo/aOiLuuFJ/9xo5d8xeGxtGhL+OPqK+mVcvlwZdMV4JV0/T4xl3NX63+up2o3FjkKaX35fdH9J2rmypL43vOuY5uc4/Lax/Sw/9RX22nnuyf7DGeeud9TjcGG2UOxfFvXRZCwK3GNLQ31SuXzr3mVPIRmcXHqyIahguwYEF4jF69ey2Vjze9385nuT/4tb/2eN6/rioet9nu9cs7ry++U4wsYbxLEX9laWQqaw69Je3cpel4XZvPtRQKfF4cmcpZNXUDYyUgU0Smt9kQ5qTypAZA4W7YgFBLPE0iU8mUP5oZmXYwUHkzdT5c2TuMRDQQQ49nWRYZiAFx4y9fJVW+sAwfnwzDtIJXzijmbbT/p/qbNt8pHJxA92woZ6r4pewmJW0cFl3Wi3b7zRWt6GvxBG+/YpQ2qS7SuUn2VyNyIQiz6s1+wGusRKQ8/1baRLxOsKzZgRw7oFGWaeYR/Ep860tzQoQW4LaM4CFweaDHFvcq2uIKQPJFWmL/ptfKPelXeG299jp0n3L6RIDn02a/6jPtX7cDBI9ftL1m8Av9VfB8VD141515CHmTyxFxxkk+Mg89+G4CNvdV6n+enwKr6pprwOH90n9EjPCzotB/K2N60HwUK5jr1TYJrzM+DdB6zBttc2+M4fuijJh4qttqTZM03gwjrVaN1y17R0NkjNgRuZrUMsLDS5K1T3uuhgS6f+YYLoTpGr+VYWuSnXl3kGAr0fiqWoUyj7TLKFRsZDgyfPQHLcR0KSUKYR3xMnnjvAlKuEbZXoFMdH0jkOqYakkVoiv1Urh3W8khylTK2m/6+uLKOabQk7cb9w2qaHBkFLQ2L/dmFmkTPOAwdMasflEpwwU7qBUqd8xljmVdQAbZ05Y5w06RbO50lb9Zsklp8GFuq5hkRl3YLKzELqoLbcAATlopYue2ueuVMkh6jy6EhNQ5CjQoT0cdJVXAUDeY0ci2PKvUFo6/QLskrB2kh4TyyJeCyBUeMaJ6edp69jITqxbUxwIJruytGXXIKKJ6xtGQ38vDVZysBdJMxQKNvqEP4zrqXbyi+AkXkpWDqBww7SYWmhl1tL6OFT/3gDHx363bfu+SQriG8xkTmrzzv9h96sQxMLVRuQk5zeBWT6kKZ3jUhXpg2doq1AGlHvUS1876ug+c+TTGV2vwafmB8Pd8JLg0tzqHbe1kQZ7sOuWVrftIzwFBHIddV6utAXwgO2I6v4FM+xpfxhHusUs3XdPF6ZF+jXwEyMVAvaYQrFKuMrXpPeMUqnxhtkAeLjH4nxq54G6qz99Do6ETg+fxyRgct2NLfArx7OeqOM/iIhqoqVJrKrM+2ibw2cwUDvMSvQmQGSbnXOhW3hD5k5bPAQVieiyNjo6eYzaZWSFrps7Bmo8FPLLNBYkPyH72W/FEAPw+RMzz95ueg+gVaRjgcjUlsqL/eGMqqbj7S/tCyEdJGn+u3HgAl2Xr7wJPv+Eue0XXtAXHYoUd5jUe37YhvVnvnaXzArK5JyEyC7JCIX9f1IT1liak4V/BZgeI5OuhnHILxoEl/dBLeuHVf4UTdtIhlfQMfhzbdypED3k+e4RO057omkGhUI3Y6oKHcnZ/bWW35Tcf7759MC++3d+qf6FfFpsDJQ0JV3vM2QoDeh9AnuHlgseo3fbuEGykfBBRIuVqasg/JEgAR6OKp8Tv1MX+vgPI87JFvot0uW2NbIshaz75gq0zlG8t54v1V7cbGGn3vFdf3PL1moz/h48k2eknkjqD6vDffPPlGDnDJAOeHurLPn40HJznsr9loE3eewPPE/Z1uXhBTNsp8YVzXDKpZjkxb9ka7yOGbCn0gY6MwySqhcrpQPFZMMNyMKAO5Ed4oQkJK30gOywGvbJOdTtC536BTimgjfNOLAQqGKhAQjBifTmagOqsnTtTYORFWI4JoXIFIDhYRArIm/qNOl7fPosEJdEujz7bLcofeUmWk/ojaGnujxw1X0YLhAR2OTmP9OpPcYBLujbZanfuMyzQIVKGTqPmh9sGdTuhsrKxLohmFh3b5HwzjmQ5ER7O+kA2fcPTELfnLDeDBEB3wMPj8w/AeKfJGeV4fEqP5oRPRjeROJRV7R4PMdooFLndo84qwtBR1IL7xtSx4OaTPd6787ZtM6sQofcWv7WArhCtd2HdRXWQXhWOQ0dfomNhLgGKXb1TqCgad7TKc0+BTtNS8uYHiKHenF1c4Yy6x2BNVqJsX15g1NtgVqdELHTb5bl2ZnEsbxP5H6pE6vupzcyjUwoeCsozP7YXot63IV+nELxA2tz+kLQWwLYyB8HABou954gNGP8RYl6WJzuiUfPVf8w/K+lUmF5kzi8ALxhRyjXLd8QfkPgU9kMgnJozM8zAR8TNSxmwYdjMt27owBkOxDt0arVZBrdHFLsmIWbYbiWmzyL46S4h909lvDw1XZMeHnKOb79rEjlwckUYUhLNOSbKt0TlmXKm8B9j9MM0mwP1E9fVqm9s8kSit5zwqNlgn+2bsOo2ZprGPIrPNcdjt7ohIfnyJ99YvKY305Vx1OSaXwp9ewL7Y6EbAQfuS4HUeNlinPIXAKNqbPOTMjlM17EknMdACTcStMuiH9LssJAU1GVGjkB7n3B02EhrjPZamHqF7P/b1EjbLja6lXGD6pPtlRF+d17XJmMMef9xKNnmokYOXDubw+ubr7ejdBXdM1E6kej4/CWFBNdYjVziaa8171CUUmI+pg3dcHFhVnNobp6rM8o7qRcmSoVrw89wvi0/tschepXD0Fa9iHNc1xnBp6VbLXbqmYDDkV2xFy9/uy8lITcZ+8sp0JVo/wWX0ssgXn/smeedRAmd5yJzRLSOgSD9qzIQ37dSxaxRbAtd9Jfs1/vS6AAxb1oZMdPmtcLPIP9mJMGikw3K5llX1UQiDzw2UrBS/5WOxzUTeYhZ0aC14yvKRtQobY/Co+yAjPvJASxW+UI1vNveTb62XiAwS3Q6aNN6JzvtlK9RTa9Hz56SMFTD+5kmoNtmsuZQYBTSosL6us5nR1l46ZZzaCApfD9BJnXWVoPSccxpdcLhdKIQybQzvtNFBahEOg+SxXTujqAVrQkRuEIunLqDdLhG5dB1p7HCodXJ/Sjyg4TPb6PG3iJuPMhjxYbPZWZXnwIs82YZPhBDP4Vf0YdBBGNwGNo52zOaTBYpbR230XptDqJDsNxr4ua36LDpeq+b1c2RhBhvOxhW+GKec9pAe61QVXRlrGXPAPdupYPjULW4CaRrB2SzT33gNnh13xmla3NZO38kcJWKn9B9viEXE6+LftRP+oJs5H6SEp95spvV9btr4q4epf7GG8JNqOYYdjDu9Ou3NNz9DBs754LHE/V+bMDbZ/FY4Mgk3/Gzq2fDjn8ftPMrO3CYc/VzmkrPOw3L4SO2zeUskY+d8bXJ4FeLEOK0RmIOODNlLcn8kp4ptDZGqxI83FUj0I88zwFxXLzBP5JjGQiiRZBeNNMkfOWkFIzbcArdwiCykuRpahhxiMetICR7YBBUMi/61mMfb4Y7tOudf2S7JIhyU2olvDrj5oY0V8NEEe8KOFUgYT6JTtz7gJ5zk2MZKG7kNLLSbKoMRp4KDfZJVGS/Jr6JhtW7wEReTohDqa477eutC853SEm8hdqI/vOxB94S2IgwcHfhnt0fAE+Sc+R6qIezx4NP2eeXqIVln3NMkn3keqmHlq7r+kLId9yzFmhlk5LNYdl13ym2h147pHXUvAjMn/cr0a7W9hmePtN4saH9TL38NB2/LoPO2Aw9Fr7G3GZ4Pfe3x9nwL/rkcL47tiwYoTPvxQFwtn5PWey6rNMb2Cd+Ze4geuoqU5MyoWhbD0rQwVuWqTlUMFhhIF1glqcJFQUaGv/TQHGmx7Vd/2CARP+tgf/ZXmxeecvMzYp/0u8886Z69kDfW/WinN1naaMU2njLqyaCX+BaYmNlOdKBFqw4rax1rs/pm//jl+2dtIrSF+fBReiRXdrzTBkorXx3QImwEomLpYluBHbJzX1AqZvCCu1zvHEtiZGPPWfYSI/CYvHKRr1RckfZzAUuWjTP+B481EClXm3kvQQfz/5YbDw23u0P/zZt1bYipEjR2nGy8qCvFC2JBRScdtBMbx++8wqA7HN91I+WT9Hlz/e6z3174rrZGJmyRpweaEsoDqsgceaEYuVI7etVUXr+xZ+AtCDaD/qkt6UU/T7/dX5CnXZ+fQEsWLYQI69AJOSJ3PwPKZjw9BJWin803ZpJ4CMiGklfE3+lVc+TQtmxy3wnHBpMn8PjPhvmLDHbIdOLtZDa07KvgoV/zEe/PouNGBjItVzKxC90yTbIkn408MkTPwxi+yI3fAndy55Jn6Ea+dWTTrtaSbYIPaRhyZieKzwRE/y5S6CY5VEcdNZdi3IZmLnVyQDst+iP3BvGZVX7LniHrBvzqW80veB6sIpBjNwkFNAaDgafAGYAACSQdkSEaK6Cl1NytZyyIHDQMVDhJ0YvHwXGnS11iODAmjWSdYxf0DAAajz+k8OcvURB/bNoaWB3bOoaWDC7nMUCVwxfjwK8U+Xn6fo1dZKcCxtrgEzSKA0IScZ2ALzprq834KBLs79ODRfhv4VUicK9F3c8cf6aGl6f0vfLTJ9SWGWQFbnmsgcd9CUQOAABAAElEQVR8yunn3IHPl7Hcs3YTcbc4MoW/r/8u8/8OghDPXFOn3RaC5TJW6K/Pz30p88LPtIK+5/SEbsf8eyRdMu/28YPq39LrR8Bje7v0/DvWXz/G/xSJmU+Owe0SY54Fl//VkZyz4tLClIWw61zDmH8SCUb+e61cWZmRvElUrfIv5y0TwVtZBlyfhsTTsaTNGihKg0On4FDM+hShhrIKl4HWrWJTuFMLN+UdGt8sU5sH5rH8drc+060NGk++ec2WJ6TZcOe12266vaETD5sGb7DYdLFLYSNSVaoukzxvSr/s/c5bgFDZdswSTJsorwHYfbFh08JZKwIhkbCkqEg58Q887+wgyu2pjBbc6XavwZqWgtMh27HARMHPNEO6ZXC1X5jjqBxUwPy0MRu99pt8Tht+lKGNjHiUNWv5tBtxoI57lE184gXklqA91HbchOA1ft7FJtbt5zB/Z+ckOF84xhPM79tr5n6PWJ+R9peYOfZqAYXSexn1e0LvN0l5Ri5Z2oaorn5EuFWnH2gfL35ttiWnfcW5bv6yIe+TX/uDvfQ98aWfqd2ll89luyvhlwTnba1pp2kY+L9rw80bE7zK/kF0bJYZn++1u2eD71fN5f8XPfb2r6WJh58OA86mPE/A87yf0fSJj1TIzq9qC36WzLJxHhuERzU3mQJXm6CD8chdApG53+lsuOpC++DtE25jcCMBmIpJ5oFXsn0YYJqUhu4iK/sF+Ier+/zF9RQbel0FR/mHNt6HhRJNJPDkhjd2fhRC4MYW0GPEEVSZunHqfarAQ50zAWUqn5rKKsEgXjqq/IhelZk+3KlVhpeBhAoOWGooDe2vuXfHye/UcQfGd7HQ7wMJYuLfzNRiRxQiD+V7qjFmM+KSItSl23MwO7XK8v0MC/e9s+MxyF0SIOqEwLljAfR2uuSFyjDxkRPXPzERn5eksjV/loxhImIuvkjIszT+MmL7JH9+pDcQjj8iJBg5jjIdMO94IjUwHvgsxFU/G17PHyGKLJW56HZWoeE6to4ZDyi6ovPp0WqrWGGEPOGcWY5zUua+Viqg2NbJ0Xfw7ZjnlWv387h+LfWfYGNbJPmvjc+ltvSNS+hRv8avCLuraVQwrtzHDq6nlJacpxA/k+ba6mcKeDa5guG1SEeaxtvUEbVGpWBd7BXOEhD8HkPzKq7kmxjTQVs4OfJcLxYe06BBcllce6OXOrTeBFKFn10Aj4o8OWYd6LbRusuWMw+OTNcRDkYwFJFl0wSCg3TOY1ExzKDtM5SVrB5fxgxgyAW5izIxoAIhhP1c12pVRMD4vnE23XrCrY2YP9OqDQibMuLGZgn33YdV/6CdVV5XRgCbN55qptzzXrXv6BaR44EsL6AtVCz4KTzrRT3V5cYmD194wittQq/nnhavapLXl7PjE6UTavhjs+u3fKhHdAhyprnLcsATb+g5aNmVLHfVXBiNEo4wjiSXdKqZ3iwcK3kRCWn/ydNvzKlyrr1IwH6gwhtIH2D3YG9Gm8puG2SIFDrzwKekeHtTq/b5zme09RXiPAR00kbXG0htoPksNrTfaMcvw6MG5ynxWeDwKvOXqeGDAuk+oragORCVE5n4DZPMwaUPITY4JNL2xts7NtDsheh3wyc8m3/LlhJkkBDB+wBJwBUf2Ww7dIIHF4D5iTUhkMm6H6CNs/ztk2vFhoetngJ8c0G84iMu3ldpc89cwP6KPsHPa7HJ9+fKmTMIg+cBbFFF/Y4284bc3vFGR556s8eDj9aUiiQcUQ39FAu3H0MSjvgNaH+QCfTAXFagrkTKB23iuQEgQ5Bt0MnlyY2KlpdvvM0fDejisCNn8wXdU5QCKY/LihR1IkajMDT4HJiNNwL7E2RwYVau/3ymRQ1CVQc9hr8mOpgvAKCQ6ZQGopGYoJKD16HGd85Jijy2VUK7Jzz4bROy6CTNVbZ86oFVHWNnT8ClVWJKO1gmORSe4EMDk2dL6o8nc13ohYvBgL9Ozad6mV1q4m4V1pEc1xTf/Bk/1mT5Amvbjm4W8RM2YE+RWRq6E3HHlkfC/gILfy8Lo+ClPrEOc3qpgGH/WVkvUMjvAtALyKlnBtiMlz+ePy4NGhK3vyYEj31gOjy3eb6BKfMcY43ELJGkyyOLp0VX+KBvZhgjhEXdpz9kDj2k0gM8B1WVZ+JYMAmnTOrc6unrvirT3j4RyT8k7RPC5eT+Bl3oHJQeFQN9rfyltu6zRK8iNWC37Og8QI1xvFVS7mv7Tl4RW36NFmTtNDbCVyjS/Ohb89gryLwnYo01EWQs7uOPNc0ROy+GtrrXL+LD1lJZnirUCTGrr/68jyTP2IaAI+sokTq52xslOlWQa+nQTueKfNW7amB9Y9xQgzJv6tEDUIf/KaM+eYwHMfrYJBjVeumaIzf0ZPQBPzgF3GWWimlACvY6vghvKVEActLRdz1HSxYkfprNRkwbr3ymWxsPnjhql8DmhU0G1xK6IbQJkRgFbx3ccb3BJ4RLLfJdzLXBdgF2XKhJz/TvCb2ZmJNtPmpwPAqEU3HrsF7VqW0kRYqQFr3mbdsJQb26kcHmbq0lATTBPrSHPcgNvGR7Do7UpkZT9KNRhxsOod4BCJacFiM1nsQkT6qHz3j4oNJJQuViYkefxi981OeX9QxWdbyXNdCPUfm28ax93T4WQDtyg0VfrIbR7EAlGyrC7Lcc/Fzzs1+r9hNnCfUSH1OIv9h8TRe9N53qKOyhaKv2+dUfHIzYj12YEKfHSPh0AMcjbrqAcXm8yjf0hy17NQiGH2oXxafcT+txy76pgO34p+JX8fCla2zAuRfRDTg+sEnnlXFeNadvwM7m2xtsAYDxRN2bdMmEHx0CZw6lIEOAeO8lXpugoPKzaX5YKq94uJrvCmEnFT2w8jlxy0IKssnHRSJiv6cuVBih8QHFVJzvhAcibSIt0xdzU0dVNIvFbQcrhkzC3+IBvXzjLeaYVePicPvH6Hskg5eD7kKIyNWBnVT2Kg68ZOOnSh5/kNEgYAyns6a8OpRwJLs7vO3MgSFzO5CGMDNBccg2eFAmA2fCc46lT0vlfoBaA6cRTp443OawtUIdcgu5pD8oLjGpW228l9rE1XfdgD2vcW8r+CXQetmYtX5fOa7RrfYYHtTwe3gnBo+LO1j/LR0RUHP840LnyUGO0dWUmFPWxTKg/8mz23li8mcHAE84aOPJl0P2ctUeL1zSX9Yfl/AvxRMjQN9z/yPGHF6CPZH5Hhly/hGd+p6DN+FdL7Es9ZpJsdQsp2PiqswbGNZrWu12neWnVlB1TjSdpQnKeJI6wWiZpJTK37xYCRKxDvSzEKTImCTPyZuDwCUcvaMHVT6Q4ZW4mYcPTNJRstCCJz8sDaA00iJGb7r1JNtftqUNOHW/7ssjOhYXOrIZDz3Xib4i7A0QO3QbKVrM9AadrRPMh2Up2bO4ik8qWR5Fz1PJstnilWbRj+9Wga6VIstVuxi/ci7RTi9tY45pDtNMjB0rUpsQimNahYZ+g5vc7VaSkbRtvINJPyIuh3q4l2aVqfdQcSmHRvEivirmDdmJH/JoF9+YkM+Ok9qAJ9naNRMFP4WVLN5Y+KDP8PNKNa+k88Vt/LzbB3aIwETMpsxW8U665HqjLR1AM4poXTzQ6+ParKLObSXaIyFhT/XpoIE8LInHgSFCk0YmdXxsYu9NewLiQSbdxO0rAPHhngIa2dTKRD1wkv3gZCyvonNjl1+1+6qnn5R5hZyfJnOcJMwf6xUvX/zG8DVOuoibN92KtVjsd20iz+Yafm6JZBTwCjvxwh54wPGx/W8yxHqwTXiJ95n2WgkmYcnAn5IAO8x9YCPYcRvYRd4q8A2KQUAbHWln6sSWRGxJP7TxxtIIrKoIfd5ZvDbGXdqsMY6OOSjuoDhgOk9gwcHhMGIETAQgwmxXuRAPXUIemeP/UIcdET0USZUBiPkiAaJjFsUYpfM+LZlbtrrbiKVeVtotKcMzqFyQ6g38KBcNg3zsMsQn/FBh4MYjDhzHKSFTEWSAIcsejl3wQ8/EoNFnqAFXQk4Sf18FC3W4bzzVCmJJGp9T2c5tqw30b/FJESCije6TGN4yEc681W7/RuK25pk3Ys/LzWAOoef2Ek6dDqCkuSWX+FQ9bWz9omSZayXjWXPRyPw3+4EI0G40yLSX85Yj1v1UJFuzPaKvMp/O8YjAPxBNDBsHyjro7A4J9UmCsSI7jRGjSvOSGJa3Su7nSH9YAzZzVAay8YtUYPNA97M/TywAaz8+X5uNNpsxNt98vlubBCH9RFu5Nyps4Dh0g8J1PTWF13MJ88nMKd/NB93o5/HdHsmGQWiKpsIVCsaxkdQxdN5clg45AxdICdla03HjxOmEHBCCrSUUKkLlJWAo1nnpOsgXjieifQOnQGtbKlXYyzYUQI6ufeuw49UYiSa7homDFYhvOSv88rHa8V77CuJuOcr9x0ZafVcbO/dg5Tzd9ieZaXD2JGw8+ciAdp3Yxab7uzbd2YRrIyi9+uCBrbK9phlXaF/aVDT+wjNwti1+st8xz2HmqRSXoSURaNqQ/kL9Oq1XzoV3eUjYHMPuV8xtS2ROKCyv36SftqZP4WvanifZbIm9AZcJ/ny4RPDzYmzSoXOua6jY2FbphkRewfdPlQlAnNhDeW8nJbSD4ykb/R6CZOAWm2xsp714zi2wYLQdOqTP8iXLscSu1RskXMTSiw1S54SUI0Vv6+hbY6/A4Wv1Mi89ZPArSspVcoxGNwglfQu8Ua6oaOfJkyjMYbqIXGiIbAydJhxRNpVRHaIoDn1oL8+YiT5kJHjJK9x4xcqvPNDPlAg6gcRmcvhiX+RQbiPGxthKua9TGI7JwFRx5yCnU4D0pAfBwwlbStU8HOfatZTBe4En7ImcyhyyBXNkkGGyThgmhpSw1T9t4RiGjljCFD/KS35OpkvgxCEeB1U0zA2aKT2Jb3jixBBYaXDn+iVwYV+hMDHB1h7uuNSfp5eeYn9h/UWJ8NJf3mJyH7uy7To47idywOMLf+xM6cC2DI5yKYLb8W8tDpm2x34HRBbOxJi+j8X0HAXqcM0kkA/nsBDM0AGP7IB0Fi3jVtCrmIM9EpeJbcR5LuhkH6pqlUyKtVt5MChQeeDNw2vUwtlec4Un9UWJlKMyJUNwc6HiENUFuuL6fYBe+xr3PZbAYj1nKrQ0beQWN8yv8wlFmxi35YGF9cBHoqCTfm1ULrVhja+fNYe6DsMn31BPKG6cRycwn5/8FNYwtB4KnaVdONtA7oZpZJ+o/pLMcpCVo2h0xNeWBj90ectriGACLnv3PpKOvo2Ekz8wRQMlii+Z75FwTggCeh7Hl3Qe2+3YI8DXHJXxLaaSE19JY3JxAX8kzWsRzW/goWeVYSUQkVQB4EmJXDQeNB0fkLBxEf3IJccGCURA+I1TeUCWOf6h4kiSr7qv1dYNT2w6t0k5rEiVCokit0EEmdD2QOMCtOWrnNs58eXQ8zZPAP5iKzZifKbbh7YHWuh7b6UJIBtz6mwbiCllcqnm5PIEgeoKCPoHfmnKAq/CWB9/7I1ihL6k1che4x7iBOfJoemg2RJCnCpjqoIv1IBgdx8YxBVedEg5aRARMNOeGKbitqKcusegaq0nTzyBpmsNLYCTlWjS4X/6tgmm7pbc6ImaYG4g5IpejekbJvQ76mozNazb/JseC/u3tP3km/W2aD129Hlr9QcST7QZSR5a5BiivmHvlPNN3yT7kI6pmrHKFbWBtb8jq8n9yYyBSHLJKeUf4EUyn2ULgXyODBJTIpLNLl8SaCGgOVTLngIrYklt8GfCJdOfwxbvN8WNjTUbcFSZmptS0vVNewvk8CVsfMylHzGm1xIbbOnHieveaW6zLYolY6yb79m3oQ+bsDVHeriqA8EnMPZMGikD69nFrR7cwrcqNmLkeBwsR8lq6KPyPOp0OwZvdMRAukKkUccosggtncDugCNBNGmIBN+NBkpAT9rkYwKOVfGAqs1Vgp0jjeHJjcaaxN0mQscdM37cnWDTT0i83YGw6IgefMlEgDxMGmKRtog86zGecuh8l4ZOIoC/nR0lj6RKd074nKgVM6Cb2U6zmIdSOAyj4ZCmC1rvjgExDLipW4MmnZ4phSHP/6VksyCXoHLxBFA95DrMxCAg4HwUwERkai03AkxKJ+GnSvCvdsaA7bCNU3e/Bf0E/fBZjmeDV7PuqYKsfoifYu5T5f4onXsBBk0IM26oEK+kjqXk4mCciMS8IiHP39BTGxog9Ef6j06T6FtvKOEu/jDP1CzG4EqeXVKjz7kBM3+kmrm0LFxsmYvC1XkJ95nxVOdP4lmMkfwWjfKlEbAOiVnJi7Ot41RXCRzvQ4Llp1HTFtCl/Shs5SVAbYJQN+yu2ZyWXPXVjb2BxY9Gz20dtkp/ezntMwdx4kKZxTEtJMi0XzyjbiovkqEA7+WrZcRzng6Yd6hc2Txf8d9gP6UoI9pWlk9dBWwjb2IUQodvO3yfq0p7M9fiKR0NAZKQVab689F/6AudC6qD/t9U3Y7pZcBKdJXDjw48apItCBtfoHAMIBlYvJT2kElC7ORJCzhGpk1T5l5AIOAnqVy7V3zkM7KsywVKkwxs5fHc0mdgtZ9QjezIdRwlyvnQIpm+WJ5oCj2mp6Sc6z3zjfgcc+V4nNmIGRpq9Wh25RDAK5+y3ZQU+BDGQQH99pk5TUmbEngTN/S0D0RGeOAFB4OSZQ4d8rYUHwfnCZX1B35CNLZMQ1hnDIstowBSeMKEv0mVEQhQ2v8ylRp22aEDd9dG+6O0+nPdyr0pE85dkM1D9KIa/canYiXM5bZtrN0128cBdCN4wm+V9oeKkbqJD0SH/UdblDnaXYOpAhbLKpShFKmbR1wO5FQW5eOFqjxaRDw09fQrt5nsJ2Qo9gYYsWteiX2hi34iOr0FyklsiIkE9Onh7ite2xIr2nX4BZtiqNte0OoRrzfWamd/k7ifeh/aLEebcR7eYas3j2jki+/Qqws8NvhsdbJHhtm/mhqtq4a9HPVua1jHZCN0ETr6VX8f27ybgtxEwCa+P0aWyE7QXvOjiqQcHAi/vUF4BPPDT5Cq4I+Hi3D06/fZedsmPy1nb4Eo6bEo2cQfbwf4+igZDBc+G+7f6tYWw5/VRrziZ/3MQ/rLz6xZnOt9dZ+Goq3YF/Zz5/YF+3TEgvBJtWkFVlJlzhnxQykw/EeisgNoh9Qt/aTg4EpJlCYtx8Wr5uAe5L+U91PqcgMjdOAaRQJnuxkUREedXN+FkHEpjEECQ+2BvyJWb8gjSwWnTFDqMlujEMBwJG+5PHsOrovjGLdjHyqL0xcHJPR4iP4Sx+CeLkI8loyUK7FUeMKlLxznrnNLMrYho9EnlDnoPMLMwevmXFVCeynpd9ex8yU24M2lR7dgL5H9L8/L2uRtxI15Ihf1sYdJas0zP8dGet6LuvHPMedZUi9H0bOY3xQxnsxsSptftojnQwwuHeVbSfjLxrS8W7T/bBiROtKNmB7IHywh+5Z82pMLm66KyliwXTZNFJe/NdYhvZIG9j97pt+TvPEhesQFGLG9TEO72oKAF3ZJ+0jdDYWOaz2gjH5ExAm97Bibrsy61hPdWlXJ5XyuW1+o9rdeKv6k18u1+f6g4/0nnnRqzeQnotrQKH+n15K9A/emnE2O6MBnV+766RqzGdoNpS85Oq2na+sadPbeS3xA9mfHUR6wSz1BGOeP7YFAL+nuu7qKv5Ov8Be/z4nWPXaZMLZDesTpgFXEU/LF7x0f/SZGq9XcifhysD12ueFBO350E/rGhTZ53oDzcYGP6ZOV+0G/N/ZdG28+Y88f8wYu9JVu1EUn8GxIY/f46wplUvPUjvNxY+BWFOBy7xXSoVRfSXfJur03FWwb9tgm7JLFU7fRqvAnS/1FaV9Xo+n1e8r4KB94wg2Nd9FjpH0XieOqnHD75p1k+uaEePG/m3708BScrY3fOBY9yRlG2RF7JQLe9rV60/SmVOIMWnL09eveeKMDO2bPoqLs5awEYhL6m6BtYv133OQRdOeR3+B980Io+oDXi5BVgHPJG/Ef2UAxKayonylPbD+zEj9oQLTQXCRZaUMz0XCHCTxO+ZvzwKlO8GlweBpLAmgZPolGPA6eaPAVMHxtOHDGO4fo4TRi1+abPvH0BLcOG1tJzZ8uJZSVo5rkYQeSHJqxSe4u2MPSiTvcc5ifSSP3uJHjjs8draE07GGhvwmLjXuaYOygq3J5JodF/eHf9DoReAuR9PhQu/7MZmUe4Qbg7q+fdg8s3apYxldG3JqwmZ+Q8XYH15M6RD18EvFbJ2KD4QsxXtFiTfVSOe3VatErv4tYFP8WXjsCt2IOrO13HqOFXltROfcprnn+yZDGIyuvhBOYDk2w11EqPRjKw3eD8tdEbWy1LSpjltZO82DurgnxC9sz1NlE8AruR22o+e3iT8r72e6PbKj9GW+tTFX2a8jADJ+fGAOuOWPN81bA9UAFhBsnHuVd13mOASWz8cLJfK0UdglsvfnivmBs9TF86W7kVXED9TjoUi91DoRe4h6X9hgFU7Zjquutk+reS/B19OyNIOhBm5D4jL5fzVdb6emb33Lg974/SoauE0hiU/nhG5/v3qyWDj6L7AdY8uc8+8TD/8feuSi2jSPNeifJnvd/3n8mmVNfVTcA3iRZsR0na9gkgL6j0QABkpIQf5VsosKPCIHXf6h0I9ApiOrWKVOJGZJhbsbc+AVTZ65r4FVNU63EcoCiDR1+usweQ+Tcl0his52nygJDaSF+Io5A77ST8bTUm27dsMCmH/IZ66R8OznjgH0GG2/JkXxezUeP92W2BoFKbqA0cY+EfpAM05Bjr2xFLuMZUu6PsF80KzDTYRP7SmhQEj4T+VS6CoBM3yiYBNsS5JLVXCraD13fEhMqZXQTdCfuCZ+rI1UHPUWS8bbOlZxsoCz2XypqYPhkmhyGU5FRrA54uhq4YPGZhbEx11BRGScC4gQl/J0HbIfDWx2bDk5dDCIPEh2Uk6scaQi3dDqXSdCHdRp144QtEBJdYiT3hegh5iEXanMggnLbQB7QsMk47LZT1C5y66aMgBKCnHFMmMWZvmFNZcwfdKIvaCPt83B00W9R/EGt/GxKPOBhqO7uqHadrt8lv90hmCMjE4spPNkD19hgQUXuSV80xu1pVXdkQefxJGaNv0RceKDwHFMyjA2TMFzUE5uxJrw25vTUjekWnhLFVssNHttzozJtay5LES5/2Am+LWmqR/O6JjxK/iHobvvxQ5j4bkbo2vFI8qCCsOfWLtcHGh+R0bHZA7TD+iHenyCqWG8JrZb4Z2gn9rcxwdjxuICJsbGgAxe+5HqOgMaEa14ai9d0iGthi8yifCKTEF/7H2TFTg7/xROUmSd6w9rrjJbo3/XGTwbkjOPMHWH249aM+AeWbm/NNGWu5LB4c1JuZklUeNk2QOB08mKZOROddJjB5MyimUkxDsjaBvMCDwtspmGdFnVCAlMbWg6kU0700dK+HviptrlyarhtbD2lM6+hq0FsiLiuWLKIMKhoocGW2k9U+1rQVNTtHoyFmvBJu5bu4VfaQznuOYAfARz1Imy2C/yR5koym8WJczx1p9J3KgeG4/Xv+YVAKp3Cs5/wk1Tl9HWeqlbf0AHqo3wkSTdIECIZfpDJxl2f7Ua+dbCJpCVtf9thmMXoVLYWTWgD9lNx2yUaCerrc7a90DQztnMI5vao3CDntOIkQaaDTXA2wi0ltG5DsaGr9tNpG3B85baGyL6QR/q19W47Y5SYTVPKn9DRAvkzQ1uGiMY3rCSObz+Xx83zVfb59XU5wV/UJ7rs+WhVRoplu2/iE3TzND72pT98A0BwNMcWs+tEQg7y0KpaxKiWuoF+0weaTrGZGvL8+XWjQzO9nvo3jCm5YpmlFvfzecvsfJXYThCsWu8Olm3DGbZJdLAVnDbbNRYJMDLpZL5RMACQQZjbZEVLJgV9N8WfdTIMeA4kqljnkiUksLUla9nkD52e49qIxpAYOOxBah8dIsRfCMFgvzxn9cXcQoSFhyDtZLKuLHQ9IbSEQfJHFOKn7mXaGD/8ma39I7rsiUaMa5I6l3LHvUcI49wTwU5wj38NoH00QM+4IHU5H8cIzINu5Uc+KHIVMi6VI2epI8/KRNuUKcHRsWmqi1PpN/UFicGrNJXLLlAU4w9oGhCDChL4w+e26WGGT8Lf1gNnff1M1HB1QhbHM/wPOlCiiXUfVsXMwKKwx3yNT9HVcL8UfLASQAMrzygGHIDHGTWPvyvRLeQK/yj8RA5tx8e0fUltV8yMtTYRERymD2/WHMUMkQERaL8KxcLc/hu8Rb9kQXFeDq/M6ZOGIVcWq0oPeW2yMR66bWpzdk2cRMgq5Eoz2xWZ+f1ttj6JD56gwUeecuC+LghOzgbcNkJYCWmmQa9tz5nNgpsJaR/NRC4Y4FgThOUAuxk/ob06t4wr/K+Ev9w2PJRkd8ove58ZAEnvsBqgenpCT2Z1Z4ZXx0l+8qudJ6HoTbY2hr5ZooeCfpqtPv6qjfe/yv2Gg/IfVaZb3DcKptFFFQtkHJnpsJJSzXvmU4Qr9HkQyANJer9GnHO/mq1NDTL4QjNexPbGV+WMafEgrttHsVIebqITiZz7RAE4BwkDGiIfhHJQNBWUbpZokZWny5HtmVSEmGIfQqxkncotQyePaeiMoDXR5p/Ik3DAvfk2iU7WIEZk27/qJ76vAw8wa/jGgn3H/g95UqA3GNIX1iyqskF5h0SP/Y6/3rib+HCyNXAbYz+4U6hHR35OrCIgd4emcsD5AL5MFjhKW+hBm1vqoBIjdwM9yZLbBJzh+wuGIxD5SUVT9dNJo2lLHkIJNMWzE07FOf59x2pcMDQfBObpRIEzchTAzqHAw0EZvykH8j95Lvf+3m0ndjsmiIPfpnMJyDkef+9O+M2sJ05qjtj0QM0/zIWZT6pdu3rjmtd10bjOPMRE7Bx+IjL1ntgJUaB9YYOWuY6IyBlsagbpNHgb8M55t9lqt6a9syWf6v5UD9RIebPmOYY99jL+/JM/bzQHb8bLSYt4KPJeCU19eEmr9VC+fC02vOrcIpH7uWu2Uxi1O1pjk3cb2FcLZuZCb3CAlY9YvnlunYKMY5olkeVA8p4SigdTrcDR/0Wbq2/6HWe/Xk6uBXw+582GK5tsb7x4NZk/GbNuvLvMtYC1d9baFDTR6z1aXy2Es7WcujGLqd2a9E/Rgj+hXdj+54v4i9jp3C6Lp8vv6gNdcHmVOZ8Lpk8IXDa29JG2c/74ka7RqgemnI5UMPo3vvUQML/NrXjgm80Vv+j0a8+IoE+V2BeNL5+0bJA8xy25tgu5xDsm1BhhjEIKUOZJcL4ZnbJs/Ud8Xx1L7MfYtqrO28etGDIdJGTmd7BrTySRnTwebTd6YY/vwoxdECNpMtkfMSq2yVA3zVTdrvCZc8Gj1xi1ARzjhKQPctiH3kELQXuCET3tFBcPO+CyJaKxr4RBhDf/2ijyxD1zK+1AspAquGiNaJ3JNU4mCJUrVcxnwdmBJrV/0Nd0Jm1jBd39jvdWoW1AlgTwV5qBnCe3ItZwLruchzsdN7u7xYDFqml8Y67zlj4prFMnt3eCyxAh4uWBaQk7sPGWpZJfiyiOGThDxLsW8BLHaycCxQOlhHOZYMHBQCS9hc7XbsNteWrB2oju+NtMxq5sD5B/YJKO6Bc0/gO35nnT7re/LzTogPoQA0wYu0mmL+Jt1ylfIy/yA88GoLvLGo65BmERFwoIZsocPeufpU8PfEQPeP36pGGJ+cOIvJD2KN3KrjGlRSALZi+ghNoN9ZX4DyvTdprEwrXmFrJn3Lh6ZifD86tlns9YpdkSxkdyGni2WFt1bcrNtAE+WZEsAtd+0aZbQfFVm6yvmpD5EjWXtcEedTbbrKvYgGst5bw2EMB7M2FjEOsNkqSzARGPN3CsiYfvR2FjP7G5aSUA0ov8FJbPszyA+2oTSIUn2qyH+elh9TpIgat/oBM8N0wK7n7U1k98bAbpZw7igov3F218+YZznp6779bOk25gmOCDEzagzxDq4lXf0r2wdjd7gy994CjDZ3vZvLKJt10WuMhCXiXz6XejlPdmFQzyo6/1rga3ndIF4WlCZ3Buk2qeVw1KqyhOX4TeluoEhTRbEcMPOm5qkXiMa4RofE/OOD/nlw/ACSu3m1/VfOTkX92MEK/6wRtwucrbe/VlOMxl3j55F2TkpCBGLLyJZEO3s0FAbB+kKsHdEvI73moNE0kjIb9K0OQQvSeioqTDVLT/deon3txZ+Iq3CpfghU4BIhh3Lcjh7bpuD/3nh37UDt4YKn79mwZRCizimLtRbU3f53COfg8SoSvxG3GZOCMnd0bopObEHumzXdKEHmXozBEcFkHjC4Lta4qwoA5WXOO+UY1A6wQ1fvNgErw/P0InAufVENoGnFYIqCip3BANYk8FgqlNbqdz1a25NXUujbD3h5gaXHnb5s+QiDADlJ7AX3UQ4nyTAfppQCVhAQnXkOfyYcPip1USPkcRfvfru/IHZZ0qF/pRG/CFB1kbjixg6n98j6pKbis41aGxGcqotx8o+06abE+OV/Bf2agSaW0Dwg5PM5Bvh5rcp/gFDeifMeOYCIXPOYkO/7XRGMsbHfYpZWRIAXq4U4sybqy487oOUgf9TsmNRmxsMHA5uT8sA1oYOMpeVYwvessSUZOFeJCLCluLWFlmo2Y2YCJVatsMRKgSdhqOvTXxTjqE084itrP5abxmRoKSDVwMER0TdCEoODFzOBCqzkWWsct4bH/RHllUFCpLV7syFw31gvqkKQZf2ZQ6fdEUFBFa/bUaIBRNXi2n7RZVMTF9UXDESRRWR0X09Lwb/kkr8iXRl9gh1ihx6AH13G+E0RDY21VL1o4oYN/k29A8WclTysm8yiau2s+T4vmS5Ykdmfj+nmwWNduUHuu+GbmI4v/O93xbKWe1gy2Lz22tVLfdg592pCF4aoApjBpxNiruXtVjH2dinj8nx4bi3HEGRBhQiuNiMSzk4TFc8juPLOGklNHgMaacFDOIQ0qpWbvIrYfBy0bGdRZo4o4a4YWDSH2SjU5JEBj66MfeYpB8xnmPaa8BMEIJUc67fanEhqBcTp8iLzKHbFVj98RZhHQPmpKzz1DNGN72ScbmSuu1BT6SCrdBObMP/KO9qI80w01MXxksZPkCMrdFtAYZZSgQqAWvz/HLsLUNsbNokFwy2376x6sxJicl63YpJ/eL2XWib6HBT0Z3jj+MsXjmNKqhCX2kp/1lQvxgicKq3VwywwW/jtLLHJNNFW+qZuPNF61RNk7KWDKp6oSVf/EUm2urFnieEW0PGJJ0/cWv+yq+YBJNY8A6vrCn5AFLClW3dUDRs0kHxg325yo4ZXhWpr9Alxu00svva/V45XihqenlyaQVv+Sjgp533HdgtN7KATdKHaJ+URsdELkpl77UZlUC7X/6vA7WXb3pJue1c796Lv6vkvPdsrT5Vjf9q9+wxhqvH5WPP4LSh9GCU9U6iXGhf+hG6yT/H9F+9SJAcQK11wm0IbHLM2PkjbkagUrxRVTldXVxo7eSx7nqDWPPBleuZcqNgz+SMteLHxk68DHjr/dX+MbrXyF8o0l1EdoQW64qcNOPFibO+Rb1yFFr8LU56cnIkhSVGYPxKfqxV1jN+zqjC7ME879tEW3pFDvoTWK0Gq9T+8BtWCktF2uS/Ob1EIR2JWgq6YcPlkRlEC/wKoLuwOrOm1RbRqsaIAqZbNR2yzAfjjCNJUs3Dqo04KGBjvEcPNLhUaKzu6gqxaYZiAELIdyOkYKn26qbRYKuyBDBPi2I2C4CYDoIsDJlsQMBDaWE9pkIkm4C8IqLEMCmw9yFSKgVAiqYLHCBAR+J1lnCgKwF+pMBz2TJooRNqScMGudvYGTC0XExkbdkm7AKfuXy8LXkUkZve5K87XhYbQQUeffBthUrSZe7j7eUrbWtaOqGVzc1k/IuTgq1CWCLUHFXdWys9PvyZBWnhMU/LUW5nUicc1EHzsEE1RfphdbCp0RXDydkRkrOyEFG0iypTgVaN7II9pltxvSdXqobYXtG3LYdWTM2QuvhcyEDXv6KUlmXV4atEWDiw3AlBkWjf+NKREuIPUHWUB5aJgNMzRG5OTe8hJrzjG7LvY6ZKa35lGdVqbxhUFXZsNY3uWcJ/qanXLTAOGyyCSbLUpr+hvyabmF5sriVPfrpSWl7NprpRdcecVa3Kas91/4dF/jX8s1eVdWdLThik85b+yeQpUHQLM1YxxbrgtlMlUw7r0HdLqaBSYc816Kk5dsWgTxngAfQyJQmQ0o+D8ElQPUBMkHJAagjbZ7ywDKTFbc5+mT7xbDHWb6IOod+bVLzJz9GvCFmXiVsuV5e28uKXtsOSgauc5iN1zg2lYiazjRUGOPig7V9lgo4HZXgN6/ylFNrPMT4JjKgaF9biSpaKougY2UqE+HQk4JDYxEffS0RxOzJcAQ3z9MqZFleW0TFc+T0ExJZD/GU299ozlNuH1k38WQz+874IOtlWeE1lOJGSNZS0Z84ytqq7JQsdmPliTJONdsBdHGByjMSgzOBT/v6xLx+idYkJZ5eoJsgmOxqELwroCU/k+/lzDolDrSlz6kHHwuwiz7RZvUv3UASUfpJNN+5gaK6NyRqceXzlXP6kIeDxEZeN/dnrokNyeRnrv76op8a0yY5N4WjV8qSqOowtMogPCbEw7hgg6xt+7B5Wi86GgA9rRP/sDVg1UOQ8YWCWf+umwB+KMkArWQTqp4NMYjYgYy2J+VY0nAGusvcEOCfOaT6eGqIIrdGOD8Yw6RBQEFwwdosaOkdgMCgyAOSJioByqAr9faJLHKODO7CfhEjNuIX5JQ7KDnZnqE4tBnjGseC8xfCZD4DwgSnOUobsnvVXLSRGLyYPXGolgmkGtPcuzzO1kJezvWchVEEyiLTRkoudvmw4TtBuyp0hwRfHRbk0RPYpJ2c7vCJSEeIPz6bdAvJH1nsQUfA+iJA0/VTGP7UgbqX/gHEpeG/fFGdfMTnU3xB6YvHjKjfxkej3bI4LXzOdEbA7VHwnNw9V487W6s+ON742HO8tP6/E/Mv9cw9euYdgsB5EfMtlh44OQ3cGnctF88TQyMxFnWQ/GRGOXXUlFDnUHCbJAiNy40QeA6SoX63tPqjjH833Z+K/nwP9BjpOOv6n9hyRnK383Xa58nkriiujSwT0e0nWppjNtPQXQlHAmRt+grZIvOTu0Hek5kw9aQbVHQDg56aC5IXRsME8nOBFhGUz7A07QJ+qhjxeqqoddB///tfHfrtbn5CjE24c8psmpnPM4e73TYgczw40vCHcNmU68u4asNtEsGhTJubPhsDi7OUz9NbeYD+8R97Ga2Gef5KkLnfvvwjtSprE826jFfH1VE61GM6/FQVbjbaOth8g/cTacVvYlabd8H443V1Cb/TFFHqTV/GzHe9DfyPNsg8KB9Pc8XOF7rxJW4cpH8Ul4ktxl/wrOVH7Jkq4x37sCuHzNVf0IFRFlqJd/0mLPDmIw9d2hg4NwlSx5fgMx8kD71tGmsopHbMC09ZZ2+eHfySggzB6BmS10Xg0K9cGg33GwKQeLGkXqQb9Zff8C45FiEey0SEAeb3SdWy3HotWTB86/Zmxz/pVcqT9bJhg0nlsPE+ocEDAu+MicwjOXCsqYaHL7x2BiiqovGm3KRpdPA6g9Mfn1XI5xUO2of8FkfAZ7df8pVdJXhiI5lrV6TvBGeg1GtZdzTaN/jn7CCqGOQvSXKbpgfdHNEdOj3h5jUpXufg1XJguYMLXINYRwbISxT8GbSJEsWp/PWSkIHvI0TYn9ELr9+KtW/W8j1NxICnxSaEmXltpANgYCj0vNNUqXNBSrxQR1wuoebgVAkuZsikvpA6LpfgND7A0A8c8wegzCMlxjYhNXNLbHQZAmjRaJ7gdDat0eBMZsFCbZxh3Ofp0wOv4gFC7E8IrwyZC5fcRF7w/BzYc47UepyXf122u68c/vLOOOOInujw+dD8AihzSafN/Oumg+mj7d3XIfQy3RwvPaGTL876f/x293/1oT9eL1edjfc3PcBY10c9L7No541C6mzUsGhNnos10ftBiBbz5hNR+36l7evDCvssP+eBESEq+J71mRgc3gd4b+DUR7q+dX/6M9T0b/9Gt+lz5WZz5g1a5fyOt+ui4YFkPiMuufVa+JkJQnLZ9U35H/oa7x9supX/o0MvupuF165/aL3+ozbfAPnprY47bhr8+Kr1vMg7LocudrSVmAMceQVyDBY+IOnHHlEN/5lHXKYTlLqOrCNmPjjwj3kiB9XRS6kT0qPRJZ24USGPRTcySDZEG3CTYm3BwbkIffhYk6QWWWzamQm8VLE9YfL+fxED1LKsSz5FIv1X4Ogx1TwVLQBE2byJ3X+52oK5U6QxW8dKOM6uxvLNfUwk+VICAcvQ8EHLITyHWp+ygouyOjCb8ujAlPTVNN/0yITftiJQOtl3Kk/qHPmT18K8pAXGAMH95NSRo6ykUrpKSKeTnF8RHeBQo6v1oZs0bU39eG7/xrzY2X1Qj/A1fhVkvMqiu3EEI34j2U5V8lQsML6Kv1NvrPuVcz4PAS+yvmi0+k7u97aRHN8jYFHSwp7MGRYPuOEx6bwmZHPb5gfY4Bn9Pp3DsLUwLpr4V/FCiF1O1osq6Dr0OiydT/EL9Sx2vPbkPjHvXaq2v1rHPGt/980dx12Kpx1J3Sf8OqSl0Uf+U0x7wEALhptNxeTMU+4ESJD7x5QWUvwVRQINdgXBsFyFv7Rg6+S+zq1YgaI3F0eVO1gmubVZsgUyDockF8aFdSAGQcmHDFiEeg4B4qlogQ22KlQb4qtIQJLToG3AZ/6RPUAvd0idLjQ+svHvYlt7R8o8BnHYAisbPJe8iz3vo4Qp46SZ8kGvxTLQoWPe8Bs6VJS88GbtQVl/4PzTP0aucoUVUV/jQCcaay3kBXw2Gr26i0ToUCw6d0X0BmqBxqObdQ5m0RZvFca8bsbIGSMACScJfsCcUKs/1kf/T5sbP5AQ4pvWBP/9qm80jyJR1HxMAzFTGVeNrMW8wglQdGzCmau55kQP1zgO6RJgti74LcxkFyeuW5FzQfC6YBs/RY7rzwTdKS0CluIdpkLfYVjQxMPqFfYO9I+T8t77pj8ACM8+hn7SxrkukIKrzMFNEp56s+FWZ+cz/JKGzJKbJ+La9CIrIqOvzvhqf6w9HzIZztfRyJb8xja/D86DOtX1JW3feUCpuPQ3mDM29G+Lyo6s/TUK0G+uluqgTqXO+CgjeIJnPWOq7ROpU/ZvsgFeC5ha8HH2V4wL8dNeGHWwkf5uJmgi2zSmG9Ktoz9+yDjCHnyJKoR1Hhp0NK9ZNydxosk+h486AjwOjYuPziTgY4uWcmR4j2pZGxWuwA9NJ1q4pseeeK8coxzRiE9K3lAHOE63h4qinAWImYWGczBBu/MUMO34wHi1ouXG2aVsZGDXRs3BtEIH+UXBBgXnQInOC+IBHv37GPngS+El9jWr/IR9+MuOk380+CnzWRFf+Ip0SJdtXSbvMgU22yNpIuELCbIBV58oyL5IV56Ci45/JiDoNLLVVZixCBySPkCh2vUC++jLcHGGcZcStAaCfYFoC7avSuSJ9J2yWYVv7aaJ+Yill7TsGfsv+uYZUQceZOeIvylXjKfkc2jWdoYu8DkmoGgMjKlP6JzXRGdCnYT2ZE29BhccFuRAgGBKzQXRFFBJTnBD9gi60DTcWgAJ73mjdLXFgw1rXElO0fapUGAAgS2tjTab9Bucfi9rn3Xo/0Yrn/XOFR+Lba9kQsDYm8PPsD/Vr1ftynzQTjij2sKoZbF65eOGm1L+Dn9LCXSpsVBk0vG54bCxeAaTWdEkbaap+xSJXbufQ8+hp4XKv+mNQj/ZRo90ftP6i1fN82Qx4dHzMLKxyRsrraf2CUjwev1Xm3nWVqRyQZCGCCbi2doCXmRHTReErwZG46PWvZrSFwvy5mox05fLpR6BAihgAY/1vQOr5wGe92rvYmbWw6p5Q6ayNpHc8OA15n+5AeUn4MH7ybfXz+xjEi//Cs8mkSfVeZu0upxYQa5vE7Apqj2Scm++BfquXTRPvDl4K/hfxSA2O9c6Hm4/8a4bB3wUjriyXbZd5RFo05WnMB4KVELHJiFTh99OHsj2lShLxyqX8nfdMODJfe6xJX6AU2fvJ/Njr/nBKwkJTba96Z/0VND0F3XylFa4yiYoWUGhxn6r6qhvqRaaQgxdzbjLbccOtlaf33jbAFrYh0qCUTNKJ4WD2ipnEnBC4kPwnHAgZWjICUCXwEGzJhgrWBoMn+NTAF8PD0xN+XY5d5CwAf2PJwzl6AtIG975UdIWU/6yX/U6yeIt7JG3JUAFBi4Tgm3jTq36ApgBkchNvKQMWn8LJ371IRFqGBMGd/LIuavLhSYPvhkAtxI65oC1TbfIPwDudns+gIHvbgL9N4JE5Xseos87Wjt/d6MzD8nUYcEoLLZ4LFBnXhKB6HNBrNtKNYxY5zGHvXqSSOYNxqz+pZu8xtSY79ArRNnnBkFcyVYtdcC7apPGGWbQyUSuTPzNUs05MgCucFLOH6y0g9RS77qsHy+EbTJ2/U3ytq4619ZeeuxNLPgVQjvGVt3tCVr/suvXKuWz/Kd6YMxNChAvGd6loYxLEtGpIyvoi7mhI9gMLzjB9+CYF1menmVNBBub7m/6SmK9Wa5Xzfmstzbi2oyz8ea1c/bOWWclz/pJcP5q44VD/dCjN2LwqnyrRVe4rOdm89HndMUwSX95KfOODF26402utQ+3FKf1MZnsY1+gZag2y6FRGbsF95cP64LH26FeS6hhefoqApV5VMVHQP/9xsZSOxcdf9X3J3EF5eFWiydnT0GelIKt0vDgCTef7/77n3/+8zc5r53/+Ps/X/UAnM9480lTv30hZlVrD4AFskOALwrcTczgfvTpjz3VMQjRfJ3yIJA1VI1dd2qP4yMf64J/2HTrsGTT10rCiwYZczAjANOzp1ABr7he5VRYrcoWRAgO3geDkjp7TB3Q+G0c6iLE33kzG2olhO9ToQZYvP6W+wHYFngyH+1beNee33gjQT3mRqqIntFYFWSXYf7ksnzFopKEi7uWIA3Mj+3FB8xwU9fJUbiFEzx8aP8vPrRg0eRFQ7HmnyEmt1ZcpR/OvTuo7xascqFyfemwPX4hVRFsH2CuAxUsKfKmgkv5kySMOtt9rvE6zAmBpOe3/rhTpnJxdt4As9KxQoDzmCna+xkWD4nn5AMt2ho9joeiVu9OPopd7RzQUrY46kPujkDVNZnU/IuQIjjE5Mr44cpqsDuHvI1bndCwq3yltVeuCAs+lNyhu4duvft85QPXNl3rbYzzZlnFUDZ8h1SVG1akXEtakkHFEnwg2/DaYpoi+SqJeJq0GnW6q0zdX9JGoQzPuyXw56747E+BfOFQloEpnlUDVeo6Cj5jWCOJu8dgm0f5UnS5KDYqxeK01dRQ8mvMpIJmtv4hlsn8E6VVb5fph8WWjfTREQWlvqPdVTfsv7JSdnVvdGtXk85g7otXa5MEOaheTeBq/tPlMfZOr4W3xJbHlmxDDZxjSdvqvrbUl+LC7uIGxTgVNLCUm35D18CRbwOiaemevRuMQ08dzEx7mk2PtjCs4rqzQQ4DtoUo2cKoMadZDrIm2vPUWg/pJHhE5xC4CJKErpHbfBUaxrzrtZFwfrLNRxm1qv7qDThPu7Wp0XrSG+/eSMsWNsB5ilmbbLF1iqmZdZi71zWZY3M4GyuaerWpJZFvaYJ5yBmrkFco73Xu69OjKKM2IbO053oFw6aIqWbCFivs6h1NV+mtXLEnhFjxDRPFrL85XJ+hZsPNk27/nJT7tsqKB9YVjhOV/dpy9T3d7YdkwvuVdr5FfUmtkc2tv83cm+9//vN//7AJ5+mxNt+ygZ8p+6a7rN+RK37ubfPzdryn7njkyTqb/pLdcdd5LwBa32LCRdFaJI+bRpkvEq/7zddk/6FX5P3N6YA8l0lb/j3fLNu0Mf+EG/mwLNa52K0RFQ2mU0YqWvoHXuCgC9xkBg2CkDRukIoIkk4UTzQ12vPlaupAVOHJjXdCkIBBuzeybQXOVPt5OyF41Y0LgY1RkdwTe3ndbYLXhqkjTUgHStDeU0CMT07gmE9yoUZvtKmyS8CjY4d4QZX2nMmw7pa/GrB/unOpq6WKufjL09bnAbK0FTHmwE1EhfRQt33m9yUzd7uE53NJfvqBDPkvw4OANldJs0SVSZHZra3hbEwP1uF7Q/vUMlYnNO48b3lgY43OPYhknyMDELZCYDo2LNKhySWbJAHpfCcRURY9dndkwWtpljMEWe4YewaLqtFdKMkfN6PtJwd+HH5p/L4V1VjA9js8e5qzuvh6Rur+OiO7B+NO2cbPic7J1vbtjWr4pNyXoMA0RgO/Ze7+JxAYL7Kd+CD+WEQx8XNxA8fFNE8QkJC0jhsiKby4Kv5qF3Q8d73jj/vKJJ5+IJWfFOFvbPblA48pfEpTR7/pTROqHrWZEz3sBcv4paBDqXUPQMB1FpGMKlLDwr/6FSx03KGP5Rl3XTaqSGRLRC6yAKWdpXSXuTMmzG1c9U/Uz5XahmrPiTBrlX58Zr+VLWSB4fOU8zqpe9qS4mdkf5zklpYr3ZQHTeshbB4JKREPckPW41XMTMY2pNmpfIzUY4VXRSnzxIZrCH3JaHbCfG2wjHdDFtvF40Qmp21apkrLhwZck1NnWgHvMQVioQ8f9sAVvs3YM9QYseWva43aWSMhay9Gnxpqu3rO5jOjJKIaH3DjD4r5B061xdbRKDXI3xmTxztqoGSpPNqi9Ya/VVgSiI+0DG0qCdRtBZIEnRVVlh4xn8EuwWiJ2Nip3CZIYH5S3WjlFLtl5mmcKtZaUwVZj/vmQh9+8/g3PXWuDVS4quhJooqq6I9SrBhzunF9ii+gHanm47Y98LLYZOoB5fb1YFoLPLXjjsAic0W/dXkTZyg7sUP++yFfbRP1nje2mNepyY6Nbfh02sY1ynECNF2sgvAcim3CmY9yeuAK1t8+nrlCTFpL9I1xzyfQcLCBtl54xO8NktqKag6iUXOk9TNXotxJ9MZVVRliOi4YL9ww57VuNq+8qv333//IPG7Ki1i7OeYzl1UlKplzHJEq/KuHlMigeUnopRL9eQuja4Nooa3iyMLHV7w5ucpp38/NoNbJPprM3OaWSY1dpWpybDRquAra7GxEA66SP+9etq9w+0k0mV/EayRzEf5FT/zlB7foB67cvjcFVEmhV1l61/FnkaPfQMM9+eLnWW95nT+58Ra7ZS5ewDZV+zVkKrw24k6XSYNSsBiYIIDHjgKeSnJbOA03P/hO8pQndV0hzWcnoG+haVry4gXL77a1jzyIVrkrz0vK09QHuFYbu9x52KkRiORM5vgsYbMV31zt4c4zmAkoUTjQmAAkhYkBmVwUdecMdHjSK8bBsqgxzKN1tQBoa1+IDQO+SljxLyln0ETS1DVLJWuo2+rs4O98o3kV8hr9vxH+kSr4pA9G49ZH01IcMhw5wQ+X2qGdP8x4QnhlY5OCb1uv9BXNlaiNCMYJgCybWDz60qG4yEVMOOOllVixaigyKqHpEIoY5qYru2hD8DZBZGMOErPHYrOaAPpOAKIX3U02seCxJZjOG0+9uRrXOQ24NrnklaDIWGS1gmdzxMf0ZyWc8K3eWcq+TkBezq1+bQHMcDFF57ZpR9O0v0t+y723cM+3rx23Sl/64HnBr87pmJe55Gs337N2bdmVUdfj6YpjhfdIXWHX5YO9B8CRN/PBDPMR700qGf4JIzYf5Rx4XPQquQln3j0/IV2iPT22MwGz4gAAQABJREFUGrbPj0YDYVZMwqDmGYUGjBxM+pMSnZtsENwoRKrO1V7a40PXBOZpP7H0U25BPZfAEa75OV2/2NucabV4vfZC7lq2dESkv3MdUn2TWgeWHNM59Ej3MSG0bbZgW3tti9GTvtpLJpxzaQh+1jFPfWcwkSjCJfZdFN703EzX5pZ9Dxtv07pp6Xtu4vu1dOTxp9z7el3SiatbCfXcJPgu2f/o58R4xfz//vnxn3/0yvl37WSRxebUT7YtXSsF7Yf5+AMm64fG/vNVNwG+6qk37QGYWMMSqtrIY3/bsbQx+HO/IYex9ljSPCL13kiz+xYfWzFSr0P8IC0gw/yUv8ZG9BSDeSwi1JJlM5pWNc9vVfdvsXs3OvlLzS5DypGGfVT0h3xfBwqXbQjJzfMLN94xCOFxlEqOyKgLvAwQab412+E3jMD4bla4YmyXB+EDBe+fS1jLfIBtS7IyvtAIYlPhM9rDPcf7CQegiAHAUUo7vy/AFOil/a0TWyKpZMsqbrTxKkw++8GnwYUTnf416FRjH8YtMdcDY0zmUL+5zGaEe7pMDk2DpPCZ+fTUdjTSWrvywvyerheK+yS/8AB+1uFYpEyAvCANPvEsE/cLJLwKqaNF4ZanWtUcSeaTTnyRiYeeYhoTqaa9inJ4PDoE00ULFBM/D3T8CpjqUGwmYEEYH1wUPSf2hcu04kPokvoLdBrU2KazzUK6jt4mMAMtA+AWJlvwcw4wcU0tRWuuWYZibUc4cgbuEb4lN7J1gGLqMIltoLQYE1EPnuG1pKJHzrOybqhkviXZqZLfeaB/5NmeLVeuHrW3AeCGP7Lln416LQ8QK54mlb9prHD9cGCulgPQYcVn+JX2dcpoXNvJXMzah00MPyXmz3lT1lwPDtpMJbp6CAactwtVEjxfmtZ0EEeeF1MbTcDXtK+vuC77KWUsMKh5rub25vsIOdcStqfrhYjfMsf/nbj2vlvq68NOId3Cl98xCvgZLzobP3Ot9iLCdTatrB6Ss7j+i80lceDXf4kFYR1DvF2HUB2sSfwZb22eWW4ha7OGiAPwFWOQT0bzTeD/6DXzfM679llsnIVDJAd+42eBv+hJqOuCfZUd3vyjw7GJTRJafCwYthtvI/PwgbH5RELTTKyRqOsmgQLUEjnpGBvvRY033Typh7bE7ON61iObOpLzlDtyLZITbbAcKEhtW60LDnUTLadwLYBRdByX1ABbxyDZFF648W5eGpnGdc5jezsI42kHu0IFEi/ikGJYHNHNtZOaT5UsehtrJrz4cIIzgXTNAg0isZVEYDAgWit2vkCl+azX0l5yeoTrmqbtbcNTXyx3+xiIatsYyBmY8UDaDAdTXd95Ku+kXSBbpBTEtyoYzukYbi/xwK+ibd91067sSAuvsO8Pp0vvxfe1VbSGgUnr2wNn1NB9tJZjJzZj1xNJrIPbV3vJ0b8vnhOzCOYCqS8qEY6fReR6OFLz1y0vXbosIfK49GX+oJ8yxaD5VirjTNK0kmHmW7MReoKnHaSe0ygDsSWLy2LPAhdg0rRuuPFPcMj0a14GUQal3PN2X7BMHj7YP9OH8UDi4MOY88sNGVHOuFCl650/ZuCj1KXkMaHvTvVoK2IYbTmmzB/CaQ7KjMF8WLSaJ1yUIoqmqLnquI4vWs89sJWMUgl/UgqWd9KACYcOgs6L/eEMPs1vMhSTvZnmmsDGSTskP1n05noaAV3mYmBZd/kpuNZfhouA3Ac7eaXRrhIzpCFs5wMzfPBT2vmAkaOhd2jfyg2lP0+mE1MzXtqmNlJ9pY1t+k44hxQw4VXmOpyyVtLEi/r7yw89Y3bsED/gISF2dKjvf9D/WltAa7ylIMlX2DIARbGNay7YpuDJNxvwv/8m59G2vrTsO3HZOy5ttAXzz97JDuKXtYq+321IYaNvicpJfiiQp6UBBCr4Ui17AtsgQi09SB075ZW1eAG5VTqta5bAAYZpjI1UT84Qxgb7Bx8J1GsUGOK3Zo3g0DbMVDohpxSvqC6D2hikfmvckjcMG+T2y/TwxhtH55BCFp80ksWX7qLki9EEoi5VvTbl84sEH0GR4BIOgzCHAvTKlYUJxl1z4MNRxqS3RQM5AZu7SNQrdlQCPvWBIy2sUh0r2o/RmpBOaIcinNdnmtYW33LyVoI48qi52ozlGjiGYVfVkTz8gZZtwk6+KCH0st0+gj/JLaCBanhegSp51Wj8YbTI4draD0QyBURPyhAhDls4BKXj+HK7ogrUqA91ssWYWSkWq1KwBdUkzh3mKrldV0QbjleulGLu/Pkzweqw7jP69blEQ+41BnzLJ5+j6zmdP8llk8uebaAeBPd80QjqsHSLiGnHK45UB/tiUzIzzwDLx1f8RMNjUKSepFoqMjrFrnSHyhv7GEOS16TK95wZT43oeQcbisv64SpOgznpEi1dSKcpa5q8K5RN85TptpZsyknJscIg+0gYsYExtkmL4zP7+B4YT42q+7HYRfWlR/YC//it+TkLaeo41H6G62bI3hQPJx6bDmvemiZ23AwWDtIvnkNjxDi33QNwp+CWaD5grnBZAjxvUMcdyr2JcY4w1WkyazzhKdsTfRJMpLskALBCZF5CXwjHPOXr4SCzDKZnzPCXU1qMjRIM5Ts1D1TRxRQMK99ezGYpX64miWoLGyR/lJL53XN15wjPKrLV2IaugB1zO1shA4x1K4c8XLEavpZNfuO02nKD7C1QMnO0byf/AKetOxp8tybH6Ra0olW+idzRdpVgwdvwEpg8RyZoqNN3rKtJ7cdeZ+ujmcaDAsdGm7XCP4a7fVrH97iw/OpP+jJwQy0732QPJvsY+OMjYo8DGxhCskjmcTA0/D01spUH6Xy52t+Ypy1Ebg6IADmqZuNN7GYD/g05PJU3HoGsCIS3oujEOquNK1JTuW2RdkmmbiqXNyeM9FwXug3OlRLcCNm0oaROIyuNskHlw8Zh/aCHT7KhuzBNBMErh8QPFJRbBrJK7iED0UcjJaA81ZBNzsPMSztEyQ2Q+8mNKzIboFNHQueGi4a28/hUcO8lZcBwntAp02zBR12Fd070wT5h1cdIOHFvDROEjDZ4Nd5elNkrjGrqGR97WY+0cpXbsqec2Y8HzY8If1carB+Wq8Kc2y16V0N+G2W/1jvMDLcmtWs3ppeJeVowplIBNv0PATQaI8AZauRcTNzyMXY05vTPAovfxxxpcY/5BoLJPBczg9CLriX1K1CA9rxljal7zowqzivWJOLPHJpa7KcM79qOxg+ZFqdTiBptvsGPDEg6RxdlGd1Pu1veEOAWzdpn6dMDv48HGDPbeeK+7QygGt81nDykThkX2sKj8SwBZey9RUJupqRWQN5tyPgGknHfNCeWvNTARc2JtAV0Q+dC9R5FvKLp/z/ftMH6xhND7WD4OVXK/pMjeaLIl3Jy5EEQm2lxvtQ/3Qfv0bD/dR3edOOEivuH/NG0nTOOsmGOnOu4hYMx5w1vCrp5I4C/EAtETCG7ldDgQ4Q8eNSL415v8JCaL1pztBKwnsnYbItC6xZUsgn/r0i+6EEZJNhCPNscxSprCdOqRAR7keyn1zUrAtIRCzBZSgMAuEtYeZWkfYde1xFrGQmbOVJ8eVU9shHD9rOHWnizhms5XqvY7vBszmKcplCCcEI2tMYtEJRa7hR+i3vhdFE3QaRcBwtCOxyBlTDLeNcpU9BJhfDpngFAH9MA+JrG9G7MxJf4kTFRefErkugYqDsFgg2517LvCFDs5PWQe3QfAv9MM82T/uo27DcDLbbzpmu/eqAK6AtKIR0KKrv/awC6DN1RUHH9uqxtwwI2Ui9KLyR/kewPSBxfaWxpbPyS5Oljdfr9gPJFrYz1JcgsxacLrW5qO7FQ8nSlO79o+FcIfkez48Mw3uIBp8Ovgh1uglmUT2jg6JByeVzYJ12XvkpW6zLvMli4ZKwXFvA2opltUFeOecsdmDaqAFs8wrA7eZEAyd8C31NM2s/Spwf+DA94aBHzfS3zWKS+to/xuY4Gj3YTAPWx4EPb9Lu5tMGr+FG+iRxULynELC2iZfIwkYcjoyJphYz2WsCqVRsXvEApsjmYm61Hc1+51za07qxHyhaULzbZw0v9BeqfJ8WGarRfG9au5cvXb/oJMV4118HvJeu3vF326+f8jnc2Yb4OqZH9N42478X4YXJ8lj6+B/xlaSw49kNW3U1/8jSZLy3LHXzakzFgnGIGxu/agPupM3HDTR3lSR4MVV4zjSc9adcnzv2gmz03T7657c/H1NsUxPs3wgXh6frf+pi6bxpJvl9BFwF62V+jki9fg4fn/4x+vs/AqdYzNncxo630Jn0DL74FNos4a3B6Xmh7sXwz1FXhbyQV1/URGHatPY8MuQvL4H2oUHPQKS1CvUMeFmVug1h9JrRbpdMj6r+FSoyLM071DmCL7TyKNg4qWpw4YmjwN1J5iSDQvAEuAA3gmBoo0zgEht8ZBBwFoxB9AxBiziCWXiWwoMJuyvt0ImGQ3MINoqtC2Yu/+UtVuQdnRnAwCGi7sBEcxzYdbYEHuhvBb7GSSWBT1uGxZXjJZ7Ox1MHzymL0pcD2ZNTNRm1hKlGnWQXGKQd2SXJkLyJH/0kHTSyj0Tj7cHCdqgUI/RyskyxyZp0SbW54q7+voWSMxiHhuTQ54xFsoGvaBvA58Fn6Izx9Bpby0YJwIoEJze60YJ1WJeZvjUNhFEu64+go3Da2z4KWPlQuokZdhNdWXmHKhI1ANF3Tx47tOV6bMOYiZOA3/Qifpo4LeQL7prCom6RfX5rStiX3UcX+FqPaTg3VuCrnTZeYGfiOyfD7p+bqfHJMmeAG3gXh1E+xJuemGHQtaAU0aePePJ/K91F1acraJ2v5Z2xF2TTlRBLIo0UblkOlANuBNWQfpQ3UQVPTLjPtqT1TQkrNt4UvhjIYhn3AF9yW6eHazS7x4Ft1YGEf91QQIYrpHlyrGFjXukSiatoCcnoj88WZvqaZwvZxGUWFn2Rb/e3Txne+qhQMbUY1PfieoIyhx2NBXxuAdHkVlzLSug2N3dcbfsztX4Pb4J5DinYRP2wXCnscSi3S7YG4bW8E+d6eCPV5j1rZKC/6qUKefpZP1Nk5NNcvm6K8eq4NtzYzPoTzl20hTvK8aeE6Iv6It1TEL+qEqWAi/CZmZ5Aw100A02s9lTuOEfeL0jG2zwyhjUqVpXI8Hz2xp1k9c0dYs9pHol3GB1JmnA7CFIbY6BpVG68YpQ91jNW5qvM7k9IlvP3LT4tlo564QDg621+R3rrhQ5OOMXbBQVX9XWjWsjz59dMFr13g8uixbNZn/JQbP7/F74ezZvmu3wrnd78h/yrb2YD/y+fDvflmLmCJzav1NI0xIB507JLxCMROJzanXS7QyKAjTXy3vcGpF17ZXKdLquzf0KNp6UOvvVSne0mgVrwbsdEdukEseUcLi0ay0O55QSD619QoaSaTtgyAW2tLkrNvuschYSKuD/o3UuJOElAUFZZGqkjj7JQC00lun3IHAHDR+PWKkmqHSI7v8Chibbs7WLYggAPhnayHRplSZyQrCU6/Z7EMIPiZA1OqL0ewXZLr0JV+f3OegSEb52FD2TMQKqBzrVe5N6ZYQHkMvrxzPzi8kKetEkJbuXvl9qDT9qOTIrkEqezPc/IlCqrYPwwifApax0h87pvIE87uW3Fwa4Ratsrh7z6ExYqch1e6aIRkuI8pqArAMviQiQrZbNRdO3SEKPKF9928gsFt+5cc1BggzCB+rVd2icbfG6AG6r4Wam2/G2wHazL5qskClHxMLNEEW5ACFSdkrWnoE7DL0CDLulRGBQmR9keVDSsc2fr6MLiZbMzgnfDr0pi8RQI3fsYTJUm2YR3REp9Qwv/E43dP/ZkseeH5L8U8iwF/4YdxopLBTMQcNkw5EhyH3cjSlrgqOsubUY/PYpMU43vkACBvnK8GghkceGgWGO3DiZLW/UAtFx1KSmLCypSTzTODCBmFFyKWzfqkPSuJmbhZbEUbUpDJYks9vGFsXfSNOwjq0u8FvD0T/g2jyWG6kXZmj28ZLW8HHXu4xPVYi8StnTe0CEUr41fmwG1SjKnziWt7wr4Rrdso+wV0K2xM2gNlqCOp/eEa9PbjVstb1eZ4XNolMzMPRStWE/P+c46N8SgUxs1GhumJc891V6ztp87bdtflt4Ynl4crzs7kta70iCjcP1w71B5VPZ4pO3AjoTwQAmgKRz7khHR7PthRyqyUDqdesI6brQTX0EObWi/Atey6KW+dVn1uqVQr51jaeioB28pUTM6oEKUnKpoBshIwppsCoal/m5gyidnZ1/1xzd/OmR5TlomQHlOzX7v/I0tm4Bsqktt9T73NbhcDaLwlc20eSDSRkKVSN2DAwPuKYQqD+yRh6Dq4EYER2pTXOfNLzaOW5RNmtG9QUjqU57qr9sgmVctclSWHOgahGgrHiu1A1jQIOvzBNzsfkziZ0xjv3bCa/5HA8UVGcK1tqZCNowQyRyZMCik4Onky6E26C+zMBehNuIQg33zDNqJO9tAu22MKrChN2CRYxeQAqqDVVarlS8+ziFqJ3riMWVt9y7y76t4SuT17kJu/8BxlTyReyvV2wo7Xsomj1GPEvvRambhPog/cD12nL3V0StRhtnpDg9woGQh/qHRWn9IG1u3A3GUCcGX5Dp/jIHHHt6CTHEdQw1jWdGxZhnHgqREr4tHJ63XqUmKYymlLywGH1ZqVlMNDmIdWkjRHfBHvP1oneuMNP/skG61luHIkgbNpJV2gkYCPMDZU+sa4HmSzoPaPMTeh4XSjKKYV9mDZApQ6Nw86UV/7m5Y68mggiTY7d21vqHDxm7EinJJTHrFS7PZcyaY/Bwd2K3GODPwWPOYWi2n69C0TUFeTD8IqpNOoBOAGqzzotuzpCGuMGTv0oUpH0Ln1NugBfwnAgArGS5rfGhEPpwtpCKUrr180tILiJXxM5fd7LnZMaxIPCbgLW94Q7AmGmLswvO3MhvPiwvCAfYjneF7CA0rekKTdw5STHmvPnCltXHOd0bwHDDtu28Acsp0od/SaJ4hNLlK5KLo25Yrc/ihVI44tZpUVOWuroeUCBCvLtZ7OY9NKeVaWVrtZJ8k4tuOMB0IznSFPYWMaAGtDm7/zle0MtuI/y58e+KgeWMfqS2wk5re8jBnG9ZqYI3pu2I+SMf8YwRVibpxWGaO8FzAQb1GIMs5MHUN1TQyuL9fP+9eG2zYyj5HaJ9Ep3wH33JX5uummtGHZBCFnU6NyhBxIngB0d2MiMzn2sZnlvgGm0/u7MDlo8bee1wYDfurkWIz8xc3mpb5Pb9O6vZbP+pUH6H+H6YGAIKDDOBjfIjzrQMcJfV6d60wngqiOnkdQkXLRAqg0RO+MIT6YYbgVlTGWWG0+JJmlRLLh73VJ07AWgh8SfzeNvhUd09wmMgU9PDwl9zgIEsxIbuFmMQztdfQGV0YNKbPQ80VD1rrbPBwiKz13TV25qTBlr7zI8xspE73ZxNNwblC4J0SzWS+ZGcySULsBLLgHivqMN3cSuSMi7+k1AxIyaR+GG68W8e3lP0TzQ/m/+lDBv3rvwE8jTSOObr+LkiU4dh0agILTlM49RX1A4NqubvpbmEk4dCL47Wj7+L5W+o/+4gsGfNNV3JHREl+Wq8dvMoxAPxmgNxl/Etl6yae3plCsHjQqn9FM6tul2x64zfvLsbsJ8coPiTLGflr7MzHzbJtbd/ivLN1Kn3ae0BOT/tdJkxtPpgB0TPv3vQMSFBpNhxo7lqm7wDOJZxn8XpwJCUhcuoCFl4mcNDW4enJi3sPX0IpHUzDyVx3NFJGi6Ssq9i5pMSvQK7zgRpEvTFflRcVn8dMDf6YHeixokDFyPT7qPBuccelFakbrkYL1VIa+x3RmhSnhsdL5+H+M95wqw7zWZEWSeaZa68kFJ3TbMzdAU805F3wBhY/1Ym86ETLnZ5jwcObSwKvNgHtOKtPWp1pwvldiXu5N9PwMt/yhTcxVv0LHa+bkLLpoW64h+/aft2LOwTjsnOYT+ht4oOI9fU9HKg64e6P4znU8+Rofx1Z5MBzBgoDhzFDpjzgAsaYgXemlAriZQsDbNTx05+k6NrFWQcCwT/UpDxpq25SNNHzIrFjXKmifPKuavej2BKqDGWPfdUEMBJHi5ol3zxNBa76BZto4x1IRuDETjyzEp11RNPpDmFV8WCcvEj03lk+2mNJX2Rkun/HGYvUAf53woyHeYOvj9my4ZUl+PoxNup5PC5arjFeLWDIuOi0HP+CMY6dhDstfKfIdwWNnDRlvUNg7o+uOn9YnIHC80nij3CM4SNbrALfBm+jWqah9hVYZBSdSTJURYWG5AHHZn69Awdrm5LW42OS+Kvt8AazfHbagOjlmrHuFLmXzq98T0fNGi2y1ziZFhoz14GrYO+bH2BoG2QqGVzdz078nNlbPHDGFaDnurlE5kq8Q/Lzx14q8Ux72SFeN8TscF2gJyjSD0ZHq86yOJrXO6bWWuRA36BVy9wmil7SrLpjzYtvc2D0/MZKxmmiA3q1Rgb5ZYwg6nDFfj95KX2mNaX7lfF6Ki1D7TqDS5MLxJF2ZH0WJHFMA28+HSCo7eJXLNwOq3lJZEEZhIDh2rVMZ9S6Ix0DqyJNuyDiQ4hOFNZ0CVwKVF9ssVqcC5SK84Hecg/AA/8UAmj3aMIq/2Kj76jH5lrfvS/iDKLoPlf/UfFouwa/Xo6Ex0/tdYnyRbvOH5q3Obcs9+dAxS5A/yhOZk8NzKvyLAM/HquOLCd/OnLlmIa0c1lnxUPX1o+UaUOTAoANGqvnQJMaBzPUgBDm3KHI+9cZ+yTcQjI7AbDhWrsnr64Pk0qZeE/n6cyQvyDDwksJOOvV+85JL4daZ1/L+AEy3XK1+KCUGm0ssPQgf4r4mQmJL7XwAmm0YmULinTIRMpBNXXlLHlIHPhwZlc1taUfSwbMpqO2QsrT3CKAiAQyRjm3Lg8nG6mEF6vYJOfqC2pDQEhEhZ09n2UBRZCUHGjBrnxzqAhgGnRLdN+tqhesTQv2YGti2lCBZkzVX5Ew+tUmkcLU8j29VkOA9FxNEpVkKoF/bb3zn2nhLgKXiLBUSEVr2qezNdjZeDlr1EjkbMTqM5I5KUXAAOvwV9jHBZ8nkSVCeMhWxsqi1VmH3Jk+6typxt8eBp7zbQfMp42RsGq1YvG9nF6P5INb/w8kbbqK4HVbl3oi3IOkc+vG7dSh332AgMIA6bEPnLQBwwQTy6yYY3MmfxcCGBdY4csC0k7v4khNZgSfsig8dvnny/n2ImWsaFvRTyuo3PsvSqazu6shX1wygCtCbp0R0/WweWvlmeeqesAdLUgY3zbARPyEqrIkftxXZEszr0b7ziR7MGjpoaVcok8gfb7lZbpw2Pi8VrekG2wZ1sMbOCgkxy1PpbGMjuRdBtMyh60J8AZfnPrOHa/rAwM2pvWOgK+jInOpxqlpmuA3bqMSijCa7Wioxn89JebwNBUKIuGX6txqXdlogY7To41cxDH4olrpogxLPmLixRtYih6JSj3n0ujzywoVspwdgpPsi1TSod+M0ry22W1Xpa9KPluNPWkSsdcwO147CR7M69rS91SUf08h3ssp96DhMP7pfib0n+7Djwp/rPm0DwjlQoeipaqsLxuh3PaH/Yd0iZAHZq5EXG9rziSdqaUaxHMcUwDzj+dgTjirgPB+hJTNxHihQZxYKP5sD8xrKCUZldAjF0UDqwQH00z3oGqY8pDUfyijm60xTunbIZn5CjJyPQ+bzrsxf/VouWs9TPIb0W6nnVWSGdrVtco4GTVCXjKKNHMSY8mUz0GS/Qz7a/oCx9paaSquT2pddd5i5kusi+5ZJ3Q+qBjWx80xSv/nz1lbiIJcU1g735KW/vXZ2FB6VE/FJnacGZw5mFdZvj39Qt7Ra0FgvUBPCWhgTVabe9L3nM+M4lc9FmAcV4mWuqFgeZC4wxpDWirZYakv3GGm/DjJ09ZoMW0tWKNMHhhXDTljoWxiebVke8ZGCQ8r2ZOCwGJvBYaO9JJ9LIkRyTM//6Y3oWES10pF/o4QJLUwFK4JpBqkU6Z9pEDpTlHL4RWq8MzGOXb4tNxbUzyXExIzIUf1nJdPGTqMsHYy/8v0sAytiFTHFfrA/QDSyaG5mpu2BiaQqe+BTX9IiG11tlykWnW3Twjn6dOmqBd16ATX3TjctpL85TCNKlxcxf1yxB+PasPjHPugLu9D5Ep2V7ufKPXj3Urp36Puly/dkD9UdTghcBRH8a/0gST55zbF8kP9OALWBZtCPTKSdK6irfYlyFldxUS6iN10Dq8yHPgnZkiOZngcnoglGjjZUl7LwVXwFtzJHyzr+YpfOfTFiMVi63aUr+9A6C1ZtIbox0T6wQZPGrbNNIkQVJ93UsmgLiJKcJ5/nUwFXeKkykcuT/PcprQ36faz+tLQ8QPcxwzOyiVGPk982GKtRD2W/MHBr3j1fjO+M9xoIWF+He1Gb+mGztGP/+Wr08OVo/OTSN702/k1fQfxNPyXGwU+I8Sq5c3bjmg9p175tzNPvm1qfci5yzLzOy4pGv6ZRPW46t+y3UPSaRresji/qa7nxL81xQvn9UVbixjww5GMJZi1RxtKH/g+tq+B9JfYH21RiCzn97lWLaSzt+ZMnR9gR1muirbiNVrvRKxfbtFJ6PYCUNSZXApdZD0niMnaQtqZtDcxsqF/AXuoZg80hOvxd5EC98Z7sqrN+EpmM5Q8abibkoyXYRgOpg+1kqjy4EtBcNYeFKngwa/LGG4AXdJsGY5hM81PvwrssQQvdKmxftqqtvj1J6qJh09Gdc04UmnbcI2Kv5ADHHeNAdxOv5YaNnLZPWuwdMgbNI4Ua6O4gSXBjWtLCbxRdmSAA44Wv8+10YVuwRzzuS25PZd8wBHp4osbJt1HcAH9W3w0zs/kRZFmihaXX9uH9Q8/9lHz4aG2n/OENh3qA/moa991K91yZ/jsT1WMCnag8o3lO48LlOLyQDK4H3cLyOxbdQp4ElCOZGP0xCjt3erf7gnEET82j501utzFYoHWdE34j01gPCvQmjYm5ZYiBb9bGJnCA0zVz0vfnznfyYqUuG1IeM5i5H0hSYPrRfhQK6F1J8UOAMIwpobkLXTrS4BJUPM0qnkYDWm1ay1uuz9qnB97QA8SxDl8vS02H9xtqfUfRtKaPWme8g/axfpRqZgbcPO1I7XEz9nbPuudmmvfCZPvEk1lLc2uZxEcnHQ/C5RXb4Nh0/7c222y4/6vf8WYT/pVDOH+W2/lL2/ZCwx8l74uUr9dykBvYjsLGt7AT+a3jUUNfi05665r7cokVT/bZjC3ktUi85VhpwE0lL/Ut9GzyiD3KOirPpo4YTBwGC75JBB+24HvsV979X5C59J/Ug+3hQvMm5yePM36WPteA9Js8sUL+g+Kfowa6C6jtnG1YJIVn52/kdYrsquuNQLts8QaeYDh3WlgF0pwEQzcJSD9AULnBLZOcj5dgNLho5UZHr7G6DRNLj1qH6JPgEp42W8DEf4MNoCcgiCrFwaqwgfOhFlWZpyOW08S38r7CTdGn1Mjro0Jp1DHrrj4RoKLVdN7K2k1dTw4Vzo306G/OqdGtpc3bntyKUq2bCmLz9HIZFG7JFF0yusVVHa1lw93HFw0xhbhs8E0K26PNM3Wx+VVhyU0bOq/NtfT/4HMYJR5fmMvtoXWi800V6CMzcvV5cuRLqC2kgeLtP16RsUKBLduDMCDODkLs7GaRE9GCgfNAStUU8S/KdJRoS1PVvkWWDhK57aAOPXKV81uEncBTi20NRdiUgfyWSdmpsiEJG4WAzS4gV91ywxF4lR/J4N8IeICp9RFOco/ZKftQ3bClnsYXwAsM+ZxAcSLXUXdUfO+0Fdg/8AntBteEUwZ3jCBm8+oP4sq3xnHapX6l3WDoWyfGjrKwixxoadt1Whm3VI4z2um4k9jquWGn4HA3HWX3O/rhUVLpMplX2I71TRsEJ0r3sCEMFaNCoayT3rYv/kFGv3reF7/wWr9O1mOT4QXKWDDC5UgHnpK51cYeh2z48XnrLUJl8OB9vEA5o4K7w7FWICXK23rBqx/tH+is06pCYN62a4DevlB92x2AfbZCJ5er3vDkogFfTC5zot7521u+0YBdHyO1HeSKEcKl4jD2ETcASSpDVrEx4UYeTy36iHk1SFuGO+ec9Gribwpi/ibhDrsl1RecMybjxwijDYzRfQISHaPFgVAVk8OJMkQPJLPpGpKnQsUw+BkpPVrOhEFIavtT88doqphYWtuhNYlss1TlXuyWFl8Hd3YzJ7GG6beYWiMSKEcypZq/kMnTbjbY/NiuHMI06p8HG2NNMAEz9sjLWAquBMBcx8/N6Tn5aM0tbwyiKmzmYgfJtH7SSpfBSKZNZzTA2sjJOUstY0JOSx2ojRzj97b0Jv+5fN8u1fcgFKxPiPYkspc3JjI2YFbcsXY8SUBnc6mJ75R0+tXxIOFci7MZzfUV1/snyCo+wAWv6PuXnxLmSCT35NPdTW4NQ3dsSfQKZ4LSs7YDJh/FiA2KWeIZHizs1HMCDCtuqCzC7BGbKzlSxuvgxYCf9rytrmV4mAi4iXHJmtez+NtyyvGU55erqQ2er9IO4t7jTV3aa9LNnBRz2wzX4OlEybsFy1SNftRvnXtdpAlnaDEeLmwnw2fBpk+oBw9NGDvH79FZG+80cnWXN46SnA0ZOcZoItECvoMC8dcJ7X1cU+0xmKW2Jf7Iqeu0Tr17nn39XCvQNSG5YZUXI5mdCgmpc4pClJ+NWk9NtkoOvjEr9Vpe8GUDXRTz6KoA3W312U8uVUznBA9/bSR25zKmQjUid3L1BXkFGt+CKAD9yree0y4Clv71t9er/l0HW3FyNERu7LJFDk4hSL4DBZQUSkrwBVolycKB8SN5CLq+MLgI3m01YeyA1kLhHWVg0gSsUj7PFR14sVNEUW87g/NZp25FoOFyuRECUe8q8fri9AwPOrEP3sUAiwLeB8aA3/um4PaL8QKIOb4vemiUPAZTdAXy0WD7zRAoTZWemaPUfWTM8bQ2vaVYtjum6Qdmqm3UIV8lHpBloeAdH57AVEcFrII709l222892RaNsrNknzdCchgxCM5FGMT0SZPNfLbRhiBs9JmoQANyIW203HozIzYjLba2z/nMF2Xziajd6ua7UrJgNR0FpRDMPNA6w4NBnVNby5BFLqXQprQ/286V1AQHwJ7tFes7XbRbiXPuWuMCarS3yxRcXU5cZEUjuMkny0Lzv1Js5xCwS9lOw4/xpedc+2mFNe7KVy3vCv9KcKlpS95J4zRciq1T+XDfxD5QwvK2fi1tWfva76nG9N1SRb4UszGp4bBlvFGzVq0dvADHfv2N2RPxreIgA84d0o2f7Qh+1secM4wMv4chxb1I6joyhwbd9uUNIeZrVjlI9u1ntV++kMA+motNXX4BKGsmTBhmSArJMHIde1PAP5723NRvJLcxek21N8zW3ODf98Ml6YkdJ6BL9qcRF0o2YFU29VYGvBHqV6p0UC//iqyvn81lYeaDd/LPMpQI4uA6LxoVcT1PUxMcjATwnSjXYSNYxXPAv8U1X0OjN7ake9FBzJKLPScKlQDGpohW3XSNX8hUjMwikJNs3o50X8Ua/DnTomApTnyI2XOkPcEMEaOfgvZH4Cazb6KNqgxu3fSdaZW3rL+4CbPYwLV9I542FjVk+NvzowRw/YeWmYFC1gOBr0Jb/OwrtANN3vBhcxXGq+bU+04BZRoEK+HAxovUDcOQw3IyvTYMtHJ6Lqzmf80TYls85XbAozrMK0Z1TeScmIpMjtEEFewKcuh1+OlzyYD2sSQBXjyT6yA5xxqOJC4FczAgnSP0DhkZU10TWwZ2WjJL2A6XIMq5qIQXedE76gJBCQF9Dtx1Ua5pWrNCf+Ny9wUu2aQDwFi8tvqXvsoAbWgNWDmwB+5xco+ijqfxQLr0oxm54Nu8Qr1TJgtQjAF/QMqEWv1RTerJ0TEuZ+tTfG7pVV/t3YAY0+Iq3gKxv6CSHk0QZ2MnMqTZFyBq6WCPfuTAxcAbeMQufVA6RkzI7mGvTMhHhCIjXLHDttoyrEKnKjXlmN/BJhyPeRj7rruYEMAmwbAFL40LI3RmEb5Sl1CxMX1Xh3y0g8pn+vTAG3mAmOQgdolJrt/EJ+H+56Ru5dqi2cAelyv2VcrMDTh1qnqhWPF7IlgtZJ5a0qaywG8VmcdkVKYyl4p6FaYyC3XZDx0vAH2RLcQF1wxg3a5uXuDU2KgP6C1L3g7XE6hzbKlJ3Rqpt32vaQL+W32I7LfStbe7dK/N2puyZ9nUV/8UYo09i2+BnbcAI7tyJ18NXEkFJ64E8o2eQhFGjisHXspGQasjT6zPZHKtnvI7HCbk50stfy+74WhgCnBabKHeNI3ee9APdsM5zqxHTM+4VGLktvysdVjTMGbRq9Oik7rHpAVE5A+c20Qqbr4vQji0GKYybBYnIG+twJqfg6MffPUQwBSiDLX7DdBwEDaoDiiZ8pT0O95AJkHhncHf7dnIW4mqjEDf/V9wme5WgKS0wAX8bBHTu0NfIsN8MNAo2ljMnVf1brbSU17r18wrZZXdFx1cJ3JwGwc6TBvpD+mrnnc/w7Dwn2i6NvuDYYgt/6lhHmRqmAefG9rG0lje0CDfNLwJTvKHvDr4VuqeGPtV3yYCzp1y3cJq0GV+6CJRnsEuBdxB4IW2uT1S00gPhzsS3h7t3pKRa6y/rtadF3p2dOwwj7Vn2lOPa/ecTCx2r2kS7cn2IEXihyoh0eZYKV7z6U5MLgPCj9imxxLRk9+XIMOh8+/IKu+bpZYth/pbf/lYCfy6uPuCt3FH2R5jUBpFSA5TYNGElCDaZYaHNB0Y600FP8m0k2GWgv71ZwzVfDyd++tN+rTgVTzgEEbSGnRr+VW0/EohtLCP1Y6faWSutZ4LmEMsVucUViU/WW6BnZ+ooBkT/ZP6ztizufEGx2geMkkh87jmA08JOvGqead1mljLjX+/HMe0g6Z9cdhafy2LzjqibXgtHVdyuC7uUjd9Bz5W+UFevHJm/5H6dSAYt1isYmJpgfpNi14tEG+lWYWUC9Dwg2Fn7bkkPnDfA1z17EYr6jaAKRVwozqf2Fli/WLa3nCzBinfsV7pdRA5z/tNr/LwV9G6vjQ/xYzjGBIroItM9Mb/6wacWMmasK3uvG2GR7CaI9pW7z0sL5rZT/stGrF986tF8FtWqy1F0MsqP6KXgExGBIEQ/FsQzJ0SIIiiIbDTFEtl4wEDIW9d8IwClaeSRaLoBQlynKmfKLeNL2S3JvTydBLelveYnKJ2UGGFFnh2A2UKWylAjFZu1KgAmMl9MasnpchNgAXtHpIdxDUHp5QB8E+dMzQpc3vApvsCTG1rbyRzBr4eE3OrNDiknzI+9lNgKiNhnI4YaShWEv6Oh6LrJX/ng12yituglWfQPFqQHdarMdF3xnha+O8P9Sd3yuSn6I9ADx3pRyc23Etutgg3zb/HdIF3OyXIC4nSjn081QSHbW1T6w3wNbSfG0Xfts4uUEfjs/3itizqcqdzAbh4bFPuZE66fX1ijiX6WK5U8gjJHEn1qAZopcRO18jTdklzfNMnEoCPqBes6aEdya+cMUbhSY4DvT4UjCfgtsUEvIzO5htiZndU5A95Q6dg+NKXN+XRD4AjNjJrQdHo6BafGZEMXWg4k2xCinUWwU0/bYifq9iGWGtl+NVK94ohBEbbNS4K3ZwH5ZYbDs9TB4I/FbD325/aztdrF0MCr/mqSdxQ10H9/ROWnEc1GNta9mJnrv+YzJzl0eEy8CxK3Rzj3BYReezAOxpsjLkzKZQCZeGmAIMBAF3MbUJXI98TbWia0jcUGa/YJ2CPW0jzkTNkQc2YJldLjKyy30AMH+3hi5W+aEB/FfyraHkZGOnMlhz83CN03Xas6zISueHJdRaeX5HWt1exPJ1wZQk2nsfChiMLvwkqP04ApXu6itpuwVO305ZspU+/GV8ijL0cTMVLDGCiY0HlAiNilRWR9N9CICC10C1wxyMcYFrKSdl0wPG1ctdLjq/DDYOmE3ga1XnDj7m74wh+ArLqf4L9JSzDd2qhmhhvoJ/S1o5suqFTr7AB158+GDu0scSBp8e+EYt8ixOyQsDuN22Uipz+toguaZwLySJKhO41laGBz+MblOvBZ8wjhIQ8cVXHQOfVlgp64l1NRVK11YIsrnDICHA0iuq95EkZESV30sMd2RP2fOkRWw7Spb757gWsrb0wd/Be4A96B6C0d2A4B5ZXHqhyODCKdLBeFC7JsE2C+qIZdhQAqVR2+EYMMaEjbYMih6kdLzUdNfOl4ktEaz3N0Uu7m7vzEMsK7BYwZlLnVRAGVHCrUHgJ/62MtGile7rsDsJe6WDDLUG8Xqx5VPYoB+6OFMb+CszGP630eUb7FjvqqG6PfwRjcrFvldtngjXN81pvc3bfYBIpfZbya5xfW96pTfSzEB4eC0EvxhbQpthtD1A1YpmJ3sHdvqATVN4Sb+T8569v0s/9X64+ikOLiEc1KsTLBUAoXbCQQ2zyXQ4IRl2ejLfIOY6Ac/HwXI4RjDF0iJ9YigbAXQkkVRQGx4Xyr1rc2pClMb64LRfQtuJ1c2yJPZaLmUt16MqkJ1T6c8AvyMFb8pW8VcAfVd47L/3+RzXxjRuDBztsPpr3HNO03wZyYtwzL+QaR5n/HCrUePY8UHy+Htck4WjpkIFVZVeZKBpuYSUTGScJlR6ig2clAnuS0GfZGtNipg0IiQjmMuZNJU2EvCn09Qs/G8asV7OA186aJzFV7fScfqIqLlgMO6E5se5NQFvV1Ba7TjVuOU5Jun8G8oznEV0S4H4/4x/CXXBfb0FVO/JCm34+ZZjAjrmDiAlA1pnHGj4pEQulV05Th0vA+2hUS93C59Wm8dCjpQ3Zamxp51ZO7PMl7LjS+bzUc860ufsucwjjNNTOVSb34afedTuu3OW5xnMTN7yukoglgPFr0ZzoUI15Q5Cv+uwLoWu8M7ZR1TirRRZ/4OCDtvusTDAdNFYYOhg2n/G+MvdRuCckKeF/ptI4Ab9f6Rc24RHVCToFqgKSqwMbUV8gFRjG4XFHrDL9OfAKB3zwm0YyijbR+TG6yyYx4HbzW/uHNjAA1gTPAI3CSvHCMgPLR3wI99ArOHfJfecdXd+5F8ddcSzU54aF/6EL+o8f9183R+5bJbuhnYaSmLdVt4PRRjvSG7VJavisXpZCF6Urj/t0F2Qr/lLgTyIyTz0vhOn1KtH//HVir3mDWmSTFh7/hIUYfLMGBzGmiTnFvaKuxZ7m2MUGG4mEnWNRMtheezMvDOMneNFyoRKeP34tYdjScIH4nCPzAW9FuG9okBeuCJoWOTRsXmzsBTrKkP+DXxvw4MV07Gw6EahYl77ogOQzvboH7PO4ffi/uuHVdf0uAolNNl78VA7jp+cfu6lid7Tlf8RZanamHc8JquAHgD44KTEf1J8HcKAuGi4yz2ENf6281P+0OMlJ33Mtj1D6nFfI+Z3ubMDJua7rYHGuw2XFiutMXEo9l9F4yoRJ8uBNtJzwpddqgjGVmmHBnxU7LhvXOhu+qVvtue7mf8u8bbqv435ndgiey3InDhTSHtc92EYhumJTLnvIT30Q6WqKDo7HPPwY1ZT/YCmBI2Lkc3ADfavrVgw+qOUXke18Pqr0R9o4QIuFhunkhwgiY6uAX2aCd87xGs6HFJ9NRPuQdRUzHqnHmtdU63gvXM8nptV+LFpVE7t5BXi9jTfSlej7R0MyHJ/ncw/QyR009BhlVvENU3EwTpgvJl5q83IUqSYJdQw4s8NYLJPTxA0eBCxGZtpS99jfQif1I6XFlDvkbTCtoKzjMCneEWGuyHlc75S54Sm32D8SmcHYFHUBxj4GJuOY3U9UT4G/sDRMqXZcmTLoKNyhveyP4t13V/pxan7+ovmIcVPPT5du+UGDYkUzH671rW4ww8MuD9ouKN9TbWXM2ohFQObLmB+bZ4AsGKTSc4GruRB5k162OGx1cv+oPS55vx1b882+UmH+wP76aqHhQT9vfZQdUPylj15s+t9IIUDq0NLWtsVEgOfpLEb6QnjO8bbQNKMb87a6fko6Jv4GZv5UG3+GeR9yHgQ7gdB8RB/ubd+Z/XPV80Y7nE70MurBeXPCbCAaFqLOWTDYfyeMDxpp9gdpb5F5bitbPQdhmiY0f5xSUxGLaupecHsS7zq5JPtUGoo3oFjoOWmlgWWQo71q9k+mwULPDDc104TeLyFTVF6f3ad+XYqHu/Zhwgv70oMXyLtg++ce1cFEdB6AkgKsj1UoMBZ+SYTDGXfjk59R7GEdFJ1vJXTtCuthuIo8AFrCMV+2H0fkL4LMNQGNqlar6NrBCUvD9/NRs2qyoq94CMI84I+dIE1A3nohsaby/KAyNxihz3wBnUl8yia8Rrtpsql/pY23FPNnhdGKM4AVcFjiCWnUZgGuGM4SjMVeeL/gHMqVuuMNxQkT1SSbnG8tTZoDgHoGEAJUYqK183halCeSgy3MWzVqm//IOfwkVhbb1pjkNpQQ+6HkWKN+U3skJvgfehKqhk1bV+3isC95hQIdaofQf+n3/5zAITQVoapuGHLo6CyuYxllQ8IiXP6QqdLySJmg6YCCmP5Jd/CEALswDU+QfshztDoBCyQxkKkH+L7vwaMAUeAR5LaoYlzJ8OdT9bR4TdZrG9IHLTsyRZlglFWxLq/glgTxWV+dcVF8Ahve2CZkIi7mCq8yfsbghvsOdlS5ER5w0OkJoRceO/qthvu1tAvd0X+fY0sRfuyVvzBaqc11pxpWcHVyPi8jIkABw1JJra/hhE8sqWM/AMkWQuWJx+fAWkYis8hNbxuNPlMaxoXdlFELdDFSxaW2qpzKb5R6ch0k5a+uO0ZHZdUEkFG6t7KJdzmsizCKfPZ6JPcVbhQMkTuxZh/EoD2RDTqztHyenDspFwwwdhqtTois6KYf/KAdepXdHhE6l8PpszzRFoSKUt9lDr3wGydKeuk0cSS5mDmn5EAGtGS27OTRA4XtiKB5NuOspsTcl2QuyfX4wU2SAlbTry6ulLnuAM/1hxybgfvP8lVi/IErXu6qzUV64OAImcmnsnWaS6f2W+R1O8F2Qg9w8pnaB+Sxf+JwW+OBInvF0uKkrczY0JThCa/ODT7mDpyAY+ei3x8pKG22qTWXmJorsLEkVL5mjZuw9of7YNu4SXSnZNOal2uvTEOTtSnoLZs6JmN7mdE+y8ciGC9B0AsmtV5KM7UvJ4TILWqx/2AdoHzAIJTODB2NQewBW/3aGl01LvTwxy7qCDEXhZHCS7tiI+2xJVW3FW40PhGmfESRa71hnof4zWElSJR5zESQAJo/4LOc0NAeZhXGmdsBrRNwyYV+sSGoQeTqiNwCI75VlJluC/agw/6wZbGv1yoIsypMrIptYmxKkGWBq4NCysnzLefYDDOyBY+kCGz6gtKPyMVHMbAYDQcYsNcO6Bx+ENxKRKh/kv2UYs5FO+C7OvNz22mGRfYqpoQpK9uOyAVSxjRko6CBtGOWNyUPvgVyRbeQzCLEjIWGVGHUG77N6QOmG/+8FxJMD7D8PQXKAyD7QA5lpWG36oOeXs31Eroj7+LR5qk+dawhW3JBlRarsvM8jgouZ3qkiNB/0Estmh3rJduxCK66kax71PqkO7DE7EqHYsYIdsRfZVHFELEkihGfLdd8nHapZQP2+HJB9ohxrbvxWGUntHx0yxZl+NTNM97CBOFNUnsCqcKX50XTdhoBTscai5mpY0feDMxYti6ZQbt6jwWeOYtdhzfZksazBdoAPI0pnJRk3yS47VZu7YG72wE5YdVrPvG2OCzapiNki9/XbKQ9Jkxs3JNUAMVRL5VvYXumpZ7ggArg1gA60Rca0IVqCgeUenARBVXVJ3QO0GAZBkcuswZDVFhZU1Gf8tqOcEzMpKDE0ZZWsQkIXKuIfFOXSrdX+C/ejM9JJgNrkdfKraMFBwhVa99iBlPwItwGaPNnkLWMydX4BXKiLFbmvFBaZ9vjlllBQ1ZKyit/LMk0Jp9VwNonOzJQuWMuhCrejEszsDlpT13EUORO2KaEGF/FN9AnKjtDZ1QfZUF6cEt8EEQTJH5WyY6r9h2IFYkm1Vu0UXs8NPvUDIJDPllmCR/O2l7A7foifhCewRq5x6F304d7gmYc+SQg0reGSxL9rfHHWFy/SAR2L+yWhnqxFgMkpvojnfAf7tOxsDN5w6qeBV8YPdoE53sKSLlQSjOwQAKTTeByCCFjVI0OiypdEeILu9ldp5nBRzdzTLCW1zwNw+ouo8T4no9UGQujoM7OHZ3dBo9HC6W3BM1/tTESQmtU0RRkIEZhq7LJyMtcE9RckdXRitiyj9qe34jJ19oBT2i4c1WZFHt8qM7Oid6cJ35KCuxa3opR+bQNkrGSTTVVWrWp7MACBZPqK7o4XpKZnQkbcZjY8kr8bVkiajqKDMzL1IJDkJivyAcl3g7nowjkrsdCYabW25ENecMoo2Cpq7q1ZpHnIrao1+3rHaXF6ERuHTv8Ksr8BSgWqGE942K8j83jKmctw3ySVnmQMGXlIzM74kW5i1VfwLbNr5HrWsjPSXKwwO5xgK6p76y06JzowQMIfXtHNNxhtPLJL32DfJH8sqIVPsryIuIIfRHLi4hPjG7+zk9IdqB2p697XUkvlP3IWuXt66vAlW6Fz7iAwv2ownEFEgOOUo6QIV0sHsYGpNJX4Wl25OYcTsr7uKVu2JjsQot231gTluQxNIV7uO9YNi6Da9poEdcn/KLDLfY8AjO11XpggTTJYk6QBpzwSczgKanWpTKJmTeaSl8Nur5WemPOHKiBT5s9/pWDz7IbfnAtteSUdONcjrYU93aG55WeeA9tf2yhXdz5WzW0u7Tlo4+A2aZtnWAbi2CtR3na5M956/LRcA8eETowLZRyS66y7qI3PYRbLdOCK/ikeP2SrSmbaMOvsCF3DtU2Pu+FESPVYJRfub/tu4cLGr78/IiGsOG5mfF9PFYegn5BgWDguE7ERBK5aKs+4de8YGacpdzUlrrI8pNdI/Hn9g2H5nmN/OZCL0bdVLPhV9+u3gPX3rKQ4bubIu0jePkcof26CLFMTfZf+y2XFiXF4xog2E5zyYkgzt1fl7m29sjIGzwoIV65K694lW1Oag93nH1HwE8IM2f0HeQhm7kkHINv1CXDWAH6ot/tCH90buirMvhkU2iFcKw0dfK2YzVhU7YNxJnYOfT3Jye3rvtQDe0Y7vxPbvu9thErfVO042ZEk3Brej1/beWuOn51Gcvwg5/EvsqN3vdrEbbfG8n2vOYnUm6cMA/kc9tf+Rw313eE6ORFOAvx7MI9T1D0K+n3FFnD+enfvvZ78jkKinWTt+OyIR2HDd/WJe8oslnfPG+bjor2rTpS3IYoJnfjcXuROeFGpS4uBz6BjVpYQrPaqLL1zZu80PjtLuXLdLpIORYjcZV7pLmCbLnWTqXM4Oz8u+xRuUjIqHdcXMn//eBqE0brZN/olHoBlk4Z8GokddDpZ30Dk8Y5CR95fVN9ylhnHmj/waNa/lSOihR6HjAeOe4SLKNAjNRcgiIkhPkVP+NtwS87yfQ/Jl21ZTtwurkn1F5IajEJqtDwcgdqUFM4F9iCB4GDS4HUOVJgtSzgLcs0B/boGbq60PlC/3BxtOJhjlNCm6CT7H407TWf1R+Xhg/xJRwqcVHGFvpPgg1XvtUBgEHXZlMuopcolkZU1dh9sPnEAKSlb0bBg/x7MoRJ1hPp0NQX9OFL1NEH8vBLWB6m7YmzGaxlp2pTdZLl1FkAAEAASURBVKc39b28OldZ4mvSuz0bwdULG9imoskDeSVDG2hsZz7oNlD2/OCAEpwYhjzXDBkhZi4c2FN9BR5b+OMX83oi4cn8D9G7ubwLp3qrRqTHhwuU0zoW9mi0NBFbN7w84adeOhHURXLMMjEMtpGFUdo2tVqa4CdJPFlwg0NYZTdYQvSnnavtzzSr++AZ3o/IQ9//hDs+YpNew6aM1AvHePwxBDOGxyC9q1iMi7+X4l3OnyeItqFTBVr3Rd9i/lX3elk4ZzHNYjzlrjNveqp8zUBhQovQQ9N84+MALQBz70nK3F7z+gn+EVBfHx6hfZwGjz+b4D3y983aU6m+UDSXeFVfJSSit35qPNcd3Bv/h3fosNySR1lSoe8ja0HBuYwZbtWo94ERwBN1F+NqKJuFWM91Dt4kSnm9WoVDDCH7cfmR+HucaapduLSPljILbdLeJ4XOOF42xM0menA93ntj3jIR1yKTN331JnKYC1ue7Gm6ltH5tx5kBEMrPe0w93KzJR/yt+BDjQHCJHagB64DJ+YHHS5mk4PECbBM8c/GTtxa2utOJwHFgJXyftkDh0UtC8duQMlgsLIW9KCTqNKwEwoUojo8zIGRsvgF1cllN5DFJeZW7nIGvRfZ6JYLuy9NqxOmeT2rspeoyG57keEDWyhHXj3Xcj13+HgKhUXxHCVSvZHqpiwmB4kxreuADMmjZ9xMHCGm80d4O77NY2YNBhhXe2gXsgWznoPgIi6acsRWhnm2E2OLsQ1rhzbiTu6Jfzck0j9h5PP+TLz5siueQ/KyTPrPNrovi1YOCC/xhZ3flWul4U7FASrSTBUtQ8X2XRq6Ogzq101Ix/dJWOhIbUByETHsRlI9MTkgLtDDtOGRhF6ONc12B3qzrqBZ5x58fEh7BQeC8rX7UuPL9NWPJ7QN2mui1e7AJkDOnqhxldO2JvvB7tn0JacQ/+qJcreLnLFEM80pGkeUAMzxJMfhxevf8EVW5hE05e2RXAEUBZZA/5U4KAzTyb6xDCA4quSZXvW2Mx/nQPpMutSOij9bXvwDuBSgHHPGAv8sxgMeE+1ODdX2+6d/bnmAeOVw0Irw/HpxS8K74zCVQeZR7oqaEPuBZz6o+ZbxxxqEccb1RocxtNel1XrBmMwrhqBAE2n7NplBl6cRd2E1b4r4Fol5A61ElwpwOmqAMw185QY6f+SYD0wnFuF6Bq5rEznm8hdWy6TywtQ293Ulb3pZ6pCE58784Gs0VKOg8mJDy3aMgaIhS1rZFvCmOGRsoI9X9vy42b52HLQcgNVpDYJsZ++CSnHH0muGobOvO0VH61G79e4iVUiTKidWSTNXjGxsrmoW07Z1RbudcnCpVpPpw1qz4HhwnWMRZVsWrS57Ab9b9AntMVfkrLmJYPRwDSTGqSHONqhmWdA/k7AB6VPYM1Jen0dtpUn4nLUGvhz7j+oITO5rk6ntA3tKPHmLkrdPWeqwHvCfaMjBeh5QnbEPaw7OofemXLzBNj720BPWb+qcoA9VATFFafOqecTnHPT2THesfXFNueVLrTS6spaLtkEj8Ait10oR3va2qin9CJm4OyVYfeg0xDSwNZ7JaFzn0MwyEmZtyz/VqOTKgGwJp0ELXANUAUs81JQzcOskYtYhe8p3YKm62uYBP6T8XAG5HFPjTt4lIjyrXSun41+SnR9kAM+gaZ6bNphooUAo1QXUck7zpj1F/gxQDau27fv2IPXgA1EAw7YPk3ZG7u3b14fdL2zETs1dHyziE1dD8cOFnrg3DJLrVxplDwuJPqChfHdRog5suaanIfonFhq+0bdUoMjFTKVFP9w0lws/Mp0Qq0FfGJBamAZHxljyAmORP4rYIyKo+wtvBFAlFNaBbAtaYBhFarhyLODfT9qxUrCiqhzLATfUVSAYKV9z1zs0xlRxgTTDZ/7HeYCYeO+eRt8+Fn+VY19mh0eWWLLpjt+uJRSGjKPcvBRvNrq4TfOiHhLjfR0rRWliLtDxVatxL8Y117DWJaHfU4QNeZE15n/0VJZMcuayAzDogFkflz0A2mCTMNuHKnPftPtCZATXeTMnbjDPVqQVxdOMZwVt+LqNE1itU7Z+Jwn4s91Erh/FI5r4atZzl3+pN437hgcdNIh+skJ/1UjK0maa4CxBJ+OcW5BOM0ETeYGZZ6BVkyrasIUXgXCYcLzGx74h5hUK6Edqp1N7GvkKuVtQClkCWF8DOze0Wt+00t2X9sSzEIxrAXm7JX8aNlr0+JBgxr/3AZCKDlH+CUGNLYYXB3j/5Ov/Z+9dmixJkuy8rMxsjAjIIXegyCw4g58yfx1cU8jt7CAUwWCW08C8gO6s4vnOUTVT9+v3xo2IzKqs7rIIdzPTx1E1tYebu9+4Ya56DNmae8hfpSv6uvG2oUa40oY2ozzL9+SbTsQ6dZmR8hUSKDTe+SXe1ZRDEI062qdL/Z+biE9zilGfqesz7/KUe1Q+y1PXQqI4UDL3arSEE2CPOMVetDPastxPH5F16nxJfN0C46BMkM0LiN+OmcilFb9nIt410VSqeSSwtC3uq6U1ZoOrVovhsuiavqoLp2I40We543s3ZlP4uym3t8eofTfufUeOzDH3yC3kMuIupCrMP/KJBt4gMb7WHLqQLxLbxpq9Hpv+pIoo006PYVT8iQoKStx0s5XwfxDAPsO7boCZBZQZ2/n0i/jyh1GPoP1zuTH3XJHATWofuDl3WbjGLyxouXHPuLOceKS8JFMZmZL/5GfVqlWskDNG5cSubTqMNEWFdZTvzmiS2yYMylSTPXdWW6T5Wq3nsH+T+goRUN94ne5edYd/BdxfGwRjlNRxSO17OPe8a188pbryynzt/tRM1rhza1kDPtX/7f6oz5p/1H9P8Q14P5TbC4Zndc9uL4dnsEvfHq8F3QtRHbVzEAp7SBytHcyocvBNdb/FPKr8PDV8wbmvnapnVzvLBk1dpihVbcktZi4mq1ehb80hdSoWZq/zVinakDwjdd3XrCtfiua32Vd8Yw87d2R62Lwr5L1vH+2ZxX7LPGnfotzXbecYoM2EgOuzrv9coLmRpsw0hdRC1Kc+utT9pyS1wSfrOv+rgTfe+cQLwpEPTtYOrx8i5DYZm9lD5K12PrFnmh3FF2AEdJE+e/NVPD7geSmoBvGRjvFPsE5QbnHRBMam6KOw3IG9GcTIlEP82qkCuptNlFmOwi0F+tss3XXhKzKmv7N838Tr21K4zMaDiV3pkm++ZaDr8QKLIR7pVz4iceHhIE0MyK4H/mT3Cn/TejPtCSd9TUHbPoxhJgcq++QN9esWJpSFXRlwGtyhuXJ7mm2c5VvJUJ6Ruaf7fjrWHaATFJcJ0pnX9HDbd/qjyyegVLMyXrKeIZ6xz/XGyEJ89rm5XyEfhil6KLwS9jBG7+iyiPt5ji4wL0TWCOcxnUdMw1lJrY0oGnUBsrJORIynucuW545q9Bu/yvM/wdFAWh/1Eo2nwJ3Wm/HeASzGlrFqVRMHMHTbbx2uG7mYihptbOgHFd6su6Y8bzWo0SpipbL5khRWyuyvkEEkeJz9yQLXXYOrpDK2U+EyZhXqHNGG2RKUoTa3JaF/qzTtTRvTJ+jIbY+npMvT5SE2ijcqf7oEBeMmXOd4Pmr9KWod20cqPwtvtuHKqck/OgTnhtvN7LxkphxTmGOIHIFfWQP7EksMLxeFN2Xij1eJa2sSYOr77XZLANAHu3EJeP1tGnKUR7JvJ9pgu8ga4n8L589Et2dbCopxnIe/uRfgBxFVpkgHZNIW2EFxUa8KXu+vGK+kbZy23XkD7bpjLfLWaZnZRMlbhVN01zkF61exAOpqNokrPhAnY9s8lqZMdPJnAACpTifrsKUpCojFfUqxSZUjYgb58ouK0gErGLmCc73bzJROylWtK5/hOJ2kFj2FjXlk3KMfpZ6pHZAOFbSPhGOtuNUA7xsoS2iNHfOOLYSXG2Xmc9YEdPnJ/+KOvtcCqVqexWGVoW065Z16jdlRBveZlDfetFDyzhhEI/3AKwbReBvCpFhH1z0GpKycgYe4n9pI1oOTv4eoHZ43VuInUNjh0CJnm8jNVA0ov+Cwv+u1xe0rkakVzKKIf9pbHkW/m5qD+NCbLEiKKQPp0G4qs5WTSbAr/pDdF5ih0nLiK7DE1R/99CaafhlJzPS7hQZDRTtzkq+N8BqOZaqflB39B0MHEMBXVdlNig/yV9/uzJDxeGDM6Yjb/qtl43iMydD5CxJuQEWwe+cmXAkii/OMbbRUtm5hAOEDER20d41X8bqXM0/wuxTJf9GE13jDOJLTjBl8t0/0vQs6dSE57XBShgxRyTilLi4HPwVg6Sqj13SX9S2vkTei9VLaZ/SNsUnSGZUqstBObI+NIZa//92EC4jNPJXocdrUSWEaNYYElNvkeUtQX5GwhV7bm226hPF4nDa2n62bp7PR9vhTsdtAzg2p+8FBy7qyUNyfEnJfBSMbkJRtQ3r0SftszqlufNF8Y0wu6Y7rT14kgsG8jnPKlexn+6CcaxO2usXBBYtUfmjNazl8Qoa/9fIYYKBI+Ef5nLgUkrLMW27peRjNzCgePt2koh36nui2DnmXb5RfQaA/sNXHVAX/7NvRZv89pLXEchd3XlCtcWjKNPMnV+6Y9WyggUShI/GowSU3F/lWb9hH6t+UR3umE3M8tpPk3W61xTvUarcymuUDJJWNAA0t5bwhahkVHbJp0bSLEzpOnbdM118AaZ+Y/H6AJv3eA2QtARAweyqxABsWHVUtpwLzPt88nLXW6zS0vN6SIMLRB3Um8FZbBoO1zOs2i5N8cJmNcU/AwvN6hZ7qrE3ePNsc9rJ+wX6UsHCTIGbpHqySPCl07w9B+3vd4im1yy1Le5wqa7ppXmxOxjeE1+VRtQ/UUQuOPHVBhAGTh64ile3u/6636PQFWujCbJ+hjTK24flPqIbvlkFOB5juN5XB43rm76ahrgOZmSPlHz7JBlsI/JkUB/VD8icUzl4fJKpCD2JXY1nHiscSbYzkjNeWWSIU3MZQ9pjAqYzfcNIFQ9Tkc9xmnfJsWvP2p+3wSzIzAMwHkU2jzNxRcgtUJM++aFEpRMcllFVQFlnK6kvVmHoeI8VjmvC2O/NePOg8wKdQbeceYr3tBgqfbABnGJeSjYsq84vu4/R5NbgaZM3HOpkMZQgTdESbcsCG/g778Gx5OQRvio14w7ghgPy8dKuj1UfTfsHcQTz7c64P/x41mE44JHBm6nrn4d2oQZYIgzPuqVITBAsem+Q6bhPY4phZ5VuhRVkS12BLjgJjiqH/UroHdUtnqhQezAUdeldv9V7y4JrPE/A1765FviMqrX9ryzty31Fz3ulKxt5b4/F647kgcHHm0vrYLu+qnSSGZKZqRva8QUYGyU/zYgex9D02DXXcvfWY/bEnPhqFsT/mzdg2A0Cn87qCjuGdq6Tc79mps9AorbfUKi8bs8zmpWQrs1xktw/+mLoE2ib/xqdj6osrsSJYOamwE17Cepgwju5BMG14qPcLM9vdzn9hd35G89035z57iwuaH+fB/RaYX0Sn4/Cy8dlEtFpz0l9GebtE2wPh0Xhtf9Z6sOSZx/oR0F66gsQa4C9b8hyuG/Fx073W3DK8fKH+yBmcreQ1CVmtb6TKXA6himJYjGo3plivz5anUn3S0TLSa+UzNm+QZTZr8NSGiBvTp8nfZa/JqjYGKtaqgq8zJZ4r28TMOr/RrkuGWoG+L3PlbmjT5rX+FfUc1zPKbb2jS368Fgf/qEGtNZrT9St/Fu2qoWY2ypJMN+7qWgsG6esXuxGjgavYE7ryrrYTNa3XJXrdQIvBjXj+xlsl1RlPjrSEghM+X7hG9PulhcfoOTQonmntxEW+/sb7gvdqUsfnVpFnKD1w5B2t8upzX+MW45ry8vrU0Zi2oJ2Pa/yfncok8ETQIqL87DX+sCHkGW+NDscSykxrkhcjOlOCPglz4alPmgrnjDm1/XTcffhAym/b0epWdH5A+moVPOFJvCcXqNMcRJKEHOLBS7HOgGiougscDdHVznuthB5ZyTgeGDkmtBuBGwqeipL/epJb+etx91fgaW8wnnXVX+gxxuyVXj/JXtg1xi7V1KVzvNLDHzUuoaFv1dPiGro+VVLfDmp9Tw+N7k86PKTJddRTavw822+7lrM9pPJmGRDoXC14iwVkYFW2LeYbMpJYbw7QJ8l32cWebUiRnLnmOiJ6eg2fy6zjpAqXI8q8+eLimk+axnbzrIT+i4kVlISV39J3F4Es1nKLUUVfZTR8d35+c4fUfsci3/T7zc29w8BpGarr7X1Ay9f089pxI8oax1JQf9+tv/Hm77z9t971995ZD6To4aH1UArgosceA3LvaG/grwg4gtILSUuVbWR8PlBowcZ13hWMUO6k8sXfeJ/j2tKvyafFaz1JrDl3LfGIuvApKCXjrAPcEMzLqdffQToVt8ouRYR6aH12DzjWLdE6JQuvDu+edU0icb3hRq7xdm62V55wuc5k380l0zSd+BQW1z8POgYOjEOyZClsRo/Nd4RcYIW9YQ8lbMz0PlsT6Vju/YZzsRivhLoTt8P5orNQzJJMrtmiURCRT6/4S9FE8r2B/ec6n+u957p5yGVd6PnfOXocSVk/fqh9EDRiYLvPTHLJ6413vUmpBlUmEKx0jeIoY4hDpOWL6m5kEQ50eL9owvcLj9wkBdu+ce7j2NbpOmG4RYq8p5AEHCpIEryPNFFHeSh46qofbE95s8i7Ozw9WVT1Jsc3dWLwiSbr4As/yrkHpswvXYu+3wYhU2VPfNeFSs5P1fFwb6afbZi9kGbnoLwvve5iUXZnpvLNuLV/CoLSEV/CBAd9YqRsLzKRh0+MsrmPeGSjixR8tPsGIHWRvotU7fiKffRNm9XuPjKCDH12JzGue9bfEXmabFMv2Hsa7B2CaW4N1DfiEBPW/cRHIGPNMaTGcceNMWxZxrbkmBe+MFpQdd+IE5iLNPZGu5uqxOKkhYh1jU40tWxQgRP67kUuwKGKxsfEkLdm7BdyORJf/fQaW9Ik8w03m++iRTj6pRhfjmDNekUem/HvFWp/aqIdhu+wXcdel4PytUfU691994B5vclvrqF5xhwjKGQq77UgxsNijornc8/IdPyOyi7l4ovm/QQ3GpHbtkU3o621nPxjKeE5nX64Bn/0R74lrF8esvXfenpzXfhAged9MJVOs9w0DxAxynW32jFBIBEwk5hBKTljmwKxC1V2fRLDXxScE5D3K4tYbYal/WAFpBSHUJuCdK89LfNEfoShdrLVDX4Ka+v6mrJ0iu7OVBmmmrikKezNWcbn0r0ueAyb1SjK/cs1REXiC58YVRtMo4ztdlBVf8wcOr/Opas8xZFzbctG+7gfLB0bFEYMg9VH43UeO6r5J062s+Sky84tOkYepak7y2edl3DO8lV3TM+82NmsI/bBi0MlOJDoEuaVy9RVZo4TC6aMr/MUoFQOO/JZx/rm3Hwz8CM66JFqZ7KpxT56HNl1ZjxU5XNu5xhoaMqFcsaDR5Q10Fq7NVVfPnWZXHxDFE6rPZWvv2s4NvIp3VcI0dYfbEvOKhh7o+YWCYl8NHRgO3QEUAvA+v/JroPVgpkMIj9Aatlzrj5wX2xf5KEHCRvMH3/KV9zx1Ck3ztFHxVYxiiP+5dRl8Ej4rkz9477FQ+pOyDAMuVKVauFuGRjIcZCWcqrrjGLJvGUsLJzbAhbvWZ3SWPcGG2IpeFKK4WtvCRO3HveQGMMrLPLd40NBSyjpDcE5iBI0UTwvqF1VbFmYYfvvYXPBx0zmE1Z+2ZSuoaE63E3kVbdrEM3Y7HK5u7Wq3yRLfI/Q07sj51Rj+MZ1M9A7J/d5EedY8Lw4Cz+oYwZ8L8SqtN+9qD9QfYrlLnlBctnqgfuCvNnteMniP+sLKf9XNoxuT2pSqja2TfYQ3urWHO84+KPxRfNUcZSCghlwgyENd2x6iY2x3dD6nGvT0Q90bE+D0PD2R3+lZSP0qvSN14OA+Vp0QaHDmmAcKv5Ujh4+69uMeXoOehzKGlgeW9H+ylngXabwmmS/hP/nnujw6q+E4p0x4Vq+9g7vCy6ftaBv+Z/2eMWR/n6Lp5lP26PXDpit+UuX6K7seZhNioqbknnlGSkB4oYMf7PqwJUcUcgc7Gii7khXs6CTHOnefoTEeX1yLiQPnTggXGzKthZx+2iRzG/+9zaIdidKqtvxNf/xmXnfG3K/BZMIj/J6PURGvzpoScZFPKkzBiSdhSutbX4ilLUITqyHu9bWImYNC1IEOy6NVvqQaQ9+ta4VzCieGMQFx/HN8so2lEutfyK/urpx6Yddw2J64TlIvJ1e2nvgzKBQ6zJFHZFXEZs6+s+PxD3yW7AYxJofkq85yomF7Zk6TmBP/agJXz1qu2KKxj6iUS0CD0YqA5AiL8jyeNmMFq2xlHuLjKWDuivRX3ou1Mn6TcDppdBEkUYr1wCYcrOxqJ3rGyqlqXvmXdc9LgXr5ygSyTjdaB62tlv9jQvDTH+3QwAy3xGhOfvGGVzqiqMY2PDfc69X1xKGjp6OXgdchgJbOtRnyjqQ/m6/fT82hUY58yHO5+w33j05kdSw8WCJwaHrohulEsMhS0kkGHDw7ibx8rHpcxOuNJB5IId/6ZUr5W9O81S4bGuIxM8hpPqgGa9zlA+R5lIAaPcRGNii7repRTDNPPnCDaE7SM4sxyxYuvQlPvMgIYexJNu4X4xfEwBVJxp3GYjivzOjXV8ZnymE14TjNQnxpYJfFRsVqHz48QubjdvYffnxi3lEmJjyr5oit9Be48abx9MahqtwYdYTGL8eCe04eAwemsF4ucD9BUiMmzxIvDbuVt5rJo146/pi4Gub35pKc3IJSSd08x66tC5AeCeNumj3hjO6RPPYtwlPWVTGxWdeDxgb/XF0kD1WKCi5jCnJxFMsq8QdvFJviLza1IDydyJofCKRs+axJ3G2dNbBd8n73bd4PFhFPjzqwceGb6/lcy6aYGnjrVj4xltiXiXEZ1v0g/6Xhy++NFoy2Ffpt/TnEAGG1G+d/evs6T3d11rDmsKqkAcDzPfM+U/1L8Q++aOnmv9aa7JGUD4OAFd1OlJHiFhndPDRdK9ODCALY7f2UD9yI7Cxsz5KHp9F942g/R+NKBMej5aT4FjT5Oihbj+lY2zLyab0nhnPrbtbJeyfKbEHnYmYJAqhJ1ZDIsxFuMc/iUlefUQ/LU1It3Wz7YQk+UVGh790mrCoHDrxr6ppqYSNDrzoJt+yrtuTreOOUmehx982kPMhBmS9P6+yPbbQk310lu0B4cHn1r7uhH8j2Z9DfVTeVVT7ejB4gGYO0mp/lFwTx2WdeMOdMaz5rUrEVUZGlT2n1Y/Ui55/I6gaN3kktQ3dJW/ZsLBlZqoPz/QZYM4rXs//jfcpwA8tNVMGsclk8htmWvHOZDcEegOFLWEnIO80cla/cht7dVPriYPxNNb58OaM9oa6wTFQRyCopcGp7zOcOG0N4oW/+CcMD6QwChIeblebaBdlftgQUybTD8n6wKdq2ntPa3ADizElJoTLto1dk188WX3ITmxAWGvmRvwKsH2A51gQAzcY37rhI8fHYhEzbrI7R56LrmnVtiubL9GIx0wNNfNeR6ccasTgqH2QeKrSMXGr3V6XrLtLT0G9W6h9uQLyuFl9dCtBHKa/HT9LvjFO7Y+jLAOr/uygvXXT/XUYuxcykNy3blRG6Lmvz/WGaR+pa1UAKazyOZDhTNkIoaQo+t9GWhJHsl4sgYIT7lw7wMKnA2bbhF6903w+Cuq5FId0AVVS2Q8KVaQvUcdT/4238HHNOOSuI5UWIpuYGNC6fPyUGgeAfkqOIen6gmwGzOimVOeyEd6B81vlu47A6NTv2s/fnLuNAH2XOR3euQ5b/FpXWAt8zfcNRu2sxfvhE5vz/K03D+B8AGU9FZBR5odyRUt2YS+O2Ku+R5BRuyGg8gchbiLR7xQsr3d2efJa5jU5NmdspFv1prL+3Utn3Yjel7+H8zXo+GvLXegGXIA/YJ2kI/m0fMdO+YrNCgcFrmcrxCdbx+pSO5IvauVdbeio4Qbb8e7LC6VFute/VpfU835gDq17SbwT3w+O7om/ic4cxGMd2m+Q5/rNvBRNhx+iFTY33qQVg9nYUTZG6e7vdwGv2ktRa4NNCI8b906Uun4VnyOt8EYYb268N/SWYivEEbtIcIS/5ZsiugYLXPNaXPVOy6lANDm55N1QYI6cQ52+9kLqTkdye9J6jl8HcXsk2ZY4GSgOXI93i6ktBU2r7LvoF806ghkkONKS/PZvmsf9PqAju1NPdGgMOPI+IssnCaaGF3pRsMjQiHT6o71o+ZmnzIjti0L727lYK9V4KMvoXkmZVozmn/MF2RgXYIk/bTq2tf1vDLDpbreaQUTdPy6mVvjOGsCyqnS9xXtsFR1EivZCPFtQHprolM8H8qZFd0fqbAyj8bmQXc0YrtEDW76mH6tPBRP7oVNmcfaiELiBqyLyi666E1ptW3xVQYMaOqUtY/LphE5kwmhtaCBT98OfsNc5cjpLKBiNEutL8KbwEv9G4ZIQ3zYr9frei00epZPGISzFWzTVq1FwumUB66tDajkfVoli3G9nS2ckNEL35HW9QJ2tC5NqjLMrS8i478inAE2T3kf9az8X9GDJa6PoExdD0B99AsEeVzjaSNokCwROA9qf2vGuQ/UEU2ZT4Iwv9tSkUIiPx1eYkkiC7p+o1xNuOdB1cpe5oENXpXhGoD2i5ZBt8baJFiSvw6Smx4c+b2p8pQ4WyXNfeWOvvAUs9b6T+4b2vTN5nHiApAWNeHaVDQ6fjzjTj+bTUruVBdBsYxL3+jl2ykB41B46azlHORXecW5GsOIF5VbIqMR+xt6WiMb5/BL/LH9Vb9tgVYI0qk1+bZ55Gh8Np/7Lm1rBuy/32Dtj95hHLwjJoa9wmecZeCDOcY1sWmgPAiLpQ3KfbX5KW4sSf3anPTKlqDqLTAicu65c/D2HEWZOQyQG2kEsLO2H/JHijXLAWZhApK17fMTO1NzBwqbGEXZq3mR0VVU8+3NQRrYJ+GonQwhcMyUnXgd6+tgSZ/mm382X4VuJG9YN4VZnUU6yrg6aio4qbeG3xuVSPxSG3oGuyhjPeg0S7qAlrjWrlw3VDVm4yhLxHff2LQ+B0//x+IEvNgZfh21N2aaH7TGC1QzIqNj7qZPmnLt5Do/2vCQPWZBo0y4dBK4qbb7yVVWhy1dqN35ss0u8/Q6OBJBZidnF/hZyGHz4rXWWWBXyIC39igwHD9qsKj1u2CMTNBCzLm4kaFdptRMMtXrVD8Kiw9BpPpD4PI3YaKsXyg+8rTbN2nbcDRAV+prbGBN4Dd1slrQnm073pEkTrcBpJwnv5m+ySzJ/3CTQoDSXhnmdkaCbX75vBHllRyZjeoakJqP+loj/Zd1fmgBmNGSHN5Ym5G8zYIBwaP826JKjYYD42bGGTlsSj/JJmUucupNUTozD7Pjl71hYPBh+5W9blEPtt/G4iAiFrQ7++pYCXI1W+IkCVpCrBclY4URCfFWRD6bPKRP8Fi0+/4s3T4qKEXF7a2jp9EUvdZ9Naz8bNHZjwy0mbmWnvIlyn+2P7CvvrdQeby2kXAMCbFLiqgt3lWOh6OBVQtwf82lCNdwzpMTAQqbfbqOe+wX3ZGJm/RG0hSebGaiLQq+xVV3xcn+mH7kp+Mmfq2GjQHvUgnksvYJTg43vhndUOuJqtdugE65Jxpk8zshxyAx0HvMZNQkA88QJMB2rlQbvyEZEAraVj+Adt+M91luy88aLb3azWTtvoaLg7yS5HHfdHz0OEHdridNGU/wZGTNtNM9p8BV/a5ViR29rbZ14kzhZfwllXqzqCwUQFyo+WF7ngw8iVr3h2uZNjLmCXSRwLbuMqa5yV3kbnT/DbAoK/AbP9sTKEEgbwWs/MJnZqgIQ4hFxvtkVBL48lL+H+0FPu/nYOXzTJWwLMk5JZC+JziO2nKQ/gPbBNU2F/J2Y6Kr4AmwZ/OJo4bYRXc9FzDgAgFQ7DBilFLtMroQ/Ka2zJSA2o8qlEbJo1GkTOc03X/kctwv0DYXui9kfr4Ehjh4DDhqa3QIV8VM/sNwvDaw69qJH30lwJfSpp29cpLG8kcxqCMdmlsmD7qpcFMDuAzZlrn22BmGkkpNte4cxfD5JjOqhmCZN6QP76Ur3CzHqODl2lzF7GnYJuv+rRpmVqfFzQ8F1BQGf0h1VpVu6hXApc0QSIeqKmYiHVdQCIuY3gq0FwCEhtBHDztl+SpZe4aO4jAsk2UwnHcH8Zovm6Mict7Lbu6+zpVomjQcqN+AecGHkIZIsi0bMsIgf22IBFMGqkuk+5CqOMDisI61ZLZBc6Zc7xwxea6gI+DIsBDAv9GWmkgr8Xpjo8bYkD+OsqRvmCAEo0dhpmdykXcqFY9cl7BdqRcleVxWDqL2VEy8n5Ft2B6AopWZ65FFbbQbsoP+l8AszG7eFHpjgoKqrkfR//PDF7QUI/xiHLUP/8EPK2bFBXoe/r4nvbNKfJLZh2oKPzuuMwz2HjObwRsLQnLgG0ucUOTlQNQ6oO5WOeO1VyKrZPWs6/li8StPqamfNtR7XwbrSvqBNwMGOJ4NQ7jA34PmBODSMiWCYmmA9z3ock5tPFJHVwUfQ8Ree1wHLaN/hcYV0ePbADcIOdDLyc4REq4bvONQ8EN1/LjdievPG28hPnuzjHVm7Jl/dxQwcEaC9N3WwaGPF4b2QT+tj2xci/n6wgmxl2qk6XaGiy+RfM/VkfA1u+9J+UKcP7GUvDtRoS7XHOsiYFk3Lt3JI3/TMcO1h7THzStuId0L/PO4mv+Vuc6RKsmKREImmAj/0iWmVEzMffMy8yuCyCaBO/lE82kf9mcQY9+IgXS8gh8l/B+Hc4Asxv4HEb3hPyJ8h7D760u22rJvus/A3qOO3fffpaMB982BxcF9MPhhviMG06hgI850wE9LlR3iPeDdARZg6uYBsybXJ2aRVSstOwTaYTvrlQsYDlI4AWPMtt/tEaIwXp7omVe0ya9H2ky+c4SPhxNrxJrcmktAYi/LBeTiWy37Ekr6B5+aN/i8DZN5Ei/ZJOK77IYTKNU70iVRvrPmXayTohnC+gYJVdUv+dvr1RkD9uAbsr7cVf06e38w81gIvCIqCmMxbNtqsV5/01cIf9Z8Meu6vh29zTs/glT6kXhcm22WWHQ47sgo3YpPg66ZEfeMkPVa1Xken3OvKz9m+wmTNnO3zGnol2DRMrVRr86q/UGDRdqxKTvvSIxy1Tdm+ECPR8/uCEdjBsL6KfBlW3oiEbgl8Kbks/7mmwOu07YuiS0FfMxu3+eRGI/eBPLTYCw0eIJFpG4fcGywPinKNVuN8H0iDSX2n2X+bKsny+Sg9JR6XbUmntCKy3WZq3e5Geasd9O/pdts0TT1OqYeWa7J1US665VL1vN/60aNOf/sTM9YxAqdKYpYzrducl/P0Lf0+4/SuG++z0XOgMObBWZslArBacFZ+db27vqzWQCdAZz9eDX1Hwd9QrUb4Y4+S4SmGN4I1DHsyRR3/vqInb4JKjNgQ90LSPpnTIZSnFD0wFEcWAhJvI/IDH7rJh0U5lPefDwO6+pImO6a+cO4nei9aw8+KV4qpZPwBWu2ZQKYVAftqu9tLWYffylbZcREbESNB189+yx2dcIPp9lkurlk1LJ/btxkHvKaeL4hQ7ifjQ+miiDw/5xT71SSxbc8GpiRe3epGi4cJyBZf5Yz3TYL7cyTc8FglvzJo4ubsUrwnFq2Peh4eEJO0rXn+1IbaS992OscW2akXSeFAl1LzWj95eO4EBlEEi0U9ftzXj+iVL0c7JVd4zWODScqobSoXnnGHuskuIXu2580LsdEVi5vsH/jSoJVkI2YyTlSZccxVLtECYgmXnbZniMJxLCXLZzTsvfUkWTkovCXiJUr3ITQLWKZCzc35OSZqgzfkEsdTs1l3Si433jsG0aceYH98zbZiuzfzxYbzW/otAr9FoCPgacMaUROz6e/MQavlwkheGyDW0sR05mb78+dPOj5/6C9U0324FdHNoXVEBcqdFq/WhKa3Rude55bhLUXpqrW9Fs0b8F7/jtqzdoW0+XNN3NQqyX/awnXvjkPH9fMG4DshXIXgilaNTL/4lqTafSnsxsE5D033TzddATZe1YnofbRWupN7kN3Tzqjzp3vVYenXOzhPke/Zua98uJZKLPveyIM2+ec6k8jNuw//kNNzo/MWpg5u72Vc1/4Fqr94dRjdsjVD0W2/uswexuAVH1U2REroHFPXNRJKrTLVtUvxCzjiBV8cC0XiswfX1p/WjjYe1Lw/EZ+c9SsbsqlQq1qvfqtJ7eaU/VZlGjkb+jY79thB3PpG/apNmb4mnsD3kbeVJVOT0Tyd0r/paDrbN4nqmB/5+DftZ2Nq1Z7EbGNDT4sKdzfv7oKC5MPklb0kXhR+iGQm7dGe2r3otqm9DGreUqX9nMWXrZ5G1P0mTkRigxtTFr4nRQoup87u3Uyjm4Z9Vh0d/gGQqibYF32zOVV/wzlYGuv21hPMBJ968rJggOmwqNz0XhBcF93//qD4oaUNjcjNEnTnTVTe+oPkolysnBbwhrJ2JDTE0e25Gsl0W85uoKTOH4cP4tc5r74oOOrt87Rwlps8D4ADYVcaq1pk7KY1pmOHihjdz02j7ptMxbwTes0PLfXG3ZKtYeicwEGQwYOg61tzfuxua+/SxD76sGVcGv5ig+qcI45zmz2prurgM7V5mMcIxgePCe5Oh4z13C7J0I/lg215XpQ8AEqJtQvG6ZFpZp8ka4vg+QdGJFkLNKsSR/LyBTk7Kck9HTXy/Yh78EAufOf1RS42jSJrpyvYIeWMIdaF1jWnWIc+sSk8LD9BKIcQ579HHOQNBDrytV4gSPD163Yh82ed6DOCwnE5Yl4ZncZ6pdpv4isCGuZONUwXfRdmjFW2AjQSlUYwQafZr+wALtKam82LDX/yxte10Bkr/jI13njr2skSwBHrzD/mGonrf38yBgqH/PDDya4n9+yUff5Axh8Pp+EraZZW1S8/RO89TIv0dYfbBtJPP+ijx7JDFG7WA0twkmyHaZozPyvGEj0XtM4IeOtf8c+0B/V2Y4mIMNemG/eWYBXwZyVpjjpR5VjJRQycaUviTqHkeQllCTwEZ/saP0NDpPkNuE2CxfiY+pI2Keu0ZRHzoRP7RstLrvKOi/eJVmYPyX4cGeFwIyVZxovxcAQ6UIYuzBo3sN+SPGZL0bHGxgBatps2mfuCaq7b5PU4wt3GVn02vxn3wmwseOH32KCu2cn0xHPLksuaDjI+Qp4qO16w0IkMe3H0i6qCZBF2orGp8DD9GAt49I17LP1CP0Ljk61mq//gr8PsD/qwDVIFvYyF+ez5KTVWHwtyao04/qyd98m1TVAov8G2Au8O0onJ24insYeBdyRQGxmYWVaVDhQJ71XUUXwqovJznZiwtViA2XrGB4ODVmXgXGNIqkdkmY3elc3GLCREvkKg0kKB2f/Ypel2Z/pUZQY8Pq8cd6JWjiXzzbkDyhpJnJDTicNRVa7JxGzy0ghuyXuxVJkJlujJnuzTN/74GPrIa2XwDQh6wydcXYuJ6F0m58abRDmFZJxZKD59+uTDH51T+fC39Vv0QQmP52imvWXLQcDKTnB/roStu/buMlBSvKfTw2HIN7giLDgLqDb6B3XGXUeiy123Mno6up/o753aalPO9dLDD4+NxgED2efSXckeO8BIqH2cqBY5+Dy5+HWsd61tEm/jnuWon2joEE2nBoAmI/5DjAjcXy7M1xzTXMyPyvphqwoG5qBggtrqp6ZDUYPzhh+5djDOEAv214lT0dB1MXjGPOlJxELw/INCQ5e+H9qIGy8HEz8lfxw3KPEb+oovsFad+hj/c010TMWa4rsSOHW8C+fPW5mR6UOhfNglCGViPRmw6z0Kc6RTZkXXmWu57vY8h+Nnbsy5+kEX+taCUkheDLwglDRbd/xAQghsFwLoOvSesyrUXK0533WvDcFf8miPNSO7iekVkrdp2WqW45kVpkkzB3FbnpzrMvIo3Lum3mh5Da7YofrIWIMvEPldNy+QErUNcLM+blYQ7hlTJ+01EyXsRLlzACac/2XYoGy56AewrlmLFFzLikZ+OLhmFY29pK9hRVNl8XCNY9+0qc44Q1fy3oqqrqJlmEPwSB4P8jvXE/Z3nXrMRq6po4lFgr9l4ktjh+NuQ0rk/rj9whuFjRJiv6EeIi8XZWx9oszSaqE/oqI2EhS1vW+emZmkvn57KogWu4lJomA1qUIjZjkoRMcwRaUVkYDXcZ459wxIhUYfp6yS+ic34e4en/R/vBv+PTlduwKMf3/iiYE9kzedTaBjVOY4SrXAz5czCFa/zJLoXuBPrpjmURjPjwPwJPxiVZbXxvRF4RsBYsoDP32vkpPbMQOqMrTdvhKsDDrjcl5gice53Y4Rk8EHGeXKCz032JlMnl5DHmFspbM1MhQ0Y0DqAMrXRReNZjTPTRItC0f0xTQfmX5K3vKY6gTtkz429+mzPjqnnMWJG29yr0st+M6c9u02vhPsrnpbsSVJOTJ3pV9kNMxJELLCdkgHUVVcVx/7S6PIUbDiVlszS/TA3cq0dGTT76E1mC2JdOHQidRY3y5n7NxH95eJDTaez42YL3jE6eR35lPa63mEnhT9AGrgocYbcW5MPSdZOzo8Q87FssEF37II8qu+sj2wmKOVZhm7/YkF+pWNnX0WZrbT4kvPTXEBEG/dvdU2CRUKUNh1j+QHZcYdxFn0Lh3C9m+yfyv/0hHo8VD9s/rXHS7nOo+fcw780p7/qdifn5js+fbWttGLzPKkWssNaobX+KwDXIN370avtUr9hQydg57wqCdpbcqi4arXpFFH0qtRX29aLdKHWirdJmmedVSfts7K08fsks4SF/Vt7oJ5JMn6IhxtLXIK3h+2bPK5Vp+kV7Vlrlxq3hJehTP+vla0CLrtTWha2wch2BCK6Jut1qH/kAcXEXKuDan3VcKarW578EUomvMlRKEHEddFWeAQDc48HMoKiBDvjKXgWW8Er/eYgjQmOeyNr9LCLh5MZDA8sEK9f3YchjzX3FHdin0NrZy5uZLK+RI0ciEg4yOuqLjr5qOZa3h4qcdyAcOwL9UwRF5IXvvVd8ebblkSBH3Az0oUYVR61433uuiU79TnACty2/rV527Pjt1qj0nVWNpPEdrXa/8eIkypoCv7iomBS1o+a8DyLG/T4GSA166zpC8CYi1OZ95CtwQLTtvNoiZy+WGB06nRyNcxBnOLZ8jHlnHBPMkte8aShgHJM12os6ZEjieMQUXs2Iq2WrHRJDACQgh3f8kH61XuhaK4tNlvw/ETGvVZNvX2hEjEKo6uZwMRnHu+3mLdo9AEN+OewNeiu+nTWmLxteAnzuz7pp/bSFy5bjqXUPdHyxMU+hkvPVbqysdHjJLEOTWhbWQkULN2ye/MfVoLSets7oUvk/mu8snhgZVxtgntfVM06q7HyWrMHkeOKbGV8uoLEad1z71JaEMzh69Dj5zWvKUzHDM6haSsKK72jTeV7lP+JsxzTrIf1emG7Q2FfWBOxT82KfjP4XR6WuFh0Kxyoaq/Zb+KCMxOo9wdPcu/iob8Kp2c0acBb406egcsdWPXe7PfuXu4+N7TVpd7P6tyP/x/MaCFUeplcK8+fWUwDgtIr1EisLr4eiK618S+ngyZo/26QByJVas9yCXvTOyobHqvi5vyrUpte0amad/K5nO4Dv9DV2Dm+s81YYuGhpXd88/ZvJZSX2pMECHGox+oMHZcDs16qr812c/dAMFACeFALgOmvdXeM3qS8RvqkqW5axl2EQ/YceioO3Jfv9VpiPoFlAqhaWbxQkEq5hlMdVLLpFjXdKSuWo3CTi1B7jWjCJ67Jopec5fcpHW6eeONUY6Z5LUBCnmwjDPEW8IDRHJBGwJD9/VFWyu1ZUl1lf0Woe103qKqz2C/3rBvwFADOdsvBZJgng7ihIzDLLc68F4iwwDmyYQCsdfg0uF/ZVYepBfhn5O84++SqgOuJM4abpXiExU2zzVKHVda+0mT4IsOtQ1A3YBCZdh/4G+RVHIfTGC/JQDnZQ+IlXuz+8hjrSBR7xVQZUSoGhUlH+mHvljQDpJjLyxizzcZo4VM98nKsc9NNU8vJWbRnD58kTZwyPrHdBGgcYQZhygL/wfePGMUTBdiWxTJx4eIpmwdVOsVdT4SAw8NRT8FKoeUvw21UHy0r8T8nBwBEfHj+eTxUO0dzTaA275KQi5o/03SMoFvYiyzlHWsN0gtiABH2tLU9+TpWzDvpDPrYFqxxxe7xLigb4TTuXlUDkr5G18LtU3J6NfKR1E31biwLYMdW80FBxqp9ZSHW+QOuOhWL196TPdciPSG6fq9/Kx3Tw76eaTZpfZ7KNKEXlM2W+3t+LmNPklOEhbKehTqADsXJdBvrz1H5QTj9rgRKkh0DR8v+NMMkt0oQ2SJM57El9BgpI5OkjjWCx40VzW+3adFwJedFtomvaN06C/s2IEA2lLHuGwc5Gnp4J//RMVxGHhnN3usnelvq1/FpYzToS7SQA6tZ0zIYsce1ybxVuApo9c6B+GTi8Hsfj8Cw5uJ8cV6SgIzWtTmW1rqf2qp57fnGXFlrtEVKucnawIRsawCQM41oef62B1JUatC9W1dZdHwMceWTR2CiUz3QRXV1/zrwdnL+JSHZLJvVJnUJp0xz9DYN92qQEDG+S7nCxIZa8hYxFj1oVL3flSCC9MfT5as33aWTjIis2CwZv2gckaZ2OEt1eRzjoYxzyVrUhkr9uRMjdiFcpQgziu1D0WYrCWjAt1HcjaF7ukfjEhxyQ1l0UZNPZ3RYUNWEX/pNbVyKV7ycLB0Nr+sTCyVM1qQr2MXFkaYVINB7k9wUa/DLGPgr8arj/Bp4dS1WNGaB9+H96aUGRu5D/Bbb5Q8+JT7oxpqpOrVJTD9i1gnsA/tK8ZNt7TCKb9a47C3bZ4UHlTXuC4HV710/AVpS193G91Wz/PM4dhVm8oBz23p2CdisQ4ZoayYZt+MUMWqGy+lPZ4LcNnPXuGyz5ARvPs7lunJ1HUvxviFl3sMCgG9eON9NlqSd8Lb3OXjKoATh23sDLvkXlvAosAcMECpTy8uDDX7gvVa65jdRwOXF+VWJg0bMNoPUXz0Xmk/dlBGEazCe+A0kgwpR367d0cj0nZQt5ke/FycsKeDC4/uIz98/vj5A19YzMu8L467LltsMPkHu/o/hDWE79i4T/ZAVlDsZkZufLhUYdGohCMsNh7RNcjFAidN1tltWLVSpB6UfAyoITQ5WBvRRkS4uREnhxY6rLVwGdEaZVM8fJIE35TqN+QCzd+LC5y0Jrv653Cjrea4rkgaA9H42RuEANRZrF5AiL0/Wh5x+4u7qONdbvbx/HUJjSutSU/rC9fC5USbmgCrjMyqVHnWW/k9+WO8XkCXhYO4KhX75abGEiI/aRK4fxTg7p9WpU75di54YImhCdThiaDNW1+n9JfmWPFA40LLcGDKMZw7te2u/xL5cMfm3Y47jkRWkam4Mm72PAqXPiF2nrYiOQ538JrsWEsWXeZPf4soiB2vCqdVUoabXvKnTIizFdIHDranK/7yyIB+q9ZJLtqGMOY8+cI+CMge0/TmyHlvzaEtN6+xludmd19cy4pabb3iPzRzpfAiDd8makeufa71ExmzzrLU+8AYZXTUd08mxqPnXAxYq724htg+7NK15J8Kdc1bzTf93iRInsc9zyGMIEYFgmKtSuZoC4Ru0AF+grCuZdZJeiUU/MXwwxBGAMjMdX0Fiua0ZrT9i555UiR3oqBFt2/S4Xi1qDZ1w9sv56VsLKlnuWBd0YiqtsBDloNUKqlQn7LYkiDxfj4x3hsVzaux/8CD15gqp5bKKoTRbT76Pm1PzpnO2JqA57ricuALa4jf8DAF3wOudB0mEcE5YR30zW8AQPCFOmn4xc2x6+wjQ++bbeq+mEHXvhX83lvu/4Kz6RKKTMn6e4OWjq3KEnmuldwMU3eTOKmyyqqeE7Iky6QoFVGbYRqVPrgOsjJeJ+gT61rqCapA5jWJKdCJor8rqa/D1HufXI719mqotfrK04pIND602B0tbObQTACGjHjUui+JgodLTilLwlVNTfe7x0lAL268l7WnC+582iNPvHF6WvPXJ3ju2HPdFxMRc1F5f/sSVs7zOA6A11rJk1zwSEwsrjX7A1VMamo9qD7yBV5aEL5o4JB/1qL+ox4q/PFH3njfSx6WJ2bbHGRG5hjoblmLKfd4Ut6koZmBL4IXjskoWnQy3ZDxvOWiqjbsVJPDaMGyhvzqRdh6gC3ndFmTz6420HCQ4kd/w7NunPgEQi8Y0vGPBPLRcpQ7/tkieBGwXIDBGtBjkaBFLBriWyg4KRNTjqkZvGfPqHf7bp50NuNZsDfJdR9hzA18E8pblLrfW5e6Lz4aN92VxNbRVb6exrbCvbzilm/aRbvbthXo05DBjwLzcfbkrdbW/1aleVG8shH+9PJKKjS/HZgDTOQeqr5A+aZJWKwNSpW5/OjkT41ojeq4IdtRdtmVPMrC38xh5LXZEc9vz1X74RP9LdvepOeNC3WT8O3CIaCfS9Kfwl/rQvGc8d+kXoqA32izFrP+dI5Sd1rn0CR1rIb42/mrRqCvBIAS7leFXMKsnjyY4/tQPuu67LlPXXsB1gAVkzPfVfnB/ztQirW5f6Yx3qfgm+1Fw35mCdP6wjqzkz/hNAh9jdkSdRmYhBfLZQxLF2uU1eXHyZP4NXx50cwQwGKv3SbfswvzzGNBrWucdS0ye/tW53xtPqk3zG3e/WBOKvM6AfkGe6FEfrs/faRc4CVvOZHIN6dKIi6+5Ue9dLYWOhBD0VXKPppKF5e9p/cfJX++OTn6KSH3C8LMHEWJu1pbk/3TOEF0RgOtmbwvGDoUwWTQuEyRH+YdBDeK/fUBRfy01jfgYJQ+cxcEnxuL3GWu44XvNskOeiaKUW2iaqkUqNwmyZRrOwZx6SgrmvtX0h5P9DcS0IfkV7nxLlzDTvBh51dfzMK4W+eFtjvj1DpLuTNPjFMVuUcXbmzAfxkKiZelYh45RuuWZyvqqkYx7fzEYOFjEhrsfsvnt9tclNh88vVBDOitH9zbs5/6YcmyfEwm8XO9yrdaRwoaHNfWgnfUkOwdBUvr5gnTbP6dKjtjXNZxYsizYNS0OjoIPgBqN02nvR0v51U3HUn95ksiImulcqDWm6oV31brJnAtku0Y+TzsydJ/baFRX6v3deXx4vXtuHshFdzqtwtHu68mK1jMi6Z23zJPsnF7vYeNdczbvseHL3rd75HDzpRp7aZ1/efNmQ1PJiZFdWn30fadGIt/mMTusOfA7UThowFO9ZltyDZ/UNP2LC4KOYdXRvyTHp/q4Y23q+DoLcSAA/0dCadi/R0gv6l+xQgwFjNU6Gf6Jn3EWMknXUIy6yva/Q3qHIGO/ZnePXJLz254zKe1hmhOaxf/mUP/u9s32+pXZjxHNDiznnMjHqpvBLz7H5gXZh+R/LZTAlnjwMnoQofavGFhjYGND32tYeFhz/QWD7YlrFWyDdY1fILG6Vay18bS+obZre0YC5219q2prytbP3O7Y+uHreDvC/oSXbp6iLuThUfcUM1Nd8Ka3sRK99cubZSnSrXA8MjXVgswHsjuMsD4zR7UrVsDyh7dNfWYi1obYHTsOeIvUjuh+hOVDpNPJ+5VNdjLggc+4x6zZct9siTCG1Bej5GVyJZCPfrQ8bwF8uKregNeyUX7Wb/LAfSl8iottWeNqYL5KjeT3V2bAABAAElEQVTeTJAOADcKDIzpmDcvJrKoIcv2pofolCyvLrNoXrKeIp6cOnj4AICglSzB46PD+qvnu9rLS5pF5YlEaNacuZA/RKj8gYY/+uXTKfzLSefcLPP/YD3MuiPI2cAry/Cj3BNKQPhpf1Vw10j/R/13bG08rSpZnqr1gLeC9YOBzKN0HnQWlz4J/7Hfi31j9aLLeHJZMnkDT0O5OLE5ko8OAHFQyyj74xzlF0H1GwwMYI3MQGmv6tE36/4JXfwkGaovjovQ8C2SvNpI77p9jhkYiSe5f8DURd7xXe3FqEWdn09uByI6Et9UihRxfIZQ6VRtsnI4+XAai/0ejUNZ1O4TpG+SRQenO/JG8EgAkyGHC9aunKe7JvcAqXqIkvVFz7WbU+JxQ14EZsej9JJ+dMFIrPg7Rkps1u7rjhluVeZg2ky/o7fmQJVpes3ko8c9jmRz6qkS107nQ6ikmy8haKGMO2rte/vREk/lPc+eER5u3tiSf9n60vISxOcefBf4vlEvWZcVh5UryGxNMteizKar7cKl7iQb1LzmhCC58gEI/fhMVik3aKmAaVuuSiFmW9R54NKrRqZtlczb1SYn97q8SVS/dHw2+ddR8sWK1nPca/DP25T0iHzpOcQY4hNd5d4n/bkVY4i9OP3Uy9saHt9HM1bQ8mmOVVUzfkYHHRzZ80PDK7vQOOj/mXqQz3GhfuggS5T5lmtU9Nwu9YvvkWllQ9JHyDMnZeoj371CWdTsZbLestZ4vUFIx4868m8G8QWaQZTVP/bkxtw35/CV5E/WGgRJ1IHCrnwf4ylgkbr3BnzJy8/2n/yc2tqZ3nXWsPuJda5TC1Z7RLYPW2DJtmRrkiN2oKvSTW65DXWQPGtG3CKRcxxFbRut3TGi3u2MWrVLlaPN1hQ9gmVLFf9uPoweQ0u0CGlXy8pWNbT3Iq56PEhGe4Ieze1/jJZp+lcK+V/d7Ljob+3ddXA16r/jpkWML+rkHmsSiK3k/f1PjDm849jtj70+0xTBHAQ6nkvGDxzkTYGkHaAWdoqup22DIMtyw8d0At9IzECPNM+P1Jtux5nd6COLDCX95s02kipDL0JaHHpE0ZA/hV8cZSAq6drjGALrfqUeVlrX5du8v8MIcd+L0FPWVawIVgG5H6rMwzf/Szi82oa+zr8To0k9WG/dDcUhxEmi+q5U+sZ6LVDbdrReoUxg6brWf6AKNLLkT4gvpAeyBek+ZnJaFOJMVV/kmjWRRqMN7AX20BcHh3s4q8X0lwdxckyaVIjpV8lfDIA50AiK/yZcek3vyQjmVWqPO7eMGkgbpzlickwlZCLaqte4s2115pgD4p71j2iFsNAmNxscSZRDZDFVsStsP0GXYrfZf9PdcS2644o+fVX+Tls4ndhJolZ1fAfTH5Ej12FbV/oHsHOFGLAo8nfpWoxo9CnNOJxYVZ1xvAC4VkqHikfsJsIWhzHx7kjNTpVyj7ONk1LErjHOso/q4LB4019/1NvQ7gPi2MndQJ+I0H0fHv1GewcPOStM2WA13bqS6f8bSz0bReVlt//+KXZOZ5yesfS43f6epF9ZfTKmmCsful3dV46G+OS9piRC913x/C3TXQ5eiI3dCL6xJs75bbLHvsMhtfjlgvmsiNB8o122aEY++lYE6iu22UAcBrTEuEHwvqZ63uJWxxkVNtTyaxUw+Ii/BH8the+pQepb9e8nFla5xZhhTn/WBu/T588f/vA//uBcd3CH4H5PLTg45hl0pPwytfdG6KR/qqrT3KxeR3cbRV9zsWWQonvzkJl1JZzWCrdrWd89HIrU8hkrIUrnzpxEn+T1Bz+bYCq2tiI1brjIGYfoIE4Tqoni7NSymzJLKI593mTJJq3wOmk6Phx9sV8HXzfA9njTjiV83xQjr/oqyKTKU3Cp8InELdf6xKGpk5+1FKj07RJyAY3WiozN+Em06ARR/CXhwqqVe6pLHmrsumQ96FFOX9FZP30RHzJt4Fd1yuuwSdXl+P6bb64J3KBJXzfslL9gk5u2L9qP6Vj6wINreXTKlnDdHPCVeqSmNs7I68fXuSJTnykPM4QtIiOFB10HiVGhX45fAEyPkYaQalBz/XQh+1TGuX58DZU4e1d7rpyy97LKIe89TcZvX3fRtx4yciZ2yqCyJKidUlb4nMB+KpU8WevSxPQLCPKkZIKXmIVP/x0NfYaRmU2DUN7aBOql5KYihuzQfUnv18jfkfma3jOw8hQ1/XAa5MvU260zOOmbDNYMYk+C6l8j6+SbCG88chPBjQSLAwM7T4LxlR7nBo1zEvm1d5Pa0pHdtdXAdxUywKe9OOW22+d3wbvdRrAJYpk4LFQaVHZY1FR0IvdfzGvHvf71AbFDtjZ5RuKNNxDoRvVwxmx/GYcjKKFyxTd8fKHb7Q33FdIB9lQBMTqt6fyOTyfl77Y61zSc5GJ1b8TCeSa5z9RZLHlclln0f+KLBt2vHb0gQWNAmEpZiTmV5TL15vXFxh/hkgbY1h1rK3h5yh38n3Sl9BqiKrz+iOO+WEXua57dpgHIDSVhTWtejm4/sbaCm9iaA3QWH7Dd3uLneib7FS/mf7+ZMJzp6gvFyfHBdtkhZ7sqlhKM4+YVMqvzbDs9tBFU8uDakWjsIIre9mKE6koZIV6xFu23ws8Tge4n+oO19KNutv/iL/7iw1//n//R6+7f/d3fOf94uvH+ebz7zcqbI1DznLnOlPMXkerZCQ8r/bFy+OOwnR4MJ6OWYwXQGtLry1wLTuLHKusODnSqdWhVdS2By/gzq8qmzUWiFcSYe3nkOJJgXinBzfqyZa/k7EVhVQYJ2CP1sjZNW20prUKA2Oyck5TnCujVVWJItnTH3qpNbL6N7/453o4Ko/hGozz025XGtyfmcxqY/nSX+kt745kaGn1jVO43npia9WG49SLHzTT6tmgpWy9d37D7wQGW4SS1z10nv6KZr4Ezh2KuO1zZgsd/CMiVEAojhYPytuebXYNdnSIPp+fHmmPQwoCpMr7wwJMcpj5ZopwHoNB7P2ReeWAxCBS4EwnTeuDha95mw1cSPz+pPns+xq/m/VAOXzHxb2LjvrRMxco+0rbot3o+am5pAm8fm3eRF9jiGNWNWqR3F7Ax7WAjwTxAs+k1IT4ceF+zcjAdm9htq3PxO5htgQPxpYqU0Kss7dOZieDJwEQP9Yh0S7ulROPKrR7DZx3TuWAxUX1jyPBVapDOj87cqQ1hiqN6R+FFMr0RmGuw8K95L4KXwI02hA5UMXNRz+SCl+161dVvjqNO/nGu5uujb6jvRUM1fhv7ZB+yJ68We39Tetn2BqJvuisaUZWAlVIbxULemW3iZDxaCrTjue8YQOXkOHUgz2RE76RXiN5BeJb8fkuMrb3Iyu5o61ywe8F1jlg9bOlLNmokPGoIj1sWFvUJT5trZbbc1ck3/ZLMXyRHImOl2jnvH4G1pSukW5r989jYuLdSwWwx2p8HC/fibCcMg5+4M2N2hf+I5jX4jqlEbzOJJTZz418XaMcamYoMHbsmIhFgnTnmyx/eLHkjtigPC+1J0Ep0Vmb5IdKfC7MjlvYSnut05pzraKWPr/Q9n72RZkz87sNf/O53H/7qr/7qw9/+7d9++Md//McPf/9f//7DP//zv1yp3qW9rysfa9OSY2TuunHNuArPteQFdSjfD+mF3iYttVXYvNvS41jcyjcFcPqzPqUAjA6ons6rGWHU7Ic7RopXDNMmvd1m3VowS6oLcGytCQ/yI0q0dPbadEdtQkt9Vykd8YxQZD+I7MX6DvSBXMAb/8A9VWKkZS+8KHlJtNBAuCGVWNNfvk60JKCznHooOd/3LQ4dru8hnTBBKBtkVUSU4sQ3lvoyORIXSUoNQTu5AefBez7WHHnWqafSA7F1uSugiA6F5fgqSHK39Uz1NfzGqZN8jTdfe8XyjTvXYZWZd/7xwzHmq27E9YBzyWBd12Nid7Rt5dDAav4Usucnwo2vLxPojznTexzyJtt9Itv4d5to2e7X5p/+xhvNvSXM3y407famD8BukgPICXEda9/SlpwXc2lRn6n55GAV3hKJPI2mufSaB6jKrkPyqAodaXfe0n9LQVh2pWzr7VJKwSqqKh035X5TIg5PpvBRB4MJHNJ6YOWbWn2sBHrxnFseWtniYyd6m8ZfgKAMlU02HwnmJozW6z9tQ9HfvPB3z6giJZs+eCqUgye+GfxtMGHGLwVLFZfqxI69UXTx0gbTusIkB0tfAKyP5NlVnUpNDaXN+AgJWZgNTR3+qmOlR20Rw5dt0/EhKX1BtOvjYsKxT+jp4A29CMaOXfQUizam2vYJ3jG1H8jUX3UZDynwfA9Tg7vxk7NY5A7HC0D7ZWP4j5/Y5imewTiZ1jk8fmdKS2iY2iBe3winPcjzHfPKRQD/8BEzG9SnFgxqdEPTRg6+3Z354v+BKmBiTkqowNaQUEURnVTXIhXJnIvcGUGAEUgVqKvPsO0adXoRcrWy/BJJeqWIgFL/HVVqt2f3G5BGDF9wSgVwq7Io3eeL8GSh+3+KY7Ndn/Quux245PlY/hJn9xXzWv1kvmKiPH0ruQFqmteY2KLN9K7HB9CSNaVCeDOuHBgxUQDX/28eqVKomGX24rkdCtcNxIh/6yQJiZglPH54Mt9oIHTaMQNTyRnKqb7lzAhvY93/nS8TBo5P+EWEbFTB3qGFM+slAng6RaXMcXGSNIYz59KAYAWnRZLnEQr48SIeOm5Wqno1xDXR/YZDAMiR6DLn65Q65x3bTXuptHSEb892MF5SfTOf2NNnNMkbKn9ecsPlbYUa6kazXtJojSoUrLRlZ4m2dHuiIj2rdp9KmfpF8pgVuB+Mif8Xv/t3H/73v/zLD//rv//3H/7pn/5J34itqwH/W/MiGRK/zulE677bYvi7azfrkC8U4gunoVoGrIydoR9RE4jVgF5xaWnzdOp4Nf35vGMBUltS7gdRXT+ite9tk0/tWJILjAs0lJY2Nvrd8sak3jT4SX1zkpAxwjTfgOmb7pLLtax0lPUn+boNzE2OtgbdNIGRp8MELN/pAyRZE/ZHSVvXVBxIk2xyo4psDJPXKfxgUh7yS6YKCkHHEUr//3BzxeMx7HUidjZe7LZ5jum23WuPAnBwqTUsqUpmdERiwUSrxVhrlOlEtCuVo7ltN9Nzn0o5s5FYf2XZdFElGJ56q4TyoCF09h+dutjjsumdM3xaBhp4W7t9VG9BL0GsrDJjhINNm2UA5Fd7LtG4IrAD4ti4A6twDa3TbY/Gh4xLeauqrNnnjMf2Ee93Au+ARQOG6EcGtlJbbNb8VB1jz+NPuvz0OgYUKTxgpS1m/lEAOlr7NUn9aRMbRTdY/QkU1nv+9V+cCr8mG0QncGlrp7ZLnZln6GaWnKPcjhav+woFfo5p1/mzN6wh3zq38vHHMkhLFnP+5DB6w/bpxnuaLRAAsJ/qFPDyuF3brCva5j4qnY204Yl4lim8B+Sp/cj6PV5CrhAIKGZujTEIsLNtlYwJm2obqtbYPnRG20eauZokHDpQWW6mwV0euRw5FiAvFanq7H7mpMOTRhuHT1yIFnZEqfaYYKPHQPECFdOY00UsEwY5NuRMFp5K8UVu9kv5TkZ0FephgJ5sb53rEvoTueOG9KQftPGlG9SCJ7uHqirtPm3LjY16tIUGFjeivR/y4tKGJeu/8cW0aFlMhOSOa3e8JDgerTvzYUYLc1rnmwppUOsJj8mtR5+TWBDaTig525tJqDKI8Mgbo1inzDffiFbEXbRMj8NW2JxQwO6EczrIRHK8YZ9V4FllMkIx+cHp7E0jTZUbJAg3xKlxv7weBlTHATO9vq8Jh/mqXwdDOQ9t7IdaIRpzJizOJVSA3Lbw0MIJ4eo+/EGSse/xZwGVTwMjz4cwDk45YTN2wH6gjwWTy765YLtAtFnzbNElzDFGe2za/IOTsXWyC2n8A+n7rHhwn785+Ea4dHIjqr0lAM7GohT5uEZLkd8SVouY6eE0Zsk5i96Ol0oiQW3pWbaJZuAwwuA0zYa/wQn86fY3MBFIDDF2du3YuFNjNcYJA6l1Unt8Rha91rXyPQAJ9aeHPtfHzP/pv//zh//0n/6vD//8L//84V//9V8DdKcPrmBHOO3oWRWdcxQuWxTB2+4vOjqJ6KX2NybiBAdplkN5+uzgnCPUmJM+Gn0D3jNsRCOL1a2kYLz2mlP+e//UbShaadoDD6TQXdeJtW7jJALwkOq8II7ZmUm909F0gJpXudfYs86s346WaEom352xjdwJ0cliVYeNbvfSb15Dd/0S6SHzUsPEVmsb7RZrJOlEX77BkkyrW/alk4Rr52VJdCf8JZaJOh2Y267dLB5ZH2dXfPPGiwkO/2wJ6/iEN9OjLfOoRL+hvpIqxMZ/eiUi9wDA5kZxr1BL3gX2tir4pH2Hy3VtlXpeJMAOwzfe2m5Q9Qs7XjzwA4Ff5RzsNfEjexR0zfZJLKWcKblv8dsY6imCy0H9JqUPJmf3yo3wLWGbdW9sz7B5IY4flfyJWII+jOtvvHt71WI7d4N29bKU4Inlxm5jl8J/YkRaO2K5WnegXQkpVj1Y/ASIp6nc7Orw33eIf1SruAKsA12HuyzOG7I1CCSQJ0jLrf13E33n2PrKsctk+ZFBrwuQ34bq7r/9hMfHM4Opd9l8S6i25jwd4+ALYOemG1c9+bb5NbEH6e1F/Bnatj0G+2CtouVL7zC2FV6RnaD3m+4d122JyV73OYnNQudvA/ORNmTcR4olPWlsQVDjJ+FXqYxath0QHnZZeDw3uT9jjuICGCjr/1dt34YDbywC3YnVoNO8aO2b7+a+IVdc9HtMV7SjxLtrjO2ZHLtBehzLIThBZln4XJ7oR29qSsW93f0mGl0MjV8SYqWZPi6MFaQlZ3TrRE+aLORK6NM3SbmUYIMm7/FVN9gtViM4q0yrlm6NQ9rh9uDTcqj8FwXLiK7YebCUT6d4L7OjcFgbBMScWs0Ycs8UJ1b39fIL3OEPHsbLHZ9lwzHj4QUSuS5SrlaBlIs9pcLstwDBEMCcQJJvufC3XurC1nxGJjbKMwKh4kH3rcFpww9yj5MyTbmKDzT+RFg11mlN9kFZ2bkO/9u//duHf/iHf/jwX/7L33/4H//zf374o9bgfIdG1vg/kQj8TM3oEfUNB/GDljCmvX/RPovLpzKN8fxstfjoa3e5yRLbB3I1Lde8zPrYa+5GWiXN67e0+DDvF9ix8EULTUcVjj+0NETq8jAop+JbHDtB0DhgzlB8GdhN8vVhSkaTs1mlcOP3VJFM5uleZtmDzkTsHHWRPZutr5PXa3EGniVHHeaustZ3Lfnql6KvOg4gYvqQ1Q2sP7EEXUf7dtAr5yNSMugVnNHQhdYYlZfqIQOnG3FlB2G/DR+Dh/j7ClRv+/bVCDAEdfCbTEXdH2gieS9qYyqL5xd2KqioA1oOCNx4ex4y90T3dxIhh2LlFLmrCO3Yr5aJpM+uy3HsdDutV3hL6FTo8RP9E/NUbdwmT93ul+ad83xySvdHfU8ggfinXD8P3nifoR7VK3iAPxJ7M2+MpoUhS03+NkaXJQp0An1K3ocKBxn8YRCzEeZmFPl2jbzLrOapF9UDSPwlgOysaHCpysei9scVVMYv+zb8KhrqmUC56HCjTEKezWkPeBPrlEVv2F0+iCbbzdm6wtbA+sTfHdPwTi3YdfIr2uQ/WZ5mGvQGegYS09TlHnI+WDSGvd2eJvI0Dj3qUnTT0j5o7YMnl+q+qEuDhWfZQY6neiVsLJ1ABtY2kXGt6phTWuNL0jEmQfufBXnpR7zOUF+XrCH//CT4Rj3tDWKYNKWfluOj49J6U1xK5h/yjLv2kEXM7USfOUXmcyT8JwMUm4e9e8mubH7bRnxRV2ESJ+AU2PSJtan3SsIYMBQzttTLHjipE8c15oi/eNBETVklvrWcNYQ56RDBXglKX5gkM2wuEQp2gELLUlbNVWxlhQg1Z9q7fFv6UyKwfBJj2vXLotF4j/eDGj5fJ3NaYYJeiz+kdqza2rkJXgXLFivoDJ3jUYT4pNhPgQvLiqKoU2jWu1x5iaWJaEKnH+JJ3JIQ/c4PD9zUWXxRbhKFxoRC+SukV8JMD56yboWpNctPIXwTIbwgeY4TWsWba+wf//jHD7///X/Lx8u1BjMHWdu/aPPr/+3OOv9bej4CBNBJ+cMJhdwa7KVD1vpN2vXMiF2PxK77Tw9LzVRPMmltkeBPH81sAXKuwwUSg6pk/fP3a7CgckfvlBsHjymNl9WeZpfUTYZfiM/0YC3k4cEU573oTMfa5NAFWl/O/kzCwz7aWG2j8+bk4eeJSvXmuzDq4cGw7XWvgNhHW031Ruvr8bkeFfokSuRc5vZHy6PR+sjbVgMtC6J33Dsv3qLbmPCl6zCWHBkyyTGABfY5TY9//vNQy6kuJ6PTsv6DUn+rOZ965FvR+VQpfzqwsKGXvl2pE3Z87aAAfzIPZfQ3gaF7Hg5WZpAtFEnQTx4bU5rrV3a1XM/YC/tBOLn32ehA+8k32x/VqVzvrAGr5lbvOYCf6NvL+6XWTZtGww4qoMLb6DMGEb2nC3fzNkK01Byz2w+9g1SYYgsWdGT8sIKyfl51422D4OlwWUWSgwWtjgMzIl/p3FazYXQTNBhC1dkTuGW+jkkvaNVDZBNd1fxtDbPHQyl8hitHQlwlXazRheb1WDn63EhzsfdjWEuIiJRpokvd4x0RJgIdB5ASCxyT2P/+SWD4hycW8EfKsc2FQO9wtTPum3aeePEzE77YGGQmEvofeY0tQh8y3G+80fcks55E26mqx/+qvCLDFKmiZi8huSW0XWXGGYsFNL4N0ZFVHZv+dzDIINuH6qT2MdicLxI4CUYx006BpS4eRWrGV8kTynn1sWXaPoIsNqjjK+fwoJwTfMy7LylYkTfcukipzN/Ud4yOusupIxmIOiaj5yo8m+GkUmKURTvjFIORsV2d+P/upuEkv9U2LgYzHeqLd5RxrAOzMQVyvkYftaaVXZ72kO+68wHQ9NacTzKbds7POmc+zq8miklf7YRx9SyZyMQLLge4jnbRMpYZJ5IXrR+SIUsCN/6GghlfvJV7PFIvRywhm7kpjr4xcKTkyjOU7c+SKl+ljdVNRlWddqSK5rv5klOW1a3XI3SaR5410KWmt5VRX0ZfUXAMPHBjL7HAm1zwgfLYlw+Yoh2RoWHUmu/i3dNqD7i01jGPTdpXLZcNZjQ2fKZku0iwHjvq5KPd1mFc6PjjF31Tvm4EecOFbnDA07rvDZhXfMCfSPElgmmrXb3QnP5csL2ONd1IQC9XZqXiowa7zWoA2PkbxPKhgX7mnLllT/FJk/J3n38nD7TWqh15a4fT6RvWRfzvVEMljWrib/mDCNTY6wGM5HmRd4SJ8hpIxut3u44/Q8ZzKmOHlXKOotlLKaf/DFSnKeMOVN//KEwO9jcZsbJm4Op1L6KsI9DLtosqU5fLWbtVEEa0ImezFAtq+rLKFn0ksCRdwORYMo5M1db4vOFAYNyfbe06684z18SGHq1s0kV+luo6drdtf+R5aGetlsdbZHB3ca3h3TdmYaPtUOJnJ2O7rdC0lz7ZQPZEKv2MoP1Js6z/8aHWvnIYd2KXmFIpDyqzN4w/0Rn1i4yojDPevFYy/owJMbTYM8KGRa+OW++RxQLHTrrCuJ15dqQy7NVw+QZfg83fhwC4Bx5+yKcWZn3kHse5ZqXLiAab937QPtVdPlEihV82XYeKAy1BnSQa5JFcdUyaiIz8ulxXkBFmx79VRr5YN/pDSEV8Nk7nBCu/ESw3XIGuGKHjpquO7NM33pYXIOHgOC6NwnIUbOrOSQI4ekoelChf6qMjSysiR+UrtADdcqJ5NEKtjyPysWYZ+ZA4M4FwqSYSoqp3+2+a6MCJLzF3mHPKOVAntZ6HGwaVMqYiyAQEw71X8cAHb760AsQfXMEZydqAirGM5sMUk1xYwEh+VrCP5Te+2J+z0LeuV2zO9t3OcqgiZU8sRzxaj/LJ847Vcj13nJajzb4JgmldZcJq3DYCxurfAmpcMFDgYpci56tUTsKSiKcFooN8qlyBHGj05GObLc6Mlofadf6kjcMx4cA9n1vyKNPjsecuF5Z5MZ/zx2XBMHYpJ8UeeiSP6zBuzhFpPa1NC+NG9ETYOifGqrY/nS/GnYL7WrHa8tigLcSXvOuxvTyoAg/6ehyt8caGUF3S2gJx6jqx6ZE1m943fTbZSsp5eg6NCwKo3thqscF3MHNudOVHUEtEs2XBwoNqxGZa9uc5xfM0rCyWO+2l46q2pI9ElUqFYLkISuIi5YY8cEPu8Zg3aiXrdqNUhitDnb7gezI6loZWp/7EQ1H4bFQsp7N/M4Y+6sb7i75p5otyjyn5Dyz/WpDjj1/+qBtFxtbrE/Hoh5HtKj583QRiYj6H0de18Xq0zM9sdn1TrVgQ2Y4H/7ub5GuwmuA5Zhm6kGhlvljouzz1CI1zmZujd0fxKfeHfPYlT2lZKKtTj7CjHlgD+shUbWo56ggvpcndqlC9ydUpH4fdPEo88Nqaw/q6uTlf/9qPmygGuOckbTFwz8fOy77+RGylYXbRhlebdl1yGHYj1OBZudaZVF8DFgG06evrsBZMFfa178SZC4Dbjx0VJt0q2773QI2rvLFbYtWNwUhLCl1zYGCjc6jDG3zKjQuKPwlouFDnvgJK3mpaoE7Yy5tpX8eNXTaqjB4++PCD0+GCxjVbz3ysPHLeN7WOvGv8/ug5DgPNw8L23qYUCduY7h3KrMmK1sVcYO6QeKi1L5Aheu5Ix1crk7IO+l8w6tOvkLwXQAZ15Ryf+H4pEaDhaa52lJPo5zIrgnQO4xENcYkb4mN/3m02ipkuPXWa/XlUyDhyfI6MXVObHHhRKOLzipsIGWdplK8vrEXsqyP85I33KxuEGwTEA1O6P3LzzOaxHCSGkUCqfrJiwaiE0zqWbQp9DBkXARTPuM0755t/g/JQ74xDHYQ7qVkKsP8mmpGmhvfF3U7y/WZur56ysmlCh8dt+kOIH1mcJf+TcvTzllo88OwnZcm3nV04OITsw4FzkH6ukunGpMCXHGfNZfPCfgYj7tOA1ycvKGuceAb32HdM2i+Q7V/7SZ2BbzqDn4m1Api4TpfgO9jZiLG5Dl7hcOE/JLBCO3OmmDG22cmSel34zOekY7W1RYs+fG9OcqyfPTCg6JWf2QXQUqkSH/U2FxEtkfl4ORKJeak8kR1RX1SweOvMHnpR820Cji/22iYwCtBN/274LXnU22GltKWMZzuiw/K4YmEGM23MWEMr4xIeN1q+WfMNm0T1rw+8iRSz5UEgtUXrrzGTi7hH/XQnKnWuMWcESLztAc9aLkGNzy5V07BISpts32OFpWvwIhSdJpsWKzm30NvzXNBK331X7bJjuE+8iVtity/qEoBmVZ2l+1HzMK2HGk7YwSS8UOvarxL6+oFBg/zaRBL6ZXNEsm2vP1rTDRk+Ql5TVeVtgKUl4HUCKJS1YfnhR21ouPHuawU8xZuPRDND+WibbWRQofVEKh+wJ2kO0nlshfqnd6adxJz/1f1//If/8OGz/n3Y73//+w///Z/+2XF3Hzg2GjvVJ/RPx0ek7zThpVaCk3/+zoaMsPL7JPBCa0Dt1SLb6xcUJltzw2O7aR28cuH8prHF3pLTbsNqvvlfEilfe6+2K+COj9tVfnQ5/qCXOCLbR/tUKq5227zfxYYIjX8lv5QmSAs+mWNzqjP1R/OeRPk5xTpKZdMOK06sy8eWHJzqdp60G+QgSwW8lVQcNbh1RMKjcgTRqkPBRU5DJpoHmCIhyAzpPLPl4A6sIvSMiL8wYCnP7/LUnAahYkJkiRxWvCaxrVW5v5RXxWBALJ3dDog5moU8b765Ie55Hvlcj9bNI5q+CEpfAw46b7HzhhvZ7AH8MXPKWmNzBMc7Hgnxc0iq0sx+mHGeP7ShfV28JhyAbiuI9XE2u0Bv1V6gKPqKA+2lJeSUOo8dekiXcK7h7OPCRPD2xtv6ZqXkmw4AHzYSpuQBVvQ8frRJ+OmH/JMrw6mF/oizgbaV8PbZQb3Pjp0tnrrMlwcHTioM8Q7IBftVpONwsZsjLu22L9rCpe5DMhqbiaHyDGywGOhJ/LMwy3Iyh1CaompkIyENHm+5xZHtol3h5EO6JlDPNN+hbwb6U0x0Oq8SpdSi7/IYPIjFQzvtctPCobbTGnjVns3ZpR5nmAGVhYCfpPjh9rDR9xPqeIgE+Hvjj249WQPLEEJaefTAbZrLOmWTUnhYR18diCrn1Q4UKoEGv/sTpeCGbm0J2XwrHXJJjNg3C3ljE5j8NuuVOca9TEvP3hQyMLZAQaWUySlltK5WWQJ934xLIDLnVoWKdqO0pClmi+P2kofbsq6PWGw0EK/TjcwkrHIXzvnAtN1je9q/6Xs0GmfrN+WAAPGG0AjcFIqZ3xUvxlieboslB7z5lxx0j3MWFJQaWzkXgrZvXxGxYRdikHPrbkqV+pLbN+BoY2OjGg7pttsFiWEl5JM95H0Tqjb1UCrMZbEnC7JfLbXfnTfw2b/w7cJZtFVOedqqm/QzlOVOIO4zNVyyrPhchNmYtBQx9oXZsaEcY7zEYt3xxkU6pB6LP+nbLPl+DfT+8Ic/6O+PdftdX2rkUQD48G0UpYMNCSADYBvEwJuSgaRJTur8XDbzuzkRk3+nfxv2N3/zHz/89d/8tb5I7b98+L//n//XX6wWJ3cfHZ1Gc0b0yJ21jsSSdiG18FpCWhRhFal1mgxuS1usKzAW50A0502nBUMMGKEkzqrDU5F1KytOCIlWKK1R0/zOEAvqodGYKWsunk6gt5Z9sfSmEAbfDHiO9cseQIZMYfrtXdFZgrmmgZ4WdESpd8saBSwZ6vajjBbzyPMpbMu0LeXHLwKT7OGJg/CYk0+m8mBJn+uL8VThbBdfnlIsoaGv4uHmd8EgM+SKTpMPbx5HDNymkwrYRtIpbVbBMsm37YyTfKYlxiLmswmW3VUcXx6y2vqtcvlpIzYRBdycn+CDD57bAo4PHot2Gb1dDt/c6Ol+iZtmXsTxgHXx2yebpcUai3HBLglSeUWiclyeMmCZBt2lnLzsi4C2z5JjSNI2I1Zl8SWFCY9z5HRTnWtJ6GwruB6xCTa9ctDsWtshDrFoyjphaDGojOSAj/rdYrAnG8ikXXK9qh0ffI4Dw43S3PpZ2XqYnry0PjC5X8j9yEf+FSU/FoZ5uvE2c+2M4PPWRFsjR81DUcC9VWpX5L34HcosUSKtzmbwaSNnjEjtBWgHghIiHFjwxh4TYqSRIIu5EhrUObJRNMWtXkJRFoD+tP+gPSQeFv3pQCSEG0uOknXwa3qEr/03x9ww+qZRNH+xgAakEVBwLCoDV0AMWvuPKQYsFoxPtLiAiKi+8RczuEuQrqRif/TEHy4ggDp4aOIJrGrnDu7B6WA0muXUd+QsIj7kiJcQfERXRwap8n6iZe/NMi8T8sJQzC39qt5mjksGLqj8KAobWxqOMfYly9929yEvJZebbrEkGD2M9A00WJ26LV1P3B18mmpJ4+CT6j3Gl7xp9KMKClD/sGGOL1sy+tTppNvE88ZevNUJFsjo9ktPGQfhXorlyYWSkaexwxi0A2kbcpjgb7ax1HMYovcEdh/r4jP+yDUGMxrQ69aQg5A2MXZILeeyH5SEnnosUo6uMERy200DU6SFtXXNGCe3wfZDtM4Qb4w8eKCVxexsv74UQLdlYyEWjGP7IlFyVYnXXVH0pWxatWMMO3vhaxul/JZwxhwofJkTF2TGEhCeV4wrKWrEH4eDBcq2srwLlXXJ7mHDms6oIN37huYem9hkLu1WWXPakU/VQBdSlQ5vaf2DnfhNnusApWPa/R64afMoWeYGMfHdBHxIwveUOqd2xO62SYt2PUzwIwPevCJZVTR//0FjjD5jrvihIHPw4+esQ1JyKHFB/KNfgCT2ZvPUXD8MVXT4Lxh8D8dHYX3W3yb/4Q96+62b77V5s0MaR1ZGQXBs6IA9pCu7B4GqoDm1ZxkR1RnsLpIzhsiLBv07S8SbTw385//8/334X/7yf/NzC6/ZdK4CZ88P7kNjHVRChszn6xPXyqWOfHX2WIEGgnD5amrCBqgU+5uqs/ZwZWCfIB88AMSXmMeDH6iqgkTZfOUnj1EeCQdA1wGgHPJwoiq/cPHLWkMk5UZyzUjLPv1U64qE+yE2ej2+0x5Qa+xZHzOroMp1QiJ7Q/wCg+tRvE1dc8ZUVsdc5Ql9bKsBXpDVHuIoueTssajTPq6/zDUwM9948PlRgf5JDQ2OuGo/8m6DCvEmFKLQbcWnTmvsiBD5nJv/mjyWtoZbDfHZRFDupIyv14Ah+xr5MlwxJBg9JsIRln4PHhb8lHOcGWMIM8CU6BUXi87ogMMwTrtStrD61DYKO/rmWAeehyTKIAvT8oxzG2EmJFE3qQkgMC+h989BIFTEXLK+Sp37Blx1xp1hsG+4ylPnniCw1NmfxU+jgiV/coCtMg2o9tAmqr5hpiQsaFZAzMDCg1TlaAiL+VPKWGFd8ndJAcY6wVQzMAXRwBBmCshI3/Wceur/VIseXyy7kySpgmE/WPfSFy2VuKU/wJ3YqdH+UDtvm22n6WmYbNAmmw2uH1bTVq697VApN4/7vzRX/qnA224esnfq8tN/492KT+VqIBvK/Y2CNB1HWjuFDk7nzd355HS58y31bGlr7tLWTSh3/fWludjmoxbZbDGc3VXuEQacflSmP/CEIUSZmLk/ySyLZnS5GGgkw6mD+C5xxH725IEln37S4HKb5IG986aQ0k4zNpbZg2EJefJUzZtUlXla5IHO30IK91PVoXH87tPnD58+Z5P/WbzPKpOIMjZzKMZlj7oXiQ40snKoez8LbfrFuuK3L113p2FkpMZAhombhYg+y7gH33NAfbYmeOkfIxVi0zJSc/abzyvj7YedZ5Fo7W5VC1zlYCMfG0h4HBZGbsoZd+Cqn7lJZxxucVRelWb7KbOIMgc4OymbMi+Bv8OVC2jQOn63yO3X8Wm3NOh3peZ7UFW7zOiTLyiN38TWVwTYDHgwHfEWLjb42LFkiFfeejLO5Ssq02WVMYekC7CRE5F4+18G4oIvDK08c38/pwSgdTIa2sIRrVkuNyG+tSSajCC4OVE4po7fkfq1at0m4bW/C9peFcNRUbnb0TyEg+FuXg25AUPQKe2hXzik7Zzy51obTJSpbaOtNkbbpG48XQPcc1L9UbcVn/SnSayBrIl8VPpHvgH3yx/yEXRt3Kznc8r8+ZLfqJRNprE3R5a5Ot1v392OvIL5Tmm0nW8q59+G/eN/+716vb7MrvrLYZohmOU3tGn39BuUX6VybWlSX9uUrCPlxCuViSvrRedGqfmwmvU0JoKzJQuhCgPIYliGxgqEJg8w5EutgZljcOIffc4c8bxgz6X6R9X5c0nfDDCZR/K6vNypNiLjwbMYxp9+w+F2f6cj7qZfl5C+j36tc6BO0weGKq9z5ay9r4E3nJcJXP+6ZZTOrhzjzYiKfK6PKtfa1vUtEVjoNiFgf8IQ9XvJgpsZTOrTZvihcOMbH7w/4EZYH+BeZT/UEU24PTy2fymhnyNNMS60dmMVIHR0DsSWrDy63mMhLlHbPmgXww8KVEYGvgTNYR6QqPhIwW+3PY81lnUNyhtwlcVm/+svUpOCr30ieotS88fXs6AHWjq0W1c05cw37Ju1TqxB+N5k+yhu1xtu1Zfm44L7TCLx6bGsXDj4tXTE6HbTRB/rfgUtUq7X8L7NjXesrLOferKGlX3/zbejdAra0qBA+O4d8LsxlF9OhzcR7pmtT8mBeiVmW91I4OQpB3luDnkbu8vocCFgKNe09D0NsfmcnlMPaknWxwh5q+Gyd0ho8TNiBtiDxIDiDUgPLJo9fW1Vh0OVlmv6o9ztwy+eAmti9t9D0eZ7qW9g4a8Bq/I9u8h0HP33Wprc3GRzs/HZH7NUbPUlOGw8ud322/fVwERr2QSLH/rCMzqLin0xp6JgfcmpavvDV+qkey0MP3akbH0r7KUh1XHO2wIRuKHVD3ahscBYrenwIEiA3E0YOF6oqONjLZQ8DqFvTIM15C+LgGJCzCzXbPTjBvK49Kpkhfta9HtzKd0bB8i03LV9cafALF8rFBVBjnNkzruSM79Bp9y9USH8GjfWomNnXbbxAB/uWTG7TjNG+kdT7BIFp34a463HqQEB19Fr746TiBpojKb8OVFHor1QjhLVpawiF1B80Vsta6ueJtF/aRpvdjwMwWaNUPIbbeta27R7J1x+JPUS/4iLD6Dp0FyqkuqgJOF3En7Tp0h1XixPONG1KcjTbWSUUNZvRUWFgO0+0YZEov2k26sH8dRB/Jj1ncCgPzrBjy9FQa2ZlmVuR8IXci2CP/7IG3B9IZtuwBkrQQNJP/oo+o96aPNFY8Y81u6Fdyr0ZqvJB8HtRbN/nXkaxU3Wv/zLv3z4QQ8ysnmsqHncZCx7V0Ujv/um15p06C+G25FwGlkvdh/yDFuuM/U++47O0Q5C0WXejLWusA4gt6oen+dr3UHnXGFeac1hDeKN1WfWRvUv+6gNhkzkWBH4JJh9FJajx5qq8W9vhcf91w/so/iRM2t9XbZxHGnlFO0DtczoiGHhmCbFtqx8lLlXwxfQO4G1a019az49eyvG19G7aZdd2/4lDkdb8xq5OFJBdibXZtBEOFUP9egayEi3aFA4GEXI1aEy1GOCBl9UX4BatqVKo0QQrEuNVaJYqoYo+VJv2fLEDUPCUt1IchG4BmWs+uq0g8CaofHOvM+Dfuoc+uUTWOzBNa38klF18wRJnS9SA5y54qP2BFiQumnKlJZXVctMqJlo2lnK/ojIuuCXRGos89JhBPyUPKfx2Y3fTHBIkC/UzHt0Yh9Q4VCzaHM+8dzt5sG4bk3cVr+IkwzXF9K7b7zf4vCjxmzeRKbM4OjzljqWuhOnbgX1JrotS74TmrZDUNWTRyTsR77plheJPCEFK8OYAZd/vwWtk2gMFFWR4iaLwcNwZIBA60Qp1kR3D/egRGJyq17CfrqFDTZY0qPOU1suPrTINkqdRQo1T1Drl33Rl/VRxJJTyeKWHzAIxSrNP+WFauosQ3DbUBZYTw5koPfHx/3/wuW/b7q50XY5b7098RuHXAfJE6NqxDk0nVWmr1qOQscdWokWf0mh7tT8rpO7DdZAvi7CU6BlKkixJ6QFL4qNn9Ghi1Zkt+MsImz+zRgpcF5qpEIrYeTo2CLntGzXOO8NA+JyJheweOoFrtSOWRmuLH6im819XwQ9zqrt/z97b6Mgx21k6UoUSdmz7/+kOzOWJVK633dORCaqupukZNnj3b3ozgQQ/wgEkEBmVtUDDGFbl/cqjxJZjNBG6aPmrUXsyC7satiSkGvgGrngCN/Ki3x158qjBaOj+Suy7s68ae3U07an+lq60vS28rNRPSy655YF1vb8xMcgo4YrYS9txkKl5wKzNgByoy02T9fNuSAkAhCZUgOxMS0s9er9ni95k106Y+T7+aZeSZQqzK9p6UDGsAm68GQxG6LLJcq2vevb1dUIlvZlcgzw3wV10KldhLHjqkF3lO/iQu85PqbXWZAtfjhGBTM2ACsekyTdKmX93puAbrotBwIRyDrvYHzS86x3KL+UxW4ItOwdbwD1KThz/fa5xjkef+BWzSc+G55X0h2fmfUv0Tf9BXoq1NYvjcUnhj+huo7d/Nlff1SFciozi0Tj0D9dBaZhS79F3eqcfKt/VPU/lU/j1lf/VEWvCFf30xFnrsOK2zH+KGBpHqGv13YMLjaz0ePIScd1TeVHa5qca/QO/MxFbqhXkjR9Cj5PRBkaHbvMptD+xgVQMQ6ZiIvIyvUcjzuPXZoKzBtGgV1UQ/GYydft/8JX0tYfc+ehW1u9/mWOR/6v1tq0r5K15Ydmil+fR74utlMXc7PyDvLOWQtw7h4vDNHqvvLBrwzhW+4bhCurY35xQp/xlQlFHobYzuVtoa95P617IAmdep8ODblgxtU8JHOpLo+4ruVZn6deePkUXBpbhNZblnpAy4soMZVFn+7VrtFojT+I9aP3nI1t1w8Zo1bSVrHLK+ccjLH8mXeiBCUPoyobTLlu8sqgvgXFHElw5t2wOXa13lT745QtBwomjloa85cp4gBLWpVtz8orx7Qpxt2QGjvNAvzQzKm7qXYeca/HpT5l/SE8H3exDCLXZT4WRvX3bbxrdI3K2YZsqw7wn1e0OQ0dJ0pfzTEATXHdaVCeVBQX/EUn7ThsYGYNzZYScfC7wdFxNspOMvm5Hl8xykIYYDuaIAXfg6BzE4gWD5ZaOeyEPOnGyzpap2cip+KGWLqYT90OcoPsJjN3VAfXu7LYEJtsA4XQqnuAsRJZ1LUiNmOnr0t9XnrK+Uyg7YlWeCem92KjPxzwv3qBoW1pP3Xv9Op0J6EzJbDixQko8PefeppiJXaYC1wfpC1DY+ZYfUz67d13vj7uE207JoGrX+NLWkvOTSXobBV/yNCXJodtbLSTqr3wMSx2ITN5/LZ8mqmh/heW+tUi8C+NDTb66IexJnfSY8fBG9uwsX01xsSyTtg1krMmpC2V5sRqPc0J0Zwe4l6L12bwLZIpo60YUFC3dvGqrPwsFoyvEHgqZSVYo+5/wTc+badKvGTUGhNDZL5lKFKWfeFnWXwUtBBFhkdotgGLSw7mcIyLpKvx8mWDsQxjh8KG527H0jRfmxAQO3VS22BdmvZJSgEEGOb2XRion0ZDMzEqYcfV0iFxSR2MR/qVWN9kXzZJvH4tY/uZfowOZyTw6l+5MsaE9HYr+OuyN3jl3zxMvXfSZ5eR0kXYuBJt+EFZze9LZ+IS3CeeuuZp8MxV/fZ2dYVi/HurO0u1MRrbnDFz+yRP1zVH+JHOpgd8+N92el3ZdKOeuaTRTyt8YmDJBt75p3NVvpcjPBu9ilgGpXE0kFb9Q77tXeD61vreNAluTRrCfMssc9R988YneBBhxvfff/runU++f/PrPGkT9ijXI9cMP8agvKudIzTWbrlx1Z5Y2D8j34Ztjo4Xdv0xvXcvtN1X8xLb+kTX6Bf7jlmcMWLf5unpH1P5L+JKVL3SNTbon23CKlgbyHOttP8GRinxlXr79Yrza155srNkB1C5O2Yrd0m8djn9J6ZduzBvOtO5zrEP5fqV676fUe+6zo8bQMad62zQhWeM0u8KBWdmGGwMaL9rs8xY6OITHpT9Jh54OeTwnCRzKjJdlYENTbLaeEK+HOs7f5ejs/yl9UHMaxUteTOlgV+keJPVtv+uBHk81qC4WNuSYIC9IXPBF2/nsUsI+OvhQ8byMpTisVbY6UHxW088xY4IHQGLte9coZGM4RVsnkO7yhISgHXxAMny1hm8SxeMsrCgtC2nrlhw3ZQbt8SmMWvOERmcjBCtUpZHcFOXyHHnfieRPPHsTW3HyP7etv7rISG2GOHSPqyB17bKlEYZpSufdjiTmuoiDW1dC7RHu8/pXfu1Rt9vLr516W9/VUbO0X3f8Bo18eXqI0dOHmJFx8Bp10poyVYAoeKR8T2NWL+ZO1/kQSDbFP0WXuj2VxXiX+B+3vvDez8axr4mkr/1NI6x8RGuUd/K+29Ol8UgDds8UZD2uUUiuGlpQjkBggOOVEfTLUzy73CqG0I7I5tvynniQX0vMMI/0zEJY+RZd4OfzxaFzo4WK035nOgpfjUZo5kkxk7LyvVQ4DUYVhIy1XMv0gxoWyr0laQZ2mjE9QqXund0HAimjXHlnPoSN2nf7Yvi5SpvSimWJq+RZ+OtX33FXN+uj83rZ9kzAMZP3v4QFvmRrdAIBuYgalo82oA7tEjTfmu2xS+NuZMUobpBA1GWqTGkRClX0ykjZI8n0A9qwJ4cl0YKmBfZJ/5RmHixF9dT+Zl66rabNij/Oa1t27fP+IuH2T3s5sobxJZXdOrE5IVH4FW+hFVLJCpLmmfFB98rqEfQyo2QShJUyaevhm3oV+dr9gnbfj+VlVbJj3KVtb6Ufv25MlbHKSvlcyOekJpAAJmLHIIzJrHntkkgBBOXK9P4NK3Owhv/LR84edcBB094wYlupMtpPQpvlakHRbvRKw9z3cOGU9jQXbksjPXXkv7TpKV9jeaGhZLq0Ygb+ftL+g5R6tZkQ6Smt57WO48E37FkeePh9yt8g0NFrzap/S9XNxCWINYe6HkRnY2HG+8uyhRj0r5cf/B53pQiqLwmwIWaW+ZQI8/rSQ14YcoJiF4lFLi+ALzsFfkvPsdyTjbBReF0YqzI+LHdj+B/sYX/Q+rSpzRcn0z//g9Z8hW1Z5CVtFYbsbE+MbfNyRPtxDK4hK79y2GZWP7MmzxON++Yo1y0jwdmDDT+3Vy5+VaB8buKNpadyzvOa4MjpzRKk8FkebIX09vgLoKzHuB9AnVuLqrxRn+19MW+ZbS+sO2rEi+C+uCqfr1wNPPxJrmsdNCRTtm9hpS58FvQRReQ/XnTXVTPPrgQVaj85RNyyTxkHaZJEHp3C6EdeVEjbg7ZQ0l9N8/FVUfKNDtLdmil8UuVnZ8vuZFlTHV3cskeO/P0XC3Esh5UX3L47tWvN4342ulc06QlYjnen8ENdZMBIR5ZwVNPvvjXc9Vt5Esh/1kvV7wRG1O3bf6Fmdw7Bo5J6umT4BUGXIEpUnZsWvZCJ25S1+/wKudIXpNe2nIQULSJeaPWnHr2dkwUjm23QJb2abb5e793BbjXudJagY56vouFj8omf1Tz/0YNP8Thdzd00tWN7fA6K4sniVptILziotDpWDvERZf5ecgP3sNknHu31SenLkJz55VRsTRZcEZWGMtnMMluPukuLcR4m4CdPAMwg1j+PgWuGWMLlYnd8uKBBK38lo+UwE87sJthrL3GtwFJlIUfoA0pp8jQz4Uo1fpBMpAJ2vpFuOSRRl66K9DzDb7ztBtdC8+dJiJd+gwQ2Kl5Cmy0RFfkB9t2WTfNJ8Rveu0uSXzzrU85YrOKcWjbpBk4H3nptltsFXPuHOGU+Eh3EVCIGxfQRqiFw74uon1IZZ8EUBxPQiW1Z/UInYaXNefEjbIROCIP7FMRAuljwRpAzUVMFrHiD5bSFnaV1TO8yaP65lpcxZRW7E1xKBB+2NGAvikfcEi465blrX8eJbYW2rU1brvlLv0tbyF3XuqbhyjVghBU69u6bylPpbG3sQMOEco07hP7IV8tVLwSHCmfY6avQzuo1JQTP2ofkIk1CtQElXhj+4KDysUb9MpxVEmXlpYtF758NqxUSmxC58o0l9w9urPMaF7KP5RnMRfbVt34f9rz+4RikfP2tCmb25Ud28UPEsFbLMz50jH4jyflfSnu1FCdjXHriZHYqGd9AjG2CJs+cF7NjVoe4/n9IHaGeryO9OasvqO/jMHM1fWls8pDy5ADQ/TkaQz4b7EZsj+cfl+s6Bdst41P4+MPG/AVRqOi3voK4b8QvTHUWGlfz0UJ//wLDfm9qhJ/rxmolzvvGI9SGIUm4/9e7BQnbULAGPdYahmLCNzrmpsUv5CSO1cZ147tHF5TKeeJOWwb584NXa5V/5ihKV9NadmXOkCRITpFvQCcyIfyrrMegFcFLxyD+VvXP2F/MOGhckl/KHwDydJvrJ56ZB/vTqn9+Exj/YE/BP+Ekwa90iYf3CWBix2hMZ4CaOwZfxdegm1L595s0g/hxpmRnrF7xsrI3vbmRpKya0Hk6rULn5m7s6c0bPFzA8rYfk7VCW8Cf/ZLIXwivsbn6EWwPqiWU+qMUhVzOFYjW3sZPPFHB9EwuYoNIcSV11jVEwohmT2YU/gLcIhfO8lcnrSX9rm3uL6ryzokfUPat26ZD8Sz6X7Pg1e5kzdVdQAAQABJREFU5cseBVjq4nlw2O+oevHEW2VVeJuzMPNjNN4EKT07VGV3knchMeNCWdO5+jb+NR9quVJJwTs2ujaVnRNpoPxuApev+NQiVCEmu5Q/hSe1YDA7QWpDcpyYOyQ8FUibfI+IZLeaPGuDwdnFZm1qR0CXRmhPJ+cw7WlsjJCoV9rbPkVpmpE7ONFaH8RRGGxsa6UDKDaR85w34rfugsiNRR6YUXGxZVszWKNgGNQlXKRmKZzDoklwTgHoRza/EYQngBF+WSyHFlbFearPU4Nn/dJ+SIjiewO0Ad4n2GEFnpsX4uNL6/JJP/y2h3ICXF3KyTUwimPD1U7aAmvt8RyTcgosmALDd7ZDKt1xp4fKBRaakKOg//Ve/HlRqKU0AQ3dohv/ODPOli5OjxxL8u5kqYYrdkCI89yQb00KU2stF6Z1psvKIueMlMELuLnlyVMCQMs/LGNyKKSaY7GTT7ueoK1OW1/HvQq9gLdPFuSYMvKbbEFbXKtbF2hLm4Ip+m7y1YyrAM8SbS7/ShlhkzUWFnfSl6CYgS+aGAzc+rA+0Am+cEMw+vYu91QhrKyHRRTIzCfg4iFjHnmNb71khQOwFKIdVOYZS4w3Y0CwTOt7ZWYMOzbFewOoQkcWtN/z+WL55qlRhCDYv0YiLKkhHRqhRzeOXYGCk7ZzNFSTrFft87iTIM2K4TFJAdUx3KHhFBkR2jYVbZvA7VxkOX9iK9T2X+FRpofz86bbeXN5Hwi/WLlbm/74ksLI0bb6t5zTx86V9k/+gTlxIqs+p8y/PozNBFA24dcTF31ReuegytUbW54GhEQFY7OxQb/GgrE7GE1MgZPlkZhynC5HDF3MKGiWuJMvvNo2leTChdEk8wpd4grwjGrdEU22zRR5R1Eh47MbehAVeJ0fMPFt1FRs2nuRPhRErcseEHBqnym2js0a2nWHdosvjXQPacAPdtmmJGSDb0zdXOmmnXDEB6UgLMEI5xa/5oGuzc0Zv6DunH13qJez3l8pyVf9rfKhpKZHEmqXzW1p8cKpB2dbsAPj/UBF1kQIyjpJGoI7kY5xsR26PlEsX5ybFloX5zyg51u20X63hfeWVOp6cV2kLZDHRPPT+KeqzF9JSnsjPcQhNFPf+XhdpM7nVBvtpbfT8kuR68dpyguhC9i8clvj/Ah+UBpbHiDDG+dZPphT3BFQlCB6KT6XOnOa9eWDQNcswSWNwgGW9eyqUXtJCf4+rdWbj3hsToxJqF6PuBk6yr4tsc1KP4mbI7TLT27MeX2IPArOw93/RNRtiqqg2xT61LXNpBCz2nqTniUCuSYmjjUp2x54jIOwVxJnkqI8wDzjYssEjx/588HilVZHOBcaQSOpiJXhGFZRfJX8c+0TjtiMOfLYIJOFnjjLG+ffEGhCEqngJXlKM6Sva4XzoXOb1468zbxl2blO5LVxJoLdh/gF2TY/fGzC+zC2dct5FR2CV141X9Nogo2xdR7xxpOVU0XPi7RTrIj4hJPGaJTJTLEGl2WyJPupqgwGHIeT42eAdVudWWo7ZRaFEFW0LqeEcHWBjQKuB9F/GaBeZOrQz37IB7yf0vFJyw/A/SyitLE5o8dFHRbgbO2RvhZpsDZFYM2yPIc2bLvVtVwNCuneTid2JZaams4jxYb4ZjXqUwYtOIOowWvew8GrHQ1mxaRVtEkOaBzktD25PIA7AXghU0Ybn413fGwd+ByWLJviewsl0RETxAlv8FAQqAla/JqyuQzQLk5dqq0fhz7BbiDzZC3BPv3dq2H6VjmRddqAdUjIWwbqCGryVDh58RYkNq2xnYs0p4GH5BMzIqGPQzwZVbBc9cqN5NwNkX3oFazDIQ6/pzKOfvt14jBc0D0YRsuu/rFfG2WSaG/vUtIiAF0iT9+LxcebevFCtcLjeDGWW9UmwVmUk/t6nsjA+OKm0Ekzh9wpW3grTTuVHWsVljRyok8DBrzYJTvABTWeBSNB66+kitYHCsDSNSYGa73w2dBRX17z2PnYAZeOq0A7/GtPnP1V+9bXbdjSyt22GvOmfhN/irVO9sGt3cXe53VVJRxw+LqpukRUHRtjeSKPQn6pgLxPyOlj+aLduGnsrNTv+cxwxqfRHvnFeNMsKY7EC8RHpHgTzrGfnwlEiYpN5o5h8rz6vCv3NAJOcknUn9dCh4WMVPskle45BY7fUDupSo2PTaKU3Y3MRYhJLt+rP/MN5TXmpqoFj/1xx6E6nJvvBOcV5zf0rdJzm3Jz4QG4umqRr4xrY/oKvW4ubKsWZD0kGZVGN2X7yrkOWKZRJvy8Wktb+bnwfCO6dfuwgx3Z0xyzFtGZNjU+om/0IBVU9V86h+92w0iCJ7FP3rmKOn+jDq4mm9/5nwLILXtNMSnDGOybUcai8OLEm9Jfuk7wxSfG/h5aspSv8fyEt/qccM5psd+enT7bRmwuH+X15Vq3aPVqY6bZdDEUEmtbmOTwUN+WlhuAyUVwSz0rk1KgICpuuU9K9BIHabtBQdm+8qNxWRDoUpJPeztfaJcbXl3pFrdWVfshN6qmHh9rjYfsIzQ1YtCAnNQ1lHgdUTqxXeAjD1lxETDhSylsN+OJwBEpzOtc1zbQeHPpVx4iGKcuGk36PgdFQHE5/FkLRXl9smbanOCWVksA+jdqI/ae+1ONv1pSJyz8vZmi5MBOPbYB7o0C7Tg1lr6QL8iW7IGNysqBrWNi+SWcA5qLbehDdQGr/zzrz/Yl2dAdUpwxbt1Dsm16IRad8fCyrOyDMLyX6UTFiQt8Ys+5UtzZJqpNaBm+2mJ8MKNJ64HYLO0UD93+spA0xUsAndMoed4wguHOF871mLW48KzHpVkdGKKszOnCtiFXe7aREqoOCmMk1QAYHK61wRWYeLP1ipBenF8OlkQlkHRYIxMSw3rkG68UpQO+uOzPxOzgoJxe0heV3DOM4RE4/NUnoDhvocV/EMbfkTv0obIMrWP3UXiJolkrSTG2ufHs8QN8tsxrR2HOYWySreMGp79+f0oF/OBPGQP09fJsqiF6RzkfpYPPB4LCw2udght1Vb+y8Vbov1968KPmjf9es3TvKug8G2/ajbcwgzSfcTOg6SGflP6azSabJMjFv/Pnclhg+I2/XrR2Npc7kRGpPQkxjOxs5b2ekOG/kek/dvA/zQigMJjtmgSwBJRzHuLa/6hB2k3anhY0o1iLjfuaRtuHWM84cFWwC8JuuG0LB/65EnUtUZo2xEq+kGRlSqebTG0ivm+19OC6mDW3hcUnyHF6nnoLpayY+qf9lzaHn7q89IkDor/xDQ/luAeaTNTKMdpHTvO1xub6d9Ztm8SemvSX1f18yMKX5mEBFWRt0CGXGAt1UO2KQInbOaED700P7bdn9FF7TDqiSkNIihFPVCZPfARRaqm65Nh2YQ8LmC5AER5lMtypkluvmZVSm5VzMlluXaorzqlY3vjBuLeTbR1s+Leucg/HY/DWtx0U/QtJsaeClxCwz8AXvJW3cq62DCBj4pBxtW2t05hJz7wLNzfKTG01PFYv3sq4JYEGf8oLOSzCbxuM8U2OT6maOi639uVcvZE/9nyJtzY5V8rBgUE7fpZPedJ9Tx8Ki3xye/S2sDbpj/gm+zfKxqkynWtJLjRMK7sVNdPyQ5g3SE0xS4mDi386CUXGylm79KXlQ1RVjICFW81Cn0LmqeWYuUXFYakZWpK/CPtXnFCurWfMqDZ9gQ8TM87vULlQ+UxvbEoPQChvDqmce22rjRKnu9NA4fQLNx+8PuSnyvIlbPIy4yLbeTc3pfFJ5ywFjLbkW1kL/ozc1usD+4EyR+x3oTRl8f6Ls+DfaYk9Juz/1bSx0342HvQEJ1yScTJj5Y/4R1Ee/xLv1uT0szqZhYjJbqidg7LBjj30PwuV1CWMdbXStjv1vHMXzljIWsjJJLGjb5ADQb6o1rIM4joBKaziNg/cWAQQWhHfnrZvvsbRmDaS75Q3VGz3DXooTZMeYGflTd0IfIlTy63pxNv0WcKc4u+yfjl4RZzXuuJel30LGZuQ1TXQ1iPtJDvKdHRU37Lbed4ykl+77ePUAjtPgYuPEK+NyiOfeTc+oG5bLGeDfGyyf+ORcmiNp8CZnS3Lowxg4j+nzpwbWOUrr/LH0NOwlMXbvMm3ifINrfi0z3oqtt4Vpj50TofWJtF5Qh7TSgFKIDXM09MvaCNHZlmYl2sBZ+oti8wACW9h0pmsUc5aUB8uncyUyYQ06buRmBzOCbzQZJyWcue6ZbbejbPaaD2bxd18ey3MZpsbjUwJ7CPjncwP/YUlN95zY1ec1x5oKdJcblu4EVeGuMB6jX2vsZdh2GXddBmX2h87KcljB17cUvEqCO6PSf4yVxqan1XREbuYqFPFace58XZwfP7uU3sx41EnQ2XQQ+9fPDm+eVW7uC/gETNyoIvDFVm55tGhYMuLB+pdqtR7iurEn6Try0B7qhna7qFJM1iNmti3TL0opReki079cvAikpqnJBdmBpCfc3KyMHWgppjASim2TjMp9+YH/nchB4FtzZ+4wXfRBw6iLPwUFFxpLfMPrv2poJQtSBpyaU3aJn1rxQaR00Kt2P48TaTdhd/nljqgQ6s8RCeCthMisbDSUx5/FdUJPjBPHkc/9E2DMnjR6GSh14XVppCnvHhkJqX3bOnYPuDwQqPPslkp3WJfz7VrMbbEpYt8nEWlAeK3laWtnQOroTRvBD3XZTlwq858j8XnQlYVkZd5dmJuwDFlxV2wLazw1LHyqF/2DW3acOBXRBcA8j4in+tLb37HnG2K5Ntjp5z488mXqLlCFllqlUK21+CgxDbL+VHeIh7sTQyfcVWqSOF02Qyd7d+xuJvhPslx3GoUY3WVnLnCNl6cKzDrmuNkUA9448sv+spv5DquIVx9EXcKN+ShPZu7oyBDEXvl1wMunSZyoadF4PYGbOTaSs3XF09JSGxVHpVegLFNutCHonYEaGM3CTjrC//n5FF/ibZN1W3eebyLuCVpP7SWfpZ8eSyyuEuPpm/6uxv1EYQo8+a1Ha5PfvML2nYxyKObLhrRO3NYbPGb011Ajo5q/vPO208rMXUXPtuv6cOpa4P2e9RNw/ZQWVH/b+W6QL8ktfLHu2ydvPK+NV8DNl++5/rCnRx2BtB86bYvLROjVgl6cyk9BLlm6fgo/m5857zPPHDxgb7zifNdJCMkf8SUufzeZMy84sBSFIfYncMKFXOXrGXt9AiCwqu/EpoyfaYBC3k7r94n/My/HYfPOGz4guxr/DyxvV297X6medW2B6JHXv16Jn395KoT3bI84XvkbY+8JJ+OGp5X8AGtrObPfgzU/UH0ElnkWWub77y4ufPjPNjrhpr4GZzw6yDu/JWP4JDt697Kd9NeegDCOGlPD4x9xUHadx9DC922Izjm5szlyIrcfLy28r35ZFiH3tgMrTht4hqgAPHqIef/RSpveUTm8j08S9x9hKNGBDqv3Gql0vykjA9gmqvScA2uTQBRJARQw76XAgWcywnrm/Igj72NvnBznAe31mFOnZfd3D5lAw5T9LpeccPNkQeAroWijxZ43ZHOnCN7pgIuR73Pkzvdl0a7wKh567Q17vfmujBOUC5KM4H5SBRDYpWn9egbwqEIbXz5TDNeleY60sg6rI210bQJj9xq7w4TbsdHj56ND2ov/mRA2MP0LASZjNR5aRtYmGEF86qdwDf9UZ8q+zEZfLRDhA2bVPkAYwjtwL/CahftyJ0jn03YCsOHHDnZVJlftOsvdVgmKnCIE0o5u2CWvjbUgPiIIiyRn4C2BH+sxJ4NciEGthvuWdbCCN/QJlev/Se3cLJc1FKORGAyla9WQC+dFeE9tVKC6AschXrhOuKoMEWGNA6m+gtZ+lMZnCZqRmKzmgIGnk31fanjr4mn4JUH007e9BRgN7wqiKYVEzovzfvNjOqQIjwX6diOBDdFxW2f+el+6A/bVnj6cCvmylM+9llw45LYsGycmIdIWkousGsMeY0pvehSJg/tGCvd4B5y4Q+p9Z2nnu1/pTnI7Ry2Yl6IXMTml0lXq8Dcdqx/olvwjVoJV77tD0Af3pj41Lbq2yJOfYBRtBcb2dLHkqcvbkkyW8viMMKkJuVq2GLPM9YVsEn9/S/nlEUnSiENtbn9nj9w8O2CUbhvgrzjTQ2f/pSXc3itU4C+F6KOX9WanE+SOwqdl+ezksZQ9GW8hwQZ4Mf2cI2M8GvbCBUcvGop2V/CxMuuBdoTYJg93anftq4M9UHPoV7LzACBcyLlVMYpZojcoi4VN+iOxfrylnGXbuo/UorfbDD2ZWFnU3PYou2f9O7lg5CHpVZ4FnbNFvGt/mt/hmoM/uGHD3GF/u2G28ViF41cNBHEQWz4anVV0HKE701Fx/IRWfG1mrc/w5TTWjmKL8TCtZa0Nj6TibIfySt7+QqXlVKzf8pZ2f9M+a8ZvTrvtpZqfPUay58GG92OcQdPYs/cNLhWJg6lA/A0X78yiJZr5Fq1fcZX25lz+prIWpVgbbUbBQ9JXcLkBUaIjMJ9S885YzcUjiE/fpixnzkKXlQpVzE+tFFF1ABw2lVW4lu51DsHSU0yA3CtNVdYJVwkoUutp50rDxByXuvHKKgclZuSTbmQ+/wGeAlejsPFvJUfDkexf5vExPcLeMozQ6zN4OyVg13Ag7zYdtA/iXuaQx7teqCdp6inrtpd26OC0+bLu74x93GdsRKDqdtfruX6NFteDgLOuoEoqfTJwXWD3Y2215F8BpzcctZZ2JiZ0phSjvI4bpupW+G/fqJIk2G/SdbwcYWkeeVcOYyXfYps2XnZq50y870FlJVlLBvx4U3ectZkALsmFFvermkdDyoFFlQIU1+6GikeukFHgu2FsjBlWJNAa6ZoFdldF1KWZ8mkGTYvDe4BsxJiraL/bIumDTmvfdNq289Y90ZaNtjsd6RxLWDdL07zxnOvXcgX9nSowyfnMoYXvPKUnb1O2CqXJ95MMFLZeBLdG5vrtIC+8UQz0kNtjl1o0zYwdIoYkw2vA4DFW4W/PCMjeG07DyWtzZTtDxzl17R/eM9793GajcXh0/Be9EeMvMyW75h1/U3H3N0ZVd6VUbbu8A7IDxRYQmRAyZYOIk/afKpvZfKMxZCsF96ifoRrx3TNI+LVGt7GX2pwcGte6sIutRQUSF+1HySyvQ5s6TlGtvzS9N/AI7RyARHET6JRfkf8zHBoHCkOv/m3Nz/OWDK487lsfJKbIlHCaZTq82g1WOk768ufV9SBpw+kg8c4X/8I9/UPUTNlXLzbfu0yMu2R9Ip+AOkTPDV7YTNneMArgHIKdcz69zK4JDlHh3Kgb9xzjoz2SQetI6ONZXrjz7pn9asbb0bQOATJNWPq2JfPtlpFV+wIgY6IGeEY0wOyrK62x9Z/Q4p86SgkXlqszpVelfFjNFX285je+mXeiNq6+e1XKqlvVBU3wGhJ+Uun7eyhWf3L0r7Zmm3gL8bUopM+LR15K/bE31Ja2lhNTXG3q2wIdQCBV9fJ78WjfVToRT5sN+3yKnzLN/Yu6UN6Zw2/ETHrBCsldQ3gMLRyQ47BFBwTinIcP5HnE88iKmvbmQZI5VzBGN9vexzdskS+aph/c7MBWscbJ2T3M+AhX5ng9Ot+3sw5RBtiD/BdSCi7EXgxQtNrmsNK07Z/OqapR/YJb3lv8MUObXsjpT0H7rl+oCgq56aw9LbkR87XaumHQXQD7GJOqbeOb9Wwc6ji9Nlt25ZuSzMPzzTyQ2728BNlXAc+feY3wj994rrQjfg7YuQzeDflfWLTtYZvk6nAJ4vqalKglQtwlG/dJ83y2qcPFIsgX4niC+5YNxZMj5yF/d95jgf+yU1TxzhWTVdXLvzAxRLq0mxnBPYtJ+Ws8JGZa2GhEakYCo075ghjkY2MsfIrN/vcgPNwkcV2qRPOmVecW7qh+hWcN7pdvHuDMJoIIn/z25rRlQ2R8eeBKGE+sGlMKttUG11jOKcm5ixnvh/7S/h4XvZHKLU3EUOp7Pv6+YL9nwpQ922fpS+0kGkZf5z0Kd/8CEPCXU/poH9sCtgv4R6JR/Qt+1mX9aqXpmXOkdLrD9dAA8kUErBukIkZ52H7IPHnU23gHuIfYME1ZrJh52ftugE3DpVDHdldGVKPHcKRo32o9uaR8DXjcnhBxFzdYnVAye2Xraehjg0gxmdoJZB36Fb3AgKPj7AD3lJ2XMgY34UYVHJpTHDmXwlVIK2tyRiy7I0RgH0oVRZ5TGl3ygMIPZLSUPR6c8oywvKdR46z7AMBCUaGh8mN8vv3H7LPyB5Aunk9fDfSeZUcxuJHBgJ8jTz87Df7M8fQAOvaofsG9zAmYepsfb5czUbHbyHRAbdhA/pKpgBIZFzvmFuP8OZ2zjbY3MkpaWg0ztcEH9PQkMWx4UGOsgdlrgM+4MAf/IFy9VC3kd2EK3GJLTeAXaU57+YOJjxu1N0U+tnu8FI2wJMOfRaFeti/oSBPv4f466elfchPE98SERraR24x7hha7drDUv9OQduI5sHHkeVLe5SQ6C9MJfU1BQNSqRRdaLmm1ncJNMrbn+lnybMJphCcZwYWFzd96+LNlxn9bzBqk1Vw0OQv/dhyN8aUF0eeZC6d1cmLYdhUZKWKUxnJoeDhor9s3gTQLvUzWCNMfDn89vZygnVSvQUrjmbJ1cRSkjpTlMf81YGSIQf+bMApZ2ODrL5ujveVK424iOvZibcXp/IGGoOoj97C6JHYZm1ba6+mtUO59an+X5m1/W82Lc4Sax/psgtgTcSV7Imrd3W2aPrn7QTRdkqIrCzj21w35kuyb6pvKynrdXm2aiNkZTUOsRWWRNZMTpXQRq2v+vTmbpcXf5NDp3KRQEX6nReCd5BNjDrOcmPNO/vMB459YRv9a3rlwL2yZs65N+AxGf7OxR3Xd/uygGmLMM55x/GgrWjkUCNZ650Epg0hs0H/FmnnJecfX09kIrrsso3/3MU2TkBd+tJ8Nes4Up4q8Jm2X/mIl08Lf/31U66dLfM0/BMf5mJj7quUpszjBM32dWNEWfRHsyqxfDdT1m9OY9oD/cYvAZe2GOI25jXaB8bfUdHcyDX/At/SSHLRUbC842lxF17AH0jqOmXY7O3ElKlKs3Dz8AizwiG/h3VxsZF8L8XWc6UhP9Old+BfnD5hVPZbKfpfRTZu0obpzOp14+JnZGsnSxjWmL999wvrOtfnPmhxnWIDP2c8wYWBPoxx6cd0QZuIa/i8BnvF+AHEb/DkBhTkbqbabucSYtrrN7R3M2pJ5j3leHM/hrYhjf3HRslx+iH3B0Iysh7J/w+tzfX3dlR83Fn8jSbh1z8tfUFW5ol0QvWVtP2q/qzvDn7nsc5m0As/DnH5A6bcbByFpK6wu0WyWd9cTJ7mFpz4q7SyHaySfmMaJaG23Ouh1dflCWUwZMWv9nvePqNc/k2Rc/QrUT98BVbPEJDlM/A2mqBPljU0cNS2L8TJNf4D3wTzwJWmFv8p+N8xygSVN2dnEHmbXyLXHnlQyzXfsvNYfocbrMsAr2nXq+TA8uVrwPfGszw+7HX+uJ5+O8GomORc4JvCVtXZacl56tVvNQ/Pi9PIegEPYJE4wLkrjprJ73WGQmXTR7Eoziv8+RzDx59pzkG7G+zc0cAR+YsjdWYb+5opNdkzzsGZCW6d711ROlXnemfTO532SL5k7dAbb46hhuIOJpYcaX8H1Q4uw9OQoBGoDG18NbT1wtVsfbLHBZxC7T6hLyEndjx8gbTLjk8fAd1JP5P8+Njy1suojtqeBnhh8ooEuL9HXhvsA2Ge9HmfaNtyQZzDR93+oW5IBqysSd2ESx6uBH7k4Vch7VP5rHHIapk+alrPQTP9FZJaAbkXPWwD6GZetgwa2pf+Rkjtqrzyjmgyx3v6lkBPvwclRzyEP4gFn+Sgx8vKxkHx2qa5nTS8v5gXwK0GBj4klW05/UAhdJBl8267pEOolClwbr6WFL61oC+au3bznLB/n/L6T4s6br7FtsdWx0e6Y1K8m7onahMni99ceCQNfkW46XxObiRMp65Cto8Ojgod+sIbz9oysTHxf3OttBvyj5Vsg/NA9UVWVBi/iwtJI0x7OC4rIDm9kDkj5NJF2oxR2S4umOpTZZXfBawlYhxcb9oxng6WSqP/+ZNJedmoo7Qb9aFgsG5fyp7XvjAm+uGzb4KPvsIzD9F3uZjK9JriNWDyyKjxT5h/rLq2rxTDTnO0v4c3E9nQsovIBtZVCSntGyZlnPUBS7UUN+h3l+KgcDkWN63b1PvD97y4lwWON63d8PD0UHvff/7uPZvuz2y+P7EJ/+WXn/P5fh6PI2Zl3fKF0eoDt9q+LZfzZVLPgaHY+fUB+pLtd0JW5rbqS+xLY77H0i9u639qfrhh9QiyvPnqu/D6a2jMd6O9dMmHRhmvpUvWa8h/AHbpm/FrLDoW1OeG2rrXW5bI3xGiWdB/Av6Op9O+tZGNtdTDn/iWjyHW127BGdf8+3veBk7f2BHsvMLsJMw/5iHFQHUl7bM+Uw9lZA/BSXcxPBWu4ZYCHK61viE9zynfwPLG/PEtnC9prn55gXqr1W/BXwj43YBXfXE5VnHqrv5cFylePNC9Pq/WjO3L1r71rHfe9tBKiVXoNyadU3fudZ7ZuWZp/1iuhi/YkcZJ4/UGOgYF3khZ6Jlia7DubYrx2mry2h4JA9f2bLhpk8Rd4Tsy7rbmF6fk7Q48dPaN1KfNriYcc31AN9YBiH9EaK4clHPNzxefsUZg42zdN/PcWBc3e4KMY8azclkjuPfoBv2AufH2iO7CzziJWgWMAYubbzV34tBYNwLe/TONd4A639jM15N0EU9uWVlDmcXoGxNEjNFR8eWlzVbGOXgsLx1KV++hpbLFtymTU9dhralbB3KY83fDa5cdK84/9Tnp9vNobWVlTxusRJtZO3KdJ6YDU7s4CCDzTMyGkZt4dMAWXVf8QrMDKHzyGkzCofSgSLPJo50WIMS5Nq9xY3Bs5OSd0+8JIheivCPBYd5DHmWw7NHS+gJcpIJL06avqklbW9Jo/pN2Mxy7hHibOK6DZl7rFyxeJhe8EUsjtMHANBlf1nOTxLpl/2yHp5St2581LJtnysFKL24vOvKNLinkiJgqn5iw3WqBArjx9gMThwPlA7wfPnhXS30OtvKTRY5cgOnPI/rTx2yD50swPqWj6hk/ymPL14fqvP70xdgVvHz4I54KQh3AVEgWPuBC803mlI0P0RqXTciUI1ZK461KwBR6CAy/8ROTkRETlJEUyZRUXt6eoYvuSuzd17YqbInbYYFPG+WXN/F81AO3bjrggcgzk+tQlO7pvFYu+HVaoQflRdR+jI0RUMTtsoswWCWckFl3HZyHFi8eR2psFxBLosT+ozakhZdmbUr8AtI94kNjfsoHGDgGPWjNPFl5niNjBSrjkiZO3s4L0plOWWtPQl8ZQ0SIkdQeC6wkyduDM/9V61MkYpxKxnfkQGiele73bMI+UTVuVcFYZUwaw6etIpXBYKkuVc8r6Y5uZUW+QyBGwA+NcvoktjOAsp2b9iNIvRstb+Xehak/ZfGJ8o+0flrQLjJ0wuI2lyZ2LjH5NOleTG1nhEbDbDsfn+JNLu389Ik5gafJbl5/Yw5Sn/Nr2/Bo3Npy6r9VP9E+9P5SrWOo17GDEH7zW1qzYzHGeE3yQaJPDH7lBva+GulNyU+//BL4zz//Qjt+CU4be+CR3ISsDlqv06L3iqN4bfr8KQ7HwMkqw6HjgsnRv/7PPIjcXTe4KFQUUqvPmPRvdAd+8N962oOG84uUBWqh8me0jry4D7se2aghTj8U3nPq8ulocuv/J6edpszTwjbzatI1H1+Qu3C1XH8cfNkcC9Kn4ERlXonX8TxBYP/7+rivsdpfxoW+zFoMv2d+TxzaV+KIGQ6v6zrfDXbmIeU4rxFT3zM2les8WQ2NKdedGqEdYpoqdx8I2ARToeQhU+Ygis75ji9xtm9pKjs1T8aGoHHi+jpC3jhFYsWE4vfGV3QvP5XUD13bn32j6kbENvie6W+Kby+5GVXOynp5c3yxjkKN5UjWsm6jVz0lZcwNzfrDfpMsMRZ6KuShFTfrF+MpG/cEGHg6z48fZH+QIBQ2B7Go5erf/YPyciheWdgVdZxsp2V9FxixEkgqIK40bdFYhUsd51ivl2IjwI23bafyymKuoZ3jLtHPhaiofJucPQk6mEJJ07aU2gfxIwqmVdUFXf029OI5vDmmX2NbjLI50zbszDhArOt31aE+7dxr39U2wc4LGOW4zZNsxy9MXfczbq3z1/1A68Lec+39kM21MBjQ5RD16HpCuR5VvjqtCUw9hgWS0/FzYmLCWewQKuyJ5+ZO6cbWldbtOpvwRgIRI8NqBWoAedrhwss/O04YIm45lrLUiuAbXhus37CWz7pMygwMjzt52pelqYzQjJxMGDc4hGdVWlMGCQGyd29ST+AwOfPEPL95KV2oEUNhaRJQB06Sia+bQQv1Bz9x1p/eccO2hLbHFswRx4qs7yxVr33CH0HbQBBa3sVHRCv1E0FXngFimCUvSKrJhU1/qpoUf1HejXYmQ5Cpwxs7w1e95Vt+cw6D31x5kdqTMIO+g0Nksatz4y1QTl5E89ZH9Pai6ZNt9tn5XT6+VfC7jwyov/z4/rv3H1wkuigfvfpodKe98QIAOyYTIVuWvDrJk5s8fWIh7NXZeJIPHckp5KLOAjn9jFA3sSYpLaKyOIEqVUdojCeB+Fx5lFOl3cqqpeJNImEe2SUceCrZ3g+daradTHbRKe0raXRWL3gL0SGTqfHQWpADTXaZEf40IKWLZmsZC2W5eKaati4+PlzEG/RP6FQbwxbVWK2nrF0IhVgKbT2ScXymxT9CS5GxRVEa8d5yCl1kUMrALe15PvmEN7zxrMxxcKSE5ep7ZW5XBPN8kv/mK60Mwgo/27LlSjHORh6Fq5hrHjJ6VR2CZkvTmnMrlmoCp1zwks+8BPHqy0Y7pvbim82QA4OUM3yJeAZCN0rKbAv2S9l2Llqe1eeF0fknm25zbYAocwltoEr90XJlvJqGbO0uzckba4fV8ol7KTHUw9JhdfNnnsM+v7MivxfqBpYNtzJ9CvALm9bPuWnBnPahn1Fz7rS9poTGKLCNsUU/XiZdBZGTTthtS5GLE0483IKCvuLXWnA3f3zuwkU4ua/3ffz4kafen/Lk27b8wgb8s59vZO7tz8d4U0gZK4c8fbd1FZ1462cy5tqzUiV+KBjJxkZS5A3PiM00OuVb99C8ka1nntHqVGMSulps/S0eaeNLCO5RVxH/VufLR3/MKtt/eOcS8i1iw/tMSH1liuootyAUHBnDhoV812T62OvrJ2C5qWkOo5Hhk2wGHqzOR8ZRcY6v9AmwzD9e8yfWHXa9XhO/xLFrPnV0XooJ12nHTq47oRHF+ibnb+13W2myfR5wmyU5PjNRL+Dr+cX7ddIXFCdvyrfutVIe9wdnCunJGySA+PSkvMv67gUL6PXp8l71mzWocmsHUtphLYfuts91W2xfW8iXfDeO3iDMBl+bxBNbWe/5lg9l35zdt5N+Zb3o/O2bSt40LVy8H8PxDSbnddeVfZvpE8HqTel+aSUwZPU9SlvQVvRmof46GpniAszPQ6T1x14R+jJVh7Qr7SVNIVI63nRVxkUYODmOGH+Zz0ZO+iWEul878AF1S/2oBzK8BuBs/T2kVyvUOD1TnTC6uq0vKKHPjbRreZcQO3ajAF7t1B6vr71hTTkP3tKCgXddkE0316uPH9kjuI6IvPJrh7a7jugYbzt3zEeTjZr5x+KZjo33Cf69ZTx0SbYb9LzHY4odesLkhJOck6RcDHWYns5rhBjsBdvOqVNL7/kSIRuHZ5ofhwoQn4u9ZWT2KWD5y2CQ6Hy+IIzAjwTtmUN52sT5RXoNJpFD1jjzOFsebxhYazR0gdE+A44Qaw5Tnz8p7TmpdTS7GONwOESmwet/bB8qdVknuNLqsOZ02bH2pK8kj8Tq1ZvKjAwjf9LzBiU6xU3bDHSTfjXlOTe4y961Gdzq10ZT+wsrDlkjrnhN2vYIiVlQ6At1AJJ1y+8pG9xEEOdfs9n+kV33X9hkf2QEfcS4DxB9ZNH6/gOvR1KOPvtK8eQ5ppwpOTMBJXy+E+MvTqSf37Fw9CmUr4GWN6QY2eY5IfjkvJOJtm+/2I/0aHRxQptNQ4fxnxoTE5C4hVMmK2TZF8JkMZaVH/YQyqhk0si0aIKscCsSCPg3T/UKRj61JfBX7X8Elu2Sgpgtp1cV/OSB5/qJFpdR8+TMpVH3rV/KuxbWC62kB1xEaJPQwTqB/dE0k/7FfilrG579edGl8Lp14XRRNyKWx3nPZPh1LoGAsnNBfIDPzw14ArYsAzeeHf+OFca0AT3eSYmBFEnSsAEPbQY9ZKj6jS/0kj5Ps9+zuWPD6peivOfC+d6flqTc+eOca8qbtlD8fUkHfHvS3jvuHvnaFh1nS20Ff7RtL+rOB84tvp79008/ffef//Wf3/30t59Y4Hvh9458n4ibuwm3zdWnPH2l6Il1yrH8yfwNlbg9RkjAkfgjv+hro1a+lSQt9mJqfdr3g0/Dkau9zr+/fPjlu595Cm77bGcWXi5aE2edM3N9GLm27fWE0zZucg3aAJEanqtx2DUysjY8hb0l+qT5SvlUc5LqjXjk0LEeMk8PUbCsjBN3VU6Bv6N82TQ8yn5w49hktj4x14PpPMra5+Iz9g3csnBlqYP/JgtXZYFfz9Pmr/C9jnbuuFU6hvLvW4Cx2OshGxuMdfr3+uy+Od+5QoVRkram7vxD7bMNwgmZN2ByTnI2V48UsdU3b+KAXMWBKp+YVYFSZgPuOqBxG644ovyl00bnx8yVKnhKOz5v8PIt5Lm+8K/n+uOlxq/zvU6hHXdaq2zXY7L+DIsX7mEKhQ9QzvRUPVH13QPkrlQbZxpbW+a6nIFh611lmVaDtJK37kbZsn/piykHJo11Fn8+nfXGaG58EBtupLt57iba+c0bpp9/AT6bcD9+I8wNeTbmqc8GXFrlxpzq92zImbTOsvkf70O5PTZGU5zTaljpq4l8QXchPPEJAb/jsX6DGMfJ3fOMH+rxPP3g23GmthW8PkW2o3NWwWJTl071Ht0vUso1Exh68lNfrhks22Gqh9Zrar57ivVBNtzWMdTxae6TcPeh0n5wHcHeIE/AgeRPWomxwgYq75o7BkcGqvSdHCAnybXpT9p4r7gv5XZEjxhsMzKrwxO/NJiWppPd0Cv2buutxBbKbDpaBdfAbmBIJbtALWRh6AUeORfKGhUvPGWgoO2ry4A4DufYLAqFURF3pqWtLCfl3vHq3f3S56kagVdeHeJT18qBIvXXOjELTR0ZW6v1KM4kJuSNNKjMP5Cs//WI5W1L4E/tEmba/JQRBEaFL3QOHwcBPP6T508RKZsRwlM2trf9kWUTpSVlMs6AaruFZ9BiQBbb0Hx00Q28g4nNNr+A81d22x4/gviAgh954v0+r5ozsKnHz7qcdrqBNiZssnD9EB1+5h/Yr8j/xac3vPr5iUD5hRXJL8j7/IuTp4tG+xkvym8ZafmGfGwUl80yuR2k/ZRyqDXRREz2SSCDWyRJOSypuzCCJ30kPEdvMVjrU3Vly/VHk8wo+ZaUdkBo/kfTE+/GXX1lW9oHD+L1wasqn4HLK7xH1Q3dk+7VkTEpxwN+ZI1uoiEiE9cXbeNe1Nd8qAW3l8ee2Ci0tirlgQrwjoXi3jqvvMWvTOsKMTtpaknaS1w+trsyJO/TFP0wcqYFXTgCixhHN0k1M7bqI8YGxnOJE9uGIOga91moKjievUgcJ36pUTfP8vciydUzpF78xPnE1033D1w084rYOzelfeKtMdok3ZdS2/8lipc4eZQal5BvPLyk1H+lMpPHC3k32bRhTWN+82n+5899Gryb7v/+239991//+Z/f/f3vP3M5YE6lfV0cuEj48N3HHzl4mtyn/N3gxv+qjN9fs6iw0/6binbh+388nTK2v4F5w5N59Ae+GPXjhx9p7yxAf/U1dBerfFP66sdhNiO+djG1iaLeH7fWqe3poVD3Hst053HNXZ3S2/QvSL8EiO3IUtyktIHy0YJFvQoLUv7XGC7OrxdOduNs64dpgZ2q1vVKL9yz18o5qC794o39lW0u/Pek5X2N5y1ZzgdtkWOIcv4LvQ3QLjfUUHrhiDDGHhdSLtsZe/mIBDf2fuPtQuEZM+RZm7SamWm++ifX8vyyS/hV2thuLLoGsI6+HJmlMt5v79+t9HoTWvUmaaDHzoZ65vTOc/msw+cc8voFMjL3pIZLJWW9ph3/zHRaeup5hlv/dlPo3zgev1+TwS19cUUh1cJF13heamnjO9ZhkvjEeV8lbxc4P8u+MsjxdW64DO/uBVwH+jTXG6XZbLPhvp9074YbGnR8ypzvmpL6PP2WVhmxCeU7pTw7BgueQduc35kryYjwGrzeX5j1iRYMyape26RblxI8PhjaeBaB1Q1dM/2jOCXFr9bvPnNtLK80kik95KoWZ04yy6Wca/61Wybms6FmPd55QDm7lwoH8N6Yzke4sufomPXmfA7sd8PuJjzfWxVNNdixUc3K73gVpq592FvboJO0s0WLVif5xu0hCmiIF/1n5BiHDn2jYX36qRrKPrlARRwLzrupdhGtAMrkl4YJdCIUPh0QrBIkbaMpUWszz6enikoHDG2IjvLiDLEsCCuUmhB0kmdzK350UDR6YlPsomMddA0oeMQ5CNk828ZswGDRYlvQIJuBZLsI3O8NXg7LZ5IjPjmB2mHARCb5+GA8clFqvUcIjVB4UpExMsxSCcl1AiSlaf3T2uM5eg/QaWelql2rapmktj81UN0gEgdSYVv6LSMJCvuev02Rja9qj8NdPnIDi5TFKzkPtL/7ERl/YRPsq+TcsAL2G4vS7777y0cO4QTaR2j8fLeLc2U6mNVosjs7uwlj0mXC9E5kXiPK3Uzo2SC8R8ZnFo15+o3en3kT9BMiPnHyMz3KzKSLEF8Tyr+Tld2sTsr2tyGwm2XCBmd4MtlGbXKENOXtD+MLuF0nnzgnK0kbj9JG0MVX7pdnN/Ure7FYThG/Rk+htTEg6G3NyI/Bt4zoh2XHwuYra/HWE+nqmCM0KnpOr8GkgVTvPKfr27kHcemMzW3DxXOoe+1iLd2+6aGLrwTfjhFhq2Pjs/UyHCrKfgJOIcGClE0aOjib3HR0WT07NnSJZFeoBC72SBC0nwbWlSQVoNtvCuK4Ns1DWr61X5rK2nbmc1fSAk9yHMYo4hKYn7l0vjH+3bjpl7XFMtE/jGTWPZSBXb2giR/9iqL2mfEWWZRZFgN8H54P2Vx7Z5rNJ09R84Qbeb2jzXXFUaSdFVc7qSYJ30R527egM79xtMS2PiXbd6u48Y0J1GPTI580tt35a/B6icWXT1h+4Snwzz//9N1Pf/9bnnT/9NPfvvvb3yhz/MzTYceuv6ntz6HY9o/cXfzl03v4fszTZGHvwZtXCT5BUf1fveo32TumnQ+EBgNYjPOQf1YexoFMb6bKLpoGXunu+12s/MAE/et7r4HMLj4J8oaDX8CW1+v1m1MlC1fuiOZamffDtHoiaYw1U5N9MVPipdVCbLcZHtSlX5j4raevrNk55Jl3k0vVpD8Kb115SeMjbYtsgJEb5JYkGo59G6Hc/4ZnbdarxFFaUp+0LJwjTQGe5g0+6w3xJmDrjFSlSYHTlgt5eR4/PSCeeUa+GfLyvTdKnoFvNybunZOijxyxXmE/Z5NNHHHB/pXx4ZNuu+Y3n5Zf05Awx4/jk3VH8JVp26PH9R6KcnPQHN2RE7x2dVMgv7GT0CKXxsT0Fh2WKXJa3x1mCCdVAoVpn/UwRRg1ZZ7+lumNJEv0DT6sNuobk754TDdAuTGJgu3fZEl/nnrFjflLlvzmGvwD1gqSXWzpb50KwzkuK2S0i4vWmYMkR6k6eoPR/kiNfNZmVF2WZ40VtgiBpzLSBkGy6fMcpRdWePOu+Sa+QFS3dsdKrYgt8rjqk97VVjaisaE8UsuSGFLvn5nusHspdeyM3eh959zF9aU348d2uNLmydMl0nm3amDhz9p32hY/ld9xKb/r5OTjHOFNNUK5uS45TsYux7jfdRW/SBxDRNrrHtrgNVBOH2N137FrhXvvqDJof2ONQVzlAAJDTlFjkTSqU+q1NWB4tYVGROfAJvOh4D89qcMh1qezTjg9fDoROM5JxzF4PovDwzY7Z7zv00gBOl6OVJQpLbh+UF5nOjHiyFlcrEuEv54e4S9qNSLqxDnBZNImz90s7XRw+jnuDFIHajdpbgS1LZvu0b/ypRG+weeg6h0eW6xwlHlMQT4nUnNuwnhOWXQ8iJ7c0NAfojnfk/9qDSJw+cRv2vL6SdW3y5A1Fe1+TDeu8Ef88iVXHXIMbJMw/+Y/+qI3SE5U9MVurHfzk6GpHQ4o203ZtruB9mn3RzbTP5L/lbpPtN14//iRjTab7jzpZtP9gY784Oabw9dIMiTtg3FJP2M4FUxxw83Dlxz5XVo/iwPMh+JO8J/QzwuSWeD7ZWtuvn9lk+PvhbKG5C4mi2gv6vEfrXI8Y76x5M+S5FWiOEIgdmgRMmy/FwO8IJZcjniNkqTQ68fQenKSjks5S3+n8t/1syTuTOHzpPhmV8G5JDF6MjyVjesk8z0ELNziWR/4cImBtFqywVv8wR+iL5webaR2CL/sGw/d9Qp8rNsH8NvukfGIL8/G+uJa14r21xdMjRXtg1UAdRyvXvhVbCdfaRtzwi7kUVi6AzRtfobE7gZSfC/+aq88+sBs+LedK+eqSxezvC2WSI799cfaa0Q/JcZhfhGAV8bz1MlXwabNcu2CSth7Lqx5hXxerf748cc87fXVZT8T3bkFJibN1ZO2eELYmz0y7rra8mSirX8rPfNsPNz0oxX7Y592UHZk51U2rllK/7Sfe/7092yy//M///d3//Xf/5kNuBtxPwvtZ6J9Gmzb3r379N0HNqnvWPx8+vQDG3Je3/7552vjnc+n+Tul4L/Xp96kYH58hw+9BNzXytPSuOkGPJc01E75prSEm8t0lq1Rxxe+gm6jfHL/668fvvvEjQRvQAjUv27G8/SHp+K/ekx/Vh7z5PYf4ix+ycwhfUHX2D15a+vSn5Z3bD/ibV3nyMqw3iSdbVlJA04m7jX4SfNvVn5hrm3Y49nWhZufaeubn7gtv1A0iLd4hHvNNKQsl/9+m05Y14pcar0jbujx7eZex4lE4k/azDfhL41i/I6C3LB04FH2N8DVkTlaWv69Ee48Fn2DDw38zp0+9XQR39dVOyeI16rGb+2tMIBHMt5CiJzQiytT7NbGKw38qn+h4NryZG3tEfIF9jXhIHnkXVPOOXLHSJgOcn30ZMwhF1Q67QFUESqJItfVgg6h1DJXCF1jJBlZC/M6237ACspdk1de1+uuO+kCVUV+Cr0+W6Rvw8Oirzemu87fL1ZzHRma3EAcHLA8pFE0a0Q395q4+n0K3k1/Ydl3gG/S2j8vZbxcIi8lryqoz7oi9YZV1unajXNy1bU8nBXZmjh5bUf2RtCknnZXXtqvP6Tj2L57YYhBlH2M44c/FVHPfsZxyV9v+jN2Q9px1y93dp3gYOc6yEfR3FftuPQtWblpjAK1UGPa8YkQLRHXeLG2SU6TdgffamDn6Z/6qvmzTjvWR/ka/Z5FQDbeEDWYgMeJdYBmm9IVOCCLMBzF9qUIzsp307VfPiPNHnHqRanMR2vqmJvgNbwdpwU9ShspgHaQOghPyRss+TZfg8s7HoogaaupcskZVGm7AzIdFfTDSdmym9upLkq98cxD3KT8ZBd+U3Y3+/eNBz/LYLu6sZa3luYH4pXYau1K9QKsySVRBkc3pNXreeVdkJG/9fTZVsSNHEG5MK0B1kOnHyhwcgALW7/0W+ojIqPIOGBfzSa7T64/8qjbz3B/5FbSX3i19K8f2FhT9ql3Dp54u9F2w92fDegTa0NOXUmxP0OuTlc/h6+m+bTtM7Hrtwr7hJt1X56E8zaQUwk+9ILai6pi3MR7GO7vsEt73bw31tGBzuhGtr5o3FDu2rN1BPTb9se+TAIIJXk2msTEZ/p2/vSzk0bu4FqEZmEWvympYNV+E8O3E22fanjbPfGfhlTO11RfMl5RG58c8Gda+yDJNtrIQ++bjZYl9OH8P/J0tXusf/bLy0ZN/4AIbfqrVHXZ+BGQW+wrWczTdV3W8WTeNPlBLspFx2fHPLGbuAafBS0b0nxcRDjzmRvuj3kt2VeT+/0MH97zhDef42bwrJoou+feq1/V+0AzZr3ITgNfIGOn0PXhi7nwZInttqpj1gu/c6Nm6B3/3Ej7PRE+1f6J18l9pfy///u/qP/Xd3//+e/MNXz5WD6i5NPgfhbQMPankJwbvQ3oAijfN8GTYm9C+qT75595FZ0NrE/F3+Xpt+VuvvON79C4aPKvC5GY+T9yWh+ae023v7/70A5zkfb+c3+ijJVqnor7WnpeVaT1y6tTW8bfWTgJoDmU88sf0J4pJCcgxA+ANyoKfZnUHYtfoOlvcQ9zzUv+/x/yJ3sAn2esGVOzHvLCm1XkdJSbndywJvfnY7uJoAO9gLs2cOjmmuF6jvLMg755gdisaXfsdD1hXzfOXHvlTzuMrbn57liVWXHGeUw5mi68kXQALRo/I/vGAEuDFtJ5WxnfkiLygRB5D3GqdW8kUHuz/xqDxxiTU3MT94fdis/Yk+BIL8bH1/Dw3jy2u464YRWumIVtHjMxZOv5GeGhE7YfBVXCrtUp+B8eacKrTstuuMm9OZi3V+kUbxx+Yp7y89/K62YeWoWSLJ22BTgdpx6Rod28TCH72kn/hvcg7Bxk6DXCDlRgwqt+jDgJKC/2lLtlRaa8gOGtn9TZ1nrzYdPi5NRnv/oxD/4YWZGVtwyUF3uX667mBpnXrxyO8eKUm7bABwq4e04O9gO9tshj3U0310BEZ4/BWjyewdZb5eELnXohQlmjBm7/Cl0XGBqvjeP3kh1i75ZZArECHhHWwDiQXmUe1eBt0KbtVPN86xwN12F+A2QCmxH8Q3aUfUXbp5nuW3WcHRBV02eWs4BRRpwLXntUOI6p41f7W7ly7WwHzUlDpf/xwaLy9AmO2LLAZZt6nO+rxiw+tUFi8z7xLHECjrY86nwStFVy+W2ngabP2FIHq38A9UQhlplnkx/Fl5Rgh2afcldIZZdw5OJX0+q1HJstkKpS+a3HWQ+9LUp8zsPg4q7c8cvNXF8bpXg7Ps7AcVHZ3rGHZPWGjT9yn6fbjDK/lfwji0dfMefLB/nyNJ50+1o5G2+ffH/IU2+fiMtLHSEOMC+9xkuOmNQB16uEgLbILvWaS0Sy+eYiA88n9H965+KPz3X/kshhc61c4pc49c65T72zmYDpHU/xchecNsFVP0YmMYK897TN67CTjlrjZ+AZyyj3tfQ7TiDE+iy2kbH2WRCTGBl4AMK1BVzqk0mr/DtJ8QCgegqS8pkmUm8R1XLUl+et/JkfuruhD3JeoXzATwsHNjE3tUferZlzbPWSFs9ctRO/mM2XaL22+Q1/tGPhfyx/YShivETd6fdpOzlXxgGzmCon/h2Tds3d9iAP/VM3S3HqDIrwWCUQ10dZx141oCVnzBDv/P0gAeP6vTzOd5Yd52wg/5on3B/zanVvurJJ84JpoF/JecRL3uEjRIZkdIX0ZLGcQSHBibiETuEWsFQ35KDFYZ2HOzdkQY8BzjTams9ws9n289q/8JT6p7/7lPu/2XD/7+/+xob7519+yiLuV189z6abzwO62WTh0oVgreQ7efK2ja/SuJjw9exffnHz+g4ZzHk8BdbataAAAEAASURBVO/r6B/w30e+14LNN77Up34+3KfhcPLHa3WUc+nQygd/Xl10NnDK64VWUzsd8iSnVp8Eh0iLohASf00/aMvak17NIo1IwS+fODJncv0wN8p2wwPTJdxI2FplZbEQZYZbb4xLwbHBHu6BhXsltBWX8LNwkVyFwa4cq6+1X/xr8GEfbCmW9lHHW9xvwZVcj906/rRSmvtoX2S/Anpb5xJvC6gvaPNl3voRK4u68oNGWDbdrqG4ABsqfkejuessb/glGRxej4kJr7sMjVzPs46Q1tWBa1jo+0VPcLH2e6dMWZWbU+OvsQki8wNI4teYDXZUmvlS/J0GIQDWCF6kKOP1TIpX+VtpULJKdsySw3HrvnCnuMOc8k8bw21LDmLlP9loXX8O+ejUjkdbcOtDWpZQKjfYsTDIlm+6ZQc+wM31WW9Gr6DSKLNPrA8e3CFfnr4aDyl3vslbOWXq5pu5yZhgcsrDmTwth0dd/VOBDI9JnCnc2uYxsEfKL9XKEXMOMuMrOu2HKR7orBvz4A5kSDht+Fu3svNvBFSMV4lDTHljgR18oqRK84yrbfuZEzFTzWb7ope6cgWZLjuiYuziiVXGlTACcuNP2uw1/S4R1hHSZP+UDbdrc3dSGqpy870m3HaK6ffS5Mo9dEJtKZpgaw1QZFDPXqa2xn4JrsT+ZU3UwB4XNgU3E8ZZknZlMK9Rixj8ZMpxA6An/bNpbnqcqNxA2cE6QydoMvsYzj7xqKHBe+eDicvP3PjlVYrLxlqWcLGJYdfpF6+4UPOzEF44qxG7woBc8mxWkT+s0DS4S1u98tvh5owXymCNhI0GeJQgTwUgbXm0Dx7mT+ytam18x+a7mzuBQtYGiQFA3yQyBAs48mmX7cgdWzs/XRmO3+YWT/oOX+HUBFgenYJbuIur+ERefe8fMj0CTz7WCNeizcea+vI2bReVehPqOfSu9lld/YsLtDpFq5MUDvzs3WZl6bN33DX097bzWqnxQlts3ke/aZBB5Gvjlv+DL0vzyTb/eaKdp95sgv0StW66Xb+zsATvhdQ8m3j6rn2jPm1RNwVS+h2r0v3kiQ1wPin/DN0P9KtP2914v+cC+zOb7+95mm0seuBpaP18K/Q+kYLOP+WqK68cQaMdexe0yhwffvYM3U7S6PuVwZFNjzEJs56WFlTKxqMy9aHWewBpKW3c+uAlFksuT9OWzPXDppW6/btw8+GJwmotVvj6zkuIdfNA4wPp0kZbEHPAYqv+CZx8k7D2ByQHfPHNK31h+mYEB3RfvOO9sQbUqNHrd9K30N0mBLVmJsdozA2JuhbWvJKIhPKNv2/5Xy7V9pU5bY6u2i53NploXa/uODKWjLM7bbm8S+dkVV8SgeNTKXtTse3KAgPcSrgd0gZnrgS5/BTik4th/cccZzF2SX8Zp3+Q74BUT+Z4tXGY0To31W4MfbLtU9sfP3xk3Lt55HPLjP2PXDz9ghQnBu0Y7tumSJvxAz4pYyIKWqfouLoTcnzt5M2kHGOyPu11rvEsS65R5h60LfMKFa9ptthRt18g5m9Y//xTN9s//f2n735m4/13PtPt57r9DPevfMGY7WJU9BXFvHrjCO28mp+p1H5s+cSrN+rSCxvPfhzmB278+QTm53f8drZfxPb+5/i0nw1//90nN+Hxo9dnf1rRJ83K90k49rsRxz9GltZvDBkrQprwSW4aTjX+vLGBHtXaeACWjTysXhsR6UJplWiPr+RfiS5yPnaB/J72uwHPR3ZmsXJ1KYX0PKy1XRm2o+3Sm+LtR/HGQvtMHwwPbRMnfNtfO7yejPzLsNcLka3PFEpy/CAu83wnE2SLEGh/c7Pl5Ekc2L9OPLbbw5j2IAVvNbWezvIBTnHYDnsEjw8I7egmjz80yVTTW344l0+e+MMxvbJSbFyK99jU8kv/7RwYOionT2HIkOgWRVmYAHXYTx7SuDps/8Z1FWDDQnvhqOvbPIzjrTaTFI4Bv89Fz1qXXp/vH9roQ+G0HVr9muYLh1STrGtL9FPJm2gQxh+KG9kypBnhzahXW5KrCvWn3dIjrH5BOXzqekgSq3BSu3Dq6j4YOpelZaHWngcC6udDoyFKX1u+RE3hlB3aB6KFVMfFu+Cn/FoiDzy2Lc3VnEPK0eYlM7dfOmUjwbJ/FGz7jqP4yH5y7ZVOnRz+fDma9MEVLk3Wct0wEAQ+2Ube8FenNMLUA4m64fMXbvITYcC91kqTIzdVkT/G3/mWBkGWcCcXkzZs2Tz9T4HkzIL2MqDLyOzf4BGUOAXq9NPv3vIq4xxr/O61q/QISizufHhjIYZWDaE4TJ6uwjDjtYisNzDUag7Ep0/gzvoiVg6n4Vnx0bHztXZrdK5VGr+K6MdYIoh9k4iMl8wLjiXnJN808faWa3tIypEHwdrvZSjt8ExZm3p9UPIYJI/NGbxS2nsRGJwyNo53Lnt61bzEMj8kwQgfUReqRtWJFxCqCM9FU45OSHmcn0b7GVs2Lxy74FmtyrOBNS6FirUYSduo0UmL+yQAuB3O4QTxmQuln8dRjk5R5lvptD7lZ8BZ1wbrIy8Z9QxeNo07ePLqUGxzMHkBcFGkBfWYweeAzWQmv85V7pW2IpP8BA6LpvzUBV2oFAPP1CBv4KnXxZ4Lp3w7nzl0+Vbf+L6m65frCRHliMoJgdaTTZ6amkhV2bLV5XlAQGR7A6vsZYvcoQ0+iMUi0E0q+AwL7O1TbOIlr4f4GW4W23nCbQzxO9yMlv/4sV+WZiBL9/Fj6x/zqjlxwI7cjbemqtPJxCG3F0PhKQPfBmYiNHCgM/PIl6vFN/YH/Iw7bx7lBlIGOYvfQ8b3LJI/4/9+EVAQyMFK9HVT7SQMDaPbOgER+6TUB84E3fyA9483QdYWsMR63KWJwMEpl7I4Y5T/VhYWHrFfS3IeG48N+Aj9Fv7K1+Za0dLXtI7FacvXaZ8p0tpn4B+rr9m/k/vbPfM7BUOuSa/L/yPt/haeRyeou1w9Gwqxp9U0KEVOidlAHk/fe1fySnB7QXTwGftIy0cvmL+8webh5vovP/6Y46M5X9Lw149/yRywN1j7HSHa1rk+oXrp+MZC1X8j8Ul2e0VndL6jWcwJtivzcHJHs9epWWjxxPqnn3iq/V//nS9Mc7P9s0+8+fx2N4/8fAw0GcwK5gLvxtlN+rW4YqBHh/57TlnIpDci4zMbuPI5ryL7PU/Df9bPvGLHhtubGpZ9Vd9vFv/AZ6tzo5K+yJMBdTmP2RavQ/o6h7pf0a89f9inL1m3za811YXfD94BJXkt9Um/n5c8U+ZFzBSaOKHgWsTPk+sRW5PJk1x5qVuOEGSfNxROwZRftH4AyRZ5mCNoq7bH+foPpVPQJeAR+EdFX+KOQq4rin8jbd98geQtzjfgJ/ixXavrpfNPni3bf5SvCWvh5mMtAiWx373BnvW0MR8IOeuHxJD0yHEEZMqSB17/smqBiEt4FvByr0pHf6/swrruiA75FAmh4yv9Fb2XZWi4k9uDYNy4jOnnNfam3FJbZa02yhQtZOQem57qualz0Urktu2gH771Q6pjk+X7RvcQvpop76XMXBNepX8J3LlBTNZQ5IcZNwNqdjMcWtob7ebHoT32m7D8JBgdGh3Us7aXlkZnvR8+8fRHHAHjbJ7DYzCQ3GC76ZZfeN/QaX1l+rFUcfyXZuawxl3EpA9b+obz0dVfoj59lZvEc+1KxBDbey3LxpsYzXdwXAMQKgQYu7sXuSw9aL6k/8LZcFroOMo9V/2E7PgjPeqIMqkwheAs+kCxH1n2GuUhGadcFugDpwCvW8DUoo4e0PAfH5P7RJvGRLzjxd6TQ82+xWL92pxn4AIwUXZ8m64PjLD/iWCB6mjW2AotD+zEfT1hCoZ14mjZwZU7AtqrXvEemhoYJy/YdpidkyeWzXthxyPueEwzgiNnDKOt7t/gJwC4+PkFa8kBJrBhS7CizyePn3n1NwFAOd+0pzB7LjnEo0p1uiJ/6XBoyBv4T/nQyXGxS27dU1hzYgOFsRzfc8fqHbboC59IuGGLX6hrSjyUgTaDjbaLj1AVKXeSOruRpoT//Iz1O+hdEG2itRDRkQRgNt6Uu3j1FcIOitUvjzJ3053Bpm7hK5N6IOQvJtCShj48w1upFzj2SJo7zslDjVzaGp/LwV/aaoxoE+2CyeD11WvfkPCJ9o/svvvt5JPzKrmvmf/IWOKhNp/n7sb8PUJ8Ev4B+vdsUt1w+3luP9OhH+IDbeHQe8aKek0+OTmbdsWCSLrVL0fTPXQlAtoGy75e1t/pxBAnYOye5hGPSDR+f3WBx8+VgOvnV4xl5UAtsf98dvE37rLn7il1+1dcyDDSshsa/+zryz797x3SaAZunYnAbEiHnvpDC63/z6XdnGk3jZn2GB3fnuK7B/K3uVdfyasvDhr+PEUadl33f2u6fUZj/cf3Z3qoTQyFJuQ5wVYqWXPRGhlCi6nELEhG+LNPleENqcQycek4dOPnBvtHjjzhZkP41x//ko33B550+7lux72XRm3ygDMaOo8o7lnTyzaOSf9wVl3oy7jvnBvttMWhvwsS7fTz2T+xuf7Z18nzzeR+fptvJudp9/5aQp+IsCDztfJrLvFVRX9uhg0lNy50tfP9a+0U42EfxB8xpr7KNSg4bMHvXUj1JseneQ39PZ+V8RvQf+GJd15FZ1Puk3Dt6fyJ77n5m5u6+Ll9TR/sJPoPe/QQ4IV/7C10+vuhf+1958bOwy4K3VD78a4zaafrFJNx9xuL2sz9vimBhC6QyNMOo0tYUfEz5fM6qRxT1hpSr02jw7rsEZMFkpWm+9YqKnaedpKHQdvKuNT/f/7neKCzRM70jf2Tgw7K3KYS+y6DVlgu2/n4gq9guuhmKUHcQ2NoOb7JnH1cH8nqcDUMuqYAqw5wps5SGbVq5HpNObpE0utjT4g5ydeYglNjJiU+tvIQKNLcdDfJy3Fw4eQ4ZEfPUVdXNpcyRLRrjFd0gK6tpdtyrreS65Q3UnxxyGz/3HatrJv9WVYUgMayNDU9cZNbgkSqbMotWJ48vhfPOCx/Wh363RDnIz0z73bj7JqdMJCBwm7CAyQ48jnu2DN9x1r9cdPN/M56rfKVBR5Zar4SzYjbnpt7EfxjBf2q3tO/lrcuzlnw2nR7zSX48+CUuF06jcxGd8xZGRf+D5gZf8CHCe2HdQt9lFe9L994DcQufYRt37N28Hqr7qxJgGeIcT1wgDr6tNd7qLaOKyDyXEtw/SDf18jN5XPadmyz6oa3f8qpcOVZ6bpeGGz2fuyOTQJIOduGVju20yb3OF9J2/YwK3AUpb5IwCObgh2LUDuQcjbZeeLYxUk3iDgJC9uAtkf6hTRXYqVGnGX+W678OJqiA907VH7RjBOXA6OvEayE0u8CvOa50TH4j7tP1AuD/kpYY5uj2Y6Fu2aFIpOvAr15cMh7n56zM4BzpHVtAnX1Flc8It2AI+Y+nE0c4HQ+AeN6IhurCbANdDAJOJ9aZIEElxtwy97wSNpAiP62ZBcO4hO0S2v9gT7mR8y2WxtNS2efP6Yo0rILvPd9E5iBTn+zyPJOkg8u9JkXuff4289q+w3lf2UjnQ21G2kOXyvPhpp+cIPtz4P5m9wuyt+zUX8P/vsfeE2dMUc1x7t8b0D1aZK9qWd6oRw77F9k2l16aDdjmJLPbRO9bUueILVlXSCr1/7ldgEfEMuGQx2MXtePfdCnRI9obbwiTR2wWuLwW4n9LOfWkYFfEWXHx9Z8+ZRxEJAepUS/uWGfcCtMeBhzgnpzhX0tSasRv4fnazL/GD7tHNaMk1fKBUn5nJ5hpzRpn9q3MWwAfGN6knBwvY05iB6Kan2b68mmBCnUBid9ffO+LeFBWSo37UpfH8cFC3zJmAvT6lyylXYt2A4+p8wk8sx7sdjxx6WPcevvTv/lr3/97q9/4SC37mvkHybPfIZ3Oura3kP8LXvkvsC96VllMS6vPl9DTwkzBgd0anfBKqtz2m5IHfRyCP/Mq+Jutv/mE26+KK0/BfZTnm777eS/ZrxnwOuYXLe6qHNke33y6Xc/3x2/2d86c8yMZTre+nSAdJ1CuohYuNc+lhlpq9cRF42/esMa+X6p2/vvf+Z6wRew4XefhOc3wfH/e+5u9qmCN3Y/5ZqSJ+RcY7rpxoMZO4cR8dUYmTLGPVUDfu0EXSV5XqbNHxm23/a6nvlyrmMxyXaOX8K5/ksPgShRs2ir5sgZ3NJcDh6H7lXj0aJRZhbF6J822Ff6K9eHi+mZfts58IvOwmuwB4I/ubL6zLesiq1PviYvje2Onw+8xX84JdoPKU9Ct7+kSPkm7dV+7Fk7rWL7KSVdJhtwY8q3Fb22MjwYAwAd6PzbZFX4hFx+D+cmY8LBB2vmNeEu8qUyDlzoVwC5RHJA5OK/CSoAI0nEwKU09Sx86S6CxV2Am/fgLDaqwecGF1KxJXNZsDNHIC8mJpfBWWX0V8p17jxQnwQ4ZJ0XLrKHgu1+uLFgHYrnXi7T+ofaZQLUMVCuAeqXCy+0bREdMP1ZWOuZU+nfvWbtdco12GffWOTjO91c94Zlxi6CjA0/CmLddfvqr27t4l8hoZWeYniIKYn4N2m56TkvDE8YC4mHkF2npS+g8TIiL5ovFyrBPjClnxRAvRtaRgwu91gbKIQ29Jy6f5Dnhl8E/2DBK2jGUjxjrLdWseOTjEXtdF2u4W6ia4vDJmXsz9sbji8aI8wodtPtaHRsgoBbmc3FK4VLYzChi0CAdhwy/LOYcRNe/RFQJCph5/mYJBvcrtFDSPb1jXejCVJ1aqA7fR2hiUpSaC/y4m1SOlKNHH3aXX02Ld8+ixO24zRIFXG29OGzHvbIDkgnqg4Gg1e+8Iq0BC7BfZWVgDVjv6w7iFKmM3VOnzI6yVKGtkseKewUhWIZjvdpexYrvrYgWrVHSlW4o4yjTxZoJ+X4I7KWtfZHjjzosHH61TCyg3zbREgWdZS9UcGKCFvq9yxGDRYOF33a041kfXv5d/zTvkOmQQzMWOqdV/u0xzYnde0I7513wim/tItXVpO2aYrypCuUInZbNowHRqbZH9gde+QJNr/j6hei+Tvc7Llz+Jltf4e7m2g23rxC3m8mJ3ihyUYcejfe+Ry4EU2dKhe/3XhriPaon7JVjNN+yIJLBsLuMxk2HiFlE218Ju5pol+I9hvfnpbNNXcNPoHJa+fofg9t/KEr7Hv7LY4APjL9JnTj0jtrXs/XCvX66rmxiLlzSBCPph7dokaW4yXigSkv9oJTrW3JRA+umBS+cJJ7E8yRtvV/bb7j1oZueXMtudu1dmnvprO8sDs3vh/TUaeYz+A9EryoXRxXoSS7CHnB8BXAtm3Fbf1mu9uUi4oBkNTYsPaiWUPxIvPWbxK+Jb91zXwZn5civtIoCEOtEvB5m8X4FhHFjCzgxty2oRJGjvzgHXPK9DrgZ7Z9yv0fbro5/sLG++OPbPbAOZ6u18iUyJCILsRFfnSOBmRrUzBPytWl3pd9vnGlwTBpn6enpKf08KbqLp3nfG/EXM+81jl2P33i6Taf0f7ll7/PhptNN0+6/84Tbl8Z9wZbkzao3pb1T0D+vB5x3H0zZh5t2ZuDa78Xjraz9jpGMvfSiMBHV+ZtjVdXnsD8xhs5/OShMxmTpvPozzz5/rvfiO6bBky+eepBv/Qb0Qt3g96317guzcJl/bx2p23oUt0m/en89Jx2TN8ynETHdvJTZiVuO82NxdLDccWZvnHOV2bkeh233RxNE1X0nRJiKG3xSmHdm0Mu6pSTNHncp9y5gsjX62BlOBdX3vDRYK/d6bMIQqY2hCma1M4HyWyDB/iksTP2Tnkw/7xMSzy04SxrM/X4gDy2S3PSLf3g9V14IPudaeNAflWmTkBXg+c7pR9ChI/MDTDy/Sx0okCQf8JDU5np41vUNJG4gKa/6e04gcA+AJaPl1FW1ra87NrkAZQAyMMl4i1rDuCuLcX2S1TlcFUBBzSNwuKNkYlKiZKy/pA4yTiAJuEAMBtokQGUhBBa8gNanNyGWAjE0j7qnClr5UiijTb5qgM3+UWxQ4EMhXQ+E9o+quZ7jI2q0EJEUsTaZ12U/g7MXPxBL41J39xyLQtT86ZTKjjAxUIbh9EPGYdhhHfmWejidWR9ctP9CxtrLmaK9qFe1mTKAia/byDpxGymoFHr2tLNODAA8vn58EEm781VGJLQansVwKENfdrMtSVr2s69nYLEESvR23YaOYr/fam8tVrOW4Dx3PoYlLqgXtuDP/vFRp/1pf9d+dqjntVrO9vXiYPLROG96Ru1oe9cnd0F7Olnxr8sjqhfod8lT+f13XSHOHN8bpDBkI+bZPyBy389oiQ8kHEivCmzSorRJb/zjpUQdTwvvZJ2zH51432JuJyrMC3SAWlWdUSVcLAo1h/8cyp9g8sAm4MAmtEeQsW7IMhdiaGRfYSQKy0tCvg8pWMG4CD0cEOdAFUPqbGv8wYvHUAHxi5wWi6+up702SZB5s0UHdhZzxNI5TJAfJqcmwmhfDrJpDwObbaJyt8Fk8EuSe7pOPIoOI0bAHntL33gYJybIRmU+hc5BoCJbBe7hannsR+sZzFWjuDDGhEjB4ATQoJ76OpZbFchaSfOhrzxEfXI1u4pI0FqX11xEfeBoz/z9Su/ve3Pg/kZbXKI3Hy70c6mm112XznnCTMCfT1c+F9YIObmTtqOHmCxA9534YU2H84Yv6hdAzgGDAP/GcDaaYSApJ6Jl3JQ9GVe9fcRNQC/fV9/uIZ2QWXZifJXbh54TcudE/0sPzbxnxjMF7Wpn9jLXTHKXvh3IOozf8sekeATDLHI4vZRL9fUIdI2Q9yFgXGm7fpbes78U+H/3z/F4DHzLP/7W/6HLUy//Pu01Xg3Je5+Z6MyL8Juk5SyIReJzmPEuIuGjvkP3/2v//iP7/7X//pfvE7Ob3CzufvRDXdeJ3ekGMfwELuxqcEM2NH0dpLH//N68BZ17AJpvu3tHPy2hsjNnFsdmUcjiDHv0+vv+Y1tPqvtN5L7+9t/4yfB/u6XpvFzYPkNajfSO+4vw5hxkKFu54PmltfCzluO48xLnBf30lJowlZe55K3UmwfZHRm1oKBRaYfo/memwff/+zc60bcxZ/XmX4Rm/3UJ+J/+e5Hnor/wJyXN65cEEGXv1F+NOM25UuG3VRfLWX+hGo9tX4phOuPErTHuEm/1T5tEud1ujcrqUnDX3xMOdcQ7YwQI0sZCiRNbiZM/Z1mqUw9tCCEnykxBECwTzqT4/vmMgx1AaksaLiG4N8v0860V9tfSduON9CPHE9E8gp6Aj/yfLE23JmoSti4sF9fkwpMOIdx5TU9Y5exYWzki1SxJnExecenF+PyuClzjfybY8ey1vMPxSR1wzWTp9Jgpg7RUwpIdFcXw6O87JgRm1XHxeUXE68U5SY+ww+JA2DL6p95R9lGeucDyUq0+erOxvES4PqjLVp9lxFHO8Q9t+uspwx9ZJh7RP+jVMfsprVLe5bq+cZ32nK0I01HBFNxry+UV6IbZF8F9w0gN9shgkGd6XsoM2fk9fP2Ntvz6NbWfa1cgYkM7PILH32rKK8+bh2Y3dZ9h/sPva5/OM/NU9+weM93An2ANz+BxZdkfmAe/sSrr3mzFwHZbq7x65Q/LY9Ff5q0LwtKdAwJ5QTrjoYbrFc9EhvMnZI5FpvOfHknh8YICQUn5/xGjGPVD7d6De64C5XzsmMYwR5c/YqnfI4y54C8rWLfg/Gh2GiBUm0bG9QQJG/lv/HEexf40N3JBvLfCYScwMyXhs2kkgszor2U5IlR6FU+aS6A1nZw+JphBg+GK7vUmkbJFkvrIW70L1WQ5+lmQSZOwCm522nvJOn8cZsg5I+KwT9nYj3k8bBjyMjtqEvqK0Kky6smji4mpe1Uuc+UdkZuOxlCGSGZDkNOpjQEqi86OTGNd2MdnwRAvYsjJRVcwxKkCEn/KIegkqDBG4kPZe3LBBCx6r0bmG9VrxWS/X/svWm3Jcd1pneAqluoAkASnNSkKLVWS2p1q2VZrVbbXl69/P9/gL/abjUJkiA4gARQAGr287xv7Mw8596aAJCUvBz3ZkbEjj3Fjh1TTgf7WqauIuN6Ck6I1tko9kv23Xi6ucQNwsF3sd/iS8VuvH08/C4Dyj0eEfedbe94+9i5d7bzxXI3rh7AHXTcmLv5np8Kc8MbFdAlFztoL/Xu1xmJlYlucbOkyccMrZstOqqnrdAzQ+HSNU8JALGOgGIf6R2MtZXy5e276WnCyKDMgVw5+IB9xY2770w+y7tjWI2mbodER+rKEhdc6crbgVmBRuGrCijqawf8Z8LLYt26Qe9k27K0CBgEBSSWidqbN35ZeBWcl/F4nXL1soLWzOQfWn7F/sHOU89rbfHHr3f7yvKbVzFIUA/4JNun8Ed8U/+/4xfJ2WTfvcsd7rtvn95l0+3H07y7rbw+uZHZIxI7h5CU12YSuOrrB1EiJ7vhhPzGkxPuMVywoSUuEDZk+7kXDqxLsWaD+ZR3sPM4OT8D5tfI3Wh7d9sPqJl24WVv7aa6C9uNbRJdumW8if9bYQ79g/GjtUMv+7HZ5wZwpn8fqpF2WDTaeQuib5my37Pqi3jm+Mf8YgOVz1jjV9HdYHvkvfs73Nnnp93u5OfdfEfciyfrDo2ypMNuWC/ttttXyeQO+mQdsCuQlNUR00sxx7D7wxFqeq+fY6ZrFfnabtlIqwfEyo3PwTgzOfmR5d1HJwwXUrZxdI8WjPPUZXQOj9TB+i1bpsrSNHj3Y9coNU4+5VkXiKtvsTZBX5vYtDJTFyLbwXkmk1jmG8oF/gsMmw0vdBttqVqqtRnoAm+yW/sejUehMwOtc2bToXnVeNpPfFtH/0xfjnLAVhxJK9162RD80yfwqKxZstBGR9Fo6qxJ2vqcAWYNSuyc3DVEK7Q3X71LvqUz7qHNiq2mDcUJcgApFxEGpUtGdmc+Ypl2Ey+yFk1BwvBC1p31q4kH3bIQBJB+kTVqqBcLyqnn6Cv+bsfimd/2FQfc4bLRULaYxoapzCARjy5tE9vCKrnGK536GbLO3fQunbSCNh7SwuiZj6BTJ78y/ojxPBvlhZtNMfDsHVzPUR4edFjbY3iphZvryeepAOj8psQ8dl754kWwwkOm7/gBML8J9SbO4s2j23ksnm8DEV895qlQjsdXbMafMP7C8w3HZWX+fzS0dvuG2XzGasdNbIWhUvP0s/iTrREM4GAzjtdHhMPH+ds2Tat5x3vBQfUngOUjR75oYmO0T5cTZ/VQ/rrBqTIJaThS6RWUI98ywN3jKsXM9L9SqV5vtFFgqb7b7lNkEWRqNIcQJzSV3HAFXgst3cCLVzh1htmcNJqtjhN50R7KidU89IvbMQ3IbI50Fjc3Jc3HEUh302nnWvRgTydoRwl1uNgcZ8Jim6GjxLyMoq/xXpYkoJkowxtlvOI5aOE/GUibjGvIOMzc0OoayUlbD0px3A3ZWQjiTDJw4kgsfNRJQrwCjHMsh3UgzDH4kbboh2i4QauGEbLw9YHqS8J2QmevnIoVe6Oad5T96JkxN59Pd+DLvhp9vZPtu51MYFzZ46Y1PxP0jI3303X3m001uG68LfOOta7v/lr1jZPOXWfT65IKvN3oG6xCN+tqLQz9gNUIwTBjYpUnyUlc4cfYslqgu+IpL6bmzwGdE7k/g+b6rRR0StsTBHXvBpsylNFPjR2YrWHqCaGbeX/CxN8UtaP5ISoXZrnqqloO0OwiTMbiJJx44mekZ9JTyzQNcYMUIhgbxDiGQz6OvpctSgCmimc38Ai7hWC+IdInQ7wVHGBfV/Kg91dk2R7wmvwO6NbykD1Y66DYZv8D7EXJMD1wvRTyItqUSXuz/c9KzjJl2vHxXMBBk7S9nljuWo8c44D+6JM43uH2ne23ucO9PVLOR9P8WbDcSXUwIOQMY3034yfpTWOcyrR9JQ4XisPp3MkPBYvHkddW2pbeZAg/tgsFiksQiTLHWfux41x+oou72188+JwvlHN89mk+nObm29/a9qNoeRzRxVe0J04lOh4szhHS9wUjpH1citRZmhBt6MfEeduUPuWhMSWMMYLIqqhHTJg26ug0Y0UQc+rCNTo75kCbJ8HYcDxlfDZt3XyVynp6h987+m7E+9NvXEyhzfNEFoO0Tzal3RivvADj76ZGr824u+TqOEYf7Rtv0C2x092c0ivVv/Z2jHVIowXjY170d6xuI1tQf2jt8Ud0Vd8twCdjNRxGhVq362jxhEfmEA1g8omH2vgcoWuLM+SzzI7dVPrKauu0q3VYeetz7h9nrCK7GnieUEh745Ra30mrMXbxD9t1cTk0KzYKBmeVarZVbc6CBV/xwI1j1LHssaDpvcRU6T23ba/jHyUc08EEoI43wZ3nleCCfXC9w5U5W1/iDmTGAohd32wX5xkfknYeh9BXDUdA2sYxZJwMCZoi5nB8Caq2lcRYDTzaIk2Zs+/q3zvEZHu05frkJiR5hiEoFkyy+IkJ6kJ9mhcVrpZxFI3y8Snp1W2Vi518IusdSE7Sbu1POrxWfxr4bJZlUphYIhPH7sQL1AKL2i7m59WU9PFBWHHWz9Jaj3W4iTb0IgMiyD9lXJKPZfmehhdWQAtuykufr5xn3Le89tIOm21Ij301gzw89S9Sgyt8zKSHiOaGTTyXe5Z54Cbxr3y3yA8GP3Isdb2sv/nLRi8Klsp5sCZt/Dph6K5zs97TNc45vq6MAzWktWf11qL6lBzdb0y6FMXJypkO01hcbVq69BHKMm6H3jJtrXdodXhIa13EA0cXsV2bByvr7H4g25nL8a9+i8/YHyLNNpR+9Vl5tDMDNxz8JPnZeENUx4dca1pZFEmsJgajNThM3qpngloaW9H+iVue8k0lYGCXcVDykLeRoZWk0g52A0xBiitbggTjGkkDa77mx6ii826OnUYZuLMbV790Phxk001MDdIOLBUK0amMl2qiJqij+stR08QWyQOLnACjTTUK2KIaXxslDH7LC/Vcy+X3O81B6GMMDuqcOdSvNIrtoF+aXrFtW0SEeN0ZV75Nil278IGLbbJ4GZtJ3RNTlgFyajHl2hU8ndKBh5yDQ6DWjTu5aWsHB3bXef8aBO9Me7yFzLcpu2LBc5tNt+V+EdyN9RWb7qurJ5Q9TTnjDAMMuMHR0b3bQBtCn/eraAntoqvOR0/U1o7p1UL1CK4LP3ffCfpWKogtW3/rE1sAb1Xa8hmoVxkI+fdqJC6ELvYR/UZ50Hnga6EXVTsTq5+28c+m0HfEVR97Qq6dkX4srTxEJ6SdsZc8bWPl+E4LyfQPHJvBAbg6yJNyPwRRRHHVr/yUm/5EfC1ImCDxHAskf5Ma1Mg/YSiTGFo9IOWBCRdQfFRPEDeMpix+Y9FCSFxfGtpSfplzZX8pyjNSbLq1xsu5TRWPmFM7YbZbq+/5WPKaNV5tETk62GsF8Y80ab2NQy7aJAcO/9n4ku8kuMei6DZjn6hEY2chEv70O3zax5Pzc2B3+Sr5Ou7du5sN+FtsuvPuGp4efstXj9rpv/q4IT63CmehlYLDKZzOGLTQ8f8YtqxXxQxLdvyUtlGWfSaBimqXjplAIHEcesZm0zvZX3z++ek+d7n77vbD/P72I97rtrwLu2WXCMXe7SCJZ8EWj1hK1dbQLB/J/JQ0I8fQooa2mfyoar5sCrGNbKjgUWBZZK3Y3j1tOHpNftzMOXPEZjwxw8rQurnp7mLVn+/qRty6eyf8DnfBe2ccP3AzzgUWx6SMx2zIMy8xjufuDkZ1PI262lqZ0RHdl13IdpgxsULqcygf+HlMHR2waet8bwX9XV/Y5m7+lepc4dyKcrVrpMNFXfDhrG2WvXebUyZsCcuibuky9djKFo7Fte92OT2QVXwWpd7DYJU4v8/FKAUrX83T7knbLsJzKpWD8CoL4NJe0wfUbJWlnZMRpk2cO3F8YFkXaquUU8bfmoCJxSNaf12Ylml0dRC0PHxM2/+oU3hZcgjUYeuDB7DJ+nN7SORjjPAfvsbgLWmlXjKMgrtoTPfCiwTQIbd0xVtky8ZltZ8Zn+pKAblh0gJ+kMugaZ3lDV1NmkIeMNtpX+PqR5X7xrrDGT2Du9o0pM632GU0TD9pXTMgAz/aUhlnAUD/qKFlCyH2lJdOF8XEslxtBVFJM/qSBfpXIUXPVtG6Wo9DYN1lGHtOujcYYBV7L51DOJjGkyaZMk/otcDaIWFFptuuBc85cwU41nE75MPfvGOt1tYwewXqONcfYp7YRdq2azfezcs7az7sUxuChH4dyZRJNsx4zDx3wTNwxnypISfvsjsPGNybqJct6p97GmFZ99J37E/5qriwmhaMM0uFz9lJJ4wiSlSOh2lD5Tb9kjM8tjou+lwoZnwIv3SU1Io8sBHxPLaItr3k2biIqjpaTTr58HftK3dbDCsj236VcQafTA+SJ6zGT8QzaE/Lc1joheDwKK8qTNr2lt42VZL1Jp/XGEh0DV+e3VdauipL0v4fKTFBCSzt4+fVYK/htvEGg7DqaCppDTC8jZ0Ys8lz0FEAzuOY6i38bHgwh6plwY+HOHFlo6LzOLmJrDYrLJNRWQDCp+yYHuRXiNvBNN4gI2ENkFZ92FuaK+A72qQOsUw4YNbHhO0QGLLQxWsMKtTS5pUTu2DQVhl4PAJ+DvBJg7TwJ07TQ5N3kp3MtBsdaMyWhoUq5kkDrHRs20fh5JUAkvhQY3vbE/tHH2MxdnuoefSSJyETUqXEkRdHUNA9tK1tfk4rMuQmXze6bJjZVftBNL82nve3cQ7f2XbzLeyK29+OzdvG+wpH9GC3mit6lN1hQ+5PiimPc3xHu2SQx37WyQ0+KPVFY3EBWJbDxRM6ObxKOU8ebDXf6rISSOqjRfhNBtXC5etj4M94FD4tjHyqF5tlANFm2MYr4rfolXZMm1jd8nhLYm0jfLWisYxZuKpP3gUK9/qYtJYA6qMwikv7OM37pWPKDODdcvMDr3CK3E4i6a+gKEapm29I91pBPZa816L7KsjjdRN/FV7/kmmt3x/ati+zh/rU7pl0b0B3DabfujHNGoN0fhfajTaPHr9NfO/td7jLzW9vewc0jyjbN+3T0L1ms2ZsXzq1H+xK7Rb8snZ0/EYn9fJAjndE7Tc+oeJ88uwZP+vF3d0HbLY/+fjj0yeffMymmy+U+z4gi6s+nigfgpPO1t8cS1rZ3FmyZOXFmWRhkyemN8/FYVneFHY+lq42IwpPT841lFSG40Pz1lEJ+SfNEGIyuEQJKU+K8jDxNLyIfW8Rxlb1CXf/9AMvKroBz4c/GfN90sF3wf1aumX6ge+H++V0L9BkQIRn5yYTqkzNiWsxJRoO2llWVVr0kvMRN/aCVS7wqzuFz5yIsFPmlVQUhs4fwPsBU+wWXKvr/Kdf4PPw0T9qS5Vg9I1e+k+D8bRRYMjLXTbnlrZMmZBOi4CUlIxYWxm6ACx2AFCe26bQfyln7b21lunU6fW0e1n9YPnS0LbY0XpzopS2WdalxP7px0YGI2lDn/YWyrp2Q1k0QPX9TMliROnO5fYousRaI1CIf+W7LbYdjI/1q6wKz7oZgHO/v/8caNzTdZxaGErdHiwG+YDKIyhCAyuusFax+fYD+AMUkrwVCJH9QijSqGC0beWS5xS0DQdM7XkMco2VDmBxpq8kHpqqlDLrHT0PdMO3dZ/c8+PqtZebzwHI2J634dj/mbwCp47p5+JxmH7qR9Yof8rXcB/nTrjrLvGxyzo2XlDNxhuE2Fb7zVNP4brs6dxneyqHUSZ9xE02I0vGWm8yeU9b22sKh6WJpRMvDgoD4TlI29f+9YdVoxsGjqmfdksYHyIzMONJ18rlpyXzPjbWK3y1lj4AbOac4MHAjbSMFOFHlNuzoRy9YutKsz295hZJ+NEbPpGgw1IQvw+1DPfA9mYPIURSrrAaA8h7pqKQNu9k5STrY7DZ0OFkefcWFJ+VdwJzU5Lf3Y7HHAe5XZa1mit/1iUObJzRp2W7Ux/pztNgAvCAWJ4567Ty9IQFULwl5FdouQg3hXKRliYJrZtEGywLg0WSjqHVwbBprL9XYdqJ0pzgqwt/wDPQqZRpqKRP45jzn2yu4ni1yn/idnDK9JdD0PYSxUFMim+7oEeDOtGtIZSn8g25Kp648sQxRG5ScpXWgNWsXjOrY7tIURb1Q2Hv7N6Gt/cQ3syGuxvvO5Rnk42ebr7FuYN+fW+7ay7rkDvebLrzsTL4yVO5V7xP6Abe9KpqJiR1y91v+DlQv4GzuYbrhR1j4dYXW6Cb9XVwm/rbweRqC8TvVrpV7Nk6+1MiU/FckQSWr5jL1LTyiZVr0Ffzrgi69Gq3HscbIwp08Y4ekee+2QA95OHTNqPdAMgnfhK3Faelb8AjpgmxJycBOaiEZWKiE3huyrPhlwDxKVN4JErzryBslUVfGySt9q9A71dWcfrptIuEpj3+uCEXSPXbFY7jcPxz6ShG7nC7oWKz7d3td955t4+Uc2fbTZfvcE+Vpg/GDYc5sa27NTfpbZ2HgPHWiff+uzOwbMrtA1tugEE1s9cpIKkW2DEmfdp+vdC8sv/gAR9M41Fq73I/YKP9BR9M+8I73Z/z/raPXDu/4J9xUZjZW+35CZfiBBYxxcVbuEOzYpeIWz2C/eLTcIkdD3IV1+xg7HwcEhzOlNRRbC+bVNtMDkNfbua7COV76DSKeE8es+FgMO5XZ9/IJvw2A7y/D64f+Pvgvut/Kxtylx5Xme+ldbz2UcootITHPoqLyF1+23ghfclIP/ZuhhdMUjvGTVdf2sP1TSZcYmeP+MVq2ZQD015RC4CzriutyY9K21guAHm6SiYNMHuXsYt4ZWV49gqWTPjgTzaKVNn1UDYHxFnE65zyCk9PXyZE0y9D+EIadYr6qkh6fOp1pcUWL5D0Yn57afwKZrPpTr6WS5sOvKLouzZuamBsX/ZYEMrWdBqYbOKHDkgUqHOnYxvZZtaXPCheh/CsecnXQsZkaE/XEnqi83Y5KAD5uoT8zarA6B8tyAu6DIIDtwYmpIeXcGWbFh6cyjhe5Bua4K3xLaJDoM+WX0cO+FnPgw5+y8aQeWTBLc9aaeFmjZOyKJSU7q9SbYcoF3hOosWQ5sgkn5LtZJ2PVKnvlFKYkblCArWeqQsNZ/0VX8swloHv2JDHz6FxA24/dMxPR8YuqYNCUcZxP3PB0sB2tLw2qlaqPCFUyxZZoWKyrqldr3tnG19Ap9yfhdAhyfFRH8j+S1tEVnkP368Sq67+0fZ1jNI+8ZSvwvY1aa2Xxx6mhqmx+s0BSj1Pf7M0GFiFfPZQWA9QN822EPNTRuviS2sqFzlA1KSxASd9IRwR7vievgxOvttAWcZv4gni2of1uTwp5HwQBuahh6fZCfkZ4QA4qWSQp5TYzmMDSKwBctXA0cAJgEh4NpuU6TBW5pJH2FmjTbQNKpTYM5neYYShaTtHRjELSYNVJycpRYlWWiPLx6tLVq5XMp7FSVOz8JdyQqHVJmqsAuHWMgdydfo+KgA8iOm6qYVy0nzAOz3b3F4Z9cIDpYGLFYugo/HwNr2sAV421ykTRomdK+Xm7GwHBcEzpDEp2PBE4r9aiQAPN+7A5FbMkOYUB1lZeRi22MZJha0HlGSJ4KNsB4XsJXkPm489kL7DYisXX7hLkN/aZvPpO91X+IN3se/gK+Ll4C513tvGQA40rNnBsYxBBpz4Ekq7Qc9voasXclI9yutv1VX8fOFRuvAjdgEVmkW30gOcOgYnQE+1ablay8nrexZrANMcprVU4raTKIbq1oFTv0Et7AY3SEx7UFURKwq7ZNmH7k5WWWCBlUehwNEWabslrqLJ2PccWACojZrFz8jUL0woB7gIhNHB7AJt7RqEs9NgDFBmv4+wlHwp6+vyr0NeyuQVEeR8Wf/nk17q8fqUlxyeL2tKbEtdaIIyp383PSXPi6eOE4t3YHgDWeqFYMfY9HU6rh9G9L1e3++9d5cvlL/tz4K9zebKjZYbsFfhiTCYO7KeB2gXqBF5+O0c99ROt2AHVs4tMvKv6ohjeo2rjjtaj+6U11hAd7HlV8jdcN/397fv+/42d7d5f9t3mn2/28ONOQaB2x6chyoT2NQ/Oii2/TXzndkcpR4a77REX6LgDS3QhtbxGhhuw6Nl5ZParmFsXYZnnKGMAttHmonlPypnwF8S1TuGl6VaJxa52TyOF0LrjrD1DqK/Q/6YjwK9+eYDDl4/wE8euel+/BYfCvLDmtwJ9w44ZXklKGkVUw7RpswCFKxhFs4FfMoTq6TlrkkceY+hZbac+r7JRVZaNAtax9Y8zRR06HUMOPhnynlQIzXay2OUzFOWENBx2q/tQp4iVimsKbB76mYsV+0mbxBUzdAJd88X+hXPo5sxRyLnmAmrvKUFBiTO0lkdo3uLpe38cyRq2ZzLP8IA1Z5Ttks8QnaNAh2kgCdDnKSn4dky0XKDaOnqPNoWU3XnVfs+EMtXCIZlMs1/yw8og3otVt5wsq37eDHzOb4U2RQ6ZcdOMGzbt47ZVFsOnWsty8orFoex/dO0+uyikzzk4yhlCZK+Jy5xohmT5CXYtYllHRiyQQTRZXdhqx/LxP7supq0XtByYseQRd/6aFuFRUAin4hNAFRbQ7P6iG3g5rb49D3q7pjcIJwQfk2Kn8WM/WLZA2WiUTE4J2+u9GEfPdHaugHIMm6Ve6HNMcBDilXVbD3E9y6mOjrn5SfFHPMz3lMALDc3ynCpCtHwBkXuhrafElbAGdSNaiRYJem6NXS8ch+hV3cNaeyy1nlKP6q325YymCOsvvQp+kCdmznaNxch0QV52XyLEP9Uz68ndHxUwIGfxkgbX5dyRNO6UY64Vpo81sFXHFcL185tCTnajx6Td8x3H2Nt+pcVdBTRt/uqLu1AaZ4+wRBpkxiqnKq1aQJwy9PWGg35aZ9swItz3HzfTh3bklLRqkMkN4SRtzG6gbBBZOiiykZZDqJS8MgdWnD1cisTn2QWG4MZ58qStGEvRCfE9fX0RZtOPb0gDe5AAK7o8W3TJpAiDfxM25FEST1MtSpCzoKyx+lNy1sTlEsdK4NR8KibJSJOCN/WWeNK22amg8ArV6mQP+kaPJJQDf5RTQs1qLXpQqxBapFqyNtGbXcjCWJyNixQaTqJlEZ0Czqhmyme+VpnZFkG6iKLr4QbFNDL2zAXUyIXpNyZgMhN8R2Q3Ezfzc92eTd7bbyBucHsl8l75zs/AQZNNtpstnt1j425MJyHD5yz8PX90N758Oro6NEr0+gE39zNpk7apXe71ZQ2iD+iHwVd/FEefSlObayoeCtPhWJ38h0AhJc2+aSXcZbR4xOC8DnTkZO2UQJ/pGVvWv2ckHooWT/xDIMiZQFmA7iH5luVIrEAhAeVkFP31vQ/4N2MY6PRXxxsl34TWZRB4MI9bQleJrvop0ZRLO1d/xNAgLfVOwZ19EK+dUg4QxCZY9V7YXyFaISjyCF0ol4A6nlNyQPu15vU8qPTyzlrmiN2xqmXk4ExVBOnKeKLLyO3fecdaHFd3Mkv/iiA/M5VwGUofiUW8ya9hXlX09+dlrePkl/RUd/y7jZfJL+33t82fXXlR7XYcINj2/lUiuEmvqONftiNZiHnuHjhVgkSq04baJhcxPEiTuIFV9dpb0ostBs9X1XpBUPlPuGR8cc8Jp3Hyflg2gMON9ve5Tb9+CFlbMaf+c6eEwXcTGQMSQ4p9gn+SYhAsC+KMXAh2PRYLlbogKd00W44YbSdNhutciNNnTj0kdq6R4Nlh8VBeuX4n7Ew7aRMmYgUq230GfNaMEXhFA8Lvv1F0qmrGedLf2rxMWsCpD1uWX/D/OHpit83v327Px/nmJ9XFNyI+5V7r8qimGOg7SQfF057QJKOw/8+Rmwj1Y6mGmkf1yurTsRlJQ9hymls2tA8Y2sGX9uu9FkbLD6m0+fQb5tnSy4DaNZ6JWsTZNk4Ltg7KUSGoIbWxQaURcZz7bf0KY6Ewr5COLMhclZdzuWMLWLe2Cp1RWzam7Mef9TGeV7Wg3eThq3Zzjs4ZFVhM8OBMF+Wn3zIFpbphEWcMtO012LWGyUpYEa17SBYdS3U8w0BsG2fv8EPKrKvkeg35WHbrh4eWqE2n3rkD1+2n7l5Wc1/6P9l3bUENItX1tihxtqZ+2CKwN1nkr3ReNv4UPXqe5ovJoQHeql6LVrNs9nCV7OptL9yQdH1RvqPPky6a5v6tTeKMtfYDwmuFazJ9DN6R2Soe2SxloskDDBrufZhS+s53bCYbgivsi9gHC1tJChC0aPFe70LD9QyELpxRGfYF3/RYgVtniP2phz+DPHA2h6+//3Y14ke8e2OvK+tjthDe4U3dbRhod/Wf2E/yusFo+0htj2X/epzlEEXH7SOlOk3Hs6l/qJCvni+yrRng/GkF+g1o7lIZWxIvVhP52ZQDSY0fxmLixbcL3OS5XasNkn7Ib/iFPAyIa1zxyNxOwbEb7IZvZX1dbksf4wXYltk9kKXNuVgYO4FMuTro9S07+hbbg1tW2ikM0u+4VzH8NQZANt+8ZOVT5r6DQVPAC+liPMoA5PJKC/SdBSv1OqNz/gAlizdAKBONuXie7Wudx1xGBA0SCYbaZx0wJEif1i3qsuBtHkOF3nZ5K88BDcEcVO3lMkpHcu4IpAnVCtFydbnBk5loCbyqEYgk11p4Jb18WfgqYOy6QjwtlFiV4ry2DUV9/el5xFs07mbLSmcPOSd9OJlQ5pvK1gHZdrx2sTKt0P7QRjtnHqJgfygmt6Ymzaz16VF0+DmjqEy+ji6UpET2dZHHdrO4WFemQi1XldU/gpP9Ke9/C1t72z7MbTevXYjuR41Z2eeR821l/xyx7u+Iq+81w2OsfbUB5Ud2+qTSw97S2wtnuXq6cCuTtYX3oAJ2so0GMl7Gpsuu4jmwGK8QHrM1u7CNh8Q6VVDmamTnVkWuGLaT1372DmVBOhgn80JSnrx4slqTB8vyqS9BqHQ48p4HPzoH/DLxTD09cmKJ5G15KCmtbXe2i/yyYwZViqVGas8v2bWJZTPR/l9lMTvkf2l7L8r9OU1f7lldin/QlKaC7W/bJ31xesBb2kHSuyHs+7du3d65913T3d5b/veHQ42Sm+x+fZuJT0VFrsSnUgB3cR6CUsPVPcDUhZ09u7XqczoL5HyyBvp75mbeG1FfcKTfuajel7gyzck6CePWVR9zs9/fcbdbT+a9oCfA3v4yLvbD09PH/l4IRtuF6MsvOym6njU2eqowtR5m0ssWHVLOWltvZdP2rjjUXmUu+kdl/ocjTJ1jYyexA2KugTEWZM0Q8KBhAqvZlIXx8oUM7CIJ30OkV41hOZm/HlVLY+lM78/4S74I34j/Fbugvv1cy/W8gg6v+N+5zFfR+eO+Bt+D8CLIvw8WR+vtB31CWOVog6E2mZgAb3WqXWP8qk01uOPcZuzR+93FLas1HUMJH7tWlxOCTsuWWDpjwhw/ndB5qJofMc7onKFS8ptAFqmJxvDIx/qMqFqziWmpSlM+GXQPkGjIHY6Q61PXdLclF9VSpHp2vwmzFXPm4v+4NDYHIXVN4/q4ltZG6QOLeh4gPVB8piQp12E+RfwKguZadpvQCseWptF0IDDN5lps1V41h4b9SsmRkI8BW2OzJZkQIWaKEb8RmAK9EHHIPohgFIx7tAv6ZhZf2ccojwX+vNED4T4a3wYB7a8G+9hql1qs9oTruBorDflq9ES2wVoj9y4o8xdjLucaEEfccFCenhlLAus5pk5Sp2VbF8K6Th80VqXlU4E3oytA25fEi6TxqbN5cZgxqk+Zu7cME85aQd5+SFhEtVBO0KoXo4Tiz+HAABAAElEQVQc1jebLpLys/p6YZDioNrdvAUcsDNyvNPmt+Gbj70h4wn42uyKskfcwNRGXfPKEaKvGMaH5BV7wzImiXGXPZCR/VSH3OBZEnstm6Uu0QV4r8Jkmnmeetqw+7x9vHJdO238PLoNrlzty6EZDe43a2fO6/tY2h+r5WgbWVMIIGI4znrcCwnafw7Hi/FK+bpJ73qe+UB5Mr0M7k2Uj0LqIw/bydCxwDQYlgfqTUmkOLDnTiKZPNIBtcIMLZNQdYhR1P7iMsGr2YIU6mLmFvlsnBRgESxsJC2UP9msw7wKqmkbkTKLwW2cqCfRSLUkpYfCm5Pho6WkTB2tePkcKcSwGhNaa9Vqyk20mprr2Q7gBhFDswnsQNESshi0Delj0HbAPkws3sgut07vAosfWyhFoxkDN2UwzuYYnls7yFBbWQFOiSQzF2GVA3cRNn4bVwjGHqKLFTI4uSG0bm6we7WNPPXCTZLvJtu71T5G/uz0Fne8/RK5d/pLgx1wAH+D+631KLmPhLth7sZbf2PxQT4b9XwkrTaqP6pLNa99qYt1y1E9tFfyBwffyrGCacPEy1AFXpzH52LH8dVYdDHZ8LWyPfESLoIGLaLt7iAp3zzuz0CefuTeBHJ/y7v10o8k46JKnJA6Q+vFF11XkIOv4jA1g1VOucIsLO0BzEk0F0pUgXzw4at7aB5j0F8pgFoXPGKjzx5eldNO8Tqpcrd1jzJfhwN1vbF9XpGHxvpXF9DZf33iNXWf2sZXsVsvWnbs8I6jv9HsXUjfzfXL5Pf4WTDvcN9hs+SGO48IKzPj1rlweQ7/85I993KMHfd5qcqwr7X2IzN9jI6jjhkvSNOz0JWFJ5u/hw94pJy7GflJMB8p58hvbz/2veX+HFh+t5f++4zxzIXByHhpxZayR3c6pve6YAH0GVsZ3xysm0fLdfHnot7MIJRuJ5twxCeMuMSesBHRl/Gl8HvBSfs9xd55iuIN3pVk1nFce8hTEg8fcQecw1cXsuEmvrrdnyYbP0s7OkFAFGtghC/T1W8aH1J9/X/p3xsFSmmoTXiiSIHqgAaO6WkTQFl6VSlgwBkzQy0OxB2HNSyYjuM+js+73OZdrL7JnGBfcHHmut4FVHRZCpUX51EQlAg45gUFsWhqZ7AtEfPK4cw+YTicXpnFhqh6S6UN9vtP2DY92g6k9ZnAtFHz6qFu2fSRSL1jz6WxsIVjW+/pc6MHe52CE5vJfWp/jt/ONbD63GBKdR7kOLiHkmsg++0AJ22+I2xKZnx0CNAPndf1NzaULjjyCg0xW7+UC8+dP8a/brxDiElnvJKHdlOvZW+thBxt6XeeajTy/PmEXp6Upf88dRMRp7SEvDKApy3ElulWH6sxdUuV0sVuMouafNmg/dQjH1QzzitHHa96IYJ65xUj6g1uDvTUrK6/HDM4V/xK19e0s3XSHPYl7Eha1AwlJF3fO775WPNtXgDmOkj2GL724jw8d7v1wm4wIZLHyDP5umGpWj4vIhYRv7DO1pOYf0CcVn7gtm+C7Rv9mvWctUVo9TEZFGHjd0mwk26pioWORPXZimCnTA9bwQ24upoG33/y7cWSZybMuNxtohTYGv1cg6tZD9JUKa5sdVUgwbaepJT6hP4rAmVhalJeHCteFFxgcUCh9d/grgDso5AKmpbzNgFpMIhdgFixkWpFtsOK5RDSiUNFY2bp7dwqhlMbYhgT6ipewBrLzFKYolbLPJ0TRPOS3BgUmGPhbFmMESK1uR4WSaoVeVTRjfT2ojwkMTX1c9N9i9uU+U1SbaFewjxgZCMZpwhpxmCnvrEtCihDYcstzBEOmkXZZU+wsrEC304eQnDFll5zySv08kSgrVKgBXOIg4MIEW/ZODaVBlh0p+JXtJMOeJvDK26+cy0hY0M23N7xto4+bn6HgSKPklsOEzfZ7KVzp9uvm/vhNDeY+So5Am7z1EQ2p+EnPnKXuuM/yXKKThYiyzT/u/4CNptpBGpixzOAH0TTFnmsELKkl6+Rrs8d0fYyPRnPLQtFih9dls1sAORmcS68hehbG+U3uUFxcM2jcNouDdkrf+394iID+6iq3cT1Vx4DcqKLXOi5UuzTJRpMUL7QS7+xn6ftgOYxZPLhgx1Ez1oP/FbCxB6y2NNehMhJsj3YqjWrnylx4TUqAUjiWTZXLacPJ7ZEHFGi9WqjdvhA07imBs+BWwqJItfCPXSM2vNfWyrOsfR7BabjS1N/2yAqFxB7aLUAQU7avO0SeM6mEjoyNi3uUGi/qfPIKpas64dbfsme/MRDP3njaR/L4lGpun2SXyJgg533tu/eyxeqb2Uz5Lu5bo58AsN2r/6OIeo6dZ95Z2QN3uQv49AJpI9Y72OTy1VYR66YLnmtY6glm85ZO1ufLFicDO0uauhj84/53Wl+/mseJX/QD6f5W9Q+au4j51lkgeuE1McL0Y50uoh1XhL11S0kXU023YWhh3it38I3nzKpx9cYbwO3tsV3HGlOPNLmOY68ZJ/SVjwmGVtLbRB/8BQrZBaN5jJemUgAQZXzJyAELeK8+9CCL8ZLjdTLtKU77kYeWO5+B+QIhwVYzD7k3fkrLnh4kefWrYcsPnlt4WrF+Jv5fCGdtIsb/S/VQ5gjlel6zmgS1vEj212Fqk/tfU036yEpcTdiw6exvucayddW/QlI71B981vfOv3wh396usu3DST/5NNPTx/zxftPiX1FwQus2jt+iL7Obb6u8PQxyKTf8K522tiWoj8xtuvpPNzKYdnep7zbkS+iM0c4RlQrK2W/ICIZX2oDh29AQI370VpxGqb+4aPyBM9NSe58hi4rVr9aWDvYoSav1bFZcEu3XZBgMIwc6ypnY47oydkQeJP7eZQIBEtYzTNYCMNrcV78q79jcH1BBmSW3Moeq4T5YixzjqOckg3Sio126+/A0h6VrL5Tu9pIEcrpTa3qIYZrQxtwe/S4jQnMMUu8EK6z/nteB+0zkK35F7YFgSXWlo5pJZBG/k7DWZsT+1SPd8Dju/RLdp+o5pqDHuCixKtCESiltsDWa8xu/Zeusbm6kjdNo9hlXaQIbYlnZOLT2qF6tty26hgJjvSLIgTiJlFZ1mIBgAqzniIUS+6mjYV0Nmm5PU5trI1tK9Z20A5UrSxTahpAmbcA1lmbK0PbKqolqJ1aJdeNVwtyM0Ye2HNYSZd9GDTK6Ku8JMMPXMHyi2+gV/LGIqi7au2xSetkfLYmGzzgc3M1xAteeRtEpovHspJ0sYFFyK7iSVcXaacth0/j6KRe8kiFRHW9elOfOqcNb8S5tnX9a1vaNLBqPTlPPaX0Uru6ue4N1pIZdS3j0JTSJ6CU3uG86PiRNAXGk48rLILqH+YhT9tIny5hu5TtCNFH5DaB3bYZWFKQTfhCkH+u8pHXFf3zPxx3+lBbgeUPqWwcC+Sgxdpqg3OTzgFPyzIAGMvaspUmagC2iVJGMVBBgkG6jEU8FlZWdARVWZG9MS692eLQoNEPOidLOocc2hAlypU5H/3O5odyBxUHFAaWLvIaC6swebg5t+kKiryyC2w/AYz68q0DpcG3OtUKIpWbDOVvzP+B506i/mKDB4ILPDfIefxZPlnIeCEBvYF79/oO6L437eb6ro+Hu/EWxuEH1K7A8wFT39F+i7yPS0ubR8ehv8IYLFOAsQnXLtDXNnQZaYH5dITx3E2PblTaaaq6oDL888E0ByOruOoq7llIYSFtfW2irZozPSE+sBlnQUEr7mIk0hYoGf7GFEU+OGbV1YR3Q7RBKbWrPo8NWK1lg0yJ5TFEkCR0ohOXpPo6WFCWQRSYi+Kn3BkRx4WZP9cWTLpUWjV8nCjFVRd1UF9KFcUpw5p22yoRFmcnaWfiTwG4moB/Qi0T/ZILkFPtW9sOztI9xKUe7OuxdeniWx5ysx570D6GM2BBv8+zhnvtoI7S1SeOGm9pErvfbtAzSZfQoyaadFPtiHhEWtym+Iai+NY2FuvDOJ9+cts+y8bGj6O56b7Lhtu73G549OXpnyoRf7Sum0IVHHkIH/lnlXtB5oivBa/rPXa9LHNcmbGBepB23M3iIB2TvuFm+wHHEzbZPFLu4+RfELsB973jRzxOmC+Us+DMHR60t9+6EGtNjE0uLS98W88f76+WC53Iekg1hyVJh5d6CuG08pamhuQr7VDfAFY+6WLIITzCrHS1X8/ylP1FU1WRAAdPPuV55Cz0GMSe8iNlcJbe+oU+dow3HpQd6dTYCxwPfceetrrFzzbevuJg0f8mm/BbfhUdv/SR9GzAfT+cDbqw8cvIWXXpxm+TdqGtmle6w2HqYZajT5XJk7ndyXcN7Nlo89i7X2z/HD3f+c63T3/7H//29Gd/9qPT97//Ht868PfKT1zMeXD69LPPTr/73Wenj37z8enDX3xw+uWvfnn63ce/Oz2kXm/z4UEb4dYb9DEeBXuEH7ITzzzsis07jemLT3ns1AtA2QR1I/TMu+PR077HmJmbF6TV0bnBMm0fG5DeWmhSIIhzGTZ8CkjHjiTLp3ONJKJJ3pYzw0FfK6QlxWCucwYHlPkQnPbOllrgXLPTmX5ZoF7QqNuhNiUSloMIHM2hjmIaQmNGueLJ6CIUXpzyV1hIih6FZbLGgQv6IAcmjkEZMqis6lOdWgfxFu6QJE978qcnTD3ktbjJeIWNaOWrl3PnZfW2PGU+3utFL5HkMGtuBbhpeUyZjzn7lI/+pQ96h9eNNx6J/cbvpAWnuwzaF9+EY9Y2pKqN7oF/IMiVYtctZHBU9XRjlHs5glYtZk6yrdTb5pLeoH83uQBTkNLazeSOI9cdfhyXR2LlirNTJgnEdnJd6s8KnrxQBi9yRJSxJpXIqO2pLYrRVj5whE83y0Ep+4iDII3T9lW/9LlWYOEFKmskq5N5+ZT/EhrcgYRb+Mqftlj8tG2IxSYp/ubW4dBTSI/5LQ1nWay2kb4Ml4CFV5yVeU6UdrWMRm27nvO4kSwoji0+4QmpdYgSJqyLTwnoeesiStqpfJUhqnKFpN5AbKtu1sMoDLWtfU8Kx63Jh05a/pwnjiHtC/PgLwO0jmEU1Momv0T5JZytw6SQk4O/0jVyHBBSO0vDqFAlosO07qBMjB28caU5+iitCsuojThKFF0YZRxbB2zBxbkOuKTHEBcI17K7xntRO4zipmKtdz4Gg9JCjw00zh6bINVCNzgOLpqrG2+HE/+6qbTjRs8wUm/zMW3MMFecKidFolMGQ4Cia7FwNB+UJWGV526lZhtyvYwgbeQZSym+bDn5/rU11FGy4GYEzGIVOvM+Iu772m7O/RmwPkoObnyCO+B8CK0b79L5e9puvPsxNTffLn7hT0fQRg66Huo0epi/7VMDbCaFV1f1UYelWzOlk1RjGMRHf+03C420C4yWdYq0bFHrpEVDbr7NDr1gfS4R5yTMLNSbIuVoS9sJ/cVF5daDevfDG+bBA9ELMk5N4mWTnYrsAjSLc50d2EFFf7LP9LEXaKiHA44M+sELcYU4cMCfIj/kl/lSqLzA7oWh8sndFWAvD+ol9R8hxK5U3vZIw3w5HeJLX440VF9F9lcQ+9VJ9S/+Xl7/+hKI9FO+weCXptnU7Bvuu9l4C+vG5qAaNPFjTxOe4y5HOx7TQ3YWy/elYWQOLuMEzu9Pms3iJu9u+xNm6PeIj3s95GfAutFms/3gs9zV9uvkD/nAl5s8J97cgY3P2es0onJY/hoHLrhjROuufI/x09EH0EWQx1yJv2aDjeeSA62SN1kXvCY7fKadJz/lz4vFGxpxkh8dhsiBjP8j3hR9mfhVdZO3d9rYZrrmj275OBtte+vNR8wfbFS5gutX0G+zCc5GnInIeA5/ySRPocHjlfVPUzpOczBQx9/h49iZNY/jLOkHvnrAjPnDv/7L0z/8L//19L3vfdebgaeP8KXf4lduvN95563Td//sh6cf/IW/Z/7o9Oknf3n67UefnH7+wS9OH/z0g9Nvf/3J6VM25Y8f8FvnzJm3TneRlxbH4H7Q6gEVRw822W9Q1zcQ8NSfLyLOd3J8P5ZN9xtsBHh2I3NObsF7p9zN+OqbsWXdc2uy5b1b3mZ+XnDOekHx88jO4NJPrzimz5C+5kyaEqmaIe1pm44vtNDSKDabxNGy7W9ucVkGavsAdZzhz74Z3xJtheGVcmBuzFKMHauHwHKOBBVcIbo6gWOkgR6KIUNm+uSUlrD9qq2ESnt7Ja2O4pVvxh/6lF/mzhearQMbZ3oa1ek456Y8G29w3GznfWZ8z8236cfgZQ3/zFdEZtxTvnWlnv7RTwzRCtHZeFvKTSqfEMHl4YWVeOLRoG3c2KaOgRxPyiDvWED9Xd+EryhWLoXlcaSatLxLsewu8SKrbQZTOAXrMLI9c9HIeQV7WI9nvhpiYYL1FW9lrT86SidK21+7rDxlwQddnYKTwaVt6xpeecbSxJpBUi3tBxQd4oP6oWnLv6YwY/TzedoWGJCxKforN/ILtypmbX55iPt8XjcpbV221r0JoTDX8/yrQ30av7ARli3k8JgnMrIkB+zQGj3UaeFI3zvsluuvII3obNxLIy1v2UdeblIuXlLMWiNKKd4E80TaKbym/mZEsF1NNRadJ4RL2QKb3T8DMWUxpARJp2A/iRhB56DJpQGoTDo3m3Mfs/XjUbGfzmZjGlZa/DRwZ14LcuR5ea+wkV+mQp9UKbrqsAJiaJMeYBuiInkb6xjESZgYROk1jfqR25nY+wnKTAyO9nDQ8GuD2bTaIaJUkTxvlgyo8DYcaf/Bj64tKvMIWOWmq4zopUk9qvTUM3IuKiR+37ewozJoqi/ClZ/HweGD+sln4+zlR2B5tJxHw72rzbCTwbLvaXv3e23GqatrW+0lzA+syVt+8sr73lGgC2MXw5ZbCW3UTbf6OFhVTwcVIIFF1+hvGQkFJQ9OAMDht5JpM3JiUAVbOhYhXzppm9a/xJtgXpKcip2JyC4SVkFseuFukJEPbvyPvD4gK9WImNY/PxOCAXzkPI/JgD+T0miiIk/svAB8nNHBd/pDtNHmDBQ+ap4x20UY78krz3nMgcWLJHDmg2v0LZBmII+faSwrQgjfpIBFz2T+6KdNlei6lP2ja/XHVSC+hQr1+/rg9IGjZu3+y2abIfe2FmSpsfS3eGzWxVDvbLvR5jhsZPpRK73x+e2gbjaVXHsH3HRlNnU8P5+P3v4qYe7WsARi3HDxYR/A/xmEvEtpH1InHyP3brbvbn/Bh9L8OvmTJw+zGXrMhvspj/u6qXvi19r5Y4Za1Sy9fAIYlZMXJACBk4815WAYow9RgKus6RvP8Nr7Ixjmb0S8Dpw2vV7yAojMIUzbJdH8RrHKt/wfJdEvCefdZzYB+W4Mm+9H+WkyP8z2BYc/ReZP2fUr+35tP78RzmD4Jr7tWCydK3fH/Jv6zF41DIIjeQEnG4H4Iz4N+E131JQ5nv7NP/xPp7//P/7pdPvee6ef/+LXp/uf3g9m/JJyf5nj7odv8tHBKzbh907f+fa3Tn/2ne+cfvRvf3j67P79068/vH/65DefnX75wYenjz781enj33x04urQ8iI3NA7kXkAFxnopC2x08krEU32VpzPyKpV+z+Y7m3G8ZeY0PRkG+TfSP7awwJM/KwtQiPYyPi/VJZxz7Ov2FS8Iq+cclpvOvKfgpUPWUuSch4IjHowyPztgLeCL20aiVwve/1FHrFMCo0lSkFUBciuvBR2/Bk8YSqVoEZZTaGadGfpjcXgXcUlZPHZZkSPrI93inUj4sof5wb9Jl+AfkUlLmiYxxf+srZ+6kabAzca8u4zjgFO4Ldoythk8+ZOfSZQGH9TnnuBzucJEP3yTTfezs423/qa9c1uBbqL/tBpZz8UufYpKGfEdL255YYmyJ0+otP/ipcIhT11iDk+pD75OnbrhAdhMkV9wTnuHg+2w9FrkQ1bZUWOZOkKrE0jm0qZONKzPxpODpdEttz9SooxtA25e3QMzkkJYKNNXZn0mm0JFNiPElVwypAFpI/8Y1yIo0NXf7fdTwcC/jhNyuoiFWStaPSeNJUiOPVS1eVR5jvgp3+gWQI7l+hzCC7BkI9mxNxdGhLQAl2bDrBasgzVLhjXLaKc81Ul6saCwdJkPHeQI2lrLSuphq8f2tEv2eIFSQBi/NZ7RU6HSVfjOs73DAvZJgnPQabSzg5fMbeDt0QcLgMnt7HHUsAg4gigOM+O+XA4PK5MKEXPV6BmdLfI4qYhpWyx3Ca3gbLqhCQ/zmYjARA//bmvAGFmDhAG8/GOyJavf1iA1QHHSDhaEooLJkgsX+eUfiP+DF2wBFK4gjZvHTNTgaa80iDFl6YikxfNQZtITy4r0Klr9DOCCVSPK/fdIXcGOCp56yCF1jeI7PPIo7Hs52osy2teNNJYD7qKEj6PhUolx0Nx9Rlje28aI/jTYLdpLWvFYykDvxlwc6k9e9zRte+TOtmXoKl7aIQticO0AGMYxI5twCrvpBg5/eVhPXbz2c2AuvvF+hcmWKrJ4Bm1tza2idtFn62FhuHfGBRVrD3YpAqh9tHRZFuCY3OKkc8IXE5e32KEDX0g22BIQokP8tZ3Viac6i0ypEQC15Ud3oABgEM5hl3Oxl487AQwGMG2o7S3XRx0gcnUWmDjKNfZO4BMnWCANSDI/+i9xWRSBkmyNOOiFmVu4Lfiaz151jE7ngpzEZyC1BqowNXmpBvGBl2LdiPA6ckY/4xwbR7gI2/J7whZJiG+QOiLF/keAdW6t5W/atnU8PbMFdP7Z9h5eucEEq09IUJ4ZH71DyGL+jo+Sr+MOXybvb2/3p8CkKE3p7GMdewtOzShSn7gY/GuLXSt9s7DhZXwMqckOyNXnPZvWXv4YOfafZWfr5sVO73T6sUZ9PXdLWRzmJ8B8lHxtun2n1sWjOrvZfswGPHd0ojj93/mFMjW3tqytiHOKMqqQJ1uAxrpTb3Qx9ExsPv8DsZmaHjtsMTInHR7Wqwli/haL8zlIhPMgD1HLC+38mutlAKFYWhE7aTwm+daXEis4AqUdQ2x8ljIpKHCDyAva87aGhW0fuxb/2JcD0Z9uCK3vrkDGJjYB26s2+P1T5iS2AGjzKGsUfeARX9j3AtLjO74j7kf/+uE/y8ITfeIjyPTR7MoZBZRHOTr1EUJ0U39gz5iY3A6/wVz4d//5707/8N/+t9N9Pvj2YzbdH3/8Sfj4ShXOSNonLJ7wZXy0+5z58pMnp5/+8rP0se++997pG+9++/Sjv/5OHi3/y8/+/PTgEx5J/9VHp5+//9PTzzg++u1vuDD0MErdZuN+hz76+KHfI+BuPwa/eutNfkeeDwLiy74e8VS5bIzclPdut31UW7notE2WD6+27awQ9m3JZWbnEUM9wrmUetvAnPSVbVNP/caPlKCniWbvMYBavhJncgJIbDeLzxWriEmfoS1IeeiSxzD04x9RL5PnasslPC2ZNPWgnVVKmoxfMEwR44yj6NEHilM/ztpN4ZsS0lcvJ2xlTNnwAGPxjmYihL82157Sxabw1F6qtgXSUhU0N0jsH0Bj80ScsOVGZOnOJO1ie+Wv/NKO9hc5Kdy1hDg0SPPC2Yzjs77S4AbGn42cx8v9FYcnjyl/SGs/e8QNM2LGT+E95NPWd+WdoK398wIW83duTFHZp3zLQBumPre9c+4XvMGzirCg+8ReWCb1QtXUlxP5JpFW3lNt6hL7W7fgtGCKhbVEOvkSh5klDfV9KNz0qIQS0Cf+IIpK21gpIrZ+a54il+LiLl2UaIEBYWCv/CpfOmt/6cKKdP0bGPaMndRVXuIJM01LlnXT1m5wIw+8tO/CbluLK5tp+2ShNN++G5sU3HqKr27YQfs0Ns+BHRwPbHVNYt606/eomFjuN4fA1UWMhaQeUUaSNsg14tb7GliXjh+NZWxn+boelq9HhgHirWG2NH0jlRMvQOIliWx88yjS9oQvnIHas4vbNgCfhDYxPm978dpWpkrlxpvUQV4LgoGQNUK0HGDgNxvWogQVXBWx5lHTTg/chUgWT+lZVhgKCHu3xKu8TBy1pkCt2jL5iMwROamtxDpqJcu3Y3HcHbzCUw5qDTbQqlp9gcnfDCTix3Yhd3rRtSwIhljtiwwuvSuEwUNTefudolCtk4YvnvRijt5TJ7mXgxh7WrFHOEagtLq0TJv0CNwBT3oK3Qz3o2faRmcBzsBpR8mj4Ywy2XhTTd/hzuPhcPODaHcYIH00KOMObRE+2MlN9hV8M06RN77KXQZlthPmjjrwvNctj7Xx9h3S3p3Sxui06NNu1im4ldk2UG/bjAKCPiC89SehY/ZfYMBtSZFWm6aAHLQ3BuAtMgZndYZgbzRa2D8Ht8VbVH0UaJQY5mSp2nKXat62WAOW9cGvn1gR8XJBRD4GjEaZXUA5RUG2iytKI5nR7hl3uoujHP2qfUtp0rxJ+3kRwPYuZWk9OwXlwykxnBzbM0icVUV5ZyGjLviS/IFC+652r9hrOj1Hj6+iorSvKuco/pKm+UuoFLt2lu45MvqWznMI47faIh5IcS7yHXAy3sZZSqu/ySv+CTyPY9P3fKT8bb5K7ibFtHcI864sY1kWnPJYYeSOhvrWFiIGbdJfNiiJyi/kgH9ESfqy7KZ8YdPHzN1GZy/cZSy136C3D4Q94nHIz3i39nOOLz7/LBsUHyP3cCUlD+8i+jNWvRqunoeDepizjunjdq4V9uaoBYo5pSseVgfwzuEAfFFy6bANOS/CXWWVMcIvbXgTA3BE3yNsQ/alpJUUwgNb2z9+ueIpGvjz8oXfJPQIc/5iBAMUKDLqb7YA+mR94F0zHoPNT/7w++A+hq5P++oEG3DzPtXhhwL9zfYExrH8TA++43rbyu9STTlqOko6FD87fcFm+Id/+ien//rf/tfTQ/rN+7/46PTRZ9xxVxZ8fQRXZJLEXhKFJXn2LKeH5D5nI/6b+79ijjydvvmNW6dv3LvNce/07p+8d/rej947/cXf/PD08e/+0+n+J/dPv/jZz08/+clPTh988PPT5zyqng2R+kUl+vFd+u1TfmLNO5GUe4fSbxOQwBzdFGW5kskBTdCNKjQwHhw/oifYdldfQ2cLcvSrDQZCniwBRoJ5hzKO3InPwkDdzC8bim+fjMKSiE/ZyusrHpvNTW8KVo/o1WTOeBgxUFFNkkiUsymO8AQzdV2wgUtCOnJDE8B2knQHL+nCBFMYn2tWyEpFUNIhD9iT8CkjLz1HSoIT0OJxGQ2d8OFVokwLm+xLOvP0CFDVtRoQA9B/NW8uACbd/PQj19qPZ+PNBa5+xdubYzgvaw6fCPLxdN9h86v7brzz3QHGXMdUN+AGV5zTKtbZtbivhsR+o9fID2tGWT8sSINlHQis7aOuTW/8ImGdao4NYj2GbgMeEkV3TNeLyCFP+/R0gahcQPK76dDHxUAkwQ4p7qSaXoUps7Bym33eOezktSEMJNKqk/UM2NM6CghV2j4llsmpcTCrcPA8FTYpddxDWIac04FuS4IcXwyTolQaDYhNDtPmstDO25R80gIkytOcM27bPWXnJC/P2Qi2C4ep1B8lM48z1vtLQA5fSr4MBxOm+IiRekKw4QigVoOjziMvMRUKRjPxoYUQzKOvAHBvVUczkyAhWB0wqcBimDxSB9/Fn4+OYzIJ1kGUUCXSqcjXLGySXbzTOlkYAo+hYRHTpyPLD2ijlKce6kPCrUs3EvKAl/JFThlmId8xXpg4KWq5POE4k0BpRFh1lZVAJ9LQkgYSJsYryNPgoi8TDgJtDsHbpBQMSReyZcpZ+dWHw17+Tojb4vlICzl71psDesa+qsiRzX82uDga2mTzC73vamfhjRzto7a5i03aTXPuHPlzYBzyc/2Qj6vxhJ0b9PLSUeAJX++E+zh5HuMTBg/z2l0d3NB3c23eemtPnX/Jc14Wjs28W5W0FQgMfgiNv5APTHqTIIrWk0UyqgmDcDi1A8vg5SG+hi6ZjEBXhId+lbjJQAe3K4ApFfkyUKZ424gogzb18v3sJ0442CjtbRlMe3GhPckHD/UHZWVyI++Cx0lSy+Q3vrHJY/hEH+ySyYrJUd/21QefBsvj6sqp+SuTQSj23lRfesL3GLbiI/D3lU6jKvF4KOxcp9+X+C/P91LfsdrEX57zCyljr2nUI+a5XPuLi+BsQHwcl03DPe5s3+MDTz6Wa/lcJJxx6chtGyePwK8hnfnrJj7n6gdDD8iYSkJdu5liFMKvXTA+fLgeJefu9mefmf6MtaEfBPLOnwyxE33QzUnuEvrklP1N7ulPji3aUlxHHeIb9BD9jxkubbapuCX+mNp9/bI3f6ShkraeDlyEVplzsh0DnzEWPv3i6enRmzyGfpvjYX/+bh4/9+LSk6f9Er8fZ3uDScpXdnopWt5hvTW9G3Jtrj9c0Wf+/r/859M33nvn9H/++MPT/ft+7I2NPXfVMx7Hf3Qn/Yh/Y+dhBnl5PGYwfsym+HN+D/6z3z09/erT0+ke/fEuj8q/e+/O6Tvf/ObpGz/43uk9jh/82Q9Of/v3f8tG/NPTBz/nvfAPPjj95Mc/Pn300Ue54G2fdK7wjvib3tW/3YtLPtHx9Cnvh3u4F6Jv9HaUlXCDhL1QphtvLdi5RB3BSD3sVLW7EDHAccWaw3nDQ5yF18mdcvpNmGgN+xD8woKT/2b4z1298ABLJPFygiZ9NaCcckFkzz43Vd6VG16qG72Vu2STz7pQ2XAqfMrKenAz5lmfhWdpLh6El94SKfBAEKH2OsTaSmoZgtt1V7OxW3QRLvUyAngZ4xyXMMwc0i9xIq+2S/LsFC7q4yIgBMauqGelXLgt7l1m49mU+yG1vPdN7JiZtH3JC/3Jc4E/F3Z4igMf1q96t9uLPI6xjp9dU9a6aEDdI1GV7BLolveXRfUA3jve3Q84TrsGmqDf6VpWZexLwkyAiVLPoOw4JcG2Me5iZ10sgDYyulZ/6iMkhJHrhwtzEYGrZ7GQT4ypBzTOO0/kSZ/WdqkdTKNNTRufExAbsOCqv1U/nb22Ia7yjeE9+SiTtk8qcMtEz7qeRGOrIlyOakC1GsXmpf5jnTHGKLP0WqpFIU2lBWv5HdVm2WAmjkShPD85dmgXg2OhzpKnmFa/DXyVd1xBJnoNTQhvOkEzNj0Wj27qtaUPCPEH8tajuhXLvWqFGud/Gz8k9wniG4NKd8BucZWSe40WGx/SFYcz0RlVJgPIdDRVjoWdBCgNsWkRDKucOE1zlK3SccqWyVu9YkjlU0G7ST5o4IRn7QnzfrMdxrt/refEym3atqsjhwqGGRnKX5DhotUgyaDqoBLZAMKH06CKM+nIkg9BeE8Ta9k2n3pMOEsP8CyGiqq6OZbMu5xOpHZQxwnvTPvYOPvpbI6zyRYPHYW74c4j4djHO9x+GE3bOXFdUebPiWXjLS5yLfdH37PRBpBHxcFzkHGzLFy58vXq/+ilcm0/Yni08rQZePGTyG3FtuqjJ4VnoZ0IUJuXctpQXzrDAgRAPpfwoAHc+Gx09ScJ6nvlIf2Oe6HMRnuZkOrg0ynGrviU7aldbCWf2sJUYIpPINJuqTYxc15kp69gX+ukvYTf8t0+fTRyoHASyGYeehBtvzxpYB/xHaotwISsc3SgkQGtgEKim7JGrY3095o4F2iLaqN/yaF+od6OYbaV2uZEuvHkv656jMxYJn1qcUacMMtzcYay2zxy7KbjLu9te9zjDlvucAPr47d1gnrcruGu+w4zlZ6asXq1i3X8Sk10JJb7OGXrIW/7ixc3/dnGvJ6iIqA9evwgd659pPyz+5+fPs8H07j756LQD2CtxWDtz+KQzvbEx81dQOpb6u4/8byXXrsBNGRuatJz+ugq2qH/f+oPbwEbYfzG9N4opmxD295Ngx/V8+Nmt9mAe7HG1yiuuBPuEx6P7zBfsbNz7d076o42+h+DM2PhbPoiAR/0p8J+8KMfnT55+BRf47Fvvkjuo+zzTQHXC1nHgEtiN4uqyhaet8HX156yCX8EytNHb5weMn/96pPfnn764Uent7mT/a133j69d/dt7oa/ffqLv/rm6U//4vs8vfE3p49/e//085/9ksfRf3b6za9+cfrkk09On33+BR9ngzmbd3m/Qb2ePCHPeP8Gdfe93jwWPHMDcWynz8f/qTP6MptvFs3EsGtffKvUVPCsktU0k5pODCjBshvCsUsNvxvQXgl0FGF69NkqEgTbtJgTq3SXgWgQooprUizh11WIjMghtVDCk+ys0SbOggwmWz7sROyMJt2sT0eS8rM+UgYCRrVzHsUGdQvaMUFgqiRvkvHB1c7Jt63Ez8EJV6w/urnGN/aNdueQ3OXWX1mn+EV/P/LnU3d+aIytOvRuwJVhXq57iN50oqf445P1QbI83WfH8sInm1p5KdNXIe0kpj3yBJO6pQ4HniRrJyurFZ8TQBr7iREvEFl+h4KuMcTYOVk8F4eWMCKAouQwLR/+zW9heFMX17JBplBco+RXuxYU+M2nM8ahbi2O2HLc8V7K8kj6Gunhe9EUr85BBrua8ZKN5wu5DNbzkYb1YBpP+iDywGAoDqBXSGbcupnhRh3ZMRIpM3YuQi4KJOmpfnFkdbsdaCGPR8Eo72bLAJidS352s+3xlbCTZRnrjTLuoSD8MM5H+ULJXiF0ALJxsmCFpfxs3Eu0+KlX/8MqzMXPP3KRk6tMdOTcPWaTYqFnp5cMbFjRunRwG36rQ5RrsGcfUtyAwqf85AhP+eSQv5sdN56ZZVMeHPEW5QC7yRmZhc5AaRX3sGfyvsVwUu00LDKpI0uFyPbqSu9edcPr3W43yX693M21G2m/VP6GH1lbG11/M7qbbDfe3uXWXtXYx877O93wlYcba3j2vWxkUtVuFOGBTm7kAwNXzVkutz3UN4eytQcH7SZNJCUGuLnBAIQtIJE8MigC3sNaTOyApsQlVeuQXh2hhSMIpGgzYmYonlj44JZSpqFCmRbtPBZGInX14of4vl6hRVwQip13wJugM5mofLHs5LZp+gh06WfAny5YOek72m/wWV9ZP8jUPL5PavNNaHOxA4ULw2YZTcAPTVTg1AmwZTTUVD2dwcwABt/4CJ9ymBKUFQhxIQGvE/onZR3E2jHMS7G4pA1sd/PnmIvV86Ib5T4P+Rx+KWf8YPppsVO7zUXVbvDGVnv+nP9q4A147mbytS1WqJjUf6wkKAsexzPk5i6WQBD82NRbd97K3e273Kl723e3V75P6Ni2IA/fxTR9JG0xghvP+2wD3S+UIg75/SpoS/25vPMgczQcxQ+Fvi+mvvXJ+ptpgfl2hmMXRx4T9goe/Scb7vX72w94nPwhP930BYfvxbpok18bxEWhwug7LPR8rzsbEWGpuz0JK8Mzj02aQbYsDJpBVgbb0PxNbVmYvGz7HScb9ZJvdEOfGGTjgUWOshbN3nd22CqqcsksZUPkySMGWOkg7adcTBalUtR56ihtL4QvdFmnLXby8jZf+imRR9FJaYQVUodjHvixvh0AOgpI0rZfxAdcfSy6wjpPKuTCLbzO9NMPp15tVy9EPs4FF+4IswF/wGOvd674nXB/F5z+cNs0F6P8KOWtO3zzwA2CDsDRC+ljE+ZBLla9xc/qPfMRav2STXx+dpVxV6nWIvaLCumRQtAXm8DSucCiYM87+JQ9xP+evXmXGB0fcDf84f3Tzx7/9vQOT6a89y6PoqPfd9979/S9P3339G9++N3TP/79vzs94ELTT9//4PTff/z+6ac///D0wYe/iS633nyLOfgtZHDnm/rm/XD6xUMuTj3y98SxReqFzl6A8gmBrCu0o42ofjXhyhi5qvBCPjW0DnZTmzkY2Jy6cM4hbv/EBZb2ATIxpfLYgumNl9BD2bWcEosvv/4tpIw56iB7S4xXemI0zhNlKUxrBSnvgINvsDzzjDxkIM3wi+xlHGBJycYgKqesqUyaBsEpOzky5aMdLW1+yosTKvAo80/5+V9Mygo4CX2OeGmzxdUZsvAIWvhMnwstJ/H6cT44bOxrv869csZpETL+kD4IOLzg71yRGwLL/2UEZGcnX9kQW5/8Gwk3Iy58Yihjoas8OBhn6mNByTwLF3fBQtl8kjfBlx6WV5KxqeUzpqHLisS64U9yr4zGYuYpwoVLNnrIM/okYZ1IRJ5005YWAhQu4RYC2HMam0Mbx84rX9qW2fbbN6+gjI4uutF5uOkby6Qb75sT6nJo4yiv36A7zPwIcNvdehWvupVb1CMZmPGuQRGEXehSHa2fKKueppavlSeF/tsWRVuc0Qu3DF3MSHlixyhtvfjhO+b8s0Gmm4bX4ifhqm5tvSRYvIQkqX16rGyiKHEEXKTVS2nqEwWTDlLBGz4PFF8PkEGr0RMV4bJFLaMkh+jkrXaVdwOsCURwYjSWK2YSl0knhJavICyGEi/lxiFk0JJvSSID4jQO5elCkb1xAjWSo38f0Vg6AM6mSHxRZEtCKRM6z0zjKda/YiQd1qSgCw/Lw6+w4WOcR7UOgNAEf5doKiwPeEnKf8GUP488CRSejTd2yR1OHpVxXTB3tZ0S80428S1s6ab6LoX5iRI33zDIhQrKWUbkp1DcbOePMh8n78fVxIMvZdMGroNHlgbMHW77P3Dz1rE+0PaPrNUDvPCQ4gyurZxYIW12Py8ThW/S+s9lOIdZ7iHH8Z2haH5ySlzciMJlxfXPlg2N5YFcU3QAxV8tk/rsJS277D5qsuOMXsbia8d2cumEBNf2xpZuXHzkPLahIDYVQyQP73wAjD/Q9nkPcXYWFCeIl6CcNlDqTk6vMhw3WtEiNBthcAJfqVePlk1glS6+COW8SpJqfxGnvtSyl0u51PDlFDvGrsMOa0rp1WDzC7L1netll9Tn+fI5h63cRdHmNyiWBWQa2McC2WByB8INqne13+Ku2VXubr+93eG+oqM6bmyP323GVnEZIjPyqIWgVb9qQuHCT3+y7IBz2Ws3nBsrdQCygtdfFRuXREbWD4wJVzwS7IUC71B6oa/vHD7KB9M+//zT3N1+yGPlvt/q+9t5PNB+kD6h9t6ZkTMpN908giuPPH4b5a2n5cp2Yy7NjO5W15xG2YMYpSldL55a3vxEB8hOfJlasi/BCDgHnatwXrYElsLzHPbjFxIu3GF3xD3KB64+NtJLglRixW4H/JfnF+Hi/zxJbZ1IKOYIPNRzo53xMKxL4/jlKzm81I0fcPGGd6Jv+bGyKzbffE386t7T0x3GytvchfNwI55vHrzhqxjeyZYPB/8RnQWpqYZI2bL1nJxXezY9cGojwQrhncGcO35wfwyfq7fu5HfCP/sNX0t/+vHpZx98lI34N7jr/t7bV6fvf/u7p//w3jdP//4//rvT/c8ecbf849P7P/0Z74W/f/r1r39JP+EiFLy8qHRFP/KXC3zf3XfBfVzKDTi/o8cmmoqio13Ftupor2L6EMH6um4jafXaK0ipP0fGZds787n12wpSVkRwRafoeKFEzKAbTwhwMsQK3QKFtu2SMuBxt+v8hEjDfyLzhmq5komupTeoNNZ30SZe9ZdxyoiO5YAdq7VZNl6UtRu5dkK25ZSZdk01wbHLtZy0gmNbEchPP7If+C+CkWHi5jyX6cClDXTpsVPUklpUmqxRwRWqkvmTJtSiLL7xkx2+lQfvmJNP/vdYgMHokByQwMifwhQUspKxS/GEXA+L7VmBqkczTxuCwOorKGBObjR3iQc2qT8li6xDAnl45GKFDBY/qcJvhEVuZZVjkJu8OIuVdj7A9YlU4MgCUOCrXRQVtOezPnB8UbKaX4haBIV6HjHjXxvHKdwA1euQ3cy00WrDsZWIi0fLq0/ktcJlFRqTtslusX2EgGLZxrYaM6UGnHau8gjUxA1hKXNDyXXQwkVYe4h9/5z3RTY3RQ/yF3L4UCmdsZpusiwK1nZKIuWbGbxyhFE6oHvuplq1dNjc7YuSZSuoRpSDg38PYTGVA7xSmVC8KmNIFcmP8pHHgOWYFTr5k3ZQy8AXKspyFaCw8hkORWh9aUbFhAdp7ZBieXqosMWFh7+TcojKx7N4oSt6aKa07HM+g0cb8YcWAi2YjTL8fW+zZd7l9pFyNliU58kz2GVjbGy9sZmP1N0hfYdnzp3n+2EUdWVRDp0L3Cs+PHOVK9jKZSFCPnfMg1/ZoEaRTBLA3QTckgZZ2pRsD8tIe4qeiUOdgSpCgR2vOC/jyiieos69crRcBXJAN4ab4MLaAW4kAVgMS8dnJw6E9r7sOMG9SZgFl2HVeXho0/r1LlfbJGhjki6Y1Fr77gMPsPgBBqWTgBqcZzT2Le9agH9lw9MN8k4WpS6mbGcvvtivblGXW+xwnuAk6XuK2YKZct1A0UMrGOxfBhuZaPW9gL6208g4MlS6Alf/1la/F9lHmV8mXd33tpWHen/5cKTe07S0m0Qa1H7j0y3ewfbu21t80fndd945vc2jqn6d3Edq7b8Z97xN9Vx94BX1y1eNjybeZe91AXPPfMlU7ozDxpEzH7+iHt7l9svRvcutZD+E5hfKH5w+5+7251/c5yfC/O1tNt08Np5nILWFDr7mANsgd76NfUTSDwORcCPeUXpX2A1/666sm2q647bKX73eG0d1fs0gxSXVZf41Wf4rR2+/e27bedEyY/C0r77CI7KSsdH2N7Afn/gdd8a+J160duPNeHqbizR3nnHnGFofKX/GwOwXw2ccJ7HstssHlVAfyjk4k29comMaSFh1jDajlz5Fj6yN6Lc+a/Y5rxU94CLTR588PL3PGHjnzpt8oI074d96J3fE/+qvv3H6D3/1J6eHn/+n069/9evT++//+PT//Pf/cfrgFx/yUTju4vOBl6urd9h8oy87ex8r5kpD5gqfAvFpgHzlH52dofbxnhqRdVNmv8yE7oV534F1cnG36JrMSd+5TSOQbn6ZIzBWIMJrpFhp0rXJzefLcUgardfYtDl0lq//xFmXLBxf6cr4h2w0XeV9Dc96Dj5FW1lYbXIsadkmI/apZHlv8klpEoPg2s1yx2lh0Ggu/lzFVrbY9SXlRvdmUz4yy1aN0VmjxDDmlFO4nAy2IJxIpJT5QmrS5qNOZbvumLv7WQs6EEZH7IN/PLVdq3Da0zrlASUVJUR/GPZiyoIJT2lYtb7aHmButqCKadewbRfmL4zWtehqOxBa76VnhQFLImWWB2fKzmIzWmA0ad72iFmaTWktVIDfz3HRFNOqM31PvWZu0d/VOe+pjw3UFYK5OWIbJyBsqbuYK+krhNV0r8VBkV9R7GvJex5y/G5vC+07ahmnXQ60cdtgDNbuUxskhDuRWX3T0ZgmgZo22YtfO7X51kbZ9gwcYV2jb4VbYmSunrnBzxJBGkz2a14dtb4uUgwK6eNFrbiVA9j+jHW8ipyvLOOs825GHouFPMarBSEaM6zHN4DDGTDGYRA31yvKCihfq+bmIIdK5ZCeNC1lZ1D16MRZY4cfsekObCtN3k4v3HGEsyfyjY2m8QuxtDInn40K0EUR24glJPQUyHqxTMnxJN3IED58Byd5TolTqViFYussbUqyOXZ8yCDGY3HWKT/1BYwnyMFdXx2nQBu4+b7tnW3qc5v26qPjTgQdLLpR9mII5SjfL5/Lx3Lz0Dt5oXy+SB67gI8h/fJ5Hz1Xn8q2PiRXaOvIa4IuUVzrV3gXM8XdqG1fFzsiL3vIY7CG3zG+LDOvBLgc0ZoGVHgxAlwwdUxpE6Txc2DaXBr17UFJcMEWNplhBm46qrbOaFO6FF87yWgdUamMU/0lw005S0bw6hO2fShAMq0/e/HkMRk17ZrTvoH8TBp9DeEWeiqi1EmkLdCume1cLM9w2aC/34Q6VO4u51KvveQPnTpqsqdN7bmvUyd9ztDxx/F5LZqR57cb7vL469vcBbvHO6H3eAzWj6ZdcWfLzXisSNvfFNrnjiVH/UlPVvpJg74n5bvnjpzO0+pfHc77xwLD34t9+eDbvbvRW9387e3P+Smwh2y4Hz5ko/3Q2He6uUvnI+PeumZx2H5o3LTzUL/87+bKeYk+I75zmyEqtx/6ccPdDtfttJeV7DpGWR7PQxO9DvY5wm3Ds/ym1vUeeORt+mjxyICXobqNhhOn6KUnOUghv4xXL6V4McLwezHW11B6Jqh2uM41NbMDUUf+6DOpI37nBZpnT/kpMlzp0SNGTC9AM07fYtN96zF3h/EZveYO8RtP+fK5nyd3jOfIRRzbcTN1ldm62/PUua7gGWTTkc22Y64XBhzNvbCmKMsf49Sf8mrFRw8+Ob3/4a9P77AJ/xMeRf/2u3d5P/zu6c/+7Y9Of/7nPzj94z/9l9NHfJzt//q///n04/d/evrwl785PeCd8GdceNdtsiGzj9A/Hq3+lQ8S5gvV6yKDdVcu80fmEHaQs2HKk3fodr7JFhmKdaRMDs6B2H7WXFbadph+YP5VgrpM0BaGgU0+MHhHhWCcn4LvSRsQj883bkFpF9KQC1xEpkwapBsezQOzTKQgGpFY9Ac2ou9BlPAv/vAUf6/bYig/gmdHjWy+V9G2zhzUYIoMIDpPPy/XgCgSPRvxpBZgaI1F6IlzMmEXOouOQfJUFEwRUolDOvTlsViF+oxmcKAND/KWh91BVrhwKk4LrmNZZ+pHZYO/6AOr5J4t9BBvpY3ld51n4W1sV9uOFhIZdSwPj32QaNm18xIY2rTGaqctkuE1qgFclqROqKIGnSMG86vEHTPCIWtZpF4KpjD7OOEz34bANcCq10ptuqFnfB6eo6uYDrM1RzBLLYxxJGNGnNz6IcxGXbHYhuAEHzYxiBrwl/TCX7ji31AVwVuY8lSN09bHNow9oZzg7aCL1HAr+LaLFp3LO4zejWCYxJWA5W4JSFbQivPnoqaT0Fro2NCZkKCIEcR3wpKnFVXIcl34eIUog3l81cKjMkhQ1qLdmk02oLViq3KpIWnK9g1GN52oms5zjNVCZDURXrHllbKLk+0UNBKmt0AmS+LAKs8ybZYSq5Rg/QnWhzADR+0RUPhOQ4qbTZM6xk6V76ZXGjdWhtiPtsm729jS2HcF8h625eB2opNGuDgsItDmSjwmQX8+jIc4mUiV0a2Vj5v3jrowdXGTra2A257qZZrVivfJb0mvsNALr53UU1Vje8oMtqkwc9pf/iENxPoCi1GDvcpWOjSl1AdeJQzvQY9PVWrIq8HOKX6VqrgkU9/qvJqOPL4e+tKIam0aF7adV/0rM0xX0WiDdBjPcB3ZGocQf0f5XoxCIgB1eMIlPZ9okOqJ/cc0eOmrZEquhmCEt/VADmVpv1CShpcypM8hcxLHukmTgyL+SasEnjkDqo0g8dcaUvPFEW1aIWSqgXVwaqN2xHkPc2G+MBJ38Xkh3g2Fkbrqa1o1RpeW5Ry4xtjKloPqLUv1cLd250Eva9CUaYayjM7pa/HEytVfcieYzbbvPN/jHdB3ubvtHe67b/HRNH8yiQ13+2AbZ3QaOcaO3drkpjLLV63SvulDsKqm2hJa++nBpkvlELbqyq58mSnHumUaIZGLdt7d5nHy21zZyxenvVjA7SnvTj9gU+Gm258E8+72EzbhfVScTXf6oNpgXdvGn07ijp0yeuFYWb1w7Pwxv9Od4VMlCEYUxQ6bntHX8uIEMbjwm8whNaDpD61jMTe7ml1mGPwI3/Q48r6UvFFcS2z8DyWLZdgHvMnetT+gkzwqtvSwTYfREVljHdp7o32BjJEaPznwvO53yh7stCqaHXWrItlYjN0ATV/Ku44buglGSNgFxKm2MiEfTzOukPbfItcZ+JLfAHiD96EfA7wtKnV2houz8PETP9KmfdTPMXbrn7M+Cn/lEEaB5q6d068W1P4q37xzu2Bdi8GGCVQdH+LTygQxrLkJu7VmewAAQABJREFUTwyECwKf0Z9/8hHvhf/208z17/Kl82+/+87pW99kM/79753+9+9/+/SPj/6Bj7N9enqfd8L/x09+evrVr37L74/z5X8ePX+T9979YKpX2ZXhnX1/8z5fscYuqYrrPfXkcPxVi2gSmEqjDWmPWQOk7bFgn6iTt9VcdZBOqhUnk9O07A5pSjr7/Q3hyIP06JA1U8XcQPRykHbXxlF8LUwUNTrLunkT/lv3Scs/1GlDfaj4IhbuxC49k5nI5SUDTZ08eDP5r3LLGvS/2lN9zscEGYy9XMfLDest2kbiKHcBg3Hzaa+v+ohTfsWWT3kIzQFS/lI/2hNDxmcodO2S7yL07hH8SmW8yREkh8BIlWl4ztx2xK8e+zll1WAHrpSsLmsccWqGIO9m54IStrHHdd4oUdQgud8FX0yjq1xdZWNvTSKfNV4NVmO4RAFPlbzBLdDpWOelf2k3xwWaaeLYUtgc0sgmjkfSmAvKhuIk2XQFW5CUWMEsehFz3gGOL6oESUJ+kit5bIVe9lbXqdGRjKo07KnVgFMQoVlhjxgFHAPwFrm2PRaQ1olniBBpKWaNQsNJ0EZmPiVCOERKoaszg55KiA5JBSbIsLp90znffNrG8+iz+FRAusdKLuL29+HEDVHNwQBRT0co6M5j6bE7qbz3OwvC12Gkpabcd+oy4NRSyzQgVTEnvOz6pBtjktS4ToQ6TlzQWpHWNqtK4dEPIIhjJ4WFi07v7JG3E+WxHWlI65B5nOXAwbyhG1x57NxTiRlQpA/isbx8w0AeGWSKd4FFqRVsmLKJA6VY0Yqb+nbj5B1M6mUZhdKYt12Cbyfn8CfB/GJ5fhoMWda7zJr2rrVDwhX8r9DTr5Tf5vefrX43yPLWbtzB9ogM69I74NlYC6OMiIM7pyjgR9lCT96w2Ti44pUmhck1VSfHKpD5CB9sFwqJ5ZPWz6cnKnMhxAF2L1pUWzRsNsCWOJZAf8xuOCSAh/tCmIHLeHRUhWTx0cSL1wyO5z60M99FapXJrTTR8rAQFErNTWCIWgF5tFd1kh44kV0zG3js6D1OB0bjJ/o7aftBsaXw0MBy5A8GhS0IiLrOagLwjgHhIsvsjxxeR43ntcdXqcJNJrAtDBM3k/N2EkXdbwyOef7ZAAT1ziZzNbLQ2yyQ/e3tdzjucXfYj6bdZZHt+9D9wFFp229ukHVQfPejiLt+ktUoTBxfXAD1vAy5EAswZSnmBJF16N3mjjBvcsfMx8rv8A7rXepwh4sI9rne4f74dP/T+73T7funzg8cvWPNBpulUCZsKdb8YAewLs5HBmV1vkK8ncM6HBpF2Pb1XuF2KmzN/w2hvNUvgegcbcEPlGPXidOhKE9djJcuKT/kDyxeObnJgOKmNkm9mRvay3e2zjNnwaYCcF63MwwVPwAWptFLCNXx2Aev5cP1nPdNLBV/cxstHUa7YyWOjMJgkFqwtSvgkulHzJng6kdPuMP9UD907mUz+oinL55yYeiWddqstQvcU5WjlFcJ0h1VVX5HbQoY1+17XlwdfS3Xjq5znvHutm7OffuIku7+/Uen33zym9OdD397eovH4L7DBvy7733r9K3vf+f0/X/z7dP//E9/d/rdJ49P//zPP+Unyn7CO+G/Pn36ycf53XvfzXiaL6Jjk2deoqdfcWFr+xCbmvJvb2t7NK/4tDNAINHt2O5R7qWn1uFmNC1OX91mp6nvc7DXOGpp9brEU+FLWPO7n4lDbQAI29vceXLBVmdKmfx24gMzcWUggnw8Fea6bvQYnLAJXrgGV5sayqK5kakvDI9iHc+VWYSha7m8hu+RImnKyr96Kjh19hWD22xJ9UGeEElzhEk52ULWo+tvN9kwYqEpLIdpjzw5seCuVVJuvkfW6rah9LBWl340mPySkcS1k+XFOS8SZr8qy8uKt/Sc4pgLXWhNyQM/t+0yMbbuKVBT4C5r92AGulygs+ccC69LTj8XJUflmS5ozsYTFs5kJ844MZk9Hg6BqP8rsNqpJzUyIfZ/jjCbsoXr3Gw7rqC4GcviuwKEDY/ojScxsLnHK35x6g/yWlyMWOfKz7k9JhZGECb+SFaWY2XyC6eYnsUbzOZ7voYo+CxINZRiN815jQ2F7HzO5bCuU7H8TaziB8dKOTbU4ZiXzkLKYjDKJNMIWRypCYDRLLH5AcgGVSLnwDLlNboMc+UBMkOufseg8uDg3447HbN3c11Q8W9ZOns7d4DhYllNkM6+YFsEnSHRwjvXufTBoTwyxFs6hjgnAYvZAp7nWurmFnLou1nOQGQa4Gy+xfHxbm3hAOfRDbAb6lywDq7vE6VmxoGjH/algXnH2y+XwwembtAZOhUKvhN5N/Zu1DFZtJ7Hy73DzpBYE8BUeN+fahspr4NnZUa+rI+VxRR+DCyws4IowUmfGQOCp/8oU7oNxQFv+cUF/41U3C3EqFvOxM14LbAsvgxZdTlWQBz+8W01aLl3geX6stB+sWGpVljXbm6WWkmZ1RcyaZFLGfFRE9vH8Sz+YYMTnKdsTx9B9gvntpgltXkFdvJbbQRBN99HznK6KawOj+3reTfhfI0wdZMddnk1+36Nsi9YpUW+BiXaskfrHetIPa0uV6unjdK3vRvlF8p51PRtHiV30/02PzPkxtWf1sq4qL9IfAjx4UP+OI4fwZOuL69cDP8qPjHUe2wt/l/23oPZkuS61qvpvu3NGGAwAAmSoPhCpJ4UCpkI/f9fohfi4wMGwMy0907rW2vvrKy651zT0wNDMu89lZnb505f1ndIMZ7zLwNPNFBwJZ63Rt/Qle2bsp0r9tC+fqOr28+eLU8eP9GbyXV1W1cdeQkaL8DCJo8BfBrMG2vanjbySoNjc+SxYVc3yHUf9fyzOgaefK+2rogPs6G5fHmRx+9QAIodnulJH6E7xHsZGG3F4bAZlxH1H4C2nKSIumnX0Ub3gQ04J2h8FVzvI+N7w7w9n1ux+TKIT+qrTs05Ot8qJ9W9tql9/Y96G4qxrezTGNsivemXGK+5iKEvUi5sZQTp2ZscJ841Lsj2V+pLL16+Wb579O1yS7eZ37t3Z/nyiy+X+/d1wu7zm8v/8n/80/LP/7tezqbnxn//2/+x/Ot/+2/Ld3/8Tt8Of+i3oHPF2/J11euqPgn1Xv3yLbfbWy89UeWvdJuVNQD+YWw6PTf2nOcxTpm9X5BzPMiaqrQ59uZ1YuLkJZ6HtNd+1oetAhpPrHwuzpi6eJTmH7xj1akInTeFslXN1mKa0GPCDHMeIcAZqxWjL20nPMzjPSOgA/9BiF8JwBz7OB+gVVWooVEP1MYIyBHMnxrtNbiQyIaKdUWXxxdLtCbr55atTQfjpYC7Gmnl7zWG+xlojdtX3uvLwxrfJZpzMn3B3upzV2TJV+H8/hHFXBRjHvM8YHjmteTrgpnholVs/TgaW/BZ+UEI+xEYYzyBtGPTTLTlQyM/4oBU7EB3v58gdq36ykTbFBXg5BQGgO7Erp+LGwCr5w6xUATq2H9GGHm2MPvhDBLklAbqcBNUr2eyY0v94LNdKid/XmPYNdDMUuU/8BVYGhDO7vsrx8oZPurARnZMHzrT6PAdOyK/TDpGMuCZKzQeDEgS23zsS0tNOTsNdbfbFsG+zJ3Jb0lm4c4EoIrhKkX8BsHkEFeAQS3DDmdhtN0sxHUY57ZIwqVtc8nQAjpPei2cG/6oSdEyEIrCpzeUIO3vFasXQJtbRVRU+q3yrhP4p8qBx7/iDwrINhhSfIdoLEMsjilGhVUSqSBMIyEeVJtWQIZDKobmiQ6GOq5asrll082z14Yr7avMGY9EEzov0AW7Jr/0ptn+Q5f5NXTCK0t4hltjpzbw6EWfdItP2dBIocZIpWNTfEmhikaxCakDyey6SGdQFpiD6JwegIBHFgeMTHDOt2Ncgh0EsrX9OYeaEjNLW6WU6I4OIQqWVkUGSeTkIbKDR5BOdzyoCwCD/n1GWLg1gAeHp1uDkyOfhMoHqQOCaA+ZMKnDvrIIgnK7fTutulYN8zk3X+2WEHDmQYhCH4nzQz42BZPC1UhM53HBycdmJVZXkHF5wrv1k5EXPJTuUeY9W+GjbRxHpe/JP1E+5mzb2ioam4Kz+1ZEO3mGjPRoO4K4blQ5ubpGnedHm8P1bFa5Gsx3t+/ohWm3/B1uvYFZi5dr2oyzeEt9bR3nHJWhul89hwlgthCgI2xQnWGEOB0oeUtvfT2JWjVjufTzwsWrsvWGNtr+dvhNPaeK3VqtvXj+bHn67Ik2Bi+WV7qSyNvJkcuV4Xd++RUbbG2QEejVQSzJydxsvMH5j3j6Cch/bdZjP/MRG/W1/1S5uqjmECxqjCyNRZhoQm/gmbGKxraUjXRShT3fPh/O849tbvi3OXMDEnKW31SRDmZbrzN+5rOQGRkBoxU1bUgik3TDIaedHMsfEF0azo+QufIr5QzjVEHL7y0pWbhoMd16G1uxherAokdt+D0nfLzhzKaJN6Gz8VQTFY30eNxsS9Db6ViBpg5lVWeLdsp2knlXbL6bb2V3qTx+oHbQkogdfZKWPFciP3iClz8UX9fY8UZ97nuuhD/7g66En+humet6OZu+F37/1nL73o3lv/zX/2n5F70h/cnTl3o523fL7/7tvy///f/7V30r/JE+ccaXA7Tpfq0zEFe5i1FqtVkjxOMqqfo16z6/7FEbJ/sHP9tPJo2pSrYvUo7OFc1ZkUl1KEec4gQlfo8FrnDqGUhRgk9DMGRs5gYeAmjCQkzSAWMLTr5bUIkziQ/mgXDUkuWZVcQt07Hb2co6p6xOTK12xq1WRQeyLZhxh6R/a8lDpSOIihw3yHb1Zpf2E3E5oREi/OYr1axGtIahV3sjTgvQuNrjf5SUEYz1+sHHZppHifrEA/lxh6rx2Xxbj/Vz0L/4eyMuqdKFPdKuyOUxkIOIt4CBIQF5/2YEXAlJcYRulsd4scqe0yu0OeDGNwnUQY82s5Toak2pu3C4XMXtqETlscNGbG1o6OkYurZliz0MhYY2lLaT3FYCfDMv9vrHflH7lXAKWEU8bgHSTwfPozumEnWaeEBCwXFPeyrfADrgKEgDh8BdYotPrQ7mUzpX5pVmhclG+sUUeJmnbWEJT5orD2zAtHxS26CxR5AnBjH2Yof1EZNR0Kq4OhMVNzRPxeh0Ugf95zkcDdqG0fkxTD9PbpwxzWAC2md/XUw6vv4ggl4GYR8nCBhMUUGDZ9NICKS2Dx60GQ/gh3cqFwYBHKE4DQOnX21S4COgIVfMK4+hhkGfNAl3QJUlVxgFKef34J8y0HDZIGcD3RtlfxtbCMpLGnhf6WZLxkvVfFXcG+bwIif0DFz6Fd8JV7slh808gch4pTX+5UVqfGKkbE75yl+yaz8YRwYtBl9gP7yp4jyX56wP6Cq11VZoN+J0nVBf+AlJBBHL17QpFiEFcUw1OW9hTPimluyUyTgdWBsAyffOgSasixTlqU/xV7UOu3wHhieU4Js3dumIDTRat8/EsUv222hgJNO+3HfYQNAGxEopac8E8m7lSphVSIsGqsEsvGVH+cpyKa/q9jPfRcBGBz71Acm7IgH4k3LR1HKChRiF4jGM+iTBP8ZyjE2iUiANA/5HagWXGVuRj33ALSH2K2ebi/x4hOwOyNctbLKHd0TkLL5AIvHjCE1mB3Xm/HguzfnUK4U3eMrO5eg0NuZqAlcbWHSIsOoy/lrl7EsYDCe7VhaeqeTKLuMVL0vjk2Dchn1Dt5Kz8eaFaf38tr1cbcDdwrbITsdsLlPiLI1m7WhOfVOOYW6bikFT4DSbJZUDG20fiNTthPovvJIK4lFnZKy5rtvfee6c7x5f15Vu+OHl5U68nfylnuF+ps+CcRXxg54njW+Rqj/x54/+wpN28NK2lZev+rZtgD7JK53w9w8feA5SXzAMfvWHd3ynaRcynsU2UC5G0TRvs7hNnhZhtHFifodu/dkGYUg7lGBkdt7pSeHAhSLHA/rCov6iRPP0WAIQlobTp6EPjzDyrfOT3JxihSZUrd5jAyzAJ1S3BUpHGGO2abdyoJjlmhebJG+Mw/KJdVna2YdotFBr76vVYw6mISK8jMTs/OQXJeixHHnumIDepgk89D45bgL6Cu18/aGYa4GrzbEqVUs6Y2X1IKREaFI+YsU2RMbaL8WNYbZX7MrQp9HtO75MvlrefGYRna+Gazz57Mo1RiiNoVpVYKD+X0vqG31u7InuMPn9D8tyW2PO/Tv6TJmeC2fM+dvf/P3ym3/6++X/fvX/LN/prei//+3vlt/99tvlj3/4To+C6GsCbMBlj79EoEXD+7d6Lp63ovN5Num8epXvm2M7h9St816PqeQCY76ryDBoD4dRD4Vmg09IrSHFkryG8ZpKQsfaDo+pnt0+MUDV4nESA0TnNGBnA6tMR1WTaa/uO0UrbtvfbaDb4brmjG2sqcTikDUeAMnTWBZe6AAh2EkfMNclM2z0sNShfDbGFdtB20QGPVl8YnZ7iGhB0tpQwdjMSwOxn3/ogZPxWEgaP7EAEa1thlpEiOPYpvLWb8JbxladpKIM3mRTp/UTtdtC+8kM1ueUcKF1/4WfvK0K/tCRdmy7qy3saRh7rQJDp4D9/EYQvtsX/kwdWLJIZLf8mJ+yrpDYFluZW/RYhsiBum8iozSoJJbBSga5PBIaa6Buusxb8No2H0IlIsHa2sgCRmha6ijjfNMFPx9xAW2jA/TmWdUYlbK3bM3+8i1tCBtYjzGe0K+4uENJfGeu7Y5tlJcxCn/gu/yJ322otSe23Koj21Not1IM3oXuWwYLX7VbVKKXXmiwjf6XfQRo4USPSP8CSaZwxpd/iEY7LVhqFxltV/pSVtnoiI84EpqO9WOHwVoA2tQc8h1v8eeqAo1Oy0pxsbihQ22D4NBW5XMlgV8UYgQOyl/4KD2p4FyrpG0VrpR8Bo6ysk1zXo3AkmhBvbGw0NiUZ57jHAZfKlaGDFml2NGQK5Kha/JMwyy+DgNGERBQjiMZeSkT1iRft2W7rOACx04qzHzYCRyB+jEgAiFGjq9MF5xntwOnQ2hj7caVNJ/bomp89Zur1RLXV7OlQnzJEzOm5S3kaErdcDaRq2uWbxo7z3w9gZkXnH52btmaEqR8wnxkED8ikE39Eu/DBr8nAImIWNOsga6i9/DOW/fIdKJlKt+CGkUM7BB8pjk3nfZJLRBcI9VmgTCJBgpWQcWW291+WEhRJ5TZNKoY140HINLxRjySI+2Dd0Ez04SrpaPNGtFyTgitbaYx7QaQc5j/naLxJn45HWYM6U3QFSg2adQOJ9Gu60VpbLjv37u/3NMVbq4Qn2hB7FvxuAVFgfr3xlp8jBHU4Kp7awO5UzphoY9dIFyEKjRqDUr4CobGkc/01ie+vX1Hb1rnefTr+qQZbyJ/+vSpnj19tjznhWl6Szm3sfq5UXyQxis5SNRP885YEKkQnJig3O81+3vcgk7/bMR7IcEcRSBuGLFpNC/lW9/Iv0Q4h3zT/JtWOls/i5D0vkvo/CjSruk24qOE/EmYqDpX9+HW+Sexwd7CVdQP9jhJy/LwaJhxwGUsbZuNB2sUZm//VPnEWWiqOZacSBPjLiB7DuicYfgkMsBMwRvH5BvzgZPVM/NE3sneKJEn7YAOA4jVX5TndvTXz14sT/T7vV64xpXwe3pZ4xe6Lf3+3ZPlV3//6+XX//B32my/Wx788Gj57ts/LL/Tc+E/6JNlT5488zPw7puaD05u3WAg0Ocqo48+7PaP71ikVKB/jDWVYdB3gcILeE2ZSIDQRCZZpUTEJuGqbvXzplcAVLneZFPr8aZBdOT7s2jUIHqZSxFknGNl9cf2tmG2j3lVeALlocX0psB0FlN40v3DHo1VPgmAfMGV4ZjgdMEbprh1TaDTSXhpOPsgMBomLYNiwMwbPVy04mQyczsbA3zq+V3NJCf1BBeoy0np+eeOpmvSz/sPKBMnXtxXlDYtOs4MezxlOVCeM2V8HBLNH68JbtoP29CSQvvc1YWpBJ5LOafbciSM+QoZBjS24gIfxO1InUURcg4F4DZkJExLHXcgvWE3aeg5JkWCNqNI5WcPyHiJbNoS4k7399bwI+NhK31HmconGshzlbjMsv/iHFuR8OGLi4Z9v948492icBpXvv128qkT4VL/hPdih4UP3h+h0j1YYp1+Udp0bbI6etM1P21aAQrzuZGjUw1dnjLcxWXw08+jJ8StI2mOPnsjjgywgcPPYEywNbJ965AMHN0QoTRexJMbvEAMLmXCbM4Gee5xmQqetmhbfA4WIdgNjZKeGBxrMBMOfn+XWzF53/pNWsS+nUt+oDzzjw23eRVnoknsjbhosR+5eJG/0GjCkpD4iC0d9ujngkBsiMvMXiuFL195YqN8/M4LyJbmIsUWJCsaIbgsoKFFHdY6wDfRBibgEOCWEdo6tlUaC6aADROANP+AJN8bm+af6QqGLOz2n9J7kyZFp5LoReTczkYaQdigH3XKlWvqGq/lqqrqSxXJN1fxS59p5XYvuh4nZJDvb0+K/8pVNi/4UHjBfSZaNHxKjMcy+ISOBNt+XEiVo/54oF7KwEuV+rjEszBuHzhLoX20qbezmP9MOHw4h/YpVZt2SquJr+l7V3l2Wxvsu9xO7hemcXVbV4h1tRj6lFtx+cFiip+0q0EC7RdXoqE+uK2t2ZFC70eFqWwpRYrku4z0gqdrfEf82g0/e36D74errfJZyidPH3vT/fTJU91W/lxtNZ/5olWzwfYbyFU+n+wtw+xH2qx+PqHbG2y8B63acPopfPmFdc03nKvj3Cbb+W5L5/pAcs8N6D5G5PqrujlG8wnhXS7KmYbxCYX/uxM19QH5Sz3scAlHX6HdQZP25XWlBmkg7XdyvEsjQSM01TC3oTkNkUibmqyaeMFm6JYGug5ntDyTpF0iS79kmlVFaWWMQdc1d3A1/P3ykk/46Xb0B88eLb9/8FzvlNAmXGPT53duLPdvX1m++PqL5Zc//3L5v/7rf1me650Mv9fz4P/6b98u//bb3y/fff9Q9yvRn9U3NUd5dndHln75secrew2/2jT5SaYwJlEL8O7HJ8jWIG7JNKuOpH2FSxUCHwt+X3gxDeua7c/0ReurlhKczbpkit+baUzjZ/mk0RNgdHcamuKTnNEOwjxOHHrNZDwnAVISy2xew1oHckLTx+GPqkN4aUqtj8yuei0j9nulYNqMC60/Pve6QPIsU1K8lpA8X8jS+qPvpFNBKazoommYqAQni+/d//nyw4Pvl+e6i4kXErrBmWhQdnGOxpSJgsx2HiW+AAJxs3a8ZB2oSTFO+S1iy5AL6FjrCk2U+3RoaVtbZNtkoGmY0zRX8V4JFnS5gBl/MId5fpTh8Q8cPyLgABlE5N7UDrFIIWZj92rgKTvU+4ztE3tYBattxB2Wkz5yqF4PwSzwnEPaPsL1oxIqOoftT4oe/fOA1o27ha/PiXHDJ+XRQLa2rOHsIUc4zozRWFgc0YpxRWJXp/IdDy7jQxh6BojhPMgQUrJIYofl+lB4T3BUM4GBo1PKwat8FzwDLGXRYANZsUHTV1XMjZ4WFHEW1BtvZSSjdSJHZSsPoj5nd4FBycTDH/T5ZbPNxlk00sNVaxGUUYrE2L987otNMht4ftHNwMfGmVvFKUvoE2M6ZWSTrbklOAGgz6aa4lAfKQM2ZNGcySoDh3CUSXQafW0ng/AIwB0kVMGyJpCTOmALwYOdCxmi+CvI7nRecIgWqMZ6q4c3514NJVtB+bnVWhFlImBNGxPykRuJwF13nSQuvKOST9o2KjGrNFvDICoTmwae/Fa5zeN4OlAH7YcJ7GTKFKjbUjtVdcrY7I22x/ouf9PGE7QPWNIWaQ9pkb5lUXZTla5aDKeRU5Zzw2zVucQfQYD8GLKmPkLMJ2FJ/6319kbivs6gxIfY7K6j2G1f9WOY6gy/u40I4OeeteFms83V7fu6xTMvS+OlNaiqyhCDplwA5nWdFmoAnQhBywfktHj3Yxrs2HR20NggAjcvCMXkMrswlDESuBrPm9X5hjifBOP5c8KbV6/1qSK9MO2JnuHWYsxXmzVHZPHA7BJ5bLoDy4IdnzFG8Iv/BPeiA97i0aKeOWeVAY6NuGDQ8Ac/MG3y+yVtZjhygGcOliGA4TNqThtvlYPVeoGX/h35oPtpEqqToZD6GZlPo24SR7KHowhfkYxGaR1nq8W3xylTI1u8ta5Cd1nKGyvg2iI7p2rZNH7yNOXYsoruFOWwJ00nKjPQ9iKo8dBbO52XSUw5cGeF9POVAokXDe5+l2A4bUtDMsvywkHWSSfXb6ZvSzYbgCfP3+iFh++XHx4995ri9s0byy/uXF++vnN1uX333vI///wrPRv+L+rjb7QJ/3753bffLr/VLekP/XK2V8vLly99+7kv3KjBXNP44AskHgvi22z6qzAyK61iLlxsTXsDXrYTyRE5oczt7fJ7oWY/Mv5xoYIG602waCDj5/UtcGDEwL3uiRUDzsLKOGhCDyj0K840g1Y57KuKNq15Q29uJ3UoUKLKWJ8lctgGSNpFGKng1U81jNiYNmhs03ZshcoMOTnhkU9pYbakCddXriPJanSgpbO+zcnME80BX335lWTprqI//nF58U5XvhUQHf+NnBJaUwZTFODWkHFTGmQaP3cnbCYvgW1ux8Cr+CFaRSmllQ9CRogg30IvmPvyLp71I/siIeURMf3eJ7To/z1zRkjP4S6UBHt8ciGjIeVlfKn5Tnd2AdP05bu8mO44mZULnFLV4s1ehlZ0EZvPpMG5Fwp7QhmADQJju+vFeZW28xeRK1rYzg8TlZNu9dZlfQjYm3gMdlDZIeaDhFbkOj2G3sH3azJ9upK/1V4a7rz5nvl91YEBlLOboksDpNHFIXQanO/FffeOgrVnM9iJk8rqAUpp4Fytg24UCLGiQY/P2KITGGCRmpYEvMD0V+MtmWyMTQiHeIG1AEDmcGI90BGMQgEy5hYf5WB4QRJXFnNVmvKQVxCczsj0hh+BcdMoww8wS1U5ua04A7k21oL7qrboWMZCZx7JAscZ2sSko8e8Eo6vgF0VAF2N143kQsZ32XzHRqe5V12GsMDFHvzCSzD8ZlRlbKMOYwLx7CVCfKF/6C0g3EqPYcbwHuDwOcSdtzyPphZgbru3Ji5cB31ZoEyH0HfOI7JFqy3uUCry6SDB+GmQ1lUKmwJ98Tg6wI9dGaBTFi9doJMA4PGHiZRHU9G34LKINg6uO2F4gUmGmYx0Pca/yKH9BUlt4SpOrPAyxPxR5/nht7QBFh6i0Zlo2lHaEljJsi8k3Quv4RFRHQpII7QNyX3SoytQtskU+6aEd5v5GF37UiH3IiH1AzeNHFfhYbJbCZbvSlcvE2roU3/K96Spz9TVtes39KKxG3puW5tuvZn8jhay3GJ+Q89Ac3IMBa7j0tWaOo4Bsb5rwznToxldoc43gdMmoZnbGRS8t4NglyvuvtJ5cNYh4l7A+IqSGhOfNeNWeG4l51l04HzjmGe3eVnaay24Xylm4c1by9O+etGFXySUtuwfm2YsChwv48f32pTz3KAXSqYHWDTKuzYQIxl5xEkQxEwBuXPbmX0wkTk501l6804yZxqYTEe8U2w9O5iVXOZQfSGLuQswdsUNe7uF0F8vFrocZ/kJSWlpx2SyLG/dU3+AL4Oj/TXG9eowrXuWOooiIK0Hj28C2VWV8bjdY9/kf/Su8pVWY4+0kkc00aODDaKvporSqCZVTFelKPSZjKOxzkOD6XQA13WCQMNJJLQvOr9DN/hgDC13m180eA22IUZC+VM2ulpUSCAqrY+kKc9rfVrsg/r7h7efLY+ffli+f/Ro+X/fvVy+vHNzuatb0u9pI3731snyi7/5evmbf/jl8n9qnnmsq+FswP+g58N/+O7B8kg8vNPBGtWveR4cTXypAR+/1RoyAV/rJ4NYu+A//GS7PEAJh1ECKKWD/K5fNtAlgggUEyO8FM4xCOQCg6/hyqtClRt0XTfWTWULG5hmXbORx18Nh9USSo7y1L1pEdx5aDBOfJQNuMtFHFn79bblhgUxCTRImAmj3cJPo8BvRnhdgPlkx7SljE0TKXS2qBuuGSlX1oJIiY2RYekab5Hnn9LPdRfTb3/3b8trPU70Vj+P6fX+BPjTQTECSQT6CnMPsKkRUw6XZUi3DkzyPqTKiRQoWtpUfEHnoHJUnQAd4kkXWceVTbSxYYM5mIkdZZXL021Z5Biff7drrKbdeiyaDZf/mcc42dXjVC5qpt4Elg84kZA8dkOXnzNFWCYO2ZU/I7L91fbaqcg/P8BZ5XaZZJOy2I3fiR1kNP3rkEmGzcrML4DLpsh/xJNP8aH9DLH+Qak54dm0La3IkamsertN2B5aIfTHArjGN/0x2lCm7x2nOQtzQgP3syjtNFF3kTeNGFfIHi94RIFpcVK7SgAKDkIHd9h4QgCBqkzI9MADrX/tPuWRWnRmMiODQtFu5MHMhGisaeje2j+6EQB1bbRiZADjyP8Ed2GMG2iXbQyQlMkoyfdLyKh30lXtFqm8ZLraLbs3w2yMsVOxZkNK6wFcND5hC1x45ozcZp5NN7hsxqPHV8AFE5no2bSrtMhDtgTYFsmiXKsu7MNwPEOMDcAoELWcwZar4P4sGzTlDNM737AtZKAukfAAIzEMOEhzZ5FBfUYSR8hE+34Va8o1G86iQ0ZVzkRxKMlGoCmdUnsf+UlGy5tAJQ7q5jik4UfCVEzaBhocxxHJqU6ZX/lGd1uQfhTfUMf8aAtp14G7bYiD9uU2h38htBK8EDpBjoTW1vERsr9y8EVK1+0iRQ0Hi1uqaVRKeZT+yHe2edb53t27+pTP58vdu3r2WVd/6OfI0sM8vkXP/IgwTDFVUiFJWsOkopGGSY5noQ3DRHG5ZNvCyIA9jAv59rZemKYTCGy6b+hWVK5m8ew2V7ef6Hby1zy/rU8u5ex8tTcVFNvoRy6bEu8/aFNNOYGxsnCIA32lWjDLgECBdF85axnETUN6Dv1sNzD6wR4/036q9KzjWD19Kl0Xk7P1SfMAnZpWg/8zPsMD1K1/6q30W+ZNj7GMtsqvPu1U+uoqEqLD9QENss5Ar2JOpVrfKcQOcEi3lMry0W5F0lTMB1yNfq9JwmNATRbv9VjJ6w/Xl98/ebn87uFTnzS8o5Nv93TXzj3dkv6Frobf++Lu8i9f/fPyv/5v/6yXKb5efvj+h+W3/+N3yx/0crYfftAtyXrfAyfqvLmQRp90xBTpzIJdVuAQBY+romFhi52YkY0yYws2Mo+F1gzwaB3BGsbrItF0+Xp9iOzIqFjsPYei1j+E1SBI3tlNrwHY3gre6KJdSUNn+SLr2ErMBr7Hv5LzCSOXRT5jqeoTnDYndpMEnxzH3U9ZaLxGlC/aSrUYyyJ+qxf0vXqlW8xZU3n+YX0J158/dL0PS6oPk29cx/iGn/7LH6YarJdLsLBqb62cyEY43mm9xgrBnVl8rs/BfY19FTZFEjkkxsYSEupxdF0dRg2anzoh9WvtyyDyZ4UZP6fP4glOPmaBRKF3Ad/2fm2Hsj0HWEzW+jViKA9VQ/ZSPm2+Nt5SJsMZpKzarWUqn4CjkZZpdLg0jBxpMDBz9YUxMXkA+tcvQfLVmdHSm08PEs4Lti+zAVAjpjePkZSujrNLss64Mfj2ShhWBrw1RIphSm4qSfne/AG3GYqpDOg94Qpo8RJI+ehm/i42eGiFz1VnKxaf3wtvPaaHx7RitP5stgPjNvTkmeDzzLY25vKlJ3wJyK3n8Oqt89bOBKQshkg5kZO2mXw25+gm4ApPANiKsao/yucJS0KAwU/hw0L5wwfYiIrHmS3ndUC2+LYhAA823k2UYNqWjAGLfA/cLoQzgWNsBWojLWCFwGnpyGpBjT4US39d5DYWNivf0VrmDpYsmP4BWe0L/uOO1EcGjMjrss4x9cMLpqib96pM7mwyTJsSYvjpm/QH7sLgGS0WJgzeXmjAIz1ZrIhXmykvq3DCXKSDRWgC4k9T5oNqPjEQay8aXMJ90UrAvn6QmYWGCIYS+lONUfL1yVV9s1ovHOKFabf9dnKe3+aWbJ0RrLpi0+nbpCWPReZ5oUmYhN1Hz2M4gu9NffenvuMI8tGO1Be5hZMN93Vdnb+rEwd3bt/xWMf3jR8+fDBemvbm9StdydKGW1e0GE/SF/GNWjDtS4AcNUcwX3CbOQ3TbQ9MgnF+Dhy68Noe+YnQMKdXxxvXBzQhu2ldJ9W/muZYbBtt7zGKC8JpB2pL2PDnCfHXMd1d/+D3Tf4Yz6eGU0/d/j6N7PNKch7+tBVuDwLjTS961Q4ZSxlDsynMfEI5XNXjKp50zVVgQZN+Bu8p0F5pL8dDejvtiRmv1yxpXwg/azTY6ho63AhWpWtLFYz+IkKVzmsPf3ECLSo0nwl8d4Xb0j8sr0X3+s1ny4OHL5crD54t9298tnx5+2S5d/uGng+/ttzW2PHrv/vl8qtf/1KfEHyjMeMHXQX/bvnDt39cHullbc+ePveXDd7oywYspJm7KGHWdDkpjyFYiX/AMNeRVxX4N/uNehi3n3PnHgujDl7vtCwoJccylEZ2CYp/CwZVr0nsd+TDi5XQYIl4MYa4886RZxwaGSUojDlNm3oMb1F98sgm4QbamMuwqmCtRvGy5g0+CzgQtBuMx16OySkylCPl5TZoTi7TP/yddwgIsP6pgnTZ0iOupA7anDnutM10RW0gsd4gRqvCHSDZF5M1Ju/byXZ5j93mMx+ufZQ+Tc4QyaGbdk1QCeRXE9bUVuqnz6HJY7bHjdggUzYBGspe3WDEG6LK2PK9gEOEB2Hi3vGOvmflO+SkE/P3a60qkmVm/9L1cVjOQZM+EuiXq9F5dBlBInCLBp0a5HoBYbRsWbfYSjkvDiXyoH0Zjc1uzFQEHAIw+PkvnRYf4bC1opRunxqHHQnmAyk9iNa4ucoiVUKMEzpx0U5NNVwtM/F6rI0NTUy2IzK3ksOVicCba+CCZLPMZMTmVjDD6yo0NijPbz5LrrWseENvk4uvn+UG7823bFBS+tlsh+eq0sDaFwyk0SuCKiOyja+8bRhplanqlPK4jOgQ0TrBpKMzbEhdBfyesqCdUFW74kmxmB48oqEt2bTUdwZ40UmfJyXoYeNAsu4isGIVNFiQ+EH5km2RETyIPE+k15h+5jVgGNYYPCn2qSBOl56GG10srb8LHxrVQskgcj+YLYdJv0lNzDnriD6xVXEVU9O4LZDRR0JmujLRUqHil7Yr38/2gNNs6/WE7ln87Io2S3Wy1cwHD/QHIVqJYx3KIY0zyb6g+/xB+RcH2p1tx46t/bUDn5ttcfB3ek0EuJUtqiLGtySpmhP1LTbXvDTtjm7F5BvcbLp5Fs4E8sXbN3zQBwY0rVKHXiO3B3DdxhrjrrOyC0zmLCnNGaaMu+kDVK7f1QG/HMzG4pqu0rPZvnvvnm4t12eJ1JffyPan+tbvs2dPFT/R1Y7Xgqvx6NcnIiKHsQWbNRa5/pMfV6j5Pol0uUyiUcqm98YbOD9vdszf9F0GjRhFM/slPNrYy9aGd9ycc9y46Pcx6KibSU+lIenQcrDJPxC2uyl28cw8SOfK7HTHzd+MaXNAowZ/OOdmZZhZpzKViP1YEImzHmRv83M7tZg2A/0inanLkCLbSioTZPOkY8vcJEfimbjTxPp5LKr0bJEN7LFelLLdXml2NHlcnQGtPjDoaYu0K/zsE+LKv5Uw1gHxsmgtHB4gqzzETy5r4aabMmckD3PDcNjDs6jVjkCPyQpd1nApCvSsA2x9NSrmalzKKgOfMJf46riAj54912b68XJDd/T46wZ6B8RdPVpzW5twXrr4829+sfzt332jW9c/LI8ePFm+01Xw77/7QS9neyA+vYDRj6u89BXAExY9Uk35sjZpO6rM8nXmw/Y0dw7W1W7WODVX0tZ8F5/ymfcSU28ZA1sOcteAtpYRxIo1Dj9AcyAWaATsPzuch99ytz6gzYkdx0KXgTWe60uEaZ2UWzLE7ItkhiaPLHoMI3MfZx34lA23Fnim0eyWtZ7bA2vU8q3gyD8WbL/wkPhHun7m6wIeEDDG3MJBCu/RIGTzEEdfGJIHjwzKVWlNsuCYa02vY81WVgNsrV+I5DUvRLUKZ09AR7GsCIA+grCWnqQjeBLqRz4hDanHmegOTjA5xLqxR3jmWdul/CbsshscGfeLA0QCYS4BkSaTZVDiA6/XSXdeMQHanLh3DZARszGFX/uXAccOCD43lIFuHGKosnjdoJP5gLnQiZW22baJB9lCdl1RqpjYMvaKS48ZwZFHyKcP2nizWNEkQmfyZUHSmli4QlMB1Vyh8Y+GgNdTKttmf5g2cC/uydMeoZOjiL3RExi/cbYwFUueSlIMOzG8VWBkOQ8NopyDcBvMryZK9yfYxeoE8JpfZYSmMpBUW5FdEndFu14XCxLbI0kAxORJqOKUo69KI45JWPw6+Bbvshv53mgr39/k7hgbsnGOHNLeeMMjP1NO3zIl/X4WnDxMMUe0ssllEUAhNgCotG2Np3LigLJILg5ABnTQjImqGqwU+8yVBYnQ+tovDBhw9uQWHkgDT4qjB3rxuiZUBk/qYoXbTrfxdAMRKXjMcsoqTWgbCwYjpoOgrCZoHLm64mB5OM8h7aAyita861k8TB/INoflr9SmAUkQAW0VmOEyRu40gnz7lbI1TccogHeEFMTZhjsuEsxPzYlE6jPgYwctWn+SRXtl8HVecPoVfnG7UUyrh4M2k1IjvMriuPN4DE6owPcPbZQXumh2eYR2bFgwTeMcE8dPELDCvy7CTgc2rbW7QyrbbCnNimeuIODPpiFfxbZOMO2leEIE8jd9R1+zyWabN5Tr+e2benbbnwQ70RVuXXmJDxlf6dOpP2CzsrYBvdsgOvHYZliq3YR+tTbw5E07CUHjrIxyUV/+bJ0E8XwZkzlvJ791+6ZvJfcz3HprLSfquJ3wqRbULIy5TfSVvr/9+o0WyLwxHMvYfCt4PlDjy1xCbEVgnHaepkGnAWW4eMseJ8gY3m2IvDDpaKSkJ/KMMMTCrGO/6R7+wpZdsO2CDwxiiq7jZtnnsQO+hjsuWaSpn8a1jDle34I9Q3fpfaOoMY2W6GBblSublcAstTEr1xhedNXQyNESzuojoWg+tMAx54GtARXHsdSwZ6yVQam5TjxCoeLCAeJiGP5pWMUDvpKGB1+F1/1QybYl6ld+ytTzldNa2PnuFGW4V0hPJ7tkfmbcV7ciVwItavW95EhngY1LdXX7BlS8xh46xMPISCo02A4nZTkarHiWP+uduSypLJG8bmst2mj6XeZ99sU8Ame03seAZZ/pLen64KluR9cnpt58WJ68eLJc+eG9xsZ8YvC+nw3XSckbuhr++b3ln352f/mnd79ZnupljA8ePtInyx4u3+mK+Pe6Jf2VPnH2Rt8GVwNSO2ZTjQHSlt3GMBwP0J4Zh3lxpaIqQ0h6bWNf4S/9Mk9Sh0VbZcRV4CxAC06+G94nIqzb/Mj1ZQvXKaxYRqZZMZM0GK8hQwHgQDDhAfhhENSuGiXQTdWPbn6YRTak3Bjl8tEHMFC8bjolAznIZx5sV+P/zFkZ01ARNOMffzpvr9ukGXezzpAu/a1pOE4H9LS+YYiMyViGVCguHs7iiL2R1ekxZhqMXqxITBtrfOiNKZqUH+vAETKjJzVvvrM4DCUSXE8ef8iJT/NY90b1LMOQQojeQ7HohAx9WxCePqLnMKYptnGX1T6XueTR4TZMQmHQFI5iAPOaG31Fp5T7bKpPeAlZcavehrmtFdjz1kqyS43eWnDswnvsyuQN1px0/oLFQ8pjl21VxDgsCtqzve0+EBuDEJLgOnKCDImfLJxQkVkQ9UQpg/T3XmcncytNBtk0FhY/bTw2kRaeclNOfKDaZ9ByBXnQBFYFR7LTyfv2V5ygAMRJZdEYCiOcb+uUCVBHXNObfNO7ERhqWR6ap813BqLgkcPk6Q2u5HA2mwWp5ZQNmI86/4TDBm9kBSCdq9jCu0zIEFQybb9ouIKNa/AJF78sTzBo8Al5Tm8YrzzPePtPJoZPeBGxhEcHJaaN9aSSxiZ5wMCj23Fkxw5JFMp4SZACiUEONGgj4JNE0JInCikyYSmapoVskzbAB5lhTDiiH4AX5hK2djoorCXMJAnS1TJcYOtuuo5DCr87Uxg36aZIHGtIO4U9pWQtG6pBVGzboGvD4Jaz3UEtBcAuQLu3cUdyyWzUq5wS2/XrW9/8jePUIUc8kTZqK2M9PDI59NhFEMADFWm3Esd2TJOA2gQhXG54ITpW/g3Tny3T1h0tTpXitIHNuZbSHiowbe2qTkre1iY7363Wt6u18b6pq928oJDAXpErwjzHvQ0SsmlLW+ycG1Y4Ia2wFkG3h5k+6aY4jcGojN3BXdEZYt44fO2ET8Pc8++aykD757vbPL/9XM9xv3qdN5RjABOdr2wzzmjCg9ab7mAsGCr+8Bn4/lPCedqNxwHhlNjAkBV5EiX0vJnuTbdjnR10P61iWs+0aKKPzPgiK/vajmbe5Wfiv+i0HHQqHIKdIvqLAFA/HrnOaLI/naEHlHpsA07LzeiYKzrKqO+AYT7nFWHMx7z4yI3UGMbE8MzdmzTNnEDMvL/2YiVhK7xSR4N5j2Ivimh7Z3pgHY4Ysre5yOOlZNzf5BW9k01z+/vl5AZfaviwvNLG/I3ulHny/OVy7QeNN9c0bvL4il7MdufmNX2y7Pbym6/uLf/4j3+rMefF8lDPhf9R3wr/4Y8P9Yz4w+XRk8fLG23uvE7SYou9t12muOfCK2y6hfPau4ui2GtLWphsyk80mghZ561BbVD5rENFJ+GgvS4yE5Ss6YBnfuVImmCY0l6TkR8upG0nODZvQQIQchAX5aeOIt9rQ5LYIN1pjwAyRkdr8rGp0yYZZuLvjOXh4NjzSZXMiDm9Un661H5cRx8WHw0qsOcHETQv8w/BeRxSP8pHuue00DRf/OJ2Bxn8pZx4XdPCdTpYNnPU2kiKCEkJ8XHnFJczoWCf5r2abZxo/lRJF1jKVnNXzdipH6gyeZNeCYtAhDOt2Q/J3TDuMqf8uMMfyM4q2s4N2UfI3PBfIqPPiakD6i3XVCp6GUzSUJXxulEm6p+Gg+HdeFtHOKtBqfVZhgYwmjYdnQLOMXzJ51ag5KFaA/i5ITN4EFaYtJbsYDhqchSjaWOoYBlcbIPS2ZSofDLSNugWZ26XYjDNy9KgAActQ25+tscD8GqnJ4OxeUUCV7YZ3JLOZprNuGTIKG/S2diXCAZ3frmdXJtuKTO/tTK5i08FxqJskEVQ/MjOKE/5lLQdShBKP3qwCTsDzmADNDhoZQ++IjD4KFiej40w+BMe1FZceaVPBvTVCOqLfwx0hFbswuARwJwVmnalSyuY8j16WkzDE9PKx4ZcaWrzeADX/MepZkz6z1kyZ2qKHl+gJly0T8HIKwbrW+ncNkQBUYuXb3Gd6UabwWJ6rU4h2fdbff8ecjSvBHvHi8EBapTiePZ0/eEv/O2zqT6jn77NhvtEz7Xx3W3e7nv7dp7fpn8S+Ia1AxO7+9Mqe9uOVmuoCyszo+AlK3KEwRSRlEnTGAgFclZZQNx+xcCYkwVGaPySMtU6L3y7xZvJdVU7V+lveeH6Vs9bPn6k57d5aZpuJ+eNxJQ/5khqFYWTCZarMvb3uNFrAtOkPN4g24niZcUMvfQjB7n+rBhwWPkTvjfdnn9E2HNNb7qdh19/HJ1SBB+b9P8M+OSCgXY1kW5b0YT4K01StlzhUMmmwnU/8hRQZTPtRNNFjn+CoP96HhYjc2r3Z+TMYdN9LVh+VjvPmMSKYg4i2PHP2KRFU53v6jqwBXUR3o3AIwzulCntvjy5qiITdqxMJ4eCv6xQu2D6q16nuPCEyWtdCX+nO2YePnu1XJMD+X11//ZyV98K90Zcz4f/5h9/rWfD/2Z59uS5NuAP9FI2bcD1dvSHDx8uT3Ui8I3443nWa6yP8l4f7s6Z10PYlTkRGtWUfn2xwmM7BAqZF4VX2aALLHM+6y4HRFelZh225hsOGuriCF/lQyMHiCg00QdRj2+D4VMmbIzKojqI+ZRLOmvcbH8BOf0735CIF68ahpsPDaLaERHBWTQqMWC2IPnYE+3hgIe5QetleGybNTXakJG5QALdnhksTwyeh4oRkwFdQM4xkr4og62xtO1uji4lsX6jIzEfKlvlBOx5zPMgV8RlN7b71yfN45FS5Mj98McUoM38yLj959JVETGMNnfILBVn4MCzpyO2W0icGVBwOKSfHcG3LY2uvN+JVOKsWsZBwp026a2rQW7eG9Wh2IAukdHnxKhkOcAqcUIpI5IV7cA2wXlnRImVtjR07WovaIGDhsFxSMmuZ357UAh/D+bwwFUiRqJtsDzbyfaBkVH/dpooNDmZD2IJJE3lopdPbBFn4w2BFtTgwYmWmxfYuGM/m+Dcnp08ctouKUGreKEBDxOfbuI2ppSJmDPjvloter7gxYYZ2dgAPzTeWCvjQR0b1PHQ1WdR4cE+3x5KLB6XCyEty3gjBQEPjiANtk+UnrRDkzoRTjMi1+Ugx2vE0Ce0jOR6c0zdrTRNu8JaBty0K8fTAt61Ixk201iIZl1K07BCEhxp1y+0eC5yYcejc3D5AbhxFkbyR7EMwl74AkV2hySRglL5CB0kdYAntM0HHILAG7/Kg6dpy07ISy86jQ9Jm7CNhcNdHZBCHi+woGmc4eAkGxwDNzFtJx5TxiEeSy8BMwkvikTg9ldsNwR/4Zn2CCUk3aFzKjd1SvkV48f0C2jxiTypduOxQVdVuKJ9Sy9N41bsW3qjL9+v5mSaJ3JvLFs+rOiIzh5X24KuL6jTDnSsNgIL9edQEenYBa7TTpEDPQUxsbDQc3hvVXdcCUrb1NU63XJz/Zqu0uvt6l988aVOHtxcrqlcvBjnkb7B++jxQ1/pfqUXpvmEg+xgTMU3hFVT7PXVaDbQZS9lMA3kXtyULc6KzptteDXfOM1iYt0sDx+YLTrRO2+6obG+7m/IBlYbeOiHHDIHgk8aCD7o0FdlbPJNHnyVEXxZAFOgO96W8fExXlzLf2E5YvsIrguL/xhC2yP/dPtFxsa3p4SuZc+UIB8zvirQL84u35aC/gd9c2EDkjJXx1cWHfFFi6YO6I5G+izzfIiU0FzKuEAwhTt1xtLqBcEF6XEk1pUQRdgVESYy/fYgLO1cVKVKWWyC6hjPVsKFc61ADPH7jtO+m4h2aLJg26q36o/k3+uuGt96D0Lu+UxjED5/o/7/Ul9BeKoXrV1/9EG3pH+23Nfz4F/f1xcgGF/12Mvf/8Ovl3/4zd8uT3Ul/PuHj/2W9B/0XPgjpV/p5OBn4rdnMFg/Ns6soRhv0U19s9n2nrzTijHSeNETw+u24UzmSmoSmE/AQ3PJYF7KXDIjXxkV3n+G19inNPg5JN/tozDYDZnbGjZvOKqtIp1VpYhrbLUUp6t9gsI2HYiU8JFoIzLQcbRaU4vQLKEmiVZgyFXVyjbaKT+N+4rZPLKuNUxtw+1YF71Yk35Qx+rNNvOC78wzb4S5/auw9glwbFBMaJgzddj70pRF3z6RQaa2nNKV9CzpWJp2Id0S0etbn+CzjsjFIziEsStf01FcNqQ+gmPeAkz1oD/zInHS7wR7qx8xflWkgGzklUzX7a6tQPajQnQcEoEJlD8/ctASUhbis4L5VRBzKYMPxWlfmc+FNJWgUNURhQS1BUPI69+Uil0XRWIyE08HcC1jZ/PEZnnULTYdgq8S9xQr5iKpE3cCq1FHkCr+OrizbXu4UYDSCELp26/htlNkteLcdFmyiAQjYsKCjjSm43JLNcoAAEAASURBVD1cyQsJgI0AXdBIDngiiPshigQIJrT0hCuDqHDSaRgDLoQxUxtsbaKNy+SK3aBtEzJKDraknEIqeEOsQc7l0TIXPOlstDP8kc5z3mzUswk3rw7o4Nb0yMFf8R95gm3wwYoNsC2Ctf+IIXR5Blf4jQA2sghLHlAvQNNkmRWBFRcym89M8ArAP52mRBllSzfEBgNBhptnyxag240lQoTTGug07BpohLMaepQCZYUcHMGtRclMjqI0MVjwyDSZD8CmrPEeaCdsm2AJyjivg8Vy2AoofMGLaNUDf+dkt3jbZ6TBlOrEZxwtuvBw4VOb0zE4EPwUsllqrvQpdLsfhMS0yGExWWyNQcL0m8B/VckuQxvd/uj8Wmp84LPKNDj9279qh2yseV6blwVxdZhbJHnZmDfcuk0l9YkcfgobFZvMBrVi1jaCBMNpMy2uG4yFzwco+7fC3Z5lPP2Et5IjhsUo8viO+Fdf/cwvTTsRDpqXem77gW4pf6FP//A5ML69/eb1a23auUYFNz/mhC5aZLld205w9NOUw8s6EQPLRjhwsacvNI8XYNl0r30QKgXx9+Ij2chYdUY2ed/yDovT2czDQ/C4mOTmSFkcSIxMwSra2ySNW4KmI5buTxu6Xi8vF47Lc31a6w9Js03y07E6GUanAwwRuJax3WAdkZP0IKlEMG4jc5+pujG24CzqjwjZC62qxYi2gTFUfQtZ+vGXtV+sQg/4bj9e40ErRKY1bpXmNDegyDzWtmIMlBm/YzR5q/bc6MynPKQYq8RNPrasSKUmPGOmg2BM1z2v8Kw0hB4PlPTVQUDshjUOveVxHBG/Ufzy6Ws9G/5guXfjyXJbY+5tng/Xs+E39RjP3/zdr5Zf/s0v/Db0R/qc2VO9oO2ZThY+faCThboS/k6bcN5X8RknQ7W5Z13VJ/rQ31e7bSMH6k920CbXdpk6icWs3ygL7a4LN7jPTXStufLtKCAFRefUAgJF6xxiRbwZOPbGlCTIp4mT77KoDJ7AQBpqoi4BcafBEjofKYF5Tiwc8PgiOI7maUbF7quUqtIkmBe8IWVzyV9vvAX3mN3EgrOJDB5ZunxVNNlNoSgnE+Ir+NsWJK+Wuy5XpIk8LhgWvRjffRQCp8Hr138t/Xgse6UWV4cfSuxI3XrtygVAy1yl2FrbIph4s8GOXfQR5j7/5BPas9/BUu+Y8DzrtTCjDDUSf9uQlrmq+nEpD17HRch0zPePo0stG9wmJ7a1ZlZg+77HDMupA8VAdcfRkHI2vZXWnsC0QmTnGj+iyXsoZCqs/VsZw1JPMlrZaqOmbHwyUJUaA8iH31kdUtedu2x80gwU1p27AZeJxcjg5nIxAJagHng94UmeiyycCwEPMPJOK0ZAiKy9z5yBHxWmNAEp/HXoVAae4NnM+rlr1ZDPfOJoTQbc3o2Y1p3bwbFHG2WMAFfp1pKmDjxaswkWj+gb5s9ukBM/Mk/YWGOrRjLr8MTPZpwgmBLe9CuODcDFaN1KKdknBdpWcLEd2tMB3DZQEgGrM9k/gqDHR8GJI7dhzhm6HuQdD5LgwoFNBNpO8ycfPGSQqEk4hmYN8SOriDJt29ItESvzW/mSYnAz0gdlKu+twqymGLcgBrnmB7N2WsjnwZR0X3UBt4atxBVeKRnudqH2Ef8UfJM5xfVRgLQnPCWb0CunA3PbVDo+DMxp05xlP1QHglhUmiBEkg3WAbqLgrBNv/Rtt1KMpwJay0UlHaYbDWsuK2VLPq1dJ8Vog/rz2CDP8axzf7f6rl6axpVu3pD7QQtErsDaO4ppayxSLhO6rBse2gTlPjdQq9CF1myVttsohYAeK5S+qavaX375la5wf6GTBid+aRFvJX/8+Ik+86MXpunWTb4latU6AckUxp07Kqjk0EEIeEZ6JZc+h/xsjqGJPlMpLcIEYg/moYfXf0VPukPbS1vayBNNb8Ib3jF9lzShYZ23O4w77c+2YVLfZnx03Ho7pqz/GQ57oH3U88ae6hRersSbF+oae2HOd0vrOjndJg6yHQAyP7Pp5qWJYyPdfdF2MprwV31TtNaqLE0CqPul8+REC4GJJoWgFNKEK2MAYyU89MYJbupDh73gQzSXgZ2ts7GpK7wQ/eR5BxC5rD0ohzJy4onuuMk6SvcOarx5o/Hn0at3yzN9goy56+rDE5001EvZ9EiPvxl+N++iWH71i+Xti5fLi6fPlse6Av5Ab0d/8OD75fXLl1pDyEeMPaqwrK1KXxUV3b46Lv1tKyjGfsyyaY5ZuzHGA8F2n1YxT7ffjotk8EMUWYzFZv/zHnC+2o37l9LE/o3GZ2Dhk1bGWFhJZOPHmKy8fNxlb5mQrQEZ/peYzCUf9CUVby41YfbGOnaIjjrLFCMR8rkyfYXYRjAn2aFqVW2QKH1FeeNfbN4ASn/ZE2bBLGQ1V1xDLKSUnbjnJOva8xS71M28MMYnQIunYFiGppaLBOuSnvlEcvQjB9/F932CuySU6G1Zkfejg/TlYmxsQ17X9Y+W/WMFlC/mTmUPY7Mc1eMLbmfpZ3+P+lC/B4JDCYqMdxoGQ8eBLPhNmGgG74ZgzZznM73P65T4lfucFOPbWNvWYMMO1xLJk3C86oAHnR1TPJ5HJDRVhi0AKelU3tEhLdtcg8wJ4MjpifIqHV15rMomVnkGWQGhBedNrzwvsHldgcalDOEHx1+ssf7iBw8cGLIS12ZbZUCudetyujf3okcKG++x+YYGQofojX1lFxl+GpjSasorowLCiSXdiuK+ltn4fXwIv4eteQYOvHAs0K7TpmJf8rJoD5eA1ZuTNNh24meQO1iTCwGOYJ3dqQ4IQGS7Cg8mwM0A11IaTtxGdDzjzk9TNlcX/vo4EQeUyM7qE3vkaB5tN22pCmr9yq40cGPUoXKDA37aaOre/nKvOY2H82MCdZcqoG1JA4YerJOLSEfCapvbKrIE8rhTZfakxjPZwvECQ27DvnldV7V1dZgrxNf1PW5f9ea5bg0WXEHxRlD8rAO0jnA47KmL2Inq2HUx6pWKzT/jSYLuw2GBwGMBGuu4QnRPnwLjdniu2N/Q1Xoawnff/VHPST72s9u8nZxnvjlpgP3Y4TPtoktfMNTik88CgDSLBnxGyNHJcTANGGjrN5DmWeGWJZhvOTeL7FDZzK5D888LlVnWJt3usA4wB6wDdAAM9Y8NFk15Jzt+rMz/6Pzypl3wqVzqOpIwT7OKh1wSjKv9K8cHnzGJ7s7GmxNw9D0W/dwCSoWrd2TcYnb3+JxVAvaD8XCmVIYMcOHDnjnQdhpmns5AZGOQpQR98JxA3/lThfhJ2pTI9BTdhiuZBbFKbUCVwcbhHf2E+MB3wvGfrni+13N5yOGRmSd6OdvjF2+WR9qM37nxXC+11PfCGeN0S/q9z+8sX//yZ8vzp79anj1+qmfDdUJRt6E/1pXwp/pMmX2g8SS3u0tmVXyugGMXP4xyjZjeWRdEOP9RgBrsbf9pr1qCDpTaTcj8AAw5zfDnhuDb/c82yQ/A+cP0Iop32mgTJHPAH9TxDLacYk2btHRDnGeNUu4NUMdyXerCUIwqwbN+gGs4vREv3JZsZZhTMrT/ZrC9MRdii3SuTesYWzuNzPR4pSSn+wdpb7ahhRjtpSexgYYBtm1i5m8b8Da/PXxLddGcNaAPcfzmyryokE9G1w2jjUic8ZbeqWBbZTXrBocagwV306IRVTns/02BQATthA6un1bXwKKZwfipLJioLp7UreYilnEZlCZGwRoHdCitxpHFsiYTCg62Gw3pkmlpwrsD2QFpeBn/pBMYtAphqaJMDcy8cqFjZJkYjXHaeIkGGPExKULLt3W9+VbdqSqyuRZLrgKKFFoZ4slUMqGhJJzlJIUMzrqhDx6aQGwQ1gngbOah47xo5JHn52fG5Rzg2YxXrLxlKvYL1UTMn+0CJ12ETAjEpa90GomEroeSB9ycbn/4AM2Sh23YZK3RJalqlVjhbqYcadHXqImcjToorS90UQRMeTkmtsIfPgaU1C30ChKGNQklQxlMDUV3MAGQaQOgjkxS7+1LRK2Swh25cUd8iwB5tDQWHhuUpBxoM32V1xM/SghCwB18QK3TZ2GRUZJJhYUXThUtkXR5f2JJ2NuDQmg+/igldhj+RU/Ka5DbzZp3s7EpwlJ206MZXoyFNnBQbT9xD2JpHcrL/EgOP7luD4knAZCcE+zPVli0bi/2YcvGDgNkryy0YYcEU4o5qOYpg0FYXTIUuc+7sOCF0YLqmjohz2/f0QvTbmlBl8+B6U25WgimvnXLl75j3XVuU/B7xEoL9q7667TjANjvlaM8p8pOXzG+7FR6zruDDWlcDUjGVwUglCFX9brlazpxcEtXhu7e0XOSn9/3J3bevtX3t7XZfvjwBz2//dS3ksM9/IBv+KcAFMiTVzbZ1qJ6j7sob+oFf9oXlAWYL4FEBnL0H3lQkWc8NR0LDcZWEfhHnwgsWjiB0PiWUaQ2JjDbCr8M69tJ0QkosoWanQ7KBKssur2AOpht8HU+UKM3OOMpS/1CMckvwNDXBHO8NhxBNRLFjOZUvAEEzuUgMNiNRZozbAO59r/SXe7QbSUhdSN5B2A6mHtSXGiF4tziyF/x/EEKvZLdSg0weD0gRvhdtbgMK9Fq/wxLemO5+M6iXTm2XIJXcYCXSYrJrb9UD23TFMaT4kffPsH3SkEBm3pk5hMIFDxmKI073B5Fg70ffEdJ2o5JwYtodhuExkkOFrlPkkaAMcF6rWa5poLyVOgrtKcQBwAW78MBZIGwfw6bZlyIhmFllyNcsTN4yri1O+1HTHKGrzDLx/gaGVc+O9EJjvfLUz0S8/LV2+WZFlNPrj7XN8M/0++KXhCpcU8nSj//+c+XL3/x1fJenyJ7qefCf/hBz4NrA/5S3xh/q8dn3r3RIzTc3YNUFKpL8VK26MaZXY+qIwF7PRxLKGDsgb772Rx3uuuddkAdUFKpMTftgTJl6UWK/l9tAp2Fj3tWH3VfF3H9w4shSKx6oS3Vz2RVn1DwF0al0Gdu6cNYAiL8U94yoK4/VMKjiWduh6sc8YqtrHAZKJdLgyKQClyxxRvwOa24tBufq7viwjnw8cxnjzHyjU1V3iKxCWbF6JlDRsqCmBh8EW/iKpdoGEK9XutYdLQUfm6tqketAmR75JQVCJBsUeCboaV1CSN5xkAXUsX4wGweK2iTANxeIDPSoJGGN34jlnzNB0UmQYTAhFCa30UCdvJLWOVRuvy5t0ifcSLFt9jZJx5TCaHf+liE2Kx629SHVWHraLVeq6020x8kj/q2r5EjesysmBfvBZDY9SMItrLuE2s8AI/hRSGd9MdgI7M/7Wke6xCajEOVu0CMXaqpwmCB2keTCoruOQz7C2jSiYZ7fVKOmYt0C+0YGAUjrtBygJFm8HGawygAxILD2wyGbA7BhzQySDvgOCRQ4QAky3qIlWPwBEpa1ZzNtBxRG+8TeQSncE89dN4sSxb0fOLLz2wBxz7gSrcxzgtAdaWalQlB6cOGNEQGFWRyu7ltURr5kLPxNr9oyacsnD0XvGHQTA6CrkM6Y5yH7IQkckyTID0qfNCJrxuvGYWIqFmM0sUAbvCG5PRxImhZza48NtJZV1uRAEETrxLlvUndJHeCmlqsFANfyOurcBQpDF2tQgD8bLTFckCIyVfpEhqZgYceRaXLvGGNBASUrK4vDGvBximPIPu97IViNUa5ywfK2D9EkY5IGzsEYg3BtIpp225/8Og3Bybf3FTnVlmoEPmow5prybOEQTADL522ZBmcK6pT2STJuBhxQO5sU6fT52diJvb3muR4rpAr3De02eaqMM9u39L3ZXnR2ImubqMtvuqTKYcUA3MrjP9nRcbsABfJlpqcFBGD84wvYSbLxtTjmgaWt3xLW8Abesv6/fv3l6+//lpXuu/q81+v9SzkU10peurvb79+9XJ5qWe4+bxZeweJpKNCRzcixTQOAztO34DebVd03hwrJs/vva6cD3zRGYcgy5LfZTdXsi1DNL5C71VJxkrXjdohNIztTWc50mH5EpY8m/PYQz72kDdZClZJRyaeAUk3+R4tLRvibS5Fmu3rBfeG6cIZpM+1cj5jZpCm21vb8MPxpizK7DVv8Kewq8xTfMiagVtB8qiQ/m+iHQGiG9Qkq7oJCTAE1MGZvhfZZlguKafET4A2gfGyalrtirk1Xkcfj655QVowPitG22OxaEr0ujAlTXl8gwSfkG4lpaEXcxMY5S7lFkZuMpbklgC2EUI50Q/M6YRKcJao0wznQGatjKVdxmZrPObnQonGOZdFmELiU/zNm8uZvQzWgRe3vdAJxVevUi8PnjzTiVO+F35bv5vLXY3n935+a7n/1X3RvFpevXirx2peLE/0dvRnjx7r9vTnPpEafVKi+nO96vlwNhXeAEojbYe5Ed9wJFCPhwOIpgoFHjVEKNIunlCWCwksqDdVsKv4poZwDQ3FN4SVSykyFRm5KnD79NBeNE1L7Lu4MQr6xiPAjTog3weeWVGArZVk3V+K3VgcRQJ5SjiyyPghalrZIITYwTJAO1HAjkpYRQ11PPhOQVvYHIfIvhSYOLdzl9mgJZD6SWCFn5YcCLJgLHRFZN3fGyUH8WferjgzQSDpwPTL3BYmzy+eL4WSSrMJpRTSSShgHGl+Ru7Syh4K5vEKZ2CbuwHk02ajq0/QAHObLjNsl2jTL2ag+Mosn8RqwcRmitwVXMSgTaODSUpmE45s+JFN4KQJbTCtC4cBFc5oWTz4KhE2iEJbcjpbjEaHVPWHOMsNCy1h3rkMFeY6cCjexugErtilmB/BjiVJnv/JKFQaL7QbB3wwKcx0Zpn4+uyhrZfje7DFdPMitXRZnkroV70rk8rGlGzRfJt40xNrEe3FqgQwJY4NN3nxe+MtOnT6ZWfAqyV7Qyxd6BQ4HnVasAJwthIH81ZyQLAaBR01LBhXt2HP5htefKorUfDWYrI35tBhKS9AyokEAyxHKQd082ehoh01LuzYWBetG5s7UwHOjERte0TUhVDSdakzei6z1Lo0u4YSPZhCqYPsOs+gQj1QusgjyZnEwELPwDbnk2ZBHj4zHztAUvzoZ4OGji5GyhBmYFkwJU+d+RZWsmR2IaAJXsm5PHu2Wd9OnLI21rbFl5Ps08Q/EhLZo72o3aGY9tZbLayhyohzJaTrWkD53vg6nmmMnIA2H8V0tg/OlGQkfbIDbaMDfieXelzhjd/GDIEumeLQ2gVKR0rsRBZyr55c8+3Xd/Q5sLt3bvnbsn6xIazDhmzuhnUjEc3IdxtM9lJHfIbFq66LsXcJ3+pFQshgofnll5/n+W1d8Xn18tXy7bffLs90qyXf4X7z5o1ezvI2G9NaMIyJwv1N/pEcat/22Ka1oPZk+yNutV50uww8764OzjPiZi3a4GYY/ZuNt/iYIRXcflhRVDB40gHYeoRwDIf1Tptu4byZt7TVbmUjv4WTL9sMEumcbbKPjWNf2Ws7P1bSfxy++F9tj045ha6nHss67+6dw0T90yZny2ivXCy5ogWDns2jiQGhtr3oo/3SMnUqzO088xw0tFsxCg81MnuxaOsZe0uRZc5pEbQNoSHXEMlBpkQfDdZ5FLtBeHF8VqeQWuybA2PgsWBLJ3zqGW8oCMnXYBptWuWJ4wzWeUnC17JWH8jT2ozzDRnCGxG81afKnutW8+/07oqbOhHJ8+D39bt27Y7uYNJJ1s/vLV9+/dXy7uWb5Zlezvbw++91J9BDvVDyjfyoE4cI12LMawRfcV1tPaucNuDYAZn6uYooRJfxGP0nhaOQX3t5Fe42yYgvlMcu1bvXSo5J8wOtPxr2ATitvWpsFXw0tZdhyaVHaZmJmm7KrdtzLJkKnXIcoupLjYEwfbJ5Ou5xZB+bo+pppvWJYk4Wy7DVR7MeadpmxR5ay5F9NVO5Fry2KXqf3IFaNP45DXeHpFJ00QDWwfOn4vCExnXcyWa/UOwGeZAS+YS2bz9GH2T6JMDjNm3Elw/wycwRv6zjafMY7sZEmYDqwKZOoduw9xLBWKbJTLE77BCbrDJzfl7b7qQ4u3nGm4LQDglemyU5HUEiPio61wSjkmZBQrqAJhafFIQuxcYnoDh4OJZ3WApmooqubLYZG7ldO5OgeWCTD0lng1zfyxaEPAtqbg0bnwqDTsRsvL35lx5XATJtGnF0Rr7S0MY8xenYXWFjYpCe9dNjskenEbE1Vxopj37k7VzKD42EIrcTya5H4yHEniJesWvK9q7Z81PII+xlCt46hW2qQSkAMIaCLj+4NYBdZWIWRaPhU8bGdn7lIwWWsPInvx6zaJf28odrwjo4rHRkIBlXDmeU0ujfh4BWOPk1B3UUmFdID6slx5GIPbiKLryiMZ1YFbv8Jtxr/rT5dkNORFGC/qGn03QYUdqPF9ff3JS+/XFx7p+W0v3LdVTlciVk6uOOFu6K4Y3kN2/qmWddEeHFadf05lzGiM+YYFUm+mrVcifOMLo9fQZJoeb2hucczmgL0M9jAosAAm/rPZHNn+uEwZdffqE3/rKwvOYrztxW+ZgrOtp0v9VGePQVbW6tH7dIxmwL7XL8jIN2neA5awZ983S6YxYlvTDJVecdbcmURNsDn69o00doQ2y8aYcVsrAAzn/FpT86JQeZtRjyphuDD4UjYJOCW9Ue4r40DPscfgLZlzbmr51BPmTtsVbRn9eprluZwLqBx9eYf9wjsVN7PzYNnHty61Q6YxFtXf0YmlC7TWcbJkG0a9UTsq5y26jT0ObnKsQHtHU7wgeBO5Y9Jjp+iIbj+BkTFavsGdfpU9hTgKaUlRRkwuMTAAY5ua4goB0nBEVFOvSriJlPI7V97TGyxg/Wi5z0oBbevtGnyh4/1/fCX/oTire4s0kvaLuuCx2crPxKjxN9rhOW799rE66r3y9ePteJymcaO/UozssXGaMYm1QvXq9Jh9eKagBRh56LBdttJvGQgdXsythJezlNtIdfLr9aiLyWSUxQLIJuHwxd0HfeJAaEnuQmFC70HNV+Pf6VFDVY7iyjFlmHpB+IjjbPjzbNTw2Y/B6PJfQvHpHMlfZobzusqmgkIB0TevlZUiUvJZ5tjn3RB5x5q8OMsz3Yhp3YVummJUZl8ygVFMAO8KrsnNBxSnmf4Dbjyj8ek8IW4ZjP0PdO34jlbjbeaP6Wz/2yPhHO7Do4bhutYbanjfjxMXoI9kXV41XVLWDKFXh8TTq9Fmy3N7gTStTItexe51iesLiCcdT0ZGZZtAf8qmNOZtKOldM/bYg9Ha2uBky3BzosfXetL5PTACQFXQoIVMBqd0n3V4PGARLwg9Yy0Xv8BFQ0DBFeX64534GdAqHVDSbaSwvqyrLBlTz2DYMaJxhwKsHyMmuUDEkP2E6JCzOBAEdYrkRn0+17YAT2BlYEvglUdFf0/T/fqy87Yesr9ifKs8jmuWk6PDiuaHPF22kfgWWzzZvGGeSZUG0vlTfKChB7jVESGZS2moiSG5xomQi7TOijTJlQor9hSHSaZsJgbj54I1PRhUIaEx028k8xqVqRaawSuarcZVC5xdcBW43nbG+YMKbR7hAg3CXEVl1j4IEkdHOrNiUgYmjn1iEZySd2J5Hvtvyr3hLqKOYwWhe0yGy3YN2JwVLmeJbOIYB0nLa55DhqoTNM5R3gkRjqZ8o9Fj7DVsRM/hOmUbhXmvzaNtX+j7WZjWUt63B9bEg/IrOpr3L0PEAicp8HdsgaYKOPMhjKdF+d0u2D167lk2DcWn6TT4Lp5Tx+WZr8xO3XlNL8CFdIOj4LpKFrzi1sT9JoG+iD7aeclOMYebM5Lj8gn+QHXbG+olvg+aTZbW20f/azn+k74re0AddoKAKe236oDffjx4+14NQ7geloGnPT9umDGpfcv5wsFbGExQ9WehGCrmCrw6Bf/KJZbc9YAyE4w2VDXx2Y62qkR3ngaVnYRZB2y0rOBjjflqyxOINuGcwrY24p/o+IeuxsF8lIa4rmtiu6h/gqU5dxHw+6YwlWnD9RONsl1Da/DnO6Ycfj4SORmPNy7McF/wVjXGY1BtYerCX4caa/WybTpduQ48yp7wXkZV7v1HdYyTgozzzlOUzM9DxkuIcWCXWX0SgsEHiNUe0t0O47qYNue8VxOtrwnkZfHIKRZejFmQYlfpy5M5en/E0005hWhxmG8zJnCEE/ZVwlKQG63JJ1HH7W3yv5/pXuDDq5+m559ebd8uT5q+W6Foa6mXy5p5Ov9zWW3tFjRrfu39GXHd4tz1/oVvTHD7QR1zfC9bb0tzyaIz4NbpLuiliuiN+PGQjGvOFa7IIo57pSTPD4i/22Dlz3+WoDwCPWfjG9QTrAPcm1QMtZ6z6wPkoRmih7+QMpziCdDP7i57xoRZhf6Jx+J5hUeAopvsgpXvHT1vWfoNh8khq5OQHlC2MqL49g+FZ960eP6kkwSkG9osv2YiJ53C0cj2q6PADtfxGw7ANcscsisANMCsgCxA/SOXQ/6Q1356FGhdW4zNSTyqM+bPskqJ8DRl745AcpsZnmofxGKkeZi86FAzEXFBwnKhRzWZDNOczmkU5ttGlaxsso/I1tAgvGQYqhxxH6Ne/hUkN3dhji9mQgrKMQ1lnlFIj6xu2yuOpTBGKh/DFQGEA4wwF4Am0mNJJH+SgHEB2yA0seWbkTpxjNhQ2mTlyMPpHD+GAajcPlcrrR+4Jj3ZpGZuhJESiTdcq+1dqGhybHKhu6Fdz2kyRjiBNU0RRcV1O+PicGR8yOoJgRSbMZEyccQpV+I8gn0dIqj3ki9E9EufIrmAewFNgb4DKcxSJjlTfddaYRPBOg6bR59uAkmD/VJXiubIsGPuW9+YZHP6oSmH/OgwcnWwSkAeV5HrbKY7oUR0onUgUd5b1AeqMdcDbQqm2RYHf/bKtIfMZUutAJUQYn8iU5QkFeIqxMbVUzd9OBwhqUcHsvAspbGENoFGVKigwTJB2EdMdXvYQzdjd6GzdjKIfsZN3B0LXClaFhjNDprQ7ot0YNBiWgbb7k5loEtffRzI3sFU9Z46GmyYBLTlSmVSoG1aDdeXibCxjDU+NW+J8yxQTRpdl4VIYGDoEarW2lh/w5w+Q8Ku0CgQ23rdZYwhlI2Nio3tXVjdu6OswbyvlsjV+2SN+0E9g40kJUn246Oui/69RChm4zjFwSZ9m20kPVMjvuPr8TOOgoTxnjt6rz/e1vfvmNbp+8K2vfa3H4bPnD77/zVZpXr3k7uW4n1xUGL4ostPhFTfmofxYKbYvtUMZt08DYSPvPmXXauPyjxasAlCC8xM5DH+vBIK9/x8oWao6lkNQ0ILVNfXW/6Vd70BG9qeN9iy6DmvECcXMQ0346v2c1vAsM3ZTe0/7l59e2+TG2/jjuj9H46Xmoz4uWo1sZDIwb3EHHn4PytBsWc9w6Tbt8x6JaHc6LecG5esPnD+BYm42kCkA74lGgd9UP3K7E05tv9NCfVr6o5Xgh+w8xriIumaIEF9J6UO4xTuD8sonZsUqlij+CkzpgCVzkGeEIvgtBxD3+UAfc5cTsq7vQ9Vx43u3BrQnPtbF+rDH0hk5e8kz4LX1y8YZuS79z76aWId9oI/7Gz4M/0XfCX+g9Gbwjg5MoVIRvS1c6Y0AsyRvSY4eN4SBbXCaDoWt8pxOP9rXBDym7BDKic4cY2S3Ws6JsZa4LK5tI2iZ5NqG+wirAuPpadBD4xBHlFr3bs3Z/EiWU/CwwPmhyZtIrPCxOW2eNqB80PikluqST96c7ZRo4+wg52CLYVaXRxR2jLMyrBCKWp+gLAuMDkZ32BEDZMU0rEDtsN9zwQ0uQvcjSYYCQoYyLbnjThiN0wpMVKjVbNCDN454fI5l8sTnsPuIPbxZN3xtrFVNYOPEN44L9YnmBAc87JbBX1FEXPZP8iyZnm07zdJuN9ZiaQsguiLFFKeqwfQCcnklp6bvmgXYKWxiU+qNdioavRPCHwNaRBLLASLblCougbtv0fbPFEtIlwbFPAokbMD9sjJXKjCD8OCkeOaCqNKHayG0NBpZ+yEqLG0jYGrrmfPcUSvQrXT147WOYcCZyLZpD8YBzcF6FwhECsI01mfNUBjjk4ELhtUuGgg0qwbeFahOQ28n1FI9ur/TGWT0wC1Jo6eShRxZpbkXnKlbTMtUZZ5mxA510ZAbKXPELDRv2WDs3oshfj6Egn04rG5Q2lLIMezBGeexVUi9GTjlLUOigF2czFW6O2k/2dNFFL1T2fsWdJ15DmmiMgtpGlI1NZXihGhbZO8IV+ROl2pIfIx4ZVV5Fzu2LcYaadEnxwcOAtzOF/KCZcNtBBCJRIsRyJsI/c5ISYRK/bQA+l3df8i31T5NDJ6NUxW3kmabQVyEQsc8a80jJFX1qRm8m10LqpjbbuaX8mk7EMcakv1qH+FyX8Nc4FFXk4yP3ayyyjmCV/eiw9t3jIjwelG3o5+r2N9984xenYefDR/lWLc9v5znv3IKW27w1BXpGQj4OjM3tyqFVExXjaNp5zwzQ7sqorG22PRuRgqPLy4PwyTamYGyM7qY/pV2IA6HUu04m9HbTLazo3quu0ZxwQfmTTJd7yney1kb2C3ouE9rtl2S7jIry7U+q4XL2/JVQ4zF+zNXUEy3mfC/SlukbxeAWp+symss1lIh/lRCZGT8ZZbiixyaGzThXqaxUTCzih2Yt7rzhEYx+bpuUhgYybI129GctAfcc4IGYt9sfCx7xp8Y8JY+xnAk/Y7lyJh9Ij75lgOWU2UT9ayHk83nZzFlZXMlPYsyaCbgKr/y4m0d5w/BJCcx4ilS8ibvE77p4v7zQVypevPqwPNPL105OHuvErG5D15Vw3pDOXVFf3/5m+eYXP9OnF18tL3Ur+jPdUfTct6JrE64r6RkoppFocg7DICYQqEvnAPKvtSF/MVHtJNiVpBk7Nr9ZM7xW/mKRPCKf9wabBkaeH+/l+KAT1d5w016FG3cuYaFgGedJC9cndlUGAlH/kmcGoJZFLwBtmfrg57xgnTYfbQFb+CNN6Dg5K+i6DIVrsMiKR1K3AfgWthWLvthuMmXyFxjpwopOtVPM5qk0eE91pXjWSHqEErWHNW+h3QZcT2JkHqJNbHhK4EGYHTQ0XjgB2yxvFgM8NioFotxpH1hDOA0WcL7zBBg+9K5OZGu3CE8MLIHJjONMMadbf3N1ezGNDrQrF2ZVZiuG4UPDNgH/XO7qopHXSs+QZP2zSBkYWI7u+2U0sjMKrQx5q/maP5XqAg/EKCBOH9AkBo5skBzzY+DM5jedkgFWOP0YaH1VWLRsnnkbODAWzf4Ot/gwPrQlTxnk+Aq3ZUi2YNyqQqEjmxs6MkAbhi3Iajs6HV+Jh1uIuumjUFnpQLdTtiGLV7R7cBcNdhGQ2+53HhgJgnVlKCZLA8pEQm4f4Ir+bmhN4QHBmTKqEXCMwYEzSAyF0Q7lfGs5YJ+NhBc1ykda6QVeECdrCkl6fzxtx56i87EvOrBtTF1lN3a0L1MP0F4krHZTe+Ga7Uqa4+qjSa4QDBimYjCxPavuwhQDVCtumw5J+C1t68ZJ5V9M0m22vMYZo1Od+qe0FB+Vn85QY3/K5fRvZnWu8hLYbJ/oZTp8Tua2bh1kw81zz9c0gPQjKND5fOroG0C6j5MmxAZq1e6o6qV/burStByKYOQvnhhtS/aM8UPsV2TzbX3S7Ouf/2y5q6vbt/XiNxY83Eb+SFdfnr946tvJ377jlnJuUUuLdeyykZddXU67NmeSTcNqiJMU0uUrAOgHVPQ5m86CS3JYeIneaXGEJIs4fOdFGXjboXEGtXKpr3bAX7oFMS3eUWrIcR4aJ4QzD3hTQaxqji2kIaXMgoTnEkdkEoip9UOhaQ7hzoJd3pqPbTeHNAH7WHkHSvWJxR3Q4DqY5zyqZh3vD3F8HOyQt1pSPHYWRdqb52v5lx7E86bM3F7ktSBi7NfB7R48/UCEbEHoW/QpxlPrVGytPb6qMUYmdKKBV/SweD+tzT/07xmTd2Edo1KaHTpZZG2ciy0HKc8HouYMVecKkN653mc/WvQkO6q2hsLbJCOuRF+Q6YbkMW0YFDm4nPGkxztvDfS23Dei450YV4V780zPfOuk5q3rJ9qA6wSu3glyosd6vtRdU1988aXfhP7qhZ4J5+WV+r3SlXBeYPlWnyl7i2yNh9yK7tO8to3xK27bjy/9abaNreJJkXIcRXACmJ1II9miDuWKxO3J47hsGRts2hhjuXwiHFe2GcdzAlfihcjVbtJcec3zxl0GRlFx+A+T0ooVuVHaStvIs8mc6PDGnXs71Kgzr+TEFO36M52doomyNqVY6BilrwQqNs04SlGsYGySlfPcNiBJ2A/QokQheRKySSD6KX8rbpvOSQlgsbPlmCFMTlYtVRki0zCUWDcyaBf4NbfmEwPlai93Ztg2YGpTSXdMnXGSBJvhUBjOStZlEK7RgZ4+FrcRHo7gKbLm9fzP5Wz/s7fK3QFRGb9By57H45wQNAFGK0WuM/BOl2wiyzcwdW+YeFuv8+LqMqKPX+djLwzM5j2CQrEGWlFD4kfZK7SbaI8lIhhtRWk4oKLI1NEaWpIgxq2YU6mhRD5h3C56JFT3GCx1q7kQ1boZOAizDtIusDF9kKHbHiEh4TY9BbFzKJQ205b4Xotlucv+EpQBSzx++Zksg47FNVehmXw4ownOV7LBAysa0qYXIJvpOC600EmGajMbd+mpP+Q2Lw6Oo6HHauhwuipe+vYBPQw8VBDyLIhUk9rG2GFxswDRwI3N4VNe9jlfxz7Trm4ZzsnpaXitaG2YOc1QiijY0FOSlc+byJXnHzBilLA0l8ko5fEx8MSjXEAg1iGTuTlbqeFdhAAbjy9jB/C0F3ClY+CoVQWz6SCWbXmbN2Sh5cED1ViJd30AEDtuA4zNluOCWDgUIbANSqPLip0wOofQ+0i5C2M/KMcASEhe5XFfxU8aKGlN8AR5IC5hB6PWlDK3jIOkHwvc+AN9KcsQ1xU/tb+B64Rxq60NPj+eeeY0baLagYXQBlN/tBv6Kfn3WpByJ8wNPb/NS3P8WTBdpeAlOnwpII99UB5k66d6ofb4o+9rLVE4yXOa0kOP/MSqsECUtxTq0n8mwiiYjDPjdGAhWFIGdMgVRHOnrpq88503nDSElqv0XOHmd6JyvdMnuv74h+/03OHj3OqofL+sxbprsYQC21711OXBViaVboc4gXaZjYDgvqInZtkaOsEoUwprJ3nja2e5YQsFniMjYOi9YAGGruIn7jY74qLHXixOX0GcaPXnf6XRGR2hYaQlRObs1RUOfpQbG6Zgt4jU/DN70bR9zeJ8yRiSsJFf8zcemBgHfAiZ23ADLxm7QMOCSzBfXHf7fRbeRTQs1b6i8eOa26Ro37MvkXOQlv5l/9lz1b83opzxXRkTmHa2sU0467CsaEM07XITVDnemFEWCPyLCdD65WVymdeXYrUkHajTkJZetUs8C77HCtMonzZTSCIx+k/E2VAgMO2Hu1LQ60UsfVBwZjHWaJaNvRog9N0C60tptqWCzsZhgKQdD6YcaI9BW9DAffpE128UZnMc36DLJ1BLKRTz+Igniotk6o/6B0gd4d/OAKrOP9aa8CDT/iGhX/mpaZm6uajjfi2hNCM2mG+VYMP4Wle1n+sE7nXmGF7Opvnl5o27y63bd5bb+nTjXW3QX+i58JcvX+prEvz0UjaN6X50UvxsMHlYFy/Y1rIbSwgrLHmO0LohOB0fMF8lIECNBEOxlz+P786axGVRmWljbrWi9diu2Gx2RDZP+0HLd0sJ3zLQjo20LopifVLtWEfz+7Zc7AEevVQFdvnil/WiGwEnHvPtFtHQ9Lm1nH4H7J0K2kOe686a6HOU2SrSJ917GhC4JCgxHDXoGystFhGuKiP0Q0wS9lEcVX5oePzXc1YMXaUPQQJlLBC9nQZffl02Afh38MZbaVb6gOjljHOURlSGUS7jmIeFsCt7rhWdfUVfEHrohkHB+STJOG9ZyMaIchmiiyVjDrRCIpZ+UmSObZsA7OXSv0qW9NBm+GfOpt6somyzsMkWJ+mf1cZaP6CccFe5lSZ472I5ofLz98BtoBJqIpYPWjzwNW/KiWUuUY5CWlITiQ0AMMZryoicUk8u/CKYYeRsAwQwN95yEdDU+DOhIeTGxpsMCH5NCOxosBQoV3HmL2aK57eRC4hvXFlK+wo1HU29jsphcMlVagrCRyI+W65pUPTz12qxyPDGXHDTolG81qU0g7jLWDC+0YtuJrSWTcNnQ+4KgFF4eJyMq6s/IVd2Na56TOjgU6jyFXMB0LmiWjKNxrzrQVQbacrvw6wgPpolp0M1zZa3z+CAHZMdaRunLmFEASyCRhFfBuXSi14MVA6hopERvM+kHy7JhqEEhJJBeS2+jYrYPkqv1bbuhiv2yZop75FIwvbaTCK/84KbEZSknCO4c1AOQcBN+qCKDYN6dORAsJEWPctr2gNlalTFk6od5k+ctX8YZlI3aRxT3uYUbjbNl3QoP2HyQQAXPB7iOwSLdTmdp6lJVyeu6wr3HV2J4Bnum/r+NptwBsy2iMrzhlCWAEsJkM2geqA8k8XdDrzw7z4geXC53jpBO534WssGdCTj8UllOJHdLOi+/OILb7j5vNlzfW/2ez51o2cLWdR98DeyPd1ZGuo9UcoYbM1Le2yUq6Lt7w0xfSR9TnHxhEbWM4FLHsecFVYamOjgVyLYjk1XPIKFR7RjkWETzW9dRR8o4iJbYKeBx5bGxcbGWzs8IUx8Tv21rjl2WSZdM67TbUfnZdiUTHqFBLXPD4ZPkvhppbeJsxZa0Vxu09AHKkC75hqaGP+NRYhAp2jbn7t+c1SeJNTMuVV0MBdt67GIGNz1z6bCxYBgDp3HNmg9GTSBYIyPbSDlE4qNuhcVkBVbk/WCrSUw9vhlPtA10OVCFf4CmHKS1ihWdGrz6lPqDc7Tz2KGjsN/JTGIIX2fMHpVvkd/XP4cnXuhJm8exSQ3MDMUonGiCE23gn17AHuoYMBWHoue6fCfWN1eBXcdWBHrC60YVc/cS/X+ra6G686iq1feLE+fv/Sc4xO82oTzdYxbn3+hn96Mrvno9avXy2vdjv5aG/FX2pC/Ukxa7ypTjerguiZGUcZAl0Z5rnLmLsn2iWx3sUQn8kMltBwhaB003TUgfw3gI8HESkd/KEiHHirarjfpHv+hwIfCcyENuxEhZbRKrzHVJj2vQGpLoCOt9bsSnhOU4wRyQj5fylj8nqvcouME0zuYWK9L3nvWFdKflx6jj3UW1iWQ8m+CgUHtPBuzObUpjcR2pelP+S8AeIVcRc7c436nOmXz13MoNlDWPikMz//P3ptw2XEcWZoPQC7YCQIESVX1UXfP//81c86cnq5SVfVIJVISKZAEiS0BJOZ+95p5eES+TCRAcJFKnhnh7ra7+R7b89o6FaWc5DEHKrAOiTadSTq4ppQXjedKAYVEL09K9MUR+8Z5njjgQpAO9LpOoOtDYkTgudqiUtPR1WeUDy9MxkCbPgBlrAYdY6VKeE461wGdJVX+CldMBGAMC5sy5QvytBfKQoyMjpFD6PbtDAawSVOIBVMc4ZIBPnYzEpoOHLKV4+JN6qPoBHd5aFsE8kThrDoKrfF1MgSxyvuaaLGjA03OgqxAvqwxxHnhi62cq5wLHMETOz9LOUhb5oUxi71W4sY0qi9sXuxKGVRsmslzdfGqXnhm85Q70ODorCqSacDHRjbMfIncj+1ALzhpd1Y50RttwW2DbCfvTbUFUI84qTfeqirx8pmNLid+GA5zpWKhgN64MwhUHgUjlONc2Rhq7YlEg0YgmICo5BZ4b8ANhwait4amIe40TEt6pEaihMrONi4oNR7ZTBrTSbXNZbLtp5GCRYc314ixyIY7szmBU6ioGAIb5z2N1w0y0ptsMrtBI96HQ2rCIsdVCtx1NNgX+ybQOqlBrsS4sy8i12T7C7ih+VvItu/wlUZAO45CAz+38B+sYIsG9HF1m9pUmqzC3E/dtdWPj3WH++5Ht/0oNhtw32FQw3DbYKYiWAQjOvlFC6i3hUxAFiB25Gb8uJCv/UZ729dIi5nycEf+mhZ4N/Qo4/37H+8+efiJ79g/0wd/vvzyi93X2nRzB4Ux0e+mSyZ/sWuPFXuKCKgD5hAc+xS/MDEudS7v2014n+VJ/YkGMrNhPLKcDw3vW4/xv/ijLHiNhs6OU/GP/JRA4zbMkE7jatJMtnNInw8OuIcWxRuyNPEJDy00eIWwsTjAzXmra4P+ibLnWSjr6bsEz1tJ/uMsD1Rbob5YsNE9L1O/aRHVcpAh/9IvMntmXYN/0xbxfzCe+4GDFDW1InbFpARdRLp9epsNL0TGR86RrzBz5zWPo7L5GQF6dUgvZl2a8HSbHHRIZKFvtaXY1ljZTHbJNDIip9dRW8a1ZHITpDokdcB4lhXkImEuItClxNHJCu6tweqoZzQswRc5JKZ9ZFPs9x51sg71o88qI7XFBoRDN7Fd7OfaQF558Uzru2f+UCcXfHni6lh3xa9f18876ivp1Cfvfz/XY+iPv9WrQT98r035C8nQb4Vr05SSYIesq0yezqJNFdzqgvR8uCqIkO8RWu/COgtd0ngj9+hD2XyJ5RfPB+RqXlgEGkbNIsMbVHsDgnDzSDk3QuwHfXLam2o5OB8iVHvGPwWnfvrGDhK6H5GuZkRyFaJFICViRaFV6ZSw50/s45/aoD0MeVU25NjOiCohM3/kBwG1gqP2Y8GCGejGhhwrqp0JYFscRxR2+UAUk2/bZtEb+Zss8i8bZtb2BTElXHoQVIw5sQ10rBcFsKAFVWtVmvZM8LlxHRvDCcAUNlkwGTHDmBto0QxuIZclajdsKrlZaxy+migMhEfwjJm0Q9kucjhG/UNDXscIpajhQ+8gEmQAw2U/lpTW4WwLgcxO29zxHkr3JsJNw8ZgG640TWipqCyg87g3G+LaGLOR1uFHx/VuDQOvP4yhXTaxD2CSxp1x86kjBic5sofBicI0zOUXbz7ExuApvHVAl8EsPEpjr/BY6wpIC1M5BEEQRdsbtsglj7zLhcU7po8bL8d6DhV1N0yuioR0DDATLCLoPJS9aZwY0lMqSQyB4MEHDtmSiuhop4NkEh3WxDAayCbQblKLkw2mWWgX+2YYusPDgA0NxzpAHw1reOVALyIXkrA5v7jsjPCFPpQ6t00Apq4uIVGj80of9JMy2H41oQ19W7nL4F7oT21iFGUWUX1s4N6aYFzRNMSKhyBfXrum97X5/W0tdG4c6x1u/TTYNb2rAt1rfSDHY5H8esU7x0U5/d3eXkCW1yXtfrJaRFYDMG5pDDKjpn7LmgVapE3Nkz2yBtub3hid1Fi5yMhji/d0l+Tevbu7j+/f892Ap0++3335xfe+w32iL5Sj2xvusYpXe2qjLW+VMT0Fjc2K+09MXuSoDsIvvyrBJmDEjNuFD78FjSvw4Y9sP6IJP3JVPjbdPJIJXx9K2ML1Am2xd9CVX6xT6WJzfbkshTcAdlw+Eynf4EI2x3vHVoEaHa7hkZhE7oNN6F8miVHr0H4FumrfAM6SA/27DR6C5npz5a6Lu5mdhVwTIcNuK9+1f7eubK6OabIjLakeogzLPByh9EHsYaVCf1Ks8eJIF+deidt3BYVZdIoXcgIXBERPvqfbYSswHYjuOCkBfkQYuicZC8wFmTBoXLAgyNvWNXjweDynEF0geLaTvX0YadsSer1X0lrFJCoYxBfNAACRL6kzFuaujTEGT3Unglca40+e6274lZe6a/Vcc9LB7ja/E35wTXktqG/c2j3U8UbfIeE9cB5J57fCSXsjrs0574UTsIPXDkhQk9QzB+tXxuqrGmvxWdejmcYJ7jlM/ndSeHeA0CzYyANHeZmuun2hC72M4T2OM6XpAYDMC7LEPDo1D9LhkxT/+243Wd1oo+7sRkxBnzpBl9GxhHvzXfq8HkeW5RNJZiQ7DiqwADZnoVBNaF6lIs9iixf5oqFt2A4zmFL5SLBqiIql487C0rpIi9FR1C3p7KKhzIG++Jd1Rekkdn1UnSDLdOTF52xsRjJjiccTBBBKXTKXOzdLx8hj3dQBa+PDrH/sJ+HTHmmfWqvYZjhos9SvCYQTlZ2bmHVGB1QkL3oDifWnTHSwC+zySa4yyGJHxzleaxmCsA6Rbl+8U0zgKYF+2pp85FZbJK8/KJHdgXzMjz0zfCIznziNjn9C2bIwIdhK4CP0VZ22XD1qzjAzB9hQtagLpIwVxsIliG6Kcg+OEsOmmY7WP+2Fw3i0/FA1Cg+PWXJAwwGeDzD0Y+BYIrA309lghy6PmqOPQ9c/kWc7qA5xoQdZMhk+09k+AdAlWhLwUK6qH+s3BEQXt5A4q4M5zQxM0nHiZQKt2c6K5rDEzhV7yW65bsTWsehpXL9bvOJ/SwbeHlDsEGxSg3BRpYJ+4TK6eOAkUEiaOT4FEBBlbz9CExznJZhhySoV25GX4EdknbEAKIzg7LZUNQWwXR148sCoZ+N95rQMZGXYwFh8yBeYUpQbHBfO4GmSxVfA1yG0+LP0E+nIBq3SjpoGJV1OJYcW0n/DwRvw9ljKYX9WkVziNdqY4Q23QdoVftI4onfi/KiWCa7srh/o/W19pfy6PprG3e3rurtwoAUpbdIfF9Mo2TVmFtWHdQ6XKud6mYzoxsRqg6DResUjm2hnvuqNPPpAxWGYziosknn8nUdQr+jRcTdByWZi5ckb3tfmd8Rv37mjx8k/1p3u6/pZsFv6UNpTfTTtu93XX3+tRdxJmoT40rNkURqZ5Ati860pbQzbmSEoy2jA1dYY+wzHR8BiLz4WxGVxO3X5BbMYTojzSXHoKAPlMa/plRaDH8MDKjwHCy3zTq5prY4lhoCcEVtVfGsY+ZLZechjiyDoUuTFhhK+YDBqDjnUJxTvFtru0QZcFsmg7EROllyak5LNY4IZ34C3xpmNQmYNb+W4DIFt2/hgbSulHCWtVJXtMgr+DmjwEW2nveD0ygUDc8ZXxkBbJDX91NwJuHnjKHV/epzHgfFzOXQo6GQIPdL2QOigdkz/NY+otHBiMen3DumHIqa/Mi9TzSTdR8M8zi0NWqdF7xgGpKP0HULPuxGyn5ExB7u3IUVDe7X5IgFim4phHuNc/hVWsoePwrD0oNaJtKS7Xhh/HTpObjoHn9d1ADPuK5IY15IysBoPvHCvNdbwcJV+xHF3oguQL9hg6yLwkerrUBV2QxeJb+oi8aE+lHlDd8OP77ze3XrJe+Av9Bi6NuDEusj66kQfZtMmnPnDbQEVjL0qAONZZiaV1Ho5bcc4YEuoliNZ8FOIun/NHKGD9sCcQJthuOQxdyT6EJ6LONzz5jFnf8VcYyGPhTMVwQc9xkQP9OQTvCVS3hsqOc1tF15L1NqcqVFPD5wqdl+ARmbxcIc36nou/5QfX3bgyVg9o+q+IMkuJm3YJatqbt2LD9qeuU+ALa7YKxvh9FkJdg/Z2JZ0mUCx8gEzCCknMHGYF274AGon4mxwuWhgYtNCYjIEENQ28AilpC7sR8nAv9SHyZ2XTuXbBuMEtyzXn5KTPa5PdCyusLrLnEqs5BU1lVIZQPZfyQ4JZZDNOvoPu/AeIeslcUlO+JGnNILAJ7IMcuTdZkiJoaQkdiZybIJJIGpaLAFfdSN48hUXPyq9MScuduusNHgUMm5gD2E73iBxhKLLOLPAk4+MxRKE6cAH6NPRYfWOdwOLWtlFMD+VQb0AoZFRBX6sWztow9SJvKFWTj+R6M0xeCX1eA53vwPznW822+K3vNqUW5Zo0cNmPVUMX/QI5MGIAYkJCaWGWbmagoTFJuHKk1QLaBSlCskzhFIAAABAAElEQVR0EMadIU3JAx69wh6snoCccwKNH/vngGO3MNtiog3xzPgeafRvQ8M6nvHAYh92YLvylLd8ZGkY34VQnMEEmthOI+c9/LExFROdsGVASTqHMz65Qwq+2GVHFwH0NkQx+qOrkHZozLKFpnF+ECyJ1py6nuU0b9OSR9fG0gJDhRv2B8pxkez9XPHhuULPY/oVwKuzuV4/jDm0h24Tfl+Jr5SrMR7y+B4/BcaGm8WLNttcuWTCom/v3nAfiAtzZUfVA9kGnWdhNmfB9uTMKyhLjWQcc17CsO/8UBozK3pR0u3FFxOF5jfE7398X3e47+0+uveRf7Lm0aNHu3//93/zb3CfvMwdbo9MVkq7wp5Y5G6oUvWAnpYqLJtDDgigV9S2Bq7JXUAWS92X+CCd+7/Km7KjC7z+dXAyno+48ccEr4MnCVgq4H9os+lGRslrOywCQQmWrSTuIVhm6yPntGrUyoum2ANLD26JHYfypzlTo9ZTNv0cOj9sSbBYfpt82u3iw+r5ZaSldOheUu9uSdWqxg0/JcPiZBU2fb6yxeUxZvavWTfjhFkY3/THyEnQt6Xc765qg6Gtjd9tZd6kX4QgEQrgY1jDtCtXDjzu8RguPwHFnccOSaafAMMujxXiBYcdg5wMECOcAbAKDR08C3eErag3GTEv49SMozSTHTOq0624KUe+CDZ5u9tGLpaGUrowQv9rFnJb2uKouoNi5jH1BMiGUrUl+ajII7WekTw6PlfdnLx6KZx+ouy5Lhof8l44F46Pdtf1xNaR5rMjbcTv3P3I3+3gkXTuhD/R74k/e/JUX0fX01u8uiM5V061GecKgI3oddF++1OKPk8GC+Thv8bx3pyxyeVJJUZ02gttijxf02ZnzEc/+cWQU80DHM7L1tfaRNsmzJIp8M79oOV7vOFON/irr92G8azXS9de7a6+1m0yFu+aj1jvn6o/0EuuqH1jG/x+VL2LTdGoIx2ZV5E1+4L16FTusm32CHy2T7F5RePyI1qyfDECn3Bgd/nGWsBDP8EjW3qVEJiz5SYPQAf/ICtGJj1VWc+t/jk3+Z551mTIrznVdaSLFMydi23YEJmWYfoqFwBkI+gDh5bpsmErjb+CtONIr8+ogqinPlIWedeU6TOVFiRPJ4JCluCmp16RUfULLB6G0CFrI9FYWfRx4QOTsJMjdmAZT4v06BvjkGiNjP3VZsa1HmkAlwspSvAe+xw2WcsRHt0jjHTVtPPxB9JXtGI6Z+ONuNaG03BDmNlcMymAze18wQX0xloFYkPtjbYI6FzefCvN18wpsH8323D4geXIHEjH1JfPBeNONjiRRI7i6qbik074gCHDKWiB0GuxN1tCZZKH4UyAVtRUHLG9o7RJ48nyn2lMbAbxibY3YP1OCnbQgDAu2nhJiBSlgN4opS8fuvFfniOUzdeNrPPBpoHbVPVw+3WvfzayqlQX20J57bVBhu72CMDYYu1FG/qznPHeLA0z7eOSPuNI98GmagQDZ8poaor2jetdZMxD54Xopi5LnqKRPo/pPeE/ldzLmYOPOsy+a9gSp78seVLtnjXUGE8ivJ+NhowH13RV/Eg/CabFie4IHx1dVx/XwkYV8ZpL5RKWjTftIXVHRW8Hs1lX+y7xfvuBzqWc+Tu99J/0Ew84xeXvVFxlVR3qQw1y1/V7sB/py7cPP324u6s73a+0kHn06K9+74/3t8nTSrHdE6+ZWXAgg3YVYcN/G9MpTx9u7LKlyxor+hzGloPcLLiQn7HIlCUPHycPVkGn4Ts5SRzB17ltaN0dmxVZ5p9YlPeiygQtO3jzth0CJT/xvmMSfqzl+K8SXN6uw7/TQrMApv+vp6q39eByhhw02pk6WxaIyNsXFqjHG9qTQJ579pEXDC7WO14PTEZ6HaSx7BWLJC8JSr8GgWwKECAYi0X05CSQMtjNIgfeKoPvzKoMrHdc70IlsYxn411Vs2WT6BUSshzgJCTOolP2IIuArvpjLcW6r1FJtUzlNLZk7RXWPvfYuZ1OgS+yxG9fYUfgzbeVQx6+8IZ+0LhYy8WOyBCl1pPN0bRz3LYM+8swzy2w1/icuQafMw9QT/gee6lv6lEg+YGLI8/0KDnHNX1s7VCPoB9e08c0D7kbfl13w3ltSl9K14XZjz76ePdSH2d7offHnz994uMF74XrZ8p0Unvl+/ZokVCK+w6Bts4mzjHtV2m3tUp70+0NtuC10WZuYrN96jvx2YT7J64onPgI7kOTHeRB4TaTMH/5Qq+sNg58HZLDHMDNNfdlwXmiY8bjy6zDEcg/5VcYCsj8yEBRLHSRk9IteQqDXcQXBwTR+KqVezHU+bO8gSzwlA1fxV+ty2pb90Jun5hGsBncfJeL4dw4AMbSNw1dFkcdgKPO3M2aWyKyhlHv4QaJDYpVSE/dMU4EZmHS25rtX+XcvKASGT+tCHXz9FgQ2ig2Xqe0G9q1ZIq5adwnY4wleRztMQdmArYPmvZGLOs12CCsqu132IHD2uVwXifys0zlRp7xBb/iL4JWjW0J2ar8khgXpePDiAv5zUM2yV4wM/5ogYxBbKy5O838wKMlpheMivKj505rY17vePt9bMFQ1YM6tCxmkQHcOGIljJN8X/nCFstDN4WtTbaLkvJAvwRg63I670lIcKOKRjrs1UFvZIlK41jLWrQM+FQrbhzYbTKdEZfMYOxGBm7b6Bfi1j3Y9iQQPNvbijpuFtF4gJiMMZtObh3EZyVB4qK1OABO01m6jBAJiB83YYbANudD2oI3jCO7B28bBHccoe6sZ4UPKe+XaItL19ZBc2lWusuwFewiC4r+IhLh3E72ySwXEVVyJWmGzekmMp/kUpssxjLmtE1RSF13qvkSi9sInYjdxoqCPBNvbbjpekcHWoTcyJdiudt9oEUKF/M084+LHx4L0skziLGQkqw8olSyHaEgYRpPBZjgTTDFjd204IkiSWR60eAJJgsaRPMETz9O/pk+lnbnjn52Ro+Un5yc7L744kv9Bvej3Us9Vth2MFb5p8EkEF9Hf1uxVgsUmiVkDFhTr3OmlWz7wKeULDJmWqXJQmO6RQv5UcOV9jg20vCF3mVweinN1mooW96c7kkK9YjwQcZhXXJAHpoVQ0GpljBLX6B7UzPbTNB652LMeKX3o2b/nrV5FhHs2oDk1rAq4MQazSnlHh2Dnd7a+Iob1+AhtREDsE6coV+j3yuHj8cE1wo6RmKnFWOesw1rfPL0nvGYIiiFMyVqgGIv5jUeuc2pIfHRtNTcnn5oPmyIgG4aaYDt47ILEidDix1ZN5HqIB2sayyIlUkuyPM4qR8lb7Iq9CyOuSwLU8qn8VN5t337sVdojNPSL0buKFoDYy3lleyxmTaPIUMjY3zWVPEfazsoKKs3at5oal0nkJZukk1qelRZOs9M9S6AyXzaZOMun+UX+BfSTeZMdqZc0rOA89JFPaMBbfOU3l4VAhwLertN6b7UYJ4JDh6/82X6eJy1Mrzyk5rL61Pd0X51RY+Z67fCtVA+1uabizGHWijztfSbt67vXmne4Lsl3oifPNdTUfpliyc/+INtbzQfvmYzrjvP1o2NSjgnO1xf0kcgDYSplzR16Lu5bLw9/+ZOd2DCyUDgfIGci9x9oNN3vSmABEVvZCJ81k1p0WOFIrwqebkYoY0a7IK5LWFrkWHr3L+AN6hpAAVcTF0RIX3ruXntjxJG2qEiNBg2DCixpi9cWkKcYLpsJuMTPEEqz89tt5klraJwkClzUk/KxIaZehgY4JTtedMIROJgSwzpfD6LQRBjWLfmhRrMYuEi0SOOECuciL1BVbu3afILYxXuWapp5kAPeUq6htvLyIOEQHkWIYE1z1AgLqXV1DyukubweClJXNxxiEon22/ooW+GougEM3wwObE69aa5gXixw5kxUAjvS0s8srX0G8XSB8QBtRFYk2YUSBoVm2HuQrPp1i/y+Y427y9y55kRhsLyeHg23rzTkYHHV3pVPL/bLcv4+hywsemWTLTx1fLYwMZdNFrc+koj4sUnEGp8kBbS8LgK/aLB9FF1yoxAOvgBMjGCynUqRyql+JAlGlekuQP3o5wly15CxBTcEMkjn4p3A1LEYltgyk7cd8ohTYh80lQHFxUSFgUaNx268RTBSpZx0mm7y6euXouRxYot2upKJ0AlVVqJhFCx7XfKatyhlHJbMa3BOokeu2DTKZc/kIMIAV1ZRFVuy17yQcNsAUUffgvRyXZhkstD2YLB/8UVQ6scA8YGbhXWcleovRkNKN03qhzOSsxcf6GBtitItooQ7QwKhNS++AB0AYLac4YzjG4v3uiVIFNTj/hhKv+QEhj4MnnBDNgiy1fwNJkTzKMkEvB1moDSba9iki5vuZbJlCS0cDo0Pau9avfmEdzjAe89a4N9ncfw9Fg5j+LxwTT6uenKR0NPiY0iaWmnRml06tyDYuphdCBP+PFXyjkY4Glb8bERqcNWudAKon8vYrhj7UXMqezXF20/vufHyT/95KHualzzz4B9+SdtuB996w/qYI8vJrh8LHLYeOeuCerRjB3t58XK2DK3NdtzhScAJENyulwdg0dWZGhSckFaIpNRdPVCHJ8hZ+ELvgBYpiFM/BiqEH+pTYglj0NKgVCoobu7NNCaJTxA288dG+Zegb7guavXHKartjPzk7Ya7CJTwYu+zhCHyJBZZzeZGQZR+8BpThM/WULzgpp10wPSC0y2l7cwjrqeySAn7XWWaLK1EoOkx3aFljLYd12ZxZanCkQoMre7MEVeFwJakVhc8TVZZc9EM+0Z5CUBqVd5a0xwkUo5CL6IT0J5QIxFzlYZc8dBsHqMMGyc6e+Cz75gvEPPNBCm3vVI7xutRGj7aXySR/+jX7prq58AAlY2kLclgSeXMcYWgmQNoYi24DVO0ROlh4nEY7A+0MXVRNnMOe+yqm7NrFP+M0+Lwu0FmHiRQ3FsnwjNo7zhyvMThSw4kXyk9EuVkZ8sohz+LgY/lqW0O7ASLp/4r7Vgy4+eyKZMWvNJxg3JvM5GUR+85CGkpzwuLSziRpBA7Ou5uuECrcKCZwzDEy0FZv4XDlLYeV5gLbkEFUQC/WcR5SMRMEYSZlmWPelK7SGPcpQVFs9J1P4HTi2bjLNps2YV3CYUr0mwQXmJeKmxlo0tj6WzzmXj/epIm2r9rCRPiR5oTjxkXjy9odeT7nrj+1zvhZ/oVy+ePH7sO+Jsztnkayax37iE47aKIXOQTmYZdBMzzDPee/MtW3hnuw/GP8aN4EnHb92dqOV2g+cj9x0pM3BqL+RVUEnyfM6e4bV23v5ooPS/0uP09FF+kir1JrmShc94n/y1eDNmISZ9Al9bj9dzeL3yMDm4JpyybbapUUVLefgD53TwgWFfXrFCYt59TxnA2xf4z74MX/ZMKbfbk3yHXciHLgYbYgZDMEVk1BWHiu3D1zXIFNx45a236LuewlO00uc2SjuVb7zeFipB+WrvlEEZ4QfSdnLhERRQ+02xqMxOacDkwibjFj3UNWGbGWOQ7487Kqa+4YXbEqhjj73ItjDRZ7yEFi8RDBNDfNK0LcWSBj9loCwuDzLcPojxo+ShU5URu2ST2G2R8MT8xZbwKCtWRsrSY4tyat81qMtQpTMYrgVeGImW0yQ3voWwaVJu0NKosvDLXQ5kYgIIOVuO64LQGdhUH4iWD0gca+HsrwtzCdS00FNBGsQlzXfDFXuhLWFsrJlrfNUUOteBTtV52JjjwBilAQWZWEWrJq1D/zqY1ASDeAQaSNNDlUoNxyBSYuZpeMM6Bk56zpNFLg5NrIwpVo0ZpxXeDXYhPWsKAt4hdOW9A8t+UhWLktnUicKwKX9ecuOV88guhrcQ/LMJlDO2NdFCsOAKJhJXi7J7RKWgze420xniYt4yGgzQrW8wMDC0FlJL6FzHC+ZvLTW6FU51Jby9TGv3pR8aJlYPkfKbfypEOX5vm432zZt6h1tX+TnS7/VomyZ+Jn/3MKst3eKP7zGp7TrrWfOWTkY6Bj7GipIiY0bqLPMlIXmsnDHxih4VPN7dvX1396nucN/TxpsJ5Mn3P+z+/Ke/7r797rvdie5OsAjmoN1kM5QWZKvaVizEtrLvjJUGNBTPQjvIl/JtymBxOaUuu6NEgtTh14WpfVzig1fGfyWHqPlCPwlAVGc7LvHIcJjgkSMMK4n/0oHyfzgfrCWpvUz1/vfiZsroMeZdC0Sbh9c+qfSFvkeLDvV3U4vZKyQGyvZrG9Jx2dRoL0ysg3HD0vT6oNYwvnCgMYqfWJW4XlD3BSDshDob7GlFIyEZ1SKMsQhdqOduK48064XdHT/fdKSLgEdCnOhO5ks2VYjkxOanNgpIzkzH2M16jAvI0cCFMI/IKu+xjhtawN3Qwu1Y9lMGbqO84k4sA4PsYK2HIdjiwpLy2NF5EAkey51UeZpnwllG5Ym2+aAWKDLiJfyzwIFGV3t0I2tNeoYXLkg6XnJIXmRBQ10R+ygmIgrY5XXTkTTmAy6E8HE1nox6os01HxA90N2razyaroNfwbhxXY+m65H013ps/cH9B7snmlu+/eaRH03nC+ncpebCHZvq4Wt0Vmi9ZBlzlzvf8OjQro9HyUnzrrff/1bsAreQju1C1TvtQ7saqtbVq1PPC4P0ih6z54qAGiBszPNvtFcQWO1E7Yp3uukHwG1/fOTfiGYnKj+wboAWJW7jAvOFBDcYFKFcDvYmOA2g7LDXoXA5cgONdPr8iE0AmPpIGeiHsYeLEvgBnwVHmsPRcBAwmQG8YOBJItfNoAECtx7Pe/AUztzS0xc/nI/o4sEW1Y955DulzVpl+PARhVj8mPpNvstpndhDggpSivZG++hyb9tf8uYwOzzlgsixFEMjczGh6JtNMqrOF4SINYZZXgyItKlttBJAg24R4NRs3QYlHtVDBVTQnzvQdoCNAjViG1u39tK8Uw0xTqGh81uzpH31WZLVN3ywcT4W/roGX95X8eZZow1XYmncuePNBKCNtoglxX/ecKv/cIWPNBvnbLyxCF4BSWGDvaG0QOmypog9XkzHztCXE7rweKH4LXCckE/ZFqfB0myDbCSEQVaFdI40qHBRuSzsV02wyRVjfHSGjvQ6RCZkZ3FrSnVWavQ9QjeSvtKECCR5kyK9Sx3Y4ths/5VNk2nDXsr2HmHwV3k7vxUFOrizZR4DaDNhSpERZQHRyE1MuaY6HXwwDp2ZusFt7VvZtBe/0fcBsl7IIEe2b+35AOInETiSYwlnIcE13G6jO5X/wOJeJkvbS15/bDwPtcE+qA/NHOvuNj8PRj27f4uedsoVZ2TFiu6nCGdidZQute3fwmURg4wiDHlX8cRciH0RrFG+wrIgof+w6T6S3Qcqy60bN3cPteH+WB9NU+fUo+Tf7r7V77Y+/va7vJvHYoHSCccdjly8zLVVJl5filWEOmzmjrKmXOZV2+z3OYXXSAeB/tsfyF0WCS6v8IwhXXaKwYEw+MyJTkAlKzSSy4KinnYwTpzAcqUdvXUAN5PikrPIC43znBSGLa3X/CWrxjJLilnRY76lDluGBb7H6cfyv4fKXwHLUhe/AmN+UhNooxlD9nTaczRXc6OBjvZMg94vAeiCcXuCVoshLyNAebE5IpMPDungjos7jOSMeU0w0lyOY3xnr0uXMB/9XwDGs14XgHMfFq35NLYwbrJBsu3IMI61Ve7iHyj/Ul/Nfv70uX9VgQ3dDW3irh0de5PCvSvd15PSfGsCQYzd2sN5YX/CO76SwejB3XgsONLC7bo2g8da5B0rfaonBvRdrN1L7lKK3l3ddoicAJuDS5YyNGgTM0+IdQSS85oFxIQedA1kfHUoos42YXwZpGU3ouL2dYOxZwnUY9bAKdMkR8mscalL0gqidXmQEdKOItKOssdNRxuhLb/UhdpnqjPGbexho8prVzd1J/zWzVt60kBPiR0f7O4/1AXfu/f0ixjf6LshX+vjbD9oDKceVVdpKBhBjcZcuQbv0H450OVNNu9y+9Fy8SnuzbfnUjhERzCvU4AkkzkFPTp8h1r5lt39wXyyH9orL2mnanHahY+PKVM+rQve6K43a9us62LbVQn3kx34U3To8vyJITQSjhFiI+Y4UEa8HXBDnTfIeIE7Lgrs9FwIXIRdHsNkAD4Bge/iGqWtCalmMF/SeB8wduCDyAwMenD+N4/x8gGijYo480EF3vRlB/lcCIiMcH3AM/ZK3LZPREOXhbZFvblUw3ZKTn3RF7ATLK7rwLLI5WmA4uSRCxN5kD5ZB8k85SQofnIbUNrk6AifWQqminIlMLZy6dAZ91Rkl3RIJAv96Oxm1X1/a2c412exuYxr6NtzLVvdm0FYRuqnenjcRZE3ZVyNovEzUPP+9qHSPDpyrIMbOX5UhFFOK2OBwqO874xroUr18LYRFSEl4qVYVJhoYdCRq8+kkQFO8lwiTktgGoDFwZ4SfgACdhbh5wbhUrMrChoRfwlTagGt6EcGfKlz8ozsEAD2VSCVbWIZYvYl1qIuKtM+7j2wVjwEN2BNC3T20T53rjkrh9yNmWu6tR7nINiE8CBoI0xZq5jANODu/IiZxU1kQ8NS9AVLB4axcZ0HMMtbZ4bIJCCciDu5jTdcHzxLUdiksgCYxru366GSy1hkcHR+ZqZr4hf3a6U9gJC308RnWCYxbOCL5DxOfkMb1WMWfRoE6MeetmoigYexgAO9PSi1fttSGQbebVjog+v83C62PPvy1HYPuo1HFseh7hzdvn17d//BAz1S/rHv1LOp/vrrv+y++euj3Q96D4/HVq9p4OSiJUFsnH14AVIlXyb4tvesv6GHNWVxAmECUKuxCZw3H4aATDC839PjbggOrE4cXMkQ2LbAVrpapi/MWT6LrLKzYhZtsw3wlIhRdwMmHH/GQ0e+6SumDAMWwuIw2+oUSSvQ3kzL24sU8Ay+bDmP/h/wxQOrOii/dV9rv3Z+4Tqbgha6jgcFMqdJB309LljuXFc07gwQYTduBgBeLHaK0xjkw5bzQjeECgQ0fUCpreiZnTTERZOL2wtBP/Le5jPe+V1tldU3G4r3lAFc9rlfgCt5REmCZ8wlFgwaq1ZGgbWaLmvufvcv/7r7/b/9h+6Y3tjd/+S+Xof5WB+uvO4nFa/r/eL7eoz5tj5ieagbKOjgo1onJzpe6uexNIT5t6q5I6uPe6HoWF9XP5ZtRzqOtQhktORe+SuNedqm6656NiM2woZhX8ZCYLExqZSjy7OJG4mMCswRA9xAx7NUAPHllnabn0XYvxPBWV2tQ3HR2eNmxEaO1AFyey4cxMIvJTFpUeMv/Fh470qEV93TJ/D/Mz1e/oMuntx88txPWLH5vqELv3c0n36m+ehY8Z/++Mfd4+8fi1HzapdD80Q2ycwR2Tgi02nJZX6hTfswPjDTCP5aByHzOfVMyHoea82nLcOpNs7+Ordl4olQ4o0r2kdgDrJ4+oKAy6ROfLrLros17Df4mjkXtYH7nXAvCAQTy6naD79jLsHCsQ8hRNaI6QcWjGXBdW1QHgfhO72NLVFkUJpcp6Qpi9LggDlhSNLGuqQCcuGJHhE6igClgBRi8AKL3w2uuhEM+dBRVF2JUdJpvvjOdMthUcanPllFdRsj1QeaLw7USjUUhFbyYp4ZSyn7EHwoFpR6AARMgfa9Eg98AkxJ05tNJ2K/3lbEhgPzIT9NacY7woCSlWD8Q180Fv+qnaEvdZN9LVw8QZDSxJqtTcg+L3j+EnLwkIg5pbftgkZI/w9qXVhTi76qBSNX2PzeNhtvGro6BI2dd7r5HW42zge63Hsg6/lAGqXA174iRSxi9Td3UW/MbRQdS++yCIcc39W2biwMvxKyaUpLVxwJRgFv2UEyX7xdsd6kh6LOm4pe4SIGAd35BpqKmQ7go6MVvGGmU8YTH+UoR09JSEuHC2qbIfRVHZdUPqKXBW36Iahy64hauCiUEReRCEfntsoylvxsAwMAwe9zGFUN19CcXDMrdSWsHTEEpnDT5ZLCBL6IXOepwZX4QUj7SD01iKviZ+qykMjYeq1KXxTo1QFhmzArli+Yajp4MOyM4pVe8ZXrBkX7MnSSs4gaND9ZgnLMZTlXkYwSHaZ5weDOBUwHQHA6/H4WCQEgobDux4BwjODeXCrJHe4jXaW/roNHyQ/4mit3W5hcqT89RsYEnXbETCJ2KaPW26f9DjeqIttEITVsfYIvFJK0r3+vyc/k4PHkLzksCligMGbd4Avr+ir5PS1a+dI6Ol6/frn769ff7B5/99g/CcZPr+TiJG7hK+2xeizA7Dfh7CdoUs4uq8snuQInKBFf4JWmLVyV0jJkZ8q97jHUQxZW9Qii5PYVYyZ968UGy45eT/qiA5ZZH3gWCbPdWGF+87bBYumywV+hNCRXhWvsEstXZHQkCiY6WlLi7k9r6JLb8mzzC2VSbIz+Ed7NA2Nh32yqrgwHqbdl4ZV8k+2LBx/jQrUP6LZjtukEX/dr5Idy4cUY2tNG95RFVgYwEnOgLUyELpWpTUR/IiCeg00B1M2RLh4I6rmLOW4gwAez4PTUbB/SZ9l8RzTQSGMc4p3s9Ckz+aKksVLOQlHLM/dpyu4+Wzq4rIlXWKc91fj0x3/7d/364ms/bYQujLh968bugTbd/+O//7fdP//z57tPPvlY49tHuxu6SHpLF0dPj3gPWRtw3t9+pQ99saGmgKz79H74gRoB73trZ+XH2NmIH/F5XtHwNe9sItClMB4NUJJsgDnLduq072wb75NLKprEVi14fGzWcbK8CZG8fNAiihJvr8KcVbrbLTTU7yRSEOY67DRW/kV+6i8wyhEZQPkzpZGM4NqhVlkKoawMFB43+gmHwrt/STloeVJ1fGhWfqrsxZNnqpiXu1t6xen0493ujh4/v/fgk9x1Fv65fi3jVK8YpEGlNSGG9sJs63pRHhitmcMzDXYozZzPiicYoh7/S6QaNXa94ufw2BDqYD2r5qW8EBZS/pMLqnd6Hn3jhh4dojAfG3IetfdvVcsY9xnEcDgva1SRTC3xqtISEblKjCBl6C5/A+4+MUji0AgH7zxMZGIPMXLMW/SmMxwc9VI8sGGVs5yUFgn8xJEha6EHrYM6QAdlGPUBaCWT0onbvq60aRBehxUlJ2ASIvV6g6b2tkB5EOWYRAcpemsoGyTATyW43KkdKm2URWT97vesAUr7o/TM/dRuoKymsQfxhCknFxkPvF3r8VA+gRL94SGHZuUUode22XfAUw/u18WBQDDmKx9baLc4y4k9oHvMMEQA8yqDPmQMW9rfgG2WaEv+wXW9h9GbbhbIV3kXQ5saFpRspDWu+kVwb7id5o63pAjnzYliZNG/xO503vHGEnUgwQ918qMmZuOkw81QyAplj+XWSRgzuETBQx/Hh6bTyFtklchVBAWh4+T+cd56wBuP2tS6SU1u/cV85xYt7ZMtW7svymP3GBhMWO0okcaNlKzLR/NMJ26pDIR/ZyGjhAqVUmcgyiDSfkiJCy863DUPmGxQYb+iD+4cqPNf1+Lt9q1b/v1Sj1n4lU0izzESNEAjg4OzN+NMRaUwcCNXJ9Dr+luhV5ke2FbAizIS3gMzj8Ad6WfN7ty9vXugO9z373+sR8yPdk+fPNG7ddpwf6/3t/VuHfTc3T5QuSkfi8xsDrsgUylH27IilPkwpci2ZUZ2lzXptfENI87FqEWCcdVymeTdhsskj7d7ZEceRGnxnJOKXvAC6D+LicaHr+GirQF82ABfhUGLfsEsk/rnr+mWYjTbry7uEnWMgXP6V2fwT2hQ11v3t23+J1T984lW5br5VyUz3PEBqGxxY4abb7XdrS9MoX7hC/XK0N7pJukFdBkygV1lsSU9/HK3RpOxWWKAYFRmBoKcO+Vsspmz2LBgDYENOV9N15czdHf6ajbSfExN3fb58xe6g/rD7uTxwe6lPtL11Rdf7P6f6wd6gkffqfjsoV+deXD/vi803tLXta/r7vitmzd2Vw9vS8Lr3TP93BXTxVUU6mIjF/MOpeNIdyWJPbrLdjZS3qiXv7CcZLLYmfmFcrPGjL+aWDEklSU5QmX2waDBL4OZdMsgvWKCbgkXoExkfJ3sf+S6/qMgpYF0lkR6wZQpEDn4cVkZiD+ZDXEpwRtfETMnUtu54MM2TX7n0C+APHnxcvf60Td+vP/j2zf1NMND18UXf/iDvpiueanNQA7tCmYaKMcU4i+Kgp3MwxNSGpnLfKGWC+VMJKLh7vZL7bT7LjebZ6Z18tZjKgnS/zV9rY/2yOudvggFgeh5H9tJzZl8e+CK5tDc1ZYV2FK2ssbwOrSemsB6Lifgr7QoAUZYGT+gc8Kll2z/oaODkrlYLQybR/6g45C9xPZDwQVQSmGcSECX2ZayQeH1pPj9wUbFuQhF/+CiGn2bNQ98yMfHageikytxU2LSOnjXPGuLNnqJ1/W2wH/eFD5QHWAMDWt60uXSdlyiIHtJpBrP026ylqTvpA5iExaAU6sRDfUDniCo88kBx34QlIegDPVqcLc6eNQ7PRgI1R0pDKuzLyoirwPKFVr6wW0NwDwmycCPHD8SrhjhTDTefAvBz+bwqDkH73AT2HjTschpHBW90uDF6ILILdh4jQ5IoQ2HE/V9kE9wQWwgbiHAxNF4BqToIHaoOK4pwmDG2dJAiaW4wqpc50eMPP5bflESmaYJDX+fEwJQIIP2m/s+Qn8eHtnrhl7aGAxHEdo5AwDRkgG95ErAJkrdvo0qTN0OWgTVNXcEm1PIdV02x3+RWO7EFz4qva/kg2ZGuipSxxmo6MeaKBgPNGkeatzgkfJj/T4pX9E90CDARTxdEvfigIFrrk3GhgS0JTNAIAQGk7CkGvJTxDxmqYfE9RXZe154fqzN9m0tamhL/KTLn7/8Yvf9D9/7PbxTFp2CdzlSCgZnDJ/tpVRdshlOmh5U/cZsoaON5gCPOPImdX59ikxovLApJJMPE3iWEC0nSGT1aNe6WAAAxVQvNJS1SmglBzoCEhML1hcZ4PFfcMwG5uVcfGEi39xKysZkE88Tqu0y06/vhJ3YzcLI9v/6THxni2bfpxW+s4i/PQYXdFvatOS0v7mCu6bpZ+omOnFDgg7TvlsWxVuZe1wzrWUaizhkooluw5rrQPJfucFhl/qV8FCAby160rf4jPFG55qAeTJRC3n9hOEbbdT4xsZNvfJz9fRYmyTBGB/0sa4nfNTr8Q+73//H//HPW92sJ3w+/fShH09/8Oknu08++2R3V3fE2Vzz0S/+9AyT73TiqyMZe/1Ut1RkH2u814rZLHhjYYtTrpQVy2O9V4dK5h3y9CexOng9OZVz4Yr/Q9VnxuJirJUJLh5OIjnwzbOOg4eJjSEMCz5JrCVotSsCp5tGMfw+ig3UQtO81C3CE5DCBZSMgIqNUyzGtMHQsXaOZYqpbz2eeiL/Pnr8vWrijX4H/PbuIz2R9Vy/F/693vfe8auVHcyoUwswnExCo5PDBmamtDFvvAXIn+C6m87j4WyyqVs2i6+0cWbu5ANt7TRKJGf4QgxPuL5Ru3nD3XHdvYfnitK7q9qtqyxsNnmn+wq7d3woWj9JVzZ4/rG8WIiWzDD2boA6Uw7rHZA5EVqXo/zP/DgHb6xlB2Xmz2WvuW9skMGAt4zir7RzLbLxHhzW9F2vuABydEXm0l/oD5TT87gplBbxonu2/JdKY33XOf6llVadUO5K/lLWfUi9rsZJIL3ZVe1y0mbJuTFToSNkTGB3vITU/0J0cJOPHdVG2T/lpU7Qm+5spNl0azLQZvtADmdS8MZaRLgcjWIRlEmJhbaEqwH1MkxDjGACmQb6Mkc0lQIoLvgU0zEKETM5cwioBT3BtE4JCm019ND1uQhAl4jmwwkd0rAhgg4DiIN3TF5od8zutGZCdwyFjvI7IEL5lmEawZhQmso4k6cq8xi6uKFTNHvGZJFsOyqZdNlm2KSzrBc40poHyeCiVTH8pYArOR0YgGk2tjjCjHpTE0+DsNNdsFi39OgjlJvsw9jUZ6PHCV+13xZgUobj5xJGpOwIW15KMIeZNnAENIUsV9r+EMjggSNPZvHPwjeJKFG0E0KXo3ndroEbe9EJj0KHvtQBOcTmAM+BJKjQAD58AjrEDCaSpi4ZwpaJEVH0o3iTgZ3E176qKD1+tJo7w9pwH/HRNC3sSHtBqgmMn0uxp2RP7PJZeBTroI5NoUy3uTIoPmutbVg8fxY64ZE5CgXcFgwCP1pMIYxRzFVC2cdi8vat2/4y+Sd6dO/2nVv+Ivn3uivEZvupFjN8dRaHwQ69vSmnnupxTArksXejD7gPiqjUOElOX2EvYChNjp+gVSz5ScuHJKTbedCqZi9+lHA/bh+C40+E0PiA1cUGjqzgQbqdoqcY6C/oCE3g5gkUROFFBF0iJ5rPcOQpOIKnbGeMQ4LjMq7rjNitt3gt4Oc8bfTarsnnozy2aZQ8Tpj8/zaTN2oWH76N8SfAT6WoUs0Q6oqQczWhva08FU07M5U5krKA5TQVfmjSeJHbB27ipu024UzJHEIsA+mSoIj2lHm3JM51wWB+xuKwoqNaY7VTUbZRxMLHDtGhk3830BYJUUqZjbiyIuqxPzh0lFybjBDJrTu9xiFYZcRs81Z5c2ODTSz9NP2dxbjR5CWXtZpN088LCiRdmbGRy1h7xe+eaixmzaTjlX6GildjPG5pGMvHbnnP9kAXSU9332sTzis0f9Ld8Gu6u3pLr9d8pF9s4LilcfGz33y2++SBNuX6uvbx0fXdHT3ddF26DvQb1ccy5Lkc9Fw/k5VPfenCgYzIaq18YBtTaiUz9KtM+SOfOrG/BaVe447UMCXssMzsKrl0Nx2VmHRTno0nC4KEfyLLima9aDaPZC8Bb4uPisOETAKSQ2kABZ6aWrjGGAxaek2rOEHlRFblYkHOUNIO/F60eF/Iz99objrQB9du6j3+e3o66+u//lV3vZ/7S+mn2iT32G2zPd7SalBQR+mpilAOo9CHd1MrjNXo9d1ts0FTMG24/ci4ZYunHI8P4Ime2g+4DapNgMDfPviWgOZgHdwJ9/u2wEVDjdu1qNMfZWCPErGcoy5jTvIG6iQRm1C1Inj3z/TtbkXgdYiROIrRm8PCpkzkx6amQK6tK+UTORItExrrtx2mVj9WK1JemMU254Dpr+TZhh99Sr2+mxhKouBCzAOgAcH9iLPrDxUlzu1f7ail54LjpEAIPG0+iNQmmnai+hFJpF0skfGetsjTnkO7x3QKIuucLikSBQ31eKoGjeSu04Pr+ngQfYbCcPAYk3+Pm3qyDVqSselmsFZD0cOVvqpqHgjgg1ReS8ogpasxCmeCitzkzIO+RtLIwIin+wMoBXdAxR5ATI+4FMYEnNCdco9HdxoXcGrX7bgaczpaqDx2iKSdEpJFh+ETHw4mND1+w/YAQVC2MhZ4/tsN5jNWg4y5sB/6DZ3llZjWFSXoMGfiSq5gJmzE4CoodWN1fgqGBo6fO1CabL6zGB9w7DPjwp98qtj1YuLozVcFY2L80VpF5PLut6/1TaJEHtrh5xXRJBd42bgiWWUgWAJtL95o1rWWpbThWWMZ0BdZpLquEi/tiIE3sA3Dmr1yGSihZBIluMoFsIyeTAEaj1XIR59ARQ+seTP1QhNZxkBP/ZtqOlV7NK8mWer2mM223jPjt0Z5LYWfCeS9RG/KJbT/4GkPD/0FQ/cSkmmfxO54e+k/oV4WuAt3pzzxYe8qJM8mlqvajcaeQ713fvvuHb3j+MnuoY5jlemxvk7+1Z//rMfJv9djmU9Up/F5xhXZScIZwUnaY9i/1kuuIZSrD0yLL+CpDbWBypuOqChGfYcfVbEmUjRN+y8/SwQsgXZoH7Y8GPXPyX/Go1vStOAxrZggSRvLYj8ywIcPbS3FMQQKXtyZhrRBTkSevKC2BSdyCEROE/MngBcjxubUtBMoY+MM+MDpWLfWDyzHjA2w69ccKsOGIoLOOa9p17lzWH46cNULCtZjQPpgK8bK7QWm9gG4Tpv+PH90B9zSqx0SkMMdslW/n+wzkWVEIygf5sQC+ji4CozpIljJGzjanuzmFM06pz3S/oAaN9CBcW5540K1FmDIgM+b4dLBeEmYTTJAfc+LM+HjEimRraFDg3RIJg8VQoffM29QHPUnEfqRXfHzmDIjM8zezMDrHjf3cTZh2oBLL/ZhFQdFfy04Yzj2+wNwignan+tXGni95qkg/+mnm27q0fM7d+/uPvv8s91vPv/NjjvjDz75VN+/uLO7qTuxz0X5VCvEp3oX+SXXJ2XTa12c5AvsV7i76Y9pxVYMcPWIjA03+gmUnbNtxJ9K5a74sih0SmTrulbeCDjPD5ELftHZ9Rmu2OHRNgKr3cdnLRlV8Nl0gNVmZrmAZ9luV6oD4vWYmPafTW+2vfCi0dtuGU07QZff2WajqsbxRH4+0sfXDnUR5FBPnN37+L4unjzevXiq98FdPDHZLmXIM84z5vPevtK+qKN87vjiGZVK7+4T3C6xVWlFsVf2uHWJl4vrtkUEfATNJaINj/alekOt8dIhGqRxAPMmm3KoXZC+JiW0TzaitHdo7C+EUHDJzRoNO8u+koWt0HeArwOtnZzXRI6DCQkYNr6xSVLjI4F7DUXBG+9aKpyg/rNwTshAdOkOT+Dr+a11QZoyIde+koRBi5z8WyTw9p/HAiGtEaXQIeDCQIst4gvpGtm08Xegc7rpPkBssd2XaEPITFtLMnVI9YBkuHVdGPAB9M8iGJSmEP1uGYaSH2tebJFPaWP+129tg/eRQkQSadUfrwGFImBdNMPJKTCFYsAn1hwosMV6UOMqLK92M+iz249Sc+okkdAKVxDn4ScvYoe6MDhwYAnmwjD4x2i24Dw4Q2SacFi0QSAuDqFIY7Vv384igUWETnI62T5UAWjjyb9DaPevRCBbf/NA/Q4ifzZSGryrUmXHfjcREgpLmwVQTWwBnilf6nrtxHXOYs+eSp8Rg2EGol6IgTsr4m8W4r6xLdjcnc8v2VQV9s2SR95apt9PYeJlQlRH42NpPFJ+pC/i+u62rsL5riw0TOZTv0xvKTuEX0INoBtdwaf+mpfc2iKoGrKp6wg49+xxSWXgZ1O4O88j5Q+02f7kwX29v33sx8m//FK/v/3NX3fPdMfAVzKlKkM/YtGng7KsVGNP2wRdh4nI9RX+jB/tqwUGl8stWnNO7Hsksl8Wg2h1sFSZLUhLiABLI2kCJfivegKcdNcJmiITPvPCABTDJyXmpVxqQEnDaULOxSsGSAypU9k8eMCHzAR21Uz/K0vb7j02rcq4B/9rBi1jQKycqvnXbPYHtc3te1Ru1SZtnkbvOO241xuJa0GDw3yw9inY1jqLjNyspmApTwuMPPcksYeq+4XWWNoHYQIfK2K89YZFeR5TZi3V6hkFPBdLt9duyNSR+tWYo85lPcDFuKzVRIMUkB1Ll9chgnGjBYpTfXDtu0ff7x599e3u9//n9/pC+k2/B/6p3jH+VJvwe/py+kf6icW7nzzY3b2u13SuH+2ei+fJTj9rpruvr/QkJH5GDmr44NZyoYdSy4oqD+/86iPE3nT3wtabb9ljM0VHGWMvsVM6GRjA3nO8npJGp3kjTCYAQ5YoSj71glhn46lCBWIGneBsmoadjSMfuMc6Z3VSJfmJU8onf2ezLWmyJ2P0xGdj2NRy93i3e/r8ZPdCrw0c6Z18LorwytfTa098keP0ufj0NAO7OnzNE+E81c1d53zcjDvWHCLRwRNPKQn6qjXxk1+e97BNeoWB91Vv3kXqjaBiZiO3G9HQbngO46pofQdb9Y9y9vX+rW5ludDjO93YAE551hL+2j/aXB9WoPLgi8XnWOgLTXbkAhdYZQGbcAW9ssV9XKltjNXtY1+MsM9pqzokJzjyoiSvP/7NZ17S4GSPEYvuYNZnrLEU9CgtyeNwXoKABQdtfG462yac4uFz2ZSN+FrPz5vrMqse9tTHz2vLj9Rm+9cysmdVGdWH2HTnhlPKSstzT9HJY6rqy3fEpyZJv0mN0k7aV7p5feSLXOokyNKRK60iZ5dN1QtoBTIKUhTRZAjA4emrj+RxPnmnfUYORCATZWBP3jCRmErCaOSrQCdowEhAR2YAmuLceEWNLZdnPVfm5RE/u8LLm/ZOlBlemgUXVrU26CeMf5wP017aPNrvYvm2LdG0urOYzh1yoW8pv6bYJlabxtJY64K4r6RMGewpL5MFZYTFV73FQdp3Y/hwmPK80cfj1dwRZuPNTQDk8rE0y4A/gqo/CkceOWWLM+NUVm36LlnGkYsDCw6EZmzpSR4eBrvgzkpg4cDFgnvabHO3ho+/Xb9+ffe9PpT2xz/+3o9XnugxTOTxcTV7yEVYCpAyZSw8q4EyL7R4MV4N3H4SvmHYz7HA41PbLxSLoBW+RMer4DQeIo+FgMfZxXHAGduJUWOdxV+RZYugdBQtYhVMb0Z0cMz1ZZHCln7LKJjSUFqv48Atc9Jv+0S40E1WlTx4fo2hLe3412jju9hEOeayLK3oXaT8bdHOY8a7WN4LJtptmuk0FpTjcseYcSwAaDMGpk+ir3Gt25RUghKsq5Y6SX9iU+YgmW+0MGMT44V29RXkszrzektp1nCMhSwObYaEIiI0kR8bkJsRBZ3u8gNkiNHaYkW9zlyk5KLkC94N/+Hp7smTp7uv/vL17l/+9V93N/Rb03yU7f6nn+7uf/bp7oGOO7qweVvfy7h5eOwvtb/QDu85d8A1rqCZiwUZv1z8upCgJytl+AEXB+opK19alG0adcTFwtYmjdPWpwOxSeAP+2EDj6Oy7YwlOpcLwPXaFrYB38rovJ3dzHJr1RPoKSk7ElwiZQ50hYVfAPFvsWuS5VeGYOA9an7jm4vGrs8W7YlYdaGLGk9fnOhn44712Lne4Zf+F/pJOOrfX5mXplPR6se7VJParJOWIHBsjPkguT9KXsb5LqzoMu6XlaIBzbTOOuGV6oUNO3VI+YCRd3uPk705P9AH1nAHBwXWwxX66Xj8yU+JoWPhfa0NPpt02jabceq6+4MoRRv6UdeyxzKJK8y+XmAiq2I0bBVLF83KvKTR5XOokiMNVGfZ6KCGQPldNBewKIyeaCVztgsVlI02TVnTD6LV/gBWR9NiAzgf5SPswBTLhpDj0mFxCO25zL80935CCerOwcWO8y5C7mc21CVYTLuA8qdELX6kOG0OYwAXk/zKtdK0SXCMRbRJxtxsuAUv2Girpqz6m0w/4OcgEBKGCLTgcmTSGdC5GhclMbDp4EcAj19ZlkdHaLp5Kk1BoDEtpyW4ASnbMZhewJPGFKR1gG486lXANEJloLWSIMJH80UmsEBGY1UW3j5MwSgDJXDi7nDQ+g+bFiVVKvPgR0J0kZKXrDIIykLnI5euBw2hGBGwMCutvGHhKIvC8o5nzMiQWfUEv4BblW1L116rsW7s0THKWUjagovpPLYiOjHpWE8qIfkFDxQ3Lw22CEeE9NDbXuBTHazSJluscSGHHBLRvoBm24v6zOCxyEv1JE8Z3fYWYas8kqFfuCfCSyWxtaahFgJIR2dbTIGdtY3oVYL2S74Ha0+2ovIEYPvVIhHGB9L0GPYVLQL8CLlGmitaFPj3qZHD64JMskMzCqK9+2v7ortMsCnBIC5g9y+y1t/EjilNQmSVIuy1zeBywdApCcA2Aj+JR7iuOwD8hu19vad496N7KtvV3YsXz7Xh/sPu2+++0dd+9bVe8fkRTLs4FxTQnCudFqNTtWSMpPEtpsWpUAiHhX46Ryn/4Xeg/MM7QiZYPy0gGOKYcKEjZ1nwCma4oN3Ug1MdCA9f9MEHe+6MLXytM3b47kXZNJszdAjYFxkiUTIh7PKaqds7dxJoN+StXKfCVd7axWsZJmqp0IMAB6z8S2pLB/ot4QyPZFjsPj5wF+mIWefz75P5D9hP4oHRflQn+ledAElGLc3zqBWrHXpGm+rV9NW22jjq/fz5pammGCEKPbYlV5bwnDdJxZ4LB210eK2DPUJmNEJQWIBBvqyHyNEuAepQIOm+TYJ0Srg7ZdOiYc59VrT4RD1Rf6GybNFEvqBePKmf+q6h6G0TaqIomywrsBSg0KSPlHJgGlPh4QJDLsJq86CNH5vCH/Ru+Pfffrv7y5d/9s9JHt7Q+9/6rekHDz/dfcIj6fpy+ke8H66vqL851mPp+n3w53qe/YUeWUam/aNxicXtkeRfw6dSjXZ8yx1bL3KVv2w4W88p79v40Wt7UIwF+ncSSwUCupXkMVBwzxkYbcshdKZ8OcFBISxoEJpj9dk6zbX4nQvFzMMn2nQLsHshH8s98YWtUwPQBfFXwvFe/UvmAuZt8T3Wo+Z5pJyf62I+5MNo2ixrPcMm/I10+FEKC0SxDsmWKN9t9uyOaeRFQ0z5IOfuOE9ddJ5ex2bfMAjUMOkWPAqPLtqGFhIxXOXlY2p8FI7A2TqYPygT9jkdvxiPTAfF1lt5kXj+cAwBiX3hPPg+WsGkPwctQBcDVH9olAelvm2BDjx54a0i7ZW2zL/nRWGdD0FojWTe5LIHjHX4EX95k3WLfYBO5ER/aNFG0Jl/HdTVu4XWKc3oUZY2y54gmt5NGtTYSFteYgMl/2KJ2N+BNFlilxu/A5PclgOe0PVA3nswivQBA122RdIyybA+9C9zaRDi3gwbcY+G+M+H7KR9k9bJI5rS+ofYhfMYwZM/ZevBse9sw9ggqll/tK0iYxHO4psBvoZfs8eASOqBxLzWKLiFSC4zBaHg7TzDWq0zfVqAvSgEs+LDtiKb4QYt7G5crmRgTpSOiaYgZxAmqc6Pjm5KFtNlXDNbhStv4JGijIW5Ku3fAAbRKIsTVNYchq3AR2amuGR6lED00WGJErlV2QJnbaTdTMSED9wxLEcNChnN1PEE2OItq+k6lhH2beeneLYvsibh0M3ZYegiYG4jWx8irz1jDgalyRDadAdEr2hdHwu+6eYYnvcPyHaBSkSknSsTxDjU71QOt13HmhBtfU2kmhcp2qHuSuROtzbcHlnU+XE4I4n+feFJcQeS7Z9elC75WDb7DD6gLcL2GLh40uMHMAcoQx1pdR51ksEe0h4f/JiaJnYuDN7U79XyGOTDhw/1wbQ7/uDMo79+vXv06GstHriLcCL7tQjg8R5mH8uNn7CUNh6NNsYn8hnjFt2+oCF4+xfCvBte5SrfI61NRwb0voDhsWXxgeVo5WKIFFI2+7dNLF0siIS06bOhLNQ96cMHXn/pN0mbR+XuLYvtKMNIY6TrepQpfjCuYaXQtppFPIp9Iq8kJzQ6ECGXgz9whlUcKuMr+aOjtvd9BJVp78P6D54P7AG6JoGIeunQeXrKPE4UuckWTHMhQ/1hyV4+pQbrXimhGQtrdCslRGnUGSO6/bWuMba54bfF6xgU9LzXjKVZoi1bauSzigLL47gMUp6LK+9x3XZCExkpsUqtLDamD5q1zfX40Pbinw4ZN5CTAM5jShnqL1JrmuA7Ezy+DphffTh5qp8f4+cXv3q0+8vv/3N3rLux3A3/6OMHu09/+8+7B//02e7Ww4931/VF7ht6RPqV7oKzgcfIK2wUdccWo3iss7yuclI6yowti01l2gXR5Wi9YUayyuBl71aL4Hb5Fr7RjI/QiC+WgG8CiE8XTKfAWz5l5uq2AvPwgeCsvauSJD31iJVX2NzqK/V8oEzbQu3DtSPQZvzpyQv95KW+Xl8XRTwfMF9IgXVoTuenyQDxm+QH2vT5lyq0SX59Kj4ReZMgHBthzzU2n5IhQzDskG3EPMGwumsumJDj6QzmMHRZFrGYeFz9mo5THG+Y7qQzd7/hwkNk227XhgAKyOGueBwswKhae9w0EdS/MwAAQABJREFUZ05UaMkD1/XQMW2OOjMO/Eg0TLLxhwoIz+AzR4jDI9vCghI9Oq9CQi97FTkopTzliB3dl4i9hoG20vAMvyFKhY2YEjb0K0GltpIZrjTUa452Wscbhg+SRWP8mnHoEkInQ+0nsahqZHtkDQlVmETCutwfriw0l5bmtE6MQ/w89qH6m+7beOPtGzvyO2NF3vlOv6C8bLzZI3fwek8ZTOWVoQ4Hh0hTYMHagcc9LFUwL8glDFdCwXCYEMVsvjOxBE/jsqiSF9/A2Y6KEXNj6QbtRWZJd2OEywICnNMpSREXXVvWcWPPVGAjmm/SMaGWJAK3QhfsmVTEtV/WZbCXF1ef4f21A+yGyV/tlnS1tfWNA0pzmNjcZub6DufSMMdiZS3y3NyqbaS5DdrZjtDNEJFts2fya0DaU4v/aSozvpHsM+IFYFRyB8Uudbg9YbDJ6fzRn7g6DYcnVxFcU9+/ypV2TcQ86sZVamQj0SUmX2HlXyTS0RUaTjzXGfzDhqKzzDC5QYw8sLeFjMTiW3Ohl00suj766KPdZ599pg+mPdzd0s/j8EXyP/7xj7vv9eE0Hid/rbsDfYEx73+JSYyuT8kh2ObZcID2N4k9Ab7iBRt/RNbim/18+HD2WZyOEP8nASviyqZWhc2MytsQzQWd+LARe2wTbKQ3/IO3lDhPeqOmy4WWIm2DF8Boa4AkQ4dpN7LK0l80msuzLesvatgvqHzlE9kx2obSrsKa339BE39W1RkJqw3jjKzM5BjGHnmk2jV+W/Xpycrz4JA0Lr4tcfShkgsNCzpvQVGnDVnfkQTnGhIxd2fyqzOs3QJexom5Fs2UvplkKnnS1+DzYs8AokeqJevkx46V95ORik+ePd8912Ppf/7yT7t/+93/3h3rouit+/d2D/WV9P/+f/3P3ScPP9vd+eiuX/9hXjp58QIhsl3CJNve9fqzfGL7FiNn3892Br7QGYfIGaQ0PgXW4I4jK7hZ7rulpVD/PtaC94rhpzivXNEvhPCkmSh4ZJw732y++RDeNtBmaA+er5XmzvOzk1f6OKh+05uNN4/2E3uu1iZCcg8P7RnZRDvlaTbuQXOxI6+X2VZtwt8Ifk314E05u0op8XzhzUMuCLG/zEaycBjIIM/hpErRDZi2bF9IJhtMzdnXJItZiD7DQds5YPMNnvqX3t5vmCZGWLacgtKl4gLde4aX4FjJXrsYJl3os/yOy57AZG/l8WN5r1RTPgTyj4OoDUKVVTn+OtiMSQf9l3UZ9nCkP5ctwBGJbNKTnJY3YhowhH9jgXL1uGfTafRVjJ+zNKhlfCcmsErGpQf0P409/KKX/t0W+RAgG2/vlwW7pg9S8HPc8BAYf+c1qthTh7Rn96HQHRwIQGNijZ1GJQS8OZVF4lAYV3WU9sAYGcYtJ/glYPYg2TnsbSSLsCU1M52fTscIvvt5U1vWcmrwO8Vp9u9iFRzxpt0wlR8pU/ad7Pi1ES9lybBwUbmocjeLKsSZTmf4IvHHlhVJ54YLkedyGfEjWC8WvBe7Txte1lF9KFNT+me3rLkeWMz4sS9+dsasmtQ1GvDu9sE1fZ1cE/syOfbwTtvtoWSfYfvs2ke3Hwb3bOM+KiYk04xGQ+6s3iN9MO2GNtkf3/t490DvFN7S+4a8G8eG+5tv9Di5FnJvdCdmvPdoGcjpg3bZ7TeWVc+NWQIB/Uf4cB7omhyT7j98/F7O3TuNDklyKpP9dkIc+PdJpCeMue19RPwt86T4SwlqUvPoUTjaNHMb4Z38pE7R4x1DHlXn/lFDOxK5s9gbWn4P2LpYzYVRcYjHkGkroAstA5lJC/4hIh4tRi72kabMbKoOtRhlw8gdbTYVx5pveCrp6V+/2T159M3uu//8cveH//t/6RH0+/q98M92n/7TP+0++c2nelrplj7edksbRC1mtVHkqSQWumw7s87D21MplJxf+xtloh5GJgl+7pbAHXQcnFlO8yGEiOTYMgn0UwbqkM0vvvKhtOtdShvW+bN24Ou0C54Yp30800b7qS44X1WGj5a91uPq2WgKeQIBG18e+dZdvENddLc+rSJkBxdz+Ck5MZRvBJPvX6oOuRhCwD3eqLKBlJw0dTmuxxn7GEd2mHAC4Xo2sKd6rzt3vpXW5oU2w+EPraFdbNGoarE46cLGZGQP771P+VY3xbD5JgNG6rDtMbiopFN568YmEbyW37CPiwCUedjFT6Iho/WL1u0GqchQ7D5LCjqESU6PBSj05hqYywo6OrLpji5fdBi+hT9wG19Wvz2yw1ZksmZU0QqhDHZ39W1xZ/NnZZ+leTeIxw0M/AlD6ubtCkynU+506+KTiutNueo0N21yR/tajbu+cKe026LE9w2dbqeMQjQZmgMb6PaevmVBho6H+DRyt62ioEn5C4PKAw84HaPbIDD7TbXHop7caHBmWPIZPNG0eDoDA8YtMFOcyUe7hJe+0PvcxsA4BS4WgLdsGnTjNi0tnQUkE6dLoLj0STacdEJTbOwyEM5zbIDLknSiYuN+rlYCxaJYhRZ6QGkVHJmD23kbV/QA7OfJnuH3UG/Okowq7PTVxhrcbMZKq23oq40tBAqsa0qLse7AUq6lPPHWws2jTTCH36W1KQ1Z4pjZZyRwt7b1kk8nIJWw9r1ofWU2fh0WOYuUPsJ71me01xJMREFLucEzTg5d0Yp8lgfpGg/9SgAaRui24aakU6lV24seDcV0eVcjj66MR7gQKRo3FwiU5qMlPAr2Ur575S+UwscVNk2wmnSveNLNFWZPom0FjVSar+jqc0JrlDWynb9RqCqL7VS67bX9xU15qZ+53HM6ZOGELrJKEqZYnS4cqEwugWgODq96k31PG+5P9EXd27du7l7qMbuvv/qLvlD+rT4C9MLvmDFwXtGiz0IkGXN5JLukG57fDg0F5yqScAlN63ILJJdikoO9YYKCNKLxFrbIpNy2wTHphSFJTbQtecK5SgTPqJH6mHnBYBi/36vGorQWJvDz6Doo4Vp3uOl/+Yu6pGlfoU8Z7ak20X2QUUs0wHSyXYrNY0GAhaS+ZYfpINXRbgI/ZJinFZSAt0ToIljPxOryBePzvlPIJyaISh7JltEUeKX+QZ8J8zv2Z5BvBZT/zqFz+Sbc2iZymbObrudws8j/NrwbDh5vAcZQhwugfWpendbjaUM7rvrv7NtibJl0nUdOu3SbbYLFvIa4qqgTSge9g+icn3SQd6NrGMOe0q5fw5L2zQT3G+Z3jY4CNA1kvI2Z/hJxUai0FaADW8jkgMdzk7LY2UWgGkg3G3IYzsi7DSmRRRwYpZVng9jVyFqEPoMtHL7HIqG+8wJcAz+yvPwSk12uPDGbGT6IaQvYQGiDZRcUPmm4ReHyrO00AuspgE6hVLKMwxcpd/Qajz0CsoYIGZ/42u2OecdY5drxRW79isTX+j3qR3/68+4//t//vTvUo+c39G44G/HP+cmyzz/d3dU3Om7qN8W1Q/RF4hNtAnmvmS+j62qqffiGMimbuUNetMKsXroGWEdhDx/3yiTJ++Wy6I02mqanbAToklrDgYmfgp4T7AdwyBOZ24WEJT7LZHtFy+YWsa9UDu6w2S7B/SoU5eSArkS4fSqN5KwLaBHM9ZIhQS+VYK1V+zpzIZ82wE+8nXoTrcfTtUE/ZMOvSRK9jB/Itu3Kc1EeG1O/tD0dQvNDSKe68sMFD78rLLv7AgxWZrMoecKzueaReTazec+Vdi/bUBNVVaq0bLScnnLxgRKJtioDXvoHthHAE6CZQ2o9EJOKj4CvXLYRox+70Nh9HjrejeeQn2SkLxLA48OCShr1m1AmWR6U/BNcP2RUBsqaDT568Vu1MxD96IBcYJ2eN9NyXdciIZd0ZCF2BMmIfeoPlAbDvP6FgrzwgnX5kUYo17ogHnu6QHha6fQj0CA48LZiK4Ag3qcIBMdOqyDon23cVBS1TUCqAwrxi2LER2cj3x6jiqPlzhyUEz1d3qFzJqo0OHzBU0PudsSCaajxJvxQCe6Auy1KoLpP2iJpeOO4ktblUO1IcPwUp3A33UA3GCHDp2J7AlKeStUBnOBC6JRKERdywI0EVIQoSHo6Gzzjkp4hE/VIWjw5EZJ2QQob+zCijCz4iGBoBWfsLB7jQ5SzCxV9QyzlpYm/e2j1MJfkjRAo9kt23Qxq0Q1hAro8A3mJhHRMqixKLd19qbjbvolsYGJh2YnuToqikqa13OIiGjgLnZiMbGzHmLjuQmC2MmHdF6CNpKW+LsuLvK1LZ9/s0/d22KI9g99FHKntHvTWlJSn7CMGKeN8kUExkwgT7yul+XDNC02Oz/Ql0ee6YE0auB6U0ejAhJo73WzM994xkOi5NnoMYIj/6ULVmh6BO2BRpQkod0wyBrGROzw63H2kn055qM02v8PNhb7H3323+8PXf9FPgz3Vx9P0SHldDbed+IlBy3ZHDgs/lwO4/uPxKpV8tKoj8PKpJSwOcR4HbS8WsonvgBzwvrLdQMXjKroXwwui9W7jhSK8XI2n3s4EX4hh4aKFg2RLtcdpFckLCPK2idJjVx3I6fQ6XvsCnCSFlg298ixMzF++Mb984D/TG51NeJLm06lyFfUEs4ZenKM8E0XSaL44XIRv3Ig7ca7ItxKcy3k5xB758t0eqMRNDfRywt+faqq/cReopJ2xAtrL1C/lmujcbTfCKLe7reAzap8/ZjwOM6/4W0bMDWfjmm6LW/IrqQanX4TCC0eSmzLTB/smQChjf2tnoQkN1vWiU1si/bkn+WzLRYSL1MO9EESNZQP05hv+SCVCJDTmHfDCAw5FxQaYyr5PVmfow2MTC07adguHDfAYxopVMDYRxK5S6lYHGBatvuChhfspdxj1ODo/5fj08Xe7b/7y1e5Pf/jP3e9u3vaG+54+jMkm/N6DB7v7Ou7qqaZ7t2/ururCsaa23Yn88EoXGRkT0cdFDxa/HoekJ1bHNqlWwIbafONLOye+90/lNoNJl/bocsWRlvLWU1wQMtIOI9EAxWyQ3/hDaohnvjjUXWfudufJtNwJ54kt3/gZIkSssvqCKn7mX+VR5Lp4pXHZY7N8wTaBd8ezv5O/RdV3rfVjb+JgDNddPtWbv94sHVzA7YsM/qDe8ZF9fqAPuL040fqBu+oH+lb6S6019HYAFz/iHuySOIXX+qgbj+K+1lxx9bXsV6VTVtsYkhjbaWKQo4ydpVwp24JKCvIOC64hHeMDhWoXvbayJySAths5fSbOYYgbsOqj/N1St3HkpsfijLR2NC+y8BH9hELSD1xnQTeZcfSS1Au0S2hJkR24xSnpsRNbG7CwVaoV2Rsr7Axxce2xhhJ3GrY53WIoS6erjDMZuCk/kYYPnIAhmQgXkRemqEMz72HdAzpXFmMHa0/3PzHm1R3VhiqNC2FsujlQhp/8KrZwuQCadkY76TbWleE5QvRdb3rShApGTjNF4OwkX9gQE4NlKiUsKOdl8g50jdH5CtiTkuE6eUDcLBp78dq0LW/Oh5/KTZVFDo07RQl8rs6WksFsya1TLWcNXedCI6eV7jX2bC62yhb5xg1CgPgtvkKOvb247qyQXymEuqKeR5iSHiuMSPmomzmMupqBbmi9iai2CP4dfbOtm1k3VqzxCF/bhspzg8o8U69kuYLP5XxvBBNUfnajfdOiFtsZwDWd2Tbs4+dCTtTQOJ4J8MPLU2+8X2jSO5EYPXAtavlYdH2VPZPrXLrWczam3Nu+OvtiGWz286oShh+hbfrIwAYO+rgWCVolAO+7R8f6ANw9/Qb3Z/qpmrsf3fHm+jt9mfw7vb/97NlTbzQ9qYuHtrNoUpaFiUPabnByiMHk5sZGfva5hRV3iSEC3Pwtvqkq73JR5qJrbvLgUu6GBkau4R0vFAvfPhyKZtmkCUQz3MU17WID8voI0yLLecuIQNN1nrL4L1TBAVxkg4kN4XcegzrQFjr9C8TY/LcYfkq7t7K3Hvpla+zytYXdZ9vWtjRn5W0pOm+/uO83RPJH+13avEDuT7PkzIozZJ1GYmRpfFabZJ7tg4uHLNS5s5gRX7T0MRTxz9SpgwUiB+AOWRSarEEj3tbzQFwiwfzDgV38MQ4QciF38kXLgr7STJuUFbOBEZPio2JvtCZ9+eLZ7tGTH3bffvHF7sv/9a+7m9qI39CG+57ugH/+3/559/k//cYfaLty98buys1jfQlcfF6LMq5z348NkGZHKcoUTR5N8ZnvOELDXCioLwRgwgUBuncKYrhMP6EOuFjMxpqPf5K+9ura7uj0SBee2dDGr9SjN80ygovt+J75GHwohKC8Orjwijxs5lho4mnmOP4MFx0b55OilyftvS4vsnkc/hpfW6eh6eDbMNd09/zqVf3MqH6v/eQK31Bhs6+NvNf38i22cIFWVdJzcxVFEucwrJ+Bb0/D1ka+nfrHUdiJF4loQ0KYGpnKNSWpLOqO0FypnyZqaGj+ns+Ue3jBrvvlyk7/Yvzxl8mVxhJgrEG5Q30onN7NZlsnXEYTdZRcIBPElpf5Yku+Ko9Szm1fG+9+nLQoRpTBO00BoUoh1ACMIdNHmEwjgvBUZyfDwGAg8bKo9SIeXNiF61QAc94ooU1tnkUWHXy05JI1R+GFvuVr2LEZyfcjrOCBmG7ShazmJYaVYRxrEjKYJd1O0uAnWnKmw0boMZUUtjQ7JPRE8kECqRBNI1c8sSf2SlijrXNkJGs7oaTeBsXeRJuxFylga8PUVTBjsFhWTfEsyQyx7SXJo9EZqTP1B0q/rYRvUdMOeAvZz4FmgcE169e6g/1Sdj3X8UyT3RPdSXiix6VOXvOzIzpE48WIFxq6252GZqhOXpyka0qA+zb9pftqCpwz1O8XZn7arxeZ6HJfQK+S2iSzYHilmJ+tua1HD9lw39JHee7oC+V8EI6vkz9+/Fgb7me+I55FKuyRsbWOdphWRaukXUqHjeHEsW5z6z4iXnXvs1TFJoTdVUrTLytzyQh9zbeNzxOBxdg0B8qGL92lZsQ7py3JsvazUlHBLL4qHsBbw/YLuTS0fTIYZocPIIkPrHgl+x+Z9u66t/y0fum6p00v1Z55dbEnvWEZr7CJTVeNCWUiX81mo/qGDzjRVqqvoIO7ncR9GCcBnRfKaY8VbCiqrbn9w7d1AwzStfSPLcGSNzcCVAyvGeBV8A/OVNo+1/y4rAaQD0188Vo4Nuf4COvoC7HKnB7hkrLoPacyYA/mIhAyY21STOGtxxLJFyB0C77lgubIFljrJtUTd5r8USPuwb7UT4/pAuuL7x7tvtG3O/74u9/tbmkTfnz7xu7wwZ3dnc8e7D77/LPddX3r4/7H93fHN25Kp9a12hy+1uD9SmlmMi5aeDNe2pj0rLsNa4M6FhL8gl7nmuy8GOrLBNpYtxOe8OKjoGjmHWzmQ37Lm2DtG6FuHjR0JdJWnaz5TcSCZ9O7MMIDLYEzByKgY5fM3XK3IdoTINFe08X7a1pL4DP60FU9hs5rA3z87YjfENcFAux8odvfr1/xqyG5YAAvTyPoYQzf+bbe0o1+AssM7ob7Ljyx8JCEVgSC+SITtDDIutEPqFgVDf+Bowik2p/eY8BSwTJHunTApACtxxBiwZxXbHtUBgJ22QrF4SKfEJzgIvWexPJCxVmSLGuhB1JywW9khgfqlkEdciQP5u8vdKmX9vr2Mr4L7TnSaNPaXHNhyV8mlxmMQWyyvSHnI2p0BgU24tl8a8RS2zS96gQrfLcbIhHMVrltdAMRWhv5edNI50tD8PseUwWjnEpfhCkdaahxq+lGPjpMwY23LBoezcanNM4g3SBj+gAUnsKawzQ68e9g+pLnq6y2sfg7Am8GdceRBhkh/R4iskymkzuNdaq0xYMFHhjEiQ/oq/1Ona86w69jmKAEGjj8PhZcNkCRcKbzexhQVEAwNEMI/JYqcKSZemIxfbHPYIMEsK7CE1kO8hkdKvTdz5FXAlm5oNFQ4rUGhmdMXsFNkvK5fozPibJcGDCpGrdnyckPbmtRZhFcSS3le0XOuuL2t+iepXhhtQDwWR5XFkxi0j4W/Kr8kEy+He1qkEvWZAq+rxY1KDrBRLjUDYVnEtakphSLFBYVL3Xooa/dM220v336cvf4xenuhxN9YEUTIXhdq8tdEg0QvHfDohNuC5EMZOGrNtntg8YN3HWRwaf7thE6eaJTQXqCa3jH8+PrbiWob234U4cHL9UxX2N9rQ+gEajyw8Mjf5Wcr5Q/0OOFntx1R+P7H77fff3113os8an7oolhirmj6QwAOIJ1V0JlquIZhe+7yRVA0dzQxC77CKXG6XFqnJFDkXkob1/pn7mRl0l+kivY0DNk7tWIQRaX2huWCCwIKMtKDBYpgUXHrL/hixTmANFxRM1AkW9fpl1PNldbiu8EH1yXSGDvhuy8dgUZtjkWl23qXGUo00XhIjycF3NfJPm/Du4iH76/F+T5yflqzslWfbPcJvgpGCEZPxLgy5yzQGihg2C05UAmPd1mYBxp2uNkSAkFMmZNjJN8T1lKjr6oAYw0fx5XprZ4qrXWsAhh5lOsNHcyEZYSKs2/DkLWXkmjNrpCgwz8AB/zMXe7YfR8qUE9c1EJEg1oaBdI5AYSqMSdCWfHyJBQWujhzF1mFQL9ylNaT+FVEPo0cLyWuKwwPLT9Wg6PWXMwB73RdWI/tSRynvA6ffl098O3T3dPvpeqr67u/vLvV3f/nzaprGU/1U9IPvzs891vf/s/dr/57W93p9oUnrABFy6bcB7TZ87BjrYROziAAU1wCv3KMn0GteCLbG9kKreRyN1H1D6FtqXSr4Bz5/ukJmXD5KPUfdWeiLDVG1AzDwlWhcu1hVDaLdTFwxJybmuKyXsslWDWia4VxQ5CModnI6qn5bSeuKKn0PiCM7vo1JNqmNfC5PsDvfh9eHxdm/Ajf2vlleZzfl7O78pq07L2L3ZVkB5sHXOXyuR2PGKQwS9zguwS+6gr7HQ+MvFMNblSUvA9QPh8xIia91TnyjNH+3F9xT3eZR0kv0+wtJAS1BolND8fRaKVxE6My94pcGT3IQOc9vpAjLZBZH5yw3SIQ07ktl2tdhu36i18znc7HLBuSgPwMyXKVSkalquOuz3uNUGGulNg8PsZDRf7OPZo7QdapzfUlpoxlQfD+f4Hm29vxMXIdyM89spGYN0KMXlrt+urFUiuPq62GEwlJl+FxhhLoaoVKOQ2iCchcTdC4jQmsKTpfE4Z7nSxduPpuOlEaI7kxausafbxYdqwBY4ltFziXrQF2wvgyvWCruSEbylH6+eDD6jLkNadPDBMw2d0LLcJARhIqBTg4OlMQHLVDggHQbHLkRznZBu/Lj/4DASkErqsycG9SCfn6qYgThhtn6bek1+dF9UBR+QgafQG7KqYVJge2i3dENSJWWCnwcF4Ub75P0BsNZMub0Cn/LupgHEpdTbt+4RVAbk07Asy0UJVzSGPn0uiJsA3WpE80ZdKv/nhxe7bH57vHj/Th2f0ETU+pqYfzvKjd9m4qy0qT4uLLT3xIVytkIkU53qzFUp0GqZzlklA3i2gsUNbMFcibRUKXnfh7TLa8t27d3af6+M69/XRtOvXj/yRtK/03t/TZ0/qcTx9pEdM9MHY1xoUC4489wH7jdwU4LFDiTMemWLrZPtp4us62IjDZT4gLRnd/2xd+bN1tUTyueBXgre8m3zzEXNhFB0pYxvWFCkXOI8LJYeShqcm9ZEvOas8NCmW45KBBmtT3n8u2yh2YBAp9JhkGwNabCaPjEkuoJVrNwPHljYXOlv31gdIe//wYaW9vx1/U5ybuuz66TKs6lZAfLyFmRY5EyKjA8Q1XlW7WM9VtEaYxDtVniG2CzyLqyIRzP1BZ34X+I0vSEqC4NC5rSEqGcX0Bx3CcQVzddHVCylgwrXdZAxfQLA6oKPbtugtUwg0w7aMysrwr3E8NJw1mpqXtBZ/yBLMG0ILF4Vkclk1XBq1RcMagz/+OdrMjov1R0VtFzIpBwe2tI6OUYJrupytFDw2h06LW1IIUf0Q62ymq6oHysddfjYoV/Ros3aoetGbh6ZFruPP3zzaffW7f9md/OVPuwc39Bj0rdu7q9oMHt7UXfAjbcK1UTyRfC7zZlyxdOvArtnWzmDzCi66t4fIvYjujEyVC5j9qTmxJfCb3bLWLvESXKduGaZHiYgpj10Doy+y6112w2qd2/OR0PAxTpsU2bBQaSjQ2sIbQ2TSguRrPtaJz/GxYz3KTqVYv/j8RXR9O+boSE8h6MI5tZG+Izr9PjgfKzvkMV09YZv2Em/HXpUGFejDRjkc2/g4G3YRqANorNBQcFiHBfitacMRHchsCf8/e2+2Y8mOpent8HD3GM+QQ2Um0EJB0IUuJEEv0UA/des9ChCkm4KqWpV5hpjDw4fo//v/tUja3ts9xnMqszrpvo3kmrk4GGlGM0PKNp++jmBJIio8cPum/BV8+ajkYQoQ7OowdInG1lhm7ANn1qKHN/5ZBLQgxUBLFVqMMazg4JqTKmtaE37pAcFR+aWSfkX+LzeYOqHd0pb6RdBcZPIdbdqtLiBxHuF01I/0GAeMH3+YQX8gXoPrawJ1LdFdySSTeJ9ReUZ4k4bZDQkGfuoRbgigUACoyHPXLEVCicBpME3X+RFDEX6VowKNlGR1LssXYI3dAwZDM47Y9llE5JMkFbuVopPDnmRsLBqP/wMiIHBo0a8/eccwH0r8KmuaBrJoUTwdvuXfiNuTPyk/ObVo/2TeuxlSvxs/wPARCjck8kme04q21HacAd0c5Q40haGO0Nr/S36v+jb0nWkeD6BdTR/D2AKOxLYF+JCn9LqwrtbTVU5byX2UMPmtnjZMpxj1+vMHermJXiD2Rm+F/Vm/f32hhfery91rvZyG98bm02GSprZl3eNsVVJRBMIG5fThtm87Kt8kkH3lgG85KfLzyU3b0tg+/t333+7+8Ic/+KVpPP7y5tWr3f/3L//mLeVsYbvRib8HOU+dfYHCBVFxjrQHOzRe7WcO45AUaD1h3llE+qlCjivlClnTRS2Q29ERzlXKQbr10RcqvU+DNi8FUryJthkcrNw7HTZDTKEmw2HKKk2XkW1DgU3SCU1EJQ9Nwzb0+xkRsVGFpgd/B0Dd94AVSaMTo6DDplAN/Hv81+gB19p+hVb9A3Zll+Ge1CyFCJ6xItPr3p3HOAgjYwh9JJN2aUKZmSrpvA6C0ZoZJ7yCc2MNhPbIEsDtWjEBNkJitdnaBSiFDbTuSWPyzz60vhZAnpGYz1/ZVJdVUOn3X5nhbeYYr+C7wzqv4JrckYl/egEi8BcEdO9bGXHYwz91wBnHC32UDfp43USAYStRwzbTSpLmmCs+hDknQcIUlDKzBd+LbwliMnzvRHdXS9+D0wdyk/Z53eh8+OLH3fXb57sbnk3WZyZPtAX9RM+KP9AC/Pz+mS5Oa6eVZGXzHJelpd0GYCSBNqJQskl+SoiojcDJrnJ458aAWNPIkViHOdoBecb97PgIKT7PmZ1YKU1W01w5v4pGjG6/dcHW51zm65JltEhYaviCkhQgZUiGRrRaboi+qD0ZJq2AHEX3dLFfV8W1o4C64K3P9/2Y2Km+Gc5DHdd6C/3V5Vu35/RZc3/SoecNVghnm7mRUnZtYEumijAgylcNC0Qm/BMWymYb52PzYUL7JeyWMQwsLaaVRGRX2noqb6rSC0HAIrwj+FxZ5b+b8g4hn42SRtqC9dM3SRytjM/W8OszMnipDKPD1flGIDXnvFRNF414weG46y14xtrEvjaMCIy3KGrGuRRHWSAdeNhzEzyQGrKSqUFk/BN3w9NI0lgC80lQyW1sAE3Kmn0VN0nTocr0xgtRoRuqmaChENINhXFNKPjMT/6Bht4j0JZv8kAwZaAhUjpeJSUNHpdOGd0AC954KgDZLbHMw8ce+BZfjkqK4CiynMlv4PEiDvoNDbI2IZbsg/fzNvcAqPKCuEN/hmEU5iRg1aL3YNsZY53xYVWTK67TRlR5jmUe+XjoNmYKOZKiRo6F4XIjh8DklAUy6zUSeoKQ3O3HSIv9LdnylkLOE1vJVtQ0vaWQF4sB5DNYLKSvNDPgu5fa7aU7v9e7n39+tfvzT892P+sNahf3n+oKPnQP1KZoV2zGI0ipjUA5bUg/j9jKujMDa5+a0FRwflEonZEorWMwk1o53y+O0Yn5VNv/HmpC9Lvf/8aL7t98/523lL/Qm21//PEHv6GcBTdb7mK9rJLQ6V0yaOFHGWsGqlRgaxwfBJ4agOu20ONF490ecGczKTGSMcplgx7abj+bu9PCtS+apuncPxCuH3Vn+CIHuR3MixdML9pGOFYPjBgonG60+Upmjz0NgybptJzB2/QtpGQaD0/zVdxktm3BNbxj+NdAjhpaw5Zixfw9bW91X7Yvu31/gW9oOEtfvUvSsfpq+ombtXww5hXRpBU3mRqB0hZSJvoG5wAW3323rMdJcCwk+AwTod+wz/k1fW3aAN7bi7UAYUHLHQu4WMTZDg7yqc0gWS0St7CYAWH3eAGCbQ1QMgYrkdCudJ8SKLYMrBM9z5KUEUj7hx0S4nsv6FMaehYxtkEgRjt6q+98Sz8+4XpuL7pbKHzrXfGGR9PMHUvBhz3HFp6zyCGanqO8gtlFstcCjkkH1l4OefIqdZRWzDkqchDZC2/KRV4tQHTgk7t8eyGpWgRqoce97Xe6gMtLw17/rHOk3hb+8Nvv9Gz4d7oD/lR3Z/Vssl7ayRZ0xmq2TWeBiW1SK0OQ+rXCRhaZO3zjel4VyxYVM/YULzRDptsu8wSV3nJDD4/HY8HTHqOUY1KthBrUT0LxP2VvGuZ1yDFi2I3ygjOfEF5fbNd2dG3jx5fqtKe68+1vhXMHnc9zvedZdQR1GNY3QPECs06BOl6oOtmoWCtozfU30wGIRWg/kHRhAAko03MxInmn6VhuTzAJL5n84FusA5XgRGhhwH8g7W/xECO3t61zKQPd5Enpafj8FQ822UbzrhpJp+enruAm5JiY9Mpjgs88rLJId75jxK7pz1Szz4bvDzrAPtEvkacsBMU2QWOndp7wuT1gHPlxPgLksVbV4X6ofMY9xiX4K460cVTCYbPV3BBVduKKKj9PZGlIYN04QubFLW0+5FLtRqM8jRhTSqz6pNM0NaXMHVqYKVbgxjSToegNfi4gYA8czN0hFEOkZYnbdsYOOgehy9VxGVwd1E3edOOEKj6k42pr0YHOl5OBERbBcxrgUzbF7Jty0BUW6za3IAiw4yhdSzXlsCmM8m/zBFBFqIwijwJFTKSzKfrpvgSj1ZLmm58BFlxxPGJS255D8vPYNhCHY7V7Y7Mb5OSEuqpCosm1rKS7TlrumHR1XTV5ieyr11yNJGx0F00USpsKH2sLgc/bGNsR4RufWmbqpsV13FB0rtXi4dFyy9jF5pEUniUmf++5zMZkQAvUCxn4XC8sea672j8/113u51e62/1+9+byoSYMPL99pnF6SJEp8SI2AW2M26Pytq1LTcHs5khoXwyf1eDX+dHeEb4J8fXYnmaxOli5DuSlCxvOdUfikb7X+ht9JoZPxTx+/NB3vF++eL57/vPPu5f6ruvlNVvTcnLCBGrpxLsEJMDC5Ol2tiCo2dRkl6tshCtBMj0gsX0OrhKy7EBoyo6HXAnBs4hetVGu/hkTArM3vNtw9zkjl0PTuXS2PTIXktEsxxgrYmwbzVXEZhWMtpeSQUE5QwtsQ29EdEU3Miw4sl3ihad1EvvH5EGJJXRZLFp1uPYDrOHfuIUv9Re4jwLYjgVUxWj0ivni9L6utUT7uC9W9kUC8NTqrb38He14X63rqStDyL7ouU/X+dUntmAFFBEg2pcXQmuFgV/p6QjKu283k+hvMnh70g4LeiJQac5RYmA3DDtfjBKv73zqU8y8I4JPU7m+SnBGNe5eMJ6KR20OPPbRbjnn0Sc4T9OvMKr7F7EXnsLxWAjs6J93KW34tFU4+xS5+rM4m1lp9AA1AtnSxThPGJ0SGWTpKW1T+vJ90SDOC2zhKRP29SQeHBTeDYCvoJUU6wFXej2voBydF+5YiDxk9lgyqYzLxG4CSVF2BCPb8kUJcQPiZPsRGLYRbC13S1UZ+AgR9ozZkw8d5RZNw6EFoonUCZ/HNJbzxqW/S63XguizmloOaocY367mpWGvXjzbvdWC+1S/s+9+u/vj//q/7d7pzdyv9aJOZtO8b4Tq4Ifs2895WHR3kIhNoFxuA+18CiJr89uQuiQrxHMIoLDIj9MHAmmu0IFr9iwSPX10QSRdMCd1QBvdbPYT8ZpAciBCgYhiFe1wCcBdZ6LJvyK147CEl6P8yDfA+SzamW8eyPe0db2gjTaLtcQRLuYKmbNJInaiS35iveA5H/Vi3UUsuH2hCFEckNTS9i+eQ0LYyLA/MD5+SUEiJeZxEyNjAu2C4DGAWFlAUHssaZgggYcefeCJO915f/KNc6R0QI37HSPA9AWgTkGOQBqc+PAR9ICO9cnB8ykJWyGZFlpxpS2G9JcF13+JoCodpM+fxiW27i/X06KJfY6j9Vm2oj1/WZv7pvRDph+nGuXgdkzb9Wf3VADGOuNtL2Kx25qcJtUBjyKjg0armWngsbgb7Bq7MUEsEX42Q6Yd4GkcpiFOA6edGOQmF94iUQQyBC2LogdfjFAgZGaHXhPuHSJn2rbKahEdN2vnibE8+gJNiWRTFYSKCSyjQa/fxgUCYdcBHFlUUPuhdbpAqEhxrXnKDtVATaYvT2FIWoxl3abD9rbRtxFZQvzEkNKBcuCD1EVDFSMn5LGh5W8Q07we5Jql45bY+dRHoIbVSb/piIGvdIEwDMqoMdBhN93tw2FTlCJHR08w0NX2tTSeaMP36sIaQBnoNVHUCeta+l++ebf7y7MXu3/76eXux2evtZ2ck+YTmfZQk7Yz3+GImVMqfu6gITk5odvvcW/ZAVsqNSyyY3K3lI+JEQQv5SCFJ/Un2X67qXzP9rPHj/XWWb0s7U9/+pPeUP5Ek+V3ux/1TB53uN/q0zFZbOfuFUJiCxIJirttkATStps21Cb1ofka3nmQa3pydKp91Xmf2CozcNLtRaXLmLJC0nhifn2SBefRofpA44F3MG/xAXOehIogsIOk5g86DfwND5aSAcsPJFsxYTWscNAe1SXCoRPB/l91TNn0EU8Y9gxYdUdnLNuMfwGNI/Z1LQGEb6UfhJUY9DCR+YQAufv34PlEAYPvf6zE8PknFtt8OozhtPi76lzvnblFNnfQaCFuExojeb+Fxxq3PY2cmtQzvjB+5KVOOvPAI7keutXnRjsRD3eYxqK0CuabGqU/II4KisaddOQ4FFNnC7ofpWscb8uMHdhAOdYwxhQB0UIxuHRgjXUa8uIbh3qSGG58g3mOobNYuEhGS3IG3XmAdZ2UMklm59UMW0kaFWysrbSPMmZEDryTs5NtkWmMTq8kb/MlMqVOUZJWvaHaBY1/slhDP1ycS3l6W2n7Brh45MQT7Yq4r+3QfDbrRIvxE13cPeFlYMwLRM4FbsrB2+HtOxkSW3OU0C8OU550fEboiz6uevjdqSIrXYGLVzrn6Jfiq0RKg4PK8X5HFNwLbiEtqfA+D8jgHs+dDwWaFShNdHHG9mNg7odnu8e6sP7k4aPdI779LZpL/C1cbhKlnqnDr+dZ7MEayhp/BCIr3R6Ta9yMYSr/bPy0lWF6gRzTzAjkFeFn4Pzl5hk4AatwxlgHevSjfpzXGKU4d7tLRtNxZhWdCCILYWQlml+HtSqFrkDqa3u2ZX8o/jzdvQivmV8p+dplQF5XXpcDmOqNtqiKzLCi8UJg2qtfDEian3wK90iL+L4X37ON+aKnaCyLOjhoe7OWTtNDyxDDxTDCJAwoeTdAAcilIahBuacHpvYjHH+KS5w5DQ/MuMq7XQHYU21eH0BEnhIjtOwBuCVhG2nUC37wArf4xC6b8u4kBV/YnKyhw3zueIJCSkCLh5RVWVB3HveLj6S/6nBo8OeZuyeHugBEI2+fIvhTvAHtOkDBv8oifyzA17/ZL5ikUaMflgAFv7R/NHDa0R8AJFtE0pTTXVkxLeZaV+357BcvR3v95mb304vXu7/89GL3kxbc7664G/5Icwvd2tEd7izWkYOuxOsJxog6BG/FUOc3sspXGkyDi/XOyP1j6G7ekqBOwV0itumc6or3g/Pz3W+++15vnP3D7hu9PI3Ppfzrv/6rtsz/sHulBTeKueTA5Ipy4DMJaKFVFVhIeTmiJ3lyhDWXSVq3AFrSijV5QB9RYNtSLEOOjLBEHcoFg+JooojgObQ8HEcsHKJgH+OVoPY9Ph4UUwal9oJYWHh80cc+ncRdd2kbo1RwmMh4pZxHefnJdlh+eKBuu2r4N38f9u0D3pPwfdxyjrK6Y1UzdAlp3RyU3tfNxau7QpezadJeOvf3+Gt5wHXUFdlxCa+qqw5BJQaxR6a2rtZcv9zGEymTIi20WWzTVgePEmc3Z/7EIJ9lYsGOHhGJaVCVBbRFWoop0p4GZptoHYiY42zJW+ROXPj381upt+WwhxaqRZRU0JJ94U9luBKMryb77tfQm2W5dY2JoJjE6zs8osNSL9Y1kaevlOWCfnzgMts2ICi+I2L+13KBYl4WySEzTLNWw6gP08Q2aDkXesJKfS6ykOk3tUOvASAT5PAjA6VIiaT4zfCjB2wUg9iRS5qJNGme3cTZHj8Vl4XCzFSLDKRzt8exCekJSYnbdYeURVL5smn3Y14EiKUZP8NnefjSPgMtvG55270qCKdQ0rSfMSIqvT/+Rdq+xuTdrlxBGiWbUP0GOPl7ej8Lew3u8+jYwwf6adH94Im+q66lhTRd6yss48IVdew2mhkVV8W23pm549Z8PrRN79iSKMAAlF+qkIkGUmWttKLVykkhUSAK3/zNFn3T/jGmhKXkR9qGBxaDPRJYANlQOhuYdO/DJvaXTtFrKHx7puNfWu9XkL+YSjP3S9M0KPiutuau/qQhOziE4y3mec47dL0Li74AL+X37gxSAQwD9/vcqa+sDLQSe7WXrZlFIBwNxj+BPMEzfWDw+iSBmKarVkQePFF3xL4jbBLjdHCIN4oVaYYm3zShbH3J0TjDmzxH2Ua7IJ4CATggreEd50TXcFHk31ZEBENKTjR0NlvkQ7STxIqOUYRsThwNQ84ca8ls6ZvQfEslwr8NLXEL/VCuudZ48jQ05djCt7l9b5c3RHSI6TJNCXspOcVeNeu0wVR72T3OQXIM7kZn5Y1t2xDKL2GmGvLpcbeh1G1J7Ej1yGSI55Z1ptf/uUw73V3oIv0bXXJ/dXGpF6W92/3w4u3u2auL3cUlHfpbbzmnTXL3I6LkJxWBNHo84Ctt3fbh9H7sycA4Sl323FU6SLosoUOhoIuQfFJEIJWlwT3gnGmfH58D+/3vf69vq36vrX8q57uL3b/oO6zPtd3vzZvXHqy4Us5kCtmxH230FWCoS19TchO67wCH1MTlHTuq07pk4RkVJBUyHijTjms4cSmK3GRWP4w0i4Gip9Xa/pYTg1we6JsHH4UnMOMEyySmZCz0zQeP+YjB62877gmhQC2bp2TAc8PY0flFNvTAh5xVSZCgLW+ru2CFK1LTWaQPWLgNsTqw2Ljgu/EsoE4i5w50kxXVvtYF/ZHJ1nW3pKZC6N2UH6n2b4psUyebTIqx75GQTGjOnE1LD+863grruYdj9VW+OAj1VbVp3oHhF695DBGGMVUifLdCON6VccX2c8vPubdf3uk2qMWM467DMmRa1PVccWe7RY58ynLb8SPJRh9ijYW18GXkppVhqwAqz33NArNgDBVfpcAlXQxz09dZhN279nyrfbnaeJtd487dQtzjbUCyTYCG4cN9WeAa1mUZsMJhMzSho3AJLde4IIesTjRfx4PXnuocPrvxYwhznosn5VUx2md22tTNDNJ+Ft43kyZKGLR9OOxTkR9ltwyEAi3hXeC7RIs8fk47jg7KUvNpAbjQdKXfNQ0IBAXhXz/akQN9RX0JWYWOKZYvCgQLz1/m5wgqbZali1VyEr7LXUG9SO38bPdAn21j0f3wwSMtVvT9cb0M9UbfX79hroOirmzLErPzyO0fl8CqbKhUMNuIsSdsRppAB9g7FF9nidO/A+n0iKWRtQjvnaGdZLcA/oxvcKPnXZWXNAtqX26qzSgdiDHUPJ2XkfZ5ygAawyepAcnXEQpmGOgKlgSFpYUyp0ndKxH8IALyHzjgg3Tcr1NI/NZtyPWmlq+KzQ4OVEEQIloo3mdx3XNWn38koEVgVKc7Btah28z25WqbykvjawY3VuF5Dsv2lTEId0PSIQvxCIG+f8hIuuNSRGM0sk0sOLBgRmwdKhLxoHKieeFZ0+QJDSOOTQb3gYrEVqTanlVBiKwGsBNI4e5cbDFb65BXIeHqMHhOYGjNkAJ98qFBXmxCohlVq+CoXAfoVcmR2sD9OPY3FB13hr7lpAE4cjmqQS1s3YyGHRuBk1Dne3FWoCgjdKbjIDyMUOZVMCQtxB1K1ig/PRVerG06yO06xT0IhkrwIasTYJC55uFC4j43lIJvaIGFfuhoHxpgaxrlmMGaYtnmwiDhWnxMGq/1EhfSl1pYv3l75ee3eYb7lb7BzSfBXurzKBfX2jrpa8l5dg1ZuM1bAOm9+Y900uVTbMd8/duGPgbSx7DddrQMc68VJWoJ9YRLhfOCTScrquw9k1tdveYbnw+0vYxPgn3//fc+GfMMNy9Je/nm+e7nn37SHe5XmgzrY2e062Fk6id6sRiEYkfdEpQxgzHBVwlHqTZ4auAwdN0OUpOE1mWy7ugP95JuJmL94x3LK7jtL7VdlmnzgbTwtoyKp32L3rD6aOhx1HQDsooHee2JVXbsC9WAi8tw8biIYmw5bcLMJ8VkZQ1MYMRtkONCe0xBLhgdWmcRbsYE7IWOPk7cV5FNe+RA2yPwqEaCtVR6P0I6vw5MYgjyE/apXdpWj+XIKSNMw2GfH9hd+sD/xwtdf+mj0wP7nogHqffV54K6zuLbnG/Ai4464Apj+1T1wfsdfEFPY+aNPiHFxxK9/Vw7hLjzfU/P9+ZxINH2Ily4e3pz2r1aeHcNpHXSThh/qPNSpYQtZECjDcg+n2M0Vqc9wGIKi/Id5GIFMC6eVdowirnk3alAVIi+zlXsPhI9vVjGRBbalFzF8QKBnSy+b+iFlPYLmYXSUS5lRAcf5ws+w5UcEH6SJ/67Qsbg22nwW6zMOWAra8vHC+wIw33l6yzwsViSgFkmxJRNP1Z48JUmR9BQdtfTMmyUDlpadk+F7p0u9nKhl0UhF2Yo9s3ltV6sdp4maAUw46PW116qNgHNCMOaAdlPZLyiDuJ3T85TxCLtDPrQHb2rnPSvKhSIKi/eQL59l5WhREBH32HRnQstrM248KJBMT/8K7X4MNTFhqf5VBj84EXgenC718xHsuHzJ3SZ8JX++wKe6uI6fnz08InvdpM+4TEQ6PWSNZ9PpR/z6B/uw2hS2rsxMIZxwC+1o79R67Q86ZUq7jpiKwIjo20GSECRKZLVcVtjXdKgkRuByEEHtq0/C5BI+pn6kmxge7zjGGJBrQM/EbqusH4EywWZH/YnAz1J2V6+Rz6+4sez5HiZnuzgvpzymxFmYJRbaXQjyb4Ox9/ukfJgPUWr8nebSaEoqX6Un2QOQX3JER/q193QPlXlsiaKxvQ379ZQm6Tt84eVtFC3WsGct13iq7jNgs7tpeCnaTSFptQY0NlKNw1Z/ySkYZB6skUjJu0jsNA4BuoOkgZkXquJsVZj2crbuvCWGZFauhvWJ6XO31UJbWvH8PQVUNuLbP5sSGw3zZIfOMqhsQL62SgEowoUxeGW6qpBDsH0rqa7LA3tr36M+UPtzM5UkOS/cthX8dHi49HbyRdbl2Tojys9IDsivJrEEcwRkJozMjmt8amvay2kLxS/00tGXuo2959/1rPbP7/RYvR691Z3vMFfazv59T3dCdcJrKcQlJSJErI4RTMJ87htCH1IeQyrAnRbNWI97I8GK67SiIgY6dsvbCH59i04JkaneokKLZpJ4HdacP/xj3/Sc9y/tY0///xs98///M8q32t/UoTBh9B9BE3IaTXryWOdisSO1R76XigoPfyH44FVHT3Eii3qoKy2LcIHvW1Nrultv8kmnJThmj047gIKHns56Qcn0Aj7Ml0wYS2vqFiU7MtsAUPvYie4Fe688ZLDxMLYsrf4kF/ndesa8sHT9kyn2vSYHmxsR9MtAR5Qd5A0JyT2UwHgzIkugEhaKdqmFg6ugpIb3iYxmgyDueKeRRWby7NVUZi/RwcewI3lciYrGZsm1YKeQKX24eSpC+6S4f+MLxpjNM5k8RIl4HiWm0UG4w98LMBZIvdFGOi9TVCfgaH1uI5F52cqZSAwLoB+KFAWJsJrqKK6yLZ5RS7ppltAdyZ7BxFElisBfUEcG1hAc+GWCxHc1fS2SJUaP/V4Wb1MtgkmWu8CkBzmKh/soxvrbi8Z5VonkRs27JR27GgJqx/g665mODYWAK5MdiFauZRFp2DjgsEWXSZEo48MbpJ3rYu8vHiPi79shz7hjWsE8TMuYCUxvspFt+AE4t8/yBMOIY3ZxtCJd68Mg6YdECodY/fAKxHeyGkycu+5uKiEvWtnApXtEsGdWx6xuNLnT26uBOAzKFpUv795pzaiclovfuFiifj4oRoR7rRtB4DWkfGRN76z0wIZ9/U71RZzLrJzQeOBnpXn7eX32YECn1RYVcuwMHRhO0j9Wz86ogsSIzZ2BPolx7T5KcFrFWWB4zPPOWRw8mkP5il85hX4JfS20U4zaApWOfwMe92NsluRsZRw6Fu4nCy3r7Zaoxiwjz/+8yw+9cGMknz9lBb0YJyC5pcK2Hpr+/6llP4Ccml9bqs0T/6Y0/Tkh36iNotvTSSU06bs9McZxRjjSizy0972nbzQEr6G0RgEp+HYOBIKwcVY0vSZpndeMMsv3uYxjUUscpoG2WXEnIjbK5LNoLENrU9MQkTelmLaNODWNWmjR/ZvyjWoDxLQu9E1PZ1Of5wIA4otQ55w0JMHo8yBzH9PAJ5oW7GjrKdEYAA5pKPNfMN/jTh+nbrjyfb3tMDjtrOTlmx7fJaTGtvSQAdk0gA5zC/rDdW5KXSIBvMrbclqD2z1ZdHNJ7/e3dzXHe33u7+8eKMXpr3a/fDs7e7tO2i5+s4ClmtnddVX4vLyLL2VVYO5dapwTKiQ7QmuEv39UvTv241lnxKaf8TStD+44jNaBRNent8+01Xup0+f+Bnub755qnLc2/3001/0+1FvKNfdbX2n25NgvxAJ/0qm7HZc/RwbW+en2Ps1aNHLHyELSaXLrrZpjDvYnYY44h6jBrykWS6y67faahj6Stbq44YJOfBYFwvDc0wm8ukTpl14V9mm4VYCtJSFv7IhMOXV0KzLMqLPDDpQ1pbfsDVuWfuxaWr8s+yV6Zb0kBFm2+pxc/Q3SapxtPtCeNQ61QbXcm90ws9djCp3PLY1onF2UunfUvw9t+8B14GAjL+4eOPzfWLXYWgqaQp4PH7rwMSeO2h8c/lMY03qM9QspPwMtxYaPNN6rRdqeUJNnaruGaG8yOKundoId+FYnNou31VDDxdCtfOI0UzptqPjYXIVpMuTu5kDu2lna5szhXQfyJusH5XKneyM9+65KuONJt6MweTv6eIDO+y4q8xdm1OVmQsXLJC8IFe5cSq2dRk+SvFnEsUHjEQquexZL86N4V7+xv7x7LYRFED/+s3LCAbZdvxILfkFRscKUndjoaMZuA8rw8WZd+/0IjW1AcKJzlng3C4gViDtx6VoO/IVbRA7HGPW0AdD8Gb8wME+KJpwkkEguftqkWoAAEAASURBVA4In3lSQ12TLBTYhHcJttsptQWN29daaHvhrYsMV5dqHcq/563u7zX7UCG88LaflFa78BcCXBOWhsSSFnkzy4WJPMd9Xxeyzs9OvNBme3nucmOU2iXPgmC8jOwt5khMm1CKf3zNjz/6XY3VvkhU8MXhwx4S1Gu7LuljnlpY9tDUu80jlnt8rvP5jr5RxB1Bo7R5DKMkhVxUfHpSco6IGfqPCWw76PEY9VcS3MdkS+r3y4z66ynVkXJ0u2XQWgJt92Rpw6DaF2njCzH11o1X4GWrOQ1iaVxUNi2Ef/0c3OsL1iDFoE0y6ApJNGTSuIvWdOgizCbX7IFzXOxxcskPopYzAE4cyiq8EFNj7AlmlT3TLnsJgy9J4UmU6k62b2csTNGUdkeRMSH7JMFPqn385DySgrhZP5rxOGGLmVoYLgnTwsFJPY8MNMosAtx0BINkAUN42zhr3DiMRgt32tLA7SU2ZoArhVNv96BDa8K7DsTQTomRMSUx4csJDR5NejTxyZens+HtjbZcvbi43v348o1emPZW28q1lVzf4r7QC9NuTh7uTjS5vNG2yDVkHqKrsJ5aMb1SWkBvz0K1rsI5MlO1ydFJV0mkp+37mA/lN16WfFRwAj7XCffpkye77/UM97fffeNPhnC1nc+B/fTsp93F27ei5WKBtjmi3hcOmA6r/uVOLG6rpic/ZGlzbK2OJCYVsnYVZg9taUeu6IiS1NGJ5AbdLQn0bCnJrZDKY/IAj0QB17zItsbfornB4d1KACfInpyWmwlE83W8b95s9+3XktqKK05dTP2kZm4lPg5dKQ7TXQTHUtUyrJUMMO6eJGk8YNOJqT9JYgJoPHZESvwRauR5i5kF+2AhrTctsuCWb44W63hiN+CvmFk1rOljKlLGY5jAJj9jjE/NtxNvMM3peF8NfW/06KqHA25xDiEeBDIPKTtcL3I848Wpnxk919uRH+vNyFp4n51lESk9XPy50sKC90Vc8JkoLawQDD+LDi/MNNKwEDnRG/35rNF9Fnri9UKDBRiLUd39ZOF9pXbEne973A3VyyB7fGKshYedKejMT2OxHZe2l/JsndFFTPG3uI1L9jMizRgWnsiZ0liAj7u94s2CnIm4xlQuJBWeC7Fp43XeUM3kogS2oyN60tD3jUh+W5uHNLhAYiQiMleK2Mh5PucLSsPP9BVjg4GKloRpLBsbjcuBdPLxTaPQ4TuobsjFoSjlDxOLK85N/O6rfrlo05Ni2JqWRWCkTx2+w9jKRjzxA3RLwuPOPnmZCcuStAS85ualnIs0nWR8REGlwAGAnZly0Fav1Qe4u88d7xvueGvhfaPftc7Bnqcwp3BafYLFt9p+7lNPue0TOUcq6Nn0pZ3ubJ9poX2qny646w43/dJtVj6+kX/fc5dddqnnYKF5bSewshN4NEHjkoguRQGXck84MIJMEbkOIXAaWPVE0wy6kYMnslyWKk/Qbj0QCKUffUh4X1xWu6bc/keJRBARiEqi8+NgvA7E9TPPAjItOEvY9g/rysF2mLYOZiGNLAkdeeOxZkKik3zK1xi41vQtpbDEPiBruK/4I7UpPj+OheFnLBv13kZ+gmjLKr/YvjZaMlY9nyBykMLv/rBf6Xb0IHOiSYiTbkgBFp5TBu0ZVDmbfBpj+8KVTiMVwBNrs6YqWuYapxEjveUQ62Q2FEZyN4nWMzrXPp0c2vIHajV/AOOsIU80viLP1a0hoAYHOlkR+tmoIUO6RE8g6g5JnoEjtDVYsTACYbh0lZ08YwaC8rFVhwAdNmTwz6C2GCDsWqBINRPMDuBXmv2scAu6JISVYxd2VILKYJFzCGsSk09ODXItLQrshwVfs4EJWToAwL47y/jZAa14IUGxcM7hwyZS7FwMNXTyLETQFVNL7Prm/bUJjVHOvX3mR8t0H5DGGCKhiy2WH+cB5fMkV9xh0MRNM0a9CO1cz2ff273Wxd9XWnD/+dnF7v/X77m+BfZW28tZfuoUpkaiyaFkZesw8mLHPEGJUhWBDW1hx7Qnm6HC5i9bx6g3nwiZEFkiuprLoFsP3SbbX8mHu7c3c4WbF6Z9//13uydPHmsL6P3dpd5Q/lrf3n7z+rVfmMbJP4ttndRpMbZFVrpRYTXtTZ6jbPzKIiYFq6X74xBkrn7Tt7xirrptvHWl8kJt3U0rny96A8WO/JHvXj05tilTlsxt+apJmZySqR5okKt+Clk+6YlE+6K12P7KICX4AHyVXkDGo+G8psUBlI0fMMXta9L8zBeUaOjRRQ9eJWfBMfgbb7EtE8ESNcbS8Ac6jy3DdkBv+RO/TaGg+2dobY3Lo/wgxnnkFbNCSmbY6/4k357oywC8fXT2pdSpF9niYRxqP1iiG457s8sVsWCmZr+kbtNCoVIQSaxK9lOP6am3cNmuW3DHwNXvj6GArf6gNmmaHW5TNWiqkJ3POKbid+FLACL5dR9ysxMNee4OOOAz0ZsGnH4nusN95jeV5+3ITx4/1ucH9bknTe79TB30xXOlSf7luwdaeF94yzl5//T8t/XJAsZln5U1DgOkpbv+NUxzfsaW3PHTVvX7Wthr3GbXUbaq5055jKU/5Mxgn8lWl7EcwbziS0L7s3WtdXQgd6OMNsylTAUdaPucf+/pjiQLTHzqcUZtgsUm45T9Zz+CoxKm8UvSMte8qDcB0eNciRgrgyQ+pidZfc2L3PdLb3htsunjTWSkRfV5AP3UU8JiJwBkjbYuGoibRFke2nLdi46LKXKMF5/461rvTznnM1faNo1PYOOHqojQEbX85CNfxFMyIRT7vuk+EHhooOeusuUU9+Sj5Vd7NA5lhNSnVcvmDbNy6EG6t8R74IBecw+fcIUAxw4Qnu0Wof2uMhD7ha6WSZnBi4A+oF//2a+SwU4E3tfi7ioyvh7Ap8EePmJr+bl2o7S9kkTb8o52yUWnUFzw4kIGRsQG2qfqANlA22Gip93aF+JjTAYPxMVrHIWRPC6E8IdcIvjQ2cGYJW+a0mXblHYshvKCugi6kGSphodWZbOb7C3DrUdI9JQVbQqFigBkKU12CKXi+S/9EhZyCin90PrcpUPvQLbfrLAOyOQPYgsP3F1EoOhKgmPTeM5tnsCCo7xOQXkYqnDDnzRjZdJfuKwiHwgw+/2hiA9BqJZhwUjErzj3o2WLN75CSHyUNtJwxchzjX3IquP4uI96txM8rLp5ixy/YCs9Uck6Eqclt0QXEYIKyx1vQRYHgHcDqth5Dg5FSLQIK+StEeQHFd6Nwlx7BiySlra2QG9P7tMfk7yx5YDhGMehvqaKG8ilUVMNFqlOBzQnvu2dzUNp/36QLse+BZvqFVEa8T7Vv0Me59Lqf4GQGlMN2ikalpdCr36iK3KHm8+83Ojt5NfXp7u3Vye7H/SitH/Ts9s/vdQdbn0a7O0lW96wlSvEdFE65Tr4IbUlp0weq5XMXGvpxILZnCLvNjwG6hbzOX7Bp9UPvHDRCZ12+0Df5Xz65OnuOy24v/32qa54n2nie7l79uyZfj/pCjvPkHH6lnFx2q3ah52HI8GtPL88Ys9p8sGA2CfTAo+J5aMJXVIwugpLwhAEjTL8A7NcEiYGuQkmASK6xRrTOA/BQQilfVw2tr8jpZgUtcwiK0kTb72m21OykOxhknW5jmI+GYjtPgGjk3Y/JEyf0RcI3OFk4uY7lHqT8z0tvn0HU7gxCRQtz8lmnqq2zd1SjyGrPArNzAhGJHdi0gD9HzXMOjjuga6Pxq5eo24IuPyEO21aFDGpP9Xi+kx30h7z7V8+SXSuBbd2AvmTRAjo+jAvL3XSXTfxPNDzpdzh43nvt7oAeKEf2239AjK1BWxlq+21VgbckfPjMTfn3OwWjsuC+jvTaCzAqS4q8pKnXKDV1FLjNAu43qbO4p8xka3tvsvqMVwK/p2DzwX2URkiOzMJ1PlL8Pwg+OVDD/3ps+k361muLRh0BfBi2+ScUWWz0h1D0m3qw6VASEJqX59fq8cUGEv8qa2qRy66uD1q3LAuHKVAxNnWLdXnaoM3p7W2JxiYigbDpceh5CUzSDqrGKZpr6ftMyvsoefst5JrGxAx9MQIRFB2+KkH75ITjIAPvHiiP6jcfKCOHR+eY1Sh4KGdP9A5nkfJTjVY8jnQPMutPql+Kk+qn6mvqU9JkIvhogvDv/aZSAZwezF6bR76sUM02AJxB+fNbgLfgY5homCsFq0qpnnukVfwm+edCq99VHnE98Wb6EV/JDiPieTVp33ukL1uJyoT+mwjhGUnuCrGavnUXuUFwMIeWri9u18p+HWIzpKLNUnCAcPUR5ZgmqJLLUumiYP/+/HX90C6HbXRNfJpNmw+J+YqXyuURiJ5bjCOc+i8m4QI5t2P0KYx0aDyQwjtKc+shsZmIrwalGkMPH6YOoOnU9i44+TD5oG2ruRIRt5iI7DqzINn0K2Q5gXWQhNjUo+DQPoCtf3gRUzoPCCKmAUdkG3VNSS0trOFovILwm2dFbs1yhxKFoOvrko/NjJox2DlDKC80/q2/FAQzPpN0kHC0MwUhxD/FdHqTHDQhMy0drQNT/auI2xuL3cRGdd2pHDUjmuIMpZ67nz5/gl1x+SME7jumDx/yxvJL3d/0Zbyf/nxpd5Mvtu95bwkOu605ASQslGW1MVaoEPjTFO6jV0rUDLtEx0pW+pB8sp9h9IEwV9LfUHj9iV4+wd2FtEPH/F5kDxf+c1332pb+feQaxv5G20p/2n3kreTa/EdPvFrgoty7LAtOdsIdryM3f9i8F1Go/WXC7Gj/FBq+qpzm77SUN7OQ+4+scYURUWGpsfFpsf9cm1wQ86sE3sKOCI4+ReN4eUi9HnShLA2UCkC268HXy1yUt9tCxzi8z91HmNjnzDo84QD3cgzacmmjgXYhG1+lBMtyBLtlmIyr+PGhK4pONXHkFM+dVnsB+H076T7Y/o3b6LlbdcerdT+zrSQoi0XpSJk5eIn+pHrMd+CRIZKl590fOC7tKPPQPDXE1wGKukXDPZ9ycdNyVMvW6V41SAOJmzaQggGmPrgU4NM5nk5kz9D9OiR0yy2WSidcQeaWhSDFwris/SqB8rtLeSifa8FODTIu9AFwHf6hNGV7/ppAc5db+4oVZu+1hZcjGRU924cxSd6meWNFgnQ3Ndd9xPeteG7fRrXJZdFOotu3yUX3M+xemlmo/4qDnY5zuV3JOAv3va+X2dHSO8EtfiOB3HXuQDoMl4xCfcv4OvPNH0ObHpqJWHIQK5C8yZ325GZBG2mpKiwpLjYwiKbRSIj0onSbjuKLwoGIfXLtfFeqCGGts4d75yHF73glmz3kXxxRMhNmHlSMyf72lboJbA8UdwC5Aqh89jQelqK6SUQOZN0aihBe5G8IN/Qtj1e13jX2+qBacOelHHXWhep1D9YiHORTIOjHue4lKnqW8R1jmGeq/8KsoqGtsLWcgrBnxvjZKIQLeAjYxsp2o6Ps7UKa5VdPp+I1CbaDFuDRUArbvykb0TLO7C2EZZSB2ANR+HIVrrxtitIyPrUHXRoMdi2lxxkHdgA8FcMbj/St2nHv6L+X1dVeVvV0VXgPveZlaC3mk/zXdELoB3bk0saUbZLhGmlb9qeiCPGP8ZDhRbrOOyClRzHt50YilgyNEYgKf8DPBIgE0yyB2fU0i9QjoXfGFbsDSsq9DYocfGGPPZoZKQBgqcu+OErNHIKAG4cZkSIY9Pt26IBLmHKLMCAb/Mfl8Pqvhiw4YgRG5AzDIZtK7z6mdSFATDx0N8uJpguN7Qd8JBOAc5uxC26QSIhBxIK7czk7j5G/N00xlYJFPlkWxxhx059Dkx30m7u8ebxE10tvqfntXe7H17f7H58frH7+cXL3Ys32nqtLeY7TR7v6acdbQrKL8F+EJzYJ88Fd2eSNmx5ssj+EXWDaGXAjobAXY5iNRk+1CjvhSa26ATLROWxtnlyZ5st5Vzpxs5XL5/r99LPbzOJwe6c7DkhSNoi1+UDuGcOZAn0iTUox3/TK909daXqtOV35li8Fb6hQPNEV6oLoKwhA5xE6yuw5Q2Ygd1fhZIsQJq32C/Q+ScYk7qoihWRQRuAduoyf/MRC99hyEPBXtB0SnVZcoSzzM4fjWMbYkAzSY588qkBa19wwmy0ltjwlxzL21B9fKb9cNB4LAJD+LfHXNbuP7aDbqaft15SFmYwLLyF5C9jTSRzF5zP1fTYQ39C9z0//6i0Fm/+Fq1E9qTUao8UZfVIvHaE6CuD+lyDWJedQ/efr6ZrFTjTeJK+2uUGk634+Fw/I0TlAUKLnZq4831fnhN9pB00D/V7pLGFbb8smnlelDoYe8IixEXyjoUxIEvbMs6xq4E/1gVnevaURfeVtpxfsgDnZVNqA4xX14Jxh5M6ZvF8T4vo3Y0W7lqM8xjYyemVFmUs+CUee0+1oNffzftcXExZOdKKUsvTI5/u8Ej5OAnHqWIFdYFNtGNbhYnjpwR+9CKrxgsWVColZeuAa1cd+3norKVZRGD6ynPHugdvbHDZAOmPxWyeIY425h/eVl68CLKsMoa062DgO1EEilBH8FxGaa2NR2nyjHnKih4WjPx4FwDPPp+r7TAOczf3Um2AtulLdYqxffVLtOS42oiyzh9aN+lj55aibTdVC1FmSUYAsNLTEgbvQjx8YFgj0j4ztoXbzcDtQL5Spn92HCT6DZiyV3ph4ZV277GzxC0LXvVtPnfFnXI5bWNza7b/oKEKotRxZFOotk0ihPfjdEiCVpK5GOx5oHPoAKd/FChuPcoJJlniMw1IYJbj5OawgYum1IXe+YYlVlEjMWJFh64ywrhqY1FauoJPWWGULKQkqTaYdGQVHt2mVB9Gh/sm53H8UzaUdEcqc0NXX6wkv24aK/Z/n28BvnCgglzWBvy6sesQlRhUv062/6kffyrRFQG2AwDyRhiY1MzrreYzY4pqCDBSdsdocEhDJ9mGjYYlWDdFqN3Qm80MwKQL+QUfaDc4mMBDvASbpw4JiKvXxAvNkgSTsJTBgEWudZdMBMHfV2Vtc4uoeBgLHXbiCxqEO31caxuEQyw/DwWQKOXK0YiZzjaEin36Eh6PshSSs84oVJV3qUBIPzfYtjLfZRUgKtEzlA7x7BZaVUPDH7bz5zZg44sMEfhmL0DnkuB8oxca+aYntpwoxt1vpQaVErZvNRE9rsw9Zc7CObjFC+lkNuaInRndU49mF6H7hybp19q/eKV3Eb6//2D3Tt+Nff76nbaSv9n9+fm73V9enWixrZOVXpi205bz07Nz649KSoVuyRg24Du36LJr2irCjwreYgWbRN+64Kbdu0GFhrse+IW7037zrXixg8+EPNI2z6fffLP7Rj9enAYenJ/d1vPbr16/8oS1r3JrdhrdMSDlsDzKipqKkzN+hbg+DCioz7btB8GGr0rAXtR9dg/s7FrXAMgf6C7GpkVepwtVJtCHJ7dlWV7DSnbBfNd5EQBrs7cV5ix2YAPPwgB7WTAqWK/lCmZIYG3DYGwcvQf6WmAMJvCtbygDZG3mIdljFCS2C74a+8M+oELUbNd8IjNHGmTLgf320HXdFNHQOWI3XxLqq6T7oiFWcGebbcVcNNLlIm9ZZvF2pq3DLCzoE3mGlwlNGUmfb7VqvywM8yUKxjQm4EGzHf36RCv46gOZMCHDpmDRCMNGQxjLBuoXS3R/73qiHbjtYp/7+FdQzWpmDdRB5R0vvvToTt4OUkvAMAUubPCJoTMtYh/rrvbjx/nxcsZz7myrvhh7qCfs9nlFrCyQu5qcsOwBkZq2xGrUNljcU+9sX5dc3aU+P+WOd86/jGXv3mnLOXfCgSEUP0kOY+E9LcyvdLecNqD3p8tujtQ1bSJ9quseUygvbYxg05w6PHyttpD6nmV2HTubcyT2ENLOlVCjRLf14yv7q9sIvUceKBh8LiuJCpRp33ZrihpTJZ9xamsffaAtmufzIVsJeL1Yx6kKFotOcPBW2kgOIRvZHgdSA0LKjFgSYvB+pETZR/rU1ffffrt79fb17qUujHtnlrZa48Mnao9caNbmNOnEZ1tF7cPWNwxYEtg8dU8E8OmHCd+ktuo2KDKt1zo4OMCU+m2/GKU617DlqqYY1DKUjgXoPARdTEmx07uuU49mch/Mea/nL4Ej0X5RljTBclx7gID5UobR0ALy1nHQ+mWxLTuknrxtUqrtypyLMjJPEp4C0qb1Z3p4lHK5nSJvIttGrkOPRS6/hPn8iKMWWeAItlN6vADGONYb2GBkERCRF7/1KxO7W4qgEBguPW4c6AUuWeSNL1vISkDApY+da4K4hMUnMgij05kc6Eu+6BkjFsyvmcQT/fsCvV0GfIc4ynvXAPsFqj7EShUxDXuvlXVVl/M8M8+4w7SoX2qJnfzZVuyGQ+cOx3Ue9fgCqsLp+owE9COvtK67mMxOIIUCHAFd5ROpmVRjrnka4GpMTloufoXPvDp2M2pZ3UnCUUcjXQvmWGncJkuhy7swmi6KrHEkm9DOCgNyevAZIjBWAfHI8q904RXE8IOqRZLrPB0Nunq/mk8mII2fDKIoLiN0gClnFOPSvVMPBnzBARUuKxYvDZoBtrdYreLbpC5gDQVFotqzwGQt120D4GGwrFHuSeMBqZxPWbukDD3dPnCaWQf/ofyGYMdhoLPQmhfH7hEFL6D4PV1wWWSF7obwTW3dF9Hz23pp2lt9Dkx3fn94zjPcF7s3lye7y5sHmtShWPKZrKkvxL3V+awdhdG/tk1PQDY2bzLi6cLDT9jHB3p4hG5LS+enWeNZbGBi+VATk2+1lfx3v/uNPgv21AuYd3pj8IsXL3Zv9HZyno3Mi1moDf2YsDrQGioga0k7OQCN+FuM059Hm7Lv6KLx3+wAlVcRcwrFz/DioRlT/7jFdQCeRCBFWUhH4ONj+9kHEKEJr9Kb0EQCKhn9IVjTQJIvO20QUGq4QiW6P7o8tle8LkToLEf5Qs0YWMvai2GfDaaS6TBC7Fs65XD3DN4xeUGOlJzq8zZ9B5WFFwvlcXdT6Xx6CpgW0zZeyybxeQeCF2wI9nI9aIm9f6rRQop4MzB3SOkDWMY4sQaXZQXclmaMGw1pJVq99NHSLABqfkigrdCfjwXwplvFr2qPMB011fw6MMzp4iP+S7V1HDsYu6mHh3pOlMdVWPz0optnR/3+CNnKbiD4LUMNqBc+LsU4IYcg50HK6tLK4lGqgqU+KQp3wU+5Be5SM4ZrIwR3wesOOBMqrcF1IVUXQzW2v4dW+m/0vPj1vdwBvzFcjL36QS4S7WPBkd2NXrmEtq3zXyNG11JZfdIF3D5QGnAmqe0pW/gZBiy6ituqDiStZSUdO32OWOy9h/9KJBSub1PnfILYtKHIg950IBTi4ghwGQM2TQSDKwu7zbQ+CX6kF/T9wx/+YXf2/Jl2bL2yPJ7b590A56r3nBNLvuQgiVMcYw0h5RkaDCvxTnMYp8S2QzAvuiVjjqgl0Fz7EgwUsRoljdWk9IeCK2odHn3sCCFNOuu7qWHjZ1rSyDOQwxJwvPXhc1na7Rmw/hgvM69nK5F4kSPdsWuRZYDyBeobKUye4W9K5pn4BW3jfEIeG0xEWirQswmFP4BviJzpF/juY5CLCrQ7Jq+fz+XArbjzUQTOeNlnfg6bUHnISTbe4Pgp2sLUuodOsxVUPElFZuszzLjI2D+Geh/69/wXe0COpb3ybiaPB8wF1KGudRJgSEtXpSbpOR9umNTTWlfaar5maTuqaoOIg0uMcDXAWnw2bhaQK0Xkwu8G000JeDXeCAeLLqjNUrFzQI6GVSeDypr/cNG3IldNpD+JHx+hv0RyQk5oSaoOBCrbNNjKX8BA+TVn6KHxiaB8bJlN4gyD0idZWlzbCM2fK8WWY6dkrKbR+GiGHVb5bbPLJ7p4L5Qe+yfbKJ8HafxVk0mplMtCaJ5WtBfjuuCnUGyJvVl8G1O+bnY6lQdt9GnbGQtuPvN1rW9vX6i3PXvNC9Oee8H9XItvPhP2TtvONUVXR/RSHWutyHc9yw6u/aa8q0daaxkmihlI79M2fh8+uW5PRZ6/76nPfeDPB3oz6cNvHuyecJdbi+0nT7nyr4sLuuvz7FneTn55eeEtmu5jqMX35f99XfY3rugz/T7BV87fPgZtFdl2gdzz2oWQqBwju6aLHT7/Oj+p60RsiZKTAreeiEayeoLdFTnTb5zITWWJtkGE6+Rv6C4b9l1amiMFJRUig6Ix2QnVoV3Bh5lj2edUcKt+dE8Z0eVJA8nSPfGCfWSYVk8G2lCCEvvlAsRfj4u6isxdUl6uxTZlHo14wEu5tMDjDhZ9OYvtbC/l7dfv9OItvufrbceS4y2T0kN/8NyTPqd+T0ieiyTB39MKkZe1+WVM1DmL8FF+c5gvReC4X0I7LN0a4SMUfORJrPgN4jBjVcf0bUltjcg2kj/Atl8CFiJZaMsvbMvV4oU2x3DpmAT+0pGxhBelPX36WHcVVTfaTn4mGIthFuV4lkCd28edNzR1XUlH68SGNG2B4HFHyRUGPN+Hli4rEL1s4wsMbhuqtxvbqgumsoTfDTuZ+IkGU3jEgPZDxgse1XnagtE6SKnk5CbEvqf281j0JQF5aZee7VlU/BeppY+64Cdg+yf4OoosC6Yqwwa5ZkRYIgeU/KrSiHVkitb2y+BrQc1bcrnYbH92vhmAC1alDVS81dUOTWj5ze++VUIF81imwYBHGy74xJbq8VyPE3zz7Td+C/4bXVz+zu1BPB5baJtKSmdfb8H0jT3KA+uFuZIbu7AffFE5lQN2IWnatyArCXPwlhFBxnXS9nF+cduWv9xAM/Oi+NhFjBS7oxkPlW0gq1XdfsYFTAbUsjvmWfrg91jYAhRXEcRSdPQV/4JzGnn+59B46MkWzGmDRl93rssEnwE5kvQIJAPGucL4HGJDdIXWqmObOGkCTZNzKPL4QyEx0dQVGclDMcyCkv8qh2rFbPFi5HD0uVR8jk0b+VN31JVm62/to44x4u/h63lAldi+pV54b8x9AagT+hZthJd3cnGJdn4igOuEfkifvCW4LSw4bcqaIe3kNmaGShpJ8FZWrKiGl6bnq1dQyjA3YnfaNCDjTSsZkPivhCiiwLeGReFaiKRpxHvDI/oXYXPACLBlQEO6O0WzlDstY6ZtNMXYBMo+QFZUZQdqFnVdVUrLyYQ9gzBwgmVAQ4UaVic2DBzCY6sZ6rCgNuWFjbDiAwmsxcZcUaUCmyQxYKV6EIupXRbBF+GUbcmaHwgw+5qEfqmVSTlTwskGdACD07o96VF+IYy/A1htsFLrE73fqonuQNsWX3H1yaoJQ+MORRvS89vvteB+p7vbF1qovtQWxT//fLH7yzO+w/1Kb85VvZzqDjcLc2yUAjah+wKBjLS6NDZ7pNSjzGWw7eBHeUYihjo7ueZZLOhbj97S0nwSYkfKHhXMk0gp5ko/d6B++5vf+LNgbLVjAXN5dbF79vMzfQ7sle8EeGutFPFiKZ8eVAd2pPsUOvgx8Ezbq8hSG9ho67cafByBP8uLJnDbWUmriAfwolnh7Q18voY1SxoeBlaXS7FTVbSJQwInUPD6o8FQaP7NC15wmElB518Ga2AeocJiOmRAjqqwJc+A7zsF4NsOBChEpijMW8oa7gVF06AfRNeHuQWLNvi50NR2QmfPdwEgdxAcFjUBsZSdQ6wprGbhoxSWK2y3BxOuefXBWNaxkRhvUvghIGc3K296tS8WUA+1XZmLRjwW8Ujfe+bN2DxDfM93L2Wrzju8xZhPKfG267favfFW333m288X6tM8/+sR1m28ykU7r0UZylggeLGpM66W+i6TF929C4Q64C66sLbXlvch5ejcrxmvmtf0nTaYsOp6IaQtdkVwjuXzQxlbBCbJIlyw/lQY3f9MF0PONc480IUQXp7GG8uz6O5RfVEgR9O+qGP73BFtMflul0YCA+MLJLQyBRS6rbjCkgbediu+x9Zi0XEB5b3u1OuBbj/Pfa404/iVHg9iycV4zjZTvu/9Xu3T7UOyuVhD3/X5CV0ONU5J7QhCLa15mjwIPjUhHRSLslhPlLlPVZmxxmVT7PFFtOx+SPkFE4tpUI0PTKejHQ6QUH1LKU8ojYNL+TpgxzCj4c2HOOgU0JBdXPg9MNcPyc47TYZfceoWku8kgaswZFr5oCwOaguKCE2afio6yul+rDrUOPD61Zvdm1ev/cjDn/70R48fPz57rgvN93Tu0w4HXYjGRr8pWyL9iB022KEtGUAC7TW+bsiM2+YUfuSas2xf4e2HKeNDKS5cVet3V2Bcxg9E9Ff25lgDbUT/pE0CWQVf/AIopJs0t/AgdNOhDUGog9oSkr2jRvOiqgqQDh73IAtDWCSodZYJTV1ylYWHg/Qxdcldb5VLIOrPJfCJRwDIg3Aatu4TwYYPiQ7mw4I1gOMXuD9XKpkpm2Aywv3GvOGDOuudooO6xNK2bQNSRyGhAyAcsEi3Smj4xb3CSZA/5Qytzi+mBwy/Qp9roe+fTZd+FoCELqZVBfSVjigoJUjsQtPqF3Arc/k7U7F3TndhGrfkW0zqughoXNAoMn6/sbWcXzBeTLQWWr/rQgj8TDv18IqpqpjcrEt7h6GGDNPGTGoP/FbyaU+yQxTh+2krEiOdodlHTMd0hoYFXhn+Y2XSCGwYMjxSiNLeLVpIPtSCFjx6VnrrlewONqkziicGYKgXNOb517Dm73LY5gKueqGnExqFEifkqUrbZBE0D+i0J7wpX5hAUNOnAqd1FrYxbG71RbPCZE2+jtazgcwM8ttUYtt8VyMvM1qZbRZjBvzI7fK2Fq7I8pZPlxKkZUizkuOE3MQVQ3JiAiWqrrtjotO2HuEZ5hXO6twWBcD3wOFXghNOn2CZIPR3HHkz+e704e6dBuAXPL/94rVemPZq9+zNle52n2gRznPe57IffgYgxShSyLPbTMCnhUZBU+UwoQ/71pKffOWoSf5RqeanPamMNRnG2X6GUXZ8++132k7+2913et7tsRYqfILn4uKN73K/fvPa3+O+ueatv6t9DBoE+QmwfsHmuC68TbYe7IDQreC70yjY49nLwj/60h5tkzZ+6BJd4wxb80rX1OJALnLgizxSjHW0GfyhvIWSbpqhMXRC9KANJkNwyRSCsTfN3YLMTN4DunWIA5RgoyaU99VX7EDxGmjPBU+MsNBYq5LNM66qY6BCLjxMPGxgLIfYNDqMYIkD3+BA4StIN80mWGJIaCYmhaFsgQS9PJOLXfQzvvHsxZzucvNSLtrwI96Gff5AE2m9FKsXgCzo3fbymq737/MpHO6Ks9X4ne58vb249GKcF3C9053NSy3EefESz//CyrqOBbxHHOXvsaDXxJS+fKLJ5819XQVnGyaLexbejqmr+H9+YziF7YkSFYn82W/aSdAJsRkHwvs5x1Xqx/NH/wGvDFax3Ca93q0FDXJ9TvRcbLGdpAJ+fqVxhUdV+ASRPw/GS9TY3iu8pKrte5oSvwnmBQWD9OoHiOkUIxig3AKTjeRS72VsWqzg6AieVSg0XCzIZ8K0W0mLb57pViWLg8W3fl6Q550c9/Ss/6l4uEPBwtCXIhV7cbmxSwQOi10N+qwYJcXY8SpHNlExoPKjbIwS4qMd01Zd7iqz6KnHeB+eFipghZYVbOCb6hCB89BXgqgl7eOqdl0TsDAZN715Wi+ZlAOa/dCyDa/M0APQfsCw4lSbSp2n9O+0i+vP//Zn37n6T//Tf9r96U9/2v3lhx92b9/oraj3H7r/8ugDF1fiz8iirhmHWRS26NLg6CisiwSF2sZ4bFPZY/QW9IkH5DDGeu6imAsrrli87I4agWMuDlw0q2lQRE5oEdLnBWxGjNv3hos66rNQ8RFZrQ+hFjNU3tvS9ij2eaTk5pxSMETgq4iIPEkarOhA8ihn2y4aAbuNmQxKGG8JrcOLbtOOQ/jEyikots5zd+y1FSCHdGh7foc1q27y5ih5znIQv+lsjEjkLLqtxbrBTXxIhiT7tWtgDD20/18stGziSlOsBltvANj6OaZYFLyStRH9OcJsz5cesKR/JUu24Hfm/rQ5fE+eunfbUENgDkmr9/+B7cGv49aRZ7xRqiA5B5UMcNS4kl5YQZrG4RQkkSD+GDop6GCilQoKMCnD0HzFvo32kdT0J4Q5+QnTyk16dconiDWp+Um59ZGgnOnELqXSGcjKt5BUgJdg/fYLnjmkC5WOQ9mAfFKi9aHiU8vsql9MW5Ip+lHAnsF3Z+8sS7cyiGhZfVyZfB1chmJK6ryNykSEK1QZrHNR4EYnHe56XOrTGc9f6/ntn1/u/vKTFtyv3+5e61uVl5J1c/NYbZm3lEvoHe1u+LYMQjM+u9vPcK2cbS9CSK95YAlMIHugh6KvMFJyf2sWi3Vn8NvffKu729/vfqO73HwjF9zrN/rcmZ5T5y4gvTyf3dFdIZXNfrVAilp2lQm2lIPyBYox/07H1Wt3mbBPl3yOXnAeKQzYplvbHbA5lrAQjzOafp6IMxTbU+1HjKx6i2wApBYDRBt9OpI2asVrVBbLqBtEVIgNkWy8k8ULT/01PXIIxSGZyRtGpk4gJKOv7VnoKhk7lYEWWM+Iyn74STZdl8jbt6FXML5OYqT9dmklzuvlXE++eapnNh/X954f5m6rOWOqF4bOS5dsx3zqh0UWL/LixOmXJGqSfaVFN5+f4j0Gb9TX3+hOOFvRWUj7NKnFtAWoHPgtCxbJVP4+25Z1V9QXL1Qu7nr77rp43mtxr4eFBw5zkJfSkaOHuaQLLHCgBPtPcecN/MAhd/iOE7XPW+5xqi0UHujjR02j/SI0XlymixAaM7mgd62f24UHuJQRO/wCM/mSXQUXby/8TDcXSNjyez6+D8zWb73ITHr8YjTVjfsVlSbNttWGKw+oAkkvNqAwbRAm4WDDlSAtW1Jm2gN35QVU/XEu5qVuvJTIF1jUcO558a073yzA9Qklnv2+0p3yE93+fKALB+hEmkwWH/bZOxXPOivLbdT+uN/1EItvOzKCV3ACPdHVxSXG73Qxl08HfHiiVaJ3aAi6SGlpd8bYanU2WhkLzv0+MKNcwzjEUeeEAm5wCLAQU5AGje2OgZaDUi7qyMBIE6uzAuUOPri90LYOyik7/XW3e60Xgz57/vPut7//3e4f//Ef7bdLtU3aMHWPTk7r9PoY5jNg2YL9jAMsI2e4tR4lq4rkktN3ElL2Mfht/FI0zTjV3JrKnVnViHh4Iz92T12wRSZ2lvRbZTWiayrdB3vjj8gFWxTYyQlhLwRCKxEv+FJMO12pB6sVqUc5Rrw08lMSVvMN/xkwZSpLiJ5ZQngRdyyg13iQKkN0xbaGp5bWmobH1mBQfmG3CnML3VXXuu0i6PRzHaFAkqLHmWELUM/ddN4bvilqZhCt1lwI1A89kYXcpBk7V/5g/jaOVay/AmPbEsX4M5FHOT4pic85ZzDq8dAqEOqadgjML7WFT+Ow13uutBSrZSWne3xu+J1TvN4B90lVsI4h68r1oluCM72kgdBxTOGYBptOB06I/EOAuT5Gl5lcqFWPCdcD/FwRqmCuNsawyJz4RWEDf/F4awPq1k4C1gWl/M4AUHCtxA8BcDyUNXGfn0LLqvrzJaUoX0tW2+E2IyO3wx9YLI+PmFSoVTkfCHgC8LiTRDcPJl1cG71WL/Ep1DN0bcGW3y/0wMbzi5vdT69e7H54cbX7+aXu1Oib3Dy/fX3vgQzRiY233LoiVVqPqtWmrfPDhzvb9Z3slOZ2D+ekyMkr2yHxy6nu3HN3j224vEmYhQp3CLmi/9OPP9Wzrv38toeL9CsWDfQv1G2deqeF/1GRXWe+uz0cogFWvk4bje/czhYneAh2I4QubdDu7MYIbcsQc8bf6XBfCCi804tss8JueyK/0bSF8TbzBkJbeo/FaD2qg0Unthd/x9Zc8KhQY+GWUBHTRWYDUsZnJQPVrMjrf5lM7dvEp59YiLN48HZy7m7ThvW8MG2Ytuyty1r8eYGxyLJmyydFwGp0x1s898tdcX6nunt+o4XkA70U8YnunL97mjvgbEl/563o2ppOWndt7dMhA3maqEsvFwVONXnHve/f83iKFnO6qPVeb9Nm8c7FLPocC3K/oGicu8SLae0P20leQfBcoI31gKKR1JGAbjMJZ5lHaAoE+jZZXrTjS+SpHL4YorxfUoavdeGDhfOZfudnD1T2994h80Z3Ddk5Q1ntW4+z0cN4S5EvhXunBezFu2td6HvnhfeZXjvejwucK02+P/tEvdpW2XF7kShJZhGjxAJRBJybdgVgYNsoCEyHn2WuftKnukQ/i29eGnejMt9olwN/lBX7uAMandwTx0b91S6IaWdsX7TuJaGc1BO5nu2Ed0HArrSkZ4FcVCjkJ5Mr9jxCsIxRoQZvGt+eC/+UImKFloU+ZCGKmd0IxbBaCT4+GVRLAgEWUrBKI0fJFG+Lb9m8LwWCUrknR6fiZnMn6kzg5HLhofqo5NB/v9GnMX//u9+pP17ppaEvd6dc/BH8VBeiY0t8UMYO3WWu6lu+oLFUmLY1ZMaNc+wBcdoYLWu+BR6BTZF7Kdo9s24utDCmTdu73mFAIr/Y01YlP3NQFkzEGb+BxB7XQgoC0IFFRrAN+Zx4tYD0+lvkCcyjH1zwsi02UEDv7IBn3xLVd52PYuWKTz9IfxBvlQNP9o+mF7zRStsAaw8Olcjcyp1ZbFv1ILB5YI0u26Z01lDEJdGw8McngmMqZuxpVfYgiGyacoD9O+CYB1w9OE7BdS8Pup6EYKyx/wWL/2lfwkOrH/3NjwkIy7yGIeK9X7JcFyx7cEG4AjylSuOPmvUMEtrEKCDtOFxKill/DOJOYQg0McjGxdJhPDyog8+ykAfIcZc40kIL8nig+3XwuNuZY7GVHEMElgmv0tghm7E9hsWWTtt2ytdoijFoYw/HqAOpHACiKqurQfAxkFFQKeQ5MsoxeEf5WmIJQt8Ig2GFUIwZxDayIxE0En22cR2Kbg8/hRxJQbswuHkUGekSaYibEfQmsneLkshWuLEij7+ekJtFFM3hq5pwyFHhomzHjQ5cOOoAaslGrtysJBNgLVBPzhWf7vSutN1LLbifv7nc/fjynRbcF3pj+aUmidS1Jl5acPOsNx0JG5CBPAID9TBGeU/ejMmhJ4900kkq68K+UFIuBH98oL2Yp2JEUtwTTRbZzvnN02/0/e3vd0/07KsniFL68sVzPef2KttptRDAqBPd8cFOJtnZGotAULMuhlX2p9AicS345DawRxMuO4WvkAFr5jNmgARmwaYMn5MBH3FaZAl9BFdCFs2I32sx5PmpvNaudN95bdnIYdJ2e0i9dYmGLVWccmYr2Igxj3RaOU5dG5NytNNMohpnDstADxcs/XiDwXNsbTe2LbY+Zo5yuirFB2v3KEwhRKdad/sFmKc9SshOb40XVzUHAZn1lR+qPN2cI5ORrwxwlBw4j6gyMLZKNhYJwbbPc32Oj5dy9aft+JY8zw1z15pFc0jpk2rD7pixfeiSZYTuW9GHTrP6WgF940yLKwn1ThBeosJCmbveb9683b1Qf+Fu+DvteuHTZd5Sbo8xDUQOZ1lJ5PSpmL8TztSnKoPqRyOIFt283E3b2LWd3e0LQ6TH/DVYjvFNYpAazxCTS+yMDuXJ8lnwqX3V5FiRrITNgQTS81wPX9cVOFnvOuiLNzwv//CBtvI/1mJbz2k/OFcdqF64Y01gez6LcLbsXukRFeoRf1ujy1n2C0aWt4q/Fd073QXnee/7Gq/Y8s/L8XjTOc+B841vfwJOMxiq1fVHLP8iI/Z2n6QsaMNHq59kgxdJid29ilJRBVvpUiMDPbQHb0FX+zpR2d9zh19k1KnbnDhZ6IjK6rjrTX8hUPZsQ1w9LETUmIZDa23A7EdtPxSTqdtvym3NwkMrH5hMdgtpvNoVFGmd4EXnwnMhSDsTxONnl93+oENE0ZhOZVCb1AfZVC7u/+achxrK5/qwBgEUoj52VxeccMAi6ItI/SxrE/hcbpr40+2mfElZuEhm+WZIiStpeHAco9/AOif5ohi2q4CU70xfPPjN99/pYvTD3X/7b//q/v1EL1f7Ru3ukrqWFG/RLx9kJijZGKIfePTsPz5i8JFDbDuCMKjbLplyEnEVY+UyyMJIoT/YMeQIRpoyegxVmvrLzSwYi8EyODhhIWnDwrdMtx1lqQPaslG0AI1VwkHoNg5CYvAJSQJSSXaNEaf/gT0WxIHhs/FvidAvCO6nfzGsef5suba8eNHcuNhHPmYFR/5oEFFegEv5GFsAiLIL5bRK6b4CnF/bzPjd8kEgQ1FDle66ggcfQk2piiz0YnJrENAY05aOtglOw+kTyIoktO2Har7RjSLkQv7VAzalV7iSLJ+SoKzgTn+k4mEkcv1fMYWgHayFqIINEPmRMf3nHJDiWlWCPsTciq9RMW55d1NMMw3m0iXgIZ061DihhEuvBssXjhjjMi5in3vpxrQPvtUcBd0g3UDJ8kdr498EMkAJN2LjgJOfMcSmbRjMFSJXDdEEDT2MWz+YdZ4RyimP/Eob/HJcSGnMsszIBjdvxyDBtXnEa4MAh3tnoHZig+GFNN0gLhoxMZzkSt0ip3imzOMpxB2EoeMAE0AKsCCPShF+zwjzTbZVzb7IkR8J8a1qhmgSE0FdWG6BGpMu3TlsSHqFAGUwYCF8whYsIWlTzHF5qc6N7mi8unzvhfYPL986VqS729yZUSfTnauW4QszWqDbB+81cdYfLSXGhYxjWz9iEvoxEKLXDPhAjHEFBJ8XmpN2mbap1qvyPtQdQZ7f/p2u6pNmkv/q1cvda20nZ8LLgoIfNjDJsI8pL2aUbcaZQikMpwxj0MsJD77Y0JYg4Pbg4hcaXv47WK0zBVxwK7jp13ifdMWR3scnP6Hdr4HYF2VM8pHWi277uiQ27fQ/Alyy1IfS7Zmmscyi6dPSxMErjlU/tMsv1syjJ1eqOU7bfXUf82JF2V7yyHlMtTx4UIV8Ev53HjqCX+hW+Izlgg3JaIgW83dLkPmznURO8ijRMiDEQRQ/fQN42mUWtSeaILNTgwtGTx4/2T1Vut9WztZu31HVRNn+xUa1UZonuvyzHmOtyykTiFb6QldlHrbDy1ZTnuHVeKE3bz/SG7gf66Vg3F1/o7ehX1y81U+fDbx4rb7EIiaOo3Qum/oRJ+CUmTvqLjYALS518j3T8+BafHO3jZccvucOuPpn6k+Pd+jFjN3WWPxpTWpeFwId+ltDl5AytW8pg4tvwqZvypV7TU+8z92yj/riu9sPtcjmhXWPVQ+PnjzyBb372knj3QLCy8Dd7qG+g/zkae2gkY+0pfyt3xmRZ+WxHA1s88cXKpl9xLWsd9pldCJfXF3e+EV3vAWdO9/nWnjze6A77MD4wWmXoFVy0uYZufbL2XmhiovJanKBOFNYyuoLptimiST2ZRGrvM4ffGIMfSd6nv8eF3sUWIi73kQd9ejkvAFWB4Gx11Ru5N3jwX9BwEaxYyWh671LPM5LwUIAle1p2tlAmsuSTIfUlAFYdmtwIedE50vaK/10fGu92K0TcoVYVWnwlD0OMnAfv3oFOetcDto1bwF1SB9Tu7INMcSylfR2XXgFoB55CSBpLuDdV9u60EW0S30mk0dN6Iu7+3qhmgKPiXAmtB0WZqjkJbOW0wx3HOAYIu6iSwFmlRyhRY7Pz/IP5C2XdN7KL5sXOCLcj+dAoMJ1zwGbdk5KhXZ0cJA8VxsyUEheB2cBOR9421MkZd9ggvEzg2RIIe029Y3M1AL6s06jXGhuK8C3cVGLzZXqhMsB3Dgd0JE00iIhMMmDDplF43yl2xEpLX0zymwz2liwR4DStC70aNxvuPPA0ECMGit0PySZkPKR75I2Zo3BxZZDOvrSLbW9ivjMdGuFHaP53WUpdMeCeFyx68hwjE6w0QhvwX8mmPkOi2wuOWpR7PM8QwClwX8+YwvAOuAaW1XUzEbon4JDJH7v2BGX50+iz0Wo1PVq2tGFNwRuB/hRGtwoDDNg5kErpNHQhMJnIHw2oHJhNTSUDU+zOBg0gp5H8bcdABkYccqdoXQeo/GEtBAtN3GY9mGdDws+2Uolm2YzER4oXGJsz+BAnaVyBNNfh8Kq8lKpYPNrio4nT0OOxYNqJCaVVbih0LDixW35mraIOqsCUe6e0JBBfAbIJjqMW/btdN3h1hpNu0hHs5ZDwUcg1qVZBJ3Izz9p0vROnwTjDvczvTTt33iG+8Xb3auL97oDo7ea+kVpTA4zMcQC6o3JWA9Z2VK454sjugGlXcRP2NKD8i3kt4LNS0VVIO9vCWvi4E8paYHA55O+093t3/32t14o8Dmw5z//pEX3K03yuQuFPdgSX3badyK6nUmFtTBLmbOvVvtJMfJHmKYP0JckWnZr6LxlUsYjwgeNfTApnCoeaMj3eGCehZ48g24Cvpw/YE1fBMkX3LRyffPcaFVGq+q7ioaTb+bmUz00D9Z1H4Wsx0kWntCsofPhRS/K+Yc2epply1m0EmYZ0DJeqQ4tq5RYxqhXTirJEHd6a4/aVssQM39ypmVypxcePjXlbcdP1Ja/+853uXlj+QPdXeWuKG2dYE2tTznfXQ4weOOww9nlEFjbF7SOIlxJnaYPCH7/kZ4J1wKQu2SXl4+1ONTC+61iPkumXTG8CflK29C9NV5S8FUH7yCzGMYUnYiVPtOila2t9+vO93tdDLviLuSN+qhe2khf5e44BtkqBiCFXoB0vQLrcpBeg/nw8TRlRY80/Ks8EF5weseM/K473DyL/ejhY9/pxg9eAGt8zAvJsiClLZzqwiR3wG9uHnmL/mvd/eYOOH7iIgPDyY3KGptZyHFhQj1ANnipo7Zwoy9H4AvfCddug/O3WnzzFvQzfS5Od53PtAg/1wLcF1K7znxHW4ZXWXuMXWsUnfqPP01KHr0JwevCkGD8sItJku1Tmmf5qDxgJDmAu9GFFgI6ubvMH7su5kivQptEh47NwYF65eduYBnO9B2kwlknaelsbeGL9dhOHaLVLKWKiSA7RsxXvPt1bX1RWkmVQGIZl7jgwOLgoR7vuC//X2qxytjn5/qRF9NFmQS27cNoF/gldkfFYEv2zuPK14SUt4PrzRmkCo7CJY/HmAj7mXelGV94ZOKFPh2Gb65Uvre6SHSPi2Lnj8SpWPLvU9fio13yn0ovHVHwwaPZjlLFH9jmUNGRzOSWY0NGfdLWFGSOLzCozO7nrupQuS2IhBxjaxZ7LCDMLpgSdhUtFlmK7buNMWAcTNOZJYYFjtGuACBrofm4JFLc6sSf2IuUarfxlUsjOms8EGudLkOX5YBk2ikUNue8aZPnuXSF4ybyhoVOSeezmwAdKS1HLBMysCWG31abVPWg/JSrNH+GlYwWgzxCVCT9ucdh4OcK+DX47MGvosjut+O2zpvn5y28+wzzJPOmMmfdYJVg4aLGmqPMpf6UbN6uY89tNJ64kzbScfEp4pbeQfAkVBLXCfuGqM/u23JsSD4lM8SMxKdwfzrt7WqCoUMQOo53px6wm+ZSAl01C2Klcyfrk5dpoK7BVYS4FHCJGsoWcQU7RjXIPypB8XwuWw28lXNa5Aask8BHsd0qb69Ebkt7MJ/NGYw1CuKjstcxUJODaz5OmNBnInXvlLePazu57lA9f6E3lL98tfuzPgf2XKvvt5roXWigv/J2cjV/O0JyZAcnXp2yrVMHhdJfcWCtM7ljx70+FhKXc/ryGF9gyA9dOnINCoIx8X2oT598qzeTs0jhrhSTItrWDz/8xVf1r7T47m3TLcflsNmqO07AChlCPlwWE3/O4csayYHGj/HcAZMBlHmPW/kNpPHEnS45Cy6JAABAAElEQVRhk26mwlz5BTz0A6ufo5ap2BP9JhQSS9aJZWw1wqbAv62lxm2hLXI/Rr7vkpcNiQSr9tj63NKbxkKgwR1IqADA/aUBZLMgga7LEZnQICM/JvS+06vVGJbzwrRH+pxdviOfO6tsKWfrsbcb0xNrEdHaWj78nW4c8THYcfgR3wnUUM6ZfHqK9yVwB/xKC8unWmjns2T6HJkm7iwuL7RQfK1nwa/YUaJywefAwtBpjSc10LKN2QsYfKrZ8I3uur3XgpMvCdBnedmb4drm27Nlj3DD+ZIMb6n4lCg29IKZyTijZfwLjgscvCWeO9znGl/OVeYzjaH3teXaj6R4x0HtOqBOFHoS6mejVVa+qX6qO4s8j/+2dgm801Zyvy1ed01pB/iJsnlLNxZoMX9fg/qJLoBiE79LtqTLt2xHP5ddPF7AApzt6DxKgz5/mgwXYwttssa0WYNYSAV0hSilctLy8iZ1xnnhXDc6ayhm0Rnq5gHfEhqGXGDV1kd9pE1D5ZTgnne5tpqXmuOX0BffkwM+6TibkfdpsDGdCcMQRe/0eWuIFl+Vy+Vzv5zSm32NLcN6eLv3ze4f/viH3X/+L/9593/91/+6+3//6f/ePVGduk/o4L6Nz03vyJYXaHOuButhJmRffMRD0w3x9jGhlN91KhK+YEL/oqm4LSt/qT7H5+8eIIz+1vWivNvJanRXyzFFCwxRt5GO6ii5ncfvCfucgacNQSE88omwERAkAqSuQQJUu8EQIR0BcmhNBe/KaqzynJe2ATnHQssKDlG3UR7jPoANvdHfvdAFWuvhgLEBn6s9fJSmS9QLtNU9ne64tXaMlOm5yOr8kK1xzV6yysKSttDY0fKIB2QkVuzfSJqyjbq922bm83go/mjv3c1zgLWvWieZRY5tsQbBc/5q/pUy1QGen2oPcfoj5i73fSX8RvzcCxAFZwJRWhX0gtAF6aOoAw5BDiRG2Cy8YewT6jFiDODam5X5ZGepytefLICG0I04ueU48JZihAfzheT25HSmxs8qdlODm/i2o7EdD13VKJy3TZkc7NOB5w/RTB6dRPjSqMb4IBrSjcrWtFxF9TeRwYmVCrNAInRXltggDgVM/RkAUPQwHIYBRflCfkgZSIvxFV6Bxsl6YYjMKcxNVgUcg7pRs85HwS2PzpRhNP6Ab8rCUT7JiaYbsPlRav8CnfS+ilSe407QPU0G2fbhi0SawJ3pecSbnZ7b0gaQZ2+vtY1cW8lfvNn9/Ep3t99e6Y63JnW6W3ylRfc9bTPLBEwlknGxS7qkN+0DBTgCY6iBzgObgeJA0SEs0CqlBkp+lG0QmqpZQjtzo3r9mTO1t/t6jS6TT34sVNg65y2guivBguq1XgrH1XyeJWXiimqeSYw6jvmlnefyhJUITF8mdN03dbt9tRRdhPjHyTsPVGE4ikzOSptrLfga3IZqyi9w+t9WVdvQcWP388huGHE3P6XMYht1UM933zaNUPiwacC1DNjGuIaw0RF0J8yFUW0LnnaLjv61hZ8T5/7RsB0bLAbLqu/UuGTDDctY1p9NkaFHbaF/Uk6XyfYrT3M3LFqUDDsJOYbFMHeQ0n+zmKP9eBsdnJLDnxL8e2snF3soxan67P1zTXi1gGKhxzPc/B6rXfMMN7JZTLndDb2cBg3BLIfKzXZreENDg9HU47HAM6QOTeCyu3gBu27FrJkv9rDY43lwFn4PH+jFi4/zbXC2oZ/xRnS2sfoOr8qsfmIfyI/yli8S4p+oEsS+49FynXq5663HW270krcb8dOHWSSwWOW5XPozTjS//cHBCbmfWF51v5StytMejAelNMXAlhu2dqss2W+hWMawy4Bnqnlu22OLFldcyPPiloW2xh3XNdu9Re/vdFsNDQRZtJ3IJy036Y3f3J3m2fAzleGRLk7w1niVR3f02abvWG0BS32hggfjNB7b3RLG3WS+ou274NJ1eXKpsUzPhWs8u9DCm50QPAt+dkqdaMyXLts4/JvxjNJjnNs/LlHIeQ751EUBpdi+FZ6ydFoJqr7uek84vBkLKEECkhAX3+MZS3KeckVyaI0qxqanfkNDXOMx5Jq5mR17YSw+UIxYIOm3Lkq3Z5+rqB/wiZFxw44KLTB5/jmeSI/yAh/9rhMwGQe5+PKP/8v/vPvf/8//Y/f//NM/ifdKuy8y2/QXM8Rz5scAJE4iuZuK5GEkqhWAIT4+MSjAosZs84V5Swf/gIe3sqUGhyAgP3aoxacqBe1KcMrHxSy2ytN/r+7LB9r9Bqcv3ksBeC6CeJGL+4Vkh1sbNtqKUMPNSm+DdFnfFrrmsD07zRoKD1Cs4Tcjp4ULNvjpC0Gly/0PlLJpk6k/+nYVI0WwsP0Dkvl1kB+oKAVi15mySZOfv3CFtrnTzpMzRm0NK/Dje03WuLZhGgqBoxks/KP9SrfGGw20oqEOyzIU8Ss7YOUcO+qgtgNRywlFXL7s8nSfkhXGtK3OK8OjK7nBER/QB5DJsOofJlD++sMg5qLEtBtSmYNSJwT3qlgFvmhwAP0VVn52CMbQEMnnIJzannmisRnWOhhpuKC1QGQchm4LqOi2HFj7zeqkfeZ7np7yVH2YP2mVwor6vQcUY4bg7BnZZZ0uYhEVcaikmwrFLxKQsigN/V6ZLM/wWAV9cYk29LSRY6FlZ4TAvyEkcqr4sNU/JAvpXbOtRUL64rrPhSgVn5qPG8qJx4yU1zugUHpH2Ft4h7LvinXhE8eY3LHBDVgb6RyTDyz5O7QaNXk/RAk+1OUhM9BFbg+34RqeYQ1+V6lL09JcXhHO8geTthAJqyXNtx+bUoT2SilOZU9utwHh0ohSzoktvYvgfVyjSvy2HELeRg9f87SM/Xj6aGK28ra5SYXvpFtodBzIGYopNTL0a2KElFjaWm/59slQ1J7Ci5/JJIM1W8TfayF9ee+R30j+gxahP77U28l1d/vlO20n1+Nc10xuJdadRA5HZ+Rin/6oBBmcQb2NIzYXFlUowyrXlCsWGFSNc7ozxmxldGFpa0yimSARPLHUHbeHjx7oZWnf+XNgLLjpm3wi5aefeEO5nlnz86N6MiWNk5JpgJCX8CdWjDNVstMytPzCYZTb7i1lAba9H7JgEfEh0o38QbwI6GTH0JC278t/gXRvHFK2iVWA6zRoRBy09S3nJ+Q2SgbfCu20269KsuoG558OmViEuv3uMouGyUXDuqkEBj99I6r59A5bNXmJH4s2nvnlJAXvelfTcmHSjzSLRya+bBd+qmeCv/v+G9/lztvK89I02rptV5NtWxa32gBas0/iMWfAPG5Ubh/fpOkLnaNAKVR3EXLm7a4pgJOco/0XPBe0KPc5z4CrH7KYfKo73m/ecPdbP90J503fb3UnnEW0J30SpEdltejJqRbXZJKuElNuxh7FvMzr/AG+1LZrybp692a8Vd2+VOXwR8C2nhxl/CQvIP624YIq5sIk2+EvL3nr+LXuHOtFabp44AsIWlxRB35xnXSfyki+Zw3OF0BYZ0nGf2fv3Z7tSo47vY37Hegru8URJVEaUiRtS5oIOzyj8Lw4wi/+h8eOmPCDww9+cMgTMRIlsptXiez7BcABcA4ODuDv+2XlWrX3uQCNRlOUQ3XOXqsqKyszKyurVt1WLcu6y6TvaiX6KnFALKd86fizm8EV8ytMhl67Xqvebqd3JdtPuOWTbrxbG7t0twCMlDd8UyjQi+04Ucr78UxKuHX9MbrObgiafQd+biN2EsdXbtyS7o4gk0dPdmCLDFeAPCu44ux+VSe/6otxhZLovkgoCQprBEZsIuIv3/H2Qnh30EWsR8yaTj0llPyqyDUu+g1EGLlBF6Zvt3rpA60BorcCA30UUhleYCVtF17dwwMcbdOn7CETP996953NTT7hd8jk0kUmzJwQ6c/B+VpTuJG87cJwS9BtSZXHEGXn1rgruGVqyFJCAVT9XuVVN6uzJhguG4ghEAoGjOwM5zOAY0KJIXjsLe94YyspK5EVapBN0RCc3XGZjR0J8FW8YX81SMBTbiTOADyQTteDtkbkDm5TaarGukPEnKZrgoBZQODuONZGwHvaF2Em0JkRfqW/cddwhEPNP/9XNwItQIIj0DCRA69Uq3fQK6qJjO3rk12cHkurfgUq2IpUshU+VxkAaj6xL1G23Jqm8ZboFsK6BHCJlyZxsf8B7/jkxHozXKUsyQV12PssjykMJ7140mgy7Te8wCY/3jWifEFr3MSPy6kRM9JJ/tH2LGSOKfKkRKP4ZGp+taNZ0jmJOJZtCV3cyl9YJ/HrNCGfsl4pGsevy9CI8C6a0f3gpXpD/SQWC8FKt8OkiCp37KGQHXz7JHGexzGHfqbLSxR4nKft8FHjq285FNLV1nr0QEcazUv/6rbe8a7Gd6RaceIrwywD3Ymq4En0T4B1YTSNGCWBXilo+O59Nw9pM3aRvkL4OF8kK01tVZTAgG9nRVz1tFO6VdsWKSRnOrFyqJUFOsLeLUzjBlt9u4CBzW04pxuKSkOKh/QWNwKhvQCPe6ohLnjn/TjWCmkena7TdHjFPNl3Oj6SSnwp1IVTPViIZDdi4p86s813Vi9ccsWX99B4R5v+7uazT/0c2KPN5/cecoDauc1jOrpPmKU/crQdumXXIRPyXPg3PJ5iI9C813pQ27AKU+yq6PpOcJLVXtZChb1phVWcYX/HcEDzfVBXoK7nkCkOm7rpJ5Rq++0eq9v7nLhsB9SOqM4Z+3Y2cPlz5CTL/jUCAGWIOIlcIl6JpyfsQkzer9DNupLsVli9Wpj5jTiDDSHT6eQXaCtt6AzczFybBp2G2ijDWlUsauIXGAz94serb/D2PvyhVQmMbuTIsNBaekgVX3Bph8rCI+mDogyDX4A7vJXLH3Gdp0673IlcnmPDFi2/kE3ashVzYovTNh+TAt9BkoMgB9YZXJPGk7/l58SPQ2nj+/Nf15lAunP7DgPv2wz2rrAtmTqc3iISlUGWbtoveAhbVr1IPurTGq7VWLFOcNDbhg9qDbR5GBhhrdISx6VxAqpW1wfxReS+zNcR2GCTVVi34rqNOoewPXq42XMVPPWUbeRsKc9uAA90cvDHzLir6Oq+BmaWg4yQgsHuJXR2gVXdo0NWoh2kMmg+YtCag9mYlFPXlq0yS0MZFVkT0mqr1JVVHGjB6/wVDipjcvI6cnpgnYNtDzFz1b0H3nbT1aMDbQeFrlR1OyXPdm13cnPe07oRbghT7VxhmiXfm/X735d4X/jpU7aLX71E28UKNnnKZ8jQme92u705PMwbCc2HWVN2skrmOIIOPr4vzkWmrK7T7kPrymU//XbEgXDj1PtMCpEXdxbgpFPawWcA+g7CUha56zdiuAS9+L/mSRS3oy8uyu+Q2sMZHVrxEFiMydisoHgvug62JOp/TwoY267KUAql4Yb3HX3syG35zTIqRUTgNpfNjlghqASuPqlvV7X37t1PVv74T7+7+cnf/jh12tcjbl+9tfn2H7zLTqzzm08++oTn7qexGSfXwg9q2s9qMSH/3ItpY29imunJbclunhFSHgrY9ljFURJ4rdV9NYv2rC8APTjwEpMzHk7mjrmcXUDBZVCO9D42Xbu3mCOCiSZnaBvSkQVd403dmN6L/2IjSWapEhc0fCQpduGcui3G6kQIpZRR6h4Av4yThBNqKJBnyzLOpAYqgltFlO7K33yiawVZEnfMIAVcVv1MlAaWOCgWTt7V3k42hapOySf2CrXm6T11wSzJJTKcbUld/hODJX/C5ngllWTkzd2wngHHiOzWJ0/CmMXsSe2CKddIE4ar7oBWGwbcssxz1+hBW676UzGE5S9E/vXyijSgelM+ZaBQ1bM6da6LvXFv20hZ2ICMn7b9NANpS024uKE8yhUAldn2MrtlbENg7oRXh8Mol1jyEiwJmND2O3lxIV4MYiwChfVdP4QTTgLCo04oXGLScRt+hBd3yZxa6XTDr3EmXtrtb6StuzRVAIipnHqVOxwGZocr2Hy3yEyBajhQsDTlLa0hc4VBDtybfORWuN4UR6m2nDKpo+ATSzTB0htx8spDibvFEbTQlEpRSwNpVrbcyidt4lbc6QFTHSM1oz8P4Vh8y3Em1ZnD6iezya9JIWM+snWfJ8gzOpQp34pKfA47ifSkAxfNpc06Yjvjk80lOmuXNnuPeId7j3e3HxxsPv3yPqflclgaA202xjFQZ9BNxzNmAt0yf7l0Q955WUUMY4U7wc3Qr5L7ruSSjK1x1wZSjuoEm/MB5CDlMoMTt9265dN3X+0Ye+iSh8G4CuY3hnPAmsKU8Ug2zoedD/Z0SAbsxFsyQg6+SiZOJLQLnDW0G/fVwlI6U7ydvB8rtyFKtykG4x9idDkYFK4dCqt6W7DEUTbSXuGBxkIKVoxmcYQ3fg+SOmxqns4Lr96eTStfGYactPIrVmUzNiJDIdpL85C7v3bNp+QRrxI1vnjBAcF9FWZvTUO9sNPBn68b1V/Tr63Byut2qyfM/F7kQ5TabNu3236dFGM/ccRxAHn92g3OIridwZ7vSjsIz2FqDooQzbTNP4msFLiR1fgTHplsXsa3X+yzO3ozbqgtdCukIBNo9k/gLpOalEFRbFvNQNW6y8CSETODv4u8CsIhcbfYis6geZ8t6A8ZhD/cHweOMaCJ8+6gkkDywl1/t1Xq1dXbC2wDz6nSveJ7eDB2FzAAh4YTHJaZuqiVbqhRPjmojY6DdK4hj186cJu2K8OWwWUGw9miTafd99jzQx71KC2LoZ712hBt5igXApEzeRiX4OI3H+qoXNmQfttdB0EO1C5eqEPzDmnTHKg5mXCAvdSOCcL4zZf9Culpb5EHv9/ajr6wMdu4DPNcgTh4wsD74eb++UcZSPl+upMJ2ZbOQMvBuzJIsfTtEwB5HLBIkzwnw/IAlDLwTli4+fNTc6kP+DMpANKSVfF2QkJAHeAVE05xxdJpkQwzMlgO/og3RdfN1mmVL4qZcBYLGoZj2KYi5WQdNrFlNn6KWf0LuAkD1fzF9V0YcY/43vUXn36++fMf/GDzi/d/tnnqBBD2doVJs7fffpvJk4PNRx99TDmoTcoBxk4oXfF8FduJMTFsRhb7CW1Yo3t3ZmpjypESgr8iRH7v/HadsoJecQPfQMMqP6XT2j2hvqTvlSoqX/CfcMm3290hgQ1lqzywKh/7aYVnmnYtV4fXe2F12Wohq5N25R+2Q9eGxchlQfUU+S0eiZ4lKFR1rd7UqbFVivEUL9GIKPiavnyDRxLmInYpp3zf4JUMZRFETa3aGspYtVHKAUcFmMYbOg28cgFkCU+QgJOmqWkYs99gEhTdRBOPVjoiNIQfg4kjXN0v+OZjlLd1MO0Cmg8BkK2DqYeSNcx10G6cfp6HsTj/6v7ZNGB/ybpPkdEudP2yWLWP+hmXuuUdkK9H0ezxTAKDH4/c0R4NwLCWzpQlbNlz2CoIcTSeQkFso8sdpNxF0z9+BAKPUIEVw1716jmwCGlS/pTUvoKOJLg1c4Elc/qOu6AbX55gKlI16p2H3XQDeQLH0AnH8HOvyHymhEoVOBrs+CkpPOEjK4QvXVXs2ozAj/+WKXmMaEXX7c090eHDRn3kYRmSVaFLYhPZ2BSv+cEV/U7ZsvC33SqN8KHubZQR0lBo70934b9Gd1luUz0mwJpgMK9hNdprYdUvyeTf+VRX+QFTpAsMsNVIDN3Dd4D5je0D7PUuA9Av2G79JZ2u++wlf8wWuKMnWrzaLI3GruVBGuVey5N4G3Lc8byfpYwkyWWpMito8eWBSEa8p9zMI2Qz2AM+c7Bj7BbJq5wiXCtRfDeXjmOdHswkgqtDOaiIVW7e++zV7cUe5APBswbbxsdxb++AfKM39b3NzzKQZUHX8tgWo+Fdvzrc98budiZhSHZ83xe89oz7KlPJ51VYp8s99LAR7hmQD5klYXxo5LK2E5UuwJRJ8MQdv8F+pB1wMllVonipH38ZT9EhdJA72CwSGG8H2MFAuVSieLttKTrKRitMYJlUCH0pFt160BDPSvUQJPyTPlhilqfkpHYFl84rsl3gU0uukPqzsXKrsgdyOYBzdfUW21Rv881ctzT7jqXvSl9gK5YSa5fStg2INGEEYLjUIzGCxA2hlCvVybrFnwNfAcbpql6Ise3mVcA5JjxGWuFLvZqQmloGovKvRitdx2ppKYeBdJ7B5WV+Txkw33x2dfP4Bieh3zzgm+Dswnn4gLpcK9dZBWfguTSCoWsextMAeq7C+Tmnp3xQ9LwnvKPvi0esrLuNnR0vtgfnGNxkoEo5E50OQFb1kp5BEIPsGzf5PBs/D7NzciTlRbvTugofwmlzok/1rD3a+pbruma4VhKJlmGc7autuNeCaVfd7qiuogOMwDO/c05P5Sk8n2ATl3iH+wmr1dlKTruesyrQTeWrytwisq2OyaOXWpX0hGooO4OUCHBYPfdZ8JiVcX9O9iTP8MrKvwNtBlv5TFbyyjNj9JociFU7WnU6OZExeG1fZk947HXRDoB2osdvu+wzwICJTIULgHJFvXbUBuuU+kDIrbCrfle9k666kIHci0vpWOxKUVMMlh1PXJ5x1Oyky/vi6Ej913uZhS/N0Aiu8inXOeruFbaXP9p8+E//uPkf/v3/uPmz7//bzU9+/ONMDHuA3i0m0764+wUT33tMclNW2IISvcEXNn74wx9tHvFVjfffe7/e6cdOy5XMymgbcaT9wuuJrw/w/n7Jroo6d6ZSTtOVvFtqNFpcgMpcqWyDaJscxHY3iHw7sW9QKhmQ43FH6CUKIIf7hacUSj+WTfRugmKNR0mKSwLLZUVQlxlAi6tMyGYPTz8efiJYrnIyuKZtGwYcF9QOTHfl6rTueFgoSMs66U9/bh2GgAkJGldsuY86HPCgFBsrhInry3qljMtNqS1lS0KdVBuUvJCP2KZ38SeX3QlAo/nRbzO62hvhg0enGXmqYJXB6h+tlP3EoYf0EyFhlgumfpDCatQwudDpM9z9SUuBIA7cIJY3OTBdyqGiRFzTNUx6yoFM8jJH0nkZJ/2RrmSswEtSexkJXkEac9CV9hWQewES3f9398uqP/tLyEH5OZagpWCirvXrQh6W2GVL+2HVTrFBzO3mbkfP8w+KNfnXdiKecf6y4m1DUK4L/th9MuaKU7gqbW8aVhPMXVAidu7igtxxodG4g4YYp7lBMtFmWFewEC7AuFajchzePFfkVZ6WK3cId9j8DUZrsslndBec4EpHAaX1To6DscB9mOevKrO0U4DAloIsQtiiOGs+NIWZl2jbblea7djt0FfB3U65hmYas3/F0JcsTPlILgynrpU2DErBEH0wnI2zxs7qNu9rf8mnfO5zWM/9gyMG30ebBxj5gebLiuF5Kos/FegqhjqqB1vRLsrSPM3J+WR3eswJ+DJeEsA7GSpAnQAMAjL6vqjbyT2h/DU6LA68XQVylcyf21bz3WC3qKZxrnqanEEupgWdtgU5tH+Vqviu4W/G9yJctor+FYsh/8gAk1kW603XHe/d0gVmHAprnAUvbd2UDoodp9jt37rDFCwjsTn9hSdO/0yrs4yELavhgdYFMDZQcQ6u7dA6mB7NSJBq1ZnVJzqToTZF9sxs0Zd3PcxnGfTrvGaAH5ySqS0oGFxGtz3gtq3o0C3lyuYEACuUTxjwZBIp24p9h/jS5tbNW/km9/LOMO2YOLZvRQtdRWeGF2BkEykdMeUc8uJZH8tt9yEkbiVLukF9QHJLx3cGTP45bvY3SmlLGZHXHvlw5WuLKmA/yGmJsrhzge3croI7CbHPJITbrD1w7N7e/Xzy7yl6q/c9oRbFcA/DmnCUar7ZS7PmgPmyHYQbwBxgsuLoKycOwn132oPLnPi4yWDfg+s8OC07DBhEeSK4XYs8O4Zupd0dg7CO3mTeOW7dr2HTbLuO206nrizdkIy/vFhMyKtGV0f9c2eEE4pPmBg4ZFCnLT1xKzqTCk4uOPnkBgHtzLkKR1aRG2XHRiI8MO8QPgD/CROyh0cPo+u8z+7BbPwu+h44aG4PsMNtXXWE5qfKsmtijIRjB6Ersvy7w04C6Jub1Hd8syvsyisIwVltHEzqag8sxbV/UOU/0iQRMfy3LcnOzp77vZqn9+hXUSYXG6We2PfJL/TAJOyzcAvd3j7OVwra2V6ogju3bm+OsKmf/+z9zfd/9IPND//iv9m899OfxNbcwu9rCpblATanQvNqFDu0fvCjH26++2ff3bx2h+fZ7RubH//9328e3Nvjk3m0JLAxz2rF8uN9DQqVvWuUeXa88ex2sFw4LVHhH4MGSYLRwkJXbCeSjPY73qVb6lgmIgBSphYrWF4qPYM5dWv9SCmTTjPTFW58XCwDeKouaHg75oY8DQ8Xy27wrW3hQCM6sscYm9KQqROfcm/skqeQtlshYCKN8m5VlcBz6lMYvDIwvCJH5yuSDOr6hXNXN977F6WvcprAUhZSLdix3Ipyoisq0i7bLzrtF1x8UVVcxZe8+hdnvzISCMEfYYYc0mgCjaXurV8+W4EVJfJAIItQg5/UhBlcnnMCv6qTwUTzqyZ/KXyzbcLKHMU4PC9F7J8vUUtt38n82N7aVnpnzpvsaQnssBqIFncm+qi75wmkCqsE0/CMMnze9pa7fSTby7Jvw9iDhIFsHa5W2TcCp0XM94CErQ34iqKhBbsKo7w7VxGQZriBXiECU3VolK37VkUwJuS2qGzhN8Ud4FZQmRe5hycVAP825e3QFpERaIw1hyXiiitGx6ov/IA6nXjGKkbZ8Bxj7HCVrEO/F/d+qNaDzkzlEUVGqhFbhZzytGRUWP1UiavJNrDOQvkOtysY+wxGfnl3f/MZp5U/ZODtq35HrnIXJskx7bByqLCtICtOqI/yLVnAmVxWs6bwq/Ja8eyg2CjlPTI6mXb+7LjcvHGbA9NqwG38PttR9/b2sqXcAbi/2GIqakmk1P5WLa56Kxi5tzAWt53PBfwKPZFgsJk5b6n76/LbJWbYf/iGv/RPkgFwx3ufKruh4y5IgMf9GNuRYgtehFfax6meCGlbXyKh46Sg35k9okPqO8M1OMeCRz7FFccTr2v7KwAjF1f1TbuZf7FDOwI44daxOOspYV2u1fAsMJWqBfeDI4jLRTl4kISXkwQMlpD7MR32fbb4Pub1CL/pfPuOp5Y7EOTkbnBdkZKene8aLC0EF08NfCovdV2Kd8FpuQXUN56XqGOe53UKIsexVAVYdJUgukBRrb5TkoDQOuXOk/jClTrp+wkPZld0/T74o4c3MmB28OwAM+UNOiqNnqSQcqeMzrNCiOag5WCCgY6f+qINuewgFTu57CGL0HYQe41t1tJ38uMKg3UnO/IJLtpUdbnKXjJa5Gk7l3YmnOV+avYSN1afUg7QkHZ1M2UCYNhVEZFr0y2I+H7eKc912vrISIbJBjqgbXdygbz5Prg685dJKejmAEonW+FjR8f35l39c/CcTpHtLukdMLut3S3spr98mR0aV9Af53/UqgVaVVb16o4M2mYPvMOT549wu8oWSuTVbsXHubU6Lp3y8va1o3pFs20mbXOSIZ90WiXzc3Igu3Iqgp24PBPN56jrhnNiu0INZznUwBAFZlKu6nvH795jWwDNjT/z5TPVCZE3GDg/4ln0wW8/2Lz/859v/t2/+8vNH/3RH7Lq/ffok0PVGDQ/gd9jBt7iP6bu/9UP/pydGRc2//n/+M+b73//zzf/7V/91WaP3Vrv/eSnm0N2fHC2H3Khb2xSWn/wzjubn7//Hl/leEA78YAyYkeXWYaeXVXzs8gGPNoYgJqIsNxBLzXFjvSWRdnOtH3YaSbG3ygr0zno9TAkV74vhoiTXTKovsvCH7zYuLQlA0rrDtCWy0QKkG5vLO9QHOWkrQrIgBsicgpt4YkangpuXW2H8w+KfnmlDwkVCCZ1J1AH5cY9gi+1k6iCb7Vtkg9tohWjSRShV3ZVN9paygC5aR0jf73mMvLRciiKiLilj1bBpFfGEQxO4S1ePE6m6CRY+Tdb8y/RuQw+HQ/f1QJXrBf1yWOWzXC72W/xZZWUSG3BOpB4L6kQnUp4xRdGEJbIJWRWheayRJ/tGXbaSNXGWUaVg9z1U6fioht8I4ON1+lf7q7Altbg8XJEvnaqSGFFwFW9d0zhq6vA0JNR1hulFDdlQvthXbZ+a2X5qII4/OynVX0PQWgCxB07XE1gGEK1GK9347ZWjMXhD8TgRhAvuLaZhUZqQOHNNGoGwARrmhA4djEteR/GIF1/lY1jyNty7kSXbENQc1CAug+6JlnklO/A2SFVwSZFAbRXuWzvdEKVO/L2Xbi8jOPn7IplYrrIM/k7z6EF3lCBwVNcS3FKdIObYYd375JRoHZDRsTdkaHyvZRlIxzTmXk1t33XKIpY3t3mwej38uwD0k/Kp2ju3dvP58E+fnx+88jV72d1yi4oSWrTraK7UyJYDqvg8tKVjJ2dhlZMEF7qsuQZwm59HZoIrbIfypbRhtttb3AquafE6ncFy3K+d/9evr9tB7xnxKQRG4BKyzsLJyx8yGZ4cK/6TCctabrRlA40nm8wM/nn+tXuy7uSvnJ2NqXWgViZQR5MK1xpy29EheMbdmf6rsOh1XBx6z96XvgYzy9/uRtUhzu0g1YwcU3TrnE7Xd+XeDwNK9xRmpBw0GU+lVmShh08aASWK7FJa2OewUc6kivvoIxL86hBd6ULJpeSueqhjFYKwx8cCHVRhXMRFrTrtFt/umws5bDDAw4Xe8TrIHfv3c2qljbvuQWe0H+NVytckbITLg8HWcobM60LlLpzxn0IaJR6KdyS5HmmfZrtJ/VzE2+pIDJFJ2Y0rhSleD3hVe0Qj18Y2NZVGL3C6xLtwEUOZbvKFuhnd+5kVfcRg5O9vQdsRa8V2ses9HoK+aE6tWTS8Xehl8Eoo1LHL72d1W3TTuRdQrc6jkXLgMNvkFscvj99CYWd97UdOw2m9W+nb5M2LIoVQSx/7dRUhZe2jvCwlFEeJKvi6EQ79+Isd2lpeeqr2izTIrdyAXDcm7aZg+sukYnLzLIeYh8OnB2ceUr7k0zy1KSDjO3gpONOSjuNfufb17qk94TBpCdXez845DNYKPAyPScHjpcQ6wrPlEsc1ukOJE/sdyCZwR93Vygtt9gqkjtIL1t0IM46qXzh+TyXfIqmjnGxSbxOHT91AsHanTwkWi9xQQBOngRX0iA4TszAvxUINP2TiUYQl4sU/eGkM7zjFnAw1B06uHnrxuaLTz618dn8+he/2Pzge9/b/OgHP9r8/L2fYYNs2/bZRSrbJree38aW3/32H2RV/JOPP6beP9r8wbe/vfmjP/7jza9+9cvNY+xbu4u48Hj3O/9m8yO2pH/5xWebf0O6Tz/7dPPhb39LGR/E5i8zUfWMyXb5m9dFZoRcZF48EV8FJE69wSI/9a2uRZVMuSJY5aZu7Vibllc5xJQOgnq4UiUqeqaVUtOqYdwgOW7y7TTS6fJeuEuevwxswkeiJlKGpl7ESt66FkQ8XOQqGTu22cqy+qnmRycGP/TQuAU1POLA1NeD8BlP3FfnkCh5bYpKWFIWvEukdNxYp99Nm9Je6cR6OgXxGtyoc+GVMjFV//AlHt7JeOW+tSOlGigVPGEvww3pOwhyyRRAk5Zw/FDFP9gl56t4HTc4i+dfpyNfRUTKTS++QRPYN+Kki27IVpfOUmZn8ivNxKJT5rOmZv+ZRKbIr5hmqGMxt8rGRO8kb+d1lEFQ6lBP6+cznimWR541PiIokkzcmcxfyoi6jbKeOikNLINuRady1SN3zQc9nwIlcayCFIsBaZChKuUwDj4wwbOIhQXhRl/uK7OiURH9EJeGxKqp2MYN03GJHEFdCCsRdnB6mjl9+zs/J94jR2E2lw51w9R0+m5d7vYjsCFOp++Hpvx8CDRf09jBtiB16VC1Fkae1IoFuaQRkYaXZIvLg2kJ4dlRx4Q6Y5Uf3C3auxjSmgjYeUt4Bx5DM21wiVwybYOBSGbSONL7F7eC6Bhd3BxeuLp5yP3hY765zXvbd/kO94NHfKqHLeX7KP+QTuZTV8FNLP/8MPIQU7dRTVMPtC5t34UzuFeqIUMja/ZzfMOP6bgjxj06JCFrLEDwkE+3mLi90e/k3mD7Z32v+DodGycPeAfRw9LGNlE7lD1wiT1BxezpeoasQuvV0xMzQBOHPxtGZdc20tlAIXYgXvQxtlI+2xceLdzZqKfEmtgflFT4WDkTuW2x9bnAzNRAD38vJ8iwld7E7ZIe/Yw0Bju93tB2toeI/OVe8iR+0Em6oAsdMQPYvFMAA3++2VHr0ig7Qxg8sd8hmOXJGMH+ZgYY2eIqAqjeHEA4tRJRpXZMB8pU7YXy9Htp4cdApKTmCiDx1kfFSB7KUpShXCKKd/gUvKt2Bg/KtOCvfkHas9ufHzKwVE6/7+yODj+Fd4NXLDIRNe4ZNNFGtN0qqB3IYst1ZFQJLJ/m3fealFnhIwPLrWbwl+DiWdNX3joswtzeK8eyQqlfhLhYCz4hpb8qyspLoSQX5KdmzsPD1Tjy6yfErlyuQ8/Uie3BI3YK7DFweeT7zgxyHOKFC+nViGV/TgOxfrtFGoYXM3h0hS9iFFuuTrrUD5tJ21v5sMrVatzQObhdjGl/4GF+h9oT1+dLrOVtR0TJylX6yquQTjuihYxf6SzpRuLITWxt+WaFUqr8e3r8BWakLzO4e8pkxRFMnHw4YMt+fZqMrejssrDOVH6grR2ltoxBtPqjMN0d5eD7iG3otL5pqTkfj9XaZ5ur1gc/j8dWfb81r8uEFSKnvLhr9z4H0u6ObFaORiaSalxG/G5Mh1MTCZhPJdscMUlAGidEwo+4QSJ6mO1SDtqYUq7aL1jomvelEAfHGKUUrffcQFHnxaOZIQv8HXS7E+v9f/jJ5jIr//c//xL/Tzd/+iff3bz55luUAWl9DmtblMUR5fPWt97KIX53/cQl9nuX8vkH3gn/D//xrzfvfOvtzT40rM/uinnEBMrDpwebh0f7m/d/8fPN60xE/zmr5Q8e3NvcvXu0uXjj6uZP/vzPNve/vLv58h8/zAx8dicovQIrrr/kkXCcA+jKX64gRp/JWiUQ3TK0/lj3XAVHG6GjLixb+zfZRA9Aioa1uXbFoXQtvVn/jVO6NyT9crZPJY91FDg0LVMpV9kqvXDxKpVx8+Deei4R8aScIgVJbHG9pD5Cw0KueioFwlyrv11UndJbqJuuMLgWjaTX3xlIzItcpITLwENtl4bSdmJc0nNnim2rebBFzOGG0bX4/KjzfaiipApTuiOnmWxuyt5FaUGht/iTdIpTfaP/qGajI7VgPSx6plWmaI34vObVcebFchvhlEdSC2j+I//SBhwbKQGTJ6FVvOAHRwh/nYw0JhxJKiBMJzw/8U1lOJiJPvEim0p6YvTpQFIh/FMrBhTKJsv2Ko31q35NYw2bZsR7j8YaK1EJiBUHq0V9AhbbWTAKb5fOgM63TlESlP6Nj87NUiPMiYY/erLuwKfHM+YpbQZXnwcZe4FxAYEL3zLgR5xmmb6T9VsrCjPwJIkrOzdVuYs9ADbYBbl91wDXBImTmYU/MhJ/JBBehItGGckW7WN8Gsf72ZopmkVfwxB7CzaivH0VeHDNzxC+89vhM+kRuQzMUtPELpdVBvSh7ucBtIUiK8tGXj4wU07gqT752kD/S3FVEmWMVT+GtY0MZPUBf5Wuhg0uDbGdIRZ3WN05t3nASs9dtpHvOdjm8zAHrHQcPGEbGzZxZKOdtyJW+2jdyqKqN3a6Rg/O6039RqVn4JymceEnJiMCq0l5xVbkASNXTzxZ1/e3/d3kcCMH4HasH/hJMLaV+76naeNI50A9NKzEVvLFnch5iSXXRWXY7hSBt5q9hc8S+S/D0/XPe/3Q91DHEmdWjJ/vI3udruKlURGBb+H4IC6b7bimn7SdkDTdgen4+S55G2pd6Ay5HYSW3PDAltOpBzmHpyU/yka9cLBK59ST6+udVlfEBr0FD9zWAVHDG6QSc2SyIMQTVo4iw3X16yv5xcKSmlnjdqPU4efc62FjHVgRQx/m2r7v7d6/f39zyW3QnLB9+9atzZtvvcXJ53eoL1do8xyQokEzsgq8EtMH7d2H+dbAGuZz0ogyCzSolYhebXsrNAuemAEeSbaVHSCSZOJoRdRXoWEJTXshggdbe+ZLY8Q5CLjOirVfM7Cj5zvbe2zN3fOcBwfiDMAf0F488f0aMuagp58fvhubbYrYy1NWuR2M2Y7QAIHq6jp+eEjXFV4l8p1eu/lDOvCq9Y54UfvIgUpM3owhAB0H3/1sDL4xZXSRqWGn3yV6tit7Uaqw5EJHh/bUlXA+wSyULeN1Qr7vyz88eITO+LKqNu6PkaGDwxILnaDfvNZAjqMH2tZzTmjwjDn/lMkN1Io3v8MbT1MWl/jeeQaKPKHUaeqvAqFnB3zam9XyRR/RJk2dVaj8m5FAuds/oKNmEGfZtj0muwVerwCr/LXbymfhDQLBLNrCa4CwJgcilJ8WUI2LITVuG3iRwfann362+fDDD6P3x9jhb//pNwy8/2Tz/e99f/PLX/4yA27rs6vf16/c2HzrW9+KjnyuPaOOq//f/PrX4P37zR9+5zubD3/5q80TdsCkUGB7ncH9Y16X8Rn+wQcfIIWH4vE8JEPf++EPNv/z//q/bN7/+59s/s8P//ccvqa+1zpf+VbmxUV55hkbRcfJXRDQawy94hrfFiI/cIxWj/a3CkpYOwKmdkwpgizEa9eDx8VeExfsgWI56i3Jvcqz7LKpSFM8EIfcSUG4pBE8aEqr/SO5ydKvNGrAvBWaFOQuQA+XPONmTCNPduZfzNhtiJyMtw0NowkU5RMuO5sihlfCVRoCwu8Yw13mQ/6Bt+gnFOU34hPevmhvKRTSqiO7WTP27F9TbvMXp0rUxPI7LW9SMC046h30ajurHTZ2duYjPxCVy17dAkuByjnQ0BHU8dLWr/NavrqnT9yAYBy/KGXU2VFTlrWxOO+TX5IdLISXvVLr0I/PfnP3dd3XkSl5gkDnzXv/eGLQxvkKizB3aHEnnFrmRB1FnFrL89U7BQJGkEeW6sXYEAQyveMtoq7uVZAWfkErisAcHlEngBY6U+o16ckJZtTfK38b9XOF0nqt3MOtPs3B0GwWhhvD4qvqPJIu2CelajJpS3eoHufTFL/+XVvoHGxVVKAOpF2dkb8PLjtt4sYIh07KJOkEsvXxgC129x8/3TxgRfsRg1A7mo/6hPLo0e9tQoDOY7qU+FtbL5uTbZlXKsKbdlh3YKAYbFBlpUJp+GwlaZ08JMYOoQPsq1cv50TnO7wr5ynlR0ccCrd3b3Pv7l3y+CjU7HCrHRu27mgVF+Gzmxv2SrPGlmRC8zkX7tsdLewKgdNRMwenKWAl+FK+JltamUgcA0xxr8Cb3JP5ZtP3kCaQeK/iTJGTF9Q0ndvSDOSUL/7t+m94G91Qg7xbHsccEcEx8aDZdidcHq5w28n3XdY6VKpgoRVD0VaKsnXDFsM61QxT74iOjYaZuFUfzWXxq/wsZTbqZogsaYasg9e4hbEoczjAMy5l23Jngo2O+jPfX2cAc8AuDw8Z+/Tzz1lhez2rbLc51MkT/uskalYsR2bNpzyzQojgyl6QYhw0GJSdA5sEFK9Wwwr32JXEzWeOs9ZJpvUU/4DNeCUHzMdKjK1gpZyEmBNEE8oqsKjqz3Zr2rqL5P8y7cdNt1cziHnA6vc93oN9yP0xA0y3WmcgSGo7cv60HeHq5zyrp0fPGKiyuvOULdSujTqgucjPLdPyNL/1TrQhSwbxvR0TudpzOxqZ4CN91YVqyZPwzItE/RWd01BX1qtPXE1TkfIcGGHpXWQE7nfJ3VFkW/uYVVTPFsgOgXRyR+cVnTxjgGdT68CdhCF2Hrh1RfrZVUL6o3OPwsfO33XkvXSJvIIg77xbDlxZ0kHEI81IO8qdqLjttmIBDg+JRjrTqlX1nrqsEQhULvwGjdfN9qm9KXdQuYI2nH7/pIkNpkA77ux78YMS/x999OHmP/1v/4lM85rCZT7JyeSOg+if/PjNzbt8v/uLzz7X8CKDz7DXnFy+cZPPjfGSCXq9yASQ8zX3vvx8c5ffO+9+a3OJZ+AhK+E65fbTctqT/JxcuvslK+IU0EXK8s233sxrBX/3t3+7+ejjTzY3maBzAsnvtmdiDsWUXsx50ZBuer4S1HmL8ajLQLjAOYorzWmR0qmJFNVVkymmVYvWK8s4VUa8kKlr2gTJ4EINJhWs+IqRDvKNmLp3PPijnO285/UGuXY0qWa/9GJXc7xApfJf5CFPeZaAKUEwvA1bIJ10itYe1Y9uAhfglVxhoODjZ/tUbUxxtS1cnGjERo6dfGjiGUw3MuEuiRXUOYAQCSwR63j1VQ1ViiwGNWonXu4RYoREatlN3wPGoqigytX3IXnSpsyNT6hwKlBYsTJ0kd0cMYDC9Jqsd7pT7tplfqfEnwaWX9gNhNiTgAHscHYumHfgaiD1gPuZz9fTmDbcjDWhVTMd+zu9t+7MdnTO1TLJ8xagp5ZXq8GNQnaCUZBthY8XJ++CMqTeLjN0ZvLhlne8A4PAfO+HSN9N037x9Nddv41JMOqOfwQXHCG1/dFic4OHkBThkibAEy7hM8GTCZN+BVfyVYKSDXmSh4QSsfpenLBpkgt0EJEWDU8CDv2kUIcgpUt1CIXIseKn7SHY+l6MfRYQv6xm0JS7EzMg/3aKsdBv4LH7msAm6jivjufOYWhKw1t43AnHWB020zjhd9HmkJWeA3Rxj0H3Fw9Y3eFY8gf8/PwL/XHS0OiaDpz2R6vRzyQc4Ynz4l8xjku6xp3sk+Wui34glSgvysEvW09QvitQfhe33l99LdvKLxJWz0+Yxd/jHe5HBw/TmTCdnZWseDpgV5s+3eP6PoJnQomMLGsa+VUD1rB6oHRom+rvIPQ89Xd8ypnACKOi+EetwF821+hKHpzTsiCpgeB9yz/SNCy0fHYGj5tC4K/BjF477kOgE9IKEnd2STNA8qnVssqDHBgNFd3whDkFFzyj4Kdt9C8r4oTbLq0HIZ2yDjVYWw+Ol3I608RJwzzRH849eYu36K66KBpKmiyFabj5rBmucKQdnJn3cRGSRvrFAzlJZ+fZZ0V95/ccW04fMhm1v/mcbao3OITNLdd37MyzGu73p53M8hNZca7swtOtXotMlb3oIC3CSXKkcowsnHAzl7s6lEzB6y7LhL3MrpEGbG2VZqRt/1KOrT9oZPWa3BmXMyGYyLvC+9tXyL/bf33ve59VQz9Ldp93Zh2wuAruNtx0JB1skU/fK3Nl+ugcA/fzngzOKdSeNs/A5hLbqfVnMpN2x/eqzVXS05b1DL7PlHSmiHZQAFXQxMVVEjzbiljtKFi5VAqJrLCTfLERkIriNt3gC5poKJ/YtqXn/TY5L2sfcXeiog6q81TzMUGB3NZJt6TLpwZt0mNCgryd55mVOg7NA9I/Q8eujLMBge+oX8Jf79tbLucdvfOeeOW9K4Xh2W2HJ7FnpOE3tvC39UdZAq5JU+vLoNmwKGPAQGzbjU4IB7/TNFfRI0yns+ErZxslQzSW59YBg2QPHT9vvSPuIYck/uy99zY3qZ9vMklWg2z3oJ3fvH77Tvhpc5d4FvrZQOump9N/zPve3/v+91On9/kuuJ/l0VlO7kJQbu3xCDs2/a3bNzdvs3q+d/fe5h9/8Sv4n98cUthOxl2m3XiCXHZs3e7vzo2YpMbQton8lUlgU14zkAFH/WSQAZZaEGXRHXTsc1j2iSPSeHVpeHZlf0KISSQXkPXOHe8QACadk5y0wyP6J/3UTuU5cmLCzmNJntKXPb/IGnnTkYKlEnnrsj6RYMlQmLlKubQwAb+2t3lbb/xVuDQwJB0oSt3Y+hqHDBIz8oQvLrD2E7sbXvBJ5//4NV3LO9xC1rojmjxtKWwZTQNO4INPQTsw7qQJLRGHv9P0HbrhZ3nYbgPP85hgxk/RC0AL84VdSWuKr5LqhcnvIA5tLdAqp7pGj0vM77FnKGpXX5ULoauvJ321Bl878VkhLJOljGVsxWwhfHUlZ4AQV+0NMdRnKRU1bH5ieHHM0ySxKIvhgqTxAeBeSRMHsargRadpxUQTV5w0YF3H565BhpaWVgIHR4MFYeGdlNsX08/xmelq4tuoCc24c3Rkl9YAmjvzqK13J7rT7t4XOjuz3CFBpDMiybf5wdmOGs7MOfnOuwECYFadV+8gAhoqNllcyynegBRakjfshKShtcaPxAuNeshWUNJzeBsXkTIoXGmJXyGYJI+GNC47B3UX7oyl9uB3Co+w0CcMNvzMywM6i/fZSn6P79k+YIL80dGFzQErNE9YoXn6jA7hYHV+PCjyLmMPTM03ejN7uoG6+HdXencbr7K7oJ960QZml/IHlkFLIuAPkmE7DJ7U7JbyPjjKu+7JE04qJq/5LBjvcmelj4drttGSVtlTriMT8lmKueMkhAtueSs0yWj5+GdjYBlIxL+4YYO7elhIfWOeqgNDCmygBG5dNtuGL7Ii+0Cd6mF1GCx1/wp33EAWkl/z8Em2uI4dOAt8eJb00AFVaqn/wvsHPTtAs2vchnU++q4NmXfDy6BbP7DSCTVD+vkrPAD+p3/kLGoextxN4YRVOe/8mhDejlp4i5F0wZRQPuXjoE6jdVhndHhHhqJcB7UZY4cIl/ZNmQbvPGWAyxCYaq6HStFLmghWvpOv0qpfyYulZhCObuh4P9jjcDE/FXj/webTTz5nEH5t8xqdfLehuxW7txc7KHW7V+yesqnBoqSLdsm1LcHcoZ1j3MIafQxdzFvWW9rOuqoQput7hSgQiQx3UjuzllNRDbo6JE3iLHz9EKqwhUw+QXCwd9mt4xw2dkRbcwu93ObnZMU+K+CPHh3wYzWcgY6vJ5j/vKMmIYR/6so35A85VvoiPw9tu3zEkAklOglygcGS37UW/ZknxqBT227TaA22q74qFJuxjMHjf8mz/GLPnYcQWixJzODOq1jqsnIsO3zSCKShlayv511CXaLkHgmS1wzgGMQ9Y8AXG2GA7WFsj2mDHeCx4J16ZTXORBa2xrYLSBBHuhyc5vZ9dJft/EwaP3u2z4+4y/j5Vv0BbXgceG0H1uhqcxfBhoxreNSm6DbpTTxkTziVtfKS8HSJvlMIyGsayCa15ZEk8mle3MfzxfJI4Q18SQZdj64biAqNq3bHri3swNXoS9ibsqf9gsdVdnE9uHt/87OfvMeBaX+EIsk9dfUmn617+423+Hzb481FJst8P95P3aE8tu4/4VT0327+u7/4i823OWht73Pe/3ZVHHrZ+u+kiRMfSOc3vZ8gl9/zfvudb20+YZu7Nn2Zgf7rHMb4g3/7vc3TR4ebn/7Xv8236/MdeCi5w6Nd1WSyV0oKH+PMhzyiRXRXdV5I8S5d2pqUXpMcuikqqeCpvox6LH5ee3eR+RG30tWd6HKjDFImQLqdNlKYaXR9n+OlOxdVyxP8kSBykDqU5DXqYBEdbUkC6Bx+oWGiaGWOX+tr6UmZiokTCcrRMrZNh+xXupBSZfOz5tiuKooylUhyGBo2H8FtBoNrFBLsisBbeaIMSCOFpBM+dLGohLTCDK/PwcETIoFziWxLuKtSySVnRYBKaxBImMmZuM4Dd/0mAFP8eLUkPV7852cV7585sN0Jt/Q7pHeaIyH0ion+KjF934Qz3z2p1FLVnatlFdf3b0KCr0/TPJSEpaXstFB8CiLwVp7PQfVJvrSZ9MGMo2zSJGOOGe/QhmWRpLCz3JgzHAYx01ua43/YR+Xj4vbAS8Mc3LmHV4flKwxg4yQeugUvYWMvA1cWC24SBZhbQgAAQABJREFUkhFn95rmSDusUvRv1LUsC5PItIqzwJ/rMefR7ham5BYbNEZd1S2Fa4faVOI0bkTwIl7d4u/Cim4LkmsKclbYnEaM42JNqbeRpd0PhQlpx9tpuA/vMNOFWQw4WxpdReBEUizcNxroF7Kl9GkOVHnEis19tpI/sLMI7BAjFoe5b5oPOzTmrBsPmj8MySY6bQsXHxxWnG0Fz6K2nDPsbP9ZKVJpkEmXDnmQq9NwlQORbnFC801W5fxUkifBWo8cbD969JCDf9i2SEdO58AtDz06GQlbc1+R045s7NPeh6a0zzSAV8T594fMsTqNaAWrtqwGsVO7ZvxUBpaPOP6sgKlvlGXuCQNuwx/Znnm2v2iOsuU28w2OdX6UjawSjxyWXRpvO7PIYvuoLQlr2rH5pWGxfItPx2ur+ZNwu6S3ZkGfJA7KYpHgZtdF5JnyZuVK+nrYyLPpQ2GRPfUQmsbJrXg309Pv3c6sNKVBHVd2ZPFuvh3kHDytE9G/5NWMS6z4uhL+5utvbN56+y12ltzanOfb2JWGOsXhTtXhVC/DtTcCNnD73ijLXYInOKFNpu8zWtqGk5MuaGveJbYiN3xBbE/s08Eh+QM97R5xl9hifYlDKG/fuJat5QdMYO4xYXH33j0OZOOzTLzG4knmfmIskw1Z1SUhM/NH/A4ZbDoo3c/MhXZwgdVivvPNBKLfYvZdauc5nYhJvcAm034ps+WtAnDKU631AATa9orMwzYUvtVquS/+opKrF+tF0a4281S9LCmiFlWjsBFI2g78PCn/0iUnF/guOANvB9u+B++g2pVV65UrF+5GOjpwMry2MXtCvCvg5shu9TkGk4wIWVHnnBEGkUqWNsI8iQFiJv9LCiVJ0XZZKVvkS0xduv6vIDFmHa4x+hJTiqkIefJX3TljK23rK22A0pmGX2TA65P0dCdFcFGguxscDHtSvifDe5jjZeg8Y0fBwcP9zZeffba5hr3cuHyV8KPNv3nn3Qy6f/XRB5t3qJtvvvnm5pOPPmJeo+q1BykeMqh+9913Nr987/0NWzWis7Rv0qX+mwXPRMlkEQN+P6fooPsqk22ej/KdP/rO5s84fO3TX/+WSaJ6huZqvsgWN5zX8rXNzTl20iefZ0u9arwkXC7iu5LuPvlejOpI9dqVcKWrL5pT4ynslP2KsIo0CHU5pe2EV+qQnXf5HnM7sK48jSfLgZIo/NJRt5Z9Sl+68Xeis+8hZxpc6nh5t8Nz/hLzVS4mHgTSDjYx7opKrHI31IHO0mjIZiuNAFxkrJReWydNbSAswZG98FlkCccQCsmCL1IMWN3CA/y6A0syLbL6DMFS54Nc3SveOEqIC7kUpxInSfoDCY+EgZ59aaovnuJsev8ae7oGbEPbMt214PPA3Wb6MjltmPLLard+zMenSbUd0vWZsdoU+4LWYutO0e59aRhA7bgiVQbWDYkVo+N379LIjJAGx6/4SnCbpnRfxNVqjNk/2TX/3VjhzV3m/bcrx276rXAUKJXh2kutT9YGOGpOHHBLwkhuq/qbgPcdKKjK1m5utBvm3YZmxQqk+MxI7Zf3LpshcNE3kjJ0haF8KSvTZFYITyevhzm4DLTZE0Zn5gKfEvK72wy26ejs0/l79PgZp5SzVY13uHmVm6187tRzkIpJ8jD0ARfTjW4KVnw0Whso+Zk7foNxNawtRcSsuLXFHcCzbynPXWVMSRxIORCyI3qOjojfxXVFxRXum3wWzNVtOwxKZwfDnwNvZU2ntfbNr3LDa8uGJl4v4217UC/6pT3M62XI/ctN08a/YxIn6rpxU2pkmXDM30v0533Ahkasg7u05nD8STPaoiJxpj67/ZW2Nq6TjoeqeffnUNdfu5Q38G3no1dHPVmibOCpVURd5HvPl69RP6FzcMikEL9DBlVuRy5XiSIHdTfV0Bo3dLnY2MDuW8cb3lF7o3zle/QYelIk7+jiMa+g7Pu5LQ5k83yEz/j80Gt3XmfC63q+V+22dAeM1sN8t9eOOcl9b7frhNSim1HXZ3k7f30/SWjzmjTjPqcv/PFw3Ul8Es2IYGfyhZ3PzMVE7FknXzUAYZDkt7wvui3/RlbA73Nq/D1+e0z+ucvmMad4+9x1RdETfXMaNeX/BDopebejM0hysO7rMZ48f5lvMZ8bq+F2ItL+QSMTSyl4NWAnc81El11BpM1f4huJIQbPlCWNOjhRDdLuNCv9XZ866clQddpPK58WUvB9YQeQnreRDi0jNCee8pk2BuPmP+90mhY7E/6UbfkO5C74uUqo1C4ABqH4Q0MhiJdfcUmwgMYNt1U3kBP0xUl/C1KGucTveqSlNkymuhbaA94rUJ3O8qpdYdV6dGon2trfuHUvXZsfy/fJMx7QlM0Buymu8qrDdVa0o0NfNWAywwH1xx9+sPnsk0/gQxr+vuCMhgN2F/yareFvvvEG9fPO5sMPPtxcYXJImg8e7PGe9x9sLvMqgIPC2Ab3DL61Q4yid27F2KzDyPsaJ6u/wfveDsC15S/5LKE7NJwUoDCrHBA/OYgeRxaTMfNbzkG3+XeTg9iV4xH5AjfzWTaGTYzEloM2YYHYg6mFh+MmfRq3pW2QBDqwgBfYaTLJG7yuV2q/LGMkMMvSM6jA7R/R0fPw796MM13fJfXNO7n407L7PjcKJcWy6+pMgcQ1B/1ca+Sma5z++rmqjOKjy9A3+is7aI10aq/bhOeToeRO4Jf6dFLERNBkJySdMF7Oa630P23qy5H4Wqk6X99E3r6WYElMeVXDjYqU0JKm7PNfEnfzU9ZllPZgG1Fth2Ss5+fTCBlD38zKNrtj4TnSNKArgKnWlO3r+5qoIA3fTQceNKtyNc6advZVbAktPHLau1yk2E5fWW8KI47bFlaeZAWpa2VQ/4K3eEbmm+RyF2GVawG3h6giMVfObXyKJBQaz6Shqnw+TAmshd6E6x68Bg1e29Q7csXXt9VQ5CEqtCQo5oRGUI9teWE4x+OwmAH0OQbc3I94T86B9T4rCg85InaP1YJHDLj36fh5Yuwh+XhCYydu5G0Bh8WmFJV9ykytgI8ulfApbpGzRHr+NXocaNAJOWWQIRlrccQwTrgyuR3TwfY1Btr9/mlWhkjjCc17D1hh8lAfOrbaY0hCQV3Z8dtetRxWQlzyKR9c8+57+FfUcl1gg0cSjQRKn4e3WRkp+iFeYa4h0LEL2ed6TGaq5t/3NeEE6UxNIPHUhVGh0yLs4IhX9r3yal+TFUfXSb2nQ9wIHRGMJZBysWyio1CARqcJvdEmCfM/g1JgplnJjJTGL97yJLwLXHFiFZ3vUUJi5xfd1ODIvPjLAWvEDqnAFEm+xWMhNWhZhbpDKK7x/hyM3qCze52JIvuyroL6qSq/G/0Qm3UVz5Oufaak+5h6QIC6Yq2zyoRxrkESgFOORC7eSFbiBWP3UjZgvRjpdhGW8CBiZ1lU7h4SpnP18jMOdnJ19yKTYDd4/9tvgt/iQDbPV7hBB91JMbdOX3BbvSs/OOtguJLX8Ceglp4vS5Inbec40klsyetWTCU4dg33pR7sRheFwtmNy+MNoDjZaTD052nS2kO2inMI2CUGy35ySx2okwcMnB6waniP1fAHrFT66a2aDLRLYNtE/jUK2PpeswPv86yWe6K1h4r5Go0rntrQVQb3GbxgKPmcnQMFiXCvOmUAUBlM/AkvvvIob+m8ZIiRTdk2rmy87sfLZ+gRcksyjZ+fFEsKyhw5jA8O+bzoxDCtOexZ2fcTd34HPJsA0jFyAtkt5xkIMmGs9VMz0BE/bY/d0W6RHuO2oltZGtfi3KBFNgCz33jDM3ZJukJWn9hr+pWOGISWibOgLZe0GsaRWf9qVY1JhdQFIBlsWA4kEScT7A5AKu4q7cWbb7y+ue8hoOyg8MA665/vbbsNXekjC3SO2DnxhDbEYvc8gZ/83Y83f/LH39ncYRfYPhM/rlSr19/+4pebv/zLv9rc4Mse5yLHGHybjTz/yVP+kQGaPk99p3xvn1dPPuKAN3ZjOAHuKrh4tXiD5vCnjYhUiwpAaRlpSzNAN7/gy08jMAPLrz0jfRQDTPDkNHlhtijpq0xx7R1W3cG6S8e0w+2QPcan8U66my/rW62ozZSAmy9c3fUPgQNV6uEABzOXBta9bGWINOg1xsxtzg8MlarRxn0wSdxIOUAiiD1KaOB7Q6sZDA8tLgwXz4R7ltfSmfK7oO7IqTzJY8GVJ59b3GnDluR6SvCA9JbbBuZZKvvQ4dm65LZlIj+Dx5ISm1vpFZvGbi45e0Cyu4Z5LNwpvI+SmYhP3hkRv3oGHwTbJPFK89pb1bUBWNONovE2vFspU087Yk1VvpVBhZsWd/sybM6anMjttiIGcBDjlvYkQXOxaEBP8mHUtgsy8eQ9dd/Y4zxWiL4ODf2a69hSxRSG/OsvypQNv7QjAdA/k1W7JtB34Vt+w1CWj41hO3GCR2TjH7/bwFehriJbUaRZCug0TffYvfNMhN6iU8CR92NJCtByKec2SnUYOt44KmGQVtjyfEhajbFoVCfdFJNg2+S3Q8uTAvwkqWbc/EcDk3BGq+tzY7bFQPhGmJWsOHOWxJnDK+bwmQCXjo30OzOBptWojnwEIp6H5yU6Yc5K+772UxrIp65ws0K2Tw158IiHIjPebh/fZ/Vgn8Nn2AGZAfcRvLItgx7kUdLJe9ZWuj3AbFLQAXkr6cBKfumAa2fICKVkrGwlwi6XUB35amANnddQPbAIg6ydLbbILH5rzMqnOi6SVwcsNzit9Trf4Ha23hUQv8H9lIe53yfOd7hZQXxCp7XsloQKElceaemrDs8cM1DRcRo2osyhdJSzGuzCn8tS87ARrk7z4JEHlroxH4NhJU24pnTwmudhGeEjx7bHBf+4p/mrXv0dFrPyPQEVEFeSxZuQejCm4ZEDgOmbXsvZNPtuyvZnoN1EvJt+tEPqMfSGDHIP/hIenJphJRet0jmQmOiJpnS7NINfLahe4tX76toMI3Nk1bJL6NAcl9AlmXG2pR4b5kq0ZZ/yx1+0aSNGXvWYPNTw2BTUA67oC9COhDP8zEnAHqDlqcBXOFjrGqtFj3lN4uEVB+DUWVf/sOfH2jT1QH6WVbov0Mi7TeqV3+CgwPzDh7tu3LZ8iZguFkFWnZayQG4Z4aKnCbe98rbOzwM65Ttihs+zEzxo7KErc3zv15W5HG7I1tSbfBfYd8IzuIzsMJfW4Bc/TKYcNcuteze7AjvvuTtYacBI0eVrcJ0EMSTfesYlNNKZZ+ueukv+WjaRJjcwws6JvHbmxbB0zKfuApOgGSBxgvQ12q3btFF3GHTf5SC2+wzAfSfcrenZes0AKO2pCZUPo9WknzxzAtHV4SMGWn6pwcPFWA2n7TPsO+eR2x1LJFO+Kj/yqb1SXuWkl6GqDPgBh+6STUDmvS56lKd0Fd0Yr45iZHBJWungIDJ8eMunZuS+yCKGcaQLD25OxlxgAHne7frCfSbxk/MRuL72lMne0B+TpuqJE8GyTR0FOfmhurVDny94TaVUqxO4uMLoYNhO+GZvzU3lIQKTrFLOxKxz8pr4Ddsy3/VLiYABTv7NnQvEliv+lHViyWvhtGzFiS36TGq9+dYbmwf3+RoH7QMJs8183633EHWyR1xfSygmvM6CXvYZqL/3k59SD+sAtlvsRvngtx9s/v7ul5vvfve7m+/+6R9vfvvzn7Mb41GKJg0IMqTvAw/bwCdMcLjazowPK95vbD5nNf1XfL7sD99+J4NyJ7svUA51iJH2oo0Mm0OGaA06kYugn+x0IsmYTFxReK3v9kUnI231OYyJcWdSMuRIrz51xW3wLBD4LcMANDwFLvdyq68h671sdw0rtCWljSdu8F/wtAXL3T8JL/HbsoUKeEERh+ikMf3sCKYecQ/pHWHLvkxTtGwwim/RCXqnCRrxg5ZtS/qBKFPt+kxKWqXSQ2Mi1UE5UrV4VcfB0V7BqISGk5HSzciHbe/6vFBv6qLkKBTShY+0jK86Z0slaskrznGnznQZG2h3BJXY3WXabg78Gzhimufw5trPBGHSSXuWDJoPEbj4wDEeeKJMroui1I95EdmfxNEk3jz/CS92QowudLxL1rIKUbm3k85w4WFuirJ2IOZaR8onjVQVZAnEakJa237FElZXKeAgGC4zqwi0Ri7yiGNcdNt8xNt1EzGiIpOyRj0yJF4dzslCGwC0Z3jkVS9LmpK7dArYJNIZl4aXLo1oalKStuHSY/SSdOLhomPiR5IzV7zDoGlX6qTbAgXelzWmfF4Rp251b1RjEjEBvoLXTM75OjPpIsAO1uA/y1GD7h3ZlmyNXMXQivvIYcliYBIq5EdhC5ZPKsg22o5QFdwhZepVfxOPExO/KPA4kzVlBnQ8tLLixEOWux2UfQzIgfVDlg3uPzra3OPQk30G3Tyi6by4YmeH0A6bbYmPJIXFMLnlEShdG5F+YKa5l21h6rNRM799fV522xJOxzNmpdf4KrTtyMGsKzx2Nq8zy36bE1Z9x8ytdm5NzDdjHx7UQPspHdhloGLeTudceU8Vr0Y7uXq5yzab4lsdKm3r5Wj+vqc6LV/WJePMdurvhLjU5wHzvemGVZpVWT04r/gV3vjDbBY1zat8C/AFPCvlFVlZalcEdwLWmTg8GfhR17q9UJ4ufx/c1qKqJyON4dS1QQR8t4Z6AvFTPy+FfXsy8GXs+Spb0A8vM+B2OzerTI9YZXJL9z4dVVcErcfpDNAheJrOPfWVehueS1WSTz2oqhRWOb6+z7KF/ujkN71slSagzTuA9NN8Dii/ZPDtgMGt556GfpvB9+3b3Nn2eonJBvMuPX81eKr6WmXZ1LfvSza3wYTOjjmGHkCVIwJU36LYQ8mV/RE4KSFxxu62L+pBt0wmJlB4Hhbm4MidOtevXs+OgIfsdLjvt8F5x9bD6x48esD2c9pbytfD27INXV7qnKLWAlwVdqXUt2ek6QFv/uqLDeAqgwMZcEyRAZB+n404ckp2XZk3RC7wJKfpHds5qa6KsRkUEY48kz6SVDOYYOILn0HBM+IEZ6dY3BxaxN0JC/ZR6IFvnUniymze8TZ9kLFr8lerYOQjbb2RcFIefvaVn++2JSOHi+wnJVc1J8GLzzYty/gsp/5Di4uoS/iEROL5/HNl/yG28Wff/dPN3StfbL7gSwOeZfIB3/G+yusM6s4Tz5/QTjj1EGVIz3KHx1NWwO+xI0Wb+uSTj+ucExT1//7N32zefvOtOqQNO9TO0nZpHPxy7o80MLpz7DrwfBSfve68eO8f/oGt7Z+ibw994/A34nn4ynW41gv3Vt64e/M0+/NMuih7DrcFCS78vo6zX5SpnrAsTbccTRfusaUKK8sQqxG27sdsfELOM0BdneGKVeeKxK3brWSnSDHTnv1n8HuZKEVZszVkyYCkqbV8s9AjxRYe8Qk3xRm/aXmf6Vlf0I/p+EU9QQVuWYp6Gpng9aXkEX99/q5tWciLego9S6goNL35Xu2DdfVFXGSeEU3Wvxn+Tfrtx6dP/wqZnK6gV8jkxUhVu4lAqReTYOp5Cnagqk9F+vysej0hDu/FNHpDBtEtuDSqCchveCpqNFjV7JYwhePzNgazpCdE2hYkM1EJr/QG2/Bc/C/qgUz4ia8/D/wTaA96ixwL/SFb6Jh+TXvcHwYLv6DO+E1Tpa5kym84T9TSuMGauaaS2dMeBbHViQq90l/T65WThfdIF9SvcDnWwA8ZhEuyDYV5Zcrad7b5pMcBW8YZbPoZsIc8+PZ4kXuPPeSubj9mhOCHRejdktpmxbuN2baAQrtTJp5s40CLTgyMTltF1HVtXKQHZgDbtIMpnaUlHEQHIekXu0hBCPsd5efD3MOFLvNzq2q2ltOJ98A0XU4MZlXb2XNXAExXM+3oK52folz2lyTLpXTZdWABfy3Pbvml3HZ0/bUY/B4lVtfqtctK0VKWlp3/xtG4ZbLMjpt62DEN61i2kXa+pDnoQABTaB7ykayx0nYgvMYHOC6zPI07x89+Sew6QfklkvrTeZQn+egk2dnQATLmIF2X1WPu1rxAGmc8ADVLq4Jbg4943cOa7ADaGu6fn/3xICpXwJ9dZrXvynXqOZ1uBrFuQ99nheyAwdc+svhOuKsVDjQyQBoVUlbFXYUjybDBpQoq6BluV4e7qMppgaz1v3Q2F3C2kYPm9vyjfSYRGDg84JvXn356gZU3BuF03v15JsNlDoXyoDa3UDtoTEecE5z7M1PN38GfTpWWL8Hty6kRu2nIRdoI4LHN5Cq2VQTX+G0GI/YEe97Gs71tp1AO5bUKVeeaLNur2YJe29A5EAud7N1+xCB8jy3obOVlVO3uHXWQ6qM9qh+f5fDutsWtf0es/B4Ac6XTNjKDIPSopoSdcysydpy6xsCoFnDKtkugobQhcrXVSioJhy78UdjFFzjoSTGSFWJdYxPIYuqoV3kXhKY5CCS9lto8tCmHXuSFsmaeOINOTmWzYo3327UPXqUije9+X0KHfp/aT48p/vzser69r5IlQ61XwHhxxvMbaKP0jDjuhi0djzgBstAzbluJK4+BNJK7fdzD99wx8k97v85W8yscmHbF3V8MwLWH8zwX91m1vsmuin22g7v7ROMpmyl67grTlC6zu8ZzT/6Bbei/oQ4esEuFyprBswNo0wQRXP18YmdzGat1VXsf+/zRD3+02fviS74J/uXmml8+ka554X9tF+Tpryaj6jlsuKCuol9iN4gTcxcpLEw0k0rWj8IK6qmXrr9bCAhr/tSHNPq6hWMgkaV7r+U7hnUiwD6GVqpT1vCS6WlOVGUyDf/mrvIYjZW8J6SVoj/bCvFPc8+389NSngZXYH8nOaUpt4p0kmydvu6FgdbWRBAhzodVjE264/kKsvU4qAtp6YCzGtdIL4JxAzHxnUg4FuDzdZvYoNN4oMWVtRS9hi1R5UmS3XQ7uFOwJRvSp4168dQQQm7xtbF/dcc1kMnb2JENFjWs9dQPAp4jpe/Sn22MdhYDa1yiqm7Gs7noFqvZjSIou4BaVl4aYRiWHbEYofdRwlXREYCwoKAGS0DBw3jELwmbQPN4gbud6ZJ6lT0QGZ/SQlS+lEukIR/+ChleaS3x4okx8rmVpyWl2OUqvihWQ1lJFclOvBtGVExLb6pwBWFOu8DTHM60qzxajwtescQglHc7H5W6romH0W4jbgobjSxG0PnwHW7ONdo84CG5x8rIHp3aPZa5D5iRPmSVwAdCtpzzMDwC1xWTMioIzXoccs0ykIMEqwkUf+gAr7Bd56ds2qxXzF0sw2b+OAW1XauK5I/PBDiY8WF6kU63g2u/EeqW8mt+K5SOgv3up3yD5pDB9j6nsHv6rVsNs2pqRbMwozBzrIdwQFxOcLGfE+AvBTKLg/2avvlGKMDqQL+u4yr0u752XSu+beOKpX/8kFE97kpqOKvAxMx0zH+FOz1hOn7C61Lc6loD2dCphAFv0aNMe+CbgTYYGeCGYPGqtiEMjqcHMtMLwnKpAjOlru8++k0jv2VigDw4aGnnutxCV7xEoKmq5IUWkaCWxl0dWjMte2zcQQXpnlCHMfW04w5srE2yccXGVSTfifYwreuX2K6N/R9g7/vY/x73+5zO/5BTxqWhLLYRUreKP2U09swHjr8MCBTG2OHmdgDQkpcRvTy8Gl3a5CN8vOevclOZ11/0QQWvdGWaZcUUWk6OufLmytwXX7gN/Vq2od+8Ue+CX73KFwms75yUnroyZI9+Id88womLvLh6GU7gWk4TtL25V/4k6E9Q5SnKAyY4EeUx8BJuu73rpqn6AyrJlpwbPK5Qxpc48MrPtL31xmtMsvAebQ5ju88qJ9vQ+TyUW3n9/laauYhe27MVzIVGV8EZmYHHaR0ZjPpZMnZT8FnIGpxeIowVcnr6OQapDrI8vEz9JZuKJDFcqdCQVlvunO1z/rSzKldjxFJ7Xr3Xlj/CEk1i/PUPCAwLTWV4N168KGLAAekEu225X6moyRh2SLhL4sLlsnNkusIp3pelC3c/400yHITxv5jzmVPptOseGChi5AxlKQlobRienVzRDyhhG4LJVHRidfPZVfobOkhy/erVVOYAHIhUOKBcbCuE1cTU+c09DjTMp9ZYdf72d/5w8xnbvsMbJp6xcI1JnFuv3crBhw+ZyLHOWdYH7Jzx1ZbspICyr2c94/C6B3ybmy+zUR+vbj79pw825+lXCPdcAQ0Os9mcdzKfOnsR+3rI58v8lOBf/0//cfPrn76/2f/yfnLgQWu+8qD9+C1vgbVoYf4kJWDogbvPcXVuGSrL8iwvAySFNCqtV71OzJQf/S54Uj/ulnpOVMpzC0Vtf0OO8vevcposI3vlo2TGf1ygIQwp0z4nl8fQimqhquKsG8lJki+QpcghfeSRQ1TMJdyA274oqveu8fJIuzNyVTkqGUIgee3wep/FCYf0F40nNA6zKriY9YSUtrXM5zps+XHXTyBy0Vikfxt846U1fvR4k0LcEQ+g3KAh/fQZQtz2cEQTb6MiD5Lmvi1Dw/ouB3FzHfgmDFDlGbmGDX4NZx7Lni3nWbNFtMvfVsfYMi9sKW1Rp2m7HIKAuEVLHayJE5fsCItnpPsd3qremI9iGj1YhjsCmTOFrOIoYZOmC7hlBqFwwB956uyFBTpgq3lj113jn10JtUI6PpVE3EHAm780WfpNMmDDW8BECDE4IRToha8h08KMVGteJiZNkUihwRl+o1rpu/lcwqkoyjnSmija01OuuVlU7Uyf2fskxaCN4lKPt8JKYSSJBt8p+34M0BETl5Bc4dBKqlOSmnf5KNt2ZYBECagncj/g4feb+/ubTx/yCTBXOzAu39O2n+rpt77358pRjBGi9S3gEiXsW5ZFurM9VuaTXGXFaxR1EsqAiVPYM1KaAR6kdWegQQbyiSK2pd5gFv4KHXG3l9t5d+XMB/XhYR2YltVHdcXDNx19yzRKlBW8+D+my5n5K/eXhXUZbuvkeN5P0scrF+kUgtHTFKfaugjjT7DKtGqmyJWHQvUhyY86vk1rDWfgmvJIQUhgcaaxzCxTB7f5Wxgb16jwIOD2xvC1o5W0FV90VlwzsSQFHNlmQKPmvvLxedNo5im2pWwAwz/+Cls3W77wHzSFp76F78o7WkvbUrTsVDlIsnbaGfeshXQ1xsSUE4BWd14MCe/zwC/Q871Mh/kCdeHKeTrW565tbh1dz8DbXR+PGJwdcqZBdE4dOsoEnYMxCClAhFAmhR0AMz1c56fD2vBxV+1SdGokiULOUROefuCn85LE6lf+Vb+DT4at4yYQusfK2T6Thl/ScbeeX2P1ztU6O/W32JbuyrirYXKyTPzUlBMS3T6mroXXfFH4kqwzbs2cs9QrZYsKksQLP//R35JPoScoZI6fuZ/kH5SJcofDkA4eurJsPPIlb88YgFzhQLabtH2v80qNh6vtM/B+wED8LgdrPeRTUb77H5GoD9ktEZ3URI2DcL/XbNlfQGe8gLu5RP25gn79nNd5XmVI/hOPjXF/5mplPqpdenPwaf7yQ0JdijKlpqjEuRzdekWY2D8K1X7tsGbAFSHBUwGmkkgcNM3vsJ2yd+2rUEX3Z/lE90S4hd935fNzBR9FEsy78+LG9kc6REjaWkkDuOtGXROcga71M3koROWJDOqAQGSRKLa85RYDcgBk3qoF0GfJtgst40YGoZo63n1CwxmYD16mU8dFg3sIugugbOYhW8KtL3n1irrymw9+G/2IeNnvyDPA/s63/pD64ir0080br722+fiTj5jIZucYE3gPOFsg9YnJHF/3cJdNPumFoP/0s19uPvvwY8zmMDtvfIUB5W4OOYvg7/6f/7K5cI1PwWGD/8hJ6f/9X/+HpP+v/9f/jV2xEwGJc8ifGWj5o5fSiJOw8lG/wUW+x+zQe3LEuQ/YZRRNun6eh0zoDHLqv8suZVH6KLy+rnpviHfLYHYl0Qx5df7YCxctp9sObd/if75LatC0JS3jZNek1OULO3GDHwsc/gHDltWcMvdPuhbf6KEZxDXnClW4hei4CncomNCXa2NGNwmLJbTiMbW0H0LadHoArBwtmzBxTVdtKHGxjTH4Du3j0lZ60yUxN/kPSWEoz5Kk9CEP9dK8k1I8KeSOz0SDXtq4DgsernPZ4d/ZPVmb8jiyKv+02ZMgq7irtGWFE9LvgVftK9fJbs1FiqHLeULuOjmB4m38i90wF3TYSGODtbJoYBe/d/6iv/gIESjK651k0ogB6em8FHAleoZPHscqv7LNwKohcjqRUqBcYrTHMIxtwUbkIJMYeXW+Ej0ij9F5MUB0Bqq6l6s/yb9Yo/mCPE5B28nlFlYaFxD8nqmP008+v7/58D7bEfl27LMLV9JZdFXCme2LHFJzAf1XZ6WaEXOSvGgJlk3UBCxMR4M29PiiGlx0NCWYjbrKRQZhspWfDiiVAwpXu/zu9g0OTMvnwNxqizyu9LhN1bufdPI+l3caD8iT88Cb/5ZJNLNv+N5bYUu5p+f5GxZji3y1AUg0izOV1xbyTqDT2IIMgwmGurUM7CB1WbTeRUgn+JQC6HTBoV3oCZSmX8lKQK8dX3zWum56xfIBHM9ob1qeUADn5G6YUpYrvA5xRyYnA7jA25th8xkuMWX94Q960k/Jy2tCOwJTLBVNHeV9SOz9OgdtXfJQKeQOP5LkcC33qZAl8azzvqebiTMrKhHCr9FRvkz6W1d5H/z6VbZ+8m1ttpU+4MTih9SVQ2RnF3voQL1kWWTM0Ih8rJ3WWmEBNMRNGvM2bKbL1ug1VSN7t/0o1/coClDywNUBHs1TBop+kSAH3gB7yuGP+8/Y5kr+Hjy4vPH74B9+/FG+VPC6n0B6rbakX+Wk9PNsD6hWrPWugP4gvDgGESMj5qswVqlEExaInuFU72gMAzHPne/Gme9nxc148cPMMi0n51We0meFe9Ci1Bf4Hvo1ytcOnweqPXx4k8mI67ynyyfJ2LLv4KoOj0TD0M6YjF1OyQfkYkvYn5T9FNUTDOKi39B2wAbtCxxsxbFsiAIO9N3KnE/mldFjC9pd2X3kFQ9i2nQNVtWj5T50D2NLR362g9G9wphxBFzzX1pYr6ZX12pifjatGE68uuKdMhEXJvKm8rAjJD5D/NSWniGTwkQi77PTKnGFjAe+BqQLL8XWmZvFlpIiqSpS/IFXchsogOm7DgU5hSwP6w/01aF/ICqp0qS2I7e+0mLzMhVaJs0jBrwff/zx5tad29FHTiNHb24xd9u2O0XcJean6+wjHLLSfYEBsRNZX37xOa9tXadvYJlvcpK528SfMPCVgzIrzxUmNQ7uPWDrN7vn8gkzJvNZ+X7GBNCv3//Z5vqdmwy2L2x+9v57HBR4LXFOhteWz8oj5E51aU/Ji6/k+BrEQ9ost8Rfvma+R23Q7qIZdTD0oJC7rst5F/4CYfPb5XU6+sR/QkrpnSRPaTL1ZELHW9agfl/EFV7Vt7PwIx0k+y7ui3E4iyr0mmAGslIcP8NhsMul6vBKVQLPc2XlVVOr7pf1FNyaMnJWhHxOjp/9zn42zVxKb6RzNT2yJyOgLC1DaAoVNxOE0d5ufmaqX9EvqSn7BrNj4CuSeTXolf+2de/nx7Ox6E+Cqu8lboa/GkmeT6VkLTy15u9VuK+Sl8I9friaD8XJbXXsgC+dwdSctfwNppNsWgKdzvtALVsxDMpXyXZEJcFSZrIYP25xKfggNuSbuyc/nSnYLBXUzvRwyhOULluiqkPRcAFWfByI9gkmkgXnanLhPeBqvT6vgV0lWUg918z6vTuz4crvE/bVHR7ynrcv+WUvGA9Zezd0og5559nOilvTfLgJr3f9eEgn88jceY8IStQN3irTi/gq5emYsSh1OBiWnu10uOWNE51Z0aot5dcZeF/LLL44ruDVz/ccx8rMiYWgBP502rO0K/S7vv4zsX1+NhWsVST2FI7NotdWreH6RZtl3zsZy4rE87luYXQaadtOFY/u3K/CCW9XnTQ6YQNfuAO4ksyQD0/Cyc+azhjddmtZsPk6pwidAUh2taNFaUAmHSD9EtP0TB8bpyEUFYvNSn1WqTBI30N1sHyTiaVbvuPMgNkT+t0GesTq0lF2czzeHHleAXl0tco21e6o220dLlObybp5ZnBO7yODeOKsN09YLd5np8hD6s0Dfg+ZoHrIoPbQgbv1B1rRBwMYhye2aZHXfOZXmR8q6GzlTnTya4to/KSKbbyt0BpoyuHvgI5+kRMKebWk21mIHrqVmm2ufp7M98E///KLrHq//vrrWQG/w4DDV098j9mBmJLkUDcYpPwGS/OljNXmUB7EnyTzdimehLHm4ev4EKcUFyKljX5grly1G8o6eUkJpa02/oITFTeuMhC/wreYX+OTZLxmwG4BV78PsJeDA1bFOdnaT0jley8kygFrpEtjiOIfo/cMwPFfZMuFNDNBm5VknhGssvuVivosWa2Unh+2k4PYUu9WLajvkZMArSuRWl1rMLgaTPPsgcdJzjahDgg9KbZglqFl3QNvoa0z78tWWyPk7UXBghSLM2bHIXsKBfDouAyJNaSR3Lu0qj43z5WQTNpRchO/xMwJRtsgTixTm4+Mo4WJgcqLf/zZcRAEkZCC9N7vcQDfz37+c+Yb6lUsB+H2Bd6gfnhw2s0MvK8xkPWzXw83V3iVY5+6Xzo8l7NQHrBa7pcGvvsn3928/957m3tP7kIa+kNey9/2Qn5+NeSQHTWPGRhfkidbDGyfzp27tHny6GDzt3/zX5g4Y6KPT3f6HVwnKO2KSCvtdGiSH++xCQdAIz/ALuQcB+z38T6TB0y0u7VdXSS/pLHFSvkIO25Dc50XW1d1vvzf1NX8mM2zXLeZWqC4w5qW+1lp57iT8rjEtxzq95W6maD+/pGPVKmd3Ad9hmnlI8czeMhontaxisBC6lVsa1zyjRJ7FVuTOFMXg7airCynEIU2mTlY/TQzoSnEFUYG80yyDnx1t/LeThszFgRC/LCLqW+jfQOhzptaNY+nOQv2rPiRrsmdRub/B3BaocktjdEEm7xV4BhXKsYwPoDCNdg8DEc4nTdiNPTMIgFX5eLqrDKx0gou18TvlE2L1WmX9E0tpEZsGt+FHB7hIkAUQsozu6bd710ZF9jSCTBN/eZ0sz8cIBvKg7w3q1gZPumplO2PPF0phYMnz+pENGWpDrj3IU+2awVufHWi8Azm40ZUpU7M1gVJ8uCoBkbO/PhPZ0xM88qfD1u6MzyA7ZDTkWZ/oeV+xAywD036+MTzzpvx+H1/6hJbuTz1lsnxGnzzIDX17EwTWwE4P8AgseXScEyQLVx4qt0qlzxmoVXI6QDA18N/LjEIucqhaQ4aLmdLuas1dg7qM2C+v52DhciPea4cKdfEeEDt8OlMb/wsTyJOuSTVIDg3wyl16fhXSONednNS+RVukMNNe4kulYm/5ED/4DcgCVcHlOJ9BS1xV6GTZFSwyDQi9StYbtoW4qtr/yw5DU/Uju/0Vpa2+YaJJ2LKPd4ivKxYd/yIM/0SN9INFDH0hkfoFamCJaq0J1ryIC46Xp1yi6g8K3TXl7g5PnJQ7igi9SpURFAxVTe2aXb9AYe0SuWAxvL0XdvoiTqZT2oxKL7J787tO3SQr7Llk28wR77q6Pq9eT/X85iO7hF+Tzz327nRE/TMjyuSDrZLPlIjloMaD5u6Sqf16g1WwTc38h74A97/vgctT81+zEA2P+qS25RtFJSW6YCya2SM9iSoM6/DmyAXg9E19usUQAY8Qaq8uxNHJ96UFBNaIWqy21rbtKz8uWplvSAce8ATXuDayX/C+6ceNuZnAz1o0V0xfs/4zmsMxm/eYvXWLdY0aqOgw5tLVtSFycc6xz0/LhncEHQb/yQekKTm/mqdrHdJ9+B05bTqfDQRKqTaBxL7bm6+CU67eZ1B+CGTEG7T39/n0Do+F3WX7fpf3rtbzwZsxE8b+jywWCyDVoETPI95f9excH8P3Hd5PeQtn6bk4eGG+GcO4tVVDs5iQoRXmlqJDrBc4dQNtWegJY9ocCoLJ4g8q+ZZnzVCmpSHxY5s0c24hqAU+I+tWXYG8qtY64F/uoqrWO2nB+FBH/LFsCpplfXwiysV08UJwFX7LM8Rzq2RRNiGd3seOzKa3+yKkvWrMwsEEuYhk0/KaTub6GpDEosOLYkoGL8T5g6KHzEhpag+y3/zj7UT7IoTUUyw76PQazznb/DO9CGvJ1xkMsVJeIWy3tl++DS9yPffb/B1AbeH+13ud999Z/P2W29vPvzww5xufoln8N5DV81pd0jrhI5fXDh0dwpfSjnY45A3Jg8v0I45SaYtODnuqw092aIOSlW2h2rB8iEPyRJ5Qx4Pkex8OcmOCkpP6iaJRbbtsy9Vd0lJw2j1EysEVufNQEB9FjtZxhkcIgzIWbdQPIYwiv043HKxrLwrEfd8ZpZ7u+SZQFvuWbLYK/NfmqkDpHOFV3eSDKgBuquLf2W9Rugr0tC15owARJW9k0RWiHjXVqSedhq9WrZt78cIrxRKUGk0D4nFlW5ThoTX/BT3yq/6lD930J+Secwq5WzYgqync2lT3KSGWKevc42wl4Vvce9r8uADqGWOQK0B7wrQ2HrUkXcF8LfrSCONprcbfUI45JrlCfHPA6XMYmMlqGVjXRJek9JIk/hiEm8y9eJMxVzUEIGE9G9XwufQNcM+65f0M37753v7TeHzzNZhdavFDtiKviK9pG/rVHNp7BpSzxoV/TLUwltxu7KrQdOryL7jWcLlIS6eUCmyO9ftgqjIXdhKg3gVsouw0JwjzkCc0eIfgBMqVuloTjD4W24D31i52ZTrs2GJSRAsY40n+OrYxnBX92ZKWwqFsupB3kq6nRdxygk/28mn0hdeRCaZNNSrf0XFa3WASRBoytVDcwi1s8F4Qqfp8ALffD30vbA6+fYC3w62U2ZHPo4kOZE5jVDzaCrb99NyodzhHKFJIyL0hLny5za3K26R5f3t6wxCrtABkP0TOgSeTJ7BtgMWWthaIVUXKaFF/8cqnGxACu9WFrCXcRHXhOEp3aJStPWXXge4Ik+8FsaSTnqVdJSdiUrm7eSmG4jbEa8ohPVAfpY/NgPQu3Zj/AwLPgkapnwpm04z7lVmil80xLPuLIPrzsEYcNuRSpydTsu745f04TQevktssCKLKRoX+bpJXzMH3YHTpI/dtc2ZdGRRD8lwEQ0b8Qpx1cNKrTokVW99H92OqpNLtxkcuc3T71hfc+BIB/kKHdjsQsEg8o1N6FpHr3C/yqDyMYemPaUuPKXz68DzkHv/nIjSjpiiyqpXdrEohp0IO71HbCGmM30THtf43bp2I69pPCbdHqujdzlo6T4Dcd8b9pN7R+fHQB56dlacyEOa6LJyW3mUZ9uMaki9SEdj1UEUaT2cQCP1FqQxgqfYKSNRaGedJRyu67QTBR4g52DR1To/T+ZKn185ULdvvfXW5t1vvZNXVFz9Pqd9YU/FZ3QdI7N5wxMJvZeTo3n+pt3KcdXlzLM714qi7OZ/y1k2sRXK3xVwBsg5gJIt+G5Bd9XzPiuiX97jQDbK+rEHbjKYoYSz+u13skOTcitNWO/8Rjw7pc4dol8H9pcYYHGqPjbkIWY+H3S+/+0kkK8xpc/h3d0JTvgGQ5uxBnZYoPK7TR4M8C2XZeVaVGOJ8lBNd3Q4WRwYl9bVUtfMt71vEpy3fO3AqTB+vvcvOatAHSRYxB0AhZJMFoqDCRBlm0Nlv2Bq4FNM6mjQG7ulE1iYWxD4itnYhWR5+qzN8DvlIFZsXFzikiYVrcq5RC7KZQvk3c51aKNnyuPgaD9t6AHlLc7DC/c2+/cfppxu3Gaij8G128KdBHSXyN7eQco4ZwRgQ9k5woDdQfszwneY0Hr77W/xze+f8L3wtzavU78++/gTvpfODpTPv2DyzvJHAnR0wKfvPCzxHPYS6bN7h8EacWU2rRXuizLwEB87Buik4SV4IzB2cqBhx66rvEzvzxYi2om/YHiBdVHlLq6s1KHJhivdVWACd/TO/WSMRfwd7GPBICJtbE4xAFAuzxw8ErLuxL52204IFQ+vJUNLkjpgvHRGtHFLvH7gVofeE9BxRB130JGMru8VakhDi0rT6lDpek1xog8kpN2hP/I+EpQekH0mCBMnmjNRo9+43NEf/uiCcFz6rdZ1AcrcEYk9/UL+j7uG9V2M2S/tQX8GL4QE9m8B/u48ijba6rV0ZX+isC8sV3IE7TX3ncevR7cEGPpcyq5p9v3ry//CGd1BPPsdb5Bb9KSLAa9CWxkTH60NTG8Nn9IPMPgDT99KKuRHWxL/fNnFS1yTaURp7cI67nd1Vz9bearcerX6+lDUtaiNOjfcQcilMuO18da45/tsJE0361Raiy4H0Y4X3itHKWbLR/xx9eGUB7mQQljkMhhcOj92th8zCPfzRBddAWdw4GqHAwc73XbkMwOtbPw1LYKLK31U9a7B8RK14JcIdDLozKtdO9TXmB1/7bU7vLvJVlH4ipMTyhlcKI+D7jpl1zYE+tFB5VIO/TCr3AwFhfXsX2X5V19pIDalGienvau1aBdP2UgjlQ3lIWdc/vpenVonqsTuh2Edframk1U9JCl9Bk6zHaXjPtIvq7n2mkOx0pleVzbStIp3xax4RY+wERiNdcY85/RbCZzhOjr1TJnCUFprXmriQCLCxvBC5eG6fiqof65a+/rEG3Rg33r7rWwL9j1M65iDwrGopuKCvxCBnvadV0PsyKIzBxjZfu4nxNhafMDK1AF+3+VUJgiwKlnyWMv8zM95BiTnfM+X9Oeoy9f5OdA/or5dp76/zmRXVsJZWb9LZ91T0e0oZzUMYdRZZsLUo/kTpgpRaEHw49L5HzooyNlXy2PR1YQa0ikiZYBN7GAgVAOAXooRXX7yx8CDxtPPbO0zIXFv7/7mk08/3Xzw2w8ZKLyRVbs7fKLMMyJc8bbNrI4c9JNPactQZl6LtnYTpxCTa/AEeq43NLfJnJimULgOntOcA6JFuCVdk8uOGKCGUyJOZmaFms8u8v72Lcr3bexujwmKLz7/Mt96fuQWdAc2/x95b/ZkR5Ld6QWAXLDvVd3VZC9DTlNjxtHyLDPN/ywzPUiUjcZk0oNsZNTMiBqR7GYvZHdVdS1AAYUtkQug7/sdPxFxM28CqGp0cTjyzBu+nc2PH/dw9/DwYKLs8D9bu6lAVZ2nvujFnGP1yqfqDo+5J4wJOMexZbLsjoJL+/ygE9vLvYRPejlpVs+YzUXS7Os3nfeQ+mWuTPu5iM3aRmqxqqGdUDJQ79l3J1tnoe/EHRgPCeCeIiftSRy8cNWGoUxJnH4oibDKo6bGJEDgVubII6VcpycmYLlCWSN2zuJLv+jCaxj6mpxVnEk3MupXHlgERvUHz7IGHXIJr4jYDvi3aOCLKH/aPIbjdN4D9Q5YUPO9fw/SO6JtP+Jb355wf3z499TTSdqFiyt+6/sJO0msOyffusfA3mbx5pjFmq85Z2GXbeCPnnCKObtofvDhD6e//vecXM5C3fd+9Ef5GsHjLx7mTIkX9EkuArgjY4+6KblC8sxF+cseKstX4Dxz4DmLjY4/LuxgiSwUhIiKyM+oha26XCrQuo8SyMOgx+JtdEPK+3Pyxa3qoiIbCQUzrn5jXplTv6SVr7TgRAkb4EXa4gqbrCrFuoQmm7fmGlgSCgcNEZ7vMaHzj3WpFhdbbhEunN263foJCIVQ05bFnyPatOmUr1IzIY8Gqr5T7/QG7dJGxI+9oCvRhsJmU2rgJWuV8ubgPPYdNN8M/YfOxUay+EARsSkfbFUfUemamYXvxdPSjf3s6HfMHnoyKOww24qurn/Y4kq9OawqbLYERxtV/yVSw64EfM/Bs+94byhqMbAIHitWwJGOfGWAlabsacgpg6EADn/AcjdOeiw2IaGilma9pCYrjaVCy1VV6boBpIJPIxZIXSW+ym+8+GatB2QALvnhMsfXJN8Wlp1VqB/VEUmx14jeDLrg6/QZcyPxnSJdzOa/Ruo802bzsh4DZMqcmpRKNtduyi1d2yAKR51lEAo1T5P28yBOtGvyXd8O9iZdT9Esd+HZYFvfhuWwSGFe3Zj6qaWwDpDzdJunUm4n3+eQIH1PVfWph0/wDrnBu73Mp4NVvTU4ythrZmDZqvQp67jIq2QhN9lnYdbw/7mELWWrpuvEsqVu9bGD0kelmZfaATGT5aGmGV6biH5tU+I7iDY8foM2yk5e8R9EJI4rOYB3UD7wOt28pif1pM84IyU4Y3CTvJIjsEGpErcdFj/KBV5gNB5AEvMiuDQZgVQ5ArZxmc9kGKnhoG0rryWFziy3+vAnWX+Db25S8sZdot14VsEtTuK+/8G9vJfsE1kHubYnCWrdgR74VZFyNp3yFynmFU4wvEEyrLA9QnfHdgTtE9vNeAp+zJPrY+K2n7RnaPgE6RKHaPkWd54kXmICnxsyW1O9A/PU/Rqvddxii/Y9cJ9yQJfvhB8wmXeC5sTeB5R591oZguvz9SEnskdXyKa4HSb4Rtf9am6hXf6BkWKH0NBPUxpwi76dWNHuGawrF4Vmq4znXSA7W9EfPX40ff7ZF0webmU7/20m4DfYaeBiRpWjFhadtIdmKhBmoxCWcSldp49KaZm2+LN86RshN8qyBXQkqYV2AM/8Ow1/tLfZKEaWoGuJapJHKrrKIX1kWt6b169mQnPr1g22oXvw3gv8eu/3iCeLPoVWzkza1GdFsHkm4EyiLmBTLw99JchXlNyC7pNJbJGJ1QXiypHD15xsWw3URb65Ttwn2z3hzY01smPhCj7yXoe/bd46MYMn18hQFuAA0slXklM2J/t1anilRQ+UuXWvqbjI4tPY3BeYVFddQpFM0+z/8lN6CcTJu92c2AnfyNecrI9qK4WahQ2CLhopR/2sQ/nym9M6b+Sgp/TXgVvEAJz0oCXRanPwnZ0e6Wa4t/MU+oR+QNpH7Ho4BOE5nx9zjO59+BUTc0+3/+zTT3Mwmta4x+4G277yPuVTYVfpJ/zUnzvRnFgfW67LLN4xCb/G5+6+/+GH4X/xa/o86uoq/dOjBw/zmbFWrrKWqzponduvWp/62qyfunv13Ndf2Br/mhP3PfAP13Vb9GZiRfLMVVtat6szAN8y4Ty+pp+1l9TNnCwMv7UtgqOFJP1cibAgKrb1N5PbyvFcIu8hQ85r7t+EZOFtaGnslJipmKkbfjyMNK+5RE+5E69ApEkdC5gxZ8umX0ScVBq2HpZUknAdT16BDyzzul6E8rfdVW5Tapjz4RviD+JbkOHsB8467YjSjLyE1Y3lG2kLBbGJ0Yc2fFI2AWYWm3Y+J7+ngEyHgBsUz0vfAHovEU+a2CQ0JkOVWIraBKgGG33RsWV1gwjBsk19SCZ/JImfm1PiIyfe0pE1vLAzciKbl9w2AK5bqnSV34YgUzJWxlKYlT/T794GPw0k2KGwyWjWi5gzdmCKhHTbjfywQsLOItlgLbKPRK3OdPzcwJsEyRvxpIsj7bppmlRUagJsfM6vCNfSjFjBNtAu1kwkMoyM2XNQQR6/eie/edI5ucy5QaykGKggybMk0femZzdjt+ZgyYGrq2UOrHZ82sFNOe+NApUtjQ6+IVZUR8Ps1skqegWRx8ERESfvu251vcy3h9nq5je4PbVcOXwP7KVP2Zg8uH0xT0/sRLXVDPKLj/LpUqzmRbwHL4s8S7kKLBhlaiu8EHsvF+mXJopc6fa9kH4TEevdfIy7LGgFTDlLW+bzW4snmGnixYBMMDpjJK/12n7VC3XKoDyQK/h1PHTIC16RTjtpGG2i8hZ+wRkyLJN1xTwLU7IqonQSw1QWuELxZnG4Wr0AAEAASURBVOwNhXQNoxVgkJ+92OlaWhbyNpXlTUk68ssAUV7S4ZJ3DIlr426x9d1G33u8xlPGGzdvTN/74IPpDoNST+e33QQL+JTXOhpChJx6JRB+kdkBh3GAECltXALasJNpJ/CD1j4TI9/bPOSJtRNOt6bXNuDS9QmMnMt4QIgDac+dcFuyZcjgm3a2z4TqGu38DoPrF7R/J95PD55Pj/nM0HMG2ocMuH1q41gp/V46zSqAcmfhS0HHL/2ldxvgYqEWZrjKExaHbEPDClZpJVrKb4JF3nAwTJKMcbEnbZlE73DlmFzwSTUXJR7zJO/y5c9TN3eYeN6nXtw2e41t/NZpduGAG7lA1+60qcg1OhbDccMbTGav7EdF+F9AXvsJxAy4NXAO0Q1Yy3oWbog3IDt/tI0MWikNbU61XOfsjOu8C37rBgevcXJ1tun7OTJ3T9AHuwBxTB+cMmAT+TYXiO6KMs23gT1LZOciu6O4NzhB8uckbcfXlLBJJ8ORyXuKO1u4n/geck3KVQ752LoiYaShy10l8js2sK6zXZ37SMR2kQoZrCMnngJ0Ka13n9z7QDSvRMA4dQiM2nLBiLXk8PPMA1s9dzh86tx6JxQBpBvSUG7iydu8WC7dG0AKoK+hK02JWwpkDw11ZMC+oNpoFvJIs/y2lyygCIOcgcRXE2vehqVnfoWFlywXCeGyyIe+1b8HMV6mfxLIPkE+xy8OU0e+yvLrn/8yujL/KYtWavoanxrj+yjTAf3ZD+59MH3KJ8geYy/uRov+ndRTv+5YeMxhbk7of/Kjn0z//E/+dPrFz38+/YJJu8MR612X/kDeCD6SLCIyKDtyMSnd4cm65ufOqIxFsC1ePg+/xikrqHoO4XGxL5ZTSg+P0kLxbrgag5belpzZChssvvnz+HAj52zExc12jaMEZWdIYp3w32nmKK/5C2ZT2PStZ3/23+prdiNc5RzlnjMLZxXdGqy+S8FGnUBTqwvppJleefL2fXW/HFgbRKpMWwlvTdTuypVf2ilu2ql8qjSmacpBANh05SgC4DUhlFrmrmYrXDRocSpNegBoewU3yjrLF6xBjvoYdCtVHMo72Bb7SFbYilrkqy6FlUnSB4XEK2xp3VFmUsoyy/DNA8ql/WRxD5rsRYKtbR+7gpw/+dD8TcLJF3jKoq9LnvnJbZUOBahvgc3Tix6NCV34CZk3CAjyh3KRe038G/EC+PcQbvM73hT4dOWtB6E1uW0YDVoE/7msLImYQKZWfuCENzmp5ryTs2zbUKSzkW5kJj0HZh6zrMCp8NgNuT1Z2KBFest52p8JbgtIRHlHnr51qT//Rr7pm+5symZ+x94FriQYNt6IJYTokfM8OnZG5IXEqDMpGA+ukXOcaK3IQd5oJhk+sXAlnFPSvalmEu6An8G57/tliyeNNyc0c8OMTQe37MibkHBu8fR9Vg+T2uMJt5N4y+MWRj854qfAsp0ce2xZnHB7412cHeri1mHLWTJb4OFGp9LRP6yvNCveb1X6+5EmHCl4/uJT3T1xMZ47lpIZLp62Hf9axNZ3+Q3HcMy+If2DQzODDKCL4dz+pJG0uhAWv35O0jus3538nBaZhlBDHb39XFz7sHkiE/6bsBqbtNZ9nWR6AGFeubKbRGlc/uXfBOUfUJtepTaJtjXjNUhWH8jIoFC/bqLeVJm4ck7B/Xv3ph/84AdMuO/mvAJvjGAUvyY6KoBSRIbWT+QQPEyladBrlVXJ0s6ST2S4iztuD6Vt8VRqh8nVEScCexib20edjB8zqcrCCbT4IFAmTT5xc+B0gafhdfCPvJiA0/ByzgITtOOT69OLO2xB5Sn4Yw/r4vfU982dnHkIG4Nhb/Vu9UU56KNKlMFvhJXBKWHBrDLhR6eFE9X0iAcY0YVLeeUxu1N9wZq+SDi92HombzV49/NEuoePHvD94i/yrr2nod/lQLbv8bTuBk/DY3upVydmNUAs8kgy+KztOQT7EtnLboVV4ky0VvItdtlI39QvrbwLVslQ+rOWSo/gI5g7Jtx6fI3++C5nDvjet58jc4eAJ2HnPXD6/joMkFJQz3niTFlOHHSjYT+cwXoPk3Umt1T/Ltva66BOd0hpGz5ph5+TbuzFRVUn8LYZdyXkEzYKRcWfue91Aclz54aHCqpe91n4SSsCqWQnfHXAG8xkCDnr3ddc4MJi0avpGbs2fPrrCe2CeG/xBPB+5SltUxma51v8d4WTTJVLnWMPpXpS5aVesBW2yfeEu/uzTGaEAoR/fAPqyL5C7qaWq/zBR7DOwG9b0xLLGgMdXTSgpC1/TrsncswCm7J6svgzJsy+wvIxE3WfdJ+wm2aXvD30t8diyB46dZf/HjvWrnGmgAt9R+ykeMan7Q7oc/wyw6GLOdjWPq+0hBf8UjP2nymPFakORty6815DmuONl0zuD+nL3GFxgc/dtdwIqeCqcNh1ovPl7XWUgs/wFTANAxm0O3NT4536dn+WIUagoL2QGhWnP+l+onhuk6n4zLROsT0t2wwHKdtLbG5OPIXc0Zlt29fIMJ1f9RsNXGkVWxGeaazgtgbhsUITZEE1o2TwWo40Dcd/k/Kz9RRs9BaCZtj+vd9Y7lyAF1/rNx8f+00odeEDIuKhL71yFfIql8IRrmyDtISJS2g44cK4Ezp9Tl5DGF5KeArlW0Vlo7Moiudk2p1LjqGV11+NQypeylzyCpu4AY2my0a4F0EqUYhAVYlXoEHl0qjG/3NyHK62WbQzg89YaBU5ZhzjU4HGSlMJx+CAS3q8kR+odIy1+rTJ712UuQ0j/c9W5ILuG0VASFqXy6rOZEAJR/kWg9hGdJsE2+C2pGGwDizKCCtfaqMNj66Z3LK/LQQqqRroudlnMnrMuaGnt/BYiLwz4IKyDonub6itdZxBzBgonVz002R1yI5bxne4+bqF8ZU3YFu7jTuNnUGON2eehHjDvsET7myxBceBrVvKj0/GdtgMjOks4btRbsWR5hDI0NvcWt8FXx1O45k/T0w7cYtf1v972M8Wmu8rqetFeuvwefSFyQ+FpLl32ykCaJdyruq8acYXl/oa3Qf4DmWLb2un2qhwtBfya2Jag+XwTV8ldNWl9e8hPnkCF2p1CSz8MhgbfEN7JdssaGSoG2iT6D6x5JdOWwAE+NeUqqy5RifihjyZA5wE4QtH0b2BzXDCpxh9Q3bwXiXbZ1vlhx9+f/roe9/nHe5bbN9kRwftw8Fn9La2ZfnJA5345K+efIUN6RKsvCFdwZFWOirxCnpch4x2TPLcZ4C6c3I5vJ18ZyLuQJhJ+GsWuTwM6cIOfRyfj7LOnHTXkwDbh8SYaHHo8asjB+B7003e9/T74jf5jNCtZ1emR7xD/fSZp6JTl0x8og3KkeeHkRPasRVv9sor3Q2JC4fyW9yU1oup8QfsQDqFukloE3TESn9tUyEJrabzigPZHlOG5ywmXLr0YPqUU5s//vQT6u9D3oX+YLrJ9n0XF10MzMSTQVr0AiFFilhDtrUwBQOQc4mR3316wwlTdd8pb/Fb6LeAnZ9t7SCS9dMyl3oi466n6F/0ZGo+aUc936aOn3sgmwfu8eTyKbsnfMKNKsCHFn19ysnE1Zq3wpwkebI181v0ecgEt76Uses9gntA3tPVzsW9RB/hpBjF5FUI2kdZgELphg1IWnn9YSTqzIWuC7xP7BPQnYs8WReafF+ByM4ofN8Hv8LC0y5lcUHMHQ+f8167ZxvkHfU9FoIvsw0a3/uXUyHts+wQC5YldMNbcd6zW+p+lLeLrS5XrnqpSjCsTAhawq3gRJNmtZtAJZ60Ud+VWvhyMU/daZvGvSfWEzPbaUH7Lrf15ML755/+Lvd9F2p+/rOfp++4zH3/NU/K3QS+f4kdPtQHW2SmfRZFfF/fXTdOvg/4pJg0LtCP6FIW+CuDvOllEjZUCxA8DaR+6VnyWsRLwi7MX2SRPmstiBdtIOd87xF5uNAEJqUoBsmxfnUb/UslfQfXFgQ/AuCvkmJ8JfF7l2UU+73TpdLG2IBaoUxL7/r+Wb1XihhC2YAVgN2nLWDLTNg9hLH0xT1RIP9nBY62MbcpMswDxjYT+DcKCjC83ubeDiEZoeTp+ATfvtWUyOEYvPpDxwLJt1zCjHyBxei2bqnFrz5QCdHHLGvVbdqrDAFCO1UUkf5/5NwvNbu3VlQAupMDDcUZU52Fu1BoqKpX05e8meG7BET7tpUyWJ7m7JDfeq9G8y5CKMBpKtvwSh9zzkruxh5muVBDkGhQgba4yPmtFbCF4DqphTJtNMAItl2UNeYqvCZSyVkhXEEYnHUNHxveMTORVxyGcXLCQTYM3o9p2E6wbeDdqN1me/WqP59y16eSXK12AOs3Zk9e1SFQOf0WmauBlzxn1enw4Ns7ZarFmS7vuypJuMZp/u+K2/Df1q9WGJvbJsYg29Lpd7t9E8eYyozrxNT6BXOeGJc5CZdO1rxMnvSbWy2GGXMCrV+wtE7pOPH2D/gcrGY8qF6qzdQTRdNrEj9EKjpNTzuT/0q2GmQ19GIXPeHuHP3u26rGSolty7mRSnsgxB9VW+Us2qanHASq/fOkb9AW1cH+Dje0y0wsbvNk+3sffX+6xzZMDy0LOW0PHbWThjS1cem6QKXLU1k5tPFHYcURLZSc4uRPDOgUqpGVK/1mAQzaeb+TduckaI+dJhdu0V55mnXk1mue/Pq08fBgTCyZVWUgztXPc3hrLUFlxGSdQYl0oTJd5j3wuzzVf8b3er/msC5/Hmjmt6DdyMrUKPKxsR2hFVx6pe8uY+RPmWrwb+m2Oeus6stSf3sX6us6174g56TNp9pO5Py+8edfflGfduOb2HepU08Etz/zSw951cZ+Dt3W0/5FnvR9HbUe+c3yWp+r4pWNNfBbfEktlH4/Jcy0EohM1rk14wKD3+reY7K1t3t1usZrQB7I9oJP3PnJthfYyxMWWqzzl9S1tq9OvEFUe4aQbdVCM+m64GfJdo54Sulp6Ht5J9yHlZ4noF1qTznNHJ6vXLjFdwGIhpG2ob60GWqHgBOsCErQvRpETOB+cnEczJRzQ1zgvc0rHbnvsJX+5m1gLyDzwfQJ7/izkpKzES7zxYzb1/nuOb+bvJ+8x0QdsWLucHmj0x4tYjmF2nTmv5trQH1/scZNVMo9t3NAhJL3/CRvE/qNscYN0NBx0w5NMqgZ6pQYfO2a9qhfF+fclp6dPWMS/uTRI1RZi++fHX08HfOE21fEHlz5LAsZr+hjXBLx+97WU+4T8kwlwoh6tg3wX+JYowhjPG2DfA/8e8XCvK8w7CCMuyS0qUs7LOpgq9qfSwdApk9WMZbDMoUsl8QHk7TPmV9NJGQ+w0eSwhnB9+rN/RhUc88d8iqscvY1wXe6pHQDd4UwyrhK2RK0xZ/vttlwyVg4jdt+aXwNcT7tyinZ3wbV+bEVJF74dc42f92OFozcz6BQ7bdsTeXVoqg9jTWA3WuHK7I0BZqDvZA9pT3PgHUi64+99u7OiPsmKljxmINDLbHJt9FSSEXSrWCVNwuQyky/mvttClFgtmvLKQ/9oJKvn2sSiNhuxBvBhE1SO8Lj8Z9L4Y6IXlFN6K2X5vdWwG0ASvB7EdhG9I1pO5uDUPW0FmDp1EJFJaHIKCpXYa21kWJUg0vPl0jQ8gREPJLETj45vbIzx4tM4ERMZYdCXdYNOVIMeHObRiNr2KnVIVteJkSG3JiB1zhi/Kl50hW3nXQtQ7z2NwFiOIHwUnl5fyGWOHBGfjU4NYUBO2AYBqphq5EYY+QdlEwaNMPHwcQwXptsUYcegY3qGvz0Wox1vlJWByFAmBAgVTomeUUf6tK4vHwSEd0GzJTFdX30extzpmSUN7oNh1A/PSjQ1nwn2xvqRZ5WiFO1wtOxrLB5CvM1nhpdZ+J9IzfjY0/FPWLAzyORbClzOxCS5hCfhEo+U9tFl6M+TbMM6mKbi76QwzKXPC3RuuSbmF03m6nwkYaJdKxFz7QBpY7svbSJAsLvzAGDV/CU4JTA23haaw46HSQK7y8SiAtpa69qsPhEL4OVKeYlZ/ASOkEIpZ8gMo95ECx2AZ4aMrz+DbJLWhKKvnC144RECxii+NJwEm5aRZOdqGCjUi2X4eygANd8XfD0/Sk4F8OWokBSGsIDgby4AdepQSUjdEmshaSBRWaFhC7e6tiYfYiwbll1N8cVX4dgyzbRTMjcannAFsts2zYRBJ+U3WRS4mfBbjPYv3PvTj3ZyzukxUMNj3/8CGAU+axBYco5ASZp1kfZSOW7Kdz26CJFHSxFehEZ2EW3aYkb7ijBca9Dhgts9WWTJn9MrHi6eewWY74k4GfJLjLR8iA2d6D4dEs+/txKXP0dWLTdTIqwe18tcRHNk9Bv3OQJ/w0mZrzr+TVPR5/ieyCbB7O95AnV61euD7MIkUEyQWXLwN5Bs3LT/hE2YbLVQWDw4mx/pg1dJVg5pKSUwOuPcgJc8HMyOQUZIOGsB5ym68QvB4ZB4yKC+L1f3xX2Cdtjtsp+/PGnHPp4ORPw+/fu5xNlfuqwDmWrtirnFAWaSiJ9NB5fTpEyzAgZ0Y2MtvtK3HYt2p1jDYYIXpPqvHfxS1Vq2x9EqE/tPotD1kX0IE/7cSc8vAvMNvTrbMU/5InlE7ahP+ZTUX6a7ICJlk+TmWVjKzRqdGd9ikslQ710ecIrDB6w5qcqj47dnszkDnvAGzpCBiIOeGPr0Ki+BNLoTdVZWOnlvgsukoJru6hzQ/av8YX6Gzen67TH69lpso+d8+166s6u5zmyf8U77O7Kes1CwGWedL865lvTr3mC+oqnsEzElc93iq0/SgCH4qtXNmOqjnZIuavuFGwIaNboeIqGejAPp05wXd/FYeQJo96wv7S9Vc1mwpoSRJrI1fJVXYZsLsalKA0Bi6WB5rPACpPFPrK8d9nOCw/JfG3EuH/AXcQO3JLvu+Cxa+qSjBzm+JqvoByzIJMdPex0ePDJp6mjIxf1wO8J+xETcWoLnjy1RrhQh0bkLemVvASMLVWOh6wK6+JmzpbBlnZ5Le3C4Yu0Qdu679Hmzqkec7K9ZSFsGfE8yd0JkgtAuW+DYzZWFn6Gq35TBSUDMNucltdO7EFhDlWeyAsBbUVIZe0xnFRSLaQ1dNHunrAovekavKrk0PI+7y/c9PnNeo6gxONXyRdbVBaplUwBWTFue6skKfqzRCkFSFUCOa9xW6crUhtB+9roxdQVonLxX4kVSLbcnN7qFy/hAPSfuq6A965K0/5ChmtLnFakvMBU++bqU24As6ReCISBwWbSLqFccf1y1V6QJX2WuXAbfEvCAXjKa3zVLau1P4Sd71+nUEc0WAkrXmqD8ki3aTeexawcfGES9/1vA9IRAz/pA0YM4qkDw5QppmFiA+Jb1FxCZhCQVoBNPOXCH7yAKjV1Ylg5kgd8eGziVb3K29ryp6t6XXOxT5G9F8vs4bntEq/MJEnN33ku9bjOTJmWhI0n3ktyhWRf2llySq4S+gxjiC85i9AL9qDbWSFQGOYYNauzTWt3llfnlL8NZ6G4gmlACfJL5S+BmWiDnfYFOCPLwAotMmd7JF18t+bZ4bu6q/Fm+wZUaquyNyw0LeAwGk0j8eDTGZjHT00ZrAtNc5RhZR+dFd+6XueJuuHCc0lZR6vRVF54Eqxyd2zBOzd0BrQSqpia8qCI4vItVqTuzm/XJ+EM7O2AhHel/AU3UN/zyum2rlyTURTOlSAZcj0Nd0a080iI+BbgUW0bFMqu1oybEL6ZQdIGSjL9GSeUTjMtuGKyDm+wVYMpa7FY4KQW+gQMLzmFPyxrk5g4Z2BNkdbaJ0w8NoPvYKx1IlhgzfePeE+6HRCGgRfz/YHbdIoPNzTSMhgArNIqUGkFb4mkrXNI0OEszsx8ZFe8CnKwH51xPVGxakY/JhEbUYgVcdtmQrkwWKOh+s1fb9meePyKQZ1PaHf3r3FK+G0GdgzUoHEVMtJ/zDeiv/rqIU91X2cb8g++/1EmZH6iKluSbfgtvJzWFUU4g5ukeVEIyx1hMiBM6oxPtgQqO3L2jceblWBphRQqBygGPMQjQ9DQRaXYR1lWfVKYuOz4HjhbRm2nuxz45unnhywsHPLE95iFMbd1ilMHT9WCo09D8w64QqkrtvvmxHYm4Ltsqb/KROf49Y3p4Pjl9IB3hB9xGNuT55yAzSTWAbBb+PweML0qT9EUmC1wc3kpUxseOZHfEqqCFAJZSKzyiFtuXjjshFO+8EXrVAbRaIfM2DRPTfVzijYzBEocnfgUPE962W79KSc9X+Up/x2egN+/dzefKLvBdnSd+upBQtkg9wr1vy4TZe14eJsPbia9+kMXa3lFn8s8aOXe49NiGX9Dp4l2uSUny+LrvUxmJVORZaJFdblg4wn67uK4yiF09zi7wMPYvvjyYSazPv0+5kCstE+lop7TFBSQxnXMq0m2nxMnaSxWvcJOPAm9t57nHgpoFmBdCNBOrDVwI++sENoL8qXkGIXbxvewu9t37k8ffO97TLhvs4i0y6DLJ+JVn69p15ZR+Y7cnQVBF5Rs6S+w95f7F6eXPoUPVSacbLd3sQExNvS71gq1iLQKxU8BE8aLszdpaPPe5Dq//aZkXB56wx88Wh+ZQA57KcC+issvJC3EilZAKm6duxspr5hY59G7deATb+oPVJ8w+zqQfbWL+Gmrg6etOKVMwyavuLKT5kVxob4F/fyzz/KqwgF9gYst2kG1DxHKYiIqUU/Nj+iDh/QzaSXu4ZHKyxEWnDXDIqD9E+CiqHEp+dlEFwVdMFJ9bm23bfm6gYs0IYu8fpLMPtRF1tJGwEtVkf68S0ta+bAI/nnQZ9PF95dpwowrnY6kfo2/owvuGtZCqphmpR83ByrvNOIqO/IRT38LPf2c2YFuS1ODfBQ6yONtkJghl/ztIWVtzLVQldY5Cy41LbwZA6+syGiFYvJmBymACdnqTbUUI7N82YK0XgzPPQd69gNiqVJ/M3I180qLvs0sjgTOdyuQDhav81G+TU7dZ2g/yFZ/ZXW2kcRJb/7G858CFrekGSSr4Eavl7IumAEhWvAGzDutC3KlY/KKh7gBHRzMPuus0yAW6ABoLqN2BvHKLIyF2um4OEvudo6bqZvQ2z8npkTD1Q21Y7BrQ9VvuIQ1OuC4lJdr4Duubwdcjk6QDm3tQoaEQChngzbQ6Xinb/FbzsoScUFObC0nCZvwWwh+iyQN9iI3dp8G2ZH3lo0czkJeDI1y1jCgDEs2Ft08ZYq6fDjmTYj0VPeqDmsAvUqQwPt2f2DyLW7KSgkz+XLYk6fhPAnhBlkTbm/gKANFVKfQmO/fX9Ovdm79VM3IzXD9zpdFcMtki6jwd6TId1THu9q8cE4oyh4tTRpM2ebg1Xk1qRa2MooH+D45cICFW2AZtAzA6IlLxzfgwO38EOhLiZG8GMWgnQaklMkfPBOvcGhbhjja2WhblVRlDYwETExvX9BeqyUSoDodTPQKur3Z0YmnNtPWeZp75ZBJN0/69pmgXr26n+2Oe/vs3rh1hwPH+OY1k6+bTMI80dmBqmX3icV6EpXVXFnF9opn68g+op2S1qSn9Nvp8S0Cf7FXy8K/E+2iWTR88Fdu1B04GbCWUsJpQIIHLUYTzC0iM8JzwJYDWg5lu3JtOmSrbj5F5uSbp1R+/zeLJ9oQP1kpb54wMYJ5zRPD17R1n2jvwsQpk9913r9zb7p/8w5PR4+mR2xPfsKA3ImPh1y5+JZhAMS8TzuZsmivMrCrkuRbt0iu6iyL8te18uuqJP7aGQZyndRZ+LPu5SfNrhdhwHES70Qjg3yU6hNYyTkR9HTtA95lff7sgG9gfzX97nefstvheg7O8xC9Wz5lxV6k2W0ldbbiYbxFszz5meYPeVq+2V/BtKyhn8FNT3UU/s2ucYXKYDoTTyIKEz2YUzIYKteSJifjTfVD64j9uJPpGu+Bf/j83vTgIRNwth77CtERk6OUh3bk00efkTLtVYngkcTFlxVeM4PKrgF0rM1oCL7egNZZxHLiV/df+elyDwXWyZufLHvNys0+7e/ehx8x6f4oh3Ve9P1h6u0VMLZDcdw+n2Ii1wn262fJmI5hi54x4r2JL3ccXpgOI6lTeuyCiVodCmcNlVPqrhd1Vsrr3NM++cN2Tud0fKYF3zjkitMOIvHCuzJOXRXhlJPmGmvhUYCdV6jKaKjsrj4hV71S6gi1205dqHvNVtqC1H42edS2XGgov/TGfUJK6vJrviLgL/VmncoxfIfwEqbuQ5+LDy7NT1lMTLYZ1J2Tbc4GcNHPiXc9fweAPB90Z+HmiMUCDmKz7t3Nogx+8uw5W+GP6NP8hON1+m4/7zi+VBfew8zCb7CtKuxIcs5eSqeUtetvBim7LYLeZXRNrP2R1NE8AVaP4K51FNzv6tJWUvW5im0VyZqr+qQQynxGD99EbmkJXwqRdrvw2Yh3zmm/cdpXJMtCHbhYudJr9Tvgj0LWbgg42b/aLG3D4Vl25CK0Cz3CS9JJeeIk/afi0gZW91Hlqvu9S8nVJs1ue011cUmxyPBPzflAwjTVVW1WTVRfbRNP/wxeVCQTkc5x6kmFnQUx45+eyzODFjuFOluyzp4VE7sDTtAoFr9tsdC9LqGZwJI8J80B8gpjpBhZ6VT6q+iM9vbAoLpBfPAyjd+6cb6ZXhMBo4NBwJxifQMbQTXebJf2Jm+eWyMZoM5bzUlzMFZoWjG4RBzUzM6OH0be9qvbFWjTxZBJLrPfLIttX3LSCFng7AvCapBpdtXxYdhBqMyz3AbSe/MGdxm1IKFNebl7uprs5DunzabTs7Q41UVvVZNwSkSiA/q4tNAKvv9ra6T8qrvtXMybdblRNsRtMttRR6pApxDfCP9umTNFAys5qv6VeYZYEdTeGYCax688/foJaNiBSvIHZj+967ymXXg1qJWWrtKa3pj8St8/YHLA1kq00FQmeAoza6tELHjoJl/ZmtHgJc84eWzQNVUiKQrhlZKI2Q67rYvHAzjalLaozxNOtsceknj0zC20T7mxPsu3ba/z3WMnGdev35pu3L3H1lveWWXwX4NxB3pOJO03vEWFfRkKdE+JMPjDmH/LvrxPJvAiXyJJ4EJWPeU0AX3ZThwQG82VeJz+oDPHDYBjhzKcmMa05ZKZGEpwUHuZJ4bTVfKZJJ+wS2WehHOisANXJ8+XqLu+RTswzwAdYj1wUdZ9n0ayY+DKHSanNye2ovNuMNtPv3rydbahH1n3r9jarmysAvgUyrADeK0ifSb9xCU6VSDSt1ZfWDpOURywDwMoDYRCslLa0VjXNmKm/U2yooSAj0tRyQ4e3lVXZdqL5bJM7oDwkDCfvD3lCd4B2+mddP793/9DXqm5x1b0+x/cz/vhe0wCs2Dr0zX+lFOevbjVcpRs0jel/GpPxqy5FrJkC8yg13Ut5uxSzyk9SY3TucNmZHZaKQ2y9kuAIQcZ1LsD2CwSmQqvq3z7eeeDu9OdW9c4aI/XDZ5yGBu68dA9X8+44NNHV3mAd8u5duYk7DWT2x1Owd7DP+D1BD8z5iI3V+yLlgWM7cwn2OrMT5EdM1n2oM5rbCe/6tZyFjuu3+SLAezYqMUL7yc+zWT7Oe3Tbc2tCW88Lo35M+xCitvf/ezfMdvfWXOr71EHgrrex+Zc0YJW2YGKqZazTXWzHapaINN/Epjb7RBElfoLUF2MJa3qHcAwEEFI40K0W6V3UvyCO7MDZIVrcMZepUcecrTrapf0iiTmnX+XQqiLDIHCR2smU70QF045a46yEC27ndjS79Nm+lRsoe06ZLg0dPkQoty2TeH63iBsx2sBmDrmXzvKVySA9Wm2PF5yiNtvf/n30+eff56vp3z0g4+mRywI/fXf/PX08W94D50n4L4a9MMf/nD68z//8+lDdknsYL+RC2ksg9vWUyRY9CQtTUo5OoNwO5PWyYbtr7zqGjeROb2hyhr9KkBTKe6m2w8W/iaNovTGa+xngZjxI1LJtQYxJSIEZYkZKmh9Q0q0pMzgJHWqdTgTM7EMJKDr+7gJs1xGwKt6SCRhiRZf8wMS8pJNumnaC7/0EdAgCF3uHvZVyGuLdVdHzpNImvQVUUBh2knVdF2VUx4XMgEN0WxftlaESVm0FSJ1O17wW5fth2RftiZ2Jn6x2mprK6i3BmUz/wbPhXWF5nx5NkUrhYheyj/SE08dVYJ59jW2O6s8gi9UAtRcukXZ80az0ld3xPsahNWlcTqpaHUsIi6RUyFpr520NlPWud88zKnmm0ga7tqdjcM+xunKRSnWeMOVX3EprdOjsBX9zffJS+3h3SKsCm+hV6hobVPw5hP85rtGsDV1ekJGNuXr5LU/07WMIuhCt4U0oTUxjEgVDdkzkHQwbcty8OU2SfKU3sl5VX/dpDJgbLLyE36sXGbAGBmGwYgaV6tLi1XMGTH8lNGyg+tgtBs9o5KR3wwhZrnCo0vqwKFNzsaxghV8YVWinLra0DYcPDddAUgmHDHGhBUDaU/o/PpGKe/X6QzJtJPsuASFjy7xh4ynG84m3+8m1h2KpqBYwyQSrvKgW/Ja1oIXuG1bbaTVfCuBi6d6W34QLx1JGpkWt8Csn7ZV/tB32pBwloe0jTjWFT76lS9uTb47Xjx6MixcwXT6eAIu/pBTmAV+IBQWapLX4EtackGI9lY0xnpA5Apqw84RMbtcJo72XARTP92ezbVFaPtmy0tb9DukTCc5PoynYWS4gPb8pd+vv8DTkmPe9X1mk8vk+8bNa7zPfXO6xYGBt3jv1QU6hdMWfBLuOQa+M1z2Ptp7lU72tMnR5glbjZnUEbKtqK+hCcKJmJAyOBALQhK4kF0DGalsugwqZmDzLLVOmtbOwIlRl76cmKcZ9mMgPwnF0/69vct5r/2ISaZb0X0K7nvuvtM7niWiuaJ3gTRDl6DVT/4vsc34ChMv3ye/zgTpJosYT9nO/tXXnCaO7xSeOVDpDHmOUX5aDeHUFZVVbQzKYcNlVk0NXC1ZO0vjUwhBSz+ds1Kf+aHBhf+oAbD09wNc9fcvsNyzTni673kWcdDIN9Gpf+U/+orXEPjs0j/89rdMwm9OHzAJ92R0d0bkQLZMPtG85kLbS/1qaOHDxVpR6LgKd9/SqeUXUC+krO2kUIuW4RnfpMTRjuj2UVR2kr3YF6hvBSCoDgXUUvJHclttpVRuprGUZ9fTrJkkX/NgMw41e8x29IePeNLJRNyFGvuaY+pRXO3/Jbbkd8T/6I/+eLr/4b3p//mrv+LTZU/ZNr6PUmvSvMOBXoco1iWYXgS87OIX35C+xWffrjDx3rt8Na86lL1U0YZCo1+LNrf1KlrKZenMO1EmkD3V38PdTqiPS4RPLrHoRL3mU2PoSb14L400o98sClLadNaHKp6lgYGLU6q2nbzL/kwp+OoHiKVfBCLtH47IJ1/p+ktV6YPZdSIVofxJ98zkO/ktUUHO8Cu5yjbQuDtYIFS2JSdbOEttw2aiU2SoniPShUPbW/CQI/mUx3YYNso2tCNCSRzUipHg/SK6aT2A6ARbGvap1plPstWTX1LYo0Ht8ArE48cPp3/7b/636V//xV9MT2iHf/Zf/HT64Y/+ePrFL345/fVf/78s7hywWHONwwKvT7/+27+dfvt3v5j+1b/676Yf/5f/MmcOaGOWVKnceWNtt6v2gGyV3cmlUG8MlsoyIqs6IDh0V6C1UIXM5Kf8BoAru8AHLGM1O2Ajwy020in4MoF+63qVU8GIra7gpLFEb2TFcLjHEEz9SEZBcbIcwcTArnhwq/4qH71YP+i93s/WAscfAHltwTIUWWihG0VYJ5HarqSR90AYghj3F1tuWkmrYghuu5A24qR/yXzE9MYlU3JOnO1D8poE7dsut3Ts5ByY6HPwI2s+awVAJ/A12hcHOs5bbBf8rHanBhIrebTREkrbyXko5sJPOdqprSQox3DKVO36TFaDvLtvmbBUeWpT9SrskCd2vZCKXVImZYxdKZtBvdBZ9GLJ4ki32MVhpOGl/zr1+D9lFxhhinIIz7ar5Uc3XKyHtmkXK5M+ky/IAZ3UalMNsODOKdbrcIZOU+y8b+NvPPF+dwKKkepP4Uohm9g2lGiq/c3sbxw7zUOy36U7zf/NvKlEOw9+ecLt+060MFd90zk6+balUbHdiKRvPUdvEjebiCaamxW06nNChSeIOmjjWQxu0YzbWopP+RlEEkzjpoG7LS9MJYYjq4zVAL+FkrnfgZOhvLe4GjyRqd50yK/u0pDAS8cbgb9zqUuec66p03PKtB0F4DfoYTvO9tRW1fbct6dGp4DlRoQt9Q1JzF4dJrd0D7OaBA/4wXyDhnVGek2ki3/TzKAlA6WBb7Y0+ctWz4QLp7KwCGTyJ41Zz9IHRxcLSX7RHMmh2eGmFXhgE6e3r9CwJXmHB3EYmer73Aa8mfSt9YQ08V65Z5FQ3v8mlNXzDDYucLDU83zX2Kd6TrLvse38LpPw2zxF2c8TWxAgnLFHCmUcN0RZhyMJDEsifO/kwNUkI5Abl/QRTUdBKWe2Qit1/Rf5VqYwwzWaJZaf+hCneFduFidqDQEwdECyn2RKv8cW6ktMinavsb2Tp+A+vTpg6/gLnlS+4omh/ZjzdQcQebqQ/ok0mGRACj96wryus8cTJidp93gvXny3oKtX/UPwfK809NgS6sAmNhZxEMg+VXFHXdnDpiBdUOLVs3TBAzznplCr2JuCVkdm8A0EK2XJJGLYEeICgsxM1jzMxTrKO+GcoP3oq0fTbz/+mMPnbvA++P3pHofvXbt+Pe9I+2Q3tNJmJAyT3C8MIGXoWwHeI3g6m/oKkJnBrXtGajPoEhFscRsRqSZL25SGP4NZIDFqroWGSAZexnXRQwWTJy7OVuaf96k6YI2FJ9rAPuW9zjb027xv/SU6eMC5CB7GRsVS/xzWxgFmH9z/YPrnf/Kn049/8mMWYZ6Czze2/dIFpP38nuM3fy+YoB9xv71F+7rBAYZ+a93D0vb4Rr3bzV348fwQTkdDTKwNHGXS5pxGKaqt2V9pr4akWmOkB6EGkMSQwVc4fBJufR4z+e7t0aPIFhsn7KC2yqi0Um1yR2VUPRXmeVfEjAsNkEVNHXTGCrHKOOprlf4uwZK6cY1turK7Ja1lj27UZR7NElAuflXEErYXNxunqXSZUgEktp5KFnXZkORRle4eqp1yLHBRJ+qh6qom2pdQgOMxhAHXOr44fc1n4v73f/1vpv/xv/8fpkN2W9y+Tt/C5Pv//st/N/3q17/m9ZBnfMr0Zg6DhMH0jEWhX/3Nz6aLB2w9pyB//C/+BYuMdH7aeoqnxRjhupIvEyTL3s7KQECTVqZAOEI3FL70dBLjFxo9FagyJPv0ZcX7dJZxdd36PJ0/i/kWGqfx5rhl8Bd58VNRUh0Ejc+VN9Jm5O2B07J2vP3GMp60sFhoVzpsV+MCbUN92o85NlE+4aplVzy6GPVkfu4bY8JpXxGX/ArXfaXuJL3AGT86gWZgrbeirzl6nwxf86gX7UE6/rSkXqSWf7mSe46O1NiK+No5aQ09Z28NNFThVHlzDXRkWaJzWnShGOQVzogMHk1VIcqmC1CVqQrLJYz4cWaTYFrFzVAXJRcay84ZF6rV7hpvYJzjSVFdV5ssoGZ6DsofMHnHdj+7ubQjpQ1qHQWmwfTnX+ikewt0UEnTl8cpUoU3eItlUIUvbmQuCTVgWsXPQqwyYbgmdwZ2nblCex/BbDOnM8+Ak4HERQYK2XbOjT6WYsNKiRFiFgx55/BIjoxAkuGTM2Hz+RmDWJzdbtGpeGQPjUotQ9c4a8XRDqI6I4wP2s4zAi5ieG0pvZZ9Xt4W8Pee1Lz1EcUyp/MknI4lo8ClATf4e5fj9yQYNb6TcALxG42h6qeu30YE2111TpvMYwcrgqfjZtXqKwFQM3CCWO5LJKQOJJ7MgjW6pEuhXNEunG2T7oZb+0CPfqMmKqG7BiAcmL4O3oIMqWa/bn+dU/nBbrXSH0urG0PzFsPEFBMlerCXcf/cTmgrdltrwqBXmltT4cihYa+9kQKTuuw2DzG/WX3CNuSXh694d/FjDph6zFZqfrevMgnnULZ9TlJmUg7FbGN1kcMy6BR5s59AmqrgpKdILgroIngFvTZcUgBUp6JatwZ6Ea/rKx3Egj5C9Ww6k2HvY8Oljx+r1coQXuqLcoe+aU6aeBd8en152vGJx7Ur0wWeWPtJsiNOt/bEa7/bq/SW2e3oyuK24RzKZp/K3yXezd118ZKnVNc4ZOsWTz6f8yQznyQ7eD49ZWJ/wGTqWHzY2c9VEdVVyV9PHiw7clmG9tVHdO2wy7zSuyCLC0ZFM3AimDpIyRewt4Rqxxd8ZISAfo869wxHYfA9YufD869eTJ9+9rvpN7/5TRZnPvjwg+kjDuTzFPzLTh6B9RwR8R1MKrFSpOojDhf6yM1BWE12IzOASwnVTyFrcWtXtmM+AP6PflcYZTC5+ouy1NlGoS/JHnw6uVKnkY+Qk1sXqOolAWkJzOTpiPMCmMh873sf8mT6+nSBk66fshhxhTME7rIV/6c//en00UcfyX46enzEYgXbvW0nlgd8y+TPT4LdYLHCLwZ4iJ2HAQpzgG61913OEtCUTrRT8MJf+cBN/UuLXztLM//ISNWRmTTo2r9hwuxaOZ522H7+igWSHuxFdyl4SzeomrbikVRBVk6JmFMOMHU4IuAW6kIg7bfx21/RUtpKRv6gLUA+1VtiG0jnR0SAjpLMk5BAS7zlIwRtTVQNavNaStoXYDGr2IbhYWfncyy9Sw9C1b+UEK88fI/3s0/4hNiJdexillkpF7smfHcb+pnku6uIrUonfF7sZ3/zt9P//D/9xXTIVvM7TLr36Ksu0E8/4RR70z64fXf6kN0nVy5fQWoIwncPOg8+/mT69//H/zndYFfKnT/6qNpCQWyUvYuiKJtO+ar9VBur8itvtxnhiW53Fi51GKjtMN9xamwKsRR5EVs5bS20h8g8Wk4qh3Aa2chPQ9wUeqFT6d0mw4NL52/Yb2c2qVZibEEcLbB/2AKyZCKcflSkECj7KVMOpdzWENVWiAmUw7dLDIsIw71fI4+gZEibv4tujYOA9x93yJS8ItiPkwaB7AhwhSZ6GnYwEzZdluKor/7Zz6ydeMZzWWeMNr9OcqEaG+Q2kvaILL17Zg0lvZpT6C+LPd6T17YrnMWOGhVTZ1n814/sasMgfhQnSOko7b/llqf3L4iKabjvIcHPRULv6qTSLhQ78i18dd/utP47fbt/5nNi644zIqbCC9mBQg3KOl6FMK3S20efA69W2pf4DAeJ2KS++PipkyI9KvhNhSneA7z4bchaNDsfgDkYA1jFW9YF4HRI3BX+RlhYeQ0LKGunMBpLyR9s0/2RVHGj4hRdxRngnSThUA2E9Dh56NIrB1lmEE8+V5Db8MNj4AmQE4SFTSegoSCALYJf6OYyEDpMNE4G/8hOkfJ09bQcK911luKeLkLn/SfhK3PsrqXU7/DbJHy3yljb8sxOLoNN2pqzkFOu8fpJ9hrOsO+sFsziK7pWVLDyGHkjXRaVVjcUb0TK0XA9IVvguA0O3PQb0HZg5a2x+GwKLYy0CnbkgR9480jqiX5WuBtEIXDpfwxu6MOO3TT+c0MggiLt7HNbyKTWMLRpsE4Tc3AQYNx+SOUGTmYG4IzAXXCLtiUKjRc8IXGi5AE9u77Dy/unT0l7cfhgevj1o+nj302863ojk6yrTCb9hv38WQse5/geK4T4t80b9GKZdUqFM8ng8OumVXkDQqjZzX3HSKk4yN78220ER28X1qXnMGu+4pRwRWN09NaVfaLr9xdes7iADvbZUnzopJvvOvv5ID9J9ponSj4F91A2v8O7S/1w1jniwIB36KXjWVuv+MKBYT9LdtstyjzJvHd8c3rG4PqJT4zZVfACei+Je2CXNXSRPtSTrI1lLAC+RUsYX8XNRZXdiGzqaJS/wAt/6CIk+jIT6oTTfgFofpSUAhHnZHQnhLVDygVXPp3FO66HlOHLBw94qvssJ6P7nunduwz279zlRO7b0YG2JrzOp/5S936utLOtyCIRAl12+cVYxOzyU09pF1IR1LozlIuBxVWG2g1PadQPjzzJLPoreslPkIu2POR0wpptwdCyjqx/n3Df5QT4u4wMP2Ai7kFotf3+Eiej8y449dzfBNe+us9wAuDT76tMvH3FS5hD6Fv/F2h3Ok1KPk7GYDnKiJ9MLgkYKadW80NsxXdMlB0vxvMjF4L2ozmbhBe/X/HzQNVgaGg4yRY+10TQu/WvG+0u5hD+Qwj7T7LVZfygWl+JZedAyUaKwiRd8oT9RzD/JK/c9YUCS9+u8Fo2MUfVDnoFl3HgKIeEqzUUjyHpINhWRZ6OzMgQ/qq7y0M6eTXA1oqEGzhRTsVN61QAqo/1/uCOhTGpI5pP+eUkdXdIaFvBkrmUaUss0rCuM+0xCbq8c3l6/PDr6X/91//L9Oknn0w/uPehgmQLuk/NleZHP/zR9Gd/8ifZNWFfs4ft+FkxjufLFyq++OQ309/9h/9r+pe3/tvpMn13CspSUtha1gRIHmUxanmXFOtA46u0Od16nvWw5C0h8dSIv3ZVGx0737euwXwj/fOxT+cogeKvJTFW6VUHsTvrCTusuqyw72n1QyL7gsjUhNrOiKuzljdik2d9F9NCcHecrmLjOsqo12MGt0bUq1xMIHNf1VcecSSaJfWkubwWMYpcymlZ59vjqLfhoQjL3XYH0irf9pQ2pT/oRVr0oq065HAR0LRue7Ht0KjC1nIfILgkcy1NV9rmdeEP0DlOYSqr7TJx00b67J+iUNmD8CxwATWqsbLKUabBJDoKkLkEJGN8JafRJlt+tWaS0ZUjrhp1iR9YM3Bzm6/oSFtFTgWFP40jvU23TlkJuQn0TrHNrebQciA5O+KbFTqYYZyGuhEU/MibkYf+ziYHL/grWINzpRvmt17xi1K30BJPt14wSAKw29TUMndex9sP7vqSslLeNMiRETk0oqKS2wf5RpU5E25XaWxFiWMkhC/xzpmoQRfVBiYSBY/82aI6kkd210aBc2XQMDvuzKaDUf1FwjZOXJhQn6FPXDYjLfnj0jpXlA6blbKAVPTXGEtYnPPcm/DOw+l09Sr/cguTkqbipfsZqIHBO5s2Z/4jBWIH8h62ZOXQZ4wyLuUr8bbJrz62pa8KBBltdA1XcdPFbRtuf4U7gj3p9uZleHGFMw/E5TXTk74/UsCJT165Ghw13YXeEhJXAtwGeUIZQqERiNwIyYau+dLWpYzikN8DTY13LZMiVLzwc8NNihSKTpGTLjfWELa12ab0nXjUJLEGbIQZ+AcytIEMT26DyqK+IHLCibhOoI54inJM+IrbXj1Bl/rbdSsiW6+V2fyjk5fTxaOahPupQZ/avWAr5pODx9NnPOm8xSDuDtttb/AN+6scInWRd515DAPfGlxoRH5OKeWgMVb9pCDAwbMKGFuzyFk8GGlC1S1LfVYv0/o1T1daqnDMbySUNXFdjTyCm05ERDU/nHwNiqSsFZB55DP5yqV99MTkSEBwD3kH/BnbPV8wqTphq/DFYxYrPERNupadJ1H2BfapynXRp+eUwe8n77CYcXm6Ml3j3d0bPJ16zjvlz5nQP2Mi/pzfMXrPtm4mYtZJlx3OJSc8MiFRTupX+XTtD6g5pcsGWqVVwAhuwar42atlsgxBsw4BCSnKdJGZI89Ps1BTn2e6mLIcMIH0VYVPOBXdT3Pdv38/E1Enoz7VdbKZJi97iYemTEYYBt6a5LaUUHsXEt0GrGCNt12U/nk6HXPpfHEG6SAyqZUQbarsET3XTC/81IlNRSby91l3WkRsh4yQZUomCejk0EHq1gPnbtEW7rDlfpfXFtz55QRKHkcurLDLwV0kBxzg58T9MjgucB0xeXLN5SJPtqUtXRdwLIL1n8U1lFHracMeiKSPEUF5gEvRhFd2pC45RzjlSGpdhDdruJAIosjqvFpB9CrhItrgs291iSG8/9VKBa+4gLEYdJe2E8WSh28dhK8wpjtD8ZEW6eaU7kNcIoGVnosVqa6RIqt1aUovJMYVh1CMbRHCVxZzdEmO8mRdMokdHYz0GRok8/xShC71owBKG9+8wk6RCNrv2p/m6WKw7bP5Q4jkkP/afakpBYfqsZj5gLMUnvOJwhvPkcfvhn/+5fQf/91fsZDngYdPpldXrqZvfPbwAQf/XZn+2U9+ws6L76MXnnJjU7c4G8Bv0l+9eXX64ckfT7/82X+cfvG3/2H64J/dn/746p9h71erINhg9IGEEQ2qSqJyUl+GcYCRD0xkNDMlNmsudyIbl4KvJKn6o+0OfW2Ajghk4+QtWOt0JP/eXp50R/hYrKXGKZflbflMUs6S1fTsZrLO8zRYaOpF21APwTNNGub4p1959Q56pSd1KVypVPgSpLCMeA9xgk5/Ed/7B2nqR7pOurOcFtkiRlL7IpxV5hpn2lnbtwDwV+Q82SV9o+2QXfQrP1pSXmVUH/hOvj2E0PFOzSWG8KRlYQqxXQyqE8OzhJ37lUxLxwrRTt2qr/pr7vZ+LUfGANIWZSRaFUOqFDRyJEUo5cILAjKnjBUfakhkFCvlDy3gUxIi/dS7tVPv+kMy5Kvu13O/whS65A57gCNuRYJr0PuarmQJRCWIncQBIAx/oyAJV86C0/1tEQC6iA561tkIfgtvy+fENqmsDb9qo7it0w3nJ2oqWg+4/G/6DpXbrWl02hv9Yl0g4VMJUZg98cqdpr0RVyTle8+ub962SLcM1lOL8mMRCFqVSyXaaKnI6mBMVR6bQcllSow3qQo8cofcwdAyBF+VxXLVynnRIbdufpJoNo2Gb5JugSbSiQls5AT2u7xYtGVCMTirt0jsdSXfLPd3KeH75mV5VmVaKuOdGK3tOloKqc1OIjayZjEoV7qTZX/VTrXPMq+Sq+k3jTnuAIebR9fHQosWT153WqbPq9IJizcm1vIkHFy1MMJ1MM4yAYBYJK4JL+mjRxdet/azGIBUTtLbzfSHFdkw6qaFnP7ZdtlqyMgdWjZUF7t8/9NnNLqS0dIqg+XxCWN4EN9lEu1W8Qz8mej5qSwl40ze6KFunGPQyM1fOheZcDsJdEJxhQPJXAB9+eAxTzkf57TrW7zzeuc2n1/is2QetKWcbldT4nJKtr5VeFNEbrKFnTuTAW0ZTruuoyAlv2kPyiMa/RKudin1RKpaRp1139Vc0vesGQIXcvhx2hkJDvr3L7P9lydR+5f5NNkLJt/PHk2vD+rkd59uKecOupJCNo7zlDgHtbHN9DUTrNfEL1N/nlz96jp6Z2L2gs94PWBHwQMOZHvBJM3TrfMqgJ+rUgSFCc3SjDxyBkbrIcKWqMt1a+KS/Q1C0T3kNO1ZZ+gm22JpF9WuquwVZjhC+hMmCk/4Pvgnn36SBZqbvPfuN7Lv3r+XLdbaSj1tVZghLwzQVDFq/dsGwnvUJ9C9sJT2MtqPde63kh3gLPZyqqASUn8MpC1LcGhT+m0XMwb8rUdLyJiSpz3VxuqpNfaA/JeZCHnI3G2+BmB5Dtgh4enZaXvQrHczXSysviYLfeRnUNxltuhDrtStUX7Kl8mmkVMuNku6MIsbMeU2T3/0fdVKTiFEAcVLFpu0Cr9oQ2eui9NQBRE7JSiduBmMAIXonTFqVFrW8SyjcuaveZacPVivnqNwAAO/mRCm0ny6pCtbwBdouPBJGPwkl4S5KgCJpqv+dlkEND2lIQPyogrSlFsfp31fafCeYJ+rDRAFRz5SJw7dls/Ph9n+7Sk8g0M+r9g146fBjr/i8L4HX02//dnfsaX8axbkjkn3G+KDFvSvcZjNNp55AABAAElEQVSai6LPOUNiF6PfZyKeyR6V4QLXPT53+Pr42fTlX/5u+vWv/m669+OPpqssDNmXWF++4rEos+8eytkO20/FoonoCJ+2UlpojTRs+W7ztW0GwcJvdeL6K6dqpF9JaCd4S/4Ae79eM03BmreVtflLP0PdOEl0x4/3WnVm1GJWu9LHmTbKlayqfMomrnT551fIRaMSgg2I+nLSTV86Jt9OsqOP8JRGEZFm7jLGKUP6zMGg0x2x14TOOlEy6g/YLEIgYGSUdcJcIO/nCOmdQhNIYOHj4l8VFmCoiDh+NfEVPAXrZKlG1rn9Ca+oeOrSe0dIjDTDuqIzYtYNsEKmTydf62tnts77sr9gcWlaletVwMFvxAI08Ct/EOi08F5wDVUfoTxIMTMx0L8CEi7qEOmdnPgz4xWGaeZ9G3cab4kXt+YH7UqYmbz5He8ZbHug7URTbhbxucSHWZSz8s1ovBlpO/k3ps40hIKm5frHdg6o+x293Nx5NHCRTts0O+JYFYKmX7VRGGZ5S9isZlGAatxVEg1d18bvwGJ+2mX66LBtzAM0Hctrn5y7NTj5VQfe6KQeQL0RnOmb3ZYsrDKZlnShvnun/JZ5doo1C1TdTcWBUE5c66Fi/xSvlqB/VoOTvlG4LcWZByVbSp4bVBSy4OfmQD3XzV76El3yt7A4N6lpCSCv/A0bMq/stdAbdvG5B8WeIyW4GrH2XbSs9ZkmocQi5nJbqNsiOKOBpKjBL57S8AYYWUKh0iUX2JFv+WsSITD0QXISfIF3iTPpvsC2VOLhJy5y+yk7t8G+ctUc/ntMFt2G6KeifPf2KpOFfbYI+5T1JduoHdB5Km7KDJtq25SacCYRCJunr+jg0H2Q0M+kCRkfHL2cvn7yePriAd+P5b3oO7c5KIoT0a/wFNwttOopU1D6kn7y0+0C8ulb1G1aTBfcOh/9g1pJH1TGYBQH9KjLiq+u0JBudDWSm5/R3NgHH0k2y8IpBAfPVpuwsrGZr/Mt+w5Pla5wiNp0bXc6ObiWrei+C37MFnO3kjLyDm3L7wBI/bnI4ULIBXYG+Bkpu8LLdLgOoO/wdPj7tw+mr5nMP3r2dPqa+jgA1u8vO9xTUqd/eR+awXkEMzmCeelfJxqHZxcQ7A0VEh/IIpzrxM8Kvz5QfW+rPppEAJzsmqfLO4ArRrFdDqs7fPTV9PDxV9NvPvmYbbEc2Md7zU7CfRJ+BXu8sn+lbEo9YV/asP2AdeHT9dCO3asJHHytI7WiUKblnmLdneK/zVbqSxNg50kW9OERGrb1kKcdqT/+aEXseDnJwYO2EevO97OvXL0+3aAcV7EF75svOEDPSdfiCKf9l6wG7SEsjRoz7K4Q782VWuCO0f2cs5RG0QuHBNNmR8Sy2nr0c1CdZefXPAILXCaBRLqP07aFcWCuDNHZLPsGl5ndmwKzXUgT9I7LY3HSLdrqNRO/kSlrf4EfgdAgrWpk0AV+g6Z40THphE87kwo+PQz6pD22cAIPnC66sMpmm7P2Vaea8q9AN5kIW/ZHCEHdGeUBdvT8iUvXsK5piJN+3xPx2XmkTK+0w0u10KkdPXr5xfSrX/56+s0//Dbvfjv58ZRzX3ewro759OEhu0vsJ4/YdeNE/xI/lz11+0/26Pf55CGLrNL/+d/+bPqz/+a/nvau3p4m3+23YLi6GhoylmcCrmxkhkqe0o+80IDCIFKTpqYUoOWCDKo9uITPgYoNhDqKO9Nui/GguY6cT28RoEJz1c/oBqi4TIzpqdP32/9rdf4sXMGUvRLucicPGJP4s9aHKgpFWsEGQEMI3Kh747jWmZm579C/2KKdgFPLpFoH3kuUSZyi4+RV+6x42WkmwTDMJBQZVXOslrQsmICjTjPGJyedS+oCnMAITzKdjhPj7FgjQZ3VBJx84cCpfmODRHCVRxh7NGWuOlQ78qAk3kzJydNuCJtechKIG2UibG7yR8h+0hSv0pJHyipP+ueMi6BZaeILgN64b5RcYkcpRNVs81LHQojT6cW5Uskwl6T0sYGWRJU1BU5e1Zxxsds1pY5v+mtIJdCRNuolyg/vYYuzARfkfNV+Vy79eccdN55ya67FbwHY3Gq+pFeIQm9zSR5Z1SF3BOjtKFG1tObsObCNw9k0eW4W5BsQEHkDfCMyDHczrSUow+lY+6dgjSJcUrnEcH2PjNaXbcZjKSlgthgLopcf0MImrHGaWa7LHH2THJ8bzgwRw8GMqfO5c+Epne91Wy8XMgitxlir8tAlPR0D0vZKa8qIcOEnHnllVDOnFuk9+MVfQtVYm2S015HIaCepjNWxVFagFIvAhq5mzAr8ISQ/xeI7iVbZN3VzmnHD1Cq2uUsnYJ51qW++g9pFp6YBTn7+UFrRWjgkH2UnfYhRtFYyGQz9pa6KhzcYbwx0WMpgWNAM9usmmIRBPwPX5lEZkg3v3EqSVwCp32QOmQM35NDjTxyfQrftF6bwZUDCFH0A1UCSvfCLyKTRNl2Bf81EzEmCNzXp5dZEW8tTELaQ37h1PZ83usp7xk7A/X6vC253SHfAdsAE/AknMz/l5+TxJU9XDvm9fMlWYuD9BnXeR4SfOnvBoWO6HXg4sFNWPzPmgPEJn026zMnet5mA3+IE6Ms8efEJu3zdVunEs+rREiurrm6MKRhpuo0bR1Le8aKiJCHhVuoSkPDgSTYwxb9oL5Zpp8U/ZZVIdggJEnpc+Lcf8h34ncs3pwt8Qsz3vo/Yhv6SCfMhp5m/RBfq0ncxqRQGxQ5WpFG25veV7SJ3eAp+gQG4B2vdZgJ6FV3dvnptes6CxnMmrI9folMWRp7zJPyIxRR1FdtQHlz0JE1+y0KYwiusP8IaUiTWbzdsakQ7Z/aDYyZyS+OMk0clWp+2j5LFcqrjyrQ6fB/ed7y95xwxWfjiiy95//Sr6Xe/+4zvEfPZOrZp3+N98Ls8Nb7B7gnPGLjEN8X9xrnfUJ9FkaUELReJqT8FThqezcFFie6XTQ+yOIurgwilUfQk4eJv9QfidF9U6EfQ85vY4u1y+r3f2L558/a0z7v7l5DVreS2u5Jj4VX9krUVVosAkVdr8wc88RpGFoiDXifcgZAsydIwLdVaYEMvWmK1I3WTwWcMDSAJUH7rRvEoArZsmLKQJt1IoDxGhhNWft/ENbxkbDX6SlaufK9WRzRiZLZRM7ThAW04QamIUDFt3AmAaVmAGjJH9wUZvk2nSTQ/7cVBOaWn3GWhqALWVUeZDIRz1UYmG+Bk3B5iKyZyglHzspnn9aKR1vcx80ti9S28AthPVx2kTPQNLpQeH7H4CSHPTPgtbeTrV3+ZXTDq5iUTbQ/DCz8ux7ymcpuTzO1fpGm7es7rDRgqdJiIs4fp5QlPwndeYbN709MvP5uesI391gdM1hHhIq8W0qsTtByUEW/twsfiKrxQ5mNX8zkeJpNuu0leLgFOjuDRqrZmeNAxYBXO7JIZlHEJ4Doh9muCdhxCqS/p+ld9tNzqV5TPUpHCSMWbJ7GkOcnOU1gtgzyXXbQQvwJQ1Vx6rx1mTcY8dg7ohSwtybLJJk7DKn6Vb7TigYvhybvSLInTtmwj5x7p4jbGUDScVGIvaRWDRGqu+Y1Jl7QynI9M0MPY0ydEHnmVzlIo9daCSVnBI7w44hJ3sdw2Z5CfMsrXLCk1ivF5MsxE1zN3hO58InGRr0LJDU/LLyBeipYLSdoTAEtXZnutP3m5wOQkOO142KALaqJV2x5lkp+6BrbGoNaT/8VoVoG6Ax+NQzkgYpYbQKbrqvwFZ5Y87TODiFd9a0EvEndcCjPoltAabglXKKhnLlkIkfmQQc/ft3U7rrzMDkptpJ02G7IJ4SZzVEpYwzBRmMARbfjTvgiBFnG47sw7vuGvxDLd6Ap1gA5aRXikldf858RTyJv5Q/4ZeBWAtpIL35JrFCVPpcS4MToNucIDX2sJJH6sFRPJUpgrRBg1jS6DJV+aA8QOTi5BaxEGU+lm4OfEeuTl3SVbbGTT/HCxTptFyazBVJq+sALhAJZP1EJAvv6JbgfQPAL7LS/qSWc958/HT0ngEt4jXqkbV8tqp3xMZ5gijdzoF2TlGyVOTstrmZLX5Ww8JPin6ZS7S3e2BNZf/zrXzq/sGxvzRq59jN8yWFnpPiyEkVYPiMtY1LG4NSkedBzQqM/8N56+fEuKmd/oJeyYfVJlug4uJNkFh0zo56ZvPCCUWZ9fbkzxK0G7EiYDK2SJXauj0Dca6YbMDVsDbWIL/RVvgmblEhsjnHsB5BPPgAgaPDXZYZJ8lYHW9WtMEK5w2M7eRT4Ndon3lJ1wF95im4SYEF/bvzndZZLslsUXDOiesdXxGZPHh3wqyUGgT2ovXNxFNm/+0MgNmcGfegPe91n3oLPLE/VXr5h8Ev/66fPp8t6DmoBzyrVP2X2HcW+Xd3zRbU3AXS6AXhfGIqagdXNPdKR0eLsfqUoXgVdZFnZAI+dQbBKqnY684TWoUSeObQvO5rTT2Um6KlizYTIsAu+zs4PgEjq4ymRs7+jatMsE3Em4A+ljvpmeiThb+y8wKLGXZLkkdLT5lBkdXASW89XS7169dHU6uXJhusd+9KfXD6cnLzkRnafpT/1EGXQdGtpf+zT4kqccE1aUiJbypnXACfqUx74nZUpRKm8uI3g6ccsfgYqWCcsvpIpWAYIj3QHX9GxLeYoqd8Ke6O276+n/qPA8+WDnxLNjvnXO++Bffv7F9ClPkG/z/eq7dzmQDd8D2q5z8NgOZRuvQMOl7gEOjOehgUTNifCWi3A69wqXEYz6nAUFKoWxLZpX7bJavBrz2+vLqf0uUO/yRN52tb/PbhG29DrpdkeHE59M2Clj7p/I03qQcMTyUgF0oIQls+FMlOHnIDJ9FFkn8JPnDgVx25+TRUUXVV9XPjqlrAlTntACKE+DgG0NNHvfT9bcur+UTu71EoFKJvyEKr/GAUXdcgzOwwtusLjAW9vTKWscvqmpCkLiq1n9hCMUMMKBPD+UQUZJKGsN+YkQ1tkvly4KRkBzRixlCWBSpQKvUHHMIW6UUhhmxxGQp3IFr1Itj5N7H0RnaDA/UVLhJU84g66+bMf27epXWnU/Kbrp8ylkniDim2/B9eJIE//4+CWLoIc5kO8ffvOb6dHf/QO7XqBP3j47lXawt729Xc6Z4MsI/HJIG7jHPPF2sq2B+E6yO0aYxk879Psf/YhP2/30T6fHz7+eDmhruyyAubldVyUepW5ZkmPJNp3ZkI6DC35ZlzYZ4PaHFtWGBbyg8kK7yrtmc5pHUV+u4bkoKRlGlVsXn4TUnRm2af8HTvsBni+Fq2wotn4WDB1X+8Huk05vQOFqrFdPntPY5gLDJ1vPwxK26qNKVFfkkmbYNc+SOrxbP0NWcexHnGznE59OvEdd1rbz1mP1B9K1x69bE5FR/rQ37QCJuE1bhKqfkV9qAD5CKpc/2OJnAQoC7lZNP2X5ua+kX4J9Jt+k2ff6s1Vl8QZhLsEMkPwuUg7XP8Nk6DgLm7ShjB2GniKSVAgsdQjhMV+JiMBahix+E7CO7N92+F0SDvmU1S8rzWUXjnTLpkzWi38Jkafrfqqbsm29NFFlsOdK3whebEC+/Ll4KanmFWog+mDCdir5jGvxw1UA5YE+FGWd9ATmS8vXCau4uCQ3bhkUaUUqCJWPECPNcvR4NQApWCROdC5oxc5cTz3xDvYCZK39YzlZrwpeBrQWZpGtQyvwNeDvF5YoDNJItuhDo/IX3l6MyzEJBsT1kuAIW6kYCYabiTcDeZ2dDM1jhi2Muoqe73LbsDoDQ7TvsINYFkyG1Vbz1DqAJq2FVBiS0gk0neEL2U0j5Z0ZnQJ816gEt7jurMNjS75JwvRgq77V3A3hHKLn0Hk/ySpizbfD31ZBdoKt6aJ1ni7sUzd5ny1RTXgdDLRcDdMdlR1bhfWFtwNr56RMVH/q3AlbdE885nIKVzhlCi1D0Gq6lbfkZ8CUxIV/csOnmEoulj/g9OpmXHTd/ldPkMS0k+QPIE8NztOIlMUyhnJqyicpKTNJ3vNb1kCYYLo/eSVWF6QkjXplMOPE3vXZV95guAuabofvN4Bv8u3t+/duTTevX+aGBMzEQWkOxCBTEkq8ZKp3hYnDdpcnt9eZHLMDOAPHr/ge7EM+WeNhWQc+AecJrJM8t1prEy6uubrtANDyelhUtrTvcCNGrhMOaHt+8MX05ZcP2ZZ7lSebd3iyeYd3wZmcutU6dz8GGvQbpR/LWX0I97nZxcJRROrb+iTH8OKIDEVVnmUbCYFt4PY38QU1pwYxRTX69Ql/ctQaLsTxQAj51KM5fN/aemPh0afgF1mA2PO74CecIsyd2k+SXeRAtkMWNF4xYH7NUymfcNmzunjHc2B0qSHAh4Klz8Tf5cRsB9q3mOQdXbzF4XYsaDABf8g7n485QfwFdI98H9xXCnga1jqpkitj2ZLSW46kh4ehBZ7IdleFBM9hZVEV0NB5fcJMCKDUVAs1Z1DD0I1EsdmavD71BHB+n332GQs0bOHms0l3OBk9h7MxEb/BdnyfhB9ig9bNDnUjFSuiBxmpc5IcmC3iqlMHj0iD7bgrxPzq45AiadX+cwhhSU3LKp1hpHnKfY0n8Zc5FM/6dVKM1nPC/WxnYUladFaFVU/hazR6AGi46E8ck5Qn6ZWf+jejEpecjgtGOLYCbrC4zHHS7As89M6zHOwidNaHulrLKE5lqyeIRn71UZYvTjBHufIKWRiSLG/4OKg0XE54w2V75cMhbUXy8lggSz8lk7L1+ndVbQHWIBkYaChiU5aKnHw2oKtFdPIjyrB9+SFbyjH4Cp7kwsq16JadV0mqTnrsUmmCFkxoQgQ10c9xX6KtZbItJ/jY9CxbdsaNAiuRZdysg4WydDxA7eFXD4FxW7l9K/zULf8uqvpaihgvCO/RHsw7ZqHzOa+nHIC/71kD9NG+PiStCxc/nH78459Mv/zVr6bfffzx9NP/6uV09c4NdjUhzehLFS88LN5waxtJ0ly/M0D0amHzqqCFTjnVT9uzOhjJizcIfBNPnfpTgxJcu9Pxdd6bwivBBli2l9tXpHXbwtPK46MqykvZsHVLyCV1YlnbpS3PEQIiKXeAR0bYxhIqzzgu5eMemqfc+Bfo019zj8gWasptfrdTfX/2QjUh00ZCeMAAS33ZQwYnPLjQkJRXm01bilwlQFoIwNZX6hN6lsfJu/c1vpuZTOW4xM++8hJpwbY4UUlJ5cBfezLZJaB27sjK2C0JIAAjhjSXNkGJciMuzYa9fQyw6WtglCfd9m92bNIgbHkDA72ajFOPIGc5Wp98hfRPV6VG3SM1rx4RKfiqZ+H9qTXvF/aIiiaOLionLi3DoczFMDVJeulb2O/aRZZmmkik7JSUZ44g+Rp+83A18bSKlbPC1m4TfZ3z/sN28u1iPB2JbzGqeqyEmOcCvgH5zSKLetJRWn6S1EPig9hoDpukgQuM8Px51UJsZDZeByfeoW3AMXBu2N7Rku7AWOPfqJ5N8qE3kkrKMunqfDTcIaMKgad8NWkl0ZpNdsU9q24S8Efauo6FjlaRdV1eSXwTJ01V960cciEm+HaGowl+a2Jvl+Bt5SxZFjqznkl6G+6CdTpU9WIVWBHrOtiEfLseVY3468l008jKIHlVH/IsuAz6LBiuVRsaY4LnO3RxqQfx68Zk5y1CvILg5lX1VPwLr2gKVx2+oJHBwIBvmUwil3zpEKLd62cABayTawdcgKCqtKTQSDo30BoMImj952YQ/NAUbbQC8XHmmaqX30ivNG6lttnI4oq4CpCw7cb2y42Nm94BT6GfPHlK8glbd3nXj+3LrtZeQl4HtmAUHp4DiYoz8WYwF53U7WfaZ2B3986t6TlbqL/6mskeW9E9hdtPbOlc7b5IH+FNxhux23GPOeF754Qc5LF+3Y5+xGPh5zxxefTo+fT5Zw95r/fWdI/FgZs3+C74ZbYUK7t9DDdp+1I1MqpfNhY9QseeM3gwcbQ9g3mfpYpUOht9jXk6ym0hz2sP8lIHrQd1sN5ebh3N+cDZd6XKUzf2STUEikwSo8x5DcAFkh22kdOX3uQp6Ssmjce8U3/o98HZim78NTsKtPfYLmJqQaUDaDqhJl8dS+8qE/prnAz+IVtM/W70wyfWCe+DP4cetFxi0Q4ycLLcsxKRKToqvYwaT4ktx6yXMr7g2R+r95DQDz0v78epY4nqy8M2HdvDhjxB31cWfsc3wnMyOpMJJ+C+E54dBVf2InMOZhOf9mD75hrhInsENloBy2irio9dBh4c26kLR/mxIGKhrXvPQ/AgwT2+x+4iyh5hd4e0jJndSVo94TJYNDzzTXJ4xlgCVGnLdQDjhQwV7/jWNpp3vEnPkyV8If0Ndl2qGlBSNtubierSMlb7uxTb81buE5kZu4lIE/jc2xOwDdoH41sf818NJAEPvHzMQ425b2f8C80skgamGNQeDLHaQZf6qj/gSU59AJ50fCWwDcjBq05qHbaGnVAsKVAzOpz5NVE3gYyUS1raB3HbgTZTuYMucbNEiRNvCTsuqYH7nEvAUqAXbO+EPjfjQcsGnrvhlCk2RsBTnttt3KM22ND70dZf0teeYIf3sPnDRy+mF485yZz62MtuIl4LcrGN9mGatmvxnGi7oPSchau7vLZhf/OM/varhyfT14/uTd//ow+n++wk+eSzz6cX7kS6o+TKNBeyxfv9fMnyy0F66sK/wSJZ6ub3ZimlP6CjPu2BW8xMt2RJgtvRueaeqTWlH21ARVqLRliby6JUdL1kauvSDbw0/dd3wj0m3/RMgZGGdSUb+znbiwu21nvod7jj6QaYFJMrTi1uE9BBKt+4ho51UwIkJxfbVcYXIy9tUSJZ2SLXsQ+NyyMCXuFHZMhIyX5roQdv+nHbRW0Kt1+1DwlQ8JKgMfBv+3KBKzowwcLhe7VvyaTauYl/yUZ/ZkYvAODUaPnWEG7kJ3FcTEo7L9BVVifog41+znfA2NdaFhXwLi5w9gnKvfhvRBWnChkwObWUb8RruBXugjnkHXqXTmlZvS7Ud+qArmZjhr9VYVdB81xd1FGFQy+DWEVH3iq/gIEGbihnBhp5iXMJpeZHpATuXOKdZ1I62jIIo5FHmYYbUnW0iMN/hhBgRNZpm3jkNFz7G/QrPxNcRDl947CB1U0OOG0txMsw8nmY7FMRxsauFAAIE7jZK45m2xCHQFHlCKuYQhForQviTY9gvbs1FzvVUR1U0AIrBbmsNDUyi3YiI1gyjOxTnja22bSgWMQLMoPUUdCBWx2gEWApU4MrY+lOeFLDn/DcNpOQ5Khx0Ft7a6Nfp78tvODJm9osVhtolnVbukCRuHFO+eaddQBZ3g1Y0wZkkNaY1n3/Fo03eI0qwSUhcBCOnsNAqKZFmLRsT3ZQ6ISWPHOF6om3lapN0xEknSx85R34g644urWfMP2H+ILpQyY89GsQJa9Bk0TTnHTrBxL83ECI9ft+InjbzJNqaTsqHIKLFSEwoLIhE3RV7h4ApAykCh+5KH948jSbMVc6zbRZIA6Z5H799IitiE+np88vT7cOrrJ1l0/McOL4HsDeiF/z5NR2mQmv7IZIEYuwtN0e7HL3JbaYOwG/yZOWww+Op8dMiL5mEv7UJ7g8vXUQ6A3Zk9YzMYnBXchE0JXvHd/VJc/V6Uvs2zw6es4knEnjl494Is+TTZ4k3rxxZbp+Az68j76zywSHUjqoVHfK5OJfaaTi6iEDaH1c4tFMxbWM1HlFIWAH1/anVhuucYkX0WSkXRVReIPe8CNgHVunWcEHsSzRmmGqAV6enEjQJwXk+q5yYNiOnkkcT/yPDmryfcQE+oT3M1/xjvxrtqKLb2ndlqqf904ZiDtBn46gcsC7+0wC7/G7df/D6cX1O3wXnC2qTLwf+dSYSfhzD3iTPwMm7cqJgPI6oczikAsDloXT6l2QyVyEuP2TyfW+Y+umdC65ch2wvEIXTkldEEti5SeOzgKvQPknnjTKFiGNF89MYtDZMZ+6c7eApzr7HeNrLNTkZPT7d9k9cWu6xvvhniHg5Hh3F93TLnz6l/4AbhkoQrT6SXWgDOoD2tjXEXr1VQo/C1aHCKIlbGV/ny29nP7soW/uODDN+6ivDWzalQWhllSmM2T86uMJ65yAxeyMawHQic6EtS4EwpYAchFhYJFUOvZqT+dEvCfOUAyOJZnhk1I5shvoJRfx0y4LRyRKw0mhf07Uo3/I++Q1erRdk+5ztZf42lR9BYEBNW3bhTrbrFu4HS5osxCCcrc1iEX/tji0Tzm7L46ikm2tbDph1FbVlnKqKtJMJ5K2t8LSfNoJu1C0/YCvWAEomlmYIn3E8BcezVPwpKcopFpd6kisUQ71ZV8ZO/O+JAbMlEGnn59p6Dn9Agni+WtA8f1M4UsWTH2X223ld+9/xAFrv532bdt+tpC262TbvlcOe3u+OoSW+LkTxHZwQTtWDurmKotFtocj2g8VyqtEt6ZPf/fFdMBOmRO2pvcCXU2YFlkIxan/2a2CnbYeT2acjn5ad9bRuk4kJYn+WfRv5sSgIiKHxPkfSgzPWZlryhVunvIzZQ0RcrEme25zCtqyq2Mt3zOJ8q40eqUSBpzUcJGhgluv5NvmqxOAfhSjLSK1eaOZGE6fm4mqibS40NamjCubVm9LhAxiSirScimrHOnmR3bShQsGiTqR9FwQhn7/kggO5p0Ju695+D67fU7sXvkg5s9xhhLxVDT3qhRButiw3OonK+jRKZjimTK1Q48w/RxZsU3HSHJMl6HUES+XohT54QudeSFcDvBT1vS78buspnUY2RdxFi2IG+oQwqnPlCEx8PGr9kfCN/ZKIOkgdNFLkeCi0MOpe13dmwjY1yZFudGFsOoQIxFSFUfyHGRSkJHVe7r5uRpY8jopBBYNUKfWfeUWtJGRQGjLVnOZDBaBW4AhNaMuqZF9ZtLMUiMCkTC80G1lEJlxDIfjBtFONHebE2ONQGwopKFV5OyMkD9KRnKFlKcqZm0aA0t8flaLN4JGFrMmyi3BAEyGuPIaeUkzDo2WgbQ88U6rFWDoddiM5bBBVo70hvE6TibPQZRFzenlJWCJphihNeRpugILV/8CDScc9HI1SbhunMaLWrUa4erPG+2bXdEpoaCRxi8x03Ujf45XatLNCjz8EobnsCG7xbxDJkj3qMAsNrcSLGVuur+HHxmQTD9OeVY8kzaABsRpzw5S580/nSdeqp40MWfSwgi6YtD5al5XFlzhJHDRPq2dSDF4BU97szPQtJumuuVX04RghEzaJTDSif5TB3WrLABpFB3NtCUIXvgEKjndkvLkISgDGvqmiaPMNYDxJkMaumEsOsTsybkw/qStrOYPPHAy8TYxnS10pC0cPoHFJZySJU0dpuRUqn++7iEtJwc+1cg2KsmSJr+yQycENEDfw4af68wvnWy9PpxeHvJuMJPkm0xw7/LN7Vsc3HVl/5oSMhFHLmge+bSUybg3VSfjvq/FmTx5iu0Wcicp+5yifpMtzx78dcBJzs+Y4D2B7sOHjxgMPp0OoeMWam826mMH377AqspZCDTMV7mBMhkl3W3Thy+fTI8fv2CCw7vR1y/ylOcGT9hvT9fgs7vHN8bh7RZsy5mbrZQxztRNtOXFGvI3OiiThOdvcQiReuiUyk3fan3grB3lnp1VlQjXYUOJGxVy5EsJjZFiHWu7hryWS//SnZJI/HbVMwPnXQ67O0H3r5goezDbCe93xjcNfV7Cvna40VovDnRT37ED9HIEPt8Y3+VU++vX0BWkv8dp4U+Z0H/1lN0FbD19RB25gJI+O4sAthnl5NA8T8NHzojk4DKiocMqNPnaeSC8VLJlFxA/YOolgYAEukrtVYLDxxMsfU0MtrLNVT+pDdJrMO9ENjlICo6dETA+6XvBNvsHfL/Yz5M58b7O2QH69zmYzcP8rmA37qBwgqw9H2OP6tEJU8RhFOkA8OjQb2o7oUHv6FPZfD9/h1PqLzvhZuLjKxs7LJRksmU782/YitLFGY+wo/0mGuEbQFNEfsuW0hAxn9+IS1dNq4PoYUBQSfy3VUNE2iWFwQ0XFuTaCiJj7LWgSu4FPOpXpf4QyToWpmzctoY0tLmDA2zQXaIAHmM7z2j/L5HpGNtkpYh7HZ8W3GdXALsP9nkaq037891OPPJtc7aFbg0y5J8yRTLD/nVkEbEkOi9dOG0aT1tMOSBiGA6h13oU1HFNzBQE8zsivj9bRP1Vfpt0LZ7Jg59KwtUg2H5VTMSwz/NHPLonzaz0e6ZZh1BPnigQ73uGvuUgMfp+yeTaMyE8oNJXLT744MPp9S9/azY49Oj4tg/f57aLvYKdXuJVFJ383YJu334ZO/asjYviuDDCpNwy/n/MvdmTXUeSn3mQeyaATOwEyKquru6SWotZS3qVmR7mHx+TzTzNw4xZW49GGnXXxiKLBEAigQRy3+b7fh5xzrkXCRLsYrEmMu85ER4eHh4eHvty3B7swZljJudoUG7oXcvLZFLOJ2cJq7ktku8ZZaSKNyPKiBaH9WTpeHSwI37vW746b0qyubAoawHJP95Go7QnU3nf3ca+2A+v8iUZAytH9dXq2oGvOpD8DwyE6J2wrmEJ2cnnLQ+jkUFpTIyGVxnPwFTE0Ky4naguvaMdpX3Oz3bdVOnHuyQou9YZNVAOjzj0TxZg962+pN3Ebdrm5haX6121+jB+XcfJXHodxsiPv+gpntBw54y67xTh9TW7f3w7GZkCIrZEgOXFmzAyUtvzkat2eJLkhZ8oRUfLgGgioGD4vLQJ5s8dXw76g5IAZY8bmn1SwLpaKmlHJAPCe3oscRiTd83Cm/5J6lzzR7+WN+HB+tpw0MSGMeKSqW2UIaLh4LmDKPc5QERotsQTIjHyqHYuRAIVZ0pbxws2jviO/rU7sPnJBULV1SFiv2dGUFky0a0cMFELrOZJN4tbzUMQ3xlCX+HuAX7K91yRTc6iXsvkjFHZ7ggiK+VR0uKVQEYQEGGVwfjPPHphiFJLU0t+CQSuGEWvqBjcjAU6j7ahj0AjU7lR8gy8RdYNWPIqi+8osrSE95jINeEWAJOtXxonacSYxkUjrZjupZufcMttBytYZSf9yLDLsUL/C57S68FGSwd8/1s+DcavXlRQ/wIy3x9RYZS8PxZ7ES9hF0Ef4ZrLR/SqTCvgYkK7Tk/pX/Q3jDj613vyF9YniDrtm/DKr2Td7d/3TrorgqZHU7yG7R0noXBXxMWPu/GqnRakePLd01Fh7Aw5GF8wkKAfln5NNYv4qtO8Jp0GQPmJaTyWY/kpXlX0FbjqA8/1ebnTjmf96BC7wumFaOdnJ5RdtmqzupxbzimLF6x+uzvggpXUk0NWDtdZZSbcfQYru7t8AonPf0kj40YY7Hymo0B4Lyy5RU/aGWeRnHCjL8dqiqvTfDaMbc/37u5xNvd42Od7zW5FP4QXV8zcGl2DDaiaTtpYzzVfs0rvBIENv+dP3aJ+xOVj/t69Ox5efvNu2GMl3Au2PAu+s83Hrvn8Fvf20lCTHgWaeiU5B1/y5rPJtByBms/qQq9JgxjcFko/aTU8/UNFfuemomgQOajYAubhW9iqlRdBy13J9tuvtlNFEh/rSHG5MWyVDnIG5pc7OS/sJWxuQT/hd+FAnMGPuxMyCLfXY88FQtElOjwrrJKvpl6nzobsDnX3LltNnzAgPWAl/eWbV8Nr8uTNERMj4PqNYO8E8JvBprDKn+f1oUv4SFRCsoiJFJq9ID/SE8I99yqukun3U682wMHJKbsEvuUsbC60Y7VvjxU9t6I/fPgAvWGles1VcHZbsCLrhNUpA23PxBvujIG39xF4NMKkrzMJssnlaVuUqy3P5qPk03nEKrkpJzMGx7pVeX2HSb1RkhyxItfm0n/JO86xfRxDLVr0RyMQn9qtHjtkqPrCrZuVoVVnjSFv4NWqSOzK++LMTtiJMuKrBn4+0Ek8ruXioi9uleC2/Rp4n3ED/zp1wXkNwLH7eT1XYtdZUVujU6psrevUNktM1aHWSfyM2HhJv7bq+JVdmMVEvrpwxCkaHV6+Bq5QQcYRrOYo3NE/uNbFUsNvDFvuMdAcjj19H+j2DnbyrCEbUnryn3h8W0YBVNZih1XxfARmfYAMKgV6ggv+GRekOcm5y8Dbow25J8OJIfDz+UaLKeh+0/sM4fp2QvYc+yb1wx12aGxSB9g596sUbk9f9Vwt9b8TmFfsBjlistT4HDOEp5aOH+OV8RdCNbc1lpwIpud1gYX+/8akDoQvtUa2mZa0pavBtylB9sqq2oli2zLnn//LxqQKLtmWJLpeqHAOmKPz5kECqyfmv/ogJv4KknYjA1PvVsL/Fu2m/omXcLbFhlc3jU+90D+DOv0ApPhZDvEPP8HBgTE9K+xA8/LAxC0dKxV+l8K0ykthgw9v4FzikXrHG/bBUbf70b/seAHPdtDBXS1EFZ9e0gZqGCU5mdx3B1wmRuG0JkTwMK2Jsz3k0zEJQNM3GpGEwavNot2YWhAkHfDQjTyKaPi5EORBU4PQ6U2SK13yD83gtQIsLaKauOjRAI/VOLQrP61UYqY6TT5uTY2tyh53eFX2Cdo8SGmHh3H8iDx/zV1hW7pw9CR377F9ahTn1NWnbjIBCM99clH4Wu8gFxLIJcUeBqFMBEbgzPJ9/jPUP8kqF8r8Q2aBD5MhojmYQBUySqUWKYRGrYSnwhvIQtkDEzZuRQK2pWdkwMKSGIyljH7tpwj17T8R9EoBllZaPDO+kRQmAkZ++m2BwrIdRg8a2qCooP7TiKQzR6E37TnzRIzBEX9mTHdxqy1SSNzCxNe3wuEXxMK+kdiM7ndbG43vRvqALzLAx3TVjHelcQE5wvtT4phRu0loM+/vsi7o3XchLvklz0hfZtOS+R9OS3BbDibjPkCr01zyjlO/Wgmgc0ADlMq4K10LUDit0QKWAUtTgtBOR+fDfErGjkCvU4KpQrVw0qCJa/paPOhNu1swHJn9Tdzy27RTJPng5UVjbj2XTnRDP8q0W9VSiKSR8KXbymspmfhORhpuP3S7tttpdxiIPnv2jIH3FreUb1PBr+bis/3Xrjpzay2DissrL59iqYrWiGEyvHv+j84zq38XrKq4yudlaXff3Gal1K3erILvslJyZxtZsKruAI3BXlg3ifxW0wIpB9z+gLllfZ3B4/0HDOI5r33vhC3Pb1lt5TK2d9yOfsjA75wOXxnfVbZJEvw56PHzWG6rZKBzzRl0VmCPji8Jy+VCr46HzedvOK94f9iD9u073NJ+h093pVPpVjXruN4pkCDkw5zR4E59CY9NuMuNkMnSBE4467SuF046SO7DxtCE4dVEEdTQBOg7dqHiMNjVbZUgj9XBMA2lQ2gaLR1dvaxU0dlm1XaNDvg5t5efIc/Tg0M615zzBt+OeNW/FTfHx7FMHcMr8t7L/rzg7gmTFw/5ef57n4H3Ky5a2uds+TEd8hPzl7+aUCEVrGZay0alk4Ze19Jp0LvJkdiqDJCWJEfAaEpqHdf0vW8I1eG8S4bildzm+IaXVn93P93+HHS4G4NRNOdWmVygDHzJ5VF3mFjyXPhtBiHeiu4quIOWc2R47uDD8g5dB+Wuam/yvfl1tpOL4yfMlGyOOahDlt3Wo8mkinzOZJEEdMa+691EMQ+6iP6+rISkiyAbi8hx6a8cujznfBU++qWsUp9StN1tssw/NMQNvmUKfMNcke4TLt86PGagxuTPIRdmH7HCfYqqXnp7Npcmrl5zcSKD7DuseLvy7WfwTti5ss3N7zts+8eL+w2Qczro0KaPUDsROEZCHqTPwCv1PXGa1l6/miZRqsaIJUWa6Hnj9k0+Nc4NGP1VvumgzgUNvs5g++CXsOJKSHrilFfiEVwhyuZ2fOU70VZfrV9Tenm2siPT0Eod1yikY2/8/vCuSbjS4VAXGB1Tpz2as4LOshOGutjJ1TXqfTaNUwfuDBferQEf2YXEzgN3a2QnlPlFpBsZfawwicnxFfKJebzh4NU+dfzWcK99JcByYD5X2it9P+qT5Jie6KbvRjzpx97df1qcakL/SUmq0Q4dH2VMv3pgyOgecrWO1S69DMBtn/0jX1O+IjQhhu3PABOqHpXCQNFLI+g6W3oqlvKvgXSFkXfDCZcnK3bvO7EnwU/9a37GrHEAb93sdJs8Z3BnGvDmZdVVdTd41ncOTg2lnzqZeCCg6hmr6VtxYjY8VxxSB+qJJPSM+MBJG0SYSwKuEYn5KgVvGEl9SXwu3kXZ8TSVwTDOWI258U2DU/0oYPGsPJSnuel1cGDdU1r8fJlXqdug7LugweYhMdMrMk/y2PTG6GWeA7cGMTHhDqvvrOzro5woX15Ea5Ay4osorXrHZjT5Kxnkro0EaHFi70kQbHBjj6wbcWUaHB/EUSGTgmY3ZBlROmXfFa5yruOEv8RRkJ5WXarFWB+Ut73GZsurk5/Dlu0TTgr+svdHuJfDje4FXhYJGat5MJo45oDmk0xCOJQOhVtSL7yI1Y6VqOD1hrQGGNBPJFW9VCkjnJniT7qNAbOpChZkWrS5sU8RgyedihvPgBovOEeOExBX54PczJatBrdQa0rBtKj6FDgIK69c1uI7EQUxPPZ485b9aI2xqnioQ0tDze5YqE1N8W1LbDr7z9gJ4H+ZaFyz/1lfxMmfaQ/npiO/SY5hpfElv6YredT4ssLsRmvk0AHf9+4yHfHMlE5Q+RjX6BnLcvwCu6znmMVj0dO//+Y4c1i3J3aFsBxvi0e86gQmteFW1AwiAKUzQv6q633Aapi50RUaI1/FZ/IhYSuOeZjYkUePH0tAnXbRK1n0VUnWJ4OfC9Pg1Jz2WSsYFd6OY79AR4KhT8Wc896wFR1Fb9OI6c8vVCIfOcaFyoc6701WiixDfotVXH/KwUtythxAtc8s2RFzUBH66hW/LTq9uztbw8He7eGwDXhfM/g9YsAlzTVW/lw9yae+qF/sqB1B+4xB8f6bd3SU3wz39u4O99mq+/DR/QxC3D7mJT9u1VWXbGxrN4u6RQNk/YUeurKifZUGaW3N1Wk6eJwn9/NiB6y0fkunz0kBzy06ieMAfsVvQ2G8eEX6l17Gds73xde3qdbYVo3/GWd7Pdd4dPRyePnta872bg53dzfg8Q6r9Xw/2cuuTEu2ZLsfljpC+TsQY/JDnqdJo8qf5EHXKfOIUP6CLAUDYcRbMMDJ/REkljqhiT0BplDL1VByO+yR25ZNUKN/jZfUb9B3sHOLb4mt8DO/1lx93b47XO2yJZq8PGEgfs6qrYNCg1oFuyqrLuR4AMzYMchZZSY1QMyK+l0Gk+tsQd/ltvpPkM9rtqJ/c/A2uuLWVgf8KwyKLpFnde96yuTMWPjN6pzUEbr9h48umd45mok4wsxEriQTBmlEVHk0KUoqJQwkJSpFZIE8LJ/mS5VXcfwr+RUfFcS8FsdVbb+p/Rqd84jGmt9ZJ30Osv1OujfruyV3e8dvhbOlHPcWOuuxiFoldgukUiDtJLsmJnDBlumqd/FOzM3c5DYAfJMU+SqeTYc/YIH4xgRWfkl+J/sR79RZ4Ck1eev1QhzAjFsZ5sym9MBJfhUyTgNVuExmUYas507ZKXPOZP7r43M+KchkDQO4YybwzmS4bTO/zaeqVlkaO78gr2jQrinHHllxG/8Vny7cYafBLeq15BPB3LBh2tPpM+XWoaqWNDNhjxu7v2r/gcfAoHD/it0gYW3I6mlcLWwrnYVQYQioU91D0pLTEpP4ytp0sxzyUCaBKjwEJhnLE11m8LJll8xOWngYtLcPlQfFaqW95TVh/cvAyoCEz6QGEnInkLeZ/+Kv/3r44vnLrA56gdrp5TF6KV+UeQY3thevXr2ifdhjUxD1Avq/ib5fU/+6rRwsjvK8Hh6dsQuE8r/DVvRNBvJSCK+RRKTR0jp/WfYn04/RFaTJePSWIjTrVXJMJAAbLAj9oYySZtMtLfOkZJDyEn+9Gp6+wS+YEVgny3neyl4qI47wMkV3jBgLDOFpv9lhlHFbdxlUkxVuyoept/6Lf8I0HdIuXvsLvUDagxVqjboWfrCHByNt8clz+u36tIid3KkJZXmi3WWiy3c+WQaOfKT0yhvW4hseiUgu/amb1ltYgfPCzz6WIeU68cZTB1DlhoftUtQK0IVl0fh4qWsX6Jn3OQgWntVuPbEbNvU7OEmHE/egGYXnuz2C5aBdv4wFeOOKZsqVO+ps90xdcWhgcb7LSLz4CxbplR0Hr4B5E28A0gybQPCgsvGttFILFSu4CUldlNyFP2XrfVOe7Ver0ldHTia24qBkGRH/lSdFs+pVwdLSdH6MUakZITSoY8OwKBiy3Sc/y6umyTKOcAWs+8Q3WD6EJt90QL7rQKEb39wUDSHhpjuRlfnj5FLykGCe35+ZBUfgQRwxOqUR8KNZ3o/5fdIfHTuI0vOHzrVHVRyjFFUcjbitNgsPyfyJm1xqAVrkEOVReEU7z44qPXKoZpXKv8gKK7f5byG2gPHffuVIOMIXWxIVoz/LpoqEZo/TGkBmWsYaZIxLe4KVkmof89og/IRZkRScAJKzVMuE//zKiPkTGqMLf6WoFrRKjK9iCq5BGhlcYG4ZKq7YP8wsUzF05c8oRyCL5ePDMVgXlDEX7fDaCFT6uk9/d/rdP29TkP+llAjrtIhkzo+YrsYkXOKi09finONN8cJPo1Fx64McUBbdFbYSMvIIcf+sWPvKSkGMXJjjtFn4jhs/aeknn1SLVkwJVvSKF8ngxqPOdDsorbOi65wPdbbTy8f6INYtU+kESyv1/1WttjE4Ch/Q7wPue3xX+5Mnn/D5LQaanjelM2ZcflJmbpx13mDL+Dbbv88Ic0xn7CGr0K/5FJhbv437/PyEsN5wzNoJZciFEc/AmteXF6ysnl1yXvt4eP7tNwxsWb3m1vEdB34gXjFQv6JBrbxie3Mv1zBhGTQZyQ8crtZsbrByDnSPM+VPGMi7+v1qnwE4kwHetn7OGUUDOqixbqO7yUCbm9Lha23Nbb4MBOHMs+ondCZP4fPw9HD4Zv9iePHNVlYx7zGQfPToIdvl73JOnfPNrOJceWGQeUFLKc3wZjxagKfEkE/WLbamugsmYNH0wYLQ5Hoq6jjKPQsi+UZJS6yJI3Y9RZYP63jsgNQl4W7NS70Jf6kb8QvpDKj9bNsmxwFuDxtMvmwySD5kp8JxBuBsSUU2h+SNW6bVCGn5LXXTmw4jKxR+zs1OAtkybPHwcrK7rJw9ZvLiiB0JB1xa9mr/9XDEYPXakZHxg2dnraggKsI7CKlugekx3+A3acDdeDZ1Zbps9SvcjoSrJVDMSENqCQlq6JbsgVHopsF3p1zvMX8I0w0sZbDd3ZbHSwYi7vAwfgfebuN1lfsOclpjldtt6iV/MYgTJvInM9iKMfniJwjLGLcRKQffjY/2EtJMS3/DEzchpBeiIRH6PcRHv6UhsnQwsixv/WdHzrjMJutG5hMouxXI+r0G5GCkbpvqOusncc8ZVB8x0n7LMjcbUdglwW4K8+T6nBWRKyb8qI8oF5fEaXfc+usMnbvmngInfagJ0F9k7L5V8DXGlf4M4UrS8oy/bFkn6i+iTIduQvko09JqynoZ8528aSjqqV35Rgio/KXIF4gA1ZmuAKE14otdxnePIxHgULNNjUaXdJtitPhK1sTW/Ck3EDL16pa7Jkxayk8Cj8GAedkfR0eocz06dHF1yAQjx2ww5qn55aSpcrItcCeHbcwBXzZwhWrH9oa2gVwhfU5oci8IcXgXxxF18AZhrBv8KoA8+xfaTaZxjA/9GoPYOm73jlxG4Qjt+EnpiD/lfA/Z3pImXqNOSN9TdHMkEZvbINorXIAqTPyBB808qXTp38tYcPujpVetcJDtn3Wcpod20kLe/enVy3yXQ72NqUMM3UzjQ/rN2mzFq7CqTS1Lhim8DG6jKeAlXTXwprEgQIWV3x6jqVSPUz+rW9bZANM+g5V2AEB4b0qr7tm/MKy/qu944582KXTgBxkx5E9Y6aiT7mDxsksbGxcnRr3Hn40t0XNTYlnMwiL82B+4ZOSdz+0Reem9ctcOvzZclpVegAsg8GYTgUVok38fecKHxmfly+SOR+QszPBVJ2Rco3ihq1qEjVY2lKtXIchzZE5QJ5+qVq3wFVtRNGJZkEZqt8Zm6VE5fCY/xCumDCa0k4p9xDPmpGvEIn/LnmA86jhfuaKvM/9gLqKDWGnt4aXvrgNTVH1c6pcIomPwLkWdARasPSkduOzu8B//nZjeS+D78fSMibR15GdmVcmIwhIsiqB3+xNP8qlIRrIohOVRQVo4FXgKpp37gpu7CtTGLZ0pcDJDRXSjdBRqBCukoD5Dmnc4C6tQwmFGyUuMUUZjpSES/8QBRy2vKFTwlhVd/GyEkqdGgL0zoXOe13E3FMkG2ShkRjeFuker709mFHgJPVHKZwZ8kVbn+ru4UTKYpKnwGuS7Av0gv3lB/UEBl5A7X8q58mAJoTm7To4V1BJa5VNSvaS/czGUfzKV8J3mnFSH+U6n0axQb+s/clWH9J//CrcP6q021e1KnRVNfgnT8lJ66KwNlJiWJdOQhmkWt3SNvPyrYyTEs8t26LfYFm7nyFXJI85A+03VQ86m5vxWBp2WS/Cxn7GKlE90QeDJJ4+Gp588Gx4zsPQ8t9+7tsGVicSZzKjyZXy5gAxvz/JlKzaNnWdU7zDAekrL8ZbB2stvvskKNP26rO55ttjBN6iRxBWd6TMGcldvz/N5qrusGLqy7JnZLTp0m6TjikHcJSsubmeuvKhOqNWOReIKywoFHM4kOqyzEr9B2uwQ3mMQfnL5lDO5+8PzFy9YhTmAHpgw4S2nNuRXrJjZcb/gU2S1pRp60mzple4B59QP6djv778dvvzqeX3nmTO9Tx7f43K2nQzAPSfpRAGP8OmAwHojjaG0dPOeVtW6piNMDBgtfXHm4cqDxizPKnDIKP33jeEnE2pxWv/2etlBuFVGrXrgLT1e6aRjj36yCl26DuIm8mTF6447FxhMnjL49gz4OXrlbgJXuNZI7znp3nCFm4w1XySK1qDP6jl039YFenfRqT2OGfxi78Hw9tHJ8IL8eMHEyBvuCXAbultYU8un3SA/6LSj1emI5IKp5ElPm2/TUrJLHW/UgDuGXKSsBiIUZn4KQ1Tqj7rjboi+NbfKEVxRrmK3XQFHzqIb6kccMybN/NCa0maA4DU083A0+C24R48/3TK2oaaMSNIsynMrL4lX/uUZY1db3bPMOSS8ctu3E2qUtUsGxpf5/J/4Ype8zhh9n1CMTpmwO0VOZ656oV+3/LlDguHehbBsT60wxpEb0elsu2vlnN+qtzQap7yQB7nwDmv0Q/npG1lZDptHQpQf1tGIqwErnlX9q+Hl49Oyo+ccN2kG0OYdUs7m/tLpAYTHzTtybl720fQzNdIzQO/PmDRxTWPC+AYjP+H8hEu3pNE8eyHF6TEld/Csc4zogLJ4cPFmWL17j8vWjtAxdgAx8eZuFz8b6Nltd8U8efzJ8MnjR8MBdx14OdvW2u2KBPyMYYjTiTknn46O1nIR4X0+U2ad6wRLccjrBxsSYnBN6FR57qDyqKewET5a5hjLdqXWpRQJ4l6GLYf5IW5rA3lCU5BTLsGCvjB1x/LvSqxtIzV28U4Gpmy1aJIMZfzB9Eiv6XPeJZ8u71yECu3oUdMVh7PypJI47LXNSbvvCjowf7VKX0wkDTxsS7KdGX+amPzEkDdxhBlv9A+Abav1QrXh+hFrNUyBiW7aNZmsU/QYdUZ1ZQ28APKUI67SkgZkOVaygiW7QHSDaXwec7HuuUSO6VeFphLCwEsXWBtRsQAAQABJREFUZFSpqH/wuYgjQ6ZyMuUqWek3eXefwjVnhbiN3OQqdfnJGCcs4SZwzq2bfcASN+kOXoVWIAljuPKpOKXtT9oO4nsYYSGWNw8Z5F//CrH8rBCTd2FO2LOQksr4pPNQtBN29lDkPUbfZG2PNLpQexJnAb7fOjE1KVaLIsomBYRgzLp1hQth8RIhZh6+w77rPcX8Yaw5jvKujGxvgo1K1RQ/g6jIjgemqWrseaRzpgf+FJ6koamRZbgy1EyAIKWmBt/GIycUEHBLKXA35bCR6Lz1d8LqaLLLTBlBIkHfRsy/EZZUyy8zSq2gu/Ji+jp9sQ0zyrnZp/Bhvx7SbvH7zuCeOCusfP3UJgwRP0JW7tY6EQC86XWj0aM8P4hyY7gfCvzx5FHyVc5zHkruPFtqKg/HfJyjYg8eBKxwP4jT8lL/4PhepjPHwc9VG6Q9o2lY4ORHxWV8um0I/Nn5A6Z/433ERzFtPHR3HnIOUbd/hMm5z8RrA9LwxvTZhPKH6G0cXW2wg2Srl1UfBqF3V/eGTQbjbgF3FboG8pydpGNl43T/wX0G3E+HzzjDvcFg1e3D5mQauwykWhzqHHGUnplWO1GubtoJZozGed1NVr/zuSQauy22e97l/PY7Bq37+2zfPmQFnrOCt5y9hmfrGFefc4EJA/ZzeD855TvKb4+Hr79+QefuCXx9knOCK2vKAT7ofCsT5Z/wNl6y1eShxc7LOjV6tu4Sxxafftq5szU8fvKA8+hvhxcvX3LWnMvYmIwgldCp0E4CuCpPvyM8ucXSLeh2LpSTl8f5GShXzw8PT4dvv9kfvviSwf0eW6kfP863wb1lud9sXWUT3syb8MtboWo3ytjq7dN8jCI0UGo0W1WMVZD6Yeg4fH+vCTZYTiJUeC10QVBOYC18WMFfbOPJFjwEkc48g14nNtY4Q7vG1ugtVsEvHXjfYWWMlesLto9fkadenpRdAsywuH3alQjTqL4btxMypu2KwbqRXDEo2kGenz7kG9l85/cUvK9esb2f7aun6i+4Zoarx86ueDGb5wARYMnJfOvpV2z8dbnIt+kwfnF45Yl6BTCGi09hpL2TivG2tzAv9AmGiZiZbAcGVPgJEt+iU4jae9fKQZ+D79quX/E4cYW2UlQhtEi+CCw9Kx0Ag9tzryMZ12Tm9gn68bZeF6XII8jxD4C12Huxk9aaZFfXSBPfiqrdC/DV6j00Kts/GWsz+GatlMrs2v2gmVyBN6xq+Dl1xzlhrCa8Gf+CMu+WsxUvewKt86KtuCGouoW78FkBh/YKq+bJNk7T+G3wWrUFizoNslNeqywzYxyLEGOaYAv26Ev5q5H2bwpUZbWpHLxRpxjnjI6I1j3yrul+6u1kFIp4NSizD9OZE01ZVDmt8IYTHrmg8Pl8jzjomfWQYeutxfqUFwFsgy7Yqv8t3+4+ZbfLvdu7OTOvblp2D6nj1V93QG1x6eQnTz8d/tPf//3w+W9+PXz+239KnJkFhflN6okN6v5Vzt5fMRG8yp0HP6N92b3/MBNpSmYsNzL8Q4xpqNhIi4yjiREYaSUh+ZmfgpOvCfBDYpjoJ5TS/LFMp2X/gR+sVal134Y1hW9Zb3XbqAgiFqzXL6mVRv9F/kqfyNjIp8fpm5+DI37Gm/Pbygx3alWUIXypFOLJo8ohncRVbYacKNWabOONn0eGCoob2vLZW5g6J47bQJAy//OGdv/Wd3SYQkkyKzp5zMBUXRGdNoX6H2vgtyjP8lh9p5Q8LvoDCz2m1YgeeITHyU93oq1ScFxdFV+TvlkKU5yhW7ab3ULl3/hjIo/umN7Vl9ANsomJqVAGqfGLpbb4qBcu+BKaxGPXZWjxLb0KwfojW83lI8SKfuVRxeQ09UTaWPwzJwFryaNwhVY5jAdAtUCUPDvS7C28mQSRL9zaw63vxAQMj8CFzY3+kxGFpj1G1hYuV4sYkmESi3hA7Ez09ywWrB1qDV/2/sQtKoL0rVLFCdZyZWSD9cONYWbhTI3/8k0CS/hSNVbd8RwHpYbM4FJv/OIOrEkHe4zyo2K3cEGZNwEStfF04QJAW1xZS75QiWcVAGe+4QlDVjSVVSpfNZ4WI1QiVPXvyiGv2tOxwtfCowCNtoTqOwFCVLyiU2/RFGn0KpkgPYJQANOR0g5visQU6WeyfFhghWfGFgLSbZ6hFzRRfyxTTI7UTLe/Uc7qlR03YQ0uDxZOeVa+mkpLpUf/BT5NL2Ens+CL55J7MfQU7GNtnd48yoQ1nqYz4kRR0avIfBG5Gh6lwECMUF0u2HAt8psOH+mbcArLKLs2d7/+VmeWjTA/S+UW6ZqhLX0INdkl3gxAwUlnuscJIcNmKzh5paZWQ9HeJFn/dH6MlKhrO7ip020jgqbRkXUwp4SMJ16GE8U/k2355s/VtTO2PnviaeW8Bt8bnillG/YO28LfuKJx8Ibtr1yCxTeJHXB/8vSTdKhK5ajgUZqayU5U0Ld8lD0KFSs4lGtnxl3F9vNTDvr9mUeOs/ycjJ+eubPjp7oY6B+xYszZa8/+eZGZ5haDaVefN27d4ZIUOsQXDOgYyNnZu7h4zsVVb/nO9s7w2c8+CZ31Lc5Xs/J6yQDPWqK2u1EeZVDR8MrKPjw4WN5khdW+/Rbb8LfY4nsXWg8e7DJ45tvTXAr3LdudX79+w4SAW+IJDy++Msins58bwKmlPEvpoGkNf/k1qndHDMAZvLsK/vKbt6F7jy3VDzj3uMtbfC/iknBpppSbsaDyX/UIMPkPAx3Bt3reNDXo5DBO8/kmI4mK5yZfYChKtAQaZRNmoKpXxqf57UAXbzsvKXNJAzBWFpSBW02v6VBzEJz+DxMmfCrohImcU+Rh/t2iE79Ox8PjCbYn2QkgLQZZRumZaLrypMfz0K6ioStPng7PuFPgDZMjr7mpfp/8ObfcMA2unrlaeivn9NEZO2amFoGY35Fwk1+1E4TRW1k1ODYBgSunTAqLEY+ORs5a7yhnPEJLXOIxvpS10JGuqFCSWDedGLCU7ZbDll65rHoGZOOUWAjWW52yNY28O70ZWodXl8yWcR5x8TcLhtUc9GdNqRG/w+Zh4/mBR6WzRxV5LmFap3m3AjN2/G/gCxZyEbfe1GMkznaqLguq9KYutDPsQNhQ5jFu60uvTGLNNDAeuKVXPCcvLAjNHVH6iLe0oceKmBNvBOKf1W74c+Bo/S0PGvOHR+zmS7PklfrEwKMhdpzpJwCT37kx6sAanehmeJat4j71aAtUtEyz/i1d0ZCWjJF45wss5GzdnED6G9j/vGOpmOIumoVQuOKZ3Fpxtk6jYF3zGcgrPvvFBZO3VjYpw2+H3acPh0+fPhqev/S4zvFwj8rbW/z9IoHHADZ39jiGMwy//f0fMnGyyScibzkpAm9ebuXt/I+ePh64mnHggPew9eyzYZcdTCvbtzOZkjYMXipXlemY2CR+wR2smb+ymuMrddObQFBsdLsU9Yq/+d7/ChjcpqXNp8poymnyovJcPTXS0CaeHkfe0E/twzuLIb4Lm3fPg+ImLvtlIiQfLZc16BVVja4vRahJRciJD1HtCWjpFCebxBaN+OlUQDv20btSVuPB4s4yoAy83C2UEpao4oAjLbSDclB8VMw+rY9q8F1c5SJXMYXnTVgsVVJJUxFATpAMXSyATaNR6J3z/Ik8MaT9UV8cUNomWexzSz5ylC5BM3Bz8FaXUNJGAbQOSX0jDinLBBQJt9Uwn+TbPsviGAtisKQxy5VWmBWgF79F05BHoBzNTAkRgAHr5zjMiewa6zRcE46/fBqJ5QgLEP9IF/b05/HTXdoB79CKSBs+XvjrW7FZV+glperVkKKRZXhNuMJNIDDFDZJhkVM3xlyjNYkXkfLXLlca3n0AElCHl28wRpDhiI+XbJh/3s+1sOJd0UyBtU0wbSO1IFkg56bcRlLwFFgp1D/vbqlQi8owj2tOdbIvxj7B5zZFagpNpD+VyB//C+wL0zgZJN5omr2DvKJfk8JmbU4aTJcXA4Rw4gMOXq1o2VnSjb9hw8RIHezquBtx4k2mW0gmnMQRzIqvxxm5hnFoywsmig2NanxRuMANJ6stPLA0xC0SlavkBIHQK1rSyyVxFFy3UfXgwv+8Zoo/kc4jg4niw7Qs5ZWAmTHPFiHN80YPgd3M7R32p7xvotc5W/RLluBVvu2ZV9k7FylLQe6Q6R0/8th3OlmTV6onY+zhO053z1CrokOXCofKqOtaQ7K5zqCTgVZf5dQrOk24WvmWj1TlCa8+gg5O6XjPy+C0uEypNMbwLT5fNm7lX0DtdhazQghhm5ja1mf8uClzbh/f4TK0PT7ntXt3l4H3Yz5/xKU3DI5j6KgalyvWVu+WhxqcyMey0c+fAwD4oVznZlbCrkKjf03gyoEVnyNZY8V6nY75zhafXXqww/Z3brumM+d2dPPmhJXTFbcqw+MtBsvXfEro+spLvThPfHTMZMEhg2a+Mcs2+IcMnOXbc8QXnhFmRSyXUVmtwIvNhRd94eE4miqnzoEajxX7fW7ZPdu5QA67WVE/PDpk4Pzt8M03r/JJsnSFzBAp0SPIZMtFuj65CMyb3t3S7+SEq/4sgMPnMSv1J8NXLPV60/Ljx/fpvDJZwAA8NSXket5WLQMgCii3epb+m9/dCDEPNFUd9TABvfcozPfAI8C8TOMewhVPtaHwQF46dFNG8pt8Z6DrN5EzwWn9aRDCWvc7+L7O1eZcmEQYV7fWTrgPwIE3vzV75gzAvXDMT8r5aTj1hX55wqdzoYzRlStwLAyeH73HhXz3uV/giiMP76Dzgm9nv2Si5oiBupfyXa+iW+pcdA9iZnAvj8A0yToS5gAjpUTem58vy7EJqXeCJExDAQGY2aJJ5oFNGMGahE5UlZOjh56dCEg9hPipV1pdlMhEHdFjw2Wk4Th+OG4w4jamRt9l9+ixZAnTS7CbnfIenls6UgaQqaJLumakvM3+HTtIahKFT6mRyasM6rZXNobT5FUbULgNgi6gN9nf4rfim/xzG6gr3L692KsmOSl3TnTiVn6G9AsqrpA5AK2/koQ6rAooPfP8AibdNeR2cycsPR/qN+rPOU4SSiL3fAr1JAq/yRjnjcagM3RlJG/imwvW8LpHQKyp5dMnndM1p8cBD3i6Oy1JzI3wXODIu+rd0pNq10pGoW0GYUj5Qv5NGPhDzFLupJo1vf2ze2wDPzjhyAjyWucStDvUtVQX7Aw6YLuK94BQ3vkUo9v/n7/mvofz3w/Pv3k9POVOjlW2nq9cu5OFegBae0w83uWLEJfsIPrsX/1q2Hv8DJyt9MWcvJaXDAqaxMJwf8h/BNgBS2+TN+adfpXe2Ahr8KAEDUJkue4RC0vId2DkJUf+TXjd3lkJmhh6aIyrLA1WIepZ/vOEmB+1kohfFAjGnDyEjnDjcXCkDukdAMC6RDRDx1myKwxYNxvpNpqLCBBEdqU5sk2/wLLgLxHKB5EzurWM9TRnsol2wIGvJoNgSeG2DYw+xi4do9DT9kRHADwqjSZtnCRvePEjvBO49iMWDDBp1SXN6Crlf4WZdGnbhmQ7uXmRxT4kCN/BoS5xwJ7+fXQAN6Ql74ST35a3Ksq4oBI6RtvbhZrQBUemNfK7ZCDdTKuTFB8QJwgmfMPxo+z4Usbh0/aAlFhneO7ciErWhWPZNqR1Wp3x1qVKV/hMihfB0At7M/kpy+RF4qh8CgEeyfJwIs3pZ4yGMQ0VtuJM6pL/8cEPzke3uEUllh5JqIyOD1ik18Mz8C7GGi5+FX1zv/eqwAvgBhozseVed8uTKFPF3QMsUPkoRwtZuEuMKpCkpQtmpKjKiNwy20zy1wRvg7iQaPRiIm0YYqWSzVt7fobGoFBlAQ8GVtYpquI6G6JitJpFviwMhjFIVJB3fc0QKDTTeYKGf3hheMaif4ULBeMH4J/kR5fEiSju4OAOTKRCLFzB2PTLgxhj1w3vwqwcoGXF4d9PaohTZS/9MXaLn83mR/IRnpc4/sigS6F+MqfsjVmQWD/MsFk55decxZLZWO6aV2Vz04sZunjLuEq6T9AYT+/s9GD6O1i1U+EA3CyRF/H6mW0bAQdeljpphI5LsepmAMKM28aCAQZ46pnlouNjaxWmREzBTEdTb8sHHRvCOTu5Bi1bADtTNavMAJVy7Wqy55Ffv94fTtl+fptO1h7f115ne6CDrDUGk67Wkhgj4odZ0p+Sn61LGcuHrqxoss208yy9lVVkQ8d3jdXS9TU+R0Y8fk5sj7Pc3oLuJVvHfH/mykEu0Z6Hb97hlYH8+RqX/vDpJq443n91MOyydfwxl6ftcYu5301O99GAzWQmlobYRjWDXTLD7c+mxNlykpLOwzqDxdvsAthAHre50O2zTz9lkH8yPOc2X1ddvZzNcuZNv5X/EICOA42rS8+qe0GWK3zAzKtTbmU+Oh+OV8+yXf7li9fh0UvqHrCdeosJjtolQP6SVnlzgGsckTN8lUbibIYUxKZuiKt/zYh3jNm7UGcAqc6ATWdEEK4cEi/8xwtdKSnJR3nZQUi8dmxGUmDBj5MOApW3svCW8g3keLl9NmwwYDpjFfyQ3xm7CdRp48uECH51KzrxEJHn8yHI7gdWyFwRWuE8OG3GA+S1++zT4Smye8UA4CXn/w9YVT/zuIEBHRmYEuxqfCYLiMS08I+RTzAcrPEX6eE2aOBjeoTp0CMBp0cDF2CSZsmlQ+tdcc6Dgt/Dh67uiiC4MtI4nUJ92GZIf0m1rBaRBPheShXth4kv+zT8pFi78c1wkgwAyQbgngN2a/j1wPEVZHl2ssExBD7zxQ3jm5R7y9i2uyRgepX6YQPkVW4w94I0lCcXHHo22y3iDpAdNNe9C0bipE2TlE51Mu8ZQyCII1+eWfZIiPWgq9zXTNB5C3dgdhZTjpSjGoFbejNSZYXQkom8BXfkhtIxu5dvcTuaFrs+3b+TlT9L/oh3A86IS+iqFq3LHfrYvlAPAaz2SPrGAFwbVt/Vkki4wXjbCl1Rxq5Xaa9WuLiO9ypHSVZhcpUjOWvUr4dMeL54xd0LrHhfrfN5Rqcs1/msGJOOL4G9YRKM7xIMt7kQ8/Gdu8Pq2SETrufJ6zPq+i/+8MWw8ogjTkxubrLq7YTKJWEyjjIPMPJbki++A/zeB7ijwObIcxrarWPM6zlO2QUpH03sZeUpsNXF4U17N3P6HfZ973n4jtt5QyfU2cRje4TsQan6V7kAg/8SlWkxfGe6/G9Km1jBQ7csIzea5pEVZNM74hEJbUC80asCw2Ms1q+VW+nCg+qEdmDhE/+MH4gRPzGL55s4sGwSFXR9qxO57JMATtgbMG0OEV/QR5KO7a9vB6gZLFuG8a/JABlEVtQd4yfCyHr7ToZz8s4ykhSpE/BW9bAI0DTO0YhbDqXsr7tGlBlkymHxqg9k8NQVMFz++lW8BoVz4i+69ADikzDw0esJ8VLP+ZZHEKSgkSfpNjYDA8Q/D/IgMgUa3VFo2vnFv5yhMaVPYP91q9jCWqxYSxeFFTbVULP51hRHc756OSv/+XOONcG51XzmodWfcTb45N/x+lucLiLsf2EzZ72zEt7NnZSoEmT3y7tlVgme5IBiJdlTmMKWJBpWLHz4H/FH2Zm1+JJjFsqIRdoJVgpifIWFm3AZuLTCl8sSQLaCmmIPhwQqbnxVBS4hbP6kCLyUvgpcsAu5Cq72buSn4ycu3MLqkXd4DO/xADYLL+pPZUiYFY8VSrHQ+Zkz0BI0BzV+J64r3E2hF4L9JR3mUXT0fSYyqDWv2+99DCve8s/b2r0Z9VeY7x7eAWJfrY6M5v7IrndwxO8Vs+rQ43A1wsF3VgeJJ3ovLnTzsyFLWMM3viBk8kY+HND5x1ujztXPwjavU8y1xrs2G7zUisRhx5UO2aqXjzBgzKVnNDaWQTs/q6wYMj7MAOj47TsiuebTRtt8Lus+28HvcynbDreD163obgVWbeR72aT6UADdCMAIMj0jv4S9dIAGD96cm28gg+sW5P7d4wcPHrHyzfeQ2V78Fp5OT49YpXL2mzCsgK6t8mO1xe2iflP8jEH6m4N33CzOt8DpJD58yCerdndIm3UFUStTJ0LMc2UdkDJHPkwASscbzL24ywuZ7nAm8RadQ+M7xe9Tzpbv7zMhwEqrZ8K9cOiEOL1Z+ZqV7ytW8K/5ZYIE2C22164yuFAEq15IR/rt/L9+w0r9O863v2K7/PN9Lp27nU/r3OcTahusiq86cAfXnQAX555yLh6jO9irSSZOdMIsqI5aSyBpes/ohenZlWwgXOVf8xQBj7h4KBtNuX3GxlvdBC8/iZT+9ZVfaeaysxBQzkzYID+/R31Nnq2Sf2vo0Tq3op8x6PGzZGec79aeyVrk7sDHjibBkm9ylQtayLdLjktcMYGxwjGGu3ybeYuJocd08g8ZxB9wtvwduyC8Of+EywFdLXWXhPmn1Kz5LaNOPqUDh20UCr6VxpJ1nA2m3KbUT3aF5CBJ49MfWVZy1WGgCLvB4ixK3du8rckbIUtmzLCiHRlXAiDbOSo/Q/aabB6DVHs5lVx0XTm2+qf7LcVczs5k85Ru53KK/f2Q0VfATuqljabM5UItJvXOj/mqwbvV4S15t045876H22xBPj69zS4I60ruokBHtpn82tykTEInZ7sZcDNmhm/KBAm1HDlhnzJgvpYaInJhZeSxgSMDy7S7I5y4PLXcUrYu0Dvh5pPlNHqinBTmqB4COlVpz+1qZ5XDDo1sZvhTvhSGz8Ihz5rFjvVoYKT0qrRW7HnHu+N1FRBLfm2LMgmPjqTdggdriWKFCJCf6uOg2/ZEoz4IdPU/R2bcZX6LHQUMwK2e17Z2uFyNezY2Xg5fcfTmFXI7Zlv5yvbu8I4G42xg1ZuVb+9/OIL+CgPzS+rse++Ohkd8yWKDfF49OUxeHTEJ8/LNq+EX7PpZZVdD4rcuVupW0PwiGxhOysmnVryC+52PLtD3kKQYqtEBrUF9D+/7AEUnk7edZOjOwgn/EYwDMHm07LgC6+6iOjpleUL26GVJyuGZpqVIvCj8TSlsTJcyJNTiQ1krdfAc0WmIKy9gfUBovd8UCrVJzZy6SL2Tb8uRq83WTzVIlt8wjK8w6U/8dVtynMLguz5jZrpVTcMAh8QKhTxbq+GL+Vf0GD7VFXAc61kHmLw0SRYs3KqX4b3fBS/80XMQVLcrjkHobxzjpHXiBBH/fvREGRg2ZdQIGv/Cgpj37AFOk2Dz76ksOoY3/lQ4voxMQzhptiYVxpqfvOBRdUUQ0/4qb1e3i496mhZNsUi7J7GAGm3syQdweryVJ5N74j2k2sOACZyQYmsknfBxFUC9Lf/C0UtbdEcHRm4m34K995whcPMHCVk2odqAQeZh3Mum89Pg80avgjXhRMrNbk35A02T/fuhUos1epUzJJ6MMz5MGsmIo5jvleEo8JamUQFwB6fFlHgbToFKVgERB+o2xqWAFGXP5Ln6GCrlhoDSlDuV3vbRMErGyki25x2QICYAiq9f0uaKCiFwG65/G053UY5FR+Ot1DHZDBM5A9IEKqY05ybYUUgLU1WMVkFJn43an9mkUupCUiZE2QuWfl0+lQS4bfne2bIi7yYyIpGmsOOVbiymueNP72X/SaYTzsfZDGk+9beuDEgDMY9Iozwnioon2FgThppUnhOmlR3RO4dzHAfUXfflTrvp7rCRTqdHDF2OEsxEB/xAJVu5lV+TXt42COp8/RoP8hkm8NNfHRPmHxYo8VbR0SIaLLdVXvLZHCu3KiNUtqoVHRchyc5iqsWNF7yZfou7lwfJod/M9lvTVUmGATzxocMl3Wt6s1d2SrnAKt+2RmiHDmBY6X354mU+meWN4n4u6w5n8giUQXoGsZZrYo/89MiPlwZm3qt2wjRSYZSyRgt6yVlCB951yZTplf/i2fPXd/je61sGpwec7X2XlVI6zZz5JnF0Djm7ziDrmIGXl56tM7h7xx7vLS4D8lNkewy8nz17MjzipvE0CHQqbaTl0gHPZS5ocrDHoIlzwuIoo9SFylVE5Oc3um9tMBh+yEQEWyYdKHomfZ/OqJ8lO6Sj6eVqt+BBPjxPf8on09x67qBbmXovt+eW3TXkxbD7DMDfvePc+uYhA5CNDEIePrqXb5g7eWDHZYVPk7ltHq5KL+Q0Cq1c+TXdLqmTC+FXnm8wZhJG/eo6osaR2PLIE3syTFirv6KXFdg4U/70BmT46Bk4mtjlMWVPnuUc2VGBew47W8I9+3/JwOqKW/Y5J6osTxkweyP6GZ32S86BnzEZ48qOtyXXynW0FJW1s8REjZ1/EqFee0v9HgP5RwwS3m0eD6+YvPkWPXmHTh0yuDrzMi1gyfjkNHymESueu8yiv9FNZWRqSF0spCFw4kwiixdTFkT8TLci0S08qiOs1UFdxp1e9KvRV9eNRr/445ZAUcJqj9KoyKfwoV8iEIg9TIktEXgII1odtpIVrEAJNhKPnHirfiYMqUi0e/t8xQuK/DYy0Y1GrNJWpOd2yc6NdKx7VDBXYNf45o8X0cnvNYM5d/+c8DkwikdEsn68OrzbOOX4APciUNe8Pdrhs3873Nuwmc9MOQl2yMWK7/Bz0s1Bd4lUmsrL2jcVYtyp943fRMCoMqltr9SloDlgd6uoq9weVzlD15wUiPTkkRAOZ6RgOpWBdh26k+exCWzxqBVBlp+Gh7vYIH4wpVlUDQdO9AnkkDDw3Jj/ugueAUhzTphQC07vt1X4konx1S+qpFePird+Ha7eqtVxk/5jVqUtq+44OKfOe0ud9t8/fzH8468/Z4WbC9Q2dzJ5wRRu0pQ39R3r7bkp2s1aB17Gxq6gW5THJw+fDaevXzIgx01du8P36u/de5At5uaHK5F+7tLERNLmp4lsaVME8rhg3gPoO0lmAVcfyyd/0XG4tkXu2BWn+cYvioUGaOcnf0aNtfyb0EJn8giSdEKjvasYFQ0RQgNalru56XwIU0/CKchWyX4iz11btq76MTcceMaxSVMC8JgEVFX55MZzNMY1H0yOHs3i8YbQakzZ/uhOuGSKekL+dDkZDs8u38gVd9rQeOGApHcv5E2+JX2ha+AEzyM0g05awadmSjkNbd3w5l+FsCQVb8YfiSIPj7QoaC9mBBzcDdtdZF4XqBUFPa2PXJnPpz4JU3VKkTdskuubXzKPV49HkCZ6UNalJ/EnjoRuRAolA3zBS14VT4GTDTApt2lvfYcpwiXf8SGA0syv2Y2h2gVt+JGIPqFgkUkcwLt0xIrRT34TiXqYmLtvXBVaJPGa7BulzNO0sIlj1HG5k/HKtUi/mAAa1xjHTZY+qa3f4oq3kEaoOOKpRJLK0UOsmHR6IziY8V/BwKSd1xTaknhwDV0sV9gf8nw/5k5s8hlpjxYrBQWlmQF1Jk3CzEgBkwlFYKkLeXf/iLzhJi0+YvGl2ItWshh4wiEbC22yHhht5DjLZNnNbCMVtZeypQKjJKRQj+wQAFgfuAiuGUpiMQ38mxYLeeTdwqUPNuc1dh7RLx8EM4/gTRKj6sqrZH2nxkvA4NdDtyH+nKbHAW/yYiVjGj86yonnJEciMRP840jN8TuNHlL33L/D33/Ludj9mUTpNk38ikeoReFKuiPLhmp4C4NqMlh9KzPDabjN471XNTJW2lU+GStVMlqEWTXC7oqJOKXEI+fkg4NkK3UbYDggYZ2/rHIRxAq/kUv88bfRUZEpAOsbK8MOg0nZt+OZ7ZKccz6zA0lA5bEgWwCZYcbPT8E4sPTCtD22/T3mMy92quoWc75T7UqjN0UnDFotsfBL3DDrGb8Mgnm84We4HbZwP2Ar+C6rjHcZ7KxzQdslA2BXqjw3aWM9T09JnWdZksbi2SJD2aIX4bDgioHRegbgnr3sFx65WrqRG9Vvcwa9BrynuQjOC9CO6BReXDMAp+PmyrKN9fE5gzc6996SfnRKx5FLgb5hK/IDzhw+vP9guM/qvYNa89bvlLKnkiSTv8TpJ4lgpfFP+lP01UZ2U8K0ObvCeVS/Tb3NFsy93e3hGZ9ac/VsnzheMEHxmgH/ISs75rVb97113VG2Axzrs4szVyX8PJk/VusZVF3wjaRTBgGeV3/x8hUy5kZ0+H3AlvkHD/ksmd9MJ31WMQ48zdNsybaj0RlW6EQ6E3P4Xng0z944W4bUoZytC2Ih9PxBsEkzkSaakVav5EHvDauNpGkWMbAcKwAhuBWPzGUi84qONjssXMVRV/NNeLei7zDBgG55EdspeXvOz63K10w8yYM35CIG3sSA24lYJ1+umZjwDKk31t/n9vz7u8+GZ+jiK/T1633OgjM5cgwdGfTCv97v82R/dH5KcOTR06lsNHqXFR1HJtUiAFQ6LX1BFBdEQ1VIw4pn+E6r3PUsuH41gAxqBRYfpAQLcq/fpWNZlWis03uKtQi1OHtnv+KRP/IcP7S+RSB6wbutIi4y/ZkojZNfWOrxd4T2TvuL3bbcew/4nhz6y0WGPixz6hN6bBk8ZQB8ypbvYyZfHFy7W+Huwfawy8D77m1uwWY19ZTJwdeHZ5R3V2YNl9ihk5TwKqZ6ux+3utFm2Bp28FJPw33qZVCUQ00eQiv0ir3cRYG+SNpYYiCUqMrVnq3MBaXwja+XBQMURqfSXOLTYy19qcF+J2tNMzfFQ3J95gMd5Gtc8q2tQlU9Vdh4qqxhWv2BhwijabBMArAeVlzW3eq3zJ8i49eH58N///3z4R9/8/Xw9pIdK9SzTmI5JLTzLe4Vl69dMwl8STl295Tb3E3Nay6YdAB+m6863L67NZy/3Wcl/GC4xUSrkx2HTFZ6/MT8uGQ3kRMsOfYE9e83i/Ip/CTsA0HLL3qhrBqqr4jGUCGpPMraQsQjOae/fu2tpdMr+Tcac4LiNh3C9kEjmpMr5mfeuonMnPTtb406z23XTlan/oPB8Nh0oOoxKXV4rEsP/FWAkceG27CkF5rk30RJG9phpWmaDe4MQOvXmHbbyfBO6PwBCB3ClLvBkYWyD69LnAUW+oY07TxLFdMuK4PaLi4/aBgI0RcYciJN+5o8evQBQyuJ6GvLu27xvd/BpDvu8iIz627LnxMO1gMmzrw2rrRTcckNBv++aKdTY5nRmGeaXi1VClo44JDF5JH0d7tQwQav3A6kYQotfuwjGtASp/xCMOFMj4CSBxbcpiBIQYsrQodIAostIj91E5d/oVFRxiuD3mK8ucdAWoqI+M0qQZ19Uqu8oJzIzBcgyhh3yk0LZ753N6DR9FR0wIcH3hLtRmsi7IDpXUqHEFESt1X6tqN5xsz8pY3KhPovsn04/KJPXPD4ATYTd81sgYOSBlMhle193sRpaJ32PMZkb3KhslkC5qugZDLhE480NHgav1WABbtmxHDbWJG9CI63atPVHxzDpXB1GP52sPVpzKBrMeaDUTlojk0+pGnpyT+UGw9RDDp1wQSWZCSsjJkGYDLJ/1/ClE5VwnzepMh/Cb56nMWPFSciUk9uMOIU74qUv5SnliY7ajHCDU8HGC9tFab5B73Cht68TAazUQGeitbwCzjln2fD6f6ZHGs0AiPP5VOTTrMDgYzMAwEml8xXU6bdwuegNMDgKwv5BKfpq5RUPVMSOOFu390c/v2/+1dsmd7LSqnfRz5iZdCtyl9+/Wp4+fIgnUb1sitfeFJGEFQv7nJm+hEXjzmQ22Hr9Cp1joNwL7c6pbPr9mwvQDpmkHPGz4B+p9sB0Qp7DcW3jsqKtGEYwHzz8mUuYbvHNt+7bI/eZbDk7dMOwtOhJRE1EWGqzCf5m0xNrs3dxEVjbmPnt6Gv6GxbJyo3Ze2KmfK7ZFX4/Hwjl5S5kv368B3fet5nBY0BmoMvOoArXJDiVm93CZwxqF678JKz+hb4l398nhX7J3QGnzAJcY+LfkyfA7sLVlHdEm3bbcOr6XWL/PeGyLxRvOqDq3demLaz7efRtvh02MOcTd9n8L3PVvS3DCAzOeD2aHoR18jTWXZvC7ZTYePvds5+VtyZfs0hA/HDr14MX339nLPqG1wad294hKwfMmlwm9X/OkNuTskMNaTlI2WklYNQWXrAc8+HrrfWV8q3cqfSvBiqYA7c+iqQ/qn/FAQmz0ZbWrotm5qU1eiiAH7iidPiVdvjg9vdBO4U2LjLAPqMG4/R9WN0HeVEL+sb4Z6h97vgTtRk+zqZZdrdjukgPI2+9QvydffCY1ZOH7M74ZAt6F+9eMENzN+yPZY7A9iqvrHFJ41gyAu3Ot+yyv/YkTINN5kkj3Cako2hykRPktaCSVtT7UzhvPcEJXgNN/jSMDttWyKlwhGlJh0btADvkZwDRh7A7Wmd/Iu/yT2z6eVvSt7M82Zr4kIBbGetQzbIU8ZUlCs6xGZSlKMG357rz5cW7PtQvk85233rynPXlN3jDXaRHHK8xa8PsDWdS/lO+NSYx2LsGhdjY4VbbtMnw/KMsZ8g6/We8qPyyHJTMrWu0j4GJEQoAat2IogkqKiJWcZAiTF6LazLuvMg4YYR3CkOy10iTSmwXFSf5H1hiyV0pI29G/2sT42jl+/uJz3FXX5AQySPsgcwxec9HNZ9Xnx5yi6iPzw/GP7Hb74aDk6ZoNq+Rx3L6quTJ4TLFzUyAKc0WqdZFsOBE1NXmUT5mi9VUIFxc/md4d033Kl4zfZ10nmX891v3hww2brFFzXuQpOt6uiCZSmXYSZ/o/zERQLGTpspM8V/oom8ZjRSxjplBYbE6lWx6W5/YvnnfxktyKz9Ktzo2ZE+7k0F5OSHN8Gr4dZzDurUYrdv57wzMelnXueP7Jv6f+rQFJX+k4GQcvTH/2i6HVTpds8CmyptLc0trugtZcGVzuhsIpVv43Ns44BXq5yjD/AuPP7Cm+m7gdJ+Be6D+ODRkLaZtsHGE93COzyO+hDfYhk/B9TKKLpIoCyI0alK3Zs6CXurgiIG8M2v9Eu1E5spVUdTT+oZY3+NaIi88regjgjmxnm+MNPCL5S9Tgq5Vf0zhTTWCpek49/fcISXOpA6r9GoIzYEUf6Jq+cdeCD7Z11FDwX/ype+M1nayZwIoGkIdkmXbMMJLt4KXpkQRtnEdOZ0SwMjPxqf5rv5XBDszSdu9EEjTtVlhVV6E68PPmo65YPeevQol5DCsGyomHxShwtibnN+0K2HfkP3gHOMJ9zWW4Ndach8vZcoLTkrPp+lwBVHkLTG4NuE1CGRW0ONIEYPYy7TYy/9Swx4dF/i6+GB6hszeXdI3ikERqTpyFESKALvwfQyuzW5DZlI0lYbyIa7GUOYjSWjDsXdSoZvlbJyWX/sEq/EtAAtAYldT7wtGFgt8vpaSKIYLXhoiNjTIgfKNgnoqRDhz2nm8RTfxq8seoVRir3Mg+Ea/rKX7iRjoh3MhSA4+BdeWOUuRbiJYIcVtq6Kvck23uVXcJ/zn87u03O63DMmOtFQK/SGE8jiY579cxkZYuJygWQGkVn9BkcurJh75eJAU15qwFn6GU6x2rGvM97ewotLVMLKg50MGwEdOK0i89ZuF0a8xwzkNljxvmRb9dY2K4NsFd/b4+zyA/szdxgY/2F4xTnhszZhZ3lMo0FcNtSuEn/C966fPHnEyrmdGzs+xsTqE6uoftLr+s7AIPouF5Sd8v1uBjhOAjog5+fW7xUGrt4q7cDYgZFGjr19/Ihbv9df8UkyBvR3uQ3d+szVS+3GH9wU3qrLzHXlNg28gY9CB07Z05lOBuFNi7FFtumYubK+jkz4zBgrJ25jvb13ZzhwW/Hbo+GYVTG/Oeuqmp3HlWsucsLparxnvMxhV9RcWfsj3wOvVWUGtAh0h9vQbbTt7DAcQ5Bs76ejGM7hoybhpCFfPKm7HFBwTVPyUx/z6ikr4A/4HJt54u3b33zLYA/e3sofn0074xZuvwt+cb2lgqSO81uipj0Sc9WdAYjic2Fh/w1h3x0PzzdfDrc5Z1/n1+8M991xQKfW3QxJGY9Iy0EEvJSLTk8aOyFilZlsuFHKllPdm3dRiMIGBSmop+ZH//X6T3cPAWFzsFYQtLV4A6/wwSZMyXWq220f/PkxuGvO/d5iaXuT/F3jkju32l9wlODU88FH71gJZ1s6eYpG57vg8l/Z2+gxQLjlSiuD9JWVs+EJK2uf/u3f0vH/5fB///Ovh99wSV7O4YdzQi8IJMCPerTULeIqD2Wz5GnfZNJ1xWgp6lFr11XPRYIBE1aZFaNiJoIQQN6CW3708mW9YxxVV1UOJ1geRWFyh1pzll+atI7mm9/7YuoIFdT4nKCrrx8Uvh0+h2KrTKatUj6yaoSOyrOp3XCCjLz1M4Bebr6Jx7qR83YL+C3qn9yyzYA7F0RaaaZDiDywy5OyTXut7KFZO+OA4E7bXezd+DRI6TXeLYFFRfQGSEjsesjbgpFAAUJnwa+8jKOyZzks/kahfws3aUDhTvBuK8QWLI58IgkKlqnC6lSkUXTynB4BG3dXVQHZrcQOnFvsxDlnRvDzr/a50Zz7NLgo8pIJzVsc6Wj3fhLQmtKhRh15MmYHJ2vAvaPigsnGr5kcfnNwOtzbvc9K9+awzhGlbcri1p3dHBn4r//b/57vfv/bf/NvgW+mnUlm2jbKj6nJDgkZndIySatk8S9/EoM6EgLQj3x8zWATMFVfnE2O5nfpT8mx+GhEcPRc+KH8jfyYbKhYVnLHRQaywtT7ePK0bOMykD/wYw1g4kWfMsCCx6ulI3DwO4mA9YyFFx4VxCfxmWhtrVrp7fn4JZPGTC97Dry73XDaU1YgJ6XaJaety11/00jak/gg1djI9owGuE/sO+hLEwdMCuI7IK6JIAffyo+0AU+7ZOPtz//2C7uCGwd9MFuLPAAxtTushSlQno7XlArBRxO78Qo3jvj0Z09joesqn5JwJ9Z5qjYDLJCE2Q/pE68ZgBPBLKuStvDDw/tGwoBvfxqJpP7Uzi+RC+NnHPxcAIpRsA7cAxMRd8Ja7nUbLph5lBW4PM0g4o75P8OfKVaRA0+qN5m1VOo3+QRmQWxBlygkvbKD4OxgbFEB7e7eY5VonU7sWzq+dCy4qiIVTdiWCXGLkPw261LsFMMmSPETj+6KMO9JCLNU4y9KbuKexdFLk91z/xD7SMO0pdAoHgM3UxxOwi2e5caM4j/aM+FbuSZM4yFI0CpoVSsiKErjrG/4EV43Ha4VlN0tnJkRm/MhLkiqcrg3CDDjykxi+JVIY7x89OUHHoXTwiZJ41bgo114wyx8XALUUpGsIDB2AqZ5+DGi+P0oj2VZJu+JB169LKI+dVBptvnq4um6U9VB50T+Go9O52EKH1pxBRJbl0snaKhe4Rpbo9JCkQsKkEgrR7QrJ+FazSHe/AUv4cG1UxXT34YHJ6LVXoOK6GTCQgNCRaPe2lOv8u7wRnR8Cc9AOrhygsEe01qT4DQaxppfwxEz/uHBDgf+/jo9eTIMybjyXCKdUf3tgCYW8Rq+chUmfckrJuuHTS6l2WQ11YHa2SmTciesBrLiu7G2nRvAf/Hpo2Fve3v43e/+OPzui+fDiTTh3S2Snit+/PAxN2bv5VbyNY9myAydIivP4gHpJ25WD1lV3XbAfGcng+0+CHdruby7ZX2F1WMO2lDu6HBBgKEtq1R0ho/ZLsoq4lu2SdvobdO5esYt4DkL7sVkpCW7BYzf9MGj5Tk8wE300jQjD3H9KQR1y4ZDnYis6ZX7DV7Po5oedwt5Sddt6oPdjTvDyTbnRL1Yi5VmdwWcKXN7iaGzVmc6Pb++yplqt68yQH/NhW1fP/+G7eevhsfcMP708YNhl4Ge8vP70n7lAwspNX/gjZG29UgadvhyZSc3CNtZBX6L+OR3HTmsMXjcIv8e8tkwk37AdmfPyrsd/S0TBNzlTueWwQUDDqn7jVu3S1c5Jf1MHKgHtxhYm4x36NG7twzkuZRtY+Xb4S74br2/f58L5O5uM+mxnUncCwb16h7KoLCZMGF13T8zTcMr/uWC7wgZl6nU9JzRjl9MqwcNaZmeofSOq6AC40+CzeHubkRCzln46DxExCGFI1zdzMQRAewouf10lXSucxb8+vLOsHN1L7fgH/K9+WN+F6yIXp2yrR98L+rKOECK1iOWt9Q3rKoyWL/z6NHwH//+Pw3b7AD54n/9r3T8TQshiSe8t6RqT5UuD5WAyC5yAqZRlnN3QZeeMyFVGuWLSDpNq1t46G4tVc9Yski3WybhzcS1IE1OvpSbbz3ZJYK+yo/p2aBMOKl3fMIklZNQ6sCYt1X2zZner5B25QkyY5AjF4lR/v3p5FiA9iwKNHjXp6xaVdORYK5c57vY0jU4umD5Vw/dZpzBMo3kOqucTuR5TMXy5kVnHiPYpt7bJt2blG9vQdePeSguhqTMMBFmA5sVFuKRJzuh6TFEtsRDnNVxtn6yB0LqBZoMMEWLdpr3/pQhONEF/WG6VsAJkyUu/bvRrkBmBpwuC2mNdnXwe0y4Mg2Gg7T5os5VHlRgRVvcm9Yu6AkmVgYFhtUuwLzyF6t8aK+8j8rhl34fPopGvdN0cUjpDNm9pq65yDZyBtyQuaaMWVtlIOOqpjQrKFAtuNnZQO3HAJxbzr86GP7nP/56eLb7H2g6yH/aA4/prDGByM2dw+8+/8Pwf/yf/8Buz6vhb37xi+ERE81Ue+hFtfB+DtI4SubkchJnVNH8yApXme7X3R/xnuQFcpNXDzbmowCTRn5Gr3BEsi3hJeeSfQ+bt/7SzKvpQgQ8YVlm8xf6wFs/fsKALmWhdNz6jF8GscBlPvVDC4w76fERI9yweU0gwZjUX4axcYppHvrlD971h0B8QjePhi9ehelQw2k6auiYRpUaY1lUXh3LJqrkDEQ4eOVu6UsM+klJqaMNBlb3pIld/ux3qNdquHptmtUa4co/AMlgN7XKNNvO1WmA0asihy84geMXFw8s6vxYdppH0kJEpRegyZvGiOSZX9rLDg+HIVd4we3hQUr6eZkwU8sriw9a+K+0AIc/MXwqlfg1/wzGy7MwWt0ny/I3yk0JCTTO4BcdAxmdsjZdJTFyTmuCiKxDPCWOSzwDabDSKyS0ZdhcmJkiHEDS2II0QNJnijR5ljVuWsOZK6CPeyROM4IC3L/B11eFPCPqr5Tu4+gtY6UQE4nx+KsWqLDmFfYYTjz/WGGZp0hYr+CE1zfhWigEHFnpEctIbaIxh8/tE+poC5/LpAiTeH1qsfFD48WNgqB0doVtwK2ELFxzkwpFmipU3jP/0DaF+oBjfsQibfFwEy4mwcRFgYgzfnmWPcyAU8HsMPNLGP2hF6Ut+0/5NN504JCPKanqasbYRzEjfpOD+N05T+D30SHMjML3Yc/8e6jKv8k10Ssf2fpQunqoGdlmfS9fWj6NIWb5Jm7gvhs8nTLThgcizhbJdDSprVWThMEzAwj6hhd0HmrL9CL/8YdG3sg19KCQqgq4olYVQw/aDsAvvUSMj7VsrGwx0DhksHxn+Hf/+q8Z6H4yvGBF9ZRy4pnKra2t3EDulnEHc4kD5iBXErMgtZ/0Le/5BjOdItZhGcTdzYDbc7GvObv8jgGqA3C3ut/i9m4HoG7RziVslkGo2mG1MXvHzp3f/Pqf2U7IFnS+i/2QTz7tsrXwFoNdB2QykUEl8UamxB1gZCCHk1EmmqrbWMFWOAnvMZ110si5YOpNz6qfrHEZE5f57LF67wD89esDLmqisw7fZ2xddYeRWyJNh2FW+Nb0Cis7rrSdnnw7vObbs198/iXfML/Hue3HrCjfgT5hvMiLAbsTJd6O3lp+uQpfq54jc1KCRsi60iSKK+9u3LzFhIFJ3OKs9kPOlv/yZ085c/xu+OrV2fDq7Wlua/fcqt/7vkL+GwzYHZTYUXZs4VBIXcg3qo0Vwm6PviBvDg5Ohi++ep4z4XfvcAO959i5rGybCRknaay73E0lPWu6yBsaEWK0tWwBhUsFngwpUJ4TLPkgHf666fVt3Oahf8rC+gc59Oq08Kv9iJ8k0MHxjo5EazkgnPWyquI5cPlx9wJ67WdhVujQ77JF9c5tBuGufr89GI7fvuE8/zETsrSt0F2j859vttqLR4h+tuoBuwMes13/AT+PRZwoXLc/a5aTDGhKdTBmjyWf73Lqp5G+5e2GeEqUIvbfZOvoHwoqaY3n4be5e2GPXRCufnou3p10JDAr0EH6jkePubM7lrsPhgHT/yCS37MA7ozpxrLglwK8lVz9TUesrcQ76JZHJxicarCRXSfBXjJ4h2MAdygHGYChS54Dv7rFuf/rI46OoAP8SrFqMKRcU0ZgytbP+o5oQlf9o6pKufVuGLnQZAJQXh3kEUcmkbsAREgS5wCBmCWQMXbT5eC75133W3wbRowpbPdPXs/ApJRc7Gbm0UG8x3ixJ17iH2HaxQ3M8tXKGND6cyJ1wlcOTG8wccleHmR45SWe5J29CRc9bE8c+FR/yfjqT//Uz7xBIy/JV+rNf/iH/zb88rNHw9/96lPqWC6gZIJlE33YhMYpEfzTP/9m+Ne/+pyLPE8yifhXf8WkLceXtiiz6xC0PpD3pEzhVAp5L5mGMkFvltXkj61lQWQWD8IY1yxoOQsWu37Nv+qqBpC3QuuU8v6uh5JzQKOOJmXJ/ApRbR4YeNjFNV+yeymI4ACsurfiV4f16qbXyw4yR4M1k38ARmhl2ohSFhlq9IJYccjMGG4phM6q6ztf8it2d2OVbGBC61f+eMknHZHyVh9BEAewYSIaVE91MCJp2946BrCdqQUn/IyDP8cFNfA2Jun5prhTB9iGNih1hW4wmj+YFZ8wifFv5JYR88qFDVmoMRJw4g4AmLxqLBvFf4WThFz5025ZKSOnRtHdylyX7ir1FaqwO93KskYvERVPoUXQomm9ZjjpFK4vk2nfIqYyrOwNS4f+EYfBRrkUjV7uxasxVuGKVqnRo+uiYcp8qEZM3pawGuYUpilU4O+f8W7o3/eStozacVchbBy9kMcMPWZL4jmVVM+476O17F+zYiQbAv6c/E9WZprCArAcQnk2YCo3+IIPFSrh9MKSTAIuTbdpaNJ51j8rKrw77U5PpA8Y6Wh81a8FnsHDgP78GaOdtIRJRKaveLimYXAm2wY0VPDQ5pacFPjAJVT8hwY4mcVpylQFsCtoqXtmhEQ2/eEAe+MnBVQ/44GG8Y5xS7tcwQiBZvvJXvBUjSgya/n1cXEnFR+H+gOxZMMOmB1hZdJ14GYyjX8l3/XNUNgzeOxpklSrOwLq8IabihhYp9Hj6u6+oqG7w2JviPI4wmE+ZUPcuV0eSVcuFbPyzb/0it/cJo6jD8JkWbVT0uJ42VZwqaSEWhkT7cwIRzez6kL3FDzT5ZlxB9+XDErOOQu8yWDTAdfuE/af83mtczq63q4t7Yic7mfihJwwTZUU6GHPapC8GDnv3FVAvA6qHdy6Jf1kj880sZ37LWeq3YKu/PL5GWing9/yIrSlg1z2+Qb3a36eB9+7x6CTAfhdBsWbbDlMMsFTzv6kJ7PhE6ZKR0o+I00tGuTgJVrmjxMarl6tMahfZ2DtBMgZ6d/c3OZm8PvDCSt+rxiAv+Ks4SkTF9KtVVDyhVWW8wvkCD/DJgNy6L5i+/y3fN7r97/94/DpZ8+Gz37+CTzfZmDLt8zhry42M/1ebibvNaC1Q4+DCVXpkx5xFbZpqdSmbrqGXwfFz7ZuD5/8fHd4xS6Bly+/TTvgDemndEo913zGhMDq6jZJ9ZZ1Bk/Jn5JP6iC3/LMSfsY23VO+Ye5NxPuv2T7//DW3Qb/gE3B7ucXdi+RcDc2gpwsXpkq3kwsIFLrymtlF3opYXQNW+SCk4NqCLxMzE9LNnfTS/qyqtyqgZWNmXOHMtv0mH3Vcmg6IsjqAOx1aO/3ZSQDcDhlYrmbkYiEdS7cAAEAASURBVDrvGmTnx63tO8PFbY41cGfB8bs3DMTfsDTq7dee96fs0BA+Ru9+/vTp8PO/+oVZhF4LZ3CRC52MWh5nDGqFpZJOPee+ERXgkqGcLxkB/Ige08PP9EEmBENoDDtaDNNNz6cqpwarPNFfAlMdtclEm7s4Xu3vJ88ef+Jn79B5J8po/A0n35rOd7l++LPrs9xbtyHOxClHdoLXqS+8EM2s9w4EP9fluexsQ7V9yuQJK6ro9iqTXxrzwnJr5/tqg8EdOrvOyv0mb+uXNeq8U2gcMVBbp9yuY8+2c4Jbp6ZDarmDJymanf6cCMwqPkiQQRbwAdwy6tcHnBhbo47wPoDI06cImMgpeVSC050sLW8xIlPl4H8FK7uAqXONn+k2A4LEO5biRWvPk17e9CHELKYWomfi6NMsI11pCetxxRaYKBPFFq69EgbPWk1FbgjBCRyPc7C/KFi2PTmmpOwI0HkteSEb06GACOdRGi9dW2WHwx+++nr4h//n/x1++auf59Nkl/R7B1a/B44B3d7eY9Loavjt774g4PrwzatXlN1zvqCxM3z65OHwCUd2rD/cMZGJEpUtkfAiRJId7tpjLp+ZTJaxl+W9TKjTDp40/W9CSn4XoMhiDwp1kzixB3fOWOfvBtgM1DQC2bqg1MoW8rRP6pihZF7a0dNe8ldfyvR8iasDcRTcln9uSFhVVCOwgigB/XgGQGnSkv8Agl/NQKcovuF4WfeOHAUktFvGt1gdnNJl9rrrRjJjXKa7aKpbgcNLFt1AtO8Q3TCM5R2Ntb9m/OJQ4wdm0NQT+Fk3aVqSyi5hYfysOzSZpAhYaLVLfcBd2ODSbpbey2OC5VF0CjA+idDwJTEsuGuhT24Ly3ByXz+4Fy1AcQ2ijmnxXw+N0qswUplrSOcpuHoG0MMZFgM8HEgXk+ik1wMXCkhQSQSkILR8IW/w5nlZnjybPhRW0U06K5rEFTKEN86QDnTRLqhqoeb5Q18WTNPi2+2QDriz0k20GdBCsPznlDuXS8LqKHibmCgigS1glqWEioYJ68jTW7zKSBQH0v7mjYWYKawJa6VL5hKmcACqyeJIJP9BFBL49OjuD/APokphGqpyAx/azprKt5lvnEmfZSjxqbqWJEI2RHGbRoeDHivQZoxh0VSDDRnAkrVQyInUdWuSXogndBALbjqDIg/4i9/DRJgd7Sd5y4lcw6+NJZXROFCV55aWICw8msfI+ILnzPFBAjOcD1urAEpjkZnKb6AqX4yagL07hcVPGD7a9Usrr5Xc0j2GN8BkysscxbTwwpbxpdt/Kl0GIkGb4sygV9mim9IoGdNBYTBl2Q0sdNAFFKnkT1Sx25FRh+GFxkAadmwAlZLLIBV4HWOxXMUD2sTvdkk6MTYgUEmZNL5LVmKdvT095WI0P63FANIhtuXE1aRoLHIy9V4YyHQUdisG00c1SZ7bTllFAAovxprBLLyl0XJ1gypvdXWHM+Zbwy6XkXkkJpeZcS7z2EuvGOyantQ7NrjQ8nubnvPz0rDgn3zNIHyfAexOBsR7nAHfYduhn4LKdlPCKE/lkTqHWMsof/iVaIzvqieEOTFg+ozLFfiNa+7NII2uIHtZ3Bp1rHHs5lNkb5g8YIITfvXPoIFwWLjIicEBkxgysLXB53JYwf7t58+H33MZ22O2nz979gkTB1wkx5ZubyqHK+TkZ3c8R2z+m6/yCXeKWMGmE9DYlmvgnpX3/Ku3+F5dnbA6v4k8fs6K/RNWvt8O39LxfPnqWy6VYqWewbQDfPPBLdehb14Sx7mTBtAwd62T1/mGudvuPdf7+g03rO9/Ofz+iz+yBf12Jjs+ZeDpd839Dru3v9uJC0Ok10Futu6GGvStV+XXiJrpdvVDDJSn+5BOrRWmAXkhjwij+E3GNs/QQP+UWVazpJefoaresi5Ttqk3yH87NuqrjbsdDy/OcwAvnttW97xjgN0EZ6/XhzNuT/bb4OrVUy7R++Uv/2b42ZPHTHjsDK/4xNE5ZcXpGnXWS9lipqSW+4Znr6NMVreLZrmaB++dujQm8FrfNAejISUs0WaFJ/JXDvyUR2RSPEVORiCPo7wFKNMqZ3qlnBLuDH25f+8+9xbcG+6w28SJL3XInR7qepn5e2aXENLXjGkT1lDibVrwzw9A6Yn5aN2HFBjZrqKHbg9Xz4OInxNe3tjvBYmrlDvLRSb1LLOr7D4hH/2+8wk7Pjaob9xi7iD8woE3AzcvEvTSQQfiWxscE1njG+5nTnJBirJhDRUZ8zaZZCu7jMhbfuq49e6qkz3Y/eUYiMwR1luPc1Gh5QFKrpqFhjRbGVHWJQhwROOR/FIviaw6wTW5qa+m0AxX9uwaHOWpr7TMd18lV0GT7HtI35gpK8rtMxNl5Sz1mMpgy7Z4prxiG2HEpx32l4x6xU+58KfOeJlhDVx4tfhS1ytfQcimpAPFph+dLpLkuA3HHtid9Y//9D+Hv/vN3w5/94vPaKY8EsPkK23SKgPwrfWd4YsvXwx37vLFiXscGeKrDy9/+/nwFfXX//Jf/jO6pI6RO0QobaRuzPxZ9uTBX4cC6CltjORlmhU2juRvZC4N89ByF0rxl7o0Cr+RM6yGl/ll2w5CfvHKowt0CouNvw43bPHLqwzh9B8x4oFMQbQcVX+g0teDBHd6dHDevZ7WsVD/GoeCSlxj7HEnUQbAFB/6a6s2vYDKdx5ObE2FWLbPoeXns9OdIHNb2AtKK2/Ye5wzCc2CmCbrwWoD3WXlpXRGY/xqcbepi3gGYhSoHk79rb3LkNpY9Nf47vbuzgAfXZnnma2S9IMr3Vm4VfUNQNHRB53nqbYFEx6iRnrhV2okn9YrhDOsj/j7Kkti04qfx9CMIX5Nn4xTmFJI1Ya9py/5qndS3vK1GAw0segOfXKAd5ecZaJ29sofkqNOSCwgKQcxxX/fyB8xglz5XEh5+gAunfGtHUfkETt9pwiiOX7Yq8UgSWJxNrhvL09H6AZi78cV9hYwVSDbhsziqnxJf8F6Se9K1pLXwpdQ5cWMUhl6QhMLMLMlK0RKBPelSh4ogowEDVN2U6f4Q0NHTEEr3jnvhZDKDbyEIw4LkoUtmNa2PQjoKk5Lmm1mQiV9QTJj4Qx8g3hbcNhTNo2X4ldHUiqBmOBjU2GiNITt0UYCVUoKJr1wQQBJGV+Y0q3fX8DAgGmzaJkAdYa+ffJllpAPFAjT0LmOUGcJmKQA0gz+w6wl/4pD3Sj3RKPrQHViiEl5k5ET3IbOAq6wWzgIdWssUbqJZreFhrgdv+F12l2H+0QFiCVLmWzh9Our2jbafbXOM6JmeAbQMJE4GHAaxbiaTcESjfEzYiZv0G87herQNmdyDe8g1t0u2RFgzdTSah91/9sDFmO5QIxL0s6O3ABIB88+LQXATvqZn9KSrrtPLrkB2i2AEPUsnpecOWCzx3KLT3L5PWg/x2GnQU2VTydplKT9DukpZ9Wo9Mk6hYqbHm6+/kQAV5Y36MhvsYol35tHW3TuT4ajwxNo0IiRHushBzQOGl3pqovSSCeda1fL33Kb7Qs6ZK7G+nMw7n0Xntnups5fwSCm51F/y7f2cpd81dzcjIunSfCTX2u3V7mwB/7YZn68dTrcZXDmoPvo+GjYf/V6OGQQfur2breJI59rJjfW4escOUjbDvkJ3w/+/R9eDs9fvuHM/N7w2WdPuQ2dlXs+o7ZK53GDeE7Z4nzNCo8dAOteO0t24MOjGdyMfMvbKnm0zSBFnSi9ctfCLbbXsg2az5M9eXyPSYp38HfFxWxvuFjtLfcEQIf/bO1HTn731mKrhHLjO8pyzmDU1cF1JknUj0t0Y58Vdc+xf8VFcl7G9uzZ06yGb21vZkDmJXVSySqD+U+e2dHWHdaNoBtl0uxVftQi9Cg6G1v5JqFTulUoZTGWOetpvK+8RA59TJ0dmUmjWhewI0OZqPzWRiAUTJ3MKoDKxpnfVWR9yU4BB3imxWMWu5zj9tb6X/3Nr4a76JfXP50wYVQdbHQSTOP1Z2lMJC1tecGaZqwasSd+UEeGRLjJKDNJ8udkQU+3EE3prXHjLlBIpv7A39KZMqq/xjg1vMMDVsuYkyy6NxnsOil2n10ln/78Z7kx+quvvkJn3I1ie4o+NlLhqsdLGhNnY0N+xzrY/KiQkZHRG8x8UwfCEuX9GvmHPnmw4iSa9UybHAwOgfwKwuEJE1vo16r+KSSWLyZWKGOuXDvw9ljLGfxuUsfsrJ8xAK8jFxYq6yU1Q/13ldr8W3PXC/NefZJLfznr8ssZfnWTeC/QZ8ubdbUDfVe/c/My2Gycy4Sl/uaXZ16Vi/W8uyaiH6afP/81trE14aDDnzmhJalunFRuCQ0bSg45aeKDR+mCcsch4sxAstHuVGees7iE1uC94pZMJnX0gG6kIvmkydyCU4DBI0MtA8Zg++R7egp/39hOKNMKmNwvpBC0DSDOFqm1yTrl783pwfB//bf/Mfz8Z58Nj7lYzU84rlysDPe22a3CpW1OTvslCOtfv1lw8O50+PZ4nyNDF/mknPVfLuWj/q7BlpxaH9o+kfOINnVTS0vn2tRbF2uSZy3h2hMGIr0MpA0kfM8L87PyPMBKc8un8NLkaZnpkyeGTXS8K6wRp6Dx5l8mkZ28x8Qi0+Ged8XlbrmshDbE1FuitDxK2PaQJcMl/+JotEhgz9uaFBY+i3shvKSNzP59N7iBBawcBVdkHaEyYXJhaww3WK/rRpSWF6N7ZrFOsz1QbqpXZKk/eVU7niLRKQRwa4PEGCZps+Ki/jSYmMB9R6sDaHYDGV1Sa5qVS+FWLD4JUAJM/KOmo3NeeRECPK0pRav8CjeGrPCh2uk2nvCTa3UwaZvhSlYK4UZv7AXDEXfn1QjlMEoR/MKGruUvNIDImLLhZbmU3mSgnMFzTzk+DUHWRhNYEkxsejSOglNpS0DcgrqK9Pqk02noYuS3oBt4phw2GoaRTrJVB+ZPWvEuEv1J40Mmaiy8zjCm0Mc92Ss5xW6YT4h6WKCkYSWSVIsAt7prxlZngDOEClvZsJg6MRVrCb5ic3tfaEsBWj1T0jSDkkrHDhR+6TAkvopj+anIQ5WH9mUzCr/nXkMILh0NK0fTq9Jm643U5M83L22dvxZT+TU64ys8hmoaqdSNCQsdZMqz+FO57eBpCj30jVLniIeleScPS7YtXAL/dI/okHzbgZCr78iPn46rHyEm0zTqhQIviScP9JtFET3q+GMYgzSs/iZMDxd5CVdeLevsZLgC7PZuB0nqljQ8d9tnvVNukXU1FuDgr5/urBqk00dliN466D6no7nHOdNPuYDMweoXX35Jp/OITl7T6SToFoPZ8+Fg5YgB4w6dEz7L48VEDKSrkZBr47JA/H/MvemTJkeSn/fW2VV9X+gDwOxFW1ImGU0S+Umm//8rzZY0ablczu5gDhx9oO/qulvP8/PwzHyru4HGYIBVVL2ZcXh4uHt4RMYdxXjNYo+GCcOgpxx49o7GsA3cXQ758lqeU/2doTdKyhANS2iQZTtQzlSr7tYBQ3uqXBPD5X4a9905u+wJ61fZN1tXkp3mlPM3nL7tDLgJ5Fo+Ntza2bcMuXxUGduIFtfR0Xc58fsKnaTbLAe+c+cOy9o52ZaGN+crBU7aNJEpArWOseGlUUwS7sfAfBImHwZa5RkFJx33+u5C6z44j7nf2fw4PrmyunXt6uoNs6Lff/+SDi4Nfu5FdxmlqwjON5yNZiCEhmH2stM5cK/jN4+eMSP9mpn6/dUXDz9f/YZl6Fe4y3uH/ca7yNk4+eSHRvMSOubKSCaQAzTLB6+aGaQNCm5Pm5evnf0tOo7c3c2M5ekZqwUOTlaPnjzmdOBHzATReXG2nk7muQMs1oP8lICfJesk+t4MLrh3XX0zFeSnPy2Fp8+44oy95ZcZxLl8ZScz+J5471J6lylni44d+qG70hsdB0u+IaDLG38spOtHF0/dyaZKSy/NeA0ZADOM/rqqltWz8JUik4f2UvRDdqFFEFPSG9nFTqdd9raFUd9YfbGLDJ1hu8HKhIf37q8eMsvvCcrnLDs/ZWWGRPZsf6UtJei7SVVyuD9upKUIbw4aVppmkyzHq+RTeW1oBrWImoNCB/fGFG9wCxRZllu/yFv/DxjrJVd67F/eX/37//Dvc6Chfr//w+9Xv/vdV+hKnWtwzKCeaAvXOq0fQPsDXuqDnQzkTT1SZQ4r5duZ542TOvwxey3lCUzCH3kFYZa8uwqHwQJHDjFuGbB82xk+8IwG6LSc7b5xWw15O8rRpV3rK+st20iVBXbAOfC+ZIenHZWsjgDOestDV1WVvknCWOn4W/ZIJIf2Ud4sOacMChzjp+zUMTtVqfMd2IDPTd7Kb8ojiQ9/8Yxc5bY6X9JhDd0w8AkfiCgm1wXS+TA8+gHvgY1e6FcmvilT5U6RGGHTK0gSu/DFCiUiSYJ6lFu+6juln/RZOYnJcPIOGsv0u1xBOUL6Ja9nbrXJSqiSoXiqriCGKJIM+QXhHsZ2Sr3yO5acP3rybPXlZ/dXZ6wucrbbM0p2GMC0DjxikHN7d4/vlQOkKwYMD+h4c5sHA8ipxgAy7UjONPg5WOsZG95YUQ19/BcmHY/EKZLMR50pW2Z+GwMGzoLsADLBzqLxPsFUPn0i8EfwSZvlJp1tD6wgcWWbbRMQ+V6791OJS3qdObA18lyZdl2cdyraDsfHKG2wR4ad5s9jtbFOtISmD+AsfwKaGGhsTgzzW2AbI6uiqIu8sUIjP5kIQMedmyhDXMqH2416kE2ZpyMMgLJOLRJeTUXchlNuAldamAAeiitnmqgqpNHkR07jG2aZ1L/TmGBSxkktwFI74luHCISH9YqWxMUd3Qgg8ATJqRTPOI2UIpO3dsu8JroV23goR2lcyHUZbNxE1xM4ZV1uUnN1gXSmPiE8sMpmpCUgP2krQ5zBb9wSP4UNkPFaxJgCPqnjLUp/SyNvpiVSBRA3Dj8+qRQj4Aoz/EOmK3DDonAe3CPeVDwi5wffUVSFapgJQo3LnZZm5GfoSYVBsB+rxEmMgm41Sxp4NQ1SaFh98IR1JiE+Q/T6lVHxNOI23ntmQVpg1eCFgfpg1kvF22LEVPoFs2CFX8KKRZVQhcBtBJ8ExB2AoRjRAnwNUH6+NRCgHCqBVkr4ip/+lY6iltbQgbc6VYUAC6blpL0qZG2/sFEWJJGZC95VUEo+6aT9wsn/uehnfS8hx611Mq2F5VFaVrlbMfDXkvwwr+pn5sy4C8bc7zxLEjis+ISrChDf+k/ZdEamV6aoF+qfM9qWWaVthdgzyakUk4wzKXwsQeSc0AmdOit5r9u6zyzvZ5ywfI2Dx9yHKc0bNCCy3Ff6Q98GM1jXVneZxbrOVSweOMSnA1A0DFzRtKixFNhxthySBn/VccEGnZ5GvsGBbLCwOnxDp3lnPzNTmQm3jMCDHf7cJ40Cn9HIsIhUCREzcpE+UkzHDDpTX0FHllExQ2VH+fI+M400kC7vM3PF8m5nuZSbDV8jexaSDWwHzXaZoXMJungdBPj++TM6hM9WX3/zNfeN313d4XeFWRJn7Ltsmzf1kYSQQZ22lHvC9EpekI6wJBM4gxyq2GFWZNfePObszEPYmLWnI36TDu7r1wcsz37FCb7cuW3nFplIr7WZJ/NmtYAdC+wnNPJevj5bvfin3zNg8h17h2+v/uo3LOPmvmgkNWRvjisxeTc3Iz2s4JCP+IGftw1Ttwu4naDL7CYVh50Odc335f27qwf3rmfFwBP2gz9lCfErOiqvvYIplYzj/pyIbuNAHYDWTVVEBEld3YZ36jiXX3to0lv3vT9/svrDn/6YO97vsyfYQ+lcfaBMWQRMPgdJ5Nn1K4wFY+uYvCnjVMTQEl0ZPJa0CROgSDFypOFbL+FJMOXOxsvw5Y0xLLiSqdiLng3osixk+TBKfc4Khj106xb7Qm/c5H52rnO7Qb4e06F68+ZVssBbMNQPZY8YolfkRpL51R492wO/Yc53hPdhCtSnovr9cGe7rX+uX7+y+mtOg3a2+zWnvP/LV79b/fGPf0pHN2WGcuagYeVf5wjy/IlGMh2AR2MpP1QmdnbRkeQ7+VarEJwhhqewVxmORmTmPVeMMUASnhgdkh4hjumUi9c7o12xcUZZeOMgJOmYx/Lp4Ik6Lb+uXrH+sR7ZEQeEZbUGpHiwXg02Fe7MYAMjSSqadfuJPXvr0E0G1rClMQddWWEDQfJp7P6Ty5JW+RBlGNMtHhMJ3+gyb5PTjNDEnyQPrwIE5gKg8TtOUI9woyzbEoX9/ad1ZaiU4SDibWSMXCxxpu4RiPDIEDtVUNFqNOQbekw78YNmPMSl7B2QKM7Ce5LyIV7jAwd+ZevAzHd0un/71R9W//l/+4/UQ3ynOI9kjxswdtkixQH8DD7znQKf6R3zXXCg8TVbQ25z0JqeoCEvR3owY1k+cQsDg3C5DYI0IH3KhxALjH6ROXI5c2uBMNLIDyoMXTeJUBBzQGlBeJs9/4K2pkiZKd9qY7hyrP/U36zusLxJf+QRYosOYUvZcaP3uFV+OfVhvdfCWMRK2RWkTOPA1UCJCAozAE/p6cAJZUX+yU91to31c9KMMllu5zD1yPD4KIfYRp6QhQSn7DuwVfUD5b2D0QuH/OJWRiSYM1jgp8pM5WrKswlIRvRNpEWdKYrOuPmZ4DBxQ7OqKekjCnkIAA5bbeMfvwqdyvPoGPjN1wSXT/6lUZO8NgwQfSg6wR1O1IWAW8LFwU8PX3FXvIrZweYxdsNF2LzET3/MoLPbKvEjvKQwAH2ZLzBa5GMfMEGr7sVNehEG8CG2ypwwE10L+6wTBZEgHtxms+7RARffg/bZeyhCeUhM2cTXdt9lH8wF5P30VEpHvkKk3Kp8Q9CRpwLhD8xgWOKqNH2qzDIe7IIM0LYGxscwFjyTCjx+iS2xSQsP8SFYFUVWk2pJPq4l3oThqwk+H4172BM4HnIzpUw4QxVUBEYxc1E++Yc4obK7NfZKJfjx15XKS0xD4IZl6bB++RWO2EeSkVA8UG3e9dEpfAHBz8YDFAWv8O/lPbh/edO0DzrgcbA5kh4MfSIhQreJ/GX+gtHnY1gnGUdmFXGtIOMlTDocgVnSPacVGMtcygmZjrUbbk3OPKiAPlDDFt4ZX+BEaXqhWDTkGbDTjzA7hyVFkrsQdk5joMgwJn+dydY62DObmxDi8j5lZsh2nmCX6BTcpMP9kNF+DxgT9o13T9OwsPB6ErkjiDYc99jLeJnG5hf3H9DouJmTta3w3mUAwEEAD0yyBDhLY0OU2Qeu2tmlt5WZThOUJDPff3g6Zz/y6vwVBx25HJ0GMp3fS+xl3qbxk1l0ypDLuba4u9VBBvlUTmq1ZV6bM1XWNx68Y9XpYINzV/UhYJ/xFvuruVs8h7txdoX8uazbxrUztR4sJl3a3Zud68B4a5TXaw5u8wC3r7/+enWF/cj3PruXk9GdEXdvsh380BbiIBA6pC176JFnTOofeTF/gMEAAnakzKBBru5CHt4PvbvDXbLQss8Jys763uRu7+9fSgP3ZnvAGdMudhhcznx+7mABs9q05ne22cfKDI5L1f/pn75a/ekP33FP+u3Vg4d3VzfZo+iMsktZz8/pVLAE3cQ3afAhPPKpfuGYmXWX5UIsI+oMRNBokOZN0vCj6z70XVcMIOxt9jvfZH/5TTr4Xx7dzyDBYzrPz168YT94Hcx57p5vaDQ/M8g6GkzKIIdcIeUt8HlCtHriQAmT/qs//P7J6tF3L1iFcS0DEW5r8JqyXeTiIVnKzw5QTMtUPqh0beipG65gqByAWetlwi0jxo220JIpyMqT5I0tFVs4eAlXpuJpr7ilX37rcpbH+RE6ikzR+U31iJn8navkHwfW3eLk/B1oVq/sdKc8AlN4pIWmCGlmZUm5qj6fEw8JrTc6VDV1rIwcfIKRRQCb/9QTqTuXsdXPsA6ckms3fOo/fsrmQ4mq38rE8wvMh69+/xWrR55kW4IrWxxgsfydcM7Bhntkg7/K8MjCmRHIkrPirmn0za9plA4cDiy6Njs5Sx20TVlwtcQu9dVlVr/ssoXBK7wsz/6CAN6T1TyqrYOuQD/VQvTSb+cJ+Wl9aQftkLAtygAqmj6yVxU6UGjL4pi6qWamgXGwMhWAeOGR+kVOxe14n+rffLc8iyKe6Kt1iR3vbeCr+kAfSTSdySKY0JKK8SYDMnUk36BJmMpLKPX3gjE5vZRDE1KixXOG9vBasWhmXxwDdYcF4AOPpIEE1iKnHJITvBuPuC2tyaFBf32D9XGQBlDLduCUIOZi4sTLd8UBZSCCxnEYebAzDq/5DqdeoOyDz4HL33719eobVt48vH0ndZ5Lyx2EdcWP1zv682ox03Q1h2cgZVtNiNF/zo+SFjRTnzmAW2kUocoifAy6oyfWIeCxztglf62juqGGCiTNflsvVSdjyKlCARKwZFLP8lJEAalH2YNzIOYVY/w1IxbpqtxLPiQXGFxSR20TSGbSJNcGP5Ju+bAOaJNVJxN68I487A54vgnGSd4rH/IJU7qMWzpwzxg7sYD9Io+J3GDHVf8jrZF+MtKAynEFUu1IwyuC+ZvynjB4JMh6xWDD+EefcCLA7gPoF4CkhqPEkVcNYFS9mWCkYnDlEhYd4J5M3CY2fAyzDARmeBo8rOadeRltFqjjJXpKVIXpNix48sBawOLKtypI9Z0AA95pTYmKChTy1nok+pigLLy6QwFwnWIIsFzHlG/Z8aOsOOBR/ckBMlDVl6AoGyGBL7tAc5piLddsm0Pt133EWBh+yKTwgHMdDOamiIYgwCGxCBV3FcpitsKKsA0aa5r263i+YzfjxbVIcEoqMQlfiLZypdIxjnQNV6B9xF3aFHvw8UgS1loOM6OeVailA370kgyBhB24cemMyQe5rMFrnBE0xS3VH3HkDfiM/YVHFMCKlZ8Njewj0y1Owgu2VNaCp/GpNa7wEALxFZ6/CkgFV3k3/CSawIoPbFlSoFW+RDOBX9GUrpBgkTbztaCh5L7w+BFr65NgSsRP0UUTueCZ9C8yjjvyVVYRkrGV1xKwZBo8A67Cyz+5o17xy4jriOurO/Fia5zV4eJjOXDZee6w6GH8gYeVfFJtGPiBo2PhMvDAEqZGkyJu6bWyppNL3Bx2ZnqygpsoyfdBYuII52nTLp3cpMN4646dsofMSt2ijhIX6TGlekIj44RR/SyHRJMv0Qi5yT7czzgQ6jYzWO5Pjh6bFkb601AkFe3eceoSzkM6t2enr/mwcJ+xy0DNp5HZ8ii1GxvQQiQ7gHaXz0nXGYUtZht2WN63RQfYJek2Zj0YyU61e501XV7yMTM2Rc3GaWaXePtBsyT6UVN+e1zxdZ19fEc3jujYcRI6e5RfcVr4IXvBT53hokGgzGkvBfdSz6zrjj2lm/263sd9gw7gVfZTuxTd/eDVAacDDJxpRXZht9K23skd4QqIX/ITPjoNr1d7R4POWUA7i9ucZu69x3t7ddr4dTq2B3S8TfulHXHusT3ilGxPP99CPnbqzhn4yJ76DZaYbwBP5/WrPzzhRN5XdMAZXHnwGbP215nNcRbc/KVDYMdbceaL5weMvDCPeOsdGw9YglaUinc63ZzebaMyuon35X1o5Zqla8j34WefI9cDrhRjCbknyNMRfwvNJ8j5DB7fkVFZ1otMbNfZ2HaJ6OYpAyjkwQkHVHlwkYM+6uPRIR35p6+R8SYzqfur2+xpv33rdvTQ67dczpnGamhuqpG78idMfsw/eSGpwZT8aB38E7f0Sb4TIDS2uHhqpBs3+bNBuduO3rp6g07k8RuWlDN4RHn13m7Ly1XkrF7Ik/ruYIrDBNIRWkAavCaXJP2SzD9hDY+u8NaoPhqprDzpGqH8C2HZ6zrOpBQP52p1TXvqRIBPdehKNAJankzTmjUgesbSiasn/sQ24zeOvFo3PGelyD/8w39J59cyleu5aBfY2M4eaEfFSMgwjWkFG4KwrFgu/PM7SkkGwsINRAtFRlMHeo82nWPw2NnfssOdcuOhi8if397lK1m548COAjQdz4dQd5wd36E+O0HPLA+iNTy8W7fjlxsDiHcGXcfwcMQhW282WAZOPSmkGO18+95m280211V50KE6btxzByHB7zfAsxzSiSGdqt9LIe3MgT5ytw6wfTRyizTwB6xyBBEMOzMtRkgcYaRb0/oycgt/aTP+bIRVvoVV/5JLcdOY4k1IxQ9U9EBbRAmPavaHTOFofV2HGDHMTw28hr7UnchlGQn853TyOo2UZcItq6WjhaK0V52UrwqzXonxRVK2z4VQ/imz5KVbA7xp4l9+//Xqv/2P363u/t8P0CEkxgCoVaLpOijqYIh0emOG5344uOmgi2mg0QlLWtLr9wn6pFH7hno1TLMc0ROz26Oeh3GJcwZY90U8uIFGs7ey2FwpnMnb5AGBUQp5TXL1wFFuPI0FMtOc5JVwEyA4gznCKR6ZLbvu2sYIDfgRwg880sDPFUeuQIssw7+yMbr8CMlvRkUyhcO4Gp/BCWx///RoTepVSwQHV9VHRiz8FTvOgU37IkF8f6q5GLvxSWdzn3SzHWVAK38ALKf6lK/tKGzDw/iRCMKKHf90bofsw6N8qZu8g7IEW3lk8olZz1p9paQqTZ+6rNOjd4EvStRXiIlPZ8isP3pD+VBIy0Qb6as+Vuc55V8//vwfD96kHndTaFDHIW8TKIWJSRDA0DTFGeFilEVRmXYZ5IhnVQV6liTzAlJXIvgCSCnMRr50Qzd62vXfSCFghU165lhpx+uh3CrhBM61n07TNoNm89HrxCZeBmyzMUddBKx5Lqha83/fEdEC7khXClOijpTlA2ZsBKVg+paBMAiuC8lY0beX4p/z58OUlzJN+ZCKZsoUSaX2in5Jw0CcV9yViUUKVFVA3qbWBTCcEObeqok4wq0kbGiEP9NK/HqFP71AbiVdh20U7AI0hLfiTOlV4oLFiDZ6i79B6sWysBhPRe/4RnLGXEYsmDXQIZZBoAD/FkYm+I+8ffz/1ITMIc/INPLmoSwNjInW6zP5ydIULPTSMdz6+cssjbIQl3D+8/OD7zhRlhbjcWol4hcY5MJWelXB2+G20Vj7rIhk+jysOGuGuNKxA3/Cb4Ml2DfpLN7mNGX30e6zxPyEZZIu/T6hs+whY3a6NXYs9/bvsMfZziUnErPct2koSgKG3oWDOCy5aVxvcUfx7hWuxqKTd/qcDtQblhIzyxcBUW74gKWhiXbS1cftDKyNVTpm/HmNzxmna3vK7A53VrvfzhkGTygmQpaTZ1k9LCur0GBDV96hJOI0rf7hYVWssUPrMuo9ZlDtQL/hzuUDZjBydSKysHEMQTTK7ETAD++Ub97KV1l6yre/PzEL7r54ZemyWg/Qyr5k4mvylKCReNUJUkkIMK0L1dkAnmXnHpASasl3abBT7ey3y9A9Afz126PVbfYdPn3+YvWCpegegOed37l6CBk4888Zy6BnVpgP7ytmGN989Zol89+w3Pk215ExgELn9Sp5n8Ny0K185jofiZ/lurZUkVs+xOEkgo5Nf2mj/x3dU2bpyJMZzpbfu31t9eDuNQY17jL7/WL1+NHjHKb2gr2Rng6ccwkiH+SAIpieqzrOOS3Pzq167f7vbWbC3U6o+GjurY6eHjL48HL1Dae6uwT9NoMe112KzsyycnKWyvj+WUdG3rCR/fz46Vm6YeLkKzzjm3zgVcayBpcuWeW7HWPXL7rFAME7OlIInPJrg5xOFUvrd5jx9kA7Zeqy+Cs0zmvbhNELnzjXTVIGb4Ub2j/h1qGlW67WP/rBp47G8uc+pKONmC66fxx76TVRAZUa3XYs21+79HuQoQMQJpEtDovUzBcKhY8PmjUuwW9KqUdBZhfIzr3nHFxm8GePzpTXh22xcsbBALeXOLjmN9MUtvEzn7Z2WCnCFXquIglNYgXGOtcVMpwSaUWcekA8dtRASDh1FIc4OvhUbdvaLrG3YX3llXvAoo8uC3nHAVwMZbKqh58Da868mwZyqOX2wDI7H32BLWdk1U1POg+POM155WPjOnU9imn9l2/+kHPEZ4xP0AdhlYVvUxF/yosZaEI64m/5KHs8xkPpT9XFMuCT7IldbRLTMs2igFwsPkMPdkOsnUIB8qi72Ism2zRNWWEw8RGfspuyop6QhoOvKcvWy9YBYHVIJ50DGDmgXvp//vGfVv/5//iPq/3Pbq02GWx2mxWZlEEd80v9M/9uXmf7BAO2SQEYBx/SgZYIcWZkpPhKG01apCG0+YQk8nFA8OZbjds9/urTO75zDSvGkk+QYzeW9UWw1Dt5pfvTjJga24/FaLr9Ptgr3IRXacugEe9N/GLUOT4UEbcw0d2Rs8rOgBhzRY5xJ87wz6t4sO2iqW9vvkwjPvk95Dhz0HKYfRKZx1IiI5UO+uR3YedZhfzT4pnYlDgW3GhFZJKBW/NrhGcbH7opX8rI/kRmv4nB0oKRblNPpHgnN4oWcDmgb5VBtZT6QbnGmIb6TljL33RSF5sHgwZhDddpuAQ3fPJJt3SRTmaPR/6EMSNPJgniKsTGNaeF08eWXtFmSP2FIWMANqjGpbF0Ls3AswY3/MAOZp6DdqMtkaV8SoO5YDkWszHmFBJTp/xHMEsE+K+Zkc5o4310xnstDo6W21LwwrS/9oth+v2QieAsSE472aBUCCCxs53MUmBmrq04jUQPBUmBLd96gixQgNShH7govGai/uJTLFUIjWIa5dbVcbVrrCDdf2dFXZWksY3FH8DKe5ASGid8Ysp/ZWkDtVKOwNAzNbKAT3glEcS6/WjbgK8PR5In7wHGFO2m+mGjfyBVCn6tH0JHBgl8P3bwCkT62iPBMCoeA35NU/SZbBXuSjs6kcL+a9LyflolR/SkFWGANGmlATzbw/BiRobeR/gRn07HOBlNJqqxlY5NAe3T6LT5ph9KmqoFIPPeARWrDTucOfl24Eo+D3zmt+PsXruSRgMNhGuX2ZvNicq3+e3T6PQj78zvCUsmMyOTHiwj73Qer7KM2nudr7NM1sPKoj3gdtY5DTZhh5F2y5FvzTsaJ5YHG7cb9Mz8kBwfcyo3s8U2Zs/oKPphdubQyawNlqIrFz9KSiPl27hwe0rH5h0dm3fn7BVmNmtzkw44nfNc0xW+lYEfE2RFRzE1A2hwJg2pUhZpdQEXqvGwoeSy1809ZryYqb3MoWZHLH89tAPOgVcezGbjyE72Oxre0qV8jbO9Y3w/djTOx6nH7gVXZt4Jbkf8MgdLXWamzfI+tU1Mn1+IkH+w6khHMUQONzKRbnPbUXCX9rmc3BUAO5e4smiXU9uRowMhrxk4eE7H9jXT28cMnNjBMO7pxlvwAovdJcwma4f91e/ogH/nEvTPOETvASsALudqr1yNgz6ocZGRAyOSEJp9g1Uk0stTf/db6yaroxfKyuW2SotcSZpcJMYs+/7qzr2/ZXDjiGXH3Ef+9E06454+n7vXgxu9Ik26I6DM+dPI3pP1OeyIQRJPwXbMxYP8bPyekien7KN8/uxlOt5ey+Y2AOW+x+y7cHZ8nFiNaLG4oqE6SiSIZ26YiM7glLVhnKnM9S82huUPquyMuez0FB0+47R4zyfw5GyGC1b74L5KXt+g07ePLiWPI6TGyHvotnK8aEw76SNw/3RM5ekinouR/xLu0NaIJHAkGlr5akBPOgohdA6W1qENHXnxVtfdH3uQlQmXGDiyQ3nM6gA7nH4PqZhICg1VPz8kmAW2yapSEi3L9bHawc0ZDlf2ck7F/h6z3Pyy/QJAbzY4pUyfoJcnnKbvDHaopv3hyh2qksx4e2+3ZUX0qWN5O6B1eOgNAig4uu1hiDW4Y50sGegQEXqrj+2L7VHfisiZ/bSH0A+bRSnndOTl34EqZ1IzCEGKXmcmbH9/vDHCTo71pdngAFF0A7yZwLB+tG2FDB0fWzOhrXzWsnYAERxjHTlHlScKXAeajvne7hGnX0WTz2RHe6+9E/Uj8ZMy+Pt8n5phK5n6bfB7Vx0wEOBOe1GdsbKhfOrXHbRONN8PaZamtBdlx/j8UpdXeRZdkSVsvqwc8rnLnd3/uvojA6l3OQTRVRNbHkxJ/e5WKuHMC9twV/hWvGT1kXeJ73H7QvKmEJIyXy1pTCXIQzoQYlIKbTVw4oqodMqJJwU5CBBYBx+ts9RFJ3QcoNYPoGGmhOSS5MJt2RvkL/EWrbTxM4mkgn5ksgCP7OmG7trrDbvChWYgjWA7X6toDPOhUPKqjniRbg0KPv2Hmex2mNR7PNT1RqhfUdQRok04GgnSbusAaVra+ZPe8PFhUzwuw8znotOwthe9zYf0+11XRdSNlk3aQPAg/0V+W8Qz0IWRWV6VhO5Kr3AF3Bj8N47yq28TaeicHxWoV/x0Vpol63LNaRhMvRdahB1GJYhfIcnqw8GPEOp0sBIsBZbyKihVjw6qBMVMhJQzT/hcuMpReV11waI2C+CUG0E3UgfDkJ/lKsb0Jys6J13Fv775/vFO/pnowG2Y5uMd7xlHKSRuvaL4iaqjLfVOlBAw3Av7pFAJ6oilMI2llAyXdE65mVT1KLCOmsST4vA3YAhZWILEEaUplAuxVJR+BotRlvSKbaCP8oCrliyZ+VYanaGVrgm2sIOXuOqvSC7SYVwbEX4Aq5VXMMZLxUlYOt3ywX86W9ox9Yx1cplO0jZNfPMblrKrTNJnPB78p/0St36FVUXSK3STXkZkhxACOngxxq9hmtepUzloqbQ7dGJiQVKHLbz+gtbWk9JR5VqFUfIqTL/+VcIdRwmHH7zjh5zloClecqO9fsJYaVW+ETEBxhlVWTrMdl+8Ii8/GqxWclYINlTEY+fbWRmbBFnIhn/hxA1ARjVRgi1mi29xx/XN28wMcmianWiTPKaz7TVH6figQHYor9AJs+PioTIuw9xxmTf6a2fKatPOtKl7hco0gEaICEk+JjTykbRuUaaZE/WdJaC9hJ0ODA1NZ2nP2QN+ckJHxoNojMf0psvSEz9VM2XLzjdwW+xn3tp0H7lLq521pnHqckFk4X7j7KfEUnKARvxtDFtGtTsfbj75Ec9+cD7s+LB32fLB0lNlQGfWBrdycQbcjriz4c7AC0vLevALw+DJQBre3kvsSoGD129W3+5+y6DFHisF7mbgIoMX5MM2jSj5dqleTpAmzew3hDb/1IDWvzTY9DFMHshl5VOnq3OauXsO987pdF6moXgzHdmXr16uXjIDfnREU4bVAg5UWAHk4CZw1OAgszssmf/q99+svnv0dHXnFrP17AO/wYF57p/eo4PkaIh7yKUtsw6ShtyUnQ0GHFDqyDEGvLrNBw9icZmmjTP5sGwIlIEL8vfaNQY4Lt/nAL/z7Fd/S6fIVQPPn3E1GVeLuXLDpZzuB3f5/Cm026mxUXpCHpH1qwPSdX/3PgfQneyoMy79fbF6+eotKyy44g76r11lwIh955cvO/vogEX9vIIJdU5DNrOFyjs81Ad7kKvQo/dq76ZbJJzlZln/uTOmvCk8dKrecfUanTfy9TK0XGEPsUvMpVc52b0LcuRj/k24TQ+jBCt1KYjyDp0njPJYH/9IOPAKcunSU7wacScQS/vFf3hrX5rQchEZAOp3qIpQxGueV12Sg6hK9YMq/oSFB/IpccOnnoXcl2V0m3MbKHTpaF5jIM8q9oCzCux45nsYjIMgEKfsA+NbvCmzwjQIfsazpLsKJte0Ubc5ELVFT9owZ7c9EfyAPfXqvwvVthhkUy/NbXXBztY5nV2vIXTwz9otM9WUM3lwkEaYS8fsD2e22jiWITv1kEa2SaB1cnWYHJyR1l5qbCcth3WB+dx6Cre/4yNXI0ETdB2D1/p6k3vDhbdOkc1z9F8Os8QZn+SregldU3tCyMiaeCFIokJSWbTzk9824l6Axr50xyNApZ1a/U0G/tpoM4/WMXZoxVuLGz7mcLXN/G2DGinOyFC+UAFox1N/5IeQ+MGNPVPq0iJllAu8NIXNfBB3xS0I3CD0S0qpBkcwJ61830jvyfdPV//vP/7j6n/9X/6eeswzKYAzvYH4mHKvrin/NwzOZtAk1x5W4s2JLr87xs1spFyoG/hbN9rheEd96CBpBk4ih5J30poeI+24Z0mJp+Tu2/JSZUTdUygNqVPjK7/xqDQrTgIaasDrnHJm+CUq/uaJZ1pYjljzw0GCsImfYtpAkS06tkeTVbzVW0WRbUrAY4X36oIZJry/iSHDJQoGTdNvdb5BOjTiMrGyBj8Iiw3xTKYjJEp8Z58JaLKsRcU3spxCP+RWEtLakrJOUi56gm3UiZWmUP7Jf+mdMingwpP2OeFybd4WPTyHHExr8tNRHONH+iBT5vopmUpT92zaLzLHO/DiDsGF2ZizLUlXFTc8xaE1uIhLtRdWk4o8L4w8VA4aJ1QmntzWtw2bA2jxhW63vOma0JSs4nnhYfqhYTxNK3yXZ+QR2YLLlNuQQ1hL9+JnRMORQdpj5Rn3LIlAJKWphBIt9bGyQ/bb5Pu6Se42kRUkbDMXmY8YIXDQmA9/YxpAVagnzylWLMYTrz9yNDPcMrhMoKPyDlk8kqYFdrDVIBZEo4YdLMJbkcpsGqbl0eDrb+CJOiJXUCuAjS1NGqBWqqYRnlVYs86EeImDTNEaAQcGx6cYYI0T3rB35zt+0g8OZSnKGW3ZzBfz0A93Ok7SkV8ihbZySxuYRKYRBmzBOpAmv0aYKcUbvI7w18egIwfDL/8wzzDpaNCgv2gi54VE1sPNmzYlk3b9nPcsI0Up3iE8kE5yHnkQCOy+61cqpivVJVGjmx8Qa6UjAI1+8sCfy8g9ECsowZE6QBoAsyHnnkWXZh87y+YHGsAhwuSmjbXCU7BWKHUYDMtx6QDusszy/sP7zDR+RqfqehqXXuPzhpF6T/bOPkJw7tjZ5AAvGxSe0mvHJZ0oGpktA2Ha6JePLPRrfEZ2vCM9GMl1O3EbCh4ORqsln4TRWfID5OxBNY6ZUWA2/IxD1o49nA28m3S+UxrZ27fl/j4Zt2J2NmnTBir0cOWL175s0gl3BnyHJaX1QafT6PJOBOmM6QmCchAjDTEJBJeNAE/a9kPp3bl655AseOOfDhwz/FeYLaMhb+f7Mj871v5cKmtn3MaXMyK+lXtmz8HtgW0OaLymA/7998/obF7PMn2Xod++eSerCFyKWvlNH468Mi+y9B5CaoAMgqKLNBPRg4JFIljS0JJeO5O2ejDOGFyhk/nmxpXVS07Nfskd2a842MyZezutLt83u044HEjpewaHdJ9xf7S0Pnr8eHWVU6gfcIL4/Xt3Gai5hr4gVxq4J/Bj7VENpJLZlg0M0k3q0qQG4KEMxZtlhsBIu9dkbXH9mLpnJ8IOztWrO/xuhvb73A3+ilOvnyCr7+mAv3jBPeHMjNvI5ZMWvCAhv+zsmKf8uPLHw452tk/SCXfrwC687TA7vvvWE4cP2Vv+Ep3mTvo9Ombwsk/H+Cp54SoE75eW/ixnZ0zJsqQ7dKt/uBxg2OCwtLPjg1z5dXbEhnk64Wy9Z4sCV6uR97t8Q5gE5Yo5JAB/ltNqFKLh1nHgiDym6ktJVj3dMrPshMnIsfIzbgnSqWCHt7obQg3SPpmSf4UbsYyDNsHfHh1ZX8DqAKQZomgDGNyps4CpgSHh+RVL2A0vWsQjhsQVhrhSJnnKwm0i6cBSv3zJoYw3uAnBw9X++X/8lpUD5LH6EiREQPbRdVkY+ItkUximki16SCQrLJC131k73Q4YvfV8CcrVkXUMgzk5fJEyV3d5Qx/x0oEmp10N4p9uV+h4/Z6remTA+mGbcrbLdWTndJKlKbyR3x4K6NYdv2QnpO9BWvKRfMfPOsE95+JTl97hPtUPhXFA07r7kEEBB+KOGOhLuUxHr5rmJ9RzdtZrIEcZW4flSwNtJYsMbOFocQ0JCVw/XoJWG6dCI99QXWEFGqgBQFRlb6saMzdIK5hALP7KlG0Q1J7jrW+ltwiYo8YzeW9tr+yU0/hLOk7lJz3wVAXEm+ER8jo5IZ0Y8zMkx24UEsFvMuKNe84fB0BCG/lwysCagyqerfHbf/1ttrJssWLGWW+3DZk3Gq+/8wBSzy+J3iU/LOtVlmbagTdNyLBk+ITw2DLbqRcqRgEkrjmLVS/qObdLSKrlwrpDXuUnuJSdqIiQtgZxdSewLDwLKHGk3LhDvtrEk0jGJdFuo5c8EyhAyWskqq9aluRss8gwuk8pYGUVY9EQnEFz7A5eZfslcOKEhfASnsAh67nJAY/wBjMhRZ5NOIYUzRy+0WmXi2SQlnrP9DHaC3+VgYZZYgqcsFo+Yt7T0RlRxVCGSwTmu25okqz6GpZdGZuaZS4kTzqsy1yWbuRAvrqixesFK47+6mRpm5CFWzklWsEFqSn4J4weyAGc2Vo6/I1hyNQpHzjiDz/l5JmEwBK/xmpVXAkFexAZE3zYG5Vpz7IbeQCMfkYpI8xwwZvFuFwWgKXRl/TniLgrn5dQsYeAkqXuxOTRFFT5N8AQA8RLnggc0/zrEKalPbsbV/kMeEEx0cHBhWlsD/8K9TkYnhOsIOGkXYVvEzYW7lhbYAKVR4ODegFsMAjzoce/wkoRSpAQ3toj7MBVhQgPcsPgokkmy6G7UwksEQ2TVhub5TfD4B14K7N1+gaWRiagmExGAnlTBIqACgrE8rGOb4RI4AUjfSlUfESdjfGDEbc1RMwaEeWjzLRBtx/uLG/VD7uymjp0ARK2cHThGEhIufx1C2P+Tj4wW3bfFzUiGH6Vh/w545fBnYVO/BKJJ8+UgUJcmHKXn3Z/5lvbG7TdvkuSynTGlXClOnD0FVXGb9WouIXR74Wdj8x20ODyQ78MN5blyIo8y6fNM/TGmVw7iB7UUwZ/cNk5dwmlOJOnNDo9+MX7SO/RyL3PfcFXaCgcsrzzNfuYbYx6V7ffgkvMyF5nD7d7Uj3YK9ee0DC0TIUv+eQ/ZQya1N7M5PD2Y5hlidjlMzC8JzPJSBxIFh7Kq3CKmCYyEenkc9f0pX2upDp6w4AAnZwzBgXgST3ZpJNmTVxlVDv/KPUmp267BN2Z99r3bUeW/ZwsQ0+n2v3gNMJPkZsfeUQdWXuAjfK1kZ63COUR5pytXeaFdhvjzjC7dNxZcDvedhpessf4LR1w98bbwN5FZjZDQDX4BCeo5eElncrXHOL29MlTZkW/zbVkHsZ2nU6gB2/ldO7I3MhE0vAKz5G6OG2AIAfpz4dZbU11EWAbO94TfYk65yrbAzzY6wUzyN8+5jRp7pzNwXEMXNix7JnYXHEkDvg+gvDDE64te/GWq8geMVN/PYexuW/da+bO0avsv0bP0l6UFmhW6yw5RbAv80YdAiF57lso5e295dZrqnCaFqNhrwyu7t9e3SXN1wwWvGBg6Al3mD/hih/dbzhELmUB9DZMbdEoJjvLXtnz1g43d53v7vIjeIdZ6B0Y2t2hLDA57QT+DmntMIhwZf8Zp69fX12/wdkFdAR3Wbp/yUEc6mnI4gd9lDMPqWMPAQNCXAnGtWBuddiice7Vb1doGDvIscuAgjOuddCas+LSVXW8+g7zYBxGxcAoLa0JWYTLTyTJW2/F9+uYTigUTUn2jJjKbH2nHqdOCPWCGa/yvmntcJrg8CA+88SBMeROPfP555+vPueOecvrf//H/54BqhwiqKyGIamk06LR/SHTdZLfR3XDLRZ2hna3WXXC+zWz6QeUT79/uxyoaBneonw4i5kONgm4fcEBL/rm9Bysb+AH/2Wafrd3RkfIgwaq1BWNVAfUpdRB6J51g7RYTzvIkDJK3KRF/HCI7uQAxFP0hnrN2fi3DHzZPrBznc47uKRZ8e4ip03CrKjxAABAAElEQVRWHtkx78mM0p51iSj3NYPzol/TLZy61nm2Fu8jjsrXCjRX1zXlI5GGdyjzQ/UDJt/TwYP1gp2H1CmDyApSgtYnPJGr+TLVOzI0jHoReo3EL98oP3ZGxEQuWKsNQn5ZBwVfDbxYF33z7XdcffcVA5Cf5buV7TPSBD5XaHzGyrGvOamfop+8Ci54dDuVxjoxpA+6IoMKSrgSrPagZMGvejOkGn1BTxz4SKfbOtT2Y8JFUojEWWkUT8Uu/GpReX6KgYY18j4WV7Tw7ICR2zXUWWtMl5qfQaNblZyZ1jeDYIodu9tI5SX8gMBa00mtWkmFXD0dXfmRD0X7oJ/IGTQAv/q/JDJ4zVP+PUw0h7HpXjPGKVyBH2jXQIYjMTuJgWesWQLC0A9Eli5+6m/kPupIUf6wxouRv+ideNEX0qy8I4zklm49Qp+INWuO8ir/SBZ5lF9RDDAWq9glTeaFele4TJD/6LhxixbzJ2KXoGGkRG1tk6AWDe9QOoOHj4aFQazmMSYw8l2RLctIsdyNL0ALZBVzii58FTFSJU4Vv4Yf70F7XDxsJxkvlI60ixh9B22EhtRFeutW4xeO9mfGW49hSCgZ2O4L7/WoF1EB/MOpX8CmE+KJY8Vp49glo2EqeLAvMrBTm5TN2AFpgQVdouszychKiIJGKoWCsOSPSb1n1j07LcGidCyUUT416o8nlXArTkZXI1yTGTSJTus6WjykXYpolFLJV6VaFafLUFPhBMV6ZNGoOBNvyMwR9lqugizzIS+ZpuMN/ARbifqczERe5C1NTWpSGnBwqH5ZO/4bmcjK7EuGDyIk8Vc2ph8aFunqVic0kjebNUfiBU4g8Qifirf0cg16hIvLTkfvg/VdjbSGplIgbXXCqs2Tny+zJ3ubmes37MN+/uJZOhojNXDZoXS2Gzz8vIP61s3bq9/85jdp4Lrf2E75W04Wf+tMrSdKQ+k++2Av0dG+DF73cGuPGR8O09aEP3TFOqWrJMuK9bXlwHJIqKDvmZSj9lXhoDNiHUJNY8sPD53WTU5ytTrc573LYWwnDBK49PzslP2YzDC6FJ1Fn4XNmXAKgftvq5OknSAas6db3LHLtWFbmxxqRWde+zsOF9tiRlxe3I+c/fDEt0xbVYYVaIKSUd6K+9YN4zlT5UCAdmc/PJDJWQ+vFzNfbPA7a+1SeMtn0rKBPwbdrGv8iB2wB/s1M9HPOeXbQ+tcfu7Ah53wy3RunelQnNMgirhgzZmZpkfKQ62iJzFXumoiVhTnHbNrLnfOrBozvZfJ61fMvD9/yknodGKdAVRPjZuRcKxV6/EhRjdPaOQfHXMS+Yvvudv20errbx+vPrt3n6XsniCuruyRGHnhXlkTps4sEnhChPTqpvbjx5Neeu1lIz23EpB27ikNXMlanXLWkQkm8oz95ix9v3P3dk5gf8Zp7K9evl0943R07zM/oQMc3CJOA9VkaRAzAHJE5noQ2zadGvfW2gm/vM9gwzX0AORnbK04fPN89eLxC2arN1iOzjV65MHVK9coE1dzpRu9KARij4pOGzPd79jLvc0BavvgEqd1eehUBkMlM7gA/TGVEeFOH3UBgj/ZCL9Wdj455s8ArAxbIBgelaUX/GfnxOrwio5iL77L0/Li4M1dbkNwoMntLV9/4z3zf8o32I7GujFtzcelYDrWH87ERrREsXy60uTwkHxGx+0UJK+oE81f93xbr56ig22s1zIzTj6euQWEOFl+bhliVtoBtXy/tdtyRbNLr0vnzs5Kxy3fNZDKvnXqNPdui8v3MeXJuIwFEWYDGFw4rNdcVZOVGtB4zMoND14Tj3EdEDhj4DAnXINfnovZQb1iAl8kwDvhzdif/ZbHWT4ZnbVjujDJHUkhzU8yUZKPQ1an23Dqh8FT8SlTyNdMM5/9hpimCdsG9B1ijGvAbCbv4MQl4iDnPeJlNSN+trUyo4+/NZn54a0R//Bf/9vqP/2n/zPScDUCiSZvXHWzz/3eDrpuIRsP5HNFWnVCmwZzpf4mWkKidffgU5oly4dh0FLfJFdg6SYn9LNDip7qtWbkx1+HxD4g9F4XyVrUP8vhhw3jli1l5jfKwdiaTccv7QLKJHJUi7YoZ7lCDHeWn1v32xYODsuBdb7ZUe0C89lBkCLbAMMADp+8Blz4reAAqAdREeCiE0SZjPGVKu9JJMXGBNIWQf2ZB9PsrN9I/YOnId9/R/TmEZb+FbZ12CqjgwCQJk3f/NbLb/k1P4p+IltHEbqOHFcwBumCX2Na8VCML/JhvWTdNeMuGLJ3osk44W+RmuksNXLGO0ImhItIWgeymXxtZcRoGUvU9jZjf8gQXBDEAncGDgZ88BG4Tkq5IidC6m0E/dfTWo83kP7Aa9uC0UZULbTZd4ROac0JamtXFAHGI+AROa8Io7FN0J1ksWA8QMxAG2bxFHMU0zSW8QBEaI7w2YBJRUy0NUVsnpoZ3YnW9OEYcaS3lKLSkNxEC90BG7DoIpWHypcsCPigLMSbQMFPijWl20EFkL2iMkvhE9aPd+ICnyX3xsMve8FDqvGKSl4BJWpVsKnUHDEn3EYqAVZ0xYT0DaIkLcwVjcY3ZFGMOgWTGDIQFhfoJEnPwZIB0L7AHZ+f8oBecQ6zxFV2q9zqQBRPApJe4piulo+lv+4f0odX0sQjaJYEiB4Tf54Xsr/FmSSVXZPix2AJm3xZpGUSPbIdO8DqbtkRLbLVVLqzPeH4WtH5s6PsbI/LIEsTCIMIt0J4jYezizvM3u6yLHaHPdnuQ3zL7MoZMzm9ZPeUDoKzPZ6Ge4MOxN/97b9jlJ67uK9eI2E6ehwUlv2DSYuOLQ2GbRqVe+DboQGxrZ4S3zKXz2X0tnQiHEQwYEIvLGlt0gYlrHxKOENEDZL0dQRKwKFbpmSZyIcWHJkZlGf+ssyOGcjdXZeg79OAZjkf902fcV3WObPgOUFaAY/iVaepIj9kZXk5Vx7MSGx6oNg2V73kFHT2421xgBL7Jd2XyRxUlm8qN+Vf5UC9JF8MhU6CUndZXlM+fMigKmwYf9tX3GN8GbnfZL80d2t7JZn7wNNodhm0J4yzF5neX9UxxgUfuDxc6tkzf9+ns22H5JYHstkRZ2bdu8GTGPTZ6OqDdXK9i8opHuhwXFNaJtkDm7w0kPx9hzLbuL/GHca3wevs8bNntZz7NYMF75gBzwyyKEnLpf6m64Fkdspfch2YS7a//e4ZnSau72KZ/MP7D8F1FR2DRk7xZuoDWpwlpnFqPZW0RwZBmXplI0u+awAHOfNNkO4MJsoLMI452PnZ4iT81Kfk2T6zlLeYuTf82YuXq0cMAjx+wn7w555Az4nCJw6EmLcMcrjkXlkh23M6NZ7J/5Y0Dt5ucqDcYQ5LeujqD06Mf8xs1XNOWD94sbk6eEp5cCkxDe5NZmf3GFTZ52A2JrMhCF3i5xbOPXVHQUN7Rs1pbA8P3gL7wwAzuM5bL/mO/1QGwj0NfjtuhBOsMWt7dZQS8stUuq1LGQr9MTOQABmkAyy+eiWqD3CZkBjjid13/IxUJb0gdEufdAz8BhDX0pIBB+w2pzPYDh45s8NkHWen+8GDz1d///d/n+0Mjx8/Wfn77rvHdJBZYg68eVuYgxisYseEJLFBr7oTX+VQpvaYInPqRU0GMekgnTLIJq3q9WX0xzu897lObBc98TyMc3R8amySLw6avaBcbLO1QRFkpg661NlNyoEz9u7x3oYXl4fb2UpdQ8fYbUA5C4J0nQn1YEZXrzgIZ/l3u8/2WxQbWbiE3Rn2Xd/gd8DBmXS3PDjLeggdDkpRO6VeUtyADWGExYl3vxPJLmWU/EI6eAgewembyBXPiBbNNhWk3IY0G5ltNfKjjG95FaN1okhGkOm2Ha/S4hF24TVFW8Cvg8iLgaU7ptN/+hSjxpBTTZUD7QUXS/EfPNJGPoPHQUlZq3jGBQcyttxWh17+5A0YHucO3GXw893qn//5nzmH4jOyjjqFfPZKS78XlxisVkdec5XYHiNw6s9VDvUzLIjCB7qDkHNdYviptFM3FrnAzhmSPDR96Jfu6Be05souO/WudOs/RQXMzJO42xgol6IvPDqMW884BPmgCc4JccURUJtPKbYqc5Vdzmdhq48r8Fxirn6fod/K3HyrcxLQDPBZb2YZ/xh8zzkH6L8n9juArn6lLgisLozyy5tUwZtl96W4+pYhMb3svIurZN6BvIecot44B8YABPcSFJrLr3AmaEScYUsSFVbyLTl3vQTnEJSyAtBcZoxXccvWePptSTNugTW9vieIyZLULzzgLOkqC+iyHMD7RZPy0J6CYDfJLr9V9hpAXEXAdPVk6DNWadQk0UGwvKvjdeiewOqDb2IkLpZRvXQts6RSEGls4zcGIto5yTUeICxQw9ue5Aseb+uByKVxqMABN6b5VKB5okNzSurSMnDmuGI05Ayzdp1Y0DfMIo3JqjR+KFzAGfe6PQEtvnXAVBzgDu3O/ycNEPFvRWY7JSOYekQoQ4lxW3guGn2iUElTxyCqUMa3VKGUrhR/xjOgZ0ETFD8kb0XnfsWkEe0wdaZ+5uiDVry7oBNZMgvETHe0NBggjU4TPNbyQ2RAJTVYZOQvjJsABMjzQqTApUHgR8PRRN6RI/4p3KG40igEps8HPOkGYfEU1M2xySgTKwZ/laapisn0p+ii+NlmTvd9xFLrLKMfFNKWr4CrQ0VXCvon0jClBCPiqTz/cOQJdhFsVlsODVMumshkvHXHd3gWREMaCi/hoWh39lndXqOFSKp/ZC+C8F4NK+M6auzhLCUHPvBA2jj0ECA7WTubXN3FDIl3z54AtEknao8PjLxmhsXZS/C6FPjzh18w0/1XJEhjkgafNZ3y3KFhZ5/EBn3uwabjbaPPIlQ/CWsjs8aT1EmjEygP+AZnPAStrJucesWIEiRqWUaPSWgqWgYpJ8JTuQGLa8gg0ShmNE5p1Lzb2sffJaDug+TEbmYhT5iFPDmlM87fNhtr3ItpQyhXXYDbcnPObCw9d/B4ANYRS8j5rVh6zvVaOeDAWXA7eU5dMmtfI/hFbxpiZJoHx0VXpdfSTQPfO6W7TNoZtnGvfOtE5avM5pEufL169Wr14vnz7FF2P7gdb3/OmGbvKDjF6n5g9wyaXy+IYwP8+o1rmSH0ULbclW5lCT3yGyFFyObR+Fyaj8EnSiSOQnhIXa5pomOtjm1T/t2DvEen8xqz4HduXl09e3W4evLCfeCvQWvdwIwue+RdCusSfpM108y3Qw5iOzzwLu4jOk6vWYZ+Y/XFw1ssDb/KKd5XKcvwzR7+HIinnjSNWKqThwf/4qxBF8u++VQDjNHDpE/nFpme4i93lgdIVqTQzmn81/dWB1/cWz1iyf5jlqE/+f55GsD0cWgcu2R/D17Zjwn9Kqf6d0Jj+uDlweoNS9JvfPZgdY97zL/75k9Z4ruLbHZYpn7qNXYa8ucqgx/vuDbPwQo73+7Bs2OZfXfqqqy4lN6CJ1N6xDMY8JHy8SfhbQa4Tq2a0nthRVwAltnUgzqREZkZ2Iq1wDd811+F430/fYxruKbgqs5snIt3aAGGf4oqpFk+66dndZRmjNYN8i1WjXwd0pG9xT3rX3zxZc6U+O1vf7v69ttv02C3/ldm2X6SeiXRgte4wQM5pjP9qSS4lNWw5m26dlC8T9tl2zt0vD2Pwg6w93dfcuCS5druC7aT8M4BPN5yq2hdKu5tALvuA3dGbsg7aUCbM94eRrnLb59OV28Lsf72bAQ7zIe8M7ttvQtiBzvtkHk2hOmcn7mNh7uiUWYPmMyBXYR4JoQDPpfo2O8eefY/PNpLQQekwy0Q7hHP4KT+/iIRYZRPpIEFRqIrhmv6Xa56du7g0hqQC3DiQd9JqKIkEdMZcYbvyKHhanQXcCW005TOtk/RFpY5rlCpMy6kOQHrnzyq76D5JO7qSKML5TGBW66i57yTCo+sxqQySr3X5Tf0uYKMjiR55cDQV1/9PqsQbKukXkXefV7Ba7bxbF+/Gp17t6LOAK8lP1yOfKn0eFqI8JOWtAdCi5CBqDiDYoLKzTttQHQwZW/iqAGMaz7p5hfju3AOj8SdRNJgHXjxHRpFoQ4UpuTbcMcTRp14cMLA2f5TdN6OtytEstSc9Okn57tTA65QiawdH/NnEp6t4p5Yl4dLbf2s9yo8b3zjTxxPxs4VW7IbX/wM5FGdbeMqW5DqP4zg+usZ7xFmnaGxTl8zhC+iQ+BwiTYZs4RHMuRrt9ODB5g5K4jkP2l03ZlBlVSo5V9tQAetBTUtCRjxFoTh8yOmqRZS+8djBLKSGDhLNh+LYV4EHe+Uo+HWPzQnIwqVQQn2YegIm3AncIYVegqLt/KdV0BVGkuIhR050SIGPokV0gh/uLUHgW+DL/gn5WXcGYSSB3TpSCG++JSOBS24GF5dNxHWutdHXeuoRH3RZz3qXCEMQmDWRoMuFdXw6FGjUQmteWjwCJXRfTMn/ANknE5CoV0waZDoB1yZfoNiwBvLXxcIszLgM2jSmORCoB2mtdRS0cwRevRD6kzHikVjrHALT1bWpmO6ftjdN3lOD+qcEb02NXgwFH3wkHpBXFTuFkQiIZ5qkOqO/4AtPKPSiEP8zbF8zjQbDGeh0WeZfg/nv9FLOsPrr5B+y8T3GvdDVi2ywFmYqeQnPyU48kJP/QPXANAvHzUDbZ4j6VHRylrgyZ5K28iqPh1rOtt+4O14uRQ8OMUFgEsTPbBnl/3XjrKrzcJmqTgfOSsER933aEia9eqHHUK17AmzmVdobLp83BltP0ytXwRT3kpjQxjuTneosyBrJmV58Kq93b4hpMx4VxU4HBG09nKX5EcYvn0aeqfvB0nZxK3dBrAfveAxAqeB03je2WF/+s4+8q5l6KfMhJ+yTzKdWj78zig5+s0IF3JxpoAZMGe/6bhvntngRSZ2mthXvkUnzdPe3W9qnjvXlAEPyq0VumQ4gHYmLuRIroX/yNyGAABdxzgztkkD+RIzbBJtY/oqS7y9pu0lHXAbce4NPyXPnOXKYAGNEeXo6L/55AFm59B8yMDC95yse+cup6GzRNaD2W4zGy5O9SayimCGPFusyooGqfWup4NWR5FBRfzUS7uW6sKla5z4zTL523c3Vvc5hOwpB5p5qrhXoR0evEKGdAboZFTLRjlIJ3pDfnhi+9PDJ5we/nz16Ls/cW3ajdUDDmK7z523dsbt2Lg32o67Mx4ayVOvwQTK0r/IEPeGe84pLxF2oKspuf3O2WVioa8UhwwyqQ/bzD5e4n3t8sPVlw/vMRDwkiXL362+pRPu7PwZneut7SskCF7+/NRYPtw7e5mZzy2vmKLjY7666uCIDj5DW+hAdbyl7vBgg+XpDLAwQOGBdGFDPMjOulZ+tBPooxpnhuvqb5lwCcfzE41R/20MlDfdCwLkp8qt/GIL04PtwPllrTwWLvzjU3yTV+i5e+j/xJLyp0+fZqWFs8Mu1UXrSdK60lgfNnY2a3B+DjfFpiXvyU3eUEc6GGkOWT96fsUu+W294Wy8HfMjtq4csnUgJ6lDsXrtTQW6UZwM+JlauIK03M+OTh9wnZiHbF2mbt3jvU29bHk4daabcuvgqR3vqtvroLR0utGBlL0Tyj34z91jTtHayCoYdIt6QxntHfHbZxAVnJunNfh0xp5z93h7LkImI5QVfLTEdCpr1ewHxCg7P9+QQNIdCf1E1Z7y7McIKT3qguDbPPJtjpSuiaNKIbJIAbfOw96CEYB4pScRmc4yE/3CF4xtLb8fGv0cDLQO9ODPb775NunbwSKxfF+2neUm7CXL0W9wIKnbh8QhAcu2WOWV8Spp39Yv5eY9hGhw63LxVUEdrSIYr+MWvqneFK+8WMuGpyAciX7aK3r0CaDS5DcvW9soa+p8rlfD/5QBTE/v93u2rR6v/aj/swWoONym3J2z3WLLJVtKBbqTz7BoW5v/uPUzb6yvs0x9XQ0iwpo1txwAm3Y7SIbJijXsirpla1DaCFrM14WxfbRm5qa7OcfPGmgYQEvepUcBWEbXPtqCwnWnu+JUW9/6yr6HmBO/cf/Md/JTpkFNSryX+ItI+TFcWMibTPyNi5HWHzWfAPKjOCYAS4hCh6b4zWV+AnnPYp5Ib9H8XvDkAcYBkpcymfIT++B5Ag8FI8LsubBJ4Ry+XRlZ4e/hWkSbrYUgsAjaRqYflZjifga9YFsLxtEZJa6qqxCiDV3iqfg1+0FjlsAqQ6XKFi6rjmhCpzGQWwgjo/gX1AQyYHSbZvRk4ddw4jWs6ZOgLkIZyZJAYFTCmAlHWbK/JBDAIBt/VPdTmlZGWTY4aLBAWfHQ3kvDMSea2lin4Z0RukGPaYW/yJ3CSTwjKZ/Qir9yFM9sGLRoOuVDABkapgpSRTAkBT74LzR0FMi/mYEvmMrH41ei4SK3upVx/YZsULRzZguX8qylRCM/RhwihWp5KD5mPOa9weJNOQCy88CKOLPcwLiHz/3Znow70CWvXaZ4SEOwDgJyORY6BKwd74MD9pWhQyJ2ltVOlSPwFp2ndNYOmPHxLmE7a3b89jhUKB1YOSqG5SC096sc7z+jUT4G+KRyWNbLZMW1fE9aOEUun3KOkUyYDcrBdOSkX36dHjHU61HwbajL9yYDDFvMMJ+f1zL0UxrSXkeWDxglWplueN8UKWzSYR7tKXC5vJRBC07WpkuAMBiocMnpqTNRNqL90aDG3wa4h7x4Cns1AtAJZ2AH3ZZfinLqLzmx/Jm/zjIra/PXxrSd8Mvegc6MsIexvckd29LLoAs/87BOQbdeACEsK2OlaEfg22+46os/9+nfunkr91PfY5+suEmtBVXC92lk6+4gASKdb+Qg3fBjY/J8p1ZKuI/bQ9icvbt2eW/1GZ3m1wcP0pG10++p9w5S5CRoK2qKRBoxdkSRl3rsyeNeB/Xo8VPi31l9+cVDOuK3Vjc9PZ+ZvXcMerj038EEEZDyaDqDDAXq0XA7V0PF5CKc2f6xE2LZsvNrAbFT4126DkxeQbaX6Jhc3r3DPvmrqy+Zvf8WOr7+lkGBlw5g0NlCHJZkO15//cVvVl/+zV+vbt+5iSzAY5ripON0Lq35c6CFRjcdcmdxQDJ9o6b6FnxEC72h2WzQj9+cIwrs040qLk5NLdWzwznc9froUx7aLGlsv5/1Hox2Gimf4XTGmuSlHy9lWMElCelxW8N33BfvgI0wGZw2+gXcel00QwQXvSe3+P1Z9n17vsUVBqqucr+ydaBLw+0Iea6FnW5PDz9koI6huOS7uWT5zgAo5cGrvHpPqlWP6WcZObRvHFF+cmgbHXd0z8EDl9GDHphRl9MZU39OOezROvwtA/EaTzo/Yq+Ch/KdnTDQB/J3XIm4Q1n0EEI7KqkrRp2wyduBvHesoNpBT3dVEP47q/utQK0rPpQvSfgTH+ZL6aA2Hb77G+gbE6AR3m4F1IY4yf92523+rHn8qKPah0YyLd/mUvEYJ/KIfxBbhnHGvJ+Qcql8tK0JdQITD2wDu/U6ZdwVT5Z1zw2yXgq+2oLgaqA96vB844ml/jqre8xAqkvN3RZ24BYFYnlo51q/bSZu0Dhe75M6hU/yAuZj0Qt4iaSE8MPwUxI/2+K3zjJ37A/d91uiQE+pV/3+1bJzB8EtMzWA7mz1Fplxiq5L+RZyts/NvliyxHJgrla9We7SnQz4Amcst5Wl6QMeosQoL8vwPOttvCGbAWSedBuomc+AnmmqIJiKg64PdZ/cHWG8i8KKEy0adKhHU5EZsCbvoK8m7T/S6kkZ9cl2gpNzmknrxNNmZGjK90/M3JaBcaPxQyTmk5Juo6iWfJT/HN5wf/57CGiR5o/jMs6QiDJMmf9wLPO2RFhxaIQZ4T3g1pdwS3AgfEywJoQkllGTgUuP99CuedhKmTzMr86EyfM9y1An0yYs9Iz8v5gp4otfcACJohgnMRNRXFaUeRmQSmsjF2gmJPiz1NQwYkd4RtCyMNPgFdqhDLrCFEHcSCmzOVJEuErWI8NimhWuwht1FBnHlBr4LX/KqSp+7RXaT1nTpJOeAoQPFQuAFQAtlpk0nMKhfPPDXz5SviMUaQErv8atJXb8crWU8EQOnQSIR7v8xOSFm7T9oGj0EmPyWvwa4+rrEmj4eccskpVDcoiwAVWwv/LTtIs/6YIoufuBArYkb+qst+iTH3L/YaYSUgmu8Tznw5BEovMIOcNvQefceUbO5h8g6fAlr4qfVKjQU7A1QGL6/bGqCrc+XMZN5YuOuEQ5DUg/THyFnOG8znJXD8YyT2VV3bZhZwfc5cnHe+w9ZfalZ1Cl2KWPzpYfsNTxOY2GmzfAwZJZ9/l63QeX6TDzCz0qFXRFX7CFGd8LY35Y5noQboh7QOBPWEmpnhU+Q5EchsegP4W2fCIPQ6PXkWXRJD2tFypqN8RCRzygHxm5ZHyTjtcOHWJXDZzRsD51+bkHYtmQEjdybBojW1xIEDm6N9e7mFkGSkc8I+Z0uje3PZDtMvzyo6zY2ZcH2ehOXGY+JBxf8WvO7HDDwwZAHjBjIyPlFxlvbrBENbNal9JxtkHuIWCecp5T0bln2wa8M2j5KStw2clMHiHaF8wuv2Ym2k76Ew47Uzfu3buXWWtn68VpR760hCf5Ng1kSr91Ezgt99YDku3y2VyjRTpZQo+OXEfX7nKo2Rtmr+0webWXjcsjOtfOeu/uMjfsdB257uoAi6vX4Z3S8Dz65tHqKfuur4Hji8+/YHnx5+xXvwrMSX6uPMgecGQvHanqKfep4wflKY+ExUi3+pdfday8w9fPCKpPXWs+0nCjYXeFhvE2B75dZrDp7r0Hq+9YCv/0e05xB+819rXffXCfJeZ3WHLM3kzk4CoJNci8rYZQySfarOzTIELw2M1naeA1mbZGT4Uwz0QWe17To2HbY3xWpg88WZNiUSkVlKiSl7wNT5gPTerK8gvUSDdBoTdQP+kRGSRXLNOFu1ANuZCmDcjwO+paZaMbiPxJ6CCNzC0cgOaQKgU98YOns1ILsok/GJ2oVkNmI+tJuyzDXmWs6jH1oDrCdmAvMdjogJGdgiPK+Fs63MeHbJWg3Nnp3mIlg/hcteYhhC4fPzz8LgN6ZH7CTN28sly5AumdA0hQ6raR3OlNvVt7fb06EBiusLMD4iAc3XcOSIc+9MjOyYYrWahn3P9qrXJMOXbbh3tiXdGhellH7HP0fgb0Tum08LMS24GPbeo2klYKUqUl9aeDChlAih/+4ArYeAZwPIxVYcNjRpUAv0/BbZlM/unmhxDyrTNaJa0NKw5BML6sb2NpGOPhMbAMfe9AQEdco33IpFxMAWCKrvmW94ovzbGTuP5JTbzqKx5aEyCpiSMgAxp+Y5UdiVgP5fum/hphkCheB1vJ2BrASV1OrUE8J0cOGJhUF/DOgOoZ21nkWLfGDnxwzyzjKyHLdCrQmCad9HnbiQu9+sWfOP1HQOAmACD8L8+8E8Sj4kqQcQYG3/zUZV71G3YAY4LLyMHASzIXfCSIQq78szqPJeeWw+782iZHnflRxigHDizlgMItYXCDzO8TM4S8qxmduG6PIh3btOqgeFL/I0i/6OaZMhW2aFPi+FGfuC3DDr/fhHTWAwMYuJSA8YJcL0xgfI9fBIG9cJtHRJhwEKDBSynOZuRLBDl8O1g/TIJGuDold+pVTayhL3pJBTAVRZyYuIuOtIEsEEsTYCErnQ7q71AQE6R8pNnYSoKm0YhSfokH7ousGrPiFW0CmNIElzoilCu0i2QkPXEnjvGCTR/9mmb4Jyq5XAEJI7wEMfwsR6NQjfAhKFzVzkveDujS64YXb0u40/DNr9NoUozvdymZpJB0z/EnZwJ4TPkxI1jb491wH38PInhVZVSQk4BnvAmYhVZwFTyAfAXdeiR5KYbIYHgSt41TNDCF14/VpoWODDQ8pbHQm0vKN68pbf2kd8DkzaNlmQR0mJDvBBA7VrHwR3741thZlnfqhAlpd2inRAIpKmIFzgz1411xRdVhJitPOfCBj6/06WcBCq8BGGkHWcU1CTtWOTSGSqno5Q0u/0hpok9YaebTUPgLnd6TCT24xEPVxJuGAY50XIO8Ao3aBbaVvt0Tsl/IojxM89PT+wCjTdtHgmRV85HgpN+z2jOkuYYhkvSV3Ep26XxBdzpX4yPvcnQ7dzbU0mnqREUBKv0SBgzWNMoCb+OMvYBVBjgtlQ7QvfufcaAaM9U0Jm1cqWl2BqqDVQ1D0/MebjvgOcHa5Y8sdaaZx4cN+BVhdEhfstS5T+C+ySzQzb0r+QjaiYuuoRPJc3XyolHdJH4EWT4aSn3U+CH9mFxBDIRaO8dKJNJqn8CMtDPrC4D0hKbYEyOP8iMmrdN8NmiUGn+busQlazvwm2XOdKzOzlj+d/YW+dhptAvmXvDah2biVRZYVcCXyCWtZyyPduWBS0ddduyhaNs2FDITbjnjo45kbVBpzJNU8rz96Kcehg8PErFz68xZGiPkk8Dy5oyze7YdKPBwu2vsJXaZoktSXS4v/DH8+B2rznh1EOSxGvHH7K9+zEzzi9WjR49yvdntW3dyKJt7/NUv8QDOb+TKeFm+ys+yRqNIWvlt8eVz1YV1k3/e272/fYNZ+sur33z5Oaevm9ZTThN/nTvB6fauzhgo8DC/NGCzDNaT4s+5d5tl//D69vAP7MF+wdVR9zl3gJOs2Zftbpus7CDtLCE2NfyiPU2rgsVMtAsDvLNMrhTycEFnULZZKu7+WeXlByP3pwPoCebXOBNgc+/W6vYDOjZ0wNyusXsFP8rGCTS6dBi0ppKf6afjOerY1rGACBajZJZmdq/565DgC2bp0/aRLYHU3v7qaQZ3h4YVnRcQTs65nOhVdWhhuiDSD5E1YRlijHumRdzgGoQu6dUvcL5NTkd+OIwCwhqU0m0eCtSG8gFx9X1t/2AbAO3X8Iu3TAm6MJOuEGY+OrPutX1Y2cJTS8iPWQJrI8LZ5ezPpoCNplU60bfv3lmd/89/BXfV6epVqCAt69e3h2+ja85uOta+e8zhaXTwDxkAdebbuv2EzrH6nfwjcnhWN+Wfsu/NDZ6d4NJyrzOLHZ22zeNyaWfnvVXehmgqACsByN4VRp6FC3bIDHFDCOBXLOW1DDDSbNZd+AM6QWMx3HzRbx5cBIa61bCWF9aYtJkaKfG0+uxVLOUivnkfpAD41iReO8qrnvJIMA3gqo/msPC4iNKy6HgDKc6ulfFRCUDodza0yYXC9J9fqSVIdVv+VZM4C3sGQInrcmrhrYfsRJ5Ryb3gdgU7T65E8wR0B112qJvSWQeN8NX5XhAN8slF+OwQXgpto6mbQw4LbgSXzjaJPrnLsnSafilO0VLxZNDfMMi5hDBR1SG8J2zhZUlrQat3TgRQzmwL0cHuySpbLA48ZTsVdbJlJh1wLH4HHfxUvbe2Gb41jJ8d83TQ0bfgt8PO512cOe9FuQgLWZVv0lf5pLwMg4xRdHADJJ6aCCPMBI2LX/AbV9y4Wg8CH8ENQJNYykt8esVoG/UFcRJ3hHTwhC84gebtrwZ2dRcl4mm8A5SwoI9OajfeXI8uU5txLJNvLmc/EY54eVW8PJFDlbeiop5Cq4e4FFDSz2tCGTTBiS2IKqiKWGEpmOE/xSyLuBOeCIVgCX8BfERq6nQqE+sKMr9NghcwC2uDJKVkOoFFQAUp6ATaq8IKXlvTUzYVVD2lWdks0kbVf4oRAan1a7bGO/h/CrolrHSpuH5N+HdZhfjsXEeR7HynYgcGBmzYjuKCQAFKNB5laRJxicSEzLrKPL2ynIS3YWZGlEa3pt/DnpgKOm5cFkwiBm155lkRLaBlqpCKvwodpSgVssqZD1f8pUV+x6wVUR1osOCEL1GRtKmn0RdneTiamr1qxA2MNPITtmnLG1xFU9Hd+AorwBhpTHTt/B0dsXwUwux0zWbJM2k0gzPAX9QmevOpeRG5NH4o2Q8pvHLQ9Ltcf+6zsfS78EhPiBpou9OdvCFfzLPMAvC2w5wZV/LND3z2gw8YVztY8St7w9LR5iPuB8LKNxWwXy4aV8523OUE1XsP7zNDfXV1wD7EV29eZ2/qDp01O20e4rW76+m54FC33JfIbIv7hj18zY73zi4fM97bNALTULCD/eac5XAHq5fEf8mJ4bev3mA58E1mbFyy7eFbRdtFKQ7NmryXeZQcHGLrvJzLCDxH99Q/gYTgbaFoE6/hB0wG3YBTVn64E4/gim9sIsizsOPPOk/sClR0zjg7o7HzDr7O9pgZPaRx/JoBC08ad8mzMFSkftAdsnLkedCZLxx7wdPQzIw4Jy4zu7vBTOo7ZsLf0cC24mrNlROptfFl4kmfEiklmfEWr3nPz4++Byw6uHhG+hs0vHfJ02tEtaNwwDL0VxzU89aZY/LJ/LCBkrJI3PBo1x+LsyFHwL16w53g7Mv+49ffZBn6Pa5rusNyb5faupTdQRo7Au5LLUNkaALDcJMd0g0jHviW8ygMR2ftlGfGgs6A94HfY6/5q1dv2Xf+kplwfs9fpC5xiTZDBNBKRzzyQarI9M1b9rXD0+On36/+8Mc/rB5yCNtvvry3unFrP/hZnpB8DY/moRkzkTVZprxXuuqenW8yBTuNMuYO09kB/Az/Y+h20OLEUevdDZbns8qD/bg2Cs+AL859Vp4pR8uubwcLPKla44F5jFxHz3pQMN+w6QsQsL/oo3RHLu3wmSkLGZCSDfgP1YV/USJ+IWSf+j1p/swhM1u3vxqMV0IfNsGPfNRjy41X+50yKKNOORhkefRKweyjRh+2GZ05sXzjT5WZ2e4vvvwS53+JvtU3O1TYNKG81mCq9Y4dbHXJOt59rR565mGEGtO2rrKKYzNG5RcOt8ZYBj2d35PzL1PnXmYwKFtRHCmC12yPoZfhyhP5tSeyyYy3HTyXmlNtZCBO1SjKfLet/HRZGj/VCN8yX6BSLJCE/OFFM+HFz1xo/4TpgSlIw3DEr32GG+fCxyg/bNKYpXyCzIFdZRSjcLVLS95VH0x8fACr6fq9TsdQfAjT77JtTY1ytJld33Tq6CidIVUaXS3o4It4HGx0VZJbEzwXw7acqx085PGIOneP8wROs63G+NBKpCrJg158k2/SH7upBOyCBU+MYVP5GfmRgH4om082woqxje7+td8yvP3efyfWAM33DbxO7ATdAFfe7gPfpH2TQWfyLgevqePIzcM+LV8400n2Tvtqr1Sem73eDW57VThZ3SZvnOhSDVQ2v4ySkU42buty7Qabpkb5iUtl99Ui8xuif+/J115h5V9yx/4hucsowJaFLg/WDxdNktVTC0ZY6xPpVM3mgJCnxyTC/gKkSdP+E56CX0txzTHwDPjG2zgFnfDi0L/omdOfCDHyL2Q6zaTaGTN7/kiqMjcY9HuZOkOvhSAW1tmfOMCO3iF84/bjMczAKCL0AwTk1Q+aOQL1/l/CLBD+FHStiFMclRMGovzgTGMP4dYhBvhbePBX3o4wyHCbKirlpa8/ZalAkj+dSRG2hQRxBqhw6t3xiEbcKihFoy498wxifUbxxF0Cj/AByxIN3lUQ+cBKA9COlPI5TkLdqU7Hksw0HT/kmowowWhm+kOVfpX21PgHLrOlxHGGSwKrY15wVaWYFFyRvh8mgRqP6cTdz8Q3XH8aGnzII2ErJQRlXigvsVQGafllzDqNlYZklX/xdzHlD/vK4cLAnH9LI841n+FuGqxUp6WTCsfw8Vvi0d6d7uRDYMgXKs/kE247436I0/Ay30aYeuEy3FRwCDmNNsKcXUyD3zB+HvT0kGXDD+g4ea+zDX//hAc9eVN/V2008uH34LTcHc0ycq+uUU3PqHjcR+jdtcbb8gRdGoXOBKazLiPsXbbD/oz7mZ1hffT86Wqfa5NushTX5Zk7NAiViSPKSThpG3HohxbDoiz1SrHTfxiD4qd8hzwzkxBG8FtGCC54K+WbMPgJp5ZIngoSWngRm7xg5hOBdj4aZlc4MwuC2jEj3HrATpr7trc4iG2PxpB7wU/Zu5v7wVlyKr58xEm/OqDSgsNVIeSTp3S/czacvcKrdxzWRefbRrQnI+eKGCJlG4lFCUIzyCINg/ewZX1Eq+EMPDYsUhcg4yhFWPN6t/3VFfLh+jWuJGP2+4DZusyCM8vmYWxFHMAKvwRCA4ZuJ4eMuefd5Y6PnzAL/pKrtrge6yZ7wc1T7we3Y+CHvk3VjQPX8KxBMGoy+NkCQNmq89nvCK0ekuNVdrvwfusm+8BfHeQu7Wfo32M6/25pOHVVAUv1PYTuiAEj70z35/7u7x4z4PPqMe8/rR5+jp4/uMMp6CwNj6zNa+tqGENOHgZXswAyqj9PaFG+mrjNOWaW3nFC/TvTY6bxiAPV3nA39CaN4k2uj/N6ph10GkeuZ0oqwV3l3DKWcmZe658sKVrMo3eUpXeU6R5EI6HS6yJjelYeS1h5jVc5Bs0T8I9YjKsY0tyXIMq0M3/2utTyX97MBE/laySaAQjlMjIitav2NYZ/HoVz6ua8OijfP2yqUY3E0HHz7YxyfsL1cnZUlWXOJLAOtMPLNgNXhbjy4QB9DXLqXwcfH7Iqw4Ofch4BfJm2M7f0HcJiDjXEz6u+3OKgQrq6xPry3EsS+GvZGEHdCu3YN9FVV6/s50R03qS3x1V1OcWcQ7rU6VNg3Pe9dWynxEjWF2xJybYMymVm/6zP0HuC1wRfhSKCMs0Ex/XjD/N1MtiNa+coKOVt1B0ZDDC081+rHAJonKS7QNU4A2Ox+gEzyU0Y8EtFUIkYY4vFOiHUucKJ+sjl9fmuSkfDjfd4VeTF03TMr3z7saeOg/7QDpzh6TzhEb2Kn/U6qxmoD/SrlQqsQkJW3lgBMdnG4ECkAzH2IksMC2I6gQUthra37/4tQMoKYMGqm4vyAK1KpkzH9r1uArbuNVzG7fh6GXfQrHNwEetHHp1qQ5sfbSw7tk3zvQNQ3fa8lVP2CeU7Q/6dIqttv4vu9yA9O+Bb1LnOfFMc0H8Hf9F5dNC+gh1qV5HhXT9iRSso6OlsqxPLcG4PIkqgkp/lmGrSbtcbFqgpvOTS/u5Ff98suR/S+pCwLa/68/OdNiP5OBvxkL4kLJJpa78rsHDEb+Cbw9dzb8ZfNuEatt+GxL/YnwEqyg88LxD7A5A/FLSkYx3OkCZqPeRTXJkQ6+hNatztCX7by1Yc/Cd/kET33XQXuE8U0W/wpDUfomDOzwsdb7H/yIc7KQFm5asCGgUCNHkOe9x4WD1OJmGzu22luO0SEbjDLLFR5nTGB83oZ0YaJaN+o6GjI0Y8javelgdtFrqICo9Cxwcy0GHCmjMYggprOlLEaP4MlNZUuuKSTqMaQKU7pTtqljSGjINMU/kDbxwrioRhZ+guOIMHFGKxoMdNcI2wYjGuKfi2YuVtRZ9KFrp1a8YrOEpCeibEx3tmiieQcBCQV9hB2OSDMH42qwIydBL2e/j+Uh5NV+uGnVkpK/+ZBtVEVxvdkyEg8tRDwQjoC3v+dA/T6a29hRsZob/5Hp0Y747rW80iM8hrUyy3BdtZznSM+SjklGnzCjg733Zu3TsLWOgUt4euOPp7xD5Al5VLoh2uz+7dWd3//PPaq0ujwobjMYMjdpbsOF7lLu4cLGGWEWePTvo1ls/euXJ9dXyj9vU6w+NBWN4fnZnwE5bCQe8Gs512vG0geuquHZFT9xHD+yFLrz1sbPPkYPXdmxfpgF+/fm11Y5+roTz5GXaVjTMx8mQZM8/4lCEL5ICu645dwSwN4eZDclaizTtgy+ihMX7Z3n9aV6VEh+fEx4dSQXrkiF/eMSgV1ITJp/mk0A2v8yNclsyMFAmpZx7wdcwKgWNWfZwxA36OTHICt0wQ3bzOyLodHnZpRjfBt+E1WTTUNzgMid4usNW52/SQMWbDNzyM7ZwtARyoFJ1ohiKHkqOj79l3TlrOuHCmEmkoIy0FuLfPMlga5ebDMbS9pmPrTPhrVz3gdkmjMs+BTqlrlAl0w7un4p+wD/stuvXNd9/kDve7n93lKqdbGcyxY6/x9GYFLx7TT34mZOQHpChHl+RaP1t1hjzkt80JtDQ9V9s3OLjv6v7q7unt1RVOFH/GTP2zZ89XJ+yhzWySfHmSPPJQh70n/IwG1wkDH2+4D/zJoxdcQ/Zg9cV97tN2xo/ObwZhaZghQQiQTxImc/0efcic0Kj6/oDDjeh0v2XwSXXYZUBqCx3fpeMtj0U7XA5elZX+mWXnveNMJfoU3TafkxvquMZmo/KRDPWqdNLZsK7Ho75FpqSOnzLyr931xpmy4jsmkYc1OKqOCds0IEmQnxSbSyHzAgI820DTzzekY3IWAIz6IeXRE4jqQUfDqlwUhUUclMoDMrSum6hRcQJQEhXf/CNOACu98hf7bKx/8tNL/EMZ29/BT28tcNBak6XblAW/w5Q2PsGsKmHZxjb7t/dZQXR5/0rOw4gegLCT36Hh/zcPr6/+7u8+X/32f/4LcFcpT9YX1htBnQHPPXBZ1vRcdljtnNYWIkozNEIB72pPZGbPGW863jveD49+7rO/3HvBd1gt4k9tyVYJ8DqQtmEnnDp8+5hVHFvWUcgBejYpfw7+J7uhSw4ySKVORs5LKbasi/7oEl7FO36Dsc6ZkjNISUv5eSCk5cRD6Tw3IyadCJCgKMKLzVQiIvQluHlDbXsmrGiDRugM7BTeLuEN5xUvMFi/4QivwJPTZadsZNAzKUu9ApFswhOZN3+p/wed4i3J2CkuOkPJiDPVgiPN0AIzFvlKv77dGewk/90qcER97ECn9b0rlTxU85AVRik3NmY1IFA+9QiZWPFRhPprAtAW6DN48uvgilA8IonBV/iV5/zME4lWDspuuFN2Ta/qsxrAKBlFvh3dd3LQxMUhTXloaUJijT4mnQpvOnI3eiCMqYRbDnpSnohjO8iznjK7jTI7IK1bnu1/2wnf5ruB+lM/8011QYho+Ca733uLwWudZFXqbd/K3Do5e8fJB+vznhWPvAcfqfeJqy5pEo93VlRI8SA3dZg4zRz+pzITWL0WcoldNz9gK0gLVrxsX0z5ha5U3lyMH3DSMULFK4t282Lxa8TiTxoVJ96LsMmtBZMcH7grb8RdJMun4eZB8rKifOBZfCUgieNeeH0gwnteVefrXXGNLqqUG+2DKEtOktD9URMI6o1Rzob+2k70M1b6B2eDxouoqt8D9wEQV+V0qQGRxGHlkfgVpow0jbNc8/NCx3sO+BSbJAz8Ab+YGWbSx4whDd9va9SiPaFVucidH1LelZbPxuuHE3e49E1QBIAF6UVR2nvE1l/ANOCQimlbAC1s2nvkNnC485c30YypPehVwI4PTvxnugIatyRVRVXZlNET+DEzs3RFHLRxB/HwSsUnPfza9Mei5eQ7vxRQo5D2gA8ZYkt0qb9oSFty9W48sUtBGEuYODMaD4wztcrHiEVDYe1CcDGFn+vuNEp2EUnSjRwkm19Lpyj5SIoDQeB5+G74llOlpSgqJG/lIkr9Fv6G+ev8WKaaWRfklJjCkTfOLGeGBbedUjvLLqtStnZ8PWzEgZPzNNZVcz4kuA+djXbmgkPObnDg2d9wwvL9Bw+Iz6modJqOshS6Kuo02OjkuZ/VTJfuPIsd8NCZBo+03L5+gw79YRoArw8PVk+ZNT1iFvJ8s5aah95t0yYOHzOXc7nP0RlxK51D6H/L780xOHboSNEhuUZHzZl1DyxyhiidE2kg/TmPsPk/aJrklvyZPbWVTsWGy3IidB5aYjqvylVhDWHZlNb6eFqmq5Exok71hZWupirfjq0PNQq8X4K3Ha4QY0SBjjez38jN5einLn1Glu4Tzyi76XGvcz6a5It3gbt15dzpLfB4X7SdcK8j22ZP8dYGsmKG19lhP65pkgIvmTnMTP2iSa49OKFIaZReWRZq/79yurRXS1OdZctM+I3rORHde8G9kkydQ81i0Cw6BRwKR6tBzr3Szj2Gz194t/Xr1dfffJ0BnrssFX/48GHwnTOwo6xLOjxHVpm2ftm37Rua9BNvNbawACyP6sUWWyP+mmXtd5hxf80eWfeCP2Hm3fvI30FHdXgdjLCzwp7YI9NiFu/o5er7R69Wf7zx7erf/e3frP7qrz5HH132e0gHQ8YcOKIDbv0XBTPvwEP+uLTcBu6rI3g8ZiaKQY+NS3So1Gk6Nc6WeFBe1CPUFgrYjZGf3N1u92i0tKLbFrMhkUhGQeQ3Iia2dn6+DJtiaJ9NgnA2ijmkbAkHB0lC6/ATpwa3ul6yK3sF+Gyg2WcQsvT4i9ijH0MfRFj1Y73LrSeEAvNRGhR6wqVbuHVzkZslRNKjs+n7Q3B+ryMP3u4LTZ3GoJWnmteM2lY6j/vMcO9Rl7nX3zo1A6OWfXS7EJMqqG7fubX6v/7z/776x//6D9mn6/YJO3jRfcqs9Y6HU7oyKIN8Sb9EkD3gDHqeUe+65Ug+Uj/xlhYHBFyplAMwqc+l1Q6GbRXFk7o+fFb9tk1Z2OUE9D3K1yFXmHkQo9+Voa5iRfRV3qUvsiV+RB33hx9LOWovOod85Yef9YdtmCucCn+dgwpdefPi5XPKrudkdHuKmNRByq31pFIMxlg7raAF0JBKMcnE1Y/AAmiZDVKfpJVyMIDSKRl2qAiviRfEhT30JC1D+IEz3yYRpbQVAmmyavHApqYsdPrAJyfOk2+JK+XAufpwg3z0W0hlxFkXr1Inq0/eG7/HYMobbhtxO5L5GUOGiLJ0daQNukFteSyfJj8FarFGqnfKAcgqt4KU8KK33iLSXWa26cbVoDKVyrEhFHqlUe/273fhm54XvCOyKXDdMjQrnokm/fzkKZNMlCkHtzLjDYBlzBPO3cphnXxO+TilB+5AkPW/14R6GGE62cDrzp5w9QGR29ySHmfOTc/Jg2WZMM+rs1V6IV479PnMECPtC6klUuW9WHS2G7UHPtJKkA+Rjneg9Wp5So880x70TUJyr1+bok/4ko3ohIrRbrz/j7z3+rEkSfb0IlVlVlZWlmwtRnTPlcNLYhZYkAQBAgQIPhDYP5ePywcSILDAAuTD5RUz0zM9LapFVZdOLfh9P3OPiHMyq6r1XoCeGSc83M3Nzc3Nhbn0zzCx8yqCO4rxPcerY8MS/9EuGqMbDR/+674QYgSYWVrA0K99xDqDebF1AbqhEjry8OJg38JHzB3hFMtEYfOfvIBvqZ25dQwpEeb5QswdcNF1AYSPJcW7B1oGe/F36sDm/fKoLuJIvozOxs3jP7mroCF6Kftl74DGQmJNMAUnb+yZmSyv8JYuXBrDGqUKsrCwC06xywbCeK2iS6HKfbbBb2eyIeHVhTlWP7U00xvPRVdp6xDL74rTAlAz1sVF+ZEwXWBb+CqIVagsS73g9NH0AqdSmUUzxT2ndALQNXjpWGiXL50nQtnfiAfugfVTS4yWeWzN+cd+kQhjMS3VBhQPLotmXkl06ub0VsfVQtQSMaZljg3HHqi/597aLwln/tvgVn5aMZeinSWG+DnTUleBkd/A9StpfJufWVYEzLGKDkK9Qefvba6CervPcNNC4FVLZdtMpLM0mbFxZN1GRoGXPPBQLEY6VRrk4ilvwziTco2D056yt/Yao/FPmNV1f/gBM6BnKDsnjCy7H/w0nT4URzpzLlXOgT50Cu1InQL7jDudn6Pg7IHLZe8q3zklmJlyZ4/NM+NN/k3kSNmisRDDIxvQyCP0G9jwl8uYGRDPKS8XMRJWDth0YeSNwtNMobXcM8PaFMZRq2kwVRfYkDtrgeLMXvcNTuk+5tTaE2eUUbA97fqQO7Rdq+pBbCrhhnMUbYVl02Q0Vju9KJfw/XyDzta6y6z36WBzYjbPGveDD+wxP0/HrvhDpQAAQABJREFU3c4F8sFsrsvgZINkpwEmJdaJ/p05kg9dGdAhDk3uCd6iM+Ld5dC64wALirfX2xywDP2IPFTGvA7LGTXlRbyexq77MfnpzIxy4KnoD765P7zBlgavJfOU+w3y1PoBItIxkLjUty0fyLzYchUZ9lA661Q4q7ANf65sMAPOntUb4Lx5c4d94A9RwjkNnb3qDu4ZST/Y5tkBfFzZZ9aPGXji/sd/+heuIvtq+M1vfs3yeE7vJx5XBkTwTQ+887Rg7+beRzZdMeLS+j1k9FSZzKwhbwdDwGfZQ5ihm3y2xCzJW9WHcldZ9LGAyTfTjlV+jKZ9BEf38B2HEeqHWNJMmeaOE5pOocl5HVOS/PRNlBXrjxv/t6L9B0dZCEZluSoBorY8T7ycSnNlg8Odugk+BmkET6HKISuFjogHlNe5V/kGM9w72zso3SjcDIh5tppnHnilmDc+eMZDjAWSSvgaCvu/+9sPh//rww+G//df/zBssdJoFUVbhFQFnEBO/Y3SvIny5aqUDFjjayt7eOwZB6ZlGNgoEpmdThuvOt524gQB9ZR1Jq6pI8hZB6SgxXKYuj4J1c+ltq7IUD4dWIAfBxJsbLYldu+qrCsf8lBZLq7x+pbGXInM8wYDaXBQigPeSJ9bkG7duT3cuH1zuLnPFhjqkH1Wq6TsoYzXIHXLF3gYRWkeL+TI2tDUSWvvMc74V6BYSWt3EtSw/VsBMPV2DiutUAy9UMw3DErBVloCxad+hcXUBZsv8Bje9lTeid8QgcgH9SkfFUdRkEEaYDap19dZvaDxxofnDLbIB9tYT8v37Is+WJM4Q4M0J0j78XtymKUwtKSdD23SVHBJ5yzMBXxz9C+1m8Ap7uRNYjWQfpq5f7l8n1+zY27E2p2SZtIoX/mnHFScOf8E5ls27N2cUPDMB5pFZNP2kPNr7B/hbwgPBV2jAvVx+5liYL9IWexbyHo+mq46Y0kqCM/LcqXirSmFXCjtRU/c23elp4XVTc+kCDcb9ClI81UmA4S/KeZP0B6seVUhKbzmvRB5df8KoWuzAdHxjjBlCe6525JDsLew4ph79+/AiCOyO0f2gkjnIN/D/sK0SB/ExH9O6HeKo/LWujKpfVkS9EsmG7EfhjVcf2ONkZgXI1o61VzAl1CvoDXvslbmdwF8eVRS03H3d7mVIEFmRz/3JowVi5Um9Wcq0VI4VCTik4ChQX+QdCWLrjV2aMTdRlHW9AzKicLiNlJKq13kNWeqnH1y1BL3PI1mSapKGJv/BDPDeQWvb/mfNLQS0fNHr7kRlzgCS43i9zkj1SoC5SiAmVmmz8Ibv9DVIa/4Q4C4qFRCQwuTdGEv3toI2QBLq78a3uBzwigJ4VtugolvOnW4d4U/bgYZY5jHFI+f4EdqoA/MKiThvbySt/k3N2PNOw08tqTBJBjQ8Hn7XZYEr5+Em/CJtODNl7kRpjoQNADBKRzxJ0jRVo1D0echK3UgWoUzrN8n9Oqyx5tOlFntcqq+FN3Zbme4b92+O7z33vtcA3XXnlVmMWywnSExdZ7SrGLr0sOMxOIaWqrGL7KhK0kwnfGv7QxJH992/lRoNul4Xju9Ptw6upmO0rNnz+kceP2YV9o4YMCMDwpT7i9mVnWNCWCHh53tdbZTPHvMBB+i0KnkOTvusvirLEHfBN6ZWBV2kpFCYj521s7JxbeMnkWyXEZmO3QH8D0HusxfmC7LBa5yNTeGsgFVecwpwpWVlZ+JGX9loZdN85kZilV4vs7hS2t2gs+2yVMOUjtHoWaW+4x7vpUT8Zq2xCj/WUpN5lHOyPMN8nFVWK5rO2EGfJ37g1dRIoF2wOWcFl75sryrHMJsHpbR8eunPDllL6cztWe8T+UPHRBXWygL2+TpNjAO+BxsHXJHMflKp2+PLQb7KqF2hK3bwKVxFkYem0fS7UoH94o7+/01Su71Ha7colPtPe/XGVy52pbgOlucShZEVa6q5pBCSdLNWQXrkSSDnzOWocoOZ4mubrKEduNWFPB9ru76+v597tT+Ehn0PuxCzSiFiDJb5HU82+x79XTyJ8jZB79+f3j7nTcoA3XWwJXNq+nUPj90KwWz6shxWE9Kz1dZUs4SYoQ2ac3gRuoR6INW+QaZ8ZMncSyqY0/6lBMepco0OstWKbby1JCwntCylPOP+FtKg0qFHX5pRi7o3HOmfgbLHICQhNBr4pXD0DsRIfWjERiYvJbgRphvbSksl4Pr10xlSv/gvUBRc1fai789pOXJPCrTXS/76jC8F8HiUbJq/p0zALmRe+Rv796kDMpDlV1WWVBHe/jkCQM4KvTOOst75ZrCM6wwuPM+V879h//lfx7uc2vAA2QtVxNZ14Fnk+cK5aNuRajBTmmxXFsr2E5Y7tx25Oy099yvOjCHn1uHvM5MSTtmBu+YJeTH3Al+yP7uTQY/rzCL6tJzB9pUGNIhAqsKl35ulTm7wvV31MudtdMAmVj5Iy1UGOFHKqrYLmFWQVz4NR2uxpLBbmlx8Mz6Z8cl+qwauMGZEdYN1juPuQbxGcurj9OmeD86q1uMm8cBP+k0L0xKylbLZFkd64ysilFyTIdm/huHuASuyb/pFXfaHTuPNESu4rEDlXgBNl4lzqfzTIs0dCNsHmMAYbUNhKVT6dkePR9q4LjqVw/Js8548sSDMA+wWyE6eE5bybagxJt8MGbkSz50/BKNqQkd7aZkZtqHsrRi/IQM/VIN46R1NLFP3376lXcsfhvGtw71HUv7DjXlFd8ZowKmV1FcoVqw9rH8GhGNHvOwF32ltVzPKHsa+/eyiJXmWSqsAu23LFb0XWZ+xMo95SurrijDpZSTUsMgC95E4lC5eaRCXoMzYqc1hofWOf4Anjjio6PxpEIqpV/axCGcTzegTFz1XXgKoOdUEOFU38JV+J5/vnURkcRoFt89v+KjF/LkKzTp+BLTWApE0T6hrjiDzvAALsZaVORAasqRobu/uEb7aJkTUSmcgLpfc+/JNdru9ZK3MIFr4V4C+h29XhU7EcqXMNE0m4fm1zwcnBGs04j/3HBI/xwYIZv7LtmT/2LDGEeyJDQUDn3mkc/tFSghgYFQwy/SUu6ARElsibBRc2R3g8bMw0eyt4OGyhkmGx+FPiWOt1RY8GrPYfvGPXV9CkuoCJtskCwchpGMNK74UBTjJm15wKfiFNfQJMMJ0MpLwkuCdBBSv7Lni3C6Y4Sx8sekQAlv4GDGQmNWCrYxVaaJRx6Oiqf2PAh8/AzfciydaL81pE38ic4fI5Lg5BjvZiyoPuBUyTCMezZHhU46OmziKQEbnX4iy8Q/ma+S2h/S4T/0mrxShhsRumGtDj9JN9MxPfU95ZXWIBFROJN3wCtMgrZvQDD8CAuP5FeWlQukW16OyPLw4VJysgJ393vVTLdx2lexza992RJGx8o8573FrPEt7lt+4623h5vstbUzJj6X4tq5sbPkzGuW7dKCpKOHLJU8NUE0f0NPp4u3lOPmLKdv5Ujl6gTcKy5rgjnOAF5F4T9BqbpFJ9SZCpceO0q/z7L2M+BdzuvA0ClKtuWk9rB53RWzoeA+W2c2h1nG82fsSX5GB5FOh7Pq15hF2kIJ9/sK8XjqbpWzEBZ6ZW3crBMwORQIx0iefvyZknldEdnWkQLsyzyOxXdMlRuSjBkhyovfwItZC49v6yThxRhK4JGVSeQFgDoojWXTwNSMnFAq3g6KsHSUPfBnLIE+RvkzKevmGeJb9QmyIf/cakCHYOWMgQ0ORNLNGez1NdQnr7aiTtugnnLpnLO5qX8gKnufic2ldeQYRBKBM7DQ5d3ckT0UaknWbY1l8u4PVXY2kBtP0FWhPrnuqegeYPYks3op56Rduqw3S54cUKFsgezZUxR2lkWurn6B0r0V2XyNlRg3mVHfZOn82MEnXvlU5bb4LWvlpG+rDq95kfyQyFverHPI2iZ7tx1AVan+/N6XWSauYgE1SYtvk/uc09kPmIV0pcZDlrT+w/nfDx8w63jAoM+jb54y8MPKDejN2QXwwtl/Z+TWiMhBIiUqpxBDTGoK0ZtQTYjkLY2Z2dCBPCfitI/kZWSO8qOMpONnMnmsZ2omhg/dlozy65+me0eWcfLtjFsnINkbyMWfuANm/eI1ZwzlsJx1hX3rx8MX3Id+xMqKFXhpuko2jYkvZQe3uBtmhjYrKADTrdM18046LRcvNDJiNMQBkfnDOWXGuGePCMUnTAm2gTuOetfsY7kLF6ViDFPBpDg4WtwVh2UXV/IiZQe78flcoIEsd3+0s8c+wljnORN5hLKdQy6RN6SF/oaDP8LbLlKuiHMDJVhqf/df/e3w6D/8r8P/9h//43Cf6/M82MkBRmeffZxtcxuF9a0m+YB8WV4dPL3CypRVel+WzStsgVh31hy6PFl/D1lncc1wAK17RJrZc/o+DhZ4tWCUb+pT9xBbLwW/7YE0Wy8k7Xwj35WFuFn3IGvO9CWvlNvyJLgWSyamuZnGmMo0cEJMxysHsDuY/ITrsVwhsLdzwCqWo2GX7S7XaEus921bbt++Q9tgW8K2pmzXYbsSdYrXHGqkWrSx2SHD1NYr7cozUcW1cj00W2ZSbgIS/5I/5bBSYv9Ou4OEhvdAMwc8ClkhFWP+/LRQQ0jiwlp08RsC4hoq5j/S7QBClioTQqOb0LaLbtVzoDDXeJLn1t+uansOL6TljEHTqiOL99ZGYbdxYhZ+i0nNnbyLJ/Sp/I+w0kB6Qafcw0j8+MPuU8p9PBuh+rZ05yU90CB8wolYPB0cS1YZ8R1IozCE38TcZKX79Xirz0RKxdueBOoBxw/5Xrj675jPMxijrGirzXb4E7EmM+rNdMawwvYi26MNyoir/p0syLYNIrDdk1ZnzilBtL+2QSDAz/x2VtyP+uUbuPjpKuNNpymeCAm0JHRjyat+dMElPoORP4YNvfHip5lRCY9sd3fiBr5w69a4G+8gTGj5Gj3Br2JO3P2pdIyfRbb0x4Av6a2v9GHxQnTCP6EC6Q+IkuRRHqpsVciJrhowqHBSr+kkKZtzk8mP8LO5zvt0c8AWt06mtZu5vbu96h0ZBKhjqQEuktcdLkXQuNhhQjPlJbRInP71EqREpNzqdy4d9H3mhAvQ2CeOiyYAFfOoHBFxt4/cvRhy0aUT31xDA7iLQGggd8Rpx84RZ0ePLRjuY1WYVUDWm104O+4t3ZVgUmGXz2jM2CgcfJTCb1Ujwypy4/SxoNRVPuILRL21A1swxZ0WtBC0X9OQjAOw89QwLzKVZiHA2YhRKFM54WoHMB1b7Bkhp4JX8av2oSgQPmmf50GLsDrFElNU9H2KzTv5HJopYV1pdIDDQ2EsOPkj7dYQxWPxyNPLUt+x/lRvaVT5rg6WPLNikP5OzWjXIU/3aZ8NUlmolkk4eS/NszzoOAUzTP5Vapyp4FFZgvHJM/2CQ39xuFLAfKKQ0QFyP7CHWMHAPKPyzayKcrzNjOLt114f3n3/fWZf7ubgKw+A2uPxkCxxW2Er786K5FAgcyb4eg1W+WvelNxKk2nyXXTWdzmeM5PonbVZeozHGjAe0KaiuMrM4DYdQE9Fd4ZUGpw9fLbnNVtesaVssMxauqDnBEXI68s26BBaTuWVy9SP4NEe4R8/90Rel7ZzEjfLOV2OvoUSbmPnXzKxMhJqqzGUV+F7XFraBDVBzehqWVO0TVX/7v6Gr3zxXf7dz7fwc5OmkPzS3fIne7ME1PJmWlXcLGsGogD6lkoPSzvnRt11loufsD3AvccbW9dRwtkLTvqdQVO3sxPuITHWSq6mUVnX7uXU5yjdZyxBX2c5gTytToH1nAd/sRSdJ3Hb8dWEP2V3P5udGsu2IicriyO8yA7vFnfp6hpxOPhhKGemrl+/zswwB7KxxLsOe/JwPcs+oR1k8ZHhJDR1D51E7yd+RGf5S2am3Vrgvs6bN27lULbgNj8IUkySzHzpgsJLPmTPG3wkDjldnQQ678Sxg1J/m6WqKhx7DOA46GAfuQwAlBXTpswe7R0PB8jYf/5//jEHpllz7+978jzlgxlwlZjkjzyBn7wmwsI7aQPCf9+a/q4Pfjvt8jeO4bEyRe7lz5B8BjQu2H2X8d1wN5f+eqHPJR5zJ5fic04c2x5YnYBQPaXsffzlg+Ff/vwJ/KAcI4uWy07DFPscS6fi5W/TtcCSl4OXr9HEhDPwBkpCj46jZ4GM3xOV5VHUl2vhSSFfBmtY+ss2cDTzqOb2AFQd43Jt25OnHHq1z4zsEfWtS7vtM6ww6LnBoM0mqyiyJYO4lRNEMBlehyyyTJ3tEv/T//g/DG+/987wv/8f/+fwh48+Bg97rNnjrPCqIKtyy0tvDFhByT+j7iVacDFDTb14Bbq3rBOpQ69Q79rHUc5zACKKoudp0Ipkybkzd1uc6bBtfeusd2sPVPCckHBwwLMjPOwNaSBmCLaCpBz6St9afpgOTd7+XGBSvC//AR58KTeUC3PL+sEZXduHR48esvScqw+3WX4Pj1395FWUN7g1YZc6xzZC+Iec8aAyeoQiHvqkohe0MeLWDlSUuIbgxDmCGM4HL6jKl++SX/ISPtt2OjPq7PsBdJ5ZrwpACOsgQ1mvpN4HUVhEOOvVFUdZY6rObx/TK/Jtn6C1EQGXGPura/CFQx2RLwe6zZGsekPx3nvO9h+2wkxlpOJJ3GInfo3pisEjdU/oLqdUr/BM0c82Ny0JYPqLhhb6O70KrySYZnH2+Pi2DRI1Tp20ZeQNfNl58XsBaBmb3zwNZtl3EdGk+Ck+Dr5khqMFlmeW6w0GuOpARVJEOQl7SQCtLGXGrSEq5s6Kl1/SrZwTmYMQhlFOLbe2a5H/+MuTxglB+GtjR3KOwbggSFqy7F3H1DK+xJVCpGOlV5wkwWdkQD6Uz+ZWnn5MRjmcPZNH2YJz5ggoHArCuHZF2Q/LgXEJI6Pywiq86bNcmNKRPmwxOvs0I1uK5gXn7v1v6D0j+qVU9XQXUPg9T3By3NztRt513PJr8hECkfsOZjHuEa1EdGMUlxlhQsqFCvYitIJtoxdlmxHddEYR/hQO3lbqjlrb11c48EnnTCrqXtwSXr+TXJfGYnHgqgQoTWwi7rSDJjjPhVX4kBoLmoq7tZtdrlRGIBXHlOKgecHPi7gh2aSDR0FfNMZNHHR+u4liDD02TlIufQmVsCnNDXSKr/ap6FxuqSw6wv42fIs+aebbBXapeBCkS8P0sD/j27xzSXZXvJNn5ou0tyRrDVdaeiRPONNQ/Ooe8rEqOGESiu/g5Ksr1VXBlL+yYD6pdLvku5QT8NV/OlPmWfZy0wjnqhl6WCraajMuxc5MHHicobhGR+QNliu+9c67wy4dEyu+p8wuqwg5Ig7RdKQZcKJD5ZUtUbyR+chMT4bpj5ne2vpXEcdX4CpQ5SflBVypYCFamp2ViRwiShvQ54noV1HUxKYS/uzZ1YzSmwaVSWdPPfn7ELQe9LZ25H4/9hc7IKayY0ga6VP2UtrBOmD6xkPhnAF3NiTX5BCHcVnGM2PYGpQqD5aNkuueHov6gjFpc4fZhzUCTE2aFvO6Aoysa+HnDZPzWaJK2e98Ip3OpEUmWjzy0nJi3WO3yiXoq2fsE4VQryI7Wt+jc8U+TuzyymeF5eGUeJCZx5Y0lqfL+7MD9tSrbKN4Gzezl6urzhgxG7axw2QTyhbKaJ/FyUofUGS5V6PHLTWpG1qafEE+D4MqyNHpKVU9nd7VbfafohS4d/uYvHnOskdnwY+8x5wT2Q2jEmCZy7LMhi8zZdDtYUHmfw5Iu/ogSryK+C2WmG4jK3a2a+a8+JhcgkZ5LIUa8zINMzw0LSrj7hXd4aCm4zMPhkPxJ4xS6zui4TvcY0kudDyiQ/vPf/gDVz/tcAf3LvGyfJ9ZxHNXYKSeNKxyVHww3opd26JJPDoBWz+xYNenzGizHlYWmgM2wBxM4Z08KT/lWBn6NkaoOaRpjulv4xIXiXFG9iuUiL989c1w7wHX/RFn1DN4ogy09j+Uvyi9DftP9up1qWTLKFnTk3JZpB1OlVE48xmpSP6NCeoBlxClHDY+iye4OuzSu8M6gK0S5pWKlkVXnliW3OqzeRXFmzosh68xu31COa18NKepKy3LxOezhf9v/+rD4dfvv8eA1NfDnz/5bPjLp18OX351P3t73dqRgVjK3uo6B/5xEJtDRGRh6mBnvl2SvE7duWZ9K/HQ4xBAZn0RhCMakVMGmhy82vIqPJ7s9aaurUOjPJAN2qFnE7cNug2uukrBmaU/fAlzi4GLbIzvDPoFVgKZM9LZWA6g+VvbW05pCw4YeHj66GmS4sqoDLrucgMGq2RUws0D6wjbtMMDaiwqHPNj2XQZuuDeHMYyAq+Ur163hLzQVynMgDl9qYfffJO2aIVVMDEgyMC09JMhwjmrb/2Xpgc6xSvmqusr2PJv0alcOGA55yqDYxxymZl98cgj8xb5cZWAA9sOlijfKv7K+/wskup3Fj7jSN9vxqfUp7qjLBrek+ztF0exBO+s+7hM8iu/56kwx19lXsaf5bDytNr47iP+MDrlrFhlesvf9rBZe4CF99xPex+E0y7f0nejnB/Z9oU/5qdwtg3MiNMHsc/l6hH7IiZXhVwYjfmSfILhFQ5/+Js0i8MA+dcOjIGIXPeaHeeD/+SvmSaefOsv8GTsG/TwKWcGtFHBJHy+87kYFrAu/51vBTX9Tu7ytvNX/OaH2MsUHN92AIxVh9YXI1TgKnwPUXzWI7CVgobt/7+v4kVPv8wxZ6cMX1C8ZeWUBQaaAP0qf20akfFaBInP/EcQTX9PlnJ/0a8FyIJixcw/hUIFvNsRciqczNIAZyGIJDZaoiZLHk/SgyWdkjGyAuwVQF3t1Qpd4rBwWNAsSBYQHhiXzjjuFqpcTdLTnoj4oOKeRsSMWwCJCBbsfNd/fEZymkUeGaOFyIxLB5JGIVdO2Vrrw6vEv4fWoSHtTkJK02ga7Xynru9E8G0l0E3ipNHOrHrokCemwSiaZMzge7if/D0jshf+oqrF3NMqbXrwrvQDPbcLHofur0MZgxomDw1Zt4ur8oHOkI0rfmnMbQQDj7ShOdQSRRRNlve6T9oK/8atm8Nr3GfsrOJzRrmtyq6jdN+5+/pwA/c1ZkH02wdeJUheOzvicsF13nZcTE7k2zcPkXZLvsaflm6/K8twIPtMbsJriVEWXK6OH4NMynEd5lX+GdyA3x4SJA82ODxI5fuY5YQufXcv9xNmSzOYAA+kvxTymlWtPYjQzgycy4tPUVIyC076XCa8scasCB0v9yM7A34Ne5ah0/BlKXCSRwOUiqpoqnQ38r/ly3IUWTfdhWYh5DLOLmLWE1k+zNtg2bKAJcvv4jYhk6/yiG4vsMao0sc3M69bKM1bV1kdwHVkXkl2zCny7gP3sDUYAmaXpiJnKMb5hiBnw1wtkeWoLEU/Z1m6O7zXmA1fYU+v+8yTV9Jl50oRBD6DhLrxl5n6SJr08Gd9xkybvDhCyU8dSp25fpUBkmteB8Qy9Otc37X3NCsbXHbrQIydUdOmMMmryHzrvGive87taLPHX0Wcjq0zd86obzGD7cyX+/wzI5c6lboRfHLPMiQ9tufyvXinwu++SA+ZcpWItbimwhg2s3ZxUUlidhsZuop8bl+7QUd+C47KQ5QUwmaWQh4Rj3hMw2jyUS7FJWEWIAJa5Qac9QWQdaCPtIXbvMtIX8Xk7xRj4gd1hwt0vCu+KqsNiVD8y5MVCqgrsE4pQzLrmMTvoXR98oD98PD6GYk9QDpOkQvvJD/jbnI7/lL3Q400LdL1KozGaXqI35f53J/QIwc7TH/j1I28I2BxxODC8LaxgxlZgo7sq9zYDyjfFlgQrL2ObK66NHyNLr+Jw7rcpdEnnF9xiJy4L9rVPuvIk6tzlOGNbFEgHtxZLx6U5qNhWSvEt+nTj9ky8uAWg4l3P9wZ/vbDXwzPWc309cOnw0d/+nj46KM/c1bCAw4r/CYDq4cqANJLZ185t653YPUKCnzNwsMnydUfHqh8m79ZoowUqlAfsLpjlVsUDBfFG/i6TxvFnNn6bep262TRLJsauIOAxt/4j4DdQroWOVw0LTP9QgzOLntSPKGh0z6SdLhK5gkDRV9f+ZoBP+oEeGz5dAA3KEdajN+SU3T06Mp1nhIlvPv2d5XQQDUnwymL5vUpsrPH8vYJV2v30plSGZa3nnfR8pX6fFGezAvSJIIx7rIFZ4sz1JO2Xsc62Gy7H8XedCI/xvMEhdytXDcZkDBPxwG61C9JxVh+EiNhU55IZt7QIH+VR7eM0StJjVRKt33QojNkTT8hOGS0VMTuT4FXgvqHAr9gpu+yTb+Tz6KoJJ9m6DvqBbThZ2EQ1LrPevbb1WMNOUFKAgiHk6Q3NOCpvrrtePr78Nu8Fb8DwKe0v2vc6uI2L+uW4l35y08n+DITLkaRg9uVoTRpaWOU5cJnd6vSoZzQ+8hXufBNWB9xOMCSMKZTQusHS5mAkaLJ2VJRedyiGPNKSjVCzE13j5txNLNYL/ewenagznnf3Y4vchKu8O5xXZa/cVuipcedt1G2qHqMus/tgWs/3d13j3fyX0xzou0BJqALtgL5FoAvCFnOS3EnBZWfF4rOiGeKc91j+rtR6BYVVJKKYHVT2VAinvIKvO+pkoLtE+5WSfTQvJunmaiZgea7/5jB4uwdKAuAgu4phjZQWXqOW4QXGiLojcy61xF44rCDKC6LQI0m0Zkx1sxeYQv9RQXWFAiLsAXEBvmEx46sBUD0ZrzhgxPHng4C4FudvdojXYXRmRGAA29HufMpI5sG0Rg9DWwKRNxwkHYel5ydMho35hFu+CTY9ANluAd3xylK3MoUY3qopN9I+Re801R06FDh9JM/iodP8t508t9Nj6F/z9+CNVRz529tl66eBvldpuiOe4vcONJ+JgFA+YEJP6ngQjlykDySf/GeYFIZ624Y4BIuCnblb8czuZMn5Isz3+4bO+cCybV1Zw/pFDnT6QwwiteN2zeG115jVvvtt+hsbAHvUvmaFXf23ivDTlDGJEjlyJkPPlqljiyRfhvwXHkEcfLfzljnRNJDCH3qpXzxVUlLOuwFjfnbINOZrRAJ6cm553ZmTXuVjvAid0nDPxueLYBOmQ2yI7XlcnRmJ/eZxT6g8/QcRc1lyMek+3AfvqBgO/u9tkbHFpk3XTZq6VwQ1z7r/p560Nazxyw7Z1k7e8F3mX29zUFgV10qTCfJGfDiO4nh32L0MtPTPIdpXAl7Kncn30vxyQdBDGj9ENnhk9bZ0cla9aB8ADciL3Bp1cNTwoEkvbwJt5IDXlCKPMF8naXo3gnOaehRwLnz+zRLzllqDj88dCx1h8vXifsYuOyrZ++4+0GdzV3bcAb8KjGYX8jGqW9nQUvsI/qE9U9zzmxdL7I12LJNXHQ0yUfrRjtuLltVOXZprEvQnaWrw9i8ao5l36RLvuQqMpYMKfvHLN/Lqg86MV4rdIgcKxdXDjbpUHLIHnlu5yTbDDhwyYGWGzdcfurgqZKsrEF30km5IAJPgtbH2T2fXGFHxtb+M+Hlcf6RMWbx2RvuycCefeBhgznwzTw0b1zCR/x91N46XPlLPRJ/uSOu3mjYRpRJm4BVmRI09UPzM/487Vsum/Vlume9U3fiIQ5N0VX2uHaHDoBXlC34a7vngXcnzrjSNhzC56/Yw/6ne18Pjz2tnSvqnDlVBTxFCavcNpIipn6nWnOU91lc0rBQNygoGN2atX3HNfYX/RitoQ1n3JEZHf3nnfJRPkK1p/z4qPiCpNNAzlD3udx7g7rE7RKHDCwkLPwwrwonLoRTckyjeWZfIHVneyc2CLPfIE7DSZ9Xznk41hr1zVqu5GIVCHXRFfYmeyK14Xoctn86mGXiVyblOd30rCbRw8EBD7yD3OHtN28Pb715a/hv//0/sDLjYPjLJ/eYCf90+POn94bPPv8y10l5psEZ99WfM8h0ftoG7Kzv4ZMHpYaHRBJlmXJjbMUB6hframh3dRGVQMozxA7POOTRWykcoJjy1jQTvBnt+iUe3pa5JC4pFsiUmZ5ZIFyyjFdvTJUN/UVW+StvEdtyw71CVxumXLgE/oSVNc9RRjtfM7CBn1GXG+lPvOJtbomml87EGFqSAmANbhBjNF0B1wEP47X9UkJyxaADjw1/BtCxKzsa66b0dU1ceGD48gvSQBmHlnJXHoT2O3G3eK27BHFA0iX4tv10tIFR4T/NVYr3HzwY3n7rTZaiPyHuiqtW0hTGLqfhC/Vkp8H4K/aiPIqfLuUILUW//Cietre0gcd81T2P6VRu8Urw2PVLkkxYjFJi3sqfKJDhmvKut/Ki6fw3MF8i6fHE3tx6QgK1+GOYki0RjwkqoKzbnuBLHgs+rpUA5AdCjdrvkNDpqfjln+QUdsoZ+ZKrv6gPKn3loyTZpuQ8G+qHkgVx2Udz9RoDX2ScedfrHOnQvdoa85vvRA+dqYTByTsxwLbEYSAJhafddBktSnStMMV7kfo/+Va46Vtbl+sKXRCxE1VS0fJaty7TyTO+K7vAEtpLPowxOQ1wyY68CwDhge3gCd8iETkmZaOslRJhlWmNdBC+yr0OeDZjHi7S5Lf+E0zR3kPg3hx6P7do7f71TtyS2ND0OHBZBLzwNfmbIy0nG5TIyj8y3OhI2yFECUKD/a5LzcdgL7BMdF0O8Cp/QplJfXZbu08q9fBUQee7uZvU7pfMEMZMqf+wQRjd1mgUPcjIpZ0UMQoCoomETUxfJLlmiigo4SKNl4ioNKVHk3hiw25hA19v3GsmXiJIsK8eJm8r++oAJG7dlvgCVaFL2exKdxckG0w8K0iIqgJuxzp5W+SlUIR/RWzwNTIa1fXqePPV6DCcha8bBcywop45d++f/J04/eEJz7S3dDZOvJiGnpCW14avR3RWHnZfsVOJWAmXHS7buREWBxUU/bPHG3cbUg+u8u0ypSMOFVtd30SuUKDpLL75ztvDVWb+bOwfPn7KzPdGlG/39544Ag8OFWqXh1l8q6JOzLErR5EZ0mgFajYbv9CVh1AVS2dE++4v6C6Zk0nFKL+t+zMYhKs0dGP8FDo8q3I13TklHxBj0BA6So6dPa/ecdmcy8w9KOYZs+C+PZXa2W9UbhozcPKcMMCgYpQyTUO2gjIhV1W6fI5QsvY9Affxk+EGy4ZvejouPLxCGFFIW1aXNEJMTdqwUPX9fkQlnm7GyrE78LZMz40HrMCBNBCdJ92/lFjTW/kl4YkDRZxqh7rBA164S32TM8dRsk9Rqo9Z1n1y4lJU3hzOdkYHbZU92e7LzmwWiTxlP32WqdOBWzl5PqwCt8K1ZqvsQUVVJRpPRHZEng4riTjN7Lf8Umb5Sf3Q8jDMROY2vH+cWTTqwRNm3rNEEmodINlAmXWZuQrIEUrBIYMr5q3KuFqeyq7G9B5yl7tKuEq+y2GPWYK+AZ1eV+fAyyaDKIcMyjx69Ii8X2WZKUvRo4QzgED8KudzPrKAifoTFiITOdCP5fcrHBJnXSnf5a3yH5NXs4OFrhMw5E86PQWSCkwemO7RGGP/7u/R84Il9alB+tOsOuhUBrvxNKDy6b793WEvfyc0dFKTZ5DTXq5XhZ2xxeAJS6I/YRnzgydcD8c2Foa1uJNc2VDxpj0jGR7ilJiSVuuJlueXR/cTuk48rbqz0j/9Tv6XEZF6hzS4DPkqs6N3Ochv9/qN1KGffvFF3Elq43fDAMpsbVjI52XsyIh51Oq81Le216yycfBvm4EhtzpkwJD+hR0zO3hZQaDO20zqVDv21gX45y+JkyjrC1z4Fi71LYNJd2/vDHdufTj8N//1BwxKnQ+fo3h/9Mc/DR+zLP0b6rwDBhSO91maTR2RATsVQOt/ypbtBYS3/HQiQFmjPCQtlEfKXR08Wyepu3Jo03LKCogu95KnjPjoFnJDqdT+UCOG3tZgg1a/67/atR5Jyoh5BO1VXirusneqLtIj3SmH8ar45lCWN//qX3/bzpY2LLZzJ1zvmNs14K0lpff7kk8QaH1kO5tBQXguPjGNZvYh68V/mckqJABcyZZD7yDevcV7e9Rp0OFgJVVkzk15zkBa5Md2Rpxqb8BIkzyRI0ZjXNYLGdhJ5PrwIAfKZ7YnIS+BBvZFtAHwCmNsPVbxfVvTw70CvpH9CqiRglfBFa0FJeoY2SKPMP6OctPc5G086gdYPyljzdTBmv0LSaIsuQXslHa8+mTCEyJ85k0brSKd+qQxPnu5sUe2iEBlObkjmxKO+Bph9mMKzjgnOvwqcOVQedVFWPHFlnBZIZhv6GppLDglK4nzczQFOtUBFQve4ge3r/6MgXApPpVLRSPUzOAYl7wbQTPvl1lTL10CsOy+FOMlIX5uJyn6bmmdU1g9qbnL97AvZPoLwtuYmeVz2MtAFUQ76VZY1kmTUqs7FQ0FwccGB4mP0CuNKVQg7BkmSzzN1gpPMczSdG0A6JenpDhkXEaXBcqZ765EiKkC1shsDxOlW5o6bTaehJtmvBNFfoyXFkqS4YUNq0pYLwwl5EpxCXiFs0HLn4Ld/XynsNrQiNVCyp/2/IMzshHAokcoHANinHj1Qi1+A9Zba/FWfMVq4+CxUxJYPn8uA6H+2XmqBkxay5gev5ZpSt7g0SED18LXQW2E8Nvwpgkel91AZTdwhaNrTz5F8VZ5pgPs6eReD3bMiUceELVCJ+vGjZvD3Tfu8t7lMJcnw4OHjzhkzMPGWEaLMrJF585O0SaKk7Lic4wCIz00o3J3MmYSpn6hUQtPSW+8mq8Vth4lU+ZnZI80WHbSF+rgQja8NiSmt/AXQJU1ZEBeQJNy2U32EwtPg28D4AU4G+fMlNJx3UWhUuneQ0lwKfo++/xyGBsdjWMGH+pOcMqtM5MnNGLMCGRZF34utTuEp/uG4+qVp8w4XfcAMPYNq8T52CnKipFGrSsGzFnLso1aL/Od1kvfBmlG+Nlnd847mO0ENaOtyogx2a2zvMY6/tQql5KnLE3XJwHJVVZEpDNIOA/A8k62M2auN64wO4XSrQJ+dMQBPLw9G+AY2cqS2sxomXLziD8GOc6RJU4Xg391ENsayrwnmPcridZWGPxB018jgacQSXa1p5Q6iTJLPQnXpesyYRX57WXKGeRVrvryJPSrKyzdRgacrXYf+DEKggNJrnpInQoeZ7uPeXr4IxR1D+RTAVexdtuBs+nW01989VUUHZWqa8iLhy25EsQrwVQinbm7xqz77Zu74GQPNx1TIkjaPDSqZq4kvrEW2U7dxHfNcFeHRjV9MpYNc1S3AObTmTZ5WsZ3pIi3DOvhyc/+ByNTVwMhRsUvnSZDGMT6IzDl0OuaXtZwXTQppISxfCZ6frBLh1szXGaxxj7/z9w3fO+LYY96hr0BxF2d7Y7MuCMb4iNPjbenKzLbk9gD/Exv6dD46vblqENrq186TOqVyMf2cPfW7eEOirdK0WNOq49SJ79sMzHLSfN7Vl0FZvGHPCQoNVvglEtXZOxeuz5c2+FUcQezaLezmgNZdOBRUciMMwmh+k9aqkTikfyaURGGT3VSRMls6SAQd4tb7W5/8Nbw9x+8TR15SvvwmBnwL4aPP/50+PLr+7QZ1p2c8+FKKsKmnkt9q5yw3xtHh4lF6SCbbc6my9UZEHN5/HWeKwjnGmlLDhCm6kbfhPKJB3Rq/zdsukxI7pzSed2rJITtJKrg+G2Cn/Tx6SDeEauszG/bnAyiN3j5oXxZ7tKvJE+PqLvqsDJjxd1BEOO5hF9zN+EcrM/sNm28eG/fvTvcuXOHvd7UZRjbe2cJ6554VjpILnhbcxaY/mPf0zSVcj3VSXENQ7CBIAPayK3wDjx2vnU8P9Z7ngfLOIs1L4OYQpjmizSa0jLWXxf99ZtgApnPyne/Sw6KZ/07+ZaPb0vbYhzmlXW7A8xZrVXjvwyAIRf0t/pEm3kYWcjb+sV+SfVNpEj+WLdJZN66SXOjzSq/fWkp97zBNX5Xmc134hEuGAxywRj/sm9cilFmQug0YFYPmDEzk7A4dQ7r20F6/ozfLW/qe8I7Q/fzWReT8fPFuxTTyKMl9/65oHjLOIVk0cxTMgm2MHOfHmbuVvbJZbJdHjYCq9JqZRfhtuGyQpk/k0jpnr8Z0V2uFEvjs8qqprpwiXc8HKsRLZNMe80cIDjYu8B16U3hki4aZTCEUTZqPf7MtqhMWQkCZzjJSjjeEUre3VIZo0OlzW8rYOP1bUPfFcH+Dp3G3TvVoV9BF20V+LCCn2ow4IGkGq3hYi++BC6c0bcZaYD06tvgrlcYGkuH+tnfkG0Cxw5+dfwnuuNv4vKY49iBT2ctQQsi3vxUfotPXrdOs3aYzlcLLu/4ws099spGKd8eGOZSYA9LgT00sNsoiXdff5PnLofzcKcwM33OdD/2xFzhkBjvtt7APTOCKKubW3SS6AwoH8pM5Uqjc04z9mQE+WBWVKp72oXv9pbuwOOKnOtnRa8MLJqqHIXQlCyW3V+VXJdguvxZZlR43vw5W+AkkLPVKQvQvsEy6C0UQGeqVcKP6DjmSjIUNpfbZRYcpW2FZ9WZHBhnZ9E7wgmeDqY07DETrPL+iOV3Lme/zv7d3V328ILfTrKz4IQgL8ABbUkx/EsZI3xE1QSMPMlHlJukdeTDaCmApSCdo5NnByAcfK2yM/fVnX8qBGnp/Ay/7JCZFxKnPy/vGV3xwDQU53WXj29ep7PnskQU8cwkMyOOop1r37IHzfIMXmDofqOPHvJth9s7fRkCoaO3mn3gO+zNdybZ2VJOEHbZKT11m+/MmPAu2qrOWUfBi/IH73o5MFXpwKn80c13H+oOyokrF8xLZ799rx85a47izdYCFQX3LuZBLuKGQn6wjxwxgKpy7VL2c7Zj2InxefjwIQp+KfkblIcs8QXurddvRRH6y6dfDPcfPC56XSVhxWTGyGrzHKtvLfI0QwtqShECfbspe9Jt3vhHepM3wTODBY/4kaRY7JBYH/gXQziN/j4J2dzi0SEbeLlNv9bjth2GDO3BZRzkEfnrqhmfZ+xH/ewvnw9/+vweK0SuUE42kQ34Bownl1degSP4TDuUjHEW7bpq4hfb4k+HWnT94V9juuRLHnBq9cWPnFs2vbw4aLLDqpe7XEF1y4O4APUQPw+p0vQBngovD7FRpsSrqbRWustl6Vcv6g3BDesJ4btsgXCbhIM/1ltuw8isspQ6EGW+AMwrA1rGoRKcuBKVuWftItaWt1hDG/7SloNBHWTkzwkA6/udK6vDLsvR32dZ+u9++zfUl3so3w+Gj//y6fDnj/8yfPPwCYOYzylDdeDmAXhOqC+r0w9dtB22Qx6cyAfKNoOU7DW/QjwqfZlBheiiQ/qst6y5S3olTIqLdtNQJknCWn7d1Xf30Yov/CojXqH7d1njFADdL2KL14v8F8DlN1Ti1qksbxxHuB6377JXn6nabLc/WU/ql35SExjz0HpUmV2lnlKR0ssBRN/yLnVFmDhRXGQbeY9Xm5LNg3ypDFvnvfba7eHLL7/I4Ipl1gFNQ6hMP6Vv4B5w61X7GLbXFU3lWZEozgTwN3kqjHFpUnOMtAUyZcT6NQkQRkTl1cLkVfZ4lWeXhiqLfOlcRCS+yk9SqHtPdgUN2EjGhP5SW/jZ8BZAOBKr+aB/R7+AYB5vPFrkM6CLLjPP72GVzNADQeec9VCrT80faIRWZ7e9D1x7+lsywX/euYKQ8Ckb+psJ+iHIvOrRyaLpt47NaC0do8F1dwkSh30fK6QxY41/QpCyMn0mtPk20sAH0pbgFuNkh5YepqLpseadfnFz6YA9ypIZXMfwJqp/aLXkgjT1JK/Yu3+9/RXiO5sWKPKbOqkcOk3tq6FtsVwaUafnu1DQEXXqL+LoPstYF64T01OFr5uRkd0hzJyQV2HtkQM0sxrESq6bCDD+vkewixHMsquEQwHpf+JKQ6gCTFiFSfmzUzkLmCgTH46GNz5hx4gRXGdzekPuOw0472QYsLUcye8+xoybcQYftIUN/lgIVbgdBcPXNMWvXlpDA5bgbmRUQakCPBZF4rVw21HWLctH4aGki833eAJh8BVNuksXEUgOPILHJEleUQWQNKkoehpko6XiiWewi6PiMS0Jw8uOuJysnCv3RFQBf5Zf0xjZUX4iV9Cp4wWjzMmH4kHZ/TWcbvX0wQynNUyxjZh8L5mQzyoJNdrp+wR5cXm5M7gHXBPiYTwe7OSszJ3X30CB4gAsBl6e01F6wmy3y3idhVBh32MptVdsqWjsp1FmppgDqFRGrvK4j8ir8jSRU9+N/3HMD3TC+u4PhUKVd15SPxntughvOBv+AIw8a7JHOntcUqC3+R2O8eo8xyHGrpsxO6ciT2zkw0tgXYl8RmfW71ucYnvA3m9n/p/t0YFkT6MnunpmgQcWucQcAR1O6PDYKcqSabVwcBxS5o64wmyf69ieMXsuj66ifO+gjO9s0blE4XRZZgZFQj+oSFyVScmU/pkBxnRNLPVrZMQI2PmwKFgwz4DiUOEfoSdLhROusdh6BG/rkNBiWDLCLNCp8sSSSRrON5EbBxLYN7Z2hBxxFRknjDsTfnz8HD65JJGZX3B7toXXn6Dhghe+c6aAh26dMWu95qnqq9y5vcJSdJdoc8WZV5Jt0CnPfn3gZH3qFgixfkk+Q0zylHLQ02aeKy8qIyq8a9zTbqdxk8EjO/cZTKFz6nVAsdOx1TgbnsOMXMbuAVak6YSZcu/vffacK5RQFjxgqVZ7eB3d8bB39jzyIo+v79wY3nn/F8OvP/hNFLD/9J//b+RF+qBMmqEnSg+w8rxqd4WUyBVKsx0+zU0+KfPCKwW9LhQmso1bT3naEZGZXyCUS72eKNh46V0P/rrXh/SZwYaqurK8JG4yjg3oEty2O9TV6+TXGQrAM/Zv3//60fAVAw5P91gRkRPtHWhiBQPhDql73HaRdCtEmM4H6+2pcrA0iHqJGQlRP/rMfRepnAH+QGt4Lk+sd9MuERO0Jz9kEKbbHSy+e+c1FJa7GcR5yIqhR9QfXn0njwUP3eRlmcpw5aIy33R3vwYyvkpmiAwXEPFvvaOSah66QsdVOx6S6WqQdQcelTGeYG128Xe3EXVyVHfXJJRJLEmeq+awcPJ4yzIwMPBGm5K2B8BtyvX2zWvD6yxL/5sP3qPO/Ico4Z+wJ/xjrou7xwDMPXixz2qSfcpT9iMzyOnC6TNWqJyz0oVCTyceJRJcDgY7aFB8kRKekUdVtu2zRHb7HHojTpK1LotOlY2WuPCg2dOpNo7JRPq6E7jC8v49gc1sjWtG3mRifDcolW+968d3ISz5wp7PypvRJwO01EkM+BWcv4Ylj5E189FyaN8tCODZ1lUGLvE/ZktQtZnJfUONpite3UE8ptGBjShgzcNzMdxeYz8gK4NSDtymMwz/9E//PLzHlrQ333gdelDKqRtzsGoaMeoq8KWuBpd1kWmS9vDWfh00yipptc+SPhpEWM4E7H71jUPcy8MwozsRlRwUrgpovdTcsRpWfFnNFV4ZBX/SiEeUS/w1eUnspUbfBniJv3SQspGeCyAS0U2Po8lBnHXr7h3uR3iHX8RjHk/0V7q9qs78V4NOn7nJlbcMyDSzs2Vp8YmPfMMHvMjP5GhRKZrYCiZFshwaXPFHJ6uP3kc3SA+n3Sxbrvv1z9N4OHIylgp9GXvFpylqy154cEuwLp3ll98wqnCWq+VrjBFrSzMgtplFgjk/M/GTx8gDzpNfPCoMHlXHGW6C6Fh62z3GTVxzuJeF7The+u4V+pi00TIGE6Qo6y1DeS3MeI/QL7CI9mLyXgD8Izsb77xSS3VIpuSvETVPtk7C2NEKuxsDwisrISqrUrJ8W7HYgRWyTBW2qnB0SeHybcFSQsGbWWUi0q/sUNP4i1Pcfcs0xSf0+aNbPoAPgLA61Z8ER2j8Bi4Fgp+qfgkbU4hGdAEqH0fYWdREOCsDQkFU8PNjDF1ehBYrPyEpg+ekL0qQ3BsrWQvHxJuK5Wf+bYxQ+fEAjczgtTTPkj4SNeWfHKp02tiY1w662IFtKJN+FWQPTPMgH/mhv0trneXO7DZ2D5vKAWOcpvzaG29kL/fuzVvDMWEPUD6OUDS9JuSpVzTxNq4NZuuK4dKBsopy4qyKp7ruH6wPByiVLrn1OqQNlNDegCoic6Oc6GY+lhkt43d3KbiUDNvMmHScwqgmY8uhCFQhbCxKcVBO6hCTBsxLmF7hbnCvt6eCZoAiuJWvsI9rnbjhmo6t1/J4pUz2hIc3KNS8zQNHQg17xmFZK6R9Bc09h2pZxsCzx8yqCvv687Vhk87kVfh0a5d7Ybm66ioz4FkpICyJjHxLX0sv1sk0ub/MawIibGOgOMLtfPvDlzhIo8+rjIfVTYZw0OfNCTn4UTsyZdksTtlZoxpmpnqd5d2rqzsoA4fwgefkGUvzn1Iv1YFsBEzY5I526Qk+ZZX7g89RUMDhneArq9usGrgFLusmu+jryBzKN2x3OaR135k0UZ40jtDbudWkIxf6zH/oNB7cpdjZHAc+zk62UFa2srpD5dswyrYdSGe8uaF34Nwv4mKJuvHhF8UcPxVwZ8LtOJjTstRBqW06vXe5CWD32lVm2VnlwBkITxi0yuoL6Wj0gRqeEUiCNDP3clj+rdrL+JKSlofVnrTAoDON1VgbXkj+gE2nv/OGt9/5NEAETsurTXhHecgZEc5KmX74cID9ydPHXA/GIBU8O2VLwil7+QVRERS79ZP1ciMjkUUxiA0I6GjJejUhQIT0bwX5w4HSOUc+SC40+mNLNpURy1Zm6SgGW6wEUjYeP37EIVT3U4862GlnrfLvEnpIuPlUbemcQ3PYxh9ZVYRETh0UNYT3/bp1yO1pnrEQcwEV7oS3/NkaVj0oZHHTmabckNKdyLu5qZ5IhU8QftwWkk6DsKTxCrS9dmtnuH1jZ/jNr38xHP773w0P4MNHH3/KXv8vhk/ufTl8/gUHtDHw5WlrrExnuTkz4ZTJYwbiGC5I/S3+kg/7NQzswXO3D/m2FAA1kTZLp9aka5H0knncur/pnwUbccV/2e8ywDHEqy0Tn4vThhjjx7P8iQSLJST1GOkkseGBbcw+s8vK4YKJHBROcj6Dm5ZRzyQ5QvGWV9RSl6az4zFplTzaCFhqGT2izbJ9F6cD8zko0T4Hj7DOqH/N7QT3vvxyeP/997nO0Xrb20EcVCFnbNPAU1uYzKeqt6xqkoLkQ+Wi5WlUICBAvvj8EGOM/am0zbFJwUXXOYR2WTs31mKGTJu1kA8CJlVjuZyH+0ntU9QviaYnZMbnBl11jh+kzcIPXzIbTT7UvQL2paiXaFszWAMEWQsY+Qta9QhnzP3o/Kq34cSmV48fWFxqkAgPjAOyypyGptzYG55qs3pIJULZmX9HqovteISoQpS8eLkEhS7Cmo1V9lrQvOKLrSPvfn7zUDhLEgoi8tBBlt76aVrIWMoF6yhD5kt3nRBc5hYGXASdAr3AdlmQhXSPBXPi8EVUYpn8v5PiLbLLiLgYyU/ggmz0JegKYy2HpXKKUFPZ9kzineQBkzti4ZCHkdS+UHywVyPkGwGlwUsn1Lbd1OEW6Q1cpdZfG33F0bi1S0vd71fMDB2ONuezOgHKswWocy0dZr/NNd+Rb+moaH0vM9jUVDHoAutbo7u+/Vu38vEVnxDsDwU5JbnjEFYMdnw1HU9LV0ZurfiriyFdNtd2VFsMCfVz/pg35nE6Dyh82XMczkiRPAyjQ5L5mkcOyYt0Xie7Hd+uePe+kR3bnLzaln7l8C+mCE94PLHcw1I2me27wYzde++9P1zjzuEr2L2iaZ+G9hDFwo6PiqJK5jWW57q/zPDSFxrbW5nzZJPO5PYAAEAASURBVOYTZnRzKjQK/cEhs+Aok5uMjnv4laPfkXNTpLz5jtEOvlSWvEyfnYwGUflpkJIL3zEGgUfypVxK7maIkQXpVAaAKKtfFX72Wy78Rr5tDGblCziDRrHmurJVlGVnaS0vx9vHuT7Mq1TcC+793vIv5S9pQLmgc5LOj+VLeYMW+cVxbcMxHRQHNB5wPY3XkO0wm3CNg8C2UOSuOFsOfMqmNEgEJjzMR6W9XF/8a9o6z+odlwSI/HfEL0ZxwSeiSUcKsUhenXEogGhKZouPGRiB/gySoTSvrB9x2jK8O0cBQ6k+5XC1gaXobLZmwQBL9jmEzVIZxdnBKFteeuKrXEPGegGyBnnkovXTVRQLZr5X1pghW7mGosfydGhRLF22bDlycMl8T12lrCk7+LmfXwGrslT5ql1Fnt5klGwHjZzRNg+d7VYJ9+1d7S7xPGZZvN/uE4/ijX/uJUa5UTRVvzzM7d133xr++q//Zrh15/VcVedJ71BI2fWaLJiloDfTOzFQGffLZFRQQ9TAkXCtujU7+dQvnQ88SFHJfPggL/TVGE47POA3Crhf4Iir3vElTMqZHvUYTCf9fTSiP2bbSmK2Y42yZL1xj/293zzhNHlWFxytcCgdIIfUOQ7GkNEJaD3l7CzFAoTVbqVqcRaZ76LQWMoYSxSQ9j2nQyf9fbrpNPbvH+3dIlIJVMYzaK3ckaCqZ0gL9bHKhnXGg4ffUBce5P7j51w/mDup4WDKYngM3crDkhn9gQk3ZiAd3DhNdZ/h9FBH5Vb5qdlKu7ZugWn8hClVt7Y6UybN8C6SoNwka2bOlwELN+e25ay1TSnDRlooNkjLJtf+XX/vjeEX779Fe3HCbPjz3Bf+CWcm3P/mKcrbA2SIlS8o4Hvg8UYNB7ki1fKCp/or4CRdaTKxwvWKpP92kgBJMtu3ctzIGeW+BhiCpIeudwJi5d3D6BGRLYgf9NvzPZSPcYyW4E66TYOPXAD4mAGVZ56mLn0zo38Ryzt+BWD7o9J72q6SmwVZsMLaxJETq4lQ+bZPaB3oY11+k4H562yXOnnATQ2UXwd1cjUnqyscEHAPuCuAPMTylP5AMIKjlG7gGYSSnqKv+LpKwXblTxNnW4HwW3qa5HbwBXq/30fPyflbe/HqxTgtU61ebUDmXz3zMjC3S7+J4NfELJgev47avw0NCwgufATjcjQzqLTJs++e5rkcdUqUs/AfhxzS5tvUgN9bWtJmGVfGW6lzsFsunedJPQh0YNt7bIuTTmDAV5OIIsw/P4SRfZjIu+7Gm2abD+wWeHkZd+EavmnQVjcffzUhvN7t09fcdEjdet069x8rmbljI7Tkc8JQkjsHbHbTK3L/AedV9jloh5m7XWIf80skU9QN6SUBZk4GGcPP3C9a54gv+lZkSUU8LyreM+JMt8LQwXumTWi7z+TyfW0hu6Mz3m7HQz87gY4OZ0Q3YpIQY3T9qzreCUHFVEu/rPh9zMh08mlsVeCifGHPrFtqsYYuCW/pDh1Kt516X40LTdLlj36+jaNMiXH5dbelN3h7RWTUUSqhN+9Im25Fg9eXNBkckUQogdM9GZTIQgwOvPlPxx5/C56dPn4NUThwMyVWdKYrlaQNTntwTcWQgCIzrDi0dhyF6Uf+bfSJdRQCIg5vnO02zcLYWamnCJBHLSxv4QpGPhDGfAaN+d8V775sX1iVD929ws2VD44+Z/Yb1WALxeD2bZZAsqT82s52GspjOkFZQg58lG15iUytM0t3g4OjrrIUUKX64ABFA3zScIaCFEXcjGWQxi6fo992qI6O1+hscyjVIUt6USTd0+zsofd5rzkQQsd0lK+WzEq3H2aKOZnMaXlkDhqHBhgyLmUgXyi00FN52fx9NTzWNNXwLUQUiOUfuhrBk9P/CV8hnD2QGhdJs0yak5jF7az1NRS1G9fZA84yfZegP2FJeRRw+c8pdB5uo2Jnh8M9zBtc7WPrck7nxJN/Xa5++LzunH6kAs5s+g0GOXav7uQk5E1mK6wDJKq4IcVlU9qnL936d9Eaz/ZzseGvkJP7q3kz4au43ALiao1VZrhVApRFsiG8lgJnl1MOcaO2Q/xdTorCzh7os9Or7OXmijFWVZyyFD17zpyVQcm2QV7JXaRVQHNPKPvBS8mjR0587gFf527xNa4jc/+hnb0N4lMPdFDSsuGBbGXAB85+amrKDx7SKg8jO4TxXvH1dfeZupz9lJnwIx6WVaJo16CTA0/uAefANeL0lPR98twZcVKfPHb1wq9+9avht3/3d8MOJ1jvsZT2udcOkcfnKmSQlNntxBwuNUJCTGWhhF0wuFF/WCq68StlwnqD9K5me4f77Ukr5WuqW8RnyHrb8PpYltxqLpusmqQtUDiquFU9Le+MBd6YLw6SiOnc66B4o0xvsF3C6wQffsMBjJxn8Ii9vF5F5X3D+5QBr+k7IUKX+KskusLAPHTAxDZti0EnO/bHHM5XtYj5ziO5xOYL0i6YeHfXsW7tDu2dgMuhX4RxKez4WTKinEhUcoH0yHP5KIFxk/oSqsxyWx6+vv9geLT+mDrTbR1y1/QQFl7GJKy2+p5kU48WH2VMmwN2uhE6cSaImYgxtFsdjEfFZpNBLsuEPsECgLSFreLlu+gofP6W8W2IiyYkL3gtfIDT7wovbGzEpasDUqlrUkewHYFZbcvBm3d2h9fv3Bh+N/x9Du68xwF8X3z19fANsnTM4YsnbFE44nq/Q7Y8udoo50Cwkuic7Szp4DdyQ4k/ZMq8TgufJ7IqvwTj0UiyeTgjvTza7+i34Dp9dDyTy8ttckP2ayZlwXyiDMsxCLGfY64V/xQyHwOh2JysZrBCxTszz5S7DFpSRlVuhYkBh0F83PetkuzVixU18enRZLDia+EqNL/Ejz9oqfMYgPSKTeTLdvwm5xV8xUCJ1+N5aKj+nqKfSR9C7tBfsG4858C9Wh3Em/R5CKbndNSAm3UMpYEIPE07KTbvkF2JVKzlj491axwb9Xy077LVV8nZVEY7jKHpN1uGwFtQ8rNh5B0bydc/Mcs7vuWIT8sJPScDcNo83inznbbgMJTsrbIXPB1hw1AQ7UPY0SqC6Wt0xvJinznUd7FfjrF42Ooyci6H7YI2ZUT0kGdboentmX7C5bt52m44cGM5TQ4HgXGWcbAlNZQwOKWWU+b0BqyXY9ubWvtQ4Qpb2R00a6SUA18VwxRPcwhSSViEL762wEuvqndTJpd8CqdxGF+Ly1cJ0TJ0vkdvLIqDpnhd9vpdpq7om2RQ/4swcwzL9kbdsvPS9xznchwzDB1s5iSihT3eZmGyEaDeB6sDBSrh4ljI0I50iaTv+pkKi0ARARpLhaubHkWvdKx47CTJy4RT8HDjFZOZXWxWHCpSZoMVSfZVtUKvYuVeUw9pSufXTmSrPAqL6KFmQSiKc5aRVMeJsNy0FufCvaCoQkD24ymePFLTcE5v3aw0fYST4lKYfPc2RP8kmtiFSPi4dfeiwS9NeRWeUAXi0FLeAZCXaSlIu3tm19knmlOS3SvmEAd8lq0p7NJlRR+XjuQnePfKRtpkBncRG688L0W73sachli6QkY1DplRwaVmVhrH6LzIPxVjZeIkh6UVv+3e2dipcNcVYc7AIjOEcX/Wrdt32Xf41rDD/tOtqzaWLFtjJkZle5+ZGWfzTpAjFWQ7yO7bzv2q4RPKEriy9BYF/IDOMovQEp8z7Bn9pCZM+lAoVeaF2SAvrrDkchOFa4tZdTtQzoCvo3j2PEluyx56hhF95D15kw/dS+7MO2G7vJV7HMefkl+hML2GG32Lu+NnsxhXzdLCR9zEMTcuA7dDe8LqBMubDykN/3T3QCM7IbsHuyjgXEXGoWLe8eosl6sBMvhBnpxxH7hKuPJph8l99Cl/ROqhbXZYDjiMam/zeWa/vRf8GtedeS2Wy3jdS5kBKGUCeZYPkwxrN931N9KPo3xqHOFtHsmHeSK1m/JXmaqbzOMY8JZiJj5pm/ib4uhMtvIueDo/HMIGD9eZCV1z//YGygIDNNkDzjrTE+/75k7wc5Z018whtGblDR3M3OPdOpheWbb6BJljEOSEGXAUjStcb3aGQueCSvPpyHvBXfkjScpTrx/8zFN8SE5CoNcdOSC6umGnwxPIUeYZLDpG+T5VecwqkOO46Xd0TJzcibrPAXoenvfeu+8MH37w6+Et7rPdIG9cOZLZIGThiMdl6lXGEyMU+K66nVcRCrETB+O69IN/yzZf8tvHcqSeFbk0HuoGn+SpeZTs6pgrjj6zLBUZ3AlTlCnlx/JnJ9m99Yxnp/7iBR7RrrJHfn3zBgdkbQ1PuVbq/iOWmz7eH/bg4RH3cid+1w4HC9s0zEO+3Wt859Yt6gMOp4Nu6xI728cMvjQhmdJL3Wlrl+0BwTR5JSUua2ym5LunD8clee9wVfv3r7n8d7dL3iNaea2/aSkeBd8MTeoj4k7LwvuIgQfrYWWv6jrqLvhaeJRDv7upfOmeyVsreiu9KYCBYsSXEHxbVhQMk53bFuBpDuDi3cu+dXfY0sJr72hFmpokACZo4m1FaKAq+xX7xd8E7cThLf2aNIFlS/xZuUd5s1NuGyZeZ0x2t9aG6798c/irX7xFmWIwk1UTT7i+D62bFUGbDOx8Mzzmmr+jp5wxQnmU+CusRHFg00G1ak8TUdIS/oUG6WiZhFWOF63NOW4VbvKYgsiKFjpAlr+WU/me0tdwvOAVevBLueuMLxbhmkwO3TLMQS/fDjqmXAB/wqqR58+Ph48++py2hcE/Di70QDPL6cZV6tWkrEcuxeIxrfCXwURXYBitUdo3M8aSDUFbfDo2Yy9FPlmWnzKg9oxDAR2I3GGQ2e1lqZ+pdK5vX6dfcXu4SblW1l21ZNt0hTrZ/oRXPZp247eu6SuSqkzYrlrXFPVu0apBKXLJyENkUhIcoT6JMBUmptJYsqabcuCLmPSDf+ZPVgrJy7jprmPPWCLRnejizlvU4Q32VH16jsY4Cne2WVlGF0x9+1vsVOKkbBFHmNvDLeA3z+awHWixVE6uZZtl3bJXvheiKBd+O+3GV3HaFugaXvBWudUkzb79QD7VHYLTdzXwqTWKdPytn8lbdRhX+mkyUx6bKPDDTumtPAJxYAMnj4WnLrWKkDb/jQuPGrwGptAKgKmPop6v9CF1bgnAX9sUpNzBZuAFows5zC82IwmOjqdAqx9W9PTAF/IAGjRd/4wcduC8F3HWIE4HkIqeGt2kI/8FoDem98U633u+xU//Buf3gmm0dbcFmVPoYxbpax0JfLp/QV2c8S73F//OiGpsfjHsj+Ejd3gyk63gIZCpdkhHZgGpsNJAAyNpuuWdzMeGgDur472YMVQeduacOVOJirKbigCEwKX+ntEdAdAdz6rswGUM/vtIj3HHLgH5rx8dO2zHmQqoPuYFU15qpjcCRBoybJB3+ReAUOIuRUIfIUfBr/FyHEsIUwYEJ50ROuk1DPx0psWOnPtCNzgZdcOlqLxXmaFZW2Npq5CJrlOGU0L7/hlN+KbiRmMEbZrwr7nz0gHKqLy0JuOwm2a+zWKXgGdWG2f3x5j3fh/RmT1KA2hFxomz11lSzij13ddeZz/xLfLX/bFnwxOWgzmDV4+j01Zoq3Ryao/2eA9sKKgfG3Jnqty/7SFhzn67V1wl09ldlZczMkgl1srYnDll9tIZ96N1lEqWVjtq7qMC7r5pVyVk+TZRKGIOoJifSWRkrmVZsxcl/KYhrSqA6CpbcU5Y3zKqf+gb++iA59zgjnKguRSC4M7Up7PLEscMZsBrD2Sz3KWBgSfeH60S5qy/S9A9NXuP2QKfQ/LlhA6j+y5XN5g5ZPDBTrKNknHSXUH7PudQqmfMgh+wT/ZpcO2i0F9nFuEa15LlPvDAtzJqmCTNxEo7fIcZ4svvjGdjxUoe6twr7HlFHSTf4sfw4usxyewR/yy8A0FR1riGzBUSVkjnKNC+zWcHLeTBmqsB6KipgKl8nzLDnTu/PX01S01ZbgqiVWa61ladayU8syfn3I99ckKnE2XvnKvJPFkdRMgTM+Lr14Yz8kSlO7PfwLsqxBIlt0xDOpfIkcqdHT1l1nK0QpnU305hBkooE8r3Pvm4v1/lznrytZSp3Sjbb775JlfHXSMNwqloG1PxOectICvV+QV/lMYq9wFq5bzsZmh7Qqmu1udmWloLM9fqIe1HnaUg/72/3G5MdW5TU1hR+J+0+jb9DtuWvNkOmA/KXg1cwlnlx/RT725duRqSVOhPKB9b2zeQW5RmDl98zuDGl/efDF+xRHifU8qPyZ+jkX8GM50JPuxyxdU2A0i2Lzc5eTsrkaibjP8L9vjuM6Mpb0IstOZdQcdfkjEa82bhe/T5GSzziC+LDuIsUykP2uGkf65X891NKRh8vQJftQuAgTN5Km6xjnGIAx/yzfrJQU3bPVdl5FCylgkJTVxSkEfaRnKgbLR3CpffynPL0Hi9gvDl4H63OOZRVYnEz5UWwpCW65yPcJ3B2nffvDn86v23hv/uv/93w2effs694V8M//Kvvx/++NFHw4NvHrCf+DntCHUopDj4qTKqolerAwpXipakipwyomIovIw3Nb1sWBtcMIYByOI60RxEBSrf8Zn8cG64m2UJpfEHoL2nsDUQpuwQFwiFSpng44TpxCco2599+XD46C+f52BC03GVetNr2Hrmia2wEx5L6jLyf52VVie2w/QTq963lvBvni5JNSW6V9vdB3fdSrXHyoNrR16LWVcrOhDpkvKtrduJy4HjrW3qBVf3gNhBZdtDx9/sl6zYTuKh4p38Ia4MmkBf+GdmcGhfq7JCmxRpzKMuq4Et5+/wa0p9mrFRqlh5X+RCB+vvxEk+zHKLpFRe9vzssPUGJwRXGUdCCLsAJ0KZ1Iz9rh9qTBHV64vNFN2LYV7mk/TLNSUeYxLDO+0irwgqWWW3zbdOqraFsPYTDItZdauIGJAHUy9vPThVAGGIjh/C8oo02ibGW342mPjx083MPa1ckdF9C+/4VRbTMIL18Dpgt32KJ/YF0+DmboK0YHPnCfeC6/f/SFm4JLjs+TZGOYmZpUkefyezFNl3UrylcyQC+3eO/AWU9gI2FlLzLtJISrErhD5ZhsHbQmknLgKKkKYzylvTO7M1emNBpuPJybi9Ckgc4FZ4s6xHO3GEpymFM+4GYQlHIW+CQtzGU0q39Bjv9AS2iVTokXH4G6empzcf7Vu3jAgJ61MUpVK1szvWovi1sVeBsEtvHPOd9OHW/8QTdPxkGRKdP2n13sq6jRnFm5OP19e5W3idhtgOPR2QDWZuVlaepcIv7lVsiaTFNNl/eptpKB7ZCMnHVjGjBNgo6WejGV74C4gpl+e62ngd0RlWwY7SjfQ6IONWynMaWTvM21xls7u7O9zmDtkbjEbLB0+7PXR2mxnrXKWE0ixC92LvoOA5y73G8nKvdTGvi8ZSNIk2vEZYs5/TQ6XM49xPTQOrwu/J38ahom3jbRLS2aczdOqAAIqnex6jdBNeHNLlSLoKhGVC+Y8iHkVYeSgjnj76GtfUQMUr6ZyMkfIANIXWptscbgqhDexxmMJM/sQSXkQOoUMenVlWz1lSa57xKIEZPIN+Gxw7Hd7hbXqfo4DnQcFwoMP8PGMZsrySn4Yj4dQBdiJZ3eJAGkBHvJ+jxD1ipid7wNmX7yqEK3Ssne2pmfii2w5VUsdP6zaN6Z8n23IeYyNXFn5NX/v8Vq/CUTzDTkfGg8/mptCBF36lbnHwiPrLJWbpycoEHhW9KLjIwfoZp8gzY5v91MiLSuxpDmPzMCH2GZ6775uOs6Tzs0a8OUXdWV5mxlaQ/RV4s3plZ9jcBog6YIXDvc64o/2MuiJ7wY0W4hQfWZE+mOmHSWn3i6wm/+Sr+WNioNuy6qzONsuj3c/4zrtvsW3jNnmCkkO5fcJ2AZdluuzTesa6zXcN1CAnDkwhGypN9dfqsfZd/DOy4l6+EzlEgUte2XaIL2zEdQV8DuB5R/mvf/2rrFBRMfEqO0BrMAx0YhDrCfnAIoxkgVcDmjiGgMLTdBRV7tuyVbeSOHPqicZrDrSxvPTxEfeSP3iWfdz3mZU8oNJxr71Lyc84VEl8Cp4ifbWtqrEesn5Rpl0GLa8eP3maVR57DDKd0aYlQwgo10oYsYFHI93inJv5p/7z7zncj2GvelA6QslLUEpFUWK+a089itWvhJ4R+ypsl0VUOMz/Cq08UB3VAJZ5xWqatNPGF7kqGTODrT+FL2qKvs7jTvdlcU5uStH3MBXVAvd0mgxfM2ZYzkyDY1dXNjeGDz785fDhb35J+3LKMvQHXGnF4Wyf3Rv+/Mc/oYzfGz7640cogcgig2OGU6HLIYYKoajlA7hqoB75JmLtymPsrcbMx0RUbFZbFhON1sb2fJfLJBXxj09hbUCXviIXLc1QEhqLuykBiSsHTpGfR+Tdw6eHw0effsl2Dq615FoAb4W4+8Yd8v3K8Nn9x8CLzMe4y5hu5cS+pYesuTKyZLkithyCmlAlrYayXklb4kAzH0K6FcS2/ZA6dtP2h37CPltoPDjQ7Wf2HzT2AaofSzjitl+2weqmFZRylW/z1TilEWv4nzyRTuhYJ6+NUBr8SX00JccovrPp8m0+1oxjpb0Qze2XoNZbuQkX9NeBL172z3wXj4vIOW9tNwKQxBScGDTCdaMcKIdmm7Xf+Bb3GK/sqDiWw494KNwlP91l8d1EeNHxO3xNsU82gyf9Ej2jVXfz18ZV/zMH2/1sQU2LB7fR5UHG5GXVk33FY48hvKHwWWcJByA4KpU5iwAnJbekFwD+Ld1jeCONKZeS5oDh2rnbXXUqTAkS/msjrPnVkepiofEdomKNt639LGcXwhTUJb9dQC/xusxpwl++8+8ZiZcFndG26C2OV4W9GGJyWc8VAf1bfrWoOuJOZL7J/HkBiKI4jz2Fo4copCO8wqQXTAuY4dKxJAEdB/76OWrpYVZWOHrpH0UbYXLPW5ba4KjAeABT308a4QwufoIUhQSrHX1PzXW2bQO8LtlV1KzUVMgkK6cP2osEfzq+Ld554e32vI2Cv0UzfQcGxLX0maQCKC/6Yzj5lxlc0lmVaaU/FSxaoW/rFx9+gWnJQoil2R+p76IvPVO8+DfGht+Bh/fwXOFfQ9leo9O9wfLyK850o3h6JVYO9qJhcjR8xUuj0oqaWNOWWFtlbNqm9Ir+pzHGwSPvYEg64hn5q9hMmzwNzyQvJBat2cMvH2Ggo8tHNGQMw7DHcnvYvXlnuMahJ+b/PteDqZC9wUnlO3R4qbKy5OspHRM7uXZOvF5EHPJ3EwXRDvIOs1LOlowzT+RGyYQdGfOFP2hbaSOVpkN67QA4E2u4Y2cGUa6fq4Cj4KdhN5xpRS7O2JN2huJyhsJ/TIfikPjsEKh4S4ezF9rP7MiTBhtx2WUaNMk+3o2L8AdhsnLHITN1gRoZF7g4dfdZrymsnTzD6sjbzK1bSzYq/ck7oFWW1TWthKvUQSf0pBzmSiwPNmKvMIML2y5FZ9m4p9E6a+rs9z6dmD2WlmdWwnLKsmwPQqK3Aj5qA5NO8pwFPuDAoafsJ95EAfIO9eQXB+JtuzoB3L0OkbY+em4xM7nyyvpG47fli5xLuYljFHChnYG9hCsVNKD6Gl5TPBFXYojb8g81AvIChPUkNNheJZwZZmbikEaMAYzULcjIKvusXRGwRifxCjJ6jsJ9yv7f/cNHyCx7qrmSjJoueW59CDhpJgdM6wqrLohnxQ44B5ltMkO7sXWdh4Eh7ko5RQH3Op4DB5wwaaRp/aN0I6PSVofgqdxWOcuKEPOLQRPl480330DpvpXT6Lc5rdyZnydPOMkXc8agCsFCj53m3HlMmnDA1wfDZ+rNLjXWf8iNbsV+c0d573W34St08g0fB8ay1YR0uPLkrbfeGX7zmw+Hd997d/jinorI70OLCkjiAoUyaon2ZHEH7dLxoT9kVijLp9B4DA3eo34KT7aQs6wtAAcRDk/Zc/vg4d5w/+ne8Pg5ez4J645vMoz2CPySTHjrCstylG3OK3CAzyX7ynmuuKIO8670Bw++SR1kOwbXwxj532UWkpMfvIp9OjQjOxs34zK3d5hv/xax8t+NQtq/5XiV+85H07hoiF0nHlvxKh9SVHCGy5fhsIhRputbEA2bGTF/IgOG9ClTclKyErziQ3bcN+vA5Qr5ZHuon3LpjLc91sBaV1reIoviW4g936PXLM6KeaKhvv0l/GXODSDxvMR/wrOEC7RRiOUFEVie0N8iA1c214Y333p9eOvd14ffIUdPGbz56suvh08+/WT4/NMvho+5M/yTTz4bPvvsc/zYW4+su71py4EjeHOM0JrG8BH6/TMnIrqpHOVJJ1q7/tbv5ebAhbLSIWKJm+6NozPPePFTScEjsqOD//EFm++Sh+BoMuDKsQzucr3aIYXr3jfPhk+Y8d5nrFaQDZhye/caJ42/MXx+/2Hqg8x+i6QZ05lBOr5tI9ZYyeJZEw6sZYJHhYZE2WaoQ5RsyHPLsWXAiQ2/OdANXu9e3yUv6DNQnr3p4Zg2/jHbAc7ffTdbox5Spm9wgr1L0Tsu24fMbIMzpYp0hQ2Ry4kPrp5z29xkZGS1D8qDMrxg/MStu/vOn3BxL85qd7C3+/V3822D+UHWcElx5XIvD36nfQpqy5NR1Dt5lwwGc3MvGTNthNRPBCVlyW2/ujGMlV7axQ4atxa+AQrX6elh5+/gmWEv/s8hvpt9OXzn8xyLVUqIqkRMXpYlaWk8KrqLrwKJ266dfdra660Mlrt1b4IrN1iUS/kn3AQDfO8MGlN5VHwjDyy5elZ40YjHuMUfauIYZ30xzaE+Zl+L7s2bMidyQinLvGc1Q9yLlB5W+eh2vdu3naIYvwtf/w6MHwTrPhNIDzfhXAxfWH6O38UZbymdaArhs88kclm4xtSF2p7UIn2eKBMvrpEJPS7e3c2K01aDeq6Eh8wxTDp7ZL6jOFG8VTDwsKNdIzvVOEZAFKjEU4K6ToVpVAL7liZUmSzx8+Tq0zaDWTCBELqZit+Pnu68K4oOtPTunoYNVvx52xoqdC2xUaqoOK08XbIcb0Bs+Jw1cdmlo62RU4MTzqClJJSdrwguzjFVEcGUUVgLrsJ1/tXItkvMVLivss/TGRVnUb1PNrM1KN7e27uKcu6hQGFpcPa0maJUkcQ7uTUyftxXS4vptzHrfOuVMpwpN9krE2PkCEu0wltmjpnh8koaO88bdCpu3r4zvP3eLzlB+W5SccgItIn0oCf3GD548CCNo/vB7Iw58uxycQ81crb6KjjsKKt0x4QFxqmkYloFJ4+UNyjEsfIimUiaVFw8LNDOX2bAUQZcgq6SnT3nKCTGa4fbZbfHygT3Mx0fUwbSIWK3+CFKt8vQUXKkx8NjzMN0EOg/KoH+pbpp5SLyA5Hp7srb8Bf6sEq7z2Q6P6Ues+hZnw3vFGayZZaS9MuDeV1gGe7BpC48gr9ZUmc5lWek0c7fDjOG7ms9dHDCWXCU8AyE4CZ/TlAWVxwdtjJQIcsqADtFzILTERLmgFnyp8yCe5DbNkv7tpkF91T0a1xbla0V1CdJGvFaBUGA/5VoPCxXfvbyXKO2MLg1IlOKBZp4Vu6VB7EbCbiKjfU750tF2ELJICs5GxkiDz16EadZZjQhUThB7eEys722YVPmXbRcTcaBTIfHm8gJAzOciH6EwuZJ5mvtsZFe48kszSmH3LFcfQ1ebm9tsCRzNzM2riRYX786bDILY3waZ6Ddf23+mpcO9phHdvbsQFqeXL56nU7n7du3hlusHlHxdf/io0ePM3jmzA5kE7cd1qqzHGyy3nNwLVwjbda3xituTWjALj908h0GNL/ibuVjZq4se+BVtpxRee32zeFv/+avuZngvcjOXz76U6718VwBB3CtM8zWdBINil2eOWi3Sj29whJxiiLbQah7bYeoAo5QvI9Q5Bz4kt77dKydPX8K7BMGL1hpH+XdGcU1L7snFcfw2hP8N1nqfu3ads4luMNKgHXqXWqulI89ZsieMlsHh6gbLPt1wnsGSsxzk66BxlrhJSfkanNr1v7dvfL9g3/C+IZF+ywyPpXr8cF3Qc7xhyUpV7BrIaxwpoEXRVpE+RdIa5kxqoKruLuj8qK9vosGVQYRprYJ36z/0ocIZMlYKQrAGa/BeRmuD8JJ07cznZYl6Dh/ayRLgS/7bLjAm3qrEW1xsoJwVqwbimx8dxlsvsHWhd/81a8pp0csP384fP31V8Onn9wb/vSnj4d//ZffY/+E++TvUxbYE85MrducLOeVN5U/ll4nDWrQGb72OpQIparHbFMobHjbiVl6TxxpoXx1RwUkwoCD/ybUf9ykpD/Wk8qUA2EOru9zXsWf790fvn7CNhy20eXmjeN9rqPcHt557c6wTboO6Rs6hGV0YVniKeLsb2gsz27z2OLMEGeucw4AMaVv0ZahW69llQ9b0mKkjcdl5QcOoqVtpj+VNorZcNoiD1s7YGDSc06s7xwIsu5M4kRCYkpRtf+ga+ON9EJT2AJzG5mGaKbBFfkiCS3F/+4Y5wavWz3+1gDO6BQf4y8ahPSv6mdtrSRjKz6GHp0xpWRV/PKj01IDGxW63PGCbHlYrgEljYXoQhqTRGDxjzgQuMtFKwhFQPuVV3P3otS8bYQuQH+/D6N4GbbKrwZxCWBPd489fXk/Qnzxw+5t2nnCR+5Nf2AqlOkJmy37+hG2y0qhaXIjpaY9gSdiQqOOcRJWC/LfQMWV6KYgFfHCrzA+As0BlaDJ9EnVloLmUfjn4SIfU7C0+SVzM8clq7I0j3ny1rXTp+vlUBP8T2drNcVPF8HLMF9gajpUlWmOEpZBALBHwY4b3/5RU2bWigahlurQ6cG/QsNSa3xbG4yKiCf4lrA662BHCOH0D0mtPU4BXfzpJCy65itCiH+9Y6mK1Wgj/YAhqLFLrAZ3vey42hFM5a2ihUzawcvpwiwhLMVbd+B5utItCistTSngRpbP/ESIR/k2bpzT+NL0wScr9ysoZs6mePiUSvcWj0q2DcoV3vo74+jjrDicBwlILYRBSJzhslFq/+lN5bg8avyDd+OMl3loXkJiyIMceeQqB+/hdpbazkH2FpMPzG+kE+xd2ysOPLC8fHtnN42jyXnw8Ovhs3tfMFvHMlzyzxUAnjq65UwpCndWBKA0pKGNPNIxywiczJYIZbPyHWrzF8VN4vIABm1WjGDByXDIKIqJ/Lczo7Iv3b5t1EvR5LAqBEVF03QFhjxzqdqhgwB0JAzvElfzNw9yr+y7h7/zMGVEsTHe1LRVZqRhnrNSbnekqMO2nNWEnZy0dUgxldHFeCqv8lH8kJoWeJ08sbG3c1bLd5m9Nn+VexsQVmWcIqs7uO0yA57r21BqntNpcUZ7nxnwKOAoRparzGo6U0FH0EPqvFfXvD/m8dqd58yab7gXnLzcZQZ8h6Xt11i9kIEnlPaIumUIuu2uS1f+Scw8hZIvL5dNyuDMuRrQyaG4Vt/yJllgXrzAVGMnPDKVHjW1lx0NZcyOlzT4BiKdD9IbqhkwW2f5+AorWjY2rqO07THbwvJzeOCpuqsehgZPVLw3aFkzeMFgz+EzKORcg80rKyh9D1EiDxioenO4ykyssq8p/JYvYFO1JfYsq3TQ6DqHCe1w+v819m+rYDuDK2MdQFK+U1/jHlzhQeNPWkzlBXzKl8yJV/GnYpk54fBi1pUMObh6ldn7O3dfy8z7L7k31/j/+Z/+cfjyy69SpnKlWrYjkT7gxemjXJqfVrk5HwIZdNb71DraP/jmgTePTTMy8wCF220pT548oVyyKJ1VRCfUocKI55xl5bZjJsmkORixC59ucne5++JVcmyLvILt8JBbE7jUe3+PA9Yo38o45GDgW3jiqwZR5GRw6vcDTXgvPgnE1HfZe8cueRPf/gODZqbqDh0qLxfzSN8qBdYL1Y5VYOESbSwJXgkjRKVZHhq6G+NtgXAseWlyM0IJU3izqs1PEQivx8xEwVage50JMbmur/EiQjGD/7dkdZDCgaspVT2hF6mU5yZpnf3Br79xe3jnndeH3/727zgM7Dl3hn/FCpAvhj/84U/D73//x+HPf/6YMwXucf0j252ihNdMuPWaeJRssytFl6jspMtYX5rqNtQEgfxWZlMW4lvUVj4YoodqngsvoSb/zNjx6TuzYtaHiZhVN7Dh4bP9DLQ+ZZvHuodIsurH1VZ3b3JIqoNfFupecBbi4WOW38qUMXuuhn0k+2x679B2WJc94D5u3U2V8ixSy4z1oH0In2tuSaNNti4U1i1Gj6grvuBedlcXnDKI6RJ08ZWyKg38k6a0H+xXN075nCTyI035wDZxBSeAkh+2XgmgL48v0xz/ctO/x9cHGoC6xEjMJc6vdGq0tDgzW4td3owpaHjTrxWu+fT6J1EYfas3lbPRmAz95hzQbcmAFl5OHsaSgPJjhi80zb6X0EDDZZ7lFuxGNDML8Et+M7DvYC1+GqBapk4PXMNqFFJgvqZ8pjko2TGhY/oolMJ1+uzLxj/o4iMW/LVjWjQ9+aUTlFdiXEjbvA2yrBB4xNvD8O6oexyj1zx8pWX0Ikz0uo5y9Fi0iNqnp2/R99/G139RxXvOgjAKB4XG9sOCaH4m3/zpQtSkIAVRZTIKZV9iq4KeXE6H1AM2bDiz0rcJm/HYGbMjrnKmCB4cMNOhPxHq342Y0rmGnmAFd9C3OCLIwrTHcLqJJX8NWVFUvlbOVrA5VZ2pkyjXwDm6TH2UjmAUD8PyyIMa+TR8M9Q+uhtx/ONcVPRC4dIoeeGstSd0psJHGZkUb5aTseR2k86h+7lXs+xcBRyljQZWBS77P4PWHyOcG91+TqMAFG/TIUbZkI+lbMlTeQLXeRzUiJKqAksH+AiFwlPLveN0Y/N0eMZM0sHpV+y5fM4dmzcyI5clYcxgd7hr8MF91ZvwwlnS8DAKbFEhJelVmAmjqUrDznWXpd5x8z7azFSFj3RYliocFcUzZmjNexWctTUUbN4ZBGHGwdkuH5eld6W8K5wqo2tcR+aMmjNmzsS7p9mZitwNTqPv6cgIQ2b1xsrQVkyZ/v/Ye7Mvu47rTvMgZ8wgQQKcZ4kUKZUs2VZ7KEsuW2q7XPaTu5+7/jU/9lrlruqu6qdur+Wq1cvlKg8aTXGQOU8gQGIeEpkJ9Pf9dsS5515kAiBFUlrdisxzT5yIHTt27NixY47IH4kwSS0tkWNoTDp1rf8xpbdaiv9Td3EZV5Zvmjd8yxeNDbZe2btU2fJtJ1mTg7vSkDQ/iyeGsuG3H/64DN1rxBwQucQBNs4uXnWAgk54ZnXhxw6zv+6fVe6dsbDRtcyeZTtNfd/8RWbAPfjmANc7ic/7pPfTydnPapBVwhB1tc9MSDM926Rn4hzfpCy6odJYQRahGqK7ehm2cFUlYkevcks2hk/mYSpOvikDOCKWfZUP5R8Z8h7vJe7xXuKwvm2W4e9wqJrPNnvBd9gDbkNoBdlb5rnGzLiHtK2zd/ASh/688cbbwz2cinzk6L00IA9z0j+DdTQW3bPtgNA1GpaG91HeDmbQhzghxRPnU/54K5Nmc9hjmiIHvGdJnGeoXgUcUMH2MoDuYpRdcDCWcvz4seG7f/gdOrObw5vM6r311lvDB6dOkYZDbC/hRGhm/m7e4J50BtDslI+NQOsHaFBybaPRLGYuLZILDN/4X7tG2WMZ+QFm+T9mpYyrVmxEryCjO+AiZKMfBOB3ZtpT9z04zc62q2ic8XYgLSchMyDoYJv4t1h9cz2by5FbR2fhmekpGWT4g7rNLo3lJ+VV/1048UmdOj9nuMrFeqhlyR1QCt+x7A6qHiBFTYUKOx+bHQJUYqUZr8qH3XEZsmSlysYilDloTsg34dTSvRwLq8513z+KtwYq1RnIsWbHpdZ3Tk5g7/gTfXt7vtwRx+0Aoj8bH/Nq9oUw6l15YvNdmbLjZzvn2D2HOG370PDkk48P3/jmrw0Xz59ncOrU8Mab73A42+vDyy+9PLzzzjtsv2LrCoO/NVgJr3qZAacqKPxdiDN6X+EhU5XZ3uHr3DDndpOZ7i86867XH8LrV6H85cHf7R+eyfAxV/Rle4xCRN5uXbs0HN1YGU6euJcbAg5Q9ijnzFBLh/mL6quyFTxhi6o0xngc1MgguKvjiDnL0Nm3Y9rVe97GoA68Sb0V/gJvp9vDUR0EX0dn2p5wYG0/HXHjfPe994az3FvvKgTxO0iOJh15YwLJnsRXKdW+i4FO9ZOw6ir//M+Ld8m6Dt0Eon/wnvpNnD8zqzypWNStljdNyqz0YZcCXZdIRKghH4v9vB2ASCLKRf+yYblL0+VG8NIViWU+6Z8IqcCfKMAdKLXUFF/2AuzplkORf3gFmyoNE1KES7vT+8pifMtDQ+EnL7HEF7fKjvIXvPhDXjQ4bIbCvVMgVBlLYZXE7iJcwRtmynchqpPfYaVTe354S9E8D1IXCxITigPeKem0dgjfHdvU7ZfNvjJdjlSZUWTLEJM5JkLLnMOtSTELFk0xVlezB6aS0YvFfgzTZg4NkwyL5lNYUHCEQ8cFi9lqW1M3Ga/yy0wCbskI3Mrwro10KDNm1MRL/4NFQ+l8ew1UjydLu5FAlWZPc8fSO/NjJidRUiU9Pu0vAW0QkUbjaqNsxuFjN1/8meFGAdUIICRCmwLWl1laEGz0ZyRXPPJhSpSMiCn3okHm6C6vatlj9nCj7NNptNOJYl+hI579bVYGLON15tu7kpc4UGmFO2Y9zXMpy5WpUGnl2bhfokK3MEl//pIvpEX+N0p2e6Wc7uZxO7eW55XmSpkF3+Ko8nagwkjtkNWqATpYMEx++/axAqzrwZw1ZqaTZZp2vtfBbQM2B6ZxvdJlGtyX2d9tw/sKb/dsey3YcZajmt50gKmg7bzFEOcsTaQ9dNio0wJE5E6L/AqZ2qpixyGy1jw655KTCQsK8lWFydWj8Bx5QMg9wX2VEfodroHKSedbaxzORIeHmTVncjOzzxC/Dfd9nF69vMRyYfOZDtfGJsuM6QA4U+9SuVpWTX4y8p5y03NPuYGGkF8pzW8p2kZcT1758Ks7v/XKd78CQ3f5BAti8m4sSlnANZIaQS+YzGR1OmgFibbUAfRGJsx/5ID8y8yBsy/cbb1Bp+UKh7H5uBQ9p6HTwcrAmksBhbfDzWPeJt0kFBGhU8OBecycX1i6nEGoQ+ByX/khOkN2LOvUX1d9mIemAg0HYaY5eTlLfCXC3ya/M4d5W0tKcyymzPhO2Z3grLImL9WZxgkd8igMbXTg3vdusWaC6G1oqsdIYK3t4Q0PGHhxMMZrybYp61vAXefgpcDibyfRxuQ6gxD33HdfBiE83O/MmQ/ZK749nGeVwKGDRxioOjIc5bED7qFuHoTnoJEmSzGRO8vfVQZENK5cUle71JGcnPGSvDcv8G3JKR1pmGKBiaxHPuDKo1KEFzKMR17mAa5X/+aL3vnmnZUPrGw5w/3Qb731BktpX8nAlSt9nv/qV4eTDzw8vPhPLw3bp93zSYPa+5ITD9FhAwVG7VNUWN5URP1sFAcBr5CWK8R7kTIolRvoi5t23sgrt0s4+JAVMiDzxP0HT56ITpH26KOr6B+3USCLrmDZT6f8Hm5VWF6mg7PMzlAAXSHjwJsdBA/Is9O9tHOd/fo7yOtGBhOtP7qcSrVlbDQmJHVhucijqUndNjoq7/gGpnggrfIgjx8TXMJRm1WeEGuV8apLK1TPwcpjUaX85A3N9tY0RFrxUrfAY8+ucLWO9SPjls1UWSjiCq/Bk0PSEVTQTFpmfwSNvM1m2pSx3umyznAJZ1bGUS/u80GOzVtLkSZ4RxpGS5PVQASuGp2x8iMxISgONbA4lysd8C7eSvTtzUxfd7hZiCpTzR3yS8MiI7ZRwnTcSG+fUdo4sE4ZPzncz/7wZ59/npUXnFVw+gx7wT8Y3nj9jeGnL/50eP211xhsOst2FuUb3UEdY5vCgz6Va1dmqV/MC1s/FsyIGP66dyM3pVQNERp04MkLj5T3ABdk8k4Q/SrDyy4SH0ZZr0KTcR5g5c7O5oVhaevccO8JVr08eB+rphxUoYNOZ3mN9k6ER7UqeknD74aDt5Qty63ODvK7EjHAJOIyq63S/gR2i8Fw5fmwK+eQHcvyTQTWgbPTpz/O4J5tsaw+Ay7Xw4H1GgMYF85dGO49fm9m1O2Uu3pOHWM7sSiBLvnnJ6Ynsb7qtyCFxiZfAU4ZbDjGwNNASXQh7W3eKk0CzcJXWRZtdytdFK6AvzVxQ5i0xbR2vI6zbDY8MuFDeeumVgARMoJhzBjpNg1Yo5dsH1NfKd9JkjCJjB/yXxGwrBt6ry0N1jPdiNnoOq7EIa2JvDCJUSrFWj89dH/Hp3/k3fsJo2OLIGhB0pIY7x7XCNuFsDiQNJVfhTZwpbDIqTQjjTiGkkasUKVbO339XXiiRQwsAVbMvHoZ6h3rHNhGfILpX1pQzA1Xy9Qq18aPu/8tgeGvxNtWaQZsgUEb6NGdLfFz39XoK+8mASOsxKi3Elr6ErJ+ZyhnuHu6hNCUT/+apbt8J78zkBnaiS24ZtG0gD0dk8D6pCw0kMnLvuieRr85/Lc47Bk0Hk3u5oFEeLtIjdGATbLMSzO0mmwlK7bzVPS6q8y0Z9+oMWEPenDYkFQJ72u1tu7OfK3SMV1nD2SUG3Diyb49FIKdGUcf04nDT4XTcjgC3YVLuqZmJpTGUp6p2FXcDU86iuDWXd2DMw/+KhZGp3TLzK2lSSMA1mqM6MCHlVbDr4sjt37XYTudJzSwaThUx7v2ctv59ttK0ZnRnF7uEmU75nS4s/+QRrnLy/NNeBvrLlGXmqS3sWJkCO6mdjfTUrCb1x3cpiHLLhvscKVDTWVeysOBiprR7ku09HcW2PsyvRNbuysLtghrJbiPWeTcEZtK2QYiKwwYlfakcytLZ57sfNeScmc/kDuVUxOApJXMSH5MUhEqYZB/46ytyDFVOSOw/FejAplqfvon1DTJLcwNO8+mB3k0Xd7JLD1Z7rfj/d7Xs+/ZPenXafDbyHGm0oaiZcIryW4wW7PloAOd9KvktfvAN/L2vva2IgIKLD+VwbwgOzIOTRk1lcIFYfd7loRKpymZmvmv8tGtXwVWUtsaWpYxeRweYk0H3Aab4WaYvF5FWu2cpoPKQWwIa04rP7hDp5n888RYr6a6wj3QV+mAO0vhDPfONVcSeHUQ8k0H3H3ySTcxyLurDMRsAX+ZA3Gc7bUD7j3u3gt+mGXWDlo4YEUmFqnIlA2JmBkz8rkoHwW0y28YonulEa7uApTozIX89cqovxPUmS4UvKtc1APO9EtDGrutwVENkvK3XOcMB/a6mwSKCmHpwB05NDz19LPDl597nkEpeMwMoGm87sz12bOce3BhWD/j1Xn7maU5lNPJXU4ujHukr7HyoPO0eFC6dSo/lQqSmaT6Vcm3QtX4m/KNDFRjqee/PsUhXVSRFYKPXU3BupLozOmPhr/92//O7NJHNJI3udLsJDN6vzE8+9xXmMH7YPj4LIfQsSS1DjTq8fU3saRQ+CZO8tq/7ksoaJk9Vls75MVKq3BzaBL8OQivPTxtg46J19x52OclZrc/5q5lcdpREavnDyh3rlwZljnwjnKaU/0p2ebRMrhqm8AWMroxPHyCjgT67P0zH6dMh8jdOCP5nWj5tQfzpnklTIIkoAF8pkhEhFH+dZ54l46DU/r5r19+Ju/5IIUCGBuARpmBUPjgwOjlzDQSIKZoEGWXm+YxepsP+gtp9qV/iUukgm/YGH3JcFQNUjpAiVwvEx+lJ3rDToJ6SiSJ8RYGxlUITI+tvup36q+LsQv3yU2VlE8adgo/oQVr8MVpBtPzTOZLZzWbmLBgMMrBNuX3iSefHH7zN77BQWx/kE7lm6yIeeXVV4eXmA1/95332dd8EX4z4MRKohz6GX3JihpvSrAziqwqY4udlGhS20JQZp6af7ca/S1rgW7ihBuwhvM/PtTZ1oP7mYnex/aaq3S8jx9eGx48cQ+d3KOc9+FgNm0ddJarIc3WkQtB5qGJUEF94yG/+qeNQQQ1+2pbDX888IrdNDmj7U0EJ7gy0YNaL12+NJw7f4FVQ28O59lLLz55UmfKMPBLfbNJPZVVadB69Sptm3SGJKgokk9OjtXXSOWtrMFFHV961+4NsP7DEENJ561mgk+ACtICSEOFKqjZtwDB2YIHCnvKSsWMPxS08Mbb5d66wnZQucE7aKalFfqK9Q1pICpvgp9KSh77VNy4+q8nAdNMS6yFuwXvWBpV9WmuJdwIlBj44h3k/bt96o6ZpyxO448Qs1Dl3OHjzk/L0jHMvEWoRN6cK/QUR7cLMIUeQ8nA8KhDNFTjy1DdYA98//Y981cX9PxL3ola+RKMCJMPjaCK3/xuDoCk3Tz5LoILstIpolZeRzixz3AEYO5nMd86tHQZtj9zgeYwhv4571td5rwb1kW3uawaPW9H+wgUS5vKm3f8or6mGWXyw38snRVVQKpjYEfBA67MUBt36WjbCOdxRtKTyi18zsJ2vL5VBoC4SQ9eiZwOCrabaNx9HCqWSplZwi0qBTs5q3RyVAbpxPFth88GrMW5CreZXxTmF17PF2IAm4ngqviASdwIepbaEFcUYr5V3D50BNMhJ75WgESjmjGNjqST8lLM2IxTN2e344dd1Sd/7DzbwUjHm2WzKy6dtcNBg7svzc+Sct3CO92d9fbNQwcjHffwtCoe6ajCdvfC1djwmbzMS/OkDiCRp3bEeex02kFdfMNUR6wNxyuVo3lZ++s5CGoLBlrrwvObKHVPV7ZR7rPtklpXA9ABc4DC/DMnzEWtyXfe1Xho7gLFyk8ajnDMRgefjupqnI3arfNdOEt1RE7oIKahSL67PNr7RD012YEbw9tpzHJy7mK+vlr7wF3i6oyYvPAk9MwSgMQlgdt8X2dm8hqdx6s0DuyA2wDwsQOQ/WfKF0JlEkZ59kPT3kpgPpVH0lt8qYouaejwgRqDta96KUeJgJfl0kaa4m74lNsRB5YScj0SOPzWGb46C5675slct46YjnXk9gAn81+ns7zJbKyz4JeYmbh0kUNu6BTaeHIW13uuEXBk3cEVeG3Vbx7BX+8Nv3LlRmY09l+ik8QZAAcPXKql6JxanaX8dsLVQ5bHkQ+Nfig1CT0Z1RAK+Z/qp+saWVD5U9gt57qFNfUDfqRHOGPixzzK4KLNUDyyjA/9l2ZpKSDsNpI3aCjeO3z1+Re4u/5BtmMcoKPDbCvlxXK1xJNZbeTpOg3FVRri8lKZMg+NzLIofdEn6mnsXV6EkLaUh5oc74Qn383nLv0NkrBgVeEmMeU6+9WGGcPV5/ibTq9lFX6Aww7VsXuOpgN7jD2eX/+1r3Oq+UPDP734E2a7X2FP9pXMOAlrka0GB5YY3z7KeXugKbz3HRjLjk9b4h/qgbajgRzmKjUOmbuXQx3Vr54sbaPcgaGrV1gx4JJzVqWsersEutrFChc5Cf3apgOI6jgv9mV2G48b3Fm/f3XfcJIOxKOPPELOrg4/eelnkWm3BnWqQ9an+EkZJNwod+Igsf6Z2tE9MjeDE+znNeEpP8qah0557RzqjDy5bPVNJ6VWFPRx6R5fysUoJ9213lN+IC6IU6XDwe6shmEw02X/brcy7e7R30IIrksMumGdfdDWv5FHUFZ5Km4YQ+dHxVa/unU+Tt1/Oe0pwHuSZrl0hZG8sh5xcKq2nHA6+IkHhme+/KXht3/vt4YL5y8Npz44PbzK4Ww/+uGPOSmdA9rOeEAbW1DQzZYBdbQ3NmRln42esXB3GtBX8g6f3ui/hbBen1hCAABAAElEQVTkcy9nQKoDzEszNyFt6ln332AL2X3DNcrM2o0rdPyv0SG+bzjGbSY3L3ly+37Kn1eDisP8rXilyfzLNzg8/yF6AX0XqFJ4t5BlfjsL7naWA5wZch+rhv78f/qfWSHwzvB3f/f3DOAeGF772SsJJ6z1irpSXeDkxgH8Hfj1BgU73w7c7cB3B9tomUaXS+qULxSN0cizbtSzdvIjgxVoV7v+6jtNYMs6+V0sVDMeT4BG626+orfMGE8mnqh3cl5FC6V8mcJIgHnZKjDdYwiXdi48yV+jF8d8C5byZv4LGx3dkE/isHrXVwNbSW+s+ekzvZ0Hu5VpAXVvVM0CT21TpFP3z9AeGqGjv01I0TSlbGr/ZJGL17a1Ji/THHQz3V+efsdG3hmm+FMu5LVNjmJ6d2rw03JvjhBwzIuydLxjQCx75UmHqbyDoEkepP3QAX7J3j9nx1tGffpMnvJid0yzjDAzZL6VQDqiKCs743ZCegPaYmGDrzfkzQQLfTIXha9Bj+EPXjtd/DPJm6U/dryzPNlZQxs7zKa5FDwdO5Ru5WeFUYLExhcPNiPsDqOw2dBF6QhjsFT0qAX3naflUKVf4XaWuwuMKt+KwBhEFTH1O3hxQAEZWWZncLOTrJ+dbMMWj1rHmQ5CHZzWlpun4+3gRZv5k3fykMrUJeh2vHM6KQ1B98WqoUrZVOJM7y/ClDJQcdvBroER3exUXqdBaoNApe5dxnWAU+V7jazCb/KnK5RxcAPOqmCW2KflEm+XeV1jVnSbjrdXWB1gUGY/p173Pa12dOWTvHOpGBlWD9aSBt7dPW+8K6tGlumf60mgPfQEh1mvFAGse8dnWKJwub8ybeWUVRik0/cOAzXSY/56Zdb6GjO7md1lAIFZ7j4gUSsFbLxzqvQ+Zr6X6DiRv3a63Zu2Tqcr91y78iFlCbwhXB6GmMhxnKBBWUs6oa2SWbxt5I5pTdDdBKbxRnhN5Csfs05sFH+DSyTYw6PmRhYYksaIZYV3a2TsUMbhFkuqGUy4UQcIOptwmD19niTrnmRnw+XTDo34zRvu1+NkecqOM9o37TBaKyP6m8jDDieoXwH2FA1IV0F4EvohZr+PMDDjgWzexWre1J80VXqUsSxJ9ru5jendjScG3NUYqgIk6fJ8dDEuPkh7HBOe/AHGbQo5mI7ywk5hgfJkxnSwsXkd3XIjy6APkp6HHrp/eOKJx4YTJ1wCvUEHByTopAxUOZBDxzsri5FF6bGsmEeWtU2Xmss3dEv0MjQhxYoysixnyvgtveajxt/oYSGUe/DZOEvDUuFpITOzpJKcmOAgTPieOHosE6CEL3k1jc8++yyN7qPD008/zczS5eGv/ur/Gt7hXuMbO2zJWD+cuN0TWvSBT0Y2E57yOcbSvaBTa9Km7lV3h9cVUNl2644zhce5QeESy/W9nuk8h69ZPp1ddcWAKzAcHCDnIp8XgaM6orlds90U6GGZZeUb3AP3wIPHhwfvO5rZbgdAzl3hoDzilJJOVsX+ef4a08iNRCSPkm23ifZu6DMVrup58MEHkceTmVV1RUItW56PQ3zJL7MLXkdvZNCl3GccKflH0SdfK2vxtew4CE59vwV/vYYwnESWvVUhbYkSypbPLQUtrfMcmE94dCROpS8tpupT4rtdoHkUn+JL5HfD5btHLQ87j6MbCbpDG0lZtb6wXlR2jzOo9PDDD3NI27PD//jHvz98dPr88PIrr7Iv/KXhxZ+8OJz58FQN4qG8bWfIh+RZyoyxSDl5aD5qJ5Nm2qOlCo9kRyAASp6bp9gxSTn2avPty+zz9oWz+LB/nbKvfnMCAu1OPc+gFgNafo8NdBAYu6U425vILnXgsgNq0VGNAAGmRvGCXsu0uv/DSx8mr3/t17+ZA9Sef+H54fFHHh3efvP1fF9mVYBL2V3BdpaVRNdob+ynvXGNpfoOVNTWKlJPPNb7N7lq0w6l5Uu9oE6Ud3Z4+AolsqBkrtoJnV7LhAOwJCBpsK7M4BHfvuMVLOKq9PsuzPqDubx0vo0BNhlROA2UeAlhHFCf2yEcWHD4zO/ob/D3e6ZNoOmw3dwj1cWtjn0ApJcrYQQbbz6IvPRgQSCSmMiS+52ByYA1ruKNXGMveSlYf7t7d+lxSlsI7B7T93yUU5/P3i5Dyf8w1vdnZGYyY2LInx6H3JJ94XiLLPFOEg1vRxOr7cQ2NGTejHQWrg5bwXoayi/J64w23jEsoSbRdByf9h1URtbMXDzd8XN6r0xH0CoOmSAxPt0+71NfyZoG110W3iRqliz9Zgye4Z+FKf5aJEspREHE22JiplgI7Xg7q+sqUxo2oHSfkv3RYPeHj0qXsaOYBMakQMlor8jibTvS/rcPtzQN28ssXb7hAVt2vul4q6QA6ntu+ihiUBieP/WSLfV684G7sVahqM63LoaRxhVodd+unW3Tm3BURqWkHO0XVpXKE4YAB/3ZC6MmTioNixvuOUSNzrcdh32p0GwE03mic5W93bhlFspZut5JhxAHLGo5ehu4oLFhI9FZWRscfYDD6KxM+M1/j98kflHG/Da9NpwcLd1HZahs2Bhz6ZqzcjZqcmCdDSn+gGjkFe/z0ZMgb2U8pd58IXAyJ51VTywGZ2aIuX7EO6Q9eCsH0dH58j5O735NhytyJgJQJa98W0mCF5xQHfwFEbDEKWj27UZWrETxkxDe5CqUq7BUVgVHbkQ+qvPDIAEVUbYMIJ+MGw070LNBA2iLittO97VVlljTyfQKMhsOyq2DSOK3Ob9NJ9zrubxma22TPaUMWLjXf4295O4DdmZCGfKR52GV9IgAomJL2qtCFXH4OE0ovM2VFkYZY9hGQndKoP5hHmuXTvERd77Lv/PXL52THOJwBYd5YWPE0pFT0rEr62vIxH46NzfWOA39AIMOLDt0H7gH3rgk/QqzusrPTWYlXZJMIPKWssy+QJUDh3bTCLDhwsAHcuBVZue4IuYghw4dZrnwEU+7p2PvPl5ndCxvrp7YqdG9NLajs6SXRyPtNhq6maar3EyFRiAfQ3RDWqGlgpeOLB/luODNK7c7eFex98ffdFNw9roz0+9sNf4b6yu56stZ7mP3HmVm8SgzMiyzRXYtUw72SJcDTOl8wOdqvClPlDUHuHjc0tHPebBxquRHRkJ2oyn5WGkYGzT4K0OQCDNsVLU08l26pn0LR7psPCasaQk/dCub5S24Um4sJyS3iU7DEl1+icOWvCbw448/Yob7PEtAz6HjlHNkh1mx8T7cSZku3oplRs9oj7QppxJdkOFVuMC39CUYA7o08E+dYkn7x8QJvTb2neE+xHVr68y8OUumnvGcieg1+OrBTEvI1Zp6mQ1hXvH2FAMk9x7hhP81r29jwJHrynZ49nFCfeiIziPPpIe45cVo/B4/RpInLndnNR9aLjd8FRk5EjbM6ki+0YFhj3ko+uQlNt0bMcnf8gXA/LWj45J7ZkjRaXby3CpjfWw9GzMG9ovMDnLzouLhVfZYSnbKz7zS03Bl91Csyyz5X6aeRFVSZpAJdEAvl4JXRhZu89R6uZdSMS0a5Vm50ognnSl1FXmfa+miV/U0vZrCVjNv5bLrr2VpLzNm9jSXp8BJ9NThru3WrWKtDmrRUIeDylvcxcSPA0HrDGIdPXpkeIDZ8Keeenz49rd/h9P5Lw5vv/Xu8OMf/Xh48cUXh7dYnn6eMrhMOfDA0+I39R6d4Wz1a3WP3HHAQv0r37HO6QfzNCYEFA1+K5/uN8+hgwTUfu/x46zmua/lPXlCHeEVo8sM8sh+UUSzOrNN/IfYxuHtDx5kal4qcpbNzN8YbYuzUQCN1TZx1ZXGKxQ/+vA0A7b7WaHiMvKrwxOPPzE89cSTWTXkoWpb6OOj6IAzp84wMHcv28DY/sh5LW6NysApguoKmRXKu6tnjN995q7eQt1Szqt9adYrbjOZxWFSRmY0tnIIfbGFfyakQ2Br1ry182gP7ydw+NxiSgfBfcPgmzLX4rBMiMNqdgd7tW2lu7SJsKEff+EaexOHabPkR/Kah1rIf85QJZwBxDOzGzDfeJkA/4RQnspHCDHijqDFtVXMHVYITZcz5bHi8Be7gaYGGrpZxBEmNp0QGJFNTZDNwve8LBAon3nhVGmNX3hpW0tXY/0Exrzhf4yLSAxfOIyjRQptsXUeK1sFlMiUy3lT9I71OsBjHoFL954eQ2YCpSEIKtPSAKRBN9sWnRzTGrMYbXMeX/gnfHMw2C2kjsD6zSPsNExAPjPr/Iz3fLxyhIh6KovXs68707CIbj5E2DA6FV5/LQxKpRk0wYBX8iKAZhyNUDukPFk+jbKUUSWAhp4FEGMUkyergVMU/YnyItySI5sIhAcxuaS99gfTsGG/pFRIi5VCRq5LCzWkYIrwl9BSFaWxkbfhFLSmSTxsbY1Zyh3eCt+2I5kE99AoK31Ouoti8u7seNioBMAKz8rA+bwydjb4xg2PdDJcpuhIchoFxGHHI8vztWfpuR3yalCIKx1zYLL8nPQGHrgMSEBT9nZLXDhV6U92xK2R8QW+zFv5aOe6N8RdmeAMeJYu4WceSV7ohLaSH9NQlZbNh+4n6ZGuOGBrYU2vnTg78+65cn/rJoce9Znh/cye2iise7zhp4j6L5EXx5or38pBN7fKM/DKDgBQ38Accmlu0iRGslm4Bhg5F8r7mCXfpdbO1jIBO2yvM5O5xXJrGpSbdKqtxD1MzvQkfmkiUDpNN7yizMELR/5rCbGNFDuTzjqt0hBQTlyObYqkMXRKl4yWNDtp/GVmMgT21ALfSNZFDEnLzBtb1T5zfME1kNNKahKmw8qhGowiLS1MlotTRIRZNQ/lC3aL/badHRryh+nwOCBx1WXodKLd2795rfjjYTs36bXtWLYogy7zdybXbSy9Y3kt/OSqJxo/F2hQutrgAI0rZzU9FCvL94nH8qRO6R2RNCCh00G+bqJe+8ctbzkujwkwCSOYPjr51pR3+01jHkmnk0rWkX51C364szZmOM4JuseP35Ol13a4N/bXgEvwZIC68GSwizwIFfAQFsRUnPAU/oK8HOWxjzPsAqBf+GpyOqNT4J5/SrZlQ3IVJYWl/BpOgTG61coVc1lN3nAI1nUguPKpH8jqS0gkDDo/ppF74R+9W/tSZNmOdlZKMVCyhHCsserjKgecWWbcU32rASN4ledKTaex0g2RyabILTBjvmI33y+wz3OThrcdMFcm3cfBaS5HNeF2ypVBHzsCxq/edo/sKogOMxF+P8tjHzpxfLjnEFujtq8N25tchSivyVvLroMg8j7kdeI7Q/r35/VOPC0yXsnLubj0w/Bqtnr7MRLcfYpf6qrz55kJpGPiQMkWHSAPDZxBjQGD2p/U/ZEVOiu8K08M4aOklZYwE82f0EneyDs558qhZQ8VRaZQLBUX0XQ5NkbRJo/jisMsAX5MDLERXeX3ck6rt8N5PzOuDzErvMp90LluzvJ1K8MmeD6JNRR+kgCfCFYuhmlaRvbL0/6NzrRdw2d0HWk7kBVj3KZw8vjwyOMPD1//5lc5TOzi8BanpL/44kvDj37y4+Fnr782nKV8uOfa5f77GPy1vUOLh44p9ROyYOfTtktwRx9WeSuaICeWIk8gQ7vf2rLvINdNcB7lTAp1tKtLNq8z40ze28bJwc+kR81iHXWTMroPvfAg50CI5/3Tp7LdTLymrusvv5s6agwwzzlgkdUqjz766PDCCy8kbsuy8nueme2LZ1lizjkk1q2HGbRdXvI0853hPU43v8D1YuoEJ0my2jDpoE1oXYKbA1jyIqu1uMHErT4QG6GMypcejHV7Bnqk1/qPvxo0DfWB16YwVzHJV+CCQEfSgWqJW9LbcMf/jj8NL3CdVxVPow26d6AbqvJYC5RWNx/JCMqD4tVFbFY+xAsTLL/ibhAO/CY8eRmMhaLKt2XL/yhueGE6kjzsTnyl/EFXjy8Awgs2S/SMBgDv0kjlFEeVnRnOkD/5rBRPHUzl1My+yzb77mEr9BTHNPyd7ODr6VcHYsZ0R8Bm343jhZAwc+lMwqSt8qmAxAddktb0XYsKKNsKCyaglcPdL29/RN0cC0eHWMCRT2joyoFvSkvytkOO6WsOi98dbtf3lP27AtzecWUcPQCu2HX7AFPfyPPEYZLGieunsC4gliH12Ml0JlflZEEj2yx4FDqVVegfGVKWmoWgEFDInC2yoLus3Ay3IxulJP7mv4Ti9XAc7wD2gKptGt+eUGnjb9lGOcp8PAm+CZEa2MKrAOZNPC6LdpZR4VD9KV7VUXKfE7AZISj6d2zkIxX0BzKKaU7kdGILQE+7iiUFonIpHR5bw/jbmLOi2UcFpRimorLjjX9mRrE7Iy7PXFYtT7zKxjTKzyyhBocDGCpdWMFItDy2wiMtkW3zYJT5T5GpnzJIIrVSc2mry8zhvxUDf87mWhlZCcn35ADw+vlfxi/dSvFbMcUFYfVvonaxl8xUOpklBqnxORNuhXft2gqHlF0ZrjrLSefbWSv3R1u5RyYbgxK1TBQjbv4lzsi1tkatwhH/gusVVcJJiygIk04OdjuawlQFhRc8MQnONXpmAWxJZ6v2bbv8nI43dDuj5gy3jfyc3k/F52APzc7McHo3+OY2snJ9uWA5Dd0Tqtf2b6cjqWy5fDtyAr3yX8E2bVl2z9uGkQQUT00BtolCkObiiH4YPjKrrR0eVzgh9DCtesybpJ24wqfGy+IuoZyKSPyJmVlP5Ny8lkcYB9NWvULmhle61ME7BzkN+iqzjF6P4/48Oz8uNrXhgpSxsoJDgZahjXLlVW8Z6IM+V8BsM5ixSSeIWJCBleH8pfPIBHdX0/k+yAF9LiHOnkYTIgnqK/Nb0/JNax/tTXLAbQevTONIeeDUwsZTu1IdbmXWGTLAS6PRRo0z7s4UQt8ycrHGTNR+GnwnjxykE3eM2RhmV8hf7443upt0+GLpnRvcVDXpfJOHSq960wjNcyLJU6PYRVcNhhUkEKFsSnGckgbTVXkYXHEr30pjS1f0Hbk74Uf5F3aJ0U9ddjvjYJ0zRB5CaTnNycEkzlUtdnSffOLx4cEHHh1eYm/qZTrmwmdAc6R1SlW3T1LT8jRsIa/3ZUlj+VsmXCFjnDAzB1StM5jl1UIu0b8MXeo0TzJXv1kHWa7UNxvsLX6I650eOn54uIdOg5y9yVLom65e4GsJfe7e1q0bdOjJd5etlhYkp0BjuUieQsqkGN6OVbv6JQ9BNTW7uekv2Hye84WjbuqCrI7gW1Hdy4jD2XyX4K5SLl2dUlmsj3j8ifUWPBngpmwK0KALsP/28se3/MyoD25d7yYMkZWM8zXKVrjZo+3Ybn0TRPqq5IKf/LRKPUun6n//j/9xePyxx4ff/NZvRjc8/vBDwworqTqltyL7ZXSRZ8X+UkuVEdqjH/hVxxUPcBQYUzNi7mNWLx4ZTjxwcvjaN14Y/s2lPxreZV/4j378T8MPfvgjDmh7CX2MBt6kreSqA5i3wgBU1wGotuRBxRfU40/yE3g7zlLloWgaD9TcTyf3gQceDN8dGHX1i+XODq1lRXl0lZCiY1wOzt53lJtNwHT24vkMzniPt+3MSndLmfKUwpXYI7f3HLtn+Na3foNr2Y6BFJmnvDpLLZhtMc+QEY/thrp73SXvzKpDQ7YwtXpD2qRVPd1XLO53MA5drli6SsMBZA9AtY0iKd2kHIyyWzyTKaMewF7wBqo86mHrPUGmQwIuuM0HmPtK/k/BWxTZuknE2eOfEHjwrw7PX3vLi2rr6l2IpNeS7bfozKdCiwsRuoReh4Kn3PlBoMAmjHiAC0x8wxixqHZ1T7xA9XYG1l8ZOeAozGjk6MTAuHkdNvGfWNOuMQvIpujHZIfct96rPskEK9bSol1mBY8ZLQUx+dQh+d1BzdOS8+7S/PXAjO0xv/0v5/Ljt5f1OCz8CDr1l85J8AXoWz/nZrxNhM9dIyBVs4ZiIb/rsLfSMuciHVNjYegznSkYUJnZbjqH1VAq6K6ke8FVscp98pa1UPlpCXSc21hQ0Ch0r3FweaadT2dSZaqnm67Q8b7BSK6N7WUK9zaKtLebRxoBVilYwdgQN6wdYzvazjbZIEp43jkBN9oe+tUVCh2zLjtW0nwDrihGseAJhdiByemaQewAg/64EYd+zq556JOzcwGxw51Os51q/Pl2WZcNaXH6zowPMPpn4CJvBhmogGRZxZly0irOKgh4feHG9NrZswGbU98jC37bCa+KR/53YwUqtZEZw3Y7GVeNACHNvcpBO2elW5LysQASTXAItm1eEr8zTNdpDHr1T2aHqaSdDd9PBeme6TqUzvwSl6JmXokHaRu1CPkKvnIvGgKLQ7klaMEQ3jyT1grjd6ATR1CKXwjlB9AVfnJ1nIMrVOAeELcm3cze28j34DGvgOlyrswq++lQ2hGgg351e3NYYWm2nZWk00aAM+F2wpUlCYWQTn2RBP3NQTmcmoXPePWyapUXdLoS3k7vbqbD++46IG95KVMaz81747P8Wd7iRR7bN9+mLLhnTLOEg/wxXR6wdIVZyYubXPFC4yh7vOGF5dcykTJEI65m2a2sSyalZQud4P7gZQ7Mkl/ic9+jnV1PRT+AjDhIo66pEVjKGCQ4MEBCKu/4DevCiGKi3jqaRi2+u93vgPIuPDQ4uZN7Hw/ToiBnpoiD9w4yS+rM9r10uk/QmFxHJtQX8qcGJcBJplne1V7a/ZOf6gk4CKRPIybvcis4vHCr2RXl2kag2MtMv5MMYEN3Ed/BoBn8EZ56Z99fvpN9I1zHHF6oLBfxjJAtfl7S6SyTopDGNuXY5a33Mav1/PNfybVq11jqHaYAW+nl1egxOfUoS2qTCagf3UztuKGaOEeA1RccmLbFkvCbNz1Rf4NBnmvjmQPqFLmsXKygz93u4X7UB2i4Hz9I2WU//s0trmbDb6sYSDqYxYMmzyRJOUa2zSvLb+ozfkcaO22f9t0Zvkv4aXLnwZQH6z2kh7flOYNg2JNvoQ6EkGvZchCwlwtxFl74Rlk6fAhdw+DYNfjngPmiaSLSMqT7CtdkdhJEGuc1Vofr4W599/ImpPb5dM7DT6IaPTwcz7J1lLL3ta99bXj88ceHv/iLvxieeebp4Xd+93fjbv3bDVHcSaQ76C/oXamcplWeWMbyy0ftUfbb+qy4Xle3ukUKvcJA5frygdxnfT+nf3/p2WeGP/rj73IQ2anhh8yC/7e//bvh9dfeyICFdWtmu0EX8TbVoJzFb3ksfZxqUp1Ae81+tzTZET/OIX0PnHyEsn+Q4rGfqxEd8AKGwSvLlBhsVTlAeYIl4o+e5HyB++4Znv3y08NDjz86/P0PfsAKjPPIaklPtlBh98vufWQEPJ7C/81f/0YOBdxEnyi/yr8D3jmcDrpzQDD1iMvYPSPjAIO/tmMdCMyBi7QrHPi1s23a1+xsY3drkwe2bVBP+a1871zypG85gYyB29UatRKy6iYIa7Thr17mL/+4a9pLW777z/hl+Pjp0h/zc28zhm155HfXAdY3WaVIui2dZFTyktKfMqIOc4DeATrXN1huJLI0bkDN2hipSKmJP3YzHz87U/KCwAkge/yOjsXZ4LYI6waQcvdXQ1B/8ZNvuAaRbhMTGL4ryMTj//vWzp/OglmKd2EGTnNwfoBAHJEpv5vyzmAded35PYetfwRZSWOPN07Nf9TNcewQenYE5ZZoR+8xcBEbgdoFrsF3+vycw9P8P8mLPd5zlGYEsBBAFF6ql4pG9YaCm7JTwZyEXyRmnk0jn++OvmQShc6GLwXWGYE+01Y0Sw84YVaNmPHd7EbQBwRWoDEqh0w2n5fY5OjS0Z7qKABgUmBtABDPMjNGznLTfaWhjrKAhiXcU2D5dal4NybfmdHwhg/xqfvNpICh8NKJlX5rDtMVvjlbyAwcj7PQUMWspQ3Xwuz92SDhA8ytE50ZT75NqJWRuWEHXPuyS81VVHynM41yDg002FwNoCKXDpVbBgXSALcTIr72SAeKL+kEDmDogSAeP6VFewYz/DKdOn8OpudxGGIkxGX+l1JsciEteCQPBcFfu3In2Ybpdj+tAMSbAkSa/TMF5peZGJaTUJf6F29xxxhnZqSwG0eWEFJ5eJK4h3V5RdB1O1r7dzJCbec0S8Tge6JInM2qQ757dUKexfRUQFVjaqp5YHWolzIlsR2g6E9w0drgsIIlDUhx0mmHUVpsBDgzu0mFv2wncZmZcJegO3DBX/FHHjG4xPcSJyovMfNUK0yu5h7w/aQze9ZoLHggmasmlOHiI/Hbm5R4aITLlaz2O7/fGzAjbKYUGmUyaROF9Hd+dKjZu1JdspnozGUdW3jfKeF4emaCmNIxEdjOtNkCX5YQZMvF6jods/0MLBykg3yNNDLr4lJ0O+Ie3ud93zuE9a8GqapMaa8BLAbn+PM03Wt0Ei5dYUnzRWaZ6Ww785394CzxtiG1zrU6q/CMeZyk1zz2T2MaMmBoOnh6YykQ8lbIlsZUVuSdb2ViiVULN3bs+HOKL+2yjY1l9hBzENwRrlk7eihxexJ7VutAp0Y++2TALniLkvzKT2lM4YAeMiyNvF7oJXHUaXpXfoim02h4zey77IUawOYfoPCg4jEujdnVS0fBlFs8KqJgKPnpEAtv4Lwy8Yknn8zqmNdff51BFq7heuRhGsm/TtpXuWrsH5hpu4xobEXe4WZRQ1hpnz6yQ/3dSy+epfDxMC9Gk5E8Osg3vcdbgdsZzp1jH/cV4mAA2G6pYRPG+7iR02PIyCMPnBjup9G/j8b6uhsYwZvsUjcjs84a+e1s+Vm2OnzM6ee5v1u9hUcGLIw7+VT5XDRVXoz0LXwWz8GBu6mIbPguDuNtgPryHec5ZOWvk2zoT83GQbNpNS0OXDgChum/csOqUf1r7A7sHeIAw0NHjjLj7bWJyLnLwRY63smXUEvYJss1IC190uqfxBDWJ99jxNA4yS+j3sX0vDffTZR/GlKTtzKqSX1d1vBQqzrPDzuaBw4fHI7ecyxLkT1P4/33TyF3fzd88xvfYDb2ROqUdMBYhUEzIDJrvk5Nj7vcSFsYFsIkCNPyvdE4Dfv52xsjiMj2QX01iuG9s7u0PvCQUAeKJBkuYvFEb6/R89T/L335qeGPv/c9DiE7M/yIPeE//vGPh9e5N9xr9xzgTLsHntYyYSOqmECHFXzoPgdy1M3qLg8SfeABlvevcR7HgfvZY78x/OzNDxhIx5/ydAO9aXm2fnBf933oSm4eGx6+78jwCKthnnnmS5G7//Jf/2a4Rp1/c81bRioNLhd1xZcHdxr+W7/5G8MzTz8FTjvEBqMdCQ0O8AIQnqg3nCwI1aDxrBF5ku+EMyUe9MvtGgwCK8F21i8xgGtd5BL1Q4e5jhAln7Yc8SqXCS8PePx1wFPd0eU3MMq7Mqx7REs402J43wYhr3hyzpCw2hueBJL35qMhLMvYqgXQMYilcPmb9PJt+UebpQirv3LmjPqNFUJZCQOwK3hsj4ZTremkbkiaEq96F4ND2sJGgF3/8LTZkz3yXJz+CdcA1WOyzDMKdE/KwwNhAhhahZF/Gcjg3YILVCZhy3rb+qfDf8J30TwLJDndxN4cEvcITFqngD3AHd+LgfxWNuYDdtzJg3mv8auFbHI1OkNXyceczu34CZT2NTDG0Z0NnXpHpDGjpTuMsD0PyN6J8WPmMP9FPC2BY1jz2RAtofEn0Nx3IATimSN0Kv8daPaOTM4+ubVgwt0ewcR/wWpMs4QseOZzSsvUruftQ06xWeApkzaSUXYuC9qhtSytNZuyIBRhlEXIjAunKq5mtxuVTpfFNm4ojkZMMgr8RmjDwPDV6aUhnSWb4iNeAqyk8BvU75agFORSCCoo2wbpqOEuzGoaS8TLibS0/JrCIzqUqWmJAqG28GC0zM5FqYHfSlVaVUN2EgKDGwpc94zYAaOaSueIxopwwtvx3kdlHwUGTPztvFOjmz4rJTscvqvyBiWaxm+JjvKDvuBL5a4f6UFjmiap8v3FG/PfQupbZV70SEevHGApfg5yFEz8JNbvhGtqQ0DSlnSIE5uFI8pYrzGlYuA7PDflGnzBV/KJnNAw9BqaK55OSgfc2VOvK3GpmEtcXWKWwRdxJLi0GQOxjnTCe1z81vS8KMr0Kr/IdyDaTxr4UgS+dM4EtZFT+ZgGDzDVgaYTTjmyE+5Scg8Wc6bWTqZ75Y2DzE/4pI38dmuFy/ldWr1FGl22fuUaM7osmd1PR3LVK9eULRIWueFtQ8Z0tqRgKVrr1X6Fb+4tJSYippXk8dvwzQvc2PnxLw1bQqQTKn8aIjnbEOFpCZGLNSOge+UxjTPCmD7vRnZpo3yxs3zP0X2kkYP16Hhf8mEmWz7lxHwawzaI3ZJinmagghUGGdSSqiSanKWjsHXhevaRn10/Oxw86zJ0llpyjcwRGpmH1zgnAMo8DE4dIAPVG6Fc2YBgG7CRD1wLrb6lpxgZBIAGHs8y4VZoxCzxHGKW9NhR4jrIQMJ+9y/XwIL+0urBjvLQ/OI//PEln4prjXemBTfjU06TiS2M7h3KoDMZls6GpfOBMrfkUp7SRgVbaA06MYarR7mI/Epo3AzfDG76xbS4ys6vwQ0yMSvk6UMPPTQ899xzWZ556tSp4StfeXb4yvPPZTbpH/7hJ8MH779PCAZrMlBmukEDLouWg1h5m+Y8gOrfIgqsTt0yiTuADAFlFhq6lTWZb3675PTmziYDMTeY1V0fHn3oJLNtRzkDhLTf8IoxOqDQk5sWkCVnzRlBY+b8xnCWK4hOnfloOHeRq/IY6MGJQMig+DGybYENusZv7x9DNPlrQJZDTeV2x9jfDWh8NXf5BgFke5OL/ha38gE+5DDUqH9x8C8O2K2PnOXzPmRXjly6xBkM6ByX63Z6KkoxBMsssRPSytphDEmHInlhaN2BaMFnCPSbGunlsd4QOMTjr5Xgk+hGVHNuwKvHxREdSlvmH7//ffZ5PzR885vfHP7y3/373KDxve/9IbO73PMM3CMPP5yB8sjKlJQ97cY4JmRPqM/XY5rqimlGkTaeEcTv+ghv1WMp0eQRvHIrxso96yzVvmf48pefGP7kT743fHj6NNf+/TQd8ZdeepmT7uuaMtVS2jDKPiirIyq/0alOYtDB9bBQO/WrawcY8Do4nDl3ZXj97Q+Gq6z8ym0e1NFuz8n+aeRMOVmnTrt08cLws1deGZYOHB2OepAm8njl3Ef4W56RBuJTL17bZHUR8vzss18Znnr6yayI6+2PdO56aoFXp5SJNIULdkAtD3LEVXXyIO03KYF+D7v07g1v5PBQSPWMJ/4fYcuQs+YO5FY8DXkRFlniJ+/eNqpCaTkaCWn08AK2zPRd+qQD6dN9pddSNXPpUPU2ZEghgPlc7TEdi6a8O3oAa9BQrUq6SaNhrA9HHprBzVS91GI2ktHdOl4KCW/9TBg/O3xfhSjdkT3eRU/HUKkzTGGZ4W4OHfALf08omcWt4y0etzjM4H9O2ygiC3g6f3XeVbZ074FteCyY4nrBJPvm/LtvOSauoJji0T4PF+iATNyx+jWGtN2l6bTV156/03TuCbSHx1y8wNiXnDMLn3N+ix9J0iTArUxbDLH39yJhdq6qY6PycVksHVMKauIc0VTk/qqAbfiruOLaMriX1zTX9AdWt8BwoGUa7xAu7Rl18V2958TlbHR60yhZKEnMFNsZHWReGsj43CBOG942OsSxA9KE59v9orUESyULBjOdCiIdcGa7rXzsTAPajC0wqTRddLylwzB2rklA9nhHcPA37TTSAgN8Dnay45yEMiuJv41KK6OE1U5HQxx+C1aVFnRAvxzMnnk8nMlzCaNL8b9ok8IqcdIEL8bCK/8tLD56Q1jPgzm7HxhfcbfBZxiNrB1Ncxu/q5HXByUSePRbtLhnCcmgsexS7mvOlLJX2KXFPvs5vKpX8M6OylvzxQ6xNZP02CEiBZUc09uNVgdL/AbcgSHNBCI4yk2pLJs4I6HIn8utzbkM8jAKbB9ohSV1azvuPeUgNu4CX7u21hq3ds5qD5YRpgFB5a+OcHbA/aUum1vl0KPNVTqmNFrWaBy7FL1ORKeTN5HDkl/jlmapFmenHsnq1tBdtM9+Z/ImSyyfmoThWzzBGeTYeCfd+U6Kx+905ECSJWzynse0Kd0Oyt1kO0m2hLA8+2ZWhsAfZ6lcMs4gyhGWEF5iUOUqp6A7Q3GNAQg74U5Iecq3M3hpLFkOoTEduFBb/tuXOUCLjvx5OvAbaxc5MOvAcC+NuaMbBxm8cP+8Kwdc/o0+MG3yJfJR/FI6IJg0VjqBAtJZo21mQ1hlwSqedfL0wMZROtyrPF51htyQ2aoNmWYHsiRHOamnViH4NW9kteCGDe9HCGDFt4eR9Rrz4U6VlKAFlyDjj3mamSviN+7o9DH+Aks0xGH4OxlxOKj01lvvZGbxz/7sTxmYODK8/c47wz98/4csb/2A/HL1Ri0LddUCDOLf8tgfv43Pb20a+CtcnkYL9ko3kUozADcYvDWvlDUb2DkV/jp3p7P3fj+zZydZUu4s94bbQdRxrq5gkGt1P7Pl1Hs2JNeB827pj86cHT74+AKHUXEHOKcf21BnTQr1Dnq71R2ZISDfzVVjNbuUJyn6NMa0GjYyKYKG6G7xGd5HoxybH/07jv5MHUjTJrPcH310BlmjA8Q+702X6dvhCZwdn9sZgfpjfHKiR9Df8+Glac7MgU0/tC8CT0KatuadN/lp/Hbq3KvuXt6P6WBfuXxt+O3fWmPp8HHqissM8F0Z/vqv/zqzuv/23/4vyCOzwAzget3crmaOiVP6doXe3bHX522wdnegz8Y1FEKz76I2Gq2Qh472jXKxeaPuEW4V3Wgn+J5jh4YvP/XY8Eff+/3hPVYKvEKH+Ec/+tHw8suvDKc5OVx97ECFMqL+oMHGICrnK2ygW9GP6+jwdWbVXVr+/ukPhg/PfMgqBMovettybt1hKAfp1jYOcXPFNVansJIE16u04y7Q6dVvP3r7GnVgxhGlkThdJfMIAylf//rXOMPhcJakq0uiO1tqK6G3/nZZSeTQkE646cCu3svbNhsATuA6WOdVhJvUv/dfO5m2xWHOf6h2H/QQznazTxSTUYbhxfXFT8Bj+ru+OhQRypQgEHCGQ9e9jFCpoxfA+2d/T8NLd9ATXzQXaU8bCUdXyGiiV5X7ZjcOW0blEmdgQKO74f3jIzUyetcI/LJuNox01NY/9aS4jKPc+/dutAL2K3MHDvw8fLtj2CYrTRSSYerYJqxzlAk6wuHTcc/aJl225hs10zAiVF5KZiqe7t9bAsLYXDMy4e7G2OMbTSdsdNjNMgUiwbOGdAHfEvEEfmIN8CJsCuAkTjuvObWaCstTmDPjilKJoqBQyYCxoaMC93sXzCmE+KjQc2qt/WcUvFX4Gsrem27NOw9ksoNsgzQDscA7WmiWBUcyHfskIZndgxYbOaUjVJqqfnAS1qsTVO/JLLUngW1G0CQGgocZKKoYXGhAAWRMAAFfwmAHPR1r3umY87YRrT3LYHinY62mp9bS3SXAprOUl5VZdbpdpiVxvushTBMWcRmPseObGcCQx3dxYJLoUMjP52yKc8WRaezJ/1DVCcC3/qvh04FNTLcLKkwCF48TuvlXIZL/yaLyAnZWSOM0/tg+l+WaRANsloEyM5qZZBpa7q220+0seK4kY4m2yyjd6pDKkoDirwEZ8rVVEHZ+dS/ZqziMxIaCcY0GYitsudgdSzpMozj4suFuZZbD/AxPB8+43U7hlgkHadaYTdumUWFZ8xR0GzK5ps1leCYUGXb2wG0XQY1c24h0JmrFvWx0wD2F2YOk7IR74rsNlT5gFJoTsHhV1Mq8xvwxQTNLOhB89vTCjpgxFN/Jyya/ogrPLLvpIBW84YylymzxVTgrYUfAxaH6VXm7bLAP+Fl5u0zx4L6N3Ol+0LvANw8PF1lGfomBFa8m8zo298PveA0OPA1fee/Q2MvBhDSashRfQQHfNffXb12ksX1puMzpt5dYhn6IxqH7rg+yzDErCNgyImzkgmDmpzqp8qE6b+bpGito1ulw22HbTyd7nSvQDh1ilUXKuukiVSYMHLm60BsUVEwY+RG8+SD9wOqjzjGb/PEtDYFWsYWBFdJgP5cRTfAVPfO4Whz6j3HOQziyab7Vs+DXPhMFdg+JfPSxR4ff5sAjT5L2Gp+/+r//anjjzTfBX2cgOADl4UmJWdlxoCJfjVd4yM5y81eHHoP8NQzfJGeaIjU9zeUWDjtIbtCJVOffxwF3Tzx8YrjvCKc+W9kwgENPGnj2wSIPjnC4KmmFJaVnL14d3jr1/vDm+2foCLAflPBbgKrXUxcwcCA58mMav6wQ46Kb7p/EpJErojkzxTq1zwHdPu7QLI3SLQ7l3g6Gp5pfyqCeMmknapNpffOAkcSKYErPaNcye8xF/yNGFSq+u1GrW+UrZU0ZkJfGF+Diq5g1ncud6u5evjMK+rf5aP44ePwNlpb/h//wf3AjwhXOXzjEadfnkvfvMhDkgVmnmd39CfucvXrqhRe+mo6WK3HuZe9xJz56DnyV55AIjSmq0ob71N5paAmZfY62KTcWUzICfX6WiR5IF4hvx5GkNweTUR9ZHuXhwUMHWPr9BNeUPTZ897u/n5lvZ8Bf5nnp5ZeGM6wC8QaBLfSxJ4kP+w5SfuhMuzUKPetWrHfffzdL1jfQtyhnbhvY5MpJVzvRXqJePs+gyDqnq8vI6yz3plQCz+wpMNk+RvktPcnAF+XePPwX/+JrDOYdzQCK3FTd28Fz4kg5Mi2TZPLdjdATnmMV3gmbpk46YOluMtZVdF4V6uz3sI9T0dExuXUEP1IAAhUVktyeshfeyLSybZyhS7gioajQvaIcpULCfZr7SNBoIbEpJD3EnoAJ0aEquPTqUq7SUqGL/tQ/IVCQXupK74W38pV0z3AiM3xUdWsNLz7DgRV3VwQJb9vXNpbGKlEMfvl0XOEf3048UbMnHJ+3mA5/i8cdHBKnfJ2Yu8ZFGorQHqK/J8i+MOsvJm6zTzZoIjddTsopv+btTGomHslpwxcC81qz+F0hhEmJKQHpGHvkBRQYwyvOU4ns3l3G+vfcPd6JYpQFCvCIXMeqhUZvMdhAWRCejth3EjQJMLEGrJJdIbQXwQUVZoqDaNFfNSOVBg5Fwbd/6piUtI6JokZFHVzNKSOH4gZtFURptoNiAWWJprPNINrnDDV4Hbros9bu9V2h9gUcNxDqRzjBVIwpnLjnj+9qvuoX6kJLFWBCwUs7wy6d6XRQE0CHs9w8dIhQ14HDkkqgIiYewqosovClAM0SNYtkOVOWThy1VZa7Cqe/j3FCfHXQq2NgZyinU6tMxAXdwqlchLPRwWfcKg9Ii+khzTjH3ffnbSLERGJc5hVE+AvvGz3tO+7KgVDSGaj6EYcIbtCgzXIr8g9mFiphyQvzsS9nMt9s1wVLggrrV+NVqEk0jT/hYMG3eJVNryvqJ6HbOb3aZkkPuH+YWfB+Z3YGSIrZ4XlJhohCAYRF5BoNLWXt1aJLRdPtLYcSXhzOtMEaRuhNq2mhI4jMLCHXzsO5/3lZP8RO/uysebcpnehVOpR0Et3b7FVk3nGdii5vZnoJZyNym47lEh3PFR5n+13Wt752PUtEXcq+Sifc/bXKm/mYHyzytAYM4qrPrkbfRfUSN8qk6Ur+BgamyEeN/LHAYiHF+fTX4hshxh4xCDG4gyjQLZw6wQ74MrxyIM7tJjawXBK+TgfHju4hBim80/sSs1UXaSw7m+3yc5cFckV6yupSOt/wOB1h5YfyDc9sXMJG9A34OFTxJvJx6QLXSV1aHY6xf8999N4tu+ZsF2FrrM4GnB02OtzgWGf7wgE62/tZRk57kg6K+wBJ3w1mS0mNtxuoL/rM+w330dF4XF2TJ+GcqOAETJFvkfGSZZDAK5HxTZrzCBfjW3dehvFBbvoARiHFjT//ayRaWP+JV3zBE6dm8yWuet/qMwOr2Nt3j5+3lJuHi8YSsMbS1UceeQivK8N//i//dXjjjddzOKKys0xjO7oT376lKacdw/foXOh1+4/YwwcLChxO+lustb0HZ+jwyjn5l/rDd/jkMmn2cCPIXmd3/OjB4ZGT9/Pcx6ALHWZOKs/ecnsbyNsOusozPW6S/2eY3Tr9EbPcH3HvOHvDr7FNZHsfp/KHLhlc/LThLf/C91ZgjHo3nuD8qYzZ0/OubLOvfDvwHTN1n3ex3PnMjB8TBxKR1T/w38HKI0fvSbouXLpKx/tqpc+Eanypu/iux85yPRTc5Ifuip2TA8qp9XblnZzCT3/+pZhXvjPo2fGYpjboFJiAC6kuxYX/XudHvnUvTIVQ2nA7wkzo4489Npw7ez6H+Tnw6qool1WffPABZG2FsyGuDw+whFh96Uqp9957d7iPQ8H+13/3l8OTTz45/Mm//tdpg7iNaRNd6+DEfpZQq8Csxzy9WxqsHx2Iv2sTxdihTZP64bM1XU/vjTXcl53NmFH8ky7vco+R9+hA1B8DTnbE1zin4YHh4YcfGP7wX32bAwsZnGLwwk74K6+8yow113NRvvYjcIdY4bJCfXSVcvjuB++zPePysHboSM5aWFNhRzbsaN8EhgFSBpU1UuUqx+sOiqkvuk6FDgep3UL2ta+9kOvD7OjfoM40DTu8d6gTS3fikIShpSqZOJQZ+ZK0Aaas6qVcGoan5Imw0OiXgzB2vtfhi/WU+itb2QTH7k0vmaDiW1Phg9WPoPYdv6BsMhs5MNJWSKqgkIYQ3/BUuNlv+Y3E4qFLtnDNgEab6e8hYhvjnLn28mwgo27RF+26IQBOyOmeIohFGv32bZKqnFMOSEsmrvQkZkuFqzetSt03L1J9epmtLxxw9a98iuiuS8IPvTA9PfnkxzpjL1OaYOa/+L2bbMygK20jbjx6vihj0tlNd+/fd/NO2u4GsMOMur4cSvd1T99Tyqfun609xaTxfLd0m5+LfJUCw8X0sCoVTHdfxLXIH4Nbx0foErLlQDz0bI6+zCv+kLqJI/I39/UJP+ZRfcLAu4DPElgFS/qNo49A6++SUDsLzlLYUR5nGxrzRCvj+qf2wuOvlUp1Guz0lnGGATs5dNNlowFTAxoz7r5w2weM8YuPNnMUIWUYnU04AlmQssQlkQFg6ccYjf4KQASBiqCaS3aL8ORRRdjprgYvbvw7c21DLMbChd2/LFEnjr7n26vDkkYaa1h4CGeahU94G/9eG+a3Hf9qbBomcCROOGmHkKQnM7fhLbP/rgCg0e7hUnafgPqFGflfT/G2E2IW7Wniaf7AOwZpesd9mo5kdeWOLCCN/JqnLb93w62fxt/wLl+ydMYjYezA2ph3JvkKSwo36Iza+bZhmaVwVKRZmpZsI6z50EyPo9zMH2OreDvMXu/KX/IVIc1KjgBWWMuM/uLP4WM2PBBQpCT7tdeZAbejbcd700EDZvG9lsxl5jmV1IYJBSwHi9HjE19Oe19yD3jtGV/jSrIN9oD7OAueg9iUQTsLpjEFAnp2SU78G397+uTKCGohNXw34Vl9h/taBSEuy6XpLF6KRTYKpY8w/ChOfLRgoc9yosx4z713x8sP/2zkuKd9g5npg+zjP8ohUHbCL3AnuDNWm/Dohg/LwPeR3pyiju5YWoXndPS81i/XxDDbvc4M9RJXfl04d364fI599pfZA45ceNLtDksjXcafhha8drbGQRM7bxtsBLbjvUGRX+a6M+97rgG9ni71STPpLPrd3MK34oMQPc2x+9E4kyyCB9FDqdz1mzfqPk3nsZ2mbEmxkUg80YvAyF5jHDviFQh/whaKhkUPDMDJx/oqp6CsxpPZX3mKFwimojAJEqsNUU9L/v4Pfji8+fprGRRSn2VQgpau+ZxrGJHhJfQ/wxUNBRSAeEaHhIaISRStnjERpFltTZsuYP5QS+HMYWoMeNzrwWksLX7ovnuHg+TfqnNpNCDVHdcdGGRPd7Zz0PG6Rqfqw7dODW+9+95w5Tp1Ekuul9cODTtcs0S3H7xVdour/pZmnvFyQuIvyCq3ZFd+fDfitM6kT/+ZkWN2kK2Pjh8/zr3XJ5nZu0JHidlLjCj2CjvLp4YvFe8M2sP/Mnh+G2EJbUSixFabg1ITBVE4o5cqUXsQMp+6rmO9n/lP2eKwxSDmvXQC//TP/s1w//33D1dZRi/6NTqSDmR6FdWHH37IQNEj2eP+6s9eo7N+djjxrW8Nf/3X/zny9e1vf2d47bV/zuzu7/7Ov8yKqpQw8KBl6JQWrTOdN6W98eaX/kViIi+WwW6VtzMTWbETBZyDX0eOHRmeP/Ise62fyeDVRQ4evPDR6eEC98Afh+cOZp1Hjs7jvoQepuClXaPe9Do+BWsb2dtCD8hJY7NOdBDd2wM8hBRK6FRvZ8uRlcbzLzw3PPPUU1ipGeycEwg0vEonOVAQiYgMVbnFO51H390kqfxEn+YjqPAmtAiiQf2sGfaT3Afv7L90u0oqbRXIlhe17Y34Qwj8URfz3weU5GunT4+KzrhNt8YIDeyDafTUx93/qgunRc0Bt4bxrpGMOn4SQpzRyyTQ8jWz27Yw0i4zpslveNBgJaDTQG5lsCodKAIm7OhrsuENkYEt9ir74VjcJKnj0n4nEzzh7Z0gf+X/aThgfu1mdnON3AA8hmmiP64InMMlhl2xzEXXIZSJueA6tEcZ6Obn6nh3JJ/320SpOBzpUi/mbce7PR7eY6M0DAKuZnuLql5gbOA4g22jS6WQkoZbcaW6vsXipkB7BUalmD468a7QOLIBrh60wOue5eR85+oiGEsxr8YnmFV6Ft2abdSB+AxnBtgBkRJoMvZQQCMQD/CqPPCjQpFClUlmo+1IpDPNdzrLKJvAAkcjP2GbktE/e4p7xxz3GgkPxqS/d4LkTd//7bUXUBBcJSjCa2vh+PoijYXDPIwihKwqLPBQEjGydC+TSmeR7srkCr8QdoxDHorU+PxZgNsrvt3crSjsmF5vy7c3OY04e8BZmt2XoXuv7wZTl7MD7yp/Q4Jxt8SGqs4L6NJL/Iumy7zuKQuGTzKSmhk/U5goU8i4V+aJT1qzPB35WcHd+7s3rq8NV9lXZhpcWp2rtoBzKeANlvUhhGlMbEObp7GubHN6Oh1172R1dt/BBg9K8rq1HDjHaDOgxVbLbc9M6ZVoTJRjas5y6+ncLb8TRoSYlC7sfal60s23lWjYkAaGsDPGydeudNMACbuqU2QpddDqBmXxBgeU2dhx9nuNcuU+8IM0qnNlGDPVF+iIO7jiPn+XNaufXKLvQJ3XEC7RgV+m471K53o/pxyvc4r6jcss7d9ixvzC2WF569Kwj1URS9c3hn1bB4Z9NKqWOSNgHXiXHHuNjMvLmRDn0MYaPLFBY4M7/OnM62mLgtIxqYjeKr0np+5sSrfAm/C2kKcsErTKYXuj/4zKTu4ODZ2oTmRC0+FaLsatfswP+KNcquvMg063AESXHOId/aScxC25FZqak85zZpQREFxmZvEf//H75O+NXPPjTJTynS0V+B3gXmGXop89zxYADllzJs09uVMjfmnrT31JXSicgoYW4W26q5IPHlwfjt9zhOvB7h2OM9ByEJlZJ343F+XsEusSZOcmqymu0DE789E5Dk47x5VHbGXwHIaldeoUYqbTnRPpx/JCQDlt3hBR336UjHDq7BdtYM2oT1v5jiykEEKzTNrFZPk87sqe5cc7vbccfAg+gqUOhR+RHWUID3HtjXKXWO7Wyfw1LuJJHMpARTbVsbtikyxAHeBxNYx6z+1G1ulf/7WvB4/XXF1FBp299kA564FXX3mFfN4Z/uAP/oC9yKeHBEehoAAAQABJREFUL33pmeGrLzw//OX/9u+HDz84xYz589nj/MYbbw7PP/fscA8npZ/+6GNOu+YwOmZ15Zmrje48613ls5TCrin4BToWj6t8aa98iBqSqmSGAzTVSLPOsl1nnliHLrNs7b6Ne4eT999LCaFscDXmZQ7J3LiyOfyrP/zOsEUn/G32il9HTzOSOlw6dyEzoS46dHl52mTgYjE57h7u6wy2nWv0GwPpHtz1GNeMPfulLycfsxosHVzpLHEMxSPBulYaYhPWZE2MYqyQR567+9gZJpe04+9WtXuRm0PUHxdYEeO2LtM/rrxJWJA1XKLVvhBdj+GWN6DwsdEhmgQPlltgu4NhCrK7fH7vlEXis3rRbp7XYxnVbge83EK7qtDKkYpSPdrPyZFCh1KsD9UluZXD1BpW92aMA+kyJJJkPQs8+O5Y/juCX71/YRyYK0sLVCgbyolmhNur2lR+Fo1BS/DjgzbSgScecfNHuUEyx3f32KPjvUtEQSjqiVhOrB3hfEgjnZl58KnPDGYvm9DyxUTEzk8UIQrRyi1XSDSUvpp1Dl0KKMraxrAQVu6wP3Y7zC4VFLu+9q+rcKvwhLORKCyPBS/KnndzUvmZDy6hNe4s/yNYLftB+Xd3PF0dn9m4NIzTRAM7WdEqEgt/Igd5FfB6V2fcCMlOYEvh4GfHR0Ikkx8rJCugwAgbt4KLLjf+wpLU2+lwGZVKCILjZ0c8D7jt7GdggzR+XqZyNQlIFGWrXLRgaJv+ClS+AZ/7SXkYPbV0bGIwp5Vi3AVM4RuBC49e5nELJ+jo0Qprxd7xdv8e0+x7arOCvuFyZBr2mx7CdpVGOA0vlxYeOFgznSvMeDnLqUzXwAgYuoLQGpKljFQkodMYRkLLsYWLDEGqo7sJh6+2VDqmE9l0eZj+HhSWTioV1Q6CukreO8MrTTvr0E3H5RqN4dwHjt1leHYgascHYS2LiImnEC8vcRK6+6BXmTXnADcbCXa+fdxTJ17TKZnKr2lTGVa6ZmmZ2XpaW/rbp/6VE+IpWw9TecgXadTPcxRSnvkmZjo2lm8ZUiHkucbKWA9dDSfsMryRPvdtOwOyRI86V9wwsGDD2pOYbUjb2bvIQWqXyWOvZrvhqgDQuu/btB/gdPP9zHivshRy85r8Ih5X29hD32Hp8VUGN1g2PjDgsY/rbzaWD9MwP8jMGB1unmU7VjTO7dEnv7gfOhwxmSHeH+24kk5eI4MqRfoWn+rX73mTIM1T1oxwRpBIeIVnfugrZvOO9DZ5qlmWApbtxeMOz3dzCq/xF76hBhMOfnSHQO/xI+45k8ji4mzVZQZDHmB593HuM3/n7bfgm6fB77BiYS33Kq+yf/+1N99G9TFjxABJN/LOMkG2J89rSaez2DWT1WukmhU1PzgUja0JHna3wYqEQ4fWOHjp/uHo4QO4U5YQcJecu/UDYWL3t9s1uLKSeM5yaNrb774/nGOG16XH+9hn6gGYJRuuOoK7EgKesCS8keM4Ya8Ua4lvT8LCW6hu5uH8mvp2KN+JY+pwN/bIxl0ALkRsHhjfefbqemL0FTpLrqYJWOo46mhlf0/Tqe3p47tZR+nqXsHRXOfcGnJ4PdUnsQNXIYwHk9cssJ9+WTYyEOUaBetWHKuhV4fHOTC+wcFha2vHojN+7/e+PZw4eYIl51eHH/34h9QJrIhCV+QcDeqERx99LPdROzChsW5+99130dHbw9/8zd+yTP0BOmT3cNjYh8NzX3luOPnAA6FdOixLPR2G7VkTvyqYOmNm6dhbGgryVv/Gj+49957infPY9UN65bHvKU3BQpupx5R8IDHZyoTqrHRVJ9y0LcM3NDw6mg4rZfz+w8eGP//zPx9+/3t/PLz5zrvDKy+9NLz605eGl158aTh16jR5wXAY9YF1lrgUNw/3sm2XrSjUd9s8h+n0foPBE7cCWJdvI5/mS+jqSeVDGrqxWNatIy0v9JolpKVTxxYm/qSwfQpq+8EBbcuDbV9p6fmqarDtZgCz1LgTtn6i23p0PYr+blGAoJk4yF3/MGNArM3eQCYBOlAL0+Id0xNIQsWdD97J5x5sF0zNidcCEC69KerWsJJj28Cmne+U2+qAG9bB6cAYZ1AVXE3Ckck41motPPlPs3yXOGf0TGy3khbPad7r0LgyCbhgFY91dTMl+35AvETPvDrIZ/heRL74PY1q0S+S0ACm9mmYmf3OEDPYO9sWaZkPsbvvzFVaZl/zYWdfu1OsGPey12EXIcVtluYtfAfkzfWhNjAnpiRz4qDVIK3Cn/jPhKPAFyOOsE1jW4g8QlVB9/itwCbSpzfMxBs7jrZh9LQYV5dRVKZJRUj43hARRyUDP3wMp00QnvTBcbNxZXBPna4mmN921ngHgfaix0IvHaVyQWIc8Sx4q0g7FB6wRgwE5wEATPqUm7Pw1awHxEoFd+EkKEQBzYBARnfzbTj9VDT9qeXjlRjcrATwt6Lvs9rpWBPODoDhatl55aAYQxd0Kkz1ZzTtWwb5NLhY+FkUvO7e33bG7t6EcSO4ylIzi6NUlzkbiW24E0o7lqJdOP6SEWKIV1m04+6Tqj0wQmt06wTj4r+KXMgRV4so8P5ISQ9TjuKqBlZ9T38DyY8y66oNR9PtGGxSkW5mKTozxHRw3Ru9zgxIlhnbOWUQxYaa4U1j0WPe6NDS1Oj35OSpmZWJEqekvedlk8QcJmiDl0ZGygW1uFyxT+rBXC5Hd0/UDXp9K9seMkOHEXqXfVyG7uFiDmbJW+DT+QKRcTnwZAN0m1kdD4W5ztL16+l42+hkzzTpdJBopZ1V4CCQyUopU95TwMEZmuWuD8lOA4zyZzyja7z0lVH50FfO+ZWGj+Ea45LW9F+JDdnvMgdgwwFm09D+jNuwlqkVo7Ag20mCWkcwPR9gmRlwBxQy88Ihapv4LZHOfcxYr7mMnOvEDnJKurNStsflbz2gKsGIbGxvumybmTBW2dzYZgbrJg8pUdeEztAleegK4jafk2txt/Pb9QyeGGkEU8HIkSI+fl0mlNsaIOyJi3eD0S3sqO/E6rc8KfewdRbkjjbDElL12nDA6XJKXHeDz3QGeBJbBhvybflF7umkXGKJ6dXLF3JSuJ1umDx86ckvDc999avDD158FRo4ZZz9s65WyFkfyICo7XivIoeecL9CI9thWbiLiNh5p+PMKWdMmjHSdH1YJb+OHdpghvvwcJylr4fYC3BglfRdPk9Hijw/YEeAP+Rjh+0clzmo6UM63B9yR/H5C8gKK0qglvJlPpN/dDDdViUh3pjhQVEe9GSj23Tv8+52mQddyo75Lz8XTeRc31sYOoNV5GdfMwzyr8LP3Aqy65lATD13RzSBMISRyTaLeL6bvw1g02SH01O9radWebuH1uGODESYdhGMBGvhIX3+iRGQhUcH/kN2caoDyLub/dA2cVg28hbXrPT7RZY3owwIVg4Vb8CNPqR1UHWyq4cygAANfXWeB1Q68HiIZcPf+c7v5TwN0+4ydLeH2fG+xBaWqxzU6Uoat9k5iAQC7rv+MquQNocHH354eOKpp4Yf/PAHw33H72MJ+ofZ03z8/hPpQDqAcZBBvqNHD6dt08ua8Vj+rFdqS0gbzIjum6Wrp/bWd08dPo0Ht8JMXUj4XZjkIDSM/Az/S9ai0xJt+Uq/kqAcaSuuwx54qrHuceAzdYrpJF+FPwYvjh15bvg1rhTc2txiMO6d4WevvTa8/977wzusennnnfc4Yf5crpM0z6y/crgoW6/s4H7ly89yOOJx9DItRPnon4yFhJEr2kfZKMqqfoGCzi/LNka9awptbwgZvWh45KbjM+0+bmc6c+YMOoKBO+pUTU0g4e8gOIN/qX9pV0gbH8GXKSXs/VtBLl1feE1DjPDQUTKBi9+8pLnoLlqlc9QLPZ2iN0j+EhQacOGR9oq+vgXscIl38mMedTPyqjssvE2iRj0CgViMRx7z9ts890V8SUPDrcwkbRLV8qFuoEirXd+GR8S7GMOBK3/E41fybQJ6u+/FdGWQdxLVzJ8ESn94nFgq3gZrOsuUwyzchJA7WicR3xEWgBbnfPqK73cK3rLrTmB36W8+Jyd3hZcX05TZZtQk68qWfKv2epWHOKc0lq3ApljKPXxOnsyHaLmQ/OoS4tuy33PKEHvMeBeyX4rfMAuGNarNbP/KVDL9invnaKs8pvTv4jR698LD9FIyEh0txjRyfQd/+00p6G4UWJVjqceiiU98m1KTPGtqIi8cIEZoFT7n0KppTCe4mu2ZWVZRRFxUGKksShF4oEiN5DXFwHdVOTTFDUNljIXg1Qnvs+B2Elx25rc88tvGTNy6YEoif6UcFWbT/8tmbiWqeHp3dCY0AcYwWm5FGYAo6rtD+4mgoggWmGsDyIPJHL12CboNITvcdR0ZS5JpfLkEsS/RTh4HB8Q3eS8Fo8yppGfuuxGnHHSTiVP4oEtkK4IpY4o1yopL0D1czTuiHUCSvmVO1PbQm1UOYltf8xA2OtV0wmskno4Jlb5lwI685xa4feEG8ulyWlqPNUNAb8VBhs02C77Gnuk1/D05NkucxUBcNppCUStDlUEhsVFZ9HaXxXd4A0iVYmmqYDYsah836SfdVYqbQAAUxQp/+3UmqWTE03ApI9b2KYM2LOwQkZfCeSe4yz5dws/E57DmieU0fnO6rnvy4EXocOYURK7WyTJicNcsq2/w2yAAnxzIY/52e7giUPGnUc43Rjxlq1+R4SAPpPhWoxuEjrq2oMIDfJL2xbCS1hosIz6Z8wlMeAC8+OvPj0LQ485XI1mqtMr7cuouFWbxt/g2a7x2XC7rffyxp4ZvfPMbXC90bnjjjTeQ8WnHQ+yJKfpyBbl0mf8ah+HtW+J05BBOXkCrM+TLW1eGQ9SkDz9ygo43y8k91Mn705F/Dpunw7xB559wtJOdu90kzJnz54Z3PuQubk5R9gC3XAG56n5N4ImvBtraoXlQY13g2RuWLO+dT/MXeduig0pG8BDwE/J/kV+f5Xc4aF42mmZ5rOPepuAGOp0bHK52zMUJ8Psyq2yQEDvfDppg0tAepcDcMsZutKvVpm7d75O8KS+gUDYjdKB0pZv5b0m6rcG7OrWEbnmjrugyb1hprk4d2CpBGXA9ceL+rJr5Jiege2ezW3yyGoOO3mv//M+czH82d9N/zJuA0TdrzO4+++yzfmYJsp3CF198cfDU7yPscf6d3/rt4cjhI8Nplq+L37M3pMV2gOS5N/iX3RTHlR9tJUfl1j/Hr5aUgpUn5le20VEfjVB4u13oqaefGJ565sno8EuXLg/vccXgSy+/PPwU3r32+ht0ws8Ol3HfYcn6Y488Mnzp6aeQP+vF4ll0lW3BhjmxEknyvVFinKEYpo/xdyrJgC73KS4BzM+IQ3/jsW49f/58Bm/F2Fc2qoo9BDSr6vrAXMNrBzwzulLgf+oVrU02Gx3jK1H7E8v4Gv0XLeJcdPuFfM+nJzyDDuXcQe7U+ZYz6rnit/W226PIk2z5tB1AH8BqlnKB2CRdPb8MY+ZlYLc7/kLS+atI75YD83JJGZo1HkYUwsxaUfMhRqAFi2UnuHSfykKQ8ZM3HpGZGfaO5pe/490o7SNwKTAqDgtHT3EUjI1eEsidvNMSY7o7WFA1nsTefyxM2DPyiKVGEGVW/+uArYETd0hA+RpnKuX0YlCMNnJDT1VolvrmBFgVeAu0NWQ63n2Ptx0UNYS1BNSkg2SlmMo6ROHc/PMSrnW6CdM73oY3rGlRUVv592VQNtfSMe/uwoCllBCWGF3KaJs2gGXlL8pAajOdv9CNi+zfy0RR4glHZGmlU4Ewf3YJFD4EdB5poAlQNMz77YLmEzsZrxVm31uag8wYafe9acebxrV7pO18u+c6S9Hp3CWfkxB/zG9SSiPc4lHcWSDFBMwY2fLW1FXnpGabZ+nTx4mgdKB5LzGItEPF5bL0FeR29QZHRO1wFRmNPDvenrbrYWx1oByhrdRoKIt92WlBZm+XcLtJB4b6LR1wBx0M595aT/I2jV7jZUfHp5aiN7qTLvBQoFKmds3FhTS3z8gxgcx+jd+xipo0LbsUpJnsl9WOcMmNsbHdQPohfRwWzooF0gjPGZvgiic6QqTXsrhC5+4wh6Qt7Sc9dMJXSJcdblsAUV0Sor7iscOepYM4yStS1ymJrEZegZfeaVlNVk7yswUqmgHuWAqrxIvhLk0hB5gwC8GkgVzM3wyb37MYZ+7ztvC/gcVuqOQLsuaAIDM5HjYmiHlUoMo2tvbM7PO4Z1+Gr6fSTng7p4R3QMs9s1/76vMs1X1/+O9//w/DxQuXsyw1+K08irCgk6bsrVcelXkGiLySD00PJDOZzEIfPbQ+PHhsP7NohzIgpahnWDU6nfqIDvV1yuZF7gc+zUzaGfaUXmAJ9Q7+jDRRXm0AsnqEcwPcapIVIMx4Ougmr9UD3i7gwNqKy6x5OwPnXnXPhrhJvB+8T9nqdNuwhHrHfM31L8qoi30UmMyopqwjF/0NfZFf3lX+/K5sDY1BYL55joFXFK4PV+BLXSVKuQKoS0TCyQct+kRW2jv2kAElC8KbiO7yJ2kpPIYw7shePrqnH3sYyeGvaNwDpjnbGXIws5LjVoV19m8f5e75k2zTuc71Wd+NLnzv/feSoosXLg4n6UDnykMG9VxF48Cte+JdneQqqvfeey/y/n3OOHj8kceGfY8Mw//5n/7T8L3vfQ/cx6HsxnD4yJFQQDNhd2Myfw4W7o7007mOvIduzew7X3G79afJRzyQLWSGoYpKEszOH7zPzBmgh+HjC89/iefL3FrxXTrh7w+vvvozrnj7J96vDvdw0v4qetyzImIiBiULPZ+nLCt5bTTEgxgpD6NpOq0yHjhpihAIYbgyhrG+t51wiVnvN7kO0ZUSN24+w0oGVt6o3jo48dykQhJPto8Frd/g6mVGt4ZfuG43Ngf4rPeVyYQpEvb8LRjLrTgxzeLrizWzGDvd1lMmQrpsC0tcaDRtTeaTfmDUl8kv9ZWQ5I3t+WCNQ1CFp/Oy98Wm8lex3R0HZuWowZvB5GzyGGuXEd1m0mtGR0L2jCQz5IDk3AXrmil4hIWgiUqP5jCFwXWh491DtTilTMWwh0nBvo3/HsFG505Lp7FimrrGB3gVAA+FxaVmefKNDwpHPaabcJYtyS6md1z6NFOezb+7+YaBNI4y6w0Sy6TZEWSSAXftOLsEXR+aTFneJ4wZ4X7YgPEdqv2RLr7SZABGn3bTCXGlaQaqelenW7t0ENiEOEwXStq3OMNvYfCDHmclfaejnjjSzQwO6UoHXIpEkbCipurhkeLkIbH2eHSraAp3eNLgAPq5jHi7GfOjO3yO7+QYeWFeKS8lG0SIh229UsVCyQ/dzeviQ1ijm8480zTE8S5+WvDbQHaeF3ZlwGWIhvN9jaWGl2n42yk9wN4/G2V2IOyAKyeuYDBkaJduHtNapt4tNZXgeODeEqNf8QGZAElwAdNxpqFCLWUHPKekg3uZQsc+FWZ1eaBtm0bjJs8WDeY6Bd393SylpwGYUfgt96TRCbczzeFrLv+1w7vDFUkumVviRPQsrSd83QfuUnue1hFfoSNSAwOmk0w0hUmaJdXvqWkJa06CjWmyDPBfYbFafvjoy/w62ypM8Sj7wqFVzig7VsvbvK/Dgy2m5Oxw2/lmUWL2XK+wd3O/S+jJJ68Gs4K3Y+6sehpdjYZOZXBa2ZMMdVkfZOwrUPSvNPcESd0sh0NzEVwpFbFp5C9R5afC6DpvOhXzrvky3JxZ+A5dHe8cYH3g341W0yEG3xJWjRd0Igl3xYDXI62z//3a9Y/DAxMRFPLGsNZwvPNnPdDslaZ52nplqKsyre47cf99w7Ms0X2eJaY//emLw//zN/+NZbzbdHYpRwGsUtJlQkdZkMEf8Li3f4NVDNGr0Jyl4Jwqv+HD3oN0xJETO0Meomfn8xz79a9yd/jZi5c5MI0Tulna6unlCAanKxsvEZjpvFeRFa+LWmcAyjg94f4aJ+Zfu3aZzqezntQk6IMVzzWBC4ddQnzs6PD+h8PwMqenr0Kb1aCloTrAWEZjAj9/U7lTeZx8hqC8I9zqGb7NnMZvB7n06q2XXt+oMy5z6vcl7ru+wrV9Du7pJ+8tHwafKxMmDcdpKolFcYm86P1pzGIDW5kzFtOpWfSPG15SqJ/Za1o+YAnzBofoHTl2LGnQzwH+vnRefSicujxuhN9iK4I3Seh3mKsGhX/m6ac5r+DkcOb06RyotoUsHKTMWCe8yxVkF+iQP0on2wEjz5J47iuPZwZc+1nuDH/77Xcyg/7Ky68MH3zwwfCt/+E3h7ffeotZ36fZIw5txGHbgOhNXfJuGx3XZ++TIL3gw5j2Yomun4H5+ZHNZECb9UPhNC+0wvVyb4A34W9cHUmljJl2Q+ynPD7z9BPD0089Pnz7X/728Nbbbw/vvPXu8MGpU8PFixczIOb+7tyKAHKKH+HkGSiCu+RUhLYnEiv8JQDYNfhHnowN0179I+VGZ2DyIB/K3ybtgfPnz1I2DiQvS85Kx0U3EZcrY+YQ8pm6R1zWQ01BiDf6N4Ww4lK668rCGYaRBvD0tBlDkpm4DKWp37gLG7cv4IeIEnPSJd/nqUm5Ja3Oj5kF6WQDG3B5Iq08KdcSrV0H4K2/u6wn7S0ufPHMb8VmuP8fmMaeMW+LA9319gy4O6jb45jzbfyfc9vzQ0qVDN7899JpmZ2Zbq9UBXDmGZvluJuUX/Vlp4Pgkb7Jd/nh0cqcYefu8S5kPeKG3kZBN1Xi+leE0QK5l7nFbw7Uj8KtrYR+HpOo64FZ2NPQahX5TBFYaHgoSaar3IUXq6beqKXYC1/z80UgG3TjGUukEbUEQTaw8A+/cOOdSp+Sm3hUnoQLCn7jBrixzBf7QlKKt3A65qrytalmCDM+DQ4bFkZI3NXx8y2sSHX3bRhpIZw0ioO3NmkoBSHgxDT3sESCbZ1VsPDdD3PCsOIsM6PJb8OaR5/WiHUa3m95+kWYIttf0meOkZjIiQSlwkmOYxdCb9LeYKRP7sYUisbjcrrTr0HMl9FM7XFsDo3v0mV8Lj3eatdYObZu3tgY91T0HMbGCbk2tnJQGZ3T3EspKmsJRcQMw2hdNCUjxYOetMob5VgeFR9cSiO/hA+V/OTwQHB7RZl+di4cFXbUfZXG3jYdjg06FNfXnAV3X7enEjMLTsPZhuU2MzIuq89gAekZr7lzKTsNvDqshvDAr67tDOs0LDMLzl7ZzAQ60w99qRTDK6hFeCu1iymtb/k/54+DfzZAikOlh0hoEp49n6YRXyXDx3PP1D/pYEPnJnvppHGLGcj/t733/Lb0uO4z3w63c47oAHQjAwQIBpEURYuW1pqx/dVr5i/1fBmvoU2v4YwtUYy2RIqUgAYFIjc6oRudwzzPb1e95z3nntt9L9AEwDHr3vNW2rVr165dOemfVXJWHz2/udnJBSZGtjARIU75JAW1zUl+Yk051lC0me95HhE4O0LZ1k8wBxcZYBSKEV6UQYOh/owKF+gUVNqVYeu2lnsJW77NKAaZo2paWZZ8w0SB5gHliXORkZEkbBY2ZSzlywnE4p8rTtbFykJNpDCJw6TKPgYW+3lOybd0c4aZOir1I/gjy+qmTE2TeJC9dCbLafItICm1zt7DAPWbX39tePrsU8Munn/72U9/MfzsF79kVZABLKvR3j8g4ro0rVqKkgvjk4d0ZJFDdz5spdJy0OuKUEqAdCDP2+mk7+R8P4LN7eTc28CZ8qtsI7989RorZ5zRvYWcUD68NM3t6ls8dkEKQyMdf891Hzl8eDjAwGwbZejWrRucSb/B4PPqcIfBt+U47wRTfnZR3g+xyn2ciYR9DLwvXfgwO0mqZFgeAc7UcBMG2RE33f8wqotRsCevZB2Saf4nn5qUIo+B7Y0rvOxZK5+9s+Au+XKFG5tvp/6jLDAYMrQNSI2LepmaT4tJ7L/Caf4JI3z9KsQ8Q/SRiITVi9/UXGGm31l40zhVKYM4mF+m23LoxOmv2PZ98MCh4czZs7Ef4xy3T0o60M2Am4l0jxxYn1qX1+sldNAwFyrkR2SoXdT9zzzzDPUhu0OQ3f1sJX/ttdfy9JjHdw4ePESd6fGkHezmuMbExY3E8THnvc88dWY4xEr666+/wYVi7w/XWT39Kbs+LjI59P3vf3+4dvXjYT+y5UsK3i0iIyofKRdjnpVbUdPMEzZYrj+bagldgiSYiWtO3iZwWReZ2KdGxAdlYHXiAFlkTlfyMeNvEKfexC3VmfJLbu5ldfmVl18aXnr+hbwRLu8+/PCj4UMG4Zfha8lrtWtOUthW2R/vsqR8qeyndvZ0WekwPdW610JS0ZV6jvBpf2hz+m4SL/JUduqIE1JsHPbtFBS0yoWS68rH5oZfYJuektnoE7c94GwAwz9IQKSxq7AEF/HHPZmBvcG3ZMe/h+l65UG3fXa9y4G8S341gqXORYI5unFL/yaMSaknlNTqEEf0mZJHySOQpP4BxsnXnm/hIZGuDjnD8cdg6ulZL629jMnb8HdkQGq9h6Ixv0Zww/dK7aGh1vZMHqztPe8TwSX2LhQuXkLNfA6OnhU2xHa3cprGGR/7MsqBAqiDZQmjeDtsYaivWBZWvAvxsq9BpGEWtKBC17IAj83NGCoWE1GVBE6aY690Vue0EtrdJTbFC73fKBk/K6eowhsGabTStUNcNUsDwY0a1MqoGIo/g295XAKbIh+7YpdOjx/jBqhEkdBmTP6MxsDGIy4LsgLgrxVqvB1QB67V0okL90QEnpoE6DilkZSCN2GMR9hlSndx8i8XtIZm9M4VjKVAUtEXX8PL7vcIfRFXj6sH63F2+x9aN37z/tOqXsEbXp59Hkp6bWx7zqSRZQBQT3XxPApbmXe6Ak4naYeDbwd8DmaV19bqzyd5kn7ytsuIUpTMj3fBJI180lBaLoJIOZCPwlsSLQfExXZr5XUzq35b6b1so0O4Y5urwazYMDlw+za387ptPgNwVsJJQ9495azrvbuGcwW8BrXZck24rQxuV+hk3OJG9G13avU7F8+xCr6VvbwOcDNoJ14TYpFO/o4JrnQ8Kp+qXCW1CR+TQl99F5BaptwKzrvm/hhkebO7K93uSchlhdDjcY4MuNHl5wPc7sI88aXOkRB5ri5pGGKOPqM1u3qwWm/oWvzudd0MDq9RBc+czdCPUNY9UyJSF4mJOCrT8Z3Gp998THMxxCsUB0fqY9Ir/VVPUp9hTofSyUsyzI68NwQfOnyIW/13sdJ9d7jCu7turZZnGZiD13CNG6FNuVP6zKR46T2npLx47+D40P79w7e/+c3hvQ/eHX7wf/1geJdnmTxXv+KgWwStLjZU8g49PECLt1bA3MrtjeTeTL61jndm5wOZn5vJPa99mYHOZVZpr/K7jZx7k72l4z5vcd9nizq37GHj2EEeFOPpJ25A38lRBON20O3PwZCXwV3hDO89zjV7iacDfeV/7/49w1EG2wfZIryH5+h8VeCBRzUg8HYxasIJOIV7croX9tG3ODhaH6thJq+RfZkYTmqoX8qqttBcbahcDv8B8WbpHbvuc+GdkxlcKnflE45xNHjb3xGfuCfKdJpZ/FpMTX6aY1wn8M2onDTA8EuKVIZSpf4PiFhLvnQv2da0RFneSZ+vPuSYEHWhq8xvv/02Rx1eHU6cPJmBtQO1OmNt6hvdzdDj7XT0WDzPe/e2fEB+qP/9nXnqqeH5F18Ap8eRtg5PP32WweH5XMjlDei+jf7Umacgesvw5ptvDqdOncqla6dOn8qFXVcZdP+n//SDYR+y5Qr4wYMHMxn0HjT79NlB5M72yDR70VvK6Cq56hR+mfTOPfMOFWszy8HK0uRVdx3BEgBpYELQtPuCwTGeKTvxxJEc/7h8+crwLltO3mNHg5eefXThQnYYWP9ZXqt9AUkQyzNqLX7ZqTjKYsvs2IuvBuhlJCT4IbBu/tyFsJOdMU54OyFH49P8o4HfuoyITJw//pPuGLUUXDwkyro0ejdPZNyAhos/oJ1ckYwWHHWXbjVU18tWX+VZnlgu9Fd+l8FNwzzKPCuDEhAiEiQ7VKd9+QmixAmo+viTtgmMxvA77os+BWgqzM8KuBymIP/0/TJwIPm+QMgo13Hv0tCAkrerQy3mtDgi18q2dWKCTMMZYhZqXQNvg1tg1GdB582NzMeoVQUThBbSFHoo8L80vMripIkduv60QApLSvg6ySFRqQASh2hlHro/ei2el9Hf/9omp4eMrspDD/vqUJM6rgJjtseTFrzCJg5hgku3CiSYrjUg1xkIEGoPHYbQEDt6MIil+RdQw1J0BGaEj1d9DI6SVpVsiup6s6rVJESbDOgBJv5rGdcaVK/lvhaeL4v7lEdL2PRYyUw+TzCOcTc3V3/u0QPNmWpWv7zxdhtbMV353skqq29mb8Pstm0HNhm8ICf++5mVHUU7EtswV8XRAJsbWgIAl/wHXysjdZ5UfCWDlrl+xjQ3oTNS2MJ9Czkfy43e27mI7fYdBuF0Em7RqXYgnhVjOhBczpzeyGa2nd914oA0OvB2kJs3wblNdisrhTn3zQSDHRovxfFW9BVWB+3EpHiAxj6GE2d2fGrSYiLjeKl6GmRJS065t3IUVlkoTTY/3+GV1huctb8NsQ7AsyLAJMMmV+AdbDPQ1lw7VGqrH+MD6Gp1R2KoT6oEEMM9HASSRm39r3yEFmJNRbh5eZHoUN/0BXOYVLWNg9cwrcG3pLf4iibdAjfBGlpkCv9ZeZHXWqIrDxgjE5r7D0ehqKOl10mKHVw4t4dB1T5uGHYCyefXfNLn+g0H3cimk0chqqfBmMUj9yoNupRd95nS1tNjJfwxF5n98Ic/HC7w3rGD7u3ePM8Ezm0u7HIAEbQ9uNF1dJO8cxuphClfrtoj9dhJH/jvsEX1AgPDS9dYAbt4hT469JFGz2tvYbAtDKWDQbCTMqTLSVbM2ygXBw/uyrlSV93vUCYufHQhq4/Xr10ZHlC+uTo5Ry8O7N477GO78GEGRft2bWcgQLnhsic73W7Tlxzp7qRPTSEVn6msQPoEtoJ3FnyRes97b+L2uaYVtmdfhre+a/7AXQetrM8RPxJMopIt5Euxo8Dihvw54SNImLQoRw0JBKTeQJeWXkqDj7Cdz2OUDzHIbydAxWf9fJwt4g68fXbQbfTvvP1OO8PNPRfULQePHM7EqSiNO2npOta+0qR/V/EmHsui57q9lE7l8Z0TJ04y2D5SOwaos06cOM4EIme/33+P2/uJ79Dh4QJ3DrzHuXFXzJUjB49e3nWSSYFz3LbvpMH/8R/+w/CXf/mXwzeZvJIFm51oNF3E2TuciXTNj1R+Mcr8m1fSMqWn/EsmlI2pH6A9eJv8sg67y46WB9T17jjwCTePDzzL5WxX2d3SJ1bk41VWwm/wPJyTtspCVsGtC2yblCyE0XpqVi6LtkxaQkf6vOrzCcBekznshc/kc44CUJ8E3voR/A7II+z2I1NPEUonkCU+E0yaKkzFkP6sEwyk0Vv+pYNvYk87Fl74EUlp5ekXN0GNg0SFjZoDsOQDTOpQvWTCGmrGmzUAmnOHU680dXjbijWpCJC+8majagzTwn4KFBuN8k/wCxwY8wD3XoYXQEbrFFbH3rcZAZYakA7KwaKyHZr2QvRX7rrsZeykWwdaQLHmwNttTwpSBoMR3IcLrxE/VpXSUImx4UolQIVQnWkrB7egUYFZSbQE62anv9urdvA7FnEThP+UUhnrfw8Xa2CEyzafZJGWoqMQYJ9TcAun8GzqVc5AQgPmKf+1G6+dsWkQ0RaNuBpAiRLAXyopArYMjZMeWdrAPfGoF7hVZ6qeIJzwQYCAF6yWROEHk5V1eBWwGb4OLVRXiwLd3R+lL+tIPCrM5+pfzF0VZVjUGKG2aF8VYB0OswLbeG1+YaxcKQTGU7yu7oQrg27NdiujjfoNOl1uQ3fLqysgDkx1d7tiGiZRRn5CcUlG5AJ8cZ8nNJ0Q3fmFPisg6oUkWPegccJLKvnD2/LpYD+XqHkeltVAb/neep+BM7RupxOyHbodeN9kG/qNpKGeI6stxqzkAHNHHHTuVu75pJBnDBmEO9hmMO7A23Pgd3Oret2w7jOAnmsMWZbx0Bmq5FrxLczTDZekO4aUtSqH2EGQG8qhwSfS+o3tPp+WlW4KZB90b3YrubxlAO45zPAJ7OEBOZfzdq2gSpcR11pdKAAOhmEM7/G3rPaf5Y+qLXTrnx8o4tjKvtaugr9bohthKWOz5KexgC93qCfzpBEe0t391VPfdWIbzRUnfANAPuUH7XU22zqXjmXwE8B/4iAK8gz48BlLPAqHb+oeYavtQVair9/4ZHiPwbArvMqE4apOL9pBJlXgma1yinP86Rs/+W8KFtUmtoZeGf7H//gH3jo+nrOytxiU3GM7s8xVxs0nVQ8ttRFm/PTJJX8kxnhyAz2Obk6XNlex71D3Xmcy7CKDqU/A60TMCqu0vsd9RzkEiyuQPgcnLp/Q281Z7t27t7GiizsVoWd5r3BzshdpWa7zzjhBd3F84RBbiQ+x+riLSbUV8G1h8HQfeM99eyQlu0SI/z7xhs+hzdS0dHW+dB2fahUEbArwgsaOIaBN1z1Fp8NuSB+xFuI5RNYrymXBhL8KPWonkzHugsigIbf/M9llPgdWGUQ1OUj/AKv5ltcB9Br/4Ev+dLF0Nb/WI2oxiyr4+GoouybcS+bVUcSfMI1mnZapLp/WYdmpRH3iqrd9FFeanTD853/+p+HAwQPDuTfP5Sm5l9j58DFnhx1I7dm9JztB7ONYr6UuoT71yIM4pcNbuk21daz1cvhHPOEHxLot1mcp/4zb+33KcTvxOyF7+fLl4a/++l8PT556cvjw/Ic5s/y/HDvKLo1rw1Osmj915szw9NmzuZzNs8xuQ7eNUS69sM17O87gbx7Ji6rvilfhBXGbV7Y7luX4C7gOJY9XgTYHZVL/1QA44bEq3DriWwVCuzOqVv5jh5f65JUL3K3zSu6QFQarXnp6lImTo0cODc8/9yw3oXOvgz/O1bst3Uk/6zgv37QmyM40+ON2fvHa5ln3Vh8WOSUOB/mqLkvavGjQXWVXOYpy8tQT7WnKbbRVYKGceA/Ldib0vA+i8BHINFnuooFFRJi7UpSlyV2Xd32iMHGTvtTrghYdxWTKYMpw4RNH948zH+lVWeI0pdRpGN2LhMBM6ND+WVQvkr0+EVdHP3WbxtFSNnVaahZO/JY4a3RVx122z/aVvjl8WMreXXs9mdYpkSVMT3SL3r7XhlWYMAs3aSaWokqUYUiP1KylllygZVngzjv9lI61wizmS7dLZZevKf6UkXBslo6pv+ZKV8dU+bkIU3ZhZnBLYajfphD09gBD9ole95GH7ozDraiahVg68O7eQZBYDdZd4/AH/4SRZGZ1wlpFhL0aZ+z0fq2YUkmkQ4Rg6o+bMPpTVzaqbTpbGjpnJikgGMpw4sMkXuDFXfi7n3T4K/jOzo7KOFb5CWtlpFD6C4C0qEaqYo7T5GNQQiZ8EtKSEJCKCCO0gZevxvoJFwlP6IA/+lPITb/rMiOdxhNGitAIZgV/ilOfjShj+/IrUwUP4cFcBTEhPhAT+2NNU0W/FKVeijIFJI11BqsMKBzM2nm/we3iO3d6CVs7B07H30vSqrLuKEGQylKZno+sS86YtMhvzao7+13ipk5JqREWs3vwSTxBRflLWbGL78BUMeLsG/TaIfM26Fycxur3bbYYO7B1lcbB7n06l1ylFFo95+7g0M7nyt2VdDzvrrDatyKcT5Pdy6DGC608G5tJBhsffqa1yOlnRHGTPBxTXpRzZdtE6obuGW53E7gi5A3BDohc8b6LOzGSRoCgx4uxNnMDd/iX8mdegBx/k69Sj9lowmds/uvo6lvKkrIltPVNDbarO40/qxihLf7CNGuQlr0cBTCSidvEmPiwW6+ZBjvxdvAcPnq+2oRLTRGmZgTWmdZ/wGsHJujLK7BVz4KRQUzdFjxWuFmJkSD5bFwOPPdwvtr3y3dwPEJZuMAAwEuCXBXykiLZV5MDxi3OFifUtBSGNkmoesg0jASVOWzojHC1seTTHRKb2Y65ZQt5yo3iK9wZcIAz5QcPHh0++OgiK38Xw5fCV3Wc1FvrKVPZGkpU8ukeQlQ04AlE0s952k3ceP5gqwcQiB/a9cszYMjPDnDs5zmnFWjYy6TY8eNHmTi+xdnQi2xN561mzoFbTswW3wffwyDp9KFdw+G924e97AzICiMD7dw/kNihgLSlHZQY+JlBajglXV1Ja6e280U/3WZ2TaMNry6uJZvCfxo1YpwEnoupRG4KhtkJNleILZqfwBvPubtSW8ocMYD093SVMWI68bF8mV9Jf/fEppvpUmZt3z0LGl7GRzMhAl9lOfUFUbnbrUitL1E9VFU5YuKGusIbxy9fvpRtyPuZcLJezkoocd/kqIBlxKM4r7/+euoVjws9f/+5TKye5Ekxy4hlxwFbJjahxHqpD+DuZduQpBeNdR5bOS5anZDV5HZzf2fPnoUHPHfIxM5f/9VfZRv5b3lC6xI0etzhJz/5yfDtb397+B1P7Z0+zXXoBPY27Z///OfDuXPnhlfZKv+Vr7w8PPXkU8MFBua7mOz9hJ1X9tcOEt40W5/39qbzQoZVXahpuZrk6hyARepznaxXSDox5j/U+JPnKuVIlYkPdAe7Kic4zLPTp04m/5z4u8AWdH9Oeqi7rT9vhDNYzlOCthsksPhkm64MgtMPygl26213jD3gvgjP+X/ta18lr/axul19YSsP+27bKT93OEOT2kscJIPAqaeMo/dpTZ7NmUcdPZ6gUuJt6wwiAWnPy6JLVKyYgleXIjF+BIiHTkqfev0sdygDNwS6fy7KhM4Rub5Ye/qk21on6cCg3nmwPkwbhxpbPvmJGvsPLealZQiiPh1d86HmbWvQLhCkNS30dVldI0Scp7hNY6VuPkTcpoDz3hVnKxcLXhuyrk1vJHVDuDpwLVQvSBsJsjSapJ5vSwfeHclUVwiX8aILp7BNRqbBPr2554h6M0t8VUaVEBnXwQIUuzAVSM2Edphl9HcCgzuQM6jCAmYMQdmATXP56dExLNM7rq7PYMK37vxQHLMwa5qmBIozdgwd/ySgVaoV+LL4Oxnq/qjPowrNEmTlverbZWJRHkZ3Q/TIVoX+8jlIt3W3esxfIhKd6C6FBLNS4iKIq7Q3uJDp+o0aeOcMOB3Z7QwM3GLrFjnzdla5i6EhaoKe7Blx9xgE60ywUdY9iCJyscOgVKj6YbYs2qnsFY4DCH9beFIsW8dZkbnD4Nnb2+tJMgbi3Pys3ZUfO9xuzXWgdoebz7Pq7coRl7fpv3KHFX1X9fnZ2fO3lRl/b4hO55P47Verir4yJ5lxMJHV2bBzY+c3N0mja08nBZBs2Xf2wEE3P7eVZzBU6EQR1ox6d5/oYclohy8SAQ0ONpUrLCkWqYvk8+NUyQfzDGaQZd5+fJ3tu77R7i3Iudk73Ysm48Q/mz2XAdIzo2mu0QozwQtMhjV0Ju+CV6aYH7tZvTvItuHjx45lsOGW8ousBDlZZP66MuMguxoteMukRFb4HHlN4gyTY28ZuiZ/ZnQaPivwwF6/dR0rq0LI0RMnjg6vff1rrCweGn70o7/jLCxy1lafKjOh3+whTXb2u/waZZ/o7LFkkkD+mP7AVxmQ1ByD4AC2k0ymfxsydIcLEm9wBvzjT64MV69ziRhl1RVsV7M9t3mYVdCTx1g9288FV9xW7lvdt93V4qArf8VbIkSGIMi4KR92qnUrPkl0wZVsaUYJq5Y8a25xWeR1HL+Qj29beyHYcOlBVoCv+oYyMjK7ksZWrFrsSus8mZXqWcc/vj15pp+01yBaSPG2EGHdjCczExDFtqCamuOw5NPlxTrE+tfBq9vAjx45Sr1yb3ibM9dO7pkNHhG6zsA6k4/UaU+ePIE8fjh8wGq0u5d8r/stbh53i/qzzz7HZXu3ctbYwZL3XGQAR1myPpqpCcFx7Kkh7RhDHyCHDx8cvvev/iIrtjdY7Xbw7FvfXorp5IfKN78/9rI7VrwddD7Nirhb0N9mq7yTaD/60Y+Gs2fr0rjfv/12BvJuVZcCY01dsUCO8c/VIUY0Ufp1Hk6cIRxbT8qcxx/esjZNypAS2VXxmGow9B6kPHtj/DPPnM1zmxcvXxwusgJ+gfssznMG34G5vHWwbZtlnemkqBMXPbG22U50ejeKA/zvfOc7w0svvZgdDea/k+rKwhZ2RajnyUsJgrTUq8hGskCiUlfUpI0T1mmHrfvIk1u3uNiU1XQnv7ODDBROvOqXP/RSplmlvbvFIWWr8tYy2tymenCAcww3H76BRlsqA1MAzB2m9AkuIu/kdn0h6COtnf5FwGXuk5gXwf9kf0wcCN9h9DL+PyqK1fW2WNaPKc1pi2QxZB2ztNwrBRNJaLQqm4bptcS6B97GVwE1lVq0d/fHpVts05FTt7XwXz0GtTikA2vnSJ9yK83ClsoyyRVXcaFwCFwqM40ag67iEpdw44x5Ya8ABYpLwzm6zhvoP6bvYzb4W0AxD/x52SAkM7WkrYuC1IW+VTRMXDHWFqNVQBt2kLcTzBsO/1kDRE4egsRctUNr5195qo72F0vzQ8gdvUInjbMdV8+C32ZQc/PWzWHlxnVm4TkDznnJuozNG28ZrDIIsEKwsc4Yx0SbZlSK1oh5waAs9Byk4Plnl69WkuQuPxDQFUgZmm8YgctAqwbjbrVbcfX6/o50KnIGnBX7m3QubzD49dyrb6bevcst72DedNtndlhNWfE8o2+bO9jmCTLM3rTOCWHOxnIm/DZXWDnJQEfRSs4hi/kpLekmqUPjPToide7cVe6bGXi70u2sv0l0wJ8BqAyiQwOSuJs+O0qxSxe/qdLe3aoemfpKQeMTemN5XGpI0avnlg+ycxp8I2YCSr9pdKAnr9w66m3Hu9jyvR2ZMI1jBCG6aOt0WYnNKFoeedWpFS7yAB475V7KtHfffuLZkVU7V3wuc+b6OnksD7fz9JoM6OkTT//pX6rwhkgrVZ5gXKaKdL4SnqBKJD/CaLp9++Zw7Pjh4c++9bXhzJnTTKBsGd544+2sursibjhlswWO7iq0A2uQFF5b34a+GQmGg0oQP4DHCVB54WqjnW/T48rltUucA2fgcps3qh84EQDcNuTrKOe3T3FT+RFueOeS8+H+TW4tRj7tcNcxCiM2Yf7KHF4RYbEKN93jj9Z16YAgQ4H2MSuxWlakx7jHWBtN2s1TdD6pI0Jsq0EIYjk0pHz054Tax1c5484Rk/ucca9yK+XuLgDOspnUGLe/ihdDlC4zVfIk2Aglw+ccZtAPN4lh4xx0YOMzdtJ+5MgR6uc7rHpeou5iIpQJGWXiE1aT5aEDddn4JIPbqx9fYdJq9/CPrETr7qVspuKWdTq7e64zIfH0M09Hvozj4apzRR6bF+RE8qGOIjmZ6Dbz/axWX2WQrVJuD1F+Hdj1QbcD71Nc0ObZ8aus4ruS73b1E0wW7OZowGUmCe5SZ//N3/wNlD4YXn75K5T/PclXcY5lRctE9TIfqZDNkKvcrAU/CfolMXb+FjnKrGnqRwOcCJZ37vzZu28vq+GnmWzhEkZ4bZ148eKlXIT3wQcfMslxJW3LNO1u+5bXbjP/s29/a/iLv/hudhZk8tYoiU9+m7fqroJ77LImdS11tmNIrxPT+NmMeWSrdsXRH8BssXDC/pNPeBoU2qhVwNVUyw+cFlR3KMiy8e1lbAFahEIWtXqOMcxB9rR3fc5zvRZRd/LWiGe9qJbBjajxXJ6KZaH+5Pbl4cA0Bz8bVdZV+aeST1ehScQshpL6FFCi2urM2KgiqHwoNL3SS+WMk3q8R+AyzBBTqKcWvBN2Cl+0TVwqgHgtp2kHmq+Vh+GtWNSnZjtHcQNWOqMMLJxu3YylCvi0Ai94YapQm7gGV14N3xzawOhSFVujd43iZpy9E5IwhiM3MvO4RhjhHqbkR8vRBtY6ADon1aahVNIloROlm2zJSoc9gOoCURmLQFx6ogEXjW+v9IRu86WYPr1KXfzpg8+FVLila12qyUP4ZyDsJT9NXnCSv5FBzVVy5lCvO665UF+cxfTdY7uZtyLfZjv3TbbY3tzGFvQdt4edrLR4k7KDHhtcul45D2h+d6kpWYV+ebeGkk0JID8xK1uBplPn8Nagbkt3JSZlEl+3O6uUJ89GW743ezEMg/8HdB63MzDcycr8TTqk25l9dyUoT5JxhtWzyfcdsLCaeo+LsdxmfpsOzbbtrmJuGbbT8fMStIsM7O49uMv2xx3DbgZ/25nV305H1SefVqDFjee5lZzOTJ01v5nVJ821yl0DiaxqwxNXIdAk2kT6wUgaNVp29NQflXIaE2mFKfIkq+UpY823wVYZlEkO4uEXuh0lIxK1W8/loeOMyKuOG1DGm/Cshrk6dYXLf9xV4Ariyy+9wuVmu7P9O/kD3pEsYs9lOj1pSfzMdxUJptHwgaNDR965OucTYW5rdfeCHfIrXDbkoEFot9K61bYGuvLXX9Uybg/v6XVrdRoWE6JKgmSK/FUvp9Rr2OVweK5HZj5ZNWJwu3vvnuEbr311+AoDASd7zp17Y/jtb/55OH/+CnlPQ4j8KL2ESjaLOimGri2UEXuqGbySRw4fobau1TDAGkr+50km/D+B59evXOMyNAZWDGQcnBAlsrt1OMDN7qePHh6Oc5Z7D8cXPI5xh1WnO2wfdtLA8pFJQBt1cBl3ooVfDqB00Z7UN8KFydN/uCtf/ANAiloelYOe61MJD2jxxDDGq+o4iWDmmbwJP1seFSzfEK6enCKIgRr9lpekolzdTmse37vP2fd7rA6TlR5F8ewy4lPpTfhCmujBZgmK6mkODC7KGKGyKtGBG+gybcTTPeVfT0DKc/doemeSUKYb1VehXcUkWyPjmzdTJ23ndvpj3FuBLD7zzPOky5VxtoMjM+8wwD7FwOwGq/5OKIrL3RKudF9kldQBsfg8R+zg7TRnxk+wtdmylNVS0mm8DpgdoLtaaplwMlYYJ5zkRY7USRTKewIsg3nWjwkgzcYr3u9973sJY36I/63fM1nF2W9T6EBSevTbSlyu7Fun/91P/m545SuvDH/74x8z2XBoeJlt6b///e+5TO4JLhPcm3KROgCajCf1HwidBNbuz8kmdVWvW2LZwGeSJatDkZ0P9V8IsUjDuNizAKc14tXyIbyEz3I6/CdS3dye710sR7nvwtVtL9z7iMsV3+fyu7413a3/TqTLhxMnnhhehaduMd/HZIb1UHYLJa+UTHhl2wusEymbmaDcxAWnd5m8082Bv3XJ1u1MSjPx7k6LXdw1YV/AfoCTgdeuMYFDvUwDS7weFbAdarih3zom0ZhIDfnpVvkU5yQ+pg19Fvm7kcCGrZviLeGSM6GnISqyZsSlvhS2O3WDiVYt2sv1/39f28leR5q6nu51pnQsB7B8g0HXLtc9TxoNU2uyduJgXpfs6DjxeAT9tTo9BVotM1PftcxjKKLWLH0piwbQQZI6Yxp5W8dA+jegapiq8kuCeuBgAXBULaZmH8FGfwxLCsDUW7PhFsOGeD42DmkgNE9/hiiggrEhjhNw+ROpWElXKqYyy4BeKOM9hhHeX4tHHOnUlF08qnQOe8Axk22iG/6CGn1iHT/JgdG2MUNVE9NYKkdbvklTrzCMpmVw4uj2pE8X0pROgHp1Rnrmj8EwVN5jAHd4GGRf/GdMxoZIIa0tTzsPOx6r6pk53KnsVBaMw8/ImA1F+qUAdmX2Pp14O1c28LdY+btxc1veAfctcM8b2kFz1SSNM7vwA3sAACXRSURBVJ2/McFNpnqZWZogYMIeK5D6x67cRMgilnY4VDUIdbUZO7A+e+Iwhi4E4M7K04BucxXezgEz8qyU3qLD6bZMz6/fZiX7DulwAH6TAbiTCt6SvgX697GuvcK23guXLtAxvJJbs+1c7HYATsdwD50Mz99Zrr0N3q2d3pwuT3K2nE6gO6RNsh3XbNmDnpqbNGH8UJtdQaXjnbPu0J1yYtriWzBla2Z7Lo2PpTmwxi345As2ZS3gSqMDKl2tq+QV5gJLDOv5SFPeSgfHJ2xttpO+k9Uztyru23dgeP7553gn+mby28Gwt8Zn50Oj0/pASkyjf5U2Y56ZtEUujItOnXF6bvrJJ91Wu51O3DXOjF7mPOPV4eaN2rpvGN+wdmu7gw5z30Flzvtv5XkszvvfIJ9VkRX4X9IV5sQ9FDUyNMupYhj61L0YykVuh4d/9+/+1+Eoz5a9/vq54de//g1bPS9B1w0697yrDT0JDyZrclkdNKLGYJnQUPncIki8JRtujQ8NfLuS5j7ocku9l2bl2T1AXZtU4vfS8T5z6vhwmvPeu+DHFm4pZ5YpExUeGwnvW35My19yo5OBcGiMfDgajW1KRXGo3IE0TV11HN2+Xr3xpcCnCGce0tsHU8pwirvR417Z4kCv5LxHa1LLzyeydvHU1f7s1Lh2w+MmtS1bWOuKpEe8c+ltqcc7SUtcFV/6NJkkM+yMTvEVNAMV20LrvhZeKJX5btU2U8E+s44m3ecAk16970ELEhH7PW7BVzbchaQ6yqDaXLrDJOnXXvtaLjDzzoO86e4EJGXJ1c4zZ89ky7er5oY9z+qot6E7ufMOl555k/ZZVsotW5Y9tzF/5aUXuICLuxWY0LEK9g6LvnOt5LnSJx3mjW6VR5UOB9XPP8/EAPJo3nj7+bvcgu4q7SHeC/feBmXd59+sb04x8HYHjdvpn2Zl/BxnxP/pn+sSub/9m78dXnzxhWEPE3JOgFHpZKXfVd6zpK3fz2F9XHlQux/kVadVOh+bMolrZeU6I1kzeMMdeQJXyoMMRPW2LxY+kYW0wzvZYXCYZ+GeZEcQR8V46cG7J7xlfg+vGhxDTnz/3csZ3QmSHVeGV64iXVV/KcKukCfDMCu7niN3cO1k+w7aVQfceyhjO3ghwckUb0F3p5dCcosLL2/f5Jw49ZZhHbSbH5k0t5/dCe+mpGtNTozQU0OgU9Y0IUEWfpR8+tRKHNQJ1gpLseDvXwZBic6P0D1NcSzL6P+pqfkjCzjhWPi4MfIb58I7suAzqUcGn9An1bF+KrmZxjRJ/0apJ+7IEJ/oi+FxzELGxH1rF/RUuHqIZErPBPjzNvYGIKvedDAyCJe+/GoWsG+ZKp1CBFydlamGvZJktbQsUYUr6ZI5kwQSRakwrRojHTq/mi/aNNTM9bGboCMkrRGdFWRoXuYfP9OqAAggJtNU1OMTt175jbQLG3xwLz3SCjP6f4GG1fnwEGKSZhNQ+Rf5eQh4Yw8NpHLTWPAw+D8SPzvCbjm2g2eH7eZWtqDTiNux87eLn9sfXbHsAymTplx02Xg434UzhCuXlD86TMqWYexc9LDq6fwhdjGLnw6hN8aaSw/oIHvr9goDHi+K2eHsPG95OyDz0rgbDOJuccFM5BbBF/cKZ2MdZG9y2zyjZ8/QOoPvmcUrdDpdWfAmaW/idaDn1smsbodgMDm6lXZwbaZDmBvLpTkCYPlQqddA2JSp9B7Thdm+hG5rKWFd2U4YzKp5HElVc60Y/TbQwK/nY8fLznBNpNQ2Urd8+9b4dQbidtYd+F5iJdoz9W4xdcVqpnqePyw1Bd3zcC8d6hee50IoOmwO9M+fPx8A88ez5B3OzqgpdwXOyY1DrIqfybnRB2z9fnPYdI1L+KDNcJnoTB7N0xGeiUV+FhtnpMcEhJ2wTQxoWWG8cunW8Iuf/D8MUN7OGX7p2cLN4w4WKniV9SmSWoGfIa9yQH5JD3mYDqkBtOLmnzTHAU2ZUgb138ygx9X7+8TrFvwzp54czvIW8CFuNV8B1/3bnLdHJh+42kQ5NdbczK9cNpRGNafwirSM/Kk0JzA4v3AFCQ72xvabpRHb6UzC0aBY5jdR1lMWJDY8w40/n0SUl3edGJMv1ifcEl+rWuCRn0ngGulszspGynbsFWI1X7o7MbfOT5epruMBooZ0NYLP5GLsoZNUHjt+LJOEDpJ8q1u5cveIK6BOHjqBo33l4Fbk+GbcDnGM4R9/89uUt9OnTw3vvfd+jsxc5R4HV73f5Y1pX4Fwi7P1vW6ZlIvcPJp0B8ROyjoQc8Xa7edO1vlGve7f/e53Kcv3h1/9wz/kyTTrYetXdyGRgJRtJ9/+/M//POeaf/nLX+a5Mi+Se/PNNzPR8G/+zb8dvvrVr1ZeQZKTByNf/jBsf3TCHwNEdqo8Ak+Xf3V3V+2kndpGPh2iTnZLutu/nVh254KzsOEtzMluRXB36dXUs9SVcKsNb1vfzEDb/N9FvbOLgbaT7bt5ztH23hdHQBoB9JzqCnlaW9GtyyyJhT9VUEeO24ZVEPkBU/C0TNVpkr+pWyfIqz6dOKxh7OHULUu2w+LtJHe9NegjlknUgU2KF+rO4BYfCOUrjVbC9zhHZP+TG0Z+hFfrY0aX/fVBF1TQtwyt8CX3mVzdCKLPCDulXZmbqqmf7tqzUJM+SU2+T+FnZcAGaE4ATe4C9rmQj9cyiwkTRPe/kQad/ZukuMw917u+PrqMr/96CDGsTrWdRiG76mb1jcXZMaxHL+x+V8djViW7Ev1q/45/bZ8Ood7jMDUKNEjrfyHd0zCfkznp+3RxpZyStIm4rAvR+ni2LlRfAiAbpSozGXiyXTurnTTODrhvsPLtCrODVAfiDn4ycKOh6ZVq103MtOxNEydM4NI5npUXutwjWMcjDm9xVvW+rZ1z5TDbbOm82fg6EbCZlUln57d4OzVnvJ0NskOyi8u73M64n626d9giZ9jbDC7vMoPvQNy2fisrQNt3bcuWSDsh2a5q59/3t51VspNhax29OgeWqTk1sWeY1uwT5znwpRYFyjKWujWWBlbmjcrn0jhwdJumHScHt5Zj35vdvnO3MWfg7RM3d25yBIGJjIMHD4cHNRA2NUkdek/ZlE6co8pPHzsjrojZoffSqOucV/Xcqlv3XTEreUCGhCWBbnffxI30rro8+dTpPK/kIOL3773FChjbseng10SqqzZOsBZNFW/7JvpeE3f6cNQYPz/1u3Tx2vCj//u/ha7NDP4yYGCOQXrv8CbvNjqkRNLimYsllsgHuJJWZDt1LZZRPlK5EFvi1b1WwtnYG944aHTgvQ25Pcalac8+dXY4dnA/T+UxOfQJxyIYXEZIWzmIGVzGV0rEM5tuY9M871zgn/cXGkIhn5EuaChZxjP/EupvpvRP+R8Zp1/VUbeQByeFvEnb7dQu4PVIihs18T7DtpZJGfHPyYyqVwzvb6bm6Zq5l8nyU/APh5uGS91IAjP5mISCoadzCog55QPdy9LcVuxlbNa7rIpkkOXZa49seDzhBAOv/fu9NXzbOEF6gfPBljdvE/cOj30MsD/48AYry3vY0XNvOMfg9ve/e3N47WtfY6X55Uywhb4FOta0Sjd1iTsCnDRJHQx9Tqg4sHzm2WfZlXQzbcZeJgU8HmTmf3ztat4q//rXv84A+43h+3/5/eSlbY/0vvHGG6HlK2yf/i//5YfZSu1KvefaTxx7IjuS5I31WFeycmbrrn/cem8Lq3yU/GtW2tyObx3aJ6/kazrw04LWku9EIK2ZWdUmVr3nhElr2vJd4EjbvqNWvOuVB6FplZkMrKd5KR9OhoGvfjPJN4rw3c/6i4HB5pSiFDx+tYhLPVpPu04zt3hu+CN+Ao20tjZNvoV3ela5rpiMYGbStqhC6qLjn+xfCAfmsjYUPDzvvhAi5yKlPLd+jHUYW83pZKq6VDX6owEoUMpIgLBHr8/Y8RCkeUz9DdjPinoOIDNrFbR9W9yxCTAfuoPGtXnT7lQlFDtUhkYTJXStRplA7eUWD/wqrnTosJVfgvPJP24ND+GFrrl3CqfAVATq1aAaE4MB7DbnPYbCoh9KeAxWbfpbxGdwgaCO04Wf+INJ9/JL7K4G2GMTC7WpvMz2Q8IUNuJ20BDVaHPbY9AKCy47c2ROGjCM1eAah27RWpTVkQkPpMUOL3plrAgJQQBXI7vSVbzl211bkJk1JqPyN1WJf+owMQfnNICDMeOSDwpeeCZNFajSZarWUEYGH6pDD5S8V2hJTsKIT38dVHoRJjTqB7zmRN3iDNzUHIdieTNGM7d64o0rOKcAU/Mivp7AKcxDzKagq954jXZ5GEJKVrIFnUGOZ20dhNxlm+vt7fXGtqsWDr5d/c4KeBv8iit5Dk+63vFP9VDRO0xYYm+yk3KES/JMZvC/mbNoZoYdDBmk3Fc5Nh45SBnIjdQFt42x0hZWuVeYLNhNZ2//AS7w4vm0u2xLNbbbXLDmY8ub2HquzGxhcHOXQ6Ly575b7Lx4jRus7NTV2WqCES9H4LikreJUxkYetnyJ3XR1ux0VwzWHvpLf/XM+uVlMr8HSiYKOXpISfizHDXHISaqDv8/8h4/4PUyJQZxZHcxA00G4W03vZ4voG6+/kcuRDh04lDOc8tkt+7WlWv6WFIGizJaVLcbcf5Xeyh874x4JvM/W7U/ogLvSVf5bmSjRLxdkQYcd9kyiIEuuvnsx1F4GB5cunWfVy7duL9Mhd5t51XfGPvIRY5Vx5SBZFa8Zt3AjHeHlyCTrCuJHvm9xZvoB+e9K2l12fCjvDmCOHT/Bk16fDB9fvppBikcOwmsREzjlHXpxzITB9hX42uoMQVK9YujFNDq8dnP0nXusVPHbvW0Lb5bvG54+cWo4ya3W2wg3XPuI8sbOAy5YK2W64L2TQamHZumR7aYj+aGfFlWPtGzzXwdJBkw6/KB6OM3mUUOjVThzXf6pxjj0wi2d/fLRJWhjnXyCrz7GLMJEKd7e1ElziwH6qj7qcUZeCeO27BvI0VaeWLsX2WNz/hZS42YA/GolzrydJcAdKEadtrpih4AkCiKIB9jU/TgFRtraX5Gqf7XnvZ3XTixBU7ikfBanclpKt+5ebkJ6Md4W8wivbaws3sPMGCdK3MEPb8nxuLn6n9AWQZT88GiM8ugqpRd1uRXZcmo2veoKMXjeY0XbXSZu4bau27l7Z47QeBu5R2lUW6jv/L3Htm7x+Zydxzo8d+0Z4wPUnw6+3OK+QrnNJCThxO+2cVfgmbGiLNcgTdpKVLzHgB1Fu1d4/3t38uYAtPz7/+1/z1GBE6c+Gg6zNf5Xv/oVxzzeGN44d45z5Ptzv8STp57KyvwLL7wwXOP+iav8/vN//uHw0osvMolwaPjNb3+bLfPf+MY3srLuueVbOYaiDBi/clk/t1I7ASi9Vs8t0x5aRATr/VNDVB72fCyX+ULS3LoW0Mq7cpqapWCGS1OXlh58US9+WgYJayIIVLf5N8iOPry3d1r4lfvCv4l2jbyDD1sYcCs7u2gfHXSr+9ymt5hbf8FKK+bwi4+VJPxzdouyAkKjN7qxjEBU6jrcUl4NkxSpd8IwarPf2v+AM08CXt71HYOUoefnfQs5wJWv0wBrmFMHKgMdrfR3M3ozRyY0k25roMJvOm0n6xcuknZLZKnKi4QApqHCS/cOA8oeeQv1qTR5tCRgR23dper2RdA+OZW8WfR8lJ2IZ2kzkokDxlV0hefSMhcq+ayLwder7i/gWDPcfFRjXK3GjHwJMhd149mIM3HNELUWcvSeDzxz1iTetGHzzrF12Y6cL/i36h8EYphRN16FGSc+M2bOgAI/o3cBdVmTF5Mgi0B6leiuBbSKbTMUTSgtEqlJQSEW05Kf5mbXJAOynQ2iNrv1dEnmCt9VN5dedPiVXvWZsqqrRjwRzjwwdSw9RGuYOue78wLGQmGhMzxAc2gsbFXATbt/8Uay6zkUkbZw0aUNty753asiyXfOqVvkr8H4C0NFC75iG0ApiAGo+Bu+kZ5mf5QWtI8C6v6LwBKz6NZh0U1KqZmpu6gnKF7dV73/qrOGHYfqYALdAVvYadQTL1hjIGMoFRntlu428TcZ0/ALoLFOwB8NvIhgEth4JtYGWbFbJpLfca3tn3Zq7GS5Dd0ViTr/vSMz7jmDS6PutsN+YZRBe9myzM0rY25uiWvmW3TpX42JPvLFiq1C+YU6tEKruToDnkPesYuz36zGr9ChcEtqnyDwHfF6t5lwdipsZK0D2i3YwQde41feEwFa0YkDcdjoCqdbpa2o1UWa/I/qunDSXYGa50yTL/N+BR8IUatGXKssIsbROkB9DlDgpSrpI151OzR20Tw3+dbb7zC4vZjz1K6g7dm1N2ev3333g6y0Pf/CcxN80Nn6FpUHwTrxh5bmJC9T3yI794iPfQjpgLt6pzzZYc7t5YRW5lzROnnqBHl7PythH3zwQQb+XgYYnDI0BjX5p72lvWuN3+F9B+96gzHMA+WZgfZBVpjr4qZ6os5z6N/97veGfQy+f/qzXw4Xzl8Kbe7ySFqI0ShFWVE7wWD92pii+6igEbOS5WRslQVubGc3xaE9XJx2/NBw5vjJYRuMuu8KN2icxxCTdxwQisByptfvI+LmFioSQyYX4Fvkdwa2tqkHXYTQfeTTome398DzgFIprVPVIXXreRI+lPAQQr4UP4tbFb3uwQU6cWh3cO3gchcTag4gtnAW//ZHVxikme4xRPAZF8U+gecpkpKKI/QYD3gzMYZ7kWWkpKaFTwDNqNLIKPMFsMLtF58wfyoHzT0h62O5S9nL4GZgu/d5LnVkNZsV6QMHuY2CQawT7w6wvHujw6auqMhavUJ9xJ/wW5jA6UreunVc5cVmZ58+y44OdgYQ34fnP4r7VVaPXQ135fnEqZPDAWT9HXakuH3/0P69w6/Znv4bfg58T548lYmxf3nrX4avszJ+n7Lo5FTuxADbTbeOSwdlWVqlWSWfdJdHNXHHJANHg54Hp3JyaP+/yuVdf/3Xf8UE18fsTDo6nD17licf2WHFdnWf1Xr2WY9A3WWn1e6syvq81vvvfzD81//3vw5PcK75CsdQPiZtnm/2tnS3Yf8F29a3U//baHgkyYs3nXxwm3TPLel7mCrapxAyvnJ+5rpon/lUCZ7aDb+oKvwyzIuQyXDi73RNYx7Dy2gg5HnnftJLdmylwvbc9k6PizHQ3sFEtEernPTxqUIH25YFZ7DMXydEExv2BxnwOonsoNz8NAaAq6Akxkqv8U7Vor38DJ24pqATcwauSYvhZzgyiJ1ZJyGWGadhNRfHlgZvxEhXqW4yTCvLneARBD53PozhZlwXz5gELRW9pg0rg/Zo5wKv6TGBWhpw4v8I40OD69lkoNA8FPoRMa3fezGW5ayNlDW2F8Q03GKYnuOdinnWRtq711K9SubUq2Lr7ovxCdndOkwPPXfGO4A2BuKbpqBDf0F6NYwkAYMNjvb6aa5Zu9hJZnTSYNt4j4KU1RdWEqoztDoB3d1waykLX8G1iJcBdp49BM+yYOtxS36IlzikQ3qS0HisB0ODabQ1VHMBJX9RpdIhjmr6l0Eshvh87NJf+UU+a35EtFLeK9Dk48Mye4IreIUFwZcn9RMCP6txTJeps+ywmkHnxRVCVz7c/ruNS30c2NrJyRZ0V8Cx28nqncsuJ5JT5aT43c2dzMhtt0SvBi9l2LDImoPndIaTqxJo55emkTKcy79w95zyCqs5K3TA3GqeG1zT4UoqErKvRPboTKHKIqOZUhSDedwb+z6YSXX+iLIV2RAhqsuU6etpXp1W4575Axg6C8Pku0Q2q3npKZjArtNoSHm0j9uK3Vp+9PhxVpr35kmxt37nc1pXuVn56XlsY3TKhXVs8W0eSJv+fBf4JR8cBPiMzmFW6Ty76tvhtziv6EV+3vL9u49+x9ZyLh0LX0BFnM7cU31nUBIeOXBxJXhRAWsc9Vv07HYHNNy8vFV5ZbWMFT7trhS++sor0MNKN6tsu7nd3c68Z+Jzhq8FD98jFCMzZkzonTSIJlf5scrEitEmttHfZxX7ABMbp7mF+MypA8M+tnfe4YbqT7jMbjM0bCL9XjAnMSWHYGj8kxfi4xO+9JSMeryEwPClVz1/Sn56fikXtss1eVwwSQ48zQof+erzc8qoo4Ub3OcgQwzfM6DMLayu4d8knxpvDBLYzi5kGYeGZwZf3ovfHmchE89a8bToRi0xmJfk8W0GmL/gXLMTCrt4ecEVXNN/mbfsjz9xPNuta1KHUDOSRlzLDOEh+N2NZP2s3S3J0ujOkuOUcc9Pu6PEgflH5zkjzsDWS9F8Y9uVd186OH36yez8eOedt1P3v/vue8NJbjL3nLj3LuQCuKS76hDTYPswXfFbpM96+g4TXq5C7zYP4bmXrh1lQvfEiZPc5r0zg2WfGvQWb1fBzRPPiwvvG+bywUvnDh85TLnhzXteqjBet6c/Qbn6hHbpX1itf+f3bw/PPvdcnjMrOtogakLULN8mjl82Y/K95C+kKc8T64JljvqA8dnKJJX5bbu8gzPcW5n48/kxRK2GlkyW3GfXj7eVIzDgoFzyZ90lfmsVuZc6qMkulsTV3bRnR0hc1//JqjKE5IUGdq+YwaE7s7uzOBqlE8TlN3GYGPEj/BRide4L3sttpS1paIEqXcRquoBsyUUvu6GnZtvCmtGvMHORC/w/sZJPG1VKwZyYrxNB4iKgYRMrcaeeX2f4xwE2jW9qFvfULo1J5SShudV84+xqZI+pbvbHqHWaTMBscN0px42KI42Ag2zMVSAMNSYzRm8QxZPyOSt86yGz4l0P5OcFU+mKmJGeT1XgRdEZOyF7iVN8dVfADZabOCdhvlCjBDU1MXanVXpPX2Dl3XoVoPa7e/j1BvuywpnyR6UlHUDgXD3YxMVQrnp4o/gKZ6azCt4G4Hb47OD1c+C1/dGGtTWoYYKxreb3rIK2srR41iqXN+wLbXfAp7Qie+LjRw88qz5uldvqtknid+XdJ8nScUjC/MSAXjF3W/cZx0uB4NMBun0delLkh7AO8NNZWQiXItpxG6m/cRCXatiE16+HxV+0I1HNu0F3qHXoPeICFadnBQ8dPJg883bzCzxLdO71NzPofOXVr8Brt/l7IU8f5NoRa6qI6rY53SQkHaSv1xXqbkXdwqV2dq6f5JZeL2S6jRzZgfYM6Hnid+WNwBkU90kcO1Lp2/hJZi2PfKQt1Mxg5t31VMa4qZe4pemZZ84O3/j6N4bf/tNvh5/97BfcwH4G2o5lG2+wKGtJVBDnky6YztiUxUzmxgcX/n22awud2hUse+jsHn/ixHCaFfW9u7cNd69fya3E25mo2kYeRG7hcpUBaQMxdI3KBOhU2ug8bwil805fMpuruW4Tt42utnRRh2D8azdDT496mf1a99y6fodz3tdq5wT8u2t7z6hR/ghaISpMnOwL+KNeKFTlFxoMK6vhueF1EyY0YihZZlKg0dyQV1wiV5lfSxXuhkugAqijZCwAcJ+Bz25tZ7X7/IWPcnbdVxX+/u//fvjOt7/DhWXHs+PDVxwsB31Qbc3WUyatJTOFW3yqbP2mrtbfga5hvWl8F5NJTrRZT/ts1dsMUj3zfYU3orezGmreOJnq+fkjvB1/7NhRtoK/Htk2zouXLkLLJgbl+xjsnmMw/MHwyquvUp4PMnAzXiaa4DHRJu4pbXd45jHlmbLiSxTFZCdbWJFlB4jn0+XiK6+8ys6X04S/PzzP4NmdME8++SSr3e8Ply5erjJLmlxt92UL7yHxRvcXX3gR/FuGn/70p7nt3fw7d+7c8OJLL2WFXHgJ62fRpVFl0V5UkYGJ4zxM5/4E4IsySntPyEjDLEGUtOSX92bYFq/sYKeIiYG3KQ+WCeTE100iX9rbgFseVB+60tvru2SSKIy6xTmLcSRifQYCpl1ApmyLLMFIBIhnGGcy1GPrqGcw3WW5Lr7FsEIafupOCnGqvNbPX7fHFHtzLvPCV545fZBJ+wW/P1k/fw4s5vAfnoKSp15/xDaRval7/Gx7JjI4bjV/JKGTAtJhI7hTee4ej0GvQlGIjCKVgxWEFYlnSDSbmNidhaoy1xPctwR2u+u2gakP3yK8/O0AiavrzU+oEe+MhlnyZoU2yGcea5iAF3WV8zVgZs5zLE8Yq6seWETYpbk7zYKuaXJBUfD+S5dPi+gW1YhXPlTcVo6dp4vgn5sdukzzMpLXoqEnZSNh1sL1R+OuTE+ITd41e8aBmMvf0tHkqHlY/uoMOGf8vDiLzqOrGDdZFbzJLdjejmunrlZc6l1ZB+FuRac1MjANW3q5S+XFcmUmKksOsvNTKnH3LCTdyPjPbldn0OKWOTpfDrxdwX1AA24AJTPDX4k2Tn7ViOMTN/VKaTiSVXQm7tC98ssG1HIlD1QhTXk37JyyHJS/Pqkz9AfOAZkyKQ79etCYCWOKYEo8ajypXVxAOBoQr04i8afRiQiJa3bpKZ94r/4krLg6VNGLQ/4k6hZ59/6HrDSz4nyS1SdvKfYstgMBO1/hYzgi+k6zdBe9qyMtF3nhiosdEbenem7Us/f79vImMPLw1ltvDed57sgL1+z4efbUzrnbUpUblQMHJ1ge3KqbwHsqOv0zu9DaZi5Kgj/VJtqFUugBqQHC2bNnh29+85tZCfzv//2XuS1beb3HAE+6Tb1BMxgWAeZM7mKwm9rdkw/A5488UpxucQnYCSYX9p3Zm+d+Bp4Gu8n26C2bOFeOPCK5WX3S7J+EGZdFRRJL1oxDKkI0ejMrGDpJW2lSM4HDuEQ5IbCmeojXmmHW6xFBBjjENqING3p01Myv1TUlW8g6bvLBMuGdA1c4d++zStc4653nkXiILe19+CkKYRsnSI/deZGkXFZGVjxGV17hebGyM0CPRk8MmJuSvE6iTsEBzCw8eQ+9PZLQr6SIr6lMaCnvpGcPZeGlF1/ixv/LGRTu5okonwlzF8qbb/6O1eeTKTMfffQhz0ftHg6xlfxWyiQToUyCWk48a+2xkc1c1JdBetvyLQ3yqOiBF9SPO7buxD7kjPUBnmaTFle7HfjKR1fKPeZhud+WC93qpnR3Nj377LPD+6x6W1a95O4Sq/PS8PY77w4XKMc+bXWK7eu+DuAThfJcIRU+u1YoF9mJRJzGZTmS3g4j12w7jjKQNqz+lsWnz55N/eGkqkedrEdMgyvcbp0X1rPsTsbcZDL4ta++NrzMhXE/+MEP2MHz8XAMfP/nf/yPCfMivH7u6bPUK06JuXW+eCiNfVt85xfkRFU6moV4Pa/8uNRiXPN4J0LTo49sNQt09DZsFFj8c3QCOpNg7kXZsdOz7tSiull/YMk2ctL8gEH3A+UlW8vliH7G2+DU+RmPZckJqFmbWOUsfWSgDFY1phZ+E5VSqRtARVpqytSx1rPhA3pwUycEV3OXpjmVOiOJmXOeWSZ+0gSe1aoRGK95/ym4UB3EaDUv4qs+zSwG+bcIM/Ndv0nuyoeuZlI3ceyeC7p0yrXQvuC3Hqu582VX1sOLaonTIsgfxN7riK4bSfJvgY1VYuJpacIwA0iPxwTMnLAsVcsgHl/SXTlS5bxWTFVYNWaATUM6FUwTnU5K3DWbzIfR0yIIXCKYfVK4Z9aZacqZJbh1moLMAq5hkoYleNaANrOsnuZzp1ynQSKUoF0zGVPgDZh7Dsh3eWuFOkf/MpHYAP4/gX5xHEjDMhFFK+6q7MnUlq9zjRJC4FNkXj5lJ3LrDVbw6MC5vXHHjtvpxNmRqveY7RSCL42pzWuVzGlFZcrtAN0Fr6sv6Q/YScgfgQmbVRMHZem8IX++Nc224TxTA1Y7BvavldPqaZSEjlydJiCOCvIk0d3N8C3NFVaYOYdynnxFM6J/OOgklEaBTSUcB4l4iqJCUmZBWmlr+iwycaxTiSxoy+DKmxcxXaAj/TKrQ0cO8X4021BdoVJVp6dTgL6BdNmR9UI+z7AeYXvo4cNHkr9ubb3AKp83Gd/i8r4gbXjt+Ltq5uqdlztt376Tgcgt4C8BRn47Ku2qk9Xt4doqx/jq2kMqcw4EnmNF7bnnnhl+9vOfg//DdMK9AVo0vl/rFsyqWQlppqDynbT42jMZhZyaO04WeYactaVhK9m5h0HRdsrHnSvQD4xnT1eSvvI3OUmSUYCr09hiai4V98y32ecDALseNYthNXSPZ7XPZ3OpEtzb5sg4qe3tc/TG3+xqwa/afLifAiXN3klwh9XYm1ntlOeq2nU1tkpxCyq8Uwe0eKpQ9UGFYIUzAfgUDToTMP+NPpHxc+LGXyMzYA2wUAE2ybyg1UlVKMpmJ92fx3esJ586fWLYs+/g8JOf/jwrv888/SwD4WNcLPgeb8v/mm3CuzjysBLzEY4qXGCwvIsB+HEGuV4SeZMt6/LFld+uEpPJ6wQ0wuSH6ZRQ69GtlDWVq+oqy6PnrV19dGVY9x0+tYi9HzPq57l9vsyy68DflfNf/+M/sur8Qm4h7zui3JJuHZDJV3Z9eF/IDdoJcZuv91Ol28JA00gr5cGGAuXXZHhJpkcM7jDIP8GkoE9r2f/bx2WM/8BzZbYZytbWLdvzrFqe3qLdcdLPCQPfvXYy4Vvf+tbw4x//eLjBNnUH5rZNH/Ku+ZHDh3JrvG3YTlb+3dk1VWOdrmOxb+r9BzTPZSLxaF9UE7cQ2gnEPfWUEwqUHc9u26DzyUo2L33UIpVpNYztbJWPZAVyUrIS2xjzHC8khWjsN6TpKquuq1UhnXO3F+CEY3YLidiyAUR2EAVpgUduoW42mC35mEM2ZxFLU6Kd4OrOswThT9xEjaoaw68YEh8GOKHXI1Xxq4V7JPTGAWThSEZlS3OY8wlii7mwJn0Ms/Eo/xTiU3Ag8gL/1Xs2Bc1YpgppquIJ/v8PtY46kjQhxmgAAAAASUVORK5CYII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114800"/>
            <a:ext cx="9052560" cy="38679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257800" y="8247888"/>
            <a:ext cx="7050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Проект онлайн-библиотеки: функции и возможности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intro-image-right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ey9B5PdOJI1yvLeW0ndPb1fbOz//zUbG/F2Yme6ZUtlZcqo3MsD8JAgCNDcS15TlVSUSMKkOUiAvEgmMHN0dPSc6KEIKAKKgCKgCCgCioAikCEwMzOXXYcunp8fQ8lZ2szMTHYdunh+rn79qqsfojnatNkh2T0NWb+6+uxsKt+zL6e9f3p+qCQwO+PXqyzefeZMNT5R+wjqm9JyaDa1P59PXb0MiJIcWY65mJmt7h/UfjYt9/Rk+0vpPiX7nOZnVGvoF6Up3/l6l0sUU/zy+fhg7SjDLcVlZtbqU64XHhf8ckXu1Xeoa/6SmeRJxq2aoSdIrMyfLRQsLonD9Z+++5+vT9Y+qTp+fkzLunTfzmmnidMXCzRK/QY4PiWWjot5M3ypB/XjfYHnGG98eUYlp8/Xh4D29/TsYp5I3wn321h9P533dfxZrq/zP/78R/Lnn38mNzc3yX//93/L+TZjBR2tnuGxKCvY4qKsbxHXMqlm9j0/P5f8x3/8v+T4+Dj5/v1H8s///f+SHz9/mjGu6hWsLE9RArZzMTW/q6ufl2x3tbq6mvw/0WdreyO5uLhI/ud//idIgPwpZ+k+qX5/DRKtSPTHMRb1+TMdYxbzVlZWkv/6r/9KlpeXk6urq+Rf//pXcnd3Z4qW5E4b7fk5e5LnJJ0r1nOSCpd1+SiMrvzs9G/U4V+BWMXN2uqa2N+fyeLSUnJxfpH8+9//lmestW3oD3ocS6AaeDK/gmxWp6pM33nEcG5uLnn77m2ys72TPD49Jp8/fza2Cf7Z8ywVBnbCNLY/skgrLSbPM44tXj/n8y/2fCQB7+zTh/1VHbl5pfzJl5VmnpO3b98kO1ubxm4vpW2h9831tdHlSdoSPHM6tqJUSw9LF2qiLA63bF7O5vn/02b8dN6X9WVOeiZ+vl7Ze1k1Png/AQ/+PT4+Jjs7O8nu7q7B4/b2Nvny5UvyU8ba0FEnn//72rUV0JuJAmRxZfkZjHMiq723Mlt5bDnKkZVHJ+zwAF3yQJuxb/Pn56CsSDNp2H5Z+ZQh9Y3x98uXytF+Shk2oba+V88vz3tfTqZ71RPY3+XlZfLXX38ZvHFfdcToVNXRvOlBoK59fbvyNaur75dvf58+V6IVa8bfaL1uMua7IaNUFAFFQBFQBBQBRUARUAQUAUVAEVAEJgkB/Bh+fLQ/OPHDt+M5sElSVWVRBBSBCgTEtSufgcwYh+nd7Z1xyH3/9k0m0VkJufYm5vRjyUk4b4tTant7O3mS8e3kBA6J6wQfC/U/wdeP9nCybe9sJ9fXP5JPnz71w6QjqnD0wSGIY252Lv1IJSeONsCzZ2trK3MaGSeafHTAD/T8idr8PjPInOAEXr158yZZWVmVjw6kvT5Pdns1gY/9Bu2Av7n5efkYYcs4fzEsXF5cGkd3Pl40oTp9ZXZ3Ma7siDP7wTieYLd34vScnZs14yPG0dd0vH371oyzsA86f6/FGa6HIjAKBGB3eM7jgzV8GFXnAB6FTMpDEZhWBNQBPK0tp3IrAoqAIqAIKAKKQA8I1H251wPLSpKQZ7xfCxbFmzR8itK9uDt8AV71NXZd/gCAcBIQ52cT6pDbH/PyiVqPQemLdS+/5S0CAdzIiZbVtXiKANtNmrTnQ8cHAEznGaOhCHqWzvnj1v23Gb5sb/bT2D3lGvXZl4f8mc57PXeLAOzh3W/vxGm1ItFsNyaK60nS4M8wiyakAwTttFvuTag1s29QWlhYSA4PD5OV5ZXk7OwsOT87NxFYUKFunGO/aCLRqMrA+XtweJA8PDwk5+fnxjn/9GSfvXSYUhbK7+ejOCLRjKO/DgQSG/QsOCM6tOrY399Pfv/9dzNhf3p6mnyTjw1cXagH+z0jf/sWHTJbHuUHImSiPDHd0GV+//1dsrm5mdz9uktOv56Kg/Cutl6M3iSkuzrjGu20ubkhkbBvk4XFheTjx4/J1eWVPNsk0jGNwPPHCfd559JjO0NPpDfBuG9M+G5pzimzeRlTEOW6v7stP7uekp/fvidnlxcSsS4rJBi7wPu42AwMQA7SSKvLqXr8QvlpONA+aH9E7cPxtra2ltzf3yc/fvww4xIccYMd1fgMRtOt1Td9y4v27No4on/zyO38N5MrXem69ftficKrSOAz4+DgQLrlk3k+qhP4VTR9z0pivGjYVxtJMprxp5EoFYXUAVwBjmYpAoqAIqAIKAKKgCKQI9Dli2JO9fVcTQJ+kyBDpMWrHL2RKvXJE6yvJ3wXknJ+rTyt6zHr5baBBlkbj1ZCO9k9rNIN9BuWxUuub9p+tO3+kuFU3dojgAn9N8dvjJPx5OTERLflVGx0m+/UyfOHvep2/MBk8NbmlolIg8P0Fk6aKT2w5Onxm0NxuCyKPtcSzXxinGR16nBinOXogHAdE8wb/uy2n9iK91DBtgd+GiJk4Sz59euXmbSn4wSyuGXz68keH+H3g9rr62vJ3t6+ufn+/buJSoNuuR7Do90nBV9OK7tpFPMxCO6XlpeSg/2DZF6igNG/8JEFPk4Y+OC7j2c3BXosU0hseuPaZ7mO+yEhHbE88yPL3Z0tcXhumspwcp5LtOHP65/JnMj8JF/IcAuSiQwAboRdBKO0Lm0Yq0Dg4waMsbAVpGMJXthAf4cr22SPA2EMRP7exXYxCksxcGoj+xmYeicVl2Spfdm+VFbIuI4uP94JIyWiCHSOQI99t6Ws6gBuCZgWVwQUAUVAEVAEFIGXhECTL/ZG+eJGedxfkkwbpRxsY/Lm/SDnccidyun/qO04QnUQNEp1XBlD8jEN5XjtzjQwDfkuLTBCnp9WEsBJMLRS2zMTdTLj6dJ3ippL5vnpsftMlty+uUcaqswG6GGSDlYIK+KEHa3S3WMNdCQ2BWTkyOnbe/7Pmrzv4mwkixCiPHRN5xPnnFhzK3JiFhNuk3NU6dcHnpOjeSeSZDYPailebvvS5lGuUFaKF8xgErCmPceQqZOR9dk/CwoK0eqIwhhXTa9GABGhcBa+FYfchkT1IZLr69evssLDoxO1ZGkgiq9bJ3D34weifxExiyVZT89Ok6+noov0KY6f1WhIN6tyQknl0Y6/TxLJfCQOl3WR6zn58PFvs0cu2qtWDo4ddQoPk2/GJPbXMqF8v/scNzgNsWcoIs2xZCz2xsWZbZTjz/GC9P3xoMyvy5RcjmZUIT8izo+Pjo0N3d3eJB/ef0zuH+4NAe4BWttuzdi1L+U/P3wKYi/UGWfK6aYhsm51bdXouLa+LmPFd7P/bRvnL+ka9iKTHU/Yxm7/4/OAgtIeeN/kXDW+iE3mbLP3R1KdlahN+944l2xL5O8baVeMld+/X5mI50eJep0Tk3TfUVGXUkrMZ0YTfFxeKOdqx3dXpHd6VLW5nxcaL9IysqC7WdJ9aWlZPqzZNs5fjEH4eIP7/dJOmstPpIo1CvYhKFm6TkMVizt3RDQdJwrjeM6rSD8fl0iovR6sGTpTplCelxbCn2loB15nv1+gU0rfyffl9/X1uFbf+jZSXbqTXMob08NPJ1PUW1xcTH777bfkf//3f000MPP0rAjUI8Axwh1rmNaiH2eMWDdLCFwMQjdApsOkJlJ3yE5JKQKKgCKgCCgCioAiMKUI4IcS/6ZUhbGKTezG8IMz05syZAmTdNGDfY0T65bQYvIMP5WG+bmEiTp/sq6lGIMXp21VYj6shoOLN3TNRvoNzWVqCHASq7nAbPthLLw5Ny2pCAAB2Omvu1/J0uKS7C+7YybbEcn1XRw7uStjFFh1Z/+7O7vGSYVld7H0M5xTsUnjUWg2DI/V1VVxAO+LMzsxSyQjorTpkxA6u3r798PIVa7rjltsy7yUdQTDffZoloz9448/TCb0wdLPoSOXFxOyVhdXn1CdcaatikP7+PhY9sXdTh7EOfj33+9lCejpizw3uEtEa44/xokkeXx4NMs9w8G9vmGdv18+fzEfJAyPO23GtSOfKsv46Q3uG7yf+A5aUt2VJZ/3D3aN7V5enhvnLxyf5jBr4ws+js9gCCnJsoczparAlxiVuIsTVrSH8/eN2PfB4Z4ssT9n+i2dv6UqXSdQNpwn6Gj8nmfkZhv0pAAx6oU8ZZ8s/EOqrsuHKXAC66EITA0C7LsTML5pBPDUWI0KqggoAoqAIqAIKAK9I8AvcGOfazNffiyP5sC3epP0g4zfDk6STKNpidfCBRMemBg0kWAzMiud/WDJI0biWAxuH6Eu50b4xnlOSE42NkCeUY0PI9S9oF+M7+DtH6M4aemcEHzGuJxi4jstuBdiMfJpLou4grNjoINtkPXJMBXKSLn8+3Ct0aXG5Imlj06yl8cJNrCwUIzINEt5TuIQVWPfsA/oc/zm2Di0Efkbcy5WtSTtrKpMOc995+kmUh176GKZVeyx+evuXhxPH2Qv2VuJ1rb02X8zWQQfI7v0f+yFyCWfGXk6m9ipPUQSj+qAjGwXu0Su1QmO7c+fP5s/6oFyLvZS1RzPEomJYyZbAeDR3E/Sf/Pzc7L083qyubUpUZF3EhV5kvz4+cNIPW3Pe9MGjjmzfeZEx2NZIh6rBOD4evI1Ce33yhUC+JwzheU/phd+sqT2QYxce2G9/Mz3hzyl1RXHjwaV8G4JWfbko5i9vb0E+/9iZQQsv36P/ZyFxrPsp21+f6VOYJ9s6f2U/CPPZ5THMZKPFCkLGEbkQRaOWRmHFhaWkndv35mlv9Gu5xfnyaePX2yBrv6nTCF5mDcMr4zG8OMHxymeIRb7Cc/I4xiGsTgbh43dSAXIE9I10zG1r+z+tV20059jB559WGECH37hGYN7PRSB/IPGpv2/nf3VIwx6OCL2mI1PttTw/w8mvzqAh0deKSgCioAioAgoAoqAIqAIKAKKQMcIYILFncp2J2M6ZtUJuUmXrxMllYhBQEwzm/xTSBSBSUZgbW09OTo+MhPYF9jX8sfPSRY3KtuMTKwfix5wLmIfwH/9618SgXlnlreOVprgjNWVVTORjYnt8/Oz5PLqKnveuc4FPlfcz0bM/r/pw5GO4LGrKgJij8ZtiZBFBCX2DYUD0cgqwtFxMnY5WwqAPVFXpK2OjmSfZomSPJM9caEblkt+SQeWVT88PDBtdnlxafbZhI6ZY/clKSu6YEWE/f19iXpelBURfiZfv9hoZ7efuSq/VEfT5saGREALDuIEx6oKsG3s+zyDD0BHcHB8I6tJGicmSRbiw7OPG9NHdSb/rjFqShd9F8enT58KHxaNSn/lowhMIwLqAJ7GVlOZFQFFQBFQBBQBRWBIBPilnkdmBhM6iFLw0nFr1gALZQTK1iTFfzCRPqcg3C8JIzIHebn1ggVqEmO8SJfnGjJudqdfP8bkSxnGeKVfY8vWVjVHRL8YXVKr/NpbCoXqI23mIaWQ8mXzmzxHFtLnZ+d+PuWoOfv2x4lM4GLyxNbtpJ/lbSM9IBQFizGg/I7MgaLPTggEKSJpNu147AVPXH4P+1KCjheJQTKQ1U5VccIqxt+mdzuxBWNCFJQ7GVw0MDaXCwUnOerSkO+X9dvPpdHFdZF+GdPnbD1EthS5WgyK9Zk3OWcfz8aSSf9DW6K+NUXae2rFXv/O+41wQN9lPvtxrP+m5TjxTjxN1HFAWOYzi/rx7KezvJ/PdJYvn4t2Xc6vSynWDz5n60iMIJ+RPD6rGD5tHXA+7k35+OWa3m/Icq4bMskPe/zw4YNxXMV0cWla+xXTdcZh5PPeLVu8Do2/edv740cmC/tFJIICEZhHRwfSj5LkSpylN9c3I3AqhnQpatv+7sk4W7DUKpzZcJKeyJ7MszPzePtM3z+xCkc6rqTPXX4OhacdbIi40Z5mZu34y/uSXBxXQg+kUuE0oTBGEQu2pb23csyJ/HPJ4cGx2afx9PTUOJHo/HVl4vOXabke7jM0JlD+PGS9eMlmOXV0YO9wbK+urImT/lKiziRS+1fI9mx74UMFHhhLMD5wrHMjBVnGP8fGH5aLjjdp+7Jc6AzMoS/PKPMoe4FjWfXDw0MTVYcPRLD0LxyepqyMGzhmGMIq16bt0mdhjp/YZVrWpW/zacuGlK1fktd/n7Bls//T8SHnl+Xkz1aTlOMfCoZHhPzWjuxzKw597Cn6/dv35ExWE7i5uZPaokOqJ+o+oS0hFqLUs35j6WfdU7Itn7R/RNRwyxsx0/+i7ekWcq4N9rzHu5j53ZriK5iW8Cn0Yano4Li5uZXs7sqSz/Nw/t6LbZ+Y8Yh9lGxwLvB1M7zrfNzygUj7dyG5+FvD8rG6lPRI+bAZSvLw+ZGuKCCKmhoszzP7oid2dgu++CP9uBygL++C5gcl+rl1reQBqWIPma6wDWsfLMd7w7jUF5Ca2hMunXw+B5CMo5mctqz5nzg5SXn0ZCHRFidwThZ5IonXMZyYTx4sZ9NTu3V1TfmwnlveT0P0PlYBQfS+Hq8NgXycdzUPjV1ufn7t9K9sZ3fkuul56fwqzDdJOI+Tl8yunP7LfpDllS5i/EN8mRarUyJe0LScqymKgCKgCCgCioAioAi8KgSyX2uvSmtVVhGYRAQwmcgJRcjn30+azJic4ATFpMmm8igCgyDAybdB6mqdyUDgneyXB0cHln4OLek6GVLWS7G1tWWjf2+uEyz/bI7A5HQ9pfGWQJ9ClCz+sIwlorKvfxajst1oQzgEfaeg2y9x7d6PWjvy/sc//mGWs/7x/Yfsj/t39iyc9mfi27dvky1xlN3d3yVwbGNfY+o8aqy75Wd/78D5++63d7IM8nxye3NrdHx4tJPZ0952IbzQ7+A4wpiIlQTcpeSrhpNpf7+Dzbrtubm5aZz+S0tL5rmA5XSBx6gP816fvju78rlyxNLdMl1fA69x9POmdta0XNe4kF5f/Kvosk14xjYKGJ/xIZUeioAiUI+ARgDXY6QlFAFFQBFQBBQBRUARSBFo/7WdQtclAsS/S5pTTCv4Jbejj//lv5PlXjJKx35lzi+y3RL9XzvBJT0y69N+ECn7aAJFJJTZ6DCOyaP+wHOxe90fygzUru4X4O51fw02EGVMvvHguGCT8ohD5vd9thOBEseTDkkD4R4Q0tUR2V3RDbAae9Lu3q4sX7sie8z+Sj59/pQ8PtRHWfKjG0b6+vfjUAoTvMfHx4b1xbk4TMVRAfloG+OQaVCecLhgD0O0CyKX4JifSaPHYIuwT9P30q6YRwhyDM776KAydFkPMkMfONbu7mR/3JMvaRTheN4l6nTz+79fHvogim9ubsY4FuAoQx046rE87qDjBZ34eXv6nO09y4Vzu0t9kg/s5hfmkr19iQCV5X9vZf/pj58+mqWfpWcFGRE7nv1C6JMYLwbDiPbdPJqpyJ/1i6m8Q59aWV4xzl/0QUQOfpXIe4wlcCT5h8R0StKgsvjURn3vYmEjudEmWO0HuiLaG0vo4gMUfNCAZXRxjTJo20bt1/D3RSPN3Xcix/RyO8PHlZZSI9kaMQ0XynmG85vz9+3HbZMwbaSy/8+msXrN+cVpdp3TiUwR+/FpcyUCprN9cI/rtbU1827w119/Gftmftc6K71RI+D3nzr+7F+TOmZTvjo9muYPho86gJviq+UUAUVAEVAEFAFFQBFQBBSBCALu8m5dv+ZHWGpyAYHx/eizE1PjnZTPVmUWTELLHhagCt64+JUnQ4sToc4MXZCWJr4EBDCRxkm3ceiT96tu7Y0ThCPVzf1Yx53sHhJYLAcZc9Zgov/3339P5mbnks9fPts9PWW5VxyxOoOL444fg1MJ1UQ7wWGBiD3sLXt+cZ4tTxsqP/40H4viGwGW48akNXTBpLVxZouO9QfpNilbT62rEvPz85lzHg5SLM/NyfmR9rGuFBI6WNUVDvrfJHp+aWlB9oi9ksjYE3GS/Rp4TMR4hmaGg6fOCdxWlcL7Z8NXkaXlpeTo0O6p/XD/kPz73/+ORIBaghw3Y7LV5cfq5em07zylmytLF+355s2RtOeS+VABzl84gWG/OOzzxuHojtlOcuiSbRvKs2mubsXxIF5nmByXn12mF88DrKKA6Gd81MB9urHfL7eBGZTjIPZXxyu3J6wEJH1nFLDVCTWufNcWQ+8PyI89Q2Lp49KFfF2dmFZzxkccXB0D9sHnC+z6jz/+MM9TfMigx2tEoDjmvXwEBtNXHcAv3zJUQ0VAEVAEFAFFQBFojMBr/oXZGKQRFvTbo+6F1y/viRr64ewVqbwN/GAtSpTybzgBV+bF+o4elDnAu1SfZd0MpoXqp3nZdHJ6wcgvl8zkXhdboCing2Mxo9M7O1GFRhe3Sq8sqWvWYnZr8kybQZiTZkbEu6jL94r3eRuyYZcfbd1Na3NN+rEJs2Hph2QhTfKWMux/jLzkpk2c7MonRkMEh0uj4wZUwMdOig88oA0ljG2G3NaLHyGESDezf+IYolCdFukLFJFt6RJx2tVNHvYajl+7v+CTnKzevl6I/l1fWzeRfaenZzb6V6r55YaTJYLJcEQLtTG5e3BwYKJi4axApCIngQsFe7mhTTXRM1bGpi8trsjesXd2P1mJaMZywnBAsT+7fQ/6ma0lXZ1C9hXKt53WzentGhPyu7tiZ7I/8/39vdEJUcA4Ynbm6oty/j3SwoePb2xcYof0qbAt/fTy/bw4y6DX6uqycY59wr6/dzeJfEshAsfol+m4KXysdOn8dR1vLq+669m52eRg/yDZlr1wcZydn2X7aBblk53nBXYjezp2WPNyMeA124P3vhQp/pkd4z5tU4yTWbpfL71nPoHMisX4oYCNfl1eWUzevXuTwOn96+4h+fjxo4lSz52/eNbljiNru458Ga/iBZ+P1oatHEW7921WPi7wXhIZ8UnKfj7Tq88OjrIXt4vls6xMgw9+lpeXs+hnOH+5T3c1XSeX+DtJNkoaCWU9nWL2su5ZWKJvHb8+ndh4wXS/fPP7Oh3qxo+q+o4txcw11b/Q/sDMs3fqaewsw9RGw0LXov01175tSZ9P3Vg06+3NbPdCrcLMPhuoL8+U0+ePFSjwMdXJyckI3w8ojZ6HRyDUv5gWshM/jWVjkvjl/XJ19f3y/v2w9X16xfvnrK8zHfxyncoffoflUQcw8dOzIqAIKAKKgCKgCCgCioAiMCAC+PHLZYz5Q5j3A5LUaq0QyH8I2YmFVpWHLMyJzyHJDFHdtT/OT5d/EFYwwI/LbAKOWDo/IOvyK0h3mYVJIH/ip0v6SstHYPy27Us0nffoU2l/4kRO1t8G1Qh7wwrVyIQyomYR2XV5dZn8kGU+HyX6t7++Y8cMOERmPAfHoNqxHiLWELWHyV3sU4kIH8uHJYpn65QpzZsXC/V5x/Ylj7Sd4fw9Pjo2ywrDiQ0HDJe3ZNHKc0Y3tEJDZc3eMhHNjPaBHnCqYUnraT/ggNmUPX/x0cHz86Msi/xelsn9JpH0siir9DXpdVbFtF1dx0RV/6qy2WExc5//Ve+fxpckOqyurCb4QASyn8nHIXCaVB3sU03KeP6qqirFPNr30ONikSycv8fHaeTv7V3y/v375Ob2Rgo57zdOlbwN+R7kZAYu3fYPZNsk6Ea9etKzwFt4QA/zviTOXzjH8DxAFDD6KKL08fEJl4RupEOBQfEG75x836yyv2Kt6rvMX1hd7JXkwha994fEfQ4gn+9q/guBfx+2+9ED2ax/uXIZew4MMGbLBCmIrQjwLOKz1a2r1y8dAdrTpNh333hT33Z81AHcDi8trQgoAoqAIqAIKAKKgCIwNgT4Yj/Yi2+fYvfj7IW+w+jatj7x5URCn4h1TZuyV9DNJuC61S+fMKzg3XPW0PZHbGJy1uXH6nWULnFIsgxg3hcmAfPBVXNtNddpcHqo6dLxJ/zaUZ4UbMtydNtv26EybGm3zYelJZPt8g+RvzHnLyb8EcGIKHJEzT6II7jpss9+BHrs3tXimV+dSGJsktYt3/QakaWIAIajAg5GOIGfMw+DtXPfTnxnhp/flHex3PDthzY5fnNsIpm/nnwN7icLWSG/mdDGmEtnUVGYEd8B5/KYgohCOElxhlMJyz8jCpiT8TOIRCyMSyMWO8LOtwf/3iyNLA5DOIIvri4StBX2y6WHy+1HaKvc3qxDxvdPPKbPLZZ7FM+WXyYiauPkyue/a0PCeH19Q6Jh35kl1eH8PT07TX7d/4rwQrvbcdfHya9Ql++X7/v+6fEpWVldSt6+fZusra6ZlQOw1+31zbVh7Vo0ZM/HsObPGduOLqWIViN+f2JbwOG7vbWdbG5tGocwxk84x3BGP0UENOyS5SF9dh0bf2hPjk50/ka0HyiZz52BKg9RKdO/RKNBO5fquAnDP0NcavXX4Oe+F8Zr8JGKEpVjSZxEgxzq36Z/5ZjH20W0TMdYPIvevHlj+jo+cNBDEXg9CLB/xfq8zWep14OLaqoIKAKKgCKgCCgCioAioAgoAorAlCCAiY+qyY8pUaMzMTmR3hlBJTTxCGibN2+iWZn0xyQonL8XlxcS/YuozOaTrs059VsSDgrogehfLFl6cXFhJnqx/HWVcwBOGeuY6Vc+UG9jlzvbO8niwqLZfxRL7vp1ce+nhTRoWi5Ut8s0OOfxB3mwnyqimun87ZLPqGlhf9RVcRjCmY2PJ7IobXShym4Uy7QVc5uMletPU75D4Azn78LCgnHaY29wtNtLPFZWV0zUK5y/GD/g/L1Jnb/Q1+9HxGjasaBe6Iuw5cOjQzOGop2xggKcv7BplHvNB3F6bRi8ZL3Rh2H3+OgDY5weioAiUERAI4CLeOidIqAIKAKKgCKgCLwKBGJfyHWj/LA/rGf4hXVEnOHpu0tHRZiMNbnuG8XqfH9PrVwV2+51k5T8mjivl16lX7y7ezRREnxBXfvldLRdUyrOF/WWo2OnTh6iIcPHo03Oyqb3SHUitFg3n5BkiqU79NJrGX/SbXfm5H62B2panelFalkLOMlMc5JwmeLf97wXJiFwoJ/yGue2/ZZ1DTH5z0ZU8c6eGXnhLsFXLFF3R6zQ9vY6xwcThPwCP8/nEq++Pr68PmeaIOv7+bOpXT895XvxFctY+Uz/62PuMrNb6lzkXnsX7d9pzYx+oP9medZuUIP2nvWDtKmye1MItHx5/XsULB917VWuEZC7UIi2VEgs3cTthvSL8rP8c4pRTG7aV4lhmsC+Eqsfq1eX7j8v3OdDYdlPp42raFLfqjJVeYiYxfKuMItPnz4n9w/3pnjJnnwimf1a/POVnG1nm5GJ1fJh0/DOArlD2Jb1KbZvmaZNwQQudAFNRK1hb1n77CbPajplWWhfMY516UX9qRfP2bgWGJvW1takTbaTufkZWVL4q3G+0W6y9xEx4Kd88LXR3bSZrG1yGcmXKWV9mZOeSaP84LcFyMurFrqFU/7oSKJkxSYQ+YslZTNbZwXTPMSsjL0vv39PfZie4Uv6kbMDoSlBOpHiWTLa493bd8nR8YE4yO4T7PsL3bJI5hSfnD4UtDYYgxTEyR+7dfM6YCIMMM7kaXLBd87o+2fa5ljKGqK+e/ubOAMXjEP0i3H+IhK0yMmNcEYOZS6WytOzcQU85GB72Rvzv/wnzNMBOsfKsQlgm8o6Q6VYNTt7gmbp+QV4Q1fY5+HhvnGA3t7+Sr6cwPl7JysJSNnMzi29vD1Jp5pPQT9WiZ5JC7ra6zRYUe4d/U19e8/fLxwXiH+28oHLy2AGG7QWZZYnFzIYb7A0O85YPQFOXzjAITvoZjRd5TNcrE0bPflQFT6h36XZO5tIMPtEXV0BneuUPu3FybGXlm0pOZYQawe+J1NH1nfLh67z8aVOkGK7cRwnn9mZGhdLqPOjcmr/pMOzlVVkYlukYw5PLEe9eW/Ps9LmuHJlztsX44aPU7G+sHVtxM907vl+lSVl9mRT+OEW6Lk8m9JvUg508YdI4N9//z355z//mYnj8swS9WKCEHBtFGJhPPHTmthjtIMZXevsoN7OYvQN+YJt25Ru/i/1r/R5UqYeG4ctlrHcMh1NUQQUAUVAEVAEFAFFQBFQBBSBRghgxUA9FIEuEOCkRhe0xkEDDrGCU2wcQrTgiQmA+kmAFgS16MAIsC20PRpAmM5b7+/v2b0eJfL3Svb/tfO3aWYDMoMWqZtYa0qXdPb3900UDyLXuEcpx0KWCdFkmVBel2nAtYldwuECZykjmRFVGqoH528xHS8R5RcJOIjoJOpSn6a0gO/ernUu3dzcZEs/N60/qeXsvrg7ZgIXbYSoZt+5E5I9d2iGcvO0KpvNS/V3tb+3nxwcHmROezi3cYxbri41hi7oZxg7EP0K5+eXL1/MBxe4dvsXrt37LuUYBy18GCpvWsbpC/1XVlaMfnD+Yvx8Sbp2g6+0/yv8ofbS7N61BeqGZy76P1Y70EMRUARyBGo+T8kL6pUioAgoAoqAIqAIKAKKwLQjMGnf/oW/8Owb5SaTem1lYNBCPjEr0zHpF9vT5Pxqq/fklJ8c2+ZEmzuxijTeMz+GXawc0lnXpQc65a+DY9Rj6XX41eWH6bq2DxdU2Z0RrjfO1CzCnhErTWf4RyR0MYKGy4Pj627bRnBMvYQDNk57n3p9vGiYPvRBX9vY2kg2NzZthN/JF+MAIYZ+ZF+3MrjjQzlqw/Jyy8S5Y5zD0sLYXxbH+/fvTfRvPi7G644yxw4L9Y517P0LhwyWFH7/N3S5F7tGvXJd6gg9TKSgGdilQ4vTlxGBo9TR8iq22/b2lnEkYlldRGbDWYqjOC5JAmy+ENVWpGMqTch/81g2/e0b2Rd3SdrpLouWzNujwao57OPDP4xbo8L3z1BFOD53d7fNsqgYC87PzsxSwEgfxKaICccVBmmV2r8kTNneS0WGSIA8GAPxsQX6HPQ7E12xF6j7zk/5ec5YZu0XG7+ykgNcNLd9tgll5n0eoeqwL7ybzCbLS8sm8hcRkPhD1C/6J/rq4uKiqZi1W6l/WrrMzyLfkSx88vS0HZ2+XWV/lmp3/5fabQDSoIH3pHyViwGITHqVUvtaGyyYjKsD7Z8d2s3r6BoOd6wkAuwZ3em3J+1sGJagAboYC/ABGT52YX8ahq7WHSUCfYzDo5R/1Lz4jKnGjaVGLZ3yUwQUAUVAEVAEFAFFQBGYKgTwUsm/SRScssVefmPpHemCyRAzIWL52B+4HdGeBjLU35kUKohdl18o3P4GqPOvfW2t0ScCmIgJTl72wDRz3g5BG3331fXfIfBqW9Xag3Vc+5N/Lq0uJgJdesNd23F9OBr91n58ejRO06XlpeTx4dFM/BusxdFY5/zFUpD8G0xKjr7D4zQnzrjDw0PZh3XVLC3MvX8HkytcazDboo5hmrHU3d1d43zBMsnYkxmOqSYHxrLB5GxCffAyaBs4pRBZ+DKiSJ+STflwYnt7U55Tz8lff/1lnPWtEeI7TuuK/VaA/SESDg7a65/XJrKZNjgtThE7Nknke+z9UiCU3T+TLfk4Ac5f9JsfP36YyFfqWotyr+3HsWP48TGshyx7K87f4zfHJvIXZej85dL5aOt240lzWfnswHmQo290BpGpWGc0Ek5Lfyxi0/aOWLatFy+P76n455fC8wofQ+ihCMQRoE3iPI6jC/6kUS2/RgBX46O5ioAioAgoAoqAIqAITDECXXzr1+ULcUgepg3Kp65eOZ9f1Od7gRWbOI/iLaYH77wJKdBG5E7QsZF9YR2kVJtYN7lCJGsJ1RSIRXIQycIkkqN/MArAya9hmzrQc+ebL8dzujmxi20BkyHxrZWvYQHKB5x4jXMBtyAtizCdj3ldW5jpuGNekMyEJVocEJ+aWqj5+j8k5OAWbJ0lqYXKJH4Qn4b24UYth6SMpjWkH62fZtDuuTxhdp/usRjUjdjWER8qf/D2acaW9O0scljPOKV+Au846oX4Ut5invv8oC0ZXdKxMDoODGk/a2vrZtlD8MKyp/f3di9t2g+lpF3hPjh+Sv3mR3t86mhzCVeUQwQfoteyZ3Zd5cp8RB7ZwcdG4NrC1XbGMUXOXvtU17O0EcWMfYzB9/T0XJy/Ll6wn5Su2Ia8OhSOJ9M4KB8dMAvla28y+du0b04V+u7u7BoHExwVWFYWbcOjtEdogY2nHCsFzsSVbRW7D1Q1SSzPfNLhfTH/SZYZX5ToWFmie3lBnGafjWO7mSPGbUtQr9axn/GJWoXPiwvLEv27m8zPLyb3vx6Sjx8/y164N4P1J7FRi136fM36UorDk42Sdt9TilJZOy7i75SgfTrjT+7wBY9qfHf3dpLj42PT1xD1izEQbe/yc6/tJ4MO/xr6bsnm176NNK/ZpCT0wd/KyrJ8/CMfZszZMQ664wMNHIj8NTgk0j7+UJJhLnKW3tWlfCnNkUrqZs8Pn65TrOqyX3SqODd9hx6NhOadwWBofz/yvaFag2Ju3lfSdG/8Lf0+k/ZDGuwna8ciyYHusj5WGvBs/3W6t6Hvj89tmKaLbFVWwfvE27dvk7///tuMfewzlZU085UgMJr+HQdzGP5+3ernI2VoVoql9awIKAKKgCKgCCgCioAi8DoRwEQA/yYRgcJEBV6MvZfjQn4fCrj8Avz7YNkbTcxElP9kQVbzL8zW0T9oJ3X5YapNU92JgGlHv6nOWi6MwDATSmGK5dRR8ChzfRkpnIDjeSq06v35MTwKuzs7Jgrs9uY2OT07lUl/ifhK9zjMJmUjbIYfPznqOuN8hFcsmY4j67CaN0u3MsI0VmfwdDPbPmB16lpdHU5rOKQWFhaMsxQRwOk3TNUVs9zBscxIdHDBsQ57ikIf2BIcbPib9gNt88cfv0kbzSc/vv8QB+mH5P7hrtrxFVW6mV1Eq3ecgXba2d3JHPbY0xhRsdN4FMYnGYvh7HLHtA1Z9h7LrD/JBxawy8+fP5ulX6kryrrlmV4899h+hedHd3zQN1eWV2RJ9sM08td+/PPz58+iaoPcFWSuJlBsH+/DouqqJrdQX1ImY+RzBAcW/HOSu7zkONslzcmi1Z3d+3q5DmzYkmtPeA6vra0lb968MauK1I8DPnW9f/EIsG+3GPM6xaQT/s36l0YAd9pySkwRUAQUAUVAEVAERosAvmWbuJ+KQ0DAb/OGmZysYJ997d0T/QrW4awRth91F0GaRXf4Ert2xnZyy+RpWbSSw9MtOZHXMpEEq4C/wHwVHhCS6oSXE831D1TtPan0sXnvHOMMOJHjTjQgjffMj1GIlQsvoyyxr8Y0c/oxuuNIR2QDohnqdB5WNiz/yOWfs/43LNFAfepheKUdgu0VKN5LEmUoEx9vHyzLM1zKqHGtlJaDX2Wh8WViicPDo0MjAJwfiP4y++2J48M4gWtMY/jxs4YBJCOGkUm2ZxnINmUJ1x1xZOOAI4fLl5qEDv6DTaH/tLYtyt5CBjikEP0LpxuWY82XonWxcq+LxPscx4qcqu6wDzeik2WP3DdHyfKKRJLKXsawMfc9qhGexDDS/lVSdJnH8XNOdMJywRubG+IslH1/P39KHiRq/jn1JtjnrfveVydFvC3ravaRv7m5aZZSx/va9x/fk9Ov53JVEdXJ9qkQhn2HZ7do049N3DpNr/3xaVb6MV5Y52fnk6WVJbHNYxPVjOhm7EsNG8UBu2xkm6Z0j+3XAFsjgvzHfsX+T/lL+AoEWCZ//2BfnMDLZqz8/EUc3ze/zBhHOwddQ6P0sw/6lu074yfjpHswPRvHnUy/fZysRpdt6rt6hYhncoYyJzQN78jyWYORbpDo30Zq0QYD428xOjjtB4FyjfjUFPLbz28vP7+GnMkuyl+ugb6E8RC0379/7zyLy2U1ZVoQCI9f45HeHUftShjjkaOea49PuXrmWkIRUAQUAUVAEVAEFAFFQBFQBCYDARssZn/IYOrH/8sSJkPcqZMCkw9NJjealiMAmAv1J1GYp+d+EIDDWQ9FYBIQQN9HdAucwLd3twn2zH2W/YCn7ViWZUyPjmQpXlmyETpgGdP5+emLV8D4vbG+YXSB0xeRv9MaeSlPFvPM2tjAHrnb5jmDpTRvb2+NecH2pvXZg6Vx8bEBHMEmovnqm+g6bb0mLC90wwch2E/7+/fvyYcPH8IFI6l9vKdEWA2UDPlmZ+aSxaXFZH9v34wTcP7iwwSccUyrXTYFBMux//7778YJ/Ov+VwLnL/Z4pgO5KR2/XNv3T7/+pNxTD54nRS6VYzwIYCzEB1nr6+vjEUC5KgITgMD0vVFPAGgqgiKgCCgCioAioAiMC4HQpDvT3C/wxiVfW76UvVgPP1iHO8J0uZ8T91JtxcNZUwkOp8EOthHl4z2oMa2Ksi3PL+NtSdbD2V67ezAyzX7pbvPrvrAu1ndltBwL+VlToRxlseVCX9cjJ8q/5ovrWX7BXeJDfvY80MSXNOrsjHUazEQ+x58j/1Rnu7ckv3aV5UZpI9SDZyOWg01Kh3tT5pENlhbvy90gNTzHAPnldwj9Iiqjv/P7cX27OBg54uY4ZMZmci09TMDDsexUGNFlvT5WkEJ/6VG22Zn0p23HWITaEWlN9e9MZa/fDErX18enQ738ckz3y7e99+m2rT9seZ9/tV7skzK+SZRO1REaNmH7GO/BM/toINZZ0/HSlyeTl+OvJwQcppjYRJTm92/f070fZwv2yTHVq2pWe0Aagh45lnIwadaNZPyZxbjsPicjOBWeB74kSbIwv2Acp9iv9OtX7P37kOrg06uWLMOrzMKkEF+W45npxWrk7T5hql+A8H6yvbNt2gRLsWIfY/Ao7ZFrnuMpXadt/fHSf18wcBeFNHfUw8/y9YqVY71CeWkzLDH7RvbIFbWSn9c/kvPzcxYNnmfEMRc8svZ3baVc8tnBArl18pYpFFMK+hh6j8Yx+vbdsXEG3N3dmwjt+3srl/N6IaXd9i/SZV6ZfrV9+uVLVGvGGb+8f/+cPCbQbWtrw3x48OVEIpsfZK9mf4DycAYdF2teZ/Km5Tl8MZ3l+PtCDN0Xyd4H+IUL5vbBMelJMOE1cEefWFxaSPb290wEN1YKwBLX+DCB7ClfmAdS2bbxElU5pJ/pn3bMYuuThyxZXat/XjbEdyYFAPrhY4zDI+v4hoMful9f46MMedZkEezFdqCclLswZruyZf00JEUxjW1SeH4Ui5Tu3GcRJQzVL+KYk+HvhjyleFXW0+YznaVzHJjCcsWPp0w5F5/UbkiPdHjPSN4i1e7vLL/8PZRtkdl1QWbwT+3LA5ZyU0LaGe95Ts2Kt6Uz+dP+WKDcXnn/ZplBzxzS8NOT11W04ATGfsDQ+SVsYVCl68vL4/joasY016bca7esvebzq5DDuQuTSJqFEtkN+7tNIC+OZFmxigvWcYoU+mo1/8K47ZBoellHvSkdLacIKAKKgCKgCCgCioAioAgoAoqAIhBBAJMO/mRLqGjTcnnd6Y3CynWYrqviJEBZ9ibtXK6lKS8ZAen95l+XOoIiIlo2tzbFYXqXnHw9MeTr7LNLGYalxQm5Y1nGdXV1zTiwzX65MlH9lO5hPCyPUdbHsqyILEUkHhwzcAJPU3v4WB3K/qL4yOBelkf+evLVz57KeywHyiVBETX6KHvHItrZ/k2lStnY8vbNW6Mbos6hG5yibZ9H/kcIIUTav6eEqLRPwwcWsEcssY6xD87fky8nI+9nGLc4dkEL/769Zs1qGOev9Eksc4090jHGwAnc1TGudu1KftKhHjwzXc/NEQB2L+3ASinv3r2Tfd8XXppqqo8iUIuARgDXQqQFFAFFQBFQBBQBRWBiEcBXcy2+Vu5eD3xLF/iab2hG/EavD9pDCzelBIjpgOLDzgpfafp0hqTvkxvDfdNJan7R7X7Jj4lTptdNovYxpzD96I+hwQdkWTcp1NSOBmQ/0dWIzTj3CJ5ogKZWuA5GGIkGtkcHtIQQVvKYEWfIm7dvxPn7y0RmDhrVwuidwZtncJ2eZLlqLJkMxwausfzz3Z1ELHrHeMeV5vodHBwka2trxiEFBw3GhMKqJeY9QkYIaT/kMWLMj/T11B/LLRxsOztbyfzcvGkX6FM6/PeiNsEwJWJi147Tn+8UXbY92gZLpoPmycmJXTK94OdI27r17wvaSDGCMKBiL0nADZHn+EOkG8YCRJ83X0YdqwZgXHmMr1LTi+T1RN3xSd40TeTvzvZuci+RzfgoAXsc00b4DI5RZblSPu244W9KrqREetjD3BxpJDDT08QSu7YJoIcPS/b29szHJVeXV8nl1aVxBCOPe4zPJPOmHdvSZ/mi3EyFXaSdJD275dz2yWs0vxq2fnNOeclMnzTJ1Scv9TqviA3PBgUMDlUH+09VmZ7ymkT/uqzhBP7jjz+Sf/7zn26yXk8TAq2fz9OkXH+y8i2lPw5KWRFQBBQBRUARUAQUgb4QaPhDvS/2/dHFRAIni/vj8rooE9O+cO2bfs+t1aovYSKoMGOafohBDHqW9YWTx0RUaDIK826cg7MQsB14HgYYtl1f/aNOtnHzr5OvXX6xndrV1dIhBCbdPurlg1/L8W2FlGyVNiPLoG7L0s+7u9ib9VkcWWd2qddWVLoqXK9/jBMcn3DIYd/S+weJaruA0xT0uhjXYlzj6eVxNl7W5uS6r62tGEf2w8ODcSxeX1/XVZ68fLwLyB+WAoWzCQ7EO4ku//v938bZNHkCt5MIEc2I0sZHE3CQIpKy4OggOeedCCtE8o/Z5TPtoJzTa0raXiurS8nxGxutzWWBmzt/IeGY5AfrVIcmH/Tu7O6YCGc4f9F+375j72aMFUMelGFAMsONVsQe5/AB5y8+ksGBDzGgN6KfqXt27um3I+iTR1jCaU6tx79f7UbBnzyaaTKOth4lT2ybgUhgPaYUAef5PPkasO/hPN5DI4DHi79yVwQUAUVAEVAEFIFWCPgvT/iWzU9rRbBl4dC3c0wbRA6/Dmm1FOvFFPfx8BVL8Wn1pXEdTYcHf1BkkVpOXpRnC/q01diH1FEejhxVl5Q/9qV2iD7rhOiGyku558d0sg18nPr+j3c6Mf10qRTiRnTMRGuowDiiBEJyjCsNOAJy7LWMMwNOKE+s2ZkfPrex3zCF4VLHzb+F9LT1GNDSX2DzaKc+o/ncCLmQ9IyaC+U1SWN/Zf9lHUSG4fDTmZ/tMZcndHA1OfYRjjJpLl+tTWTjrTc+RpwbC4sLsg/kgcH46urCRPwh8i97J8roddAMMRKmT3jyxspG0hGRub6xbvrN6ddT49goRMxm9Yh1zNnT7P0pbt+Wrg933N4hWCqT4IAln4+kPbA8LRy/cE7BEUxdeLbqALN8/0abZv/37aTJcrysz7quzNSXZaJnjm/p89k4nHY2pfisWWb28QH4AOMU/5J9Ef9Y+0Q5jyQDe3Dv0nkoTt+///7bWx6Z9kV7npN3EaZBROqXigv9s3yU8/LTYn2e4KSHvS4tL8jelsfJwuKcsbkPHz6YiFDYAdoffzOJvzcz5M3tlyvcuLbTSvbUHvz+QxrBx2aGH0tVn/FBAhz4c7Lf+dfTr2bVgyzyNcigip7btihX1362fI6PtXOynUv7DSKUzdGoG/gy2Kru/3Dioy9iyXIcWCEBDmDX+Yt0yGXGGGkHtjvSeeRyM6Xd+Zl7HKd6UW9SGfr9vM4WSuMNOQ9zrsffp87xlHj693756vv2/KvpObk+ni3wo24ONWcP7jS1BT2XTuiaGJpxyjesUIWO0jCeYIl8LKNu353w+6pRx+1IAiXTHAG/rzjPr+ZEOi7JZ4YvG9nE0pk/+jMlHj1n5agIKAKKgCKgCCgCisDQCEzey9VwKkGfl6bTcIh0Vtv9MYxr974LJgV609iOze0OP4/LP5GxnOWj+QvBqT+qQ6iE0zD5EpqAyVEn+mwJnsP0GqWO237Hzb8RSFpobAhMun2MQT4sz7u7uyvRmTey1+cncQjcJOIXGdPhPj/aPf8wCbu0uJTc3Nwknz59kmcIVKATbhzqtBxPTds/JTvbEqEny+8+PT8k5xenRh+M4+Fnn1FyHMrV8kQ0Od5Dt7Y3k8WFRTNBfnF+EdGjltzEFFhdXZEI2WMjj4mglCWS4bSPH3nek2OO8UjgZnYP++7KxwDbek4ejWN7fW3dOADfv//LjAXQy+Q3ZQY7LoxjcWS6zyF2OeY+D3wocnx8bJy/F5cXyenpqXF2m3KddCfK4HMu3vuYlu8HaF9iL2c4cd2PRdzIX9/5G35PLMo72rtOGmK0Ihtuqe2Py/5dvrSFrlHoi+4AcqLP+EcozS/T5T344eMKRAFjbNFj2hCIPysmThP2Pbefj0lIjQAeE/DKVhFQBBQBRUARUAQUAUVghAh08rVyxbeTndAfIR4lVhW6eWU56WR/sPOHPJyWcRqs45HS244QwKQ0fSbhSMWOGIHNCL/Q707q0VFSfHrAeozjqz8xOe72RUQoHARw/mIC88ePbxL9a/fAfHx4lP45Di9wfOyvsobV1TWJmj0SJ9az2cvz4fEheXpMI82De2lWUavKcycLq2Vl+/JcRRV5sI9ZwXz/YN/slXv17So5Oz3L9+R0xstqh2Mdp9HkQ++trU1ZbnbL7FOMfXLv7u4du+Izn/J4eLKvDjjZGVrBwO2DTduF0uGMOmyfm9uf8sHE5xrnr1tbYkN9lYvZre5cXVBxEH3IELSwLPDuzp55/p+fn8t48CNBP3pOvdakz+hw1hXLlUsqxrMhkxfp8Ip6U56mpLFfJ+rA+Yvj+uY6OfnyJetfmQopwbb002qNT74e+b0lwb2BiWQjedI+Q8cv6iAiER/HIPIX48bV1ZVZ5YGrCnAsYR0TwS3N2IhfY22bFrSR6CkC5jQeOZrK+xLLeePwkCqi/WDbtG+Si7cr+bvPWtayZ7N6jfxA8WkiN06XNEg/H6uYM+gZcqD//Pbbb8m//vUvsy1AvRyDctN67RBAe8dtqR2tvkvTNvvmMzz96ZF0eF2VgiKgCCgCioAioAgoAoqAIqAIKAKKgCKgCAyJgD856N8PSX6iqocmLMclICYst7fE6ZM6gG0knHWajkumQfhiovVIlnNdWl4yy5meX5xnTrmQE3AQHk3ryDywmZRuM/lLezftASectMfs3Kxx1CCaueqYJHvy5ZyTjwoOpF0W5hcyp5Mpg3n37ubefba93psoSukz+EgKzl8s+zm+ozsgV1aw5/RWMr8wn1z//Jl8/PAxi4qFLbex5/HhUc0ZOmDZZziCzXKtJ1+TX7KENxygddshVFOezFy2G5y/sFuMFd8kWh1R63D+4kAZjDv4m6Rjkse1ScLptcsyKeMSn+FYTQVO4IWFhdfeNKr/C0dgXgfpF97Cqp4ioAgoAorARCJQ9/I77PO5jv5EgjIVQvlfI07qF4q+nO3AHZ/91E1mWL3ie+LZ+sVIh1kTxWK/JLX5+ap/Hk7Z5GadHC6eLAtavHbz8+vnNEJW4rfyROcqnOoUaHiZjx+pfs9c9CdTMKdkQkflFtE6EoXAtscEfE7HFuekPCfdbNk02iwQ7ePXz5naK9Jh+gz3GGVC6dwVQiXCDRM8eynVsvIRw1J2w4QYbi5dlmHzgTTTsj3oSvwq5DcRKIPhS75k58rJtOI5IAejxkzBmBxpPWc5zgLdAo1CTqsbyl/SK91D0bfbnLjtX6yfpxev2I+KqeU7v5x/X67Rb4obWQqHGb1B9jrnTdx8HOzSsrmd5jV4FWp3pqHtec3yoztDF18fy11kCox9XUrm8/11f5tsbq3LZOWcWWb45ORU2KFBUnwG7Qd1eoToSppp//T5Ab2b2ikmXbfFwfH0KNFtl1fi3LlGdakPXdz9cW2/es74xwYAU91rJ441bh33OrdH9OuZuWKepej/b2ky0m9xQZxwsvTz/Nyi2Z/z68mZOKekNQLmCocN8tCmfE+Jv89YvixHKarKm+hwec9gH2SdRmfBF/Id7B8mG+tbyc8fsiT3xy9OVFSKZdYOpJqmp7fZeGCbjYWcs8WYxB/8PAAAQABJREFUdsLxlPe0d+rg3zPdIRi8ZL3l5RUTZQ7n783PG+PUZl6wopPI1TTwnJ2RyHt7pA2b9hcrTxO7sbXJm2fqw3uHffgy5YvyiA7d3NxJbm9uk4/SVg8P6RLCYgNizubI7YcGST14lmJumzZXJShfYz2y2iKHM37kUV+zJgr24OAgWV1dNRG/iEb/dvUjq+lecI96IeYmO9fU30kKXAqskcPW9/PL91ECAbqUybYFnNpwdDPyFw5fLPuM6F/udUx7KbSZQznLd9JwiaXCQ0fWXq4NBApmUfDs11lHzwtntCQpJgdLu2WRxvcLjgcs1/xsMfTp5vUt1rmd5Dl4drJ7l1cy8tuTALj121xbOa3znu3P36lCJ9YOab/3OVmcIaOVK65/WjNCh3T9Zi3Ri8nHaE2PfoGeiAl6kLlElwJkZ2JjEyxquA7jT/usp5sxyGSBPPjY4qd8RIP9gKtstyoPlNvwzyXRq+z9tQAFbSBv/UL2SG8ogz8eUAiOL6598ppnKVvoEKybn/3nSZ7DK2LC+3bn4Wq346WlFQFFQBFQBBQBRUARUAQUAUVgKhBwfrBk8iItlJ4V0ItxIoBfjvW/HscpofJ+QQhgwnTwydoXBMSIVYHjFA4CHB8/fjQOuhGL0Ak7RMwuLS2aJV3PzuDEtgcmUEc9ierOyTXljYlg/GH/wN3dvcxBdS/RiZMWmUds687rG+tmIhzlvn3/lnz//r2uysTmsx2xnDXaCM60r2dfJ1betoJh6Wc4RxG1huhQOC/cA47f3Pnr5kzP9cbGRtZ2WN4akbAv/cDYjrERDl/0P7Ttr1+/Kp1SLx0T1e9lIcCxualWbcs3pYtypI2PL/b39+WdZKlNdS2rCEwVAgwHmCqhVVhFQBFQBBQBRUARUASaIYBv3fjVXrMaxVJ19dvS5rd3TevV8S9K2/3duPl3qRGx75KmS6tv+i6vHq7Tr7qzr5sRLOA5E58fU+evl26kcb8K974Az6R1y2SJetEFApzEwFm+r6/7yLgLllEamQ2lJShbucJLGl/K2r3kFDMEmCHPfg3vtrF1pnX9ociUj68dGQP6FhwEWPoVDoKzs7OU8pjxaTW2Y3/LWYky3TCTrzfXN8nt3V1HCA1GxtrzjETnIjKpGQ04eWH3WJ52aXHZROlhido65y+dcozkjd3HpGD5WP6g6bAtOBVhW9ADkYeYFGff5nlQ+uOoBxs7kEn9O7Gvr7J0MCIpmx/584mRwM3rDlYSbfDIUEQhAVv02xv9fmtryzgJsU8sdMIqAKiLNkKb1dngYNL1WKswftixDE5Q9C3ohX2Nv8i+vy/3mDWO/Ddv3khE97px+ML5i+XKoT/Hmmr9+Qxo+vuymlpfuRxHaK/gg+j/8X9MRvz60tzShd440E/dI0tP5yz8fu+WDV6zD41qsAoK0U2iwSLFaSZdSmNWbATH01PaTrHfmS1FgD0S+8XFRbMU9IcPH8zqKi1JafFWCKAdi32gUB323FEbW7rs3xU8CwL0fVOjf0/siUJP5JWsIqAIKAKKgCKgCCgCisA0IIAl7vg3DfKqjP0i4LtvnsQ+HtO/IGf8UONfsEBNYqc/9Gp4vcBsTGA8yMTwoywBCSfG5B340c2/yZNu/BIRG5wn48D8WzoH10ggTKTZv1DxydErJN3Y0zh21oyD87I/K6JU4KRDRFzdXrNj10sEwMQ+/yDPrNjJ0dFRsrFpHcD/96//k+jM8PKko5TfOibajZ1wxGEZXkRfIhr7+touY9253A3tYxi+O7s7xgEMxwRsCzpNnSPRAWB+bj559+5dsrK6LA7Eb8np2Ynk9jMO8d0Z5+EP2CD/LDXpMvisy/xDhBoc9YhqRmQo7I7LA1fz5jOmulQwt0v7a0ALkb9w/qJPwsGdf+gSlK42Ee+vQ2hfSz+n3sS+KAnPljycvxjXsYJAe+cvaBTpNRC6WITtUkx9QXdD4jMUEuSN8/Qdpv+gD0XGNzpQu9Msd8qCpn02p9R7sFOXPlZYwXMDH9foMUYE0M56dIRAPv5oBHBHkCoZRUARUAQUAUVAEZgEBELftjGtycsky7q6MK1JfbcerlnXT4/dh8ozbRD+MT55enHCirzcX3lM64d/LkmTK8oSK5vK6IqPollERV39GN1u0rmHXPohc4BojXx9/yDy6cvkW+EHf9FYrPx+HVcrfpHupvnXw9b36VXe19lwDf6t+3OlMJ1k8mN/NM0c5IMKoXYy3Or0ayaSP9njTp6UKQBzOlVC/JlW1zagnJZtYldlQepTUluktNyTkhWzYYQJnZyb6E1GdWWJJcsPd84iclKyfjv79+Dm24adlI7J4ctL/fwBnPX98kznmfV575/r6vvlR3BfNf557IH3ZrqcLRyNp6c26s8rNvhtD/3KOH7xFQGbVJpoaXXJOHcg6NevJyY6E5Ot+R6/g6tQrsk2z23Dt9HcjlmGI4BPjbRsOpzxjFCE0xSOKtDCNXiQLs8+tUb3LeyjET2vkIhrnIqPsg/z7s6u7GM8Lx8VXBciD70qvd+yfYhbfh9rF4qUtw8c19jTcXUNzt8fEs18Jno+pu0S2yM5r0+K2TMn4jiOPmpzAq2uoHOuLzsNxlUhg24kL4/86AB2BscoPgJhnQIz33YG6d8+jQKD4g3fFWFToUN2OQ0kIw248yzjgzi44QyFTojcxscIONce1M8RIONYZzq1xGMFMg6xAk56uOyc7DuOpbyx9y90/i5Lr2MfUrQvxhgej+kKPLJ7uIwtSCVucol2ov6s4J9D+Vn7QraQ/ftEhrtnnzbvVg4c5jmR7lHMMiVOIfkLhSi/a4ApkyA+LF8gUnFDgWlM5GPvn2dCDkPWkSZKq1E/v88yPSpArf62pk/Xp1fLx6nAPu0kFS7Ji2dkOt2vULb+Jm8PQ0P+mzEb+2JFI1mJIrVP7vVbT69dCeICXeAExhiESGD3QB7Kufq6+XpdhUDevnkppqGf5H3F5iPPT8tr1l+Rdn3JZiVIj/2+Wa2sVNZ/SQc5vB5Gz4xD4KJMlxwDhTVJEVAEFAFFQBFQBBQBReC1IOD+0MOkVtcTW68Fx5eiJ38MUx/MXSANf7AV115sGfzQ4B9rtTmXf6i0qT1NZYlj5zKnv+ykiSbvMBONw9jH5KnUrUSu/U8KTuj16axlC2VljixwuPoFsl99koMP+ko2MZ8Dg0lzRP5h/ICzcar2Z3VMCZG/a6trJmrx48dP6YRqrue0XK2urhpnHCaDsVQrjv4mhuvtYxDc0Fcxsb4ny+3CtuCox1K7cD5N87G5sZlsiwMY7fHt24XsZ3yZq5M9i/KkYa9ctNz35/BYOBg3xP9ub22b6Hk4BjEGwFGI6F/3nSIatR0ZV5pJ42g4FB1wAy3+lbnjowp8EMLoZixHPuzh/p6Jcx6CS2G8ruFA/NIznL+m7wn7y4tL06aIAnadv+64En2/I92B1aiRe2C6E1JxQHyAvYv/QNqQN84TelTp6b7S+b//hsamMR6jsU+MpTiOj4/NMvuNxdOCHSMwuX2lY0X7J+eMP/knRf2zVQ6KgCKgCCgCioAioAiMFgF8cTcxP7jcl1l+g+emjRYan1v4q1rI2UbGydPL1zN+7+pJPeKlX2oOf/z6+tX7FIfFbNj6vsSTeU98McfwbGYl3amVwWVmdIGhUN9YgzMatGb29bNLAG3u9js377VdT579+xHQdS2SLz0esunJ069On8b5Rt3+9UN0JpZ/xhiCyL9my7421qKXgrChLJJccFpcWkx2tsUxJ/+gA5w7dkwM2YwrkjtODIK1W6eOl8u3eG0nyZ+Mg4rLRGKvXD8am+N8sba9G2zv31z+Ouds270jEXl4LNFO8wvzycX5hdn7153Ur9Il0899zw6O9VnJ3i8WFxaSre0tWU532SxjfS46PT6gzSV6y7XHOkla/H7IW8cShf9c4oxTx5F9IDfCUarHyi0tLhmHBPap/PbtW7b0M5cqLdlFC/nroMgjlepL1pfw0UINiWqVNUyOjg7NMsjQBR9VdOH8BfXC+xESuj4GsHnsabq/d2D2dH94eEhOvnw1H/U8Pj0YG2AfZLvOJPOS3rXgFfQ6tR/LBzrBvvFMsO8X0kewRYB0z7bvGxWSd5rFdhjkY7hMEGCZPnb4gQbblWWYXhvJzQodnqEj5YEc/hhkzI42LjcojzbLsWkvDHmEaGC1nedn2RaCXxrLBAXLu5yYhjPld/MHvSZdPOPxoR1WIGBaSN5B+Ux2PYzT7ntXx9L2ML40k5DPnx51ayLIKPVn3xW5qH0TEbWMIqAIKAKKgCKgCCgCioAioAi8AgT4YxeqpvMWRms3/RXA0LmKmDywGI5yJq9zNZSgIhBAACOFO1oEiowxCf1uvOOX7M89xDrix2+OjXMEe7PC6TgtE5GCuvmH6FJEMMI5h3aA0zT/aGCMhtGCNeQG7lhemFF7cFQxfbLaRCb1G9jb+sZ6gj1XsZQwdMGHBZOlR4sGkqJra1YfOJbMPtm3N+0IdFBafCjm6GK8YRseHB7IfsYrJjIWfQcRsqSPMxw3mROpAx1GTQLjAvoUdIDTpbf9tEetWIQfnL/YdxvOX0T+fv/xPXl8Ku6Fjn7IvihN/KIO4/gdgQ/GYOjtQ/+igGyoDMYIjhd+FfQ5RJzjr+kYQrv0aTW5R108Z4Z91oAOHL/D0gnJDJr42OY///M/zbL0oTKapghMGwIaATxtLabyKgKKgCKgCLwIBIZ5cW4CQN/062SI/chgvTr56uqTTvnMX5OcfeE9SrrfvbnpLhU/HXX8NLd87LqOV4ymnz4o/5hc5XR+GY9gRO5Ryy+QsWdafrizD5TT1RMl7eR/fxMV5JtLVbyy8pRXL/TldGuVaUYjaNIol/iXxlV8wDPNd77GdCWpvW5aL4vGSfll9ymHGB1Jl9/T6WQ2ysqkIiZO5AofYpsdrqSAawm0lWCkfRO+lAVleZ2KWTpl9AoSOMUa4u/UaHKZj0dFW/HHsZl0DzA/Pech+1hJ50A+zjPsfFkBK3+8flbQXORy2XTW4zmW76cXqba/Iz/WLNJnmwA7XrOkiyfyeM8zy/Hs12d6es7sw0vnbZ19efnoC30cmPjMj9SWHftnJAzL5fe2rN0XLaeQXxG3GpzyCq2u/HZmZbY3z0y3Z8qCfVHZb3kulqR9xHG3uIX5gBZ5+XTtmMZU1Hd1ca9Rxqfv35NO+RznD9umI6c4gJKK1M3sz8NHbrHc8LZEzt6KM+v063lyfy/P5qw8aaRnr7qXO/Jb2u+MtD+cPIhkNI45cTjiXSHe3hCVNt1cbL89m9esar+cyvz8okRiH8rEcyJOqpvk29UPG1kq+hnbEp1cm2FvT7fwzJo/s4eUtH9vkqWyeR9xxodckqorOH8tZ9INvdcsLdv9VvFOA6fbj5+ii33SS8NY+n77oM2yo27MzQrmF7QHpvj3TPfbkfcutizLMybsDw73xImRJBeXZybKHD41yGyez0anVDF/vGB/SnUy779S1PIL2wYf4fb92UphbEDqWS784It0KGl+rtIHpfCRxPbOZrK5uWlkwbLp2NcYB5w1rI92I0a2zcVAqarTj0J2YIil/5GGueWY7dgf+bl1cJ2tIuQbTFqQb47l59dssrG+YZZchQPq8vJSomFPRfYw5j7fmP1ATryzQh+MInNyT93Ms1UicIsHxxo/naVC8jANdXnN8v7Z5uNzmL29PRnPdyX6NZFo7qvk8upS2vlB2hORjLaePWNMsXvL4rUBbff0/JASprxym7Uzyvh8m96n8ru489rt5+51iDTrhPIkjW1g7QiCQ0dkpILH6Gfpob12XWY5LuTltk1uvw5opnqz9iOn3MxTuQvvdSxlnwnuc4zt68qE0nl6Lj+puOe6/hvqN0ZnUdecMxxdqsVrlHuWH33o07jG778ZKixno7FptGI93KFe5WHqSRnSE2r20rYHxgcxcwEETC0WWdEKwkY3yc/bPFyY5cK5SM3tAPtuL8zjGfku+euvv4U2fsNVt08d/zhfm1MvXzWFwflbvYv8iUW1ztUSMZc0UpoFHMkHZVmO9dqeXVpVdZuWK9KoxzcgvzMmZvialwf2lboxDTIE6BZEC+nDtLwuUwpV9UYRUAQUAUVAEVAEFAFFQBFQBBQBIMB5jfofPopXEwSAo2LZBKnRlsEP8+zH+WhZK7cRIICJ8cEnx7sTMP4BUZgHbBIO4LW1VYkWe7TRvxyUw1UmLNVOcm1tSYSfRAAjyu3jp08m8m0ax0HogIhZRO59/vTZOPYfH/GBw4TBLuJU4Qu7Otg/MFFfD/cPZvnntrY5SRpDH0SQrq2tyQcS92aZZEbJxpyEfckvosizxDpPBuVBe4Jee7L0+4Isbf3jx0+z9y/0w9LPyMuPCTTAXLjolev8/Sn6ffn8xbSfrdCTTi5sUcn6yYDzF3/om1jKGx/DuEvMVnHlxxxVZaYlD/rTxvuW2fKytlQ1JvYtx/jp54bvYjIOuTB2FcevwaToik6MO+jzuRIro+mKwLQgoA7gaWkplVMRUAQUAUVAEVAExoBA/tVcM+Z4tery9aot/zop4/LZSIZ4fh3lYn5XdIpUe70rfI3aK6fREXe+Oh2Yqfz4NY4TmTup/LEOXvwbhFkXsg7CV+uMCAGMCZN7uLbtXo9M4imyf+Dj/nEikecwZuNtf8gGnyn+cN3tUXzeufRtxBaif3OOTZdYZI05iQA7OjpKnsTJCGfBrexHNz2HROHNIUpxNtk/2E/m5ueMA/talrGe1uNQ9imF/cN5c3omkYrmQKRntUZ4x2LEaHXJQG7r8cEKUzWWbWxuiGMR0bKzJvIXS9DCXuv0CEgnSV2/q4a5VKWura4lh4eHZjlQ9JOrqyvjJDV1WuNXxamcN3C7lklZcTFOSUggon//8Y8/5MOJreRBnL6fP9sPJ9iu7ljzKOXxlzsJ/TG3OE5FWIeTu8QPtNK/xYVliW7esc7t7z+Sr1+/Jg+PEuEq5gvd3L+wYM1SiUTpueUOzM1IRUqRQyRbksEbjt/d3V1p1ycT6Yx90OH8nYiD7ZIJU69TVnSCLkI2w3aHmOw7ZZExhvU1jgFL+xeSD+Mu/8pyDZ9Cnk/y8RWv/XMVFxvdTx2qSnaYN/Rv8rb2G9YPHw/hGfkff/6ZLC8v9/D+2CFmrUjV4NPlmN9KLi3cPQK0bRlnuieuFBUBRUARUAQUAUVAEVAEXh4C/HHc5Acyy3aJQhO+XfLzaA39Y9Sj1/Ut5ONf17SFHlbj4l8P5HPZJxbnYe1v2Pq9oD5BRCcBHzFyu7jdBOFCUfrt3+QSO6N1+BcrM+npnPAMy0ntcB7vYRfdFwdI+o97tMKxc3V5JQ4uLgHaXE7SbF6jq5LPZq/SdYle3trcSuZm52Tv35Pk/uFOJlKxxcSo8O6mfREJtL6+bibrT76cGJD4XMSZq5h2hZ6lg68H3L8hqafvCTs7W+J4mzNLP3/8+HHME9vN24f9GGf3ePfunXEkYi9jLCOMw10i2S0bvO7x/SnIryLROOHlv7dv3oi9rYpjV5y/Xz7JPs3VH04M5ryvEIRZxKbD9zM44rAqwOrKsnFaYxnkb9+/kaOc4QB2bnu97HMcsra9u7stkYSbpp9hCW/YaBPnLzCwOLCP9AEE3n38o09MPF6t7ItjoUuD2IxQZpf9FF1z/GwvMjFuX/Ml1IDz9/fffk9WVlbG/KwcEZodjvUjkniMbNg3Jn/80T2Ax2gmyloRUAQUAUVAEVAEph2BJt/Sscw4XgzJO4ZzXT7qVcnt5zWhF5Mllu7zcMu15VdBS7525eQtJnLzI69T5lZOyesNcFX3gyv0Ra5bJ5TPNLdcC9EMFjJRZyCpo0FepO/fM90919F0y5Jeb7OcLjNeo/0LBpH9+OfebCzpT0jb9Nx+cI8ymPi0ZX37cffcJlX37Jd383BteTHCAftVuYcvr5vXzTX5FfHKaYfkZ528VH4VKp/nlq5oH6WM+gTTHjMO/iEV6ujTlmP2WVc/JKahGRImVLj7tFDr+HZOe+ueu0+R0sTwaGkvhjxp+rxC93VlLX8XDzht2ecRAYQoH+PLC5GXNJQHFewXCy1nJPIEyw2jzvX1tYk6NaNxDAKPrnH8Yr5cxgY+31z5CsUHsc8CgfDN3Oy8RP8eJEvLC2ZfVjg/ijZEXEPtxzSWCfNAavG5zXJ5vWyPUma1PMN5vS9L8QL/84vzBBGzDxLJB12ALXAFN0rcPio0l9UVLQ9SJGU3N35tbM3N5vgkaVgm+UDaBA7S8/NTWVr4WzI/t2BKW2eTWzG9Zv3g+NZOtpx6WOc8v3hVtBubh6WR4UhcFkfi4+OjfGBwmvyUCHOkVx8+70F1KHKhjH4/i6UXa+d3GxvryeaWfGwgbXR5dZ6cnX9NM8NySjETWZpTcK/CddwSwWu2eTBzuET0JfzNL8wnHz98TM7PzqUPyVAnfSod/cx9xiWVpYxr2o7++JWqbPb7BREPAkPH0DQDZMYmvyhW4PiZ5xevwv0de4bOmnbc298x7YPxDxHq2fLkwf4E2unYknVIf8nvIn+UN0fDZwNrc9n3mfT9J8MXePbY/lZWkTmqPyUsnrP2RLLIl8mbFmM/M9kpbb9MWrTjU4p/iSobxNpTSJY8ar9U2UmoaV/f/p2a7iXbG+OKe/jPz+dZy4/yzjxSD7fWJF0X9bGSMS3UNsxrpsO9bPmwtr5m9ir/v//7v+wdhvg0ozLOUiF9mQZ8iBHbGXlMG6fco+Jdresz3t1LR14nPP6XKlQk5LTChUL83ZLN6tdRcSnqtSKgCCgCioAioAgoAorAa0UAEwH8i2KAF9C6l9Bo5eqMviciqrn3PxFSx782v0n71BKJFnAnvzBR4E8WRCs2znDsptbOGhPtsKAj30BUh60/ENPpqTTu/j3xSMF++Dd6YQv9P5Vk9FL0yLFgf+PDGRrC4cdJbDi2sEwvlk5GxNgTnI3pv+ZoFJegbl6vm5Ibm+tmDz1Qgw6/ft3KFTHGeRSHy4e8m/HlBO/O7k6ys22dOF9PvhpnDtoJfcN9HhrqnENtxqKylOEBPulfZeEGmfCJHBzuifwPEoF4Y5ZKtrRhdw0I9FKkefugPdgmEAV74cKZjTREyH//LktZi3ODjg7ihnP10c4uqmkNn4toczixn5PH5PLiIidY8X7kO3XySsNeOe1Twb8pl8XFRfsxhSyvCscvPqiwBz6Oa0qly3KOfl2SFVpw4h+Ioxsf8SDi9/zi1ERy19ujjWCfn583+3TPGA9D93Kyf5TULjwTS7kdJ7Dv1esH+yjbSPP6HQv+esh10O+nGyw7MOGDvDeyMsPLP+r74svHoKmGgtWU9A91ADdtUy2nCCgCioAioAgoAopAHQL4Ajf6FS5eu/hXR6jv/IgclfKLTHX5JbHBZ5qOCC7TpEJB1u7wH/7rVgg2zfh2h2WhifRGEWiEAPvOeOzQ7f+zZk8064SB04UTyDw3UucFF7J7+VkFgYnrrKqL9GHUpqkj2GJfUyw5+PPHT4kau0geH+6tYyuNLAb9qsNEC8u4S7pVZfvKw5LJ0AEHIt8QpVknd1mW8dk/In/hhDk6PEqWlpaSq29XyfXNdaYDMJbYvExkI6k0ix9xjHs/Las0wovt7S3jyH6U/SDRHnBKwYk69NH6/dDl2Gxco4OTfepe9sXdkT1kV1dXZY/cB4kwv0iQhnyseMExyT27XCfxGv0DOpnoWLG7k5Mv4tT+kYtKnHF2DmJCjJys9JJ9qJxTn1LkVV8+XmJ5eSn57bffTJ9CNOwX0Q9thoPjAs9xKpOfgz3bMfZh3JifXzBjBvY4xhLl2FeU7VWlySjsFvZibIZ2VSVQb3m0zXo7s307H2+tSHl95rv4hnGs59WHuiFZ7DvDaJ7TWXv3oVyMJp1jo/yowBsfY6Jl6TX2T7vCsxLjM/7wkRH/2K4ZvbFfjMe+x672WAQQrGvsZyxiBZiqVQRA0SRFQBFQBBQBRUARUAQUAUVAEVAEgMDk/bDXdlEEFIGXjsDqymqCqFNMPH758kWcwN8RRGaOfFngyUWBE/CImsX158+fjfOjrcQYf0MHkmN5ofKDpmGpVjhysMTwze1NciGO+Ptf1mEFR47j+81Y+O6JLGOMF1l77O6aiHI43bBcMiawmTdG8Rqzhqz8QzQWJuLhND07OzN/LqFpfHbD1rCfMQ7odH52UWnn1HEUfcHFdtDrt2/fmb509+vORGzf3t6aD1TYpoPSnbR6m1ubxokPhxvGEPQ16Nq2r7F9J00/ledlIRCzs1j6y9K+uTbov/gQ7I8//jDvBag5LWNvcy215EtFQPcAfqktq3opAoqAIqAIKAJTjMCwL9MzvX9lGvmGLuM77qVzIvLV2YTZAyo82RqPbHaJkq87/cm0JphUlDFf85KWy7PNNeuH+cxwz1SePdLyrW+aQjpegdrbtL4Lj1un6RfLmZ25lUMyUV4p14R2Ste1AEb+gdLsU5EHy5UmtGK8UvsqlicYiECy9At7fLkq1l47+gbLFuUPFiklsg72Y6Os9lwepyz/Wv0yhwYRJFNLt1ifeeVzmX+KX0a2Hb0yh+oUykk5eF9dq32uH73YNIqyNaeI3WZ6sfmjhNMougz/aMHKjIL9i0zGXIJ9vpJMJ5m59bN3ir/L0y/Dp5bjsP3Tt2+foRWsuTyoLzTdvZ8lhfYsV4ZBTo9omOTof6595nWjxUsZtPfNzU0zwQgH3dW3bxI15vsaLZ5Zc6T26/PM77uxz5LAkQTwhfN3XfYyvbm+Sc5OZY9PiZUlrtkwmLm1uQd3GWe2CXWxda3mzJvNPLEhO3Nputdue1tFyINqLSwuJHt7sgy3RAJfXl0mpxdntiFEP1ICxzmIkzYGZIKM7CtYIvqR7w9pGdLPz5aaz1/YdHIgInZrcyPZ3pLIJYH644fPsq/0bR79yzEmMg7m7xAdCWS0chHkdUxdOxZiKVzgC5x2xZmN5YSxP/aFLC+OSG0e1i7EKoy4aV9J67FMkzPti2X99mG6XdY8v0P7F486/RLZhxn7TEOnedmX+YdZMt2OvNJgM4uG3HPyYM7GnmBjZm9Cu3c4xorZmfnuIv5pC7QNVyE/jWXdMs714tJisre7J/torpiI369fvyTfvl9K9Cl0AFi2TZ/d9dSd+rS/Mq5heyw8R0H92Y4v4fZD29j2yel7DZjehutbQW2/fzTj9t7eTmqbt+L8PUnubu9lf2PIGpYXbWePejtJC3qntF5NO3iVxntrZBU8XFtqIz/Kmg5O7MrqcKxA+6Lt8v6MBmVbuPW9dk9JPqaGgRVQQsdMRG7fnkL2474zhGjbNNu+uZ34Ja0O6P+Vhycn5Zu1A2VWFStbuAdx84oZTN1yheusXR1aYXizauSTJaQXTA/hZ4uwDdN+kPFGbppmCjqyyD3p4gltjsjvf5uZ/4/l+bFKAz6kwvMHB2SLy5fXrbrK5akqFcqjjq5+TAM2Fp9cPuQRM7dOiPZrSCNWYV35LlfMZR3iWMwN3cXb17ZB3j6h2lVplKWqjLxjVGdrriKgCCgCioAioAgoAorA60Gg5pfZ6wFCNe0Fgem0LzORKL/+/ImPXiBSooqAIvC6EcA8kAyVR8dHyYIsHXry9UQix26mDhM4s96+fWuccu/fv0++yzLWJmKWXtKGGmH8tfWKFejgCeUVSw53hyjTzY3N5OHxITn9ejocsTHWNnvlHh6a9riQPWXxN/hk4xgVSVkj8vfo6MhEMJuldWUSfka8ic8NJ/DHr0FZgm35YAL7fmNZbuxljOWCccB5H+s2Vt/x7vNd1qScsirL2W/J8uNwmGDpcewHjshtHrRFnOOT5Cw9iWc4f5JkbW3dRKUjShD6IfIXznw6ICdRcpVJEWCfYz8kIkzn/Ws/Ex/ggn3aEd2Pfu6OZa8dI9V/chFQB/Dkto1KpggoAoqAIqAIKAKKwIQhwC8Mm37tiPJNy06YqipOAQG2fCHxldxYB0MaPTcBOnMCIiaKTtjEkJnidDdqI/sUfXTj62vu/6O2GjjqsKfp8tJygmVSz8/OJWKz+XO0rv/XjR9d6bu9sy3OkLXk4eHBRMg8pc4eE7A4JBPzMU4kEitOurkVAyNERgH3g4ODBFHAcJh+l2W4Q4dLmfv8optmi0aEKo04bX19I9mQPzjg4DCN2UEsvV9xXQTrOcG59ubNG+PM/vTpk3Gwwe6fJbQ5k99EBzbvN8UosXoZui6Bjz12JKJ5eXnZLJeONoJTwezPapgxSivFqqBfO/xay17g1bw2+imc8mivfYmihwY/f2I/c7sXuEsJ7Wf73WR/KOiPr7S3ORnYZuZmTFQgxm9EamLMgL7GgZ8qy/LUPadn29CMbcx8LWf3/WYgnXP7R6Q3MeaZJHOsJWVAmyYtPU8nAgUbEBXKNhLXi2V5RhQwncDo6/Ho7DjN3nJq7bvNs7ELKfM+2gW1Mo2+6Zc55iku71HjmkvR5MqVtEl5LaMIKAKKgCKgCCgCioAioAg0RGCSXoQhC/8ait9psSGxwHJW/OtUrpdCbEh8XwoMUT1o+33h1JbuaCd5n0f8IYo/yRRtlqYZ7PuFZe2aVp6WcrTRaZG3Qzmd9oXDFEsOY8nU25tbiQT8NpURcRvrm2av2Z8/v0u0nyz/LJ5R/PVz0HbajkNhadB/4YjBHsybEgGMdvAjFsM189RJcv5Cqh2JVpqdmzWRpd9kSfHpOdy2tfsVY+lnLPcMZzbaBX3GHK55TdBYCVvgn487l3x/++6tOEoXTPvA+QvdcNCpANVc9Uxm0/+c8aVplS7K4SMKLPG8vb2ZzC/Miv3NGKcoouam9YDzx/3j74oZWQMeesL5i/EDkb9XV1fTqmZBbqxczb9CxoA35sOAcXu6J2h8qIfRHQPrS7/WEp2/d4eAxIdnWGki7RP4YOdQVtbAVgQTdah9T1RzDCdMd/1fI4CHawmtrQgoAoqAIqAIKAKKwBQhUDc5Ouy3gaQvv4zMAXpMS5MqT3X862iF6tfVqRSog8wK/k2+eh/lj7gm8lQhUicr6Xc68RPH1+y3hhnIlF8XkWdV6ucRRLT/6tJ+LjWJBbZlgZ9+Re+eX6fbZOxdTMo2pVP4Tf+OTUuX+yMnaGyzoJ6N+vFU6OwWjl/wAh86gTnh3ppJA/vO9AMuqb0X26MlV5dnsP8Q42Ibt+TSsDh5xOybssTIhfJJE+dQfozWC0l32zdVaVmi5dbXNswd9v69v6dza3rwWZdlUBEZc3t7LXv/nomD7pdx2FkVu9HD9ivaT8gmh+ODPRHfmijTBYkw/ZlcXoijUdpiZj5M9zltS0oEX3dxO9Nwvb4tGSMf9irc3NrMon/hXESkeasjYKuF+hyfConD3hBNnhOJkF01yyRjrD07OzPR5bjOn+98HgHvvF5ZkrbtQVohWwP1Mr0mHwHAjrFXNpYaf5aoUTi0b29vjbh59K/cphH08kLDV5rsGRPVs67NDJeG/2XtG9O/TAcffGCpbjhGH2UJ9ffv/5K+JEt1B15CQmllikOkUP4Ab0uV7RvjYfeQRS5ktc96W2dexoSj4wOzagMc9ohwxkcW1cvC0l5orzG+40svjl9DyuHaouBnmkH6Ld9P7f7wYtL2ha3MTOrTRnhGIda3u2BLgpgnmxjv0mzVWe892PZX5pbZ+Slsrabv4X79we6by0f63E940PdcH38Xa/KoOhfqcwB02r756FHFpZjn8kQz58+CYrlh7tAXzG8zY595uzzLRy1LqyvJ77//nvzzn/+M2+8wzBvVzWWyxWGxflojQh0VYo+pIjeMfE3ou7zreNXRG7a+K0v8mrZs+10dzzidWE6dlrF6mq4IKAKKgCKgCCgCioAioAjUIND9y2sNw3g2foDyL16qvxznB/BgTIAl/+IUGC0SL/FScwK2hsmll6pua71cfOrtqDX5qH3HWiCWXs+5/cQWJhnr6XZZont+0mbjHL+6BKeWVg/2Wctz3AVs/8Tkz+raiuyVuZ5c/7wWR8JZFgE4bgmb8p+R2VdExCwtL5m9TM8vTm30r5n0x/RvH+1LmhbHprJWlcNenqtrq8mv+1/JN4nCxr6sc/PNnaadOk+qBK3JgyP7YP/QlEJEIvaW5SRjTdUJyZY2dZ4vW9sbJlIWznhEWcbfebqzhWGBcCXxI4HhiIeDHsfV1TcTNQqdXAc97vNnyiAPM0eCET5HEB23v78rkb+J2c8Yfaif/m/gG9F/4rw0zn7ryoLzd3NrQz7aWU+wJOz5+WlyeXWeR6WPSKo+2bgWh3Gti7GtrWOxe/2cPtE98W4pss8642C3DKafWv5Mc621e71o/zyTAz7geffunbkdv21DDLVvts3Unwv9Hu06eNtqBPDUW4MqoAgoAoqAIqAIKALdIcBv4wZ/uepOFqWkCDRHwJ0EfZLfv7Eo0uYUW5Ys/EBJ6yLiIpTeknSz4uy7Tmk4HOTW7uHrpE/5ZT7REVYkPPkQwCdcfbBU09bFqpATk9YzacgE5MIf0sMyFutX3VkaKGEnYWNlMVGLyF9hO5KD+rV3Ug8g3kj71wDyaZVWCLBfYG9TLJF6LnvKXV9ft6KBwsP2rdYMvQorK8vJxuaG2T8X++LB6TM7s+CV6vq2wfiWRQA2e7/b2t4yWCIaE1GZeI6Y5+zIH67DYbW3t5+sra+aaEQsLYzlkguRpR552GH4sOljsS9pO/BFVPnuzq65/vzlc7dOtpb2EcYonBqzzjlZSnT/YN8sG3xzfWOcvzc3N6Z9+E6H9rBtAirug6yZHVuJYhKE5e0idUWi4t6+PTb95qdE/X748MGQzfbDnajnVzMsbTs8J48SZohrOH+3trYS7HcO+7z6dmX+7JLkYcwtDUDh9yeWbyZLF23UlIZrdU3rQE8MJXz34hn1bZ6nv71tSj5azh2fntK+wzScc/yjJF5EBiOBqcxI3knJzD9zbEV6yJiG/J1o2hc8YG81z2faAkVsYw+wJ3kSwYBNfwcNuTI6QS1sTYB3N3yYFDva8IvRmMp02kCorZk3jGKkEaIfpIvxdvLGWopq7SS1M+rGzCHOfMoMQUKrKgKKgCKgCCgCioAioAgoAorA5CAwuT9qJgcjlWQUCLiTfqPgpzwUgWlGYG1tzSyZCh2uri5rlhCdTE2hw8bGZvLz50+zRC8msmZrJmUnSRNOEB8cHBhH3DeJysQewNN2wAGACOY9iS6VJjBLcSP6F47FKgfwpOqJdoFTHntj//jxwyyxO82T6XDIIMocdgaH4cXlhfnQwMUf+k2rjm/fvJXlupfNSgYnJydGj2cuCesqOYXXaBNEaK+vy1L34vxdmF9Irm+uk08fP2V7N49LLfR7/28csmDM4bYbIf7jtmuMJ+5fSEZNq0eAYxTP9TW6LTEuviEtsC89VnPA2MD3iFA5TVMExoWARgCPC3nlqwgoAoqAIqAIvGAExv3Drjl//1s4foLMc7iRZhp/YRiuP75UX9++JKnmE28f67iM/3CqpptrE3CAFr6gbEonp9jmqvCltfu18yAbE0HumXQPyAohMKHLiJEC/4o6saw4/rZGof3QF3wvn4s1r0052y7PT8Ph/4wQ5+xIAQZ98sry7EWxfP6FeCzdq+7cBuzKyfX3ACROxJP3rOKnzxFHVz0WNud2/G1VRE7hCnXrcG9H3+oD4vhDRIxtC+qFyF9MAvJ4fn40l8y36baObbuwfG4kA3RBVK/Vydats3fk272ArTwyPUqRgmefXtZutZPXVtmifkEWhUQ/YoE4FQoF2s6Uy/CVyczenWxsH4t7hksqaGa+bqMXlLC4h/EBbdIvVOrwJtLupl2hk+Uflq9DMSpIcSlYRM1+/2aX6m0rj98uPru29Pz6sXsTaS8YvnlzJI7rX+LAvjAO7CziL2vfzGgNKV+ekPlgrJ6dC9kH09y2ZZonafbe5pb1ysjt3Ox8sru3Z5Zz/fH9hyzneinjB2RO7Tc6DoT5+vqVOQ6WwnGK4yPvSQ1O9+2t7QQR2Q8P9yYyEbIM7PzNnq+2/5NP43OGf2z84PLafvsA16dkc3M72drckcjyRCKszo1Dke88jWUwBcPtVP+exXrN9ed+oTAZXrM2HNlHx0ey7++zWR758+fP6Rhu+wf7cW4/SGfkGa4pT1F72oNJtaTkEpja8r6dFGvnd+RbliMvE7rCcs+IhFtaXjDO0IuLq+SnrGQwm9hVACR+1lYzHsIUjcw2kEWEitTbylGsHbtzbY3XYVzZ/0EJz7qVlSWz1P3i4mJyc/sz+fjhs3kHsuvOxPghvUifeskmz6YScS9ToHzlHJtSpktasAn5iVB9pP07lye32dx6oHu4fXziKGaXyk5zUvrYFzp40Aa88TXnJ4YlVf36zJ8zY7RQLpEXQdI06sY6OPtp/vOHZYMyFxLbtU+hqnPD978CX8Eul7OuIR1iziXHhab9n1XJl/f+uSCnnyn3lfls80C9+iTBxECeNm5GK2afFrc6fWJ8M7NNyZMOx3XWW11Zl/2A/2E+Brn7dSO/y21OjkM6/rHCiM+Ue1C2uR4xChH7zNrHrceydX0nVMdNk+uMfowWebn1mIY6sXpu+arrpvXrylEm8EK/xzmvk+Ofp6GE/1yxaeX/XerlXE1RBBQBRUARUAQUAUVAEVAEFAFFQBFQBFojYCMsWlerqIAfw3YiKzbJU1FZsxSBCUZgZWUl2RPHI5YQRMQc9p7t3affKR52iV5E/UEHRDT2HW3qT9Z3oc7c3Lw4sd8YxxyWTMaSvMNOmnYhV1saKyurEom9Ic6P5+Ti/CL5+eOnOGSGcAC3FaDj8js7O8Z5jehfLI0O2xp3uwxjf2vra8mqtBGif8/OzoyjJJ/c7Ri8EZJbXV01yyKDJSLOzTL2AhTaatzt1SUMsEeMdRgfPn6wkb+T0H7E2T13qfdLo4U2m4R2m1ZcXTsbff+evHEFv0+wTQGevcM8H6bVHlTuyUZAI4Anu31UOkVAEVAEFAFFQBEYCwL8Rs7/wm4swkwRU+I2RSKPTFQHmyySplvmszNjfrUv6QWdR9SHSrzj2DLy14+YjKXHKU1TjmN/vYjdN/3hhEYkyij3Ah5OWq39GhHY3NxMEE1mon/FcdI2UmfcmEF2OLCxDOLV1ZVx/mBi3U4KY5K9TkKOIWlET0VxO7Eqk7/ZhvfdTeJjSV7ocn9/b5YZhqPROghqFaiQuLss2oUf0eXfY3naZYn+BfAXsofx4+N4I48GRQD4Hx8fSwTwprGlT58+mQ8M6p0N/b1/ZPZnLqxdVDmR/CixpcUl01fwDnJ2fmaWtGZkdnOnQezdiv3IRTyU5ubn15kdpZGq/n1YT+mLQmJlecUsYb+0tGTaCI5t9COzCgC7dfau1l/75No0vQKWzTDC2ICVGuAAxv7gsMfb27t0jHD5jUc/v338e1fCpteNkMna1VJtzTerT0NpKl37chw7cM7lpJb9828vsdZwETDtJ23HdjR5tB9/sHUrdnAdJ0/7sR+pvn371myDgQ+WMM4XZO1AjuFJjGd8CsudYzfSOYMsajgsVbep1LHNc5sSdNdWlIKU9awIKAKKgCKgCCgCioAiYJxWsZe0lwoP9OVfSEfmTSouky5fCNMJSsMPoaZ/jcXuzlaeZI6Vf43ZuwVd3dz0KbluPikcU6hZ/5i8SYqYPs3Sq/aga0ZhVKWatc+opFE+o0eAEY5Y+hlRZe2O7sbadnyldDq2LizMydLJ28bhc3p6mkVo9jWm8IOd1vLWVMCennAKXFxcJHe/7mpKd5XdYf9P2+PgAMtYzyWIYr4UXew6qNPj3KDdIMry8PDQtMnHjx8nJiKb8jW3gBnTJ2BbWCIZzlL0c/SVvmy5uWwtSrrvUrg2h3WCY49mrGQAbLCKAT5miR+s65UgfS95Um7h/MUfnL9YthttmDsRJ0XKbuUYenRim2b20lK+YetXsIOttu/LYYKD0xka4bBAXaX2iP9gIgYcqpRxIILd4z83PydLQf+eYKWHwe1iIGW0UhMEBh2LmtDuvEzkWTkAnzGHCQwgsVZRBBQBRUARUAQUAUWgMwT8l6rX+G2cj4EPblW+jxfLxiJl/PI+L+bH6vvlcU+eobzxpDFiwnDP5ltzORnBM7R0/OJ5GELD/ggyMkh7hX58I29I+nD6DnUE+DPy1590ZXqcH+0zVoJtTKHZ+Ly3Z04WclIgdg8u1vELOpikKtaPSVFMp0zFVP/O8gF9TKw0idbzKTS5J37Eo0kdt0xEF5Jz+oPd8xd1EZkUqeeSNtdpOdLz8x36ftbA98Y+YwwHptpTReJIeWnfZMc9PHnvn4dtf59e23vyb1uv//KIbkTEJsaEr6dfzbKwjEirfl7IjtZZM9j2iZbnWBgLxR3EvklT+hicv9hn8ubmthD9y/GNKOb3tj04DloHJUtVn40KHa+PjQhMLuuKcEYuYe3LWy1Z21z2qSb1vPHJboCIIdse6f39/WPy559/GnuCk+rbt0vZP1nelOwgLzCndlK7KWgTmVqUSe2LYsx4/LPncRpiBbvAH6J/FxbsfrJYTji3F593qH8zrQnOLOvTLd/bLkTgy/l+Cm0Isu/v7Utf2TUfF8ChjQhZNKKlKVe88InU3Htbp5ZKxyPXikU5fvA9Nr9/MAVn03bM5JQxAHrt7R0Y3WBr79+/N2MAo5pNRaddzT3oZONHUQZb3muzQcYnl2zGK9Ru9W0PfeG4X1tbM9HNcNzDwZ3hEIwgJl1PF1eu7JplQvKhEGllFSovcrnSYgPgR4lcRux/M0nd815qZZjnFFg/KcmTPcjywqjfsj9k9HMqhascF+Jp+dbVKxDxbmxdtBvenyFyrA29io3fTf16I7oPtF+UM8v6uvO+1N5CiWmsGyXulk3HSkM3tVDUz2g1xR7MQhZeJYSbR/tx0/JrrFyxsrpixow7WSHgEZvXj/UIycu0YXBoqlQdD8rSlF7bcj5/8PPT2tKsKl+nT10+aFfJ16R+Wb7BapXpaIoioAgoAoqAIqAIKAIvAAG8bFW9cL0AFWMqFH6ABXBAPv9iNMaZTtkKeoxToGnjzTavOqc6Ees6FTtsC3dyc7BIYOjFgzryftLPmKCyS5w2n1jydCq0RVh/TFzZI7tgwpSe4UCYFtHZJq6dTovs3cs5Pe02vO5wkhwdHZllh7F3LpYMbHsMM3ndlle5vHQyGV+2tyVyVpyyF5dn4iC5LReb8BSMrUYHOcMJjz1zMe6O5GgwPjeVY21tWfZglb1/5V3269fPxp7m5uaMk268dtJUA1sOE+hbW1tm6Wc4SS9lGetB+kY7rv2UBu5z0s+NPqLT4sKi2RsXe+TaY2oeVCKu+6yyzyss+Yy+g+5ydnpm2qoWyYLNu6VJ300b3zX7DD4OgY74GOHbt2/GFmGjozgowyh4hXi4H2IO1jqsNShew9YPaWXT8D2M/SYGfXCYfjhEXfQF+Wv+sWJcn35ynHZLZe2HTz3VvL28skPJ1Z99HRwc2g9jOv5gzdNeb1sj4Nh067ojrgDb7ujQCOCOgFQyioAioAgoAoqAIjCJCOBbt+5enCZRw8mSid8WDvFDeFCF+PXvoPV7r0dsBmHUtC7LDWLzrAv5Bmg/F/8Of6wQrabRKyxfPuf6cTItFoFUHwlcpt5XCj5yt5G/aFPrBGYkcCuebvsEKpqP6dP0gZ3MAbrjStI9f7tGfpAxpb0M7JtmQjbtsi/BHquQgHNubW1DomdnzX6ScCqYyDkzDOfjVpgG8rlHbbhE36mzczPJ3u6hWdL24eEhOflyYpyNrZ2nHKMaPj+6tgtEYG9sbEhU340s/3yWPDz+SoPP6tqgb4SL9Ol0YnSlf78jUYpYNhnLV3+T5cTZp3K8Bni+F0UYyR0cbdhTGnuuwlGKiEsc0CfXpUIU2FNDW6qgEs1qJINTG6jDAby8bPf5xt6x2Je5LR2HZC+XlGc2jTjN7mfYD4rPArQPnKNY0hoR5+cX5yZCFu3nHnnEaF0kHPm4tUdxTb5F/cCZOqJfnZ+fm2XVMdbhID7mxv2vA/tj37Vn22+j/FzeHV/PBoYMypazsvjNRF/WiW9eY5grn38Jlwj+WT3vK7Nn4+WWd+xZ+67dRjbwJrmSHA0IWd4c2xpUeGlF+OyHXjVj9rP11sf73biwoQ6p/LQDnN+8e5P8ur+TsfFC5B6XgMp3OAQ4fpWfD+3oko5Xy7MfL7ez2wj3zugrIUVAEVAEFAFFQBFQBBQBRUARUAQUgSEQ4GQCJq94PQS5XqtCxmySrVdOSvylIpD5Gl6qgtArnQikkwvOE/zlfWc6pmrm5+eTI1mmF/ogSjO27+ekjwtYahiRjHA2ItI0b4fpMEI+F3Z3ds0S4udn58nt3a15XkybLkAcy6JjuV04SdEm06gD9LDtMmOc8isrq/Jxx5xxIt7d/bIfeqDQFB60Nzh/sScujsuL/5+992zMG0eyRqlg5eTU9kzP3Xf//0/aD7Pv3dm5nWwFSw4Klm4dgIcIBJj5BKnYLRNEqCocFEA+KBRwWZ2JG/f3+HnVq0x9w5nG2KEBxl+MzzhTGzq5yItYL5LnOvBiG00hKw24pX1xCpK9aExZl16MNfOsCKBdt2TMf/fuvRlDwAxx2t6zwq7EMwioB3AGGI1WBBQBRUARUAQUgXVEIDVhyrixq/bWCY8BdeXqw6CaHp0gnZgGmauHvIdiYhl5VQoB8sstkbV8wx9OzMuynHALCC/owcmQZmjl59lq6TwulmevuZgyFLSFn1ryb1lBXZUAHdJCmTKc34asbD+WoTicOSmfp1zhTM8DLM5nuJK/S4CyevVjsVCPGJu/t7cu9ZM0rG5G8DCxZshNT/LBu68qYgJtcjPd0tssJxpAp+3MNtYwYlixt/WrHlsClKMlW4/kNH+3CyPlbyaZ7Vc8Y69tmMqRZ7+LG4z5qYt8xl3ingrrSeSic/jbHNVZma6ACeXix3m0+5ja8FNVj7A96MUyxnjLPgDdYZh3Vnd6vSJl1o/P8d3Wl/JQjzie80hTemTGpYMzHKWJQWdzc6c4O31jthW9urouvn39Xo3DpBvTIV/GV8/Uv+o9yhzlvWq3Zv2KStUfKz42aX/v0Hj/wcPv/POlREZ6UQ6AxM19H4Qd7TGiWzGefOvEUD7wOT05LQ4ODsx5rJ8/fzZGbHhm24t9oF6uzBDcXD3D+lFvkx5yVduAVI5PFF+WYftvSMd7LVvU7u0dGAPV588Xxc8HeZtXA6SVh57DgdA9HliPXBHWP5eei8c4Bdo/fz4Vr7bh/ftetkreK26+fhXP+D8KLDQANhuiJ8hX5xO1U6BPDruu8sf0WY73bD288Z80XonsHz/+TdpmV/r4t+KPP/8o5U/VI0e5OT7reBkVy40rzEbPXz7zXnnwlvWDvh0eHhjvX2Dy6dMfZvt36JvpO6V+lt2fn5dCzrUFaeNefd+x3YI+4XLG+BPjNs/BSgCvfRzVMEQe9ELHYgQYf3///XczRlQ8pRjzFgWNwqyfPEuXs3kZF/IJn5jHjc8Q1eI3nZ6EPJufKBF6FsMVjnFR026SM4lvVdqVYjszJtXeiIsU2+FNbC0Bfn9ILClW79JAN0o+/C7id5MdlwXn6H3j+HF8ceQRoi6gP3S5HD1TuixSb98wXxfK6Tx8P6RTE7Fxu5gsXt1S7YQ8VbyHP6L5Gtxg/zAE6/+wXcLiLl8pV6VeOBcoKasrkg6l2tGrX6npaFfIbvXD14uMgA2yiLm3ODw6LH6R7aD/99//U40ZaGPqT1rWKWPjeqPOcVw7P/f9lsvLBo/Tc/HMZ9Or9mX00u6+TvhC5OL9PAPClf4k2qTqW+hP1L82PNMyzCR9mpnGKgKKgCKgCCgCioAioAgoAoqAIqAI9EcAkwVTTQr151RRI9EAAEAASURBVN69xLrI2b1GmnPRCCxuUmzRNSv5ydwNzvuFQWhvf8+EL2R7wFuJg4GmzUizJKkDthyL4MEMeb99+2bOxgwyeQ9TjgvVpLJHf2gQxqq//e1vxvsXdfgqBsd1vGAgxXmDMMDhjFIYrJzxdz1qZPq99I2z12fF4cFhaZC3Wz8/Pg6b8FxmzaHz26JfJ7LA4FAWGMCYgK2fsX0wJrr7jnPsc8usE3ljIcEb2W4cXvPQNWzRjbOacwsMpuz/lGGuO9oF2z5jbMO5vxirYfzF+NC3zcbKOERPxvIcVj5huBhGaNZSMPDGRt5ZGSrxF48Axj7RuuLd+3dmt4TcGPnigVIAZkdAPYBnh1gZKAKKgCKgCCgCisDSEMCquWpV3TKkwFq7OX8Uz01/GZgN5emva1y/icLGWnurPxvzjUn0efjhAf2H2+PxR+4UE2aVd8jQOvp1GkpjyeXG4ej3j3krMk7OeWVba+pL1+HF6dA6txPHvVodovbb3dk1Z87i7m9zCwekMbaufP+j50BNskERMC5ii16cmwtPzX//rzVs1YhF9fYdtGp5WyJoADNeOaWnVr6+LcTKZBiwsL0r2gBGeNyzbdiN5MBczf3LGtBgNLTkZZmACdDD67Vs/bwr58ve398V//rXv0w9zMQzCwyUatHFdmVRBLYVRhtgS/EL2VYYnpSPj+683LFtvsg67Yh+vZeJ/+1X28XV1VXx7fu3QL/qdal/v1LvIXe+TZv1Z8o6o21g/MW52d+/fzdbWkMuLKbwZQ15Ur56/YJ88XgRJC7mAfVD3aCHMNZjUQi2IWdb8W6lYb0WI9syuExSQ7brgN8UyTqDXiMtSO39/i75x/q5GsZgH2FP5mTF85F+3aCjeDfgjnguKuP7Ik8lk8L2yyQvPLqx7YdLQ49wurxbx24x3456j2K1z5MZ97GdPBaS4JiJ5V599czX0eVKvhTu1P+Z9G5RdXrhrbgomJWPIqAIKAKKgCKgCCwFgTX/UFsKZktj2vfHyKIFhXz8S/GeWX7oMv9S7DVuxRGg7sysJ1kUpuBPGlkmLzdh7d81bNsR+jlqfJqA/7poX4nTz8d7MTCcGoMezpXEmaAwdK3LhQnRX375xRhKYCSB8XTOS+awzVVN0E7EDIYeGIHh5QcjD65xk70pwcbrt61/XUEoK7Z/hgEOdYBxHn9MS0m0tLhqnCAmoSTYbpfbcRuDvOiWuepVDwuOeqIsuA+58uWhXzhHFkbEP//8M2HA9cum+WPu+acMDtXuj0NEbCzjy5DIyDbDXS4smDg9PTUGDRgy4HHOK6VzOMKj+fuZpVfjjvaC8ReLQVA3eDen6rUa0sprQ/DlX1omaTe/DZvCaQIa+5wR8PVhWfWkDLPwbxnfPJ45D3G8f/kN4mUvgz79ehjHFmCL8aenn+YdjR1HzDb5UhrjyiqPLfW6pmL8OqfSx8VxbJvv/ddBvhXRzw6SNmZRD+BGeDRREVAEFAFFQBFQBNYLAXyE+hfWusVxfvrU4dTaOsZNIQdp+XIzbgr6Pt1FhZvkZt0oC/PmZgLj/Cw35k6eORpN6RPIgx8dc10xba5w9fkxLs7r54nCs3lPtclAWSN5pnoc1ppj249cu9PhZIK9oxz6i5tkyE9ikFfpYmaAK/kC+1Z822Qk/alaZAXoNOlkK14t8o8t30LeJndts1S+OG5I+8Y0OgmdyURavv76Wdvka0v3aSXCZXvR06aewxqy6IEDAwo8aO8f7szZmQ8Psn2qiD7Y+7fSl1z96xKNicE4D2MdjL///ve/zfavAb1KHsYS3/T7m6nMHd+fnkpDYFU9BnhvoxBTFEPW7p6czfrReEf9+ccnOZ/1h2wPGuerRcQZGp6hk5QvztaPrnVAqtPChPXZ6Vmxf7BnjIswVsFwxfdAzDX3zN6TE7d1Fw6Ohb09pSxnvJdwjuaHXz6Y7Xc/ffpLzv+9KTa3+uGUq186vqq1SSZmuPvedEhkWhgflvd5YMvPIzn3Ef384edDcSmezPD+JW1LryxP7EDA6zec8Aat0uG9ksM7ldVn2zPsyx/jjGdJ92WTGG6Zji3HYaDH1sgYAzY3cGa2nGlvPjCgp5uFO9cbfEL6rfokJfpcjxH9uGzIPU51z1gMgjEB9YOnHup4e3tr6kUdsLkjimW7bUQVC8vAiJQe/yhBW7pPj/rBsvW737711EljKr2tj1FJPlX+ZGoissTbL8cwdDTS02AxFfMJ1djjN15QFKc7QaL2rhI61rd1LiJHv2LUEoCR0c9ivX7N94bEJ8/2jjELio+VxycmYa8NqpSKf318qPKMCkyn/5WeBLDU6fv9MyU6xk98N2F7ebyrebFcW/9n/vnvQUUz7Or1z2QcFN0+vg0i27FQXLcueHQkXWWLeVQJAwJttKz8c9RigLBaRBFQBBQBRUARUAQUgTkQaPsgmoOn0hyEQPVDcFDp+QsF8kGvIt0K0ucQx+MHXrPzm6MOL5mm135Gd/xnTArOjE2gL+Ad8u/HfWz5ftzWI/cYPFehhr78Q9t3aDnUfwr+q4BjFxksTscnh2Jk2DQemzA04Bps/O3CdsI8mKSEhxw85XDBC3Adz5t990625hVDD7x/sd3wbBff2cE4PA03e/bveyG2UXy5+rIGZxhznODd4gDjLwzZOBP7+3ecKXtuzsydBqU2KmPHH1ceXl7w9tra3io+iCER3rJXl1dm++fk5L7RCVe+8tT0RLYetDYCk+KTT4xXMnhyePwxPj+aBRiPZutn6BzO+4V3LO4wXjR9w6yDBzDbBmPCq1evKuMvzjfGRQMN7wE8S35o1Y+gfdHGTX9LroyyXwICvj4sgb1hSRnm4E/auDdf6N/pPo4fabkfah599LWmv5I9vIAx1uT5Ncu5UqlmfKFExILP4++t49t4Fh0oTF+viqmvL1XkPAH1AJ4HV6WqCCgCioAioAgoAi8CAaylw0ehXi8egdTq5pGgGE+yp1K/5AcCPcdGku1RXPW7B1gtWdPrbu2kqZ1YeCpnddOTD+nyLUxdMvQz8A5wSYsLcayEp5BeDoGubct8xNFRmD9E3uA0B3+f/vy1mZNDdpyu+t+jGLn2zeQft07GfaqLhowcvfT4kssdxcP4JIMWaGBrW3gBw0MO54Dmr6ht+a4MJg3zpZkySm4S8e6Q/Uy2Tcb9/PN58eMW3r9opKqhvNwjg6gzLWQleeCIKHptbRgPSvBJ9y9Xf6bbyeiD/YPi1fYr4/X7p2wlzvZ3+UfKvqDi+3sH1YT45aXVKUFoQdwjHe3N1Za3bfpkFhXgjNw98Sa9/XFbnF9Y/YKupS8vnv3DeLSyraEnbXpJGq5Mmlci1vC05bmDgT+O4dvk58NTcXR6ZLzXUI8//vijWmyAxR/IT92LOUROsXHy/M/BWJPGcVP6/i+/vDce21gQgnEN23bjAva5utU8G9l+Ac95q9gN3xH6Ma/4JfUm+Zg2RhBL40l01b/yHr9+rvUI+zoKnUU/pe6m+nVYqzaMmR7iF9IY+kTaQ8tPV44YwuOXuoEFPUXVydLjR18JsIgG5wFjjOEik740Fpq/aVxj2kwCVdDPRH/pZGfGz6/f6vQ0XyoNKwKKgCKgCCgCioAioAgoAoqAIvAiEJBp7jnmVF4EdourpGyoZ7aKXRxH5dQHAUzccfKuT7mheTGhyklV0Iifc3RhXDiTbWHhPfvz0Z4xuTbes6U9DobT9+/fG6Pj+fl5ffvnXOVXJV7qgTrs7O4UD/cPxefzz0Z3Fqk/1h483sD58W8fTT2wxfDVnF7MM7fd69dncvbvvllMcCWezE9LfCmm9KDP+ALDC7b5fJRGhnf8zY01JM4M4WzkYUTC1sgwWMA7Fgs+6P07G9MFE8Z4gD8sxsHWrDDMcFxG/fnXJlZOT9DfU3rVRk/TFYExCKjOjUFv3rI7OztmJxWMLXopAotAQD2AF4Gy8lAEFAFFQBFQBBSBZ4KAXTtnJ+5QJUze8cMdFpyfiPQu5K9bdoZ/7Me00vQ9ATLBtjWAMZ+YTFt6jn5DObMC0pYL8fV5E+vcpKml78r7ZV04/1urm3yOEkKsK8oyHOZwTw30XaZ0SPDh9qC+Z0Y688BYeixUq1E9eau4gbS7FCP/XN5FyJDjPTieOuFhWdGyZ3ZhgsaeO0n9rjKMCtiJH9DE36NMPpI+7yF5s8rdRCX6l8GedQnLuadUellvtG3ZfvGEVPfxMIWh487+N0f/gPE3Oa6gThvhuF/VL1nAehP5UtfCWT33sKwV8iKi8tXZZY39S3SCHug8bNIjmQrG7cZ6854qg7iwHHUGdWM4V9LWPx6/wc/ytOWdnsd0rF6TP++UN36OS/M5l5/laRSu6WHZLru7+2LoOpJFHxvFzfU3z3hq67e5Me0UDeWi/FPcDw4OqjMyr6+vQ5KR/sVnYtrvprBIt6e0frhuFrZvjqbxVtzcMh7MW2Kou7q6kna4kewWf0cvpmD5t+FJ/bCl4RWJkKWNEPXT6rEbi7F1MK6YvqNH/XdlYLA6kLN/gSnqgaHeeRIbcrV/Ige4Wnrc/St5NolP4v0AKmW75/GzrDYE8zJU3guzGOL07FjO+5VtrD99EePilTlrFp/Y9MKqMreOEy5ne8h6yIXtYz3c/ThLh3L7VBkHbEALaU/F2zfvi/29fXN27J9//Sl9Xd71FbDEsaSDcde8H9nvbTroiCSlPjAOZcizLF/dmIf3KiETAB3SSpUp46Rd0Yex4APbWd/dPRT/+7+/GY9gVz7FQryCS1V5lA8chp32psoMjyP9gALfeRmVRV6MB0eHzrMZ5/2iL6HfQfep/+xXVX+MxrmKb8kT/QBlbX7UOvxOqPJXAbZFFZEMVPyRWtbLqFC5YILyBoVF1uq9VPW/IId7yNXL5UiHiLXtBPU8pMt7LUdKB6WKHFBYrvze2ihkJxnhaetLnIUo8+XoU84yneSZne3M57Z7JZ83xqfLpNu33l7pfKTp+DGGd+iY01fEYqzHd4hte4tvrAdc5EC1cO8Hm999x8guJU2dN4N7LG9QX5bx2gTfRbiYj+X5bMZKkyP3T0qPHKaknyttf4sJfzNeW1qhjjTT53d0jn4cj22gsejkr3L3jqqeccbymXhkkieIdlgFxLw2cvHM6zBx8seDbtedn1w5OF7jsuObDa/uvw6DtIzEyk9lnF+WcX6+LmFbzuGfLjOUepqaxioCioAioAgoAoqAIqAIKAKKgCKgCCgCzwgB2UxPJqSeUYWeWVXaJj3mqC4m4vzJuPg5x/P4+FgMRG/NBCe2GeUEbC7/HPEwLaWuXLyfF57LMDzCyxFecvBoXqfLnDV7dmrqAGMkzmeFJ3bX9muqazhR3JRzfNrW1lbxUc6YxQWPRWM0FcP25poNVOi7b9++NR6mML799ekvs7ggo6LjgetAwe/XzN6uH/YFQa8u9CV4yaJ/OOMvqUX3dHeMMi3vkX0eGMA4en9/VxkUlyfVNJxh/EU/Qh2xFeu//vUvb1FOfx5YcFUtuvKKt+uPl1mDvRHAOLKM74Degi64AA2+o9muyfdv3M/i59E4TEyA73EsrtFLEZgbAS4zm5uP0lcEFAFFQBFQBBSBF4EA15b5q9kWWfEF88fq1eSqSNZ5bhz60ic+lE/v0yHwDLDlauzpQFFKFQLQj779tSo8QWDJ+vkMdGs2I/AzwGa8gg7XT076wrOSti/GjZdregqY6Nvc2jTGBmyfHBuAx07YOo+duuyYDLWXeLSX3n/Ayhh+TVIYX6dQGC9AnP97f39fQH5HM5V79eKwtfDx0bExONrteW9MHag7QyS2sFpsfT10tIbrt6MRhk5lG/HDw0PTDtZj0aZj2+F1ulCHs9Mzs504DNl3t7KgYOHGBvd+zo0duXiL9WaxJa5jMPT++uuvxdb2llkcAWN2czm2lK8fZdj7feF7t9IriiWnuYMnZQi/U17tvCrev/sgRvmd4uL8wpyNG49ZbTL48rflnScddWL9HAdsZ30mW4+jjjDU//bbb8ZrG4tb3Lhmy1Xjwwq+r7vpRL3+DgkXanv/NL1fHJV6iHh26w9e+Rze0W9v0AUP9MGUAd6jqMEUAhXOYf9PZW2KYzszT6f2rniz1PB7zD9+HvZySY8fzVKiv3XDEkbg//iP/yj++7//24w/oNsJt2YBFpjava5DhOo2vg2h3KdMt/GzD0WXd07ajgtCi+MU8tUnRUARUAQUAUVAEVAE1h+B6Afo+ldolWuAH1L8W2U5c7J1+yGYK90aD13kX2tmzQAEMFHk/60iKtPN5bPvzKOH2KKLf+04Upb2nC7HOLmxqxz/HE0vxL6TGdMxGeP/eSWnCbbwn4bJGCpss3HtMEaCtrKcoF/1ibPXr18bXYKxCx5ny7h4nEDIG2cahzGpJxh/gTG8G2vbP6cKLDgOYyb/0qwfC2w3jC2X//zz9+KHeJ3C4DPmsrpnrZbUwzH0upSF4XR7e9u0ATyxcbUZb7rQXVQeTszDkL39attMfKNPmKuDHi5Kzq588C1xKp7xx8eHlW79/HnftXg9X+ZdVM84VQzH+JAetns/PDo0kVhoMIvH/5Lef9iNAZ6/uDCe4WxjvudNpPxDPeVzdfdl9sNVhtUMoD7ZOg0U+VHqn9YeR5DfslPzBgfQ/Pnzp1lMhe3W9eqHAL7dTRtCj1NXLj6V9xnG8bdDuTv1LDXEOIRvw5d5cfTI6N/LBGWWWqsH8CywKlFFQBFQBBQBReClIDBu0mw8SovmH3+cgn8cN75W01FYND5tkg+RZ5H4DpGvrc5N8k/Az/th3sQJUta4Tbjqug2FTukLlAeTtbgw2ccJKcZ1knVQJtsCnAgjCWxJGl82D2bBMVlHWdtmxet0+o1PqfKxZOFzKVoYGTyRZko7GWfrl9BQocQ8AdHygbRTaTaudcLG6z95KnaCkYZF6ktT/s5pHfl3pteUcVD/quOfw8HF54QgLbZ3nK+tPZvT5ze8Uf5Ybj43ywfjHCb4sH0ydAjG05QnXdbDqkVX5MRNI8hTBAQ9Qn0vvJiHLG8wHsHlsMgKBXcYTF+/fmu2S8Vk++fPn5PyB4UW/GA9v7xxEot8Kjxs+3G7V2APD+CnJznbUK6+Zz/6VbM8fpbvk5yeNOsH6cXji5OfZ+g9GqMVjFeow+fPF8XDPc4XLT3gqvqS4kR3jh/xC2wgedRzd3fXnMWMMLZDx1mIw8/AzuFOAdvwb0snnfR9b3+nePPm1LQJ+jaN8u4dVvbPLH7xGdDiUSxjhumbuSEzLUpjbHaxA9u3LA29Oz45ljq9lT7yKNuMnxfXN9fmTNFGBn0SW8a0PqSad2Oqty0WHmAshhcwtoHHeIY6s//xrNANcT8zTUYSg93RKgK9qtU9czf6fOdwXIn1IX43NPGH0TB7xfq06eu3N0aTQJSf0V3urIvJ2/5R2oXkgDzEf0DRSYqwLXKDhZWP7Qs9eJL2wzEIG3Kn4Rw73bhLaObIjWgvR78eYluyH9af62X8GOZnXPzM+Nq90mVXYff7wcekVrKMYB5X3v2mYdvkykpOaQcchYCdVfAuxDcWLsrPe57C3CltdUjVv02mNppt5edMZ3268mjL31bXtvJd5WjOtxguzTJoqiKgCCgCioAioAgoAmuKQNsH3ZpWaxXFxo8z/q2ifG0yVT8u2zIOTV9zfIZWe0Q5/KD2/0aQ8oomJra81H5BmXicaogJ9A9EpyJsa+QmSsRYKvMfjXNwQ/pxIH8/FJHblw9h/7msgSM6RD5XemDIa4+l8G8TmzrjydlWRNNLBCx2mBaEwQEXPOlgJIon303iqv4jC1VO5excnHEKz+VV9P7tAt3r16fyLfFUfD7/SyZbf1TvgC5lm/Jwgpb3prxj0kD//fv3xgiMLbi/ffsmZxjDe3u9+iYm+N+9e2e2FIc+YdKbk/5j8FlWWXhw4Q9evxcXn2VGX9pj1HurvT1pzJmkztF7Z2d3x4xXh4cHxY/vt8ZIKqtEZrq8ukZyzMEQRl8YW7D1Koy/nz5bz3N+D1qetrJZe33l8wrZ/b85JF4MzaH97xG6Xl7p7yum6n0VEfC/h2EUxl94xc9h6nN/8n/PzKHfGHfwLYjjQX755ZfnDme9fhzza3pXz6ox4xBQD+Bx+GlpRUARUAQUAUVAEUgiwDVmy/rRsGz+SVCWH8kVu5N9ZAPnBbUxZR+FIvViFJE1Kty3fYjPgtq0D5K+zk6iC9ar0xcBP8I5AQZPsn4ewc5Yu2Fc7fxV4D6XbmERRWQRAzWbpFuxpeXyvQvTQni6OKT9TBmC0V8/2+VLS724WNZtcRz7cVpd+dBnMUmPPtPlQj9f3PUoxjlrSIBx6M2bN2aMsWe2PpktfGNZsoa8FgMfJimxmwDwGFLHbJly7N0Vw+/h4b7x0jRGx9JDJZZ/mc8Ys3n+Yzx+o37wwD4Rz7+Hh/vi8uKy+GkwHa/bVgftuJTFcSJgDg+Oi9PT1+JpWhTXX76KwfHB6L+8MSbisBgy2EocXsz0JsfWwmu1IKKC6dF4Mr99+0be109mK2F4ljvvryrj4ACdTo2ele28tWk9wq2BclifzwmEM8pPpG2wYAXt8r///l9zNvPcup2TZ5L48rsDveTjBzmneetVcX93bz3oH9B37dgJb2fgzPardgagFcj/Fp1EsMUSSbWhHb/wHm3Xo9Ru+V2+r1J8F1vzObn536Tj3ydzSpqijfab6u0Rt7PtS45rnO5SGkKmz1HCRX6/WZnM+MvfLTP0f2BEz3x8J/7nf/6nOQ8Y70PGN6CjSYMQQD/1+20LkRnbv4XzpMnrNzpNWn0lpggoAoqAIqAIKAKKgCKgCCgCLxkBTn5NhUGLnWYqNkpnIgTM5Is22kRoLp4MDSCL52w5YkLT/0vJAWON8f6VOUwYvHDWJO7wQJvL6DX1uIaJSXiogO7l5eXaTUyijbDt65ZMql6cXxRfv8m5uT3m/1Ltusg44I4LiwigM9hi+Ea25H0Q45VUbW0uGgDQFtgCGt6/OPuXfWhtKlIKCrmxsGBXPGZvf4in7JerSftGrh9nF4pMAODR4VHxWvQM25HCyxz353LBw27/YM9YvL5cfynu7u/MmMb+NbaeWHgSLz4ZS3MR5aeq/yJkbeKR6y9NZTRNEVgVBPA+wbcidsdQ4++qtMrzkWP7uQz0z6dJtCaKgCKgCKwHAvwBv6rStr3fVl3+VcW1LteyZ8+Wzb+OSJeYNv1so9GmvzwztL6mtzxTZvBa39TaQcb5beGHU7VhmVRaHMe8bTRdOYcPyzKNNLiSmPG82/z59rHlHX2W4538yIfxcufqUS8qP/tMOkHm1odN8uDdlChp+auWg3SfbCm3n9dPZjhb3mbI40MCPe5tsnQgFU/GwUOMHr5+W/vhuEw7G0z6Qa/aZ+KJD/nxHsfHPI1HcDnTj7wsx3w4q85evDNF7qbNhumVR6UWJEvjfZhgGxYg/7B/uHrY8YllrOeN9cpBXymrXp0RyQlwlid+jDd0SpmsfJZvZXCTpkJZW15W2pd5s9tqVroYVxRtDmKsH2uQvlNeK1+pL6Bdlmc90qUltoUP6cd0qNP0kMzSDxJYJ9dmfL/EZ1eTb1A8eCCtss5BWv6hja7Vi340wS2mGz/H+D0lcGce6Az1LtYf5NkUQy88HmEkury6qLZ/Js9KJ0UueHamL+KXTrVeKnISMLYNEL3uighlIFXWyTxXOv8oW6a+FsPJbvH15rs5O5f52+6xvlEP6+WyFS+zNtef9HL0Dw6OipOT1zKObInxVAzwD+jHPk3y9+NI1d1zeFWeglmrcjf6jlMYAt+9vf3i8Ghf6vAk24hfFLd32MKadOEBjla3LZ+TM6TqP5V0IsWpRruE/vulu4YhI/oCjKaQEYsJzNm/pWthxL5GNtYnl8GWzLV//L3l9NzW0I1rbRI4jqB5dHQsk/VvjCH+6krO/pX+QW9Sm5P6RCT57NPxw2n+ApVcLg3PsvG3xFF+e4/HZZ+yCbe047Zsj3xyelLs7uzKWHVpFkvkMa9Rb40I9bLd47SNoKPH+juMwrJPskX3gexicGiiP59/Ls4/nxsdDHRG8DEUKjK2X1j82cdAorkdnX4hr6unkxfx9SssV0+PY1x+jgMWhzhfTl4amUgnfn9VdLxxhnHy1jNB/Fuh8dMCJ19WzGbv9KAOY72ntvYrs1b6WzaQGfOkLP73WBJn1qtiVJWvYmygrB/Ouk9eZblAV8r6J/P3jmT75QpWCAcZXP3cGfFBhuqhpF/CJusU5LI0H6VuW2V8ld1LZz6TlsOvLEjcKzoMUH9MezHSu5d0g/JSxjSp165eiUFB+zstVTQGQGpd8sW2z9R1+aVnC9ey28zYQcBewJbhMkpurr1cHEKsN9Lxh2Me7CKvG7NQMMw95imtR+0Uu5VjPfL06pj4Zwbl318sx3vMoU2+VDrjfJqMi+hTfxNtGuUc+EgZMvxLvjn9CfpogwQ56g1FNEkRUAQUAUVAEVAEFAFFQBFQBBSB54EAJjenmeCszQg8D4BeQC3aJy3sBE2XfC8ALq2ihwAmzDEpg7udVGUizmXFhF9RbIsB+PWZGLwkCVsPY1vVuS8YpGmUnoLXqRiF4OH4+fPn4vb2dgqSC6VxcHBQHIgXM2SHVyMNHwsVYiSzd+/eGgMWZMc2w+tYByx2wPmrOEv6y5cv5jzs/KTmSMBmLE6Z4cn8aueV8WSGXuFi2hTs8c5Jv3dy8cO40mB3cLBfwAMY26SjfZ6L9y+Mvx8+fjDb7hvPZjH+ov8YfCf7BrRtP2X7D2vNl1QK3++uvvn+4vJoSBFYdQSwO8bHjx/NLhnYLUYvRWAKBPQM4ClQVBqKgCKgCCgCioAi8EIRwFo675fnS0MBK3arVZFzV95ftzgUc9IYWn7uOo6kX1uZ/cL1cyScyyreZfIQk1xxPrfyPCd5uZw9l1zGx3RbsptkegJ3yevy9NFP5LX9l0YtTopTXnquMN3xkWEqU3WUTWHpl2U45sf4Se61vjsJ1QmJWOxBkHgTDzLJxTN9qjv5TEVvLB3om5h+PWOrfb8QH3iMHJ8cF9uvtsWo8tN41QV1qLX9NO8n9oex9UP512+wxe1e8f3Hd+OxGcg/BYMZaWDyFMbGj798NNu9YrthGIB8r+sZ2U9GGhPC2P4ZF7xmsY04dQxxbBPG8RlpuHLxNnVx/2IbcRhNIc/19bVZDBHLujhphnOCzMfHJ+JVfmLOx8XCCGJsqboxczgX165jaHQpi36yJ30cnmfwcry6vDLtw/fplONJozy18bAxd6fE7e3t4vRMthyXcQCfAr///nuweALthvacZiFgJ5HWOFP9/URPyWVUyizg9L7v5h5LqCOhJ/Ayaj6MZ27REFs1+16cqF+GY6RXB+mDuOZuP49j56Cv31n5a9SIaC2hUwT44N2Cdz7Gq+58c+SneR/lqK9dPPQ5mL9aND7gN05HhmC+6FoOkVHLKAKKgCKgCCgCioAioAisIgLBx/M4AbE7GP/SlPChzL90jvbYseXbOMxNP88fW1Txz+WCPHqtCgKY2MhPblB3VrXNxso3tjxakTRSLSppGI86jEmYSBkymTK0XEraueKG1GsuWV4WXeimM7Kx7miPn48PcqbbiUTBa/PKGO6yk6wsuEJ3yPrhw0cj0ZUYHr99+7ZC0rWLgu2S379/Wxwc7Ymx8Ufx119/tRfqnYNjk9WD3sUbC1jap6fHYsjeNh7MMDbmJvIbSa1AIia1oVPwYMbfuo5ZONcb5zTCuAhD9rp6ZFMlYPxFffb3d0XHvhfXMlbd36+fpz/r49+x7fPhwaHoWlH89edfxfWXa/kWW6Sxac7xATUdN+7wt1d2l2bzXcU6+MguP4w2Xa1rGTiR5zg9WC0clyfNot9Jqf7H34t/+9vfzJnAy0PDzc1kx4fqt1lO/1Q/l9l+7rfzY6EewMttCeWuCCgCioAioAgoAmuFQGrtHONyH75rVcEWYeM6jl/BmP9BQVFinoxP3dkWMrNjLl8+0GF6mdz7xvKkDwKlfJggmWiFdF4s8nI5ypiSd5ReW+Hqyq1NiJh2MOzljX9sL7ZfrvYVmrkMLfF5+jT84h5OLtR5hukhyzwdTGbaM8Dy5eu8Quop+dvKhBTqT375FH3G+flIhXGc4eMZZ0zHHXnYvn58Kmx5ER83cRjJkCG3yZ/OFCfFYklxrBPZU88qfRGPrnbPlRhvUuOdOPE5vreVZ/4MwEzO3tv4ZwvOlgDcgTHPjybeZAjj46Fsp3pyeiR5Hoo//vjNLQLh2MbM1fuJOFYJywuIjNZ4ciTGIPFevrwu5tuOcI72fSxeyZmmh4f74v37o/hyfWm26p3OAN9n/BnSjJY+zvl99+518fDzznj//vjxoyJW1znbv2KPzcfioSyTG8BK/Gt6WbEaFYAn6b5swY3zf3FdXV2Zs3+7Ey37RW47h1a5Y/2Kx6EcLnUJoT/wYj4+PjXG0svLL15dYj718qsYc3xyKJ7+p2ZhwcXFhTFob8nW9dXVHZ6qSBBo/IabD7MT8dJ+++atNdTfXBdXX67Mlt2PP60+xf0nkHn0Q6mzo+nkCNjxIZ3ajmnr76+gzdrppeWwsVig2nTxjFVjmU9lzPTvqv0CWX0CpeJmylc529KrjDZgv6fKSgnvSo4qX9z2bfi1pVeEvYBr/7a2zA2bHjETdAuLYnni+tRKmojsu7UnvoYYy2TbNpZh3DO/o3kHtXq7juPhl25rM+QFnr/++qtZeNdvO/64/XzOqXC9fUP5UvTqZULKbelh7uanFP/mEmFqJEswHo2lHXJKP6V4MC6SLUmAeQPBkzldZJ0uqbg8GlIEFAFFQBFQBBQBRUARUAQ6IVD/uOxULJHJnxzAj47wh4cUwA9A/iXKd4uCvNPJXOM5Wr4axc4RPn5VLRf0o7mzkC88IycSeA/h8PWyasEwyzKfAl0aIJ8pP6BcUOeG8j3kg+HXGX8DBq0PT3OOH63c8xl8nfLD+RKaMjcCaAcYUN68PSt2ZPtnnD2LbXtnfQdNXCmcC/r69WtjFILR0co/MZOZyR0cypbD4oGNSV1sa/soHtmTtwHGH/5NXR+hi+1rsZAAxverqwvxKp//DOnJqyH94ezszJxpiLNlv379OuNigqmlD+nhPGm0CXQK9Vg3r3i/Njz7F22D6+brF/OHPoIFLOt8wTsbXs1b21vFt+/fit9++81UB+2GLXwXto1vr++TATuUBPT7t1jw+0F+f/nPlhq/vXBfxWuV9JRYDcfJN0B2osJ3z0g96MRLM02OgN/fOP+B70d+y+PYBI7PkzPvQDAlX1As0LuE/qt+BnAt/MHDXz2AF46+MlQEFAFFQBFQBBQBRUARiBHwz9iJ08wzVwInE3ORqzpZkZN3bDzXdj7Deg9q/7F4TlveTDrKj/r05A7bzl9xnl/pS1q+hKTLSQM/zYbz9FrTx+I/qDwwqesyPdseTRrxFNOseJh1ufL45EsD2+qMZfkxvVF5a+bLLDYFk0XgiH/mnQzN6VmFz8wVJ/8cmyHtm6M1Nh4GYHifwTsfRi8YgR+Nmsq5wRvs87yTG5+76TNLTX3HYocNkfHwQM4v3t6RrZM/i8GufvZ4zFe6ykpdOEMP9bgR7z/gz50S7I4gE2E8aHzrBtOTKMyb19ChjeLHdxrhU2O51RvqVTweZj2zKMaMdQALeP6+f/+LhJ6K8/PzajFBrb+umP4QHt4hL7YTPhBv5m/fvktdxJP5/lFqZdvEjsPMvbr3n48/5Z1WSN/eKv4u24zCWPrw8FB8+kvOyL67N/oG6dk+P0UPkZ/1o55NVsOJ9Q/1efv2rTH+4p3x5eqLWcgib0rzmmS9YiMwd8qYrF49CcXvN8rZSGZi7Bp5rVQivssokA10wotFproL/lwciHfN0Mu1vavX1PVpew84D+C4FqzXuHfmoPr4+j3johTIhjZoktG1UYyPfW4qmy4hXyKVDrscMR1sBY0FYHh3DrqIYWCs7UYpJV+3kmuUawQ+K19L1k0EZS9eeZlVQEVAEVAEFAFFQBFQBBQBRUARUAQUAUVgOQjYWRo34bgcKVJcMedoPZrsPZVH4xaLACbwYACG98bd/V1xcS6emzKBtz6XeGyenhXHJ8fGMIQte/OTw6tbK3jOoC1gPL29XT/PWXj+Hh4eGOwvxYP5/uF+dcFukAye5DAewgiP83LX7eLE//6ebGN9fGSW2XyR7YR//Pgu4cQM/opX0L7Hnop9GZ92pU7oI5dyxvfX8oxv1Df8Q4XWp547OzuyRfexqRcW31xdXTrxV7kakG2V5VtBvWbfXEHRBoqUWuAzkFSmGN7l/vs8fs4U0+gFIuDrNY6y+Mc//rFA7srqOSKgHsDPsVW1ToqAIqAILAAB/6NkAewmZzG3/PHKvbgCbfzbysf09HlRCMQrX7GWLo5blCx5Pu36M8/sQm3b5kjE1MJdxqEsw2ExrlfsgrPN4ww0ufaxk/A5nDBJ2Xwl8PNWWM61xvKpXFkuvmM18bBCl6t06fmTQ6zVcyOoS43V7BGDx8ec3FGDxh4f7rm14QfXHXWCvuEe1o9tCe+akD/Fpp4+PYXGI6fnFMvSCukzDXfSz2kG+4V37l+laygT07f9gPL5nFzY1Y/l3ZiJNF8Wmzekt2mMBn4+nKXqXzZ/XWbqOftD/OzTsGHL33poxqnETmoxwsMjppp6zrefzR3iY+NSXkt+vlR6nbetf5zX9Y+wRF1OWz7MlXpyWKZSYz139aCuhHxcuqVWlyvkEucPU90T6TA/7y5HLmTl3NyU7Z/F+xTeszeX52L0+ibnuW1Xk67Wgx00WK8cvXQ85KNM0EnqeTr3sFh40OGCwQ5bQIMn3j+4831D/eDzozQPdMgYxWSIoIxdJWjTv7Z0H0/gv7uzX/y4/S7bv/4p2GMMJt4Yv6iL0hplEOftpi7Wz41jyAVdREG/TKifyNXv8mkVokPvRIdeicfsrXiRXwu2VtDY04z9xulVxPXJTv3l9cTynWN8w5bJJycnxZacZwgj493dXW+9qHCvv/iCisb6ESTKA/W1T/9GXvzBe/Ts9UlxcLAn3r9fZfvna9GpB6lLmW5e2tSpmLN97tsf0lS6xza1J7xkX0sfOZT2uZY+fn4OI6nIz48Pj43rF7Z+OT2K+bn62nf0UxF/x9jviKKMl2UzHtd+QfKCvpmtn2UBDsatP//8UwjxW8LSbNMTcqa+8Dl/t/0nqZ7m2456wXuaUsyPesrcrKN9xliMEHjbcSdMt7nwLz8vA3rl+Iyxrfr9xe8r6avukvdL+WEURLsMrSE3foZZnbxlu1Mdwmy1J78eloYt6OJLTKrfBd0IO3kiluV7IU6v+JFP2XegX2xLlKnyRWRdvNUf5nV8KLffHiSC9kd/kjx48ZornZ+xbMcyc9WufHa/Q1iCKfx9kNPfkj9xYLHo7uobJWTwrXK10OX7u8ofBah/Wf5lfod7RKBjerpUOpZ9zgy5JdxEl3LyDgoYr+EJzK3s01SpB1Fq9V1j9SxKTT6G8jWUS7aNl99LdzuwJFlm+wlzt7WPjxfL+Pcs/wofP/eYcKYdqm9FpHsYleN3G8f2+lkNsvmoTe6M8pxUbXw1XRFQBBQBRUARUAQUAUVAEVAEFAFFQBFQBBSByRDABI//NxnhBRPCBAw80OD1e3v7o7i/t9uqtk1gLVjMLLu9vV3jvYwMMNphe1hcbRNQJtMK/APv648fPxpJrPyh4WkFROwkwvv3700+bGEL79l1u6DvWEgAj8wv19fiiXnVqwrQt0XqHPn5PE2fNf35yGxljT6NRRH+mdjr0q8d+E+mLkc4W1q2g/786ZPp46g3vQH9uyu3uiHIji1usdjg8PDQ1OePP/6oGblWtwbjJRMIpL+Mp6MUlofAIsYSjnOsZfzMeL0vB4Fce+CbBgvbcC1CT5ZTe+U6FwLqATwXskpXEVAEFAFFQBFQBFYAgXiFXZtIXBvnr8prKtM1H2n0pc9yuXvf+uXoLCqe9a/z40rTegpj/LJdce+ajzzG3n0Zx9Ja//L4AYsJRJ45pT9Wm9p01XVnrHx+eT/chkn/PkwPJHooxc9NHDVNEWhCAGNafOXGNRggcO4pyuCcUI6H1sOGK/NjaqvzfHR0LPIfivfsbXFxcWG8eo10HUQ3nk/ouh3yxjWm1xTju3rqMT/v8AJEG8BoenX5xTMiluMPvFIm8/roOqZRum53eDFCbx4efha///F7MOEb66LzbOk/ZnaTZliuXVlIUG3//OO2WgjRmVrZ59j1Yv2I6QzVF9ABpnVcrRJv4jxvaQ9s6Q4jtr8oAmNAbhyI5VuV551XO8WHDx+MlyLOlbyWM7If4bU4oM+uSp3QBlhsAAMwvMzh+QsPYPMNWh+6lyJ2m57E+tdNSDf+uB0ObEO28Yvp83s99hRlfJxfn9cTgVgv3PMaDwDr2RTO+96T37WHFylBxP/666/muwYLkIaNFyHNtqf2+Zk2CppeR2CR32l4P5TfMXVBNEYRUAQUAUVAEVAEFAFFQBFQBBSBcQjEE0jjqC27NH6s8W8Zsoz9sUjZh9IZW34IZkNlHcJrWBlsiLuQC4Yq/i2EYcxk7vZ39DHB5f9BEmyRx79YsmmeHf8u9Nom3ZAOAyT+vn79Klv3flkbA5HZolV07fXrU9G5p+KTGIfuxHsZWyw2bbPYlt6Maz/8m2nZVBiC8A6CsS555uxkxt8u0rTlqdcf2z3CQAdPZuhQ+/nRpFHnhb4zrn3qNLvEiDm1OD09Lra25QxmOSv39z/+v97emDD80vjbhefoPDAU8s8Qs7ju7+8Wr15tmQn3a9mKm97YuYn60XLMRaB8j7x991p0a8N4ybrzvWeykvLdNVOfw3iL9tjdtYsN0O9h+L0Wj/NpLvYt3Ptfpu9JsXzpcfTbJZqbfrsEo3LMrD+jZOtUuA3/vGZ0It+aqY1/K4HlZ6AOJCRp+i5JZF/7KJwHDC9gfBu8jKtNf9vSVwElyliXhb9tcE9fLIv7uEs9gMfhp6UVAUVAEVAEFAFFYKUQcKugnViMS304Mc3lnjbUj37+489KtVGdo+J/JZJHqn7T1qaNWn2VKGVrK7mcdE7iD5/AW2z9iO9iuQ5vm9XzGGjrIylk28oMx6dbSfD3+7tfKpQ3PX44+ak/PoX2sCs/Pm8or6XHOPAhL9YXaYxr577IHDD8WqMETBxWRnoaTyrHlBPmFS3iG0vKtvDiTZlcfi/f4GBz+5qJkc60SStnxEjUr5d+4RwtGKPoJUc+xMfSx1bPmJjjNn0wPq7FYphSPyArPJdhvBYtFyOKnAuKWaNygOE4wvHmsbTO8Yw9emjyjuaDVyb+w/+E3KazzZDLXrEHp08HOeL0slh1g/yQ/fT01JyZB/zhDegmS9lu4fhSyV9RWkSgXn9yNecXi0ELW2/DA5vvU6dLcdn6ZDDbiDRH3avxI0Ol+j4t06VbbMqfOUdayl5enUtCLHOGlhddfZ+V/Et183JEQXbHKLoQ+ahLFU3Jw+/AOLvTTyxIeSre//K22NuXbaxlK+6rL1cr26fj+rgzoS32eE/t7++b/gGdOj//ZM4yLuTsXYxvtpPGaAx8RptZohUBH/sq0g+we/pxLWHQhPEXfQZ1gmccvH/RV9hvWr39Y/0FT6NzOYWKhaq/Xyptz9apyhETG/wc4gv6Vn6O22YM9qh3rZ1XZHHBss8vhCF5Rfpa8S71Ix5/NngochJItm8yUUgzveLiBer65CV2DDbR70iiY7anEr+cMba1NlX/87Bimxic6hRyvCAy3+cdxZ89G2XFO7Hp+lnqxGakh1X/LQtjdxAsDMNOFO6boInyOqa16W9b+jLrHMtW19/277OYRnt9+P4P3wPuO6cuRTtNzaEIKAKKgCKgCCgCioAioAgoAorAC0LA/yGGsP+8ABiqiZChvCjzQLkD/qQ1VJau5QbK2pX86Hxi0spO7I4mHhHwsEBbBO0RZZ3l0eNvdN9/noIh6PHP0SO8nDxDCiZN2idOHI1OoQDPuhydaJSZYHCA8RFbxcLwiAk6eG/SEBFPzPShvZC8gsWHD++NsevH7bfi5vs3seGIEaw0JOTwRxv57dRPVk+fRuo3ZD07OzMGIXgBYpI0fXk80xkWF8s6y50TeNg2GWF4MXbzZMzrrW0X9CYZs+boPwmk0A7WiP1KvDN/yDbc2AYdGfNyJsisQNRjcSJezIcHh8X93b14lF8Ut3ffjFwr35cj9CAv7FWnZ8eyOGJTvGS/Gt2CAUGSZrzY5vP1Oega+j0W4Hz79s14BHPMHV8xX2700X7nifvvq2T/Q/+vLmJVRYwPeOPLeGLLoODhw7osQ4yhPFvb16vfUB5N5YiZ3PFO4TumqcjqpdX7BevB78TVk3mARPY13VoQYxt2CIE38LO/2vqPp9+ri0Vdfymr/9089/tBPYCJut4VAUVAEVAEFAFFYAURwFq1mX8YJWvNNXJz8Z6IPlbMeh/G/DEEbwWu+nbVG1KXifHnCl9PZiffcwhN1K5DoPAxTfwathNQlG8Ig/5l1m1ytLmGi8WuJovpO4mGrWWcKYJ9dwryPi1fb6egLTRyZ//SQ5fpY9jJNLqYUuaeNPclXLL++aLMEnb1870ZHiVa/Pbm9+bwdbKlfm3jGibk4EELjzQYI+CBijJuC98l9uOWuiF5b/dAZN8vtjZfibHrU/EkxmtzycTxUBuR8abEJ0iWgGv/Ct/SItXm8WuFc//C0xdngIIOjL/wBpzOEOT4zBWC/kN+1ANyf/r0yegR6+C+80IwXXxdMnhDwZsbV1iqnneqGOj/2zdvjbHh+vrGbMlr+Eu7wBBMecmvandGZO5t+WK6GTLZaHoJMwP689mZeJZuwWBqFxQYQ/aigKQgI+6iUtIfnoxO4Vzvk+MT41n+WbZ3x9bJ0K36+xF9csjvhpygro/ncgyKl28ItNHJ6ZG8+x/Mdvu+x/wgmrVCVnZftzguxfpSKyoRvvcezlnGVVI0YdMhYtdcmzLdv9U7zvLPEeb7l+MN8+XimT7vfYjuDCkzby2WSr1sf1+HIU/beLpUmTPMWQdzZzOX3wuZImsTHXv+5gRHf8Qiw3/84x/FP//5z9r7NFducfFomCnfHw2SV2Mb8jSPbw1UJk7qXv9Wb/WgfuPEZHcZR0VLKwKKgCKgCCgCioAioAgsHQH3o2jpoqgAioAioAgsFQEYeqcw9i61Ei+d+arM5fRoB0yowhMNF7YhxRa+mEyfeqJ1anqsIrZPhgEShqHzz5+tbWJlJtUoZf6O7W3xB+/rzyI/DRf5EquVgnZ9/148sGVy119AwO+7wdJaq+vg4n0KYrvv46Nj8SLfM96/F+cXZoJ6dB36CDFR3kMxmO7u7ph55T/++MPoVao/o26rWj8Zfoxs0K3jY3j/bpuFETjLGJfbHn0i0BZMBt6/e7uiaz9uF9LnV7WdFwy7suuIABcLdMw+azaMAXN9O8wqeER8rj64rHEcC7R4nEZU1cZHfKv9/e9/N3meQ7s2VlYTRyOgHsCjIVQCioAioAgoAopAHYGxH6Zjy9clWmzM8I/Q1No0xnVZSRjnQdk4DliQZg6XVJlc3lT8MPr+KvEUVdblqVoNKJ451QQ5ftTZM+BC/PvUJSU348bSkRpV3n5ttMgzjcLY2BCfIdRy8rFevA+hjTI5+pZeaNQqeVV64PMUL8XAS6XMG8R5+Su98uIGBFvHL+M+M4BwW5FKv8KMFbuyfjmPjXSrlW0htDdH4sNtA2P9c3il2h1xaDB4m9bPePRrymYlHz8t1KkUH5fbyYM4UgU6LMc4V8aGmJ5GkuNXRTIozrKITNMPdTkobB7ax896mVQMPaFSaaPiMvpZ0UzpF+NQluEMPhWdXKAsX/WHWr5yECnltHrKtpCxpCzYpocx2Vjfw3S2u9MZPz80HpOn2CKNq+Rl/jK4KJfTmyhDkDt+8PkzHOfhc1u6zQfPR3gAw/ALD1QYV5yMImVcAZLveKd+4j2A8GQLHUr9gAEYlzk7VwwqT2Z/Oocp61K1RyQ306Po2qOdFC/pevodj8/xc41QFHF8jLN/d8zWtleXYuBCvQRzp/dWzykn24P3iFzrI+kw41A6LA/D7+HhoXmE9y89xx1dq4euPizp2qiKKbs0xk540psr+a3AEuPuUG2zM4KQwTbDkPn+/lG2TBY9qgZwK4fJK5Vw9WrhnRq/qjHVfz9ZOvE4hXaCzkGf4jYLOduxCHkg2/GR6NPWtnjDXxd3tw+mHpsb25XcMS0+5+rFdPJ0+RxfpqXuLn+c2jw+7ezsFW9ev5HFEYdixH6Q/vFVdAt1tHw5rrj3POiTps0Tc/Sfs2eAGkW1e2aY/GU7+mX9MPSi8yWy44zp129OoXgFDPTsLzkaG3LWcedLZLXih/W3bcA4Clz2y9LDFzyYYt5f5W/RdPuhLLHuLF2UkfKE0UbfTN/r1/FzC2dy8SHX1JOVL/YsrqQq9SLAx+AvOap+7r0/vTjDLdarOD0lkh9XlWer+Yl9wrae8mo2F/Df4ENAxm8v1/ZunKyQKUuVdGsdROStxlafgUcfOEbVIs7kMvb7eYP4yXdJ6mJs3P5VXrZXrX7I4eNjJYb8pifLI/rXBvtdKQfrVdEvAxv8cIkTomeO0xVOZiCQTKxnlL96ZD2qCBuo8C3bgXSRCl5VDUs+fnpEyjz66RgD8b2GoyIoZqrMvHFVDTw2jGPr27p6Gbygy+NF2qDBnLR8RWacK+vjUqNjIlzedDppplPzsalyjEvzpE6gbzIc0vfL23B7/UIKfGI5UmS83hUBRUARUAQUAUVAEVAEFAFF4BkjgAmc4ZM4zxiYFa0aftBzMmJFRVxJsYCZ4raSTfOshYL3LyZb4EGLLWN5pbwGmTbk7gw2Q0rny1D+q6srY8TO51zNFMgPbHD28sPPByPkKnlgtaEG+bGIAPoDD2aMYZy8ayu77HS8qyArzi/GQgKE/+d//qd4uP9ZjcX+mLzK9YJsOMubZzF/+fLFeP/mZF7V9w3aBNfOqx0xyp+aBSno29ya3qau37/SPMXOzo7xlr8Xb/8///xDvJrdeLt+NVKJnysC/pi37Dpi/MqNYcuWbRX4L2scH8MXOzrACIy7XopAEwKqIU3oaJoioAgoAoqAIqAILBcBrPrLrKbsJlh61V23skNyrfDaOuDYtnI1rnIr/qjvojGOhZz+2f1YT9cPE0/reVE/bZvRCJxdkT11Jfvq39T8x9BbouxWH9F2uTXtYyrWtSx1p2v+5ed7VpNcS9S/xbSkr1/1d4p12vDzTC3VNLTRV2H4wkTct2/fzB88gKGLSMNYi/M457zCHSLqnHKGY8h5cnpSHB2eiIxPcpbmTfHzARY9MUDiP/GcxEWDUp3yiJgJ9Bse19gK8egQZ4E+FmZ7W3gjteyckJcaOjFzY0XMtza3jMERbYFzTLGNNTxZgbkbz/q/B9LeJRHzro9xW0Xf6DBew2iKPoA68IxZfje5ekQMY7pRcvOj67/0/I2N/tTfZjouFfLDAAx5v379bvoyv5lcLr9dnAx++jLDtq/KTgGiV2evz8xZud+/fxVv5i6LOybW/1HtW0dxS9rnl19+kXGpEA/zO6nTF+kn6K9RO8R8h3y/g0ak53WJ8jHm/TWEb57kgBTiMteYRvoDRGsrMgT/uN3beMyUnh3vZuKXJ8v26f/+yNNcjRTTv+Zu7xnpT6EjeFfhyIh///u3BS3whj41jCVD+uxgdaJug0CDTIPpDyjYo/7t32d+/QbI4hWZjpJHVIOKgCKgCCgCioAioAhMgsCIH9yT8J+UCD5K+Tcp4fmIefhjixr+zcdQKc+LgNU/GCKsUXFCbtAV/k1IdmVImb7A/sv7oqRWINkvAABAAElEQVTDhE3bpA1lwn0Z17L5L6POz4gn+67R8+71yuz2151AlfN56A+2fqbRCMYvGIxmGW8r3KYLwEB2dipnF8u7HgaiH7L9s9nDtBx6YoPadJyF0kD982XY39svTk9kK9hK/h/GeOrnGRrGFpP8G0qjrRyMvx8+fDBn/8LwCw/mlMGxjc4s6f64wLZKMMICB2xfjUUQ2Ir3r7/+MgbUyb83ErxdFMcSF9MeYhnc7cV6oC3QlzG5Pt/l+E7JA0Z3HAlxdHgg29Jja/dH4/nr70yQ5zePTHl+TGn53in1b39/1+ja/f2dqRP0bQpDCqXQuyJQIcAxzx8Hq0QE6uNHkLwSD5RxDmFIe1ljxhx1cjT57sd9VS+Mfe/evSsODw5lHFwBKbN9ZQ7ZVlD/VrT+6gE8h/4pTUVAEVAEFAFFQBEYiED846FlheFALtMV67KWLq7TdNzrlMgr8fXfafUqy5Myzg3y41L1ZZyfj+XX7W7rEv544nlhq1q/Jvzl3FhO3huVSNVP2qiTbmTaMtCPKM8YuhEp80heYQO5nCP5EUlHEKGy3ZP211gn0hQcPZsee9C588Fiepapq26iX1M+x2TBIcickmuIGKx/ml51xtgQ0p3KlPzT7Mf1E/AfqZ+dqtA3E/tUz3LW8FsuJClnxXi2WjwJb72ywIDjjw8w2zwlAPtTsvOlCiw1Dsa6t2/eGi/f79+/m/N/gUXdiMd69RXXYhV7+FY7OJT6Fad35bItXqcwAMPb9+L8QopZz9+nAtv3isxotqbm6srIz5fQvzZDc86TE56nB2LoQvnPnz5XuOfy+2LYcL1dHquzG6eueJ07dGVnd8d4aVrv3/vKgI13RrXYQtrBvRPqdCaN8duH45cfB2YSD3keRUh4LsNw+urVK2M0haExHg8q+UivihgQII1YJpCqxfFbzudTb1cYq01fli01UQ8Y4uHNX7+oLxzPhoxT4M/yMQfSj+Nz+eN8eH402yTjPObt7U0Zk65Nu6COtXYhXpWigX8dnxQXxPH9vBl74OYKZOKh6/aygUpOkc+GN4yOffz40bTx15vvxeXFpRQpz+utisf48bliwJzd7tS1OHfXzsjyXfPHfKq2yLU/61crOFNEX35lfuIQS0X9q+FTtldVLlf/mOAEz5QpR8qkL0oe4t2HX9l/0XdK/PqUzlXbxXcfH1yZiUKVPpT02toqzp8Rg+MNdpJA7fBew/pbt4hpWgQpBvnyecgdND58/FDc/+u++HHbbzv8+IzomD/1J4ynThqkwiTzHuijH6QVkWl87EO/kdAEibEsqE8cNwGbgER/+kNQDljqgyKgCCgCioAioAgoAvMh0P/jZj5ZRlLGjxP+jSS1uOIOf3/lq3oCL64FpuWE9nRtOg/tuehPKS0mlMpJpc5kiZ1/71x4ARmXLBfHtrZJmAUgoSyGINBPf6xdzJ4lBwNbdyNbTrZ+/HNUlhkPwyk8H3Fx61sYxHC5yUPzuFr/lPOZe/t7xa541f2Qs2dhwHZXOWXUd8h0BDqE0P7lxbGEz613W4G9PZFfDKgwOhrD4yR6aZn7k6P0BmoVq2eG/f39Al7MMD7i7N+Hh58BhdgwFiTO/iDt06FdsBgB7QBvWfQBeGUu/uJY0oczy1gjI85hRntgQh1n/2J7cVxTTNInpZrxvXl4uC/j0p5he3F5Iediy7bidk/9pCgu0uuTLnL2EBaw5BaxYBzd2tooTk6OzB07FVg9W5+dFmYHUBnMgIDXF5LjoBs/ZmA+Dcmk3NOQrt4NE4xj6OOr9r00x/t/rnqeHJ+YhXATtewIMl6fGUGlU1Hq9gT614lfp0wLrn8lE8eiKiIIqAdwAIc+KAKKgCKgCCgCioAiMAIBrjBNfYQybQT58UW59q//h2lyvgh1StV1vKBLpZD+8elmv2sL1JcqLZmzbfFcb196AjP39Heff44689Tly5WYI/7pZ9mWpeGjm/GKss8h0RQ0V0C+lRjjpsDyJdLoqz8w+qIfoZztTzSO8F5HsclzogN/6tf8g1ld9A4x8D7FGboYf8/Pz00Jev/mMelAuGeW3Bm/OTKb4umyIUaVo6NjY7C7ubk2BlTkx9gIj1oYt+e9OrR/RgBgC0P78bHI/1BucdvT+yVJ2vu+WYTKGQO8eDHTe5zfIVI7i34pBJ5Nl1vQt5fR4Q0x5Javzc0NTiGyzWB8swjiTFYsgoDH7M2NnCEtBmB6qLf3AUcv2R5NkV5bPZWz9TE/epa3ve/h9YszjIE/DIzhYghnBCZ9ttNTtBNCk7iLSkNdcPbv3t5B8enzp+LrzdciaL8F6VCf+jaNX8Ac9cFYi0UGV5dfzE4L0iqin6X+1Dor9YpS8Hm536GUxt59WShfmGP1nyi3X5fVl3oaCW3d7VhQDoYlYY4T0/BZYSrsfyNF5DdT9/dGyZD8ZxjTZB8Xef3xB2Op3+Q3sL58b7D4eD2xOoj32//5P/9pxsevX79Wi7DG06ekHt4zYB1x6fY4si26MXkeuThKP4/aaC0UAUVAEVAEFAFFQBFQBBQBRUARaEAA0zPhFE1DZk1SBBSBGgJYBIMJJXd3BkJMbPl/tcLPLGITIMgFoxEwgffprXjRrst1d3crBqLd4uzstREZxmvfc3N+4+84pKz8e8YwBM/Bi4vz4vHn+hkhXgv+mPSG0ZEep+OQma40Dbx5ik/G8xfev7iwbTLPzOWEfr7saqSwjvD8xTbWkBue2DgDeB0vjEU4jxxnQmI70KvLKzMuo17mD562DHv31ayr3bIa7bK/L7ssyAfc9x/fZZz9YfoMjUXzyL56Honz1FOpToVAbNybiq7SUQTaEIDu4ZP0H7/+WuBYD70UAR8BLt/z4zSsCCgCioAioAgoAorAUhFo+/E0fiXj2MnBzBq65GpI5h3Ls0uTWF6cyKqXoNmL93oOxPj4cjE9nCo2grPBkNGvE+uZpjltbBsvX64mzjk6LI90hkEnl7+Jx+LT2ibDZK4vuOLt9po8MIKCeODKW18XGFfLXDL289byiFrBwyl5lfHN6pss6Uf6+o14egYxT+ghxDaPQDOZmcaSw+5uvLOGpA12uho5KwM9nGwyjHAol5KvRsBEkL7jW1IydBCu1wtjytPTQzU2OAytzJUeGFL18pZD278sV9Jsy94zPdbzenHLP+4fLp/FmP2Dd5c+T8hhPQN99lW/T5Zx9fdI2S5yo+5ANobRc3HF8rr0VMdlWzv9xdlrvIzemSSZ1NpkHpZhrnnvTn7Lx6+fMY4KBphog7EFafB+hNGI5fz84yS1+km6pOX0NdTPKr16b9uYWG+35GxQGL12d3aKu9s7I78/Brqw3WYVVCBDrV7UJTLucmcZ6F8ZrviVzRyPzymy8P7d3t4228F+ub4SXUGulL650r6emVhfFkSITNz5BGcBM+wopENx+8S5OP768SfHZ+KBfWL05suXGzHMeall36yG55Z6eSV7Bi1TjpP+dwTeyc5zlGQDIWUBgfXM/Pr1pri+vmamygOYEfSUZfs4PfLpMXf+TpxZnnSr5+bmrxHGWeVbW9vBGcax968tlO6H3FbZtW8PAUrds3XCWbZ2Et8XkvXy49JhiyMMpViUsrm5XXyWRR03NzgTEt8Lvly2Ln2+H9I887HUJ+aIxx/GN9/lfOxXu8XR4Umxt7tvvLLPP18KThgkbH2IP8cRRy/Wqz7vDxh/LaVY30i/y/jEvPV7LFs9h4uh3rkYhJxeNNN6Ks8zd/ktHWpDoBYhi+iJOhNFR9+gMV6t7V71gZhu2F6kG+fq+hzXv1bO/xaqEr068z2BNAkb/YjK+Dxief20inynANs3xMMVpYzM51L8PiEa7SWkgmV/ci+cMlOCLov7mJRxfH9gkQkuPpfJ2VtbPoenPV4gxpPPLp9lVY0PWc5lQqWHGIPlSACJRg222EEIX9TmPsY+C8rjxyEcx8fyxvn57MqxvZkS3vfkm+4f//hH8X//3/8rC/oa2q4sxuqFVPwn0ij5BvVvlsVSYXnefdoId6EhXY4DsinOvuDTbKPj541lwDMb2KY5vJl3LH3S6Xun3KyzV97orJWL+MTdl/Ft0ntUNagIKAKKgCKgCCgCioAioAgoAoqAIqAIzIkAfoCHP8Ln5Ka0hyPASQWfAuL8Pz/tuYUxmXp3d2/OboX3448ft8YIyUnPdajvhhgGYLzDFsTXsv0zPTdh2ODfKtfj6OioePvmrfFm/PPPP1dZ1KRsmPDG1snYxhre12mjY7LoSkViAcRPObcYZ+auYx0wZqEOb968MeMXPLF9T/iVAruDMFgUgTEJi1GuvziDvD82p8I+aaSvyoXx6fTs1IiDBQbcZQET9PVJ+imltu+zKSkqLUVAEVAE5kQAY+KpfNcdy5nAWPijlyIABNQDWPVAEVAEFAFFQBFQBNYYAaxl46q4Va+Gv+5uqMw+jTnqS/r1SZ/21aFzyLNsmkPbqavc66S/LXVKrABvKbFmyewbyxSbMtT7Z7h6enq9tauJ7SRCfrKV8o3DiN5v9FTK8xvHR0t7CCy9/6Z1x+idSVrdCazt7S1jPN15tWO8Z+EBHBpO0nXz0F9qcFu8HuEB/HD/UBmKjOEXxh/CLkMKHMjQF1G3yfvkCP07EE/H/YN9Y+iaa+vnrt6/XRqSukEMcWYuDHXY9hnbhz+IEXXdrpMT8cwUAx3qBuPcOi2AINZoAxiAcW5uaIhfVP/dlH5lPZzifsZnyEq9odypO+pizsSWM5g/ffokizoeqjEJCz7MhT4XeHE5StRR3pFS85h32YPQNB6/Acli+9W2eMgfma3dr75cmW3SIVsXLEJKfZ/4zdO33HPMv6h+sIbY+e+vTJ9at1qx73fvY9SP6X9/LBu7Kd//s9WFOujpH9ru44ePa3csSX+MqHv9S65bCfZLyh33Tz7n8qkBmMjpXRFQBBQBRUARUAQUgWeNwPP7UTZ9cylG02P6Uij6ujPkx6hfnlaXl4JdXE8auIkDnm0Y2wjGE8xx6WHPPv6p9mtLT3PFj/H4h3gypzdpk9tKLlnu2UT6+LotoFener581EsrHdr47OxEfIF/igftVeWZtjqy5yWBBzOMXru7u8XXb1+Ly6tLL7PUuZpU9KJXJoh2eJKzf0/EEPQkuH+Xs06/DZfO74PDqWRK+vpjs3BsgAF4R7bfhtcsDMDrtvvBpnTXt+9wfvSjGOYuyzpkYBgc7d4Bg0m0FDyQRQRmIYQY4i8uLipP+JZig5LxTuBELQlI1CQXPMrhxQydurmx23Fbg7ztLxWTFn1vf2/VddrSTrw/fV4cUypBWgIiNsYoLPRAPeBhDs9s1DOFYwu1pScT17j9ly7YSxbA189q1VMPQILyPcpNmtUe0aB6NRxUM54MLz645KP3STnY2JzRwaPjA1kMdCjvs9u1XJg1GNRnWnDs+0MNwM9UMbRaioAioAgoAorA80SAEwve13J1bkhuMmKRSLTJQPm7yhTnH0K/qUxMv6tcuXxNvFBman45ObrGx/JSvolm4mpikL6fwLhYFj8Pw215SIv5J75nfmBWXPpO7FUF1znQ1iZtdWsqP3N7tokWpXf1AIqK9X6MJ7DgEQwDz+amHfdhBH4SYwN+CGPSPM7fj2ET/qDUlh5y843TPPMulo8/4E3Jtj4Vkn+GT+34xvgtFoR2+cz5uWJAxRa+2DYWRgors+2/1TNm+eDi19LmY+vr6yCwoh7GuOHM0w0xosCzDjx5djHqgUt2gMa/przR2WqW0v/+Qp5pr/hMzepM4IgNzl3efmXPL374eSdem5/EMHQvuXLyReMp3ldVW6Cd51h4kNcfnnUI4xYMWl+/fh25dTJ55eofARg98mz5Sv+6vM8Fv4ODIzPB/ChnxF9enU88yWzHeN8oXskXyT/mER6mJ9IOMJqen1+W7ZDQFzCpdKY/R4799k76tr3QHw15jBEjLvRn6BTGHYxH8CzHxR01HJbgT50xWap/LMaUj9HpvEzlPRhvBKvHR+HvfVIH6SzUcD87PSvwh3Hgj9//MAsMOEY1FMsmsQ1qGcp2jfWrao62/tCmFyxfWvrtTbavNt813bCtyRxExO0VJBbcxam7djXTC6m7J+JLHNne8XvJlQhDzB/Gdnjqir9Pqq2MnzcVHls+RTMbx/bwW9DqjR07OI7UF5dkSWqCQYA6iweEqbtuAVyif7I/j8Cw+qTqQcPJGu8UYvWjkt3QhNwbxd/+9kHGzW/yjfdVvjUsszBfDwEGZ6X+DiWQaIOA1Fj6AbEVfGD7xqL540GcVn9+7ijVa6wxioAioAgoAoqAIqAIvEQE8EOVfy+x/p3qjB8YbT8yOhFqyOTNhDXk0qR1Q8DXmyF6xDI+nXXDYC55XZ+ZbdIimMhjW3j18dN7jKM545VHuQx67d6Dfp3OusZ49TdjsP+8AnVimyTuh4f7Bf7uH27FiOfO2qTU0FlM2jktZsqS7yLX6cmpMRZtSvjy8tLICalojPIlRA1WqRZ3d7cFth7e3XtV/Pj+zchvbb+J/utXJBseWi5L0EsgbafXOGv58PBQDKgHxpsR+MNo1+cqbUl9imTzkpabYM5mLROsRp+eHctigYfiVs6//iFezIV4wo8xkta5ynIfCldPnCQGBtO93b3iVnQKHqY0mk5CfMFEUBcYSLGgo/ks5n66VqtGPBYyA+P5jDvieKXSmebdaXh9+/atMcjAO57n/nrZ1i4IVZ5ZndcOk+ULDP3k3xBpWNbT8yFkepYJx2rK0JPIC87u4+eHFw3Jk2fDg1F4iGE4p7/YmWZnd7v4+LePZsHfhrgY4y91LRODlDwaNz0C6gE8PaZKURFQBBQBRUARUAQmQwBr1eb8QTU3/cmAKAlx7d6cmIDVovhMjc8y6bW3if1x5X54WY/K9nKT1apasTyApz+BN5lAz4kQ+8zQOnUoX7VfvPJ7DM8BujCU3cByMKBZIxociWz/2ZAxCl7AnCQeSNoVq7B1UUNC8F6Bpwu9WGJvxjzNDu2fL6wpcyPg6wddqUqee3u7xnB6XRqO6NlpvUcexeMC+ivty0k+0lrSmPro8d3a2Sy2t7fFcP3NeKCabVXF9bducIMnn62wdcTHeaWs0NzgZ+gLf3hfQ+Yft3eVccjtVIA+1TC+eThkOMwaDdxfv35t8MeZs/DW7HpZA5KMhu5zYvRYyObs2q4PP+H9u2uM8PhmvBL9x1mzuQtezrg2N+Bp3VV3bD4sUJjrgv4cHhwa79+kFzb76wQC2PeY52Hm0dwoPdCfnixOfjvg29F/9opVQaSfnZ2Zs39hwMbZv8QcmVi+6yQ/81cMqjZr6FOSOVjEgHeh4GsujIE9LuxOcCbGbCOHND/qcyf9fHMrrQsV37JT1OXvwXzGrGm5+mEzo3gvlPR64e/34frvynT/GNqw5DXjEDxUtMHlWCfeQYj9kveA+ITvgIBu+RB9UqayjIrD7h6nJ8fFO1lM8+nz53KMDvWE4ycwSWIwSgItvCgEqNNxGzJ+vUa6RaGmfBQBRUARUAQUAUVAEVAEFIHJEQgnbCcn/0wI4ocKf6w8kyq96GpgPnaq9uy6jeAqAq56vYqtMl6mUzG6wDZyeXkVGOSgq9hGeSNjsBjPeRwFTOhC9l0xYMO77u7urtiSA13b+qrdGnoc7ylK7+3tGQMq1oTgzFZ7hZOaU/CZiwa26oUHMyZeYdwacs05KW/1N2/sA9I4a/bVq1fF9fV1cUUP8hah6osLhtR8fBkuzsH513sHe2bS+0LqAM/sdbww4YutkuH9i/aAtywn9dexPltb28agDdm/3sj26OLRzAVgfJf6d+Sbsr6kDbp6hQi0vSPC3Po0DwL6O2kMri9Nh/Hd9u7de9npYl8NvGMUZ83Lqgfwmjegiq8IKAKKgCKgCKwiAsM/rLk2zZ/EYxwmojgZxXSkMa4LEqTl52VcHzp98vq8upajTH7ZLuEG+sEK1jb6DXQaxWijawtTP7hCMfecY8VyufS2ePLL5TPeWrnEWnwfrLCyFiuNiZNflnE1Bl4E8/jlvOSyL9BTy3lyM48tR+9ExjbeAy8p8qUcUUnmDXQtyoPHtvSyCNupc3uTf4KliWrjW5YvHUjqVMry4ba+xILY+MXiOOb18zDO5eVZjPB3DS96BsXx8XNYyj1ZXmH9HH/iXefrKHQJ+e1leVn5SN9P70IPefyybUZg5s3RDvm7+rv+wrbgHQIwHyaZSbkKMKK6Q0b0M8gCflmZSBe6x3BFZcGBTP8J8YJMOX1zGDVLnsLNlc3rfzNVpsbyxs/M1+1OuTyZy3ZCm8KD8/Dg2Gy1enPzTUjKAC/w+EZSs52yGff53ULO9jnWjfg5lj9+jsfzXP/wPX8hAQyo2IL4++334uL6wuipMaCIWJvVLiCUVWKMfhAPxs9/p6GOnLh94dnZiTF2wWvz86fP4mm4U2bx2qqqB+L8eGRFXVwccaf90j2H7RTjD0rh5Wi6eB83G97fOxTjqTW+397eG/xt/rh/8dnRgIy2n/jeOpTTcUUolpcepmEuPJFPy1nI5TjxamfLGLCfZL9KeJD/+HEnvERGIWN00opTsak8QXPjXHb8KUl4/a4i6gXienpJUdCeH4+uCnmxZfLB3pHxgL/+clPi6glfycV2ZTvwmeQZzzvjwzv1K4yVp5KPvC3KJN7tI9/bzsM9pMDtxLGQA9tY54yhKZyg69R39x4M+ZNbJX+uHZnR61uOpiS2lpPc4v37/v074x1/d3dfXFxeGPlkLwVTr1QdwBbl6mcdVwLZQI5/pV/MH/anjc24vZmvvOfoRtnC70c/sYV+NZb5ZTAOsJ26lrf5cxg66jE9+z3DdPKN6cTPzB+/pxgf3+P3V9dy1Cu+H2K61SHI/n67bLOqj/t4RhSYt+qfGOvKcaLqFBhTonLRI3GLoqvHDU8WRMZ4+sczuLTmMaci3ikQt7stRDVzPGNiYbl4/Imf49J8rt4TZUQbXm3ppMs78+fqwXTmr+4cn3MNXOlHVcIEYno+X+7EjC2fGQ5L93+qvd+ho5Bd5NvZ2Sv+8Y//p/jnP/9ZPOBs9ujyZYuSvMewnb2EMjhUF+eiW5ewT0zcfm1l3fxOW844fVj9u8rHth3aOrG0+qwIKAKKgCKgCCgCioAioAgoAorAaAQwARRPAmWJclYim0ETlo0Amqjrj9Q2Waei08ZnynTKjC2rO+v1lAIorVkQwIQKtlzd2dkxHrQ4bxNxNP6i3dn2FMBun8ynRd0xseQmlzA/DSPEwdFhcSQG4E0Jf70RwxcFz4q1WlNHMNwBbxiAh0+6ZSvbKWHM6wfy47oSz/EhZ85iHpqTep2E7Zmprr8wHDnjEbyXofs4a/ZGPE5jXe/JbqHZgRu2R4bRFO0Aoym24J7C+7eO27xVow5gLALvG+nLaJN1vg4ODwp4yMNo9F3O90Z9/L5GjP371PUl7anpriI91LXP1Td/H9qaVxF4zggsZVzxuvfBwUHx97//vQYx3yO1BI14VgioB/Czak6tjCKgCCgCioAi8MwQwIrKaDVsWEM3qRnGd3xqpd+RjmZbUwQwoT1Sh1jzcoUtH1P3nOdGKm+3uL7yj53AH1u+Y60qD+mG/DJhhd+0sFngNFhcmBBf3tW3LWJJHbbtP8S9X/MxmeC5RaYFjH+uTaZrnHkmHx3+AYQTPMDw2zq/irbQa4UR8NvH9j8YvzCZBuMdtlzleZupcR59mmfnwpO21dY6IRIVLxgMQVcEwf316WuzTSwMRsZ4XQ0rfl0nFGQiUtjiFmf/wkAE2eHtGBqAS/lbx7fh737bn+UdZF5AdmxrH7etXChzLOfxYethGB6vb1bTeBrXB1s3Y+zFka5oAxiAkQfbh8ODGRcMdrEH10TNPjkZ1OH4+LgyYqMPx3VOM23Wm/j91I1mmlOXWHhIHh0fGWM2eH+uznjsUtrmmVLGuP2d55/VfzsO5mXD2dgwZqNe3358M979qNeUMua51xdVVO0pMuBalBxNMk6Vxrrx3ly/R6k7FvPhTHs75k0lh08n9viNF83F6X5ZhP26xGl4Tkruf381zjmkKGrcLAi0vr8jrmzDoQfqsnxEdurHWD/Rl6by/s3LWn4TSQbww/h6fn5uvp9Yhn06lo/pen8eCKgB+Hm0o9ZCEVAEFAFFQBF4ngjM/UNsbvqTtkrzpNOkrNaS2HPHZ4r6kYb7MbiWTV0KbQ0bqNNmgS20OCc16Mf0Wo0F/VuNO9WhZDU/8qzqTN1GDYfot18eNKa7ynnj6QjOQWl2XZgP325w+PyH6EedC4yQ2EYZBjAYUHlhAo2TaX7cgwxY3J40Tme+wXe//SpDrqXGCT1r9rUTgEg5OT0xxrrP55/NpLlNz2AT0M/kGSx8/4L0nkVJeAAnL1/mZIZxkaHHNPQraVqoM8EErJzVCgPwpZw5+/3b91ajRZ1I3xhf//uWtfmhRxjLcIfxFJPIWPQA70xn5BtGe3Qpv61TE/l+etlOWLyBP8gO71/UIzZeDpKL/a+jOgzi4RXa3NosXr95LbWy3vA4+9cfg9j/UWTycaeUw/++8EQbFNw/2JUFHrvF/cOtLI4Qr+yHe7ul+CBqL6XQ8P7t68dUaGGc4Pd4E80qn98/U/23iQjS/PJteVPpg8oPxzwlgsbNi8Aceh5IPEiHAgoLeQAOeH+/fft2Nd7dptbalxbS+MJEDcCLQlr5KAKKgCKgCCgCikAHBOKPQEw0xnEdyGSzxLSmpp9lPCIhlnkEqdmLtslqJ445CcUfZPFz54lUU582nn6lUxPXjOtCpyFPctKCtH0Z+oZ9nil6jEM+hskDzyyfSme+hjvrNcWP2zYa5NUgTpUks0vw/H0ULxHWkGeAlQ7BVdbGQJNMGXk48V8/yy3Gv5FzItHWBJNi6cvSz0+s1fk/Vd7UoF0hVZL39SPNMYyNy4epdf2z6ezfce5pnttkauMytnwbfUGlaoOWvDldZINn9LGFanNyjidKkR/5N1PKpM6Pb4ZxGQ3+zZYYvIeqiWjk7lhfGPDgrQYDZGyEBM06HcjCeL+TM8z+HcrL92RZoYiu0AyzM1t1r+SQrOC0KTNAb9+8M3TMdrHX34vtjVcyOpQZqpISaNIPP1+XcBst6lsLLWAO4zvqBdzpeT1+fLOMiTdxi5+Ry6iIcWW0bZoWuT4eI9+ueI4fyvbbonVW/kd7tntu/HS0wavpSvFDmRYFaSLppQEP2zWejLcpjKUwnGLxAzHysvcPlu2fp8V+4pGGTlmhvEgv2KBz6L+YCIcBvpv3bwpfj1cZrH8X1PNMFbO1uSXbuB+ZhSjYiQBeXbExPsaTeh3LwPj890dcQsaThGo5/havzY1uU86PTw+mX+NcdbQL6oJ2gce56dsdx4e6lBPFVPwTlZ6ERTf9Clk1jQnt9NjmIc3mp6Yy1DV7tziZ94qQ9L+DoGN2Z5SfMjpJPnketPgi0b+b5DM184eRRPls7eO80Ic4Llu4ewIx7F7iueQs9bXqZ1IvhlM4M61j9YlrpR9x+RQPn3aZn+OjoVOVQT9s728gV/H3aS84DCxgAMa7+/fff6+4L162ceNXJbgJNNFChm7tE9Jc5FOzfKl3rS9dtbDbj0yEm7kkCmiUIqAIKAKKgCKgCCgCi0Og7YNurCRz0x8rn1cePzT450VrsESA2FQ/yJ4ZMqZe0NcxOju2/OpiCg9gXgj7z4xvvo/BtZnyKqT6eOCHpP0x+YzqHPT7AXr+3MePViWcWxfYJnPzyVS0QT/shJ4/K5yhEUXTCxUed4MmryN64x59XIl1muLD/YPZghhWb8iObYgxB4+J+PwEoEeffSVN3sTCuDnXBcMdth/Gea0XFxcNxkdP5rmEqegS82ae0DUYr0+OT4pvX78VX66/1Ax2FckpA2yzoB8MY/Dq1SszeQyDI/CHB/x011C98XBnXQOh6u3z5s0bs/0z2gD9YB2v/QPRJfHkx4T+jx/fzZ9fD8TT8OHHTx1Of1/044KxB17le/s7xd39D9Gtz9I3HvoRebG5Pf3viAF1w9eP/PjfkWiPbBgLq8sfl5L9t8qZCdT7dyZjJnpAeV/mDNXnGE29eY51G1cn6tA4Kosqjb7+7t078y0Fnovs+7U6vtC+VMNh9ogn9QCeHWNloAgoAoqAIqAIKAKKgCKwGATiFb2L4epx4drK3GRMW7pHqlMQ9HK8OhHonsnHdkV+rOEHK51/trrXZLKc9ATOERzqCZT/IU4rtz9zluMu8Wizsq0GbYvdQHr6JF+P2U/SXEJ8iIloQBn0JzTTFDS2jkAz5vX8fWPmpt8ijz9+RVntGEI9ihITj9AvbB17eHBoJs3ghQojKjzf/DEpUXTGqBS+7FNh2uH+UbG7vSv+EFvF1cV18fhT8kn1jSdWVsKQRi6b63ty7nXpcRH211zJ7vH0/oUBGB7M5NnOh3UgLt15pnJaftSb9jfQ0+OmLBTYKN68fVM8/Hwwssee4yk+k8QF+t/x/ZFhjHNzYYSH0dTf+jyT3UUHMrhoG7Je+MYVkAN5nKXxmW3bmKlKRB1whjS2fYYOrddl9Rf6t7dXnkN+/7O4FG/sR3suRlUdv0/44SrDRAH/+4LncYu2G+ruDFf7nDsDGG2ChR3QASwscJ7EGSG975tkjrb0ZCHhXlomeSduvGeKrV0068c76+eeMab1GytBA+VJKwcK3rl25OT46XLG7e57Drtc+RDlz+Woc0TOfuNHjvZLiI/xbWvrhWPC90z0O7VVzky5nPwWB75LeRe9TitYjszS4rFzyo7sRoJFN1jEhe8pvZ4rAu77Ske659rGWi9FQBFQBBQBRUARUAQUAUVAEVAEFAFFQBGYFAF4/+7s7piJs8+fP5ttiDnBGE+QTsp4AmIwXOPvx/cfxY1ssWouN385AQcxG0xMD0LRqxhbxOLC9sNu+2cTtbL/wKYE4+/h4WEB3YGuwPC4LvL7wGLCGBe258WkcWyw8fP2D88/ew5vfWx/iTbAGczGA76/oEsvgYUQWIiChRvX4sUMfXqQSf1VH39ywFGv7m7vjG7l8mn8vAjwPTYvl+dHHbgpds+vXZdVI4zjixjL4QWM96Fezx0BawTudiDDc8dC66cIKAKKgCKgCCgCa4VA20fx2B9hc9NvBzux6pqrU03htjV8ifIB0+b0cgF8UCJ8yM3utk3esRzvlmqMd779KHdY3lAJ8AmldU8szxjgGMc5DwDmcvewfrGcrh7MF8tpz/rb6HpYi2MsQqXa3Jd9SLrPYAHhZB3a+Tpc63kBJdoBWxD6Xij1nF5MtDLcpnj4DZTT45AJ+u2VymJlyPc/6hPvMQ3qV+mNJvWkquEsYIbjUt2fPYyShVg/6n+cKVWeZVzeuF+5lFSINEHHhkUdWq46z7B/kWYLmVpySNd5PjGjpZv1aCn1jvWn3lMfNjZD+qTKfGEdmFq/k75Joa6jT5A/XbRacazTrscQS192xtVzD4kJ6lMjICeFm+4C/jHfXD+qEQkiNja2xJAHT7XN4uvN9+Lh/lGMe9vCh2e5gi5X3PtFLX+2p0sZA7ScgW6g9fDl+Ma2rd5xlj887V7tbBc3Xx+MJ6qTIxEiDU8/mIsGWT77d1/HnX7aeja3l08lDMPQeHpyas47heEUhvcULccv3d4b9lDRkLj3FNOMn72sEiQPD/8qzuXEmPQo+nFwsGf0BJ6z1zdXIj90xS+L74+cPlh9reSp2rlpSs/XfyfPkNBP8RQ/krOLYXgE/jAAp4y/Lo7YkJutp68bTDH+5zK+VW3nElyIuuhizJhl+pOnnxU+fj4vDP2H4ZQe5E5em2munT08EVqCMW7MHuoJtuLGggJsl3x5dW6wwyKDvP6U9asPQGRQ3sN+yjZxuLpxk98UUFmGZegzF89+dcRL+RPqDQME6gNef/75yYyprm85Cibk6wHDXvu76okg7EvsK0IgwT5iYB9dfe1zHYdksdbI4foVtn/ICDpj9SaWO8yHp2gckRhbhmMFxiDmI1o+77KBkSVx5fi77yGfVklA2tGlk2heX5jD3b0+Q51wiWGIVUIs83r6UcWFpdyTn7eMZZ1xp564Av1CpNWvlMvdxn8s/bHlnaRxKGpvtE0C66pULi3zA8Dfpt7QiMq3/n6M8ldymICnf2FC61PcXrEOMd3h3sYr0b8apMB56zgOAWeu+0chOH4NhXslNchl+mFbvdqYdSvfXi9/gGjj2Se9of6GTLP81fs1yzKk796DLCBzAFK1Zi7Mq3dFQBFQBBQBRUARUAQUAUVAEVAEFAFFQBFQBF4wAtj+dn8fhrxCDC+XBgnYzNsnllYDtD2R/e723njQWuOXnThqMuiuguTw3Pzw4YPBGd6/MKKuC+bAb39vrzg9OzWGLhhP4Xm6/LOju7fs1tamOTNw0PbPHdksoj3haYrzi9EG/oQ3Jto52d5R3E7ZYrrxcyciXiZihHpAf+J6eFnXIoj6wCsehghsiY5tufVSBNYNAfZL3tdNfpV3tRAY+57oWhss5sKiro8fP5qFUV3Lab71RKBpueB61kilVgQUAUVAEVAEFIEXjIBd2/b0ZCc0V++HGNfehSv1XnCDTVz1vvhqO0zcAAshF/dr/FDG6lj6JcTpWaHaVphnC65fQvvq4fWrUygx+34Y2/yEMjoGGIzoCdMM2IjUIe0zgl2t6HT8MVm2t7cv2z9/N1vI+p5LGHswHi3+8nQ50ZYwFG3Imb/YtvoA2z+L7BfnF8aAas8NFS9mEZrn9tbkT9Cs5Zk5Yndnt9jd2zUyw1DU33hKHZijfUg7DwIMp3tiBKbnaef3VJ5kjxRfvmFjHuSH5ywWDcAAH3vOtgvjy9Ceu1eOjvq5/Wrb1AHYf/nypeqr/mS79GBhPZ0XUDwexM999QB6j/OL0RY4uxEGYEtzrMzD22fM9wXO/YX3L+ry6dOnckcD8VSSXUvMlfW8Q3qTLkfp1JGxMFmpns2/1D/cA90EXlnsn031bUWoGyOqBexqGI6g9+KLTq17bOOp6c7QUOyTIelyPAwjRz9RZ7ELAxbVYWEaFki1X9H42l5Ac6wAAvNo0QpUTEVQBBQBRUARUAQUAUVAEVAEFAFFwCCAH/38U0heIAKYKObfalcfE4nBRGwpbi5+tWvz/KSznncb5gxdnL+5DheMdRviplyd9SY2LhiBIT91rfHcXo6dS5w8ff3mdbEjRmB4CMLolZ4kbWqNZfV/qyNm6+3tV8bwiDr0l7+pbvOnmXOvX+0YL03g398A3ID/AvQKxt8Pv3wwQGEBAf7S18R9GvZkf81B/JwWIhsLAzD6MfQHZxj7XszZQqMT2Ha4T3cd7B8Y718YHGAARl1g+K2Mv42sppWlkdXcibOPr+3tV1u3NGmfbOc/N8RKP48AdkrnXz7X+qXw22b9JF+8xHiv4DxgLPRa9EXd4479/fk/9/FluvqpB3B/7dISioAioAgoAoqAIrAyCDSvZePH//Im2prlWxkY10YQxXNtmiolaNuEEldop8p6cezXjGrs3z7PFH3G+flIePL7uusvfoQ2Xaxfnwl0lmmjDb5teUjLl9Evk0pnnJ/PL98nTFp9ytTzPpX13IhOa6omaKNZko3KU6pOa7ExbRhOg89i61TndiAewNiuFEawn48/KwNq1Q6BtadePhdTNWvUfWg7aveyI75xO5TxwgBGPLEbyfmz1+JBuyWy27wYUzGOwps5ML70GRfb8nKszQHQEr8vXtdbMkkJDxV4qsTvgVrxWJ6O/PN0LVb59w3xDyXZ3t4y3soHhwfGsRRbLsILeF0uoxeygOD169dGfhivu8mf0UO/4mgjKGTqyrRXiL9dLPNYDY444862Q5ivKOBBDq9ZTHTDg5l1QD7mzbe9CFjpU0beaLxmlbDwwr/iZz+tOWzrBe9feJKjD8CILUOQXGnd60KvOQ/akCNQc86+qWgHeP/u7OwY4+9ff34utrdeycICyw83jE9WPXDOesQB+lG1iaT5YWT1xZa8PAM0p26tZ4BG7GuPMf84Q0qf28oENGIAgsTMQ9wHw2yhvj+YfuDitiRzc/mQWuppbPkUzdWLA2YYQxx2qydjSqLqmyOVmInjWMnkuM5xOvMt8m5kQp+XdtksO3w0DE8uztTjy8YG+t/iLizownvl119/Lf7rv/6reic6Cez4E7Y3x6Qu/Zx5HcUh+udKI9SFb1hi+FMbr3r9Ql5t6WFu+9TG0y/TjX63XD5dDSsCioAioAgoAoqAIqAIKAKKwNoigIm1Rm+vta1Zk+DyQwqTbb0m3JroadpaIWDaHT+m+/ygXk4NYcvw7BmVELn4KoMGZkcAxordXTlDV4yQML7AmLcuF87+xfbVd3f3xfn5uRHbN5w118PrN4seR0v7GWTflHNogXu3LQqjGi1a7pL93e1dcSjbbmNyFZPjv/32m/GeDSdSI1lX6BFe4m/evDHyywvUGh1lsrj/1TT+9qEHyx7/rBT0Gg0WL0QCAn9z/nXZd6Nk8ziV8WKWti2rjEUc3EYc49BCzu5m3zHv0RRy/ePQn/cP9k1fcN7Y1hgPm41dm4JKi3m7Zv2VyAllMUw6/xPqXudijRl9/W/qJ41E8okN7ZfXVV+mPOlOKQ38O5XXTLMiQOMlmMAoN94wN624/XebwG/cCfV32uoMpraIKmFcxi43i7z8lhqkf8G7YIbxc5FgpHhNWD/1AE4BrHGKgCKgCCgCioAiUCKAtWL+p9m6AMM1blZ2/sCdanJnPAqhfHl664p/vkaaIj+uI+sO9TIXPz1m1mjxWP7Kb5o0nZ73eIrEi5S64cY+x1K4a//y0WgOz/0eSLVPs0S9UlPeN70IaOZmBFL6sU79y5c/9NhjvTHOHB8fFlvi0QkvtW/fvzFpxe7pvnR8fGTkvLv7LobrezEcwXsZ74J0/rBSXfKEJaZ62t7aNsbH45MjMXw9mC2Up6K9CDowXh0Be7Ebfbn6Yra5xTssfo8tQpYhPDD5DgM2DMF3tz+Km5ubIWRayoh+VWN086KK8H2Pvhr21xhXLNJ4tSPbP3/4IN6y9vzicAGB1e3SUaz2fdYieJD8VK2sg2eyTbIev/740rcv2bIwaGBifn/vUBZA/CwuL77IOBSwb3kg30wh4h9MNpckTVqIcwuzxuTt7W2zGwHO/sVZzPY8ZhbZlK7yKPiJ96+MTZvGdQ+ewJZ/2P4s0+XO+pcN06VIIk/Mn3IlsvaIomw9ivTJyraNyviy++Eomz6uAQLUyyHtONr7fSZ8aPhF3RhOLgaJ+AMDev5GSe49kxrnaplXI8Iafu249STWem76M6V01BuMyb/88otZ3IiFOU6vIm4YUybCcObRLxJ8DR8z47erif9Ob0azOdVR1JAioAgoAoqAIqAIKAKKgCKgCEyAAH5Q8UdVTC4XH+cb84yJSU5OjqGjZRUBRUAReCkIYIIMW5ZaQ97VMC/UJYJ1dnpmjCgwtsAAxgnVJYrUifXd/Z0xoMLohXNCMSnZZRK4E/EFZILhHef/Yvr28urStAEnWxfAfjSLw6ND4zkOOyu2Tg6Np6PJ9yYAr3X+sTDw5B/j/Pvr19ajCd9X0P/5dX86YynrAQ9mY8QWq+/XrzfF/YPdRpzfk4v4dqQsY+/YxhqeZtAlbCluPJmlbVgXfKCW9t6KVZVWxSwnIKKtxffzquC1nFZ6uVzXaRzo0krPrT5d6pzK43CwhuBUnrFx/C7BUQnmW3csQS2/cghsO0VaOdkmEYhKnCP23Oufq/dLidf2b27pVcdnrHxt5ZvR0dQ2BNrGT8W/DcFVTU+tDWOcv8JsVeTvJ1Ob3k5XK2KWo5iTO1WOcX4ZP5zjMSaePMfQGF62rZ1WZXypy9nWLhbXWH6fTpw2HMV8yZhHvFXW1B7Bjp8908ivb17KfEqv8lw5i5XKDFekvfaqpVWZugfK1dCuvvEP9bZ+5cmT5MryvCczTRzpy8Rwjr9Nf8piadMdPrGolm6+fdsm1WO8QZ9lKLvEVKvWwc/Fd/OEjGXOP7MfsX/xOV/CpuTy5eLzeKU55fG3+Z0XW7p8EFth6WLDs8uoK8CZWDPOlRkTiuvfVr+QF2UKY1NP8IwwZ4jK+b8XFxepLMaAgYRYJj9zTj6e8UuNZRl4XporTmCGljtkgdxb2yDwaAwuNOJZWdhvEgzYl5PjZ8SYeaPosY+7su32m9dvDKZ//fmXMfSlaOYwz+GdotEcx/Epl8viGPPbEm9HnnMKYxevnLxuzLI5HT2eCVjqbIV3rMNt/cumO7qWT06eg/0Doz8/ftyas6Mp/+A7xwzIL38wqBlPIhMA1Wb5U+OgL3tcL/Tb46NjIy68l3F2rrlK/PyyiN/IusMRf1s89S/P98UY6jx/2b9SJepjRSg/2/ZRPGaPi1evtoz81zdXQgxestZoijLcxtV6zApd4shuXYmRwZftUoppcUFhO27EOKVrI7nJL5Ph1avd4vDwWPJtizf5l+LmGl5mvkysMzzdHu05nqwLaEZy1tgEtFzqJvdPrXBwaQgxOsTfy1PydfWzJViueLR1yJb3SFVBygralT4ytaJsIyr+OYAdhq6tyv4lupKTK46PnynN2t9L/CJUXbVK/IfWn5gPLU9BSIfPfe9t/AP6JRgYO+JhL4tTi0ABfS8vt5XOycfvn3hxTpw/TvdYmOCmjCupi3LF4zvjWSbmx/i2e4Vf9R4LSxDPNvpOHm8nDGkf7IZgLtHjDAub7AaoUIAOT+AN+bbkG/f9+/fF5eWl+V60Rd24bBnxGU9u7LF5u/3LNoduMNxe0udb5uY4ah6bZXmiImYZsaXiDHbczbdfQq6ARLNcQdbqgWVA24ZD/uRpZUOxJt1AOikirJcioAgoAoqAIqAIKAKKgCKgCCgCioAioAgoAoqAhwA81nZ3d2Ub3Lvih2yFu04Xzg2FB+Ht7a2Z0EtNosKwljKuLbuex+J1vSO4b4h8q7vtdgolOymHbXsxaQfP01sxooYTeKlyqxV3cHggxrEn4/1bGU9XS8RGaeDJBCMwthQ+v7BnXzcWmCCRhuAJSFUkzNm/4vXLPswETNrzj3GrfMdiFJyjfi+e/TfXN8WdbOsOmwUWSvl//janfvwq122VZDM6UW1JvjjJYIBoM0IsThrlpAgoAn0QwLiBC98p2Aoau62s2zdLn/q+tLxqAH5pLa71VQQUAUVAEVAE+iAQrKrrU1DzToLAwvHHp+FL/jxctfq/5LaYpAc5IgvvS4718wmtWv/og2yqL3H1dB86mjeNgGCJPub3Mz+cLrRWsYeHhwXOroThYk5DGI05uXtf0DB5hzNc4dVxf3+f3MKXWypnJ/qW2JZ7YizCeX4/xHMTxvfO1xJlhozbclY0ZMcfPEKvr6+NgSsv/9jxdWz5ULKfcl4uFg1A73FdX3/padlJjbkhj+rJtNW08pM2Fm7s7O5In/1RfP8Wev/aPJQzvpMC7kzz4xYXphEbHM/Pz835jAj7k/XZvouMuIDx4D6B+vPPUBv0D8aZ05NTGYtkMcfXb8ajHB7Ladlf0Pt5cLukmwF4mj9zfjLysO1wn/fCQgv7ZxcmzMvt+VGv2o5tGN3nqHHlvTqKOHVsFJHZC8ffVTHeswswlAE82Esv9qEk+pQDLm/evDF//D7sU75P3u7ev32oPqe8LeN2D71oofScQNO6KAKKgCKgCCgCikBvBHp8VPSmrQXaEXhW+GMyh3/tVe+fg7RxX9WLMq6ifJRtlfFbRdxKmUb3VcV9hVtXRRuCwOg+MYTpfGXgyYmtk2GAeRTj2Gpd+fEbBsj9A3veJrxQf/70thb0KoEJP1y8e0l24hHtOVebknaC/unZqdlO9/P55+rc00C2FX3AuaY4+3dvf0c8xr/J+cXf5OzZh4HS5tt3IMHWYlAHbL29vb0p3r8XVv6n/5+991yz3EayRXd6U1lpSupudfePef9Huv/m3NF3T89MS+XS2xsL4CIBECDoN5kZlLJIwoRZCIDcCAQYt50ssUwBbEH6Km2Pv8GHZ0uvGxOBLRto/hAHNpza6YN5PLslY2lu/nTXmHy/uroS23nZPIlNIQIYB6L44cyI9teYOMQlljdDGvRAfzg6trsoYDvuF/mutx7jIkAHV0g1lR6We4/3GpH8Hlu1g04c+8Z4vnRgu8ai2CHZ7JIsi0dw/vXXX80OGtvVBc9f/m1Xkjj37b0fxOVJp8Y3SE+X1xxFQBFQBBQBRUAReNcIhC8xWCsWpr1rALasXIj11Ph3XQsYyhfCFaOXqxPS6Hrfnn790y++vPlVqDlePj2rSVEHPzyzq/xj9ZmW490VN5afii7pdzjnfpzn8GP9wpFR49y2fq1ikRCrT57ROmy7aGaR2IR/m/pNtMO8Jl4oG+PHtFzdkFfsnrRkVmGSIyfjUP7N9N/cPStFP36TMfVFqRoEjbYkpWP2VyMyYUKjfIJtmc/2Bd7NmE0obY10ffxHEdqEfCMx0VBwsOAbrti6FMfNzY3ZFu9FHDJTHK0dOoZ5Ht9dibbDFrgvz2/yTTeJ4qwdgoHYFrb5BW84CsqjbNMyZdyLBvrY9hXb3kL2x8cns12shNLCQx2XIdY/kGbKw7lYVHPUcwnREty0IdeIFv90dmIir/Gt05fXJ8H2RcTht2TbcET7UvBQmjb1wzrt77FN78npkanw/fufm+cXib6GKDGcTamYPEyL2Km0vZ/KsgkZG2zFr2HxEn+jOE5/MQ7sx8dniTiVbduN7MST/HwpqjHBp9rvLsWjLTXrNMV3c3c2+5t///tfpiKdv25kFqP4qF197KUsbXmPW+5EoskvL6/MNvN393eyoOB+c3B4IG1S8CnaN7Y9vS0xsfy0ry7jSwQib/x08wv6yfE92a8KIsxPycdizhauLnvIxfE9KYNboef1lLS7igQo3mSUwZnNm/zMAQuk8CX+XYUoytMuloRPT1WKat36I9+vqvFpGPdWtdmmrQp/7ELx9+PN5kQ+AfHbP/6x+a//83/MoqM0SuFzNF0ynhOzp6E045zGS22SL6bPEM7kFelBHcamsaUaopHWVQQUAUVAEVAEFIHFIcAXjsUJ9kEEekf444cY/6ZoPdJe8g8+yjiF/kNpurhF5NzCp8SGajRz/aF9dWj9ZnWLOcHmQpqrCIyAACY67WTntDY9gqitScARCWcL9ML2z3SWtiYwdUF3/DZutVdxtFimV4XT5fHxQbZR7vvtYqctveeDkz5IR4dOQR8T5YjehPP9Qb65bLfdXs/01eHBoYncfHy823wTB2rl2IKujr5tcCPmXju3qdivDJwkxxKpie2fHx7uNje3NxUhylKlDL6yznmLi40GHkLS0tk/2N38+pcvZtvt79+/G4djcvEAdRqIL508Q6QP6yJqVjb0NdslI2qWzt/ujqQedhcKM+D+5OR0AycwIuOxHTpcc5Gp7AEctKpBAA51OtVdSGJpbv47vk75dLeh8hRjxDb0WBdPjn046+EiAHt0bZLPX55R9urq0uze4Nab9Xqk5/NkMg98b5hMrghhjQCOgKJJioAioAgoAoqAIrAUBDDZpy/ss7UGVxFO9TJL+lMpNJQ+60+lf2e9Z7R/6h7IaB2/6IOyjr5YIkzHQlD0g99u2zHhjpOMMJNWM5N+dkbQ/ZEfbyw7QxifWHb1c3nFKWnqB0SgGEPeNn5kbNyeloaPa9+hW2Jn8/lMtiHe7EkU6s/No3wD+FUGRk4qt9PP7TNV/4yhkOunUX6R8Rt9H9/9Pb84N5FfX799kyjOZ7l2dbUSINoWTr8cb1de1Clqm1MyssqtlLyuywSHO75Bi+22b29vJYLWt6skqTIDNCljmTjbBbbtRVvd3z9sHu6f4k6ZMaWhDQx4f4HNwMG4d7i3ubywzvefP79LG9hnQzdx2+PP6NVuIM+d4QAAQABJREFU9JtLn558FpveN1ueW4ejlC/VqNtbM7XmXNNvCtrxxSFd+FU2Cwf8yfEnEyn77//3d+mfiNCv8sE3Oh40izt7Lrahxw4KryLvv//4H7OdOPqzld+Oh/peOU6z7ESAtOO6WKaYTmT4H4dxExWOTU1lRszDOIbIXxw7sssHn9UjsuhNKtdfbVv1Jr+AihzrqnFqAUKVIoT4h3iH+WXFd3pB/dFncEhvsRfBv//85z/Nexh209BjiQiw35UvOVEhWSqaqYmKgCKgCCgCioAioAgoAoqAIvDREcAK4Y+OwZr1txN/a9ZAZV8PAphAe0+TaHBC4ruVmBe7vbs1TgtML3PijC0T3jN9W+cHibSDAwlb+T5I9C+iICsH2DhSTakzcD85PgHSm5/y7eKxZR8HgTQVOLzwjdOf1z9X8+1iOErQpui/sHl8bxbyT9nOaQSH5ZycHpuo/XuJ2LfR48Po5WsXL0kjvSuhDcz3i2UhxM31jVkAwbZZ0/gKWbGDAvozIvkRxQw91mhTeRtYcom4Y2fJEg+Rjb9ZMKatqb8M0XmJdbWvL7FVusuET1r88ssv3StqjUUh8O4jgPXFYlH2Nrsw2v7NkC8dn6HyDa3fjJ7m5hAYin/uZT1HP1c/J7/mbwuB2No0pi1nNWnO/jZBBFSI5vT2ScxCzpn7bORIjm5DG3krwHN0UnKSfmQiw6Mfr89vECW/8dZaf8oR8kmlSzlHvnT7c+aQ+Lj0kMZ7nkP+rBemN92zDmgW146sCCZA5C8mUfoe+f5SUHb49uJV1OfET50G8a0mhKpoCZmQfJHoGqmUbh9LkXXeEB5NmcV2+G1Hk26KVvzMbWFfcfrAnm1h+aT+9evTFqoGquMt7WdIV2XitOu0/HKUj2c/l3e+fEwd/0w+1LfEP20ARgiWr0tk9Sfden5G76K5y0jIsvmb65V8HFsq09wLjk8s5+a1vE7rJgRIP0WrLd+iHPtJilzXdFrnbiTCCbSq8T1OOZcfr7UxWxAjkvZZnHnfv30vHWQsT3sCtrjGucKZUuf6Hql1PdO2wIfXlsbe7p7Ztm9PvgH89PQqf8/GIbYjQES39G9sf6Fda3+MeY5ejfVFplp9Jw11g/yTk5MNvl/8LHJfiwPMHA47m+D8S/4lHYu9HY+lTYqi6Qg4tpVD07v08fWynBt85xey7+3vCM4SvSzfnsWY8GKixl0aIT/m+enGvpwP9MUiuA176l++JzhCeZfk4yWWbbkvcp+dncq3l/dM9Oz1zyL6usDVa3OPBOUmfXtvx0OmSYVyXKwsFttNZqOA2a6lnh5z52ZXFj0cmYUPsJ/v3+22yaZAaWeUtahG2nLL/uwQbHdpBhhG5DpKlrUdDMo094IyWUuFwxQLOHZE5q/f/jCR2RZ7m59uB5sf6pEu78rQ5jqnh08D2z5/OjuTZn+RfvyjxLeSx+r9+kq6PPt0eCcB6t5RPm+91B43pQ1Y/HpQaK4ylH5h98nXm4J+7LkLrLGQxmI+zPnuDvnNCiMXbQk8g0ZDVsuj2jrfVnC/e50iARndVgz7QrRegV8S32LgyunfildUgGUkUv6qf1q5wvs2bUpaoOBe475OD6n5I9/+MVurxpRQjpAj8ylfeB+WX/s99eT7sXwx21OJz2Xg/ttvv8k78A9ZCHnnlbE3FcaRzA5JkfYrx06QGYtPB5EWUdTq7e4A4ovFHXKa8WnO9SnqnSKgCCgCioAioAgoAoqAIqAIKAKKgCKgCKwMAU70TC02JqBjk9BT852KPpx5cCg93N+b7XxTOHKicCo5utJFBOepfHcTU+GI/sXEUdr52ZX69OURNQis//jzjzKCtnLjTs9/CAdEbsKBh++d3ovdvMp/KbsZwmeKuoj0+fLli9k+/JtsG44o4LUd2H4b3zD++eOniThdm/yQ90ycpph0hw2ZLdBf7AQv7GgttmT0kG8YYxHKg2yFfnMjkcyiR+jUW2P7rE3mNdnM2rBVeZsRWNq7UbO0mtuEwF/++tdVPX+adPmIee8+AvgjNqrqrAgoAoqAIqAIvBsEsOovu9r/3Wg7giJLX9s3tXykH1lBOgK6dRLgNyYvyl/nNH1Kmnc9wmJMnafXLOTgToRV0bpSChOrYeG292asaltYyykCisBaEMD3KxEUASfMk3z/t9dRRh72qt2iUn38RqQonJDi+d3c3d7J9x9FCRNJKl9FjA503cb1UZ8LToQHomaxfTJkx8Qxoq554D4XgcWy2zrj+WIigCVqHM7Tp6cn+YYuHi+MwEtJlsO/3sYpSkPSDw8PDfbQAzZvJu+L9nGfnUN4hHUZZRSm97lHtP7ns8/yLJdvdl/fSuT++r5ZiAUn5+fnRn0s3rA6RDttH4hmq4M+fP650OPHd9MfprKh2ZRSRj0QcMeu3DjXg3ykSv35FCmkSQ0IoM2GtRX6un1mjzd2VYtH4vLlI4QbVNas7E4cWNz2+PC4+b//+r+KFhFw3l+XHqHsjsQUX8+KgCKgCCgCioAioAgsAwF1/s7YDvihx78Z2a6GFbEZ9oM4pS7m5fmXKjNt+rT6DZYdYwH/BhN77wTYlu9dz23o52+PVklAzHGOHLTd1DMtlx8hOWpSSq5RmUxJLIN/T9aYvDw5lQjg40PZhvWbbOPr8uF1T+ITV4PzBVHA9w+3m7v7G/FhwwuZsM+MLEZTeUZhq97o0ZNuScuxf0waI/rXRF2LAxVOyAFLc0oWc10Adzqvv379uopox13BnAccwPjDd3PxvVYcaJOtOu4c+6Cc4ZkyfpaIU2z9DOc7vzcblu18n+M/1P4dgaAHJtnRBoiYhQ6V08MpuPBLo8fF5QYR5beiB+zJLCbYhty59tuGTB7P1HtFUWiwffFZ1W/890TVG0VAEfiwCMDB/te//VV2lzkZEQMdn5rBHA8fjQBuRlpzFQFFQBFQBBQBRWBWBMIfp/EVnrOKtGhmY6zlCzFvUjhXdqg8belXk5VN0o6T58oU049pbrm2nHdtQFbb4pN8+6aP3K0FHl5w8MSXIwJpOZPdTq544NmWXmp1w/qME+ZHk8oShV3W0osCpJ/iX9LpckGZY+0YprFsij7zp+lfbyV+cf47xCeeLamhPpSTk6d7yZo2I6wfFrf6i8/PHL7Do/puHiL5xCVSVM7QzOjc1yFXMB9+apIv2x7D2XehUFonm9tUzuDvMciVJQdbCVF3l+LAwHc4H+6xDetPyXgRJ0boDAvp0jYc5lvAElG0e3s7ZgvZxyfZhrj4eKbM39kjlCm8l1JJhy9VG2o/kfqI4ETUIM6IfoTc6IuDnUclr0j7GH0IDJXrdwbucN5B3p8/f5Zy++NJG9rjyNOG0ysGPfkfW7dj+2fICucjth/eakRV2WbNWkBeyAmbwdbJOF//vDZOx7BmqvXDcuY+x78xv2v72fLQA05sHHbXgRdpj9yzzRQ3/7CfhPaWSq9qhuNYlWOvuumDKPjTT6cmehnf8H55fpOdB/blu9hhRLZPNxW5mRqLXmTHABx87fLqN7aP1Wq7/+K9AhJUDzWv3Zrkj4zXdV1ybVqv0T8lxYs9zm/n/nx61mzCEiRb4dmT9wjVUvZP0sN3USjap3wBBmW2mXwZls1IhsGZ/S9IHnHhkJXF69+UL9e2oVB6PwgBPKN+++3vm99//33zWO6Kk+r/ZEVb4j3OuTpu2amvc7LE5Gdarm5f2cenS4n7SqT1FAFFQBFQBBQBRUARmBCB8V9+JhR23aS9H1DAXbH3GtTgMx0u7o/7rUQCu+2Pa/feA2JbN449LlK+beES4zudnca4fZQ0zovx7Ont9peofebs17bZ25v9zqNHe5YbR75Z+I3NxJXfYjmUAyYazy/OzQQmHJFwhmFy3i4AIA+X71CO49a/vLTf0P3xQyKXX8TpErXLdjzd5xOuX117NySG4lDVRx84PNo3WMMBhrUWdF61k3ZbpewMOaI3MUH6559/mu2fIY3n1NmWeBm+4ooy2w4jehm2Duc1Fw3EqkJH/M1zNPc32Ae+LWui3vG9bon+vbmtvjfbpEc7+Sv7jPcjJ78dwWQpLDiBAxsRs3DCD5c9yWrSDDix93ahx61xZJPZfDZDjjg77TNgHHQpjndNJ3ATRUf+pmLJPNTnX7KQZigCioAi0AoBfKIAi91GOTgm194rR6G+fiIj4jPXG9v6QVcNFAFFQBFQBBQBRUARWDoCWMG88FXMS4ewk3wjYm1Wb2+z/UbUpROGrQuP87OFE/E8Y+LYdS4gAmqdh4sPrt37dWq0LKnh+LMS0XY8+bL9p7k9EFWKAE2cXXv0eAy5GXECYYgY09VtxrcPX8RkfTr9ZLYwfRCHGI5uzotQJtyHaYbsqP/AYYQoyMODQ+MUs9vgDmPB6KI3ibazf+JOkOvxnFMVLmYLX3G+Pz7eb+7vxQFcBccNU2LS2nZ8gAPy4ODA4P7jxw9jL7CZ6JjRVZ4R3w+wiAVt9yrfhcYfx5yT4xMjPxzv9/f3SbnZD6AXr7uq0718uv9QDmwbjjZA9D50oF7deXWtUdlv15osDwc2HL+np2eSBPt/3jw9bmtBEKXqc36VNjiUMehUtsx/Eif2rZwdPcyzkm1J3OicxDlyGMcAy0TyV5uEl4pwR4kplAnx7sODNGJ1E+0WK5pMa6KfrKQZUyGQfaedinEzXfPegXcP9888y8Z8H2mWQXPlCSWfWfjHP/9u3hcG48F3m4XaXF4/jl04L/tYvoTLxk+lUwQUAUVAEVAEFAFFQBFQBBSBlSEw38TwyoBxxIWTQHFyAJnpUjGfCegMmzOJxPt0Jts/SzSh6wxb+iIRcSeY7+ea7/+KE+9e5F/DQbtHBCQmF7/JN5eB+zqON+MsPZeoRzgg+f3ZURy/EwGA8d16162H/fBQnKcnx8YxjG8XPz09GYfkROxHJQvbgfMU0ddw/mLRA2xnPuf0OOp8Pvtsvn8N5zwc2HAKr+2AzaMdsBACOiCSea3L6taGvcqrCCgCisAcCOCZeywLxvDJCD3Wg4B+A3g9baWSKgKKgCLwoRDgRFBK6aGTKjn6Kb5MH8qfdPS8VARya+TGWO08RPeEfOX2OT3ki6687EqH5RPyuduwRdW39dL9i/TthGWdRIpvWJJ0bHrILzo+xPAp8QYdl7dPP+SOKD97wMNWXEnSDrd/pXoMOQwJjHpPuSGzvZa5x+IoL5hgz7Lyuunwv9HUVLJFHnEH1rxOVSvaI9meUt9OeptdRbEvZzUxKZhnHTsFf4mZikoQtRu3ZGkv7b/n51bnNobUwc/DnW2/HYmeazrSclIvPwqV/EJc6zya+ea/8Vun6KeQvpUz1KPaPpnl/NrEJ0zN62VrxMuRF2Sy117/YV82NmPzvf5R2NROwnZDWTvflzbn1IylueNXrp85pGKXbxJR2OWo+h3tL1WbWNt82/4cS/Gd2Fy/8uunuDAd3680uki1nz9/yNgBXtI3jH7ky9I4k76bxzToRv2Y5tYd8Vra9/T02PD7448/RN6CdtGuVfMwI84bdorIX0TaQPU9o5/ILvThoLLONerCs9DqYj8sW9gkIjhPTo7EmYeIeMun7Hcsy3Nc7HQq6030XMXT5PP5hXFEwgEJ+SE7xyl3G20IyXQKvFc+jRwsmYlz2W9d+3IL2GvSLXErilTpQsohwXJY8HAkTmA4ULEFNMozL+TC9kcZXHc5YE/uUY6HpX5uLq8TmDBbzu63lxF9TX2dIs2XBX+vHt4LDFjCn/bjUmFaVHZfz2p8cAlU13Bgn5yeGNvH1s/X1z/M93LrbZAb5yxNT4+KTcNVHuOGypJl9T05+SR9+MQUhR6IAjYf6JVBBFC+ePYSYmTHm4pPke88UsrX56qQuXpjGzi2XRWp2q/EM1quqjH6VSmfz9jti5ano2wpRCV/mdTqgm1axzlfnXWbStoxThpY/rc83oKBrrLDcDFDSN/qXcfD5991vClrF7CW402ZMe9FiE/IfYfbbQQZieSg1JBb23475bb+rs1IWxW37D9VuxY8y4Zz66XlqdUvyfj9o6IQ0oX9hGlV6dRVzn7CRUPUN6RH+Zkf3oflec9yvA/PpBemt72fmr4rB3hdXV5tHu4fNt++/+lmtbzmGNC9HesMcjTIq17TpuTyU/WYPpR/Ax2+Z7DIgPNQLQew1qqKgCKgCCgCioAioAgoAoqAIqAIzI9AbIptfimWzzE3mbB8DdYj4dCJn/VounxJ0RZwYiCa8/u37zLBtZZIVHEzyQTur7/+akBGBF5uwrNPa4STpH1oxOoAd0ShIoIW311e0/FJFgyciOyIPKXsaxg/uQwKtg7s+f3fXBvDrqawrb5tjv4KmeF8h/2s7cC27XBiwwEPBzYisNf4TMAW7pAbkb/oC24f4GKytbWNyqsIKAKKgCJQRwDvDRcXF5vDw8N6pqYsDgGNAF5ck6hAioAioAgoAoqAIrA9BOZeGwd+uVWD20NDOc+HwE7EI8mJs3kmAee2/Y7YjrgCtiPn/sUhM6M++lPZSk3YHOxvHtvrq+KSxs9c/8nku/a9Uptp24pVxK+tUUYMF4NgP5vL4NtWuKIcZMDEFvqAcaLKmeNxa1K1/j+ujCk54IDB9qtwIMGZZw7XvlIVi3RGSDFSs36fINCBR42C1EUUvIniPDg2ziNED/azhRr1WRKwHeLe7p7ZchtOvOxRs49sjYEFfPsjtrsSbY3o+c/n1nEH5zWiUbsfPv3u9eM1KiezpV8GqDnFETkOBypw//nzp3EEd+6vDr3OlyO05fHRsUyiH4ntXxsdOsuwgAr7+/umHSAK7AhjULmQQMZQjim1dws885rGj0g+HhepaOAFQLEwEdy+2fM3J9sn9mNl1HcWytpPTj6vFtYAzfbtCJsatzheO0VHviTuI5OdjFw/+5hMnJEIs/2nb++RBBYycADfynPrv//7v6vxvhN51/beZ7t2gqNVYWDWHSsX6VZstJAioAgoAoqAIqAIKAIfEwG8aPHvYyIwRGtM1PCvH53uL7r9+GitRSKACSb+bUNA8h51omtORTh2rbUfzS1/ZEXGlM21evuaEpx5ae/IBDf+4Gh627xsfl7/nFeACDc+O9s4POAAhtMM33EdLRLSjHvsgxEBR0jChOflxaVx+uL7v3AereOwuJx9PjXPKERvzv/tVrYNzt2Oh4d7WexwaLbevr29Nt9eLp123UilSw8c3zgpnmLwyy+/mO9eY8EDIoDXddi2u/pyIQ7sh83N9c0Ett/fPiyW+fpw/uLbv1g8gMhfLOBAu3WPFCevqhW7jH9VrRGvBtrviJJ0IEUcw3MHEm5RYuCmTXJNeSchrkQVAUVgRASwoHNvf2/z22+/lYt/RiT/QUhxzMN52kMjgKfFV6krAoqAIqAIKAKKwKIRaLMWbswXMvJzv3HDtDH5LAd0f8KaunaRrwmXPvS68J67bEpX2stQfVP0qedQ+qSTOBsnQiIPyYwwcIvk6rhli/oy5+gd5TdxCxhzk8l+5RxmTumY/ExrpUeOV5/2ydF05A++YSr+mAUcrvwx/ZnmlusvNm0DNgQnIA6uxC+/MZggHwuM8YtSVie1lV045btedrK/DPGcrOSVIlPWDwyLwLH+1gyPNrS7+STfQ0UEMBx5Dw934sjA9wsj7efpyvqFfp6aubogxPoV0a7PT5mLM1G0cODBlvs4IhmlZyKppM1eXyWaVbpCzSnI9qrEHXS1v3e4OZIoWvQ3OPJKfmPxSdlfa6ljbSjfRxacP51hu/BD881WRl5z3CD53UIPjjG7xs4ZaWvpoGw386/bDPnab1aTezWOVSm4ejUOO+t8fBQH5GMHh10MD5+6sWmvH4T5zn1DOwOTKrLP1xkOR9gKHJBw/vaxeSMF+YcvEPw2c2k/jszuJet3akCry/n5WbHgRHYcuLvtGYHtCsNrHyumtj+3r7+/fygO4F82z0/PQTsUdgL88D1xwdf2AWsYxl6JnSeY/fa4SZJ8PibcIkyz42TBJ0qrqsX+V6X4V+w/JjXX5n7V5rtSrrYdoplcLbeUtS/9oD9D3pIm7CDIrwnQNSG0rbHpd5Sn1DVRr2y/RH6Y3LV8WH/y+xDvsD3iAnB49PqJFK3S4/XmSq12jJiGI8cP6h/eT8N1+VSxBTQ+PfL777+bd4j5JQ7tuasEOfvP0c/lx+TJ8XTrxOgzrT0d1nAp67UioAgoAoqAIqAIKAKKQA0BvGDxr5apCRkE3NdTrubPVPGzcz/O/dJ69+4QcCwItjC7PbDvO3KsCmNXbuqyIgVMe88pd7CKYHKoqJvbTpMzVQYRBJ6eHjZwyByfHBrnb6vtfCN0xkx6deb0m56fe+KEwUQcIn8RgQenGJxjpTO1r1Az9L+Lywvj+Hq4fzBbQHOCtUlkcSU1Zc+SJ7s+G6ft/oGNrbi/v7FO81m4F0z4TOzxXDw7O918/nwmSL5J9O9X82xF5Pu4hzuucawbhwO2f8ZiDdh8+M3ZcThMSwX2c/XlUnCXbZPle+P397cbpI17DMTfs6uw/ezghOhfLGp4eHww2+bDEZ/qw6l0ozNt2QEA41/TuOcUnejSwS8i30RMB5JlO4XnvmRJp2/9XL2p6ef4a74iUCEAxy6du1WqXqUQAFbYChqf8dCjIwJ8pnjP2Y40WhbXCOCWQGkxRUARUAQUAUVAEfgACHDFbvIlTNfONVtBGp9dL7opXa6ZvuYqAttCoI/Nog4mtZZw5OR35Rx99nkaALwIlXFYYGIaExmNE9TjsAqo5NonKN711jzbCi9i8vnWlWi/8uGkWol1p8i5frzb1Do4PDDfQ4Wc//7j3+NNAmbfL9LS7bb0c56enhinL5zWcAC70TB0Asvu0I0HIy1NJLBE7Nl68gQvKmJr7PjBjAyDeGUzcXhycrL544//NQ6k0i4i5Y3j12AiUYJFZFpT+QiJ0ZLgZP/y5ReD07ev3wR3ceClQar4jj1+0b4qDv4V84P+vyOyYpeMx8cncT4+mHY2XbGlzVVMmtqfeVXptle0x1R5ROvDCXx3d1d+OzccY0zdUv8IJRcTG04aKTRN0uGBRL4fHov/d8c4sNHvtmXLSQ2JXaTA29uzWbiBCPgdGahuru8kkhxjQP09Av0C44h9xiI/MlYkefk2hDHRXRgTEU2T5kSgbLfOA8eoUnIHixTR3HiSqpdKhy1be7bvV+m+S/uN2HyK+Kzp25aP/LdrP4S8et+hXMzRcx0BjOkb8+6JKGAsxqo+4VHgx/HBfdbWCX3cFOLTFgGU74GlWnNbgLWcIqAIKAKKgCKgCCgCioAioAisF4Fioma9CqjkisB4CHDicjyK74PSroTfHR8dm0nd29tbc16DZoyEZAQwtlHmdrjpSenlaAb54YCEIw9O1fwh21MvYK4Y2J7I1tWYAcV3l11nQF6H7Ze4lMhrRG7ey9bDN7f2u60mHHX7orWSAFFHwBzYr/E4vzjfvLy+GLu/u78zzt/XJRh2SzCxBTfawPbfe9nC+q5aRODQgEOFTpU1jEeO6HqpCCQRWNp7FOVJnZOKaMaHRIB2MpbyX758kQVxX8Yip3RGRqDNm/XILJWcIqAIKAKKgCIwHAG8sGzz2Db/nO764zqHUGIN3A62vUvZVqJOjpWXz5W/RSSWiVxhWlUwb18pGUmjOX88+8hjsiPRDDgQVMHvdVHK9LmOif992BzfXL7PuT6csH38cuPdRfRrRbxtvZT+qXQyz9G39Xd3ev6EyK1wbVzNKrxz9alG7CyN3Nwrqko7+JCmHG+YhCVPkY39Jtk/KT/rFNEtll49GqbiyKtc+7Bc89mXj7aMtrX0y28iGzJsc5Zrpt2ca2nV+xNr5fSz9Ykza5mzwdTWp347Bd62/J44AbhtKXXyKMhNW/5hPWs5O2W7hvnd7r0IldIoK5l7968OYhBDVOF1FHeX5lD9g/rsZ2Rh+pvchOnM55ny8p7nVDrzeU7rae3j0+mZRLQdmIi825t7VpNz1UZOYu2y+vZq2bhFGWufiPSLH3X75DPTfX6mamOAu7i4NOMUIjDgbIGuaX3jUnj2KX3GBv46ugftWFFxylSJ2Svww7aBR0cH4rB+NNG/XqVgXK3aWba2FjBa61fI/dayHT0ZzE3RfiY8tso9PjrdHB4dSuSvOL9uYS/4/jLy4+1fjkPUy5BCFK65aPjH4hsdX03UquW3s2OfNXV6bB/Skdhpicg8PTkDiEZ+Pu/i8lM02mlKP1vOtouUBe7QNWE3vr2RR/pcPJ5NgfPzc7P9M7Z+xmINOhhNZoKfR9lrA5uTtKc29DziqRu2w8Y4TS/Or2TBw+7mf//nj83TI2wMIwQMO1U/lV7RrZfAHjxFu5XNVl6Y4mxVvy6FAG1bwsfnVXQ42Zx9PhUTkujfm58SSX4nZREVGVAq7NJPJVfne79+AXOHaF/+lmC2G/3LcRJ5TSiwbvxsa3oRoqUOgkMtMrzM9Mj5+HhZ5qYav+p5SEnWj9iqR4H2WYJBbL1SDTdErqjn8UMa83m2pIw+zvjTwMBkUX/qyTPTc/WH5ifHm6I5vfaPMAvlhPzUAcXfSsMM7aN4frTdziPgTb4ur6BIq9u0fLY6doRoOtDP3YNyoc/jqPd7jiFuLVzH+VTvT2F53vv2x1Se++LD7l1SL3DgfVzahv5KgTqeKzxtxVCfMD8kH5YP8917lxavu9SvxgRQtUjtyPzA3/72t82P79cbLGhazsGWTEmUauFU+a7pDfw5dhuSLeWojc/t5GlJvR0xLaUIKAKKgCKgCCgCisC6EfB/2KxbF5VeEVAEXATgz01O/rgF9VoR+AAIYMLHc5i8O50x8ZiafIwrC4fY58+fDS7fvn0TZ8ZjvOACU7F98rFE0WLr5+/fvxsdWm1FvGVd4OxCBCEil4E3IoAZubxl0Vqxh+zc2nZNckNmRm7iu8uwG0z+ciK4lfKtCk3zXg1Zsd0kzsB9TX2VsNHu4bzmbgPj409u05wx7iD6l98dTz1ToNfadJsGMaWqCEyHAPtZ6jwdZ6W8RgRoJ2PJjvH/4ODAfBajmzN5LAmUThMC6gBuQkfzFAFFQBFQBBQBRUAR8BDAq9OYr08NKwI9vnPdDNQPqxi9lYyV3Dvl6vEqTa9yCIxpazle7zxfJokROZRb3Z9Ewdh1pn802H+S7mwZOVta2liUBgaTCvjjxAXPTE/XXHIObSvXTuPoQKzW4CDso7HVT/q7CRfMO4Ft1MpO8S3LY+PQQ1Rhu62IKSHbkPfjnYOgmyhhRE7D1YYtWeFMYhtHC3dOpG4T2Kcohy23ccCRh+8Xz3Ik3lVK3pl8jDs4EL2M9x44UJv7EzEsOYx80Y0+ZKV9v7y8GeyhE+wmfnSjTxqvQhNR5Fh8NeYCLMiOiWbYCxY8NMsOafrJTz3GPmPBA5ynkPv6+rbEH3yQlvobW4529ICdfxBv2D90QbTX49NDg/349cf9LRXS1vv5EVhW/5pd/0W//8+ORneGip/BjO9tPIfPge7ApmuQR/qZn65bz6n6P5zAV18uN58+fbJzQu67lLZzHTqTUuGXKDBKcv1JPgpZJaIIKAKKgCKgCCgCioAi8OEQwJY03rY0XRCAA4p/Xepp2XEQAPZ6JBEwdj3EPllXcU5ivNUMbZetwj8yc0yavTyLM/Hp2W7l3kgfbf8iDpdncZ7ulFvKIgJ4HYds7iqzOpeX5+J8ed38+PHDOMXg4OPk4XA9Bo5ffDeIvB8cHR5tjk/sN5fxHddUBOEgHRr4D6GLCM7j42MT/djOCTmE27h1sVCA3+qDrcOROs5EsC/neDZY0YWcwB4HFmrA5vMHbThfco4SZ2dnxgEP+bF4ADg1LyCoS4U62zqwmI4R5Pd395s7WXTy8ixbObeWSZ+5ZdvlxqfIuFnW5QVp8F7P4yFAbNu0w3hcF0SJY+eEfZYYL0jrpYiCXcX5N6ZMbcdq8i53N28hBJ4Pv/3t7/JOLYXdfqPt3AK96Yr0/IDXdAIpZUVAEVAEFAFFQBFQBLaHwEdbG9dV36A8VnKWL/aZH4buClCvgTP1vLLbvsnJGuATiMtvDAXJ5W38G6OgiYicHO+STPIizr+iW48ya9anxqi0hVpOu4SkjbSrniu1U/v2Vjh5ar+d6H+LlPhEtsZsI6/BJBVRlZM4zKcsYXrX+5g8bdo6x78NjSZZWT8mX1UvdFJUkxisx3NVJ30FnVLlKU+69ppzQhwH65Lr/7n+UtYfpz34rWuZh2o4rE3zu3YnJ4fGKYPtZJ+enkxUHivX8WokzGoTn4s+KdidnZ2K7LtmC2X0CThS6VDivRWmi9y5Pp9Rr2zTdLljiYI8OJAIwjv5/u/NXd2BlLObNGnn/UQKxegwDXLy2qXHtIgeiFZG5CMiUeE8hc34W0CHOIdYhnYelncFwXUuPyzffI/oHMgP27i+vjaFq7EUt+Pwq/pNqH+zfPVcXx58/xcHth4G7hWfombYZmzLItucmBaWdcu0vS5phO1KAr782DYZ0bN//vmnsR+U8vFnvfqZ5Xg2dZsHuhatmWsfX/6DwwORH99L3xP7uZNdBx5E/pTukJD0WQb0mCZdNXwdQ5VZj0I/2sQcvEubSTBryoecZT5w9NsnpJhz3tRej0MCI92zn7q2C9JMH4lNhExla5FMSYrgV+IbqTGnnUTYz5NUx6xru6XLh7Qj+M+jpOHC8cf9xvyM7KOs0GenGBbZJjg39bvcmFH1mbAtZSea/Z3Np7PjzcXlpXnGVWNVVNUREusy+ESnta+3prFCBInP7/gSznE3LQpzaKA8FAFFQBFQBBQBRUARUASWhQBehDMvwzWBWadrvRqh95gwxU/AACfFPQAkvMWPS/6FeW3u3R+nQ+i04aVlOiOg9u9BxgkiL3FlN/CHZHwihUbSH6X9MRF2fo7vucIRg4jgahvWRasO2UXAvf09s8Xu9c0P0cXKDifwKBG1bv/AtXvfChxn/AvqYxvcPQH94eF+cy/OvGmOQubOcqelQeQvo38RxQmc19JvYOuXMjGLMyKX1/T9XE5Y44w/RM+2svHA7tItO08ObAd2g+3a+2x7bmxthlfDFBpYQAAnNpzvaAPYENskVcdPd8YEP+MD3jlYRO3UyU+igzJtyiUJaEYSAWL7UfGdQ3/ySDbCojL4fjiHUO4wD6ds3jGbl6rLu4q7rqdLK2EB4hfZCvrgAIuru9TMy7+mEm77bVtujQDedgsof0VAEVAEFAFFQBH4wAhgLR5eipd2cI1gT9mSK6NJd2n6Qh5X14XIWazwtz/Uqp8QnAAdFcVkm43KZeXEcnbBfNeW1qQy5V+2zJy4CPtBKn3Z2ixLOoMhHJ8YD4sxIcR5WRKPJA10lf8Rzbm3Z7/nisjCTrpzDB3RydhGO7TZZ3Fc43h8kChUiUZFCzICmlHAPIufsvtB3brXzNa4gOziyMM2stBF/jdH7++1Rzn2GdtQJw0WHHiI4ITNwInH8SfK3mpUZKVppuuOlwOnHewaDjzIzK2rsxxoA73sO6ZzM74peSD73/72N/P9X1wjepm2naqTTadu2YLjFMD2z4i+xhjD6GtSbjPmlGUYTMvKM55hP7B9OH/v7jBW2h1UmvrMjOKtjFVufMrlr0zd1YnbBn+WiY114yscPm/KMYGsMKb1GqtJQM9NCHDREZ89NfybKjfkue2KVyHQdYd5N7+BTGNWV1kZHZ0mSttHCd/+8az7xz/+sfmv//qvdgu10kxWl2NeZfFOi/8KL3pX7MdW2m2psWkrPUVAEVAEFAFFQBFQBBQBRUARGIgAJsTH+NE3UIze1fFDmT+WexPRioqAIjAbAjux7RBn4z4PI4yp/ANHfIsWzjE4I19f7RbKQyQxE3eYvCv+htBqqovpwcvLC8Pn7u5Otq5+wQOjqcqi8o4QCSlyf//xfVFy5YSBAw9OYGDOb7hue3IvJzPy4XSE3DzgvF7TgWhZyI+Jdziv3XeLNbwnwUYYfQ3nL7aaX9PBoeXo6Fgilxn9uy4d1oS3yqoIpBBYwnjnvkOl5NT0j4sAnndXV1dmwdlHRME6f5ejuUYAL6ctVBJFQBFQBBQBRWA0BIb+KFjDJNYwsPwVisNodalt195xAkVmaaUy13Z2kalL2Zh8uTWAKfpML+p7q4tdmkG5mgjMdzKcCAyJXXIyYpepye0IXa+6ldG371wdlwB1TNVhOsu5daWlU2L7xaq7Al8rL6MrkN2VkCUZ509ZITuvbfnO/zptyLriRykPRp6NG9lVkk9elONhbgUu7bkAquqnIO3YZERPw3xHHC+RtrH8pT759/7IFNuHdma4jvgP6ZJPSDqVHpbre0/+DtYeKZ9/2a5FGb9fexWLG9L38wwd0zaWb5pOvH5FzZevSo9fsR+8vlm62HrYHgk+KbtjtcyZeMl8TPKwuke+dy01qvoJAi3l20nYfxVBlhRvpAy7VS/0sfruim6vEs12KNG/B6Lornyz7GuRF2NZNpSfyfFDIiAsXUu/wo3FE/gxO3v27WN3d99EE0Lux0eJ/jVjbvW8cB1klnRC/ijf3Y2xU+jG9nXGdK9Kqb+XWtwIT9YvxlJss3119YuJuH55fdk83D/IVtB7iJWQsjEaPdLI05WN18jjdZS0gzPpoFzxfIATEtvfYhtfOvGsTVXYR8mWz9mhdhCnnkuFbSJ6E2c4r/3vFqO2bx/WliU5+lyscyvLmywHw7KoS5/XsXJlheLClkFEEbcexvdz2b9Y2ufP1Or85r6UVMmtr5L0aSNNA6xwwZbn0OHp8cnYTsg41CfMT3WOneKF5a3gT2RZn994TW8fGtZgzfD8svn117/IeInoayx++CkF8O4z7sHIOo5f4X1fbnzudq7fOFY41FLtT/twipZjImgX+dV7J8bBYoxw8pP2V9BN2U/4/k86ZfmU3KW81j4q+coMcg7O9rbkEw53Bb9yqE8TDhk13qfVoH2nxhqms5ywYZu5bc+0mhSs72dQ/yq11LhK6nBVtpfUcWm/lR3bAVpkNWVc+YMIzZB1vBkqmtxZJF0vjgPLu/IzzT3veLL6OqJcXD6XwrBrjjcpKhyHeGa5nF4sx7PbdkzD2U03Y7YojKbl+F21hFur/XVOTjefY4bHP2ifNpyh06+//lq8K43/rLAyOP22jVC1Ms12y/ciFx+PRDFWc8hm3s5mT9pU7LZIGNp+pNv3PBSlvny1niKgCCgCioAioAgoAoqAIqAIfAgEbKTdmKoOnMMdUxSHFn/iOUl6qQisEAF3EmqF4ncWGfrCoQfnDCIk4dQbeoAmJglxnhJPbEN8LNF4mJj68eOHiYickt9QXMr68oHmiwsbuQzZ647IsuQiLxDFifYl5osUMiIUnKewc2D+7du3mgM1UmVRSbD3g4MD47weo5/OrRycv3Ay3NzemLFmbv5D+e3t7W0uLy7Lb//2+X7xUBm0viKgCCwDASyoGbqoZhmaqBRTIoDnHhae6bFdBDQCeLv4K3dFQBFQBBQBReCDI4C1aLlVdy5EXLvWpY5bf2HXWEncYzVlfy2IX38K7WrOxaedNPOV2rbeQ/gPqZtGGMF+r7IkFitgxzgYLYn1tKCLo3dER1eBkiv/uxKaqzzatGmszOXPJafyUQTmRQAOUn8l/+7m/PzcOGrh0POdtv7Y6NeLy80yczg14bje2z3YPD0/yZasz3GBhqZOMPYdHhxu9g/sdNT3b99te2BIn2IdTexdq+e7FxxgcKDC+Yt2XtsWynAAw4EKW5nNgYpQorcwMrr78wd4f/782URc89u/7Gs1E4+1ea3QPAmUEX31/PO5RL3vmW3Dc9FmvnT+OOTnzXf35csX+d0iMb8S/b4s218GPr1aIje+5vIN0xXr3wu0sNJQ/Rvqt8I/lGfke8rQ+rkFfZre/8eRL7WjyzjUlQoQYPTvttBw+fNZ1nWRIb4X/x//8R/yzPh/ZKeax22psjW+jKZ2NxPbhjANo9w2xFGeioAioAgoAoqAIqAIfCAEWv+QmwMT/FDk3xT8SHv6H6RTSF9hsy35147fuK0i88DzH+ivW+uz7739h/ar947P/Ob+3jnSycsznDOI/sX3XMdwjGGijJNlw7FM2zeckUfHRyYiEvL3ObCWhn996mOLQErYtv7JybGJur6/v93c3d8UY+vQcaAt92HlGLmMCNpxJjOJXkr/XH57fegAhtz4hu72jpSuaYkQ/Ys/HHAAj9e/0jzHyOFk+enJ6QYOEzhOgf9YC0Re5b2Efyl5TR/FAovOh2t7r2bxA0hgjIQO445znYV7FxXYNjjrMQUCrg1PQT9Dk78dZv390H18zWjRO1vtuzd0rSquBV8smsNW0O/t4LtzsSa9h3rzjU8aAdyjebSKIqAIKAKKgCKgCPRFILb2jGmxHyvM68tvafVCHaFfmDamzG3wm5I/dBmTfo5WG31DfFlHvgsZnXypeJYrOEsSrFsmTHBR8a8Tn4N/nWvXlNEidGXyxEQUy/aJNqK48AIH7cbJ1pqcXEFfy2BCgafrXS4nbNAOGbxz9EtagcBkH6Xf1P5lxeIiJh/TXPld/m5+SK/rfU5Wy8tvH9ZxZSJfysb72Jn1Y3lhWht6YR33fmj9QFaqXHwDePO2jJ/mdKqwncJ7F5FO173svwuHAN9aVb/9qB+KIToBjjHoCscG8t6KB0K5e0HZv6f6hllNYEnwdWJbuCUREQlHEpy/OLt6ueVi17FnXjheV7suWApuvu+wKPBtuTjn8PBIomhFQ1Hx8dHZcpt2UuIdkzySxnqRLJPUlV6CDqI24XTn0S2Kk7V49tuXqdU5l1+VbHt1cnxibATOX9hKaC/u468tTVuOsnJgc2obQ2M+02EvYRrz6mfYPrbdxhnfXA4d7/jWHo6qjyDquJDFs42IfHV29RTSKAeEoEjGvtA34bzGJDhsJh+t749XATdzC6cvD0ZpUTzcs3+iVJ4aKbln0rdnyH94eGi2fIX9xMab0J5cariu2ifM8e/Zr1ie91WprhoVuqSaP9N+5fdgKwGiV2H/acKD7RMlFCayrdnAXn5XLLzKLW9oC6niVoZQX7Yfd3YI81PU8ultdG6SuU39vBSNJdBmRXvl2pr9t6SXs8eyYHFB+2A66jv8mTznOafznLIsjVfZLwrB+vSLGL4h3VDvPnxCGkPu8Qy/u7vbfP36dQiZSN2mvh4pXkvKjQd1+ny9sKT8+vX5ohpDSajTjJVql5ajZeXzpWxHWUspAoqAIqAIKAKKgCKgCIyCQO6FbRQm7YiYH4oiT/gjsl3tfKmp6eclGFiiwGYqfHLSrR6/nIIrymdbzCoyxgr+zcp4HmZD+5VX/x3jNE9rfCgumBDDpBQOOBkwOYUtWhd1lGOOLFQSDwP/ICMc13Ba//z5s7fI7kQirt37NkTd8m3q74gT7OLywpD+/v2rOMOe5FqiGN8m2sK6jRItyyBSHJjjQATwOAfGLB6x8SuXz7rVGY4o/iEV13DgIVocDlQ48LDwYXuHq1NeCmAO7HEAd/TVulMwT2dbJYz8EvWO8QbYjyn7m4wPVb+L2c+QtwehJ7PZiFy+vLoUm9nI94t/Lmz75221ap0vFsyEi2bqpfwU15FQtaNfRu8GIMDnp/eeOIBe56rsk93GvM5s3Apb09UVwl6rfdcxGTNFHu3lsfTxAwv/ri6vSnnfw4XBXBTp3bu9vsqxYhpktvnGN41GSlURUAQUAUVAEVAEPgACXMPW+3XrA2A0hYrEvSftriuae7LpVy2nm+S7v7JiTKif9zIfK9gjjbRRNRXBUMZ4vO9+gQiasQ/8gCOsPI/NYzi9jnozAmA44+kpuPY9PTfloAiUCMARQ4ceHGO496IkQtvkvTfOzzPmwglTBoyLR49bEcNhzcjlUjHzPGgnVy36qCLS6qprfYyxiKJ9E2XgcH9+fjGRka2YbbkQIiBhI3DCj+nEG1Mt6/hF21dPszeR+fPZZ+P0hdyI3uR3jP2ooapOe5lidobnlZvO55eb1p4DcIfDGrK3+/ZsyL89r3FLWn1PTz/JuPJm7B0272PegmN03LH1dpjnkME7zWiHeHDw3Wj02ZeXt/L7xRgnvbFyNIYg1LX9htnXWKK7OyS0pdkuWixDjTbgPZcydaLZ7J/EM1poeYml/okfasxPSj61viPRpx5d27lvvQCvt1eLb5dv/45i34EcelshMOZQX1Ed+6qy/09nnza//vLr5n///W9hUthTESk/Ntc56LV5/2UZdzFEKRv7Zpkw3UXVCtPxUMqKgCKgCCgCioAioAgoAoqAIqAIKAKKgJn47jz5rbgpAhMhAMcSIgvhyEBk4VpsE847bomLiEJsAT2dM2ZE8GW2cnevmoayzjBEzc25tXYPfYpZVkYAQ2463ZeLOyZXOcG6u/l8/tkoDjunzHRm90Bk1irAHX+wc+COY4rFYFMphb4KedFXsdBkTQecPdhqHvLD7vEH+6ENrUmXJlm7Ru420dK8ZSNgF8nYsXHZkqp0isD7QQB+Xizk+vLly2YP33TSY1YENAJ4VriVmSKgCCgCioAisA4EppsADSb4sOotsop1Zye3/SJXKC8Vz2pyMy7hXPKHfKxcb7GJVm9ZIicMc+0Qahfyc/I7rXBsoOOQrF/aein7wTZ5OGQDzXpVSYlFUVRfTnNlirfv265bps5ih6Fb9awiJUaXaRVtfpuSE7sVOdu/0pNyFY2qjntFXm6ae13UT/1mK9o4N4mWi5BgfZYr78sIZ1emyHWx3Dwcx3Y41ji26EbJsHxZziPtYOPU94rkbop6mHiKHjvB+FgUsu3p8G+Ng9veqG/vK/5VmmVlefRfiO3KGNXQS7R4cxIZsuXqu/p4pKQrxOqG5WNlAjodbmkvrJLudyxB/lauMHqQ29/u7kz7E/3NNXqK5pxDPcJ7p2i3y5z901HVe1KI+HYTC/odHhyaSviuqB1fq0HubRP0yypL6oQ2Vucd2kl93K7XqVKKwaLqtJJlBUDUL5zXjP5F/7GT2qyNuhTWldMZgOQS+uPxXz6fiueUW8NSrOPLqAaYFK/JPX1+3VxdXQhfQfblVRx6EnUtgu/JN7CNQy/al+vUQrukXYfp9Zr9UnblvXR3zzrC0KbX19deBHDFt45cjKPXpKadbLvE6bjYu9cxymhTsTJpVHcsp62A/s3NjVnoULfNOr3mMnVd/fcT1/5y7yd13kiBvIjQR/QpvpsL5zWil3FgDC2dwPJ8t7LKN3bFhjmMmPcHgZbvE6Zi7B++H8TykFbaJXVKFXTTLT6fPp1sDo/2N88vjy2ilxPtG5Fvt5DJ/RbwSzGO7sp7vjvUs6zT+11By2v0S//Y3RwL/p8+yeIB4Xdzg4j9erv7dfrc+XrbtgTW+GPbwh5Sv0usTLTXqh9ZWarnalx2Pn+T7yER/D0tS/vwUqubSH1qbMbPV95VVbwr0q+1T1EqQt+rH9wQJybzvsItxCkjX0GIdEh3/HNCjh37+QB/XKVQsCGOr3vmOcl7yrtj3r+lzI5Pv3pP89Prelm8yvGIrI1AMhZTMLZjQCDsdZQvKCbi1UuGZcx9wYdsSW8n957d0o4YCRzyxucdeFBUIFOlhnbF0vZcPT+YHo63zfqzPVk7da7sPFVimvSQL+XlOcfVrV/iKxDxOlc/x2dnkxpfC8qFfeToVM9LSuS3G57nf/3b3zb/+te/iuc2y/U9VxbWTCFlf0xP0amncyh2p8+YFsrAZ7FvzaTp95Cwbrt70mou3a5UMw3NVQQUAUVAEVAEFAFFQBFQBBQBRUARUASyCGDiIDt5kKWiBYCAbEKrQAxEwER0yndR4fw1kYX+PFVr6piYcyfnWlfsWRDfc8UkGiIi8beWAxPqkBtY/fHHHyYacs+ZNG7WY3v2/vBwbyJQ4XCH7D9+/DCizt3uzfhUuSKid5zg+79Hx8bGGUG7hnGYferTp09GnyHfuvYAmekG8l99uRInqo1eRvTvmp6BkB+R43DCY5xB9G/lFJsJxBnYsC9wweEMLJXFFhGo98GeD/4t6qCsFYG1IoCFEogCPpFdPfSYD4FplxfPp4dyUgQUAUVAEVAEFIEpEMAK0parQXuxn5J2L4G4Nq7vJCPr92LeoxL4dZG1S9mIOFy53LvdiM9AOSKi2STSTxYYkDEl7TZibZt/GxnHKcNIHU7Epe47c6P9dq44bwVOeJMrJya5ojoIUGCxHuep+mGzKKF+tvTHse9mdNrlwvFrIzuwn4FtR/aTdhS0FBE4Pz83UYSIKoQTuAyaZYEWZxOVU4QBwL7LPuvVHWLj9brYRg+TaHDGwKGHiMfi83yWa4f3t1TUgid+w03b6BOQgCMJ3xMF3nREbiTqJIyc8tlhi2ibsmveP+p4+OXHv8M2uPh2HaLFEUELZxjaOT6ejc+/K8VQrjNxoOKby3TiEe+wXFc+pjzaRCK4vaOD/Xn1ghvYCbYfhpywF0SfIpqT7wdB8cXdYsHA3u6e9NOXze3NrTc2jGU/iO51o4ABAiOOxgDk8ODYyI0IbIyRo9hMTrCR7CfHhvmMLN7Gc7TL+El59dwVgeqZIUOJHMEKmYJcuLiB4yTfv3uPO7DnrR7kP7+jm5yb1W9XqpnGx8wdZfygfca7xQjAsn3t7xX0I7xL/frrX0wU8NPztj+LQPm6qzr0/dmNj+/OvVuN4C2tW2UtrQgoAoqAIqAIKAKKgCLQFoHtOFvaSteqXG/HbyvqExd6B/hPjFAz+YXj59lmj1+wbv3550eaoV9RLpySdnKtq9CuffX/Id6Va/vyQ+Vz67fn2lwSkdR98W6m3DnX6z9LbL+4RnBk0JkBxxgcTHt7B/HCmVTSiTt/M5U7ZoMXJqZxvr+7N3LTQVqSctukTJzqAvbdrt3hAEbUNSIhgTlxaysZ9OT2vm3reAsZOdHZtnKB4/Hx4eb0VL4VLczdb0WP5cRrK07XctjSFzIeHcOuX03kclfMu/I05UeyP2xdDQcwDuCOQQ9bho96jCRrTCbY+5HsMHB3X327mGNEqh2WZFP8RjpkAv6hgyymc9e06Baao7aJjE89XgtLPYbKMmr9IYqUGo18McX7zXgievYVJQv5l4hrVNieiWEbzalvyLurCkPrd+Wn5cdHwG9DefM2LC4uP2++//i6efox5S42Pu/xdRtK0ZWv3Xt0X47qAO6LnNZTBBQBRUARUATeIwKxiTGmDf0Bu0i8hr5otanvvtgNBSHGj2lj8qGcIU3yYn54zuWH5Yfet+FX6VBfpRnWr8rGJQvL+6XKbyj6yc5dc/18NHeuvsMqetmnfgMmHBuivGKJBa3UvENBjyvsGYkR3nuUI+NSObkafMuoTHc8lBI3Y8g1aOmxa7yJyOKVz+FV5Idz2+U3tVK4lUxyWvRp/5K4XKTpE1uUhvzxie0Yf9DMKgaycqTqSxawr+EbK28IdfgnrXM7IkPrV1z8iC753ivaQ6Ab2RVSMWxzlbP5NjSCMuG35eBwm+qAnWI7YtgvHJKIqg37X8W7oS3F9hCL7R9j2B9p+Lwh98XFhXEC393fld9ErfP36/n54R15helN91Vk7mZjv8FYRkyF1Yr+ychlboWLYsk6JQ3IZnXhc6HMaroYap9lfdHz9Vmilw/M2DZbFGSTbq3y7E4Bn85ONgeHe+YbtJA9j3eMeIMtmbYN86s2i1FrmwYHKqJo8Y1n++1ZjAfoawV98C7bqS3VolxTvcJeO1IMisv3c2Wxw8vz2+ZRvnUN+elAjT0jzXPUDEB2cQ+ItR3/+I3fQIDBt5Af9oLFGviDjDHZ+zByHXPs3xWdMewntMmKevi+EH3MDLUP1HfeNx3ukfcVL9feNPGPFB83CfjnjgZ8c1U75vu2Uq+8E+mvTXWsDVP+6h2jHBsLeuyvdfsMZSjwishhSubaMlUvZNP2Pm8UqfkAAEAASURBVORX0K/eb+z7ylh9OS4W8Y3ltrWvqm1iVNqm1WwhIFufH2hLeaXlxra3EIaE/XnFpAzeB//+979ubu9u5PkoUcCjyjXU/lxpm2ihXBt7dunhOkfTLZ8r245/u1IuX71WBBQBRUARUAQUAUVAEeiBAF7e+Nej+iKqrFj+8MfIIvBckRCLx4+2iXOfY2j9Pjzzdex2z8FMRb7a+koU9mUdyWyLbamBibHAmefZfw/5UJ9/GbXM9s6dJgYyBGfJBibF0VJPFt/mGZO9cADDKfb9+/dtitKaNydsOVGNb9EyzSfitImfMfqd7bfNZLlg4fLy0siLaGs4lOY5HCw626ftu3CEnZzKN5cf7yTi+nYesUfg8vh4L5HL4gCWbbefn2Wb86d7cSoG49sIfOokHMzrma1SYOMGd+mj9/INZkS7548+ug2XNSUXopeB/e2t3f65jQO1ctKkqM6XjoUmGF/6RP+2GRegibu4CY4a66xp3yZZvNDnB/3+ai9LvGXGqE8d4hy2m0rZhuo5jRauVJV9ObyMfTj37/GyeO6hT7btl/1giLw/l33PbYkO1PnM/gjt1AGWVRVlG9aEfjXvVZfynDFHslytYvsE0lyq/XhycSxtr16XkhoB3AUtLasIKAKKgCKgCHw4BLBWrOcL+6qx4hq5jrpz5aL3MucCQbpu2nKv+SMxPrm8DbmJX6JdSvz7TABuQ58V8SS2M4jMCK8w8je87y4K7aduH3Y+nPndKY9ZIx7xI98VlW994ojnjylBd1oYI4aMF4juotMVdDqPOSPaZwGzyGAnsowsI9LPoUscjcNMCrM/hPV2wo9B1806rDLh/TL6ThcFgfMn+S4qogvhAMZ3Xfse1mb3TPW3t5c4GdpQ8v0gXs2mVvju7e1usC3r6empiSZkVF5T7enyINdr0V+bDRBOmmPZChcOPURV3d3dlWNGG/lS/aBN3X7RGQ5laTs4riHD48OjOIERCWkX5nQeqxyy3S4rG+hSD5hfXFin+9c//2yMQO1Ct16W8iXez+oVGlOAK7d/xrdnnx4RQfsstmb7ma1MnhsnCr5Ka2QwQ+bZ2Zn55jVs/fr62uwywIUbMfbQGf2ku025mPfR361fLTiD/OivwB064HvMTfJTp/IZBmWKo0kn//3LlYW142dLvoqWjpdqm0rcYvyZ15ZWWG5o/ZDelPdrkpU4uG1Wl99NoW1yC1pDgc9muakifi3t8LnD3yHkvLZzUz8cQxdvBxd5h56a3xgyK40tIyDvUldfrjY/f/4071aTSOP08Sh95vd6P49SXGSiOxYuUkAVShFQBBQBRUARUAQUAUVAEVAEFIE5EeAk0Zw8Y7wwmYKoLfwtRaaYnGOkLUc/TFpXE9dj6NaFBia1nXnzLlW1bEcEXGcGnBxrOLB1MhzXlH0tch8eHBpnGDDG5LvrcA8n3ZfVDtYhhu+4IgoVkeKvL9sbH/pgcyQLBu7vHuQ7tHd9qm+lDp8HtHPgXt9mfSuitWIKub98+WIcIIjSR79d0wHHjSt/1z7K9ptaZzqBp+aj9BUBRSCPgL6/5jHSEnUETk9ON+fn5/UMTRkVgf3cg3nqFRvb5j8qmlsgpvg1g674NOOjuYqAIqAI1BDgyjeuhHOjf8s0qcVyNQLjJHgrSCMkw8CnSJFMUm4NnLuaOEYqUX8HkT+piUG3jnsdo5/iH6aDTpgWo7fWtBROifTCLt/efEzM+6xrv8W3WsL3hFpEXWfYEnK1ppOr7+tVJ2vrh3qF5bq931Mm8LbXjJCs2147+dp+4ydceV/eR8cfyiliFm1dnyyWvom6MrFZPxzsTH0biYNyrfHybKzOIZtS6lXJh7EO3ynG5OvOzkGGBDFItQPTWS5DrpbdXK+ClXxCAkx36ci3U82QiUiBKrKLaSGF+j2xAm1LN91e5F+nYlNi9ZEGHhX9VP9iuo0cDnh4tuHqH5QDN6pUZJURJ8WjpewHYdXSfsKM4t6TIVKmqJ96grFfsaY3rqJujn5RsX8Ee7v2o3zpM9t5Iw6OX8X+diS67UEcqvj+b1J7IdfcblXdRLlc+6QFruUg+hffTuuzLWuNWMeE0h5r9Qq9E3YAZI+Pjk1EIaIJEXWNcQ24wZboYBK/WfNR0K/w9ot76UWUrvvOWo4PYXtQ7iB9f/9AsN7d7O8eyjCwK4txYIfVjgfkXtJlQsdztQ1uYYOUp6CDr0y3O2w/oTxfvvxFdo2w4+z93aP5lq6lk6Lnp5NOzv7bydatFCKAsX0ybOPuHhH6kO1VIrFBB4YiuhbtBYertSGrf2invKdDGRSqI2J0gR2w7FvQLkwvz5b95ujkWGS3uwtgy3A+Fxg5zvKevZrE4AHAgtFzwSya1yaR0ft1noj8xe4IwBTbtbOftqHarszuht/dRDfdCd7b6zRsG4V42eelKz8xcdLQZsUPR1GnOMqLxL0kl10BZS3/5PO3oOKdhK95pMCWCrup+pNXsrqJ2p3YdqlOKVRVR664q3uWvlerfpPcwaJe1Ekphau9vziFzGXYfmE+cQ71oK345cM29HNRB3Ssffl59o79vmrfsBTHjTC98z3HjaJ9aYe0J1nraY7ot6hdZqRTpIV4hrjV811iYpbBO0/4/umXlruofValqvpWIUs/Zh9h27ltUdEz9fkcN8lx+2eNUP8yPahWScQS7c58T2lXul4q/vypl0ulhO0VlkvpH5artSPtKtO+NTqZhJo8XkdGK+B3n+1/v/76182PH9c9Pw0S2pMjGHUzSbQzJx+XWb1ZL8WH6bYc9WZ78fnvPFQqAYx8pF8l+1e5fL906m4cKinqmq4IKAKKgCKgCCgCisCHQiD4hfGhdFdlFYGFI5D9gVfJP9qkT0Wy9xV+SA6dNOjNXCsKAjquv0cz2BOH0YFEpWKC5tu3dXz/F+3Ab6LiGg5gTjDhfsnHo3zv9/BInKhy0HFN2XleovxwVMPhjgjgxyfZ/nm27xYPQ4MTkJAdnw/A9opriRaH5ljggIgg6IHoX8i+m/GOLOY5KfPaiLqGPHAYvLwmtoUf1sST1j46OjLOdzh/8Yftn2lTTYzRl5fcn5tk17yPgUDg8/wYSquWisCCEcCzBc+cq6urVs+ZBauyaNH0G8CLbh4VThFQBBQBRUARmBkBb5XczLw7sAsnF9pMSnQgP2HRsdfeccXhWCJTvrHpjiQf7bODI28kzu+KDPtPt35D23hXUPjKiH1hPTIih7kq3y+wvTvTVp39kGizJfXlJhtqymuD+9D6aR42UkM2rfVWrqfLD81Zmu210odjc6vCyyh0KJNNR+KQxLdFH2RrX0Z2dBsX59cFjjH3u5xpCZbV/+G8g9w44ESlcwzPo8kxh332fG+AfIeHx+Z7tIhc3poTlX2spR7AF7ju7+2L826zPbnTBtqYw+jfvd2DzbevP8SpuCN6wFb4TCvO2cjRRjaTZR5LBDBs5+7uZnN7c2sc2o3M2L6NhabN5Lsh+im2mcdYg63au9p81/5sH618hrN9R9a1xLcPfcrWU6aSd8/6q6zW9fkzAGOMCQ0Y89WN9m3PNgbU2uoA3jO3DXUg2659jfWmOveXJ9cv2Ua5clNp9s7pls9V2y/m1da2LWznL3/5i3nmYMGaPdjuQyUai85QObZbXx3A28VfuSsCioAioAgoAoqAIrAKBNwdmPhjenbByx8oMc7v/UfhtvVz+cd+SLn5sfYZmNbY9gNpr7o6vML4wT4x/lmMlsS/2kq6EnuIfPS8N02MuPSbylUSLerqA/avk5MT2eJ03zgj4QRe9uHal5UUUXnzRaO6/GPjfwN6hW0dSwTt0dGBkZly0wncUHvrWYhKgUMM33DdahRtxz4KjC8vL03UNa5hLzjgQOg/ST9fc2DrZ2CP7xbjbw0yG3SKdjo/PzOOUzhQ+TkK1/HUDckB/c8w6l4fNg/Z8YfFMdPj78rYDZ3tv/9k5HX7rjg5uh7V9s9da2r5cRBwbbPj8w8CuO2fFIg8etBP0tQMRWBdCGDR0W+//WbetZYjOfvmciRyJekyP6cOYBc5vVYEFAFFQBFQBD4aAuGK2dyPlLD8R8Mrq+/afrjl5cXEQ2bXPQeV3Etynp9DTC5DerH6YRmfwrh3OV4x+YZK0MRzGD+uJG+e2GviD92a8ofJZ5DLjUld4C3Hr+YJuGY8ujAMyuZ0oXzBBGF564ktU8qA3qHpfkO34sw2aGqnqnT3qya65N2davsaTfxBpSk/lC9etsTfONpDyeJ1wlJd7ntvP174qTtFEDv2U5OR9ljLsAntxg+ncsnLM2SnQNgeTpa5zOWH5Zvv4VzC9+If7h82zy/Pcs1tWq189XFgXP7N0jG3bl9w6sFxiq2JfRlj8jGtToccms996xVUyzZ/3ZycHIm8b+JMejPOVPKFLqMcJa8EtdKeU/YXr4fvoGKxALC+vb0tI8Xjpfun7pbyFTRwX+qEduiOE5x4tBXYCw7fZkzSIv85OzsXrHeMA9Lswk98trYCMQNT2VY7xvGOLZMfn+7t98XFduy3fx3boz5NZA1Np06tLG0i1U9T6SSE+qBvy8E2MK5fXFwYu7m7vTN9dRqbCWWjLpStzTmk4dbpQ8+tP8J1aRP9aDU5fvnN35Ayn8tMn6btSN05056rFybJZBvE2ol5Dg3nknpU8sdoFBXI26lfv8QiBi6AQW64sC8mTwPPOoN6SqT9udMIn3uvr8+m3u7OOK4Z4kZhKvyYspZzrD3WIrvK2QcB2i4+W3FxfrX5/sP5NAv7eKRPWV5T2MvA/u+BML58ruPXY9VwM74UDcw0SxFQBBQBRUARUAQUAUVgnQi4ExF46ezz4jlcc7yMJ17I8aOAf8MZLY9C8kfPTKJ6/CPt4OWPJxMnS2y7R/iOx2p9lGSilj+Yt48P2wbnbRwuX8riyDGRfZYcQJ9/ZeKaLlz8lif3mLu8ckL0+Ei29ZVvACOq027znddbutyWjlfjoN6VWX86gLEtazU+TiyW138i/auRPfqGOJUuL6SUfG/5+5/yTdSlR1xXCmErYvy5UbRV7pxX3XDHAoeT4xPjyMNzou03XOfUqIkXtiDGd7qvr6/Ncw79dqf9asQm0pPm7e3tbK6+XMj2ybtmcQkc77u7sV0puojhjs/d7MByaV8fkdfAHvZyfXM93xhj3u1dOTvgw2evN051qD95UbZZm3NdmK09duqifMwUz67Yhl2gYB2cEwdtOJGtyYrAR0Lg17/8OsJzcyTE2De9cWAI7XFH9C7zc+MsMxmiu9ZVBBQBRUARUAQUgeUgkF1htxxR1yeJ+8Nv6WvwKF8lc2q1+fraQSWeBAGOHSMRlyAxOaz90cnBFfMjsVg5GVmFgf8xKW4iLuQmPNAmo/1grcaCKqojZJi5p42MJlOG3+KyOa42C5aL4O0dIdzItp1sMRJchEDHaqxM3zTr+C0WOhSzHEOcQKa/SMfZ29/b4BudiPy1jjFIGOlDheBWRztpg0g+0+X6KtWzHmQ4EEcktsiDUykbjTpq/+8pdFFtd2dvcySyw4GOrZQRBYw/HEsf1xGNAhuB3Dgv83DHZ2vHwBV2juPr16/OYqFlakCpgPH5+bkJ0Ht6xve5ESGH8Qn2siM70mAK09E36LZ8X5BCWzmAOcZwbPsM53X5fM4+/zgGO7qVGjCvTAgucvlB8dptVf/s7Mz0SSwwwV84rnO8r5FYfAJ1jOE7tfDkDT523OvCMTDxLlXbl83aZ3tSpmTX50+CP+0t/8x1MU7LGtpzuqSTQ9mcJP/Stal2cvj129+F8hOf9hQmKllgJE/2Rgah/I2Fo5nEt5lPtOqaErv2n666TU2/qzxSHrYBe8b50+mnzT//+Y/N77//bt9d+LuRfZH3Pfh0rkKenSv6FdhX8R6M3XBwDO8P8nbU4ZHC3uNLpneKgCKgCCgCioAioAgoAoqAIqAIKAKKgCKgCGwRAU6ajCECaD0+PW4Q/YvoQjiLcL/bKbKww2zLGEIXNODQg9w8GBnJ+6We4QjDJNeBRFtjEv8B36LFDNjCD9odIq7hs/n+/ftqnKiAFlHL2LoaesCRhzN1WjL0sPOrqyuzQANR10/Y6hwCw3hWcMDOD48kYlzsvN23i5fVLrAbHPhm9Lad6WM2NxZOTbN4akwpldZ7RUDt77227DL0wjvWGM7EZWhjFwZeXV4ZR/BSZBpPju29/2YjgLf9krht/uM18nYoKX7NuCs+zfhobjMC7+kh26yp5r5rBLquoOtafiLwhve/OVeOzsmrLeC5NYCVzGZloUwcIviqWmVoX17rr7B2gm54++T0qOQrS3orNK1+oRzVc78uOehU+SXV4GJq/SJ6UQKjX67dbOFQb5LIn/vwp0yoy+sUJ0s/PQln6yN6Bv6Y16JNTUTkHGNPjodnY3V72ak6SByAoH68kNAtIuNS+WVUrzXHolgEe0+fSH6Cgd8PYjYRi4JzJx8SvHZQL973rCjxeqE9V99qdRWI1XVk97CPlQUtpjv1XBZFZIMvDxshtsUn6XlEsjfp/mHlYsRkODnf6xtyxAW2wuuUhIU9+fo7hXPfBSjopyNECrsqyiHSV4YCGQiIseUV9o+uEcFCdXN0LN+jFUfT/d29RHZiK2XYpW2vmH7wPcHuqryYHefaO2VXxLC5PvQ8PT0xhevf/0Uy6Rd0Ev2/0oF8wzPpOOmebTTLWY5PRfXnp9fN5QWiCveNUwkRnW233HYkyF96MuaLJ0uUdN4Ebyv3i9jH0yOcqLBFWJBjk4Up0KedfQ4kGRP35vbzq7OOn4o7+43rt83N9Y1xANdLLDMF31zGH8Y3RLnjeWQxBeaOvq59l20mvdgMGmndwnEzLCnDQr9DZMA4cf75Qp7hO/Lt38fNqwxppd+a8jqy4nlIu+FzzeufUtbko25RLz3eOdjUNIBSecXg/P38+bOpnd1hoODhyStp/vtDUchJD8tXJQZeebjW5dgh/r3ZFPg6Xd8jFfA3eUxzeNsxxKvp3UiMe3nPV0rv95dDqyzYcJFqD9pTVdUOZC7/Kq/HlSdnpVOS0o79Fm4yf8N3LNp5QDOCNWhV+qcajhxjz3TWAU+fn+3XlIU08Lul+KZvMZBU442tz/e0ML3eHhVNc0U8ywHF5pe31D+oVt6yfpkQXBT1K7yC/OK27L8pfql0kkt8wz14zZPSPrbsCyQz9JzSs9RvKINE/ardwwK+fRn9xSTb/P4NZY7p9hrYr/QM+b+y75B7KN3s92Kv+HLC5dXl5kY+RVD2zpwdjyooUXFtkWntGLltg2u0jZvWjkq8FLsSmpHX8ZJVajfpq3p6pQgoAoqAIqAIKAKKgCKgCCgCisBkCMAJnJvMnYy5Ep4AgfIn/AS0laQi0A4BTr7AyYTjWbaZNZNh5i79D+ulS0ybs2e+IyrT8zKxPOYk0rRSW0fk8fGxmfTC5Ce2Ul7LUU6ui8DWUbeeMQyRy7DZr9++mq2rYTOxieGltQVsBc7rh/sHWaBxVzlQS0HRBsttB0RdI3L55uamlLj5QpbEjPmR82ZmyVy8a52f4zvd9oAOa7AXyps7r8X+c3po/joRYF9aQl9fJ4Iq9UdEAAuSTuQzHHqMg0A2AngcNkpFEVAEFAFFQBFQBBSBj45AfQXx9IhgrZ+7crE/x7FX37aTpKv8urYRuHKiIYXxNI6MibF3V5XPugI4heJHS59v/ArtM2fP7VtibBvtOz6NMya317tFSbd/tSg+Z5Ew4i2MAO4qi7jBNnAy7YpDdU3bnGIb3xOJAIYD+Nu3b6txpOKbrsfHp+a59OPHj+zzqWxP2OSWx3o48/b3DyQS9cZsFY6ImXB8KuVdyAXGy4ODA+NEhX3D4d5O5rHHx7aA+HwhO2z8QeS+Fyek9QBXDt9X44mXMbRKMoy4WGxbDhaMU1++fDHRy+ircKDmcbcRWLvuSoMYbDOMz/h28adPdqId0b/zf+/at4MYDMk0D58BdJIMBma48qXGtKIMnk84XNuZ5/cXcQs61kDV30d1YpPQBm3qtnG0GGgw4jJaYOWJxGiB77erRBZ4FtvWywIh7vwTU6XfbyRLP0ZvSWkHB3ubv//9b5v//M//LJ5JtLM5pRyPpzuuj6VB2+hf8FMH8FioKx1FQBFQBBQBRUARUAQGIbDtH01T85+a/iDwR6js6jfej4URBCtIuPJxK7XxqPsLDWL6u/zH5DsSrdSkXFvypv6AyR2Xf2wiyc1vK9O7Kje1/UxNH40xB4+FNvqC7Pf4+FC29j3ePD7ebR7kr9/k2fw4Y9vq05NPxjEA5xKcTOMd09kmnO34Q8Q1nJHpLRDH06aJUulgyUzG43vL5+fnptTXr183jw+Pq5i/xwQjo3+BNR2Ra7Fz881laUBsXf3yjD2U2ZrWRqNbJZuxNfbewbrTnxG1fHJsv7mM6N9x++eU8ltcd8wssjgc5Bbfu2Y/de1misnrKTVbDO2hz7+h9VsBwWdA2eFa1RqnEHk3UcuUmQWjJvm2nEf9Y78fZhEt0z6zyPCemIyHZ5xSPHVpCMLx/enTp83FxcXmzz//XJp4LeVxsd7ue4o6gFs2mRZTBBQBRUARUAQUAUUgj4D7kheWTr30NdUJaeTuYzyYluKTSs/xapvfhT5ldWkzLUaHeW75ua9jcqVkyJWdQp8cT1fWPvxz9Jvyu/GrfyPKlT38Qpefl7zjpEmsQJuJlCnrQ6Ym+jGZB6WN11ZxMdq1tzvhDKepnXSuJiX9/Dgnm9qGX5POIW3Sq2SprC5GJ0xj/ZBu2/uifsouc7aSqteWfVnf1T9TOSdTQ3VG+oYRwOkqId7xkvv7+yY6Eg5Ju01rWC+lX679Qjoh/1z9sLx/D4ckwh4R1YlvALfvBz4d/y4ns1+67x2wRkRh4/bPpX05XJg2wI4cavay2G73rfgmXsqptbu3u9nHNuHiUH19EceYMQu5rhG0CfNE6YXMaVOVVGbC9PSTsY872UKZjrywZjV21XPiKRWPeD5liefWU+Pljw5PzLdz7x8kCvX1SRYOHHhVd3aaF7AxEtir5NxMGSGM6GUcGFfa9s+U/Tki28uyD/Qdn2oUJQFtCnqvm6ur883e/s7m9loWxiDyWg7oEOoRyhvmm4qt/om3f6uqZSHSyNlmWWHARcGLY1IbSmWbRQpn6BhcpX6Id4RSv6RQtow8WSYlvS722dRuwJv5OKPfs73lEvKWPFlO0pOHUzdZpikj5OHo6WDH/oCFFDjKb/4WuiTHp1IXW6/2b8nD4VvWAbOMfmX9GuVOCdRvs5HFOe5R0O9rr9t5froKNF+Xn8tNFOsShRknEdoX2jNMi9dMpfq1/btdtFdpPykKy0jHO83V1dXm+vpa3n3HXPjo6ufj4+bY60z/qleQlBzNaKVEYo5WO/nalUqIoMmKgCKgCCgCioAioAgoAmMhgJc7/o1Fswsd8s69ZHah6ZTFDw3+Ocnv5tL7IUUsF6Td1PLl6Hv5C8KlFGWo3Y9YH1jV8KJNDeVTKryuC2JSw2UkNaamb8RkG44k86rIUPft2+/R0cHm4HBvc3d3LVv7Xq8GRWxHfHJybBx6jY7UPhpNaP92G+V941SiY6mPiGPVeZUdTvGXO7BQYE/+HsUZdv9wb4vnturNEZ0pH1HOmDSFnWDCvpq0n0mAnmxgK3QgYKGDPdyxY/vjR0o1RAAfS//E4gw43tdzCKbS/09O7PbP1zc/pH9MNcm+HlTGldS14T6Uh9ZvwZPPgBZFxy/Stl+3KLdVPcZHpjPFbem/Lb6dAVpLhRa23lKV6OJptNeKDkQB43vAqzw8rIH79rDXCOBVWpAKrQgoAoqAIqAIKALrROADr73rs/q46wpV8vBettdpKUOk5gSqpcHV4ohkGkJV6zYjMHXfnpp+s3Y2lzJM++M1tF/jvIguv4c8HWTpPD7k6Ofy22D6UcrQdravLyIIX03wCqJSK+eYb3fbl9OXYFccNJ9E3o1xpI7+fU72DZ/pKHfY/hnOVGyJiz84JtsdHfqX+8zP6JKMwKJQBS18ew7jC745Ozre5DXaucIUUaiIuAbWnSLFiZuL5WjyNRES2eGRF+f657OLDSL+727uem+hPGWEb5MWp+JAxRiCRQ6uvSx7XLEanZ2dmwtEusNmeEB2PH9n0WGQ/VX2T9mXdW4jH8t0eKdZlpITSkNsWrCgHbUoOm4RyhhExpZMmF8mdLsox2W7A4Jd2MMIcfk2PSOAy3LdyGvpZSPAnTzavz8tW58u0sGB/SbvBZ9lG+ifP2+8Z1QXOlsru7Uxqa7xwFGoTlBTFAFFQBFQBBQBRUARUAQUAUVAEVAEto2AOLfahLptW0zlrwjMhIDZSu7yyjg0EGG4hIjUtqrTCfPt2zfPwdS2/rbKITISTiXIvZZIVNgJolHhvMb3UF2H3rZwbMvXRoqfGNuuomjj2/m2pTl5OZncPTyUCFrBG8fXb1+NAxiO7OUfNpwc0b8P9w/FtvLLl5oSYqvzS5lYxzfGYS/PL370L8cdlreOJ7twZi39mbLrWRGYGwEsSJliUYqsy1jN83RuzJXf+0MAz6HTT6cmCjh8Jr0/bafTSCOAp8NWKSsCisA7R+Cj/+jRh+87N/Btq5ddwdovlDG6DY6ja/tv0PRdod1Ub4x1eSF90AzToHAsreKf799d8CfdGE8HfHPJMkUdzw5IJ6zj3JvypIEfx05eq8sWPITO21tkhbeJUCRDS0d+r5iDz4udnXb0W4nqFGpuL/IELrx2Kve6rDAuq0dXuDrlvPx+cpT9s4v5lQJWF2wPm8I2w5nXRdk2BkS9xPbeigEm2R6ePVfy2CvBhLTcLEmz30B1sHTzk9dw/tpMOoHz31Jt1y5J/ZKydMvw2weNjT8oE5OPaRU+b0W0MPsfuUscn7lErET0KPEnTZTiNehbHm9lOXccqGhOjU9qMrH85hxFDpWk/ZXyhwUy90X9oJdU0WExukwjb7BgWoZdKjttx1S8soUYjf2DfROFCuevaSvKUxhMqttLDzfkdsVZFTt2SCeW2TttV6I5ZQwQlsY5JiIMdUbW+xeEczEjjnGhw34VL4Xn5Jtxoh4eHpptq+EERhRLun9YGfjNRE+mFLauXaUEYXqqrKOQwUYwhuMRjlRsofz4eC+YP5WRyzKyGorUg3ju7NJZafPJdu4z5EYU8M8fP43jHbpQRitLon1LfFxbQDu21aAYXzPf6K1vRWL5HRzuitx7gjm+b/3SYCdt5Zmn3LNEzZ6dfTKYI4L29va2kbHfFgh8jo8nNSJFH3jz+mpV6nXHfR7V6e4Ui8FCfvt7hyLDrv3u8r30UUMGMrVr+Lb6lL+/yt08fPq7/Kaon1wpWFyF8ocFcvlh+a73qedvlI7oYnYcKPuWlEqNZUW77pQvuqBI20j02SjTTGLAfzS8aJ+p9gvs05dS9OR7m/d8pd7y9C1+P72WixrFUEteZfyr2DITWZec/HGNqdU5LF/l2Cs/vz4uWr6pb5S/vT0ZMvIEDAnb+7eIa6a0G8hu+ZfvsYLHzkbqgK2UK9NJv6xbsAvavUid/RSOFykBQrtkvTA9rM9yYTrve9cvzCpXn3yGnhnpG0b+8p70y3JMiJwxpPjWGyk0UVLYHl3wK58ZhWzYSea3334zC62ub8LPt+T6d07BKRAiTaf/lgNHYVCBWGl8XFpBJXNL/VkuVmZ7dhCXRlMVAUVAEVAEFAFFQBFQBBSB3gjwBbg3Aa2oCLwfBOSHZvjje2nKlb+FlyaYyvMuEcBkGSdYfvz4YRx9S1f0XqIKGY368PhgnHqc9Fu67JAPDmA425c+FhFL2Af+ELmMiEj8rUV26ABbAd7ff3w3KlH28Ex9l3I+OT6RKNQTsW/55rJgzn66FPlScmBByOXFpXHE/Ly+HrxAI8VnqnQsLHFtPccHduT+5cprviLwkRFgX/nIGKju20XgjauBB4rBd4iBZAZV39/b31x9+bKa94NByk5QObLMZAIuSlIRUAQUAUVAEVAEFIEPiQBW4m3TKZnjPad87qrElFxumfUaDCcu+WMpdT+vhu8D2+kwc/Dps1K+T51OyjjytRpTJMrA/t+Jy1yFreMXK6AxmWwjIthP4jI4+rtYh1EO8cr5VEPT4YEaSOtBP+z3eeYzlXBxm4llyWabvBk5I+Z2fn4pkXrYkvhZJpAkYlPkKifHisdSOsK41GbWC/SL46NT2RL3dXN392iiUscXILD9ERhAbjgj4axGJC3+WvfxzvzReMN1oHxnZ2dGbkQtT+eMhLypd6HOAJgKiPyFMw9RQnS6h+MRdezHoanWMPxPTk8McchLmZu4LSXvYP9gc3B4gCfZ5vHhfilitZbj9PRUyu6aLbeH7i7QmulHK7jV518B9hJk6N3uXcaWLmV7C7Ssim7blhHQM4tIGRIBzm2l4fMpfAYwvS0dLSevt4XjF1hy54I+iwfdtsD1NtsC/D9/PpNdN87ke8A/V9LMc4xJ7XioA3glJqNiKgKKgCKgCCgCioAisG4Ehk50uvVjL7pu/hRITU1/CpnHpLll/Xs44sbUPkvLk49bgWZrdSiwZfw9R0X3GZ5y10fRuJqfkilzUavdzujQv+j3HtYdIOxadC4+XeWKlnftIzY+RitVia6unMircns5wt3q019b/ZsmpzBphe1wj46ONz/Md13tps7YUrXaQHJ6SfMc3La0Wz/DkcpJt2U6aVyZrf1B3qsr+71l6AyHJCYfwy0M83hICdc+WSFmp8wbcIaMJqKzoPH8/LzB1oP5w8UgX9ot4W516O0AWxZyaaf7N+TGlrPy1Unj0EMbNPWJkvwWL7Blq5VReuLrY3YL5bSo8S0V0+XHyTmWvnl8hO3CZbGA2PgkR8z+R2QE/LHQAWPL0u2ln9q5/pPL78e1dS2vfbu/X7Xms9qCaB/iwnMXZdz27VJvrLIz8C9tqAc+Zd2x9FU6S0EA4/kYB97b+jiPx+Dt0sA7DRZdXci7zu3tnTyz/G/Wu2Xfz/XQ8aOq3+ZN9v3gppooAoqAIqAIKAKKwIdGID6xNiYksYk5plUvYGNy7EaLsri1mDaefP4PjjpdTmSXDh1XnNp1vb5fpCmfuvk1ut010e9GKV86x2uoPn3o5+rktWIJ1wnINPdcOQad1KknJuhE6MunSz3yctTLXhr6PSZ0hHA9kjHXljH7ytVp1sBv84qW/Ia3E82GJScoYo7zqk49Wg6V3fxmWeK51Bl0Qlpj0I9zjaeG/MNSlNVNb6jTxt5y9tuUX9Iv7LOpLEQuy7vyD722+vOZwzOoht/ie5KoXzhqEBVhnR1PsgChvfOX6EfHqaFqmPrxtsT3Z49P5Dud8t+NbDHr6jgK20FE4jKDJJzt2P4Zxx9//FE6sE2C+YeIVim1qyab8vJa0Eranz++mklOScKEJyJMdncxZebQ54QqBrFyzAAOsfHL1cihUSTLlGp55ZasrtP4VmV4hW/oHphx/+G22nK7et9iubHOlH0IPXwTenfz6dOpRNHuC+bPpm/2sfFX+W5w08FviKbK9O3XJ7KF8u6e9E5hj28Aj3p4Nt5Mmb9v2N5v5bdSbT2mu1S4/TMcv9/NophmDN26Xa8pX9d6w8rn2iOXP4x7tnaH9s3SCgskx7uwoL13F6HESgxuv47yFFKVorB/dht1mtq3G6VSkMyFP3ZhfMNzwn/GWBIB/0ZbCMqCQFi+xDfGy3Ks/RvSqBVoSCj5NZTRrM4I0MnKhXKpexJmOd6zvLnHYrARtn+GDZNu7DlC3mOfOea4YxP5//LLl81P+YwLP3XhvaONLUgreuFYE/bDSB/O0g1puhXa0KvXb1PL5aLXioAioAgoAoqAIqAIKAKKQA8E8CLKvx7VvR+qETpefg/6uSqgz79c2feYT92nxjmJHdsc5yUejlzEalQxt63/MP4OOhs4hX3HcBugYvxdqm1odC0zBX06u7vKkilPm5MzJiD9SchMXZPt6EpaXjUn30tvvukuRzO9dC70hoxpOY+Pj2RL4lOLj5R7fnoxk7OYUOKkUpr+nDnUw57ppMEc8tPz05yCtOdFm8G5OIjrONj6mDS1M/n3PfN7y7Kjrzk48ZmnRxnzJcMS7ngYp1LhmnuPQp/79u2bieYcB/tQ2nHvHx7uzAKHXemH6MP4BvDrW/eonn7j3gi6GLnfJML9cfPwONUW0LQK1w6GyQ7bOD8/N4s0bq5vym8Xr8FmOmvujEvR/pPL78ywa4Xx27erBMsu79o9seogsde+HeqNVXQO/uDRmw8xdXEeS3mlowiMjwCe93/5y1/EMZ1beDc+79kpsm/37d9OfY0Anr31lKEioAgoAoqAIqAIvB8EsJZuxT+YsIK37wtl50Zsse6QK4r7yMS6neUavwKdHpxIC+/H5zgDxQXhW2o7pv0uUb9S0fVfxHo/+0d77WJU2tfebkk4ZRH1LENuEcrSXf8GDRz7FU6mILY2xoEtYe3B8/TPLI55PIN/uB6+EGqUk8UywaHAZl+2jcNWvq8S5HZ7c28iJRFVawMk5Ltmu4n6o0jYnwh0wzbEbxIG8SDbtC72oA0WMOIbbTjwHV38hZEqdT1on/WcVtEd5B+r3iHt4EAiOnf2zUKBu7uJtvSFPJC3eNdhdFtazBg27Mc27/PZqXwX75PBGvbCY9RxhkRjZ+KfV8arfXwMuT+bvvn121dx/vaLQh2mJ7GEaDGsPZHNzbNEzR7Kt3/PJHoZo9uPHz/Fxt9kQrpednhKD6KOfcX4I0If3//FGP0gTvf6AZ4uLvUSmpJHgBF41XM4Vqd7+7rPVpdiuh+QxxrblLK7mna45tjUocriilKHPr+PZ1GGbVSsnOrJk3Yd2nEqvSeb3tUoBwmEcjJ9Kef2C9iaJd6mnowEdiWEXp/PP28uZBET3hve/cH+n1KU+bHxgXlSl700RUbTFQFFQBFQBBQBRUARUAQUAUVAEVAEFAFFYAACcP6K12cAhXZVMUEVTlK1qzluqa5ydC3fVVpMGIkv1WBj20ImQ5Amjt+lOn+hIyJSsZWydewv00mdagvgi+228beWY09kxmqFH7L9M+TGVrrhdrpL1OX4WOxEvm8NZzvkxoTtNidtO2MkmGMb4vxCgc6UJ6rwJpPPF2IrRZ+UoR1RzGs54PyFfeDb3Ku0l7UArXIqAoqAIqAIjIoA321++fUX803gUYm/Y2IaAfyOG1dVUwQUAUVgSgSmnlzkgz2lQ45/rn6KrqavA4Fc+2e/NRhbIeeonraf2No5pmFVdbiyGnlhmsNoskvKlGHg4VDV4eR4unYXJwbpujgwLeBg5HHLOflmBWOsHtNQj9dOvV6XERmcFZRt+YR2+lZEtnSzry4KROT2qvfBh3Vc2kzziGdvWgcGeXZJssLTa4MinWnROqxbnHNlSCuoFt7ueMuROeHrbEPVkk5It7yPyllhjkjApqMM+KwVqmjUsrwEt62Z4dZ1r5kfP7PNscXpThaXGF/SdXm618zPn+P9rolnniZKVHRDWv44acs1OWX66MU6Fe/w27eMQOKzKB2JRBoFTc8OyUcUDtqxHOeKfWyhp7VQiarFBWFoMFvSIJZwyNLpxjP7HcsC++pwiFM+JhV6nJweiYPsYPP09LS5f7gtneTWZ8PCcBA3RyDmno8h/pWMuSsHY6fo0dGRcVQ/Pd1tHp/6O1LdbYYd8uUl+2qZULuw9hHV3xC3DU0H3ufPnw3Gd3d35tu0VVRqXE/ap/d8LduStukIxTwnaYxLfG8ZNvAgNoJv0sKJjaPUuzCV8t7k7pb51p5MYvBPgV85fssW5AIZbP1VdImjwlRXf177eccnx0bIl2c4rCEk8wMxErelWIn86rHn02WfNcpIXfZPpof3VTtbRojKxzbnjw/PMm7sFbIjjwOHLVf9a9Pr9H25qvL2Km7fxDIsnb+HXewf7G/29/ZNZP7d3a1UAu6+3NS/oliNNVVa4oo27o3FzWU9u3TqUw7iBgcwdIADGN8AfqsNENCDslY4sX5CigHJFY84keb2ZZ3o+O2MTyy32TjjvJdPPn47sl5a/2b5+Ulm7/nrtA/ps514H57JH+doWdIMKyZ+i5JGvH9URIgG+Vc5xVUbG61VchKicrMt8IkH2iLPTl3nkvrYJJZF21haSfkT+FSkKUuV4l/Z9vfpF/yjuoX2EtJHvtR/c35b+Ayjd2+uXUdK+PKxQMib6ZFzVBeUs/p440+kevr56Bf227HKS6WzBPULy6XSWS88s3yYHt6HfML88L4tXb53sH54n0tn/tLObfFK4lSOM7ZvncnOJ19+udz8z//8TzEedrDlUcHx+db7AUdQn2mlJ8eDSDmvz/l8SmolLmWKXLAsaVcpbim9VgQUAUVAEVAEFAFFQBFQBLaAQPWSugXmyvIdIEDnwztQRVVQBD4UAtiyuu3kUB9gsOUpXNP39w/G6dGHxtx1MOnHiT9E6eFvDQdlhrMDDiY43ddwuHjTFnHm9ZJ1wEQiFnvc3sriBvwn84j1ScjlaXB5eelFoi5PwrhEWJgBx/Xu3m75zeV4yWWmHh0ebZ4eZTGMjCnV4oxlyqpSxRGonAfxfE1VBBQBReA9I4Ax8OrqaoPnsR55BDQCOI+RllAEFAFFQBFQBBSBtSDgrZKbQWjwi666I++hDk2s3utCg6v9yH9J56llm5r+krDchixbwDfbvyCT7R+u4xeRFlv5nOfk4w/bILJCeBsm0YFnLrqkHSnq3650p1IYxyduv2kna4diM7R+He0u+pqygn+XOjWOmfY7KrZRfnmpvo9ao7GQBDgcgQWc1pjYwjWcNHSsxsUcvw3jfFKp5P9mHGOIMIRD8vXFRqTuSaQnjioiPUUnkp5p20iNzklwmu7ty3dRT0Tul9cNIpfZDp2JdaxA5NLVUCL+LggZgTXkRrT80/OTcbgzDp8Pw0F9ywiWlxLFyIdnU9VJDyNkEQGMyF9sXQ0bD+ux/qTnHuP/jixuOJYtt/Hu8SxjCu16kncP1/4bf3O4KKVtxmz/LILu7e4ZO3drldfg2ZpXWUsv+iDQq337MFprnXZjT1q7ofXTlNeWw8VMWxln1waWyrt4BGDPWIgFJzCigOVx3HjQ/hsLLTJzyBhW1a2uFqmkCqUIKAKKgCKgCCgCisCCEXhHkyN4Z+bfghGfUDRqn/n10FuCqehSoKnpk89U5z74p3ROpQ+QHX2df33IsG5qzMjl9+HZqU4f/Dsx0MKKwJYQKLZhFCcqJj0fHx6Ns6kSxrX9CcaOilGnK0xUweELJw2OHz9+GIdwJyKtC7sYtK4UFCQN6wSE4xpOvbvie7RB4eXccuyVNyCBW4S3fzc3NxmHe6UCtk/mX5U65hWxxRlCVtN4tBNO6D89ygIHsZ1uh0u/W80hpWHftBNELq/pODv7ZBy/iG6/ub6eVnTaaOr9IcodbVo/YCfn5+dmcQOif9FHo0cnXlEKIyfSRmNkmRfXOVZD09aEgLbvmlqrJmuv8atGRRMUgSQCFxcXThQw3n+6vAN9nPFFI4CTJqQZioAioAgoAoqAIrB4BNxV07MIG04uYBIuTBsiSDWpV1FhWowP86rSzVd1Gt5337J41us38wtzc/Lm8qfgP5RmqGN430Q/p29IK3YP+oWDo5bdjf5bZsIv/w3XmgAtEip83oqP18o0vK1n1KIOkhrK50SoYKtRRgF731hzJcjat1u4uA55ukXa0GuqD1pN+aQvE7bTHRX+0/Eg5RwvtjXLdz2H9DvgRqy7svTKjy2/R1xuhtIP6ck99RY7DNELS0/A3WNBBxa+iRo/Cgk6OrfeJAr1+Phk8+n0k3EA393fGfKITN3ZfS0iDl3tU/zjUk2RCizgWEIE8OHRoXHS1LdR7tYi8Sh8V++cJjF+RX2MY7QlIYOozt0d+/coW0DbyGXWT/G06YykrEvD+vUcm2LrJ6OkHflKCmb8RXujLiJJDg3miP7l86QsG7nw3p8i+bGk0L75jWuW9fNdrOL645vTJyefTHV8y/XpGQ69tjZc0a++8UtJ4vyYWz9bWlWEjZWhurcLGdzH2dnZWelkx1bhHAPqtMdIqXStUYvZRq2Qn4DxBP3zWpy/GJKq944GPj6J/F3T+0FYOywLncI0qWO2wpdGQNTU9+/fzfd/LalQbrR/mBYyHfM+Zm/kj3NT/phy9KUVk8+lVeiS6potbbDqT5Z2rc908Xu44uWuaUtuB3bqlO/tTlplf5Ib6hfeu/XKa7Z/mdBw0a5s6vUB4+iwg+3vNjDbXM41fVl+GNe+tWlHNfvpSzBWjzYTy1t42iz4RDDIvXck328itPokUe9U3ZS95N6F6u8XKQ7d0inPycnJ5pdfftn8/vv/V0YB78hLL/PjVNuNGfG6Y6fOMx7Mw2VsbJSeIqAIKAKKgCKgCCgCi0BgSS+PwwB5c36zQqv3o1lLXPBDlX8tq3QqNvUP4anpd1K2R2Ejf0fLm1VnytayZ9RmmZx6kLsme0f6PSBurrJt/s3SjZ2bm+QYm99Hogdsl4QvZMGcNRwecDLBYbMrUbXFehNpmrA/si9st9UOZctqTGrhDIcknHuT4eqNRz31L8Y1TFDiu66vgvu3b982L7InX/Mk3HZxZvvDMXZxeSGyvolj7GsnoVyfyzSRwGiT+IEIWmzpi+PHzx+b5yeJAHbe5+K1wlS2eZpPWGOMe2DOY2vbP1OAjmdCjMj87nh3ZGbeyNlGLet6fbqqg/EENoMFJc3fFJ/XFioJc1cRHIqxp/5elaOl+etAwLXFSPuvQ4kPLCXbzG3HDwyHqj46Anjv/Pz5s3lnfjPvnB1YeM9K2mqH+isqqhHAK2osFVURUAQUAUVAEVAEcghwbds7+ZGBFcPei2mT/tCZ+jeVi+fFo4PiZd9lam119sq0XLv8Ubhhz+37crky2p2Nj9Ltm5jrX7uFg0aiKRERZLag4grkXN0WMpVt/NKicLcidvW2lXGqldrdJJqmNB1oPINL5ZxiG7W3uWmk3AJV86wh32H6v7HPFvZa4Uv6E5zd52TZTywffKvz8EAiO+X7rnfX1pFaC2IK6kwgYWeSiASBIxUHHDW5yJAywsjFojPX4RUQ/XtwcCDf0X3ZPDw+FFtYs28Npz8JBWn/3T3ZjvjwyJBPboubYE5nYCJ7hOQYfjYNW4TDoYfI6ZvrG/MMKr//OwLnkgT7SMa+2N95Zv3q3j6g8bxGFC1s5V//+td0ixsoQPYcwzhe6eT0ZHMgkfn3d/flwgx8QxpHcgODOKkOqe3layKKhTBYTAKHO87v4qBtDlJmCL7uM3MInQ4KQOdMX+xATYsOQsBt/2pRyyCSWlkRWCAC7m8nT7zaS7WXO/kN3o/xHoR3Zrwvv7xg4WFLtqM8P1ry2kqxanya6em0FS2VqSKgCCgCioAioAgoAoqAIqAIKAJbQKD6wbUF5spSEdgaAjuy9AF/SzleX18k2tfOBGHyChNDazg40YYz/9YgNx199w/3mweZiBuyMG1OfeGQhJ0gSrw5MnIeqbA1NG2gkaOYtjvRCR1o7431Zs4MbZh2AjGY10rfmeUO2UHuiwu7MOO5cKCuQW7qAQcwJsp//vz5fhzAVE7PkyPAvjo5I2WgCCgCikACAY5D4flSns12R5TJVoInJFpHskYAr6OdVEpFQBFQBD4cAkN/TA+t705MfDjw16BwcrVeMbE7cFX09PbTcnLc0yNVx53M5nWqbD2d0X6oKV9RzbR+vX6mQjQ7jW87/uP2T+qU4x1VJUhsoGFslrzaLksNyEdvEXWKDPAmfRZs9wOIeOa/8Wv1Y/uxXsmt2Ec8TGd+dY7gJPgQlUoLt5yT+iZbXDpHGfnrpEUvvf4ULdGQWPF/Kz92FOJbRdOU3wM07Y4ZetGF4xbl4NlwreiX5Qppqm9EFvS9enWR314dWm52Uc9tn1IVz3YS9SmPNTiXcnFt28ul7xeydNP2Y/FM1/ep1e8ot5WDfGLlXIdJpQ75k069ZpuUNF9bO63fML75aPlm+nwWlB2xjbJumcAuKz2LfvL/s/cmTHajytborsF2ee4+5zvv3v//327EFy/i3e52t10u1/RYoAUJAoHGLVWlHGUhIKdFgrRJkOj/kkamO3rfHhwQujpZv05kSnYy/a/f/2V2pD7Z1z+fTqGfos6zHbfgM8QnESwZiTTtY3un16Jql3R+2c9njpOPHcs4bt7dmG/pvjXBvavTn398O/Eb6ZRnNCehPV/Qrjg7quMuMv00ahvikCEdyup4YEcngkwPD0822P7UjdcmvuoOr1+KByu4ahxD+U1gXpdV6Og9/0LNns+A7snsRH1ndorfWB8xm0maDvYZjKNMdzfkpHUEO+/gIi9J+jHfYGqrG51L36jEa8Kvr96cftz+Y3Zc4/vWXft6OAmI25n2/Bz7vxMdfJ7+l6hk7mGgI69QGsxxAkM/cHVYzjGX/ovXP3/89NH2y+/fvweG1ZSzj3xZPVx7w1nUnZ2N1C8pbL68uro2u9rN84oxCK+anPvqauLB3Zx5/Uo2NattK6JfYoc+dv5OXeTg9e1E5/Udp5erPdTpYL/DILQzfNEsdrCONURb0mUJTMfI7eRFY21Jt0x+jk6MD54iAOSzcom03czSKFstzfe0iXyKYX2Pphxf/XDhS8NzsGecJnKYCnp/n07pZJ20rH5Nv6Y9dQrUyOmayUuwc7zjevl7DgCMf+9khmDHrvu/+fdQRDXiQrZvM9m8tmkWIyqOa0dBuNMkP9P1aN70kTta3+K2ln/455+cchPy2B9LpKX2fWvezPFf//Vf9v6Ge/PwQb8EpkwPU5RKnyv9Ip1fSfWnvWl+SV6aT/+I84Ov0D/mWRlz1ytFQBFQBBQBRUARUAQUAUVAEVAEFAFFQBF4pQhgAmPqJMYqkJmZ6l3p02gkdukhCIyDr5dtJD1rNXxjFHjj9bi/zCugj3Lg1YHQG99bHvsK6DVsRJtzUrDM/8IG2y9NMBUBPexehg3r+LuP5pTVGSiBLdIefK8Px9///G3xTssHWJ25yOBgYskI0j88PtRfzX5mbSkePmF3uZszsMbkePW18iTWsyLQIXCcfqpNpggoAi8VAY5DvbO5L+PZ4suXLy/V9Fl26Q7gWfApsSKgCCgCioAioAisigBWzVZW1a0qP2XOVbyTdVpz7d28FYxrapbCuM9riQBXTSKP6X1qHbSS+ofcY6V2bgP7/xRQW2hb6kyR3UqzkHz8IM8fpfx87eVzd+5fyxusHA0CN2aHJL7Zidfi4hup+SPnG8g73/j/6fMnG8j78eOHCdSs0XfWse/9+49mh+QbF/w1wSa3hVWifj5MpRZx+tK+NhABMQRRMYaNCaI27X4ZMb7aVzgDJm7MBS3TQnHo+OH9BxvIQ9Aa+lNvnlm9PC6zxrZnLhTAblToujf9emh07Xf95tq+QvnRvFr+9gd2XJu9Q92ufUezkn/Tfyb+/kDwF4scsAPYjSnUMx37mO+sOcb/0oaJ+s/Ed3ucpo3fHBfS/tb62njSj7aX+I4mVAJF4OUgkPa71LLJ/Stl9IqvsTgLAeC//vqrcZGTvH+sCxzbN/UD5q8r/XTSAPDaCCt/RUARUAQUAUVAEVAEFAGDgJyU2e5hm9DL1+PwVTgsc2epX1yyzZWUvzw+dfvXtlLaNyyLsY7us52uspz0XCMWMqzS/FKp/3xuyqGHQLt/9Ug1Y18LrRZuDwRnzJ7I06+7X6fbny5gs7CIVdhhQgiTRNhJi92dF1eZCGCz5O36B15JbIORNoiaif8267xtRWCNACrOa70mcRmLQltempvk5ZV5XjA6I6hHn8lPJga6ZfQYw0XKdn5MXfH657y+Y/jPrSv1G37+wvcFry6vTt+//zCv3f6RBH/n6rEePQK/OID1t2/mlfLGZ/QQCAxNRP9tAABAAElEQVQ+o0n/cK9SF5Tzk4OyS+ylTqU6jflW/oz7yyT9hW4R/Qw9BMv5yRK+w+PDfLnKQRF4WQjgXrP1PR736U+fPtkg8Nayt289OVYNj08aAN6+dVSiIqAIKAKKgCKgCJQQyK0QZl70A7HEYOF8yp7MdvhBrM9WPsT1S4dzxsrKcVuCR8p3jk0pr9p1X5YMfOa/8SJpcvYzT9Yr6cG6pfJcfgvfHF1bXmx/jaami7PPzB/aI51AzP/IGuJZwst9i+zJKv+03GT87P5cwy9TjnGLgKXFW+vTyZPzvmhK7PwYaqWgdq0W/WN4Ai/1m8B/SmpIp5J/TZEDmpKs1N7SxPrS+qR2TOC/5H3V+3OKR6dnTZanT+0auCbNAG+8StlEyOzrWh/uy98EMyNNRlCXZ/g37fLMcAhZOf6hNE3hW7o4ft3/st8a5TBSQNfUzPGXPpsrZ56sZ8Vm/huo07UDvusKvNHH735iJ61gw7YSWaOSA21s+Uzkj2CvDeoZ3fF9xanfRu3ZMlYfb1/Xwr2Vav2W//jxo7k/nuy3f/HN5YvTlb9funGWbRa+ITx9/KWv9CyNMmL+3JEc645v0QJzvIaYO5cjJptdEJ++wPSbnFyQxt2+eL05bKW9zO9zaszx/hJj1UhdrYbxBLuucbhXnJfak/llbKrCJlWg3BKx0yd9znz238R09Bwn+1wS/sDb9znwTsotgxoGpKnV62tjc7z8QrnMTutG+suKI9IpT0nq/VFmJmnQlwBvpU9Ynu+SbTim/81s/wWN5W89WpGypqZpvl5vi0A6frVK7z0OtBJ29eb6R8mvqEZuWQzvjVhYx0V1U+2nnNbz2zdvT//+97/twjg8Z/Abvfi0Ru5Iv9HbrzOMQJ2+z3F+TtAp7x/s9aEec+bLVg6KgCKgCCgCioAioAgoAopAEYHwAOoCKfK6SLRYwZP4TY8fQvwx5AXYiRDotK1esXxeLa9H1X6KXutsJ4qMXUMTTp1sBA2iwIHNJyZnap/ZuBxd/9kArMxA8Z0H8MvF793Nu9O7m/c2uLfV5NO8tsCcuvuOqw0wmVcilCat2uVs077Y/UuM3eSfnGyjDu1ab1ETAV+3SMDc/U0wyQXHtpA8VYbD8eHx1+njxxu7AxWvUebihv69k3LOiL+4/8M/fv/9dxuMBPZ2crasNJVf9yz0k4I4gc08+Mln82p2vP55sYUCZL7ymWMKXnGOPz1SBAb6R/TcOlAvZdl8TZ44Nx6RTo00xWoj5GZ5TNA/4jOXPmK2zIUcEyKsqesyYpSLIvCSEUDw9zyH+TyGWWSG7wG/+GPE+KQ7gF+8N6iBioAioAgoAoqAIrA4AlzZHD10NUiZStfA2lV5zWv7hn9kTNq9hfYa28bNbbVtxUn2L6kifX+Qp/PfiyLm9O/hth4UcdZC6l9SguXb2ofvJWF9ROs34EraMz+dNGf+vLPEhDiN5EgfLPrXSH4vrvpEXPeAA9s2o4v71ujpdHt7e7p/uD9dNb9KGXhIv8swXyzLyUHfubh4c8IOSby+DgFJBJpcnxKrmEbLzbTtwve3i4ur05s379z3aPG6bYO3jOs9du/2Z4B4tAkrEWBnit9t3X1Ht0nUaPzYBm0+VcPp3dt3ZlfNlV0cEHwEmmNXqltEYP7vTJHf2GVek5WLV8IucfwhaA29zzdBnJjGMUTAI9sA7vvmzc3pqvuGLgLu69zrEr0WusRucdiDV27D571ttLuT83xyb2BZSKxgQ/8XWS8meRzb6LO2/f3u3TA+eL8Y3TY1DFheGv9YPlrwAgQlnVpZS93loqdW+vPV4/jb2u6t9U6j74/nw2BLyex/JZnN+JYY7CgftnDn79Zq4c0Q+FQDvgX8/Z/vp7uHn1urkJXH9k/buZSfZTI6M4xPITWaiRIoAoqAIqAIKAKKgCKgCCgCioAioAgoAoqAIrBHBC5OCJTZAJkJ5qaTLnvTGPphIoiTZpic5cTQ3nRN9eFkH763/GCCe/f3+V2Ge7MHwXb8QX98R/coh/m0tdUZeMJPsIBnqUU8W2AAvan7FvLmyoBfI4iKN0gi+PtgFpMc6eC3uf/55x/vN2wDeT6STaqrIqAIzEOAfX8eF6VWBPaJwMcPH08fP5n7tjng66/90B3Ar90D1H5FQBFQBBSBLAJzHxLmTjKeW34WlC0y051Z515BmurTiMGzf99u+rDJlfXzVhtjp82+j5x9ct2hTEtLXP64/iNksb3EjgZ+FwWvfL7w3wqTMru0oPGl5GczSjr72g0J6iq2mJDKyp8rg/zJFDa7tLO/xt+Vl8cfx4ztw3OQlktRptSNeWn9/Pc5uUI97MZL6HNtl7Le4jryl1Sg0Lmor8QopV/gutOv3G4Zv4zEChui/NYLZ1+QH4+PF4ho9I4cJrk8SSvTgqFvnxy9qGe+o5k/8nz7cwo1HPPcmVvuf65GwI8UrefO7qx6wraif7bJKerfe+9+yi8eX9LSKdeXJihmv0lrtu/9+H5rQjgIsOYDwZd+ty+xEH6SwSS0uwM0XA9rGrcfZZCH241/884EJK2uZj+eCabi+6LPHX4x/bCs8F1LyKFdjsbu9PNdMDiF3xTWYx3Tp8XQy+ptzk9G527Dr6jmbHX6e8GiPM/ff1s1RyKopyYRbOcroBEcKx4ZH7C7nEDgxxaTztWzTNnW9qL/X0dX86MLfPTXHG+ub8xrlG/spCZ2dYb7oy02+e7s/kf7so3zOMva89IZOwUm12YHLf5w4HXb4/x5jmbUizgIXkI/th+/+ctaV9eXp7fvzI7rZ/O6bfP6bRN2N0XkaZIZtqSdck7HUY+T1DXHWPpiV463CWA31O3Drfk2twlcG119P0/qw76hw+vRVUr1DLSpn0UOmWl3gWVgIlLkFwPt7fA1Yzk+27dVxyeyG3mUz3OgdD6Rly9qRckUF+L29Cyec0uqRpziCz8extntV53dVrSXLzAt+VeEVxDn7AR9x8zTe+au8gXsxhsuhCzPhtg2BGnigc1zYCJdBIM33MgjLpdtzXT3/OftkNQyzfoyD/rH1+lV3v60Vvs1F4u1U8Q1x9Knfu25dXhF9hFD4TspfVTfM5ueSPmnnCiP9UrXKR2vScfrsWfKK9HV+Jfoa4/XnAs4FeZB8t7c17LkLyW9i/p2HYXlPJf49DUp5AhfQ43rN5en//zn36dv3/40ixLvC+MPahKBMBYhNxyl/FBjTKpkZymf+hGnSJbtZ236tdWKuOuFIqAIKAKKgCKgCCgCioAioAgoAoqAIrAuAuUfw+vKVe4vA4FLM9nMCRO8Tnnv/gRd7T/MkZs/LH65/WkC1yYaVZi321VDYXIQNgDr+Qd4LMGnrgn8gn/12vuoQb9OAxz70K6sBV63jYUC0Bvf/z3KYfum8W18jxt6h4Vp+7YAfRKvwYwCXyZIBfxzf/u2RrU7LgKVyOhxDVPNXzACR3sueMFNMdk0vOHl69evk+lfEqEGgF9Sa6otioAioAgoAorAS0MgWcn30swbbQ9W+XFF7WjiV0AwgI9f/ToIAx6NX+bjcZv9g+DMLCS2c/Alj5mqnIt8wD8XUWlt/oso2cYEi8MZrHMTMMO7khzXg/tHGzTr1XpB/gOQ4EPv33+wgQ8Ea7D6/xBBYBPs/fjxkw2k/jLf0rXBpkcEr10wlP1inCPMGXfbJCFAdvP+xmL8xx9/9IgYQOsVFDKwccv9PS0UUM4Lwu5fBN3hI3hVePuxPqZDuuCVvthJi+9a49XV9YnqfYyP+CY3FjdAb+wA3s8xjM/NzfvT2zdvLc5HelU4d1vDv+/u8q9l36QNXtj9ZRPMjiRkbvvOpZ+N1XD/n83+1TE47/1xabjr99elJSq/JRH47bffzBtTzLPHwY+5fviyeuXBG1PVVwQUAUVAEVAEFAFF4LgIcLfOWjt21uZ/XOSd5mvhfnRcXoj+WAzDvykmrb6YZo3+6XblTTF3fzRz8ZlLvz9E1tYIm2ix+w1vzMXrju/ubk1O/vXPa+syhr95U+sJf79+/Tz9vPthXgHtdOaOzzG8tqz7+fNnGyC7sKuN5vvr3ImuyHaOnZlx8MOHD+bVvi6wB5ntB2zc6Mjoj520V1dXJ7y2+vw7advbm7vEoXe6i3Yc/ttif9G1AYLWYwOp7egsbxPxht7nClxb+w1+T5n+t7zF5+BYa+Fa+co6Z8aPlSVuyh5fXeLfpoJV2AAC8PnjH4s+h6wER+31zyuJPRRbPOfhGXWd48zj+wij9BvAI8DSqoqAIqAIKAKKgCKgCGyKAFZEjzrm/uAaKw/KzZVZM7DGnzrX6uXkkDZXlsubIkPyoTyEJpY6hnSivKVlLam/1G2mvrXJxVp/qtFLVXPpIv8ZeA3pVJQnlBui7+12H/Il8My1T41G6OLpS3gEXmYzod1pFYJeOdm5PClvD+lgE7UZF+To05PP+HOHV4vfjGe+O4onE8x7+47fGv1pAqm/bDB4PUVrbZXzV+aB1tFjxx4Ce9it8PfffxudXVDyGTPc5gh9wl6K/2ryRdXBZKl/UtcS8ZMNXCPIhAAZ/dwGzixJjT7m27NzcCwztDm/rtEYMgRScdzemu+jGr15bTPlfykvyEvzZP00Xas7Un+81pA72yEKeAMznvPjdarU3OtxPgf9sHMZOgJvfN8avo6DweCg/1zdUnr6X8m/0/rm2rfZk9mV/95kuDcJ9HwzQ4qsMeikwdGLq0TP7iUYrbKpEvDGLne8TQB4r3cQ306C8Wdvk8fRlPk1Fol9/vmgpCHRTOlYP5HP7ObzFHrqVBJSKy/RLZQvcZ/LMjc+jeHp6UvtN4aZq9vdEt2FtzXhz9cfeflSDtt8u3bC+IZjbD+WWu8yTfzx8I4DeDPP5ezi/xT/9DpVcm/tRH2hpw/8GpdK9aTbp/bs+Zq28TxF1xQH8sBCqP/6r/+yC+aWe/PIduNG/3kuGedoaOXMEa9STYsVAUVAEVAEFAFFQBFQBBSBIQTwIMy/oXoTy6IfkivKmaje2ckifM6ujSqwOAL0eZynHFPpWmVJ/tS1lfYV1Iv65wR85tK/AohTEzHh44J5eH3yo9kl+WgnycIO1ZRiH9cI+GIHMPXEhJb9M6+G3vtxeXFpsX58vHeTv5HfnlN79jk5Tjl9gC2Cj3j9MwJlzcemtsX6w7cZOIXectJTppttmV0x1q/EDosaoDsneOWZ6RLtufLZD7GDCH7y48c/BvtxfVEGqrbeqQi8rU8Ylc+FsQ9UmEZEUNgHhs/VqAvJ9XhGYwH7ghCCcv6J7O2S1Annl3fE/gUfe3k2Hs6iqE8cTvtDKaz+3tZceP74/fffo+elNspKrcjXOdZWaM5UrDuAzwS8ilUEFAFFQBFQBF4lAlyBGz0svUokdmI01gK+lAkBua5xok279k9pk7R1J66kamyAQK3dWS59hWqxjNf7P/cDGbQhZ5+xZ8/9l7pNhX0u/VS5B6dDkMy8SNwE99y3Rvs+JQ2kf8m8NdKp/0JukP3O7Oy8MYFI7NZ7eHzwCgzr7quNSEBmqssI8qQqdhpemCD1r1/mW8smUIa0PfyOv4Rg5CV3iJIMga3yge8Gm9Luu8mol9ZnYAw7rsH7+/fv9lzkyT54lufXYCt0/fTpk13cgF2duIYtPhhVMmBV/YN+OfHwXegJrBFk525r5ld1zzG1fabVf2U9t+M4yzKTeWEWNXBhAL5bjL9p+maYr5wFvfHay2fTGfA2AbSBiUSuLLXPPt6NNuwrfer95bhNnOITFSYCyY2PRW3Z/4oVtGAqAta/Zrm19MmFblgjjJEB7LivjGCy46oyQNm90GSStrlxd/nnokmqnZUImOI5F4fiMdwU+Bbwt2/f7DPIcM0RpbPHdvl8IseiETo0Vl2Xe6MSWk0RUAQUAUVAEVAEFAFFQBFQBBQBRUARUAQUgSUQwHwwg36YODzOxBg0vzCvI/55ujO7O49wAGcbaDI4f/v7r1VURhvmJoCHhA3Vx+ue8Rpl6I7AGF8L6IJkQ1zPXyZ9GQsFcM2/82vX14D9D7tooSeugXdT4LrPbtOcO/MtbhsANnpD33sscBALCzZVZoQwYo5d+dAXr2Yf6g8jWGtVg4BxYT0UAUXgDAjoOHYG0F+ISNzLv3z58kKsGW+G7gAej5lSKAKKgCKgCCgCVQSO/nBa019OPg2CMXtVXIH7WXZgFHTJZS+lX8rH4ylXC+YUKOXl1v4xDzyn8oU88inJbsmn/MxSbmv7EjIGdE3x7qlM+dSzV6GSQboxO1BII1ln8rxvoB71lDQtafItzWyRb6Z9IvbkE2U2XJCOclISV45J2Pjo6DoMypOzHb2ZEM0exLDqB1lq94q/XFG6NYRy0rqDcoXOJfpc/2Vd8PbpUvtRRodnql+Ov69DWmTItK/gE+X7S0kvknKFe4H/Bb5vWPJd8CjQkX31XMKFhDn+zMvRpnmsS344Mw91ma7hJOn76XL/cHURMMgeg/6ZpYgz6X9xbu+q6B+d/OLzB/l39S6v3CugL05Xp//93z+MHOySFOLkthub3fkXd66Kqi6ZtldaoYCbr0b6tP2Y7+ivr96YQNO12aGAANkb8d1O1vMMRyYc/xg/3otaeJfrgCd2Wz88PJweHxBsNzuv7RZc7EihmqSv4cT68Rk8cXj/lG0ZV0Ut82d2IRsaW9/4BAO7vH/Az/CKcEwIYkcI/Y7lfrzsePsdNr4f9oQOZyT+2avM/sV6qMA0y0wW/Pn9zUeTujTB9n+MXQAY9g4CUr4/GUp3sH18g7GgO7t2I04u0wWeW54dQYdXMBqK4u4b1IEv8RwrEPuN82PjZ7ZTo62d3vbSE9Imn1FPCKxRGXjDT9Av//4GvE0m20Vwe+yCwtgxnB7YoRVyO50SmEN5R931H8+r2xr4nJHt69hEN44ZPLDAAcf9/b3tm/Yisc/mNfwXdvHl/ezSvGYfB/spXnlMm56Mzkx7X8ngNKyG4xC3r6SgXjzLMpkeLqcfSQqZdv4GO5Ebxs+Q7xrWvTqcjcx6oAlI4GrsUb1/Z9lnM5tE0660cg2ntL7/HmzXT3vlVb/uUZy4mxS+efkU2xhauWsD7/dsk5Sfoy/Zy9qj7SZhd5b0vUcQU2esfN7XEjH+0t/PfM66Cam/H31DY7DjeCVkfWRKfHylLoEy1Jd1xtBLfikdryVvWX+Pae4Whx8xXfLupfQf62/ElfKJL8/MZz2emV86k571eV2qz3zU+/e//33666+/7Gc/mD/tzDEHns70GE6+h3iiVjs8gU/0efkim3D6TdEy5qNXioAioAgoAoqAIqAIKAKKgCKgCCgCisBZEZCzTGdVRIXvAAEEP/CHCaLnA+zYI2TQGbtTbTDV7O48woFJK/xhcpA7UveuN/0DejofcRPL0yfgtrH43c07+wpoBLbxCmgEfjkJuo0G06Qg0G59+9edfR0x/WUat+2o6Cfoj//8gwBwbaJ1O92GJMEnrC+biMAe/YN9bsgGLVMEFAFFQBFQBJZEAAu6/vWvf0ULCZbkv2deugN4z62juikCioAioAgoAi8VAa709StyX6qhC9vl8Wpd44m1fgOTVWgHz3NhXZVdBoEZay/RTuw3Gc4uawb/Ik8t2A0C1fYf0HQO7QBbLWpFoDIWV9ks17f9DsqqzGNXwI5UBECw++3xsWVxADFuqbseNgg4YYLqp3n9swzcjA9MVnxuwfv/f/7zHwsIgr/4WzNIVt0Bl9tZmBn/4B94JTH0xfd/eUjMmefOK/tHRkcvX5RhRxf+8H3o/XyPlthA4/wzJ3wa2CKQiqPuzxX/tTtu8rKsgIX+Q+D67dsbqzd1b2Nd07+Ni68lfMDnDSTg33wt+yqvf4Y+jb8fpHdwp1Spn9X9YsDosxW1tHWMwtlULQmmf7X+vCzxOUM+dwKfQfTrFTmi/48BKR0XjjkejLF4fl3u/p3Paf8c6A/0k9J1zRLcG//880/7aYRa3Xr5zsd2YYAGgAUYmlQEFAFFQBFQBBSBjRBonDTYSJvXK0bbYUTbrz/ROEKZzavKV5Xl54cOjs+r7wsHb79C0GHzjlIUOBdfSS9fJ1kUuGzBAfuHnBhqC0gS4/wItxSgnLgCP+qIs4mN2eP9+/d2BzADqau9wnHhNoUNCJClWMt7h7X5vPF1B7L532Huds9CZ9kuvlKUKPtHeD2uCW/l7Fsca6cYfSZSM3tB3VE4PFlJHOibWXa9TMm/V2gz8PpnBIHx7d82vPN8Qm5dZqg7L0VM5nFZkTrjXxhHgPnt7a3dubyi9Gms2U/WHW6n6XY4KtkXhvv3JNOkfzFQPIaRpB9Dt2ldieGmglWYQIBj7bj7j2CwQrJ6f19BprJcFwEs7Pr69etCAeCarnJsmTI+z6UP+mkAOGChKUVAEVAEFAFFQBFYGoH0R9+UH45L6/Si+eUeLJmHB0j5EAkgUJbmIf9cB3Xd04zQHHxoTyueA7KyfWcp/sSb/DgzZzYds6howoDORZqpBZ1+WSwm8kzHqIlsFiGba1fNliz/LdtvEZQSJkP6058TksmXU/jN1W+Ifpwhz51/yMksyeEy5x9DPpWrLxkunfbyqoOSlYwACCYRsfsNAafehGJqm+dfUnxK+0te5hvE+K5nItd9MxOvUDZflLx0u5ZBhddAjzty+jEPfkRfIn4oY944SbI2dhpi1zImbtMAsP02HaQYkQyM8p7S37UyrMtzbmevUOSie803dwgzcP705HacXl5w6svJQTkmAd0O8bBrmXRpO+XewFHqS16tpK19PhIFf+MEOKrQZy/Ed6k/ffp0ur5+Y7Guv9p8GFPICIfzFX672Xw82RZRh1BPpsCf/iTz+2n4CRc1MAAc86avSlrmQU5qCxbCIC88r0hKl5b0/dKWnI8fP9p2oO4lmouuPeXXbn2wfcgPSgwL/hFVH+CL4C8O9MkY54hD80X6jVVLSB0H9CgJkD5dqhPnp+0fl3qs0+zma/Jv8+c+W/raVHrK73N2OeQvy2s0sm6SZtul2XJViWlX107SJplOiNPLIb8oyE9Z8Lo21vL+wvq9M+XhRusP4me+EV+5v5A/x+epfYr0VoVu6OI9EXlSO6/mHhLET+rCvEI702OJsiQtpafiWuI3J7/mc3N4v1bayP8XBIE+FnVvwZ/9l1nwM+4CxiKpdQ5qVeJe6yE1+sC3/nzs6lJioNSUIqAIKAKKgCKgCCgCayGAHwmFHwpriVS+Qwi0P1wOcXkVZfTdV+q/8ocwJivkhIVt/8Pjg77Av1fh0YmRtP2oY8LO9Z47bkT0bKukCVe93Dm+GdsRyMMfJpyaJhU5hmV4rZ2FoNvD/cPp5v2NFQWd15ooC7Ys06bAFsE9HAzsBRkmr5vRxplpWX6uNHaj4oDOUm+ks8eAf8j7Yd5O9tkC76zAJBNrB0yQwvqywfL25619TXhSq3Ap5VKXQtVJ2eQp5QRG0kcQSF3Gt/OygtT5KeiNMQRnLCSB7vs8Yvyp9zI479PivWqF+KmMoW6iJ8em6DlhScmir1FWxH5oEQYqCvqIbk8X7EN70kl12QMC9fv7ulqOGcdRd0z9dTXfN3csAPzy5Yu9x6+qaTQuTxhn5tIL47gMUmRpUhFQBBQBRUARUAQUgYUQwOrQ6MFlIb5kszZ/ytntGWv5jvDDmgAOrT2UdpzhFadUcc2zXy1dmywpKUH8JFairudfKBdVXbLdf9LVsz1WlN0reMUZr358WrLtpU+/0PFhCK4F+1dp1yA2p+LY5TeCo+eItvbHzj0ceOVs9jhD/8RuqucnN47LHXAWehNk+vDB6Yxde/ibdWxoH4JkCI4hSBYOd3/BvQNB0eo9JBAOphAEzR3cJFsM4CZE0JkHfARBMxwyn+X2zD7oqkVF/d3MUbG5CLLSknDNOvkg4+PT4+mtCbS/e4dv6T4av/5pSM2rqzP+FHgyRd68Lp+lX5Zr5Ur6MjgRjYlW/OHAt62b2mhR/+3rlrMglwe9YQd2iqNPFv2jRwyZ8r7Vq9CegfGP/tdIhfEP+uJNAvsNXDcac6Bq9HmqzHGF12uf0741zl+h3RifRbCJFrnE1vZS+vzz9DFiruz6/WOuhPPSnw/ZZew+V/vIsYTpWv9iPVpeq896i58XvX8H7Wgf7fLXfAAMVaspjI2//fabfW79+++/q/UnV6jeuys9pErfrllFUjsjrakIKAKKgCKgCCgCioAioAgoAoqAIqAIKAKKwLkQ4IQQAjcI7CH4kU6Kn0u3IbnX11fm1b4uuA2d8dc+eT/Eed0y7P7FZBxwR5DsKAd3LUNfYr13vK+Mf3CBBvDmJOjeMYeexBuLBNhH5+gNHpJPej2HN2gxZkBv+ATSGEukvLn816aH7vBrvN7yCOPf2nhsxx+BUB8V3U6sSlIEXiACHNd5foEmVk060n2naszOKuDzJXgV9Gs5rvVhYN2mrv2IWBv/vcufi/658avpP1e/WvvV5NfKa/qtLb+mn5YrAorAdASWflhsnmTKrVJjXrSDZ6Jt5CXJmbcEf/IlT16n57mypvLv6OIV1912FKuT2zkS2gtr/cas5qahtTWCrTxrfCCvz6vsv65usI/68kx5PDM/PpN/yifkZyZvam0WiSjI936T4R/Rly6IVY0/66V8cnR4RSrqgYb+44IQwIMrn/EKLPMiRMcwUp88SzIdyZL/8xuPfZ41HZyuEb35buTc5x3vR75/CoBMnsXXt/2Mb3wJHn3bTU6jj2L3WP8Q29rk+85Mxf6OsBrOfe7Tc/qyyvo73N03VYck0meH6kwp6+vqudi2mSKXNODt0hz/zfy+PcK4JdrQCw4JfqMyN+a6Wk7/uH8EetKFb6nKspXSNZ8viMV3UhFw4g449NGeX1i4rnrf5fXfQE15J7r4fu/rsa18RjbR7094tS/+TLDJ/EE+dkmOP+h/nR6RvkG30g5wyuvbxZL8GYF2vE75168HE2hCnSALPodeie/zclS86ByY1+T6DBBQtzszn2d+49cAxKzo/NjtDL64dC+587W40zcRiIk/BFO/ffsWBfa8/HQ87brXc3efhHDeHyGLVptQZ9CLPGRbMC/U6lJOYy+/y4W/wCcujDCYgm+7os/DR2zfpxJSrudNrfCNS59pE+CHw48fjx3+yU4alrP/W6Lef5QTF8AW0MM/cJ/FbtTyzna2WMdLYubRhb58TnH6Ur8Ut1iTcMX6ISdOPXWvQkA9+AgOzJlgccPws0Kiv3y2FW0eja+xaHvFAL+9kBjIdI8uxh/jH/CA3mW8e0yGMxL5bjylza6dHQPmldjFupZqpe1U2vmf0qd0aXlheDHVqFfSUVIGxWtnd+DP/kUC8nfXqb8+d89daT6pwzmDr/CvUM+l0vm+4v3btm/g7fQgFmYcTweQbkSHvRjSvd6JnzgtYtttXrZeqn245hsk0vvzsNxAzxR07R/m+aAr6D0n9Co7jGp+1iPrMry+pQoL56ftX2NfHOPS9oLPpXkDzOlZoX/ElX37Jg00Fq9au9T4SXreWnNvMMm6kTFpDP8YgfJVjaekTOtKe1AvLZe089Kuj7tnQHAyLe5BYuvXJRT9LyHt2dXdt8faB3m4X3748CF5g00icNIlx72c/WmeqxvbxfEXdcmLinhwXUZ3WbM/5UJuelYEFAFFQBFQBBQBRUARUAQUAUVAEVAEXj0CyZzUq8dj7wBgEgR/mEzBX21SZA/2YCLq0gStGSA6gs7AzeNsJuCw4/AoByca4R9jJ8nPZSOCv1xAEL9u+1wa1eVyQtP0SIvzUlizb1OD9Jr5U8/wj69fv1pyBFHxd4Q+iYUv3NEErI/UJ6e2ldItgUAakGjl6e61rbW1niIwBgGO6zyPodW6ikANAdwjsdAL3wI+wv29Zk+tXL8BXENIyxUBRUARUAQUAUWgjEB1BSjWmk39UVkWG0oW5j+wijrInJFanH/N/rHYr7w2kPZnVw3nVjjOwPospCvj11sBOtPIQv/FD20c8scQ1qHm8m1F+5+0fazfBS4vK1Xrny/L2qWskX5nvLDHln7YK1i6fxgBrivI79zF/aKvw1o5sn+tJaPGdw861HR05e/fv7fjFYI28vuuEXVh/IvqDFzQD2N/HSCoFGHn37u372yQ7J9//onG3wrpSsVt4xd2T+DAjlRg7Y8OX+6i8fk7SCC4d319bYPt2JXKtoRqTPdHnk7xzHOM7Rk+P2MgyzJFrVnwM+ykxRlYjwvstbVlqy75ehwf4vs/sMb3aM0oancA52mXyKX8JXiZ/TZGbwRT4Q/fv39vZsoFHM0ETRXbn4+hN/5wjFokQB/NPp8HJTnecSc2S5jPaz0rAodCwPv/obQeoSzHx3h8HsEgrloZJ+LKx77i7uRjW7G19vC3hXxtZdVx78JzLL4D/P377QrS5mLBvjtfNQ0Az8dQOSgCioAioAgoAopAEYG1H/7W5i8M2+WPnQ3tF1BMTs7CcG1bwZ+v1ClO/U42fZeEs9pjbxat7R9T7F1Qp7ltNZe+Yr58O+BLmyxhEDgXjK7AsmCx9KUpkwGSfkG1zsGKvswJ24wOmNBBQBWr+3PfpXVvETaYcMjP8Ng8y+gMvaEzg5Cb6zBSoMUZASeDNXQ26oeD7RRyzpgybS10o95of+CNg2cGzxCwxK7VRQ6JxYDf1mTxVcrA+kg+Qrum6zx3/JL0ufFTloc2R/vjFecIuMNnjnDAf4+i63J4yvZbjut+OO3cPjm+7Qc01UQRUATOhsDOx6wEFywaxZsz1gkAJ8LOeKkB4DOCr6IVAUVAEVAEFIHDIZCbuGIefgCmPwJRlubNMTrlNZc/dR/SKZU5VDcta+Gf0gxdp7rMtX/xHXPJxFqkX+3HQELrcRiiK9F44obEEP8a+RLyh2QszT+1FfzTvCF9WLc0Ebq0vkO6sIw68Vqet9Xn6dLpEr5RFuM7SZu0z0vzWsaXIXrJa2JaBn7rLIbaCtQ5hJiXo2VZXfLUGmHOHz5PHdbx/+TTy53KlGlupZOClYF+PAYj8Z3razl/Zl6Od5rHusZQBG0QwIt3SYbAKsrsN7MNj+ZgieAfYRmcJMoee/HevIbu+o3ZlfrkXjfLYFmzfmMF9uq79nYLHlAIh6OvBz+S+iANrLHr8fHp3uiOV0DTUcEv0JmLwYP+TYn9ysP+SPqoVuojhilwxSv/ri7dN6KjXcum3AeCjSLmq7t9NZhT8geW45yRL4tb03jt85MZbK+u3A7gaFED9ajIumS9TiiD2/Qz2ycGFSphUW4xsMNrqy3eZjctdltL/8mJC/6H0iH/KekjuQ7R5/kTD+iM/ohvRMvv/9I/pBSZjr7hKwu6dHmHcKdrFs4WW50A7Fq2u9vNwgbsXKY9VMXjn/gDy0tn3us53LGXs7748jWzRp7ZVgSgRQJpRopapXp7G7WL39C+nj+wHaht2h4mH2MOHYLVznXu6Z8oUhkfw1id2u34PPFekC8+1RY+sv8kn1j3SvL+5TMKibQ/p9V8/6a+aYUzXbN3tNq5tZpsn5LcWvuW6F5PfjpWocXTvP2igYVTv//+++mvP/8+3f5caxfw+e1nPzy/JqqBIqAIKAKKgCKgCLw8BGo/uOZavDb/SD88yPIvKjjfxab2L2nmFByX+SERTy4KmyyWU/QSPA6XXAbTXZi9y76wJL5zedG35/LJt7YMXlJSvqbmTkNAttsEhNE/+DdNgR1RDduP4AcmQfEXB4ATE3Y2ZlxeuZ17tQnexIqzXgJjTJzhD6+tjg/ps3HJ9lf0GRfwh4/cvL853f26s8G9MGnuAsTQz3zSeMFDYDGxH16agDV2ACMYeXu7xgTlguYKVjYA/O7G7qKdrDcxm9pnIzr6glAywx+BVPjFkfojLOIOYOxahq8gYF0LWgskDppkm4p+dlBLsmpn/DNb72yZLxz/s+GqghWBoyJwvLEYzyq///6bve8fFfWa3roDuIaQlisCioAioAgoAorAK0KAa+NKD64snwoJ6Uv8p/KN6dIJKzm5GddMrriCOposS+osckkcUmal/LTe+GsX+MVrE1dcsL42fmvz72Clv0z2o/HNM5+C2MzntFMOc/vGXPphWJZc1Z/6nZMst10UIjP0gSWVMcJdf8CYLXWAVsB03bEcUhY7iM9khuv60KBa0N3fl4b1YEASQQ/sOFz7CDv+nSTs1pxyYOcgKBEki3Z4Fpmt7H8R5nklgDUO9FnspM333Tzt9rlBV7tr2fgHgmTpwftfbSdnShfeYFAYn/oEzTnwsTdvr+2uZej17ZsJtlf788r+0ag98MTuYvRF+DXxvbjAntEFx0/isdD4j1dC4sAiEvh1axC1vMPXspv+n7dvGDO8xpL9UerMNPtscZSqyGEfZzvSoOdHx/FCt8oREj0rAjtEwN0HFx17d2ilqqQITEHg85cvpz//+uv048ePKeS7p2Hv372iqqAioAgoAoqAIqAIKAKKgCIwBwEbBLb/zeGitIqAIqAIKAJ7RQCBCQQ5EPB4eHjYq5o9vbAD2ETHbPCGQZZepZ1lYJckj0NhbfwDQdU0iEVb9nhG4Nf5tQkwLxBjho9t4WfAmDjzvEd8qRN1BNbABwsytsCJ8qecqTNomcbiBtiAa+ZN4a00isBeENh7P9wLTqqHIqAITEPg3dt3p69fv04jPgCV7gBeuZG40m5lMUX2r11+EZjGgteO37ntb2ymYjX86NFDEVAElkEg/OjC993EgZXi3JUzYkLq7JMRXOEuTLHJi6HJ4hFjSok/dzsQs1R+43UdvxG6SpkX8vt9soDpGl/uTOjqRXZK2qQe2fszy32GSQT6Z/++2RFOZziYebDuP8c/igVbntwTEWRJDarpyN5q7YEKBfmL8R8QbYpCf4/rEfe6/8V0614Rq5zPpHmsO1OjpH/Tj7z3mIn6OUeEv/FLizfaPpHbJIM0i/pOsI+bfYB0yC1pxhppu7A+81mP+em5UO5tZEukdOSf5vM6x7dPw37gojCUhXru/uh2tpFn+zlsXOvLjNF1ekZ+YsQ8P1M+dRKy6Qc2K2enqFtMdveHkn9HMopMegV+POnUTu3yBOQfgPJFNtG1/9u3N+abox8MIHgFNO4RwV7cA2zgT1KOu41Iyjhd9b+gR0zort7fvDc7gPGt1ye7UxKvKY6PmN7hxLaW3zLO+U/MKX9Fuk6Otwe1pewA2KdPn2yQCUEyBIMHX7mdF7pgbqc/Iek4h9+zrhz98/27j/YVz7c/7k6XFzHO03dwOv5mr2iwyUMFpboL+jGvQ22b8v0hyf/40WF9f39nKM2uVPMX13XB+LAjHfI6MGxbuvGB9xHuVA/1E4GNl2l/tc9ZghY+gjr3vyD/yqSJj9BPYtbhwvuqZeWf+XDlfDG2HeiSb+IAloH5j/7s8Wd9U+bzDHf76udLO4ZgrP/168H0STBhHxB0yF7sIP8CQ+qfKWYb4LvFbpGA+Sa32bkMjFjm50U6W0vffC7t4OW93osvfDTzuZBPutLtg/iGdo/bkXZcJOO/yw91U7+g3NYz5fTru3afzj9u35qcqJzPgX2lRufUxje++SCSL6RE9qedXdQrJUt8WT/iz0xz9nRJP/BDbFe3RC9YVZJxO7GyWVLmkqlAVqiMD77/BAf3lEiQ7Vz9PU7d82gkxFzU+PN+yfEivSa/NL/Gl3RBP+Zsey7J57DSakdNa8ohv/S6Rl8qJ59SOeWVymv0JbpSfk1eiW6t/Ln2XZgbFN6i8eeff2Y/tVHjvzc8Upzzo1taS68VAUVAEVAEFAFFQBFQBF4BAvwJ+gpMVRMVgXMiUJgEOqdKKlsRGEbgGPcHzEkjkPpoojZPj2sFa4aRGluKSSME5BCUwc49fOs1PTBk7GnYgM6YJMbrlCd/2zU1coPrG6Mvvv+LCWxOYm8gdpYI+gaY3D/cz+JFYgR+5wZ/yWvojKAkXg+O1z8/Pg4tshzisl3Zr7v7k12MYcYR4HN//2s74RMlwY+xAx99EX0Sk9S4Zh9lMGcieyVTBHaBQC34sgslVQlFQBE4LAIYY7AL+It5FbR9LsezOX5UvJAjXu74QoxSMxQBRUARUAQUAUVgIwSSlbirS+Uq/a3l0rBzy6cexfNR1vbtVc+96lVs8F6BmyBxr3bkjxaee5V7GUvbD35jAjBz5I+VlRrfIJv9PyUdcc0JLDOvbPYLuIBaU/vMlS3pVxg/G9BrQGkZLg2CxlcBZs/86dwFQoHpCliWlZuLz1z6sma7KOl8/M2bt4gAn379/HW6+2V2S6KzmYM7Hneha6LEpZlgur5G0PfZfnsM44QcF3D9bLchGsPgdpiQmu1/8Icx43OsNHRAYAk7DfF91/Pu/g26pUFdH/zq/AM4YxccFgfc3va/ARw47Sv13gStsUCAWEv/yGs6r33zPNtyeZ9D8Bc72REA/nlHrDGZavrkaP+dOX517V+2wPG/NBup3928M33MjCEmaM3xo0x3/hL4OHbgA2+c8f1CtsF22rF9po8py+q6jv+nuNb74TiryD/lW8pv5872aador7kcb9qZk51ikqszOY/jA4anXRzr+O9c03h/ZTvxmvfZVdtorvJKrwiUEGD/N+Xw4f/+7/8+/fHHH3bhGkiQB5/nucRm7/n8Fbt3PVU/RUARUAQUAUVAEVAEFIFVETj3pM08+ZI6PxUha6wKZIG5lL+bGYaCrlOypX1T6OfSnFt+RX8fKOwmvm3gJe+pFU4HLd55+0xB1bfpFOKUZmt8EBSdPw5xQiS1ZvS1xDJ63WvHSZZX9MZEpLUMERwzYbPJEek3TiJeaYrXol5fY4Ip7ErNTTRFr0+dIXOchvna0A/BJkwA428vAeC8tiHXeoT5z70KdSH/WLUt3NhgX31r/AM7aduOLccUKcuNK/APHAwU9HReFbOetOaMS7MT3wUzzOIG+PYmY4jEb9pzAYPA0tAi9rLSYmlpw2JMO0aSt/OrpSWcl5+077yaqPSpCLyuNuT4zsDvVNSUThHYFQL+ueTi9H/+z79O//f//r9WvXXvpXLsmHb/H8Yw8NcA8DBSWqoIKAKKgCKgCCgC50RArMjbRI2KPP9pq8L8g//GzybKQsgSD4rhwbCv9hL8+1zjnCH5cc3cVZ16qMb+7cvZPJTnggbdDrGhirZsCfslvo5f+KGEyXV2llCPEwf78F+jM/q9/9EnQKuMB6JmOZnwZfvwO2sRoa+bBCW6ifSobu5iCX1zfH1eaEOfFSVy/jREk6sfMVz4oibP6Zqd77dBye4bml4r8Buyz1ccSAzR1/RN2bI++1xaHoIxsJHfUgz9sV8/zun4Gz/D9zaJE88mbjL+gM8P+bfvExnWBX+39hied2bH4RNec0sFh6AG+yFZKM/JG6Rhe4C4dCB4ejLfHPtogsDY3/lod0uittfbpO24YWURZJzxVzPKVPFHTh/mjeHjGdpvpUFPvG52/kEdaGPKkbqm+bx25enYyh1KxOrTp48Wup9m968L7kFujTdlJOfB9k/qTrns2hy+8f7Du9P9490A1h1+/Jgh/FXo559fC3r4b1z6e3ZaMYcR2yyuC39FYACvUYR/4LXmj4/3ZpEDXk+MsQP3OHyzOE/vuOXkub6Actk/cM3xzJTgMj5yfbfQ5nh9/PWVmSY1Ot79vI35LH41ZP84YcAbu62By99//z2OeEpt4VuWPIuxYOzrj+nffXz67U5+OX9hXp+P0KwxSV6yOn0Z32B33+AOpbn6odSl+nrxfly2M+VRum6RL2k7XQinLEI6177M822bEu34mrpTRW9DCYAcnmw/nHPlZN5yJr2UzzzKaeEzrQ7X3eEbqDgezTiN48KMKzjCfdReFv9L/bZYceGC6v0tc1tYWAVlN4AA/atUhY8tpfLF84v930mCv3/9+tV+CxjPL6YnVFRgHy3VY1+WbEgj85ZM9/nntFhSovJSBBQBRUARUAQUAUVAETgEAv0HxW3Vhnz+jZcsf1zkuTAX5zMcmFzg3xnEry7STp4Q49Wl9QX4yZt+0T5yhN+9ZD8ogk3fEDgU6x6loG6LjXO0mEOf2MCPnU5LzIYhuNpiXEsdgSWxiMja/QeBkBAEXEzBSJv+hdC/X1jJeTLBMjN93AXCn58fRTArkDIwwPNw8CzQrZVikA/8WyeH19Klla/frWQc1+0AntNuUmq7f0qqtrTxDzOneGXeTWy/SftwZ8ga9N5gLAn69+0H1tghjgP+gT/4TAgQNNgQBGyWQvzDBz2WG+CG9eeYN6PNgDX+sBMfGAech0UvVkobFmMoGfX9S5YePk3sZrT/4THYoQHj+hB9dIeGrKCSfc4yYzzG9PBMsoIgZakIbIqA68dYUPbmzZUNAq/u39G4v8I4Iu4vugN4U2dSYYqAIqAIKAKKgCKwCAJcuRc9NC3CuczEPkCVi3dRcg5cdmG4mbCrzvM3rHv0+FWZjbeavEFZWiA6nmuWYvKPFeq4VL8Cv1G82Eb4AbTxQdshtqjzMvqxfcwnKM1hJve7nQNd/AeZr/NgGxTxPzcs7e3v4gZxgJTtnrWCtmcLu0zWmYSP04V6DYnJl8k+iVcsu13A+/JZ1z4f3n+wYyxW7cPeQdzzxm6ba+4Hb97e2KDT40O6yzyo0rcD9sp2CXWbUvCnSb7kuGMCGLslEUhdZgdwk9bVSi6wG6pxMcDD44MNkN3cvO12sCNQZoKS5l/1kDixH1aJlqkAH/7w4ZP/3jICfI9PjyYg7Cbfl5GyDhcGgBcJShL3+sNewZjK+N3xx3d0370zO2lN3/r1i98tdixdQMgFV9kfeS4Ibcumbajd4I4pU+iA3b84Pz4YzTGMkKf03ZTwUNdsv0alYf8BbWfQMfWrUn4jGqYa8ZtxzygJo6+h/ICYW7NogxlfiDXyma4/6xBfy23+fzv1X+LBRV9cVJVezwdAOSgCGyGAMcv3N/TjMEb+/vvvpz//+Hb6ad4otNrBsWc1AYZxJ2PhUWpNjZW3IqAIKAKKgCKgCCgCioAioAgoAoqAIrB/BKYHW9exjfpgYjmdXF5H4nm4wjZMUiIA/PMOuyX3fWBX5/WVC6Z++/Zt38oK7WwA2GxNRXCPk7+ieH9JE0hFQJK+fwidDYoIPFxdi520ZuUQbdgfyEEj6GgDwAZ3Ys3gQai1vxQDGkfQVaL39u1be/lo/APfLtZDEVAE5iFwtDFgnrWO2r2iX8ePJbBUHsdHAPfVT58+WUNewnigO4CP75NqgSKgCBQQ4I/NQrFdSV0qWyL/3PKXsEF5KAJnQ6C2Gm7LFcZC1vbf+M23wLP/2I2ZWYsO7h6a8uMN2w4cv/63rCIhDRdT5E9bl0gqSGQ6VpC5UifmxTW5ch0/gIeOcfhQVuD5LN9XnRUUt2uY7A08smQeAcrM1yrmXthtI8ViFrhAEq+6s7Up2boi+o5snUAf22m+OmWZBXsTGf4yg0N2zMjUszwq+GR5mUnsyB6vjE/wG4qRVf7CYJO0u/tmatAl9OsExylbgrxW4xMXxY+5Bl2HueZwl7QyLThV8BU1V0oW9BopjZMECNzI7VwhX7YvZUrMmJcI9vjIukkdc/lc8N8LT++cMvQzOqmTyx2TlrOnETp11aN6Qo10B6YoskmzcTE6HC7AhHp0xV42rgVRwT6u2se3UvEa5fv7OxOAMi2Q3LhDP+vk8FTk21WI9CERz0Y/0ruGZ0HmHLcf7idX+OaosfHxEbuP6B8JHhIDz5W48FuUCBiS3lfqEpTb0UT2kE9KU77+/PmzDbRzd2e5ZmsJdajpX+JH+ly5sd3Yi2/QIigJn3M7xJ+Nf0CeKWf7deTRK6JFU6T+66oPyc7pM5An2gV64puM+CYt/OLhAW2IV5z3p/E4vqR2UBK7QXl8T79hSsr0TD+S+X377QKBzheBNa7hK2X/JL8+L1vS4VJ6PgvPFeSTnvl8UbDT8kdw3SBsMP9x+8N8R1y+btvtuIYcaYPHvRNX7H6pOvaatgZMa/MHZMNANa6tn5hvKsNHfplx78ng7MbMzq+FT/E5l3z651L/69ccldP1L7YT/RALYHBcXAYM+nyJE0pkGrazdseHDSBtTmhIMe2c0xPftk7ki11kVTnJ2IP65JfSlvJZr/z7JKc3qXCOcZUlNs3+1yuIM5reqBCTbHuVwVoq4J4PXB/A/6GvO/zy+KNm2v6Sa0ua/NkOpg973w59MnzrvIVnv05ef1OPsrrn/1Cv85tOhVL7cjyqjV+s19esLSfoFdfniyFCe8XlrVcl/iX6VF5Kn16X+MzN99NCviFjjv7+z/ExLk5/nialph/QP5KS1L4UD1Yv0bOc57X9h3J698HC/QL2/ef/+ffpjz//P7uQrfT7KoyfrqP0cfGSRYJ9HX2MaVEskvxZUMa366e59hdj3rAUIVCTioAioAgoAoqAIqAIKAKKgCLwkhEo/MJ7ySarbYrAK0MAEwilSYSxUOA1qXs5GFCAbZh8oZ1I828vuko9rK7FRRey5r7S9KH97wA23581tzboi8ln/AHzHz9+LNYP1mwZ6HtlXu8LnYE1g6jEf03Zc3iz/+F11ZzU3bfObiyzAYoQb5kDwaa0eAU0fOTnz1uP96YKqDBFQBE4PAIYQ/CnhyKgCLiFOG/evDnhVdAv4egvHXwJVqkNioAioAg0IMAfo/aHXkN9raIIvAoEuEosWgn3KixvMLK+Qq+BybwqbJ95XMrU5H/Aya/6qsZ6jTIwS5ScW/4SNigPRUARWAeBvY8P8f0PgV83R2gmC7sgcGlH8Dp4pVzdTev6zbXd4Ymde9h1iIBTfzJzXzc4+4q5j1+sQW7HYWpbfO2DaLhf+2e17W3i913bv/97Hh9/5A7DbuEDfvfd3t76BQIxuite8flqpAi096XZJQ4/vr+/7/vzRL4j1RhdHd/SxcTpr1+/bNC63w9Tlufxj1QLvu4RPrLdIW0ft6gGuL5///4EvDEK3P/CQgEsgDEX5u+Aa0sKsEuMClVedbbic9bm5zjcutWxp+y+2g9mcNdhT1XNUAReEQK4x/72228nfKLl589fK1i+Rd93MraQtAJAylIRUAQUAUVAEVAEFAFFYFsEMCnFv20lqzQgMG5ScDxma/Mfr1FMQd/bu56x1q/n6tztU5NfK6+11Fz6c/OvyZ9Sjp0irXTr4ofXwiIQiWAqA6S4zgeAW3Xerh4mmPDHxalNkn3wt6n2zEpx+wFX4jyT8abkCEhCb+B8FP3tDuDutdXY/Qs/2erg63nDsx/8oO3gAmup7xEwp47YIS51b7N6+1rUF9+J/vnTvLLajAt2UY4dH9rba3vNl5MYj05T+NY41MqnyNwTzUu3b09Y708XBHr5N1Y7jJFHGCfH2qX1FQGJwLt370747Mk6x3bjr+4AXqcFlasioAgoAoqAInAMBLhi9Rjarq/l4ITqGdbNrd0+TfzxYHqUo6br2m24jHxO6DnUsdMu5hvKl7An5h239Fj+Q7xizvmrnLy5PPOSsrmD/d/spKn2l5z+WUnrZFb0L30bcp4yG7ZPVtGa/Fp5lqnInEsvWGWTa/OXQumf2BqWOzpdssX8wrWhs+XmNbpYlIKJwxwrn7edfRgXMUmDwC92SsoAFCYocY1z1jyjb/iGmlc+StT7f1S9+QJBaxzY/YvApNXRbt9LWRBLWoD2ZF5ad6nrPH9gjWAqdP3+/bs99yXS3/ol+RzKon1prbH8YnrsUL+6cgsE+CplW2NwXKdM6hbzHLwa5DtIGRVipzVe74uDO4DtM0CPf0VXf3+o48vAr9lL6reBheeOSL3iBXalAnPsxMcuYPbHQEB9Q855U+770NATYwh8xC3IWErPmg9Nk4N2+fDhg+mD5rvnD3dGbyx8AZKdPN/u50W3Ln28/RGi3s66fwddIg4h26dq5b7iGRIxXn63ZsH8/MbU5e3DPQHH2PHiDCFGOgAAQABJREFUDADGIjv/SfX2v7/8eFsAOObWcBW3n++vRcq0frFic4H3GUOR8w/kwVpZL2XORWspbmk9vV4XAX7jd6qUXPtP5fUS6fBc8PXrV7ML+B/7rL6Mje3jL9unPPq0jQ9ttZaxTrkoAoqAIqAIKAKKgCKgCBwWATyo8u+wRhxXcT+5tZIJa/Ofqzb0499cXkq/AgIcG3A+xyHlUhepR61c1s2lyVPyydWbmBf1P8qayGuPZOy7kZ3LKYrJRwSbGExlEJWTk8tJWocTg9MIOrUfK/liVgH6pJNp8TYTYgxYZ0n2lmn84415RTgO+MdRfAPBXwSBoS/8Y6uJdrzcPRxx+4f8copB63KN/ZV8/PDRLxRhIGt/WvY1kj7x+HhvfARtxzbr139pOTJAhYU8tcU8ffvduObyc7gxT9brczlszsr358Pi8koUR39BH5L96JWYrmYqAs0IYFHbly9fln8Gi34X8V7TrNaoiroDeBRcWlkRUAQUAUVAEXglCHCla/RQsoHtlLuBqEkiqN/WuHhluXZvrUkI8pcTfxTOMl4f4Qyd18LqCPaP0JG+PYJEqyoCMQJ7HiOW0G0JHjFi/uoQ/S+2/8IE1KIjd9uIKoy8ACaj7rUmCNzt8sX3OxHAOUIQB98cRQAHuiLAh7ML6ADf/v2rbJNrDxf8GYn1yOqYCEOAD/pid2dZJ8GYPj6qTQX9xGTA48noDIyww9M4K/Vp4uuwbaq6YCX4AYK/+APO2JlaPugr1JXXZYpSyQU+HAtyt5XUJMDT5I040BefzNtLsEMc6erB9tjYP6gXsLavkD9d2W9Em3i7ORr0JoMzndH30B8Rr8duaxzNeM/BevT4vB5ANt49zj0TZWrtXCtP2J3j0vefiTdiT38O5VVmGGumj9tLoogdpTYwjOcow9g9k/QllPL7NTVHIpA+MymOEp1yeuzCvaZ7YVlcVAJenz99Pv3z9z+n25+3UdlRLg5wJzsKlKqnIqAIKAKKgCKgCCgCioAioAgoAoqAIqAIbI6ACQBcm0AZJmkYSN1chwkCMfHHyb8td3hOUNWTSJ0RmDzCAZ3trlQzm/34cG9U3sdEew077qR9enyyu4DpKzW6c5VzYpt6YjHGEQ7oi7Hj8srEUk3QIz2Ql8tP6219Tb0RbMfk+JIT3lvbovIUAUVAEXgtCOzxfgLs96rXHvzi/Yf3p4+fPu5BlUk66A7gSbApkSKgCLwkBMauJFrK9nPJbdVff0C2InXwenNWf88w3T9ccsUxeV1UXn/Y1TfzNIOH51+odTHV7la61noF/co7U7oJy5X5x5+c7cDOyOQEX8mM9fJLE7e5tY3MAw3pmJfXcLpdw3yD/LxcrgDHt9x6h+grz/49XekkJe1z1H07cvoxD7RM96R3GTH/fq0avaMIO7JSDrSHZ1Eu7J+rJ14Vmz0iGZkamT4Q1arRR5UzFx3/frt1eNT418ozInNZ/P5jr2zQfowTTs+LCzODvsox5H9oU7arvEEwb65/kw8Mk+m5hpJXi35zZRE/iY/k6XRxO99kPtOk53V8Zmm82Y/28RzTRFc5/2We9D2ZFgzQb9C1cf/HM3bxObtA7zWkTMG7KdnxzcSOHDn5dh/zYj9ngO/uzgRS7XsYTf/xTUStiK7UhGUyD+lSflqvdD0sy+JssCbODLgHbgX5Hvcc/0AdUikfd53eH4ljoJOpTpaRbXesWx3Mq5SfzE5ai3FGl/gBSDLr0qlemSrI8vZ25Wz/QvVSNnb/wsYftz/iKuTf45uxCZRdvaJ/Rq987kSRt5HF5+ra+P5ksMW38qAzaEgXlC/gR3v8c1qgGJcq8K8wgb5X1263tfOxGEd+C3TY34aETNNriCPKbm5uLNYY77gbP6sj21IyZJ7H3o2fsopPs27IcOMVrgW9H7p8vS4h6iDH+2FH8PxUwSehBw/Kwk7Fy0dHb3evgz8qRAefT0iFQspEWzMtiZgX+4KssX2aOsWSL7p+c+F/H8Tlg78/em2b0o6/7vf7Nh5Z320jtbVqcmu//4v0Gf/LqeX9Oldo8srjZ97HAh7ObzkOFdjbsSBXVnQLUxm7ffmNUdLK16ijTPYa1tHzeASkf4W2HRh3ExGSJimafSl1Y3qsPNK1KlPin/Ip1avJSX8HlOa3870vcOeoC/rPnz+f/v7778FvAff1HZBgx19KCDLXSG0jZQ3NlacioAgoAoqAIqAIKAKKgCKgCCgCioAioAgoAgYBTu5wJy2v9wwOJ4qenvAKaBOoPMAMDXCF3unk2q5xNq81voTOJsA7/CrlfVkBnDEZij/6yr40LGtDvXku1zx/CbC9Mtt/73/d+1cpn1+rugbsi8BYD0VAEVAEFAFFYA4Cei8po4cF5PjkAj/dUq65zxLdAbzPdlGtFAFFQBFQBBSB14kAVyE3rrR9nSCdyWq2DcSv1j6c+R5YKTnGfOi8mq5jFDlCXWK/Z12PoOOe8VtZN44Ru9wqsITvLMGj1AZr8i7J3Hs+MGm/F+D7ne/evbNBSRng23MQGLphhycOBH/d1/bspdkSYuwfc//y/W/9QNCbN29sMPL+/v4wQeC3b9+d3hr/eDTf/4XePLhYgNerndmWbKdGQR8/foy+tdwLApMv+Y3kT7LBs+RZGd+hH3TGJPKPHz+sf0ida3FKQz7xmDeGQkeMIY9P99Y/sLgBeVL3iYqtSgadceBV29gB7Mc7tFnqG5Em48bXiNRezKXvc5yagx2M846a78jy9nvSOJ0oYy3+NW0ov1avUM4xYtDnCrRLZJ9b/hI2KA9F4IwI4F6H+/be73lnhMguIMQz+++//X769u3boRYTAjcNAJ/Te1S2IqAIKAKKgCKgCMQInOuHY6yFXuUQOGLbHE7nc038oMGl7JkTQRn/eRZtYaZUMzV2niX0n6Rpjp4TVpMYjiTKyR/JQquvicC6/W++5jX9auVTNJA86/QIfOAPE1icxOKEVp36PDWoM6Q/493bCGRweBzbZ7v6/ETAuEBaO9bAFHpzkhAB1G2OIR1lWf7+hd2/OKBvunMZ/oKDNtmLnfxHH6aOU9SSr/OcHywb1gD68i/FeZjyXKXOd66u8Ap5M3Y8uvGDYwi1Wtc3pP9SYv1MnKHreP+YJjNoNZc+cNp/6jXZuv/WUA2PiwDHqXXH0+Pio5ovj8DQ68+nSrPfAjYL3f7666+pLM5CpwHgs8CuQhUBRUARUAQUgVeKQC/ggYm67oc1Ji975a8Upz2ZPTAJzR9yVHf8D7r8RC35jT+nkzTCv8YzW4EiZ++S/h/z7+a0vR35gECKma+eScT8MxV6WTLw2yusZoyXV2U5tsKA/zeNV0P0aZkf/xgBSpRN6yfFWX1qNCmPoWuv31ClobKar9Xau1ZO/gX8hlQzZc+Vd++m30irsGssps6N1RuqlcfhKd9mrulXK29QmFVSX4W/pXmsmznTbgSd5L2J+RmSZbMm9A/ohmAqdP5598PEf00w1cQinc7wd4lv4v8RPqjnyv03vLvqw/ZL/m1wUGecseNwvSPVzRkU24O2juvF9znQmHKD1c3NBxNkv7A7Ns7iHxOAwk5r+Ad2tGOHZ2x7naEM/FZr1/pao39DR/wB47u7O5+GHcseS/DrfMfYbt7+bHR+tAsEoHuKNa+l78y3J/bdKfzw1gPohvUjdgyws93dPZBthrZN2zcaPxokz6WnLiVRKf+0XjN97f5fKs/50/z2Sc0I1zl5oXR8irqW7BvPcZCi1h6DxOXCWv9iP8w+75bZHqbE29dpHPCYt819nefX8bByURDtXP6+MF6nForSvdQsvbHkV13z0K4WnmPqUH78fBM4LLWway39g6bbpcYEfltHY7wC2h5mmP365evp+/fvjbuAWyWU8Jk7vjv5c7Uoaaf5ioAioAgoAoqAIqAIjEcgN0kxnotSrIIAHj75t4qAFZjygXkF1muwPKf/R5Nvy7fzk+Xv+OJH2ZgfZmtAPZ7nXF8ipvI8XovpFOeSO13j10T5HAX62FY7QqA2PnDsiurN1H8kL7yWDZNXmGDE3xEmsqDj9fW11Zc7aYPe8IMxB/0GM5FjJ4tJ2yYz6DhGv7l1qWOGT+QrA/UMKV7/HCbVM7x2lAWc8Q/6ytdWj1VR3m8xkczJ5LF8WupjQp+T+ofoh8Z3Lkx0BN//Bd6Pj/CPrXa1d4jCf/nXAjLJ4B/mDzhj4Ue66G+QVdRnBmvmC+fS57nuNJdjCs56KAKKgCLQIWDGXfNeYIVjxwjI5x2O5LPVNU2O7wB//PDBssK9d9T9d7YC0xjoDuBpuCmVIqAIKAKKgCKgCCyCgP6YXgTGzZiMXTuI+lPamHKm0A6BQb5DdbRsDQQuF9ktwPZb2i/WsDjlSd3TfL1+GQhIn2xvawai7MRBt0XjPMG1Siu09F/W2WgDUqoxAsBcnW8DIgbUXWIpFId++IMfLPUt2ovLdRsAut7c3Fgr1t0BLICqJa3vsd9xMpZ90uXbHcAmEopA6lJY19SaUw6c379/b1n8/Pmz7svsfxmhW+7+wjdp8Qf95be4M2otm0X7JwUmL+z3w/H69ccnswvY/LFfwg4eexpP2A+hE/zZ7bampno+LgIcxzh+nceS9B7KRR1VbWb1wyr3eoWR8mX/BvM99fG6sWvWgB8u74OL4Yt2njTWL4uZf94Kt4llBOzEvmWMOS+XpXZHp1Zg8eaXr19Pf5rXQOMxwdyKzRnP9GnN/Vzz7rIfjVQTRUARUAQUAUVAEVAEFAFFQBFQBBQBReAVIJBOQL4Ck1cx0e4ANsFPBEMweb33A+3OSXXoC72P4AuYwIXeOG8a4FuoQaHznv0DPkA/sP5hJhP3rG/aLFyIAZ2P4h8X5rWOmMy9vrrujR9si9TOc1+zHwJvYP3zjosEdjz7fG7QVH4zAnv1+2YDRlR8TbaOgEWrKgKKQAWBTx8/nd7fmIV6fqHY0isBKgqMLNYdwCMB0+qKgCKgCLwWBOZONnBS67XgpXY2IpCu1iytcEzrJez9c1aSv9Vl7cfi7BWuFftXs3NQbn3dIL6vh8OviLVXpJMT8syzFQb+K9WTvAbIu28iDtU4T1lGf65atwqV7M5rO97favIpJ1NvpH4XnV34FrDfhdR14PLPJNqf1nCvZcTrGuccT8k3IwOvjL0ZUdxlGOgGUmzXXN9iWUJeHF+693hW2zsnS/aFgtxEjcmX/hukPQ658aFXaUYG/cbJIY7EK71OBV0U/YI1yZ/XOGd8RhZX0hcX+C4vnCzHJ83Lye8LqL++dJgP8XKcWTfVBaUiT/hULfa6+KdAOwioN55fB3d4Cl070rZTtl8J0o5vfP8T5T4ZAjT4fmfpoL+y/MLL79rEX6MG24m1h86i3Xy1MfRulxT0A87jj2FZ6Td9+/wpE3yAJf5gU2cX7w++nV2+3ZVqXtUI/6CvGKLRR+330ZzfP7g3YQM3ZIAPgpI4pC/4tLePJriblbSNO1/waMY0a/fOPX69Gk0ZVr6RJ31D6lRjgh00LUdvl80F/CJzw/bM6HeJ/3d2X15em93hZvGIYWOfZTs/ou48j+trXrhIJPJREmFPPQVJJol7x9XlG+PLV0bfB3OG7fzreMoxgjJkXobvalk1udSvokB5fG37xn15fHHjCtvZ9zOrj3tTg1NtuH3K/FPDOI7F+ZQf54YreX9nXXd2/SbWO9AxRRpeh7PzS96/03ph3KP9sR+z2/b6ZRAwmCLXwUqmkL8zna/3a3u9S/7U9WuJE2g8XZ/lwjkxbilzqVdcNkwX151ylWsB5gXZZf2czLE4Br9y9MX7Z649mSfGlpp+NWRK+lfvnx3jyfJpi1fQjOW+U4Xfz6X+xTtfSX+ynawfGVTONfkV8uhZR9al3mP4+0dBMzQybQYQyzZ4tJRST6e///GM9tvvv53wlhb4Mu5P0HWMnnWpcAXXF+PPBQVKb1/xt4DzEPboQKkpRUARUAQUAUVAEVAEFAFFQBFQBBSB0Qjop6BGQ6YEisAiCGDCBf+OspMWRmOyE5NF1JmTXIsAshIT7DjEH46j7PAEznZCzkwEzvmW7kqQRmwxicgJRE6GM5h6BP8AztCbdkTGrXrBKfDxQqgz8N1e7/H6gsLqfOW+t0z/mMZJqRQBRUARUAQUAUVgLAK4D3/+/Pn0/oP7XMdY+q3r6w7grRFXeYqAIqAIKAKKgCIQEBCrNkPmgVNcwRmW4g0bg/pbYkD9hrUql5K+Veet7Str7krG6l/jp+XNCHAnsCOYuva2WdzmFV3gt1tZbPys9xlO+t7mmqnAbRBA209bW40JhNMJAbU99wvYVtNvmv2G8SIHdtOal+f2Azg77ntv3mAHn3uVst09YH2hBMd58aVW0Bd/CDoxcI0y58esdY5z56PZ9saY7ILtDFozuJpqinbIH8S/VJ6nGpMLHbELGFhCPwZSJc5lftSvHwht3b1U5t1egh0xDKS26d3Oe42a0PX9zSe72xppfNc69mXi6nZYrqHDVJ5Xl2b3r9H54fHBniM+rc/pEdGMC/a7/cE0wyglVQQ6BLx/rzf+7wpr2Lv1GDIKAIzLL7ktXrp9oxp7VuXWKbkpQvC8ht8eX798Pd3d3dnfH1P4zKfhc8owp7Zawzy0VBFQBBQBRUARUAQUAUVAEegjsLcfj9DnbDrhhyr/+lCtn0PZOOuxDgKceD8DxvTtc/n3bPnn9U8zh37m4ww+c2aLlxaPXakIhiDohAPpxY4V+hWCTNAZQT7qHQeeFtPeMFqufyFoDZ2J85JaTuc1PFl6dYWAqns1Xz3QPl2LJSm501ruSC0HpyGZbbykFm28nkz/4B98A8ft7e0ZJ0Pb9GYt6Iw/4ItJ3OX7IdtmuXHeaGzHDzOMnO5/3dMUPWcRWB7/rBjNVAReCgIrPPMsC81yY+myei3F7aXbtxRO++Dz+cvn0827G/PsgN8dS99vluOnO4D34S+qhSKgCCgCioAioAgcEQGuCG7VPVefeWv82CLvOfq10qKet4FbAIYnZcewnlY3/QF1jrWPqQ7TLJlOdW750zXfnnK6f9jvNtqA07OdSHY/ABMLxvbHhJyXUWDL9LnlJ6spqeHs+3xD3a5K9I1gQV+3o82XGfcjP36Tz31vN9bT1cUPdrN3tPqN5SH5U32nnSc/BxZbEK7mr3KnLhy/A2+XmmpjzGc4iOVeixxT1K8YwEFQkoFJE15Fs4qD+tNOUVRKCv/sVZnZn6EzfBR/CDr1jpR/qVl6hDIDtk4ilEyiNALAOLCTFmMR/tjXooqLX7D9OsbAx7cP7GR51Og2/+bmgzmbXcsPj1Zf+CB1Rjvkj1J+vvZSudAHmNKnkbY+bcyy35/zfgH9Ol8GDj6/oInHqlBeo8+QIeibHvQP6L3mQf5sx9D+46VSZ/gFcHdjVNL+xCdjc1liH59y3ZElGDuwqMG8fsS+1pz6jWTD6jVNEzTq/kbGPM/UL/T10njW09BIrllF5Y5zDv4edGZfCDnbp/j80Xv7zfaqDEokVimOzPfEPX914xkWXLzMI+0r4v6yA4P795pYv1zv34Ha7Sqk9xX4X5rXzk1rboQAvwn84cPN6cPHm9Ptz++JZParKR5KWuMKvcepKfzmPCUlZumlIqAIKAKKgCKgCCgCioAiECMQHl7j/HNdQZ8z6YQfcvw7h/mUrT8oz4H+BjLp22fyb9mv6GujrJZ605ZRDGZUNkEsKX4Gp8mk2i8nQwdCBG04octX/M5i2CNex0GoNyafqX9P9CIZ7FPz7cArfhFYZ6AdNuzjoI2JPkZX+6pcozR0Bs7rYr0MGsCVr1Mm1oOcJ427gxybC5/t+IXgqQHb6G3C7M20Yysu3X7AWfbDsfo01WfbLDjOX19fna6vrk2w2r0CukmPV1uJY8P88e/VQqiGvzIE9tNXesF52xL70W8Vx1jwXrGKfso0QgDPJR8/fjTPluYNREvf7xfkpzuAo2bTC0VAEVAEFAFFQBF4VQistcKSK4eXfoCfzZcTo0f84TRFZ9g7hW6lXsD2m8Re2sF2HMlolvyRsl5h9f0EQo4I/kSfnmkqdnNg56/59GblkP2vVLXKpESo+TMRwOQL+h9em4vde3bCsNuB2N/5zXYSbSrv1RuNk9CZOw/tDr4aBtRL6lqjWaEceuO7Z9wtyaDqCqKGWQ7iwDY2c3Gmj795+9YHrbFAADZMP8hb+M90ZllK6Adfxhm+7HakZqu2Zeawgj/l8ts4RrXs7hQE2k1A8t07g7U58C3dpY/QbgjiY+x2f5AztUnBE2MHcM6+ttr3u84af71e+7fgdnllFr2Y7ZaPT+GtBy1069Vhv1gh+D/bT6nbetYr51eCwNT+7+lW6B8vFHqMyfwzr7+wVl7UH9ZfKBpq1l4RwPPw8+Pz6dOnT6f37z+evv9IdwHP1JxjxxAb1qncK/VOOASilikCioAioAgoAoqAIqAIKAKKgCKgCCgCisBuEWBgiAEzTBoe4aC+swN8GxkLfbErFfritdVrBPkWN8XMG1+ZAB8OBsvoL4vLWpAhAsA44MtuB/D+p+7s6xC7yGzTooaZeEEU/+awgk8jCAycj9IXsavdLjqzQ90xxrs5baS0ioAisH8EfMB2IVWP8iy3kLmvjg39heejAsDnhn/9+1/uvrxTQ3QH8E4bRtVSBBQBReDoCPBGeC477I/iAeFz9avxHxCtRedEoFshF+aGzaQJP6xYWTUn1bbfFkSGW5Aqi1y6xCvNhz5pnuTGFX0yryVdpDvvjoUW1ft1xuicmyBlXjuf2g9OTDjmjwEZUZtQpzyXOHeAZ1cx6OvqppPbttz6uZskTMtjeXOuarqOsbusR7DX1VnPnlSHzr5S+0dtnNKa66G+juo1erLM8gnYpviQjOeLLD1Lp56D/Jod2LUUDhfkcDv1BY9QQaRYXvMzR5Li8PxsXs1ljnRH6LD/SFlMUw+enTxvdxFfRx/uPx0dTrZ/OlxK+oRvQCVyBRuXpJ69gkoG+cr2qZBMKqacAnGtHwQgPANgRtzu7swOT3z/1x8DeGTayoTbPGV4ky0wScbPDC0In58q9nX6Q188S+J5FH/UHzvSo+9kU5uCPBaHc2yv6weyTWU6UDF1kcE3lMU7U5HPfkb9Wbd0Zv1Sefv9FTjHtuZ4Qi+OOQ/mG8C4ljqUfw/Ueefklfm52vxmXI5W5lm9ja4ItFuebH8f6xP6yT4jm5c0krGsyzTq5epKOp8OAvDGZxxPZlfWhRnYzMuUDRuTaaq0+oPjUP4/8IG93vioDR2163ehfpmnLIEv8M0Bru2S/tvhQsk1/rzPSBn+d4bNDPhFdbqLsv/Htd+87b7F/YhvcaMf0h94juvzquR/idWs3j/TZ3olndyB8QMkz081+0V55JOO/3NRfu7+TquGMYFeQa2upYUaKL/sbtxTn58Cf3DrH+xL/ZJj56Tj4drzJ3JszyFn7ro2u2tOUSVpcFEik/75gAOCLJTpnp92BH3BkqqYpv+Uxh/6T83+ooCFC6hHSd+SuNRfPD3x9uNczOGx0nwclmr+R71j7u1XXt92kqjmXPpz6z9W/lh7a/zH8ovAb7h4en7I1qLcjx8+n/D3999/J/V4D3LjD+vTHp6Z74j796/096sXQgfvJibJz5d3CXJM8/VaEVAEFAFFQBFQBBQBRUARUAQUAUVAEVAEFIFdI4BJPQZxfpmA2VEOGQCGzqVJm73YA30xQYVJ2r3rSswuL9xOSau32eF5FL3hz9AVf+mkOG3b0xn42u9DG6XW1JeYLGU7fBp/4LvO98OX0jTDxwRFvv9jXjfJ4EimimYpAoqAIrAVAkuPz1vprXLOgwD9hefzaLGcVDy3ffnypYEhbtrhxo3nJ/ytfegO4LURVv6KgCKgCCgCisCeEOCK1GhV9Z4UnKnLaPuwFo6r8mbKnkI+tR1G2zlFub3RoJ1Grl0ETlMxXsX8kfovrgPlhx8di4tQhorAJATom5OINyCaMP5soJWKCAikwdRQ0pLavn3lhA8CZvjjBBB3rLZovkUd6AX9gPG7d+98sEzasIUesYy2Zzd+M9CEUrtXKcdctrsaN8YBZ+C72MQonxu9wdCnDUNPUki4Xb9hd7jftVyov6ds+DT73RavrV7KdtsP4dNPD+YPY4fjzPNYOWnQHrhER89/olJ/AX+VB7GVeePTDeMz9cvOoUtblvH58TYcjWK58UFaTj/r+ZeslEuzfXNlR8qjHbv6bQoA2Ufm9Y9l+vuRGlR13RMC69x/2i2E/yMA/Mcff5x+/PhRJDS3bHu03a/ZN4vsmgs0ANwMlVZUBBQBRUARUAQUgZeHwLwfOmfDY40fjpInf6BKA2W5zN9z+og6r4Qn33QO9tn5sZXkKtsOgbm+OJf+8A1xgLH61bfReZwMEy4M4qSTP+fRqE0qdMYfdh3i26PQffrk6Tb9A7sboDMm8efp24bRErUur8zO1Cs37QWdj6I3bWfAhNfLnZf3GX5LFzq77xYvpe3yulIz6Ix+N+/7v+vpRz3l+bKbNYYvYxfRs3ktJRc6zHnCW6Jv0F8xTuzlkK2zH62WQyd6vo/j74sIWZv/IkquyaTybMfXM0MFvoq5qE6FV45O8s+Va97rRkD6R9X/XjdUm1iP5+Tff//9dHt7a58380I5ULsZGT77u3t6nmKJXA0AL4Gi8lAEFAFFQBFQBPaKQC6Qt1ddp+g11r70hxfo07wpeixF07MHUxXd1AX07JUvILhmf618ARUCCzlNE3JdqmXaJqUX+KXsVrlu0XGsYPJMbcvxYd0Q4sXEDXY+bXNQ/jbSlpdSw7izb0w/HOo/LXyG6JcHYIcca22ypMpDsnK+ndbP1ZH61cpl3SOmUzxSG9axHwGHm5sbH5RMpfrrwb60jm5e9kCCAWBUcQGYgcq9ooC5nATsVTMZcyYGoRdw5iQV0siTk1Usy8l2edS1dD9avg2o39W1e53yU+H7gWWd55Tk7SnpUPo2669fv6YrwXsMfD/1f5SleRMloe2BNSY+cSwX/IXPhOcZy9z/l8fXFzcmqDP6If2lkdRUo0+3U5RrkleDvQbvt2/fGpzvLbvLK/Qp0svvn5el5UqiPkzfyVUcyJsc+KUvdsHtWESmrVP9SC/8JRoT0/qxgOr4SF5Z9Qyv2vhaK0/UabqUgdkmgsFKfYyfzbe93UHfGmRgC7kAgDUn+0Olvch/qTPbN+LnfSrfvhEN9fW3N2DX4QY+LI8EDF9E/JOq8/2JbZswPuil/wTqQfWfovaQf0zhpzTLIfDp0yf7PNT+WQmOsX4ASZSp9VfSO7L+fcrR17gkQvVSEVAEFAFFQBFQBBSBF4SA+HF3CKug72o6i4fHrByU8+8QaHX6HkXXdfUUrXuyQeHSHOO6arxi7rIFpsDAvjeXzxTZe6A5gv3UcQ94vXwdEKzhHwMX4wM458MJgSfojQnzdNJ8fJySvrfu+IDJfOymhb7LBfnWbQNgfHV5ZXV+fpqzy3pdPVPuwBq6r+bTKzxL0qeX13k9v6bO8GeHd9oSDdd8Zl4B05x0BtXQD81LoOMYOXXJEU7OK01KT2a4KaEMlCJo8tICJ9KeNZ7v1+a/qTNMEjZ8f5W9o+hfM/ql9N9J6ivRi0ZA+kfR/140AvszDgu0vn79Wnx+w7MG/rY+dAfw1oirPEVAEVAEFAFFYA8IcCXqRpMVm5v8Yuxbb9Jr8zZZRCDXLr5GXGh7CUiJSX8HSI06zxVUkm++1nFyp6GwD/vqumPSHRPCnBxeXW+Ms5vdQ+r2r27vQt9IW1/Ply+Bvg5LMYlCn//58+d04/ncgIDKBgdfPYs+iz8eCFLaAFo3697+PeB1+4jEGfpyZ8N2k1i0L2BFzIbOnGJ7enQ6Q3fu+hyiW75sWH/uDL40CsOfoSPO+J7u7MP7tuG0wpgNf4UfQGekZ/XDScZKn+g//5RYUmeUwy+cHaXalXyJcaXq3OL3799bFghaP9w/mN2F9PLpnDmGeg42qmWeKUx7usPJgH/2jhV8yu6YlHyJr8yTivhy6hsKX+PuwGD91BTGK9ev5u82naqDpBseP2XNddKU3+ee6xL9WtNztvVf2inH1Om6K+X6CGzrH+vbs6QE+yxtGG73nOq0h9z//Oc/p2/fvp3u792bOobs4m+AtfVk7x7SRcsUAUVAEVAEFAFFQBFQBBQBRUARUAR2jAB/QO5YRVVNEVgUAUyy4A/BC0ycHKkPvHnzxmLBwNOiwKzAjMEyg7jHGXlsA5z3dkA/fhsVOD88mmDZAQ74M/6IKezY++H9o+AH9JO92cHFAEfph8DPvi7cdDfofP9Qn1yeizn9cC4fpVcEFAFFQBFQBF4DAtgFjG8B5w73bLr9c53uAM61huYpAoqAIqAIHB4B/Che81ibf28l9lRjSiulp/LbCx1Xepf0WdvutfinfGFnmleyWeZPofG72wSjiE/7usHqZFFhgtAYK4Tnkm6C2X+WKlfF5rXrWmQxUPD8PLxDbP5k7Rj9+2NdhL+BDKhigwhXCZdRzsllnpQj0zmgSJMrm5/Xju9YPVi/ZJ/LNxv0Cocrz4/fhndt3MpxJU3UF+OKbG/Kbccn5lO9oi6yIvMG9PPVuzrF7t/xinc81trEc29OEK8+gesZ8/Er+Q8l0iZe80y6cg9lzfyZfHnO11ovdxm53AlZ0lPuRkJbwe9xxp9daQ/4RB/17V3dJdcRTYW/pHAhH4En6Az9YIPX09RHfv+gf/RLTEhIfIOy1A6k5znlU6IL9bjDU+qKNPV1+QL8QGpStInnqDBzUdKnlJ9hYbIur0x9I9Lp5vyE+uYp5uaW9Cvh3pcH/fAHnZtftc3xtc/O5XCslp3DlCyBBXlQZ+iNP+Y77J0aWde2RXl8HC18hn7DM4jyNJZdw3/gzfED1YOsHDFlSfldPY8trkvtn+Mp8xydUalwuAIzVBgo3Kufrf4X5pXsJ/OdaK9DRj/Bsf77lfrTXvoIr1nu9BCss0mHqSjig6jIssmc/syDb3f+HexMGbjrZ/G+YiKBrEsC28kvwUyfTbnzvkOeaflS1z28OsbCrCCKRuDMdFfKy9SeEn/z5e6Oku1rrjsmzxiPuu8SXLAdghYJXVyQ+hufU+Na4optLrJckv7XK3AZRb26+h3fkv1m+ZitGOFFEGWfFvrRJ5x/pXoJfQWNd8NkIKReUn6Wf2enVy0RK+mTou6S7ZsvLY2pOf1yHFgvV9aSV9e/hUu5TuqPac2qf6YEyfVc+xN2g5ccSqX/zcWvpv9c/oMGmcK15JNvSf/azwNiXdNflsPX8C3gP/74o7gLOOjT/uYSyKA9lMeFjmk+yzmY13p/qK8pRUARUAQUAUVAEVAEFAFFQBFQBBQBRUARUAR2ggAmUBjEqU3u7URlqwb0xmQNXqVcnrTZj8bAmDhDX05cIc2//WgbNIGexPrZTMhR71BjfynqCH9GAPhI/gGdc/oyD68438sBf8aiBvsq5a4fMkCzFx1TPeAbXIhxpPEutUOvFQFFQBFQBBSBl4zAzc3N6fPnz/6ZyNy+z3poAPis8KtwRUARUAQUAUVgJAJYRSpWko6k3r76kXTdAp2x7Vdb0by2zrX2q5WvrV+PPx5tX+njbcVXpqxePdRY0/OFXMaB/YNjx6763JZ9jW03RyZ55HxD846GgAxIIo3j1y/shFvIkrF9jX20UbwM8iGQg2v7Zz6yiV3w/GtkZ6qt59/UFTgjkIeAmQxM+uDemtGzkfgStzfX3au2zQ62xyfucmPp/s7Akq8HR5rYnl3TCv4MpkJf+EY4sEPf7HY/mR0uhkf8hodQ6xwp9jnoy+/0TZ+gXa//ERt2L453vg+ibV7csZxN3En54iCKDJrrf2X6Sb8fIt1ewMXA+Le2f63N/wW0zqs2Qf1j383/5csXoaB7zhcZNslnkTR/6Wt9BfTSiCo/RUARUAQUAUVAEVAEFIHlEYgCnFOWUIrXcWWCxMOly5tzCI4R5ofQuKKkbOW06lBZWnfiNfGcMFn7RFojerlp0Yl2eLINMDuLLC9UE7tBQPpa3AMYnOR5ksqif02in0AEfbcL8En8JihrSKAvdh7iYOCpNTgpX6+XDyZI/Qr394ltdGFmRy+MUPfphv3vAAbOCPDRPyzgB/jPByXNq1QfEbg2zYi/PU9O06fhx/veTcv+AV9+c7q+vrb+gbcHcPFIa188gCt1KtLmBTSeOHYsIPmFsFiwLV4IImqGIqAIKAI1BPCMgV3AHz9+PN3e3taqr16uAeDVIVYBioAioAgoAorADAQmBApmSJtPmtOXea/xBzhtn4/sNhxy+jIP7ce01IZ5a7XvIN84ECDVCunhiYvh0sBlH6kBbdkOsxRN+QPfNG+WgI2JU91z/pLWmaNix1+2hfdfyMnJH5YnA7/DNTco9bZ0smBnmjekhsRlqF5UNqd9xuMdid78gvoWAmAr6/PMtjQTFrnjotp+c9oKEmm/lN7nyUANA04IfGDHJPJZJjkMpmkzKuXsY56sR4Ys4/WIMyaFqPPd3Z0N5tTJc/jUqPr4BYp2fsAVwV8GJYF5S8BJBn6DXJka0i8ta9c3SOh2VpsoJALAT88PbidqqLC7FLDGhCGOnz9/NuFsK0/0R7Yj2jY6RvK7uL464VuET4+mH+J7oZaeX9Y0vdvsAnZH2q6UOqV9SVPiSd75M2zGOIJAav2grASnOmFXo6Yj+UuGMQ3biGe2HSiYJ6lXT9NHcuPjWOHkQT8Eb+aN5cX6c+nJZwfn/kKKnL+MUbSFPva/mHsLfUwxdOUlFbrXZe23CH2xJKTmC56+oECJL/Ob+ZMgOZOe/p8UZ59P0jp6rQishAC/QV5yz/74tJIiK7HNL0xcRhienf/973+f/ud//sc8H5lXFJkhZur9mvf8lJ75NY2XHbVr0rRcEVAEFAFFQBFQBBQBRUARmIQApgf4N4WBn17I8pET1XYSc+IcwBTN9ksjMduvlu2aDfgPJl/4185wWs0Jcp4ug34DVkzTZyoVJ6ym0o+io9U46/HqEGCfyfgcd6WODv5GIIb+FWWvdMEdnmSfTuYwf7nz/H7DgDt04mQT9MafLMvpLKVzZ2hcDzX4F5eEq1p5qClT19dmygsBSXNcYvbywryeOONHkuacafoCMJ3n09tagV2pOOTuX/lcta02bdIwdhBnYm3WNuzvEOMfdCbW6Ict/W9/BjVotGgf5djhxoEG6VpFIrBoW0jGmlYEFAFF4OUj8OnTp9O7d+/Ms2dqKx44+JeWLX+tO4CXx1Q5KgKKgCKgCCgC6yPAlarn/lG2xArtIbTW5j8ke82yvbRf1UasFRyaMKmVVwWMrFBZuziI6zDtmqs/Rxo5o/qQjbIde79AZsh8IaT0nZ2ac/k01LYbKU2MznbfmYnB0fXfqJmPKgYBHAZxxtuQ8y3kyXGzxpU86jQIOuGPgdQa523LaQelOnsQaJLB9hRrBi5JJc8pR1nm0vUafZq2HBfgw25as9MamNvP0+IeCJn1tipLmUtf5owS+Ib9pvVwtTOUsq1i7K5NYBKHfT34kwlMdoHUy27c5Q6hJ+70X/Q+Qp3a4GDglIFUjh04X15yp3IbL1dLYjFOlyYpHYZOP8cfOI99FXuTrCmVeG8F7aLtOkWZ105D/5M+2YAJ23BS+42U1aDO5lW83VP6/+baqkBFQBE4AAJ8LsYZQeC7u3vxOwWfnsCDkpuTwadK1j54d1hbjvJXBBQBRUARUAQUAUVAEVAEFIEXisA+AxkvFGw1SxFQBDwCCPDhwBhk/2YF9TzbVROYDOLE0KqCFmJOfREABsYIRDGP54VELc6G/oFdFgb1xfkvzRD4UmcE+I5yRIsDjA17PjhWUGde71ln6Ia+Bt/Amf0QZz0UAUVAEVAEFAFFYL8IfPny5fTu7Ttz7w46ujQyRGYoXjylO4AXh1QZKgKKgCKgCCgC8xHA5Jo7eC7wLDwvcPKoQDU9myuEJQfmYfWsX0HbVUBZmidp0zR5yXzmST4yLetulK5NuJh9MsOanFn/onLUi5jLiXSfJ6llm0tfnbjGsJOPya1wMC0xLfCn/oHYpFhX6scKfi+K/XYdd6rM/daSfLinJHmO7ZMltTRtqdWT5Tm7ZfmUtNQDQRfwwISk4xU13xT2FZpa/6uQm8lTWYO2tON0eUEayUekB/3Q1Mv2JUEvkvRJfAu4ItVT1fBpHp9G6OmFI5G1P9S48N+CDHku5drguXtdK/uJswcBs7R+6bqAVEWvsBuwJKjAt6RGc4uRAe3ndXp28olLWhr075e4nGH9/Td+O/zD2OmoTU/vGMd9JegzzD9oFdPX802Ngi/S1/nMYwOTY3AnX/gG014hoaco4zjXn7BxwbqAh2eUTUBn6M+/UGk46NfKP/BDKtc2wj5bOakDm22fQb6rC12BcV9ny6D3Hzc04FXATMeVKDPo8lx9bzD9MOYUrhyvgJOTAb5P9kN2DnPXfuzrQX6gCxxdirrKfOYFelk6JQ359GfgvPRRtq+TJHw9JxvfUuZBXjijfe0uX4PxhXljxbP53rIdtJNx19tUMO3ikm1CKTzXMGY7FxiTjR/HTn5HO/0aVdrvM6hd0wl1CgdxeY6nZImpwyn4F/Nxhn/wdyLOuGZ5QZrIJk+RNSJpv+88UN+822Cg1BTR7uFa5dJJ9EKnin8XBiqvj/dfnxMn2A5pvTS/dB1zG7rK+x75GqALxAILWQOvxhd9Qxa5eyPpJN+8DhFtckG/5RjXv85/j7suydW4vIj7kxefa3fvS6ClfZ5iXCLHf4BD6h+UXx7y3bhWG5/6fFMlwvidluA6+E+u1HhIWUFLUKPPcw25Nf6hZj41Vz79Mc/dtJIZa/d8pPi14sFv/JZs4xs8ZO8v1V0zP7UvlVWzt0Rfe+zMP7/W+wv1g143Nzen9x9uTrc/b30/Yn+u6Z0+a/S7YZtfttWi1npWBBQBRUARUAQUAUVAEVAEFAFFQCCAHyKlH1WimiYVAUVAEVgFAUzKYQw6yo5J6Is/TDbirz75swpso5lSzyON907ni9PDPRcrjTZ7UwLoy0nm2mT0popVhMnd4VzEUyE5WzH9l/4MnB8eHnxA+GyKNQimzhjrjuQfDaZplbMiUFs4cVblVLgioAgoAodFAPdt/H358vX09u2bs9lRWB5zNn1UsCKgCCgCioAioAisiQBXqPpVr3OFYS3ZwLrc2XIq/OeqP5Z+cfzGKrByfdo3SUzDusJZ/KFUg4yi7sO+xNWtRXItKOCPHzWYOHI/bvYN05D/yLLSmCbrbGspdwJbqVPHVfa/uUu4PZ8STmthQ/y3lruQPWfDbSH9F2eD9pzXlphQYQAVARwGdkaryrYZTTiNAHojyHd3d2cDT+CCPByTbbDUC/znsTDtY4d2t+OX+kHC2MBTafdE0JZ9O+QslXr79q3B1Hyb9uneYvxM+3CeOpZa5eb7b85GBFLp17nyvebJBQ0IAMObgVD6bMXbzx7CTcAZ/Q3BVOnfozGGH9GvRhO3EABJ8+4Oszua/gG98deuN3isf3CHcPVNKeurohK2QmB1/88Zss74m5Okedsh0D6ebaeTk7TN+Lm1VSpvWwSwC/jTp8+nP/74X/tcurW/qxdv294qTRFQBBQBRUAReGEIzJu8rYOxNv+6BlpDETgGAugr/DuGxvvSkthNHHMwAca/fRnWpg11x7l2sG6tnpbHCAzi1oB7zC25WoIePIb41MoTlaJL0g7xjwiaLxB4wh8DIs2EZ6zIIA4mf6D3rg7vp6atxHgAjKE3jt3pPAAg9Mbx9IhgmagobBO5I5LL+zKEA2PovOjEINt0ts0xPPQD6Bp8OfZnvFpSvl4SpXENk7GSfkHb/vgj8cWChsUxD8IXSHX6m5UU0BO4Q2cufllAgLJYEQH2AdkPVhS3G9YcH3ajkCqiCExAAK8H5t8EciVRBDwCeL77/Pmzv946oTuAt0Zc5SkCioAioAgoAlsisPSK9HTyaPYOigSMtfkn4qqXS+NXFbhxhSXsI4+07WAKy1rNYv1olraVuKXeS1z7WJuEps21ejn8SJsrC3lhIrUmo41f4Dw31SJvSOcG+pzfT1W7xov9o5V/oX40KUeZZkY+tGMngGWUV+DH4vnnDm8GxDgO+Ou5EobaGrzZ3jJKNEdmKo/8Jc+0jizL1U+Db0OvD87TSwn1gK+snefnmycLm7QvR888s8s0Sx/kl3aRyoBI5NuB1KVSf07La9cr+T/6Hf4YHOgFxzq90p2UNXXHl7OtXJA3BH+dj0FHYI2gU/qqbeDeGz96CpB/r6DLoC+UyufRX12bYPsdeBBhyKvxlLqkdefSS95IO/uB5fX1tcUZu9pnHXN9PiM818cwqUkfgH/YtNmxCsTYqvRvDz94j9KPnDJKFbPSNgvjp/RX6Au93VEaiAbKVxobSv4Jffkn7YhhGIsX7Yu5tF+NldfO+Ug10S440C70eXiUz7ele/yv1n70j0z/SPyftvIMa8t+2opFTj/mUbcBXoNjDfkM0M8tGpTfwDzBuIFCq8xCwCy0ybj6LJYrEvuxxow78njqxqPa8yOfr+f3Uyn9OGnav7bGwPfDhw/m7+Pp+/fvI8QtM0Ytw2WE2lpVEVAEFAFFQBFQBF4QAnN/0NSgWJt/Tb6WKwJHQSDqK5gMaZgQOYptW+gJ/Pg3SR4xPyruDfrPwmcSqC+MiBjnzJrpN1H/z/Gv5LFtB/kM6d/A345JM+3MiHnz5o0NTKIoBHEyFXeUhUAqDkwG7W/Cje3MswMOelJvObHvSvf5P/Qt4zvXF+fS5zFLcV4Ga7blOjoDZ+kbxqu9cVJyWbosIYVnsUCCPIMc4HyYHe0cn0+PHuejjHULNN7hWchAEgI1DNYc3rABA5YZtwYEaJEisBECsr/yTrKRaBXzAhHAc8e//vUvcy/vFltuaKPuAN4QbBWlCCgCioAioAjsBgGuJB2c7N2Nttsp0opLa73tNF9IEtcGhkmyZsbEBARFv5rBv1kRrZhHgNijlDug8jVfbC59dPJSX4nhBJQofwLpMiTUP9e/URYm7ZeRtycuJZtz+efQm20zXradaLUzzGHn0Xgu56CAzfPxRyCnHOQ7h13DMqkrAjj8s21o7Nj2aMcf+kFvOanPvG11HicNOiMweX9/b/9AndoxjuNQ7el9OMcVu6zhH8AZfwyw5uq25S2rH2VSP+AKfR8fzY5xTGya7wC3H+voFsvvy+DOZeiNw/lGTNV+1ec/SDv2eQD1L8Lr7rkLH/jjgO57Ovgt4FQn8xnjV3fgkfPYT90tfZn+P/RWkiWbHvJa9DLVir9JhT7sj1P8U/InH8F6F0nqJXXdhWKxEhzP4tz2q/ZxsN1/4t2zwc/btdKaikCMwKePn05vzJte7n49xgUrX9F7Vxaj7BUBRUARUAQUAUVAEVAEFAFFQBGYjgB+2Lf/uJ8uRykVAUXgOAjIXXxzJw+3shrBPIxlDDwxiLZn/RmAZFByK6zmyJG+Qazn8NuCFn4BP4C+e9Q5vQfjGr6BP6fzMUJd1BlY41Xbe+570u/YDxkAlmWaVgQUAUVAEVAEFIF9I4DPfHz58sWsk3ML/LbSVncAb4W0ylEEFAFFQBFQBDZEoFvMbiSWVsd2+YV5Gk4wbKjyeURxRWwqvZTPepUVtPWJpALw5D/zbF5sN5FDyV86dhW7/Td/S/hdVL5n19HhgXjS0emXTlAGXrW1jxX7/dfsAkekyvLievWrmvwBDha7mn2Ovu6flJOuTK3xd0vnl8ODesQYg/+wDQU9vf8WlviX/Nar4donck/ucvK8TWXvvqkejv7S7OLJHlX5Wap+ZpFPxr9Y1+hPTGe3H3n2NbM5lFMo9tnpOMDrCxNoaD8yNkf9mLxQj3Vr4ydp2rUo1yQvyGa6XLtfQhpJX/BvT0w7fYbxWfJBnkyLOtVkhi9pLP+Ur6xvAqK+38h8MiifEeRr8tnIxjK/4m4h9vESH5ab8Sl7dHQIklFf9AX8Ie/qouZ3juuzfB+hybrobakr4ZfiD37MK9E4mdAXz4U4U2dXMuZ/yirRDOsQdC3R9/OhM/VlMBXXY45y/dQex5dt25eR1u/XkDnUW+YNpul/2UpBduo//eo1O9z9uITLhbknGtRRqc/a5ETosy8J3QPf5Pmjq9v3d4oZ8p9gP2qzjejP5OBk5/Wm/5XdJ7KMLMU55Ut9ScfrtJ5hAdtNNvUGU+gKn05/rxXx6/q65CGUM8kYo7hs/BWfc7gTmNfhPpvnGfTPl/NeVbajQLdxNuzgPQ1DdryLEP2A7e4Uo91z7SKfsrmx3LReLJ8+aWp1ffSZfTYlNK8nHzqoF/lzPCZNes38cKYu9FNeowbzjHfxmdwSdnVgcqf/5UUhBFK1zzKM/+O4JSDN9N6Yxl9BN6N3EU9fcVpiLb4VbdjOpWps/1L5evnBR4IM5klfYql5TuvaFS/YYbr3uMXqlXNOgiShJjX8JI1MU7/0ttvuj5JbOT1VvzLHuGSuf8zVb6z8sfIuujEDv2P/f/a+RcFS3Ei2qvo13fPw2vf/f/F619dee2a6qy4BBKSEhB6I16lgphqQUpmRoZTgSAh+/e3np7//94enP/74oyNhqKm0fUaKy1vu2bbSuVYkJwbEgBgQA2JADIgBMSAGxIAY2MAABhDnQcQNilRUDIiBh2GAEyAYiCkdjDmLBDz9j4EeYrb7szCl7HJgilhT8lfIB2ZMLABzeoLhCoi7KYFuYJBYgftqG+OAuHDOP8YGH9ahzBX3tt8g31fE6WMi7jth9n3Q+T0YuGL/cw/mhFIMiAExEGcA1++vX78+/frrr4f+bok8/hIHqhwxIAbEgBgQA2JADDwuA3w2LvWs5kUZ4BO/rR/5vKi7gnU0A2wXbCfH2nef7N/TdqV/bH9RaJV6o/oaZljsfJS8VL3VUVr2EHmPf+DlCo5D7K8Z8bCtiQbztpYPKlWiZaBRfHMCx6rOOm5kf7JVEf+cUOUkIPeTzgsdgGfi5UQG92GYbEOVk66sn9r+cwQFzDZG7HEYd2Yq8WWKl4oBJ761XDUxWRGLpfjmVYLDfQzwIh7AN/fU6Z8zve2e8ZarFXi79/t0bzwAx8AIH2x8IJ3+LLXy/i3vTQPL8ien7By/e3rnr/7d09asG/HFOp9Tc46G507sA1VdXFW/WSrHYo5MaXvxdDJ+3vvv44mHutjwWL3xaX772HhJvzFHgr4nA7hWf/v27enTp091900V4DQBXEGaiogBMSAGxIAYEAOPysDKD6LLTBQ8KvcJvyz//AFri9h8m559vFL3WTps+Y0DFVn2SoUsvtKyLeTPtt/Ch606yEFFfGyO763YH7D8u+KUsXdmPRJDKP6ZV48PEyLV2wmxYCdqMImD80O3Sp/Js5142o57a/3b8gOPnAwDr4d8L3Xis6YeZ/z2u8Xkeskv5EPtaCnZJGXyDa8enjUyZhm/wPvj+4/Aa8nnMlc8Am7bHssxzvW3X710r4kfX3eP2MbffbYOa02zOMpBE98WKOPiKBhXshPve66EklhsWziwX6T5vfeR+Kwy6+iq0nDpQoxbXpviYG3MxKWQg1dAaxMDezDw888/95PA//rXv/qHuvawYXVqAtiyoWMxIAbEgBgQA2LgfTHg/xDaZWJxR0pDeLeY8/nwdW21V1M+hWk1P2cgYO1HYG75Vr8Oc+z5lZI6X/MvVbZFfhv7diCOP/DL0RFLoL6yYpPlA5aD5X35ivpdje8AjrWklK6gDysKS+VXVPVZm/H5fPsG/XzUh5/ml5nPU4NA6VUC+bZmqyVHofja26bFt2IfdRuMl3b4hu9odWa6Ou3WUFpg8eO1mAvijaua/Qv0L4Fi6Md+//33aSXfQqTU/kKBn+BzXRb/1AbcnAQ17JMAAEAASURBVFxlGvfsm7FPD8CilI+JmrDPqcN4eWD4/PlzjwMTwMQ2Wwjr9+VmPwb5KR/1M8VPtyKT33aPVH+4f3DxYyKVk6ngGLY40Yd0Hg8+DGWnzyI0j5fOyuTfzBowgRPyAkyYmEQ6/oDzx+v690BnbeYohX/CEiE4K16MvfEQsUGumUvfeB7fu/UXl8vJYTxa/0b9ve/Dt87JM3EDOzjnhvyajeXivqd8nTFM9oHb+SbrlJM+SMQD8fqK4vh9ye58iik3z+rmcZFeV91BZwH+pzaRqjtApAzaNs4RR4zFkG7I7Lnl2CTmGA7qSMnFyifSGaOROEqUTmdv0euXJda01V0l2J5opHW7iuv3YwCx4acR1bBP3fO70utnjMR1KeW+NwZw7/Tbb789YQL4iE1xeATLsiEGxIAYEANiQAzcgwH8YPJ/NE3I8UOBf1OiDg5jwPxQC9aTya/CtLG8EzcXjBNy5uCsIqqu0Nn261A3LrUlLlh2Y5w29uje6t4Rl5dqf4xlEz0b8GEAEYN+/sCf0Z5xSEzHxAQHPbnnpB/PMwA3EKnzdTvXIeh1WGZNy/qzk6XbYmO2sn5EDOtSwVzGf3ePiRjAn8XvlznGH2uVvrn1FIxXzhnZ4hc8RpvjxCkngOt5tbyQq8ZOdzHyPD5FwDZIvNxvsch54xa6FjgQ35f+/RTGtwsXC3KUEGOAMRnLn9L7+OIZ65Lnj7CnT9hXbtM1prL8wxXL5/LVXNNYEw9Hhxw6hQHcg+A10MF7qR0QaQXwDqRKpRgQA2JADIgBMSAGzmGAz/bVrQA4B/NVrJK7Sjybn662P0Y3Ygm5sBlfSGlB2tn2s6Bu5Z3lWZc453EWgJsL+f5fzZ2r47saX2fjyWs/WOWJDYP1w4C9Ga0rcoHxESvE/G1tGhj5za8Zc/fs2TiRzf0SRRv7S715KcTFlYdrpY4azHIxkJ85lZiHuJjT14+oJ1HPzqTDusaSXHIXmgDGYCHe/EuZEr3bZclL/P6yjOcCRI25Bk5ySMzcDysfz+I4zgm+wfrx47CiHVjxvWVOYIdLob4SMWwKdt1Pv5EXk3WRQ8Zfvk+1wMGBjZFaPaeWwz13drtZcrqMA5//svgq4WJoi7iez6Wen/nt6iXWWSp2ROyx/I3p9vdN9u1HCaYS2Y2+3Lz4HLft4vOcb3jfvCIEP4sBxCt+D/zyyy9P//jHP7LKbBFST7KFPZUVA2JADIgBMSAGxIAYEANiQAyIATEgBk5hgAN+8wTOKTCKjHLiBpj9vyJFBwuTY2I+2HyROWBEbOAPk9Z32ew3gO+C2W+Db69m5uaiTqANgmuu/gVM+nFRyFM8A/PVsV6VQ+G6BwPD5O/1+5F7sCmUYkAMXIkB3kNjj3uRv/71r4kHutqg1wrgNjxKixgQA2JADIiBizGw/oQsBx9joEMrD2KyofSU/lAZm5ayv1W/tRU8Dj41faHn5uzTxo4DY72HPzY3S8bKx9JZMsgLM7t9qrwRXT0M2pn5nwa+ej/5uDWfDu9gjO9r4if5OBj5/EJZa516Q23GT6OsW34YqJhlJ3yL1Reh8nM5qzV8nJIN6WdaqmzYYk0qftDMG78VeJz92bZ/RC4sPivTBuPLs/2JNdo0Mf36+t0aXRyH+zdi78Rr21ltOR9hVM9G/qJ6RwAjh054WWxj+XA7t4Lrx278GtlY2Iwi+PYstrn9jxnTztThlBY6qOWR5QL9nMNtLo4Qtnja29vKJFv/MbUBV5SfCaPFx2P6FrfPnH5gZdH3InfQUd++8jBE46dDgBh56SYksZEHX364fgXqMOgTrndeYCau/7Tbgwj88+Z9+I7yX758nfoei5n5VGXzmDbsB/58+SEP9cy6dkvNZ2v8L8vCTngydSk728CRa2f2x43vYUUaZbv6YsfktYOwv67FqU/vblpS8t1YobcRw5g8tSNPLHVqrlEQ7aNqCi3E43TiaAJeYgZX/OTrMi5HnKHQ7g0uHPNWMNLP+V7PAeLVm5vnnhEv9vy9MftBP7l3y4bPLHZ7HJYOp9K/AEFdnfrXNfRjxD7oo12Lm2nUDUl7PCMZu6UuwZaf89NHrt5XBAJVdfjnbsqVW+p1MU/fuCZuL0798jTpp/Ocdc/zYU+bHWS2Y1cgmu6JTW3BT5/PZ1tz2nz0xgY0JzlHYfwQIa+jfoenmE2Wmcu/RfsPMjvE5xAv1Gv1OHAXJzF+Z0HoRJ+ClLktvL3hvnleuY/caesxE8uUWnfg8Fauwudvqi+f1xw7LGNk+fu2HNlQ4jmxnJX1M+EeDTE9Zdcv58szn/q4Z7ovn38eqv+X8bKcH58WB2+lcEvEY17g8jWuexC+H10v88i5jIdaH239QYd/ntKfyvf11eCEDdqhvi9fvvTfAv7v//7vGpVdmVREDu0j1EoqDaqYGBADYkAMiAExIAbEgBgQA2JADIgBMSAGxMAaAxj44UCQ3a+VOTOvG5Lvht85CXAmknzbGFwlz/mlzpXkgCAHCM9Fk7YOvOSZE5J3wO5jTnt6vgRjmTyfj0gIxMBRDNzr2nMUK7IjBsTAfRngvf/Hjx+ffv31190d0QTw7hTLgBgQA2JADIgBMSAGGjGAp4H5RHAjlY+lBre2tbe3teXI4Mby5glvamy7JzcbcVaDyrFPmVojW8uX2k1xmcovtSd5MfDIDPjt9+D2c/D1lZM516lRn38X2bAiy0271tkSPzjG3z5basVFvVVM8OHvUhOpGe0DeHeju7+3269P4EBsfa0t469e17Lkjx/dqyK7t4tk9xuX+62wLz9LxgpTMuK7UKMnfmX/0ZcV4rtcfHl0X/20JN4oK87za7UhV9Pq33zrkhQDUQbsPam9R/3pp5+evn375pVjv8y9l114at9PVlhU4mJADIgBMSAGxIAYEANiIJMBO8EZ+mFm8zNVSuxODGwdLEf5LQP51v4WPSWcW5sl5R5Q1rbvUPvf3eW962Kr/q3l9ybQ4sNAROst1CatzbS9zaviGKM7x6d9LfGlJvgSFGP9FVYBb+Y5Yad1NvFmT5y1BlCpb/uEZKXhimJ8jeWd4rnCzQ1FbF9W138+d7MQHz/hlabz6yNXAbE/WxVSphioZEDxVUmcih3CgOJzonn8KlZ/nngD+FRGB/syYCeBaenTp09Pf/nLX57+/e9/7/bwnyaAybb2YkAMiAExIAbEgBi4GgM7D0Qv3E39YKrBk9KZyl+AtAmlA2l2EM7q4XGpPpbjnuVDkxmQWbGfxS31056/X9Hfi6bK+/panANTjI8cPGs+bS1f6l/IHtOAc8RKd1Gnm+K7EF/KVlaMFdpMiacw2fIp2Sr8a/Fjjdcer+lnbKzpXiu/Vu6ovBJ8KX+piw3E+NB/d5b5TIc+P415y/2ff/65THRSRnw2jqaYg50E/knWUZp/Yuxi8AcTk5yczFKSsm/0Z+lL+esp4eTejx8/KlfVkt9A/fe2UnXN8h6wxClxJ8QeP7tR/NiBS3LLNJz/6OI6eMkvjs+uSlgmhb1B7dEXqqJPPF/uc+IxFdNWK/XZ9jGW7/x/efnUtztMtgOrj3fuK/mqXOgrsW+xLI+9T4MvBJar5OjPQvQaCYyt3dBczf+1WMjB6pYfvnX7WnktqCGdGG37sHpcfDYHx2/d99WxxaSovRc6459UH7d7vJ7hdEubfs2iRue08v6rJbZzdNmJ31wEy+tKbslBLn3dLNP3qNIhnsD9zz///ITXQX//Psduz8HY/rs7rAgleT1YnlTEhJLFgBgQA2JADIgBMSAGxEAeA+ZmFj90Fz92kc+/PI2SuhEDrPNFvWf6cHb5TJiOWK2vjpJHOUm1/739ZN9icDQ1uVXv3vg2OuvEMrFu1JksXstpbIA4aXAQYF+TKV4qZgd+tg62ldquke/GpIZBfuxfNnJbA2BDGfKLPb/5ukHdIUVtfBxicKMRcAvM5Pr1tXtAIDgDvNHQDsWJGar35d32ZXX9J1YAD38z1+uUWJvrksoVA+UMKL7KOVOJ4xhQfJJrPhKEc0wK10wMU5f2+zGAe5DPnz8//fLLL8aIrT2TXHmoCeBK4lRMDIgBMSAGxMD7YEC3CteqZ9SH6iRaJ3hC8tZPSR9dvxeLpa31t1aeeU3j42D+6EO0AVw542CuFlSwbe2FY6vevfEtCLlgAjkog5Y3ccNJFw0KRtkN9C9vHV2Y0OMrfqNlL5hhMX///r1stfUu/pTFNyYn7QTlLpA2Kg3h22Xyl7HZ9PqN2H59wop2+rHelyTqjxg3ctqh6jTwzyob7PuYrcQ9jhM8nu1Es3r0HNlLr2em/vTi9VLvWJuSl6+/FTf5UJvzIN+KvLIeioF7Pbb3UNRnO4N7D/79+uuv/T33jx+vT2+v3Rs/uhn76X5wYz+EXl6bGBADYkAMiAExIAbEgBgQA2JADIgBMSAGbsMAB0wwKbI+eTO79NrNauJPWyYDXAHcjSJiEApcc8IsU8MpYlzxS8wAgePcODkDNOOZWO/E8xl8bbHJBwQ4AXzluLB+xtofYuUO8WJ90bEYEANiQAyIgb0Y4HWR+73stNKL+5Bv3749ffv6DTesrdROevQN4IkKHYgBMSAGxIAYeD8MYAAhvPHZMO4hxeNYmaWmuP6l7EOmbH3KFk/4Bbe8OkgNAkWfBo3aDYKJJwb9D/jkyM35z88f4rq7nLdX3hRzT/Hwt1Hm11ZGPaeCxD7F/+BDnP+U/cGf+oFIcpiHc3A2XsbHEffLpy1g34kt2vTKOfHg5XWneAp2dQuWp60ZU8oP3+/ZJnUsdc79JFYVzSVqjub+k3ao5Xt/wIFrpk57h+MpdT4I8jNnc/V8ip/Yj1JWj8vf6ENn+8Vvrj6eRviNR90hOdxYKa5Sc2b1D8fzb3bf4aFYkB/zrTKj/GaHKY7JVaIdJ70e9XTx8tx91w/Xi75v6OMHeZb3EKYhrZ8E7kSH9kRsxrgfnyar6hD6+glI2Bqe6u/bnB/3MXp8uSoQKBTwFcmTv4az/sOe4PO1ezUdho5MHsp027K/iDkQkx/Suyn8/uAl8prp5TdGh3Kxf207A0bifHsL3yfE9MTSqS+WT579/gAxG9/mPOjHtYD9/XxdiJdGzktMf7P4ce2DZ2LFPsWLrRdH0xR/Tup8MuKv1j9r6o/AK7ETt8X2tvhoJPsVxjfPqXj4Bnl4BfTQ5ikZ3g9ta44XSCGtK9theesuoMSJHGKd4iLSbiCLje1n6deQn/x3dJd2k/JRgWUfEhXdIyPVDlJxGME03f9E+teX5+H+LVK8S57bflwmnRNvH0Pcbq8/F4Nvr7X+2Rrjhu1vzhmOyB/l3Pzn8aEvtlq2B1fKXuGojxKD3kQzM9fRoRztUUt07wsu4nQQeF7cSI8aF/JdemUsQ6Nfr6OV5K62HBVvLR+Lv1h90y73e9mnfn8/9d9+RuSc9wORbKfe6DMil9Ec4yemrzS9lr+p/+zuJ0JbLOx9Wd++76+f75f35f381uV9e7g+f/jwqf8W8D//9c+uPsP9mY8r95xxkCsvOTEgBsSAGBADYkAMiAExIAbEgBgQA2JADJzKACdxMIiGcSN/MCUEDgM4qUGcULn3mmY5BW9YMXmHDbgtdsTIHeodmO+AkzHANojz0sFs6jh6b2Nj6DvCg85H40rZQ1zEJgBeuzz8aRMDYkAM3I0B9G13uu7djd/3ipdxxf1dePj555+fvv70U/+7piVmrQBuyaZ0iQExIAbEgBh4OAawEvMeg30PR/17dIhPMN9jLO7+NQS+i54QP/HZUcZGz3oNDlum9olaq+OM6h/sc5A9NhB8BrKkzb7+anlPas8QsHW3Bw6rPwPOQsSW3wPfwmBZwub2V2YuLG05GiRePoyrD7un5DH3MQwgYhLEu4ignxt9sJOCYTs7pZ7eBtr4dacJszYeN9LCNsRlOQG1H16Gt58gjtnP+2LRfp/6/QI7nnMilW0qhnlHCLPq0f+OuTmtOyI2J3E8AV7G85pcL05+i+6ZQlZL0oY+b+jXuuMOw3BcooOyy/6TOdqLATGQycAp/UAmtqgY+sRrt3/2a8l+OOqjMmIMXLvmY6jfZzrj//PnT0+fv3x5+vd//t2UCE0AN6VTysSAGBADYkAMPBoDmvx9tBrdzZ9DB8V282JFsTuouCK4U5a1H/o5Z/MzITStswr7mTAlRgY2cNy0romnYA/7py5O2sBdgZvvV3Qbv28mPlfmxxb0YrAEA4ccPFwIvJcEw9/eLoNrTEKeOtnXOxmLOW/yf29CcvVPdRTHh3i23EYne3NtHiAHzPzbdXX4xF9bpxDPwJ/cdrKftDsK9BA7mMDq93cD/lMvsAk3Ym01UUzZYiCbgXiMLd7mHtAZL+0Jn9APDK/HHRB+8B9u8+DpVAyIgfsz8OHDx/5bwP/4x3931/ut/sy9myaAt3Kp8mJADIgBMSAGHoqB+SZhcAsTTX7aQzl8L2dSPzz5ZPKRXqUwrWFpjXeBJWNQz8FXOrEakncUeiepthTSlyqTyrcQfNlU+/bxhH6F+DqtvRbHxJBjJyVDXbm4SuVz9ebK+f7MePrvPIaqw1e9aBNGoHH74zeanFZH+yGspfZL5XtXfQ6N/80P82zFf8wP9ZszF9EcelQhYy7mWywdClk2qrz7tOW28o7mXhf0Idi8gKuKHUd7+UmpTXIRC4CQPpYpR3dCibW6nqPlOWe0/gT05SZ9f9PtwY7tc2Wqb3eeePf1+faGktFvAvuKU7EUij9fx9o59VfFN3zz/N2KZ8TKCdXnZwyNmn4D+omZ3+Jd82/C51wBTYlw/cwC9M+XY/ow+Qu8iAHGxzD5+/Q0TQxNLszlBhu+3tnycOTL+/k15ymbNTqvWWa6/4lV/xQfZ+FnXcQA7lH/LX0lPot/9AntNNAfrF1K/Lzlg2fkiz7QPs933nc+uQhG+z5wwpj6KibY/cHYrWnvmA+vsN9itn/OdO75jVie+3u2Pz9d5y4DMf5dqePPWH+2dR+Pot7iHJ/DBfjFu89h/+LHOetjtjxdwJ/++te/Pv333//+9L//xipgtzeY5XkUauPLMiEpatBeDIgBMSAGxIAYePcMLG8e3j0lIiDCAGKFfxGRWyef3BacH/cBnpHPv2yeG/pE2w7ObCASzGJgqPfsAX1HZ8O6dvTmnlzB/sBfLmLJFTCwsd2/mv4D45uxMc4CRO9MlLF9djs7knbrsz0+EkOJLWKMl+nW0vaZHBT0BwvjJd9DTpq/fVk4277rHWMEqZePE9O/u15c7WwefL8aMuFJMMAYC4hhcoZ/gew+KX3fcV77HyaXBvspP2L+KV0MiIH7MfC3v/2f/q0wm5Czb+z2WgG8iUkVFgNiQAyIATEgBvZlAM+q4UfPRTdnhcBFMR4Ka+uzhSyvQZhDqy3XGJ+wx4+J0Mb8UN7mNMbGZkUbFBBDxP8NmlVUDFybAcb+Pih77cn+gxhq29/W8lt9h/27rm/Y6rvKt2Jgei30or00jm/oj13rWzmzhx7ykokdE6nDBOpV7jtZj2Fy8Jpt4C2f9KXe2v4zjOcxUvEZAXiCf4Y4KOf3MZh4RC+4uvCuvjXBP/WLV+nn7lobj4HbPkBkPVK/Z9moP34dX/XkrwQu1fjzLz/3E8Bv41OxsXpb1cu23wnxLmBVXpliQAyIATEgBsSAGBADYkAMiAExIAbEgBi4EgPPzy9PL88frgTpobBUDTg9FAPHOdNNQ/XGMAgr3vfjnZPo4BivUr4H18OkL7BqkH6P2OhiYRy030O7dIoBMSAGxMD7ZgDXb/uXYuPTx09Pf/ntLymx7HytAM6mSoJiQAyIATEgBsTA/gyEnk1j2vzU+vwNtBgilgnnv6xnhwsh1TxFNwkxLXO1QV+OZSYlmQcsF7PFdMpF1HKQMZIdTx71hwefCkiN4hvq+G2u6jiWUM6o9/kltcoqZiCWDmPWP3scAhJLY7mYHaYH8Ac5o3xnz+TzSdEYimd+jCYmMPq6GBTtyxmbtryx73IFoYA/tmyzY/K7rjAcv7ZMTA99596Wscex8pRJ5af0U4+3Z/v3kofTzqZTR0GhbYm07337KNs+y8dQZOJ/e/sR0DDHYBBeoER5UqpeB43p+Nu6QmMdx6JdT44OcRfHt653UhM9GPQ7Y+yjq29Y0TZmPEcnc9kuxn1fpVDQ1XdXPn1fwPJhgOu5plfLjMOllVe+4LeDi6vwj/7v9e379Iq3OPedttX2YeomgS9e/yPiyPWBg1aQspNmq5hHlcPOYHTS/ZO5rfo5wzlrKqwPOIGJf/TXTvqF9Q6p+f6saYnnEU9cAuEc56Cbrxy36cA799MpP+zJg5vanYXihmmIvTH+nPaLYl0C/hATq22QulL3A8E4N3U96Vl4MCR45X2+49ySt9GWo8fYj5id31YUq7scHWHlCIcQbviGdNYBSsf7T+qO4aD/lPP3QzmfT18qeH/p1FnMvq9pOH/1fhAkb+/DaqbUOP7n7kEi9Bvbrr/h+4/JfPIgVM+2UBw/pWLxx/x99yl8Kf9S6IL8mm9G2K6TVWmyu/uMlIXr5LOloGXyuHtKoQe4cGN0MsVvqn5S3qf0p8ozP4Yjpj93FXRML+3G9DP/6vvVa2wG+Oj1fyyb4i9lYiu/d7X/EruvGW+Y2F59fpb+er9fuw7t199+fvrnv/7x9Mcff6zQz+v31FN0sjxm3pyyokhZYkAMiAExIAbEgBgQA2JADIiB+UeEuBADYkAMXIEBDGilBrWugPOuGJYDVHf15Aa4x1FCDBKK9/3rCxzzb39r2yy8dG866KYngxPB2zSrtBgQA2JADIgBMbA3A7zf4D5lD3Jfv359+vnnn1OiWfmcEs4SlpAYEANiQAyIATEgBtoykLoVKX2tI/SldLb0oNAWnoJ3noRviaXTtbf+FNyz7afwPVx+Yfzt7j/wXA3T7k7LgBi4CANXaX/lOIZVOeXlDiX+6te3g/FhktJfzXBofcjYzgzoWr4zwVIvBsTAAQzg/oJ/B5hrbkI9cXNKpVAM3IYB3Gd/+/bt6ccPb3Vw7wF/N3Efcot5L096BXSIH6WJATEgBsSAGBADF2EgdLNzEWg9jANXRDqvo9uBA6sfA8mF26t561h56QxjG/HNr+fLsLWLyIGxsgv+vZVafkIRlMpP4bPlTbCmir2XfNu+7ujz3fGfzrltH6eDEYCjGVD7OZrxG9ib+4T5aKdHvB4o/rBiB1vZwxGW4UhogKOep9IHYyP6nOQM+468f2LL73F/ZfWH7g99PDq/EwPpVzTb+r+TZ9fA+voy85f7KuVrIBcKMSAGwABWAePv999/30SIJoA30afCYkAMiAExIAbEQBkDoR/uTMMPlPlHyqAXeX6atciyNm3HY3+QChOlfpo1XzGRaov3x2fq98FM/swDPNPELz9w4pfZer7mf5butfjJUrBRqKX9ULwzraWdmMu0FcuvSU/hTuWnbG4tn9J/ofypfRZg2ty+jK3J/tw/mNz1vhKCU3mn1PpJBX4O0FNx2UA9S4X2ubEW4ad49XyL9riG2de/IptVd76+EIfnpS3QZfl0Ht6q9uLDrWg/vgqdPwgDfix08f/qp7V2dW/9BXh5XegW20S2lf6vLzH0IG/jNzq7D8r2qevXl5TOCJRmyWv2Fz1iwOpa+YB4cdLe+peAGAfLnCFlvT5jpa6QzvqMBvjhIO3Eb9h4ef379Xff+gozUpJqJ35Lyj2yrOLjMWuXY1Gx6/fdH3z48uVL/xpofAd4iGH252N98vdK4p7KK/WYwSCvxIAYEANiQAyIgbsyUP7j71BPEzdabbGAC/611TxoM1zDr0Lf7A953IjzZrwd0m34Zu6MnnbgMjTBLv8yxN+biBNvAZ5S+Sm+GNOOnlSh95RPzrG/43Z3/Gdzftd6P5u3R7Gv9vMoNdnMD3OttPdzjJRmdnpF1Hp8P3SNCSLrf+q4LfO9NlPXVdr3vr/aW3+V0yrUigHbv+C3pP092dtQ/W+i+q1v30O/ss/v803wVFgMiIEMBv7rv/4rQ2pdRCuA1/lRrhgQA2JADIgBMSAGGjLAZ+/2GuTaW3+ciuEbjvH883PITQkSlGlVVzvYxxOf/Q/7Ep/OkrU81nCxETefjoWaqgUQFv9GLJctfkK9nMnF2H6WKwLOBLXBNmP8tM740eOH/l21L9iKj+U3xOCtisLfPetyb/2lZNfX7+VXz2y4D8IEcMtJ4Odx5W9p7ewrb+O8Pg5WMU7Xn1Wp95M53l/cw2EbH/dALJT5DJx2S5gP8TTJ5f1/1Q/E0/DL8DUYYBy1vJewnr2+vj799NNP/Srgf/7zn3MWr7tM4Xnknminqz+tay8GxIAYEANiQAyIATEgBsSAGBADYkAMiIF9GeAgzL5W3pf2vQa03heLed4yfjHYJ97zONsqdReeX7tvC791T68xRrb6rfJiQAyIATEgBsTAfRj429/+9vTyUj+N+1E3EPepbCEVA2JADLwnBu7yg/w91UkbX/2njHET46eVWPLL8qbIT/d1Us5Pb3TOJ/AW6kZckSfzFuJOgsF8ln7iNh9ZISq8VurllWcO8PwT6g+W6HRH/Q4WGBOJaY6J6P3vqN9dwbEsv2ZtmVdSfpDtxvnGDQd8Ghn4f/Tpz88fhnyHL9pB1qRgkDv1X+CmDwQy1wVTwnVr5Jy6t75OGiIHlJ11vS3eL+cXHfgbrkNzOV+q/Dyli1jLNWeVcOLFL7GzbZhz6tC3f8B5yD7TVrnJxUYO1+s5Hn+Mu5Q92vHkRh/e3tbte6XG01nn3D8O/Y0vH78/o91Zl1uW+W7qfDaUm+3POe7RwBMmySCLPY9dubwzlHU34vfTwcdbfPCFseQqi54BO/44mENe6T/PqWBKfxr7f2ZMex/vlDEcrMY4fe487DD5tqmJGHjedj/g78w724yFGLl3xMwJ9Qz8MuO1u0kZbl3s9Yi6EtxRycr+7Zm6rBDTugldzy8rxWP4Co7tH/O4f16tR0phT9s2rbvjTrj6Yvyghv7+jvhT9hP5VNOjmk5MnSSuz+b2c9MbUBhX+TFNNlw+U2dL/aEKmP0nLqu3j4euGL4v/Pb2ofuD/IBnbi+zjrns0tbbW6Bf7/UNlTHdX85KxqOlrknE9H3x69sg7dTfpMAeBOwY/a+J6xv7U6vxkGODcbLHtESbgDza2LBNjYIJ/Z6r8EPx4QgmTtx4DHCdKF9rP+gfXcV+PA72b+QxgS2U7fobknDTUv4t7xfc8rvHXyKWSClQUbS7+kxXg3T7c/3xz1J8pvjz9fnne+v37bU+Pxv/7vHXmrBG+tg/xm4f2P9QrpHZw9V8/frz06ePX55+/+P3wTYbeSaSuruYTOUSEwNiQAyIATEgBsSAGBADYkAMiAExIAbEwN4MpAbfttm3Q6vbNN2p9NYB3Tv5ehWsiGPxfpXauA6Ovn+bZ3yvA0xIxIAYEANiQAyIgV0Z+PDhw9Ovv/3aPQRWZ0bfAK7jTaXEgBgQA2JADIiBJgyUP328bra1vnVryp0ZuP5Tlfa5x8AKiNmV+QhPnRc+XTkX9o+s/cw4bWrfx/Pezi3/Fb4jDpKrEDbaqIDVtAj9i8U885sabamslH/Im7ZI/6aVOC2xQVcePn8S8z4TQXn+tWa1nb6749/IBON/fNPERm3Vxf14n9vDMOLl51cbgr+xvq5aqSm4t35jKu+Q8W36vLyCT4fc303xlwlKYvkMZN2/5KsLSzK+wrmnpx4eX+CjvK3V83Rx/usdU8mNDCgyNhL4QMVPX8F+EpeH3MMc5Nsvv/zy9H//79+7t7lkjmUZXJoANmToUAyIATEgBsSAGBADYkAMTAzsOTg8GVk5ONv+CrRllh3o0nDDkp8bpNwq3q7Gp43/cmy2tFpPiD/LUCj/4mk7ty2+3g4s3HOg64T63blOdp1crgr3DRzvzVWVP1cqZLkN9eA2/0q4r4LlZH52ie+TfXKq1mIJxacj/HAn9rWwOa/ifzgCNjp0//uLjQSo+CoDtneJfaBkVcHGTBufuz2/uxFjy+Jff/qpV4fXuZeuBNYEcMuakC4xIAbEgBgQA2JADDwyA9MT9DvdYk/6IyRmD9LE8CUGPib9LA95+9MmgmtKTskm7C9she1zRdRyJRTtx94NlLI/OVJwQJuxIrAJPlNysfIl6SkbKf/d8s4PK/ONPCKKfyuPEv4+Zd+XLzyf4jdSLtS+pjLw3cMXko+o7pOpa+tHxtZsRPM87CE54mOebSalvlLHalz7mNz4ggo7cJFeYT4ZPfVg7n9Kh3p8PnLcWHKWUypPphTPKF8SK37M5QHLlnLiJ2WrBHc2gq2Ca/XL+rENdYs9rJbgtR16oH/NPmTyt+fFt0nb6s9HQknfN/LJ/Ix9KqYyVERFWsQjdeyJM+oAMnyOfeFUvi+/5Zy2bIyP+sjTFvX+/UGlLl4/huLEPCtb3tfOeTlH8wq3Id7tN60X5U3cLJG40snWY3T1JcG5n+aqdM7KH9xJIur053qVknOgVp2U+1dlxilkJ36djB1P5vgbjNz5m6zO/cWOnJWoZv+xtZ8osXknWT/+iJ1t4fkl3G+EU1k6vF/rNVBP+GM9vb0ErktGbU3/sBafNfoMnEsfog7/9re/Pf29WwX84+17Edaaei4yIGExIAbEgBgQA2JADIgBMXBPBtZ+3hzh0dn2C3x0BrqA+0bYC9x8bFHVW339kru6uOfgDOxjUGNtYKMe441Lon/h3y3d2BYfKZcX8eM8vZIqfYX8unazDfneNvfWX+o9Y7C0HORZ9mo+1fiyRxnLC7mydphm5Wz+Oz9m3+7cRx7JSVcvxNDK7Gm+hBywccdYDMk9Zpq9n8K10l4vH9Pjtl7ZR7B0f9qW20fQZtsXjn+gjY0TwEf4h/jk3xH2rmDj/3QTwB8/la/nLS9xBW+FQQyIATEgBsSAGBADYkAMvHMG7vUktH3u1A5G3akS6cOAf8m/m38nzwasxB9DzvyT6o+rmGIDq6n8mFtTOv2zw11TZsYBy8dEmb/kb+21hMs4i+k/OX0z/yfjn1a4LesniczGJHlIFmon0McPBt1ex9jF4Nuonisw2lnbVxPjfRjS6+ZlTnmjwL4+3k87+649kdNGoP3Z9vUUePOAbXOO7J5476ab/JZ/N/CansKfQKxEwdL/SBkbQ1Ed52dM/eP4kM8zV9YRfzD+6fv5+M9AcInVgKv1cwYr+Ta7WwttjRiY2m+lvq33Q2+LN5UMQHjrWLNi3W9fiBfg3Io1l6Kc+ORvrId5+KNz+uefvz398cd/il4D/b6vBLkRJTkxIAbEgBgQA2JADIgBMSAGxIAYEANiQAxsZGDrIGDS/IZJ06MG7ZI+vEOB3ePiHXLquwyO+efn3eEcE345A9538EUYxYAYEANiQAyIgTIGcBfw22+/9YVK7hu1AriMZ0mLATEgBsTAQQyUXMwOglRkRgNoRXQdLvwaeQA8F8jqN6VyldxYLtU+k2PPwSfUDSF8Utok9YexdE9ufDDeS8XpsCZqemI+ILEt6ZxnK+f64LAg92FvZvlw/nOqfkLFnLpxeVjac/Et+8vaBuraDcFcTxvKL/G4pd4cX7uomgJuWFkTL5/yKw//a+QJbi75i/ZPq/VqbHv+zd4n8I/lJjrmgvGjCdOse/q2cgxHLH20Eud/EHiz7yuzyJ5Rf+gj3PikSKzYkP/yND8Fb7hk4cieZaD7hauZuHTTK8M4S/avXrn2pxH/+rqc63FpN1JuIRjQkahzqwLfQFuLgSm+bKH+OGB3IdOtOXPa31jG1Fn4E2uD76jDuR6HFRL8Zpu/8oJyPgSbzlUNffx0//T/dQECmYkDg83XFTtHWeiwtoCTWG05K4P0eHyu8Qt+wvEx618rD8ss707wzeUhk95S8hOvaVXFEtRNDKwHq4h5Ns0ep+M7xuPAnxPfU+zMZUJxCkxI9/Msruk42pZnG5PsdH2YUpockEM/nsl/nRHiZxzyHNqYVqd5Uapvn0idKqg75nWLe7+UlfXzWpxbf0P6whz0nNtOIwozVJ5p1jbTBgxzPEPGynWnji03LxbLjJ2Qhzlp22IMmF3/prc+PI0rux2fuitCv0IYvrnlBqyuz0hL4fP9T8kPdvL/9fXnlxwkLR5eH7Hqj8el+urlB77n8YaBay7Yrte7rWSKX8ufc3/qxFUcQ4n+uJZ0TspOTIP1LyRTq5e6UvopV7tP4YvZ3yP+2aM4vQuXEnsOPkfSKZYZXk7/ZOOTemjH1zedTwcs4e5j/LlS8bPa+olr9HPGPru7N/rpp8/d35enf/3rX53QcN2P3/8NelhnvladiwExIAbEgBgQA2JADIgBMSAGxIAYeCcMJEYG3gkL9W4uB5PrdankFga2DGJtKbsFs8p2czvepLs4ac/A3Tl+OXsGqX2VHKRR16eDiJYZMSAGxIAY2JEB3qf/9a9/dSbFUya1AjjFkPLFgBgQA2JADIiBHRnAs2hH/ijXs287VuY7UK34eQeVfHsXueIluhI45qG3siQmtk96TtuizJHXjBJvia+kzCDLJ9ndktB3JV/r/XP9esAzrFRs3X6gL3MFZDh+HpDnB3YJA3o/Xn84q67L3N2zfe6pu8zL1tKcEI6t+Myz97j85Pm/Uaqq7wTnLa+PrMOWOjfyYotXcUQF9I3n/h4+p2T8Mvc532P1Y7X3rMfMa3u1nYYFdX/RkMydVXEFKicIdzbXqz+753iv8Yk6/vbt29PHjx+ffvwY3wCRqPCz6yoBT9liQAyIATEgBsSAGBADYqABA/ixzb8G6u6mAsM7/LsbduE9iIHLt4+VCCZ27C+5EftV8Z1NWhk/ocEtpNVP4pTZb8kWMIf8aWmjla56frciqGs3HAzdav2o8hjE24fjOv5mv9PtA1zvg31GsceRxRyLl7T3eyBzdcawuVLv6WxrTPtcsZb9dJ2LgYYM8F61QCUjs3XEF0CQ6IkM4BXm/DsRhkxfkIFPnz4VfQtYK4AvWImCJAbEgBgQA2LgcRkIPXvGtD1+2lD3QYymJh/45O9BcJqbOdu/GvupMqsk+fGTilFfflX5DplLfM53S+8ef5sZW/ITVhn7hh6lY68KTtV/Kp/6a/euf1wJTG0vT4GfflP7QNkEvkmWGgv3ofhjWki3n0ZZa9aX6fLSA+WR+qV++z1CY6vuKXO3Toy6wGGIf6aV6Amorkqi7dzCpfLQW+aXnShFPfPP/5ZnLuIy+ytYGTsZhokZvtAf7Dt3+j9n5T71BuJ8YYoykfhdyPsJtOWnj+eYnCRm8G0nziJFvOTW8RHWR07Js8WJNOZ74LJPocNuW/VZXWXHYf9dHXPMYgDZ3dzy4VVyc3mW9ese5yGuKb9pz5hkbG9SNhRGfSEmiBmpSJvOx/rFt1OX3vsAyGH3fewFv65s3fVj0AF84Bl/sXh7HTmK5b+QSxdWwVmKDXJRoLK/5wBxKd3Q6cvAnp8GudgWwjeWB3eb+YnZrUwvxRNtI4nA7OHN3Pj9WyV6FVvE5sxxLjkl0Z2rs1Zuz/6tFtOjl1tes/M9ZjuOXQ/yNUkSDLSKf9aLz2ppPVn5X3/99el//ud/nr5//96pXb/HLe+FfKQ6FwNiQAyIATEgBsSAGBADl2cAP6X5d3mwzQHaH5L4IZP6MdMcgBTehwEMJEYHE090YxUX2zb2V9yuju9kzli3mXFnJ/WInGl2YIR5yb1jl3WVLNVEoApvE8tlSoiTk2dlpbdKX7Vdb/VrWR4DhIzlZW5lihPfFTpW2ifw8q857gqouUU4EEvMPA+Vd+6fOoEzopH4MAmsDQw05oExLnLFwC4MIF7rYtb+XqvXsotTUnoAA7b+cS2y16MDzMvExRn4+vVr/yroAeb6Az+Bx8Av7p3giQExIAbEgBgQAwUM4Fmvuh8cBUYkKgZuwsDWZx9Z/n5tKry6Z2u1texf7sfpVvaOLs8Vwc4KwwkEY3tKcA9CEwhYoRJKd0vmndnVLvsEax4OScUZYB21qnNribpt2u2OE22o2J+W/WuxcacAJp8wAcxJKO4doYud3AHjTBmuf8PK1LVVnrN84IhtKNR/Im99XDCg0CRRt0k69NDa3+LHCBqxgT/ENCaAU5yHKHX97/jlwvA9+kfX2AOe2b7zpHtBG2OXZJgc7cXP3vovSeotQG15e8AtHHznIO2Ebuhag/pnupV957Q9lPu8X+WDliXOffjw4enLly/9PU13O7O6JbJXyypTDIgBMSAGxIAYEANiQAyIATEgBsSAGBADhzPAQRNO5hwOoMIgXqUMvHfBzIlf4MVEGSbMagapKqjaVIR4oeQOeOkscHNVKtO0b8sAOMbGWL5SfAAb8VmvmQ7o3cvjbZaOxYAYEANiQAyIgXfKwM8///z0008/dfe66wRoBfA6P8oVA2JADIgBMVDFQOjHe4mi+sGI0LNdTNvrqeESz3wMwOanlehLyfq6yUWsnC8fkYvdYGU+QZ56hdvpg3+1KximcjGCInzmJqf4neyHFKbq3pZJycbyU/ETK2dtbzle6ueT40A25XKlSrGpSYMpybSU76aIc4jvBzoJGwbrUxiI1bXnn/l4/PxtS6mW2pYpeThry3ElcF9+4n6OEGeFcKhN2XbI45CcD5AyLOPn555TjyNvONuo/+11IsWxwBN8G3J9C8WhwRct7JdDGT8tWrhhRgTryPszlyJMS95805Hyvlh/Ttk8P3FvhfsjrtjDZKrdkJe+fwrYcmKGmKxmHMfSfbn1c/gA/PSB94sYuOkHb6bwMzgdfBH9lJnqJyIXS57a1Rzflkt8X4xYoYJ14avbv/3k1wPxc+9jbXFuOYG+5+cPBWrnOoYe/DE2ODnp64/GYaD+Ztnu27GMjwJ0trwtBoy8TyXuJU5bIuN4wh+RHfGn7PRtKKICyX4s+OeT/q5q2BLwCk7eS1H11EzHBMo+p5bgZPbpxOHje3rq+ryeK7fvIz7iIM55P8fanLY8ot1lTlzzIDswssRLTWH7XciPG9v1lMAMZx/X74gFTsL2e8GqthEwkZEU53co/PwU6T+e8X3Hlc3zwb9PYb/8zEBZqFrhZyE7J6T8mSWHo/r68zXtc17qj48i5R/6ztINqz55WWe/W6ojVz7mP+2n/EvZ8fX7+vx8X58v7+enzmP6+ZrlmP5os/EMxvR7Yv0pbdpb6ZfxAga+ybld9cu0kL5Qmo8n5h/L1sQny2J/VnxaDGvHKf9jfLH+/XzaWr9qUaqr08QNSkz/rGE48vVgBfDnz5+77wD/2xd1znmVdRJ1IgbEgBgQA2JADIgBMSAGxIAYEANiQAyIgasygAlgDFjlDppcxQ/gxZ8/iHMVfBYHMAIreMYx/6zMFY+JGdjugtnyuPdAqrW15fhOsWz9tLgRH1fZiMvHg3T0d8CK2LgSZh+rzsWAGBADYkAMiIFjGPj06dMTvgWMrbtViG6aAI5SowwxIAbEgBgQA0cwsPelOPIk8RGuZdkofxI2S21UCPaOthkFc36G98R4MaCt5X2D0Ndap7Wxt35ra5dj9Bd1fUZdqYQTLesqtfqnh1Lvf8ITZSfjqus3F+1nl6hSXUwMvKdrFdv2+4gpTOZcfbOTpqt42S9wfxHHiBkT18dMmDGGKwgIXP8+fmz5sr6t7Yq+uXrAMf64asjGTAULhxbhwyM5Rrn6J0d2q0yIQ/JsdWsC2LLR4pgx3kKXdIiBdgyUrvpsZ1marsAA6h/XoCOvQ1fwWxjiDITuCX755Zenjx8/Pb2ND8VCxt9a3lX6unUuBsSAGBADYkAMnM6A+4qw0+EIgBh4pwz0r3oa78XdIdQbExIYtD7Lmy2vyDoGs53Mu14EWP7y+bA+5Ze6paQT66EHq94RF7tU4Db+PnwI1ckuQCNKLf4T2rcTn/uuZtxnZarlL0JxRTIHwI6ZAK4AGCkSmgSMiF4m+Y6YQR4m2oGdsbIPoW3imxjR311rAtj6d3ZfvE8N7qk1yZ7Tv9cg6SxMs4j7Xh9q0KmMGNiTgelVy52R0CSqzd8Txxbdd8C4xT+V3c4AVgDjW8C//+f3qDJNAEepUYYYEANiQAyIgT0YCA0MMs3+BKy17euAbj+tVvd7KMe6SPgaW/mY+pEeK5cw1yw7ZJ9pKewAQVkLiGk55W25mD5fpuScWErKFMmm2tIyfqYSywcxMywv9a0XmqxFxEr1+Wp8/dDnp/ll7PmKbLDu0njdicu0vEWzPF7B1wvX6E/pXKKIp6R0pfAty7v8jZaD44Odbr+No878tDj483NSWEMxGCgzf0sPRC05rXU0NcATGriqtXWdctv54+pD+HT8pMh2/JvqIhCfm/RlFJ4m29+6iZ6+r+DFjf3POid7tR8LHRNl+OMqz30mgOmvtbx2vMJLqO9ZU1WVt2K/11fqz9zeyDcnKKvgpThIxXqqfARUdp9RZT/FeQSUl0yMjGdMWm/i2tNff1riX3l81eNalnx7Xrc/zY8ui+6WkmRvLeay4j1pYTffpPhaDKQiYb11XMuXXDSpe+q1/CPut2kjhMP/bXZG/5TLc47ce4y/HF5ayuA+4ddff3v6+9//HlX7iO086qwyxIAYEANiQAy8PwZSt1zvjxF5LAbOYMD+mMOPvdAPvjNwbbN5nf7F8gmuLd/bfGxU2hnIA2/X4Q4eWv6y0Tk+NeLpsmpMfcHvhe9kzcjt5Ave6hV4s9dO1g5SS04XvKbt89u0mOQ7bVJkA/60hzkSx8XffiuA6UOOv3kyjId9JoDzMJRKMZ4xmMeJv1IdR8uDZ/xdFTPjwPLCB0eOmUxlbG+7PsAPxkfIJ+vfscfWL/p6LII7W3Puv4K/Dyy/NZ6yTrbqqbGtMmLgXAbs70G0NdvegMzmn4s0bv2Sv2vjcJVzEgPfvn19+vbT8C3gEAStAA6xojQxIAbEgBgQA2IgkwE8S6YflJlkPaCY6j+3Ups8vcsn/oOTJKF22Lp++OxoyFYuE2ty1M8VZZ7siv98ktorodNMBrL4W+E/08xDifUrGbuGffwkzdD+3sZRq8F+izbJ9ndCNTG2KkxjQoSTIdxXqNlehD50A4ypjZNPKbmy/Fb15+uZ+Q3j8eXDUn7q0e3n1NjwnQ+ev3STe90dtYnnoNjFEsEruT11on26L5obIHGBMnuM8+/fv2PXb34e09vt69qIa79bcc8+pssA11gRfI/NXp9acHEPr4VSDIiB8xlI/f5O5e/tgfP7a7587W1W+h+QgY8fPj59+frT03/++E93L7kcS9HV9wErXS6JATEgBsSAGBADYkAMiAExIAbEwCMygBEijRKhZjH5jckb/GFChMdXrnXg5GaPmXaVPSZo+7+OW2z3mWwKM8iVk+Hc66QS5/EPltRzwAlUYL4ibv+BC+BlGtrgFTGHaoM8Y3/lviOEXWliQAyIATEgBu7EAK619u/q2Du0T7/+8uvTxw+fOtxLtFoBvOREKWJADIgBMSAGdmTAPgUNMxgI9NOWT6rvCCioOj4YMg9czgWZtvRjlml9RJsxvSksqfyY/qHc61ukvHk6P4wsUi4s3D51WiExqgZeP23NKmUnP40/U1qnIPdxWuqjTerw05nPPeV4zn2i3Gvf3iAcuCvuUqencEN3zb2NYdLl+SV/8oWRBKZ4HDHfWxj+mSRNWncY9M/UwSRty/MYciHZqVDggGUDWVVJufoicgH/GWpYDPkca5cT1ojeRX6MJ6bH9Az5wfDpV2v6cePH4VA+3f8SxwR8PGB6DN8y3eVvUBMN7wD/PoIW5xzkrtXlszzpifUbk8B4EPRzyR3b44DXWB1X5vpqeR7rP6b+h4KE002q9Nu4Iz9DnKDO/TgaC0Z2LG96pFFy0BOPv0GM5X05pqfwuOXIK2M3AjozGbo5sZNZZCFGuhcZa/2nia2UfeSDK2Dl5NPM3dLqlBKMS+aSR55X7OlDF2foSt+682fY7PbddNnE6/Pzhw53N7g0rS5g3XE/YvHxTvopN2AcfJ/bz3PiW505nvlxAJ7Buxt7OZrWZFw/2J7idTn7GNY6tD+UZ4xAjrhn7L5dV1vw+mNEZj0msT9c1+tLh86BPa5/KBG9fx4VvsTqn/FjDU8xBuzLNgAswJSaLEU+H3CI4g/Zt1jG47ldIGGs8wlnlxLvYDxt9GfQgWLAGI+voXgqn0Z8HCwXh7cWH8A64J3jD/G8LBPXT2Tre+KMScX0l94fot2FtlQshcogLaxtkMa1n7X99Dau6h4dGfzFgxWeZhNTXk5/OtcDTlF4UJDmzzfUq0v+479W1y8Qu7/x5baep/xL6ffbRUrez0/Zr9XP28ofkd85vJcnHj9Op/iiQOU+5V9Kre9/qb6UvNXPmENs8tjiY5qTPzac4WpspYdjq3+Zuz3Fr8ftGl0NKf5c6eVZyv9Yv7nU5Kas9Y9W0o9rm5dzXOp/yt8cm3vK+P68dEH95adPT5+/fHz6/Y9/d/cLQ39OP1r1A3v6JN1iQAyIATEgBsSAGBADYkAMiAExIAbePQP4Ic8f8++dDPDAAaetA0NncHntupxXPoAb8OwPNjmcYZypbu7AUdPqBNwCL9sK963076WH8XwXvOCBsYE2eCfcjOcr9x2Yj+Dfj9dhAhgc34nnvdqK9IoBMSAGxIAY2IsB3CPYv73stNILrJ8/f3765Zdfnj5+/NjfJ9h7BU0At2JaesSAGBADYkAMVDGQ+8xblfIDCnXfpDp0w63LO759wQqEzFUIWdWSeII8S0dLIeC5GqZG/h0TtV77aBkrDg+eHSfvnJO1p6bxg4gD1Diu367nd70vbsk1/lzJDWet+y8fyt76fXuPdn4qf2xb2OdvaNecMEuXoo20ZJ1Enn7gxfdHm0+Wtaq/Ts+wCvdDt8ffMJGazclFruPo6//4448eth0Ay/ajWBD389vu6XF54vUKmPlXDOXAAsCLlamI6+Yxne1HvN8gh9xTJXnG+e4TwGyb3R528Ze7veHBi/EPZZ6fhm8Bw5/7bNvaRdjPeJ2H5ZUqBsTAe2SAK31jvqfyY+WULgauxgDvL37++eenDx/mMVre/+gV0FerMeERA2JADIgBMXArBsZXVd0K84OCfdCJ09za6l8/No6HnfNjzg5whQambH6uVxvldouJE3xxBtbL+M0bbD3Dp9L63ROj1R3itxTrzeR3ayuteFivH74eENaqJ/MnDu40sTC8FhWDG7tP4rSqyk4PB2mIO38SuyGImKoxDoYJpiHuhuOhgD2OqQimT/EVzG2eCJzgFXv+5V0LmkMpUgjMwInBO/zhYYGrb4zf8yaAyxliGzwkJhrFfo/56ceJE+3lPN+nhL3G3ge1kIqBuzNgXx9+zu/3uzMo/GLAZQCrgL99+/b0j3/8w8nQBLBDh07EgBgQA2JADIiBdQb8H8iYKPDT1jWU5V5tIiKFJ8VFqrzHDlYNpLZGA0spM1fNtz8cp9XRkcUVGWxWuJmq81R+hUmnCL2CHd8W8vw0p3DixC9LW4li0Wxfny8Y0p8qs5Y/6FufsEiX91HGz0P449LLHJa3E3AjPrTznP5gqTSRsuZ/omgquxCv05YDusnOlFWofypnDy7ff6J+bDxY8F1ITN/LrKnHWJmYvUUNuGCSZ7S3j35MlqGtY5JkaPNb8foOtdHHCT5OQK33TwZDi3g36haHU1sYVg089yOxqCtMSA7S5LZbI9xNQ2FlotESwjfphOBW/qwxY3c6nPUDJzbLMWNjEr/gQRe+T3/++WcQGeOEvgWFbp041m+sewjFF9OmOCsngHzuEh8ruKzdAfUcv/05fOvKD9+MH9rPa/fdbfQfeLUjJttxzLjgvpyB3BIevkWxtfaZKrtQFkgI6WDamm2qoizPsWfMdXvGks0uOE4hCFkPqWc9+vHhn4fKnpmmibtt7NuH+EKaSh/s40M51HW/QYMrAABAAElEQVTFB+RS9/zEfqU926GP6e0lduEaJNU+fMbe53ksfsgG+3+eb9n/5S9/efp//+//9ffB1KMJYDKhvRgQA2JADIgBMVDBQOonb4VKFalkwNZF7lBDpakLFsOPZ/5A5o/KY39wgX/yzrrgOQhjGo5tOs732qzNFjZa6yvAhIHUaYCOOAyPTn6BXoragdrJDjMvsifGPfBRd++q4fUiru8PgzEFS1f0H/iIi1h53vUuXf/H/o4DiewPy7lb6i/XcVwJDnRiAhiDK1cc6PTZAE5ibTng49upOX97m9/sQmzYc+DqZXrooFT7sXEFzHg1MTYcc8KsFPXR8uSZmLG/03YnvOCaPO/LMWMfVuZ+u8wmHsSYX3mPeL4T12W+niDNe6A97q9OcEcmxcBdGMDjWrzKnfP7/S5MCacYyGMA9wZfv35dCGsCeEGJEsSAGBADYkAMvCcGMBBhBybek+939JUDR7E6Y34j3zAQwkGRRir3UpOc7NjdjxT3qfytzFj9sfjYauOe5ZsNknJgcPdYCvBM24Gs+yQxRveKT+qPvALgPkQFkNK3QFaX9OLEx178hm2fncoJYE6cpfGQy3N4Ak5ibdY3pZ3OkiAuKwyMSAfP2OO8X5VYRB85t5q3HkNnGESPscNpv0271doR5Tt6e37BMyf4wHtdnMT5ae0L44a8t9af1Gf7v+TN4KANvCI+8ODIJR8aSdxnMD6S3FxGoHEfgDpPcLTuerjvWC+jXDFwTwZ4n+Sjv0Lfx8lfB9vm9u1o04kYeHcMoG3/9ttvT//zP/8z+d74Kjzp1YEYEANiQAyIATEgBsSAGBADYkAMiAExIAZ2YwCvzJ0mJrtJvztsmHi6E2ZgtatpqxcBH1w5wI0/bHWTqAcDHs1x0vcOk3zACI6J+RzG6qwyNq4wCVLqAV95X1pO8mJADIgBMXBNBnjPEttfE7VQXZWBv/3tb84DbloBfNWaEi4xIAbEgBgQA7swEHr2i2lXfBrax3QUVt9uq8rI09stTBi36WA8x+sMY6+4JDcsW7G3qyhYnGn2SXt7TDmzH8dbTUrZ4fPT8A3CnFJ87al9BapTLoHVkR1Phm+uhXJCaeQddcVjK8c0vy6tTO5xSgdt5eoLy3FQNJyLgfT8+nF15OGzryCdyvfvtfVXds6vKu0+htqJcqC/Eh9jfTLqHVTEkqthqL/4RESIH6bZumeaqz3/zOoaS1nft86hWV0OqIBdk8+2PL0LzuQ5hyn9mSvAHJ3BtutKbD6b4idGcKheMbkCy+DOz+8yxibh5g6JY9YCdjz+KBrD59Zfqp+gtnlP/DH9s2TJEQfKlqsPXby5OlN+pflbt8QJM0iFbL06H9Zd6kq9gjmkc6klnRLzE9dH5NFOTK63wLY6xX7abmxV7zL+oYsxhbpmfYfjK3+SjzpjWGknlh9LT5Wb7ZJbq4k8h/IGubn8XI5ps+14+bnU2hFxWBlM/uKPk5I2Pqzc+vGAdb7/9aUHH7bGP/ETM86ZBospfqysj7A/D8Y662FZYrY3v658kEKZud5YEvIWM8+Zn9rH8MfSZ31LLHMejuhjTI7plfdnExejHYdn2l6rv8G+46ejw/Wm9GxGUFrSlZ/jYUhPnbultz/o4ts7Wr9vr/bcqedOCV8tHNM33X/GBBqlR/mN3bCNdpnt+0VY/PQHz/197LYY/WDJln8dTWsl5/3v99dAC6q4f4jyO8KJ8ZdGuy7x3H2ffW1j7l7212y3zDuLX/pQGq8sx/3W+N3b/5R++pEbR/D348ePT3/88UdfNNDKqFJ7MSAGxIAYEANiQAyIgWsxwJ8Q10IlNGJADIgBMSAGzmIAgyYYEMkdFDkLJ+wCI/BiIOsOeC1XM8/D90fvgp+4rS9XPUZcEC/45d9V8QKfxbx1gPUoP8Ext7vEMfByJf5deCbH2osBMSAGxMA6A7guxf5Q0l631jUpVwx0j2V1E8C//vrrFDeaAFZUiAExIAbEgBh41wycfStQah9PqpY9repWL+yV2nQ1XPoMT8vyidkmQA/magN+PkncxO0qJSmukM+/KgMXKHR3/LkUXtFPYsL+IlvTvuYiPm2BsaH/Sptdr/f13LT2PAnGYJ709aWOYS3GAybNPn36dL1JYMYx96MDwIs/TEA99++A7iYnsRp4/Iv52adTF/attkxdwIwNA2Hrg6fnx3c3lzpN8G2elMzkJ14d+XW1zmvcwtk5HGi/5iT78rcO8CKesQfmtpPA58f/2fEg+2JADBzPQPj3e/7153jEsigG7sEA3sqC7wBjj02vgL5HvQmlGBADYkAMiIGdGFgOMOxkSGpvycCN4sO+ym3zwOctK6sDfaP6WlB8Z+wLZwIJZ/t3tv0AJTbJtl+brmMxkGCAk0/tJ0QShhtlb57oA46D28/HbjBp+A4wXrc8r6RsREmemgyfwa2dLONxnoGjpYY+GvPVxLlpgi+DnxYeEuu+K1Pt9SswMVDpK7AT/6Z2WGm/hn/yjLKbMNcYXy1j62hVUJliQAyIgQQD1+lP7OvDw5PVCVeULQZOZODLly+TdU0AT1ToQAyIATEgBsTAe2DAv6HGQIqfticPgYGbaUXuHjhC9vb0b2/doz97TXD6g1iw46e1dLHQD/sjbIJh8AV/mNGGkZvKFh9sjdGt8RgqT0zYh/KLnTQFSvURi1HhHIb0pco4CjadvK3GQPdK003aY4XX/PP5WJOFfl8+ZtOmp3Ra2cQx25IVY9oqt7aAd1xbzlNzyil9zzVOeSzzq9pSdVkTH2tAWutbs5WXxwkbSuM8f0VcyB+mpbiFRcrE6o+6iC5vj0k+TlTmlTBSLdsP43NSD3/gM/ANk7zgG9sw+dtNVHbfveNx8l5hob9XVfAP+WcR4uP5cg9eER/YcwUwfVj2p3kT2dXNN9h/06eBZ3iACb5hlXXpK82pizyk+aHksA/FL9N83XNJrrAmZk5aM53nc4mSo7jdXktF/LP+gY+xUT2RWmG/xPuQrI+7GvsiHhNcL+SBjmWwZ6yEUB+RRiwxW8TH/ruTZ59UUI+M66iVrj+PbaGy29pHzJLSfQaCvw99oRufx77xexuX/DaItumnHexMcMzhYAx3M8fray7u+utXroV7yKVibWv/9Ze//OXp73//++lX6XvUhlCKATEgBsSAGHhYBlI/mB/WcTmWw8DJP75yIM4yJpaB+1bYZy+2HYEDw8M2ZceWZp09ar2d7dfl+WXs3jR+j20tsmYYwKA6B53uMpgOvPjD4FebAbBj2g95xiug3/qm2vnR7YdjUymHHKb7CuBFfCAuPn68+tqHoQ4RD+QZr+2rj+k0Py2riZgt/mb67fWT1zJH+cBd6f0PMAPvNp4BpM6+40LmCTATd31sZBorEiMHRYXepTDbyrt0Xk6LgRwGbJ+fI7+jzBufGelsYKIuNVm3IxSpFgNVDPzXf/1Xfw989bvgKudUSAyIATEgBsSAGCADeBL52EEgWr72nk9o781NKf/EdW32JnTNn9Cl/3krcSYcOQd80h+yF/phmQNdMkcxwPjbwZ6Nvx3UZ6lsjqG0f1tDuSP3a2bX8or7N/qw93VlDfQReef5aSeX7DFWH37+/LlsMrW4frdzywmb33//vV/liUlJ+PHHH3/03wPeZoH1kqkl6r/Vg+NhkowT7Zj8fen+8O3ffvK3+6ebZp3eoAB/zt44SQYciA3yfjaudfsD71hACMzYTsUdjY+wF8AM3oEZf6HVjuGSLVJtzObr+/79+zSZml8qJFlnP6RpLQ38sh1Cjt/1WyuTn0cfaq5fLJtv7XxJYK7xdR25H/e2DbNdXKGPXPdCuWJADJCB26+upiMX3PsPw6hvzKsknze/lM/jp0+f+t9Id7xS+77pXAyIATEgBsSAGBADYkAMiAExIAbEgBh4RwxgkAMD7pjIwbEdbL86DZzkI87UgA7lztoDH3jm5C8HmDD522VdbgNe/gEcYqPthNk+LnOSCHGNhxrusnEC+C54gRMPYoBvxDLj+er4EdOIDeDGnzYxIAbEgBgQA2JADMQYwL3vr7/++qQVwDGGlC4GxIAYEANi4JYMhAYDmJb/pDMGGLZs8YEUHwOw+WlbLPtl99Tt28I5ubZ5TAthYR7lQzLMw96Xt3nmGCs3tmyxFbIhvUyLlQnhYJlFHv0PryCavoFibU2hGvDZyi1sxRPwXcPwFsYVlg2ljnq9x4nj7SWkY/+0GY/PAzlmPZViWSnnxATtlOof5KP9l32PV0B1N13Qp87+B4SKk+gLfB+O5+7V5zcVXyl8ufyuO+GvYJmlqd/61HmFj4A69TeXSB6xXGVbDemP1v8oHK1fYrFKmWbxMc3K9ccjP1Z2IYOEVD0HC2Uksn4yRFdFWL8xoZSd9fw5/sP6o/UziofyUedID+XNVohr9M+pp5TP0EKZ+vrjxI2NUU5AzThjRyP+oHlii5Xt0kNxyzRwQT6mbulDVwg2sdK3W9HZ8Ttw0K3yRJsft27aveO9O5nKBQFSPLm33ISE1+t4KBGSgV5XN+OBVmafmNJ279uz2l3bmGjHFvLDlgofu7rCMhmpjIde1OqcKnrIGSchEdvAy3iOT06u8RDBxThFdujYwRrRwWRT/uXlY7faGnGBvgM+Wj9ZYGVPXdY+01aKrWXhgYq1zcYx+MafG9drpTv6pvsgtx7nUrH2G5Kn7Iw5FbNvb8Pq9tmee5Qq70rbM9bdjMXmzr81idnkbqwzo2lx6N9PxdvFouglE1Kxllt/vp7ccnuT4uMqtRfzY2p2EYXez8KI1HnJxP8j8r0H4k/F91785jKTsm/rj2MOeOUzj3PtxORK7NfqiJVDuvVvTe5R8/z+2PczFb++vH+eql9fnudsP3vWz7dv30rvcAhPezEgBsSAGBADYkAMiAExIAbEgBgQA2JADJzDAAZLMODCQZ09B09aewjcHCzaOujUGpvVN4z3Dhz3PI+TTt3uFhswg2fExpV5tmQyNoCXsY18xouVvcoxJ62BB7ivjJWc9f1FN6/Zr2o3DzUw/6p7xASw36m/uyqXwiUGxIAYEANi4NEZwBtltAL40WtZ/okBMSAGxMDFGcATy7GnlVtA31v/Vox7+r4VG8pv5Q8raNafdndRpp5gd6XPP9vKz/kePA4Cxk6JR6X1d/X2WuL70bI19dMaIzFcsB7tChy7mqo1BUX6SttHkfIdhLfWL8vvAG1HlXj1LCfJ8J2ru23NJnLYhrLbTyq+h4lTLO197WaBgfP1R5fWTT7Z7bBJqMm/0EpEi2g4Bi5MQvL14PzeMtLCmOnXWe1gq92t5ZcclqSwHYJbcg+u2026r/jH2ADgWPxbmdEx4EPf8fKhez34C+7XEVv4W7E1lnV2Ad1OfsMT8Gy5Br84T2+FPqUVGgmrO699msLOIeoE27KNWhtOEZ2IgY4Bxgf7cZEiBtow0Gr1bxs00iIGyhngfa8mgMu5UwkxIAbEgBgQAzdiQD+Ezq2snEEZi/Bu9TXjnY/mn+HWs83HsUG9zYqlQAyIATEQYsD2aqF8pV2FAQxu4K/dZNNxntmJyU1Wi6+RefHdTZGNsIbJMkywPXcjos94Z91zd4+TM/lVjG0TE05hTighNpaTSo7oJU58jMCNSUr6cQmQERCYiATew9thZXzhcx+vrz+ePn383E8CR9y6XDL7OsSKHy+XA3sIIPZRhxiTETEgBm7EAF7hzE2TuWRC+/fIgCaA32Oty2cxIAbEgBg4kQE+oWohMK3FD1hfB3T7ada2jl0GWBc2lWk5PPoyKf5D8ta2fzzKmx8zjkTOQKxToPDEH2Tr7L36aYUqk+J7608CKBBIYd2lfkrik7LWJ6b5sWhl7nKc8oG+1vqT0p/S28p+rAPYqj+Ff2P+Ke2jALOPD+3VTytQt7/o1vreWn4fD/2JruMmOHLbd5v298cffzx9/fq1nyzzfQ4zO9aXvY5M8QnsifqcZEftGfHdcz/KdXNNTz9e/+wLO3VCvRYXHWAez0v2IX0l5TtZ8Iq/a0ygJuqnwwtegfc///nPhD3uclpfvGwoJxX/cXvADOyYAP7y5UujScm4vQn9Wnwl4gd4sbL9z+57y58+fe4wY+UpHmqA9hUu0BBCW8JeqEhNGuMZZZ12uFCWwZ9TZsXnXq5Un6O84iTHXgpzhVkVuQkDOfHRzhU7iRjSmppY5Dc+Q2XvkLY3/lRLrqntVJ2FeEf/arf1PtZK6nhPBvgN6piNveMzZvdu6TXt6G4+Cq8YEANiQAyIgXfMQOqW+h1Tc4jrpfxDvrTMIY6EjZjBN/tDax8vqPVG/IRZU6oYEAN3YMD0b3eA+54x+oN2d+Cif/Vst1rywwe8erbFxmtkpq6C+O6+ntsrBc9vb1jlicknDJTmXo+JLVc+04cMsQHzMKiLwdy7DOgypg9fTZvBaUgEeBHT4Pd4zHXxNawAPgtziMV0GuMCkuD5LvGc9myDBPoy/m1Qo6JiQAw8HgN2ShdjFXa84vG8lUdiIM6AJoDj3ChHDIgBMSAGxIAYKGYAtxaPdHvRamC2mMjbFUg9/dzGocbxddCKjTa+p7SQmzu1vzthTfGvfDFwFQbYFxTiQX94wT7RTuCFPEI+VtNi8unz588hkUumAbOdzLkkyA4UJ5iAlStpn18wkXpW/10W31iVij/40W6yfb/aIs/EjFXiWXFyYvsFt8SNY8bMOktHx08kbrq4xsbYyOIaBU7oK8nrn3/+2fPNc8BJbifGRxJbLxCpHxa+PH4C1f5cBhJxdC64KutY/ci/KgXvvFDknQ1ZrOB6kH1NyNIooSszgHtc/D3qdvRd16PyKL/EgBgQA2JADIgBMSAGxIAYEANiQAyIgQMZwCQIB+k4iXOg+WpTnOAD5uNXTNbBHiZT354+YOXhRUeSGAv0kAN6iJO7xAfigYOQwF000UfHT9gDM/i/C95uaL97OGDAzNi4A/bff/+951grgE8IcpkUA2JADIgBMXBDBj7qaYYb1pogiwEx8BAMpH5gpvrnVPmHIOkhnfCfKsMImp92fcfn+IuNANoX7uzhT8wubdVyynLU/4MKuz3TkEQ5k33I4YAh/nDigOslNjKbeuVjxYoGsgLLPK5eGUF83YDncpu0p1deUI+vJOQf02JlrI6UDHXZMhnHi/5+XJGyKDran9ufL2E48rP6cz9uIe+ndfTG7Hs64zg8wek0hI9pSxxTseyDlC7aoJyvmPmh+INsrFxMTyw9pof2/XI8Z7kYPsodu8d3FO0W7X8q24fVfcjx5XEyDmJsuPXhS71NH9Pyr9PD913xGczwNthNr/xctx/WnU5lv7TW73ASJ60tJJHilWXatD9O8FHrvE/wFzSfi322UnIEzhE3b927E1EPz88fu0+l4g0pxu54fWI99fqnWJpB83XSJfatLF5BvbYxPogD+wHzjGGtfCqPemNywduXXjhRrx2XA87hGoz4GHifSBzzI2+mSd2fBK71rg+mLt2MrDNMRpIbrMS3k9i9gmC/SpshboY06LHlX9++z3hmaqa06PWH/pMnVFQXG99/dCvxn/Bac2KZVLkHI/759qgzzr601xmOS8ajq2zDGXB0fz++d+1waoOIiQAZ1syz4c2mT8f0P1QXEGI65aaClQcxPZF01tuEw5gNxpbJN4eMUZNUdLi1PuP9fh6MVJzW+sfaxdsdQlvuW55q7bNcmt9IfEygB0/mdjpl9Acp/cThlurehDE2r9ryvr7YudXP7sXKxvBZmbVjq39NrjbvKvENPxmzeOUzj2v9yuV9K7+5dmJ+PKz9xOWN2Vv9J6+xOE71vyxfu99a/ym7qd4zVV75YkAMiAExIAbEgBgQA2JADIgBMSAGxIAYOJwBDMhw0KQf9EtN5ByOMGwQq2mxAf+2ieuw/j1S8bAHBsaAee+BsFr8iAXGA3QAL/7uFBvEjT1iA9itT0i/4kbuWw3CHuHjsKp9eEX4VWM6xMP3H9+7VfjPTx8/fAxl3z4NE3ixSbzbOycHxIAYEANiQAwczIAmgA8mXObEgBgQA2JADLgM8JlbN/X+Z7jF2OM2Yy+9V2H8vv71tT2uTNiNzeb694jR3bzfQXFp/1Manwl+C1Zt7OC8VIoBl4Hm/YurfvtZafvbbvFYDXX+YdLpLt/TtXzaiadLTAAn4/95mkwFXkyWxVZJWD/POuZkJPfAcZeJSU5aA3NtbMDv19dhMhzHe2+Dvdf+e8ufPn3KMJe4P/A1YAXotArUz6w/B9d8GKOM60L89RCHkqZ94kEMfAcY24ePw4rwN9R197ffVtc/Z+Mx/qEM2y332Xok+KAM7Bx/t2dN/MSqcOvq35hepYuBuzFw8F3L3egRXjEgBsSAGBADYqCOAUwslU4u1VlSKTFQz4BitJ67BiWbDuayzzmrTs+2n6qPq+NL4b94Picnmsb0xX2+CDxO6nEysmwSp5UTde0LkxtXXk07sdPF9XP3Dky8fhk83wLzBH44AGbECuPFy77AKWNogPL9+/DKXmJGrJRsgzjLQPe+G/BxIhWW0jzvjynXY3KLiWsep8ueiL+r1tfu28V43fWnj8Dcfcd49RXQOVghkyMXYoZla8t3OnkNndQjdm380sYkoAMxMDLA2NgQf+JSDIgBMfDgDDzm+0IevNLknhgQA2JADIiB8xjgs2P8RhCePOd3r/DDi/mtELbW1wpXKz2t/Rt//LJ6fJh4wr7lVqovNTky6Ys5sBG8bx/2/LQ1ExO+NaEd82gf3647ZCuNl5A80zhAY4Ejb+uAzdbyPh6cl/C7h32LyR7TVgwfuQ6VsWl7HY/4YvBSZhnfKblW+S3slfQfxbhD9VmspKDAve1hYhITOOmJpxglbF+x/BA/qTIxXcMEGSb5vn79ugFzXH8yJyf+vfjGBB94zp8kS6KYBTxbc8Z4lIPXK8RJST4cUB8bnuKVU3KztLUWP4gjNx+YiRvmMIFdsg23CXYSzS/t60vFsi8/6CNG7DlpjRzgtRPC073W9M146EvZHGzs+S9wAyf6Dj4kELTnxyfi0U8LFqxMXIl3TPZ+7zAj1j52K4C58refBB4pHb7lusav5R9yfv365yE/1vT78p4+h7+l/aH9IJ2TwL4+nbdkgLXDb9221F2ni4jWSpfE35qea+axLkLfAl6212v60ApVqqb9aIlfh1shuqYe+u2j4/1ILN+X1/ljMuC3k8f0Ul6JATEgBsSAGBADBzGAW/TUbfpBUGRGDKQY2HPwLmVb+R0DDfsK1CX/zuCWtq8aU1fHd0adNbXJa1/DmG6K7/GVYWALg1zbJoEreapsX5w8w6plDtBVIti52LACGH02Ma9Olu2MJle9z+nHjx/7Sb5rDoKyDxm8I0bwjL9t2z79EmOBWHHO4zTmfTDV8ATMiJU0ZqP91Gs9Xu/dPXzbPWz1of8G8IDfj/cZbQ7XbvzNZXOOWDbHTkwfdYTyuzz2saFspb1zBhg7W+LvnVMo98WAGHh4BrbeST48QXJQDIgBMSAGxMD7ZiB1q8DVv++bpXbeY0X18D2vdjqP1IR4ScXMkXhkax8GhnrGoCkHe4N2VlawBOW3JsLe0Ta3Yr50+ffWloe4vmyVvJv4Lq8HfgMY/REmU9k3rfZPLSuadZPZ/wAXJss4YVY08dQSt6MrxfuQj9WS+MNkKjZy7agKnZCjUF5oMi2Ty5A6pnFCDN9LBdfgGWnZmKmoYl9mg9xj302zd1ixmhY6gLnmtebwc/p7qX0tQ9xxxi4wYqO/bIvkPq7hGjnwA3/Ae412GOOFMQKuuz/g7tphX8fmAQGs/B1W/8b0VKavtd8alaE2X6NHZd4HA8n4m9vHoxGClcD8S/v2uDykfZeEGBADawwMd5hrEsoTA2JADIgBMSAGxIAYEANiQAyIATEgBsTAxRnAxCQmRTgxdTW4nDjjnpN8V8MZw8PX+mKlNbar8gxsnIT897//jdN+0pqxcWXcwMr4wOQvJ66RfpXN54+8Ajcnra89oTozSa7vghfIMQn82v2DeujferDXxO9Mk47EwLtnAO3N7/vePSkiQAyIgVswoG8A36KaBFIMiIFHZGDrzePW8lfnlIM2V8f5ePhCz4Yxja9YGgYeBt+Rt+crl/wVxhZLnP3t8bOnT8BNP3wf6O9O9vnE/daVNbHyz8A/rAbxPevPY+WCwoFE4g9kOfpTdlJ6YvpT6Sm9KVyj/ueXFQ4HR1NIEvmx+EsUm7Jj8cn0Ub/Dx1abME79E5D5wOF2m6309dXF0fc3Tey7emfneES/Uqu5AnocfNTn76nfpjMtoNOK9cejbMqWExdGSSzdiPSHuXJ+ufH87ZX8ue3ste+/ukmjSPuLJI9ayVPEqElOxtfEn4vv6fl7p6V71Wf0G9X5GAwcc5iq4636aSqlJ4WDemr3tfqHcm9T/cA+Y2mpM3QfgrpHOvb8w3lItta7ZDkHv5Xu4ovudMl99E0hiIzhhLg5WRbFHrVjbIbasi3HY8iFZI2q6ZBlkNBxC6def3Qrw18+Pf3ollGl+V7W5aQ74yDKR7As24JrkzowMcnXg4PvYfJ9fs1yUGUosf+I5FB/z8+xt8wQS0jBnIb6D20WM46Bl7ESks9NAwcl2+v0jeFwKX8xNDFiD8zAHvMxrLFxqo1fR/XIQ9cOOoTdf/gGcPfXnQ0LgNd4CtWtlbf59tgAyG1/poh7aO0hB3b8NKSH0rpYmpIZx6azQrGDtlRssB0cBKfcTDS+BlXduynKdZoSW/2P3Z89Pf9JgMYaD+frU8p+qv6oMbWnnpS9pZ5I+5oEw/3rlD0d1NUTcU9qIgflfkUUFSb7/T3vM1Ksxczk+svyW/1O2duqnzivuk/5n8K9Nz8pfCn7fnym/CnNZ7yXlvPlY37WtiNfv87FgBgQA2JADIgBMSAG3j0DuT9c3z1RIkAMiAExUMiA+tc1wrgyFQM4qUGcNT1752FghoMzHEyqecVvc5yZ8ykW85V5tvyg5WBi8GWcmLwDbsYJsCI+GDPWr6sdIzaI85RvcRcQQpwoYmOaK9sLVJ0iCvzk+y6YTyFKRsVAQwbQ7mzf0VC1VIkBMSAGdmVAK4B3pVfKxYAYEANiQAzcnYHYE9r0q+4JVJYu37e2l/KvHOGlSySe/L40doFrwMCjP/v56P41CIEiFe+sfyzipoEw+uPNq6oa4HgAFZgksxPAcAlpbSf61voXmxe/TwEeDB5jjyf9gRmTOJ8/fw7UQuP2t/X635XH6jBi5spU8p5euUCOIg8yLPAV+r8oT0qHAfvX1+4NJSPvjA9KnL8nN0AyxAd4xR9jgxN+bWO6veecHCFOPy442bq0TA7i7WdZxqawvE1bHtM+cPEYPAM3Xh/v411qiKQw/g7q04Gd+Ml1BNlByXn8z2Bq63nW0PaI+I/CBXtH2epMMT7bknYdbfQPH8vdcatva4yvHcFJtRgQA2JghQH1QivkKEsMiAExIAbEgBg48MepyD6XAQxa8a8CCd6qimhRxFSQpyI3YIDRfdUI3wNfQ1/Ztxw0OH6DgBLExgxwIvISq2kzfMNAMifLMOlUPfHU2dqj9cdcAGb8AX8Z10QZ0+ynt+t/gPfHd7w6t3vxbMd1/SC+j3Hfc0zwASu/a72vtTXtrLt0nRAzYgNcc5JyTfsZecQFfv/8889+sh3Hd1pNy3Z4fnycUYOy2YwB3Z81o1KKxIAYcBnox4cwRpT5lhm3tM5aMqAVwC3ZlC4xIAbEgBgQA7dnwB/cOfgJ5d35Cz37xjTf993B7G+AT0SvWdo4IePe0I9c1j6ATSzdIFxwy/EnWLBRIvHF1J2Nb4GLsb3IuGhCqg1u9adGf6pMCZUpXTX+pXRuwQc8G/Wn2kwJvJ1l+Y3f3RaQhPoHpuXwNMlG+sfN/KTij7EQs58qvxlgVAEmQjChgz0nUnGMrX6yz/eH/sdguPIx+8SD/P/85z897n417VP3bdbFtZM6w7bDqSM+xksMrp+eIQ9KuVoSxXvc3fWaPjkq/ZgO6WcaZEPyfpo1wLI2zTt+e+0mqvuPvnaTfN//7FfTAitihXHiFdnxdLW2Orus6wEC4gNcA2vZRHtLF1KYXVvAzHaIHHDNNFcSZ66/y/xUytbyg37G7vfv36f4yJq4zoi/lAe1+eT1jz/+ePry5UsfH8DMh2Bq9a6XW4uFNnWxbr917tGYQ/aYtsZtpd858bnWv1aa3a1Yjj+7Ga9RzLqtKasyYsBlwB1rcfNwxt8vy5zzUlKYz0O2tPzGnzXceyK7/S707Ox9ql5pb4alXwyIATEgBsTArRnY4Ufprfl4ZPCoa/6V+2lv9HFsz8u1qYQYuBgDnKC46oDZLvha9v/sW1rqvFiMCM6pDGDiCRsmQjipcyqgAuPA+/KhfmjGXm/Z0grMF4lygg+Yi1ZLjn0UJgTxl9wa9rWw9+N79wrobjtvMjXpsSMAfjmhd3pMF1xfLGbgxpZV3473x58wLk/nusB1rFzGhpi+S1wXuCfRwxjgVeP+92dsx4dRJ0NiQAysMjBNrnZSGh9apWr3TK0A3p1iGRADYkAMiAExIAauy0C34uZpGBS8LsaWyDjAHPqRz7w6e8mnT+1g7u2e5K7j5HKlyLuti8uBvCggcndReD2sS2Pc1r8EaYe/O8RybLLibpOKQc4eOBETT6w71BX/2rnMGA5dP+NWiMmXQDomU/EHrC/9SlUrBXtltmzp5fEKftuOVvqRl+dBh51sX9pZT8F3hPtttNO3K2vTYllX5eWu+Nctrf7RfQMYnPN1uTjubXta6k9pP6Shrh45wcdYbokX/nf/dxwMeFvotjGNiVT8Ic1uaTvksZSz2nLDBDW4BrYQZos/ecxYro7jpIWFAHBjAthynebZV0P+/PTcc5ZnfeO8tA5zbdXIEV8KU65cDYaSMlfjrwT7+bJsC+XtYCfsJ/QLWzwhf9RxGR4JSPvbMPAoq2dvQ/gKUF7dVkSUJQbEgBgQA2JADIgBMSAGxIAYEANiQAyIgesxgMFKTgBjgg9/d9k40Pry3E3gXGrCJMwg8HIVMCadSgeGMR/ozQmGDTVOff3RTfx0k52IDXLe2ERTdcCIV/yCX/CMicmW21AHnKxroxlY0Q7xxwng0vhog6RcC/gG1tY8lyMpKwGuGSPY3yG2yzyUtBjIZwDxrzaQz5ckxYAYeD8M3OeX0fupE3kqBsSAGBADDRhI3fzfZUCiARVS4TDAJ785kGZX/zINBSjnFL7MSXKAik8aLxAH/KJs5WoFrvzFa3147Jgt0UssGKWt2VK2Jv0J5Sk9seIsl2snpmdzuo1lo4z4TJJ7GIgPR4B6uR8yh4FkHA/ln6N23HKO6v4klZ+Lb6l5SEnpD5VjmZTtUFk/jbr89NzzAcPMtynXv2NrGMw/+/r2+ma4muYXTJqBHTqM9m+hdsW0aMyFLNSl8b6iml8fI7D7aYAWSnMg480VW7ZUXcTidEgPxl8Ph5XN/YBxyVfKfrlvrBvsYS8aQ1mqY/6zcCqfcvE9MOIPE6mYwMGk5As+Ady3HVz/8Gd56lZSjpfFHy69vZF+hYWX3q0t9gD458ge00xZrvL1CjunwIxtWbeOWPDE18+6o3BHy/rGNr+QGn1ZtJ9B4Y/XPzt+h4nJRdGqhHAcuP5Yznk8lFtyx/yZAE60QxYxzfhehxvGxTLEN/Ac+X4zhSv20A/cxIw9bULdGwN5+cFrz9rMg81Y8sZc8sfzsr3lOm6j0xmNv9GeF3/W9xxEYa+XJYERmPGHjZi5T9pd+GE6gaU5WOhTn4M3+nMBt37pTX7dEP+sMXyU9G/xjenBv+fxLQZhrUjNxxrSEcdlf2+iJNqptRXqF9iWZznWd8i2mzaXGdIHXeHnSGjH1VBzFvc/T1v898NYfhG3rl4/fnw8fr5buvzM1z/UK/T47Wm8Zi7SXZvx+ytXrvas1v+ln2EEtfrD2roWMvZvzN92b0ct8X2unzENKf9r9XMVbUp/DFfKrv2MSEhHotufilh8LBMdH5pKzQcxnK3wzZbcI/Lb3aC4GeNZOHW+7k63NcHSnVxMgSfvx7uXnTxNtY92PX0SigTEgBgQA2JADIgBMSAGxIAYEANiQAyIATHQlgFMSuIPAyCpQZC2luu1YbALAz4YNMMksB08q9e6f0lOAN8JMwcWsZoWuO+wIR7ANTHfIT4Qz9+/f59i+g48Izb4B67xd4eNXAPrnXDfgVthFANiQAyIATHwSAxoAviRalO+iAExIAbEgBhIMoBL/3u+/L93/1cCBE9V829FLJbFJz1j+e6T7nGpW+ds4K+N34rvNjyGtJBb7K+6DRg5kH0tlHvwd+W66NhPrFRJr/S9Vg1eEQ1iHZMgds8J4PRk2XnxA7zYiB3HwDtg5qo5pF5vA2binjFn4Nx6fdxQHnxjIpW4d5ngS+JjH5jB1SgCfvFtWuBHXAN/fCvXH9cVyEn6N5fht4sx0Q7sQ1zP+Vc7Aj5wi4lrbOCabfRqWC0eYCRmxnQ97sbxg3i50lYQv8fAXmvLQNCaP9hL2TzGc1kRA2Lg/TCQHh+6Lxe43tZfc4/3+x6PPh7PiyyKATEgBsSAGBAD744B/TC+dJXb1+qFBpZs/qUdETgxEGLA9j+tB/5C9h4hzXL2CP7IhxoGOPiCCT6uTOXEJPNq9B5VhpN6mHQaJsoy3xVXBNC2lYr+xV5fO3icTMWkU3piMgOo1V/7CYiEGU7yATMmJvF93aab40MbzYhfTPCB4zuttkZM489iPrct2viP1w0wguu5LcZlr5LD1daI620cr3DkxHbmAypOmW1s2dd/Vk8mTHhC+Fd83wZ9Q+krYtrgjoqKgZsyYFtixd3TTb2+Dmzb/18H1T2RaAL4nvUm1GJADIgBMSAGMhl477eqOf7bW/tMWu8qNg2ARBwITaxGRIPJq/pz6iKgdVVnJ7+Wv9WfABwnyde/hgUFfXlHWc1JJadRU1v1sXxogA1GU22N5WMAU/kp/TG9TE/pp1zdPvyNoBlz+htBZfg4GDxMKtVhLis1+xIuV4Z/ocNvX2hPftqi0IEJofbNtCvhrKakrn73jEPGNmxwUhJpXA3nuhqKP6alfIOmlAx1uVbXzjBJxklrrpYcvh247EOf7be1g0pD9nMxR+QicQvM+APXrIMFJMb+IsMkRPT3EjnljarUIbn+9OlTo1dA+5yF+GeaL5tCO+TbuF6WoO5lTl3KCsauLsLXr9mSvX5hUhJ8IzYQ1zjGH/uCudTeRys+eaaxahkPBXz58iUe016ZK5yCa/DKietsTH7bC7U3X2ZVuc814tNPW1WwyNw28O/bDrUXX2YBYUooif+pUNEBsbDv385fkXkJi4ENDEztg+Hr6bLXBy/rsqdskZcF2BBY9YM1DTH4qtb6/6vhvUt8h66CPu86FwNiQAyIATEgBsTA4zOAgQ7+Pb63JwzEbSXV/BQL1pPJ32pK5cXA4QzY+MWxPT8czD0MFg1O38MloaxjABNNmATBJBO2O63g40QqMO+2OW2lpn9hmfCrq7fjpv6h/rbrC2tAfIBnPCAQnbgOF81IpQ8ZogUi9gGB8IMNBcoOEv3999/7tgiuMeF++sZ7RqcdLFERNyat77AhhhEfjOtNk9fkKOg4Y7ukfZbIBo1OidPkUpeCSYG1iYGp0OKAPiwy5t9+ifgIlNwxqR1/O4KUajHw8AzY/malF3l4Hs5y0Pb/Z2F4FLs7/sp4FIrkhxgQA2JADIiBR2QAtwBH3AYcYaOkfj50wvh7vxsGivy/w9jACoPQKoPDAOxsaKt/Z5dfpYc/ezUotUpTdebV+ko4ckVM1QSr4IMygEkQTuZhFR+ub/Nq2hWnm1+L2Eeu2AxkYQXf+RvaOv/y0Vju06XW9DMP+9hGmVh+PJ0TZVyBmjfZvoYlbiucQ+zlOvlgAyZ/8UcfFna23j8sFPoJ9MFP5/mcD775HWBiZhul9KF7crPS5skr+4+7TLaDR6xcBv5TOd6xQu+yumpHCt6f6pW2+v7IkMdnMnC11aZncnGGbfX/7VgvvwNtZ1uaxIAYEANiQAyIATEgBsSAGBADYkAMiAExUM0AJj7wx0mcO03eYMIJuLkytZqEAwsCL3BjI9fk/kAYRaaAl5PtwHyXyTLGBzCT6yLHTxJmfOBhjDtwbfsPYL4612hvbHOYbAf+O/B8UjjKrBgQA2JADIiBd83APd5t8q6rSM6LATEgBt4nA/xRu5f3Kf2pH9Fby+/l16w39YzXXqv4QnaZ1tImdc4e26NuXGTcpoPxnCttAljMO2a6cZRLbxxYi4MM+AdhQ0cwxsfXn6X0vzxH+E89sZ16vdpYvvua4+zahBmVMp2M+Z3clDTnT76l7M1Wyo5Sfsa0+XgielL9y7yKenJ+5gNHfjLxjPYnfpg+7UP1GomlqczyII5/aFhx+ylbIXzWfiqfsjE7TM/VM+jz/Y31H+GnmGkLtnlMnP6e+Px0nofL+/govdwP5d36oc6UbWij7FLzI6XE+Rz6rYk/tG+/zecQEekXWDRuf5QIBxqLb5gk2Fa/M+51Pc8J/JMj5oC6//Of/0z+oR6YPogOMfw2Xev968cgFWu/4fge2wXqOVFvBq5zyAm+z58/P+FvWDkZ68Sdot7JShsNYovIB+9/hjobYnuYeAJuTlqDZ/69PMeGmAL2iMu0k7fpfYs+B2P7qliOQ2zkGriX8RGKS6YFsHvsl566sbksTXzEjvNh5XLkLTYTh6VYgxW+ALT8BjW5WYg6CQPmrnnMN+ZOfupkiDlIDX69Rb+FbWOUWomxe8gi4ibZgmT193RprsE+xRP6JyuDY7wGGn+YtAbfqXv4VZhTHFkp8og0e2xleExGeV6/Z1NHl8Djem1Dybe3oR9x9DjB4fc7o+SYPMejoyF54pgISPOyZ+s2IDZd30J5OWmbYqMzwPacY6tIZrwWzN1ERzhJMzH5bI6L9I/Ce/ObwpSynypfG38pvVvzGb9d5xRUxdSt+I+MX/Z06NF4HHTOJKbqd6v/Kf0GSvBwq/2gUpO4FR9VASf7/JL+f6v9Wn622rV+83iPfW4c72FbOsWAGBADYkAMiAExIAbEgBgQA2JADIgBMbCJAQzcYAIY29VX71lHMXCEP+CvHXyy+vY+BkYMwmLCCZMBnHRC+m6TAw2cIs/YAzPw4vjqm/3GKzB3/19+A69cbY2YAO47bOAafQjj+g7xAW6BG3zjAZK7fL/4DvEgjGJADIgBMSAGHoUBTQA/Sk3KDzEgBsSAGBADpzCQupVI5ZeChr7WOksxbJEX/i3snV4WT6hzxdKeYI6yU+RDu1UdGFS95sDqme3ziv3aFTGZoD2iLRpzxYelK1Uu2e6LvV4psH/7Yr+CCZzrTUaG/cf3OzHpBOxXnygjv5wABl5yvQk7Y3/nNg2uOXGNibLV1UQ7Y4k3FMYJ9h96vPyeLrjexHPcaMOcly6Wn/sJSfDLBwQaGqhQZTldL85VwF++fFkXPCmXbdCaB89IR3yAbxzzz8o5x6fFt4Mi64QrwbKEJfQgDKDNHr/N7eYc+8d7fKzFmd9j7W6xpkjYwt72skP/z2v4dn3vWUPs/TzvmRP5LgbEgBgQA2JADDRjoN2kURqStRW6Xbf5aW3HS1wd3wGMlE6YHAAp20RL7C11ZTtwDUEMDuwzwH319mXxhfqvM+rHYjrDvmzeh4HrxAonncAd+hL0KVfegJETkfv0fft4D8zA++nTp37SiT5U0W2veTtMTJFXDj5zomyVGYtpVXDfTGDGpDU2fk/32jE99AWIB8YI+L7bhphh3FwVO/GRa8SFjRHmXxV/Lq7prfBdAU0G57J2d7nr3FPcnUnhFwNiQAyAAU0AKw7EgBgQA2JADIiBAgZCgzhMw481/wcb8vy0AnNZq31T+lP5JXhKZcnNWrkz8a3hQl4OfqMjNWAaGtidyoCHQnvG9C6HIby+oQm/n5Fx7pfNsbem1tfny1J/N7AZ3tZicd+6GSYNMFkzY1sOXq7hg0chjGtlQvJhZvZLXcPnW90bL7GwDmCPaT6WE84Zv9Y001Kxb8tc5ZjYc/GkfCzVl2t3VW4tPvaO1zAwrPLEq1C/fv369M9//jMsFEylL4z/oFA4sePedF2jjOv/9I08TwMmb7gqFbjvsAEzVqViz8k9TD4t++yEN6mYThQvzQZe4CRWYOfxsq87uv9z4wVvGxm+d/kyraYF3oroLKUpIr/EN3/jHG3HzUdM4w8raRkjEcV98tsYC34MvY7f/H2e+rcYA+vtdy7vonjx1CFGGNfAjeOrboxdYATX4A5/Fjf5nL+tbbwhpwe3Q4Ng9dBO/K4K3iAz1v/fAPoxEP0YRGz6aR0SxDw2xnV/0uIftgXq6vsF9mnX7QMI92571qOPu3m9+gZ0fhMG2PZuAvcmMMXqTSpKMMWAGBADYkAM3JOBA380OT8UYdezjXz+XZFMYnP8uCLQPTEF6m1Pc011E7sXdyU2GAMlZR5Ith/XGQd3mrtFbq/avhxcjKXmLBQq3BDLhZYkfncGGLPnxwwHFnMmna7COiZwgPunn366CqQkDr4qt803R03csK9OIsgTYDxgYBnHnNDjSklooYyr0WByMw4/Az789Zgvu5qWfcBADzGDd8T1XdqjjQW8Tvkum22PbdrkdTy3D9dgUvgqE8M2Vq7D1oMgce6JH8QnuSEGxIAYOJEBrQA+kXyZFgNiQAyIATFwfwbwLNmRg2R8dq3Cpv907/3JP8EDDoZd+5Wa+xGzIf4AijF424EN+t+e4W6MeNimg/Y2khrPrB/aToKUwMzA0def2fI+R2xfFde3fQAVaCX2lSKM8Z37v99//71fdcjJGw7S77+yhByk6o9yw3UUE5L8u8vEDbjEikPgxjEm98hz96TdShBsz6Kd3Pq08sAL3HxtNdAwfzuyQUPrSxjwYXIP2BHTuX638ieqJ9GOgRuYsb/L5C98Rf/BmLgLbuBFXGOPGHHbI2tw33ZJK3vsr7Z6lvHBPXy+TLvcowIuqNNyb+G1qoe313Glsf+KAGtMx2JADOzCANufr/x5egAudZ/tl9Q5GOCvD7EhBsSAGBADYkAMiAExIAbEgBgQA2JADIiB2zKASSdsmOTDYHBsoPhKDgIjXqmMiZurTzqRT0w44Q8ctxp037tOEBvgGXgxUUZf9ra7RT+w4rXmwIrY4EMC3enlN2DG351iBDGNSWBwfacV+ez3gJsPCtylXV4+kAMAc/sOtoGACiWJATEgBsSAGDiMAa0APoxqGRIDYkAMiIE7MZD7wy7m09by23+07/VkHPXyGTKegwmm4dim47x0s7ps2e/2xD3uVxeFyjEtH1Oq/vLrx7e5goWro1yvDjnjwNFsjDjnlOHox7CrXUiwumLE2ExxsaqnwYqeyb4/wjr679BCGe6xEmAUmPQ4BeaVwF7ydJrwL/RdrKns2sGklyu5fWFTB37WDufLdua2l+UA94Av3f5cPT10Uxfzd4aHOpv0TfwEyhf4v/TLLTzZ65PJecimn0ZZV1/5WUoPA7hcc4sSy/6IWgc+Xp75E9bwY+q3un3QzN57i9WxNfozxaGTmT6pLZfWvCLBWDJ14dwLmKLPK9fvXmzQNbdPU9Y5nPtaJ7k7QdvDBA42TIJwc9tkLL5pn6XCe7f9zjLzKjVyMue5R+RqwAF9mHD67bffsiYkXV9czTh7fp79XuYihfYjueMEeji3u9PrJpi4gWtMSCINfuCvW/fJ7IL9rHN6U0ZB6TVR1hd5Q/+CY+LFOWXW9Ex50fY7SsTCa1IQOyBvY/1N7Rnpw4rrgWuURxomV7evPCQv0Go3n5O3t6FdzemoM2K2JYdj8Iq4xre4yfWYsxTuUqb24134Zzppy8SKo4npcwknO3ISut4wJjiRGuMoovLwZPCLtoiV4njwxbbRqb5GgidfEMdTjOVDjq3MooZnVgMTCvcTvq4cYwKvfH7xun3vNNvKxEd2iaVgrg7rC4+39s/Us0Q1pGzVH9N7WHqyf2U/0BiR3xbG9uF1R0mjw3fbk2LVAun6X+//tpavBp5ZcG98of4+BM32oaH82rSUfym9uX1PTM/Z9mO4pvRE++d9yCQfOajlKcVPrd4IzOJkH5+PJxXfGy/PxXhVQAyIATEgBsSAGBADYkAMiAExIAbEgBgQA80ZsBPAXC3Z3EhDhRjA4Wtncfz58+eG2turwgAT/zDhBMz8a2+tvUZwDbyY3LMPCbS31FYj4hq4EdPY+wOBba1t1wZ8WLmMWMFg+l4D6tuRuhostzjG3x028Py///u/PVTitthRH1ePmTvwXIpRvJcyJnkxIAbEgBjYgwE+Pr2HbukUA2JADIgBMSAGxMCFGLDPve30BHHS29Z24VNLnZajpDP3F6hcARF3PMUf81vWWRzNIodP1t5jPHMB/3oJLdtfS10xphh/sXyli4FaBq4TW5gow6A7JpzsBEitZ0eUA06u3qtfdbh3HVD/vGKWr1PGpPW//vWvI6iqtsFYAGbGR9GkJK+f1QhyCw4rlO3KM2BHXGOSDys8Q5NK9C/XSkyOemDDbkyf09bvYyDvPyAAH/In3RFv6zZmLO2O4LeNEeAF73fY2Pf5D5H48dLXpb/isZGD6bgpN+Sv/i3XgBLsv9y4rtOVt/LebTO0X2sxVW5v/Sn7G/MP618zce7UPjKtS+xkBtjnF90jnIxZ5sVAioGbXyVS7ilfDIgBMSAGxIAYEANiQAxchQEMIt5jILGcMfp2ln9n2y9nrLwEfQyVZN5Z/IcwKU0MkIHj4hITEBi8w+B7/mQTcZ63x6QTNn/ypg2iffoHTPDh79u3b6sw97G+ajKaiUky/GFgl1y7EzXRoodm+BNpwIwNMX2Xhxs4eA7M57bFsgjEKnH0IcBPHw6t/A3GEDfE7MfQBrUquisDZfFZDmVv/eWIVEIMkIG37qFk/jFN++MYwCv2+Xec1dkSbWPff5ZAD1/M5DQ+0grgxoRKnRgQA2JADIgBMbAnA6ln1/Ajd21LlV8re4W8EH6mpXwP4WfZUN710vofByuwkt6EnjBnWs4PjlWZgHVfnrZWfGiadYi9krhLyQY4TBKS0plUUCAQwse0HByUiS3Bpi4LaSyDWArWJ3XaMjwO6WPeHvs1LLDXBs/r22DnZevHBveg4KF11tTvWpk28eBTzgng8smbNazWSqz9WpnQcdxfYraT1khbn5iM65ut5/o0l5iP0voxSYaJSX53lKtmqGOLdepovQdGTLYTMyfLyPU0aRbsb1fQTNf7WHyk+aR2YsE5jskzsGEilfncs9z/Z+9NtOTEla5tV9nt46HPd/93+a/1rtO220PVzwO5M4VSQgxiytqyKUBDaMdWSJAKBEfbgxtn6tevX3uvrk7jTvGjuLmWNK+c+iO2sa/jelqL8jAGnGPbbHAfhzT3ca565+pPW9db635jPhOd7TbddyDMs89OoPrGgPgjP3A6dXwdUtNp1RhQf40FrtF/cfo67MdAaU5lbWSD9V/vpy4oJo4XsuM17DbFS8mW9T37VNkt48ZcNbbE47rMgBkwA2bADJgBM2AGzMBjMsAPmvhHzcNoGk5kcRyeb6CkuH1YfkMOE/y+Kf1DLnx8Dga2Gw/kLJPzZqsJoKXtAG6CvvG6VF6v/ErjA85fJtrgeOh7y+FEX2L06kHd4gRHGQEnGdjPYCPiGrs+C2Y45ru02Db2ETqvSdsszLD/0K451oTyZphnVATPcvp+/vx5hgQX2YWBGfY5Cefa8ieBcWYz0GcgvD/wSuA+N1uchS/Fpy3C9tik/uBBgJdmrGJzWIcBO4DX4dVSzYAZMANmwAyYATNwQgbeN5jZNgoTn+isj6ryrTD67K7TEEvoW1nna3Vryb1WUD7Ymv8t27pGXVvzU26x4bP6VAAAQABJREFURTlYCRxui4S58M4MyC24bOIHxxhOEDlvzrJ6D7w4+MCODnLyTWqUUv8upY+urHFAXu4ThJmiOFNzTrI63/AcDXAwI9xqpSTHbOPCmtfPewSxk1cOYHIOOdvvJU2LoQ3Vf4SBveKnSXvX2jUrruUAHl2+xjVvdGX9jOj68+fPVuezjCHSQHYS27baUvnu9tXGhzvJB4vYth9flS/xW0q/CjrmAdeucJuOcqd2mQ7UJSozcKT7g1g12XQc/0jngf91F7X6q2Mv40Cl6//c+5YcEbXl5epZKx52HcyAGTADZsAMmAEzYAbMgBkwA2bADJgBM3BqBpiww8GHAwSn5HgH375qa6IRR82aDr5aWoITzJoQg2sC50cOIe7dVqROJAjM4pmiZ7FpsMqu4fosuOH6+/fvLXbseujhBnQ8YsBmHMzAlgwcfezfkgvXZQbMgBk4GgP+BvDRWsR4zIAZMANmwAw0DCz9EbXWD//9v3FRWh20zbNt5fYZxvHUf9xxgs3H+lNPHDdGXA7fn0vhksxc+ULdqSc6FRe+8ic8DkSOrlUyg7Lpw0DPMWWUJ4Pv9nrnnSfehDNW+ql77WXzHuo4ZeR5qgUUF3B5lRbHKe81Q3QQ54+Sr6cJ/Dmdr2VuB/PHR+G76NGzg5Ju1K88OQdJJL+FrDKkhcckKn9z2NNf+cgThB7eID46zI9vXX15/jL1RvLXOtW3gd9dvhGcq0ffDlb++/NcyZPE92whgXn29afUvoE93lVL2VT5oTJ3QkZFyOGEHeNwyttrLC6FL87DeWL86WXL6ZSL7wqDG6zaeiJ7Jxmcbf+mjgS+kk2MkX/N0628p9/AMbgJ4pk4cS+k5NBxm7nCH+pIBeFIpSlOK4CTXGe5urTfyHFUdd32l/K3iNFH4ERfXu/LwwH/+c9/3v3zzz/J8jlelHkMP+TNycnFD8mnDPXiSGVlbTqIn4ul9HgmTunax1K6cn18shHtk70jFtSeI4fVtGAOnde6biQLEVm6/pRWnPf0ztZyTejr+679vjX2DeZBvrN2fhVd9UA4x9rf/Mr7I01c3+urfueka4jzx7mkRxx/O1f9N5vr0rj/bvrB4vFZNcX9QPXG8VSrNJWdv9d4n5IQcpfPJywxzu681D1S9YZxpfYJMYblah2X6i/VsxRfqf658ktypdcU+boVZW5Jx5KT25dwTKk/V0cqPm/Pqdz5uKUPQeX0j3vT03P/PvDpJR6POs7hi1c+j12Fnas/r3E/JWwf1dnW/3IZF8Lrn8Yt4sL4vshRZ1NxhzhTFdzJu6e3V0zJObmaX23unnvldJLrHzGOnHzJ0eirc+/NgBkwA2bADJgBM2AGzIAZMANmwAyYATNwOgaYENFk3dLJtq2UF2Zwy2ldmsi5xxZPAd7nWCMGzGDF2XQGvuEaBxnOvdCxtwY3NWXCM05f9nzf9Qxco79sm2Mc12fBLezCzf4MAdvmQQFs+9OnT2eA/EYwpif234jyVtMMmAEzYAZ2ZsAO4J0bwNWbATNgBsyAGegzwKX5yJfno+Prs7n92db8TJ3w3RpfqQUq2zpPi+qJ0VLVe6SvjW9t+YOcVW7LwbpyiUez7xzOXPwQ/iPwm8O9VfwQP1thOHA9u/b/pbxMvZbl68PhhAOEIGdqPvcxUnCg4pCUM3WdV0Cv03/0zVF0EN+xky85eu10rQYnNgJucOK45lzbMSwiRKF2Y/++xYkObGcI8IpTkpDGHOqXtJQ6al7GR7VzvI8roS8KN2nkx2aOHsDNBt403wUNTn0dKeh26GT1g7kguYbWu47ORfFmyu10/XpEfnOrGx9R1yPqpJW4e2Hr1X+9/qx4L7CXogeo16weoBEMwQyYATNgBszAGRjQ60nOgPWYGPXj3D/Qb+1zIi70CqKFryG66R4drS0/qq7+6dK2XFq+vkZ1JaKftjmSVXYtnkry16p3DhepMiX8qTKOOw8D49sXp4ecH7McIDNIeW3Gb20zirdF5GAC81a452INy8lJhtM6dvyG+Y50LCcZqyTBzR7+zxKwj7NwDa8/fvxoqZ2Pe/vrDzbC66rBH9r2mexE9j3JrnUvOqmQM5sBM2AGzMAeDGx/ddxCy8fUagvmhurwN4CH2HGaGTADZsAMmIHVGTj6s1jNN956iwz6N2T3T22urU9Jfh/fffOVyt+XGI4ZI6+EabiGZalj8C2rYVLp2HnKk55x3BSBU5/ALtWVklcqM4Q3JS/Ov7b8sD7hqbpyaMi+x9jfnPK9QSnU8IDHc/QL1RgqH+abe1ySf59+mwDvt29Vs2rV6ctPa3iPL53vFqtvON5/+1f1TZd5k77hkfrzZlWWeBF/OUBD5XNlh8rc1yPHKQ4nVgHjJON1ub9+/bo6VfN+vlJd9xhx+tYKOJzA+fHjx/ZVuehy62tjahG+7cZH8MUrgLNIU/aquIo8ZuuPEkLcshv02Y69CNDdqdrzlvDy8ufdn9+NQ/L9c/t63/B7unxHrw3a34q1R71VNlFazdOczcI3Dkn6ZJen0+963UjawlD/ivkZyCvZExS94ezeJMBKcR52kK1MELV5VnAynqADnDOu6O04N/zwd+GM/jeDozUUy9mP6rrhV0ydvfrP1R4jscv7j+w100Gj+s522p8ruEd/P19wn2eLmNi+RttTqn8obofr1xZczakj5jeWMZrvuGDhXPanb6jG9ZTsT+Vz1ZTK58qtGT9wxbv7pu/hH2+L+xB9K45bk8ydZdeyr1L/01VoZ3VdvRkwA2bADJgBM3B0BvTj+Og4D4uPG1lthwW5MbBT3dzzU0vbGjxJNvszhqW4l5Y/OGfq+3Ntfmn5Ej09XLLFoFAvPYg/yuHa/BxFzzeLQzZZHifCiT85QNam7aXtHx1GJhJLk4k5PDjJwMwW6pHLf4R4MIfOpiNgGoMBJxmTZWf5djE6wfWfxgnc3Ey29oGNaBuj85Z54olIsIMVvgn5BzESKHe8/oAZJyobx2cIOHzhG8zi++rszSmga2gu3fFmwAyYATNwOAYecn5ux2v+4Rq4IiA7gCuSaVFmwAyYATNgBuoxwCX6WJfp7unn4+Gqx3kNSQP88DSjthpVzZLxvinF5rAPAwP20fb3ofQxiJeWH1PHWnnA/sZDaXwopS+hD9lDoZQ+VLZa2oB9i5tD4Kym8ERBA/xMlLRP9iH8SmOfD3I6sWcFcN/h1H3nNV96fsry1WE4xG6Yz+RswtHUrjBs6JvmuB5uy/mtUS4J12CW4xrcsp1y6bE5KukXjG2vzUwvds0qp//85z89IM+Nc5JtuzBev9ZxfXFIykZeXy7fXW50Qq/1A3jHYQYjQStpGUfW+S53W03VP2DFruVwly4N3e94+wV23tl6+WGaqsAszAwckAH1B+3HQxw3loyX55w1GZjenjVr31ZWjfvPbRG/3dr2tkuPWm/X9qy5GTADZsAMmAEzYAbMgBkwA2bADJiBh2FAEyyhA+QMK/fAyKur2eMAPkMAq5x74JWz6ejYsRGcZGxncrbD68sfHHevLe6zOCXhWQ8JaMX10/Pxv3WNnej7xdjJWewbOwE7/VOYm8PmAQFP/8KNgxkwA2bADJiBt8bAB24MHNZjgJuuobA2/3vXP6T7I6SV+F2q41L7KOEryS+VX6qfy5uBt81A6Uf43k9m3/DpuxS80lDHY5+in9/GJf1v+Pp15OL7uZaf5erpcPfHT03klnRajuomIYePVwcuD0zmDYXnpw9DyfW+6xK/Iqi0+q+ULtSx3DY+x6kKBftsPQnelDesU3GByHGHF/mhrGTB4fvTZJFiZMhPeFwqqLxg13GuTKdf/ueLyg//vsndnpde23ob/xLtmIOs+KZNr/Izk7CNK6XJncE+2yYEILcXZzn+S+mh3BIvkhWWSR3n8qXkK28qLSX7FqdvAStG541fYlEo3V83M/OD8nP2eS2UtYULB4X+X6i+qWb4OtG/vl1RNQdqA7VJmMZxLj7OF56rjGTj2BhuoKdLR8UxSVuAFyeI2uW1WQU3L3TlevxdmvK1qUPjQ7H9LpULT4iFOGFmhScrEO/DMP4evvvCLR+J6FlR0kG45dxL3iNc7FK3D+pnbb9reLwsuszfH2Ttvg9dmPqx6bPQAYydtLad6Z7XRaoZ83t+6Wz1xj+CLpkLfbKPTjYvILf++NIs43x57a4ToV23uFni2QSV7ssMz0o5cvaVKqe4dBnZsuyjxdfcHz4118Cnp06vp+vypQ7/rf0CmW2f77hsdQ3VuR4PY7mNT9cCvQPVi3zsgjGDfdwHO7tVXT0R7YmuI/cpXUyyb/Qy52WT7dpPemXuT/g+9KdPn1o9cF4zHoYcvNKfZJcytXsxdzEZ87/Ll4sQz7n04reINdBmBfQTivVdst/MME3GLXa4ffLjf2fPt/Ghj/PWc281kSNv73H57nysvnFpXVZz9ZVoL6Xf6gv69S0yOBrmN8i4ymGev8t4dX2LVqBHeG1Sn5qJLl9/X2Cunfq57s/Gyr8v2cXMrVfy1qpf9ne140s3iscrpQuP9iqv87l7PXATl5e1/Mncf6r+XPlYHufqKcjWsfKN5XlsPsk9avsLX619jpel+gtfTr7Sc/ul9cd2kqvH8WbADJgBM2AGzIAZMANmwAyYATOwGgP9ib/VqrFgM/DADDCxwqZX/LJKcsqk2t7U4CBikmfpRM9WesC1nFqfP3/eqtrF9YAZpxi2wXYWvv/8+d3ixql3lhXANJZep9zy/dR9T7fPOdPYmiZf3LxVBGDbOFLZy07up9qrVFVdCLjZsBEcwWcaU6qTYYFmwAyYATNgBt44A3YAv3EDsPpmwAyYATNgBsYyoKcTx+Z3vpgBbru0xWm587PdqnX6sQKitAoip/GieJ68Xvj09aL6lxTmCXJtS+SctuzZbH0Porv+tU7NJf5L6eugGi9V3OyI80333/EtNS/n9PbF4YTjRq9u5ZhtjVDz/ujbt28tRFYA46QUbu3XwD9Xphx4oZNMcXNlVisXrsqKhIIR569eS4yN1A/1x6LnZvkpds2GDqHjmvNh7tWHKmk6wG9cA7arBzLg+v3zEN9bOYLL7SM70YMCHz9+jFWreF63fRg72NAh+aDA0e6VD3/9rNs+FQ3Hot4gA0e8H3iDzXAIlctXskPANIgDMGBbOUAjGIIZMANmwAyYgY4BTXoc6wn4x2mdt87vzvrLOXu0SScZ+NHxCefD7ve1z9xrwdagu3FDtf/WkL2ezFL7kO5gBo7DAE4bttbhtIqDbx1d5bQpO/TWqX+qVHB+//69XW1I2aSzaarQDfIzgQ7XBJztOFPrhnXGxBC3HMC0wbJQGt8T0ifcy4FPXLdfQJhFtTAmsLQrh4fSU2XKccLNAw683hw70Vu9y6WPkQMdZB/YjsNRGahvv2M13fL+dywm5zMDYxnAfrXlypTSc+UcbwYeiYHCB9oeSVXrYgbMgBkwA2bgqAzwo+8soYR11qzOysqXMNesXnXlJuNK/KTSFSfZU/HOLTemHmFL5+1WAV/qb+ad6k+wpuudFDthEnOS3FTmUl0TVtSkxJ8zbop9DtvbHP2HJr5qruoDm+RdPwF1idDk7PqvlixxneK3VGYoPSVvTiupzFBd5Kldn+rN7N9kf81wMSq61H4lIdPaF4cTDmAcN+us8EzjlZPl1q/T+XKxWk277mrDXO3T49FTXKM7fP/48eO62nr0dX9pf0qVV1zm2vvvv/+2OOEanHJSpli4fiM0lUhcXAd1x3G5shPi4RjcX758Kdj1mP4ypU/GeZEfxw0rgm1/+fLxHXyL+1sJ4Q2dlJLPXum3EtPqT5VXnOoJZfO98e4hAa1e7qcuPVPdS+Xky9MPef0z4x/2jR6j+2NebJ0U9c060laQMrV9ZENTfv+pTM6+OxtEubnXkyFitrz/HcIxlBaPyYex3yHQTrtj4CXXLS45i9fXO4md01fR+n2lc+SpTuw8Tle+rfYaTV7Cy9tWlbuewzMgW80BndM/UrJkh6k0x5kBM2AGzIAZMANbMsBEkbYt630rdYnbFSbkTkFhT28mGzTxsBH6tv4d6h2tnrBtzMtofI+eMeRdbbGdzmHt69fKDMDJZgFK40cvfX0GXYMZKDHAxLFeA42z7CwTx+CWE/ksmGkLcOOkwAG8hrOi1N5T08GIExInmRxkU2UM5l9xTAQzzlRWpNZZca1r7pQr4fi8cI0t83pzbPvTfz4NUjecKKxBLrjWFkTXOAQ7D5Jg3+jw3C5hriF5fRmMf+DGRrCVM/TL9Vk5ag0Ju94Iasn5sBGMbDW6HmYzOOFNM4D9llb4ltLfNIFW/s0wYAfwm2lqK2oGzIAZMANmwAyc7xurQ99Jc3vWZ4Bb4wm3x0dawaDJzxUnnevzfRyJE1p9MWgmYR9uIvZIfWFxCy0UABfmYyGJy4vj+MABQmgdN43zZsvApPXwxHUaD7hxOOGwYfXeWQKYCThT0Rs9tOd4+5DmN2wXjvWQgFZcE7dLmDBuyEawa/Ed6rUL/hGVYiN/fv959/z++d2Xz5/bErvhHjFG6zqNjYAdvj/8dZ6XKGInPCiAHpPfhDCCnxFNPiEL/TXdZycIcdYZDNRaXTaj6lFF1A9HZV45k8areL9ytRY/wMDR7XcAupPMwKYM+Aq7Kd2uzAyYATNgBsyAGTADZsAMmAEzYAbMgBlYmwEcN0weH2kCuaQzE8tnC2CWkwyHJHzjLDsD7+L7TCsk5QCGaxx7BOlxRNsBG5jZs3X20TlSm9NDB+y4dVw3DmBW0rJ6+em58D7Tg2gE13yfm/1Z+uNBqDMMM2AGzIAZMAMPxcB5Hl87Ke3cbO0Z9q5/T923qPvo/C7Ft7T8Fm3gOvIMnGHSJY/+LaQkVkNUfNp6af99mr2KMKHXps05UH9FfkuvT87z362QyVPSpT89aeVvmD98bm9Az1Z4Ir2nfygrj6acEtfTyW3my4KgE+2bpB6WIKsOZ9ufBGT2g3IDfJniSdzSJZCdbf/LB7eqjs9BvTnYcXwWX5wxdy6dM+n5NyTG9hIKgP8RbRAWmX18w6HvQk37RlQJ501+GmI//f7nwrD8xrcyMwzLHRzX2jbvyvftV2MVOpXkz4R9Lba2/GtFwwcF+1/63c9y/9R1YrYhDOtXSH0tvC8y3//Htl+/f9zg5OJvOeIjuJTjqW+3cc4p5yU9+jhv7dmV6+OQrK4MeXGkKsi5p/Ma+xuetLS54wty2bRymdf9EnA89UOn68v1Y+hdqs6fn2ZOUelaeO2fQTtc45q6lK8PqsUJ1pc/QbkoT9XTENNEwfCMXRNwAstJ2RcT69G1w+treF+pEuFYMjx/1bdflc/vwUoZ2cefl1/vmkcEmlXAxFPXnyaN8iGGWF5sQ6QH+o3iUvkvsnp2EMq/4LjIfL3YaUt3c6OAE5i4lw70gldCC490FYY4Xund/tLs/cjgTP1N7YSdMKZgJ2DXSv2gSHeY4lBxAVevTXsNheZxm6Hkgfv/i95BXSlBF9pTSV3cJcNyJ33cDuPaJw8slhfmlOwwrn9M/yGoXfup886S97+XenKjQM36U6g1rqXSiCuly/5z5RfHZ+zzytf1IF1Tbf5kF6qttnzJ1T6uT/G5vfDUWqXbq//CNbekki/621FKJ9o3IIPDJGThTSaOiCzZZ0nE0vIl+XP7x3X0igZgjbPiv1T/0vRe+88QtrR9S/XPlT+Wv1L9JUrKV5qSBKebATNgBsyAGTADZsAMmAEzYAbMgBkwA2bgQAwwmcaECZNeOEDOEHDW8I1XAq8lnjtht7WuWiVJvUyCgfsM2LEPNpxjZ8CrdtVEMbiPbtviGMzYCfYBZk2Wai/djrj/c3kwoMNacHIeSAFxi50wnuj8QBANxQyYATNgBsyAGViZATuAVybY4s2AGTADZsAMHJuBt3YrgL5TdJ6S99gtvQ06nhG9Pie6TZU1a2G1g1Y8jJJ7MvuYrF9EwtLykbgjnWolxDAm2vtkbT6sUMVU81KRzHVELe2/S8uvo1VWKo4Ovn+J00mr3+SIyhYaTKjc/+EzEcD769evFjc6bOew6fSbyxG42cB7JkcqDndwg3lfR+p4+6KNxDe4xfewrex/fwZmbJsg2xZmnSe6xCGifjVjyW85r5+771y37dCuBq5x37u0fTr7kV2AjYDDHRvnXHYyjtD0+DSu7A65Vr8+LW2fHTgZWeW4+99OGHYUbiOrcDYzsBoDY1dPrgbAgs3ASRg42VX9JKwaphkwA2bADJgBM2AGDsYAr7jVdjBoJ4ZTY9Lvoj6vFdOWYkRpmdePpYo8Vpwm3ypy/lgEWRszcGIG6vdvJqnl3MOxx+uU5WyqT9QM/JmxHNwE9qFTcj3sY9gYp58cA/s6Usfoc8vz77//tg8KwDWrJPfjWRzfsN2OlMa+C7ITrQDeD7cQjdvjoAQrfLNxfAbsOK5//vuz+f7v67v3H1gBrDYZp/deueAbG1cYz/XN1lT2vHu11SPpdN7WqI1cv23ZO5gBM2AGzECagZkfWEkLc6wZMANmwAyYATNwdAZSz34p7hF+GEuXue2QKq+4c/LjH8SBLWRWXAU5hg/jCXvkxXHDEtpUTdy2J035wQm5knzplMqntBGYklmWlr8Tqr50lzAQsWe/m4N3QJXDJy3Vt9RWS+WvS6DGypwWR0OvcSQ7fiztv1PLX8eg3CxsisEc28vbWrzgBOa7tDibpoUx+afgV17xg3zFdciEmZXLtC+OVHBzTBqb2n2aLqnc9fQDFysNcTR9+vSpfdVsqsajxcEljj1sBB02dVxf+8uFlWR/69uH+AMrNgL2dR9sUI119uCGa7DroQzO69l0HZxJKU17/f7zs+H76/V14ThXb314TH9KSp4ZOb4+OGbjFdA8MAD/dyFlj3HcXaEdI5L95Ybn9aV5kKbBj805PCYDumd7TO2s1R4MLL0WPep4k7vaTHl7wB7tuXWdsp+j2kGuHbfmyfWZATNgBsyAGTADZsAMrMjASzAHwo9m/3CuQHbVybFgohe5d7JL6RX0ObSIQP+TrLw5NJ0GZwYOxQD9W1s9YEzG4Pgg4HBaz8En7OE4VdIjn/f79++tQxVnDQ6+3YOuSXfXpRsynGF8uxjOtbKTOM41KXbLfYwjYescee+6FcCTHxSopIs4Toq7ty+cv/pWNHY9/QGHZEWrR4Ib+2aClIcFjjpRmhuPXl54oOSvxlaaqdSB/rA6kRMq4OEMnL6MJ58/fx5nKyfRbRwN9/1nXDnnOgMD4e9btfQZcBujGTADZmBLBrwCeEu2XZcZMANmwAyYgaMxwBPUD/Uj/2gE86xdfpJ3S7T+Rs6WbO9QV7gaotSnlbeU704NPTt6DJu+gzc5YmL/nM3bZGCDBeRMOe7E+SB8J+7NwGw7Pmf/x/lBX5GDbHa/mc3btAYXPq3YkwNY/X6atAm5I/26+rrXUYdPjA0tqBNGVhqy/fPPP1felTYB0epZ4RpcbDiB29W0Ta0XrVevf2kF2DYBB7B0WSpzi/J6MADMsvf69U68vkcA/rCCNAgvzTl98s+f360j9f375vXVv3maMsh0iEON0zcw2DfY2YvzHO/kcTADYxmQveTsaaycJfnC37evzTe5Ceq+uu4vke+yZsAMmIEpDBxhXEzhvb87SOVynBkwA2bADJgBM2AGzIAZMANmwAyYATNgBk7EgJxkcnycBToOGzDjlGQSWxNKR8GPEy/e4JoNvFptDe6jYQ85BBuY5QB+bhx7ZwtncwCLXzlnjmojsd22q66b15x3zq7gtTpS6AR7cS6o4j7WVenemwEzYAbMgBkwA+dnwCuAz9+G1sAMmAEzkGRg7A+5PZ/YTAJ35MoMaOXeZYKrtwLwNumlJ2hzYJbaTck+y/KlRw7h3PhYLpzEcUOybxzeciluipxb6aVH+j4Lr3zW8VKZpfJMpA6H4fTnJ3E2LCWb2rPrbK7dEp7Cx9XfaRIxoXNPjyBdK7VyGpTSe3ITQrLlL+1WKP/6EmBNiM9GXeSm+z8yZ8q9VtiVvy1wYaWL+A9tUvXEK2G61VbNmrGrxHkHkj+vtErlxtGhFXoqm96HHKRyiL+c/uIyVZY4ldO+lC9O7/Cl7YO8y3i9jo8ZeI27qwWUfUNstt9EehT6T5S7eBrbQfMl0+EypfqzelzsIyp/a49S+w/Z17K2G1KY79LCUbu6c1TnyGCJ9B6qs0aarqPwy6Z2vvE9t5Yp+invre2GcJCGM5VXzcoBPBXvy2UFV1a7KD12aGXLJRLARnlepfz169eWZ3D/+tW8NrzRZSr2RBWTo15fu+tMv+Ctb4UmzEMCclx3uH9di62FXe1/rWjywXPzrehfDW5WLjevUn7/sVmd2tlXd21OD8D6bEnzOEGyxqe7cYt84u1mv0+Fftxh6KrouO7qIx7b/vXzz7uPf702Nv7x3fPPhn/ZYyNXfXaIo+Xtoj6ZpKGJlK79fNgKDmzsnbFQ42IoZQh3mG/o+DV8H28iY2i/ieTxUXE7qv3j+FZin4vxlaRyDsuKfz8vb+8+hhptFEqsha8Wril4dM829PtWfVI6L7leSMaSfYmnKfqncJTkp8qEcUvrD2VxHOOpLT+uLz6P64/T4/Ol+Er1leQvLR/rE5/H/SFOL53H/aeEtyRvanqJv5K8Et6l8uP6VV/hsviuNy0UC5lwXsI/fPWaUJGzmgEzYAbMgBkwA2bADJgBM2AGzIAZMANm4CgMMOHFpAhOSb45eobApJFe2cqEG/i1HQU/GOMNrsOVy6XJqCPoAkYwE+QcOwKuMRhw6OHIk22fgW9sBgf79+8/3vGw36fP3XeAcbCeJcAzY4lW558BNzaOrfCgwH/+858rZPqstmukD8yAGTADZsAMmIGHYsAO4IdqTitjBsyAGTAD0xnwpXA6Z2uWoD2O1CZ6kn6uzlN1WU9/PSk9VxOXG8EAKxC0CmFEdmfZmYHN22q9/t0xubb8ndvL1Q8z8ObGH+y9HHBufPv2rc2Io2y9MLX/5fHLkcoeZ5OcwOthL0mWbnnMSJDjGicTG9jlJC7VsGc6OHGOscep12hSH06l/ik+2bMiVQ8KhHz3wYdtN9x+/XK1z4QDua/vfv78t8WPbfM93efnyt8DXun6Hq6i7WylFk8hP7Vk3uRgLz9//mxtHFuJA+2wKFSy79kYWPmbXP07W2JUcN32iSrz6QQG/Pt2AlnOuisD4fWbY4djMaD2ORaqemgWXuXrAbEkM2AGzIAZMANmwAw8HgNLHcghI8jSFsb7+BQMaHJq1QmqUzCxEkj1jQl97lRtMUO/lZi22BMy8IbHH5yo//d//3d9PetZWg/nHhuOGRzXOCfZjhyYPMORqpWGOJrOMsnJa6DhG67fP987yELej6rTUXGF3HHMW5M19419Pxf4jsuPOl/p+o4DGEcqXB+9P8Y88bAAm8aTOP1Rz3n9prZ1dPT92Tq8WqoZMANmwAwMMaBrW+k108hY8xHYIYxOMwNmwAyYATOwEwOpZ58UN8FxsBP6o1QbTzLNnwQR90fRbCmO2IbQL44L6xij/1D5UJaPN2dgzAqTlSYhk7qW6hqDNym4UuRYfJOcHFP6R5y31D+X6j2mf5fqiDGH+afKH5KF3JK8peVD7HOOhW8tJ9hI/fbuR6JuDI5Sn5OsU+zV/iFYxQ23HfcsOILDV5+GUsYdD9UhHEOSlCe0X8X1ZXNPpdWdYE6t2BuqaV5aH8O9DGG9T1EMHOMcAzuYcTRxfIYA9hZ344xkRervP7+bL8iGbYXTkhU73auvpVP2/ndM/5SQBXv4llOPFamcdyHXXoovtfcCUG1R1ZOW86fhF3rfv+++F33Dnc5fXuUX60P9cVxa9pRY7AQnMFxj4ziwiZsehvmZLq9cQtj1+urv37+XC+VyTLXvy7VIa97u+s1UeTlcQTwT4pNuJ4Oy5fshMs9p914lPjEDZuANMKBv2N+pernFKF/f7kpOisjWf5Gydv2TwD5g5lrf+A2pGePwDfNzvP1dR4zA52bADJgBM2AGzIAZeFgGKk4OMHmi7WH5emTFsAVtj6znXrqJW/Zjw5S8Y2WulE99/zKJulItFvuwDMzpH49Hhhyp8UNsR9MU5wgYcUjiYPr48eNpVhuKW3CL76Pxm8IjzsH81GAfCtJxKM9WaThO2XBInuUb13Dzu/kOMLjfX+zkziG4mMD1ru/qmzzgcLbASnfwYytw3q3AHrb3s+kY4w2dH1otFedZdu7r6zL+XNoMmAEzYAbmMDDl+vbYV/o57LmMGTADZsAMmAEzcAAGuEUZc5syJs8B1BkNYazeYwWenJ8VVgSMZW5evqH2U9rJ22QeMRuVEscbVTe1Gux5TZteW/5UfZ1/YwYObv8bsxFWxwpJVr/h7MBRNm/FXigxdVyXf5w0OMjAWt85lsK/PA5+wc0KSTCzevkQ2Ec8QIOzHTvhW7TYSLz6F3akC3rODpXHaewD3ITWeR0veVR92s8GvrBgVP8LDzj8fmnt5UOzCvhMAftWv8QJLIcwOnC8LNQdR2IsYCdoLFQ6ti37Vty0/bq477BgTyODV7eNJMrZzIAZ2JQBrhfhtmnlrizLgNokm+FACVOub+OvmgdS0FDMgBkwA2bADJgBM2AGzIAZMANmwAyYATNQYiB0AJ9lVSoTULyiFUeTvtlJ3JGDnEjfvn1rVy9/+fJloVNpO21xAIMbhj9+bBzXS5y828Fua5LjDtuWffOd3aOHX7+a14Vj3399eIcT+ODmfeWaBzPkSNVKWhKP3j/BiJ1rxbge0JD9kO5gBsyAGTADZsAMPB4D53rU7vH4t0ZmwAyYgd0Z2OvH6n4/NuMZEZ6FiuN2b5YNANTVeb4dpXHkJ4HiZ9eYqtM32m6y9rOvsU0X66Fy0kE6KX7sPiVXcZKNrPB4rOwp+VRnrkyu/q5cMx94Cc3Bdb77GtmuXFCOXfbZlQc3jFdcyhu8undsf5lsx6rrWvnBDi74npoVVsmQib7lTfB7TSzZ3DVj8aDM+9UoM7IyWK42MKRHRmSvbUvyc0RmymWqvI9W+Rx+xSvfvYRxMZKTy53TL5d/bPxS3GPrWZivZwuhrI63/vVTtqo9+bvjrJ1f7TSUnT8eO55dJWTxdzmesh/Liu2C9orjrrX0DsAYrtibt4JzqX3E7ZPGH7eLHMA49rTSE+XifD2FZ50s1a+rFK5lE2Csj3OCchNtGecYNtVQ3eBuVqfebkBulYZdqYmVrspw1Xdi3So/dU/9OCPBjl0/N98w7jypDfrG5J6e4z4Sn0+tsZQ/Y0dXPpoV7U0WcP/8xeuIPzcrrj+8+/ifD+9+/f63jb9yWKpqRnrcXrGIMXXTJ+GbleLdqvHbd4BL8l+v72uMDOkKZLh94gXe12LRARhTARv5999/W+ztSvdGoDCzz5WTrOen3BTypb5rO6tEeq86b6mXb4XnaImuGy0PisvU2V5K0Km5ZYgvK7lq7vAo4lJX+vqUsXmVDfb3egeJzeEY++uXWHYmPLnvST5fDG7KKrMliIQnJ2MpPyX7ztWr+Hn3Dipd3q+tfwnB2vWX5JfwLW3/kvyx+Kbi2Kr/5PTbu/4crqPHj7UH6VGyi5K8UnnVw17XtN71rbneEXLXt/FXqlaM/5gBM2AGzIAZMANmwAyYATNgBsyAGTADZuAcDDDpgpOMyVutejsH8m7FHrg/f/68uXNgLkfwrYl2nExHD5qUY8/GJNyUibi99WNFJwE7+euvj3iRrk69vbHl6odfnKg4Iwmcqx1yZY4UD+fgP5OdwB/9Es4ZD3srxhu7dzADZsAMmAEzYAYekwE7gB+zXa2VGTADZsAMjGYg/YT06OKHz7j3pX7l+vX09+x2WBnfbFyZgug7SedmJcimAT5rcprGzwRWO7k8iYsEEVPLT+Y/qFNlJ9SpyehAig8HGVhqf0vLD4KrkHh0fBVUtIgVGdjZfjQGVtNw2v0bzhpC6PSoBmWWoGH8cpDpVbPg1uqjIzudwMb1WSsjw9dXH83Bp2us9mDGTuRwPxre1szUj7RvIsGNncD1+/fPzXtxWLvcfV/39YWVwMd07mEn8M0+tO9Z3am992SMWxZkCyUpsnFwn+Ehh1AfsLMRwD8u7Hz9uAM5vq21UupOxJQIVhlnVhpPEeO8yxhQ/9R+mTSXNgNmwAycm4Ep17fxV81zc2L0ZsAMmAEzYAbMwCMy4B/jhVa9vFKtkOu4yWfHf1xmjcwM9BlgMlhbP6U7Uxr7txgK+mty2NekQxoHk8U4mtjjrJEj9ZBgA1A4aULHdZB06EMws+EM/vjx4+qrOwu9c5Cr0JEgx5js48iO9lgp9ADv87Ne0XueVczgZmU+DuyzBNkNmPkOsGzmLPiFM/yGseLOsR9/L8IrMrWdQzejfEsMLLl+vSWerKsZMAPLGDjPHdYyPV3aDJgBM2AGzMAbYSD1bJfixv9Ynk+W6golKK5G/bEMZMdxYd3xsbCE8YqbIicsX/NYGBLfuBy1clTlhWkqPyo3di/uuvzXT5tlipe/QVPC36+vrUa8jHG8KG+IT3Gp8koL8w8dp2SE+afKC8uOOd67/hLGK76EfZfKtumJ9h9VLpeptrxcPXPjp+JT/8nxm5KnMs3LBZLFbunl/jtXzyOXu+mfRHm16WTqtpGDWFJtvzK8tce7CfBxMLFKkte2csyqNx2PF1Owhapvv7ihArcws18v1NEPJyrOMOGWU28NBxlj1iBq2WCmb4hP7eEWu/j777/fff369d23b9+O81pi6XI1APp0o30Tz2pfVgDjlPzQ2Pb7D+/fvf7qVv0+Pa9pM1cwsw/Aja3QJ9nCthgWusOYFgCCa2yFBxxk40HyoQ/po2AXbvomcf2wL799LM3ZXR9uVi7fxfVL5b5r28/lMxjQKjLsuhcuw4dix/fPnhSfJBiIe1wiy+iokq2rfUcLzGSUfdgOMgQ5ehUG1Fdyt8C17HsV8AcSerCr+oGYMRQzYAbMgBkwA2bgBAzolvAEUHeBeHZ+zo5/l0Z3pWZgOgO9iVT6Xdz3mnPy9PJNr+a0JUK9kzyIs5i302r8cMBZkSrnpBwfZ1BSK4DBfBbcTBKDmz1OvbVxh5PfS1f64fTFTsAup7UmvY9sLz9+/GgdqX99/Ktbdd04fo/u/IVPHMA4I+Faq8WPzLOwYRPfv3+/fktXtqL0o+/5DrD6J330dCG8JhfAy3lJtqXjQ6EqJ5uByQz0rl9Nad9FTqbQBcyAGRjBgB3AI0hyFjNgBsyAGTADp2XgbsXAxprsXX9R3bPdCoH3yJiZRNpuIunltfmOWbNtFwb4nzAZNRrv4fvPaE3OkRG+j8z50fFVb+Ujj3XVlV1fYGQ/TP5v69gaGD/X1751SIYrDTeoclEVah8cqWw4mI7uqJE9sceJKud12jlWr38XV3/I9hPjOyuZwo1Gk53wunA5sqXbokYdKiyMQ3kyaWADZ/uAwxN2ArfHXvkrVcCMMxL8elhg2eqyOuPMa7O8vNTmYMdW2PMK6zMFMLPB9bhvGNfhdQ+OztET9mDGdR6BgeL16wggD4KBMbk0Lh8EqmG8YQZkp9ofhYp6d91H0cg4zIAZMANmwAyYATNgBnZigOfsw2ftd4Lhas2AGTADZsAMBAzg7JBDEkfTMidTIHjlwxAzjtSz4NbEF3i1rUzVJPHCF+8lJOSZPEcP2He7qrO5B/vwge9cn8fthRMVjlkBjB5n4Bt7AKuwn+0bxuC/vja8ebvA0R8uAa+DGTADZsAMvF0GXl+aBwBS2wEfDDjifYy/Afx2+441NwNmwAzsysDaF8Vw4ialaKn+UvmUzGPEaTXk5Rmv3qrE8Lkv5auNWnL3qr/TJ9++f9oMT09apSq8RG/BT4ev9IKn8fglL96HesVpNc5Drm7ynl7hd2iiNF3uJqF0FOuFvMsq4KFqr2K78tfVSKy46fWRS8bEKqEuJa6/ie2VV3pGz17eK6jbQareJq6dew7L5iajLx9xPez4Jf1yH/G5MZE5Er+Z5GsfzvCfK6b4C8evi1eVDxtjWf0M/tAGhLm378rl8Wv8SzgGmra5jw35zmDq1b/0JFWH4kIsS+uZIUu221TNpH8Xmn2yqZWexnkdf9LJ5diiHWREzC0Xiwu4iJOGzy+8FHDkhrdh2bfUofFPztSh1Xr562/X2EPybyjqHIEFe+MVuazSq/Mq5WH7zCOfVk6v9oVrHHs/fvxsRMcdJtW/x9fDd8nxc1LiKunSP7NSLuN7rh9iI2Cfy3fefiJm7/rRxb6umkT51W+u5S4aNvGNi72ZFH169++PX+++fO4cqTk7LeHLlYvQLDhVS3UiqI/VtjTb++f3ra3wauV86Je/z5dt+fusvZiU3Mv9V/BS1pgfHMD0S/opNiOHcE9072Quvk5Iuf16lWVPkIOd0zdx/oId239+epwpYq2s5BW7Os4SMjKhzH//TqqUP642zh/bW5y/9nmuPr2mOPdcCWPxHmFrvm73f/O0Da87GnEYEXRckhrrq/wl/uPmybWz5JX2ORylckvrlfxc/bXkq57cfq/6c/XmcE6NL/G31P5LeML+EeZd2j9CWUPHJf2HypIWtk8oK4wvyVgzfSyPa2KwbDNgBsyAGTADZsAMmIGHYCD+ifkQSlkJM2AGzIAZODkDTMDg4GCvSaajTMrkqBVmVnYy8YYzVdhzZY4SjyMMR55wh5NhR8AIrtQGbr6nS9qnT58qOd230ZgHBQjPzWuguweN+s6obVBMrwU7h29s++vXr6dZ5Y6mcM64gn1rm87APiVwALMRzjS27MOWazUDZsAMmIE9GUjds4Vxe2I7Q912AJ+hlYzRDJgBM2AGzMCVAS7dvnxf6Zh8cHb+tsa/t62V6l+2kqK/eneyMSUK1G6fkv4JCI4yAwUGmGw/uuOrVeG60q2g0DW5dv+7Cp55cPD+O5Vf8k8tM5O5ZLGF9WPz+tYojiZWvh29H8hpygQXx2d7TWvocH9uVnf2Q73+UU9St4IDpxjYtTIS3EVbWWif3b39CE1YCRxuAakvjY3//PWztZVPnz43mDu7CR2Tsqmg2O6HcIsjFTsnHMLOR451YOaBgcPgbpGM+wN2Hng46/gyTsumZ/nZ1LFUOd8ODIwY9XdA5SrNgBl4NAY81jxai1ofM2AGzIAZMANmYCYDTDxpmynCxcxAVQa6ydAqIjMTxlVkbyKkIheb4N26Eo1dD8QTNutgBiowgINJTib2OJjOstIQZ7VW6nGMAw8dzhTSTsdj9m+4xfnLBt+8GjeNv3YLaAxfILe1i2YlbeNrf2reCcp2loAT9fefbjXqITBPuP5opft2tlKXobONJ3W1tzQzYAbMwHEZ4OtO2o6L8nGR8fp7bWfX8nE+8HD2ljB+M2AGzIAZMANJBvysVpKW0ZFp/jTZ0U3qHXMSslMxjX+0+pMzpupT3BielHdyxZcCqfKKG1P/3HoXlNMqkQmThdnaYhnIjuOyhTMJS8tnxM6KvmLJvZZSbR1KH2r3VP6w7Fs4HuLnbPrHutC+cVyo09HaP4VHcUN6hDqteKyxKqyijWv647VvBomp/EHy3WFKRphpqryp+cO6ouPQgYej6e+//26de8T37weigsFp41Zrz56bMqmwhq8NfGw4I3EC80piXtWq17aCI9QthWuPOBynBDlSwfzp01/v/ve/fwM45DlAvwgQ6RDcrIxklTjfdw3tRHkWr4aP+0vJ3kvpF3nYxufPn1s7+eeff5rVnfr2e7wC+6rJIQ46x/tLw3e3Oh/+tw2xLY6zT9lG+MAAx2cJYGUFMHaOvf/61Xx/OfXcQGyvsYIl+4zz+/xUDGgVdfrqdypVDNYMnIIBnL4O+zGg757vh6B+zd2deX25lmgGzIAZMANmwAyYgXMxwOSGtnMhN9pHZaA04TZJbyY3tU0qeJDM8eTsQWAdBYbGrqo2s7dybvO9W+AR68fZoSBHpc6PusdJo9fMsnL5bLhxkn358iV6te+tHY7GO85IOSA3W9WpMXwhGT9+fGuceDja4fc8jshW7cbxiK3wwAD7fcN0+wQzD2kc4hXWI8nDznlogDEFBzDfj3YwA2bADJiBYzAQOiK9Enj7Ngmfhzr7SmBf3be3H9doBsyAGTADZqACA1zCfRmfTCRPqAdPqTPJp9U/rawofbL81Qts3e57rxjZu/4JDSrbCeyrWHpK3qKwM2bwGFat1ebY3+LKj9p+W4+Ti4mcJ2Dz8eMgvMrWJ7KGc4aN7wBz3cchqTj2RwzgxGGNA1gr9XDUHN0BLCe7sLOvj3vd8Qe+CeCeZB8z7bOW/f36/av9ni4rOj80r6/u3ePWqmQFOdjIP9++tXxr1fUK1awiEux8wxg7wfkL/jMEjSNgx9552OHjfz6eAboxmgEzYAbeBANaff8mlLWSqzKw7l3zqtAt3AyYATNgBsyAGTADZsAMmAEzYAbMgBkwA+MYCB1ikxx748RXz3U2vDEBIf447cjnOPUIOPOOsSJ1GlvPz6yk/XR1XtMOry/hWpZp8rbI/fPnv4d/KCPHAyv0caLiAJ780EBO6Ebx2DoPxjAefvr0+WozG1XvasyAGTADZsAMmIGVGTjHo2krk2DxZsAMmAEz8HgMLJ1wWlq+3qTi9FeQda05t1wtW9i3/qenzMrRp9Tr8C4rfzZfTTXEde4ZPfE6PIk33347fm78hXzlMIV6CF8YFx6XZKi88uXqV75Q9gbHpdfrlmwola64kuxAvafi48Ap+xCngaC1DnO6XHRt5qEvgYNL/2vLyP5Sq/FC/OGxZLEv2UWuXChj+fHTGh8DzcKSTiXd7wVMHye6uvrXt/n13yMaF/N6/TDW1ZCigh0XfZxRllVO4zaAmziuibk4lnIQtCrrLl1jRZiguFyfC/PGeSjbxLUsBlQ2a9jCUsHxRZdYTpBj8HBsOemUEzZSTs6+ed0pK95Y7YZjT6/6vVV332akydITTdoWDShsz2vYn2SgC7g5x8HEa2b5vuuRg+xcqwtxpMI5eswL1xYIij83/YnTdJsFGScfgpMNG+mtSK1knzlAr4XXNssmsuWbdxT++sWK8XfvPv4F9h8XzpuI5tJ6u/6mJeT6jXKX6le++326jW54aN9uhT6cs31rVgTHoYwvLrHuufBg72yM33u+Alp4xmitPgpm2fv796wc//Du18+on17s/uU13Y7XPphN7xBlr29jAAd5pugZFFvduV3CNbX/lOSFunEs+XE5xcf5p57HcqeWL+VfinMvfNfb0oyC+lmgPpfJVoxeu/8s5b+kQKl9ltZfkl/CV0ov4ata/+WmktcO3/3sX+mtNVXxJ8gs8be0fySqHBV1vardbkiam6Vb0XhWIki6ZRpxVNJ/bf5Td9EjYDuLGTADZsAMmAEzYAbMgBkwA2bADJgBM2AGzsMADkmcp0w08RroswQcNKwy5DudZ8HNZBa44Ryn2OfPn1sH2Rk458GA79+/t69QxnFda+J9C93hG+5DzJyvPbm4XLfX1unLJCk2HuJfLnt9CeIY5/XZAvbergJugPOAiZ7NO5sexmsGzIAZMANmwAzcM2AH8D0njjEDZsAMmAEzYAYOywC3LmveviyVv7T83sSfHf/e/E2tf01bnoplj/xvXf+anKvvLuFUMkbiKq2EGynmONkm6l8Efn2mvJhzXoYlbd3UOHIl7Txsxy6l77vi2FsryBm0VD7OMG04rZHLedk5ttA+7oBP7x/gBC/OJfZ1V0bW1u9O4faVvsSCG12OEMbYFfYN5+DmgQHZz1F0yPHI4lFw89AAq67Bj75nCODUimV4ru8Ent7/0rxJznPDbWfTGlfg/al5dfiHZhWwgxkwA2bADOzPwN3q3/0hGcFJGVj/rvmkxBi2GTADZsAMmAEz8BYZYMJ+7Un7s/IqbnL85OLPqu803C07zVwar2oaH942Z+5r4y2lnLO1wCbbhjb1hh2I5fbYIseGbb2FOhvWIUcYezmZxjjWNoRYrArswnxkJxk49Rpojus53de3f3gFM8529mcJOIBZLQ5uVl2fCTscw3vovD4D72DGzlsnamMrrKLdjvc613+c788XO39+Os5UcR3tzmBFxmgGpjPg/jGdM5cwA2+RAT/a9RZb3TqbATNgBsyAGTgNA7UnIFLyLpOIODMmr2hLyTsNuQ3QMfgv/GTVGkofIz8r+HgJCfuY5PCNHWbIi+OOp3U9RLGuGf3lzJg+eVqytyFbRc1S+XpU1JNU0mmopqn6qi45QiivuKF69kmTHan2e3uaqr8k7bQf2X92QneqanHSYB84yNhYAYd93NvIMdQCF3h5RSsOPa2ORI9biO2ZlZPqq7d+Ol7HWN6tpqlHOJbgGKeenKmcE8bieY3tvx2vA70qLhQFIwF+4VzfL0aPswSwtw69i43jFB7L9To6lu0JnyM4wc7KZXhX/1wHU32pYGf1L9inhPtviPb50jdE+zJv9t+PT5315bW/d9o+RXwnhz7JgwN//fXx3V8fP7z798fPmyD1v+w3fiP5t5Kzj6ZoN7sSFzQDFRhI988KggdEPGL/0H37vteqAdKd9JAM1L96HZOmt6LnMdk3KjNgBsyAGTADZuBYDDDBoUmOYyHbH02PF352Rj89e+n7w90aQegITrCThvPGOXNfS5vFrFhsSdssAXMKRWPAHBEuM5+Btz5+zGeudTDJIYajSZOO2i8QvWpRvknLKkOcS9uuMJyvFhO5cpzizNMK4OVcrz/+YCN8LxrH9Zm+X0xrwS8bnGMve06oZ32GCbOSE5L93rgT8IpR9E/sHez1XwOdqV7X/grXhG/NGMNroBlf9CBEptbNomfdX2+GzhWZgX0ZcP/Yl3/XbgbOwoAdwGdpKeM0A2bADJgBM2AGAga4hVnhNoYViYlVnkHFIw9Xwjey9vnZzop7psZV2rqre5dv9CzFv7T8TNqzxcBzNExZsGMS6E8bhmr8HWUcqMufHCLa51vmKPrnET5Eyo59HccejhoCzj2cY8QRsI902N8uwIhzCYzgloNsW+fePB7kuAYzQf1Q+3vOl/b/+eW1OhlscC5nZIs1fvjtHvgmMXnebtyCG9sQ55sACyrB8fv6giO6+XY1+2YbE8T5ntjH4EzlATu2Tvvo+8upfJPjStf3UvrICl+aNvr9q3Fgv2cV8HrfSB8J5+GyDfXbh1PWCm3CwC6/PzfRzJWYATNQk4H5d8U1UViWGTADZsAMmAEzYAbMgBkwA2bADJgBM2AGNmBAjlRWpB5lpRtqy0GQ2+PUIy3M254c+A94WUmLc0xc49zb1nG9jCAc7q1Db42HD5dBS5aWnWgFsHhPZl4xUrY6pQr6Jq/eDldez5Ezpc6aecGKrW+2ArgCeOyFAHa4f25WAZ8JfwUKLMIMmAEzYAbMwMMy8GHpjVTppr0kf+3ypZYr4SuV3zu9xN/e+Er8Hh3/3vy5fjNgBs7LgMe/pW1XekZt+NV/ef4HyrUf4OomVZ+e3i9UYKCeUZKHy1/mfu8kXb8hxofUEqH8jSLVm1ilkVytpfxNZaX0BJ7tozpeLvNcTfUN/quqgS5TVvhcysO9+F1tovXC8a39m8rV6GNe/XfXRunyT2Nk1Wi8OzwXoXd69ivLmHfXnv2s0Vm6X0SZFpx28nvtk/gGZ6mCxi+SCaGNRll6XC7Vc6Ceptr8+CpM106liN4+r18Kt+JCTOFxT/TIE7VTGueTOvJIadOzSafpJbcosbx9Mwbcs9GLJooLx5zweIbCJfz6/Rk6yIjD2URQeq23jIzFM0ZVZOFYYq9XKd/Kxf0CO4vjxvRf2Wfd/oFTT9925fWy3759a6HHfN/4on7ZUqPHBc4t/03z7ki4w3jF3fMQ5sodU5eckTjD2H58D76Lmiu4Ynxe/1ul5ClKga4AAEAASURBVIFHVqJiJ6wAZtOq91vO6Ue39smUvV0A2wxj8KYkwTt9FNzcU8lBmbLpsHxUfZi0CI8EFfVvMsIztgJuHhrAoaqQLa/u9pz+/fH6jA03K7qVTwLZaxwN4+6O1QcufeIyzr6+dm8+oJ06jn+9axYAN9uHxnbeN6uA37f9FnFqg7QONzl3VQcRkhFE9Q8bzuIQrnC8T41zD5+nsQ+XCVPn2nMog+O1cOTk5uJjXKXzWvrn6inhXLv+HK6jxKf6T83fnyX+l/Iwtv3m4hgrf64ec3Gpvlr4luIQnnhfC18sd6vzVP+oWffS+Z2l7ba0fZZeP2tyaVlmwAyYATNgBsyAGTADZsAMmAEzYAbMgBlYlQEmiphMkYNp1comCGeCKLchBicq6Tj2qr5idgLGOVnDiS941zZH1pZlcLjz7eWz4BU38P3jx4/WgY2tnOWb0eAHO05T+qhedS69jr4Hux7SACuOYD1csgy7HLjLpORKg1vYGWP0sMCZ7Canm+PNgBkwA2bADLx1BuwAfusWYP3NgBkwA2ZgIgNcOpdfPvVDW/uJIJx9NQbqtO9q8IqCz46/qODEDKW+ml5pMbGSNntyVcYcQWGZ4qqOkn6hsNTx0vIpmUFcEX+Qtz18MPvdXP+3zl9sT0c7P3j7YK+TbXYJx/CxX8A5hqMG58z9atohXHu1Y1cvKyPZcFzjAM6HdR1G+XrvU7jXFW4cqTiVimGxLdazL+wEZyScf/ir+4ZxEf/WGRL9F8xyRmLncE9bnCGAG5thxU0dB2qn9Ra/u8COE5WgFdhd7eP/Tr+nHDsudSuJu5XU6TFC3OshGeymHMbWX5aUyrGu9FSNjjMD52Bg+lhxDr2M0gyYgboM1LsrrovL0syAGTADZsAMmAEzYAY2ZSCcFNq04h0r615ZtyOAhVWnJ+/GC11afnxN43LKBsflrptLdVfkZOGrbKfoxyvgtE0pd+i8G/J3aB6OAI620FYNT8W+NgMTDhqcwDg3vn792u7HidFYMS537Vw4ZeSYqbe6sDbKe3lgZiUtAdxFp9Li/l/fvnBEfvyrcbqP8YfdU7B5DJzL4QvfRc43RzhcIdjRgQcdlr56cbimuqngZmxhD+cl7Lp2s58f6o9Loe3Mx1UuWUf/cj3OYQbWYMD2O8yqRqb6V+Thep1qBsxAn4GDPr7YB+kzM2AGzIAZMAP7MeBnpfbjfo2al7Zn6efLUvlTde7XN+8p4JJOUzHtmb/PR4dEcfoJGuIj7UD6p1Y8KS7lfCFtyiR5nHdq+ZC61LGwhmmKi+smTxynvGH58PiaPzdLqrYOC5WOa7Z/LKtkX1Px3uefNmEc44u5uZcf51j3PMZX4m9dNMul781nQYNSf6P4tc8VZI1JjmVRfxw3Rk7FPFqlh2Pv/dOHd79fmoeCtNqthw/b3Lo90/XhlOH1rKzSY0XqGZx6cj7GDkk5mLomVf/XClX0V9yYRo/zTi2fr4OVqLySuHW4f2AlLW8Pievrygt9XlqllBH9F36xcXDjhMResJtdwrWvj7t+Yytgx/lL/2Qlbfgt3V10GFkp9i6bYbV7O740OsTch9dv3b+H7Ciuy5caDy42CLcj7GEk/DYb+GmD9qGHpg308MZNRgrPLXXMUah/nH+59Fji2z5/CQ0rQUX4neVE8juV1+UxzlMqH+efe65rxhGue0P2O1e/RyqXvkI+kobWxQyciwFfV8/VXkZrBsyAGTADZsAMmIF1GGACSds6NRxQ6sl/nl4nVGdSu7T8zGqzxXa1P2xBWxbhxITt7CusiUmpx5iYCrWaSL2zV2ZAfaNim+w8/jCBLIcSTo6n989X32+aPHGQTt0qFicSqwvBjlOstLpwK1z161lqa0vL3zSCcxxgOB9ixwNx2m4ljnOEreDMw8ZHrbw+DvT2QYezYscm6KM4UeEd53su4FxbfN2ufP8E7zxogh7tgw+N/awV0F/bWnVYrhlYiwE5x5G/uB+vBXJHuSE/7uc7NoSrfvMM2AH85k3ABJgBM2AGzMA8BriE+jI6jzuXWo8B22Wf2/UmrPr1ZM5KKzJK6Rmx2Wjk1ZYZVra2/LCut3i8gF9fjc5gMEcfn0v4SumFNlhg3wXJs5PDVW44aF4aZ8c17OygvuK4O3jfOJUahwl/mqDvFx/ZCSkV4JsNp/WXL18Uffg93MI3e+zkw4duxG3jX5v45uGhdgvtZy+ton6mBwaEPXZg7wWzVC844Rx7ATsObM5l96XypXRksq0Z4F54wZ97WGOr1ZNTdIUbVmCzpy00zpRlTL9OoL+2nHxWQ2tFdC6P498OA+q/2u+p+RH77558xHWbn5gRn5uBfRjo7lz3qdu1mgEzYAbMgBkwA2bADJgBM2AGzIAZMANmYFMGcGrgoGHDOdOupm3izhDCSW+93vcouIUt3sM3DqVv3761TiUcwEOrIo+iT4yDVxKzNe6oSxKOxObZq3V9iTGMSeesRMXO4TvnhJwkcKPMOE9Zhcoe7PRR7OgsQX0AvODm/EwBm9EDG7zK+ky2cyaejdUMmAEzYAbMwNoM5N9DMrLmpTcxe5cfqeZhsy3lb2/Fzo5/b/5c/zADS38gluxzqfxh9E7dn4HSM1L1Xi23v65GcGNA7ZqbYLqt+riVCY+6yZ3156dy9in82ofYCsesGlHIqa/01fcz8LeYVE66hN+6UxwZlW9YEU12aQVHM/s1WOBZHIZzfIpjNZmOQymKS72+j7ShVWgqG8qrcHy9/t3JvyiWe7/wU8f39foY45e8IZ1G4L/ia9ux4UhymzVYhKfnkgGn2j9s2/A4BShVPpUvF5eRf+UlNKCcjC5eK2JoEh3n306henP4c/HDGJwaMyCe4/jfcUR03pW7jjdRqk41Luk8zh+nK991f+0v15jLQdP+VxuM03I6xflwhGmciMtc+mepe96LXDUGJwccvn+vTqT+B/49+kTMW1/9p6aNoBjHDGMtzmuNudr3SxzjDLtgg282YUePowewghkH9qdPf7WvxP327Udj7CDvDPr5qWu3uD/GuhX7Z1wgOn+9vk9TdhplUB8OksGkfokTdU/OhePat141JdkBvtB4xQvvlKENcELSBmcJ8A5eOOdBDV7HfdNfltOYUTAmspKcwPU8jL9d3xPaZ8f0RN4JUbL59uGY5v4X/v/555+LhNzYGChTqEs6hXo2g3FbKif9cpu3mzM6bL+UeluNwTkcufqXrsK8lufikwjp2PuMOXz3OafF5PiYJqXpd4Uf8L16Lkr377+7GsfyEeMr1R/nj89L1584f3y+9PoUytOdDH1Zx+rzYb6ax732mSF4Kf+lKpfiK8lfin8pvlL9S+WX9C+ll/CVyu/dv5byp35Y0tPpZsAMmAEzYAbMgBkwA2bADJgBM2AGzMAjMiDH0SPqNqCTHEqsMFw6OTRQTdUkJqE0EYUD+EiBCarUJoyawIJrbUo78h6nKQ48eO9Woh4Z7T02uGZy/+vXr+1DA/c5jheDreCEhHuwd7x3K2llR8dD3Uek7wCzahz8ZwuswNYDA+hQ00F0Ni6M1wyYATNgBszAWRmwA/isLWfcZsAMmAEzYAbMwBtkgFs3376dp+FLbVVIn+uQYTXIKitCwFvAHDbOXPyhjIc6nsjfBN3Xfqp+ApSKWSfY2qha1+N/VPWVMsn5pz0T8uFWqZp7MbXGlVpyYoQz5eKgwZmkVW43sdk1aLcsOx7hGGPDAXwm5zXOJDn0WFF4psDDAnI8Pl/eNMHKX63+XVWXmfYNJuwEOyfIESzne7xvMx3kD9jgW05U2Tpx2g4CNQlD+HGiErD31AMbqet3b1VsUvo2kVxn9BpusK/hxEZ/bdto5VrMQD0GUv23nvTzS6p9J39+RqyBGdiHAffFfXh3rWbADJgBM2AGzMDDMcBksbaHU84KzWKg5EAopc+qtJlJa+Su4nw9s30L+0qcz2yqWsWYLNaWlvnY+qd1PlLsY9rdLIZXG59moWmdYzg5cKKeySGJU4YVqThl+J7uWVbm4UQFN4HX4uIkO0vQSkjwPl9w88pevbZ3Lz14K7S2FAacpXAu/GfiHH2wdewGG//8+fN15fgZ9IB74T/jKmDww70e2hD/KTtznBkwA2bADExjQNfu69cdphV37pMzsOWvc31w4+SUGb4ZMANmwAyYATNgBsYwUJqE17NxUyYkSzLH4MrlEZ5cuuO3ZKDYGrHTlRU7YVx4DPA4vaQM+XuB84v9IfsuvZd5+kkK75CUa/1T+s+QwBppa/bPEr64vUr5p6eXVwntqf9UfVJ8KW6OHiorHCUZcX6VW7IfqnON+hZgvfbfBTLColPHj7DsmONKeLW6jZVta6xuG6PKnDw4ZcCO8ze1qnCOzC3KyCGG0x2+OddK5i3qX1IHWH98/9E6IT83vP/49/9rxHVfe6zuBB5h31MmjMGuBx3gHfs5S9AKZh7SwNbZE0eIncDoeaQg+2YVM85Tva2BtgjDUVcRwq90YM85baCHCUIdtjwWf2d58GVLblyXGTADx2dgyvX7+NoY4VQG+ncAU0vPy3+wX53zlHApM2AGzIAZMANmwAzszgCT3dp2B2MAh2AgdoDEoErpcf7S+dr2t7b8kn6L0vmppW2RoEMWDicSkiuB1Xa1be6QbBwQlHk/7PURR4JWpMo5c0ALuoMEbpx4OGXkGLvLdNAInEdaUfj3338fevUy/GqDzm/fvr17eX3pXufbrEjF38i2ZwjH/9xVLtSBldcE4s4ScKDqQQH6KY7I2Pl7VF3oqzysAf6zYA65BD/9Ffxwf7aV+6EuPjYDZsAMHImB8EFeruXh9fxIOI1lHQbC9s7dv9Wq2Q7gWkxajhkwA2bADJiBUzDApd+X/1M0VRKk2y9Jy1EiWbEzYtXOUeCeCscjONBWtI/n88zjjze76n3pMcZPOSm1Z3I+3MYT/KA5Z/QzOWdwpOKg0erCZQyte68FzvC7rmA/i0MPftmwW16Liy1zPA3/uvzS9uARLh3/BvcfpunevfvYvsKaVZEMwFtM3aV1Lo3/2Ap64Lwm6IGBULc2YdM/6fEYnmM70Dl40QWbYb9vSLdFiEm42cvmcZ6e6U0D0gf8OIHhXeOk0ry/MUBbq91vsT4yA2bADKQZOOrbH9JoHVubgdL9W836ynctNWuzLDNgBsyAGTADZsAMmAEzYAbMgBkwA2bADByAAZyP4QpgHBz7O5fKxIAbp8z379/bV7LiVDoDbmkGdnQQ5iPzHjp1rseNo+frl6+HXr0srtmDGzvnYQcCryMmnMVZJWc1dnKmFahXe2nZ7pzvOLDPFuCfNw6w5xXQ6rdn08N4zYAZMANmwAy8RQb8DeC32OrW2Qy8EQbW/kG7VH7ph1NJfqn8G2nmh1Gz1N7zFY2f9eqWiS1/cD6WGyPsVkfEsdudD9ef7z8dP6/N6/2GQr+8ViG8HyoyMS3Hr3BpP1HsyOxle8zhUwXD+Pr8qczx9kx0hSE+v19Nf8lfWI3ZzHnPC1oFe10ZGeC7xjWilW9eLfNXMave3AAjjNqPwSeZbV7pKwIv+14eMqpPhhWoTBiXO1Y9ufRSfKauK85h+c08/WAI+4+eHOcVYjq+fhc6lNLjPIPvmn8Y3zXbzIP8+NJ90/HWr5rzKxe3Nu1W2w1VXtKvlD4ke0xagr8e/5KRyKekgf39ONTPXEp/fsrof7XPvrzrWVKHa+p2ByUcJT0SSLFJVtPiWPr69evM76OmeFVcvq3v+8PN1hNQe1GMBTj1wC2nDPLYwnGiV6h4ksfaFR2Pb6iq8JWyrCgsf5O24/I2PjI4CEsJ8w1JmZeunu7yz8MAnKse5Ly++/nr57sPf31596zbvtDmCvZZ6p8a/57DKlv49zpq5QivENRxD2pbrv8H3nFAahXnvf3181c7i3kJOUtUEuMCN300xJ4oVoyK5RYLXDOoLysibX8p+6JOHnjAxnlQAx206l3StJ+PTxKG909PMtpcvns7Iyd2y8MDjDXgZ+PhkziU8Kf4iWVMOS/3p740eN8i5HiorX+sS65e5Vu7ftWT25fw5crpNak5/NfxLydgZPxcfBKfw6f00r5U/1L5pfpL/Wlp/ynpV8JXSl/Kz1J8U+qXzfau3yUFC+lb4k9BWVq/ZE7hUWXG7MfiW6v+VP/q/37vtEhfhZv7vIXXr22ufmNawnnMgBkwA2bADJgBM2AGzIAZMANmwAyYATOwEQNMCLHJuUS1a03+rKUSeHEAMzk0doJrLSxj5cI3DiUckaxG1cTW8bjve2KZwAN74xpuVT0e3nEtIEfkWfBj1//888/1NcTjtNw/l/qj7AZHNn31rEHfHf/ypXkAYuFk9Fk5MG4zYAbMgBkwA2djwA7gs7WY8ZoBM2AGzIAZqMIAtwBzbgPmlhsLem35Y3Hsle/o+m+Nj/rOFJjUO+/EXvv94niVzqHo39r+DqX8FQwTyuFGwm317zWbDx6OgaX2v7T8zoQyNq0wPtGXcM5ohd5///vf1im5WNsVsKYwgZ0NR+pZHEviHGcYAeyKYz8qVOd3XP9gBf2vX7+bdcCvrQOMlZB7B60kGoMDpzv2guN312/RTuzPOBvBDH72nz59GqNukGdc+wYFhg9H2h9Y2QiMMbL5Mn7w1gzL9cduwC8ndlmHmvh3ljXRXndG6+rNwCoM6H5D+1UqeWNCp1y/3xg1b0LdLX+/176reBMNZCXNgBkwA2bADJyfAV4uknvByPm120MDXuGibY/6XecRGOAVtnqN7RHwbIih8DrHDZG8yao09rB3mMOArom+Ls5hb/cyjD/aFoAZ7XwcU8dGYyIOMVak4vxlJa2cTWMg7pmHCWRWE4K3tJIwOb5txG/HUX98eG2w8/pbcIerl/fkc2zdcM4Gdr06XGWr2r+EVtrLkcorz8HPCtStHnjgFZ2ygKs6E+0P/PBLf8WBetYVtGDXQwTYj8P6DLT2hw36/m59sl2DGTADZmBDBpL3tyvV728Ar0SsxZoBM2AGzIAZOAYD8WT21Ge/puafqnUsP8Yby4vzx+nbny9zuBxPnz6DW+NL1ae4km30kW9zFmMS1m1qX1zLyBUsg/UMTYLWkC8ZQ/UMAnzsxG5CsFkx1/x/vqwyemyNa2sX9+Ha8pfIWzqexOUvuuYmkdXXlkCuWXYMnkrjAs4ZnBo4lljRycq2//3vfxO1iW0J/uO4iSJHZMepJMcdK2lx7LHS8MhBzjCceXxzGUde6pui/furmMul/Mb9I8VYXOctz6+fv969NHbCKtrnp2YFc/PwF3q9vObL3EqXjyTn+s3ukq2P6S9NtTjeeWBAzl+4Jy60I9ChS9VQCb9W6uvV4fl+OqZ9hzXsOdyE/7pAfZ79CT9jDA8P8FrrLgjvtYImWnFzbEplh3UspWpsUT7ZD/1V/Zaxc2yI5VW3s7FASvlG9qeSmCXpPftbIugBymqVZOVR6XTMqP8ctt+cjtFtAJf6sux7GzSupcSA+pnyrdHf+ve3qmndfZ27gnUxWroZMANmwAyYATNQjQEmEeZMJFQD8LCCwpt7Pc33sMpasQwDb7l/eVzJGMUm0eEPSY8/Myhncl/bjOIusjcDGnvnj0M4f3FIMvGDU3J5mI9lbN1gxSHDqjyOmaRaY6JqLJ6p+XAcgRdHEg6x3Erg9P3V+vxe9ZHzj4jLOIG96FW4OMPOxDvYsRf4DnGHx1fdD3YAbtn9VitQw+srttjZ4zz7kwOYPXZz9CC+hZNzsPMQAeFMbx2QDmfbh48E3OzvbFoYrxkwA2bADMQMpO9v41x1zu0ArsOjpZgBM2AGzIAZeBsM8ET0qk9Fc2uy5PZkafn5zVjn6c398I/TfGt8J/6e7jhCD5Zr6/adoL7GnkOPPxP0WSHrSzMxy+bw6AzM7adRuVX70nnaAKeXHF84NnBwcI5TcjjA574BnODVK1lZFVnvu67b6MerlAk4I3MO4Dr3V/XaCs5//f717k/jeOee9a8PzatwdY2qV80qkrAZ7FzO99h5TTrbkQM2w4MP2MtkJ/DodrrZf81v9LW2c3HAw3O9/lposdF69+Wk7AEdtGqcMWeJIxtZbKcJM3k8in7iO7c/Ck7jMANmwAwchQGNl2vg2fL+9nZXs4YmlmkGzIAZMANmwAyYATNgBsyAGTADZsAMmIGDM8DKSIWjO8GEkz24ceqFK2nP4FQBI6/AxZl0Jr7h/PUFJ3D3wABOPPDrtc2kHznA+7dv31qIrLzGblKOvqPqgL3jwEYP8IOdY7YzBOxdAQf22Wwf7OIb7JOd8FLeezNgBsyAGTADZmATBvwN4E1odiVmwAyYgXsGlv5IXVr+jD8271l0TJ6B4We8XovfKFP5eDKl+65cM9WSr3pSym0SZFyxOL9wjiutXEv7T6/8hQpeEadVAuX+lcPNapKhkCs3VGZOWq4e8a/9HNlDZSRX9YffMVQc5ZVvSNaaaSGW6fWEk3/TSzfrjZ6W1Z9fxX/hNXzd5WiAASZWSKTCLLmBoJzcIAuHvf4ZpfVO7+RpXBte/fS05eO6AeDra6JC3BfIjD1ivTw+791/AqVWOZyhX8Bps/5zEaonXQhmS1FL5gSM1S/Od5Eb6HodCy6vtc3VWDN+dP9svqnaCxfc6f5X4uwmKVc/122tAMahh1ODV/zeQqoOxcVc30pNPyrJurdPdAI7AWceKyNzeubiNYL071/u9cuXn64pJbge4tADN7xLD9LUlcL7K+KXhBv+yL6uI2jHf4+HsM80lZP20tjnr18/Grz/eff+w9O7D389v/v94/Yt1F75BYCvTuXLWL/4+n/Bgm3DNbYC77L1Gz8zQeecsJf3KNfiRXYie9f5DXXcvl3K07P6j/YqIVvXedMjLu3+0oyPYy/7Jf5a22lsnlco67XnrKDVK5WbO5gLAPCUxoIb1tvRvR5t2uX+q/T7b2z70GfBzCug9eYB4uaGEm+SOxaf8sf78v23+Etz33SXRSGnZ7I2mUJTo6x1qf4l8Dl8Krd2/arn0fbha+RTuulal0pLxeXaaev2iftT7i0eKR3WiMvxMraupfzl6i+1b9DVB6EuxTcovEnM4S+VU3otfHNx1Kpf+sT7Eq4p9csmptzfxv0txlc6X3j5Kol3uhkwA2bADJgBM2AGzIAZMANmwAyYATNgBo7LABM7OMH+97//XVdDliZ7jqINk0Jy4E2ZgDoKfnDgyNNqziPhymFholsOL7CfbSUnNsMqWgLY9564B8eU/hZPhFJ2Snnq2yuAE+cpe2wHB+rZ+i388810xh1s50x9d692d71mwAyYATNgBvZiwA7gvZh3vWbADJgBM2AGVmGAS/uSy/vS8qsoNUPo9nroSb4ZYF3kNAxsb1d9avauv4/m8c4Ozi+rkaKVaMdqg4PzdyyyDoCG9lox1LbVDVYp45DBocFer/XNMlRbv2xF4xJwRuKUYTUhDhkcSvGGpJujqdD+G+gHFjCDHc7j79FK83n3VwX9JPy6Zw1ech3eNUd4IB5DR17Ie5j3aMcxdhyQkx3AFe2DtmcjaF/iDOc13Mv5Phl/qYJAv7Grf0silQ7/rFgGP0F2Q1+46T/eFiV3632oA+Plkm8Bb43d9ZkBM2AGzIAZ2JuBefe381BPvSueV4tLmQEzYAbMgBkwAwdgQJNbx59UWE6WdF0u6SwSeIWMtrNgfls4ZZMr9T85Ry6v+Xtb3NbSVm1US57l3BgQtyvZ/60iH41mwG2RokrOMV5tOujQONhYizMJpxjOPH2TM3SspXQdjNtIP60kZI8z70wBfvmWLnuwy3bOoANY9bBDdefpDAJeJzjfEY/zke9HE+irOCCrhpXtH5vRwwNndp4y5mgV8BlXMmMz+u3E3sEM1Gbg6HZl+6/d4pZnBo7JgL8BfMx2MSozYAbMgBkwAyMZGPMs19Ak75jyI6Hski3W7ez6TMd/9B+Wu5hFtUqnt8d91bGN3ufIx4yof+VJyjy2GSnBipoZpesXibk7Gr7obQ4jrKE+R4MSxyBaYv+DlTtxMgOXttAkN/Ye94HJMoMCqf6juJr1BFWucYhThhWpODNwzOg1uferQ7H/Y9g3ziQcqDjFcOzJGUa8wtMTzlWda68+jB7SRQaynX44kMDNhjNPjj1hH7eXLmFuxUm3MG34WNyBaSiQD/xyvOMQXidcdMjBUV+bUDk2g61/+fIl8c3rSFBKvuLG9G/lSfDZRr10bVXiO0SFvcM99q5vdqPTvBCXW9f+0ROsjC9g16ug0elMQTqAnwdmGD9pkzOEI/1+0kh1Bt6McRwDQ/a15aq/HNohfLkyjjcDZiDPwNj7xryEdVN8nVmXX0s3A2bADJgBM3AgBpjc0HYgWFWhPLp+ebJegklBftT5h12eq11SmPzUtgoA2T57h1kMrNo+sxA9TiFxy97hGAy4LZLtgPMCJx6rIgdXAF8dpkkxm0cy8YQzDweSHErLQGzXV+VEQgeckWdbCQzPYIb3KQ7MZe2zvDR88x1X9jjej7ASeIpWwo/9wD1O+HphffsP7R4ndl389ZgYkkQbhKuAz/gtYP9+Gmphpy1lILSvpbLWKB/i8/zBGgxbphk4BgN2AB+jHYzCDJgBM2AGzMAxGOBpfj3RfwxERjGSgdrfKBtZ7RvLxgqqPV9RuXf9Kza3HYRlcgfHZyartZVFjcvhn4rjeHqjuR74XgEnKs4ZnHpncOh1GN83DuBuFTCOpNB5jZOGjaD9kawWrlk5KK7Bz3Fqu+Hef3wCH9i/f//e7uEcmyGO7Yhc3/jrbAFb58GB8gMPYcn6x2rrqZLFdX3n9Tr29dp4WNheWq/Lc/vABg5U9McJzP5MAbzYkN6UsJ0ju177+PfTmSzufFiPbl9Hx3e+Fjfit85AeM99JC7qXTWPpJWxmAEzYAbMgBkwA2bADJgBM2AGzIAZMANmYCIDODX0Wl8cS0d35KEefqNfv362KzrBz4rO0JE6kYJNs8Ovvoe6acWVKmMVLfhx/mol7VkceeFE5dlWMNN89FMc2PAdPvRQqWlXFNM9lAH/WrmP/dR3ZK+oQiAaHWiLvR8kCCD50AyYATNgBsyAGbgwUPMdKSbVDJgBM2AGTsRAaTLrLBMXJ6J8JajxK8r0bFccT/VKi48DaNdXQqbK3/JdFpLcIjJH69lRqEuq8mH8qRL9uLXlL8V3Q6vvCPHaJh3fUo95VBp/mnUpg8CZ6B4OS/nNtb++zTZDfm+1XE5+p9XzUy79wsu1n4Ys5MqEeS7HyfKJfDOjSu3bGxdWxjJThYXFZthHr8ZMWya5uq+rxH+vqt5Jv96unynuvp7bN0MlZCBvz/6V/2z7FAehDp3+Jf579h8W3+iYFXPzgtpXpRs5zZDUjlfYZmyftHkcp6IL9mvzi3ycGexxyLCiDccG57Td2vWXqLnVH7cHDqV37Uo8VuSBNbS1p+YGodNBq4ApP9cWSiinpYMTu8SJihMPzrWi8CZJ+ob3B4pDj1iXOvrd+O6QqP+EjjryEI8eYCdN+W74xx7FevTL5eVeyhXG2ufLci/ZB7bCK8///vvv9oEBbB57vwtxX57av6+4ijdwd1UPRcCH7B3sbJznQtye13xXfIrBzi5YA93DPqWc4/ay1UvuC3+sBEYHcPHABtsQ/nF1zc+V5eciMqc/5Rg3NWaiR9KOZkPr+GOM60LQPkHfz+FTqXCv30z930+l/hdKuD8Ox4X71OUxc9tnec2dhFL9S+sptd/a9ZfwT8J3sVUW+2uVbal8qf5S+iR+Lvj69t/VcO1mUYU5/Mgg/HlN9x/1tS7X/L97968ccmn99Jy+vqn9c+XHxk9q34TQXPslss6K2hvf1PpjPkrl4/wlkkrySuXj9Kn1x+Wju5A42edmwAyYATNgBsyAGTADZsAMmAEzYAbMgBl4GwzgfGRjspFv0jLpsnTiZSvmmHBiA3u4AlgTUdpvhWdMPeJW315mJarDdgzgeMd5R1BbbFf7sppwltJX2eN8Z1MfOKKt32v72jpKcZbCPSvIz9YG6IQTGxuiHXACn3E1+X3bOMYMmAEzYAbMwGMwYAfwY7SjtTADZsAMmIGHZWDqpZpnEPUc4iOSAh9TOZnCw9ryp2CZlrfW07XTan203Odt//O3xA7j1t2Kn71ZPJj9Tebn7Nefg/G/tzkW64evgRCsmhvIVT0pdP5McgBh7xebx5mhFag4UnFobB8K/KYAvTbOsH+b1crNkiMws+X52GHMTWFu4tROWmkdroQU/ruixfFpqn7T+j82Em44UTkH+z6vIp6GP+RTHGMvPPBAUJuE+XrHO/XvHobmBGcpdqMHNuAe7LSF9ErqUrSfGf0vBpc6v44zjfwLBvBhPwTs56wPQMC53p6AI37VcbPYfiny03H+/ZTmxbF1GAhXf2pMqiO5jhTbfx0eLcUMHJ2Ble5qjq628ZkBM2AGzIAZMAOPx4CcD1Mn/cYysbb8sTic700ywGSrtkcn4K3oOakddxh/DjLBP4mm1TKvdV1ZDfAGgt8GJzgx1n7tYM3G+vX733f//vzeYpYDRg4w7WvWV0uWnKk4wnDqyQl2wxy9lPJg4xO4cULiwPv06dPpVnGKZ33DuFa7jpKja/7MNsV2+A4zQQ8PcCydOJ4eVhrfpCsP6170BT9ObJynoe1Px7xvCTmA0YUxE2f8aquZZ9rKvgyla8fStKVzONYMmAEzYAbMwDIG/A3gZfy5tBkwA2bgYRnQj+bVfrg9LHNLFUs9m6W4lSYjlkJetbx0H6pkCS9ryx/C7bT9GRjT/jujfKBJLk12NjOCCVITbRHrvnTFR6q84uK6EgjrRyV0vqukNL5JRinfneBERCyDVY9xXKLYaaPE3ZACQ/qPKX8v+7z3VzEX6N/EpbrzvdrHi1HfzyDjVaY4NHCi4lTSK3Iz2StEp+xJcTH3VBfHNXnb78d3zjAceThRccSgB3Z35Ht6sIERnlk9qFfIqr+8Nqub+/gv9jebeXE7W0CvIDi/f//eYt9mBXA9/GDHgSrnKQ5sXse9eqh03cUucDrihMdu2O76a6q/Kw4cMRbS4rhFhKi/XtrtKvvl2kfBj+3QDuz1FoJF1VYurP7Y74u3Shhr9Bpo+jE60DbLg/iTJHiM45S23x79wzD08FA/Z1hq/rHaRxJy7aR07/dhIG6nGMXZ2u2tryLW1fit8xDbsc+PxYDs9FiojMYMmAEzYAbMgBkwA1MZ0ATOdVJlqoBC/rXlF6p38ltngKkibY/OxVvRc0o7hlOFW/ET1jkF6wPmXeu6cmqqHtc+mHzFgYRTjAl8raQ9dnPdxgWcEODHEVaaaD6STmDFYQR+nGA4kGiL9GT4sexP2MGPvaQxH4ntPhZwi3scwNvavGx3fptiMzhQaQfwYzuLwmpjfqjrTV/sBf7pt4w5egBikQ47FNbYIyfwequAb9ztoGbVKps39l+DrOMa4QMzYAbMgBkwAxUYsAO4AokWYQbMgBl4ZAb4IR1uj6yrdTsBAzyRryf214A7JF9pa9ZfXSff6lWn1AJvDKzWF7DbLWx3izpudBWPNMYkM5awirNSvqRwR8LAIP8lijRtO35S+vW1W/EY3mONOS4hcfqFgcv4JE5H89KU4xu6OGJwyBDWeaXven0V5wsbQd90zTtS22yH+aPVglp5LUeq9usD1Vg6vSacX/COzbECe1qYX++0eu5zwy2YZe8436s6gDd6gBLbYUMfHI9Dqy/vWdg3BszYDk5s7Aj8i53YK6qkcVX7sCr0oB1Iq25LYUWJY+GJr6+JrJtE0ZZsQyH8RuxQvjlp4mNO2XOXWe/6em5ejN4MmIG3yoBHxbfa8tbbDJgBM2AGzIAZMANmwAyYATNgBsyAGbhjgEl7nMDsceadaSId54uw//e//z2VIwznEdgJZ1sFia3ITnC8V3Wi3lnosgjh1B4HJLxzfqYg/OyxHQWcpzgfzxRoA60C5hj7J5yhTdQO4KUfMAbRHvSBIzuywetgBsyAGTADZuDRGTjXHdGjt4b1MwNmwAycgIGj/Ajlh/G6Yfhp3fXqjuvlWa04rkbta8i8x5Wzl3L7ZZ5Ru76SLYH/strnHkUqpiQ/LKO8iTrDbMFxTu8gS+FQdeay5bB05fr8SlauTKqOKXlT5deNW8rvjZ9YzzlczdE1rrcv4+U1SE/MxTZvB1wWSn3l2s+ialLlFBeWCY8jEYtOx8oVpmJlIc8NqZKvfVz+Irdkfzf7igXoPNOAyXqVN8AqMXfXBuW9Zph50MnJ+QGedv7I1Xr84zxIdDhYbNs+xW+qXXK0p8or7iZnb35z6EfHl/pf0s5HS89nTNWruFSdqbhAOv0YhxhODBxJOIH/+eefa45cP8/ap7BcJWBrl3vZFsvNedVmIX8CY67eq9jmAAzgZgUkxzhhcMoQKJ/F2ObY50+ICScYfGsVJ7qQPkb3Mnr1uVzOW19M5QhxptLD77ji+AJ7OpRwpEvdYmOckhfH30pwdDGDu4cC0IsNm8fe4X6xQzhhv41l3gBdh9vbb7rSz7uY/9AmhB/HKTaPHjgi2xBjyfSvG7j0UVx/nCvEE6eNOcdesH85sOnDof2X6s9ewy6Vl/gdgzHMIzzSW+dgZgM/7UB7cL5ekP2HNSiuezAjTMkdS49cei6+eaHHYND4m8pEWd1WrbVqXe2Sqj+Mm6t/KGPJcQlnHp/aOqxdccNjYliidFzCVyqfx98vmatnbPm+tHpnOVxja1iKf6gfjcUwJt/cfrg3PyXdHh1fSf/Y/qbyMTV/Dk+MI5cvjl9av0bEWK7PzYAZMANmwAyYATNgBsyAGTADZsAMvBEGrt6IN6Kv1RxigAlAnEffv39vHWN///33ndNsqPzeaTiRcLgw0TR3smkvHXCiygnG67fPFMCN4xTOcUTOnUheW2cm0sONiUU22Tu847g7ehBu7fluN8dyoB4dfwof9sOG0xQbQp+jB/EvnNgWOrDXAwVnG4eki/dmwAyYATNgBs7OgB3AZ29B4zcDZsAMmIEHZ6DeU6vnIIpbk6PengjbmvhUR63WWhNrLYyhnNr6h7LHHNPfHrjPseLlbhXaGF5yeQ5mX9X1y+m9R/wWXNfuf1tg3qMtEnXGq8sSWe6iqvbFO+kjIiq3z+H633L9cFjgRJUTA4cMcXUcGQV8c2wqaHVwa8UdqznrYA4qWOkQnPCN812OPJyoZ8EPZpzA6DDv1bfYRcE2ktzXuX/BZsAv5+NZeBcl2A34wY3jMevEXti/VF/tPbjVBrKhcXY0125qa9DJox+gh/ox7YBNbRZ2v76O11Srf8eXcM4iAydq/6IuzmAGzIAZqMDAnDvLCtVahBkwA2bADJgBM2AGpjKgya0HdtBNpaSY/5G4cvsXm3vzDI9kX5uT5wrfOgMHdUA8TrPUH5/qOsPq4wvbDucRK2lxnrKaUytRccycKcB5Xd7X1R5+WfnIHs7F+/hada8zvkStnGAFN3bDntWn45yPtRAslwNuVgFj/zz4wHbGgA3hPIX/5Q9wyKbWHXNinnEAowd7rQKO86x27uvratSeQrDb/xTNZJBmwAxsx8Dx3+myHReuyQyYATNgBsyAGdicgTHPom05YVGqawzeKSTWlif8+hgV8hU3BddWecfof2T8W/HUr4eJTUJxYrn2E/DxhAry47g+1HXPpupXwjpVXkY7JqAJ050WJVsf018yoJLRW8hTHSXdkgA3jhTWXLUDOoyynbg89cVxubprxKf0U9wcHJeyo3Svgb8gI+7f4IrjCiJSyXqlL04YHGI4NGaFGEslfENYcITxLV2cSKy+w6F0hsAYCu9yXIOf657G1qProJWP2Atbmve4z6kv7qcdHHNfAV45H7EbeGcr3nPE0DU2xLYf56t4znUX7DixsX0cj8SBf/o1eTqwko2OxUBbMNbAP/avV1vfEI2xl9jGbqW3OkIPNvSmLdjS/WEpolhX+InjltaRL+9VvHlutkmJ23rb9t9GR9diBo7JwIumnTLwns/13GFGi/NHj7lrOL+W1sAMmAEzYAbMgBk4PwNMIGk7vzYbaRD/IN6o2jWqUdtvOJG4hhoPJdNt8VDNaWW2ZuCBxuetqRtTX6XxCScMzhcCDqXJTrAc1kr4cuKJxwkGdjCDveScGpK1dRrYcQLjeMcBNiXsrScOL3jH6TXeZhgP9h8T4E4ObPDjwMYJOdZxOaWd1sqLDvBPO2A/y1fQroU0LxcdtHoW/tkI89pBtrW9fcmW0Id+vF1bbK9rvjWdsj0Dbv/tOXeNZsAMHJkBO4CP3DrGZgbMgBkwA2bgrTHAagGtGEjpXkpPlakap0mUqkJvwnbX7wZlnyNuTY90e7oUy9Lyw62glRXDucLUo/EbYqtxfCz9mPBke7NhaCzfhZRj2ccuFKxa6cb8bmRfrFbDEUNfxglTzQG8alt0wsEMdq4VWgnJ8bFDZ0cMnf/+2/GO42iM40tjbrjfQ1fqx3nNHt5xep0lwDM2gt2zH8v9oH66t63ZZwuywA//6HMm/kMewY8DFR1wxI/pA2H5IxyDmbagPxBoCzmzj4DPGMyAGTADZsAMvAUGuLt2MANmwAyYATNgBsyAGTADZsAMmAEzYAbMgBkIGMDhixMGZ8yZg1bfncWBDd04rwlndHzh9GIVM3zjvDsL77Jx8MM/zroqTmAJ3miP81r4ccKfjX9o0upZjnkdOm1xtnFITmw9iIIO260ChjkHM2AGzIAZMANmwN8Atg2YATNgBszAQzKw9AfyGSebztSQr6/6WEg8ocr36Zq4OBrl2jJdwnrtk3o27rJahtc1FlYc3NogJeeWmj2q9ErI49t/jh+tTNI+YGo090smi1O4FJfAFMDrDpU3TFDcmPJhufHH8Yqu56fMLf7Tn0ZoqnNd6prA8SC6gpzXwmsui/07J/+p8H3LXLlBZeonvr7SDvmQ1182JJvKyxiXInnKLblxvNK7fd4P1un19NS9qrL//VXJRsaw/HJ6H0/+LKxzTL1x/lhyKv2iy6TrQyy3f758/L7w3xfbnMW8o08Yl9LvTshdxMurZHT7xt+1Tkj1X8WNuHaK13z/SsMmP2MszjycMPlvuqbL7x2L44UNJx74tRIvh0s85dJL8VP5vcmLDKdp284B1q1Chffv37/fsieOqBv8IYZ7feaOv4kKM1HCAV6cXXA/Ntzj7Ze8jq/96OBM/TGImngIBmyG1yjLbjinPYphRF8ckpHVX339nX4/NFIUF9Up/umz8I8DGD04P3qI9Ydz+qzGHtqhC3E7q//E8eRWWkNZ/gJ+kTu8C/vWcM5+KrjpD1+/fm3bhPObLv28e57txY90ju/nFT92v/RBh6X6l3DOtR/JXYpvaf3CMXdfwl/CVyo/F1dcroQjzj/2fCn+tXDF+Of2w73731x+xn7DN9d+pW+ga+ZhLr64feae5/CX5ImfHP5a3zgu4cvVf51WzSii9rndCWQyOtoMmAEzYAbMgBkwA9sxoFvE7Wp0TWbg7TDg/vV22tqamgEzUIMBJlxYDfnt27dW3JcvX061mhDnkRxfZ3v9KpOw3xveWTU4/lu6NVq9jgx4h38mhZdODNdBNF6KHI/gn+rEHl/Lejnpt2DHyYj94EDNTZ6uh2K5ZNpBG+1wNjtiQptND9GoPXDIn02X5a1pCWbADJgBM2AG9mHADuB9eHetZsAMmAEzYAYehIGtbyWob0mdS8uXmm1t+aX6a6cv4bo2ljXklfTLraQbi2Vp+bH1HCQfq3G0ImcOpKXl59R5qjJrjy+sHEqtHppGkiZ8p5XaIvfa/G2hw1AdU/Vb3tZDaNZPQ9/tglas4bjAoYQzKbVth2hcTfRHrbQT7nEld8p1vQ48v3ttll38/Hn7DjArOc8UcHqJe1YwLwtT+/f82uQoxfGIDpyLe+zpGKHc/8HKKmb0oN/iQD1bgH85snGY5nWoc/2uzU84RtIePBTBHj0Yjx4nbNc/H4czaxIzQN9gczADZsAM1GagfNdUu0bLMwNmwAyYATNgBszAm2RAkzNnn3Rfq/GOyM+I1x0O0rG0/KDwcyXyikZt50J+ErRH7D9Ho04cHQ3XFnjQ/dHCPjrhtFjuzNu2LXBCsoqZIOfetggm1Ha9TjTt27y37vef360DDAckvB8ef0JVJvRZgXomh1e8OlOvUT4O/+P6P3avVdg4HY+DP2EomSh9j1l2FLdNptgho/UgDTrglD9jexyS2AcGxetXtT2wmlbNDJiBAzKg1z8fENpkSOd6hHKyei5gBsyAGTADZsAM1GUg9eyY4sZNxgzjkazhXONTY3kLMCZXNsbyU8im1FnKO6a+FIaxcZIffGPtuuK6hG1sHXG+teTG9XAu/cI0xYEjxkJaHBeWjY/jvFPLx/IqnydteEEdY+RF3+br1ZYpr6ffJ08MZuT16hw6GcJKuaXyh+pOpsk2k4mXyNjmhvK+tbSYmxKfcf4JfG1uG2Ar6UOeIZ3GlEfGQULcP+E8jlsRKqsIz/o6XMZU8PMaZZyoWpW6Il0zRMtWL6sCadtmIdTLy+/rt2fBzqu40eUMAd5lMzi8cAL/888/I6Efo3+G+HGg7mY7cV8f2f/Vb7UCGEf2bjqMbPlUNjmyaQM2VjafMdAn4F8PFGBfejjlyPrcf2Ox3z/1jcUj63A2bI/keDkb98b7thio9Q3bR2JtaPw5Gl9jrz/9q9YjtZZ1MQNmwAyYATNgBszAkRjoTV4x0anJziOB3BEL/GjbEUa/6qVttLR8H825z+BC27k1OSZ6cWuby7ePOMrneNiU3vXnQbTcWCccF9+/f2/Jw3lxpoATTN8B/vr168G/val+yr5z9IIdHU7xCuvIMOTgwgF8xhWo4MdhB/fYPXrQF9h2DRP6v1bQygm/K+6ZlaMDG7yfbTV5qDL4sSe2s/aJUB8fr89AONJ4JfD6fLsGM2AGbgzcP/xzS5t7tNc9lB3Ac1vM5cyAGTADZsAMVGHAl+IqNI4WAt8h5+HxGCFx+agMKxJyK8Fy8ZGIN3sq7szTiU2g0D/avjeiz8kWTsyEoccMhE6dOO1Rzkv2/yh6vl09cFrwTU6cYawo5HiviZyprYAjD6w48fQqYt6yEG/j5Y4Yy8cLS+bUWyDkMAL32V6/Def67ik2g9NLnCeVPlgkNs6qa9k92GXzxM0OG93rgVergNnDvx7gUDuE+9n6TC44vf9o/AH/UfsBNsEmG0nRQroejNCKZtrgMYLvA9p2rNi/H8UyHsO+rYUZeFsMjF1dO4UVXR+1n1J2Sd7pdx1LanNZM2AGzIAZMANmwAyYATNgBsyAGTADZsAMnIABTdCwx4HEKmCcSF++fDkB+htEVg/idMHRgvPoLA4XcIJdK5jhXQ7sm3bHPcJu5Ow6owMbZnE8ogOOR1afKtAPzhK0ghbM+vas+vaZdKAt6BM4TuXIPjJ+caw9WDlGDznk9WDEkfUwNjNgBsyAGTADazAQXh/XkC+ZH6jIwQw8KgNn+WH7qPzvrVdpfLN97N1Cy+ovtW9J+n7tn5osUdyCJ+lLCldLjzGCPY5bUllJVsdVqf1v7RvLE9fag1XHcd6UHsqjMlGe5CvplFdlwzJx3FBeysX5Q1lTjlVPXEby9bw1+RRHXpUL42IZU8/ry8zbR/zdwFi/DvvNfqbqcoz8L6+59snFC3fXFs9qfkXH+9yT/U/wm/ttoXYmS3Acy+b80o/yP1PiduwLKbZfrv5cfF/85LO8PZZExe0l3uJ45CitJLNG+pS6UlhrYMjLKPGdX2gkveZinlsur8twSlxfh//1NdE/2neYdX3z6enyjdU74bG8OIP4ieP754tWBfZFJc+WOp1K9hFXGo8nOMJwguF8waGHE2PLUMR/GceeooGcxZrfv//bOo7Az6rOoqyeYqn2V9zNdkoyYz57VQycwDNOPNof7lN2Rt3IL2EYqKZYdip+4cHhheMdZxffby1jvHHa4b3nekiP2mngx27Aj/ORc0LIh3RKtY2uUc9P0qMprGtu8t65FV/tj+wH/LRD+A3d2G6kR6ryUN9Uejbuouvtvobx+HKzNUF/xh85f9EFvYbwZvHMTBhbl/LFfCmevR4qkB5j+oXK5+DH9eXyTY2/XwUW909JLN1AK9+D7dWXQ7UUF9h3qf3C4uIcpoNRo82iXxpT23tK/SEWHU+tT+Wm7nM4966/pMfa+HK85HCtjSeuN33ti3Plz7e+v42RrM3X1PaL8ZXOa+LXd3557byOm4ttC0HjTwlPKV18jMWt/CW5ufR4HM3lc7wZMANmwAyYATNgBsyAGTADZmCAgVo/iQaqcJIZMANmYEMGmHAJNyb4mKxhoo790gm/DVVpnV447nAgnSnAv1Ywnwm3sIIfZxc6wD0Or7MFsGM7YEcH2f/R9Qj7Lm1Af5UOWz+8UYOrsB/QDkdfDR/yz3EY5JQnTg/UhOk+NgNmwAyYATPw6AzoOrm2nnYAr82w5ZsBM2AGzIAZGGJAT8cO5amaxqW/5uU/9wR0VdDrCZvM/xL+avI+l5Kp+Gu371D9StuSpy31m9tmU8qJwyllNsxLf5vc5zbEt3ZVi/XHXmvb7BSlF9hXsAJkSo39vAvqbwV15bf6od3HPuZsqX5728cYHc+fBycYGw4LOcIOoVU0vry+NI7rZgvD799/risGP3/+HCZNP64+lg/bP447HHg43VmJyrm2sE/HTqbpiqkEeOoFnF3gx3EK/ulh3/4N13oNN3a/PEzkN7LvMfXLLrTHeUo7YEOsAqYPc8y2fZiofwMQnOhCO8Rj0H565Jgr64dNqU1wZOOY36ctcjo4fj4D5fYfK7uepLE1Op8ZMANmoGPguvr3AQjxWPoAjWgVzs+AfpRM3a+t+Vg84PDN+tqtYfkPy0CVSfGHZWd9xQ7H/74TfGXCj46vrMHbzUHb7Rzob7k+p7Rc+s7QXf2jM6Cx7QD95NGpPrl+OCx4VSmOPL5Hy28gHBnnCDeHMA7gRasHNx6r4ViraHHe1XFCbtdqOB5x3PH7+mzYYQn+w4cfljO3TZ+B7zBoFTBtsO9K7Hn6a7yhLThGh0X9OCRnh2P0YExFF/Q4sy470HfgKufZ94EVMjQzYAbMwKkZ+HBq9AZvBh6EAW5454T4B80cGUNlxuJSPu2HZG6VBjfgWZujrfRxPY/EQPyDiGex4ria+p7tWa+18cZcl/ifiieWH7dlSt6lDJOpq6yoiTEMnQtfeF1agk/yVOccflT2iPtYv60xjql/iPMx5SfolLLfq5MAHIn6rukT6lkrawlLSr8hLFPzD8naJS3RXoM4YlsLxpFZXEytPwY3XL67R+xe5xuX3OZ8GN9aGPL3xl175e/n4/aNEe6jT4xi7XP4w4nEHucLqwhx7nGe524FVCP7lFYB65vAOK/BjAMb/GAfF+L2p73juLKkm/119hJzdkvvy1I8jkiw48DGoarfe7GcfukxZyn7Vdx0PeMawY+jS3qwCvj79+9xtsOewy+2Av/oAP7wO7pl4BcOdVnAfoeuuSPte6je0CZ0TBvQf8HPhgOyRuA7gUPhOe4rJf0zwmQ/6CDnr/qx0jJFV45WXwmrUVy+/2BP6sfowcMdBNrJYTsG8i3UYVBLZhHFfXmmfWflv/EEjS+5aeNHWqX4xpva6puB1RiwA3g1ai34DAzohwBYwxtmHYfp0kdpOo/3qTJxnvCc/Gd8Clg6wIcmPWJu+HFOID5OU/l4z48AArxQJsVnKi6W43MzcB4GSj+5zqPJOZEejH/9gK4w8bVKexwd3ypKP4hQ2u4odpW0o7AvFqeaHqRRrMZhGJBNAugo/eQw5BhIyAC/T3AayQGDE0krO8/wGwWn4+LVvy0h4ZgdMrTecfg7cb1a1pMMfhxbrHLE0YXdSKf1aq0rWb/rmb+gD4x/gCA6nJ7nAABAAElEQVTCEY65UdKap3IAg3/XOZiF+mM38M9bCHigA5s6q9MU3PQFAk5gAvqdrW+0wP2nY2ChfZtGM2AGzIAZqMuAHcB1+bS0EzDAjxZuJvmBrg3YKWcjP2jkxGTPxs015bTXD33lUxrnoXxRQxw/NsJykqU8qb3kqZ5UnjXjxJtuxjkn6DysmzTl1zF7OYpVTmk6R5bi2Ifx8BWnca549pR3MANmYCwDcrA8Zr/RGCI2NObqfPZejoGz/rBdgl9lZ5NHwce2uxs1e+n5/gJh7IquG+L9j8TZ/khWR6C+VBxH4ORAY/Ro3DkG1cZLdZopJ4O/u140951Kf9d/ZWisTbXrSSz4ej5Tv2t5H6zNAL85cL7wm06r8Pb/HTJsN1oJ3Pzaan+TgRv801Zxrs0s8of1wFHEb2ecXuigV+FugWxpHdjIt2/f3v2///f/Wh2WytujPPwzH6EHH0L+N/k9rnG6eP3s2EmN1/RdNpzwcsRX5xKcIzGOrTuc+6AMjlM29QXsa7ZDfiyIlfKBG1tS306120pVW6wZMANmwAyYgYdnwA7gh2/icyuom9ypWnDzm3OUEs+NpfaSzbl+wJOuY70ii3zI1c2oZITlOUYON7Dk06Y82iMnDPF5mKZjuAgdqIpfc5/iXzqJB/QN4zimHEF7jpX//2fv3pZkR5LzUPfqGe6b6fMMTSY9rR5VVzJJFIfThxFJ7c1eu76s9VdFoYAEMgFkIrI8zFABxNH99zi4hwNZifEsvy3jPvmprxzDRh7+PacuAzT/gyvl06YyQuLTw9Of5HsmwwqFQCFQCBQChUAhUAgUAoVAIVAIXIoAuyXXpXXvWT42F+cX+j33EnzBjG52nC+Z2YlHDkNs2a/sU2cMx3TAj6MZPvLig1LOS5wFxN5u7fjxVo6Ril58oN8Y4ngMD8egcJ4K8hg6TfEhrccAf7S7zI0KhUAhUAgUAoVAIbAdArWzbodltbQxApTaGBExTBkYMT6SL89FURQzBpOmfBy1cVR69saqZyH56lA8xW3Is7y27yipyiZPWUqrcslPXtps23Cf8m26OkL6di+fgctYkY7+lJM/FsLjWN5cmrrBJmXR0NLk3qWcq81LneRpL/Xdp2zayLN67lNGncg2aWk7ZeHgitGTZzHMYJw07QVzaZ7bK+W0LT10pe88tzQc9R79FaYRuDc++4+lfEExhcHbF1GmSu2Xftv+h/Kex38Cv08OVs7NrYl674Ac4T9fNbwre03CBB0L6X+LV/bF9zTP4/i+znluUn6C/pfKKfeSsOnNW/7Hmg5942Ph06fx9LGWrktL/8PaOfgbwWd0fI2UOzU51f6wv8Hz2a9dntocoyFpZ+sO+pl5nJXf1P74+Xmsz4/rOQJm8Jvi9QsWr+QZR1/m31SdEVJW0//yBd6g8RcapsbN2/Lv5ZDx+bbc+6fgNz6P5udX6g9aPtE/QXvG4VOV9fgN+n33OEHfS7kJGl/y97pJv1nzh/3M0T0s/5jPGR+xO9gpHElsiJuEZqy+7e9L/y/z9G1unqwvvkLlfGTfcKbmK+D3cza1tozfjqNhn3Pzmx3Hieqnb+HuIov1YSg/dA7Tnu3DS/rKeEkd9MP7T3/600kGbPtLxs4Qr7S7NB7SM6w3RYuxIshHs3ET/MkjeaebM3+m2n+tkvHxFvsv2/PT+vxasr1LrTl8wr8x48pX/HiQN09f2+vr/de/h4LXtBedZ2ZONjUuusWrsw6XMxdr0TZz4T0Z+R+k73OeU77+/FZez1/yD9Omaj+nmxvoxwvHvHXqUnkslf95Sq7Pnet/ruWMz7lyU/mX4jXVzjB9qSSzTgzrP8rzUL5DeQ3zh3wPyw/zp55f/sfvq4Hwpui4tvymyOnh2v7ftzSeMsf/eK3X1K3pW0vPK2XL7tbSv9X8vXYe3hqvIapr8VtL/9r+h/xc+rw3/eUAvlQiVf4iBAzgaydRHIfquxdT0NOeNAsbw4Oy61mQlrqelXehJQuq+1xRNIeOQmVTpq2nvPTEudfXsLy0NoQWaWk//LSLdNpu67pPGf2oH7qG5fKc8nm+JNZHaEs9/bVp7sOzMvpr86W17cjLJc996qRe0tp0aZG3+/aK7OW759xPfvAJjZ7dJx3O7sm+zfOsnPxWFozdCoVAIfDREVhqYh0Vp97pPyquRVchUAgcH4GlR5jH56QovC8C7AQOIxfbw8VxIb2HgG5OyG+++ebkSPUc+6gH+tHuXCC2X2y3I9I+HBPsVPRzcLXOxyPS3tKU8cFGZxO7MvZzjtKWP/o9Gx8PzpIyf6X1FnJeYS64yCey6o0XcyVjCS9xAg/nUG98Fb2FQCFQCBQChcC9ESgH8L0l8MD9U9QYOILYcxTSOOjktY5bb8LKy89RpZwylHPPbXn1tds67zxThKM8enb9/e9/f3kjUvnUaevnXrsJ0oZBGlqSl3hYTpk2KNeWbfPRk+fw2JZt28k9PM+FtHeuzFSeusP+Q1dbR7n0MyyvXPLcy8fnWEi5xMq0ZaW3efLxn7TkS2MwoLW9z4sCKSdO/bSBvqSn/9AszuHCb7/9duKF0YhGcRtauvVR4YMhkC8zdnrbex7NGnPnMQo+79f28/V6yQ1/e9Dbtj2+lq/vte1jfWuXt5D+9+Lvcore1gh9b1Mf4ilrJ2butn4eDUnyXjMW19Y/Gh5705P51ev+EPrXjJm9Mb5j+1ljNlpfYgPk54jZEOyFXgKHNduGjcReae2Xo/MQ+wydOSMI/bHr1vOwzzxCH1phzwHs8rPWeJK3Hf3rERhrITh7aSD2Ndt7vfM069dYr9ulZY7CmQzMg5wdrOehpXP//TfzwFmEsw9XvugPny1Fm95bT8+updfNH+OLTHKOY34YaxUKgUKgECgECoFC4HoEygF8PXZVcwaBKKGUa/diCpyYYkqp81ZfHGRi5QSKH6VVWhRbsbdl85y3HZXNRYmXPvYGdsqkfW2jRXsJScvzVKyeMIynyl+a3tJ0ad0ty4e/uTYvoXeuzam2xtLHjDTlyFo/Y/KUFiPPfcqIjU9jMGXaNqTlgMG4FeTrDx36ZHzlWb6fLXKN0S6/QiFwewSuM8ZvT+ej9nhv/O/d/6PK9Sh8lXyPIont6Pg4Mm1/XvLlp+62A3JhS8H77QucCyuvLJa+VzZzt+q90385cPR7jglf0c7ZN5e3ftsabHN2dC+B3ZXQI/bGTi72JfsT/j3xwu515uLrWTZ07ODIZdv4Vd5Pr4Bv0jT8WwcwHnKWtEkHq17eWk5BywdZmMuClwp6DPjJ2UrOX4yzds73yFfRXAgUAoVAIVAIbI1Aaz8/e9OmeygH8DQ2lTOCACUsxopsRoorjtw4cH3J2zrR4lRTN4aN2LNA2abU+UpXaJ24rSIunXGRNtRplUH38tr8U4NPf9DjkidO8Ny20dKYMtfG4e/a+nP1wudUub37n+p3q/Qhf0v5iXyVH9Yha2NKSPuJk+Z5eBnDDKqMcX3EEcxg9Ox/UQn6cP3www8v956NXTEjBg1oE3MSc0pLF0L/6aH+HB+BfFFyN0pf17NpEtqDk+lSj5mzBJ9LOL+mvT3xX0LPuf6H9c+VhdOw/CXYjZXdur2xPs6l3bv/c7TJW0LfnMzm+njNz//Ym2pxlpq59fDs1yJPdMzVfyV1n7vQ96QHjIa96Uv/6Vx/w7TkjcWh7w39kdqUVMcaul1aa7ju32uwaHv6ggucg1+bvfv9GrmM8bOG4LQ3Mf5Hm15D/2iD2yXeQJ70evYpPZ494GXlXgK7I7T3ZnuwodhVnKdohz9eegnoN1bYlRk7xlJPITLgdMSDK7bsMj6y3pwr/YrJpy/v7H99yfJ0rumnPDyg2dw1lsRXO06He/Wl+/cMreeyIwvjCR8u82PLOfH12Hr6kvYqp3N0LslzBoPufPWLJ3LxjM+1IW205z9r26z6hUAhUAh8ZATmdoAlu/1Hxu8a3q+xn8sBfA3SH7gOhxdlKT/VTOEXKGVCnGYMMUqnuDUoOboEMcWOoePKl73yopRJVzdl5KV992Oh7Wssv9IKgRaBjLXEbd7w3tjzgkLGoLGWe45h94wtIfMk6fJiGLftStc3JzDj073LT0zrawldbXt1XwjMI9CqZ6WKzeO1cYn2cOjl0GTjPs41dzcHxzmiKm8zBO49vjZjpBp6QaCV6UviY954+SAH/Nmpbr5LveA99w71DjJ46fup7XvsD2tZ6p3+K/lnz7JrvfTJLs7Lnlc2d9Nq7A9OFfYKG4ajZUuH0d7MoD3ORy/hsqWcG/QQ2HjOP9AP+zi40N6L/YdO40Ucx2NecN5cBu36sujFuOUU4AHd7HeyMK42GUdvaF5Oz7Ul8cF53Z5R5Kzh2jbvWY9MBHIxvvDV0/p0T+yq70KgECgECoGPgcAb+/nLC3JTv6RVDuCPMSZGuWyNCwpVlMUo8BRGRol0yrB7eYK6qS+mjFGU3YspbNLyzMDJ/7ZJPe3oIyHpYulRWMVtvym/JEZ7G9Jf4uQNyyW94vsikDERKoZyS/qt4vRvjLeGYd52Tv6//Mu/vIxhaQ4ljDHGvdgVQybpeYkCz35KLu3HmJPOMSzI8yzPVeGgCOQA98YHAAdF44BkZX/o47BwMYCrxt3lWAzX6dCZ9TDPy+OjyOUodAyRi2NqYu2P/IfVtno+13671p0rtxUtS9pBR0vXkjqPVKYj/uP8fST478fLUdevSxHBx+X70mwvWZ82WhvYAWzfvPg52/9BCti/ObvQzy7xsmpPdgVanTGws9DOpor9dBCIJ8mgI8Ef/c5Z8qJwnF6TFQ+Wgd58iW38G0/Xj6GZdetl3m4LgjETHiILzz0G2JvPZOFswfia0tOPzp85gh9jjFwyvraaI8Hlenvl6AgWfYVAIVAIFAKPjsAl9nM5gB9sNFBkligxykTBpRzm7dMYf62DCkSUr7ZdXydSvvRHac5P5eQL3xhf6qSMdrTbthPFS15Cm5+0xMO8sfopW3EhsBcCw3GYftrx2N7/8ssvp3FvXphj6osF9wwac8OcFH/77benOPmeBbG56BL0Ye55ZuzlAKrt+1Sw/hQChUAhUAg8CALrf/7uQYAoNgqBQqAQOAwCdG9OPDp97OHDEHeGELYDW8LLp7604/jqyY5AL8zjAJ6y0c5AcNesfMWMB9dWzq1bMZVzIGdJAjnETr0VDVv0A3dzwRzAi/ue5kGLgTnhfM94wkfO5doyPd3jIS9IkInx1atsesK9aC0ECoFCoBB4LATKAfxY8nxxrsbRGiOIIuueMkixzU+pJD+KOmUqaXkjWBrD0NeHcfqmDPiigLV1kx+F03PSUv4e0C/te2m5e/DQ9tkLnS3Na+6Pxm/G9BRPLb3mgvLmUBura6614X/9r//18iZ+e6hhHnMcx1Fsnvs59qEhpI+//e1vL/MVHcq40NHOS/3O8dHStuV9i8+W7d68rSu/IFnL/6vchl/HPL9B//nz2BeCr7+68DQcHzzkS4IpNoe4DcvN5Q/LL3jO1wsLis4XmeDvE7lPOAlP/Y/Va3jNeJ6ktSk7T+SZEmN0KJ72E59pYlXWVP9pdO/+089UPEXfnHyn2luW/vIW6efw/5aOpx3k1NDXn5r0jJklXWRcTdWZSl/StjJpvy2ftLbt9r4tO3d/bb25drfKf6Hvy5fiL886eJXZ+P7wSsSnN/Ve0/e4y89U+V9GuX9dB6Z6nNvAMn6n6o+kZ5w8ZT1ZQyMF2qTz7b/uz22d9n6kftN/K6u21vL7kfbfVD6f/6Q2ng2j/L2h/2z1M5mvY/S1UNJeaY4e+1rm7d3Xn2aOODYe3/Rrujcdnd7Obj6n453Lw8kovi2LG9KPltgHnCx4wMs9wyX4GAvoZRs538DLXP25/Pn59zoW1+AUOXNwOaOJExsPe4Z5/i/rHf2+NDX2yWHe6Zg5PexnmX4zO/+f7ONLAjnAhOMU/eQg9jwWVuM3s1Z+et0Ix7qfHd/GDxk4NyCTzO80Nkd/xmXKv8bDcQ/nYdpr6am7uf6H9dDfvuix9Rp1KT1D+obP0/gNS44/z9Gztv3xXrdLnZufcz0537okzOF1SVvKXorvpf1fWn5r+u/d/xw/a+m7VH5z9FyafxT6187DKb6n5udls3aq9Vff0rDE3E4z7P/acXAv+c39P98xtSBpb+znLwbclBk3Yx0NYa/noyNAyTPY85OzcfwmbpVZiqEBTqliOFkk8jMx8jil2oWjnQztfTAZm2RjaSlfcSHwkRDIXEh8jnfzyxw0Lx0iJZi/DghsvMpkXoulMYi0L/7LX/5yKmMOK2ue5zK32/8x3M7z9FVxIVAI9IrAlMrXKz9F91sESr5v8ainQqAQKATuiwA9mr4e5xFdfMxWvi+V072j1cWW4Py6twN4mtL3ObCPs4sD2FmG514C3GPzwZ6dl/OYXnggAzSjnU3KWTflPD3P0331G3ZyxpIztet4OM/hLXKNKbRbj7Im9coLvDJHzA9nHHFqS69QCBQChUAhUAgUAssQKAfwMpzuXopBxpikYMeB5OdgKdqe4/jNG4uUI2UpRi6GnOvnn38+PcepRMmlECo7FqJYpc+xMpVWCBQC2yNgzpl/7dwzh81Z64HQ/sSctNYhbA1wZX2wVmQ+i3/66afTs7mfdjiFhawJw/5PmfWnAwTG1/PtCM87dkv7UX5p2e2orJauRGDmy4T3rZZ832Nyz5RL5+eltOZ/EPdy8PbBxmfm79wHrJeK/Qbl8ybzDbqqLlYiEH2y1VGfm9x6/bl0/j73//uXXzB480sFK3k+Vx0edHQOJJiwx2Nrx4YfrW++bvg172gfCxJDO2eRMwXOvH1Cxse61jP+0gq7BfZwd7GVrgvb0Hdp33E8cmCz5byoO+Tx0jZvWR6tZOBib7rwNMXDxLHTApIjn31sCjaxsZNxJDY3NgvZnzdrcLwhaxC6ycN4ijzI5GwIfS8/BXO29FPmPnIY67WVjTV13Twf66HSCoFCoBAoBAqB/hC4xH4uB3An8mUQCD/++OMpzht9Hih5UbApR5Q7P9cs+N+jAgcPZ5ByFELKrXquOJNOBQd/5FcoBAqB+yAwNv+kZb63VLXzPvM/9a0fXhhhLCXEQWwt+eGHH07J33333Uvb+T/fDiGsF9aNsX7TXsWFQCHQCwI5sMlBWi90F53HQCAHiFeMn7s4OjLej4FeUVEIFAKXILDh/N15/YnDi10dJ2ovejMdn77PTmAXsBFmnUWXiHFR2etljdbQz9nFge1MRIgttIiEOxWKc4uzLi/v3omUq7vFAxnA3/hnO7p6C+aC8RQ+Mq9748PaA//M5/vM6W1RIxsXXsgn557b9lKtFQKFQCFQCBQCj4nAqzfgMfk7NFetUZi3gykzDBWx8M0335z+x2eMl9TJc94upgxx+njTzz2FyJWgvOfEFCch7aRcxYVAIdAvAsP5nPXCCyBZK7LW4NL/D7bWZD3wrA1l8hY6w9e6Yv1g2IvzpXAcw1lr1NVW+h3S0y+yH53ySx09Y+WT9rovfXRU9+M/WLc9fMHdAXje8G+zX/436BL5jLWftCX133RcDxcjEKwvrnhlhaFMR/rPmJpysEylX0nR2WrDvtA2TDvbQGeZwT5kv/A69QLniPxSt+IOEBjOxyHJt5Xv58/P42w7fW/IH36GaS3PC/h9mRNtve3v6cL0ZfozPZo+zCZ/EzJfn5wzLyFpN6Lzpd/mht4e2jmMOPDy60BNsStuF8jnrHyXd8lGgT0nNuzZLwnT43MJfWllvxj+bCoygP12+O9H87Dllge2pXF0uQP4vvIwTjIX8jIEPsjlqpC5fVXl6yvhQbD+uMjDlTPCl5bvRN9L/xM3oT/Zmb9ZY70oYY11SRuWT72KC4FCoBAoBB4DgftqB/tjeMlXvGuoKQfwGvRW1mWccLhQXjh6BcoZJYeyGWVHepw3+Z8wf/vb307KDoUnl3JxxLifCtpNubaPqfKVXggUAv0jEOMoByLmvl8IYAzmsOSf//mfT+uR/yFuDZJnnXIvMLi08/3337+sO148YeBLd/jicl9rS/9jpjh4dARyqP7oKvWjy/HW/K0ZN6mL5huNuzs6VW4tmeqvEHg8BNo1Yy13bVv7rD/s9fzkKt069vZaym9Rn85Pn3cWwZHafkV7i/7fOvovlw/6OeqcrXCgXu20uw2z73oxVthQ8DeGbo//O5IuTmBj4oHd6IqD7uKG7lShtZWNp/DR21gKfLHNY+eLe+UlPJFLZGOu4NFzhUKgECgECoFCoBA4j0A5gM/jc3UuJZ4DxJU31MSCn2JlWLniJKG8uDyLKWeUGV/aUaS1R6kWu1Jee57TtudzQT1haflzbVVeIVAI9ItA1gIO3qwr4caak7VJzCHsMCUvqHi2HjGM//Ef//F0r06cy9Yta5g0IWtW1rf0U3HvCOSArj1U7Z2nB6d/9m3/yBQOC+WqzXKyPfjAec9e/sdmck7/a3N2fKV0R3Fv4zsyWPw//DqSRZHaEQLZSxbuI5txNtdv8jfr8E1DsdU5WujMeUHyTaGDPrALnD3kXMFZgfvzAZ5zZZoWXtanqTrXyyf0i9knw6+AGyqmb2fpm666NgfdbCdjCPZ4iB21tu1b1ccD+o17c6AnhyPaBTF7FQ95CRof2zgZM76nxv/2kiIP48pLBWx5YX5c3Z7OMc4jk+TlHAH97s0RsV8rmF+r0krFhUAhUAgUAoXAx0SgHMA7yJ3STlGkNFK2KCbt/+6VF4dI3u6kyEjzLOR/9lLYoohqd6gIXUN+lKdr6ladQqAQeDwErAnD0K41HLp+dSAO4Kxvnr3IYq2Lg1g999q0fjGYs45Z37LmDfur50KgECgECoFCoBAoBAqBQqBnBOi8HBN0YfZ8q08fmS90op3jy5nDmG1wZPrRhn4XO4WNknOVo9ONvpwNwd/YceGll/GDB7TG7iMD52D4OToPoU/sIgt8cJ5mLm/jAIbSbQNeyMB8YK+LextXQSxywpOz0/CDv3mndlqpuBAoBAqBQqAQ+JgIlAP4SrlTPFpHKgXku+++e3GQUNrzhS8jSj4jRB2OFIqKn4kSu7SXEIOLouk+z+kz5RJrfy5EYZorV/mFQCGwHQKZu9u1ePuWsnZYwxjCghhv1rBff/31tL5lrRL/5S9/OR2+WAfzEow61rT8nL12GKCcyzGyrXFZzx4BOzzuGSKb/fqY21te9623NAzTtTNMe1vjHk9743esMRxZjslhmJayU1JJ+S/l3nz929Zt/sfhSFNz+D8tJQcPwWGczKczxFVhmv/z/d7sp5UHc/rdF8Gjumk7PlbBs1/lL1+AvcrvSZBf/s9p+6X77Px+My92IDdfqg2a/v1l3owPwK8/v/5fzEHVCx/nZDk3Ti/s7ubF19E/t77NszMuv6efWzhVnR1/8x2sKvHp0x9m6q/Db6bxp+yp8Tf4KdCX+aDFqTrzvS0tQe50W7ovB9i7rzhf1oUv8jWPX9Jee5kbP3vJn67uvMKvlcV590qVu2cMP/+e8Sn+AnLDx+T4+DSQz5vG18sH/fB3BoP+MQfwM7Z5qT58hJDn9fHp99iScLOY/cMO4shiP3HUGT/46SnE3mPbxUH33jm37/rQnqstwQ72xoUrdqg2nNHhIXPZ86IwsT+/2ELNXBlv783CNV5kYaq1gizMBfMCL3/849OvE/zfaV4+r9QTtl6fsh6mXc94MjfIx3zJWcJCWHYtFnqnOgkfU/lz6XPtz9Vf2/9c+2vzL52/w/4yh4fpS597x3eO/r3lP9f/nBzW0nfv/uf4m8tfS/9c+2vxvff8nOMv+XvhOIffXv2Gr7l4jr5yAM8hOJHvJ1AF/wvTJsPIoKQLFBEB+Hnzl5MjDl8KipDJk3hus5oT5qnR+lMIFAKFwA4IDNefbG4M/axh6fa///f/fkrLOsng9D+5rI3+37m2XNrwzKBmmOaQw7o5FVJvKr/SC4FCoBAoBAqBQqAQKAQKgXsgQJfl8KL70oPpuNGZ70HPJX3S59EvRj/dfLHT65KOdioL59glOZfZqatdmmXjwBsP6I8TvpfxE1Dw4MID55wxdWQehnYsPtDrzE5eHMCej8xH8B+LrUnkkXH1//2//fES7M0TIWMMT2Rk3lQoBAqBQqAQKAQKgXEEygE8jstJ2WsdsnHwMoYoHZRZ9wnSKLcUwzgyODGiOLbl3EeBcd/2E4VGeoVCoBAoBHpAoF3P0GvdE7z4kviXX345OYCtcZy+DLW8Ve2eg5iRzUD1awrKqS8tL8+0L9ecGl75Z0j3yuaq+iQC+77p/77b9V+RvG/zkpT0f/svSOapRNut5TFPVZVoEcj4adPqfjcEJr7Ae+2v5swrFu5qfL7F46M9dS7/fJk3+wXe9XKlW8YJycZ3TTomdqTjGg7QTu+mxzvn4FhxvpHwpJoPwtbrY8bXdXoK+tkRHO9wx0P7y0MD4g/3yPaJLRQ7ie0zHD9Ht18yB/BDDnjhrOshwB/N4cF4Qn++Mm3nQw/8tDSGlz/84enXCf6fp7n9769zuy3Xy7154dzVHPHFPNkZZ8bduXD0+XOO9sorBAqBQqAQKASuReDDOoCz8U8pCBS/H3744eSUAK4vfRlDyrdOCErHzz//fFI2KFXaFUdRj+J7rYCqXiFQCBQCj4BADGZrYg5jHCxZT71gwwHMuI4j2FoqXVDXWutq19dHwKV4KAR6QiC/hIvmT6P+7fbQ9vwBTE98H4fWFt/jUPXYlHSEOWdSTbvHHo7FXRcI5JwBsVNnDUdlxBkGXZtOTg+ne+dc4z3NW6+P69uLU8jPWHMA53wG7ZHLk4lx2GC8wBz+bCTxuV9GOiIjcOaIczlT45xzjhb8j0jzGE3hA+3kED44GnsM+HD9wz88O0x9BdwrL8E/44xsyEiwBvQ21sLPUeN5+++olH8Mul7//cvTa5oH3t8+hjQej8ua/48j0w/rAKZcU3hclAXKaRQ7X6cxGKRFWWU8CJ59lebilIiCMTTuKOwUj2F6hs5UevIrLgQKgUKgVwTOrW+tQRajzUGH/41uzVXXF8DWYw5izw6gXK2R6sUb9QTtWJsrbIPAixExYUDk+4xtetuilXtTdO/+hxjOHUxdTm+r+A97e36e63O8VqVCYIk8zuG7pH4h/YJAvgB8SXi6SdrJgTrAevYL4bahO903XxFuf/BT4+tOUp3oNuNzytO/tby2bm+Crc2SB/Rmbm/W/rKG6KV01vbLwWU1j1GKTu2il9PF8fKsv38Zf3kD7OL1cSCfE7sZ0+Kx/MsxQbszGvSTQV5CfbVBJhTcy7vapQY62TjOpNhDXpzFj3DOxtqFmCsaRSN6zQP0Oxfr6SvglmVj3/gxD1zteGrL9XBvXBlLf/jD6wvY//bv//bV7/+ROdgDF+9pxJMxlxcmPL/O9fflK2U5AvP23/K2quT2CLyc2SxoOmWfpspo2N5+GO2mEjtCoOZ/R8JaSOqHdQBTRgWOBo4FCoM3xxJiOMTx+9e//vWkSCRdudYZMaVk9KCkh+eKC4FCoBC4JwJZUzmDHRxYm62h4vwPYfQxwP1CQ8pbp72U47DEYUMbrM21DreI1H0hcD0CjMcYiDEKcg58arVxRH311R+u76hqjiMA3zs5NMYJ+gCpb8b00fltD3G3caQcneOirxA4IgLOC+im+QqVjtpLoDfTwTm98lVdzkPe8bD5+pg1bN36BX/2AHvBS/14mTqrecfTDRJCy5R9Ih/N7BwOR3zgiUO7p2DcoD2O+KGN1gsvZJEXk3v/Crh1zPsZaK9C/Ov/+denv8d+KeLcWDFPfCVvrme+TK5Z5xqqvEkEZu2/yZqVcQsEzN74dePojb1+i/6rj8dGoOb/48j3YR3AcQxQrClslGYKm/8JQzmIEiffRdGmKKj322+/ne45EzynraHYe1PCh/TXcyFQCBQCR0TAmmtdzhe+3uT1xa9g3c0XwpzCDFnruvscqCjvfw7nAEt7ydNuhQdHIA6yzQ8mL8UtB3U50Ly0/vHKlzF5jUyMg0vGQMbNNYdxl/RzDS+PWOdS+TwiBsVTIbAQgZf99Zr1aWEfD1CMzkkXpZs6f+CUcM6w1dlBdNpAtbVuGyeRFzA58HoL8GFDoB3+cG8dqE/Zdw1z8iNPtkvOr/CAn9TbWt57gZFxlHM3DmA89RbIgoPRF9nGlKtnB+O//uu/nezsf/gHa9PT19lPPwnt56B7DmTEUZ+PeswVzxW2QaDsv21wrFYKgR4RqPnfo9TGaX5IBzAln6FFOaZwcg64ohBIp4BSSr2RGyOBYk25o0Ao45InFrYy2sZFUamFQCFQCBQCUwhYlwUx564DBOu8ywGVF3sY5NbrOITjAFbWWs9Y7/Xt8ylcKr0QKAQKgUKgECgECoFC4FgI0EE5gb20SC/Ni+Y9nCcMnSc5EzkWwtPUwJ7uL3YWxEZgOyT0wk++POUAdvXm0IpTjn1m3It7dAAbN+xHV5zZGV8ZUz3Fn59s6f/z9NXvd9/98eV89CSXO78YsRZD852MzBVy8uyqUAgUAoVAIVAIFAJffdW9A5iB4hLylipDi1OAksnpS8kXM7w4eRkA6sTh2w4EymkMM2ViICStLXvNfWi9pm7VKQQKgWMhcO/5bH1aE+boX9v+HG3X9s+YQxtj1WUt5+C17gv2grylnYMfz8q2L/04SGEoztExx8ej5ffzll++lBxI4OXL372/hpzo/ws5nz+vO3SYn3/X8nd5vfzMs599zv3oV635OuwJgyftbCCY4eO69WvY2uXPl+OwrI+xcZG0ts+kDVvNVxgj+JzwHavXtjts79rnsX7ats73mZd22hrt/VZ6ddvmovusDy9jteHjJe2ppZRb1OgdCo3SNyez5XS+7ouDdSwYjfb/2v78+vVa9pq7V/quqT1fZ57+OaybcTXf3QUl0u/I+nBBK/NF08+g5Be5f/68jr95fAf9Ln58S9fv7+j8wte79LcdzK1PS8cfPZPu6RxCm3Pr4lsqlj8N6dkCX3Sjn27tbMUv8Qz7maLwOv3ndUyvNG9ONgJbAQ9x2OEj9Ceepv+8/rIW32H9KXoigzi0PO81hqawWJNuzIeHnNOxu+Yc2VN4hJYhfknfO3aW6HzRWHJNORd//xw9bpyirz9NrK9fis/xP97qa+osPk/ruDX8//7ffzvNjz/84dMTX3842cSvrVx/dyn9s/QOSJlqnzx8zEM2+fDHGUFbPveJB02fHi+lZ6yNc2nn+j5XbyrvUnov6v/LUvjW/num5PwqOUXt/v/HfOkaObfPT3NwPmcO30vlld7y0855bmO759z5TfJfd9q2hePcz+E3R+m1+Kbdtf2nnal4LX1T7S5Nv4i/kfm/lv6l83MpP9eWu3b+X4TfCHFr8Rtp8k3SHH3dO4C90Sn8+c9/Ph362+wFAwvzFEwxpy8FwBXngXLnBB/hJFa+QiFQCBQChcDxEHDA4LJeO1xgAFrfHTjk4ET8448/nohXxj7h6wxlxdk3jsddUVQIFAKFQCFQCBQChUAh0BMC9FL6JocEfdQ5RE+BfvzDDz+cnEQ90Y3WnAPFAcwG4MDrKTizQrPxE/pzttXD+RQZuMwB9LPLOFA9S+8toDu84KO38TTE21jCB7kYY3h7hGCd9asLeMLblKP+EXgtHgqBQqAQKAQKgaUIdOEAjvJIgXfP6cvRy5CSJra5U8Js8A7yKTA2f4qNOEqyWN20uRSoKlcIFAKFQCFwLASyroeqPHPkugR7QIK9wpfADELBXvDtt9+evmzIfhFHsHz7iMO72i+gUaEQaL/+7QkNX1q8/SrsttTfu/9LuT3/ZcqlrV1cfuEXpi/tKj/zNepLWTdp/01iPSxG4BKsFzfaU8G958fe7feEdd+00kOdS4idU8SBR6fsJaCdHkxvduZCV+4p0OOdD9H/g39P9MOfHQN7MuCs85wxFLvnqDyhH63GELrJAR/sL2k9BnzgIVevfMDe+mSOZHyRyyM4S8kIL/gy761bmTM9jrkj0Pz6609HoKZoKAQKgVsiUPP/lmjv29dhHMA25SklVrq3Tzl+beQ2dGnuKSk29faKsWXzF5RleE21vy/E1XohUAgUAoXAvRBoDT4//8zBmz2EUegNYQcq0vzE3Z/+9KeXQwl7iPIOjxj4Oci4Fy/VbyEwh4Cf6EooZT1I3Dve2vmc9spRtLlkP7xzc3NEP1iDmZsfjO1idxKBoQOVHtqTgwX9dGDnKPTl3hzAsObgou+78IGnngIeyCAOYPZKL07H2GAwJ4fYW2SBr+T3JA98wB8vOYvskY9gjh9jy9zAU0/rU3gYi9nvGW89zZkxXiqtECgECoFCoBDYAoHDOIA5ZymHFKi8reXLLE5fmzdFy1uDylGCXf/0T/90epvQIT1lJQ5esXYoM2lX3OYDL89bAFltFAKFQCFQCBwbAWu+vSHGrX0lPxWNcs5fTuDsDb4WlpbDol9//fWr33777bTvJC1lj815UffoCLSO30fndZ6/Mcdo0m5x8DvsQ9/DtHNchNbGm5/6HJSjX7CmziX9hIbUzfNt4qyhT/+M5dTh3P/Ee6FqjP+kjTlwk/fSwMjNWL2RYpX0ERFYMj+umXfBctj+0rba9SFtiYfttXkf4f44/HOoCJymHF6cEGKOiV6CddqZC32Y/oz+vGDfCw/ozRfAYnr/2gCLNuxtC8TpaAzF6dj2f9T7Fhc8uCILNlhvYwnOZI/uOOTx09OcbscK+bCJzfHIBX+eHyG0fOHHmKtQCASB2CHZq5N+1Dj/w/eo9BVdhUAhcHwE7uIAbpXmKIaUWcHhe5y+lNwEdf72t7+dlHaGFAXSoq1+2kjZYdzLoj6ku54LgUKgECgE9kcgBgAHr4Mhe499hfPXFw/Zi+xPDsHsP8o5ALAfpT5K7VVze9L+HFUPHxWB3598AjEQ4xSuL4HvPRqWOnQupTPtHsfhcSkHxysfTFFWuB5PPgenqH2RYMmLBwdnp8jbBoE4HbzQ7oyDU6LVG7fpZZ9W6LRx1DlPcV5DB27PcvbpebtWObjo62jn5KK3/8d/vHXgbtfbPi2Fh9gkZNHLGAoixoyx4yUC9MfW6mkshRdzIrwYU8ZXXi5OmZ5ivAh4MU/w1zM/wT4y4qwXzJlH4Cv8VVwIFAKFQCFQCFyCwM0dwDZeSh9lL2+aOWRnFFEI24NzB+yMJD+XRLGKATVkUFupN4yHZfOccj0qneGh4kKgECgECoHlCGTdP1eDYRjj0P7z17/+9WQMc/wyih1Y5BDJnmQ/8+a3L4M926tyKLOkv3O0VN69EIjjp3UG3YuW6nc9AuT5UWSZsQu1a3nOy5f/sR76UwvL8P/981t6v44DtnWqjVK0rP3XqsHobX+v+XVXCJxBII7dqXGZ/DNNnM+q8Xken/5y6YT0yTi+enPeOSvhSOG8pgO7ps5kjiodurkL9pxB//Efzw6vrejNedJeer/22Sbaz8/axtbYioc92hniETuJHWU+GFe9jSU4ZU4bS+aDM818WU5Wvc1xPBlf+DK+yCf8yNs77DV/8OOFD/IhK3xZi3scc3vLoNq/HQIZ7+lxuE4mveJCoBAoBLZG4KYOYJswhej7778/fVVlM/acRU9sQ/alr83aoboFMlfKqVOhECgECoFCoBC4BQL2IntSjHx7l4Ow7EVeYnIxnhmWcQjHkXwLGquPQqAQKAQKgUKgECgECoFjIeD8g15IbxRynnEsKs9TQ7flPOmRdpzF8Uh/d/37v/sp2L6+Ao6zlAzIokcnlrmAjzixxWyloUPk/Gg8Rm47pvDBwdijTIJmZIOPR+AnfBlvgnmPL6FnOZ0YqD+FQCFQCBQChcAVCOzmAM7BOGWCksroab+gCq2Uvhyu+/lNG3K7Kacdyi7lMM+pP1QYh88pV3EhUAgUAo+GwN7r3dr2b31QtJbec+ND24xIe1beis5hnrfY87NsDEzO4L/85S+nX6/wQpPg8EzIXrYnraeOFvyZo+HT1BdOX9qerz/1PwoXELeoyFZf8F37UtlW/Y8zO4evn3t+CTnHfIpD1dMPmb9k3+fmWlyfqZ3jf5qn5y9XP33Kl6xBRI2WpjZ9urX9cs73/7TkvA+n3/UeZox/qTu//rZYtF2lvfP0tTXe3o+1m7SxNsfSnsZxvggesvtlhH/9KSZMU3/R15dfyo+ub6HzLUdjT9ePz7HW3qd9+irj933eKWWU/omyd0hei8/8+N2Xqc/5Df13TqIvjqN34/KJnmZ+vq4/l9LZjGdVI+fPGe/P7Y2uD6esEJb4ufzw7zy+AzqGDax8Xj8+9qXP+cUWwbmFi+7oRUK6Ij3RWcdaDM7Rt1XbGSfo9wUtfde5juet+hjjY6u2Q7/2YO6Zg+uPf/TRQfa6MQquS1tKd+i6pBdtkwH846SLc2vYzlI6hvXyfA19qSs+1z+aXfgwnshlio+2zVvez83/nEey7dzjg3MxYwz/KXNTutPZxAYRDWdKvpEFXvAEhzks0uUWccbNFH3X9mG9MsbIxMvc+Ds35kLHXH9b0znX31T+kN6j0LWU3mG5W9N/6Rjfem4P5TfE49LnOfy27u9S+ubKz9E/V39v/o5O3xw+R6d/LX1z/Cd/at5vPb/TX+K9x2f6mYrfWpNTpa5IJ7gffvjhpNwxdADZgvnzzz+fvvTVNIMohkTKtILPfeIryKkqhUAhUAgUAoXAVQhk70ls43ZxBIv9mwL39jpOYYalsg43/st/+S8nI9MhgcsLTwxs4d4KwFVgVKVCoBAoBAqBQuDDInDesfphYSnGzyJA32sdwO7zYmDOPs42cOfMOIDptXRdjshzDpQ7kzvaPXrxQT+nq/vwoKfgsNKY4ZjjxBL3JgN4ZyyxlYx9zuwe+cALmbDr4pA3LzLGerDxWhrNC/xYm4wvPGWM4anngC+2N57Cl+eW/575K9oLgUKgECgECoElCKxyAGfTFOenMSnUvn5iHEijTFCGbLIOyF0UCxuxK23E+PGsToVCoBAoBAqBQuCoCGSfSpzDsF9++eV0oGEvtA+6lPn2229P//4gh35xBDvMafe97IlL+L6k7JL2qswQgbwrv82XQMPWt3r++skf8eZr4IsbxueWPAa3iwmpCg+JgC9Ztz88zBfCX396sPGWr5hvZQrpL1+ZPsT4y3jYck27BJj0f0mdKvsREOBEccXpRW+kxzkPyTnILA4v68Ptx7ezHLTGiYL+hOjCeb5b/ILP+xc1YI9menmcqMdzbGX9eE8/jFseOOPZEOTST/Cv355/gpfTN18Bk8vxZLEMVXOCDDKu2Hk92GdjNBpj+GnnSdaosfLLELp/qcwd88W9lw/IyzN+KxQChUAhUAgUAh8BgVUOYA5ezl6xnzRy4G1TjfJAGfJ2ZQ68KXbDTVZZIfEw/yMIoXgsBAqBQqAQ6B+BGMcOx3777bfT/sfA9OyQg8Eptm/aMx1+MD7F9skc4qSd/hHpnYPjHQqsc/T2Lo+iv08Etnf+Xo3DQzk6r0ahKj4sAsfbsx4W6isYc8ZB58sLgu6j913R3M2rOMdBMx02zkf662Ln9c0pftsh3ZqujXZnV3Ty3pyOeIhzDu546WkMRSLmgrGTr4A55HtxnIaHNsYLWbD53Lt6CMZTzmBbetFPJhlj5kmP46zlyT0ejDNyIi/Bmlbnzyco6k8hUAgUAoXAgyOw2AFMQXAJNk1fM7koBrnk+arJ/zy0wSpvk70kaKtCIVAIFAKFQCHQKwIOZ2JQu3fZG2NIO/DgABZ/9913p7KMbeX8nLTYc/bcXnHoh+7hofnx9JDW8euL32FIWltuWOb1eYy/pA2xeK01fZe60yXe5sz1cWl7b1uvp3sjMJQveQ7TbkzjkR2/+WLtVpCM9Ze0I+M0ic+t14u1/e0xF/ZocxLwyrgSATod/Y7+xwGZM4/Eo81mbo5m3jYx9HOc0F85iO7uQL0AH3p5nNic8Ognj/s6fy5fT/CAbnLwgqnx09oL7vHapt12pLS9TfOHB+MIH2TB7unFyTgcM2hn5+XlCDIalmlR2et+Gu33PcZOldPee0Y7ezRnveTUzvVjjC2UXh7wQV7mDb6MuWtlFRyG+F1OVdVoEShcWzTqvhA4BgKfZ36Z6tPI+dQxKC8qWgQWO4ApysKf//zn05urUTYt0K78T1+baKsgtJ3VfSFQCBQChUAh8FEQaA1CxqW90YGHg784hL1Q5XL4kV/SsI96Izn/MiH7bAyij4Lf/fg87mE65TvUxel7P5yq50JgCQIZsUvK7l2mpeWSo9K96ar2C4ENEGgd+Bc4xjbouZpYgAA9MA5HjofWCbyg+iGK0E/xQF+ltx7967lWb6aTe0Yz2jke3buOGob0ozPjyBhyHhc5HJWHKbqGfMQZN1X+yOnsOx+9kAU+OObNk55D5BOezH1X78GcwkfWYPzhtc6ve5ds0V8IFAKFQCEwh8AbB7DNL4FCmTfyvP1lk3RFybRx+nlnh9gUHnXb+mmn4kKgECgECoFC4KMjEGdwDqByMODgyVvWeZM/++4333xzcgzbY+2tDFZ17LePb6TGMfOqk+w7fvR3q77WcTL2duXXTwf9v7cH/+u6WF87jocj0bSeq2rhoAjkfwEPyZv+38BZX4Y1jvIc+upV6nUSCY59rO2TvGY9nSxQGb0g4GyFPkevi47nS7Srzk8yLm68z6IVzXTSOFCuon93oZn/PlL4/eXrRjTTwdHrcs9Rd0wHsK96nzj4/NbhFlvCORw55Hzu6nG0uxymOnj/v4Dxws7p1caJE9hXwM5LPY/NDeNQkPf1p6ej2BvPYX2HBvfnQn7JkWzMFTwtrXuu3Xvn4cO8j+2d8+0xeS2hdYhJ5umSulWmECgECoFCoBC4FQJvHMA6ZZz4Scr8hEl+WiYb4v/4H//jjdO3Nrhbiar6KQQKgUKgEOgZgbH9ktHo4CZvVTOy8wKWLyzsxQnKOBzJi1fqVSgECoFCoBAoBAqBQqAQ6AMBOlz+DzAHyzEdkM9YDh0bUqOvRleliyo3puMeQSLhAX3unWm5fIEdx094OgK9aAjNQ3qSjn72gHM6F9vhyONoyEee8WH8oD/yMCfCZ8r1EpOBX3XCD/ngr6cQ3DOXPZNHxph5crS5sgTf8JWy+IsNnRevw2vKVFwIFAKFQCFQCDwaAn+knOTnJ33pm/+JQqmX57Lx+ylKSk3e/BILww310QDamx84rwlziuXa9tfQVnXnESj5zWNUJfpFYOn+EEOzX07XUw4rl30WHvZdXwZnT2agOhzhFLZnM1yVtTe7Z5BvjeNS+U1xv7h+vmR5aej57fhP67bHl9be34w1nLRjHtbk5579j19f/Lbh+f/+Pqd9/fS1S8LTiMrtIH7W317Hi7qv9QaFzzy+peOl4MvXDNe0qZVr671QcLr5/PmZz7epr0+v/L+m9XTXO/37Yf1l/Iz+r6KJMbsfMdMtD+bxa8HQPzV/X0tedfcyP7/URscw7aqGL6w0yf+XdsZ+7mC0i23Wi/dNr213dAC+7+ZdytgYDS2J31V6TpjDdKJaj8lz+sVR1scxOy/nK/lSkC43Ge4xN5+ICb5jONI30cx5Si9VxrmQM4ex8pO8bZExgc+TOv0u4Al9ZELHRnucjrd2agXfr74a11PQ+VrmmZXQ78m9ccTRSA4cdGQQPoZ134Exk7C2fpr/NCGf1/xnRxw7hp2DH/dj8yZ1xGvp22ucosvciO1GJm94sUY/lXn+5ZKnXwSgs7+M1df1/dbnd8EzuLTP7o211lGacdbKZMv79L9Vm+Er7aV9Y02IvPC1BW9pP/0N4yE9w/y1z3P9r21/b/pD3158rKX/zZwOsRfEe8/vvXAbsrgWx2F7eZ6jf69+0/9cPEffXP25/Cn+ns97pmvnrGi6xHPO1fR/2aum6Jvtd8Ysitl3NX1fCLiWvtC/dn6nnal47/k/1W/S//if//N/Pm16eYMwGf6nb/7/4NDZSyiAXSuc9FVxIdArAmNzYGrRuWbODNtvn9NP4j0wHC6Ac33N5Q9pDD+X1hu2U8+FwCMgMJwHjFD/asE84fRlfFMa3DNWXX5GULl8FezgYThvHwGb4qEQKAQKgUKgECgECoFHQIDORqdzcUbGEXE03mKntXQ5F0I/XZTDzhnSWLm2zlHuQyddOfTf+zBuDJvQOcyTzlYQu+IEbh3AU3WHbR3lGb3Gf8YSXtg1vfEBz8gkL0fghYwS5E/924qUuWcczGOP5pl88qIB+qTnfPie9C7tO3ykfMtfxl5eptjCAZx+Ki4ECoFCoBAoBI6EwB9//PHHFwWLgsLx66sjm59DZBtkrhCeTVNcB81BpeKPhgBlMnNhyHs7L9r5096r0xqd8trnYX7yEqfPoVKb9K1j/eAr/SVOP2P5wSE4pY70YCH2POQr7VZcCHx0BMwbB4QOrMyX33777eVL4LyRLWaMK6OsK/t45l1/OOZLqNe34nfh4V5fwF3BzOjbnavp3xnfK/h87Co3GtfdgrgzPvlKcubLpG7hu5TwW+MQ/C+l86OWP63vH5X56/mO3hP74/qWLq25bP3idKCj+QK1N4cXew39LrRzDOElmF+K2D3KszvpyWinP9Od8dNDgHPGNdzRjY+e7Wg8kIFfOSIPz3jrLZCBsZWfeccLeWVsPZ2kDFiyXgzTBkXu9Jj5nNh8wY857+rJAXwOQvzhzZziBMajM/Hwfa5u5RUChUAhUAgUAj0h8Eebt03vr3/968tPx2RDtxHa/KJk9sRY0VoIQCDK27kxnDIpr+y58kE2Px01ZnB5qzgh7aW8OKHtJ+XatJQTq5cybfqt7hk0riFe6V+6/ATPWUuSzpgbtuM5BmzqtnF41l7btzJpty2f++CYOOkVFwK9IdCOYXPAfPnll19OL2vla2CxAyDGqwMUByn5FQ/lzcXh/Dk+Dq/rya603toBsjUzvdO/NR4P3N7n5ueTmtsH5rhY+1AIvFnLaoSfZP8Gkw81Gj4MsxwOdLZedDQ6KVqdH/kVmtBP1+wl4IGTx0V/xgP6e5FBcKbbcy7m61l8RT4p00MMd3OAHDgXxX3aLc9ox+Hrl5qML+cVORN5K48b2TlvO138RC4utJsrAn6Mt9iWixs7cEH8xWmPP3OopzX5wNAWaYVAIVAIFAIHQuCP/+2//beXjX1Ilw3fBkhpiZPLsxDlMm+6DevWcyFwbwQyfls6jNuM4dahmnSxdOO6jbUhLw6WGCXKuVK/7cu8aWloy8RxqW4bki5N3TZ2r9+USf6p0A3+hFe4JOApIffhCX2hMXnK5j754mAlf/gcnsXBPWnKp6442AwPIaSnX3USxtKSV3EhcBQEpsapcc3J6xIcmHz77bcvX5T89NNPpzkRZ7B54cDO/BGm2j1lPv3J/M3zbvHwgHv3L8SGBy7HfQN/HPPe6R/n6nFT3+7z1/DZOn6vqX/sOuvxecvfl/Z2X0fe9lpPEwgskcNwD5ho6mMk1/rel5yvW7/ob3E+cnj1FKIb0i3jDMIDfmIDzumXR+CXDOjE7Vd/cXIdgb6lNORr2ThO8SRETkvbuXc58jCm8r+xySKO1HvTdmn/xj+bC0/OTcjm2fZytvPyT3+f7q0fwzX/0t72KZ85nNh4Ig/8ZM5wmvY2zqbQIp+syfjz3Ov4m+Kx0guBQqBfBEZ/Ba4jdvI/fjsieRdS6QXnQvToc2XW5PVlcazhtOoeGoEoj1Eyh8QmX3ru5yYHBdWlnC/ixPmJJP2kvtjz8BrS0D6rgw7X2CSWljwKZIyApEtr67sXkh8cQmPbd9pNnTZv6/vQoV33wSr9tPSlbNLyLG5l4X6qraSn/WGMZ2XgJBbyLC24ij3nigOsbU9bYxi2abnXhyvP6bdtr+4LgXsjwBB3OWhwgJKDAb/7ZwAAQABJREFUOY5h9wxZB0Pmg3j4osS96X/p/8UZ8PqCyUveLjfnFbFduty00d7p3xSMh27s96cpEQMwTuEyqB5a5B+MuXYte33Z8IOBMGC3xWSQVY/dIsA+oYfRz1p7prUzjswcOvNSYb4C5jyRFjvwyPSHtjgZycEZgefegrFEv6f7R9fv0XFlTLFPyMJZQb4y7WVOGDdozXlB5rV0sslZkOfX0Nf6jj9jC294cvU41l7xf3tHRs6Q8BUnsPlVoRAoBAqBQqAQeAQEXhzArZLyCIwVD/0gQJmMcmUcDsei5zhy3TMsh88xFuQpw4gT8pw2W8XcvaBvV5yG0uTlSr5nhklC6khXV4jimP6kuXelPWltSH6blnt9CGlPG7lPnLK3iPV/LozRJC3pLQY5IIiMEmuf0p3n1I3MKeXS2vrqJD/p0tqgDjzREDlGtuQnneEvTrp7eeTq3qUdcRtCY5tW98sRGOK5tGbh/hap4GH8/vrrr6f/FWwtdMUZ7OfIHNYZ08b73//+91PsucLHQiDzLuPmuNwf9wuJdZjly7Hlh0tx/l7Wb6/4XY7PZbhsVPr0P1qXy3CjXo/TzEfn/ziSKEoOhcD8+sUWcdHPvLRHH8u+fChWJohBK92RzknPZLu57ynggQzQjgc2Zm/6MB444cIDPnpzyhk3+KCPkocX9/HBTulJHngIH+aBlzzYXc4mnFU5U8iZUQ/zZMw+yLlIeMJvTzKCO5rbED6NQzKzJlsLMga3XteG/YeW0JHniguBQqAQKAQKgS0R+OPUBjTVyaXlp9qp9I+NgHHkojy64ryj+ORZmotBkzfxUl659kp7MSDyTCGlqDKEkiaOo899FHH3UfDE7X3KRDFL3EpR/dA0TJc3FvBzLgzzx/o9V3/rvGv6x/sY/y2+Qzrzk7Yt/+5bjEOLWF7GkLEiSJOXS7r7KPTyXQJaWhrJu6Uv40i6coxTBkJb59RQ/SkEDoKAsWkM56tgB4vWUgcReWEm98ayctbFduwfhJUioxAoBAqBQqAQKAQKgYdDgP5FJ+NwYFvQw3oKdEY0ox8f7O3YTz3wQVdGs4uzBx+//fZbD6S/oRHmbNWcl7B3e7BRQ2NifJgHZMGuF8f2fsPwQR/wEezFZMK+Mq7CT+/nB3gkJ3Ix3vDm3KaneX9u+OCLjPDFbhasD9IrFAKFQCFQCBQCPSOw2AGcTT0OE0wnrWcA7k37o2IYRT6KMCU4wRiKYk+xkkfJEuKca8tLz7iL8iUfdnHMtbH7VlFDQ3tpT1iCvX71ha6xkHblDWmWFrrdV1iOwBhukRfMlwTyGLsYYC4yjWzdJ12s/8g8cm1jtKCDkSowFARONkF6S6+y6mc8KZN89xWuQ2DpWJhqPTKdyj96+hT/w/TwaVy6jENrrv8X7MDOF8Gera/K+nrYWM56e3Qcir51CAzHS1rLuMnz+3ivL33GXoxK2l59vuduPiU0zZccL7Gcl/zMs599zv3TJnRq9v2OOKRLiehgbZ/va7Z0Pi0FO4chncPuWlqHeeeen+v9/nmq/nO/X1/L39j/tE3ay8/Xn6NvWd7UvFxWe1wnXVr3bLnw2hZK2hj/w7RzZU//D/G54Tn+59enlsC6HyIwh++w/KXPR5HPFJ/r6dtm/WKvsgfYw3GgTtF8qQxuUZ6eyAGMfhfbqScntnEQHtDufAIf5NJTMIbo92zY8HAEOUyN5Xb+KZNnMV7QvudXwFN0bSHz8IMP9lbOpczvnDXIOxfm8s/VlaffNWEKH/KRhyexfvBkzhh/9w7+Tcq5MPUrOkN+syawjXMepN297eIhHed4WZKXebWk7CVl1tK5F11LeZijf2/67j2/l+I0V24Ox6n6a/G9tt8pei5NX0v/XH9r+Sv6zp9vzOG/N35z/e+9Pix2AIfQtQSlnYofGwFflpk8lKYohgySPId7acoZVxY7ipX7GMRx7CZd7Ep6Fkh1tOOijHp2tWGoDKdcW+bS+/R/ab0qvz8CZDMln4yXtkyMsoxRxkzGU/KMmXaceVaegaCt77///g1jeSPWmJXPoOUs9tyOR/TI13aFQmBLBDKm2vXQ+ukLB05eBxJ+etBBi7FsHHIMW8O9tW4MZ/xuSVe1VQgUAoVAIVAIFAKFwEdGgG7G5mVzsInZBnSuXgKdEf0u9AvRO3vhAZ3sM/RHDvjpLRg39Hs80OHxQD5HDmP0mRORB/ubXHq3QyIXdpYLfz2GyEuMJ2PMmmXMuW9tzR75C834w0/GH/6k4S8YpGzFhUAhUAgUAoVALwiMf9bYC/VF580QGCp0lHEKLCOPcsQBJog5FM4FihNF3sUZFkU/jgaKpLQo+1G4tBmnWat85V7cllW+RyMU3RX2RSDjaDg+GDPGXRvassq7pImN9TbNszyXecEAT9m2bePblbQYUQzCjPuWhrovBK5BwNgUEg/bsF5ag407zmBruuCLYGPZ5d5b3cOfiJ5qc9jHMZ69Cf/2haDzdOXN+UvqnG/xstx7938ZtbuX9sXg8CvC3Ts910Hkc67MPnkvX/9e1Dx67zWWLyK008IfHd8L+T/UXN5jyGV9OLbjZQ/O+2jzePKhY9G32A30sKEdcnRc0euiF7J7YsMfne6WPvRz+MA/5xs5X2jLHf2ePs9ZhQdjKr9QdVS6x2wJaeTB7vCCKn7wxVbuNWR8kQnZ4MU86T3gCx/OOjLeepw3Y3LAh3GXMx3jEK/WiQqFQCFQCBQChUCPCJQDuEep7UgzZYfi7YoCR/HxRVjegpPXOoDj4Er5KIOUJFeUXspuHF0pE1a0mfLShm2mXOL0leepWLsVCoGlCIyNF+NyKowZ1tpwGcNeiHBvvjgUSfvyGIDS3ScY1/pj9Ipj7Mb51pbLfcWFwKUIZBxmHTXWHEAydOUZd8aur4IZ9O4dwkhX7ueff34Zm8qnnUvpqPKFwCIEHt5htAiFFYWm97AVjXZcNXi87r3rmEl761rpt/ZH579fyRXl2yLgJ/oTLnlZJ/oXO8FFF+tJr0IrmumKLrYRO7+3gAdOHucdrthgPfGRM5fYmHg6Z8celbeMKXYymYjx1tO8GGKbsy+ycZFN78Ec4RAlo/D1SA5SMrOeWdfwh0889zwOex9zRX8h0CMC7c/TT/0UfY98Fc39IVAO4P5ktgnFFBcH97kYOoKY8UnJEXL4f3oY/NEGo1VMiRVT+hga4qRJdyW0DoOkt06wlJOXsqEzeUnPc8WFwFEQyHg3D/zMrpDxKzbWEzMozDHzLunmnq8u8xzD3ReaOYzQR+aZ2Nfzgvv0dUqoP4XACALGyFQwtqzdLuM3B3rZFxzCSDPmGMXKCRmnbbvauk8Yc+wkbcxZkbz7UPv0ytO9Oj5ov0MZwWeYdkvSL5XPHK2Xtncpr8P+743fpfSvLT+G7xdMvEyQ/0F7bTfDFxIGX6gP0R92M0bdsMyhn2f4PzTtuxDXvUR3QeXaRlsn6lgblzhWn+vvL585msf4aNPoSnEqcDDQ/9nR4h4C+tGLhzjrPN9PB7wcNXoxZ48rzqzYXJe3dt8a9PI44+jsYy8r35fCZb0bP86Z8MJWZmfk3GlZC8cqZWyhHy/kknlzLCovpwZPgnmDN3zda+7s4VhpncDWZLIzx3pa3y6XatUYQ2Bur79cPxnrZb+0h7dP9oPu6pZbx+/VjVTFQmBDBMoBvCGYvTRFefFFL4Wa48kVh1QMBrzESaA855PAiIhCPoxPBZ7+KO9SP8qR2HPa9KxM8lO34kLgEREwzjPWGRKCucCAYNCaC3ECZw5KY0xxtonN2bSR9nJg5H8PS/OlMKedPjxnvgXT1M/zMD/pFRcCxorx9csvv5zWfw5gXwQbj8bqd999d/oq2Jhj/BvLGY+FXiGwLQJzJuu2vT1ea4XfG5m+ODA3cq68tPeml4/z8NH5/ziSLk5nEHDQFwdEDoqXHghHh+JccMVWmOnyENlsCfTSAdkwbBZpQ5vjEMTOEIEHdhmdlxO7JzmENTSjnRxceHL1GPDhMifIpGdezAeyiRM4Tu0ex9hwLMUJHDk5LyS3RwlkhKecyeCrnMCPIt3ioxDYHwE6YfTBOIWjL+7fe/VQCLwiUA7gVywe6i4OWMqlQCHL/1FxeC8o4xIopQweCo4DfQp2lB3OX4ac/GFImnyXMGxz2I9yKZM47Q6fk15xIfBoCJhzuWLQtvMo8ynzRczpxpg3h10OWsxTBom5w0GXr4flmct+rlc/QvpJv+K2z0fDuPg5j0DG2Fip5GW/MJbyFUHGmbw4hRn6jGGHAO6Ny9sF+9j7/Wl9/3EQrW37Wvq26n89Evu2cC0++1I13fpHkcs0ApflHEy++QJ4+ocQLmPv0UsPvnB+dHa346/Wie2w3KOl7eWz5jCPPU2Horuz3elSsbH34H7rNtkTfhmGXhjHY5xCW/e1Z3vsJDosZ6PLGUhsqH363Wd/xANenP8YR+57DLDHi3lhbJkb7It9ZbIfUpnTYvzEjt+vx9u0zGa0fuWMwrgjp/B7Gyr26wV/eDEWjUF8GoN4rlAIFAKFwBwCcf7Olav8QmBvBMoBvDfCN2yfMkLhimISI5KCMuZYpbRQzsSMtDiHpEW5joJN8RlrY2/20v/e/VT7hcC9EDC3XMOQsS+OAfXXv/71NDfNcyGHLIxIV+Z/2vLSh4vBEuMlX2wqk7mf8hUXAucQyJh0IGYcGW/GlxcQclhmH5EXh3HqnGu38gqBQqAQKAQKgUKgEPioCLC72eL0Krr9mF1wZGzYIPQ/PKCfXsjG6EUHDJ05F3GW4sIPG6q3ED5yNpRfcuuND/TCHx/OocwP46oXmcR+b3E31lzmeJzAvTroW77c48P5I1nhbYz/YZ2ens0rPGZe4e9RZNeTHIrWQqAQKAQKgesQ+PT09c69/knfdRR/wFoURBdlKooUpSoGlq8CPU85aCnKlJPE3tClwGgrCmjajQG0h+GpzbRPjC0/U2JVRp223rCdqbqPkD4l00fgrXi4HgHzYThHM1akuxf7Gtg64fKcvMx3z4IDDsEBgbXBl54xaFIm8alg/TkhUJg8DwT7D0ewr4EdzsDF4UzG2a+//noaW57lLcVtutzzlzuffx9RX5qfI32tP/WFRb4AmhrQ1375e67da9uconG/9Ff8tu6jF3ye6Rzi8PkzGY6MvReYxuu9ZL/c3HssnJODf1NwjscXJkZuzrW7Jc9T/SzrI3vmCAOnpKxfU/lz9afqHT79yxfSw3F/ortZX+/Nxyh99yZqw/575+/+9E+tDxHSsnUipYfxGH/tT/wNy889R2+nR7n8Oxcv0k2FufVpql7St1q/hjjQB9kenEB4iH2RfhO3dn3S2njYbpu3x/2wP2crnNjOTIbO09CeeIyeYXuvZc6Ny3Vj8rWP5zsyxsecLIb1jvA8xI8z3oumeGKjutbOgVvwOeQjfZIJfswXdre53vLT3qfOLeNL14fwKTZv2IL4Mn/GeDk3d5bwmf6WlN26jL6NRzzizVjE6yOFe+K7BMej07eEB2WOysel838pv0vLHRWXpfSPlWv/RcjR+Ts6fWP4XpLWO39r6a8vgC8ZLXcqS0liDFqM/R9QQqcwShPkuygheduWIinNITzjS5774YKeumFt7YBKO2OxvtowphC2+e7HygzbGdap50Lg0REYm6ftXIkh8re//e3kyM1aweB0L9aGy5rACBUYbdKsFXlRxHyzrrjaPh4d4+JvGQLt+DBmjC/jiWFsnxIcQEmXPzzkWNZLlSoEjoTAW13mSJQVLYVAIVAIFAJ9IhB9inOBzhT7vSdu2B9sCC+e5gvaHugfni1w6tBjw0Neiu2Bl9DIZsOHsyN8kEuvdhza2a74IJdeeBmOq8jGeCIbL8/iy3yZelkidXqI8YsvIS+gPwJfLfZ4xJPzEjw6O8Fzzl7asnVfCBQChUAhUAgcCYFyAB9EGpQIh+WUwBycU3I5Z+KgUcZF6ZDW/m9Pad5QpVBS7luF0716bZr6FQqBQuCxEbAemOsME2sAJy4nnHvp1hghDmBrj7wcelgzXIwajrscgORteGuNNoU4+04PG/1p16yNmqxmNkYgY0mzDmTsS3EEG2Pyja+8Ee7eWDIms1cpsy7Yz859OXEub13Pi2of7n9oZv+/FS4z8jkcPoukeuBCt5bvHBReBDnS1xHBZ47uD5I/O/9m5u8HganYnELg1uMj8/dW+9cU3+/Tr/7RhC9NRScSx7FAn7os3B8fdkG+AsYH3bC3gGZ8sJNcsX8252N2/V3XY/jI+VKcc+ta3b927L/YB57Jw3hiW7BT2aYpN6RoKn1Y7p7PkQ37KPPE3O89wB5vzgXIKc89yGQp9njJXCI7a4Sz2HICL0WwyhUCHwuBr+vd8Y8l8ANzWw7gOwuH0ifkDUCKEiVdSOyeUhEFyuG55zh7oyxOKVZRnhNrr0IhUAh8PASyRogZKdYQ93HoZo3gpMvPR0PJuvT999+/GNvyBPUZQIxysTbThvz016ZJr/DYCDD8f/nll5exYL+y17mMLePJvfTsZesQOfiByYF+NnUdzjvVLnx2AvYozR7J+QuTrBdxlBwFp6PSEbyOSl/RVQg8DgL05ujOnAqXO4DvjwVbgB5I98eD+96CsxX6KedOnI45b9mUl531H7KI45Tu7X4XPjYF5X1j5gSbE/3shzhMexxbLXf4IRfOUjwZc48QsgbgzRogkFXWtkfgES+RF9mVE/gRpFo8FAKFQCHw2AiUA3hH+XpDURBH2abgOQCnKDCMOFIoslFslZMudoBO2RUoiHGwpC3pyrrUF1coBAqBQiAIZA0aWxuybqSsOIaZAycvmgjasEYpb70S57KOZS1T1jpl3bJGZZ1iBLpP28pVeCwEjIexEJkbT4xke1gcwGLjyoGAdFdeSBhr623aF4dEPrfZ+QuKt30veRo6TOgCw7Ql7WxV5taOrrH+kgaHIRb3xmcc54zrjOOU+vTp+afNh+nJf+VvfF48raqvRTe527q9tUTdW75jeHyhyWG79eIjhzH+kwafOCSyrh9uff3IwjsC72PzJ2nDub8FvWl7i7aO3UbOC+hLXgLPF3R06+lwPHzsjXjgEOEACl/TPBwzh34Ke3ywdeLsWUftcI6Q3zBtXQ/D2vhwGU94iX03LHfE5+hZ9DH3bAXjiTzMkdiYR6R9CU3sHvLwk+/mCnuZrHoPZIU3siIn8sJbzjV75y/0hydzy4VPvGfcJk75iguBQmAegeG8iT0+X7NKbIHAEP+pNksuU8gcO70cwDvLxyG3yfHjjz+eeqIISaOwmlyuHH5TIhgXSRsqSfKHYekEHdar50KgECgEziGQtcVa9dtvv52K+lI4hrd1zUGC9Sy/VuCXDBixDkyyXlnHPDNwGbVpV5z70FGKRJB4vNg4MgaMBYccnL+58mz/iyM442cREnFYLCp8j0Lv9+57UHHcPguf48pmC8oOJt+X9eJ4jpMt0N68jRe8Nm+5GiwECoEBAvRielCcp3lRbqgvD6od7pE+xxlCv2Mj0P16C/TQVmdlw1ykmy5ieP/9kR2GdnJwcVTRyXsM8GdLxNmGt+1lcltkjDFzJfNF7/uMtf35yjrFnjfGMu/bcZcy+1Nzmx6MQWcj1mx84ltahUKgECgECoFC4GgIlAN4hURs9oK4VT6/++67k1OE0ZYyFKE4N3wNlcNwRh7lyHPbRsquIK+qFgKFQCFwFoGl6wxjzZU1KgYdh7A2GK0C4+fbb799OWBgoEuzFloX1VfHeudwKIZ72tXHUprOMlaZh0SAfMk8+5+DQS8N5OBDnBcI7I0OQJRXr8I5BK79giQOsJ0PIOsLwnPC2zHvRvLdkYPnpq8d37sTVh0UAh0gsHb+rK2/F0S3Wt/uwz8diDMh+lH07uVo3gqfcYro9fQ3PLADou+Plz5uas5n4nBku/QYjB9jiTzo3sZXT7p1aGUjkgl+2JZ4iox6lAua8capjTfy8YwncybniD3whu7Y83iJrNhy+MCbQHaRZw98zdGIl8gKj8ZkZDhXt/ILgUJgHoGt1wtrU4VC4KMiUA7glZIffuEb5ZoCZLFKzOnrnhKUr6A8U4i2XtRWslTVC4FCoBB4QeDc+iSPEsXwEbK+OSgRrIccegwia51Dh7/85S8nw1ZZa6BDCPUZhNIYvW2f6UM/bfqpg/rTJQKRo4M0cjc+jBP7qTHjcm9s5DIuKhQChUAhUAgUAoVAIfDoCNCHXZxcLvfRnY7E+zma6Hj0flf0vSPRPkcL3tgpcTbio1fnFR3aGKJvxybrWa8mB/JgL8SGnJPnkfPJwlkh24cN3ZvNO1wHPIcH8skLFIl7fZFiagyRnzEpGJNZK6QPsZlqo9ILgUKgECgECoG9Efj0dOhan9acQTkKjA3cG6wum7rYBk+5Ebts/HFoRAmg4LhaBSAKUdo+031lFQIPjUBPb7Y+tCA2ZK5d16x1LkHMsHXwYL3Mm9vSrZsMRHXjEHaf/x1rnKSdDUmdbQoN9wz34PnW/IZHscu4sMeKHRRkTBgXORC9NY3H6y9f9oxR1n7Ne66cum3Z921FNu9zlqV8/nz+DdtP+R/Oy5q7Q6kp/M7jlv/xO4/fXDtzLE/Rl3pz7a+tn37G43n+x+sFv/HcOZ7Ga+2R+jD6y8QX+tfLbw+0r29zio+5/X2q3vWUbFtzmr5z83rJ/Lm0vvJL2r2M/2n+Lmvn8tKX8n++h2v5oP84a/CrOnSfX3755aQrp7cntXkmnC+wdv2itwtT7eDb9c0335x0fy+/5xfQ1Jubf8qsCdfi3vaZNtgsfq0Gr/4lTpzxe/KQvlt6rr1PW+jHh7GV86khD3lOvLbPa+tP1QsvYjYlW8GZm/GVMbmW9qm+t0wPH8M28eNiE+PJ+WEPwdiCe7AfrguerWfOAHJWek/epvBfi7W5lRcT8GdsDvkMRonH+tyLvrG+9kg7Ov1F3x5Sf21zOP9fc/q4O/r4mEOxF/p7oXOId690h4/6AjhITMQE7P/32swpmowASplYyOb9888/nxwXjBuGQfLkp0zvg+XEVP0pBAqBQuAMAsN1LuufKtZHxhADMIYgQzfGknXVfYwlBxXKO6gYGvdtu8M+z5BXWQdFgDzJ3eFaDgpyuGOMGC/GQn0RfFABFlmFQCFQCBQChUAhsAkC9KHownTco+q5cbq1TNPhoqPT2+j1dLi8EN+WPfJ9eMjLh9FF88LqkWkfo42syMMv7nBUkVPG2Fj5I6eRTcYW2xEfnnvlB9bmeMYcO5kNxCbqIYytAy3d8s1/IS+C9yyrlrf2PuNQWs40eh+XLX91XwgUAoVAIdA3An942pz+a98sbEM9hYtxQiHmdPDGKsevy/+upPTnrTUbOUfGr7/++tXf/va3r/75n//5dM9BEcWtVYRaw42yHQXvqMbcNohWK4XAPAI1B+Yx6rnEUL7Wx6yBDlAcqlg3rad5q1669VO5HBpZfxnC1mgHF/LaNVa7w756xi20PyJP4a2NWz5zbxzYa/NClb05Lw4YB+7JPVfb3uPfD76sPX3Bl6/VE0NhUO4dMG3Zd5kbzKnz/T+ddR08TBF4HrfgnrE8zeRcO9M1n3Om6Eu9ufbX1k8/4/E0/76w0/cUfUO6/EuBlE083uctU6f5uyUVG/Q18SX+Yfmz3hk/E3QPEbmWj2vrDft//qL9knE7Nz/e9vCezsH8mdwf3rbz+nRp/Ut4e+1l7u49X3M1tsq/lP/z/a7hg35D16ELa4dORPeVnn1muvfzcllDlz6faRjvXV7aF9PZOUOE6HTjNbdLTf9btRhZ0EXJYG/n1db0t+3hgTyk0bXbkHKJ27xL7tfWn+or7YozzsyRyKW1DafaOEJ6+BjSgicyMefNm9jEw3JHfx7jL/IiK7wps/c8msJpjL6pspem4zO8Gpt4TdrStvakbykNa8odnf6ib4105+seHd95Dp5L9MpHL3T3QudwvPRKd/ioL4C/IPHDDz+8/JSMzVqwYSfkp5c4KSgrBO9NNht6hUKgECgECoHrEbCOMtrjBHYw4UUca7G1Nl+CcvxZlzmB4xxMnPV4uCZnHR+mX09t1bwVAsZEfvo5LwMYA648k7uXCG51qHgr3i/q59P5n3q8qK0qvDMCJavLAe7jJxAv56tqFAI3QOCC/aH91f4X//oF9W/Aze27uCP/0YG8BOn6+9///ublx9uDcXmP+SKOzhanY4/6OEeci/6Jj3zNeDki961BHvRlthWZ0J/bENkkbvOOdo9GciAPF5uRTdhzMOddZISnzPse5LEEd+PPPCIr/LmX9gjh9/bdoSeeMhbxaa55fhReH0FexUMhUAgUAh8RgQ/xP4ApuS6OAApVlHcOBo4EmzJli3JFIaFM2qAZWhRjz8lPO2JhrUKm3QqFwEdFIM65j8r/o/OddXKKz6yfKdc+u096Yr/M4P+heTZ2kh6Dynpt3fYch2A7xtL+FD3D9EvLD+uvfQ5/a9s5ev0lfCqTcvZwY4FRLZB3fhqa3D/evupltTFd4vUlthNQ7/6M1XktFLxfUy67e9z/AbwMh7f4ncd6WYvDUuvke/5/7eprHc2v/E/RubT9qfE9xOO2z+3ectueb9Pbq/xu099kL6cvfkdyFzrmpviY29+n6o1QMkiaGu+KjY35qfJjZQddPT3O0zk/f1rHb3p4cQB/NV8/dbaM5/nasrdzba3jfy0f1pn8Epl/N/XqsJsaN+Hl/PhZu37N6VnaD+/unbnQ3bzoSV+bm3/h4to4fV9bf1hPe3RO50YCWyN2xrDsFs970B+6yMOLtfjJeVfkuZVctqY/tGs3NIo9O8djE+CBXDgVjx7m8GnHGsfh67w/OmfP9J1bX+RZC/LVds5db8nZHP6X0PLG8ful4tdfvg/Co/GZuUaWxmfG8FQ/W9I31cee6Uenv+jbU/pvP6Lbt6fbtH708TJEoRd6e6GzV3yHdOf54X4COgMpSmEYpbBz7v7000+nn3XOF7/ybcQ2ZIo848rPOrvy/yoplGlP+7nS9pp4TgFY03bVLQSOjkDm69HpLPquQ2CpfIflhs/WSRcjkRHs8IiRb21mXCnvYmRZ6/Nz0Qyu9lCjXW+HfVzH4b61eqBxCwTm+Bzm27ONAQdXDhLI3VvyDhTs88q3st6CxmO3MfVLJO3r6GMcTNV7LjvEfayF82nn+38S08HDOgLf4vcFa04rnpWTd2Vd+2t/AnR9/fPie+V/is/z4++19aXlXmvc4u6Vv1v0dvs+jsPfxPh59VCeBedaPq6td35ejY3lCf5efvb8LHun/e58ibE+BzW+kOAg+4UaN6fnBfUHzW3xeD3+W/TetrGO/7V8RJeh5+Ql9ee0F0m1xDb35+neiq6mwze32h/2gQc6uzOX8PWm0oYPw763aBrN6CcHumevDmB8oB8v4aeVify1+K2tPyWvsXYjFzaf8AgO4MjIWHPhKfbsFDZHSh+TU+jDW/jL+PN8S/7O0Rc6l8Z5gcqKm1VZ2in99/c/B41PF56n6JhKX0rTvcsdnf6ib98RcnR8L+W+N356obcXOofjpVe6w8dD/gQ0pZZg8hOiDoYphRQoQZ6DY//Dl/LOqSBuFUabcsqebpo/Nm19VCgECoFCoBC4HoHhBto+u8863PZgnbZey3dgYR23tjMiOQA5gK33Dpqs03m5Rx1Xnq3jbX9tH3V/dAT8D+ivTi9p2b/Jmuzt9fnKhIOYrOXnYKGVd8aWuE0/OudF3x4IrPvCaw+KPkab0aPPf6m2PxYl//0x3qGHfBm88EvgHSjYucll8yN7WYhZs5/lq6W01Ud87Pk7lM+lmJInvZc+Q8dxeUG9hxD9Shwe6Gp0tt6+aCQHfJBDbA62huceA3mgH1/sp6wbkdmReYosWpqNJ8/GljO+6P5H5mOKtpwx4kGIjRPH4VS9ntLJyNzJi7vmlLQE47C3EOfvkG58mW/mWRze0pxJ4DvjeFivnguBQuAYCFy6HtWcPobciopxBB7CAZwNlcLk/vvvv39RKDIBbbzZgH3d63CYIiXdpFZPffeXTvJxaCu1ECgECoFCYA8Esq7HGM4BjEMxF4MqTmD3jGc/Ha28svmC2L20CsdG4P2enBe0nt/0t4+TqcvhaF4EELscojC0s99n/Byb66KuECgECoFCoBAoBD46As4vXIJfuHk+w+gLlejf9HF6Gr2sR/2bHunCh4tu+V5HPb5s4oCiDzsDE/fIR5DGD/vPS8D0/sgp+T3FmRfOJeMEZtOyZ2Pv9sTPFK1Z1/CJN8/k9oghvFkzyDJzLfEj8lw8FQKFQCFQCBwPgW7/BzBF1SZKaaXo5a1YSoRAkaCUU5z8VKg4h/0Uq7ED4N6V3+MNr6KoEOgbgawnfXPxsai3vpOby5rusj/4/1D2C/uGPPuD4CDN3uDt8RhoY/vDHijubfjdio89sGnb/PTpD+1jc//svA+O+G11Aka2Z3Ilb7IW54Ah9ZoGN72da39/+eQLsim27vvyw3r+r+XvXL3bYbKe/ym5HiN9et6GvtthnR6f42PI/9H1i9XjO1/4vhXe69PBv/x95d94Gxvr58YhNsfqvLK/9u6VvteW/GTlwl/Wfq1087tn3Mbo3xuzm7P61GH45Pilx9Ir/PJNHEP3oEmfS9ev0K+Osxk80M28jH9kZ1ZLN9oT6JB+acZLpYJ/HRadMmVuEU/Rt6Tv1CVD44pc8BA7aEkbe5cJjZf2k38BRE74mdLDp9LT37X9p/6aOH2LXewYjm004ynjLeX0Fadx+j0yf2jM+oEH57jGIB6sCWy2uTDH31z9tfkt9mnLv1A49ysa5Oiy/gnkiN978xL6x+IxPsfKbZ12r36X8nF0+ub46J3+rB9zfN4rv3d853Drnb/e6R/K51J+uvwC2P/vtYFGyXOfzTM/i8SwsLFSIlzyU2YIWp7n8lOu4kKgECgECoFjIhClsDWGf/vtt5PRzMBkeLk4hcXZR8TqOFRrXxg6Jpcfi6rPT/9DaTQMTqrt4fZ7egCjmrPfwQI5u88hl5fCjnzwOMprJRYChUAhUAgUAoXAh0TAmQanVvSaozsOxoREP8MHnYxDCz89nb04ZHPmBHu8xJZgY/QYYE8GeKIfs4Poxz3JZIh7aCcbvLl6C+EhMfrNG3M/X897foSAx7zMYgziMfPrEfhrebBmOGdwGZ/4FXpcy1u+6r4QKAQKgUKgHwQO7QCmFLgc4FIIvG0pzqaZDdNhry97xBQiV3v4H3Fc6h1PvYoLgUKgECgE+kaA4eWyb9gLvLVvP/EmP4PaffYbcb4WFWdfqT3kYGMgX4g1X4KRneDQh9zoBWTrYEucyzggW1f0hUvlm74OhsodyJn6wm0vUua+nLuwX+OoGUMX1q7i7xDYWD7v2p9LSP9Lv6D0CwPzX5zM9fph82v+zIh+6TicaeYG2YN3qm7Q4wZdfJDxR9+g1zgDcS7CUUfHSbhUf0m9W8Z4oHvRw/Dh8txLQH9eMkU3x2l46cnRiA/jRWwM4SVfYfYmk+HYIQdywQfbLk63YbmenvHASWrscRqSmzRxQsalZzZN5Jv8o8Wxu0KXcYgHF9nJb/lLuSPH577+bekmu/BaTuAWmbovBAqBQqAQ2BuBPzxtsv91707OtT9lsOTrrD//+c9f/fTTT1999913pwNcSh2FwM8f5XKQ7+1LCmwPSs85PCqvECgEjoPA1Pp0HAqLkmsQiPFsz+AgzBehDg7k2WfsQQ5EXHEQGw9Do1X5o46To9J1ucyefldrLHDaLTixzuGJWMhb5jm4gxM5um4Z9pfPBG4vTG7Fr34ub+t6/uf4CoNTNA3qvxlDU3XS5nbx9fxvR8M+LT3jO84fZxiM98Q58p3qI/nhvi3X3id/n3gcn3362rfVJzzfzKHn3tbzN5TTgIuRPgcl7vo4z/8Mf7vOkdefFr4rSFd1/ozbC75vxsHt5u9VpF9RKXxGR6G30GHoopxC8lPmiuavrrK0z2E5fMTJo/N8/Xc1ITtVHNI97Ab+5MBZhSf2xC3DHH1ztKQ+2sML20f6EZzZoW+Oj2E+fuJgI588D8vNPV/b/1y71+aT0VK+8DwXjsYfmq0LxqDYM56PGq7Fr63nPo5g90fkt6X3lrK4V79LeTw6fXN8FP1zCK3L7x3fOe575693+ofyuZSfu34BbNNDMKVZ7JDd5YssCjUjhyKQN1x/+eWX00G9L3YoQe1G2So7bfoQoHouBAqBQqAQKATsPwn2D47gBIcG/k+ZfcmXo/Ykl70lXwSLHZLYn2rPCXI7xcOvM/Pl7wXdkTGZ0TfEcernMJUckx9H8QXNf7Cir3PnlfGk7XFgk7Zfe1t3N6RR+8O0dT0sqR299VLFfa5t/8fzXHjjLzlXcHHeEvnsie+S/ltmhrTcR/4tRV3dj62/SRuu1V0xVsT2gUDmbxa6jzF/7RP2DDoMHZUOw3maM5JWpyXHo+qleKA7071cznuO4HC8dOzTE/0/VrJo9chL2zlCeWPFuHLm5iITz72Glh8v8Wbe9MoPus1/Y85ciYweyf4kMzaYYPyZV9Ie1R7DG/mRq7Ubv48wTk8CrD+FQCFQCBQCh0Xg5g5gG16MFBsdJeb7778/Hbb7fzDychgm5vT1dS+lIEqANioUAoVAIVAIFAJbI2Bfcqjm8MN+lAOe9ufR3Nuv7EXKKePyrH6FnRFY4WQgI/JtDyBzCMkAZ5B7GYBcS5Y7y/EwzZdOeTNRtHM3TsObdT7VUcl/CplKLwSOj8DHmb/0E7pJHI7i3s5E6FX4oIPlF3Y896hvkYUrfPT6v4DNcTJw0YN7dwDjx5khfvDiZQn3vc0VfAyDeRMZiY2/BHMoZ6hJ6ylGv/NesbXNhb+c//bEyxJawxc5xqlvjBqrFQqBQqAQKAQKgT0QuNlPQNvMHabb4GzoDs9/+OGH0+VLK8qZYDPk9HX9y7/8y+mLX4e10rXhGgsUnp6VnjGeKq0QKATui0CtKffF/x69k3n7IhJDjAHKwRvHIQNcOQcLDn7saWLP7uUd4aChxu/0CKJL0CvIloxhxQhvZRk5jukdY2nTvY3n7C+ffCE13v/1P8M7aJcj7+Wz0nEdbYyC5fyP9PfVU9pLn2OtS1tOy1QL90hfjssEdQO4hqVmsofFFzwPW/RFHp28rfpFFmR2cvy+yWwLXnE/1ZZ01zHHwWo5X4HUNlWm8Ab3K9br+TvTD0aavrbha9tW5vmf4W/ncTtP37Z4bN1a7/QvxSN8inPvLIW+ItBHx/SRsbSlfS4pF1rmyp4rR2fGCx0szpC59m6Vf47ulgY4R+/Hw610/6X0tbS298P6+Mg5nbxb8tLSlfshfUlfGmf8G1+x6S5xrK3tfymdS8u19ODN/Jfm3pjLuAvfiafab9ubKnOPdLIy9jIWxXiZ4+fWtF6L37AevsgOn7mOxO+Q3lvhfK9+l/J3dPrm+Cj65xBal987vnPc985f7/QP5XMpPzf7Atim5v/4cvw6KBdaYv0PRv/Tl3LGmLEZZlNMucRDpuu5ECgECoFCoBDYEwH7EWehi+HNIWxf8/KSPS0OYHuXn41Wrn5SeE+JrG87RnYc+2QZedJV3JOhrzroJQnqVSgECoFCoBAoBAqBQuAWCMTBI6azcJ66jn42MqUvcfLQq6I/05nxRq/uKeTcKvJodcWe+EArXtg3Lk7tSxymR+TVGIszEU+cwZ57DuaTMYYfY46cBPNH3tHXg6XYZyxaD/BpbZhaS5a2edRy+CI/fGbueYbBo8jzqNgXXYVAIVAIfDQEPj0dcu52kkkpsZnlfyh6tpEzXGxqYld+3tkG2F6EURvfRxuSxW8hUAgEgd4OQkL3o8YM0OxJ4vbePhcnsH0vefY4hpx9zr7XGnR7G7Oh4VHlsQdfMKOrxAGcA6P8zDf5RU/Zo/++2pw7qF3705zr2u99/B+f/in5rJX7sllwfHyW8XFtqcPoB6dfALhe5o8qx0flK+O1d/7W0z+1/gWh6+dEWmjjIb1+Rc1Lan4xjX45DPTVI4SxdQptdCu61rfffnsi869//etJP/YwVucIvLQ0tPKIzkg39EEDPfHoIfQnRq97dgx+BOOKDXOP0NK1pn8ONTyJOU7xtMT2WlJmDV2pey2f5o/5jy9ObTaKeGl7a/lb2k/4vDS2BrClyU4wp9qxuJb+S+nZqvwcbuYevq2ReI7NuVX/92pnju9b03U0epbyfyu65/qZm39z9Zfyu1e5OR1jTn+aqj+ndc1pjVvze3Q5TPHbK93h5+j0b/oT0CZDNi6Hp/63r69+pQGCYuIg3P/XY7D44jcKC8DGwBpLC7gVFwKFQCHwyAjU+ncs6ZJHLpS5pwRnb3Ow4N4hQw64GK/5qlSc/VD+nAK9lvsaP9chSIYOGsiRjOg2kaFDl0cxyK9Dp62190+Yrmu/9/F/fPqn5LPbe6Xt4Bu1Gd4UePCH44yPp3Gw4ueYj8PHtgPmUfkKSr3zt57+qfUvCO27DtJL4tiirwz1yeFzqLp1jI7hhYbQF0cwndgZkbBeNqdmdv3T0ogXjji8CHTHo4fQnzj04gUfLjzdS98d0hX6Lo1ja+HFnKHfZ+xd2tYe5a/lEw94wxPeBLzdKlxL91L68Bc5GYv4dOG55zCHGxkqk/mH11vKdS9s5/jeq9+pdo9GzxSdw/Rb0b22n7X1h3xv/TxHX9aeqX6n6s9pfXNa41R/16ZP0Xlte7eq1yvdwefo9K92AJsgDBCH2t7izP/19TVUq5Bw9nq78+effz69HZmDVUAFJHGuNj1gVlwIFAKFwEdCIGvjR+K5J17b/YphKjgscYjVfjHKYLUf5m3m9mvhKJmJt+S/xs86NCNLsRAZ0ncY5wK5rZedsTNnNpy6O9ifOVNmLU/r2u99/B+f/in5zMndeFd3rtz54X58fM7Tvzb3MPyvcP62GByGn5aoFfePxs8Qit75u57+rF9DRIbP69a3YWtjz9FJ6JjRU1JuvV6Sli6Ng888/3FgRaeiO0u7XjaX0rq+PFqDNR0/uuFQHut72raFYJw4rYeXON3k38OhPaQr9F0aawdPbLTw5Nk4O0JYwyc+1MdXxt2tnIVr6F6KeyunI8puKR9tuTnc5GddbMfsUcZry8sl93N8X9LWFmWPRs9Snm5F99p+1tZfise15ebos/acC1P1z9d6tnzPtbt13hSdW/ezdXu90h0cjk7/agcwh6+vfP/85z9/9c0335wUEZuUL6Eov//zf/7Pk9M3z5lQLTC5Twy8lAuQFRcChUAh8NEQaNfEj8Z7D/yek499kCFu78vXpA637G0MWQde+arUIZ625G1p5J2jrwd8j0AjmZAj2cGT3HLo6rCPgb5ebuudYffBasoBGGrmTKGUm4rXtd/7+D8+/VPymZN76s2VmxoXz+nHx+c8/WtzH43/4mftiLht/d7ldT39Wb/G8OZUsq6tW9vGWh6m0TvoH17CF9M12yD/PiH4LOsfnXQquhVd61YOrK2wyTjCRxxxYmdg95PBPHehO3Fbgx0SXuSTyZa2SdvX1P0YXVNlz6WnnYwzfIWnI8gn9J3j4Vxexp01wDwiq1vwtZbuczy1eXjJ2CM7wfMteGzp2Op+Drc2n0w9Jw4OW9Fyy3Zavm7Z71RfR6Nnis5h+q3oXtvP2vpDvrd+nqNvbn2Zqj+n9UQ72pqfqfam6Jwqf5T0XukOfkenf7ED2ETAjAPPfOX7448/ng6w//SnP502Yj/t/Ntvv51+3tn/QPG1bxSR4UQKMIltbm2Q7hrWa8vUfSFQCBQCj4xA1sdH5rFn3iKf7FfDOLxJdxjEiRiHMEPO/mhPzf+b9WUwA9dBmGD/W7MHhr7QUfH1CJAD+XHmkx2dhewcvophLd2l7Hns84UMUyDmQO7nzIfredi+ZmifanktL+vaPy+DKZqPk358+qfkk7E8FQfjdePj+PiEz33iR+O/+NlnnOzVau/yWk7/2H49RDWO32H6vs94oDNy/NAx6ZQJa3THtLEsnsJn2foefYkehZf2F+KW9X/fUu04ijxypkUmRw2hO/EYncYVXsioHVtjZbdOO0fXJX2lHTy4wpM2bs3TGN2hbyxvaRq+zB2y0t4txt0WdF/CHx7xR34CW6vHMIdb8jNePeM7sn1Uvm8ty+B8637X9ndruq/t79p6a/FZWn+OPvPvXJiqP2X1Jv1cm3vkTdG5R19bttkr3cHg6PS/cwBPEexg+i9/+ctXnL7usxGZIJy9//t//+/T//R174CU8pHJM9bmMG34HADTRp4rLgQeHQFzIdej81r8nUdgal08X6tyb4XAnHzk28Pacp4dOtgn82WwWBmOX/tr+5UpXtTJ5bltz/NUWFpuqn6lv0cgsstP4uVAIv+LzzNZxUgflwFTYCqcNzqmat0n/RwfKFrLy7r2x7G/D1LX9Hp8+ufkM8f1uvFxfHzm+F+X/2j8Fz/rxsOta/cur+X0L1nnvqxln56cEn4S/fSz6EvqrZMaXYPOQWfEj5fUEuTdJkzxeVn/HDucwHSsWziwtsKmHUcwx0eccfiILrhVf1u1E7oTD9tFd8sLudySlym6hnTOPbftkA/ZuAT83G6ejFPa0jdeYj4VH9YBfGmPrPbmawu65zl7W0Kf4dE9Hvfm8y0F65/mcGvzwx/ZSk98y3m4nuPnFlq+tmpzTTtHo2cpL7em+9r+rq23FIe15ebom1tX5uqvpW+r+r3QOeS3V7rDx9Hpf+cANuARbZPx85R+1vmnn346/X9f/+NXer6C8X99f/nll5PjN0pu6s8BMARm+Jz6cxMw5SouBB4RAfNNiNJnntzjCraZj1PzNeUq3gaBwnkbHPdq5Zx8kpd4jAZGHEeiPdUvaHAEC+YZR3B+ItrhnjXAdYnhd67vMXoqbTkCkV2+ViEbh2WtI1hryg31otevfsf6u+zQdKyF26VNHfyGgrW8rGu/9/F/fPrn5JNxMBWvGx/Hx2eK723SH43/4mebcXGrVo4jL3bS5WvJcvoH69znL1+8vvnf11/6l5b8GwgiugWnCOepsxjOHyH22v5kDPB56VC667xs6E7hAw+ec6b00lRnN3RBfAh4OWLI+E88RiP9FS/KuPCS+7HyW6ado+uSfobtmB/miwt/rnuGIX3X0oIPYw5fYs97rgFb0b2U3/CkfHiUlvVuaTv3LjeH2zCfDCNbeXgW33vcXorjkK9L629d/mj0LOXv1nRf29+19ZbisLbcHH1za+dc/bX0bVW/FzqH/PZKd/g4Ov3Pv6MRap9iG4v/6ZvD52yylD4/6eznK//1X//1dFCdTTdMJtZce980X7eFQBcIGL+uKFh5tiGc2xTkZewnxnB7nzalm28J7qPYpXybn3LJy/Mt4/Ce2BpgbchzYjQO6Wz5RnPKtvSnTvI8wyB1padMW6/uC4GeETCuXdlb7bv5aWExR7BLGU5i+7DrqAdLPcviEtqtS+RBDmKy4qx3OcjkHI68soZd0n6VLQQKgUKgECgECoFCYAqBvESYF9DoI73pG+jFh4vuFGf2FM9HTaejw59tzHaN81T6UcMUbWxtfHhBlf2BF1fvdoexxn5yzokfPLp6D+ErshLj8xF4a2VjjRDILnMsaW25Xu8zH9uzrqyPeHY+IBbMzZTvld+iuxAoBAqBQuC2CHx6Oqj8TEmgCMXpS/G2uTi4tKmK89PONiGbTeuYyXNLejakdgNr8+u+EDgqAnG6GsPtOB6OZeWkJV1MMXO16SmHX/PKfEu7rSGlXFs27UprQ9oWp502f+195rg4YawvfadMS7c6DI62nTwnzXNoTxttnPv0m3raVi+YuFemwnUIBMep2pHDVP5c/al6lT6PgHGdy5rh/wTbm60vxr21w1fDnMaeIytxzYl5fLcsEbzNBzKKI9iztY4elV9OIav3wRr/ut6+z/+oKW/3vvconMcscnlf72OkfPr0/DOH09yex2+6Xh85jy7/R99/7y6/05ecZ8a6n/vdMdyd/x150/T1/J3bF9bL5POLSTHez/OHv8fRs+BI5/CLbfQN5zWxuXYW4SbNZx3DR86jwkdrI2/S2Y0aoQf+6U9/Oo1x8jiyg2puHpKP80FjjDzwE3vjHJzjuu65Gsvyfn+Zn+Plvx6o2FP84Ymc8EQ/N+basBf9bR9r7qf4ig0S+4MTeExee/M3Rd8antu6edkWH+bXpWvFGCZt+1mX2rRb3A9xa5/d49s5gJCxu7cs9+C75WuP9te2eXT6ir9nBI4qp3utH2vHReofFdfQtzbunb+19P/xhx9+OCl2DpezodhIfO3rcHnMkBh2OnwmlLG0tcKq+oXAFggYm64of5yyLou1tMyDNlZevjRlhbSRPPm5F7uGQfvSE6cP5cy7VonLfehMW9KlJU76VjE+wkvaDC15FuOjpT/8itVPcJ/6Yvm58BFelA9Pbbo0hlmbp77nvKCirrQ2yBcSt3mp36bVfSFwJASM24xd+zBHL8PPXu3gwn0OmRj4XtRiDPZ08HckvLegxboVOThQygGT9SZ7TBz2W/RXbRQChUAhUAgUAoXALRFY72Teklp6It1PTNegG9IJewvoZ9PRa+lLcc71xgd68UEH5NB2RT5H5CV2xpC22NT0WnorW97Y6nV8DfkjH+MsZzrmzBQWw7pHfmYDGm/mjzMaMbvk0YI5JuDPmBRyVnR66PRPxmDmX/vs3rjFczt2paVcp2wX2YVAIVAIFAI3QuCP/+k//aeTA8ZGQvnxP30dNg+V1WxELV2UwgqFwFEQMB6NUxdDxTV1b7w7nBdSj6LsynPGfNuONEpWnCx5Vke6OHltWspFOW3nV6u0tffqC1FyTw9f/oS2tnybv/Y+feN9KqBBfpzAnttLuucYV0MctZvyuVeGYpvn083TH+kttkmHpzaCOTxyBX9Y517sgmmLnXt9VCgEjoqAcWuPZujZo+NcNF/cezvfPBCMby9wja0dR+XvkegiKwcu8Hf4RzbWwfx7DXJ0RV719e9Q+r2vxaH/Xjpy+h/iWs/HQCDyudf4OAYKh6Vi7svfwxL+QQkjr52/xr4M2dvObzYQnYOtQ8+gE7p/1S8uo/5epWPL0XHZj/igQ+Glx4APjqnYtZ57DcYX+o0vPJFLb+NriH30dDq68ebqday1vIUvaeaQS9qj2YPWC/KK7IxLY/QRZEh27RnV8Jk85ZNtztjwPqyjXoXrEAiWxlmFQuBSBMxRoc6WL0Wuyt8CgT9GUfinf/qn04GkBS+L3i0IqD4KgUsQyELajlMKkAN2sXzKYGJte7aBS8tGrn7bFkMm475Nz/ygUEbhUk75POsjddOOvNzLF/Sdcs8px/87Ry+exoyKltfgiVu4JCjjkh8Z5VkcpTZ5MaTb9txrM2mJQ7d23EdWYlcrT88UZw6Z1AuNaT/PFRcC90bAumL8cjCaG5y/DjCsfy5BbL5wFHMEC8a2+VDhdghYW+BvfSGPOO2tbfYs8nnEN/P3Rfh1D9m3n2q9ECgECoFC4PAIHMr5ex+06He+0vSSGbslttB9qFnXK/2Wnku/pct67jHggX1M16P/xe7skRc0oz/80GHx13toxxoZ5Yygd76sB+wOwRwyBskLf48WyDBrXsbl8Czn0XgeyjfnZeUEfjRJFz+FQCFQCGyPwKen/xlz+p3UVikop8f2QFeL8whwTsRBwfCL4894lE6JdS+dskNZT3mtS4/SZzy39/KTJnZRGpWJARCFynMbQpc6w5A+WjqGZTynXJv3/7N3LluW28jZVbU9saoktdw99sBP+r+w27qU2mt5YP21T9aujESSBHl4A8jAWkgQ94gvAkAAIE/W6sSyY8+1Nob6HWvrqPQhmuCD9MgPzzEu/ugAToPXUL0gX28bMe4z/ZV90gdpbJTQg+jJkwbrlhsq2l7inWQAAEAASURBVN7S2d+Wbca2avTW+q/Vj33l83YIIBd121aJ8/PQeMYE44FyyMh/58DhDbqbblsE4jw11TIyQT4cxiAj5g827BzcLpHN0v+BNkVTG3lz5s3362+N9jG5vP6Px+EWXv7H43DecOoY/ctpHm6/ljrc/xj/r60dRd9rj2c81XHYm6ph+az98v/q6+9hcnv2i9+dLx4P439v9R9pfzv+GF97zGVj4/aFoTr9e9D0HkzpYD7g/86yN8aewO4r97Pva5+fUs5jxOGBF+awkXrhYwhJzi2w+ZCRv+DTqw0OD/IDD8gF+Yy5Vvh0fJR0mg5P6Br0Mm54KZPnVugv6TYu/cbLkHw8Lwiz32CvEV843Zu/Gn0lvUvjcd6AP+RIn+gkfE71L+9TZxyx/aW0HVUeHpkr4R3HfN/LJfCUfI7C75l+eqW75DX5KBE5Nt76/HIV/RiTaq/8ef43Rv9fZh7xvvwz0zF0Mj0RWIAAyqhRRTUmtzHjijzKcyCO4eKFBSF5esvQHmWJ4zFy7IuQfvxJTS/t3JiQb5kytAzt2zbP0Vk/pvlMnTlurBx8Trkx/Kwz1q750N6aG6O5TB/DXUwwcnGE1MVTh1D9Id9n0wnRJdMJ1TvKk49O4m2PdPolTojeELJZVO/MI4zONmi31DfKkZ4uEViCADpbOvSML0q5TOTAyZ81oxyHG6RxYONhmvqsfpbtZXx7BBj/v//++2PO8KttQjbwHFgom+17vlKL8VD9/Ti4Eqf78vJ2ndq3r2w9EUgEEoG9EIhrwl59tN8uNh12hHtqQmyOck/SOifQ6z7eix3iPTrwh3ZsPDzPcR/YE0/IhT1v5If9Ru8OfvBR14hfwTmWOPOAP+THPHE1p7yc++DPM6KSV+dDwzK/pzg8eKlf8n4F/nqSRdKaCCQCiUAvCDwugLmA0Ev40AGzeTG8oiER+cvn+QiUxoYXa+iWxidpPPMFFJcS5A1thmjL9txAEZJmiO5h4Gn80Lb6aF1D+sEZt5zphvO57aPk3HE8xo04jeW3ko5clS3hFN3KmhB8CPXE8egoxjTpPJtuHfJw9BN/co04F8LoJM/ShZ76bEg+7RGn/XSJwBYIoFefP39+eDb8XPz6hjCXjXjnTQ4DrnogsAWWe7XhIRrzCGuh6yFx5g8O1TjQcF7ai47Xdpl/rnco9MrfWU/O6y1hy1rpT8K/XAKjZ+mmENhrfLSoH1M4ZF4ikAi0jAD7Y+wLbAnsPm2Nlmkeok0+3Iv1ygf2OPtB1ljkga2Hfce+r0cH3fDjZSlyGrto64U/eUJG6BtyQm7wdgXH2In6h7yO4E0dP8q+lCfmPuVY6iY0IdsrOfCFT3hDdxmbONOuxGvykghcBYHaPJTnwleRdJt8PFYJFo2jFug2YUiqxhBQLzTkYjnySPfCLIZudDBEKEce3mcOtzFKqc8kqLFNOs+G5GPUWYa4vqRlKC795lEXV6abn+H1EVAHCNGrmlN3vQhGd3hmIx91mnaIk86lG4726QcdxqvzPJOOgc6FD8+pkw/I8s9GCKB7HNSgc26I0U0ugA3pijJeOqqvG5GQzUwg4PhnrWM+YM5gXuEnHJEXcvGgMOeGCSAzazEC6F66RCARSAQSgWshgC3BvgIbgv0IITZGT871yXMA7CLOEnrjQ8yRCbYcdjd84LHLe3XIAc85D/sJ+MPrlJ/xHkLoZx8EP+75I0898FDSqBzYPzAn4DybY3/R63gq+TQOv8rMPS/8eu5iOULKXm1fBZ/wBO/MMbi8BH7AkH8SgUQgEUgEAgIfvhw2/smCMeciJNTLx5sggCGMQz8wKIijL2zI+IKXkDgbG57NjzqFoeXFApsgjGyMNI1T8jBEY9pc42xuuZuIK9ncGQH0GofeuUkkrt4zRjx4oSybSULrkUddvHOucUJ+AhYjHu+YMd/y9kd4tos0PUMLuKXbDwHko/4Rgjc66iEAITpJOTaKcX5eK9v9uLpWy8oHOTBfIBPWUlyUybZcT427+ksx29Iy1Jr0raPFeXeoh23SpHOstXX0j7VaT5euef3vj1Od4rZKvOA3jMs8TF/4UQ5j3C1pa6yN59Pvvv4Oy/cLnv5P4J3/x+/zknupOUr/2oYbqZ/8zRNEiRM2HvtzLz/G/rUEe4spV7Y7VXbLPOcl+vdlRexR/sWJFzz0t9ZGtZ8taR9qSxx5uQ9+fLlvLf1DfR2Vho7x0iIhdio6hlOnDKfoEZepMnvm2b8hfcEPdjiy6f2SNPIFb+wrPKvjzA3+etbBkj941MEneyocc4aXwOjlUTwfPb/IOzqMp39493x1DK85Y9W2ewrH+O2Fh9bpb52+tXLunb+j5p+1OD9bv3f5nE3/vzLxX3Xyf1aprlyvVLhS9uR7kUtIHEMCQ4rNJM+kMbHwrMO40tDAuGJDgNGhJ04+eRpl9K0hVtJBu6SV9NqfYS3fchkmAlsgEPUU3VV/bZsNlYsu4a+//vrIQufRVS+EHWNsUixPwZ9++ukRj+OFPhlfXM7RH3G8fRtS3/FgSFq6eyMQdQFdQbfQJ17EQf+8dPQymDh67Is66ty9UdyXe8azayZzBTJANsqEOcIDtn0pydYTgUQgEUgEEoFEoFcE2Hdj47FHZ69ByP4bO6MH554Gu8fLC/jANoKPXh12NTzAC14+e+RHHVO/0DHScL3o2RDupb5RRr6GyrecphzcA6Jv8MK4wveug2PYwyM8w6NzIFgwJ97BqcPMNXhwYN68C/93kHHymAgkAonAGgQ+fHmDr48dwRous+43BDAANf5I9Dka8RhOGE0cQPPMIbSGpBsWNjIYE8TJ4/BaAwvjw3LfOg4PGqMm2bbxDBOBqyBQ6rpxxh2OMYZj/OGIk8eb1Y4t4tRjXDm2MObxlNGwJyRfZx/G9winxvmc/o6gcQ4dVy+j3skncy5ppjPH88UI874bZvSJS2C8cz3yto5tZbgOgSE8mQ/YuHMRTEgZxjaXwKy1a8fdl5X/LdF88fbta7dnvkqkvWfqvSVj69gQttv2UeD4rvH2MHlH4peE/XEa6rXltBe5vuLC+uzFwxKZtq0fT6+/nXwhW9OwV/nWSraZfx796vWSsbAEw7ftn8fnEpqXl92Kr7Id9wzsI7AftB3i/gBqx/fezn/nHw/BC3YQHpsUG4gQt9YOenr+e/Q+/4/yIUQm2NvYcb7UO7+ltkqCnzoGP5wLIRP0aly3XnkQl9eUY5/s39Desb/ZD+EYM/Jlfm+h/BHimRPwyAjeynmhF/7kq6QXvshz7kCepLGPxfOM39sdPb+U/IABcw17evhFzvBfuiOwKPs8Ij6mH0f0vUUfrdPfOn1rZdA7f0fNP2txfrZ+7/I5m/7XTziflUDWaxoBFnaUzImACyaNP4wC8jzwp4zeg342Wr/99tvDaOAZAwLvxusZw/GqxkbTipDEnYJAqevGy/HDOMRzIEAZxpxj0csgxq5jlrI4QjfcjEXHKJs62qIN+4oASIftxLx8vj4Cyl09QF84wEHXOGjj8IN1gp+s4xm9Iv/z58/dHhb0JFXwxrNZRw6u2z/88MMDf+QwtJF/msdvl79Pt5AVE4ELI+Dl74VZTNYSgUTgMghg22Gzub8nfGa/fjYg7F+0g9wLYRv16EqZeDGlHd4bT8iGC/lPnz499Aw5ud9kj/EMX//3srV9QPGX/e/oHv1EOt1TM1YYM44b+epNRiW96iDpXA6yt8D1ODc8CB/44/4WmflLV8iRvRSO/e4dXJS1ugzfm+4d7wBk8pgIJAKJwMUQyAvgiwmUBR/jh4sfQw7w/cLLNDcexNlMUS8aRTzz/3Y0CjV+KYezHULTLgZlspMIHIYAYwjvOHPcSQDjWQOeTQzPjGHTGYeMcR0Xd7RHO3gOggi9WCKkL+rhaCfdvRFAX9gY4nl5wEtgdQ2d4nKYPDzlqJNuPwQcr4xfxrdfW/z1r399rNfl/8SbT0n55Rbj/zUtHsINtfkXvwB8k+kc8trOm+yMJALdIKAOexr9dnx0w8ZWhA6O960az3baR8C5fS9Kp9sv7Qzt1r2o6a3dEh/3EdgP2P3sGfDs68uyL7xO4382HvKBLYod5L7mbLqe6V/akQe8wJtuWDbmthmia9in7A28THzmgqlmc+7F/RDmpMET+2L22crJcbUXLUe2ix7Cm/zRN2lXc+onawa8Mu5wyLe2jlxB3uoyPHuGxDOyHtJ98tIlAolAIpAIXBuBvADuTL4YLPhomGCkYtSQrgHOYT1xDB4WfTYZxFnweeatTYx02tGzOYztxmdhog2cF0ZpQIhMhonAfggwFtmwxE0LY9ENKuOcOOO/HPukU9+NAM8a/4x52iSNcpSJY5q0dPdDAP34/fffH/rlwQ5rDGuJF8G8WY3+sI7EQ6z7obU/x4xP8GZsgj/jHbkwPvkaeD3+Xnjtz0v2kAj0h0COj/5klhQnAvdAQJu9tNex47Dv48E/ewbsiZ4c9GJnchEHL9ii8NajQ1ZRJvDzzIVpS7xH2UAX8nrWJv3zy5bzw9f3Sr0UPupL4Igp9MMX4wWPnJDbVRwyYgx5huAlt3PJVfiED2TJXpXzES+B4bPXOWSpbJxzCN3H0wb8L5U35ct1Zik9WT4RSAQSgUTgXATyfwCfi//i3jHWcBijHswTkh4XZZ7xGHkcHGu4YtDy9RbpLORx8V+ysEvHYgYWVoDOdIlAIvAegaHxGsclz1wWYfDzzOaHeQMXxz+bADZItMcmifnBeaE2/mr576l+mxLpfZuTsS0RiGvDknbLeqw1fhnMRhr5s7Z4GaxeLenj7mVLjOfgwZfAeMYzmIO/X2XPqV8r48HbWLnhL4At3c6a/Qy2cjEvHPpyqh3+5/Fwh/8BjJyWy2W9/gzpR5TKcppi7bXPs9ff2hfAnf6E/Hr5rpXAuvrH0b+3Hi9r/zi+18mnVnsvPmzX8f3jjz8+bAVsBGwFL+e087+80j1Iqu08M3cONrgiEV6webBBoZ9fP/Fc49lmxefZ+nPrveL4UoM4+zH44UyGF/J7t53ZZ7LfxLkfeNWvF77LvxGXKZtzrwtg+5dO49KpnOCNMr7wan5vofzFEN64/IU/zgLgUTxa508+5tLJntVLYMYbvBKOuam8sTox/az5JdJQPrNnROZgB3/IHF9z6gShuBvW6p6V3zp9NVxap791+mr41vJ75++o+aeG4175vcvnbPrzC+C9NHNBuyiBiyvVeMY7eDFafGuNxRtjjU0QaS7GLOR62nBDwQaJDYaGDGHsi7I4aDhbGV8oyb+JQCIwB4Gh8eo4tz7/S5jDEuYK5gwMf56ZR/DOK6TjKMOhhO2wkccTN822M7w+AuVawQEiawprkAdY6AvPbKb1vlBwfYTO4VA5eCCqDPgamPFayu0cKrPXRCARSAQSgUQgETgTAWw27H3se84DvAA+k6alfbP/0PbkbIQ9C7z0aOtAM7xgN7sXI96zQxZ49gbIZu7FUss8Iyf2NDh4Ql44+OzZxTEjL8oNvuA5lumZ10g78x68IUfPQXofd/A3JquhMyLGJeXRZzDwnHnuJTB1h9qNOOdzIpAIJAKJQNsI5BfAjciHRdiFGJJYmDnU9aA95mG8cADMQowxgwHD5ghDzk3SmEHQCLtJRiKQCByEwJDB7nzD/BIvgjHsiZtPnHnFzQHzjnMN7fKsf4adOK89U39tHWifcmfTN0XbEXlDGz3XFvLQH976V4dIQ1dYl7iIZMNdw3iKD/uaKnO3vCgTZYBNgCfOePWCeA32y3DlC6LpsbSsvTZKf/jwLwsIuR7/Y1+GCcoHf6vRhGbC4S/aXsibL6c41pph7VBCpnDkX8EcSszhnbUu//3pqwl4/lgaFt669vfnf5jqo1LX8md9Dvux07AR+HIWv4VtVWvD/rfCC3tcPrAzeeHNvclWfSxpZ+3+AHnwizrYadhsJS81fGu0bo1/rT/lw/kV51KeU9XqxXy+BPaL36Ppj3TwbP/w40cX7GncB5fle4nLl/QiN+YI9nPoHHu3Uhct21NY8intyJOxB9+ebwyNteP2T1L2NqzNL9JXK/e21ZcY2IABe3d02nPkobKmDWFk3ppwTE5r2tyibqt0zeUt6Z+L1D7lesdfVJ6ZX6zbc9iL/MborM3X+QXwgdrJIHLBtlvTCH/66afHZgBhYqCYF4WLYcZXfb/++uu3DRz5LOAIG295Q/vKMBFIBO6HwNA8wDyEj5s8NgKUZd7hmc0Bhy1sCtkc4tgE49gsMNcQulmkrXJ+o73aIvRoMP80icCU7MjjohePfvg1Ks/oD3qDfviSUpMMdkhUlAnPjD8OMcCZMQvuP/zwwwN7L4I7ZDNJTgQSgUQgEUgEEoGVCHjAr13GL4RFO2Jl84dVZ3+BnQMfXuJ49nEYERt1JC/Ya/IT92MbdXNoM/CEbn369OkhH/jCNu3doWPIhr0xHt0r97o98ejY92wAXpST+/1ex9UcOcCb+yXPNpCvuMxpo6UyY7qIro45eAUDHOOUvSMYgM1Ye2NtZXoikAgkAolAXwjkF8AHyYtFVUODhRYDEuOLZw7ONcRYsFmYKc/BLgfoOC9aWJjJtxx5XrKQbjuG5KdLBBKBRGApAm4eCHlLnTmFOYxn0pyDSGfzyFcFbiKZi5iznK+IDzn7GMo7Iq220TmbviMw2LIPNpL+coXrHWuZ6xcbzCnMY16uYcsl4/jErkB3xZ6xGbFd3vLeNTioWPM12dr6JX8vByfLdPAr/fw/1Nr/TC27ay4+fnAUSe3nC+CoH/P1bJn8IzK9P8+T/5cpZhvHeGnw/wi3Lv/96asJeP5YGlaUde3vz/8w1UenPstnrIdtxgud2Aj+q4i1fIzZ9bYb+zdtTag97suG2JNx37Gm7WfqSs8zdamDTRb/7Q4XMp75kF/DlzJTbmv8p/qKeewRvVDyBeGYP/f5LPqlz/4J8V6OIhdk5X7X8r2F8ifdvlSBXjO23MOb31tY8lfSH/lFlvAcx9zZe6ba/FKjr1ZffNRr8GHPCBaENRexqpWdypeOqTJn5LVK11wskv65SO1Trnf8RaU2j1juamEv8hujszY/5xfAO2ssAwch8EUOhr5vWsUBRb7GBwYIC69f9bDAk18K0oUfwZs3pgQ7s5jNJwKJwAURcI4h/P333x8cMscwj7G55xnPXEbazz///O3Clzrx60M3k8xVtitktOEcZlqGfSKAnPmFCnSCQyA8B44c2KEzHJrgXedKLtED9CHdcwhgRzie/LIE7JEHh75zNvXP9Zy1EoGWEVh7UdUyb0fTFrGsXeAdTVv2lwgkAkMIaINjj2Gv93q5w/4B2uGDCxxC7JpyXzGEQYtp8IJt7GUUNGLH9bwngiftT3hDNr3KB3kgCzx84dA5+bqSTY2MmCc4p8TDM7rYs+weAhv5g+zYjyJLZIqD/57H3girk8nqNXMQnj0kaVfS7UkAMjMRSAQSgZshkF8AbyxwL3Yxnrwo8Ys5FlYcBhUOw4NFlpA0NzEYHx6CP2uIWP/RUf5JBBKBRGBDBJhfnGOY89jsM885x7GZYg5040joxR9zHt4823l2rlvDljSMteF8Ppaf6dMIuA6yFrrBZp1z461OuOapA+rEdOuZWyIgbugtz+DuuORgA7x5MeP8jf3UxVG8YCo5NL62vu0YDrcnnpZ6DefQ+Fq6/adh/mt0t/sFcEk5/C2X2bj8y/Z7j8+R/3v8nl4fp76Qb+hL4Nblvz99Nb14rxPLRsK69vfnfxk3e5V+ls+yHjYYL4Rhl/HlLC+ar3Haa2NtlP2PlZubHucbLm2wbbDhz/oKONIzl4ehcuyfkAsOO83/MVvDd6itmLY1/rHtqWf6xfbEIx/0DNvzWXcmH6UMoAW9Yyyxj107hp7FZIt6Ja7E8cwP8MczZ5PwWeKwRf9HtVHyWfbLuQXzCeMZfr0Erp0PlO1sHa/NLzX6avUjvcodLDy7Qe5Te8WtdKImn0jnkc+t0jUXg6R/LlL7lOsdf1FZMo9Yp+WwtmtxV9KL/MborM3P+QXwE1rKYCgXXgxdHD+xhOOLX8shBA+8MS4wGDEw8LRjW1cbZA8g8k8ikAhcDgHmNBcX5i/mMua1eAHMJpk5jcWJAw7+LxRl3UxSx82l8yAh7VLH8HLg3YghZMyXpxz+sMFGD/BsMAk9REEnKJtuGwQYR4whv8LHPgFvv8RGJo7DbXrMVhKBlhGobflapr0x2t5c0LpVbozGJCcRSATeIYCNxbqP/YU9hv09dcD/roGGErApsR+9rIp8YP/05JALHl7cM/VEf0krezd0C/nAD7Yn8d7kUvJlHF68KCOMumeZXkNlB/2OLXTzSjyWsoE396joLA6ecXc5h1Du8M0zODBuWS+uLPuHkPNPIpAIJAI3QyC/AF4ocBdGjFoPVQmJ43GELJhciGAoUgfjAk86cQ5nKedBLfVIT5cIJAKJQO8IML85xzHPsZHAs1k2JJ05L24wmDPxHhQY7oVHrX1oTLcdAh48urkkrg64XrIBjevidr1fuKWR/6HJGARf9BjMuQBm/IEv444vZ87Z3E+NqzmHt2vrl7pQtPf1C8UPfxmzyWo02l6tXEnHXnHomaJFepf1388XwMv4sjTj5x6ulP/LrxV9+Y9wgf2v+hP+x/XT62MnXwAH5h+PrenD/vSUelEiMjWnlGWH4uva35//IZqPT3uWz6F62Fy8qI4tzgti2F3Pnj3U6g31vwa9cr7BpoEX7JkhW6Zm36+hhbolPWvaQy7YZ2CGDYxc1tpmW+M/lz/7RT6cjxGHH2zOms4M9WF7Q3l7ptmvNBsnjL+sE/ewe9KzddvyQ7vyaB/oNrJjnmAceX5pfk9h5HOKbvZG6CzlObtFroSMzTNcbX6pzW+1+mM8wb9Y0AfzEXNR2V+pM2Pt1dLnyqfWztb5rdI1l8+kfy5S+5TrHX9ReXYesX5rYW3X4q6kF/mN0Vmbn89Z1VrThkAPQLLIEeIBEAMIzyBgUcQo0qglX/Cpx5c1OP5nJoum7U0JYiovkJaPiUAikAh0gQBzGt65lM0DcyPzKHMnGyrnVTZcPDNX8ssJHIJQD8+hDhvPdNdAgDURH9dSvkTBowdstpE3h0WUw7m+XgOBY7nQtmAsgavjUjsGOWCrrD1oPJar7C0RSAT2RWDsxYd9e83WE4FEYF8EsKuwBbg4xQ7A5tLW2rfn9a1jx0QH3dgu7B+wH83X7ollW3+GF2ShLQwPXND3yItYww/On0xWXub3GiITLge9IPWCsHc7Gr7cbzGWkB9x9gnoJTz3Mlc8o1vwFs8lbKPnMSgPS0L1mzroNusEuo0+9K7jS3DIsolAIpAIXBWB/AK4kCzGDgucBg+Ln1/NYBjo3GhgEP3zn/8cNYwsRz2NCA0s28owEUgEEoErI8Cc5/wHn8TxzKlsLAmJs9EgzjOO+TO+Cc/BVbzIstyjcP7pBgF0Qfkjc9ZZ9QAm2Ggq6zUbzqhzQ+B0qz8rvqBzzHl4BS6MsXjpPoTVvmm8c/n2cHdZf8/W913Psd7m0dSeHk3xNYcn688pO4Zd/y9v1ORam1/GkZmXU+t/XitTpZRzWYYL4PWXwOyjZrmRXzCYVffEQvvL50TmvnR9df5q6LbOf42+sXzsLS6AGZ+s+9ha8axCXPae3+xnbljyA/3Yj1wwQj9nMYTSPcTT3L62KDd7/vvaGeW9LIV2LoC9RN2Cnq3bKOVRtm8+Z2joHLygb0fJxf5LuraKs2fBw48X+Et4U0+fpWdv/qCL8cXLFegmezH33zWa5c1wqPwR9A/1a9pQ/84p6CvOS+8lcrX9nkOwwYODL+kj/yWXwFOy3wKbIflt0e5WbbRO31Z82k5v/PZGrzjPDXvnb6n9NBeXVsqdLZ/8AvirJqhoGN8eRGP4kG4eRTVg2WjgWBDnHlCfLewHwfknEUgEEoGDESg3AsTxbpy5lCLOHOmGk5DNB4cHOuZnNmRuRI48TJCGDNcj4FqIHDnkwiFLD1TcdHJJ6QHl3HV2PXXXbkHMGUfibej/a742AsldIpAITCOw/vJ3uv3MTQQSgbMQ4LKKixxfbudco4cLjnIf4f4Bm0abEb56dfCDvct+iHMn9kDIquS7N/6wNZUPtCOjK9jz6hr2M/whq6s5ZOc5KCG6eUU+lRtjEJ5xyJQxiIPnHubIB7Eb/nH+AQdkz94dfK4wfjeEKZtKBBKBRKArBP7ly5s9/68rijckFqOaN5t4E/bHH3/87m9/+9tjQ8ShM16HQf7rr79+98svvzx+LpEDawwBFsCaYV7Lt48ME4FEIBG4KwLMp8yVhBxG4ZlnedGGn6glnc0YGxAvhpm7mac5xGJjOmc+viu+rfOt7NlsuuFko6m8OWDhmXJbrqleRLeOz3v6yv9Nypd2Xy9tPsy7vGFMibcHO+DMuFIe7/vdK2UezeO9P1u/xLHsYV677elRwdfjC0t5MSx5jXHKzCkX67x/bg+X9zROpZxN/3b9h/nhDcOFnnzLq8me9qg7XW42/TPnrG/kbf3wZnzMb3w2f/ObbKrk1fmrgd06/zX6pvJZ47Wptasorydtqn4NuyPyoQ87hlBe6NfLCXg40z2Dn7jDj/zBY4uuxp/50A9f2JaRJ56n/Fqe7X9tO1P14Uv7mZD4UfI6gj94h5+SR/hc646if4zOsf5Jdw5h3xn3nlvwPUZPS+lgID7qNCF6oJ6fTa/0nU3HWP+t0zdG97PpvfHbG71L5dI7f73TX5PX2fzd8gKYxYsLXy5+//rXvz5CDFMXNRY5Lh3wXPzyfyg5KI0XDJSZ42sKkPmJQCKQCCQCbxEo51betOYymJdx2IyycDpnsznzC0bmcDfftBEd8bMX3EhPPr8ioFyQEeusF5PKmsMwLvuROfImXTm/trL8yX6X1zy7RnlxE3R94WUKOII5YwcP1r7tHW2esznep/8Sx7KXgGuZFeLt6VHB1xudmMdTYO/px/ZwWcbK2fRv1//YZW2hJ9/gqemI9abLbUf/N8J2evjCz5sxMq+bfvibx09Z6ur8lfyW8db5r9E3la89zFpPuXKtL+3nEpsW4vIHrV4AY8P4EuHZPEjfUqyg2/0Nz8imRVfjL+ZjZ2K7a2cS31s+sf+98JMH9E/eyrG0V99H8Aft8Ii86E8+SZP3Mf5q+UfRP0bfWP+mwzMOvcXLc42vsf56SgcDcYBueEav8eKBvpv3eDj4T6Tv4K5nddc6fbOYWFCoN357o3eBKB5Fe+evd/pr8jqbv8v/BDSLFpcDOL/sJWThAnwXNX7Sgi/OuGjg6zPyNHgUooud8TmhBsScslkmEUgEEoFEYBgBNx/M0S6cvMTDz0IzN3sJTL7zLnO5l8bM8c7pz8zlw1Rl6h4IsC4jOw7ykB+y9f+IcTDGoSXpyPqow5Y9+Hy6zQ/FFyEr/4cmOPPzz+CqB3M2+owbx9DT9GbFgxEo9OM7DmrKtP1JYhxH57wd0/J5DwReDubetmzaHD2w7NsWLhNjviydaeXcWpbLeCJwEQR80Q57mLUe+7ics3tgFbqxU+CDNYZLKuK9OvnxpUdt4V75gW70Cpn4i00961spB+TjHhS+rmjnqJOOL/YJyJP9V+mcR66AA3Mkzn0nz6TB4x2deoD80XXPUob04I74JM+JQCKQCPSAQPdfAGtguBgbZ1HC4OQLX772/fnnn7/79OnTY2NAGQ6OufDl614OPgnjxQHCs601guxxM7WG36ybCCQCicDeCDCveqDAPM4FFZtR0ri44gDIiywOUXxmXXCtkEbqbDHX216G6xEo5cGG28MG8pAvcvYrCWRaynUOFWU/c+o0WeaJr9dKPhgHHgiTB8Z6xg15lLmW80vGMa7m8du+Hs3jYwyFrdLbx+ktp2fT+3z/U3oddWGq3FsshmOxrfclnqf/fVvbpkzwvWAubZe/bdC6On81lFrnv0ZfLR+biTLYUYRxje9hrS/540ICmwV7hUu5s3ko6avpW8yHdniBJ56RTWuuxl+ZDx9eGpG398ubZf974ucFmPp3hLyO5A/skB9zBuNLOZKGj869WI2+Wn5sc4/nsf7LdPmDb+Qrz6bvQdvZbYJBiUOkybWDMs5RR+MxRV+k9azn1unbGpfe+O2N3qXy6p2/3umvyets/rq/AI4Ljof8P/zww+Oy9+9///vj550pw2LFJQGXBfy082+//fa4+GWTwMHyXi7St1cf2W4ikAgkAndFwPmdDbfzu29kuxFlg8KFIZ51gk0cLufnNrWmNIyijJGtm0/kijy9CKbcEpmW/bSJxrFUgR9jyQMsMAZfPLh7aHcN7CYugh6wvz3YGpPENbAY426/9Pm48cXmPFlsSe18+rbs9bWt5/uf0uuI41S5VzrGn2Jb70s9T//7trZNmeA7L4C/Qd2u/L6RuOtD6/zX6KvlC54Xjazt2sxL7CjbOTPU9sNewcOHNsxZdM3Fv6SPevADD8jG/YqXjGX5s+I1/oby4UkZyedeujbU/95YwRsXhXh43Ys3+DiDP8cZfcMrYeSTZ12Nvlq+7ewVjvU/lB7l6HgUi73oO7NdMBjCAZpMdy/oCwGmR6z25MH+9uxjTdut07eGt6G6vfHbG71DmE+l9c5f7/RPyYa8s/nr9gIY4Fh0OJTkAJgvffnK96effvr2U5HkcyHAl71c+vKlr3GMFPL3FsJRC+GDkfyTCCQCiUAi8Hj7n7mel3t48YeNCmsG64WXwKwb/sQaeXETmxCei8CYYcR6iizxHO4hM8pyEBEvgufKcqyfc7lvo3cw5rLdQ1QPIhlD5F3Dtpm4CHqIYfqCS0mlHonEsnA+bshpniyWUTBdej590+08m/t8/1N6HXGcKjeH6tjW+/LP0/++rW1TJvjOC+BvULcrv28k7vrQOv9r6aM+6zhnIazvxF3ve1zfsfvw2CjYhNgv8riroow0vlY+2rHaXsimJbnM5S+Wg374Qj6lzo3A+HRy7PfpRhZUhDf6ZDwNXY4uaGpW0aP5kyj4lFf4xLEnUF8tV6Ovlm87e4Vj/Uf+Yt/wh3e+JM+ysdwVnsFmDB/5I1/+wURPPul7uxp9e/dfa791+mr0L83vjd/e6L26PEr+Uj4lItvGP3z5fxz7z9Lb0vw46MXo8Isu/zegPwFKiP/nP//5CFmwcSgTixKhimXexiRmc4lAIpAIJAInIeDmw3mejQmOC1//BxVxDoo4hOBghQtjDoxwrB+tHbY8CMs/bxBArsiQy1+8hxHIUTvAg4k3Fb9G1I+hvEx7fUORMeJPqYM5YwP7Cpwda3fGq109Gvhfp4sE9fo1x6JqqwtPvZx5Fk2rmVrcwHZ6BZ7t4ea6vBiYrSus/B/qY+RsJ7+xHtpO753/u9CP7fRv//ZvjwN87CZemsTVzkdaW/uRF55fgcMW1KbHBuzJxXmRZ19aVTat4T6GbTl+jBNqU1IXOWFTlq51PuVHuo3DGzIjDl98hDLEy1CabR0RSu+zfUU+2QuUfK5tv0bXXu3X2mVuYc5kbMI3Mq7NlTVeesp3flJ/wYs09IGQOLi0/qJwTc49yeQZWlvnv3X65mJ+FT5Kfnvny3ms5Osu8S6+AEZILLYc9HJ4j3FP6P/0ZbOC5//44vnaV8PfBaoUKOljeWXZjCcCiUAikAj0gwCGSTROnO/ZlLBWsFHFu2lj48IaY8gzmzzbsL4ImG48w3MQQC5sMvFswom7EVWexElX1pHSlGNE4/2z+ICd+DEuGCeEjgvCOztxag+DiS8dZxF7llxf6B7G9SyaZgG2aaFh/p/pAjzbw207/p7BJNb5gs+CL39jzanndvibonK/vN75753+mmTlT7tJ2wl7ivW+t3Vdfgi5gMNG6fFyJtpV8OLFCmGP/ES5qJOkoW/us+CrNydf0m082srwF+1ny7YQSu8aWmgDHof43KL9Kdr2bt++y34cn86XlDPNOlcOS16Nq+clLq1iUcq1VTr3oqt1/lunb65crsJHyW/vfPVOfymPpfFmL4BZUPzClwvfH3/88eE/fvz4SGeB4SCf/+XLhS9fo3Cg7yEwQCBc2kmXCCQCiUAikAiAQNyscCHM2oF388Ihi1+VEvJlBGlxLeH57sZDa9rkJTA2APYBnkMJZIj8kBcyjnJMGU5LUXzEDmz5CgUnrmCMc1w9Ijf7I07tsM0Xn2svf+HmLPv5Le0fPqBj0mIIfdd22+lVm5htx99KPdjh8jdSVOXz8QVymzKKfCx9rvK9tMGDy4/T7/zat8zkT5uItRy7ifR4lnIw7E93Jz80oB2PzYdtKI9PN35SRemGH23aHmVTwgdfyAadgzcccurJRX2DbuOE8EbomJI3yyjXM/mVlmdoKOuqm8o14vFM+3PqlDTMqbNVGeRb6i+8tyDXrXhc2o78E6oPrict4nKm/izFdo/yrfPfOn1zZXIVPkp+e+erd/pLeSyNN3sBzP/05dKXC19+epBFBMdlLxe///jHPx5f+/oV19jiMpa+FKgsnwgkAolAInANBNyUwA1rBBfBrCVcbnm4Qhk8G3gvglmLPIhh8+f6Qujz3Y2KMzREzJEBBy3I0QMXZIjM+CKYcqQrK2i17hl0t96n2Bh66MEYIc2x4WWw+a3ztTV94rN1u8+39/YC9fl2zrrgeEv/F1UL7iyaAgkHPbanV9syfnX+RKvO5xcF3/kSWlqODOt8H0nN8r7G6XdC6nsuivx5maHNS1wbajly59SQH+w7nrFL4Ad7BX56ddAOT9iw8EO8Z36QgzY4fHgJXNrmrctLfZPOMk56vACWZ0PrnRUO0TuXllgXGRKHVzz8mTa3vWfKRRqeqb+2Dnzi3WPSnmlr2+65vnMT8nE9IWwNm7P152wZt85/6/TNld9V+Cj57Z2v3ukv5bE0fvoFMAsCQsBQ59IX/+///u+PS18ObTEmuPDl4veXX3759jPPGIpzDAzaT5cIJAKJQCKQCIhAXPh9JsSztnAZzFfBXCS6hrjJ45cpvPBifcKxFuEta5v2l+G+CJR4IwfkyMEfIQ5ZcYCG/JBlyqsuE3ElVLepxbPY8gy2vhhBHGzv5MTpPJ79Io2LCS8ntqDmLPuZfqOHJw4Zt+CpnzbO16t9sbo6f6L3jk+++H2M0zhevz5f6CL4Hd8C0kn4Sv+QvGDirPlxGwBf+XtpjzhrOfYRLtpILyXa/lvyo10CH73xEpHWXiUNOwvvGVgs1+OzdqX2Iy/j9uJKfSMuP/DgM3qIx7VkG5f0Pwhc8CfWhy/5JDxiHxD7X0D2ZkWVN7x6PrBZ45035JxLCDZ6sHJcnM3i2fqT/E8jcBX5XIWPUlq989U7/aU8lsZPuwBmMcDxRdXf//73737++efHT22SrlC48P2v//qvx6UvRiELiQuHZQzHGLf8WH6mJwKJQCKQCNwLgXLdcJ2I6aw3fhnMS0heeFGGdYqLRC4U9VwKk0c9XGzrXugez22JtXHkityUHXLjoMl/L0Fcu4Ky1juegzZ7FA+wiWOEdDzYgS2OQx8P8SjrxXubnG1LlTht2+qS1va6GW3lguOFjvNxXiKT9WWvzu/V+VMD3vM5MV7zAljYTg9f5TYmr1bmx+egeuXvpT7rNjYRnvWc9b2ndTzyox1+ha+A4Us7FX68YOtJNkMaGuWF7ajOKbuhOi2lRfqhK8a1mbWb5a9MP5OfSO8zdFjfEN54Ro7q6J6ytN9naN+ijv0rU/eXhOSZvkVfPbYB/8rfdYUQR97ZTvmdTcdZ/bfOf+v0zZXbVfgo+e2dr97pL+WxNH7YBTCTvYsj/1Px+++/f1z6cvGrEDhk//z583e//vrr43/7xp93tgzt+Ayz8XmI+RYWmSG6Mi0RSAQSgUTgHATKdYP4UBrUsYbguejiQrj8MpiNvZfAvNDEAU2s94jkn10RKGVXdqb8kKEbUuSGrJAdtgllzCvr3zUecY1jJKaDTbxgB1MPu8gD16u7Eo/l/HIosgan4oLCLwyfukziBRZoWUPPcgTm1FiP85xe2ilzdX6ZG4b84Xzv/D943/NTjNeock+N2dhAO8/v+W6HtjmUvNI/Ji/S8e3Nlcv4e1vaCxxSe7KLXuX1wo+2BzaJfJj2luO2Y/CFxz7FVoUfwt6/Ao7y4hm9I0RGPcgp0o8GETctPruvkD/iLfAnrc9qP/WVFTzpSXcOIV/+n+1nrN5a+sfaXZoecWBc4kkzPdIJHjG+tK8eyyt/+AYbdIMQd+Y4uJscSt1pnf/W6SvxHItfhY+Sv9756p3+Uh5L44ddADPZ//DDDw/P//b1fyl6oM6h+h9//PH46U0OE10UDBWUcRklPuUtl2EikAgkAolAIgACric1NFhbKGt51xrWLV5YKn8imoMZvwzmEgxHnXT7IqB8ar2wEUV2XlhS3gt8Dwl7/6qihsGS/DFch9LBFuzY3IMp3oNK8q48DobwWILz+kuE8oLia/ypy6R256v1OC+Tytml78aveB/P95fx8tRYkeLp8D0/5XgN9XekI/RyyON7vg/pdrNOXumfkNejt3bnzCkwXvl7LcVa7SE9a7nr+muJdp9KfrA5sEl4ya83XiLK8qUNpY1FHFu2Vydf0g9feNLhDd1r2ZX0T9EKP/DmxVcLNvES+od4s756qdwYc84hhMQtM9TOs2n2/2z9repJBzzixUFdjnps2a367qUdMNCDAXrBHpEw4nMkP3eVhRi3zn/r9IljLbwKHyWfvfPVO/2lPJbGP3z5EneXnQuLIJe80TPZYwjwZS8hB+hc+moYDC0C5iko4zJquvEME4EjESj1sez77vqZ+JQakfErIIBeO7bZwOi5/P348eMjTj4bQC4cuSj+n//5n8dhTc8HNleQXeQBm4TDQX6VBFkh16HL/Vgnn18RcAy8pnz30H2/iAdfymDzof/YeLU1IbZ13eeXt9+H+Xs99BzC922dqXYo+drW23rGYv1aWev0E9bx64eXZyjtlX/W013d4wv5kR4+nDAOHl8gv++3V/mNIPsuuX3+anr4XmbvmJxIOJv/sf6xhfiVNtZv7SHObKJzHTeMeT6PtW/+3qH9cw6FjQcP2CHw1JMr50PkAj+kly+i9sSX8jFE79hDwZf7pqFzwVZ5lA/HhHHp9QVh8tFFeCzHlWV7CEv+Is3IknHXgyyn+Ig8zX2mPWTNOMX5wjFyxzuea7qtHs3ttyy3NV9l+0vj8k2IfuChERw4I1nq1uKztL+l5VvDfyn9tfJX50/+e+WzV7p7x136a6HzYa3cXvm7fQHMTzvzxa8Hq07wGN/8zDOeQ0EXxNpE/qwiP1tvL8Cz3XshkPo3Le/EZxqfzG0TAfXWBZz1izWODT2/ZsE6x8aeNMpwqMFmmA0Pcdc7wza5vD5VyIfNOXJgs45skJGbd/Lx6YYRcBzEXLAEU8aC+g2e4Go8lr/n89QXZa/vZA7h+xavqXYo+drW23rGYv1aWev0E9bx64eXZyjtlf/96Y56XyB7yhe4X+gZ6Hd/HAreD462z9+EnjywWjdnns3/VP/YQtpD2EDPXFRNtX+Eqtm/9p32tzbfETRs0Yd82JZ2KTYrthXuGfnY3lmhfBkiJ3hDTvAmn2fRt7Zf+bId9dBx5R7R/N7Ckr9IP7wiRz08I0/SW3NTfDxLK7zSrnMO7cB77GtvLGJfz/KxZT3pkW9C1xn1o+yvxKzMbzkuvy3TuIa2q/MnNr3y2SvdveMu/bXwbPlsdgHMATeXvnriGHAwyIH4b7/99vjfvjzH/+1bA8j8Z4F6tp79ZpgIrEEg9W8avcRnGp/MbRuBMf1lY88hE2+1ehlGWQ5ruAjm64pPnz491kgPbtwUtc3xNalDRl7aezjj4RpxXMrnvezH9F+8wJWDEDAETzzPYOnGnjbG/Pser5JSXCy8+R+krwdkU/i+IFG08w6e17beZT0SYv1a2eEWWk6t49cy9etp65X//emOeg/OzPFf9X/gIna9JCotjPS5Pw4VunbOPo8/5I0O1Oa8Uk9KQGr1y/Jv4+fx/0LHUP+msT67blOaOGv5EmdbS+psWdb+tTewv+FJu2TLvvZsSz7sgzg84bSpkM1S+djeWaF8GUJHydczencWP2W/kS/ztIfRQy4Hr8affBJGXuEXD7/KOJY983lITlvQE/mnD/jHyb/hFn0NtbEXX0N9zUmL9KgHhmBDPt402twbozl0P1sm8vtsGy3Xuzp/Yt8rn73S3Tvu0l8Lz5bPogtgF2+ZIs5F79///vfH17787J8LHAb2P/7xj4fn0peDcBZDJ3MZN7TNsXBuubL+s/XKdjKeCAwhgH5N+aE6S9IYLy3psOMXHqBrDn0RH3k3zXZa4lEaM0wEagiM6a3pjA/WQi+CWQNx5rNm+mWwY8uw1nfmb48AsvJfVCAjDmiQkQeH0YbZvvf+WlSPpygHMzy2IYeVvhFv+lTd6+YVFwtvLoBeLxXq+BbtvAPstS2z/qTKV//FejH5S/i+bMjs8rGOX5dszSa6V/73pzvqPXAG3X8zFmdDvUvB/XHYhezZjZ7Hn/IPch+k2nKDmV8Sa/XH6r2kn8f/eP/SRIhnvcazXvuy4jRXr7m29Zpy7FPsH/rhAxuEdH6hpBcX+YBm4+wV4gXwUvmczb98GEoPce1E7Eb46nFfVPIFf/CBl0f4JI5+9uaG+Is8yJe8Ikue4ZW8VlyNjzV0oruRf8/I4X9vDPbk6xlMhugpcWA84CmrngzVe6b/o+v0SvdcnK7Onzj0ymevdPeOu/TXwrPl8/IPCmpUfslnEWPhYmLG4OTil0NR/t+hixhl+Gln/icJzxym4sg/m9EHIfknEdgQAcYDBgq6jY6XBrw6b1h2bT3SNQoJfR6rF9uxbEyLz47NmLbkOdJQ8kjc9hnvMZ960BZ5pF/K2KZ54kZcv4RGytrG0npZPhE4CgEOnDx0Yv3k3yN4eMPXwKylfIXK+ok++0sZ0Fcb50fxcId+mKP8v2pc/iIrQuXFZX6UzR0wWcsjtiAvAmIzgiUenWY8gCfrx71cedjHlwFl2raIPC5+J5t8+TphbzomScjMROAIBMr/8zvyP3iPIOXOfbh/EAP3Bsa3C53btmvxqi25R8MGZV3Gs25jq7KO97pWwxe2hrxgg2DH9ezkiZdI4Qt7qlf5RDnAA7LC9mZO4Nyxxz2+81s5r8kfPDOukB38jfFoOxGjXp7hCVkSwqcXfGO89sLXXDqRnft+LzaROY68nmU7F4M55dQH8PAcEJwYK4nRHASzTCKQCCQC8xEYvQBmAo6TrgfWGJpMyniNMhb3X3/99VGehc6JHDJiG/PJypKJQB8IcIitUReNfNKjlxvKWIcQR+g4Md/0R4GRP7G/kSKbJzO2pZXGHevyYD6hz5aPaebFNigX061HGZ/lmXI+G1IuXSLQAwIcPLFuso4ydrhcjGssmx7KWC6Oi9T3YyQM5lwEY9MgH2wfDg2VmS+6HUNN/72AJ/rMITI6LJbgyeUwOn9ft+/lb8T1/7581PaXrx9feCnc0EePkdR8TgSOQaC8ED6m1+wlEWgaAdZqL2xYp/E9r9Pwgz2H7cFlVM8X2igO+2LkgUdO8NSzfOJgUPfgSVl5DhDL9fqMnNgD4pAdY8t4rzyN0Y3tD2/yqZ6SfgcHn56NgwF7fuRN+lXG6xZyZHyrE2DEPhGcmAuuNPa3wCrbSAQSgURgDQIfvvwvwsHf4WCy9ZCOL5M4nGYidjJm0eIwzy+Wxg6lncyfJdJJ3/aNz23PenPLZ7lrI6A+ohelbpiGgeYzaGCI4EjXE6cMeZYnNN2QfHRWvbVd44Yx3TTaiM/EdaYbmr5nKI2EY448aCrLDNFJmp72kA2GnjIij3mGOJ5n82M/lqMNnqNTdjEtnxOBrRDYSr9ox4OO8q13dN7LYDeL6Hk5xrbiKdt5j4DyQTYcHoK9cuFgg/mpnHvet3K9lGd1UDyxLXlGv7kEdu4XqTtiKu+EdXxrX7a9HrB52Rvb/2LdPKLjF8Cv9d/W6yNWx68PPp6lslf+mRPSzRn/10JpP32t6dPYPPdsvXly2Y/fdf1Dl2svIb9Qg93DJYYvccX8sd5a5I8zLOwOnHa1vIzxcXZ6OR9iJ5EmvvCEbUqav15zNs1z+pd+Q/jymfqcqcAXobrXuqyW8E1ZZQdf7Cngs3St8hxlVdI8FEc/eZGWEF7xyLy0+4fq7pm2lI9naLEPeEfmePhG3u7ry3bXyt0+y3bPisP7kJPOyC9pnIlQh3QwwscyQ221lCZfLdG0JS1X50+seuWzV7p7x136a+HYfFirt1X+6AUwxj5Gv8YXHTLxelCHkcnirduLESd7Fdm4/dZC69XKZX4fCJTyjPoQ83zGwEI32UAQlp50y5LHcwx9Bh3L8Rz75TkascTN95l8njVgbKvMp1x0ZTzm8VzLL8uviYMFzrB8Ji7OPONiWbE1jdA0QjF5qfkW75JPNw6WJR8vvqSDLcY1nufoyvZiHnRN5cey+XxvBNTlLVFwc8ja62YZfVTn0eehy7Itaci2hhFA3mxKsY+8CGbO4RIYH+ef4RaulVrO2Uu5Q8e/vIT4WDfAz8Nl599y3l7afu/l6/gOH6i88v1qT+QF8Csqd3mq60+bSOyxrrbJ6TRVvcpvmqvx3P34nT9PvqXu2XpvWxmL7cfvWI9v0+f0zxqMzcOlKeVZozn/cW02fNvyS2xO+0P1tkob6x+bA9sj2hxb9blHO+V8iH1kmjx6kUj6H3/88bBF96Blyzal3Taxn0u+iLMPutIlcMk3usgYg388e7zopsZYLHf0c8nHnP6RJ/x6ASq/hGe5Z/hYSmvsg2fkjU4jW+Q9xP9aucc+l9K7R3nH9ljb8CvP0E559tnWY94DJ7zlxtpqIb01/LfG5Or8iVevfPZKd++4S38tdF6rldsr/9sFMBMrP3PIZIuxxQKNg0CMfd+U5BDag2iJUskMTSfsYZKO9N7teUhmLWPgxseBE0Mvc+GJZ3SYZ+ManPJnHm2gp8RpXyOD0DTqUEbDg5DNI/mkU1Y39jyUT5pjxNBytdC+a+WOzIcmfHQxTXmZZtmhdGRIunmElDeOPMt2lIXtRllCE/nIznmMtDifUR5PObx9US5dInAkAugeOs7BG6G6iG6jw67L6G+6YxBwXkEWbOCxlQiZK9jEYycRxjXgGMr67AU80W3tTuLoM78sEw/BwDfdcgTU11iTi+DxL35jyf6fh/jvn6vtOLg6Pq6Z2yHWV0tXl29NGlfnfy/+aDeuucTZT3NGxPqM7eleOJaryaPM34t++xlrn3kBXrA9vAQestnW8AYNY/1L39rQ+Y1+8NqjntfV6B/iOdJk+zFtj2dxKuk1HRvbM0l4QwfLskN01crY/lDdI9LsH5y96ILm8kKwxscRtG7RR+QXeTL+4I0xOFemkY7WcZHfSLNp0I7M0W3GITInrTYmY1tn8y8vkaZnntF/eCn5cf4BI56NoyvP6MsztLVcZyv8W+Ux+WtVMi90XV0+NfR75//b/wD++eefvxnELMweYv7yyy9vvjZi0o0uAlBO3rFcPicCQwioP0O642JPPfIp65ugHhqT58WvoeVjfdJwpNEWmwgMLTwbWZ8NKVNucOmffB1l8Djy5MX8OaH1bWNOnVjmmT5j/T2eI0+0H+NgiqvRHfN9JsR7MRzjtIlOGCJnytF3Wf5R6Osf2oCmqAPUUfZsTDjssC/rRj0wLcNEYEsE0DH0D49u+4IWz+g3F8Os1eSzXrtmb0lDtjWMALJhDXFucz1insClLIZxK1PBD6ywK8ETnfYgjK9YyEuXCCQCiUAikAgkAscgoF1jb8RZnzmIx9bBu5ezTE8h9hsvmWFTY0Njf1xhTwcPyAobCp7K87pWZVTqW0knugYv6p/787Jcr3Hkxj6O8y2rVtAOAABAAElEQVT2EJ5dXEEnh2QCX8wnuDif1PRgqK3e0iKP7m/AAN12Tr2q3MdkNcav6YwNzjzAyZC2nAcipmN9ZHoikAgkAonAKwIf/vM///Nxg8WkisfIYmHG+5YnxT3YdEI2/tpUPvWIwNlypH9piBd1PLM5i3ks/ugfedZz4SckT4OAZzwGFhs920G/LYO8TKc+z7ZXyrLMi/ViO2W9jK9HQJmIedliTGcOw5GGJx6f3WxQxjnPMuofefSpnpDPszpFGPWIsuiZ5a0f6SItXSKwBgH1iZCDAuZHdda5jo0SHl3EWWesX8fWWH6mv0VgCE/mB+aV+DY38sCx9jBXXM79+fWnMT+8vhC1lkewBUf0msMQMIz6nLq6HOEhfV3eSr817s5/TXL94MN8s3yuYW6e5ZjPNpzLZvV5QKF+5LsPGFfn/2j+uCzl55M9J2Lfs2Zd3pv+Wvvw4wUwZ17azWrjGt5oo9a//TwbOr/Zj7YoPGE/1f5VjHbqWP+2P5a/d7p80Q97HS9I0T9swxr9NfnF9vfmZaj9sn949AVIdBEe4aHGx1DbLafJt/wSIlPmk5pMI1+t4yKfkeb4bD77HTwO/j1PEgvLxbotPB9NF/MRfTpGwAfPWBGrFnA5ioaj8T+KL/tJ/kSizfDq8qmh3jv//4pBhWPB+e///u/HJOrFL4traQD2znBNoJm/DgH0Ixqs6gt6ZDqLt4fl5JOHAcjhL842SHNR19CjLIZi1NFoAMTy1CFu2hBnlKE//VAZ06TLOCFp6fZFoIaxugEV5QZeymIbPOOd29AzvenoInOjhqX5tGdb9KsnjQMED0T8CVPbs5z0ZJgILEVAPSfkYAd9Q0edT7k44xkdVBfj/KfeLu03y08jwBzh4QUy4PCN+QLHHMOXrOQjt5RBHUvmTvQWHNFv5mLWe+fW6RYyNxFIBBKBRCARSAS2RoA1GFuGNVmbZ+s+zmhPfsb2j2fQ9Eyf2E1cGmJnYjtxqcRe4ApOO5s9DvY14ZxL4J54h0d48iVIee6JhyW0yi+yZAzimGOmzuyWtN9LWXjGgQF7RsatZ0bu+3vhZU861QvGCBgxD4AXnjz32XvSkG0nAolAInAFBD78x3/8x5+///77NyORSdRDSsMpRnNxmkKn/bw5Ml7CBe3h0Qs3INRnoeZAVyOPNBZty6N3GjwYQxiGeNLIY8HnEFh9sw/awcX0ofijUP65PQLqiUCgR9EZR18pi75qZGqco7ek4XHqMc+xffQW56EJcQzUctNquUfhr39oc44bqjunXpa5DgLoChtoL4DRU/WCOZPLYjeY6rfcR301LcNxBEr8LAmOePLZmLLWESIbZAH+HMS5ptlON/j7xa8MG2781Zy4gBv4odeE4IYuM3/ybLlu8BOvg0NxOrjbZrq7O/81QbSLz5T9M/9L4FE7amw+A7CN57SaDPbMb1e+e3L92vbV+T+aP/rzxSzWYWxLwrVuLz5q7TI/aKthW2ijyc9a+6LWv/08G2pfxvraTpy/4KZk5D4h1o/Po/NnLLTjc4mf8nKPw14auQ05ZWc4VKZsf6jMnmlj/buHoG90Eh6n+NiTxj3aLvnmLAVbnxBe2S/VdBO6Wsek5LPEMubzjH57zgRvYMH8Gvc8ZRtnxiP9R9MBVnjGCnTgwetqY2UK1zPxn6Jrq7zkbysk92nn6vKpodY7/x++/O/fP/nigokUx6IrU4ZTILS+AE/RnnmvXzMOYYH8S/kSJ13dIMRgYRGOC3EZj8acBo0LtXHa5hmn4cNz1Eni6RKBMxBQ7wmZL41riDIOHA9sZBgDONIM0XEuMnTxxQbKOU4IKet4s7xtGbe88QzviwC6wWEWF8FxEwkiHCJ4uBV1xudSr+6L4jTnYzgxTqOjHDLwcJE4ZeJFMOXLerGNpp7HLkw2viwp8XWDD47kgR+2ASGuG/xOEmaJ50lknNbt3fmvAd8uPnkBXJPdnPx25TuH+vVlrs7/Gfyxt+FnoAmxKeOL2c9KbC8+5rSLjfHx48eHfaGdLB9r7Ys5/dvXMyG0a8Nb3/0oF2rYTfI0xEtZ1zYMaetMN4QfadrVnBeN6Z/8Gg7xMdT+ULm90qb65/wAPnGcE2DzTvGyF417tDvEN/PJ0kvg1vEY4jPiOZTPmIvnR4xRZI8fKh/bO/q5BXrEC8x4Bi/PllvXj7XyagH/tTxM1U/+ptA5P+/q8qkh3Dv/Hz59+vRnNAKdMOcyZvkaUJnfJgJz5cxhNo6QCwYWWmSv0UZ8qC0WYt5ApSx65mWvIXVIJ19dsh37aBO5baiS521ay1b2QkA5qZsxbloM0V084yV60nCULfXb8UHbPPsz0jzryLMf0mKeZTK8NwLoB/OyhyRsqknDs4nkQMgNZdQfdfPe6E1zH8fedMmXXMpzkMPXGMiEuIdWHOo4j8xp69QyYxfAErXRRXCJr3EwxO4gjs6iw13hJ04Hh+J3cLfNdHd3/muCeMUHu+TVzqjV2z9/6uJhPp2ja9rUfLbRXLY/RvUeXuVbL3vFElfn/2j+7A/bEpsG+4ULONbjLZ39rG1zbjvwgp2sbYF9jFtrn83t/1k+nd+0443THvamNpM2f+xH3qwb83yO7Zl2ZDiGH3TFy0JswdLJn2GZT3ys/aGye6SN9W864ww+3TMQXsnJpzx5nkjoi55T+jklW9s8Myz5K2kZy0e/wcCPCMCAOQlMWnJj9B9NI3TgwQzPM7rhOfPR9BzVXyv478Vv8rcXstu0e3X51FDqnf9/nVpca8xnfn8IzFFYjA8urVhINbSNY5CSxuLqAosOYYBjnLjgxpD0qGfQIB0acGUcZM3rD+Wk+GoIqJ/yFePqqSFl0P8YJ41xg0GPZzzRBmmOM0LHGc+8Zc+44YCFkPa8wLNt6sexRT/p7o0AusF8jOfwgDkbj24RcthFngd36E/q0D46oywIOYxjXOM9mEMG6eoIeCDroR96LLb12lkiEUgEEoFEIBFIBLZAgPUYe1Kbkv1Oa5cT8ImNMOXcx8kP+ylsC/jp3SaGB/jychsckFENkym8WslDNu5v0EHiLerfs3gpI3iCP/RSPs17tu2W66GzUa7Qig73PhbHMB+TJTiYp/y9DL6Sno/hsjQdrPRg5z4b7HhGh8RzadtZPhFIBBKBKyLw4ctB5LSFfEWub8yTiyAGJV7HwSo/g2QaiyaLJ86LKgwPFlccb5TyZS/ladM8F2H7oaybLJ5xZZy0WJ54ukTgigig5+i/Y4DQseaYJA1jnzFpWcaiz1waMQ7ZFBmyacJfdaN0RV3Ykyf1jD6iXjnPO7ejM35pTln0acu5uKaPrjf0fUXHmNXBK/jj42Ye/Fk/wSqWt95UuKWspvo5K088DMEQ3eWQFgdubO7x6Y5HQLkc3/O8Hlunbx4Xe5R6tf3ftz7/C9vj8N37C+Xn2r/T+vVeT/pPOU5/z8Fqa/5ie9gwXC4yBrQjj7ZHIj1rEKYd+MGukJ85L+ftze9a/thbwhM2J/YltqY2ubQbX4Pfs3XXzp/a0/TPmZTnU8ThTx6J7+HWymeMptiuMlQvl1xmreU/0jFG65r0sfbhGdkSauMP6ela/tbQvkXdMf5pG96QOR4sCMEA+YPJHdwUPlP8ixv6I27gCX5DejTWVq0sbd/ZPSufVjDrnf4ajslfDaG+89fKNy+A+5b/JPUaRyiJnsNTDat4kGp+2SCbINrB6GCT54WTi6kKaF9l/YwnAonAfAQcTxieHEh4UceY5bCFfIxaHM+MO41dxqjjlLHqpVKOzfn4X63k0AaFNHQJHy8i0TkOiOYcfM3F6e4bKMdzxIvxC/auw+QxXjnAIlzirj62xc9QbMDOw1p0DOzw6Y5FoJTLsb3Xe2udvjoHe5WYOrjKC+C5qA+tr3Pr9lDu6uMn+VumhREvnrVjWIN5Ifzoi4lIzxAnNfso1ufZS2Ce4SdeKD7T/lCdJWmRviX1YlnsTS+BtTPJF5uajR7b2vp57fxJfXhzT8zeBX7gTf62pjm2t4V8Yntjz/DnrwYhQ/b5c/ibU2asT9L35m+qfXh2jzR2CbyWvyneW8rz3BZ9R7+R/9Fz7Rl4TOlHjR6woj4eXbIt8Jv7onttblw7f9V4aD1fTFunc4y+3ukf48v05E8krhmulW9eAF9ML6JBxOKk4egCyIYNgxnFYXFzgcOopK4LI3Evfy3zDFSRnmfqZ51E4A4IjI0TJ/gY8sxm0A0h+LBB8DIvvqTBJuGPP/54QEgfjGXH+ZpxfQeZXIHHqQ2KLwCxHvCMXuDZXDL3E67VkVr9KfqugL/jtuSFdDf1vujhIQe44+c45HVlN4Ufh0N4dAgcvEC/OiYtyXtMPq3Q2Dp9++HkBe/YZa75UkDcsobmjYf3xfcFk7uuX+Ma0VfO1fV3a/7K9rBd3If4ElbN5ttSQ0p6yrZrtkBZ30snzkk8A5nip9Z+Sc/SeEnf0vqWV07Ese095yE+xR/5e7ot5k9khrxoK16O7i0bcNlKPnMwdr9W8jlVdy0Ge/NXa9/xSOj+KOrrWv6msGstD/kzjh0z4IC+Rzxao3ktPTX9qLUvVrSDDhGSht6AW5wHh9qqYWv7Q3XvkLZWPmdj1Dv9NfySvxpCfeevle/Lb/z2jcHtqUcJ8BpLGAk843nGcMCxmLHwsVGLxhTp5WWvC59t3x7kBCAR2BGB2kTuRsfw8+fPj681NUAZ645z34imTcb/3/72t4ehC/kYvDgv+ZgHTHPMPwrkn8sjoOzZRHqZ5iEDeoOOsFYQunZcHpSDGGQcgysyAGu/pHEcM67BPt0wAuDn4YcHI8x7ONKdJ4drZ2oikAi8RWD+pe/behlLBBKBuyKA/aINo83Y8z4C2r0UuAI/6iV8YW/6sueV7HnkFXWQuHta+b9CCI84ZIhu4pDplW1d5Oj+1PMN96MPAG70B/kzbtkbIn9C9u3ug24ExWJWGSPg53kZIXttHDp25TG0GKyskAgkArdAIL8A7kzMLFRe9kI6xiBv4LKYeXhMGA18nln8+HlPDpVd8GirXPiMG3oxZbgULttZWi/LJwKJQB0Bxxfj0zGKcWucDcL333//La7hSz3mBTyOTZX/i5R4zCOu4cxzdNaPafncDgJjcpNCdcaQjSXrCZtt6qInrB2sG240kbnlbWcoVDendKRG31C7PaXVcDIfHMD+48ePD2zBnJeyCKcOs8S4J0yW0Co+U3XEDluI8ugb+gp2U7o31WbmzUNgjnzmtbRPqdbp247r8oteW557sRu/ALZuPbwPvsNY3H39Gkaln9Sr6+/W/Nkedgce/ee8QbsFGxG75ah1V3rGNK5mH5X1icMTtgS+xk+t/TG65qaX9M2tF8s5RxFi2+OwjbxIO0pWkSafpc34syHtsNdl36L9N2U3P9tPWW8L+ZRt1uLsE9BNdA/9RJZjbq1+7s3f3PaZY5AvYdTdtfyN4dZquniBA159Zywfoe9H4yK/z/Y7NL/QJh7sCNEh5gzPxWNftblxqP1Y/+rPa+VzNj6901/D76r8/fnhhfMx/j5c+4fxvol9jP9vBSoP+QVwBaCzsjVsELCLDAuWxh9pPJOGIcBCRR2MIy5yMAh4Jh3v81n8ZL+JQCKwPQJxAXDOiBsBxj2XIcwRuDh/kMY8QsiGkotiNpQ46uA1gGlb/yjw9Q/9229Mz+e+EFCGyJ+1g802X6WqL4Sk49ELdAzdiPrXF8dtUQuW4IocPn369FjXwZ/xK+7KqC3Kz6cG7Jy30FPmM+YycMMWcg47n9KkIBFoFYG5F8Wt0p90JQKJwFEIaIu4trLWekHD+mv6UfRs2Q+0Y3d5ocgZi/bFlv0c3RYyU07wZPxoOvboD5kpI3hjP+s+ZY/+zmwTGTLGtHWHLq7OpG+PvuER+Tom6QMc4lnHHv222mbkG31HF3AxvVXaz6aLec+5j3HkGRgh8wgYkp8uEUgEEoErI5BfADcmXRceDtY9gMfoYXEy5FnHRoU3bjF2MZBcvNyA2R7l1xzWP1s39i/NGSYCicCxCMTxyzM+Gr5sILg0wSDGMW6ZW5xHDJ1n2HzRRo7vY+W4tLe4VgzVjXoxlI8+sA5xoMJGEz1AL1hr4nozVFfdUHeGytToG6rTU1oN37F88PaXPcCPcTf0ZY0Y94TJElrH8CnbsBz6xFwGfs5hQ7iV9TP+HALi/lzt/Wu1Tt92CLzuCYbb3OeC9z74DqN69/VrGJV+Uu+iv1vxaTul3cE4wF5h7cU+/Oc///lt77CnNkjPWB8lnWW5sr5xQs5bsCO0dwlLV2u/LL80Lj1L65XlnafkCzlBOy/IYcebX9bbO751v17+widnYdjNU/uPtfxtJZ+ldIAb+zL6Ry/Zjw/p4lDakr725m9p++xHGZeE8n2nS88SL+LoAuMZBxb4PXV+if6sLVvyu7S9OfMLfaBPlOWZMQN+YjnV55z2p+r3nrdWPmfz3zv9Nfyuyl9+Afwi+bXyzS+AayNow/worCHDjEUc44aQjYcXvpDAguSixIEmRjtGHwYuCxXtxfYleyjNvAwTgUTgHgjE+cZn5hM2UcwRHARwaOMGmjDOP6BEOdKo4/xDSHu0la4/BNSFMcpZY/CsOaxJeNYn9INQXSCstTXWx53TxzBzjedQVdzB3PQ7YzbEuzi6aXdjjo7itJOG6mZaIpAIJAKJQCKQCEwj4DpblsL+Zw+B0zZkze3NyR8h9MMLXoed27ODL/Zs7OXgi1Cee+ZL2t3TwhuXOoRjl6PW6TGET/YCfiQCDz3yqe6hh3Mc9j36yzlEHJek39GBH7w7ntnvoPfowl0xiXpQO5dinwiGzOtg6EUwoXNjrY3YXz4nAolAItALAvkF8MGSYlHRs1hjyOB49nCdOIuSizsbERZ0DB88Li5KlKPNdIlAIpAILEHAeYM5BEeIUYwnj3mJZzZbzE+kmcccZD0MaC6QvQgkPc5RS2jKsschgCzHXCk/yrIx4tDBDThyRuasT246Yz31Y6yPu6c7/oZwADvHHhfBHnhoB4B34vuCXIkjuGlf8YxOghuYRf0cwj3T5iNQ4j6/5j1K3h2fu/Nf03Lmpiu7q8v/6vyVuim/2h3GLeevxXD5wH7AcuaXYS2/LL93vOQHmwvbi3TtXELd3vSX9Njv0rCcZ+ALG550vwLeqq+ltK0pX/JFW6TBG3sVnHbfI3KhP8gLXhlzhO7BlujkkrLPQLdUp+aWpxz2PZ65xr3nUhpr/M+lZ2m/W5WP9DGm8egCexz3OjUet6KlxXYiPlP0gZmOOl4A84x+4Yf2jbGe9WM4VCfmb/1co2fr/ta2N1c+a/s5q/5Z/P1f5TroLwf9wvlZ/N9N3s/y+/pq47MtZL03CLjYovh4FwAmZhZnDBYP0YlTRkOVuhirhL///vsjpL6LD+k8O6gISTP+hpCMJAKJQCJQQYD5IzrnFOYZ8rzQZf5i7nIe8wJQQ5k8LogtzzzGG8rMX/rYTz63gYDr0xxqlCMyRt7oQNQD0sh75iBiTv9XLFOOv5JHMHcjX2JOOod30SYo698lXuKozQT/HOBqczF/8ULdEr2/C4bJZyKQCCQCiUAiMIZAuc6W5cxnvcVeYR/Qk5N+acbGwnHJxnkNdsUVHHzg4Yl//cO+rzdZjclBm5l89JA9Ck5ZPiIX+QOvPX8J7HjzDLOMD4mJMsjSsswzuquMT/lZEnr2Ah6e14AHOnJXXNSRMRzVu5hPHbAkj/kDD55imXvHiFY+JwKJQK8I5BfAO0uOhYPNA4eQGKIsJiwsehYVDDgMGjzPLj6WiSS6oJGHMx7L5HMikAgkAlsgUM4vzDvMac4/HCB8/Pjxm5FMn+QzzzG3aTRzuMBlFcZzGtBbSKaNNpA/65sXwegFOsMlGzJnLUMH0m2DAC9Z+MY/WIMtOIN3OVa36bH/VpiLnKPASLxyHlovW9eB9S1ds4W743N3/mtaja10Zdes/P/8ivuHdf+6pFn+DlKqkn/PO7iEYH2t/S/g1m0W+MNjc8ET9ha2ljbt3vSX+D4r1qF5hraxJ7HdPXuSr2f7ObreEF/SgN2HzAjRRey+0ubbW37SskcYdQM+kSXOs8Q5vM0ps4b2SOOadsbq0j7669iE9yU6XON/b/rH+JqbPkQfYwKdx+uW4mK9q4fiNzWPUAYsLYt+MY+gO3jSzSvxKuebMn/r+BQfW/e1RXtjuG3RdgttnMVffgF8jvTPkvez3OYXwE8ip6BdBGiGw3A8xggTMaHGCeVYDFyIORgnzgaJNPJxtNvbJP4gPP8kAonA5RBwnouMadQyZzF3cSDC5tO5i/nLgwXmQ9KJ8xIMdSnP/MeGfMlmLdKQz20ggBz/+OOPhyxZ6zgoQ+a+8IR+IOehw5c2OOiLCsYODtsCnBlrYE3ICxaMScesNkVfHG5PLXMMOuolMHqKA0vnsu17zRYTgUQgEUgEEoH7IMB6ykvsOM8/jF8BBS4CsLt637do95T2ZO98RR2TF/elyE6+Y7krPMMrezHGHB4XzxV74dE9i3uYGt2UZ2+Jk2+elT3Pd3PoOB4M0HnnLHC4My7P6gE6xthCJ8WT/TYYk6fOPtt+1ksEEoFE4AwE8gvgJ1F30mcz4EaHg0XjLBAuEvELXxZgDDNCFxBIGDN4xtIlWzqMZ5gIJAKJwFkIxPmKZy6n+Ikx5kLiGNA8uxFhbuQlGONuXs6iP/tdhwDrHzJ3HVQf2KS7DiLjdOsQcFPvgQ84s0n15YrcmL7HF4x8MYU5CJ0EM22x9zUypYaA47tW7q75d8fn7vzX9J556MquGfn7xW8Jdn4BXCKyKD4mX+wSXgYkn3XWi8ay8dbPL+QPexbbAbsL+xVbFrthb/rtv8RtaTzOM/HcyQsNbHb4QVacT/XiIl9jNMMjskNW2Ht43d7ys589wlI34NMzSPiaI8u9+S9p3AMH2qQfeGfeQY89Y631V+P/KPprdI7l1+gj3zFOG+51cg/+gqj4zZlHLEsYyxMX11JOR+Mc6SppaTEupi3StgVNV+evhtHd+O+N33/5smD+v5oQM//1p5aZYFlQ2RCwwfnpp5+++/Tp0+PQGyMTBcD4YIPAVye//vrrd58/f358ncMmCKMsGuBiO6Y4Y+nWyzARSAQSgRYRYHPlXMjc5/8rZQ5148U8ygUxcymHEGzgorNcTMvndhFgbWONc52L6yXrI47NUsp1nQzBz00nmDOOOADBNhmyL9b1dp3aHgCil+BF6HyUOrlczmmfTmN2d3zuzv+0doy/+Fur10t+O/J/+ZdJ73D78PLLW+/SZya0w99MgjcuNsU/toj2X682n/xhU+HjZUq8SNwY1m/N2f+3hCcfYjulnUMeHhsSeeHgtQcX+RqjF37lz/K98DfGE+nyYhn4lFfHHnyW8rb8EWFJ4559wmuUs3is6fNI+p+hcw59yt+52DFu+jP9XqWO+BnCF7jEuLySVuoUafgxTI/GeIhu6W8x7I3epRhenb8aHnfjvzd+8wJ4QoPj5O1FBZcVP/zww+PS4scff3y8WehBLF+ycelLiI9viWpwlgpCvEyLJE3lxXL5nAgkAolAiwgwjzL/4bkQ5jLYkDQ2q86DXABzUejlDPyURneLPCZNbxFAZsgYz/qIQ85eVBJH9nGNJS3dMgTA0MNVxhDjJ44n8tO9RcD5yAMR8cp55i1Oc2Jpn06jdHd87s7/tHa8P8Svle8tvx35j1wAf0f6F//kRXA7/J2jGVP8s566tlIOO0VbsBe7L/IHzcS9KOV570vg2P8aCcd2ymdlQTq8EfZim0depvCBR+29nvib4mmId/hUTxl78HymLIdonOJpbR680qd6bHvquPG54dH0z6XLcnPpk3/K472wtJ27huJH6NgBC5/NFx/HEvk8q29iCq5ibTvWPSIs6T2izzV99EbvUl6vzl8Nj7vx3xu/+RPQIxqs8cSBKp7/H4dRwYSv80snQjYCLg6xjGVNW6ogtfJxsbGvDBOBRCARaBkB5zUMZuZV5lucF8CEOMoxv3Jw5MWxc+2jQP5pHgFkiIy51McrW+SoTFkfXSObZ6gxAsEXz1jiS3o8Dnx5CY3xk3bCe6Ex56CLeLDjZQXnmvelM2UIAfQu3TgCd8fn7vyPa8ZLDvPOlV0z8h/7CWjBf/KnoJvhTz4ODqf4Z33lZU5sP+wPbBHsPesYHkzyou5KGuXJceuvGi1qdEHhsv8FVRcX1UYnRE741p1ymEMnZdl/IENsY+y9nvccU7oBj8gR25axhyx9+SJitfe+YIrGSMeWz/TpPhP+4Bt5P8P/GfRvjYXtwQtjgBD9wIEJGDEO9tYF6WgpHJIvOAylS/cQTuAJtuJKmYitdfcOl8yHe9Myp/0pnOfUb73M1fmr4X83/nvjNy+Av2qwkzobFn+KlMmUw1SF6gEhGxmeMSpwpRFpeds0/NpVBolAIpAIJAJfEHCuFAzmXC9lmIuNk888ygVNvKRhDsaXc7DtZXg+Am5KkDUbJOTLBp0DChzyQ6YeyCDLUi+GuHBdnZK9fQ/Vv0qaWBHiwZex4+EP2O59UNkrluCFTmLnETqfzJ1T1MEx/pXNWP7d0xOfaQ24Oz535/8O69fUCLi6/K/MH7xh43GewjP2HXZItO9a5z/S5zM8Yb8yNjnkh6eaHTCl40fkSbt9lfSaj82ILYSMuDTUtja0fo8h8vJSlGdsPPccPfJToxmZsg9AV9HTuG8u65b6UOa3GldvS/pId4/JM/wja8Il7mxcxvhbwgNly3bY6zAWSGdsg8tSbGi3hk/ZL3VadNJZ8mO6NJf5phNSlnkFD744saXeVN1H4Qb/wMudXSn/3rDonf4a3lfnr8Z/Lb+Gzy1/AhpQBIYQQ4FNCl/5+v98WRyZ/DAaMBT5X77+rDOGlAax4Zggepz0x3jJ9EQgEUgEtkTAedg2mS/drMVLQedsN/DxEhFju2zH9jI8HwFlQ4h8vWRDzqQhUzfrceM0l/KpNda+57bVYzl5NARXMcaGYayAMWlTWPXI+xY0Y8O50QUn5xPS1+KlTLag84ptJD7TUr07Psn/vb+wv7r8r86fayg2CLyynmr3MfO1zn+kr3zGVsBuwMNTz07eCPHYQMjK8621dlAL2MgD8uIZ+UUeW6Bxaxqw+ZGnugq/4rB1X2e0p94O9Y3uqr/os3Lvif8p/uC5xov1DcWJeqThncPmtGf9uWHZ79x6vZYDVz08oHfqHnHwqMmMcq24u8mvxL13/nunv5RHGb86fyW/S+M1fG51AczEi6HOhMybcfwvX/6PLyFvPXIJTJ5vqn7+/Pk7PW9DYkxp6DvJ9zSZL1WeLJ8IJAKJwJ4ITC1QbN6Yb/2Ckf+vztwcNyw8c3mI55CJ+Zs28Tk37ym5+W0jh1LOyNb11E26l/oeFiL7obplz1NyLvst614lLp+GYBLx4wAIz/jATWF2FUyW8KEuMp+AESFYoptrsFIeS2i5U9nEZ1rad8cn+c8L4OkR0nfu1fUb/lg/WVNdV5GYNl/r/Jf0yQ888Sxf2Fry1LNGautoBxHX98yXtMsL/OnJu4Ls5LEM4Q1er3gJXI7PyHscq+pzTItlW32e4m8OzdY3jHXQC8c7+WBkOdNj+Weebe+Zur3XAUPnFecaQhy4bIXxnjjdWX7KaU9892776vK7On9r9aOGz+UvgJlkAcHFjctePZe+pDNJc8nAJe9vv/328PysD5cN1je8wqSwVqmyfiKQCCQCWyBQW6Dsg/kXzzztT/D7E2XM4RzEeAlMyAs+bHipw+FMunMRGJMza6+XbzwrS+TJRTBp+CmHjMfcWL9j5XtNl09D+QA78CEdPPFgS1oNV9u4Swgm6GLUQXATw2dwKOXxTBtXrpP4TEv37vgk/3kBPD1C+s69un7DX7Q/WFvxrLOmtyzBUj7GtZ+wpeCHdHi6gsPegS8vDOEJfvFXcOodPCI35LfGxmsdE/iFx6irV+HX8TgkgzJPDEjvRZ9LHob4nEqzvmFZNuIQ8aE8OrLWjfW7tt0e6oMtjlAswcNxSB5xyxFvzd1Zfsiid/57p782Hq7OX43/Wn4Nn8teADupYsR64fvzzz8/vvTlcgBguOTVD/28M+AKYBnWgM/8RCARSAQSgWkEnFenS73NpY5fN/KSDhfBeOd8DGw8l11cBrMG4IlTxrrP9P2WkozNRaCGNRskDtCQJ47NqDJDljjl+4iEP2PpFKn1G5rp+lE+DSMzYIvOM0bA0hclwNexEMvf9VnswATM0MHywpwyenCyzhhmtfyxendJT3ymJX13fO7OP2sb/q44XJ3vq/Pn7IYOY3uwpsIzcdbZ1vmfog8etFPhk7gH/fLda4hs3EMRahP1yk9JN3JSfsgQb1pZ9gpx9RJZ4nHwj+/ZTY1P+DJf/pEz/JPeA//S/6yMrG841g74UAYPRoaUX6MjtX7H6LlSunpGqB6CC3oI1jji+DVY74HZ3eXXO/+901/T6avzV+O/ll/D5zIXwE6cLl583cuFLz/x/P333z8Ok5l8OWTmC7Jffvnlzf/0dZIG0AhafC7zauBnfiKQCCQCicA4AuX8Ol7yNcc6hszdzOtccHGBqJHtWuCFl5fBGt2uGa8t59NeCCirWvvIBBl64ISsuIQrL+JiO1NynNtvbK/HZ/k0LHkAIzzjxEMgLoB5Jm0Kw7Ktq8bFjlBb0ZcQ0EMwcm6Zi4Ftzi1/t3KJz7TE747P3flXO+6Kw9X5vjp/6i9rJ7x66M2zdkfLGNRogy9sBPca8HQVBy/whtf2IbyKw5ZDbtGTdiUeo6x84UL7H93und/a+Iz58IqP/CPrluUd6Y+ynPtsfcOpeuoCeFAenAjXYDSn3ymarpYHluIMb849pU62wvfd5dc7/73TXxsHV+evxn8tv4ZP1xfAceHGSOWiF//Xv/71u48fPz5+BpQyXAxw6cv/kMTz1S/GkAsboUARxucSYPPK9IwnAolAIpAILENg6XxqeQxnnWnO51wg+n+DCXHR0OYiGM9LQhjeGOQ46qfbBwFlNLd1ZOJFMHJBTh5GKXvlZTjU9tJ+h9roIU0+Dd1kio3pxMWVNC/W5dHyxu8WipMhOKJv6h/4OF/MwcZ25pS9Y5nEZ1rqd8fn7vyrHcw70d8Fl6vzeXX+1F9Czlyw4VhL4XvpWhrbOuq5Jh95gCfsBMrD51Uc/Gh3w+uVLriRkbYcfLqvII04/mpOftFXxyFpyLZHV5NRmS+fhBEDeDevJRxK+pfSZn3DOfXFgZAx4biYU7css6Tfsu6V42DLuHM8irF4g5tyOBOHu8uvd/57p7+m+1fnr8Z/Lb+GTzcXwDASmWGi5Kec8Vz28rXvp0+fHgeagIIRzsXv77///rj05QIY49UJNwJXth3zyudIQ5mX8UQgEUgEEoH5CDw7n2IcR0+PsS0NbOZ81gG/DiadtcPNHxfB/ksA8nCGj0j+2QSBKJslDbJec2GJU24cSHFxSZvId0pez/a7hMYWypZ8golphtJJHrh6mBe/jDfPsncLx7ACB/QPvVuCUdne3fCs8Zv4TCN0d3zuzv+YdtwFl6vzeXX+Sv1l7dR2Iw87hLRW3Rz5yAN7CmxT6mhbtcrXXLqQTbS7OVeD3ys5eEJ28InslOeVeIy8KD/3wOT1+tLCnPEZeedZ/uGZ+soeXW9tLnqGv8jvs/UjFowLx8bS9paWj7Tf4Rmc0Ud1UpzFHAzA8Cy9vLv8eue/d/prc8DV+avxX8uv4fPh3/7t39q1vgN3ToAe/nr5S+ikyddeHPTz/3x5dlKlGesLiPHQRT4mAolAIpAIdICA87ikTs3n5lHHtYJLry9r3+PAhjTKxMMNL41Jj+uI/WV4PALIicNDvtyOF3H8oke53ksdde7k0HH1PfI9Nl7ElF9O4ZkxoB01R++H+prqN+a1/FziRRzb05dFOOD1S+o5OI3xWvYzVi7T3yLwf18/zvnLF7kMuQ9d7GqGKN827e76dVX+Xddqc4/lttWqflq7qvyVQI/8eXYDD/HFTHmKYev2hfgzzthT4BmTfnAQeentWd64IENm8IZ9iL19lQtuZYL84NF9BXoJr6Ur9bHX+RfZqq/wiC0Lz1dz6nDJF3IkD93GridEluAwJNNS7mV7rcfHcJhDtxjZBvjEs5KpNvbGTZqmaOghTz6Yh/DGDdVJ8OR5b1xbwwxMenTKr0fat6A5+R8+n9gC2y3aaP4LYBSIwY+xwoH9Dz/88PiZZ98iZSFi0eZ/+v72228P45T43SbILZQh20gEEoFE4GoIsIZoiLAu4DnA4JAG70afjaAGuJtj64EJz7munKcdYO96DxXKC1sAeSGfcnMU5Xce5e32LKbgCo5s9qNttVbfe8c/0q9ueSCC/oGPm/NnpBzbf6b+Xev8+XVfNYZf29uu46Q2hs9xFJzb01X5l6/a/Gy5c6VwXu9X579H/kp7m3hNj8c06Gz+7V/62T9gH+Dkc4z21tPljZD9EqE2InF5bp2POfTBC17bDjlq703Vr2EghlNtnJWn3SrP0Nq7zi7FUgzgHRyQu7qwtK2rlnccgJG+FZyg5wpOPtA98TaEP/LBXK8cyFMWPF/ViU9v/PVK91Y4J/9tz09NXgBrVHkIz087c/HLTz2TxsTIJS9f+n7+/Pnh46Wvk+PdlW+rQZztJAKJQCJwRQRYa1g78Bxq4Hnmcoe1hgMPPXGcB1a5vpyjEchMWSEDNu545ITcSHPzlDKaJyNtKkqzofRynbj2GM9LXe/4l/SrVx4WEeLA6BmcyvaX4nvd8rzxzeZp+FPevACeJ/m769dV+Zev2pxjuXnacr1SV+e/Z/602dA619WlGtgK/9DBWMR2gi/j8NWzkw9CeCH0xTds8Cs55AeP0f51rzfGZ+/zr/qJziJX3J0ugdVv+EbueuRaky117uDEyPFBXJzO5h9aruDG+DB9TBfNJ4x+rHyvWMlnb/T3SvdWOCf/bc9PzVwAM2E5gWGMcNnrpa8/u4dS/vHHH48LX0J+skQD5u6KttWAzXYSgUQgEbgbAqw/HGiw+cXz7GGAF4uE5aHV3XBqiV/k5MU96z+b0iifOx1kbCEXxoB4iiMhnrHwzKayd7tsiH6xIE98wN/0JbIYan9J/euWdeOUF8BrZHx3/boq//JVm5Mtt0aHeq57df575Q+9xV7DpoYH1k78UtcK/9IBX9Em6N0GjXwhH3kjZI9Um3+WyvPs8vADn+4liE/JsMa/+J3N11T/jjtkerdLYOWDHPHEwQH5mzaF3R3yxAhewcTxAUZ488k72tn30f1u3d8YH6Tjoy6WOFtmKCzLbk33Ue3BW4+uV7q3wjr5b1tvT70AdnJCSTA8+IlnLn5/+umnx+UvaRhf/EwnX/ryM8/+v79YF2W9u6JtNWCznUQgEUgE7ooA6wqedcf/T8aGx00yaxJfAvs/sVh3KG94V9zO4hvckQ2HUXjibEqRD/8rGEe+9sJZdPbUL3ih//GwD0yfwRF59OzG6BcjcBEn+FyK0Vj7PWP2HO1+8Yu+RJ0ZPlSy1JfjkUfp1/jb2s/Rcp1ad9evq/IvX7V1zXLX0ehlnFyd/175g27WyvLSqabPpfRb4x/64Yt9gpcjxKFzyJf8tBYv8ZUX+COP+FKZtcZjSQ/8wBs84pVpWY54jfcSv6E2WkhDjrhoy7IHgP7oKSM+PPfulA+hsuSZsYvHmd47r2vojzjRjuNerNCbiOGavpbUla4ldVosO8aH6eIN7eijOkl+9CVvMW/o2XbKeq3Fob1H1yvdW2Gd/Lett4dfADPhOBGxwHJIy4UvP/OM53CddC59f//998f/9eVr3//93//9tuignCpWGW6luNlOIpAIJAKJwL0RwPDmq0g8G2IuGb0c8xKYQwKeCSmPT3cMAq7/2BXgjnwISUce2BN40pBbunkIiBc4iiV2mTjPa+XVTptbvrVy6tcQXWCBToFLPDgjHT/HTbU/p/51yoxtlKZxTPymNeDu+FyVf/mqzTOWm9aS6+Zenf9e+YNudddf1tHmWKKNLfIPH9gE8EWII61HV+KLzOCFdOxqQuLKskcex2hGdvipS+Aa3yV+Y321kK6ORlvWtJK+nvgqaY/xko8oT3FQx2O9uz2LkyH8g5We+BmXwJEeaOjVjfFBujoZsYZP8mK+a41tmR/DEh/bLtNbi8tTa3TV6OmV7hpfc/OT/7FzjbkI7lvu8AtgFILDcr72jT/xzOLBITv/15eLX3/iOR7aUlcvLCqYoekZJgKJQCKQCCQCWyCAocxaxBrFy0iEbo45COGwx1BDvBfjegt8zmpjaN1HTvGiHtsC2RCWm6iz6O6hX/RbHNFpdJzDMDAnb45+D8mnB96lsUa/84IXwR76ku78YFtDYa39oTp9pnEQPnWZO7ZRIh0/XPc++D0n9bvjc1X+5as2B1vuOe3pv9bV+e+VP+jGu0Zim2FjuG7Kl+GYJtbyx+rtnQ5f8LPUXtqbrqXtD+HrnKNNqMxMX9pHi+XhRZsOPtFPsCAtuhrPQ/jF+q09x/EIzzjT4FV+e+OrhnPkB37x8Dol+1qbV8qP+ES+wEiseHacUEZdieW3fh6ja+t+9m5vjA/S8WDpM7SglxF30ojjLBfDR0bII36EfOx3bQgvPbpe6d4K6+S/bb3d9QLYSUtlYtLyS18ugH2zjkNGfuKZi19+4pn43Mnp7gomthleG4G54+FoFHL8HY149nc2AoxFDgLiRTDjAM+axgtOXgRBK+VbHb9nY7m2/7H5B7y1I7A78F7Ss0lls+SGaS0NV68vVmAIduAI7uI7xf+YfKbqtJQ3h350DYyYExj/4mP6FD9z2p+q30/e+CXuCw+1jVJeAD8j6/vo1zA6V+Vfvmp2heWG0bl+6tX575W/SDfrJnHWTeyLOeummhvbMa2FEB7gC5sJmwCHvdSbm8KXPOSF00bsjb8peqMMtX1Lm/eK86/7ImQb5Rt5ndKLKUx7yYNXvTjAs9j0wsdWdNbkDVZiE/Gi/6g3W9FjOzW6LNd6OMaHOljSHzEtn5UDdZi38GX7xmPdso+W4tLbEk1zaOmV7jm8zSmT/NfONeaguF+ZD18uYodPVlb2ycTi5OPPPNMkCoHHkPL/+frzmm4ELDeHBCewuyvaHKyyTH8IqNdxUW+JC8fzGE2Oz7H8TE8EekVA3SfUyOZLU15uYhNEuuOWf2nAescaZ1qvfLdMN3IYclzKY4d4GIccsDuQScpjCLH3aWDrV+7ot1/DT+k0Y+BODv1y/IMP/0ccW/duOHw5epgQezs/h3k/ubwVS/J/r/nprfTrsbH1tF7zGiWuPj7O5s/+sSe0z1g3sZfZO9b2j7X8mhbaf63cs/lcasMXdPLCaLwEnsNfrd8a/TV8avWn+qfux48fH3sd+Cr5o26t/6n25+StoX9O+5RBN9k/ELJXUDfn1N97b7HX/Ayu2Pp4HHYs8l2K91r5L+1vjkyWlKF/5A4OPCNPdJ09z1reltDRatkh+bAHQi/x4AVW+B7dEH9H8mH/pa6RXqYN0YUM0F/K2xblnJcIfR6qn2kvCOw1z56Nb9SJs2k5o/+78D/G52YXwExGdmL4448/PgwnjCcXAPJ+/fXXx089mxYnMusa1pQi1h0qO7edobqZlgiU+qO+jaWDmGXmoGc7GktxoaEd4njKWTa2S96c/qhbW+jL9ofajWk+D7VLnvmGNWxi/7FO5DeWien5nAgcjQC6GMer/ZPGoQ+bRoxvnOOUwwM8m8ihcWMbGW6PADLAFvEwB9kgCy/mt+/xmi2CI5ecHG6iw9hxXnSWHN9xvvYSGJwY52CjrVvic914XgD3INs7js8ol7vzH7EYemYOu7O7un6czZ/9E2IvY5ux9+NfgWFbjO0D1clavuXGQvsfy1+bzvhhL4Ct5Ath0Czdhs/2U6O/1n6tfo0uZIYtiMPWwZ6O+5pa/7X2a/lr6a+1bz42HbwSwieXoZFPy5XhnDJlnSXxPednsIVnPA6e8UvcWvkfJd8pnqCBvSJjWLzVgal6d8gbkw84RY8egBmhvgd8xvjrgfZII/qLPIb4YW9ajtMyHtu647Pj/mq8D+nD1Xic4ucu/I/xudkFMCBrIGHE82YgkwgDB6OBQzAOWjGC5xyGjRFcCrM2Uc1tp2w344kACIzpV1xM0THiLhLETStRjOk82z7GJeOGcRJdbIvn6KSB9KkxZTkvo2Ib8RlaopFGnvRZjnjc1JhPqLeeZS0T02NZ2sPHclP8lDhIW4aJwJEIoIeO+aF+yXdc+1as5RjneMZbqfuWyXAfBJBFvKBnrkEW2ClT884+1PTZKmuJB5twAG7YdmAY14e7ztXMCx6eiQ1hxKZPyc+lurg4+vNL/INf/hrObWuLctDzvt+76meJ6F1xuCvfpfzH4lP2zVidK6VfXT/O5s/+CfHYFNgW2GPYE3FPOKRXtfyhOjHN/mPa1s/w40uH8BRt/r3pr7W/Bf/Y01wCM1e4rxHDWv+Wezbcgv65fcMnNh3yRI5z9HNve2/v+Rl8tWPBCfseP9etlf+R8p3iCTrAGtmjB8QZx3N0YKrd3vPG5GM6mIkdz4wH9kHoxd5jYwts5WOLtlpow/lCmchfKYte5HMUpuJ2VH9H9aP8j+qvtX7uwv8Yn4svgOOCTqN4FsXvv//+YQRiLDBYmOQxBnmTk7cCnfTnKsAYwWX9SE+ZR3xuO0N1M60/BEp5qx+mGx/jzHKGXODoNPzQd/IJaY9nvIsEofWtS2gd86irNy2OE9Jsv1ygac+6tm0bxEtHfcrPcbQz1JZphPIa2yvbj+V4Jj/SIf2E8B0dcXm2HvkY3XjrWqeMm16G8lCmZzwRWIpA1O+yLvqIowyeuYMxw5zhGmkdNpG8HLVkY23dDJcj4PzsgY5vdjPnYKtgt6SrI4Augx044nHocPwK5O7zLQe/eBz6hW6Va90j83J/igvgN/y9v4h9k71LJC+Ap2C96zi9K99TuhDzhuz8mH/156vrx9n82b8h9gSXwOz95vwyi3b2s3pov8/Wn1tPWxObCXsfO2nunnWqjxr9NXxq9af6jnnwxyUw/XneR36t/9jGM89b0T+3b/jEnmNe1M6d4tEzjLntLy13xPwMxs9eAk9hM4fXo+Vbowl6wNw9/N0vgcfkU6aDGWnix7jwHK+G+Zn5JR9n0rJ138pCHg3ph+e4T917Htuat63bO2Ke3ZrmOe1Fmc8pf7Uyd+F/jM/FF8AoAIu6hhDGEEa7l2HkY+D6JiCTPG6tIfBoZOBPrd0xxgeayqQLIDCmD0zg0csq+oHu4tBpninHM3qNLluGkIWQ0H58Nu5CSRwfF1Hi5FuWPq1veswjP6bbNuk602indLRl+2XeVJw6tje08JlmGUPatC4hGBKKu+WIRz5NJ/QZvniWB/kkzjPzimmE4GzcMoR686CRNJ39GV8axraW1s3yfSOA7jgWIifohPpW6hflmVfYQLpukkZ51kwOFaJux3bzeVsElB1yiF+zcjiHLHrYoG6LyPLW0G/WTOxA53uwY91Ep/HlGFjeS7814J2xfs9L4Ci34QvYWGLb53kX0HfWzYj33XG4O/9RF+Kza2RMu9Pz1fXibP7o3z0UIbYE6yWXidhf/hT0mM5Zdyy/ln4U//Sj3Q9N2Jhb2Pk1+mv41OrX8DOfdrBxkJ22M7ZfrX/rPxtuRf+S/pEjvHLmAH/IEl6H5krS93RDfe7RHzgjWzwOnrHxdWNyHku3Xi08Q741msh3ngJ/xjG6EM/65rRxhTJj8hlKJw0PZoToRjy3axGPIT5apHMtTcomhrRZjl/i+rV99lT/qHn2aEzuot9juN6F/zE+Xz7bGEPnSzoVnQRY9Djkw2vseeiHQfD58+eHUeDhH81Sf6zziW4zKxF4ozfqoKHwRP1iktaTjr6WIfVIx6mXxDVKHhlf/mCYaODSp0Y+z3gNPtrQyDfduKFtEi/TyKMN6uIMH5HwhzLSa/JYWfO3CMs+aZN+8fLi4mhZaSWURsqabnnpU2bKizkFR/lSLqaxEeFZF59JQz7SSIiRjiOMsrSevEgvZc3jOV0isAUC6BkHJOgneuh6SsihF3pNupdo6GPUyS1oyDZeEHDMg7U4e7hDyPw/5yuUO+MJbsyphNiE4sdcHufau86l4MJ4xoEPuBA6B9xHd/Y9CL0PjslpIpAIJALXQoB1Eqdd7DqJPcFaGR1le7MnoBnesDnhDXuf+FUc/GEvu59RnvDr81V4hU9k+P/ZO7sly23k3E7HOREetVoa+8q+8ZVf9LyxIyy1WuEbHa3qWeosNAmABLn5l4hAJYnfzC8TQALYexe2iWyeLdxFvik5kFM/lj3qk2SfwsN5Ciywec+w3AtN1Xl6GjZkBC/GEPM4c4TzBPkZXo+AeqFndIJ+fH57+Ocf0y2P3jIkAonANRGofgPYyZgJgQWfn3lmwdP5wREi8q0lnAOerSMcezvqZX/2K927f/tJui0C6JXFhgUGHfIOJboIQTlMxQEzHYp9EsiP77ThpisuXDyTbqQcaVCC9axLGu2SbiRtJNAeYao986bar+VNlW+l0f8WQb6Wtkc968JH1LXv5KPjqGffrW8Z+udZfatX+UKnPENx3qGWiZS+rcMzgXYzPBcB9K99lihoO3M2Yj3yicxhzmXkaY/YJJH2jGVf+b4NAugAP0cfBz3g03gJXI7/bXq9TyvgBYbiB17gh2+I7T45MMbBhTFOYHw/7xL4lRaQ3wBegvbcOrWkjSuXfbr8c7rTT5nLv3v63e3iaPnsv/StWCv5VRbC58+f/9p7tfzqpfZo/0vrLS1vP/qXvOMb+eHDpe1Z3nZ9L2mJa5nfql+Wb70jHz6Ovh8yEvEL9whb89/LI/Oi+zVsEj1O+bhTab199JR79fwM3ujYsxfkQ7+EKVubSuuRyzJH6df+WxQcmKvUA3t18BiVu9XvWfLn9DOXHvkGO3CjLHhhS0brH42jfES+n/IcZedZG0d+89RbiYn5e89/Zb97vUfZ9+rjiHbV0xF9n6HPp8g/J2f1AhgFUfHnn39+c8Zd9Bn0HIoSPaCeU+Zcx3Pll6a3Foi9+1/Kb5b/ikBNL0y2TrjYnJE0NhI6Djyjfw5TDSw40SZ0KChD5F3KM3xQ3nryxXsZzCvTp94jD1P5ZZptr61Xtrf2fWn/c/2slWeuvTI9tq+tSLEL8p2vSOfd/GhPpNsW+chP1F54do7TRkyzLJQgjbzadkzL53sgsIVutUkQoT0PiJznSNf+2FjmZRqI7BfQBzHqAfzBHcoYn1ob9uPoei2DH4djHIyAF3ZLZE59cmB8gwmRZ/DIS+C9LCIvgJcgu8VatqS/s5V9uvxz+oj+yVyZO6ff3S6Ols/+y70TdscFMH4E50z4X4StfS/739uG7Qe5WP/ZgyKL/0d2bf+2O1e/xLUs16pflm+90x6yoTeCvnOLj1a7c/lb8z/Xz1S6fi57NXQ5dQm8tb2WfBwxP9Mn+yP7xo91b1TyN6r3I/VbyjL37nmS505g8ZRL4FH9gB1tYEtQ7IUx415x1H7mdNabPipfbz9XKAcWRvl1DpjSk7q07JWpcl5Zhinen27fT5F/Ts7vLoAdyPwc5Y8//vjXQs9EjYODwwplkWOStvyUcWXa8QjMKf4ozrQXJlQdJik88axzKe+UdQLGOSCdd+wQR4s0HW0oaQbzzDc96TkQUMdLudGOynq2F/NNk2pPzGk8Rwee9kijbHROtSvtCEofUOZBIs/Mi+aVvOX7/RDQpkrJov2VebzP1TOPOZBDFGyRORFKYM4janOtft4q5Z/FCDgvcAjJgZ3jnPGdvk8bTvDz/yo7T7IuP+VgZA4h1xXGNusL49jxPFenlj46/mvzUK3f6+Uxf37/ob6WHM/Bp4XENeKf3QAAQABJREFUdH7iM42LqU/HR79FPJ5Gn67/Ufn58gEh7vV5t93R9Y+2RoJ8tNqI5RgTXgKz/nOmdrQcLf7n8qNclPEd+djD4Dfj8+Ezn1FG+Z2Tr5WOD4es7NGQFTuF9oYlZXvbXFJuzfwMZkRkR26CerZvdH0GfY/qV3laVDw8u8Tee/Y6e2P0KvlLfHr6jbJjS9gikbrYkzGWK/t5+nsPzltjFPvkWZ3FftQZ1Bjz87kPgTXzc1/L5ygVbekcHL2Wi73lb7X/4c9Duj8oZMSZ+fTp01+XcEzCDODffvvtr59CJM3gQPc96bkQaBnAKLdT+o99alfYDM6RznJc8OPCH9vjmXoeukN5N/JO4L03yFvsp7dultseAfWxtGX1t6Y+dYnWdZGN79qklAN7PhSDrdk3PPtse9D4LU02AWwKLTdlq9ZdikGWvzcC2CMbbOZM7M+LYA6NtCsvgqfs6t7ovEY61iwvMumRseqlHeuP4/o13FyrF+bOEjvmRuLTccP/ARso9gQm+jNLtDyKo2vekj6vWTYvgPfQ23PsZx16T8dH33odetev9XT9j8rvvss1knUyhtH1L7a15rlXvrIc7/r0rPtLLw7X8LpHnSm56Ae/BvkI6u6Me5SS/zeGF/5BVs+1kHGJLo/GZHR+Zk/KHomAnvVhGZdHj0142kK/tNMbsAUvgcWjpuO9MXq1/L04zZUDP8/c4B3scp89h9br7XuOE3SGvoyxnDYOrY2FWCefvyIwOj+fHcerzU9b47m3/K32374BjKPmITOHUixcDFacbb/xSxqD1walDu6tgcn2tkFAPW3T2vtW0D3tG10EpKRrV3Eii8+0iF3RFhHnOV6YYXfa3vvevy5+2p+0JW+Zb72y7Xx/DQKlPnp7VW9r6lu3ty/60GahOKlexpHHu5E2ebYPKPatjTun2jf5lrGOeUkTARHA3jww4lm7x664DDbynmFbBBjzRPAnMr5ZkxjLrFU8Z5hGADv1kAhKwFbB7qm26tjVpsAFLDjoAJsluIyuGfIyrb0rpa674G1JeB98WpKuy0986rg9HR/muCeHp+t/VH7sh1+iw+difeTnoOP6OLr+jdpmr3xT5ZCN8zby8IdY+4+WZykepVy+Q9FZvBxExrPJJ79L5S7LI6uXwOwH4hlWWTa+R1uO6a963mJ+1r+HZ+TRjs+g663026MP+9L2sQkC9kCcwmMqraev3jLy1Fv+6HLyC3ZE3rEp8Dt6rByNzVT/4jWVd0Sa8wl8GSMfpb3zbozl8vkrAuJ5VzzOZr+vxnlv+Vvtf/iP//iPPzxYRngP56A4MeWnb2xQWg7oVwOY/dURUE/1Ut/nTumVtkx3cdb5gxIpw6QF9Zl36rGAa1PYFe9E86Q9Cz1tE+RHavr3En1NKfOtN1c+0/dFoNRHb2/qbW393n5q5egb246LNOPCSyLzLAeFb5xZg2OA8eBlEmUcF5aborY3lZdp90QA+2Ke5eAI6jyM/cQ1u2cOvSdC+0gFnoxnL4HBnncOtTiUdIPPmMzwPQJg5dzIs37mE+1UG5H6TWDeXQd6cXEd/B7xvhR56Ct95lJ5AXyEdu5jP/ug93R8mOufHJ6u/y3k1+fCltgj8aUEw+j6Zztraa98c+W4NCTiP7r/W8vLEfVKucp3/GQugUnX5zuCz7k+S37nyvWk49+iSyiyEluh189rtbM2f6v5WT3DB7bs+Z74HjVO7X8tPkvq2ZeUutgCET2DSYlD+b6kv56ykZee8keXifyCG/ZpGhgSwWxv3I7Gobd/sekt/8py8Ob8Ip/Skg91evR8WPJ19Lv4Hc3HXv3P2cNe/Z2t3b3lb7X/4b/+67/+cGLFAeWnnnlnsaoFG86JuIbS8XnqaQ0n6NYJCMpGDEqbOLq8x8ss0o3UjRsaDsrZuFGfPBfyKb7W8Nxrh2XbvfWm+My0cQRKffS2qN7W1u/tZ65crX94ki/sHUfWCyOeGTfm2z7vtKkDxOaRiyX7Kedky1t/jlp/Lj/Tr4mA9vPx48e3nybHzpxTPWiBov+0gXEdiyM4E8Ddb2+AO+sbMa6H473epwXtlXlQPwLc8BHwNc1/iq0qLxrGpjgk9aAUPMAFfFphFK/IR6uvc+XXLpbauC2V5bo4LZV0WfnEpY7X0/FxvayjdN/cp+t/K/nxtThzYL3zW8CufdIjrKhXvrly7gcZJ6z7V/MhS7nKd3Ti5SB57Enclxyhr7LPKX7LMkveox+HnK1z1B4fb0n/S8tuNT+DI7aM/ATk6tHz3mN3a/228C37492zH2QFF/aIyi1ttbs2v+RnbTuvqie/kfJM1FbB0Pgqvs7ajzidlT/4Un+Rx6jPmO54gBpj/l2e/2h8T+DDH18l1ebvIncpxxXst+R5y/ej5f+/HjZxOdezYG8pfLZ1LgQ0RiYdnBYiTh3pPHtwy3t0YnhmQcaWfGYjE51fJ3bK2Y/0XCgkN4lAG4Ga7UbHxXHBgT7pjC0OMqjPM5SxFd8Zcxx4+D+HaYNxxRxNG75DiRmehwB2gM1wGMZciw1hM2zAecbGWM+dh9NWxm0EvA1+CwW8Ha9gzgfowD3DNAL6BNgouOFTEJjfnhoYm4xTArgQCb2XwG+F808ikAgkAolAInBDBPS38BfwuVgb7xBY+/GJ9NuRCV/gTv6QPh8yEgl3PWtEb/i1RPYDBOV/e/nzDzq/28E++1FtFh17hqjs5D8xeF6D7OwftQ3sHzvIMI1AtBefHTfYFpF3IvmWmW4tU49EYE4/6hPePFspqXUpmyERSAS2ReDDTz/99AcLdxxgDsKernLi7UHpuDKlLtUz6Syi5uOscoFgGhRnxXfqYSdsTtA5jh3P5BPIIzphK3FpH/YntdxRtOTvKD6e2u9aO1Bva+u/Gm/5pd/IM89G8hhzHHKQ5iUJdXm2Hu+MPyLPjDsv+2gjhthvTM/neyCgTSCNhw4ekpGnnTBX8+wcfQ/pj5HCNQ98febDGqyh4OuH6Vxrj+HyXL1qp1Jw46AImyUwf4EdmD1hzhIHteQ7NgQuvDNeW4fBo1jZr3xch772G8Dicl28lGBbmnjU8Xw6Pq6PdZTum/t0/W8pP7aEn0Wb+AtnuETpla9WjjzWffd4rPtX+fBXKVf57sjW30NG/LyzyDfHr3yvofi0+ra0rw+H3GcLW8/PyKv8yIo/zzg1lP5q+W65rege+q3xNtUfaeAMjdE9T6290bwpfkbb3LO+/GoXvsc+wZJ5xICNGU17Cp3C52qyI0MpB+/OTdrClFzkGafyz5qW3wD+qplS72fV1158HS3/hz9/yvDP8fP+EzRLmKJuhvMiEHWpEwK3LKCfPn16Y5wyvMcJ14NYnFZ0zDfNyguEmu7Nk4qQ/EhNP4qW/B3Fx1P7XWsH6m1t/TPijUxEZJIyLtlQEXl2nFKGZwPluXhyk8nmgvHqOKacbVon6f0QwE6YxzmA8FCJd+wCe/ByElvIsA4B10lqO/9A+VlocAdbxp8HP4zBpwdxEgfetVNtFpw4GNTnsOwd6RQeyokNEcGHMasdmR/p6Dgu+Yhtn/s5L4DPoJ/r2s9r0Hs6PnGtfA3i5+rl6frfWn4+3EjEV8DHOvqbwKPyWR+qv86zfvq5rPl7buT/+5yvKTGf/ap+DT4N8egQ+duSF3xaZIXShz4c/hxhr36XyrDH/Ixs+vRQ/Hl9+tJfLd+X8t8q/2qca/2RB95Qy3lG05Jjbb79rK3/6nryq134XvIBjkbzWBOMpt2dzuFzB7mRrZyfSnl9x16I6P8KIS+Av2pJ/V1BZ3vweLT8H/781meeBO+h2RO06QIJZdPEN3wJGJ2OKXkumkyg8ZJAp406V5lY4TVDInBHBOKY5ZkDA9PYbLLBdpxCORxhPDOu3YSRzrNh7wWIvjO8DgH1CSViE8z7UOd6D1/23ny+TupjegLPGHhnHLLW8ux6Gj+MEcs/8Vn7dF4AJ+YwMXPeir7HnXESD6iYIC9zO5F0xqkHiEuxiG0urdtTXv57yu5bhrF4vs3/efDZF/21rT8dn6fLX66hpR3pz5bpvrfqW+6q9On2od7EAX3zLWB8BnyE+KFXy56Ryv8cb+QjG35QlK21frfy5/rbK70lJ/4xkaBffDYZtsIGLPDhkJdnfTj8uRZOW/FwZDvYMbJDmcc9e5jS91Takbyv7bumV/OgjHUiz57NgIFlevs/O25L5emVm3LiiH3ZD3hgZ9Il7T2xrLidWXZ4lE9p5Dfmz40H0o2x7tOfmYPuHKbs5ZXyjvY/Z89byZAXwFsheYJ2POTH6WJg887iaIzGyDd6o1OGM+57NLr4fAIRk4VE4LEI6OhAGatQF3CoF8IAxBxANDiOGedx7DvmLbc1td+t2832phGIc7wlsA1sgcMl1wj0ji1wKMGBRPxQgPWSthFw/MWS4s145Jkx4KU7uGf4HgHtE7y0Tezz7vOH4xWqrFLGK7iAydpLYNv6HvFtUuR/m9ZGWskL4BH0jqp7Hvs5BoGny8/cVgut9bJVv9b2FfKebh/qKOKAX6VvhV/FJfBVQ5SLZ9Z7ZCP4Ad6abHuv77W+1+YhH3IS8PHwba4oR4/86FR5eXa/1ZrXetq+QhnlZ99J0Lcv9V2+X0G2KR6Rdy7EPJ5Zu6TIzx58qV2cHbco8xwuW6R7rhH7A0vjFn3csY2I15nla/HpWJqTwfqMF+LScTbX7tXT03/eV4Pa3dpe9p7f8wJ4rWZOUM9JDyPDyfTTo34iKg5uPy2LA4pRxU+dOSkikgYr3dsATwBjspAIXAIBxyTUcWladGgY98wBfPOTecF5Is4H1ndeYBNOcF7YChD72aq9bKeOgPYwV4qNUrQL9OPlEocxbpiircy1RXq0u1q5u+bVcHIMgjk4x8Ofp+M2ZQ/g5YcUwIe5CJuE3jU4XqXOl1DSwIQ5HAoO2NASPGxvL/zke6/2r95u4lPX4NPxebr8tfUTy2mtk636des7f+7T7UMNiQOU6KUa9nGVbwErS6TKZRr2zOUoMfqM5pd07/W97G/0fUp/d74EVt7o1+LDYbetuW0U6zPUd37Gnr0Exn+Nl/5Xs+EaruV4LsuW+bzj24sT2JzJvy/5X/peyru0/tLycxfBYHonO1uKy1z5V+tnjo/e9Ba/ZT7vMc1nbIH513zejb283KGc884dZJmSQX1P5b0ibbT/veesvAB+hRVs1AeDlQUOZwqngUiAYmgOZp1LHS3K6GTPORcamgYrNZ02MiQCicBxCDgmoY5L06Y2k+QRnRegflCEZ6JlvAD2MhDqXDHVdi8K8tlbPsuNIaA91FqhDHZgZP1ATxxMsE54QFFrw7wR27CNK1PH1pwMYOs3OcGYMUVcgvFc23dMFy99GrDigPeudlYbr9iL+Y5VbQfaE/aef+Wvh5cnlkl86lp/Oj5Pl7+1frbm/Vb9uvWdP/fp9qGGShw4A8GvIh2f9arfAi7lQl5sGvmI+uXuz8RDuvf6bj9bUeXFv8OngTLGPZ+6mjwtXJRXfaJbdGls1b96fpyfwcBLYOW/q77n9KY9lPngJDb49mfx70s+l77Pybu0nSXl6ZN5BUztnznGuKStu5cVn6vIuYZf6lgvUuYe35WfNGLL77Q8lDauOo/F+TnKdJfnUr+vlmu0/73tKi+AX20Rnf1hOEQdA5wD3nGi3PjEpvi5oHhQigOBk7VkIovtabh7G2DsM58TgUSgjoDj0lK+z41T0ylnWR1j3tmE841Qnk2nbeYP6kKZV5hLbGvJnGId+U26LwLquKcX1xbWFOyANQbdomsuKKGtjegSW+jh6WplwLAVxNkDLzAliu/TMSzxEy/sko08WOHftGyxbOcK745X5kmi7yXvpPtBAnBgfPbgsff8O8dvyf9T3xOfuuYTn/f49OLxx/wvTb41+OGP9+2e/W1uHW2tjXP1zi5vL3+99tDb3lXLiYPrGXrHn8JHILAeEq8elBO/h/U++j9TY0E8riY3ciKbPjGy3fUSGN0gL/sr7BXbRVb8N/SnXnlW/1fTZw+/yI38cZ+JzDUbruX19PnqMkv1F8szHogEbALZWz7+2fGJ8h2hC/DE7uADrIhg65h7NU9n6+9I/azBYoTfWl3ysBPDknFVK3t2O4syK/udaE3nd5JzrSx5AbwWuZ3qYbAsWjqLXM7wzCTjYGVS4fAYJ9LFrOf/xSxh2YFTm9yWtJdlE4FEYBwBx6Ut+T43Tkm3jNS60rjx8OeBKWukHPMNbUH9oAlzD2lzfVOvlkd+hm0RmNPxVC/qjnWFNYbDGKLrjbpmnZkLZ3dw5/jeKt01uac9ynqJB/blOt7TxpPKRLw4CLnjJbDj1XHk+5SeydN+wKPnEnjv+bfG75QMT0tLfOoaT3ze49OLR14Af8Vtyfr7HulrvPXawzWkWc+lOMT1DN3f7RJYOaFclhF5Zq13DxZRjHjE9Ks8o0P2nOxB8YHu6ONFXSAn8iK3/puXfOhS/cc6d3pGbi+BkQvZifq/paxXs++W/pTHclLlBh9sBEpZ8TG/pLZXpp/lvZTvCL7gQUzlB3szHsHTWfoUj7Pw0+JjT35pO8YWL+YzBkfH4dz8Zx97UeaZO4c97eUOuOUF8EFaZOAx6KFEDt2lfvIT42Xh4gCeyCTDJkDHkfpx8tnD2EcntoPgzW4TgVsiUI7x8r0U2vHbKmc95iCClLnohx9+eOcY0SYbEyhzkRfC1CPNPn2HZngNAr16lht0ZR10znrjwZMXwaw9cx8wOspxlf+jqeOklw+wBlcOgXgGP8aSa3pvO08pB77lpSeY3cXuHHtxzqzpFjw89O6xm952a33W8uS/VubJeYlPXfuJTx2fudzeC+Cr4Vuup615viw/h9dV06+mv71wnsMBf9XzEmyFvQjr4lWDckrxxVnvWcfxETn/iWHv9T32tdczOnSPyV4DOe8g1xxe+P/YLHMX+sRePd9T73N1r57ufA0G2DaBcav8pXxXs4Ol+psqTxpjQqywDzCawmIqrcTwyPcp+Y7iJ+IqX+BqPIqvI/sVhyN5WNL3q/jt6ccy0iVyWHZ0/GK7I8E5ZqSNM9cd0c2Z5dqKt7wA3grJhe2wwHMIjBPEIIRirEYmBuKXL1/ebWrmHIGF3XcXH52gujvKgolAItBE4NULGv2xWWOO4pk5iwMJ5ykoGxQPXX777be3+UpBcv4QiddQ9LEkoB/rRGcQnbtJZ62iHIcV5QHbqAO6hNczlo2YLeEPbBlLYsv4KbFd0t6dy4Kxl8DYG1hxYOScc2XZHXtL5knw6L0EXtLuGhzlf03dJ9RJfOpaTnzq+Mzl5gXwV2TWrr9zuJ4tPcfHV43UcHAtxBa4POTDilcNpZy8czZEZC3HR4xreny+qszw7VkY8sx92PTK8pW84/97CazM+LSl/st6V3+P87V7TGTWpy/lu5p9b6U/2iGCERQc3PtEjM6Oz1Z4RJlHn+GJfTdUewRb42j7V6p/Rv0swe9o/rWfOZ5b+aPj13lhbf9z9c6SfrR+z4LDXnzkBfBeyBbtOhF8/PjxzdllYSeNAYyRs/gQcPAJ//M///Nd3ltG/kkEEoFE4J8ItBZIHYxWuRag1ocSmb/41DaUwFzmHMc7H1wh2r/Ote+UyXAeBNRv5Ig0NkocsHFYwbsbdS6D/TaCa1esm89tBBgvjB8OvxxHHmD2Xm62sI9jss3ReUsgBzaIPfIMPj0/Fzg630yNizOgBAYefIMFdtNrM5H/UXxiW2uez4rvGln2qJP41FFNfBKfOgL13Lusj3Up53OvPH7kHcoFKeshAb+Ay7Qrhygbz/iI0e9x3ZZeWVZ4Rzb9O2Tq8e2uLjM+PzaLT8teCpnvos9e3fjhBsqDAfuZiEF8nmrz6vsfx/mUbMiObWAnjA/e8fGJ1BMb6VQbd0mr4TQio/tJ/QDsyTjSrnVbutlLLvs/O23JX+LXKv9KeeVF25nqu+TfMtSN9abKUYZ0+7GulLypeub30Lm2e+reocwofkdjMKq/vADeUYMMcBZvlPTp06e3nnB4SMfwWGhYzHn+/PnzG8UJNFDv6gaqLEkTgUTgeghMLTDMSUTmMeYzykC9JERKHGvKuEFzg8vBDGnOaznHncMmpvQsZ+ShW3+mjXR0iC6Jbtwtn3QZAowjDvg4DNI34Jv0PYeYjq+5HmnvLgFZ8KeM+E6tg0LnmbUY1MbF2ja3qgceo5fAo/iMynJmfEdl26J+4lNHMfFJfOoI1HPvtD7WJZ3OvfL4kXdpvEy6w6+pKBcUn8f9lXsp1u6j1+9pq1qXylhERmTFr235dut6OVctZNXvR150+7TAuOW8gIje8euhPfb9hP2P2DAPECM+2Mqd5oA523cunMsfTXeO1R/ArnptsNZ3Szd7y1Xj7Qx5LfnPjl+L/xrGPXV7yoz2Uat/h7yWDV1ZxmH7+PPg8Y8rA3AW3l04UAgOnZHFmzQVxeLN5gRnj29ttByYs8iXfCQCicDzEHDeKiV3UXXeIz/Oc8x/8RvC5FOHDa7znheHOtqUyXAMAnN6lhvy0TWbdQ8seEenXFSypqnPaBPWT1pHAHzxFRgzYAyuYAq2jA/147iztZb/cDddiJOHvciP3YmTuEhLvEzvpeLeW/7V5dAv4xE88C3BwgOiHl5G8enpo1bm7PjWeH9FXuJTRznxSXzqCNRz77Y+1qX9Pvfq40f+oUQvEP0lle8lvlaK8mGn+jykeVnY8v+uJe23bwI/8RIYXbmHwod7QnD+hbL/Ue/6sDX/1LzaGLD9q2LpvAb/PIMRMiEz8kNr8l9V7pJv58Eyfet38QVj8B3FWBud4/NVcs31f3R6S/6z49fifxTf0flrb/5G5WvVb+l/tP7V8Rnl///8ueD+vxaImT+PAANUx5zNB9/0/fHHH982Ii7UOHW//vrrm9PON339dKrGLZ3qZVTBU21mWiKQCCQCPQjU5h/zpLTHXEZkziNyMePlDM41c2X8cAxzZKzPc3zv4THLjCPQgzl65WDNQwp0p06hRMITNqTjiH/fgpt5ceUwREznfIS5dFvv0atlr0LBSbnBCpygexyanR0/cHC8OQbBgnQxOrNez47v0dglPnUNJD6JTx2Beu7T7efq8ss/lPUO6jqIP3CFNbBmocqHHKzzvLO+Q/fwd2q8vCJPOZFRPUZ/7xU8vLoP5UNefVl40K97NT+v7K+0b/oWg56x28LI9l8p05Z9wX+UAXlNcx6gvx6stuTr1W1FDPbsGxyN9AnGe+L8Krn2xGyk7VH5R+uP8E7dvftvtV8b9626r+B/FN/R+jV87iB/j45rGOZPQNfQmcnDqHBS/LYOlxouFOR56UF1Dsz9xht5KgyqcUpnusvkRCARSAQOQcD5aq7zVj71KEN0noQyf0JJZ77kUtF5kjocbpCWcyNo7B969AgXUR8cWPChJ/VJPjojolN02NqgUyfDewTwJcAUbMEYPB0P0KiDFr60dbegrUL5MIkHRthcnEOQO2K1Bgf7WlP3lXXg0/GIzrETsIDWwig+tbZ78q6Cb48se5RJfOqoJj6JTx2Beu4d18e6xO9zrz5+5F+KdH7AlPVP3+m91Nd5i3LBtb4h/iHy4fMcvYbvgSa+jL4dPgxfmrijnBE7/FhkRsf49e6LY5m7PU/Nv54NgAG6n/JhsYXW3gesptq/GoZxDojP7nvEqQePq8kuv1Fu0/am9In9GOkPjI09/bfmrDm5/vhQb/3DTX63dU5+pV+Ln/X3pi3+9+6/p/0ajy18e9o/skxrfm/Nia36R8rW03dNtz318xvAPSj9swwLLv+r7+PHj399yxdHlYCTgkPON335/338RA+xdNBVmPSfTSdJBBKBROB0CLTmqVa+AuFoOEcyT7Kh9wCDOZQDDTf8UhZn27+6oyIOZ6XivIQ/dOKFL44WbbBGEtEp+qNMywlb0ucTyjpW8B3AkLEBBVPyiIb4bFqka/Qa65/xWZmgzClQInYHxd5auPTKRXtXCcqNnRC3xmIPHK6E7x7yt9pMfOoIJT6JTx2Beu7T7efq8su/lHWfddA1UO1v5Q/Y3quoctkfchCRD5/QNd/8u1DlRH5k5R1Z7xzUJXo1mnZXuUv7Rk71jD8PDgT0H4NlYtrU81T7U+Wukua4cDw4PpSzxOkqcrX4VL5Wua3zI9607bjcip/Zdhrbzkb21jDs1t6s/J09jtbv7Ga22NH9t8b70fzNArdRRku+u+PTkr8Fc14AzyDEwaIH2TigXPr+9NNPb9/69VN6gM8hLT/rzKUvkQNxjQ5KmRjtblRxtpM0EUgEEoG9EGjNU638ki/mRCNzpZfAPBtokznXS2GeSYvzqWWTboNArx4pFyO9oxfWSyP56Mw4t4nfhvP7tgKuHHSAn1iCreNH7GsIUP6OQbmg2J0HQl4CR4xG5LefkTZeWRcckF17oe+tsNhDjqvhuwcGtTYTnxo6+/8EW7338+em/dR19HR8ri6//ENd56C86wtgAfoHdWs4X67yRc6UjzVe3/qq8kW5yucoJ7rk/Y5yRrn137xoIg//9q5hyr6RFV0TtXHtnDQC9Yi+vyVO/Jlrf6LoJZOQHxnFSUzuJvfR8oCzEUNxfMLXCG+zdRvb9kb2ZWx5Vv5OCUbrd3YzW+zo/mcZ+2fG2flr8d/Kb8l39/WhJX8Lv7wAnkAIUPl5Z/6XL5e+XP7yc4xM+lz4+u3eL1++/PVtXxw3lVHSiS4yKRFIBBKB0yPgXLYno8ydXgZD3eRDuQQmcgBA9NvB8OPG+BU87in/GdreAkP0pS5pD32xZqo7nslvOWVnwOMsPICVdg5PYKmuyANPA/iW2FrWMnehpVziRLrfmC7xKev0YLGmTk+7e5ZxjHEopL2Ytme/a9q+Ir5r5FxbJ/GpI5f4JD51BOq5T7efq8s/xb8+EP6Q8azrX9065z/ggoxe+iAjIfqCrXavlI+O9WXuLKc60Va1XXStTVvmLnRq/CqbcosDZUsbb+FSa99+rk7FyXECXjy3sLmS3GfRo1hLtU0xX4rprFyNG95G9lI2Dis/K38nR6P1O7uZLXZ0/7OM/TPj7Py1+G/lt+RrzYGt+q3+j84f5T//B/CfGsRIAJKDw0+fPr1dMqhYJ3a+qcaFL5e/8dtqlltK6a9lnEvbzPKJQCKQCLwSgSUL0NR8V86Dtgf1ApEP4zAPEzgIoB1i/PYw726cXyn/0/tSXyUO6Av98S8T0BkBHXGZqd7KzXzZRr5/QwA8ieCJnwKORHwR6FOxLO2Pdz8kAiZ8YM95Afsrw1RaWWbkveRvpK0ldemXcecHF/2ATWkne8u/hOc1ZY/Cdw2vR9RJfMZQT/zq+D0dH/3SOkr3zT2L/uGjXMtc/6D4AcRYxmfpGi0dKT9y4Q/CA+s6fjW+YAwjssV25p73lN+2kZOI34s86nKOp5jekt8+Yp2zPLN/wpdFBv390n9r8dqSv1X/aHzc93gWoP6hPbItxavE4wrzuzqCEhkr8A0+yI/t9GBVyp7v8x/AEZuIN89iDu5iLrVOpNSphVrdWj3zWu1bLuk0Ak/H7+nyT1tFf+rZ149HfwMY5eBg4Vj+4x//ePvGL88YPYsmh2b8r0oi/9sXysTuoJD2m0OWTAQSgUQgERAB5tAYTYfi/DIH86EbDjeIBDc4zNVEN4dvmX/+ob1Rx9m2ktYRmFsDwd81FEo51lsPc3iPm6R6L5kLnuCl/4HNa/di+USUpuxPjLA1MSLtiDDF36v40GbuPOaOxPdVehzpJ/EZQa99ADjW+vVrP92+Uv76AfaRFs76h36iD0DaluFI/SsffrUHja/2c/aUP7at3tz7bXWpFfvY0i62aAtdIjf2q9y8i8UWfbTaOBofZBUHqL5sLwa95eZwOFr+Ob5iujxKwYnI+1F2E/m78rOY1mQQb8s4H/fU7Slju2vo3u2v4elKdZ6O39PlH7XVs+P3yAtgLn35WWe+7QvlG2akcdnApwv5n75c+PI/ff22Eo4EylSh0lEDyfqJQCKQCDwVgd551I0g8zG/xFBeKnoZDGUup13qjG4An6qXXrlb+iOfDRL6UmdsStER305EPx7mtNrq5enO5cSy3OCDnfjeWf5StjmbER8245Q5Cp85/ko59np33vTgDH7A5i7z4tH47qW3rdpNfMaQTPzq+D0dn5T/vBfAWC5rHcFLYNa9Lde+o/Wvzwcf+Dqu929Cv+DP3vLH9pFNPwbR1O2ImLH9kXb2qquv5qWSOt7Shmu8nwWfaNfaQA8WozidRf6ajsiTz0iVXdvxvdVW5n9DQDy/pUw/UU4bFWdxJ89n82ylt33LL6V7t7+Un6uVfzp+T5d/1F7Pjt9jLoBRBJPwzz///PZ/ffnpHDYFBCblX3755a9LX75xFp3LKSVOpY0aS9ZPBBKBROBJCKydRzn48MM54KWDzeaQZ+Z253f6YI4nru3vSTpZImsLT/PBnjUVvUFJR1fqyfwlfT+1LFiBIx9YA0cwBEueySM+JWhfU/JGO2NOoGz066bqbJ1W42/rvubac2x5cCYOd7CTM+A7h/sZ0hOfMS0kfnX8no5Pyn/uC2Cs1zUfPwk/IKa9vQz8OYP+8QX1pVnTeX9V2Ft+25ciV/R11e1aeWO7a9vYu54yuseFoudX+G9nw0cs4Es8TJvSwyhGZ5N/SkbS5FNqOeUXK/NNt1zSaQTEazr3W2pZDnyxS9LBHkqMcxe1y3rfWtzmae/2t+HyvK08Hb+nyz9qmWfH77YXwDjB/jwo3/L913/917fLXy5+mZz5pi/fJOObvlz+eulLHkpTcdLSEObSy3L5nggkAolAIjCNwOg8ipPNXM5lMHM4874HPVC/acpawNxOzLAdAi39lfngj464vER3Hlx5iUl+bUO/HefXb0kstXkxfOUB0dEolvZV8oMtgQ+YYGvQV9pXi7+S373eHVdg4CEEOJB+5XAWfM+KYeIzppnEr47f0/FJ+c9/AawFu/67Fm6x9p1F/6zl+Db4gPCEbFvIJ3ZzdG/5bV+dyYe6jPnmLaHWX1LniLL6rOjY+AodnxEfsUAPYhHTon5Gx8AZ5Y/y+VzjE2zAwTEDZpQfxca+70xruEa558qBMfiTbxmodru3Duwz8prP/Qg8Hb+ny99vKdMlz47fLS+AWeh+/PHHt8jlLxFFMBF76ev/9OUg2kl4SllTaah6Ln3aDDI1EUgEEoFEoERgq3lUR5v5nItg2sXJJvDMRTAf/jHNdCh1t+KD9p4UWrjN5YM5F3MEN6ZQLzHJc11+Ep5LZRVHfBuwEz/aEd+lbV6p/Jx9RRnAiKidMQdoW9JYfsvnHv627K/WFrJiJ+BA9L1W5+x5Z8L3jFglPmNaSfzq+D0dn5T/GhfArHWs+/oAWPUWPuZZ9O9ajoyvvATeW37bRz4C1Gd9XWRe6+va/lvjJ/+D70ZAXmPEYw/2z4oPWMibY1p8Ig7aSkxb8mwfS+ocUVY+5+TVTihHfJX9HIHFln2Ka6vNWA6s4zt1xd9n8KcMtluWbfW1JH/PtpfwcdWyT8fv6fKP2u3Z8bvFBTCTK84g/1OQi1/+ty/PfOuLiZZviPH/fPnfvlwA822x6ECgZBUFjXHOACw/l5/piUAikAgkAnUE9phHWQ/it4K5ECYNZ5t1wv8T7IXw1MaxznXmikBLf618Dm6IrsfoCP1ACXHjZJ9Jv0cA/LB5Aj5PubEExzuGln0pM/KDEbh4+EHe2oND223RXv5a7WyVH3FgLiTsjcFWvE+1czZ8p3g8Mi3xGUM/8avj93R8Uv5rXACjJ9Z/fSOeCdK6lc/nnkn/+nj4OPrPe6/te8sf2+eZiJxRVnRK+hpdxvbntXyeHGXUh4VGPLbm9Mz4gIX86deX8msnZXrvu+33lj+qnHxC56J2Im7a0ChGR8n8in7FtdUX5aZwLOurA9qLenIOa/WzNL/sf2n9p5d/On5Pl3/U/s+O36UvgFn0OcTi213/+Mc/3r7p66Uv3wTjQJRLX77tyyVA+W3fqJz43KP0peV72swyiUAikAg8CYE951GdbShzP5EDEZxt1w7WCz4s5EYa7Kcc+SfpZImsLf1FHUw9U58NqbqxPShrO3qyzBK+nlg22jn2rC+kbd/RrrWXHn0jP7YGHkTtak9clvDXI8MWZcTBOVActmj71W2cEd9XY1DrL/GpodPOS/zqGD0dn5T/OhfAWjJ+Jes/vsDoBekZ9Q9Pd/Fv5vDFh9Fvw4+J8qrnHjrXfk/do8pgtwRkNkY8tuTr7PiAhTyChbYgRtrIWkxse239o+vN8Q8+2g7UcqN4HS3v1v2Ly5J2wbBVjzLaqG1Tx/MOnnvase4cbfExVy/TvyLwdPyeLv/oODg7fh/+/BbU5b4awoUvTjwH9zrzHHb+/vvvbxe9UBz7coJ1cTu7UkaNLusnAolAIvAEBHrncsrpUPPMesE3gHG4CawjBNcQLiRZP1wz3jLzz2IEevUjzm7gXePVC7/cwYe4yjV9MUMPqQCO0b7xh4j8+snTA9gw/rEt7ImxzocFtcEz4dMaPy2e5+qTDg5++AX5/aWEM8k/ysuc/KPtPqV+4jem6bvjd3f5xrT/9ZJmtI0n19/KvmI7+Jas/6z9+EOs/zE/4t1aX2PZNc9z/a5pyzr6N1zsEJDvqn5fCx9kRJdEgvrs1VtvubfGD/hTkx//FbnBAFvGh1v6gYazyV+Tdwp+bZx6RDCJeCDfmfeM8j8lW0+asq1th3piJlbaUI9t9JSpybFU37W2jsxTjhIP03t5Y+5GJ9SzLXSsTnrbsVyrf/uw/Nloi/+z8bs1Pyn/NT5guLXeX9Xepb4BzELl//blcJN3Bwjf8vX/+jJZOrGZD6A8x/dXgZz9JAKJQCKQCGyPwJr5nLWBNYLDAqIbZxxvNtQcEOGIu15AqUNc09/2Ut+3RXFGP2x83Ayx1sdAuQzzCIAP+GnD2DMx+kbzte+dIzbYlriAk4cpZ5J+dL6p1RcHMHB8nRGDEX3U5B9p9yl1E78xTd8dv7vLN6b9b/9aarSdp9bfyr5iO/hAvLPmsfaxDhKPCJGvrfpXHn1nZGRdP0rGEbla+CgrfSAn5e/k49bk11dDz8aIxwjuR9WtyTvFUyyv7KSJBxjxflbbj/xPyddKUy5lL2mrfco7XihLZBwZTPN9a9rib+v+zt4e9uq4Fnt1sgarNXXOhNHV+R/FMuXPC+BRG6rVP+0FMJ9axEFnIedbCh8/fny7/IUSWLg4vOebQb/88svbMwsZgUFjfEvIP4lAIpAIJAK3Q2ALBwmHm7WDi2CeWXP8VHm8ENYxB0TXlxa9HeAvEsiNKX4Az2xKPbATc1ghL8M0AmCjbYMZdg2GpD0dN+RnzHtQ5OFhHOPTqL42Fb2NhFZ9bQT5xUA/eqTfs9RtyX8WPs/KR+I3ppm743d3+ca0nxfAZ8GvtFPXefwh8o5a80q+RvGyPus6Ef+GPo6UUZ7W0B58lJX29WHU75o+z1SnJb9y6sdCIx5nkqWHl5a8ZRtleWQHE9KxBfDwvRwPlCHtyFDyv5SXFv897UccYnsxneeetpbyv0ebS3k4Y3n04NgWI2icz02v8d9Tplb/6Lyr8z+KX8o/dv4xiv/d65/qAjgaO9/C+uGHH/726dOnN8pBPAs6B8K//fbb27d9ufzlEpiJMi5cd1daypcIJAKJQCIwfsAW1xzWEQ6CWGN41tmGclDEB5FYg1hrcr15jfWBs5fA+gBeBKMXghul13B0rV7AT/8IW8d+wU/sriXN9tyWl8DgctRh8JR0cX6aym+l9dTXRrQN6pwJg5aMtfwe+Wv1n56X+I1ZwN3xu7t8Y9of909H+796/a3sa6od/CJ9IdfAV+M1xddWPCATEZ+GtV0/cKv2X9FOLz7KSnl1eod9QY/8yomejeLxCh1t2UePvLE/5SzrkU4adg8mhLIMaZQ7MkzxtISfFv897dfKgJ35JV3C51xZ25zLf3o6+nXenhrnUT9TWF0d36vzP6WTJWkpf14AL7GXpWVPcwHMIS+LNRe/fMvXi1+cOfKInz9//u5nnp8+QJYqPMsnAolAInAXBEbn/7K+DjcXIOX/nMXZ5hLSi2AwpHxrE3YXrI+UA33wDW2Cm3p8A5/dJB3J45n7Bh8wxN7BzKj9kj4VzyzTVryBC/ggfzw8PMO4hqeR0FsfWcFAu6BP7WXKLkwb4e0VdXvlfwUvV+wj8RvT2t3xu7t8Y9qfvnQYbfNJ9beyr1o7rPnk6wu9Et8aX1vwoQ/Dum5fpm3R/t5tyHNPP+qPOtGP66l71jK98uO7EdijGsXjrLJN8dUrb1lXWWN9MCEdPLB/qDhZn/wjQ+R3DR8t/nvbpxwxtgdehDJdPmNZ05bSXv6Wtnu38mAdI/KJHRRdQY2l/JYt08/+flW+t8I15R87/9hKD3dt5/ALYAycxZkL3/j/fUnnAMpLX77tGw/kHRjSuyoo5UoEEoFEIBGYRmB0/p+rr7PNGuQHkLiAJJ31ig8q+Y1UOLMd8jPsgwDYogt0wrMbezf3pu/T+/VbBTMOQLBVsBM/D0quL+F6CcAA+wETD4TPgIvzylrJltTXPhhPYEAAgyuHJfJfWc69eE/8xpC9O353l29M+9/8wtF2nlp/K/uqtaMfxLr36jW/xtdWOkcmZbQ/1vorBPnt5RW5iNS7wyXwEvn11dC1UTx68Tu63BJ54VU7tp5UOch3TEdMYr7PR9CS36U8KP9cvd72LRfbIy1G+rCc/ZXvpvfS0fq9/dypHDoyRrm0b+kUtlNpsY2zPV+N363xS/nzAnhrm4rtffj73/9+iCfIJMU3qThE5zCdZw7gOGSHctnLzzu3DnWfPkCiMvP5HAhg2wSdKWkvd9g0m1GCbZV1o90vbT+2NdX+lHMR68R8n918xHL5nAjsjUAcB2v66q3PONHWOVhwzTLdder3339/W7do1/Jr+Mo6dQTAFz3oQ1CaOQifQR+i3sLzcp3rwc5LPjDETr1Yx45jIO9JAWywKXDxgx/Y1VHrG/zUQks/rfpl29oGGPDseCrL+d7q33JH06U4HM3vWfpP3MY0cXf87i7fmPa/1Xbt/ZaSTz0IbGVftXbwhfDnvQDm7Ek/aO/1rcZXDz69ZbA/ZMSvwZeJMva2cUS5tfigS3wY5MaPw49Bl0bbbenXckfITp9r+lfX2vPUfqgl95XkjbzW5lnywITgft1xHtt45XON3x4+WvuS3vZLO9M+Yn2xgy/HUaQ9/JZlyn7L/HyvI1Dixzt6iunYiPqU2mr5bvpZaJTjLDy9ko+Uv37+8Upd3LGvrx/zf7FkLCp84/fPy+e/FmQcUiMTlgs0rDEIzj5RvRjC7G4HBLCxcsLtsT2dJOuz0SJQVweNZyJloeb7btpbxp9/bJP30vbJY5GPZay3BaU/+Jb3qTblCb7jWKUseWWaFwzkWdeyZfsxv8zL90RgSwRatua4dCxAOUzwUIGx7jeBKeuYdPw4DmxnS96f3BZ68xvZ4MB8SMSnQCdexD8ZoznZwS7OxxwKasPYNjb71AA2+KEEcGE8O+adA+6MDfKjfzDgAFVfhrGWIRFIBBKBRCARuBMCrHf4Pax1+JD4Qqz1rIV3Cfow+sms7azxd/X1kBcfFx+OSEDHT/Dh1HW0Z+QvdY19321fWurX/Tjym+cYFw8pZZ4ayrkOrNz7aCPgBHYE8qhDpGxZ/6k4vlruEnd14lkUeopjAP7Ql2Ph1fxmf4lAInAeBF72DWCcahwxD2iZqJikcNI4rMUZdWJywQGmcoI7D3TJyR0R0C6RzYUTp4d036HaqM6kdkqeDqX1dJpclKEuwLY5hSVlaNe2p8oclRZlkQcxifKZhwzKTJrPUmW0HBiWaVN4WN9+pPLi+1oqD2vrZ719EdhKzy0u7ae0B9KJrG+sbY5n7Jd01zdt13Za/Zlf9md60m8IgDmHHfgXzLVE8MevAH8wXIq7rc/NL+ZfkWqj4gJuXgCTFg8GW/Y3io+8nA3HaFNggD3d8QBxblyQzjjioJgQbSLqqmUfsewVn+fwuaIsZ+Q58a1r5en4PF3+unWM5551/R2X7H0LLTsiHz8IP5Jn1jt9x/ctXeutlJs13X0KH+pCzjuv4ehTnaJPP+BY4nItrfZxi4zI7gca4jeB76rzOb3GeY5nxgEUv549DPSumPRYS8Qn7ulMB1exhZoe2xbLmHb2Z2U6O59r+UM+bF05pVHHtM37Gvu3vTn+1rQ519YR6S35juDplX0+Xf69sT4a310vgJl4nHx+/vnnt0kIgUljsfjv//7vvxbgOFFEUGL63srI9p+FAHaGI4ODjJ1hl7wbtUNtWApKlNc2LWeaiyvpPGPrBtIoR7qLruUtI7X9uXzK1fJsZ4ROOXq2R56yQ302PVLqmG99aGxfeSnHM3nQGMXMNtjUEC1DOs9lOcvX6BR/tJXhvAhM6WwJty39Lmmfsm64sd1o29iohw+tPiP/S8rGek98Zn5mLucgjwh24M7Bjxv8JfoEw73n17PoCdz8yTxww1Z7DkBH8Ylj5CxYyAe8MZ61JWzobpfAtfFAHmMKu1D2cj4q38XuLrSGz11kPFKOxLeO/tPxebr8desYzz3z+jsu3bcWeuyIMqx1+EKsd3yAcNS/+cbBMU9TcrOmcwlM8KL7GO5e02vck3kJfHW9LkEOm9aHZT/kXmhJG1ctW9q/8x2UceC7e8Qn2UWPTsVHHKXUBT8D5dgLYFvEq4Qoz1V4XsNnlBO9+S6lTWwfHRp7+qH+nfeAEZ8ePO5W5uny763Po/Hd5QIYh4tJAcfj48ePb5MNC4SHiv48oxNNBCE+A/6dJ5e9jeup7WNDRJ0XnF+CTjB5PGOnOCssfLxTnki+jiD2xzPRdmmLdx1pnrVTHEkC75SnjPVI0zmyPHXPHORzjkdkqwV1ILW8zqOYxzZ0zK1DnhiSZhtQ+JPHqBN1Q13yfZeaZj7UPng22LbvSc+FgLawlquWfte0Tx3mEw6SsGXtGR5ZA4nYYc/Yb/G3Vu671gN75ggvNMEenMGcwy6e47zSwqFHR602rpIvZuLDWuaB0ZwMo/jY11z7R6fD390vgcF4bp4jnTGkr4Q9xDkpPh+tqz36n8Nlj76e2GbiW9f60/F5uvx16xjPPfv6Oy7h1xZ67Qg8OLdizbvDZeGc3Pp6+G/4xexH7hiUH3nxYXjHhyGO+q5XwAt5ichPRGZ9+rv7buhH/U/pyn05lHKMAcb8E+xiCo9amuuEeGo7pIMfwTzP2EijnGV5P1uQ57PxtRc/c/I6FugX+0dnU+Mg1j+zXrfCL8q7VZtXaufp8u+tq6Px3eQCGCGcDPhkIdEDcCeTz58//3UAaxrglgCU77a7tyKy/XMiEG0rckg6i5bOG+86I6bxbjmoIdoUzgoOMfmkE0mLToz2ar34bprt8+4z/cVn+4/U+jHtys+98tRw0dkEB5+h6pO6RspEfVPGd/tAX+osPqNjAjxjA17evyX+M71HHvrpKWe7SbdDQB2vbbGlt5H2qcumm7XQ9RA+6ZMLSW0Om5wLLf7m6j09HeyZB/xGBziCs9946NVrTTd3xNiDMrAjMEd6cT4l7yg+zu9TbZ8lDR7vfglcGw+OJTBA38xdzkvSs+hqaz5quGzd1xPbS3zrWn86Pk+Xv24d47lXWH/HpWzvw2MfYHKXS+Da+NHXYw2/6yVwlF8fjjT3X1Hvd3xWfqh7UfT9lEtg5ddP9T3qmr05AUo5zoEsP7q/if1c+dl1QvzEB5lII1JGCm5Eyp0ZQ+W5sm6W8F6TV91Bo35tn7SY7rPUcpHW+ovlzvp8df5HcX26/KP4teofje/wBTCLJY4FEafZT9mxmPqtG39Kh4lCgXmO7wJlvu+1ycUySe+DgPrGDrQFqQ480uJsYHME8+PFn+2QjwPiZZ8H2ubrnHj5R7p51M3wegSm8FfHcsN7TIsOKnbA/OMlBnk8E3VKqcu7fUUb8RlbIboh0FYiDz6vpfa/tv7T60UbWINFC//R9uGJNrBH10meCdgTG3GiNlfyU76/Vcw/3Qg47v1QmuMZ36Qcz1ON9pSZqnflNDDDRp1DXTOnsJhKWyK78/aSOkeUhU/9D8YkmPTa0BH8Lu2zNc+Rj12AATpHdnC4+/zUwmUpzln+PQKJ73s8yren4/N0+Ut72Pr9KuvvqNxL7Qjfh/Ms6uGfu96N8vHq+nNym856zr6ENf2Ol8DKKXUPht+CTj33ebVeXtWfckuVH30/4RJYuWt4OwdC8XHBhoiNQDN8+yKGeIiZ2ICzWIOh72DIXkk8LX8WKs9n4WdvPlrymo9+0Z3v8kWawWep6Xeipfx3kq1HlqfL34PRSJmj8V11AQzTTg5+4xfHgnQney59ibxTlgklCjs3acQyADtXbgT0rHs+BLAPbcQDaCiBdNN4x0Z0RLAvgnano4Fjz7PlpJSNz7xfOew9Psrx2MJqb35a/Ud+eSZiP4bSzmI+eWz8odqI7fGujUFL+yItym49+52jsc5cmUyfR6AX57kWWviPth/7pS3sy004zwTtCZsi8m5o8We5pPMIlLgzvsH5y5cv78bsVAvOA1N5d05znvTSE5uc+ibwKD70c5UAr+LBuASTu1wC98xzlMEPe9IlcA8uV7HfM/KZ+Na18nR8ni5/3TrGc6+0/o5Iu9SOXOvx1fEVWeejXz7CyyvrzsltOnJy0Q3Fl7vbJbBySsHe/Rc+nB/AfaVOXtmXckuVn70n8rvnvOs+M8o9h7tzIGV5diyACfGK435O1rXpYuR+z3fbK3Hmnb0ClCiOUNuw7pG05PtIXl7Rd0vemM9zfIc/9GfgmfyYZp60lmeZM9NS/jPzugdvT5d/D0xjm0fju/gCGIeBAyAil79QJnoPw3SW/VaTwiqo1PQWvfoE0pLvKfnqEf3zjAOK/eBIkAbFjgg+RycD+8JxIFKf93ggbR71yTfyHsNS+4t1n/gMjkvClfCFV/nF1ojYJXYYnVftEEp5qDaI3bmJ4tmAfZJumMNxLt16SesIqL96qfncFv6j7U/1TJvYFwcR0eZIZ91kXsN2nOum2si05QiAOXh7AMQYBe84TstW45gu857wznyIjwcVLzARF+laLNDHlYJjF0x4BpM7XAIjS0+I8qN7xg/yo8feNnr6OUuZO8p0FmzhI/Gta+Pp+Dxd/rp1jOdebf1dK/EaO8JfLM+3WO+vFObkjun6eKThC7Oeuy+SXknmyKtySsnjGZnZByAfPgzxzkH5pdg2GBDQOThEX/7qeleXyuv7HHUepLyRNDAhXm3cz8m5Nl18pupHuyGfsuIOxdbEFLsCS+qcwcbkc0quO6a15DV/TjfmS2sY2Ya0VvaseT1ynpX3Lfh6uvxbYFhr42h8F10Aw+wPP/zwFnGMCR6g8m1fD8KmBvzRgtaUkHn7IKADBdXhhMZne9ZmoEQdLygOKnamo2FZ3rUr02xvjlp+Lj/T3yPQi6u17oAvMhB1ennWbn3WppGbNIPPOLnxAwrMjVObiKX42k/SrwiI91o8WviPtt/ii/Y5iGA99UKYOsx32E+c91ptZX4bAfBm7IK3PgzrC5HxWdqDa0675fuW8IAwHhjp643i4xx7NfTAgm/OELAb8biaHPK7ZJ6jLOsh8xWy4/uTtqQN+z07vaNMZ8I88a1r4+n4PF3+unWM5151/V0q+Vo7Yp3DT4TiI7LWXSm05DZfHw/Z2He4Vy394SvJDq/KV/KN3SOzPi16HfVlyz7O9D6FA2n4cNg2+kb+u+hd7KfkNq9GwYS6UAK4MP6fGmrrRDluYlnxh5JO5Bk8tbWnYnqE3OpjtG/bibou23TtgPpcljn7u3Kenc+9+Hu6/HvhartH49t1AcxBF44CEYeJb27y84lELwnR7hoAAEAASURBVDbKRUABy4H/aoHL/uVrK/pqebbie+t2wAFnyQUBW/GA3UUfqmPF4o/TrROAnrAh6Nxh/NY8Z3uJwBoEtGdtmTkx2rbPUOdF7Nq5kj6x8bihoJxl1/CUdc6JQGt9wC6cO7EjbIq5k8Az8yOXwETshfIZxhEAW/waMAd/x195kZdj8ivWzGVgxZrOM3bpfLYnRvR11gAed7kEbs1TpQ7Qi/OUa1tZJt/bCCzFvd3is0okfnV9Jz51fFq5iV8doTOvz3XO+3LRv+s8z/g8xKuH0q55Zz0nuueIft3V9x2lvMqDP0tE1viB7a30az9z7ZV8zZXbKr3sT7271wSHeCa3Vb9nb6fERb0x9sGGfHABnzguzi7XUfyV64L4QsUT3sAUrMV7Kb9r6y3tZ6/y4rJX+0vblZ85XM2fa5f8qPvYTo6bOdTm01t4z9fcJqfVf9TvNj1u20qL/2172761vfmvXgB7yPPx48e/Jm0UzsUdTjAH0q1BPWogowCM9t9S6Sh/rfbPmo9t4BwRoGwcfAcTogs9OtCp/O23397qeKFBOfKjHUWdPRXfN5Dyz2kRwF61c5lkTOj8YPuMCceAz5Zl7mQMGBgfpDmnxvFgmaTXQ2Dp/EV55lEjdoNNeQkcP51/PTTOxTFjE5yhRHBmHHqxCbc5Dt/rDHvk0rPEai+cnE/fc3GeN+znDpfAa+Ypxww6wmdjbsqwDIGluC9r/f6lE7+6jhOfOj6t3MSvjtDZ1+c693252ABrvBeF+OJ3uARG+mjfysm6HveilItnMrzfKaBX/FpkjL7/FjK2cIv4b9HfmjYYw55PsP/Bl4e2eF/T1xXr4OODERFswAW6157nihjN8ez6UNo578wzBnFdanNLy9vfWWiJy1n4GuFjSibSjLFt9GeM6fn8FYEpLF+JTav/s4+/Fv+vxHJNX3vz/90FMAs/DpH/35effMYpYoImj0Oe6CS1GBw1kFb7LVBH+2+1P8pfq/0j8yN2LNbl/+xlcScdDKCU1050jrAVIhsK2xMzKTKad6S82XcisDUC2Lh2znhhPoWSFscO48WxAw/MtYwbxwV5jKEM10JA3fdyjb61GagXbmxCeccGWIM5hMImtI/e9rPcewTEmrEo1uDqhTvPxAzfEMAW8RGhYONcBd07eKCwdz+97WM/2M7VL4GRY0mwPLK7jjEXxTVrSXtPLSuOT5V/VO7Er45g4lPHp5Wb+NUROtt6XOd2fS5yssbjI+Lz4IPfbT+GrSsnz/hzyIi8d91nICcRvapbfP+tdNvCjb7PENA78uPLoXf9+hb/Z+B9Tx7UD/gQeYc6Jraykz1lOLJtsCKIY7Qn0ojYnEFceY9lzS9pT5myzpnexeVMPO3Bi3JCtYlaP9EOauXuniduR8nZ6v/s46/F/1G4ru13a3n+ugCmYSIXFDi6HjjjDPBTzx44s+BFpbcYimXXCN1qv9XmaP+t9kf5a7V/RD4TNPon8oyMHPjGiVtcoW4U3Cw4eZPnc5RDzKTk2V4sl8+JwF0RYCzFscXmi/FmwCl2bJHG2OJwnbFGdGxZPuk5EYhz3FoOnX+9dMNutAdtYm3bWe8bAuDMr53g/zi++LUT17VvJfMJG+QDYc5ZYMShKHPTnoF+zxawG+brK18CL52nYnlkRy9E/D32CunP9VlpxLGvRpaKCCR+EY3vnxOf7zFZkpL41dE643pc53h9LrJ6Ccwah294t4C9I6fnPZ7tTJ3j3EF2xzc+jDLrw+DTjoaWH2T/o/1sUR+9cw4BBQOiZw1btH/FNkr9YCekQQmOjyvK9gqesSUCmLmnjmnyEDElzbKt8dPKt/2z0tK+zsrnVnwpL1Q7qLWNfo21cnfNE6+j5Gv1f/bx1+L/KFzX9ru1PG8XwBzkeQHBwkZk8f/ll1/eDvVGlDxSF5BGBR7tv6WoUf5a7b8iH4w4yI3f8MUGsAnkI1JGZ4dnNkBcPmAnBGkvv7247a2/Xn6zXCKwJwI4Q0THG5tRDhuik+QYhA/HBWOQixffl47DPWXKtsfXr4ihczLzMs/YCnMyNuAHtLSDWC+f+xEAU9bCH3/88W3sebGZl8DfMHROEivwwh7BCFvc4uDsW2/vn+z7ferxb2ABBle9BIb/JaEsj+xxTsIGci5qI1ri2K6RJSICiV9E4/vnxOd7TJakJH51tM66Hte5Xp+L780aj13g6xDvFLR31nJkRb/sMdxf3EnWUhb8WPdW7KORedSXbflA4l3yctQ7+taXg3ciWGADGb7u5/VzoQTPRROf7xFwfSjPpUyP9u+zuNIa9cq6sZfW+Iplz/iszGfkbW+epmQnTduI/TsXkWZ+TItla89Xs5cpjGryZd57BO6G39byfPi3f/u3P/xUI4PDCZdPN27xCcfRATcq8Gj/783p+7dR/r5v8TUpTKJuZFhw/XYZvYsZjo0RR9hNgDZiOTGA+tySorecfbTay/xE4G4IsCHV2eHZ8YqcpvPMGNVJZoxyKME7YyfHDwgdF3rnuV4OaQ/dx8MK3rEBL994Tr33IjpdjoMgL4HBM/7s9nSN56Q690TbZm7CJvETtMM9ELHvPdoebRM88KXAguCYdG4ebX/P+lGXPf1MlUd29ENkHUL+DHUEpnCs18jciEDiF9H4/jnx+R6TJSmJXx2tM6/Hdc7X5SJvPCu5209BR3tnPfcSGJ/uCfsK9OsXIfDbRi+BW/uwiPc6i9ynlvtLWgcH4uhl+D6cHtMqY0N/Fw4YG08YH0vRdn0o90CmT9m/aeBLoK7jSCof5bvpV6HKehV+X8FnxIRnI7qOeTXdz+XNpb9CrjV9RHnX1H96nbvht7U8H/7zP//zD4yExcvLA6iT7miHowPu6P5bA2iUv1b7W+WzmHIw6cKr8wIlom/0TkBnPBOxC4ILuPqUvmX++UccpKbP0d5yZT9z7WV6InB3BBi7jBsiG3MvhB1L5DNe4mbECxmxcRz7nnRfBNTN1r3QLvpmo24kDX2jf2nqez3yrpmMNYI+Etg+HVf9CO0b6sEo+Bi3xsl+12t135rgoN1oM34gZ9+ex1pXj72t6JdZT6o/STvuI3rbfGI5cXui7FvInPjVUUx86vi0chO/OkJnX4/r3C/L1Rag+jqsg6/41xfLOF1fWhltgfUc/5d0fTrXfsvcjSIz+oXiv+LHIPua0MKqxHtNH3vVyUvgOrLoDhthDiRiK+ibfWJL7/WW75PbWh/cH1rO8SAlnWfxhBpByfSrIqacV+X/FXxPYUSaNjNlA+RrWzUep+rWyr86b0r2V/Nw5f4Sv7r2Pvz7v//7Hzg3OjkuYlYbBXB0gB3dvzjM0VH+5todSWdixDExwiNOPO8x6KhAy0+yorcp3ZkmtT1xkJqeNBFIBPZBwHFO62zW2LQy/ojROWJ86ww51/Nu2j7cZasgsPd8GDeg2ADv9Ilu0fuXL18m5/HUTj8CYMrYIhIYQ3t+y7Wfs+NKOr9E++YZjLBD7Q+/Yst5xn6Pk7zdMzhoMzwzDs9+CRz12Jbw28GL9aTURXbnofghwp52n1Ym4vY02beQN/Gro5j41PFp5SZ+dYSusB7XJejPjbbAM2cqfjiQX8tjnb96iDIqC2t5XgKvuwQuz8nEVDqFt3lnoHkJ3NYCOmSMMBcS0Tl7xC33PW0uzlmitT6IUVnOcQEllvnUA2frn1P6NlfK2S6ZJUoEatiZ53hszcNl276vrWf9Uaoco+08tX7iV9f82/8AtsjRxi4fSdsIlIbtAskB7A8//PCXQ0JL5LE58ZKfNBZODyVbi+gedlHyD09TYY++p/rJtHUItPTY0l+r/jqunlMr4sc4950Nuz9FKhrmoxMvJdQPGxbSfLdO0mMRUJ9zXJgPJbJhd9PuvM/hFHN/a56f6yPTv15qgSvrq7h6uTmCa2u8qd+z6gAsCPIJ9RIY2fAxiLHM28s//4xgF9uZe5a/ufw90zkUivaiv7Vnn69uW73br++MFeQn5CWw6Cyn4rm8ZtbYAoHEfwzFp+P3dPnHrOf9v7oZbWur+lGn/Fwwey3WOPzBGPTtpDGv9zn21Vtny3L2r++LLH6IuKefEdlp3/57+tq6jP4bFD81np/19jUqf6ufV+CjL6cvzTkBNtAjW0+Zloy1/FfIX+ufPHkAHyL2gtxbXAK38LPvFo9XydfG5JdxF2UEW6KBfDAymp50GQIR42U1z1tamRyP2Ihpct0aX5ZbQ21bOtVGyc9UmTOnXZ3/Fra3l+/PS4K3n4BuAZH5xyOAMTqZMKnhmBFYNPl/hT5rtDhqLJA4Il4CUN98ytveW+X8kwgsRCDa0lTVln216k+1mWnfEKjhxxyhQ80zF8KmUU/nmda8EPawnrwMxyNQ0y/cTeWjYw6liDxThjXAX3mIej9ewutwAJasueLqQYjr7Joxc/X50fkl2iL2Vl4CM69MhTWYTbUzlxb5myuzZzr9M+9CnWP3lnlPecq2p+YfyjhWzHddKevnex0B8auXyty9EEj8x5B9On5Pl3/Mes55ARxlwhf0g7Z8wAs/26BvJzV9CT3afuwf/8UPs+G/9K7nI7KDk/0vwWzLsu6l8PuVO+q41deo/K32X4UP+gcLKFEsWvK18lvytfJfJX+ND3kAF4JYITs4GWttzOW18LPvufp3TNcGsUcDGIu3aUn7Ebi7HSGf47Mfla/3IzVsauPTPOlUv7W2p8qfLe3q/LfwvL18eQHcMoFj8zHAOIGw6LHhwBknj/dopBwy6pxDS+fDtqzj+7FSZu9XRUA7muO/ZV+t+nPtZvpXBHrxi+V45pPrXkxELNnccpCB3ojMH6RBM7wegai3qd5r+V5WQt0seQl1x28jTuGzdRp4gyeRNdjAB6x6D4YcW625kbZr+rXvI2m5qZJfKHn6Kdgb/kgZ9p5XSv7K/l/xDg/OtY6/veV+hVz0ob6n+kNuxok60C+dKptp0wjU8J2ukalbIpD4j6H5dPyeLv+Y9Zz/Ahj58HGIrOlxjdO/k67B4mj7if2zjvvhR2Tt2UOMyA5esf81+G1RB7nRL76MOl7i62/Bw1wbr8LHfthHEsFELGo6ruXNybQkXb6W1NmjbOQDbIikEcGAiO+/FI9W+djvHnKduU3Pvj3bgFdsEsygGfoReIodLZGTskvKl2g7dqVl/h3eR/A5g/xX538Uww95ATwK4Tb1McQ4UfCuI4Hj6WKnA06vLHJEHAsizxxE14J9aPi+1+pkXiIwh4B2NJffsq9W/bl2M/0rAiP4uZGjJeaVcm6hbeYUDjXY8BLRJ2kZXoNAS7+tfNcQdOs6gg45vGGtSF2u0yNjh+i4AdPeS2DKGlu9t/Tbqr93PvZVhsgzGMVLYOcQ6+xtf1P82fcrqTjAz50ugaOup/AknzGC3Ng8a8neOp/i46ppLXyvKtdV+E78xzT1dPyeLv+Y9VzjAhgZ+YAX6xxrm5fArHcE6dvLwj9H20/ZP+/4c/gzUdY5sUZkp82y/7l+9k7Hf1lzCTwqf0uuV+ET+0H3RDDRBubknEtvydWbH/nqrbNHuSk+wIdIHhEsPKft5aGF31S/vW3fpRy2CA5Qw1KcrfdU+lQ7qsltHmN4LtTGJ3m0UStjuz1lLHsmKkZn4inycnb+Iq9HPOcF8BGoT/SJobJx4JCe/+HLZoLAohafWdgo5zdqmDiIOGI+U6/X8K868SBjhuMRaNlZy75a9Y+X8NwcbIWf7TD/cJihU006kfmFuUfHGsplDukZ9kNAvcz10Mq3nptR1hJ0TD3GpuuI60fZXmv82v7TqDiBpQdDYMDazLhgfNSC46aFr/3U2joyr7Y5ki/mEjCirPMGGBHEwbJb0x7+tu5zrr0Sh55v0My1dZb0ln2ST2TegaJ3dX8WGa7ERwvvK8lyBV4T7zEtPR2/p8s/Zj3XuQBGz/g4rHP4OF4CI3/Lx6thdLT9TPWPT6U/h/8WZS1lGZGdtqb6L/t41bty4/Mrd8uXGZW/Jdur8Cn7wZclgolYTMk6ldaSaUl+ydeSuluWnePD/QfUZ2ymd9/Twm+u3z8+1KX7cMN//Ig9ggeUAMbgZ6wj8uzcOTu6OyqjcltfuhSv1vhutTdav9V+K3+t3K12e/OP7r+Xz7OW+/pPZM/K3QP4woCJLFofP358u3zBwTQwwNlQGD2wP3rgy1/SRCARuD4CzCdE/k8sc4xzEAcaXnDpWDsneZjPAQBpvZua66N1PQnQjRG9oV/0iW6JXly2DjSuJ/m+HEe8xJMxM/dtYMbJ0wK+C/OKHywBJ3webI4AJk9w5MGBuRX70FbucAncsmfXC+cc56FWvcxPBBKBRCARSATOjgBrHGs5gXWOyx7W+zsG1m9k9RIYf4ZwV3nVIXLrs6Jj5Y57AMvenUZdY+tg4TnA3WVfIh82EwNYYTv6wGV+LJvPyxDQJt1Pssci8A7OUGKGRGArBGr25N1OT1+1dmr1W+cma9ut9XmlvMSnrq38BnAdn01zNUacACcHD+BZrGI6TiWHpjhVRB0G25COMvj0CWIUv6fXb9lhy75a9Z+Ob0v+rfGL+rLtOC8xX3GRYx7lcbx1vpm3nnCp0dLLVvniPNdeK3+uHjplzfEgg3bQpReX6NO0uTaenC7u4EjgnRh/CpD1Gxxdu6fwiuNtKt9+pvLOkKb8PbyIjxtz5gkwYs7ADvcIS/jbo//YprqEMo+CA/Zx5flSmaKc8Tnmc0iIPhgPeVgYUVr+HHFdXjtr9CKQOPciNV3u6fg9Xf5pq+hPPdP63cM1azprO3pnXR+9HDzafmr9I2u5prsPFKuWf2u5OVrrf67O3unK7UUevsycnkflb8nyKnzsB3mIvjM+wUMs3O8ot7Qlx9p8+Vhbf6t6LT7EDJyc00gjgtkcTnPp8j3X7xO/ASwmUuwSfKCEeAncwtU2nkLn7Ogp8s/JuTcuV29/Dret0lvjtIVfq36Lz1b7rfpnz/8/fy5I/+/sTN6JPxajT58+/e3vf//722Gx34pBRpxIDuB/++23v/36669/bSBcuCijQUpJy5AIHIXAqB2O1j9K7rv0O4d/TGcRJXpw74dSoJRzA8jmhgMBKOlsdKjH8+hCfBe8l8oR9bC0bq28+kSnRIJ6hNJvXHdqbT0xT71IwQBM2cyTBobiSJ4YOw5iPfLnQm+5ufp7py/lL+ITD0L24nMpf3vxQbuRF+yBd2wEHK461qJMNewoh4zIanRM1Opl3jQCvbhP187UXgQS516kpss9Hb+nyz9tFf2pV8XPPZCXO2vlWFuvH+H1JV2/Xc/h1bT1rb6veUb58eGJ8Kb/Btdby/4eiem3V+NT7l94V25s3j2P5aa53i711fLPcT7HR4kDWDFeTHfs0K5pc31Mpc/1+7fWT0BPNXazNPDUNnmOWM/idjMMesVJPKaRauHSGrOt+tO99qe22m/l9/d0zpJHy3d0/6NayW8AjyI4Uz8aBgsP/9eXS9+YTlUuUdgk+ClCNwwzzWZyIpAIPAiBcr44m+jMbfDIxa8fZuFd5xsHnHfmN78ReTYZrszPiH2oJyh6jDpEb+iMbzFA1/bTcpCvjD28iwv4xQCWRNP5YBc43h2PiMHcM5gxV/BNGezMb8q4WZ+rd8Z09buEN+TXDsAAO8Hvu/I3gefkd3wor/MM1DnGvLk2Mv04BNTfcRxcu+fEb1/9PR3fp8vfsq4163OrzVq++mBN50KMdZ0P9kOPCPKzZ9/Iqa+rL9fb39nX/hp+XHaqZ32Z8pvAZ5evV0/gMCVLxEc7oE3xoM5Uvd5+r1Iu4tDDM/MSkXrOUdjO0j3QVbBdik8Phr1lxBceiIxbAljP2edWuLb0KW+9sjyt3JF28wqsR+Vr1d/Kjl+BxRn7aOF7Rp6X8JTfAF6CVmdZHUMufLn4NZLugsCBMJFLESgbBPM6u8liiUAicHMEWgvQ6ALfar8Frw40mxcuuJzD5Iv2iWyUuezA4TVP2uoj8/dFAP2oR/THM3ryUEc9Sffl5lqtO36kcg+OjAkw0/55NlruqdQDUQ6NiOICvVIo9b6Ud3BgrIEB1PG3tJ2rlFfPyGp0zbiKDE/ic9S+n4TVlKyJ3xQq26U9Hd+ny9+ypFfjY3+saTyzrnvuc4RvIz8tnObye3mmnOu5vt1cm1dKr+GnL0MZdIz8hCf5MxEf5QYL0sGj136uZBNTvEYcpvLLNHABL6h1xY2yd8NNGUscXvFu39KIO5gbzPd9C9rS4x59bsH3WdpIfM6iieRjCoGr22d+A3hKqwvSMAAneQ7MiXy7hYADxLP/585PR3rZGxf/BV1m0UQgEXgIAq0FxrlnLRyt9te060aYtjkA4eI3HoTggPtJaegdv/m2Brcj6qh/KTygP6J6I401iwt+L/mxO8pof7E+5Q3m+343qtzafCkf+Wwy8Qt4Fkfo3bEpsSjfwYN5QWywLeYDD5LK8md8n9P7El7BwbGGXTxhPgQ39A5F3+j+6eNhic28qiy2mWE9Aonfeux6aj4d36fL37KRLdbnVh8xv9QH5z+ucZwDlWHvNa/kp+y/9d7LHzLi5+LPEfDj8GVaobf9Vjt75ffgp3+P7Poy7m/PLt8oblP4uNfHJpDf/f6V/PqluEzh0NsGdcHKKE49e8Sr2NcIPr041sqB7VQgHd4if+IPtqP42tZU36TN8TVX/mnpUS9Pk71H3sSnB6X9ylwd//wG8ErbQPFM3hzcET9+/Pj2v31x+P1UEZP/ly9f/vb58+e/fuYwLipXN56V0GW1RCAR6ERg7zlij/ad46BsYtgMe7mD2GwQjVwC8AwflJd2wpPFBhFQ/1KaQw+sXeiNZwJ6Ym2znGV8l74VftAf5ZaKFxDENNJ5x9bBkveeA7K7Q4mdgQPYgAsBbCKOZ8ZAHY/yCA60he+IX8n7VTBYI7s6RlYjMmc4FwJb2fe5pHodN4nfvlg/Hd+ny9+yrlfjU/bHu2s669yrfb6SnxZea/Ojr4KcyvxqedfyP1evBz99mahr2nuCPzOFT/RdIybiNIf1ldOncFgij9hAaYvIOCKQdvUwis+o/HP9izvtR+wtL13bf0t3o+2v5esq9RKfuqYSnzo+e+deHf+8AO60EBRN9LDKS19+3pmDcQ4vcXpxeH/77be3i18+8UmMjqDt2K3vc9RySROBROB5CDAv7Bn2bh/ecYKZA7lQJPLsO3nMnVyMMX9CmVvhi7yWA70nNk9oW/1LS5lZz4iuYegK/aArgulz9cv27vau3FDtXBl5N1+bNw07J6R9f8VAXLwEFjdoLR6Nn3yq87WUdrARD095R7aj5VsrT0895dOnhjqf9NTPMvsjsJV978/pOXtI/PbVy9Pxfbr8Let6NT5lf67ppLO+QV95KVry08JrJD/6KuwP6Ns1fqTdI+v24qecUP0Z+I6YHCnHXn3X8NGXo4yYiNNe/BzVbg2HJTxpL3fDbCt8lmAZy7b6L+2S8mWM7fU+q8+58i2+5uo9JT3xqWt6FJ+0zzq+rdxR/Fvt752fF8AVhFEu0YsJ/6evlENc8nHo+aYvkctfLn3joTldaCjSmFZhIbMSgUTgwQjE+WIPGPZuv+QZh4NLYOZHqRtF5lM2isy3fqCG95aTUvaR7/0IqH/pVE3wR1+uaZRFP17Wqb+pundPEzdptFXSYjp5YEXErrH3uxyUjeoZbIjghV2BD88t24p4j/Kwpr76XVM31qEd5dcmwAD5j5Yx8rn1M7IRkZXo+9b9ZHvrENjKvtf1fv1aid++Onw6vk+Xv2Vdr8Znqj/8Zv0Z1nbX9RbvW+RP8bNFu3Nt6KsoLxT5Y6DMq/mK/S95XsKnvov6RtcEMVnS71XKzuFjepRd2xenq8jYw6fy9pRtlREf2iQ6lqgX8Wy1c6b8LfFZI1dv/2If+7Au1OeYX3tu6Wtpe7W+7piX+NS1ujc+e7dfl+78uVfHJy+AZ2wMJw6HhW87eeHLN305tPXgm581/f333//6ti91mPAxijLajQYzl2+5pIlAIpAIOF/shcTe7c/xraPNBUf8VjD8sOEheEHGHEyazrR0ru1M70dA/UtrNcEdfbHOqSd0RORdndbauFueuEHnnsUN2b3QIw2b9lCEvCfih9wG5QfHiAuYzQXqHBnU+SgP2g+yKj8UG9FmRvs4a310qKzO80fr9axYvZov9JJhPQKJ33rsemo+Hd+ny9+ykVfjM9ef6zr5rnE1v6YlV2/+HD+99deUY+1GNuQ0XtWHWYOfvgv7IuQnmLYGzzPXmcMnpiO78pOObx/TzixfL29R3t46rXIRI+yIPqBi2ap/pvw98Fki39L+I/b2I/5Q2/NZallpS1e2Y/mk7xFIfN7jUb7tjc/e7ZfyXO396vjkBfCExaFUftr5xx9/fKPxJ0m59OUbvnzTl8j7Kxz5CTYzKRFIBG6OwN4LzN7t96qHOTReBHPJ6CECG0Y20/GbgbQL7y0Hu7f/p5Zbqn/wRi9E6nrAg27c2JP3lCB+UxtGMNA+paRRB4xIEz8oYa6dt8wH/FF+MOq5BI64HgGP+t+ybz9ISJseImovW/ZztrbAknHgPHK0bs+GzxH87GHfR8hxVJ+J377IPx3fp8vfsq6j8Yn96zOTxjoX1/mWHGvzY/9r21hTj7UbeaN/G32Yo/haKstaPpE/yk6/d/RnWvjEfPVPmj4euMQyvF8x7CUDNmOkD20KjK5kT3vh02src/1rk2JcUuqZFvuyPajPMd/nlo5qdW3jyTTxqWt/b3z2br8u3flzr47Phz+/1XrsVygO1jEKdILnG75c9kphjUuJ//3f/31z1v1p5zipx+ceUeYMZmk7PX1lmUQgEbg3AnPzyR2kRjY2il4u+k1TZHPO5gM4zM/M0xnWI7DUjlyv0A1rZtSNH5Jic9UKttMqd/Z88SvlmUtXHuzbDzeQhh1zMNh7OFj2Z7tS+/f9KpSDDmwLbJBRXFrylvL12GBZ54h35DUgI5E0fn0GG9EHLeUv323jilSdiwXzCOOgFkblv+r4qGFyprzEd19tJL5j+CZ+dfyejo9r0RxKpX8xV14c3c/wzvqGXzO6hs3xdoZ08PAXnMDKNV08zsDjljxEudArsuPH8oyu765vsYw4mAYlnYhfTwAX7IJ453HwJuzKP2Ipbs4x2JLzT2JXB1cM66X6c9EB2HvuIf5SWyrfTe+l6re3/NJy2tLSeln+KwJb29XTcE38xjQ+it+jvwEMeB5e823fn3/++e3yFyedn3bGWf38+fPbN309gENdo6CPqTxrJwKJQCLwFYG7z0U4wG6cuQzAYUVmqIcpXhDrbEvTRvZHQP24UUE3bIrQT+8l5v5cnrcHbBWcwA17JmrjYjrC/VXnB3AhiguYEJaO7aXlR7Aeqau8kV+ekV97sMxIP2euq3zKCzVtL76vOj72wmPrdhPfrRF9317i+x6PpW+JXx2xp+PTkp/1KQbXK6n1pZbXz8PHMy22c5dnZENG1nKj2NxFxpoc0bdHfsKd9V1iod3HdOVnDJAvLlvsd2I/d3kWQygYQcVNiqziehe5t5QDnKZCC7NWPee2qba3SGvxN9rHnHyj7T6lfuI3punE71j8HncBjEPmt5Y+fvz49g0Lv2XBZM7F76+//vpGeaa8AWNNgxWNpIlAInA0Ak+Zj3CEmYu5DPaXGNg4kg4GfluQNDHZ23k+Wvdn6h/dEN3EcwnsIRcUXaQ+5jUmdmLmocgobo6F+Z7Pm6PsyCAucLvEjpaUPRsSzm/wFcfQlXXawlidI7vyO6e06q7JvzOWa/DYuk7iuzWi79tLfN/jsfQt8asj9nR8WvK3/Iup+tZhTSdSZs81rq7h/XORF/lc013XxWF/Do7rQd0iP8/IDn2C7KCOrFMB+YnkG8GG8BRspnCZSxNHKLYkRtqT1PS5dp6aLn5L5e+p59xN2bm4tF/L763PHvnkJen3CCR+32OyJCXxW4LW92VH8XvUBTCL5KdPn97+t6+XvgLIZe+XL1/+ulyYm3gt/70qMiURSAQSgdci8LT5iHmZyIUZv9BA5NcZOEjh1xygzPMerIjP3Hz+Wm3duzf14obIb2ZzGWzevREYkw7ciNivkRbBbq39av9jnB1XO8ru2BaTHq7W4tbT9t5l0B0RGbSHmLZ3/0e1r86V2flkD36uPj72wGTLNhPfLdH8vq3E93tMlqQkfnW0no5PS/6WfzFX3zWNNQ6/hnZMq2vkmrnK55oOdZ2/pkR9XKt/ZGXPitzshwik3T0o/5Sc2gSUcsSn2MUUHrU0cZSKnXXEDvoEu1LuXipuveUt11tPfVB+qk5Mn8q3v5LurcslvJS85fv8B1wSmz4E0v76cJorNYrfbS+AAYbJE8pBNBe+/MwzFCcDZ4yLAy59+Zlnnmv/n4N2RsGeU2KmJwKJQCKwBoEnz0k63RyceBkMhl4U+S1U5v/cWK6xrnV1ol68iPfgQ3vde2OzjvPja4ELfgg4acceEK7BTLyPl2w9B8hNZJxjR+BB6MGjp8x6zvatGXXn4TBppl9ZthZyyEZcoutWm1P5YjmVl2njCCS+4xjWWkh8a+i08xK/OkZPx6clf2sNnqtPOms6FJ8G6ppX18h1c5FPHw6ZiXeXudSW8uPXqPOyzJ3fkXkq6N9qF1NlnpxWww3sGEeUIT7Vtmr2MYdfrQ55S+s5x6ETo21AjbYd36d4ob09g7zt2ced2078xrSb+B2L34d/+Zd/2XeGGZNvVW2cCA/9oX/K+DbxMplyuOq3xqAEnQ+NUdrT+d4TdA8PWSYRSASeicCSueopCHHxy5zv5YEYMc8z57MG6Jw/BZOj5EQX/tqGPIA/P+ONDlg/ierIMk+n4IENgx/PYOVPn0dsWv7H3XBlTIMLATvig3w1DMDtqgE/lhB1SBo2QUB25zLLvmXc6A/+OzpXzlLX5ftS0SO2S+tm+TYCiW8bo5ESie8Ieu/n1rGW7ln76fbVWldb/sVcfXFlbWON4521jC8isK7fOYAJv9YEBT/2ZC0c74QHulZ+fbhRP+Yq+Gj3kV/TpPq3lNHvi+Wf+Cw22onvJRaMKc89yGNc3X0+KTGYep/DSzyn6pA2V2+u/FQ6OqGd2FarX/P3nhfhLcN6BKJO17fy3JqJ35juR/G7zTeAAYLI4seB8w8//PDXAaoXvlM/8+xEqxoEVGp60kQgEUgEzoZAzlPvNcJ8TmTO92ABJ1cnnM2lkbUCB1snO7F8j+UWb2DLJp4AvuoCHfDsAQh5if97xMEGWwYXbJXIszb+vvT0290wVXaw0JaQnPSpMJc+VfZsafCu/qTK43x29/EjBswXyr6lnsR1yzazrW8IJL7fsNjjKfEdQzXxq+P3dHxa8rfWpLn61DPiI+vL4NeYXtfMdXORD1z0Z5GEtCcFdf5kDNT3lL3r30Kn8q37FOo8AvW5JrtjrLd8ra075PVgNiXn2nqxLe2XMW/Erg3qSEq6/UKpv1ewn73av3u7id+YhhO/Y/G7xQUwkykHRHyq7uPHj28XwBoW35rh4pfIQXRrMrWedEw9WTsRSAQSgf0QyHnqPbYRD+Z6Lki8CDaPTTfRS0ieddLft5ZvWyAAtqy98SJYHaCT1pq8BQ9XbYMNI7iBU7RX5CGvFbT5Vrkr5SM3NoPfR8SWTCvluLptqT8p8iAr78hturSU/w7vyIx8e1wC3xm3M+g+8d1XC4nvGL6JXx2/p+PTkr/lX8zVt57rOVR/Bjrnz9S1da1c5AQfMULmJwXk1X8VC+3iSThEWZXf8UAe2PBuXiz/lGfHSK+8YOU+Afy0r976dyu3FD/lX1vP+nNUe0YvhNhP+cy7cesxEPua4zXT5xFI/Oax6clJ/HpQmi8zit+lfwKan87xJ551Evh5QC57OfT3JxNdCCOMW0+kse18TgQSgUTgDgiMLjBnw8APCiEXFyheKrBeeEnpReXZeL8LP+Du2u26zU/feVF/Fzm3lAN7LX8SGsyw1TP7MnvOH9gOdsQYxsfrsR/KXSnEAwL1DCXd+ctvAZt/Jfl6ecWO0DMyY/PosUfenjK9PKwpt6f9r+HnanUSv2M1lviP4Z/41fFLfL7h496EtZ01Hf/u6PXrG3fbP6F7/TfkfIIfU6IIBv4cNHlLMWjZx1XHF3zr4yoDsuLjLwktfFpt2Xer3FnyI78+gyPRgO/c6z9bJ+k6BNTBXG30EsvwXLPZWp5721gmtj3Hw5nTo91O8anMU3mkterP1XtK+tXt4+x6Oju+l/sGMIAyqD99+vS3H3/88e1QNA7yX3755W+//vrrI/6XytmNP/nbDgHsfiq2epiqsyat1U/m3xMBbOVOAYeRTSQbbZ6Rj/XDywWeXU+iI30nDI6WBVzBnwj+8UKYvJZTfzT/R/UPXtokmGGnvJt2FF+1fvecP7QVbagHjzNjNYVjiZ/6jnIwd1Eupk21dfU05ENO5L2KrKX+rq6DV/Of+L0a8ff9Jf7v8Vj6lvjVEUt8vuGD38u6hh+jf3d3X9g9wJNk/qbxr09R7+DAmNjKv7ny+AIDI0iBDfGVY+LK+IEZ+GlfvCMPUTsjLcN+CLTspydfnVm2fJd70tH3XL7lrkSVeY5n5K2FVv1a3SfkJT77avns+F7qAthv+8afeebbAHxS8vPnz28xfnvr7ODva3rZ+p0Q0OnVIZa2bNxyI1Qc6auM5iW9JwIt+7qq1IwHxhSXwfxSBM9silhjPHzh3UD5DNsiEDemtCzuYi3dttfrtsZYBDMigYswbJQIVmfE6xXzR4lHDYszYlSzSPGbkimmPeUSGKywd+aKK+hS/dV0nHnzCCR+89i8IifxH0M58avjl/h8jw+YRL9O/+b7ktdPQVblU2aoadeXsE8CfRnwwLeBmtbXwnQp2rlDEAvxeZVMd8IPDCOOyMZYg5r+Klyf0k/LfshnrlM30FadiB1lYyz1qH5jmfhclo9tn+EZXmuhxX+rfq3tJ+QlPvtq+ez4nv4noAGQSYxLX34CkWcGvd/ignLpyycJY2hNDLFsPicCSxGYGtjR5siP77X2p9qK5bF5NwUx/VXPyKEsOiv0bVrkYyot5sfnKPdUvSUYxnbzeTsEoo62a/X4lqbkIo2f44o/ycXaQsTupcdzfy8OuLzyAosLeILrO7jHOedeki+TRptlPSD483mk4//4Ly+WtbpvaXnet5evn2wHDyL2gv1AyzCVVpY507u6rvGNb0BkDGEHzFNT6+mZ5BrhBTmRl4Cea7LW8kZ46K37Kvvv5edq5RK/YzWW+I/hn/jV8Ut8vsfH9Q3K+oVfd/Q69j2X26RE/SMvkTT8nbv/BHaJIHLry+H39fhyLbuI+Jb9XeEd/pVB6rhAdjCqYVDL65HfPnvKXqWMmGJj7i/AiX1Dhm0RWGM/6qTkxLak5Lfsu5Vf21eW/R/xPoeFvLT4b9W3nafSaEtPxWBPuc+O7+kugAHMSYsLXw7j/d93XvZC/dYWyqP8HNC2taeSs+3nIaDNaXfRzkhj4YmLD2mmW8d833Fs54J15/L3TEc2Ylxslb9Mm3PIKRfbifXgPb4jq5iMykWfGdYjsJUe1nOwT82WXFwksfbEMckGicjBhPbaaiftr64/8YMSxZ1nMAbvnoOQei/3yRUv1w7sE8xIB6ezXQLL76s0wJitXQI7bl/Fz2g/6rnVDuWwBeidx4v25IU382vtEvjo+Vd+W/rL/GkEEr9pXF6VmviPIZ341fFLfN7j43oPdY3DZ7nrZaj6lyoz78iNP/u0gOx+CLnly7X8G3G9KobyX1LsRNmh4DQVLDOV15Nmvz1lr1YG2ZhniDyDlfsj6dVkOhu/PfYTbbSnvDKqN99rNPYRy51dz8hYCy3+W/VrbT8hb4m9PQGPrWU8O76nugBmUWfAeqiJE+TE5eHm77///p2OKDMHtPW/q5QJiUADgdKmvAzCprBTImWwW4N1zI/plo9plKe9aKcuapTnGRodXMrGfmxvitrWVN5oWuTPtuTLd6jyRRrloQx8igF58i01T0qdnrC0fE+bTyozpc87yN8jF2W4TCIy9hnn2KYXwV5O1vBI+6uh8/Wbm7EEmHvx7rzKHMBBEBc9Tw/abaT6S6Rhn2e6BJbPV+mN/hyz2A024xoCD/H5VTyN9MMa2xsYL0T9Beanu80/0Z6QFdtHxrlL4KPlj/z26jHLfUMg8fuGxRFPif8Y6olfHb/E5z0+cb3n2TUOv+WOl8BT+mdNJ5LHuo4f87SA7OyDoOh+zpdr+TdT+F4JS/kvqTI4XsABnEo8ynfr9VL77S1/xXLuGaKs4MZechS/K+KxJc8R06l2S3xb5WMb2n6sE58pa/vSWJ/ns++HlbHk2/cW/636tvNUWtrLU3HYS+6z43uKC2BAYhH6+9///ub4MWhxAHH+uPDF+WGgxwW+F9i5iW8vhWe750Ug2gx2Ed+xORxunB7tEZsk8E7Ultyc1BYX7ZX61ov2S3oMOluUxe7t0zK8E6basH3LRmq9mLbmeY6f2L6OZImLdU2HxnryoxxgIR7mlZR8cAIPA/VtI6b5nHQ5AlN6Wt7K+WoskUv7ZX4gYufYHeuScWpcInVpj+dD4liOSj34zhzBRR5YE8GR8R6/fX0s58f0Lj7ale9gJF7YonMj8+SRQf5ezQPjFDwiFvDA+5WCa2aLZ3AmUh5b4Bndzx0ctto7a772JMUXQ2ZkJTou5L98N/1VVD5f1d/d+kn8jtVo4j+Gf+JXxy/xeY9Pud67nrPO4bvc7RJY/bNO+wwiyEskPNHnFwt9evDBlyv9+ZZ/YztvQF7wj/xLo52YxhjhmQhG0cdv4dOCxD5a5a6eD4ZGZQE7IniO4mibT6N72w86i2FJf+o0jpfY1hmeS/lKnlq8t+qX7T3tfYm9PA2bLeQ9O76HXgALzk8//fTm7PkO8CzkXP5ykOlERbrPsSzpc8Hyc/mZfk8ESvtgM8HBKA40TjULQyxjfkQj5mNHMVKO93jo6LPplpFan/cYSGcho7/YZyxjOmXPEORH2uIJvInwTx3fYz3T0Q/jnsCzgToEyhHF23wwJNKHB99sHmNYgh99LCkf+7nLMxjcMShXS7/agOWYJ7BJIvMJAVszan9iZj3fk75HQD28T/36Rh4YE52f9QvA+YlBvJDfZyl4ePGJ3TE/8m3gI20w8vZKfdGv4xSsvBC/mt245vVih9yOGZ6xAdfC3jbOXK60J2WF53KvQNqRtk//Jb+kZehHIPHrx2qPkon/GKqJXx2/xOc9PlPrPWn6wPgvd7oEVv9T/iw+P5HA2o4v85QgLsiLH4sNkAYGno2Q1/JvYjuUv1oo+UfemOZ4YXyYjr9b+vktnOZwsc25/Lula2fgGbEGT+JaHO+GU688r7Yfx4P80X/Uo+lQ06NOy3ETyx/xXMpT8tDit1W/bO9p76+2z8T3XAi8/AJYg8Ox43/74tyQRvRnHuMCHienc0GX3ByJgHYUedCOmPRxYKQ8E1gsdKatRx1szOiCIi0dbtLNg9IHZaKd8ix/Uvtr0Vi3VfYu+VMYcZFBiAs45dRpTKccebZDHjjGDaPvpMV0dMh8c9YA33cO6uzsMqoH7Yw5hbnEi0ntC1si8u48MSKb/Y60caW6pT0oP/MBkbHN+PVAaAuMr4RPyWuJF/h4cEYeOJUfgoltiG9MO9NzKV8vb64PYME4xU7AAnpHm1Fe8AEz5iciz46XKexGsYj9TrW/V5p2ASWiZ2RB1mjT8XkvXvZsVzn37OPJbSe++2o/8U1890Wg3vrV7c/11X0G73GPUZd+/BdP7L/Vz175+m+0r8+/pK+91/+97Kts13Mr0vFx3GO2sNhb/lb/rfxSzrnylCtlMQ2KnULjWV+Pr1+2Odf/XunwfMYAX/ImpvCJ7RnEDmpZ86SW8X1rOtfv1v2ctb0e+RkbjAXHiLJQN+onPltmdH9oO0+lR6+fV8G9x46vIsuV+Pz68boXccxg0JGBcgGsI8Mh5ZcvX94mqqmJ6EUsZjcnRsBJAjvCKYEaeddRIQ0bghpYyKiPvbmoQWO0rJQ82oHad2mbtFcGy5bpPe8jdXvaP2OZElN4rF1aoFdwIqrjmGa6ebxjGx4SRwzQbfmJam2iPEyO9fL5HghM2V6UDNsxxGdsg4hdsZY5/2hnzAuWafVh+0nnP9HufCDWjG3wJR2a4SsCzF2uccx3RIJpX0vd/69jzvUZuyFyiEgApzuFOXmcl8i/0zhBv8zH6hnZkJV3ZDX9TjpOWRKBRCARSASehwDrG+sdfq/xCetc6b+h+Tv5Mb2WDA748ugeP4dA2lP8nCk5/z9759asJ44k2u6Yma6qvrydHzw/urvLNfMwx2s7lndaBsRNgEQqQhYI3XJlIiXoY9s8Um2CYzn5vE6eZdfyfns5eEV+HHv+djZPkn+NXftsSOrcoQylTsv2mG9isK2Yl8dJIAn0SaD5F8A4KWz0MtHwBQ/HTEJMLLyM46tfoo5eOSH1iTVHvZcA+ncR4tjIy1vtyLZdzOIi5UMRqcc4h9gXqWXjddsj3Wp/jjW2kcfXESj1pX4ZgbZDHhF7Qe/OP35lTF4M6jRuLkVbKsvbF6l1Y3tHjs9u78hYWtQt9deij6U2a3zL8ZXnto1NuTnJMe1iJ8w7RO3H8mvT2vjWtjNKOTc1SdEFfODr152jyLlWjjl7JJ8oLzj5BUW0qXi8ts8ry83Jt3YMkQP3J/ehtjI1j69t9+nlXAfVP74PcpfhKAP7Kdu96lz7IHVdR1bn26fbd42T8tXK5fV9BJLvPm5rayXftaT2lUu+y9x65xPXV2TxOYP1bc1zxSjru3Kjbf3YZc1/u9p6/W9lX1Ptkoc9GLWBJRmXrq3h17rMlJxH+8RW8HsN0R80z/RuPi3kV7Yz0jg+mMrLfNl6XvZp+TL/rPO5fs9qf6R2llg5p9T0VV4/ur6MxHdKlrh+T13PvG8ElmwzGbUj0HwDmEXj119//dj8ZWFmAmHS4GvfuPGLiBhBGkI7Zd/ZsnotFxDzGRu2woSJnUQnjjLkW5Y2cDx4AOLYc/II2JcLU9nfR4GFf+xjocgPl7a2/0PlPLmUQNQt9sWGAIHjGCjndeyIc2wLXXPuBoJ1tDeun20PZ7fnmJ+SRp3cMaYa33J85Xk5Zuct5zKuYx/MVT4scb421Ma3tp3RysGXCG/WBvjyg40tbEdgUrNH2MiKssxdfk2N/E+3r5p8czpELuvCgACHt2wCK7P6J516cXr0frGfOT20zlfH9MOx88Geubb1WPe0H+XbUz/rLBNIvst8jl5NvkcJLtdPvmPzmVpfox9T2wQeaX33mRyNT/kyU5bQ2r9tdf8ttYtN6OegX9+D3SH/VJ9b8pbk3NJOWRZGcuIadjDFqbV9lOMqz1vJX/Zz1rlc47h9NzbVR2u+cRxT/WfeegIlS+YYQsyP+vT46BqzfoT9leR+yVAnEG2sXjpLnEXg9A1gJgUXXjZ+fUnLZILT5gtIXkJS1klEAzA9S8Bs5xkEWCSwC/WLPfBFrxMk51wzjaPGRrAXfjBgiE6HC5C2ZJk9qeNbW/eMPtf2leWOEYi6RW/xXDu0B8+xR74Utiz5zGnqHduLEbskrH1Atb+51H7mrveeL9e75KjxLcdXns+NG7uJax/lsBPsg6jN1PqvXZ/r/w356IINPb/kl61838KgJqdzFvYIM+am2ovDWptXXV97v82Nx3nc6zB4yyYwMsPPuUjdM/cY4rF5W9KS75a6Z5Qt7UNbZ950vu15Di3lO4NZtvFJIPl+smhxlHxbUP1sM/l+spg66p3P3Poa/ZglX26U9V096sug6zXP2K3Xfsc1ZXtH8mrtch0bwD70c6Z03Vr+IzJStybn3vZtlxRG2A0seDYklYvp3n6O1nOcR9u5sr5jli0pHKP9ydW01fgcS6v239yubLl35kJNv9Em5toYOX9u/R5Z5j2yaWt76mad/QRO3wDG4P/+979/OCco1Qngy5cvHxt4cwuFBmC6X6SseSUB9DW1CEQ9YhNEHFYj150cqW8b2AtOmg81nHPNl/q2a3nPz5J5a3uO46z+s53nEEC32ANRWyVlA4E8HSNSInk+YGC3PKBqH+Rrw1sktP6WOj2Vhdmdoca3HF95Xhs7dhHthfrOcWtsoja+Wv+jX3ddgTHHsvX+G13+tfYoJ9Zf6rgJ7Hy1tp2reR4dF3LHQHvek9oIKXHkoMzqXnlN98pe8t3bzt56pX2oX8blentUxr1jO6NeKd8ZbWYbnwSS7yeLFkfJtwXVzzaT7yeLqaPe+cytr8jlms765vuS8nnh6No31/8U6xZ5U/rzHRL91TaBSx5nj3FqfGf2sdQ+12ChjnyejDLH4zPHdVZbS/Id6aNsF0awInBP+NxzN59ynEdkvqMuXImlHFfxLfu9g8GofcrW+cVzU+8d0z0cjq5Pe/q8so7sruyzx760qR7H3vOYT9kARnk4o3zxS+pLxn/961/f/+wGCwKhnCzK8zSEfswJXak/0mgHHBt1UjnXBnQQSP2TlLShcyYF2/e8deoY1/Zz9fjWjivLtSMQbcQFng0ov0TU7i1Hip1g69g3xzywE7Uf03LUc/lluV7PZXTX+Gt8y/GV52vGTR3shHmQ9ZFj8rAFX9yU857t1sZnubemcJQv9yB8Ca4vvCCC7agB2dcE5ylsUP8MNqy9pHBb29aa/s4qc3RMyh3HQ5vIi71gG9rIyHaC/MqM/GfJPMU3sm59PGUf6pexueb2qtsp+VozfVP7ybettpNv8m1LYLn13u1vaX1FNn1e1jeeJVjvYji67i31H/tpdaz+eA7ymL70ZTjGlynlJp/Q+vkpjulbj23+XeoHFkTKwIGo3KZtRnW81SW5jrQ+1S62zLMPAS4+ex/p52jdqXEebfPq+shAxAZj0A5b2uAI/CKzpx3X+B5dH46uT0/jVY7nKJ+yvVHPa3Y2qtx3y/VtNdw5CpX2j3/84/tLRZpiwv/3v//9J7769dyyHxn5T9cE1CWTm06VL5VJy0mPSZ4XzaQ4BaRO/PH4CVBaOitPkC/HcJxAtBHsmUCKjZdOMPcDG8Pk87DOvUOkfHwA4ZwHWdv2/jg+2mzhTALqxzadCz2fSqmDftEpcyO24HyJbZDPda5hE2UfU21m3icB+cIQntxn8JUj96XHn7XedeR8gn0R4AMnw6h8lFs5TZUXBkTmXsJceev1nHJ/EKLMI8qLbpGV1PV4RDl7tsUcexJIAkkgCewn4DrHGudzBeucvs3+lp9TU1lMHVnpy5BvnmV6TpXX50vPS5l8l8B1/Dr9Hf2fsvybz7k3eP6BGZxkJVvTNzPaIzvcjLAlypLjGMyPeXncL4Hac5X32JSE2ALrVq2NqbqZlwSSwHECm78AdkJ3Y4MXrk76/B+tvEhzY8PJntR65q0duvXWls9y5xKAf9QZTib/d68659zgZK7+yacudoFD6kRf6jS2b1tXpWXf5diuGkf2MyYB7xNT7hf+UgLn2F60P+8P8riH/NGEZGJZ856e1u6nmky1+q3lL8d3xnhog7mS1A1L5GCONKJ/+i77by1vb+1P6YOHjvgyBJZxTZqScXTOJSf4EMlnnonr8xSfubyncyvlVg7GzTXvP+ZefFdS52HLjpT6ohj/naC/Tv5UaM1irt+psezJ08Zr9/+etkeoM3d/jCBbDzIk/2Ut1fjU1p9a/eXex7+afI7p+G5+rJ9E1jlS1jl/zLZGstbr+5oxLJVBJu7xeJ/HPP032kBu/NgtIba7pd7VZdfYmXZAWZ8jS3ZXj/uu/uZ4mQ8rnhPhFBl5P1jurvE/pd89HKxjCmu5Ilfk/RQ5945DGffW773eWvkphx1MBexhqh3yo91M1c28tgTmdNa2135an7Lbfkb/pz9t2gBGWDd8cTg59gbFoPmIAABAAElEQVTF+fr9998/zrlxDR4LynOv11Lr1crl9XMJwJ2bnxeFOEpG8jl2cnaC8CsrHKr4EEL5rTo/V5Ll1o6OLe1zmW9e/ZkA94/3jV/iRTvymLnV+dX7inOOl8KT7jllmRtv7f6r1Z9r96z8VuOzXWxBG3BTBh2znpY/ADhLppHambMP8rnH/LGS99LcRpD6GInNkizwwYfD5uAEF+eYpXrltd65wQE/Fg7Iwn2nrZSyjnLu+uN8o8xT8sGiZXAdbNWH8+se2241pie1Ozd/PmmMI48l+S9rt8antv7U6i/3Pv7V5HNMx0/hxzqHH6Mvhz9XuzeQvPX6fozuutrIjS9LwJepPR/HVtcwiuWffIwtEuFBCgciMo4k5xodzN2XMT/6nvDhGvfD21gt8Yy8lspNXaOu9SNrypace2WufFPyZ96PBKZYkVfahrW0iRHWKGXqLZ3TTW9ytBrvlE236qtFu6s3gBEUx4Kv1zAKHE6+7PQlNTdpeaN6A5MKyry1wlhvbfkst52AjNErkReDRq4R1aELN452+WWvPVuetrbq2zauSo+OT3ZXjTf7GYuA91dMkZAHWiL3EMF7ifuPOZf7jzA1735cOOmf1vdHrf2776+rxue8yxrL2krwhzRzm5YnqbjrZmr2EV+MuXaVm0E1HXcNqDJ4+DDPkMJBm6tU+365d3baDwy497ARN0Q5HjWgb+cc9T4l71TemUxc385ss2wLXxZ5se0tL4fLdkY81/5HlK0HmZL/spZqfGrrT63+cu/jX00+x3T8JH6scfgwrKmsdcTa/dF6fT9Gt15b/4E1Hh+OsGUTuManPoLnlcAmtQP0S3Qj+HmjbTOiufuSfHSu3jnHhmJ5rvV+X5xFNXLZ02as77H3LO3V/HH1tKfvK+oo0xV9jdoHDInRLpT1qP7zPpbkvnRKJ/taGrNW7/d/9f8A9sb861//+v0rCW5KNv/4P35xtnqHMKZpLkulzkhxFkl9EYwzjY7J82U5DxNMpjrXXJ+bnM2Pk6/9LY8qryaBdxGYu4+437jXuBe5d1iIiTzk/+1vf/t4uIcU5dgQJnC/GT8y8p9uCKA3f0zlhgUpER1rD3FO7Ua4GwfK+gVXmXoPcU9xf7lW3TjEW7uGDzbF2k+EEwF7exMbbIGALwQHz0e933zxgp7ROffFqLIiI0HbVvaPzPwnCSSBJJAEkkDnBFjX8Fve6Me5xuvHosq3rvP47TzzwIL3BTzrEN/m06+9nX3OgRGBFH/YfPLiMecZ1hEoucnY2p6X5bye6fgE0L1xSlruxQxJIAmcT2D2C2BuOv58Ii9NjDiXbPziSBB5YcSN6yRO6jFDdVKPZcxbK0psb22dLPczATmS4hTqKHPuC2BqcYzjTERXpDrX6vvn1vvN2WqPpaRyLfPzPAmcQSDaF3My0f9DmGtG7Nj7lXmae5Vg3t6xtL4/au1H+ffKcKTeXeNDz87RzNfqkfnYjeIjco1Sd619UA4/BpZEAvcJsabjUVgtyQEf7Q0erPnYmvPIXN3e2Wk/3G8EbINNYOTGNvSD5uTvPd/7AQ7IjLwx1PQfy+45lvueulvqIJ+yattb6o9aVvsfVb6ny5X8lzVU41Nbf2r1l3sf/2ryOabjJ/LDz8WXY21lrSPO3Set1/djdOu19R/UA2s8shP032IrcCBaPl4b6Rj5iPAhhQu+3ej+rDrcql9tQnuynbn7Zu11y/WabuVYkzO2xzG84xxU8i7Pa+1ffT3Kc3Xfb+ivxre8X7cyiba3te4byh/lOzqjmn0+Xf6fvgBGIOJvv/328SIMx4HAxi8Rp4qbhon56ZPz0+FfMT50yU0cHwo4JnANXXKdTQUfFsiLE2Pq+QpNZR9J4GcC8d7zAY7UhZl7mei8zXzNufcvqXN2eV//3FvmPIUAumK9RdfoE73G6A+xnjLep4+D+8j7gLHCkhdF3De5IfTthyLwIcAFmzM4l3g+csr9hi/kl8DYDXmjBmVjPeGeIJg3ksxRj9r2iHKOpLOUJQkkgSSQBLYRwJ8lRD9uaRN4W+vPLu2ajuxEgnkc4wcQ8fvfEPDdfTeAj4fs0Z/nPMMnAdjAKdoHx3Iy/ayRR1sIRH7x2PdZ2ma8tqX9LJsEthDQ7ubqaI9z1zM/CfRM4IcvgOMXv7wAc0OQlJdiOFJOzKYK74IZU8uQmm+e9Wqp9Wrl3n695OSmASmOsE4NExoRPaBPdVzqtmxvVL5b7bHk8BZOpdx5/gwC2p+ODPc7c7fBfOyc+577nOix5ebS1vdHrX3lmxtf6/ynjA89olf0yzHjYu5m0470rWGPfVAnrouwzA31bxYEG1+eaWPOF1M2Vrs/puo8KU/7cZ50bGyGcr8xT2IbpKMGZPeeQEZ9QXXbUvaSe2vG9Bc3ulvK1lqWM9rX/s9oK9vYTiD5LzOr8XGOmmulVn+u3lvyk88xTT+ZX/RxeU5wXY8S977+6T+UevAHnsiq7BzX5gvKjBTkQgoTeKFzoixMR5R7rUwlAzjBTH7l9d7vm7VclH9t+b3lZO393It9XsVnL9fR69X4a097ObzlPp/jc5TfXLuj5Nfs7+lyfmwA6yz5p0UZNAse/8cvL7/i4sdxPFdAQZiab1vmT9WNZctj65X5ef5JQMfOXzxyrk6ZwIg4/0Q2C3wQcJHdqpPPnn8+6k1fR2XvTd6fNZY5oxFg0Xbh9iWAG4dxLnBOcI6Y4tD6/qi1f/f99bTxsSlFVL+M780bwUfswzWSe4OAv/PmzXTvf5jiS8hFn4F5ogy1+6Ms/7TzOfvh/sI+3AT2B5BPG/9Z40Fe9A0PdKqPSPtTej+z37PaWtsOcqJb/eG19UYsN2f/I8r6RJmS/7JWanxq60+t/nLv419NPsd0/HR+rHX4ctwnbISW90vLtf0Y2XW1fQ4qS6MX/XuuuQlcyl/WG/kcJtgDDDgmJfZuA1M623pflnZhfezLY/qxXJlOjWGEvCj7FfKU97Oc7bs8N/+u9Go+d8n51H6P8i/tLcrJvMj12vxYayO22dvxkmy9ydJivEftr8WYtrT557///e//x0suNn8JOEq88GPjlxckGP8eIanztMl6C5izyu5ht9R3yRXnHt3h2Bm4aWFP5MUlEZ2aZ7lM7ydw1D5q99jR9u8nlCM4QgD9Mx/wMMwcwbEPgbSL/cSX/b4UL52emp3NjbFmf3vbnevv7Pza+M/ub017vthQn9RBX6zdxFJ3a9p8axnvDf76CYF10g3PNUxq9vtE+1kjF+PGvrA1GMlkzrZqHNb0eWeZKT0hE/4VtoHcI28Co2MC+ibq+yN3z7pVrmhb3vPkKeec/ikzZ/Ncm2qf/AzfCExxTTbnEUi+57Gcain5TlE5Ly/5LrM8yof1CT+OqA8X1/OltW15ZM+6Wq7DyEjk3SY+HMFnI689S4L2o9GW8O88Vv+m7UfRTw8wImIv2JfMkKC0Ic4znEfA+1kdxJax1eQdicwfR5udKlXjWKs/1eaT8lqOXxttKe/b5+WjjGv6r9l/S90+oe3/9P/65eUWDlLcLDwywLeDPcKOuhquHDnnZsB588U/5+ZRh8kCHcZNHF9wcT0G2495eZwEksBYBJg/mAOIzA3OFz4EkvKQTDnmBOYQy5KS/3Yn5GkWoT59seN6wEYV+h39T9aeqQ9sW/uGH/cCPGHIC7O3Bu57X5jJRBby8nyEFHmnAgyYF73XKMP9N2pQNtYFwqi6Rt/K6LqnTrmW/rE0Mk0CSSAJJIEeCbB+s6az1vFsQOB8zt/pUUbGPOen8D6TwCYwEdllMhqDD0EX/tGvQX5sAR+HlHzTtzFZwPXDPQIz/UXrwC95SePcFN5TPrjzGNeJyf9c7qO1dtQ+pmywZLRU5mj/ZV95ngTOJPCfvNzDSeLPH/KyS4MlXTLsMweRbf1MAEcV/jhmvHzEeeWYBZCobij3+++/f/91p86911OPP7PNnCTwNgLMA0bnFhgwp7AGkHrOfMMcQzmdbI7ZELONj8L5z60E/EU/qRtU6o613A28WwfZSeewIngvsBnMGqrNdyLG6cPkvsc/dBOYeYI8InPB6AEbUFb9L2Qmb9SgbKwBhNHuAey2lJE81jpCtGvzPi7kP0kgCSSBJJAEOiLAeoYP5zMCfgxr+hvWtiirz0a+G9Ov60iVpww1+jqwIMJJe4j+zykdDtII9gInmZViJbeSyLFzeJZMOYc/zybarOXKssd6z9pJYJmA8+VSKWx0KWDLS6FWf6nuCNdqfEaQ8U4Z/uOrgf23//edk2tc4FIBx9Szhx83vb9Y9KskFjwcWNpDTzjwvLR24750Zvf0e0zSrL2HQGs9tW5/j8xZ5z4C2oOpcwnziS8FXAeYh5h3nHucfxy9bXg+la4pM1XvKXk9jB9HlOimBmNGV/5oCJboNMMyARjCiVS75/wIux7sZ5nKp+04H5ASjnCp9fmU6+pPmRkXx+RjJ6ME5VQedct90LOspVzKRxpl9FydWs8ysV48tlzMy+NPAsnnk0WLo+Tbgupnm8n3k0WLo+S7TPUMPqxhtEOqD+e5693yKPq9Kj9k9/koPsfW1vd+JZ8euTy46jEMfN6ZrvXeXBlJAFZE8mP0eqZtCcjfFLv1eaxtz322XtrvVimO1t/a39PKH5W/Vr92/Wk8rh5P8mlL/M9f///Yr3Pp50tOgZOX4TgBeS61RBl589KeTV+dVPJx0o04sW7UROfdfmzH86V+uWb5Wrm83obAWj3N9V7T39H25/rN/L4J1OzCDQ/mIb+KROI4H3HuxjH5xFq71ImhZr+x7B3HW+W5Y4z06ThJ0R16c/MGxq4b6CvDPAE5sg5j9wS+nnD9Le21PC9btr0yv8dzbQq7ImBL2BVsahx6lNcxq0PkJ3BORHbiCMH5XllKmZ0/vN5LWspVjhs5nSe1ZezZetHHLutybrmpa5n3uS4lizYEvE/btJ6tJt+2NpB8l/mexcd1ivbwbfXX3vZXguCAHwcD1vbSh5PLslb6vVraE/KSJxck0w8ancUaLZa8yjpwi2VgVvMZyzbyfD8B+ftMKn/StN+6/11jFG17v5bGrXmUD/a7FI7OJbX2l/p+w7W38/06b/7Hf8dJ4KhBv8FotshY48l1XjR/3Yj/01//+tePzV8XM1+64aTzEtrNFow26mxqPLV+p+pk3vUEWuupdfvXE8sezyBQswvmF6JzEMfUYe7BqXAzyJRr5B9dUM+Q7cw2apzO7OtIW3Gcrg3qEL2wpriujKajI9zKunKUUeTGNdmW9ebObW/uek/5MnEu0J6QYSuXnuR2rMiPPn2oMh1B9iU7ZY7nOlEbkMnT0yW5HDv6Q5eWVc9cr+nWOraV6Y8Eks+PPM4+S75nE/2xveT7I4+zz5LvMtGz+MR2XO/omfzaGrc8wr6uIqvy6tcggXl9SbN9tNpBKa/n+EH6QuZt72WcGvKakwhGRMoZ5cd5Mpwjd06+/E2j/Z7TQ9+t1Oy3Jt3R+rX2e79+lE+t/tH5o9Z+7/yPjv/tfL990jBBUcM5Cmii6ddmyZRFipenbPyS56IFGHiz0eumr3mph9eaTQqeBG4lwAvxP/744+NHKMxbnPPw7JfBHBPJJ/pjlVsH/fLO/WU76wu6QW/qDDT+yvvlmGbFhxvrMPbM1wKwgxmB/Leux97j8NGmhCgfz0dMkRHZjTDAFuAyUtC+SbF37N/A+UgBGYnolIA/niEJJIEkkASSwGgE9FXwXVjr9G3NH03eUh7k1IfBtzfo2+n7mD9iqq8TZYML7x21C8qQ9wa/PnLYcxx9SJ8NaIf7y2vRx9zTR9aZJ+DcJWNsOD6bqYP5FvJKEriegHY71zN2eyTU2j/Sdg9181l+WUv/8dX5++9YZMoxiNfzeBuB6AywIPHnnfna1//bVwPFIXWThRRHzEVLnbi4rRmBddaUzTL3EWitp9bt30cuez5CYK9d4FAwD/FQyJzlnERKYI5zY5hz+iF6nbyewl5OV8u4NE51Rhn0w5rjuvN2B7HU0xRHXwy5CUaZtfY81V7ZZ8/n2pMyrOVi+R5TZPT+Ub+930fKoT7UI6n2jq459tyyT05LuZbGqmyUifLX6ixdf/u1LfzfzmqP/Ml3D7X1dZLvelZ7SibfZWpn8WE9ixF/hbbxY0y9vjyiMa5GWfVrkIz8kcMae8I2tA/ZjM5lTudreM3VJd/68PN4qXxeO0bA+9o0zm+2jB6M5o2aHrW5o/VH5apcT+fz9PHJsVVak//oulZrv5VcZ7X7568v68f2eM4itbEdDIPIS2MWIVKPycfB4ks5N1I4d9Ha2FUWTwKvJdD7BNy74uTvhggPjHEDGPko4180KH9NfHQBHoVfKznUj3pgDSp/9Y5uSr20Gk8v7UZussPGsW3XaX4A4cuSu+Qqx3n2OMr70/7I55gfsmFTnMMDO3qDLSG7/hzMtYXW/Mv21UeZf/Y587ovU2jbHyie3c/V7bluwZHI+RZfnLJLwfaXyuS1eQJX2ff8CN59Jfnfq//k35b/W/hOyYnPhg8TN/la+TFttbi/dbggPxw41n8t/d65Hmrr/1w985/sH8gGPvr3a7ko39by1lubTtn12rpnlpsah7r1WvQrzauN4S38ahz2XIexsaw/x7XML8/Ldmrna/Vca+et15PfMzSfeniGHraOwjVort7Xtf0//nvuYuZvJ8CNgsPEi2K+9CXlJSl5XOPFGU72v/71r48vfjnXMdjeW9ZIAu8mkAvTM/SPo0zkAZr5jWMWH+dDHrCZC5kHdapNkeCtemwtd9k+a43rDfohohsC+Rl+JBD5Ya9ENtBlx3Xzf6x5zVkc3zU9/tgL97osSA3x3jZvtFT2pMar5XYMrdkiF31FHV/Vd0vZogxTMtb6ruk7tl9rK6//TCD5/czkypzkfyXtn/tK/j8zOTPn7Xzx+WFgZH1nTauta2fq4O62fB7i2VT/Zq38a8vNydiD/TFGuGgbc7Lckf9Ufo6L1GP4eFzm38Eujueu/lv2K+spOa/iH8fQUtZR205+z9Bs6uEZetg6ipre8gvgrUSL8gIm5UU6kRfEOpM4l26KsNnrhq/1iubyNAkkgQ0E8j7aAOviouiGedCNXx4gyeOhmY0j5kIfoN00vniIt3fX2n7n2icffbhmoQfWKnSCLjJ8IzDFD5uGGymB9Z2/5gG/q8PU+M4cg/fnXJv0T8TnIXpv+yXFXL1R8rEBIgx8kYjsZ4U1/M/qq9aO83d8Ecj4lsZ4xz1RkyNeRxaCMnCOPpXLfNNYl+OafLZf1svzdQRaz2/rRvHeUsn/Xt0n/7b8385X+aMfw1rHM0BtbWurmetbhwE+LEz0X+fWfUd3lFEP/gE8GGccK3Kvkb3GT457U+13b/0r6smPNPLwmNTjUh7zW42z7K9VP3e1q3yRY7Rjrzu+WM5jU8tsScv2t9TNsp8/mEgW9xJIO76X/97e41w31ca3T3+mrmTeIgFuCKIv0HUeraQDzf/nywKis8Rx3kxSyjQJJIFRCTDXMQ8SmR8JzJdsCPOgzTHzIuW47iYa8yN5GdoRgG/cqII/EYcBvbARHK+3G0l/LcsF24UX3PgrH6z1rvP9SbV/xNgS9kLQH7I1WXk+Wqp83jvOW+aPJi/yKSOyjTJXK5N6Q5/kjSLfaHaY8iSBJJAEksA5BOK6x5qHH+c7rHN6eH4rMFB21n8CefoGz5egzQiRHw4828BFRpwnn3XMI7tYQx8z5uVxWwLez9hxLZRlrFurl9eTQBJIAk8nkBvAGzTEYuCCgCPERoYvgM3HIcJx9ksqFwyvk8ZF3+sbhpFFk0ASSAJdEWBeJPAgxPzICwY2gZ0/mU/Js5z/P3pXQnY4WB/gSeHvBjApenrbS6C1KoQXtgwnAus6m8Bvtls3gf1xhyy9pz0fLVU+X45hCxybP4q82Duyafcce96rjMhSBvWGDgmUST+9pJTnSSAJJIEk0DMB1zXW8bjucf7GTWCedwjI7voPFzn1rOujY4cBLLANgs8+yWeZrLajbVFa25KlZcrz5Zbz6loCcrU8vInkl9csY76p+TFVbzEvj5NAEkgCPRDIDeANWmLRxjGMf9IU54cXRL4oJy0donIBKc83DCGLJoEkkAS6JYDD7JzpRoIbjzxQ+mBE+vvvv3/MrQibjnY7laMHInpRF/D3B05+md1uBH22rC2znmu7MMtN4Pd+CYwdEJ2vuKdGCsiFvSuf8jJ/jBTUG7Kmvz6SZlOWJJAEkkASmCLguof/z7rH84DvtqbKj5jnRh0MiAS46POMKPNamWCgD6jvl3zW0vsshz1xb2lT6WN+srn6yGeXKV9/SS/eB+rw6nFnf0kgCSSBIwS++jf/8d9HGhi1rosBTg7HfN1DZNHmHMeQF73//ve/P772Lb/4jVxsizyPST3/OMh/kkAS2EzA+2hzxaxwOwE3Hpk7jeQx5zK/MtcayYuOtvPo7UIcHEBr+93avjpBLPUQ24g6OCh6F9Wj7FMD5roPghwTsV3rteZlP1NjuyLP/k3pExuSCTZkaM3Cfu5OYWFkLC3ljtyvkjvKQ//l3BzHEcvG/F6O1eOcjDX57tBPL2zXjDP5raHUrkzyb8d2TcvJfw2l/WWS74/s4OGaxjHRtc/8H2uMeaYPi+z685GNUh9lQpu9Bp/VYTTF5gq5RuAHJ+SIssTjlhyv6qelDEttz8kX8+M9HI+X2l17Lfaztk6W+ySQ/D5Z3HmUeriT/v6+a3r76tvkBjB4AYVDQ8ChYePBTd+//vWv37/6ZYGgHF+n+WVU/HVgCbw8/+gg/0kCSeAUAnl/nYLx9kaYV4nMpfwCm2PmYSMP4fxpWfXN9RGC8jxJFtjGtRD2PuQzzlHYr2G+Vj8wIVJe/4HUrwnW9LWnzNrx7Wl7TZ25/rEf7mWu40sZRredKB/6J3gvyeDMdI7/mX3MtaWsjAFZPY/lp/Li9acfI5txSsaafHfq5+ls14wv+a2h1K5M8m/Hdk3LyX8Npf1lku+P7OThusY50bXP/B9rjXmGrERkN8Ii+nNHeci7R4LIDgvtg/Qoj60ceuaHrPAiKgdpPI7XtrJZU96+1pQdvYwsTOfkjdc5Vkcx37pTeV7LtE4g+dUZXVEi9XAF5fP7qOntz1//ZOEYb9IPsBOSf5aDjV//f0ocPwIvco2U8+Um11gAasE+Yrk19WL5PE4CSSAJRAJT80q83usxcjH3xi+AkYV8Hjr9iwvxYXyPrKPPwUftAx34p6A5du1jLTzKfo++nlZHvtoRm+VGeGGn/FCMYNktMtjuljpbyu4ZU2zf8c214w83YIHNaD+xjdGOYYG8yM7xkszya8VgTi9n9sccjbzMB+WcUJ6f2e8VbSEXgXRKxtby2f8VsmYfPxO44v75udfMkUDyl8Q9afI/xr3Gr7b+1+ofG129Nmu7fgxjPdvvf7r8rr+kcCDVn6uNHbqt/YO6BpdLKN9yqfmr2iftxLawkzVhDcM17YxQBn7wlClsONaGZGWKzJYdQf4pGVrKJ9+pfqfyyrF4TqpOPPZ8qp0teWe1s6XPLWVlsKXOSGVr8tf0V6s/EqsnyvJ2/l99mvwCGCNgw/e3337706+//vpxjLFy8+LI/PHHH3/68uXLx8tcnD8X5CcadI4pCSSB9xAYeQFj/mWuZc6NjhQPSvHFBNqO19+j/faSugaSEmWP3ZnXfhT99AAT7NX7EjuV1ROlcJwtx0YfRF6gGeA0clA+5PbFzh1+4xX6RY/KyLGyl8ec9xbkZ4qcUY9R1hay2W+LtrPNOoHkX2fUskTyb0m33nbyrzNaKnGU39H6S2Nbc421jjEYWf9Y81qve47tbvntH3lloR+7hsGaMsp6R6p8e/u2fuRDXukn7W3/jfVkWqayIN9o3qipDPbKV7v/jravHkwZ59E298p6R703yTrF96j8R+tPjSnz1hN4O//Pv823nln3JVE6ESfFjQSPSflih41fvt7B6SNOLSTkvd2AujeGFCAJJIHHEmCOjT+6Yb52zuZBnPk6bhAzb6/99fFjhX7gwGAKZ74GJqAD2XONNTLDJwF8B3n510Rk+Flq7CN8I+7faBvYjQE+Iwfk4x7R12S+GlFm9Itto1tkVe8j6RYZffGLTqNNjyRnypIEkkASSAJJAAKs5fosrH+cs86/1eePLODD+dS7Qa69MegXYSvYSfJZtgLupxh830Ee12I0jzJpc5HaPcelHnguiKHUbbyW+os08jgJJIE7CHxdp9/1BTCTNI4JL2V5mc2xji3OCy9u+eLXzd9yki+VtDTJl2XzPAkkgSRwJoG3zT/M0TxU+qAJSxgwhzO3E/Oh80wL+7EtuPugQwp3IiHq5Mda7zzDd5AXjPA1CE/i1HL+iG3LAfm1F47f8CAMByL3C+mV+o86gHeroJ+MbpFTvZq26rd1u5Gfx8inDlvLZ5+t5cz2pwkk/2kuV+Um/6tIT/eT/Ke5rM09yu9o/bXjnCtn/65znBNd482fq3803/6PtrO3/lT/yqwf6/lUH0vXpspfnTcl35YxzNVHbmyEZx7KPJ3DFpnPLDvHjz68FlOOjbHMmWN6UlvK3mpMLdpv0WYr+Y+2+yZZp1gdlf9o/akxZd56Am/n//k5xnpm3ZZkw9evcVC80S9+eakTNw80DtNuBc+BJ4EkkAQGIuAmMHMzD5pEHsiJ/B/uvqCnXJzTB0Jwmyislz7cy94fU3FN9rcN8EEdw4IflOF3GBkeX1CM/lIE+bg/TflRnZvgprDg/hw1ILvyea8wR5k3ktzYOtG5eDQZlQ2djarDkewxZUkCSSAJJIFzCLD+EVj78Ovw4d74JXD06WBBgA35xAzfftiJ/wcPbEVO2EuGdQS0Jf1o/GoCPIkE+XocU44tx3GGtgTUlym9yd/UEZTn5ps613qeaRJIAkngbAJf1+XxvwBm4WRTwP/f14WUSdYvfnFMosMC6NokfbYysr0kkASSwBYCb5yjlNkUh5u5nPmbPCIvJ3joJDLfUyY65lsYZ9lPApG566VX4Uz0ZYj5mX5+6QofbJLwBHtUn610ZPum2AYMCHLg+AksGMfZIcrNMRH5SWHROth/635i+8ppXs+6Lfkhi/KRttZh2b9MM72GQPK/hvNcL8l/jsw1+cn/GOej/I7WPzb6n9+BuZYzLiK+DHnmH+2vrP80+eP4lFl/jrGaZ7ny3PynpEf5lvWjvBwbKUeEVWuf6Sls14yj5FfWgV9ZJp5zbLSu57Gc13pLW8twVftb+4n30ZN1tlWuJ8uyZ2xH5T9af8+Ys84ngbfz//oObswNYBTrn3lm45cNYJ0PNnv5KocYX2JTR4OIqflT6acp5VESSAJJ4FoCzlPX9np/b1Ny4zQzt5O6GcycT2SziZTQi3N9P+X6CGRNSdfHN2zs1cn8WEJOMIKPjO62xan76MeRHzuzfVNaQ2bP5WD+sd6eV1s5mXvUNXnm3/UyzP7PJka7yjmCTuc4KWMpbwueZ7eZ7a0nMKf/9S1kySMEkv8ResfrJv9jDI/yO1r/2Oh/3gCO7TE2or6Na2Isc/T4yfIjGzITYUBkvJFDPD7KokX9o3yVf25ssf3ISS7x+lwbmf8jAZm/gV1rGVu3r+bUWZku9b90zXbvTnsYY0tGR+U/Wr+lbG9o++38h/oT0FGZv/3228cXvxgxky4bA3zt65e+vnijTqz3BqNPGa8lgH1hgzU7owzBlONaHco8OSiLcnjumM33PNMkcJQAm78EUn4ExCYTD+cc82Uw+a4DpT0e7ftt9eUHT+5lWJPCWs6utW9jMyUvfyKbACf/DDLs5DhVZ4S8KB/H2IZ5ckBO8kcM5T3gy0LuFTmMIHeUExkJyKicI8hayoCcUe4R9JgyJIEkkASSQBIoCbD+6afp7+PD4ceOtg7W5GHthwcRHwcexOjflvxGOtcXQvalYDlsBFuBEXlwinUtt9TWW6/JRl6cc+w5KXmWg1M8fiu3J8vN/BJ1WI5V3Zqf+pREpkkgCRwl8Oev/3df9/9pBU6YEceCl8+e42Dw0pXN3+iUOZGWE+xRoFl/LALayZxUS/YTr7HQ01bM4ziec90y8Rq2PBeWrs3V2ZJfPgCV52Vbykl+ZNd6nOU48vxHAtHOfrwy9hlyY3s+dHJMHnZK5IHUdSHa69hU1ku31m6ct3wBQkogH8bEDJ8EtMn44izOnZ8lvx31bpulHSkP/3c0tgIP70Xux1FCKTdyIatRmZ8q79T441jVo3mxPMdGy5F6bJ3eUnRn4FiZuH97C1GW3sbew3jj/bBnvLV75Wj7e8Y0Up3k11abybct36OtH9WPz1W0w1yFP7NlHazNb0flO1q/xsfxs45SlhR/lnyfK7fwODrep9WP/oUsSY2ykSPj59iyMf9pst09HhkxDo4ja/JgZ/ScNIbYBvkl7/J6rJvHdQJr+VnOdK7lUj9ludr1svzR/sr2nnZek+9p4+11PMm5T811/QUwRseEhxPxj3/842MB5Jx8/rwz+Wz+khI1UtM+VZajvpNAXGCjHXEcz+MYccx4ULKMbZQOG+eUcfOENqbatP7UtdjvXP2yzNI5900M9h3zPOYa5S1jap7XLW9KvmXNyzQJnEEAu+JBHBv0PiTlHuOe5JjrxtLezxjDG9pgLpI1LP3ymnx/kOXXr2/gUZNR/4Ry2CF2R+QF2ohz4ZxM2ASbwHL4OPj6DzY0UlB+7gfnGOchzr3eu8zKEX0Tjj0fQa9Rf+iLtcQ80971mONPAkkgCSSBJLBEAH+VwBrIGo8vu3UTeKn9u6/pz9TGUa778CDi7+Dnlddr7Y12HfnhUAb9QlJYE80ry+b5jwSibUZ2JWfZRq6x7o+t5tmTCJQ6U5dPGmOOJQkkgT4JdLsBzCLH/+2Lw0l0YsTh4qUi0UUR1TiRlmmfastRtyYQ7cRj+tRxIs+ILRrjuMizDGk8ty3yY6B98yjPuQ8P9h1Tj2Mb8bh2PZadOmYMBsdlar4pfc1dowxycH86JlIj1zz2unLbPqllzFvqzzJHUsdypI2sez8B9IjtaVOuGzyku1nJdWNpZ/dL8PwRxHvRv7gBZ+YQOLPR58uhWBbJ3nafYXMEOBE4l8mom8Afghb/ILMMuIS9EFwPPk4G+EfdKgryEbk3kHk0nXs/kyK78pN6TRa9puhPefSTyMuQBJJAEkgCSeANBPBdCPj4rIf6M29cC5FZueEBC89N32ATpYzRP4ILLMwzxXZ4/jaM4icqT+tUXjCEpZF+Oea6Zcpzx0Z+hvsIOEdEPTkadWNq/pHUfo60kXWTQBLok0BXG8BMfE5+bP7+8ssvHw4Wk9iXL18+nIp///vf350Ly/apmhz1mQS0hXLBM5++4jGOO44peeZ7TooTax3apExs22MWdI6JOGaef1Se+Mfr1pko8r0f+5gqc1aestNePJ5qHyawIU6Vpz5lbEcZOTeaBwciwTyO3UDyGnkxXMEk9pfHfRHQPth0wpa4z73XpzaC5+ysL6nvGS3s+CEWfLnvnR/iJvs9I3tOr9ijG6BuCjO60TYEa8RlQDnsRBup1ev5uvMP6yX3yFt0zlrvPNyz/hg7chD1aUaSrXfd5PiTQBJIAkmgPQF8F4LP9/ozb31+ijzw7/ALyHsrj2iB+n4xjf4TZfWpLBPr5/F6AvCL7+O0v+S7nuEVJdPOr6CcfSSBJBAJdPN/ALOIselL4JjNXxwq/pSijhWTqAucDkUUNo/fR8AXctoDKQ8nMWBPRB5eDOZhT9Qhkucx+V7jZbULuDboZi/tldfso0ytqw1z3X7LsmvPqX8kOPbYxlKbU9fgRuAa0fOY54NjvD7VFmwYUxk/Ovj6D9zZTJga91Se9ebSPXXm2rozf4rlneN5Qt8y8V5nXvAYO3MTyvt7FFvYwl5GW+pMlYUrXwDTHhyJ8qX8G9lGTvDB/tgE1vbwa+RiGuuMcKx9mcLAdRj5iT0H5VqSwXkHvUedL9W56lpt/DW7pD62TUpERgL1anWvkvFoP8il/8KcpoxH272iPrrJ0I4AtnEk1O6Ro+0fGdsIdZNfWy0m37Z8j7Z+tn5YT1gLicxd+DNL62Ftfjsq31315SoLztfwuGu8rfqd8y+wCZjE65zLDVbahmmrMY7UrvxIS26RNTJHxjIo69ie1zPdRmAtP7mvLe8oyvLlueXKdGlOLsv2fL6WR88yPmHsyfkJWtg+hh93wrbXb16DRYvIy2M2fTE0Jkv/zHO52eP15gPLDh5HwElIG8BucMB1fMj3BTM2ZDkFsb7n8eUzCyYv9wgcGz13Aeecdmwr5nOtDHEhth5jNNTqW24uPVp/qt2lNuM1GUQZp9ojj3qUR1dysL551lWv6Na6pJSnHTdRYh66U59xPHG8lM/wPgLYgC/usSE3ZEyxM65b5n2EjkvMPefXwNy/RlqG69sDfJyffGkEE/LeNEdFBq6D5o1qI8jnXMPaVfq0I8iNDcd1HXvnPK7FvcqJbMihDkeQqVdd5LiTQBJIAkngHgKsfUTWRNZDIv7NW9dEnm3wc3yH8XYe0SqxESIBRh7Dai5YZu565n8jMMXJPPlyDvcyWK7Mz/NxCGAD6Dl1PY5OU5IksJXAY78AZmFiw5cXYhxHx4mvfnU0S4FzQiuJjH3OQkbERogek2IzBK9JQhsh9WGFhxQiZQk+sHBuGevZjuXMpyzHtkHqcayzdFyWt+2lOr1dK2Vk/MpZXjMffcagni3PPKG+1UGsow5JqaN+eUCbeuFuv6S0Y/k4hh6P5dXj2FuMWR6k6px+0Dn25A9I0D8ReyFSNpZvMbYntCmfs8ZCezL1/oTrm18SlWyxO+YzArYGm1HtTftCPo9Jvfdg4NrMcW9BmWrjdr6hnPfDE+aX2vhrY4z1kTHe88paY9PLdWwW+dRfD+NWHz2MtccxRvvfM/4t99ee9t9e56h+3s6vJn/yrRG693pL/bAeEpnD5vz72vx2L539vcvV9ZVzIs8+yOwzJL7CyEH552RUfphQ1vLyi/W0FdN4LY+/ESi5RVblNVnLjrKxvPmZ7idQMt/aUk0fZfvluf3N5XN9qY+la7b95HRJ7iePu7exJefeNPZtvI/cAMaY/vrXv35sADMB+UKFjRqOScvFS/y9T1jKkek0AZ1E/5wopcjDZog42KTaDcc8fOBwR2czntMG16Zsh/pLYapOLF/WL8/L+rXrse0ejqN8ymYax2+58tpcfqzLMfXUPbqcsok4Z8R+St3TJ3MMkUC72NAIIco9gjxHZZjioc3RNrr3xT7H2AqR+aOcQ46O5Yn1p/icMU7vT5hyDNO5l0Rn9NdbGzBxjcPOYINdRtvsTaap8WpfyOUx5TjmvsM+CMjf4xwcZfoQZOEfZI3yove7Q238NXu0PuW850kJ5Fmf+3+E4FrhfPZ0mdTF08fZ6/i0/73j9/6Yq3+0/bl235Kf/NpqOvm25Xu09db6YT0kMo9N+fe1+e2ofHfVl2u5vnKuj6ePMCoD2Jfyl/rQ74MBzCwf+XlMXXzikXmVfLaey2qJkWVI4zF9qQ/7XWrHMpnOE5DvfInlKzX+a9uP5eIxvdf6iCPcUjbWu+u4lPWucYzeb3LuU8OP2gDmhSfRr35ByibMly9ffnrZrsH1NiH1aSbXjRq9EnEEdQY9jtewkegMYgfaAvnE+EOBKcfG8tdJlz1dTUCbod94zEOpX9mRT9DeONeGyNe2+BO20WbMtz5lzw6xvzPabjnWM8Z3VxtymeLtNdYmbIQHeOYTonZSzi93ydFTv3CFZ9w0gWOPG32tuGNz2Bt26Qu00W0Nu/A+ZI7GPgjIP7ptIC/3BPL7A6Ql25LTUpk7rzl3OgZkI898xj8ng3Y+d502bcf2705dHxjXGltVxrvH3ap/eGTol8DT7q9+SbYZeepnmWvyWebT+ir88d+IrOP6sPa7tLZbpue0tD/Oo4/A8yNMXCdH9wfW6FIWsMI+ODePc5itDa15Oq6143lSOfgaGZe8OYaz96Yp+WWgzlJYqrtUb+21Wv9r2xml3BYelK2Vr+mvdn0Urk+Vo6a/p477LeN6un4eswHMi86//e1v3yck/swzkwubLhz7qzkNR7A5AUmk7xR9uiHHwwL6Jk89+xIcfeMAmiI1Th55pK0dvr4p5+glgF35YKGNRWcee3POwda4Rqp9kTI3GcynzJnh7PaU9cwxvqUt2BGdn7AP9E5ks2bLg+lbmNXk5L6Co/ci5WXqPF9rY/TrbgIjJ0zKl2ijy//WTWDug9om4tnrw9m2NLXecK87l9IfMkzJgfxe/ziY+Geq/Ylil2axPiAj45+TzQEpo+ejpXDI0C+BJ95f/dI8f+Spn2WmyWeZzxVX0QFrIpH1MPqvU+v+FWO6qo85+2NdhAfXfXfFmEb3B7Zwh432oU8lo5pfZT+tefbs32ibMfU48lUHMo3nlvdamcay5bUzzmv9n9HHqG3AzrhWxlKf5fnadrLcOQTS/s/h2KqVp+vn1g1gXmz6co+XwEwmOIe8TP/999+/64T8cqEVbE5A3zE9+iAuNOiSczfYODcPR8+Abo04ydiFDp0pZeOxdTNNAmsIOI9QNh57bh526Q8UzMM2tT3nITdoPKedeMz5lnCk7lQ/jn3qWubVCciP+Yr5y4gdqHuOz9ZbfWT9loApPONDPtLAMb4s6lfC/SPX3ph7XC+jne1vuY+ayo9t6BtgE8RRAzJ7L3gPzMn69HlG/cXxc68TSB2/Kfkce25K/lSYan+q3JV5rg2MjXuV4Jqg7I6H/JFDKe/Iso4o2xPvrxE575Up9bNMLvks87nqKnrQh2NN16+vre9Xja9VP0v2x9oIE8rAAV/A2Go8PbcLLyNy6FMt2VBr/6p3/2bOPqfylzjP2dWeOnNtTeVPjXOqXOZNE6jxK6+X5zX91q5Pjypz1xIo9bG2Xpa7hsDT9XPZBjATATCMvND85ZdfPhZ0VOHm3j//+c8PzZQLawnS85xgrjHkWi9L+kCXOLq+wCbVkSNFh0ScNV6YxdR+yU9dSyPTqwlg39qsx9i0gTzvgWir2LIPu5YlXWvLa8vFtpeOHeNSmbw2T6Dk59xGyrzm3IXOffk/31peKQm40SnnufunrDfquRyQTzYcY1tT8wrXRgpRfl8gIh+yE0cNyI28zCveA1Oynr0+TPVxJC/qz3aQiRCvRTk4NlpnLo1tzJW5Ix/dMTblQoccl+Mlf+SgrkeWcWTZSnsdWdYeZUv9LGst+SzzufIqutCHYy18wzNSzf5YH/UV0AX+AL796H7BEbuDmVFmc/5ia469+zfap36q53CNx+qr9GGt5/UyrV0vy289nxrj1jbeXH4rv9Lea/qtXX8z+zNk36q/M/rMNtYTeLp+LtsAxtljw5eXmEDh618mB1/i8edUWazXLtiCzQlmvTG2LKne2ASJG7z0Gc/VG+XRHSmb/+rRfM+Pjvmsdo6OI+uPQUD7RZp47IMttl5eixvC2qMbOJQ176Ni8c/StaLoqtM45lUVstAPBEp+nuMYx7lP/TKfEefC2fqd66enfF+IkBLgh5+wxLEn+baMVfsyhYlzTLSxLW32WhYGzrPcNyO/QIz6Zm6Zs/+nzx/KUdqcLxLidWQxWr4mX6xvnbvTKJvjc+5SPsuYf/eYW/WvnK3az3bbEtB+2/aSre8lkPpZJpd8lvlcfRV9RB8OH5Y1cNR1cI39sUYS9ethIZer9dNLf3CNzPCr4Fb6i63tqnf/Zo19ahNLZUvu1pnL9/rRdGlMR9t+Q/0lfnO6i3Xi8R5ec33saeuNdY7yfyOzK2V+un4+P2FrREUAv/7668cGsE4ON/6XL1++bwBznpNBIyU0bBYHCB27se9XSuhS3ZNyrmPLy0yi+jaNw7RuzMvjJHA3gWir8ZgfsGDTPhBgv0TOvTfi2H0I9j6grakHmFgnj59LAN2pPzfpWOt8kI//X/RzpXjGyLgnuHfgCUvuIVLyyXtzgAEB29KXegsX5khtA9mxC++5UW0C+ZCTiPxxzelZZuTgHjdFFvXpvd+zfOXYlbXMz/MkkASSQBJIAm8gwHqvD+szsHk8K70x6MPCQb9WDm9/3pFDmcIKeyHFjvCv9B/Jy3CMgAzhapjK49pUGetkOh6BaAccR/1vlbZW1762tpvlk0ASqBNo9gUwizMbH77A5ZgFmvDHH398/5PPTiBbb3Qnjq316kiyxBQB9cQ12OOoqlP0SlQXpNGp9RzH32P7UI+em87le31t6pjWls9ySeAsAtqw9wt/9YDjmE9f8cGXY7+I9x4idbPn6Njs+2g7b62/hh+6MjovokPmP19+yC/nJ0lMp3DUh4ChHKdLj5eLvZU2Qh5rr3MCcwZ2BZvRg/efcylyx/lzFPmVE3mi/fc2f0Q5pnSDbWPHPhtEG/a4tP/YTq39WPbKY+Upx1fKooxXju3KvuRwZZ/Z13kESvs9r+Vs6QwCqZ9lislnmc9dV9ELfg2RwLo4oi+31f5YL2FCPfxauBBH9xOO2CHMjLQDq6u49e7f1OwTjoayLOfmxXKU99zUNs5O7f/sdt/S3hp+NR0utbF0bQ3jWt9r2hi5zFG+I7N5gmxP10+zDWBe6vAnn3XwUAY3M5sb/rnnJygox1AnoHOFTokYtS/t0KnR/8eZFnHCdFq9TlqGozdIrf5Un+UY8jwJXEEAW9VeuX/YxPGc/n2YwGa9f0x9GDw6ztjf0bbeWH8LP9Y+dOpcCS/myLhZl/NT3YrgJ0tKc09EhvUW+i2BvZU2og2+cRNY2bUJ2DA3jrYJrJxarvav7Ztf2ob5T0lLORxXHDdl9DG97rrHeSzrddO59r1+V+paXo6vlAU5Rw5yGFnGkWUr7XdkWXuULfWzrLXks8znzqvoxmcjUtbG0TaB99ifz4zwgAu+bfSH7tTZU/uGM9xIZQ4//SuOiWeHt/o3MjaFK8clY89Nz+Yf+z+77Te0t4WfOjS1rukeXvH+od3Ylv2Y7ml/9DqR1+iy9ijf0/XTZAOYrzPY/EV4XlzxxS+bvtzILMjxho7HUwqeu/50sFOy9JAHV6LOFKlf+pKPPshTL3FDn+vR4VJey3q+JqWtDElgZALYuHbuhob3nde8zkOgP5whzwfCrfeW7Y3M9UmywdvNG192+JIDnaK/rTp8knxXjSXeH/SJ/b9lE3iJMWsz9kXAnt7EhLkS2bnHkJ0Y5zfvK9Mljnuvxf72tjFVb6pd5xFtn3otZZsaV4s8ZI3rHn3oR5oqp1w8bzGe2Kb9xbwtx8hFKNth/Mq2pb0su42A/LfVytJPIVDeN08Z1yjjSL73avLt/JUf34bIuujz0RrNtPYDHN+asZxdRn+PNQxfAf/WsNZ3GJmPLExd69GZx1yD1RyHtRzto7c0cjh77N4bprbPubxNvbY1PVp/a39Xly/ZXd1/6/5q8kX9Yquc1+psGXNsf0u9LHsNgTN1fc2Iz+3lqPxH7fv0DWA2f3/77bfvCwDOHBvAOC/e3FHomgC167Gtc1XzntZkyATsi3byOCZwjB58yaozSl50rixnexKs6dBye9Kyrz1tZJ0k8AQC2DL3oCkPgN6D5vvAwr3oF/fkmV+TI++XGqE21+HuAz06RZ/okPWR2HKObCPR9a3KDY4EbB52a23/+hFf06NfAmNj2tSbmPjnoJE9yu09ZdpCG63m07l2nUO0/ZayteA11ybyusZxrB5NlVMuns+1d1a+/e1tD5kMtkWKrV4lg/2/MY383yh/7zJ7z/Qux1PHn3zv1czb+Uf58W2IrIv49ayRtdB6DY3jq42lxXX69wOM6DMot/7RXN+Wm7t+NP9uPnH8rvWOidRjOE2xqPGL7fd4LJO5sdfkr9WXb2x/Km+Kfawzd7y33lx7T8ufYvW0MV41nsgiHh/pf3T7OcLmCXXP0vMTZNkzhqPyH7XvUzaAeQGn84azwpdq8U9dMkgWGoQtBa4JULtetrdHCW+rox5Y3OMxuvNchwn+vlhFp4SaTihDO5YzJf/sQD8ZksBoBLwPlYt7k3mWoM2T6sBzbxK918y3vql1Pc/0OgKydxPHzX10he6cc68bUX89wZB1S4ZI4Msibb8/qfaPWJvCloicY0dv2RhHXiLzI/pHdiKB89Y2If/9Gpyu6bht31Tbp5Y6tux0S33kIp8vm5RVueK8WF5rLZ397e1HmZAlyhjtdG/bWa9OQP71klniiQSO3n9PlOlJY0q+92rj7fyV3xQfdssmsD5CKy06rlbtr2mXMcAENvh8BOXW151rx3Jz14/mP4FPlMH1XrkZH3mk5BmtU+NnuV5TecyNvyb/Un3qwtU2KFuWX7IPdUQ6V84yc+PvPX9O7t7lumL8sjPd0+fo9rWHyZV1jujuynG26uuo/Eft99unNDulY7LHMeGLXwLCsPn7+++/fywKcXBHBd05xKwWCKADHWyO0R1B3ZC62RtfLrLAu8jH8h+V858kkAROJ8DcGedP/ooCm4Q62Ny7RO5ZIpvDboJQL24Icz22dfpgs8FVBNQBukEn6A99MifzXyYw9zLvkmaYJgBD+cjPFN/jrQEmROYA/TLX8NGZaBPcR8iOr+K9Nprs+mLISUTOUWVVd+rU855SdUPqOkyaIQkkgSSQBJJAEvjc0Iy+PX49wby3csJ3cOM3+g7k9+wbtdRn9LvwmXk2gF30meXnODi3nnmZLhOAlzYpP8+pKc+YF1ucy49l8jgJLBHQxqbKpH1NUcm8JPCNwOYvgL2hfGn966+/fkzyvNRm43fKUVmCvXTzUq923fEs9fHWa7Ah4vSQojMCL4k5hq0RJ9sXxm72mlJHPazlTTnrmNLO2WHteM7uN9tLAncSwO6J3Mc8KHvOmLy3uae9h72/uRfznrlTcz/2jS7QHxG9oS/mYefiH0vnWSQgO9Y3X4TITRtvufbEsdx1rJz2H5loS84Blhk15R7yBQ/zHbpvrf+Sfyu2ZT/Kqo5by9lKLttVPvRH8JxjZCtt+Cp54zgYy5EQZXP8pVxH2s+6PxOQ+c9XMqcHAmfefz3Ie/UYk+/VxH/s7+385+T3mYh1Ep8ef24quI5OXTsjb258Z7S9tQ3Gwnrmmqbsc2xo3zJb+1pb/kl8GLNspsbvWE1lY0odjuP5VDs95S3xQI6a/1mrH9uYKivryMw8UlmbxnIcz+WX5Xo9l0Wv43/6uGt8a9ePyKftmk611bL/qf6elvd2+e/Wx6YNYCZ4XzyxiUjkqxsWEVK+UuMlNmGtYpduDtqpXV/bD229JcAEPaAvUiJ5RvSF00gaI3w4j8zla57nNZaUs45prc6e62vHs6ftrJMEeiDAPWCM97xzMTJwD3LPO1+3vCd7YPa0MaIrvuJWZ7z0UFdPG+vTxoPtw84HUOwcfoTR7Xxq/SNPP4313E3xp+mtxXj0UdE7UTto0RdtTvFv0ddUP6WO6bdXe1c+0ngsS+XCnq+U07E4jq2p46Yd5yfb9JoybW07y9cJyLxeMks8kYD3yhPHNsKYku+9Wnw7f+V3LfQcrZSbwK6TlqVMPOb87BDHc3bbe9tjTKxrROWf2wT2+t6+avWexmdpvS/HynnJBxsr82oMnnx9iQfj9p6ak6FWf67eUr56IPV4bhwj6WKKifJPXcu84wSO8j1Sf3TbPa6d696fnDHWEdtYvQHMjcCGL3+qkmNeVPPFL5u+U4a+9saZqhtB166v7Se2OdoxDIgs1qToxtQFHI4ssnypTUokL/KlTjw/wim2dVabU+OhnwxJIAl8EvDe5wHa+4N5gHmBe5GHRR8YSZ0LPlvIozsIqCP0hq7QCxtYRPTWch69Q94z+8TOpzaBR2fm/V2yJL/cIMSeRg/IjZ9KYG5D/y3lnuN/NuepfvT36CvO4T3afCkf50bkWH8TXAAAQABJREFUUyZ16TnXWoZyXEf7ijqjrdb2eXS8vdeHd4Z+CZx9//VLos3Ik28brmtbfTv/mvzxWci1ktS4lvPecrXx7W33jHqsbfoT8PCZPrZNfsvwND619R4esUwcv6xM4aa/2ZJhy7ajrFP97JWv1u5UX2We7E3L6+rBtLw+wvmc7CPINoIM6sd0j0xL9ltrd6nunrE8rU5N/qeNd7TxrNoARkl///vff/jF2ZcvXz6+UJoDomKPGnCtvv3MjWPkfGXXSfbFp/nxBahfAekkWuYKPjUdHhnDlXIcGWfWTQJ3ENBRJ3WecCOY8XBvOje40XjHOLPPTwLoR32RqiPm7rjR81kjjyDAWlBuAsvsjYSiDWE33uejs2Ce0y9orX/7ac10rh907DXmiV7nhyiDxzBFvhh8YdXSp4z9xbHE/CPHpUy0pVxH2s26PxOYYv1zqcx5KoEW999TZb1jXMn3Duqffb6d/xr59edc81krr/Jz1ozvU5vXHzE+nhdJ4aMP6Ehk5vnZ6dP5LMkbfWflKHn5vnSpnSdfq/k/e/3OWrtbmMBe/rFeqQuuTeXFOr0dT8ndmwwjj7e1fmrtj2bvpa3U5C/L5/m5BBY3gHmZyqYiEUXxJyn5gtSNAo3TNA5trWKn6sZ2ej9ey2GtnLRHxOkzshgTYSlP9BS/zjZ/qR/aXVNuqQ2vndmWbU6l9JMhCSSBaQLx/uCYeYIHagLnROYRHgTiw45/KWC61fW5Z80n63vcVjLy2VazbWl1xdqrvtAPay9xbXg6/7VyrC0Ht7gJ7MuiLcxiX3fzO2KfjJ17G/vhvocFHPY+9EcuTz5GVgKyw0AbePKYa2ObsgPnCK+Rot+7bbYmy9rryqXtmsb6d8vqGOOY1hwji3WRwbimbpZ5DgHnmueMKEeyhYD34JY6WfY8Asn/PJZ7WuqFvz6s633rH/btYdmiTk0/XCfqT+hHmJZjkl+ZP8p5jRfyxzJyQ/6YH/mN/rx0l+6j76RdRn04Lq95HtOla7FcHrchEO+ZNj08o9W75Lyr32dQPz6K0eeHo/bxfQMYUDZGyktU/tyzEzKbiXz1O7UYTkG2ralrx9XaTwtyOGPE6AJHmE0BjnnBSUAnvPjz/4wsnWPKjhrO5Dsqo5TrvQTm7g/znVPifAIt5hDnE873zuN769HnFUEOV/S1pw/04oYmx8z1/ghrTXtP579Ghq1l0KkvjGBGwJ7htjXcza9mn2vG98ZNYPWM7ER9JPN7S6fswDxsXDsfaQNYHUU5ycPmtXtTy16dOra1/Tpe6qEzUiLzk9fWtpXl7ifgfXf/SHIEewhsvX/39JF15gkk/3k2V1zpib8+vVze8GPGtfqhnO8D5YM/YYx5Hmf6uekLJxnKXH9Mhp4nt7YE4K9fpS7ssdRBeW65TK8hUOrnml7H6aXGr3Z9HBJtJBl9fjhqH983gHGmfNHMxi/OBI0DkI0ANn9j8Bp5U5Ad2NS12M7ox3LYKif1iC6E6MONX/J4oUlEN770gzV1yCeQWn9r/72U38u3F/lynEngCIE194dlnP99kGT+cP7mBXWcZ9aOyfpry19dTtmv7ndLf+iDeZwXII4Xrmxoopel8HT+S2Pfe01GpDDTnqMNr237bn7KMjfe2visr/3oO7zh5RnMkJcIB/SvbzTH86n56nFqfFxDRuwce3CenirbY56yIyMBGV2bvHaXXEf6Vx7a8D7u1T7v4n93v+rw7nFk//sIHLl/9/WYtSKB5B9pXH/cG3/mWyO0Rvdjt+iHssS4JuFX6C/Bi2PbJNXv4NobgyzkAjvyYj5cuE7EP/MaZdNfa2M12rCs7SWea7umlsn0OgJRH9f1Ok5PyW8cXd4hyVH7+fa3QL+OnE1fN37ZaPRlGS+Zy83fOwR9U5/+0tEX/zolLHToxU1fjslzAdQYKE+ei+ib2KWsSSAJbCPg/MG8QmD+IRKce5iLyOOB27WB69blOEMbAvKGNXM8eiBlvWZ93vNla5uRPq9VN8Ng5kawec8bbbsR8aICueHAPe29/KYXGPpTcBgpMC8wRxDiPD3i3KyPa9q7HqOOkEnfPeb3LmOOPwkkgSSQBJLAUQL4q8Q3+7GRoX6C/hDnRM8pG/2KWDePfyYgO7laAoYyJS2vWy7TtgSmuKsXep663nZE2XoSSAJJoE8CH18A40y5+csLCBwsNgOIvnwmn+BkGxfBqUnXclPX+kS1b9RyWKpNGaIvZn1RaV0Yoge/+OJcR9h2S/2YPzp/GSlvpkkgCXwS2Ht/OB85J8V2nH/ohXnIDZWpuWYq73N09x9Fue4fzfwI4jhZHzhn3SaFv+t02cLT+ZfjPetcXqawghsBVjBbw2ZNmbPGPNWO45+6Rl5tfGV972dS713SUQPyE5FXFnP3ypMZOPbaGLFxInax1sZrbT7lunpkPNhszfavHPda/UyNibpGZSL1eKpO5j2DAPNKhn4JHLlv+5X6OSNP/vfqomf+bgJDEH9gyifofQ3dqh/Luy55rj8xsq+/506KfGJ9+ZnGaxxrV8mzJHPOudzlbKvmez6VlnWmymTeOQS8f85pLVspCSTfkkieRwJH7eM/+dqXP/2JM0X4/fffP14c6VDFzvL4fAIsaL60QxcolAh/XuCR8sKSqBNHmo7H+brIFpNAEvhGgDnGeYd5iHnKuYn5ynPnLjdVSDO0JSBj1gDWDF+EqINcG37m72ZY3Ag27+fS4+ZgG8itzZByPrLNOJcxVxGYu8gjmH6cDPCPcwOyottR/zpAfPDpWYeO3bV1RJsc4LZKEZJAEkgCSeBBBKIf6/Mo/o9r6oOGetlQlJ00+kilf2G5ywb20I7mOPA8BDNSbKsMXJurW5bN8/0ESsbxPNp37CHmx/KxTB4ngSSQBN5O4M//7//9v//DacKZMo1QygnUyTUugGUZ6ltu6lpsf/RjOSin526i8AIfB8OXkvBSD+hEfmVqe2Vq++Zbz/PR0lLe0eRLeZLAEQIt7g/aZL5yE8lzxsmGgxtKzD1Pn39a8Dmir7m6c+NED64h1OWB1fWD86fzZ4wtwhIv7RZOxKXNz7v5zckhs7XjK9uJ9y/ye8/a7ihplJtjIzLDbi2/u3lEOdaMBf+SOr3JWZMNmbBdgvftE3W4RV/KE+uotxqPvH4vAXV37yiy970E4j23t42st59A8t/P7oyaI/DXn9cPIMWvJ5h3Bqs72jhDP65RtgUTuZjeIVsvfcrP1HHLTj/U/EyPEyhZ22LJmnLatWW2pOpwS50s+0ngCPvPVvIoCbQhMLp9HpXvP3GUeGlPZDJ0Qqw1bLk2ahuvVXgSWbBwWPnq2kWORc2NEzd9oy7Go5ESJYEk0CsB5iY3z/zSTEec/0qADUnnM19k53pxTNtz/Fw74O+PijgmuqYf63ms2vDiv7Zw05w1mTzseY7xWAS+SYPM+Bq+PCMddRM46g8dR9/W49F0j36ZD0aTC10iWwzosHc5kYk5m6BNRhnzOAkkgSSQBJJAEviRAH6rzzysnUTOSz/hx1pjnpV+kL4R+XKBjeVk5PmYVOalUm7YxCAv8izjjwr00/TZPLes5WN7edyOQMm71GW7nrPlJJAEkkC/BP789YX91/nzc+N3rSg6FmvLv7GcDhcpL5x96Rx5x40SnbHIqlzc4rU8TgJHnZ2j9lXrv3X7aQH3E8AGyo1gR+WcxsPTiBtMR+1/bf1aOa+zxrCZR4C93I/eh+pzhBRWRGzWTTJZKR+8emCm3h331pSXF24Cw2DEe1QmsjI1f0nPS9es/9QU3fpyCt32LEtkrP6UDbmMsVwPx8rCWJUnjhu9LYXWOo3jWxpHXnsmgSmbeuZIc1RTBPL+m6JyXl7yPY9li5bW6odyRuc8fNml4NppOlV2bf9TdZ+QF8fvMXw81m8yZcyRh+WeIMvdYyhZaGeMy2uyq/ltymJ5z7em9ru13ojloz6ifGsY7dXDWj3H8Ww5npNpSxtZ9jiBNTZ0vJds4WwCqbdlov+5dwLbO2EuD6ffq/DQ2EyZvPkizhfN5Mvtjz/++HhBD/+9OuiXVo48CSSBUQgwp/GwTdRhdc7znE0mIl9f1h7MR+FyphyuG2WbrjVehy8B/rAncswPjfwFc9nG285h5cY467Mb5rAkX5Zv4ILvwf3oJjAp52/xSZyfRrw3tGPsOvqevdu1cmGj6G8E2ZDJe06b7F1POf4kkASSQBJIAlcQYA0l6u+wjrqmXtH/k/vQZyrHKCvZwWsEf6qU84zzkmH0P20fdgR9uLQ/ybRP51j7jNB+BNlDEkgCSaAfAn/++sXQ//Uz3GeP1IWGlBep8YtfXzDyIp7IYqWzilQ6DqWEpdNRXs/zdxOYs5u1VI7aV63/1u2vlTPLXUMg2gPHbixx7DXmPjaZRthsU6Y5ujX7P7u+7bkGuSYxDjaHXYfmxvvGfP87Bhhhm9plTXdPYKW+j44l2ov3J+lIQVamyEzgHF1P3Rs92MCSjpDROUC7Xirf07WoR221N30pg9y1Sc+Vy/MybS1vOb6y/zx/NoHSnp492hxdSSDvv5LIuefJ91yeZ7e2Vj+sg3Guox4/fCWfNXRqnTTPdGrsa/ufqvuEvHL8npMaHWfJinPLWybTHwnIMNoeJbSp1v5b6udHfSydqSvKrOWmHufarel3rt7a/NKu1tbLcucSWGsv5/aarR0lkHpbJvjtb0Uul8mrEwRcGDAwJmk2OvzqjZTANV+6s1AQeQkXF4000Am4mZUEkkD3BJgj+bEL8yHznCnzJV9eMhf6taHzqWn3wt8sAGsMa49rEszZ6EQfMM/wSQBO/FgLVnDCVrFN4lsC9oJd+IMNUu9NeIx6XyKbEV2PpnN9TecB5BtRl9y3ymX6lns35UwCSSAJJIEk8GYCrvv6q/g++AX4Plzj3DJv5RTlh5OM4ME5vAj4iZxnqBPQtuRFSiRfnrTCeeRfbzlLnEkA9urozHazrSSQBJJAjwTyC+ADWmMxYYHnxXr82pcmeXlK5IU7Ye7Fmw7C3MKUDsMHvvxnhsCc3cwU/yn7qH3V+m/d/k8CZcatBJbsgWvMd25GOFAeQokEN5289vR0SV7GXrP/lvVtm5QNPSLjgbWca+N7Ov+zxgcjbBNGBBixZmuXZ/Vzdjvq+Kx2ZYBdGKcYjGI38HPjH4bcF1G2eHwW4zvaiTLO+aJ3jOton963tMNxb7KV96/PA1NcvB+vtMlyfFPjyrznEliyp+eOOkcmgbz/JNEmTb5tuJ7V6lb9uDZSz7r4PgTOo39gWdOpMdvG1LUe8taOH0axLEzw+5fY9CB/6zHCbI6RdhfHQNlYPh7HcmuPo87W1sly3+aCKQ5r/SX1NvVsPNXu3ry149nbftZbRyDvs3WcnlYq9baskfwCeJnP96tM+BqTL9N4WczmL+csBET/vDNfFVn+eyN5kASSQBJ4KQHmUB7AiXEOxcnV0SVl7tTBNn0pss1iy6tce9jYIsDdiB5crzZ3NFgFbZPUH3MhIhzh9JaAD4OteD8iP8etH3Tv4ou+kRdfDjmJI+obmdTpqDJqqz3rb27+vuv+yH6TQBJIAkkgCfRKAN81+j6cu872KtPecSu3z4ee4wPrP8HKY/1+y+3t9w31ZCRbZY7nlNEWYcs161k+0/YE5pj7nBR11n402UMSSAJJ4HoCuQG8kjkLAgs3L895WegGBtXZsMCBYvFgUdfBZJFxISH1eGWXWSwJJIEkMCSBOFcyr/rlJcf8eWgddDYoe36hf7Xy4hrj+iNLmbt2kVI+GX/TEixgxVouI+yRSJ4cr9bp1f0hJz4MchPgIpurx3JVf9wbyIjMyn9V31f0g2zIiHwj6VNdaZ+9y+YcY+o9eIWNZB9JIAkkgSSQBHolwPpvYA3VL8Cf9XmHNZVzguusdUZPI58oq6zgYhlSWcmROpaN9fP4ZwLaWOTp8c+lM+cpBKLe1JepY+Sc+8D7w/xMk0ASSAK9EMgN4IqmmOiZ5Inx/wlkkeCFmi/PWQyIGZJAEkgCSaBOgPmSOZTIfOo8S6rDzZxL0CnPObbOda6EDOHtF4+8FJEx+Rm+2Rqs4OL6D6+3bAJHX8aXZtrOqPaBzMiovD7gjySvetWmR7rflc01pFfZkIPg+jeS/aUsSSAJJIEkkASuJsC6ik+gf4efoE/rmnv1mJ7UX/Q35EKeviJ5HMMqln2SDE8di/ZVcsMGCfLm2LIcZ7iXQLT1Jb2g11K3Uaf3SpG9J4EkkASmCeT/ATzBxQmdlJfAfp1mURYDXgaz+cvx0uJgnUyTQBIYj0Dp+I0n4XUSOe+6OekDEiPQofYHN9eNqu+epuzTPPjyQgTerGG8ICHKGsnfuLbJB9lZ/2HEMVzesAms/OhfG9EW3Fgb0S6Qm3uB1PtgFDnVKSn2TEDGmny16x8NHfjHcR1o4qOq7WCvxFHu0ygXgjo3t9bLWn04vrXls9y7CHAvZuiXQN7fz9Zd6mdZP5GPx24CU5P11DjVknWmro2aF2Vm/vYcn0P/Y63sT/FT1o63LKfsZf7a86n6U2sinPaw2lNn7djPKDcl/xntXt3GlM64F5BPGUlr+qjdP2U/tfJXczi7v1Les9vP9toS0Pbb9pKttyKQXwBPkGVScuOXY4yciZjIn3sm9QVhTmATADMrCSSBJLCRgA9BbPIy58aNYOdZ/s9152CarzncG4fwiuIycwOIc1gTeTniOvcKGBNCyodL2iL2R4TRKJtLE6J/ZCk/9yA2QkBunX3zPi4M9A9yIxuyomvOZTGKmMqELpGRe30kGZUF2Ua101FsMeVIAkkgCSSBJHAlAf0CN4Lx98gz/8qxPLEvfSj9fzlx7jOAZZ44/qePCZ+bgI8qT1KYeu3pMrxtfHN6QWfxvlCfeX+8zUJS3iTQH4H8AvirzpzASXEG2WTgmEncifyf//znh3Zzgu/PyHPESaAVAeeDVu2/tV25mvKw5MYMTHTI84vgZQuR31wpr0e+5PkXLqjnGjjXxhvy3/glMHqN9uGLIO497GPUgMzISkDW6Af2KrN6dPzKF2X0Wkxb3/vluGLfW45jO9opL3Rr469d3zKGFmWVi/mZ4Lr3tHE7zhYMss1+CWi3/Urw7pHnff1s/ad+lvWzxMdrzFEcs7aWm8CWWe5l7KsykBO+h7Em+dP8lNp4y+vKXuavPa/V9zopUa5rua0tt3a8Z5dTvrPbfVp7pZyemzremr707y0/epr+Yd8aLu27b2neN/r8AvirzpmEpr745SXnlFP4PjNJiZNAEkgC1xPQYebBnLmYl/tEHUe/CKac8fpR9t8jbPmyGq5stLtBxAZ7hm9fAsNB24PR6F8CR737YKr8pOXLsli+52PmkTjXcL5mM7EnmZHHezzqEll7D8jAgylxBHl610eOPwkkgSSQBJLAEwngIxD1h/Rr8+X2N23pQ8EFJjwj+vztc4FlnqjfJ49JbqbYYPRb5ftkGXJsP/9IPueOtIokkASeTuCVXwAzORv94heHhjw3fUnXvOB14X66onN8SSAJnE8gHb3zmdLiElcfkkwp7zycXwRD4+cwx7PM99xNYB5AefBnLczwbQNYu4PNGh9hBG7aBX6S8k/J7n3Yu8zIGyO6RrZe5VN/US9RPvJ92RRljMex7lnHU+Pa07bjVCba8CUl12Lk2ln90tYVwfEq05SurhjHXB+Ob+565r+TgPb6Tun7lzrv62frMPWzrJ8aH6+TGllbXV+XW3/nVZkxt3sML32wSGUqL15/+rHyXTlOuLpuym/OHr1+5fi29HUHvy3ja122lL92XupzTu+tx31V+9r5Vf1lP+cSKO353NaztdYEXvkFMJMOX47xIpNjjJiX3ES+giJlIta4TVsrI9tPAkkgCSSBZQLMz87ZbFRGJ9IvguceSJdbzqs+gLCRzrEbwTBmbXx7wPawLe2OdGojdDRO2oUPpNgDcfT7TD8QWTlG/yMF5UMm5lT1PJKMKUsSSAJJIAkkgSSQBKYI4PfoC+HrEaIvFI+n6r8pTxblswAMRn8euELPMCT6jEWf2qTMrxhH9nGcgPeKLeVegiQyTQJJ4G4Cr/gCmEnXyELKn3sm+lUTL/WIvshl0naiNp1TVDnBz5XL/CSQBMYjUJsfxpP4Gom2cKWsD0uknDMvu1mXD6XzOis5x3MY+l8jkM/66Bppi29d/+DhJjD2VXKRz2ip9hFlj5uio9iDcpL68gVdouseX8IoT2mP5iujsqlH07LeWef2f1Z7tmO7c3JZrpf06fI4vl545jivIeD9d01v2cvZBPK+Ppvoue2lfpZ51vh4HT/H45iSrw9kutzj+67Ci+hcjw8pK9NeqWgLd44frrKFp5ExPZ3vE/jdqbtSPyUP9eoY43Xr+kxmmZHSUv6RZHuDLNFe3yDvaDIO+wWwkycGyiTDC0sigS9/uc5XTry41WEhj7Jp1KOZecqTBJLAqASYt/0RDxuWzOHM8UTmdq85z4/KYY9crpPWLc/96tf1E7bwZN18c4ATDNwIJX3LJjB696EUeyDETeCPjM7/ifcBsuoXkip75yIOPfyov5EETdsbSZspSxJIAkkgCdxFQD/BNI6DPJ4hR/Nto4xnHMsO38T3rVN+iuXO6PNNbcCSyLOHz1twnmL8Ji4jyFrqUP0imzofQc6UIQkkgecRGPoLYJ2RX3/99fumL5Mq8Y8//vj+Syock9z0fZ5x5oiSQBJoS2C0eQ95eGjHkWZTTvmY83mQN82H0XV2JT831EnJY7OTH1AtBRmbTpW1/alrPeQxfjeBsa03bQIju3ax975aso0z9H+GfdEG0YdzZCWOEORjqkxzepnLt95TUuUxLcelHKbldc/n6nv96tTxOG7PHYf5nr89Lfm8nUfK/yMB5/Qfc/OsFwJ5f7fV1Oh8ka9cM8lTblMo7/H5yrbbamt/61HOLa1E+ZhLacc5VV6xTDze0s9by5Z6iXxhImP5JF9JXJOW+jm7V++lve2W9rG3nazXhsBR/bYZVbb6FAKt55dhvgBm4RMWN5WbAHwRxrHhy5cvH4dxobSeZTJNAkkgCSSB/ggwr7MJx5yO88ta4AYdx16nTDrH6/XL5jnRdRWmslzfynglZaCNkb5lE1jZ0ao+FrKPEJAtBs+ZQ4g5d0Q6zztGX6wBps8b4b4RaYf7ametJJAEkkASSAJJAAJT6yl50W/w/aDpXL23E5WlKbz0wcyTUXlufqZ1Ajx7RFuMNcr85BzpPO94ST/o0ndYzxt5jigJJIHeCQz3BTAbvv4ZUF7UMYnytS9xKixNwFPlMy8JJIEkMAqB8oFhFLmUA/nipqXy4lizWeVXwZbP9EcC8jLXczY6iXIkJZTraXluO6a253mvKXK4CQwLY02eGp9a/buvq78o+5ZN4NbyO76zOOFTMp8w7i1yntX/2e3IRz14Tmpe7HMqL15/2nGUJ45NOUzjtXhs/Zj3pONyfDV5njT2K8ZS8rmiz+yjHwLM5xn6JZD3d1vdJd9vfH2XGNdXj0nnOFmmrZaOtz43/j0tx7Y4hh0cjLbZCxvHe0caWdK/57LzfG5slpu7nvnHCNT411qv6afW/lH/xfc2tXHm9TYEjuqvzaiy1acQqN3/R8fZ/RfAACLyUs6XkJz7ApYX/P4/hkdhZf0kkASSQBLohwAONhs1OFqsCaSsE6wRf/nLXz6u8aeM0xHeplM3v2AJR9ZZOPpAA983Be1MH0R7k9PoLJBT2UlHk1u7dg7BvkeUM9opMip3zM/jJJAEkkASSAJJIAm8hYC+0NuebbbqN3Li2HOfiWiPvPQvt5L9+QfWZQswNvCsEm1VPXg90ySQBJJAEngvga6/AGZxI/7yyy/fv/JClXzt65ddLHocuzDGBZGyuShCIUMSSAJvJFDOh6MyUE5S1gIiGzgE1gA2rFgnOM414dMK5GZOeQ5DfnxFvpvA8cGzxrJsz356TZEHJvobsFjaDK3x6YWDelR2ZEb2Wmgtv+OqjWPtddojol9Sxr+k37Xt3lVuio8yqhtTxhiP7xrzln6VzzTWVRbTeM3jqXpee0Jajm9JlieM9+oxlHyu7j/7ezYB1+lnjzJHN0cg7+85MufkJ99Pjs4VMuGcZx6Cvq7XrNXLelyO2/EfTWO7HMMMJkba74XRURZ76kd+a+qX5eGtbVI/Wa+huL5MyXt9zW8la/o42r5z1tZxWT7ajnmZnkfgqH7OG0m29EQCR+//mkzdfgHMS2cCXx/x0hFQOGO8jPOL39rkWoOT15NAEkgCSWAcAqwJrBM4tkQcMNYP/tsAUtcQyuX6Ude7m1+sx67J8UvgegtjlcBmYCIP7UtOY0n7KY33ivcUco/68IiszBPa+6iy4lOr109N51ESSAJJIAkkgSSQBN5DIPpC+n6k+IIZpgnAzJfYHHtOHs8HnpNmqBOQk0zLGl4nX/89lpW39WJ58zJNAkkgCSSB8Ql08wUwi5gLGU4XL91IzcOZ4MUzL1p9CTmlPst7LRdASWSaBJLA2wiU8+Go8s/JST5rCZENYAJrgpvEo2/c1fQ9x816XpchazLrr/w4XgrWXyrT2zVlijYFhylbGtH/4McUyD4nc9Rna/nVRezzyHHZHnIiw5wcc/lHxnBm3VIe2za/HH95bvleUuUiVRbTKRksP3XtCXnl+JZkecJ4rx5Dyefq/rO/ZxNg/s7QL4G8v9vqLvlO82XegA3PO6y5+LqmkVkv63Ec87TE07k1+WK7HseU+kttLF2bHtFYubI6Q6qptt7O9yjXKaZb2jzK/2j/Nf+n9v5mi6xZ9mcCNf4/18icNxE4en/XWD3+C2AmSCAQebFIyot6J05eqvqymTzza4Ln9SSQBJJAEng3AdYL1w+cXRwy1pdyjXk3pU/pXV91TDyHnQ8LsOM652/9GhguMsGmtKupTeBPumMcoXM3gbGFkWTW3tWU5+X9YL7lekt7H/8W3uiuV3kdt/a3Re4smwSSQBJIAkkgCWwj4LMO6y9rb3yRz7Vcj3/mqa/iFdmVrMpyls+0TqBkF9l6zTz526rXPc90fALOY+NLmhImgSRQEnj0F8AuUH7xy8tEHC0WMCYu/tQzL+8JuXiVqs3zJJAEksAyAR8GlkuNe7WUn3M360hZV9jQYr3hONeZH21hih/rNJEANzYA5zYBy/o/tn58Xa+1X/Z39rn25F8rkcfafnq1N+TWX1uSuTf5Snvi3DxS5EFeQ00+61r+aWk5vpo8Txt/OR7lMeV6lMljr3tetnPWuf2c3V7rcZ813mxnmcDZ9rHcW159GoG4sfS0seV4vv2Z1eQwLoHa/Mt1y5Byv/JOcu36u7bcKIRlhTwem8JO3xkua9jUytj2KPyOyFGyKM9pu+RZnpd1yutHxjdVt+xvqkzm7SdQ43vU//B+3j/CrJkE5gkctc/5lt9x5XFfALOgMCkRy41frvEimUnF2HoBeocZpJRJIAkkgSTAeuKPitzA4mvG+JWwa45pUvskABPXaJwzon+5g430twRtgxRfhXTUr2KndKodeA+Rzv0IYKr+U/PUK+PDR+VcfzWex3JPlSXH9Y2AeuuRh3aGDBmSQBJIAkkgCSSB6wmwFuPr895yyybw9SO9r0f9FUeg78VzIsdG+HnNspkeI1CypzV52zJlyCN4PFXP8pn2TWBJt9gB81lusvWt4xx9Epgj8NgvgHlZ6stDHQFeIPLVbwxLE1gsl8dJIAkkgSTwIwGd/R9z33O2JD/XyjXIHx65qVcjNfr6NMePfGP8+rX8k9Bz9eV6lF+tffu5InUznL6wnzUbokflv0KupT7g7z00JfMI8mnnkQOyEmryPck+4/jjsWMkRR5lIvVaLP/kY8dr6lijTOR53XzLnZ3az952HZ/tmJq/t92s9wwC6vMZo8lRXE0gX75eTXxbf3l/buPVW+mafr3ueutGJumaTWDr9cblrPHCT4a2yblcTL1WprXrZdtl/befRz7xWC4l3/Lccq3SqTG16ivb/ZlAjf9R/8Tn5J97zpwkUCdw1P7qPYxd4lFfAJdf/DL5MEEQv3z58vHCVAerNjGNrbaULgkkgSSQBFoS4GGHDUvWGjexXKNcl3jIzzBPAIYwYt0m8sOuchN4vvZYV7AZNn21JdI1m8A9U0D/b5AZOaNPyrF5pBmSQBJIAkkgCSSBJJAExiSAj89zjim+nzFKnD7hJw1Z6D97TgnzLB2vmZfpuQRknqzP5ZqtJYEkkASeROBRG8A4Tn/5y18+Fn2O//jjj4+XhyxE/kkQF6cnQcyxJIEkkASSwJgEWH/YxGJNYv1hE9iNYB/2cyP4R93DzAdImHkMrzdvAmsnb9sEjj8C8J750WL6PcO2tXH9U1PtvlfpyvEjF5EXnMrYo2yMn6AMpspSym3+01LHXY6XfPNILfe08ed4kkASSAJJIAn0TCCur+W6G6/pd/Qs65ljlxVteszzgSH6MeSV55bL9DgB+ZvSYrTdqR5i2anrmTc2gdp8Fu/lsUmkdEmgPwK3bwA7Qfgnn0XI5q9fCuUiI5VMk0ASSAJJ4GoCrEH+CIljHoziRjDjcXPv6rE9sb+4ZnvswyRrvpvATxx76zFpJ2/bBI5fAtceHFvr4Oz2nRPObjfbSwJJIAkkgSSQBJJAEngWgfLZphyd183n2Ye8Mt/rmX5uBM9t9vocCcO5MskxCSSBJJAEkkASmCdw6wawm74s4i7kvBxlYY9/GpFrbhTPi5JXkkASSAJJIAm0I8Da5EYwKWuYG5r0ysZWPtxP/3IYXvDx62nYuc6/jRksCG/aBEb3RO6XEf/8NTZM1J/9UHDn/yCLId6j5sc8y/WQOv4exrp3jMioPe5tI+slgSSQBJJAEkgC8wT0g/Qr8HMN+e5SEutSWeq7yHRd7Sx1JgF1YZtRF+qnLGPZTPsnUNNttIcpaeM8OHU985JAEriPwOUbwE4YvAD85ZdfPl4G8jKUF8FEji1zH5bsOQkkgSSQBJLANAEdY/5KRdwEdpPTDb7p2u/NhRtsiPgAsOMhgXOZvoWONvKmTWB8vCgv988IAdvVb9WOTc1HTvNGkDlleC6BtLPn6iZHlgSSQBJIAv0TcJ3Vx/M8SsbzDdctY0qZqfKxbh7/yCiyi8dySp6SaJMm3zZcs9UkkASSwNUE/vz1Bez/XdWpCzb/zy8vAT3nzz37EthfjOSv5q7SSvaTBJJAEmhDwDm+TevPaBUZ45+D5iGJdcw1LR+aftYTzIj4ArIi3cpqa/mfR9I2Z439Yzv4QwQ2SOFgeLp8jrOWlhzcBEbWUTaBZaCspuSXeizPrXt2GsdwRttz7ZXyeD5X/oyxnNmG4zR1/KZn9nVFW8phqhym5l8xluzjuQTSDp6rmx5Glu9petDS/jHm/LCNnbxcZ6ltHsfl/RLLcb08Jy/DNwJyNC257GG3p07Z75HzOVmOtNmybhwv7OL5mn7v5r1mjFeW2crvyrH10FeNXznfbpUpvovZWjfLJ4GnE2j+BbCLBDcikRd/vvTlGpu/vPQk5M32dHPJ8SWBJJAEkkAkwDrGGubXjXEzmHJv/Lo18lk6hpm+AeXwAd72kFh+CfwGP8h7Bd1zvyjzCLqPMvCAGh9S47Wl++Kp1xx/lOmpY33zuNATOjJ9M4uUPQkkgSSQBJJAawL6R7GfmIevj78bQ/SlYtlYJo+/bY7r08CD48iOvOQHhXYh+bZjmy0ngSSQBK4k0HQDmMWCBdoX4qT8yUe++MARIvLiz0Wdl4EZkkASSAJJIAn0SICNLR/y+bET6x3Bjc18gPqmVTgYyXETGF8AfgRZkZYP+h8FBvpHmbEZInY0etD/i3LqC8a8no+1Ye1Xm4/nPcoX70l1pqzIo3w9ypZjTgJJIAkkgSSQBJLAmQTwi3znyXH6Sfvplv5mZBmv7e8hax4lEHUy1VbqaYpK5p1FwB+Wz7WXe05zZDL/DQSabQAz8bPh6xcepOTxxe///M//fH+5W1sg3qCElDEJJIEkkATGIMBDDRt4OJ9sABPd7CLNh55PPcvKH4nhD+ArkP82Tm/cBEbH6hyrqD2wfVpOv0c9+7zek1GGmOdxv9rJkSeBJJAEkkASSAJJ4FoCb3322Us5+pv4pDxHkhfj3razXhJIAkkgCSSBUQk02QDGiSH6Uhd4vNjjBadfSHE9hvhCKebHBT7m53ESSAJJIAkkgacSYM3jx078lwf+GIp1j/w3fOG5RS9ujMsJRhyTvskHmNoEHlV+5Ip+XzzeYjtPLVvqbQT5ogylfOiB61P5T9WR8pRjVg7Tp45/aVzI5PiV0/LKW+Z7PdMkkASSQBJIAkngPAKuu7To8dK7UMucN4K+WlorP+WiryNTnyv7krqf0a7VjxJt9Te3tm8/mb6DQM0+avbG+6WlcLT9pbbzWhK4m8BpG8DcKNxsvLTlTxj6IpcF2BfevPSu3VB3A8n+k0ASSAJJIAmcQYD1jk3gcl2k7dwE/pGwm736DvHqm/yGN24C4zsSeXGj/FH/oxz7QDqaPSPXaDKNYnMpRxJIAkkgCSSBJPA8AvhNRH1gRqg/Zfq8UT9vRJFjyZPzDEkgCSSBJJAEksA3AqdsALvY/vLLLx8v8HiJR+TFt5u+pjg0GZJAEkgCSSAJvIEA66M/hGJd9P95ZaOTfGI+oH5agr/K1I/gipvDn6XGPkJe7MIfDug/jSg1sqJrAzKPou/o7+onIyfHI9zzUSZ0iN7iS8sov/rNNAkkgSSQBJJAEkgCbyeAD4XfRIjPPNF3GsFXvErPsNIvhaF+aexf3jEvj88nkHZ7PtNscT2Bmv3FOXZ9q1kyCYxB4JQNYBZY/swl0YWVzV9ivAGnbrZ4fQykKUUSSAJJIAkkgU8CrHNG1kjWzLgR/L//+7/f187PWu88ghObn4T4QgRub/EXZOALDGxlxE1g5ERGdKt/aDqS9SunKbIhJ+cZnkcg9fI8neSIkkASSAJJIAmMTEDfQz84/cR92paj76RjK7K1TLyWx+0IlLzVQ7ses+UkkASSQBKYIvDn//qv/9r1BoqJ2+iffHYyj1/+MuGXk34cCC94MySBJJAEkkASOJuAa9LZ7R5tj3HxpSORNZCH1NwE/pmqjLgCI2L0J+Lxz7X7z3EDHB8L2UfcBEZL+pJqjPOo6/I+7k3vjt907fjXlpPbHakymTKGHsa9xApZkMF0qeyTr6kTU8eqfkzN7y0t5ept/G8fb+rv7RZwr/z5/ule/q1772V+0deARxxzPHatNi3LTrGMZaeu954X+dRksaxpZOOxqWVqbeb1bQRKruX5ltbUlSl1j7S3pe8sey6B1Nu5PJ/SWk2v8d49MuZaP0faHrnu5i+AeSkXX0r6AhtFco2X2GwA61ijmCUlU2cp2M5SmbyWBJJAEkgCSaAXAqyJfuXKmFknv/4Y6yOPTb4M3wjISD+D3LgxODonZFVe7AMOMFnyqXpkEuUZ0ZlHPn1hUmWMcveot1HHrF6i3kaVNeVKAkkgCSSBJJAE7iGgP0jv+h7RXyS/PLcc1zJsJyBPakb+21vKGmsJRJuVf7JfSy/LJYEkkATOI7BpA5jJm5eRvIjkixQ3gtn05aU1LyZ9WekQOc+QBJJAEkgCSSAJfBJgPXXNZC1lTXVdNf+z9I9H8UHqxytjnfFwiA9Bqr+BhKWfMZbUP0uDvPhYchhRfmwa+bRtjg3mee61Mt/rvaQjyBH1pjymvetHO+pdHuYLgnIoV6ZJIAkkgSSQBJLAswjoVzkq1259Ks+9nunPBGT185XMuZuA9r2koyUb55ptKEvZ1lJ962SaBJJAEngjgdUbwEykRF5Q//LLL99fJPjFb/xqKSfdN5pSypwEkkASSAJbCPDAYuQlvRvBpJyzvmb408dGORzeugmMjWgfcuBHAqMG5NXnjDKS33uIMihjzOtdvhx/EkgCSSAJJIEkkASSwHEC0R/GZ+RZgDT9xuNsaQGWMcg15psXy+VxEkgCSSAJJIEeCazaAHYR/Mtf/vLxJwg9/+OPP77/OULzeoSQY04CSSAJJIEkcBcBHy798tcvgflrG7kJ/E0rsombwFzhZcgbgnIiPwGfS7sZVf5SxvK8J7nVlb4yqcc9yfG2saI39WSqLnth4bh7GW+OMwkkgSTw/9u7F+22cWQLoGO75///d9b0+KY693QjCCXqQVEEuL2WA/EFVG1QESGIMgECZxeoa436zfV/vZbn9TxlGeWapMp2/Zn9lhzitOSytH/2q23Xjs1+yu0E2nO+au37p1/ermU1ESBAYG6Bn+8kLuSYF7r6D7Z+a/K33oyux/Wfck3+5q7f7LNQjVUECBAgQIDAHQIZ+NRkX1537zh82l3ruqSfCM6E6LRJN4nVeZFrs8q7rr1m/5nt+jL9V2Uez3IOtznNfl7KjwABAgQIECDwSoFcV7XlGa79X2na1h3Xdl09ztgjZb/dMgECBAgQGFFg8Q7gejGsNxpzx2+9OVWP//Of//z15mvegG0T9gLZanhMgAABAgRuF6jX3XodzetvfcCqXnvrtyaB63W3fv38+pXQ8cikeZZnLOv8qDzrnKjHVbaTwjPlXM+D/OT6snLNcyTbRizb53rir7zyU9vb/LN+lHLk2JeMk0/bR0v7WUeAAAECBAgQeFbg2nVHO97J9XHt7xrlH/X4/bPm10e9VUz79b8eZWkrgbX+6dtZ65++3+6tv2/PMgECBGYVWJwArv9Ea8K3fusNxvqpyd985XMwapv/YKOhJECAAAECjwvk9bTKGuzUa2x+87XQvhL6p28mw3ONUmszQHy8B8Y4svKs67ScG7Wcc2eMDJajXMqh8qz1/eB+uYbx1s6UW/pv1r4a7+xajzjPr/U97UGAAAECBAi8SyDXWNV+rrNmuoZ8h2tMW8/4trY13sq+tb19/I64tfmrwFp/pH9z1Nr+2U9JgACB2QQ+ftxZ9M9tFv+fXd1tVJO/+ak3WtuvfK71+Y80b76e5Y3XmCiPIZDz7xjRiIIAgTMJ5HXw0Zz7Acil+jLRV5PA9VpbdwfXsf3xj8Yx6nHl9fX19ddEaLnkd9R87o27cs85U7n350O/fG/9a/un7Uv73dt+X1+WU1Y7qTPlpbZHWd/mlsfJLeUoufRxJp+UySdlv/+9y6n33uMe3b9vb6s8Ho3nmeP6XKqu5JNtWX6mnZmPjdPMOcrtdQLOn9fZzlCz9zdm6MXHc7j1/4d2v/bx2uv32vbHIx/7yNawHpdT/1xs7drHY2c+dvRtv/WZZFv6s99eyzWGrp/s2/dr1v+10w3/9MffcMgvu9zb3i8HWzi9gPPn9KfAVYBf7gCuk6Wd/K3/vOqN5rr7N3/vt68t/2H26y0TIECAAAECtwv0A4ZcwGVis7bnNbo+mJWJ4NtbmGvP8jjzncCVeyaB6w2KXI/159Eovb4Udz0Han2eC8kl67M8armU26i5iHs8gVmeR+PJi5gAAQIECDwncOkaMtfMS9fVz7U499GXvMqzvV66tN/cOsfNru+PnP99xFnf79/vZ5kAAQKzCvw9AVxvHuZrnyvZmvSt37yhmP8wZ4WQFwECBAgQOLJAJjtr0i8Tf/WV0GceyFTucWk/pZ1rlyP357Ox5c2IMqjHWU75bP1HOL4/t2fK7Qi+YiBAgAABAgQIEBhHoL82biOv6+T6cb3cqtz/OMYZT9YYs0zjmxqzX5aV7xdo+6R9nD7sI+z7tF9u66hj++19fZYJECBwVIE/6k3k+qnJ3/p6yXozuV7oavK3Htd/lO2bqkdNRFwECBAgQGB2gZrsrIFIvS7Xa3bdEZw7gfsByuwWya/yPuskcAzOVNbAu/o85ZlylysBAgQIECBAgACBSwImqC7J3L8+Y+saZ5ZrP4lY6zJJfH/tjthToPqp+svzY091bREgcCSBvyaA6z/BmgjO1z3XC1xe5CpYL2pH6jKxECBAgMCZBdoJz5oErg9w1Wt2JoLPaNOa9B9ay+C9d7m0vt/vyMuVQ13Dpczjirl9fOQc1mJb6qfkVmV+ar9233Zb9jlSmfjamCu+Nrd+25HiX4uljz355rh+e9YrXy9Q9u151raoX1oNjwkQIECAwLEE+uupii6v3Xl9r7FQxkPey92m/8o275FnIrjW1WPG2xi/upbqr/pd+snzKuXSPtYRIEBgZIG/7wCuu33zO3JCYidAgAABAmcQqEFo/dTA01dC/3zzozXJBEfWzX5O1IB21kFrBuvJL8uz96n8CBAgQIAAAQIECNwqUNfI7URlJoJrvevnWxUv79f71tikxuHxZXzZzhYCBAgQeJ/AX38DOH/rt16s8uba+0LSMgECBAgQIHCLQA3w61PHNbj3ldD/TALHJIPymSeB80ZD5ZrHt5w7o+zTXpcmv3bdKHmIkwABAgQIECBAgMAzArkWXquj9qvfumbOJHCun2+tY62NM28vw3aivWzrt9a7I3i8M+PScyLPmbWMLh2/dpztBAgQ2Evgj/yt37xg7dWwdggQIECAAIH7BTLAyICkljPB6Suhf04Cl0n91iey86ZHjO4XP/YRlWfecOgjzTlS62u/WX6S8yz5tHnM1E9tXqM/nrVfZs1r9PNN/AQIECBA4FmBeo1fep2fdXzwrNcjx5dvPxGcsecl/0faccx7BPrnT/vceU9EWiVAgMBjAh8/3hz98X+aO38f43MUgXML5OL23AqyJ7CvwKWBR63PhGc9N+vTx/WnHW79ySD1Uv231nOU/ZJHTMqjnQTuB3RHifuZOJJz1dE+Xsp1ad0zbe99bOXX5ljttzm1j5di649d2ucd6yquir2Pby2fd8R6T5t9Pv2xR8/vUvxZn/hT9vltvZx2n633Uj175fFs/I5/jcCl8+I1ral1bwH9u7e49loB7x+0Gvs+vmR/z2v+Pfu+Irsj//+V2Mr5klO/vl9+hdmMdcb61bn17aS/sj5l4sj2LPfl2vZ+f8u/CvTev261RODYAu8+f//6Cuh3B3HsLhIdAQIECBA4jsClgUPW5+uPa+Lz3//+97/++9///hV8th8nk30iyaRv3vTI8j6t79tK+jjXdSkrimzbN6J9W6t8R89z9Pj37fH9Wuv7pX1u7RfF9i0lr1ny2V5IjQQIECBAYC6B/nq5vQbIdcFcGe+bja+A3tf7la15PrxSV90ECOwp8NcE8J4NaosAAQIECBB4jUANUvJbLdQkcH4yuL82KM0+OWbksh2wZdL3DJPA6bPKP/1ZeVe/tybZb4ay8kxuKUfPq+2/9GPlVOvbbaPnKX4CBAgQIECAAIHXC2QMmPFQtZhrzFw/ZznRZH2WlZcFYtUb9kdc2546+mMsH0sg/ZQy0V3r29pnbXtfX+pVEiBA4FkBE8DPCjqeAAECBAgcUKAmPWug3w40alBRy2cYXCTXdM3aJPCMJpVT/ybPjHlWH+e8Tpl+VxIgQIAAAQIECBAg8FMgY4G6Zq7f9ifb2nUe3ydwybC3vq9WexMgQIAAgccFTAA/budIAgQIECBwKIEacGYCLGUFmAFn7gStdZcGp7Vthp/knLJyyiRwPW59lpZr3ag/bd/WhwD6SeDcATBqfom7zTPrZin73HK+tufzLLmOmMdS/7R59NvbbR4TIECAAAECBN4lUNcoua6cZUzwLst72m3dc1x7Xb+0PfspxxBYu/5v+3uMjERJgMAsAp+zJCIPAgQIECBAYFkgA8oadGTgkXL5iHnX9pPArclsWVe/1xs7eXOncs25MFuuySf9edbzOw5KAgQIECBAgAABAtcEalxQv34IECBAgACBeQXcATxv38qMAAECBE4s0A/maxIwd4LW3wau5X6fs3DVJPCZJgirn9vJ39n6PfnM1KdtLskvz8/0ZZaVBAgQIECAAAECBB4VaD8sWnXkOjRlfy36aDuzH/es07PHz+47en76d/QeFD+BcQVMAI/bdyInQIAAAQKrAhloVJlJ4HqcyeB2+2pldhhWoPo5b+JUEjNOIuZcTie1+fbbso+SwBYCo59fo8e/RR+qgwABAgQIEPgpUNcF7XU0l9cIuP56jataCRAgQOBXgY8fdwH5vo9fTSwRIEBgE4FMsG1SmUoIbChQA/q6C7jK9iuR2ybWBqRr29u6lh6vvanwbP1p81I7WZ8y7aXM8bOUyTNl8kw5Q57JLWXl1OZXj7OtXf/O3BPPWgxr+x0ln7U8sj35pEz8KbPfKGWfxyhxJ87En2UlgSMLOF+P3Dvvj8358f4+EMHjAkd5/6B9HrWP167T1rY/LjPnka1tZdgv91n3vv3y2vF9fZbHEUjfpnwk8v58eaQOx8wr8My5Na/KPJm5A3ievpQJAQIECBC4SaAu/nM3cC70zj4giEMAZ/eYMd+2zyq/Nsd2W/pYSWArgdHPrz7+9rmzlZF6CBAgQIAAgTEE6rrAtcDr+6q9/ipv7q831wIBAgTOKGAC+Iy9LmcCBAgQOL3Apb/1VAPPdjA6O1Q/0M7ge/a8k1/yTZn1SgIECBAgQIAAAQIEziOQ8WFlvHQ3co0X6udMY8W/Et7hn4xJr9nGf4dwNHEwgS3Oj7Xz59q5dzAO4RAgcKfA5537250AAQIECBCYRKAG+e1Av9KqgcHa4GCS9H9Lo807Dil/23mCFck35QQp/ZJCP4idNc9fkh5sofqo7aeZn2+DdY1wCRAgQIAAAQK/COS6zfXaLywWCBAgQIDAoQXcAXzo7hEcAQIECBB4vUAmYDJBljLrXx/B/i0s5Vbr2jc02n1qfbu8f8TbtHgth9lyzHlccqPldq2fks82Z4RaCBAgQIAAAQIECCzf9XvpmrSurdtr7dpvtOvt0fq874vW/1ou/XHX9rVtXIG1fr71fBlXQOQECFwScAfwJRnrCRAgQIDASQSWBgs1QDjLIKHyz297R3QMzuIw2+nen9f68Xg9nOddIksfpcx6JQECBAgQIECAAAECBAgQIECAwH0C7gC+z8veBAgQIEBgKoF2kqwe1997qt+sTzlV0idPpvq0JthSFkc/4abfT36SSP/UAnn+9/8vnBpF8gQIECBAYHKB9oOw11LNWDHXCSmvHWPbukCuv9b3XN5DPyy7zLJ27fxY6/+142dxkgcBAr8LmAD+3cQaAgQIECBwOoEMCP7888+/JgZrYF+DiAzws/0MMJXr2gBqNIct+28kn5FiveecSn86T+9Rsy8BAgQIECBAgMBWArkerfraa+7++rTdb6u21UOAAAECBAjcJvDx9fX1fduu9iJAgAABAv8I1MSgnzkFMmhv+zgD9yrzeM7sf94NWwZxSJ63fio++7+z7PuozaW2ZbkvK+Yc2+7Xrqt9clw9PvJPG2f7OPkk9n45649atrlUjFlOHinfFX/iubf9Oq5i749/dz735pH9R8+jjz95jdofif9SXtmuJPBOAefnO/Vf3/az/bv2/++z9b9eQAszCbRjxeSVc7DK/nztl3OMchuB2N9aW98fa8f3+9/azl77rcW/VxyztvNq32fPr1fHN2u/yuscAu4APkc/y5IAAQIECNwtUBfhuZBOmUqevUBPPUcsK7fk9+ODcn+HWG9yjDQJ/HfgPx4kn3bdI4+rnv5ceKSevY4ZLd5bXdKfI/XFLbklr1v2tQ8BAgQIECBAgMD7BPpxUSaEc32a0vXd+/pIywQIECBAwASwc4AAAQIECBD4RSCTZhmsZ/Cest/+y8GTLdRXYreTwGUQlxlSXcolOaasPLNfzoEZcpcDAQIECBAgQIAAAQLbCdSYwbhhO88tazKO21JTXVsLOD+3FlUfgX8EfH/nPxYeESBAgAABAjcI1Ke76wI9n/K+4ZChd6lJ4PzMOjDJmzV5wyb59mXlP6tBn6tlAgQIECBAgAABAgQeE8j4oj3aWKLV8JgAAQIECLxewB3ArzfWAkKHr80AAByxSURBVAECBAgQGFYgA/d20i+Pa1s9Xps0HDb5JvD6irPkXRPffc79cnPocA/Tr5cCH63PZ+qb9EnOxT639E3K7K8kQIAAAQIECBAg8EqB/iuh2+vVepzlisG16vY90Y8L+hb67W1/9PtaJtAL9OdPv/3ZZefjs4KOJ3BZwATwZRtbCBAgQIDA6QX6C/12sL50kd7vPxNg5XaWu54r16X+XVo3Sh+35+bIeYziLU4CBAgQIECAAIHzCixde7fX4P14o93/vGoyJ0CAAAEC2wqYAN7WU20ECBAgQGAqgX6QXsm16/I4A/Z+eSqMH8nkjYo2z+Q+S67JMWWb12y5trl5TIAAAQIECBAgQIDA9gJ1d3D7LUo1lsp4Kq31y8Ydkdmm7O/Q7j/Y3Ptv06paCNwm8Ozz3fl7m7O9zilgAvic/S5rAgQIECDwkEB7YZ6L7JRVYbv9oQYOflDya3M+eMjCO5FAzs9Kuc7RdnkkhsTteTZSr4mVAAECBAgQIHCbgGu925zsRYAAAQIEnhX4+Pr6+n62EscTIECAwPkE+k+Mnk/gnBm3EzL1uF0ukRrM958unk3qUt55I2OGfNOvKZPTTDlWTrPl1+fT91u2H70fE2fiz3LiTpnt95ap797j7E9gBAHn9wi9NG6Mzq9x+26EyJ1fI/TSNjEuvZfQ9/+913uzj0GXzLbpjdtq6funP+re/uqPtzy2wNr5cfTs1uJfO7/Xjj96/uKbW8AdwHP3r+wIECBAgMCmAu2Fbx7/+DDZ323Uurr4zba/N0z2IHm2aZ0h7zZfj48n0J6XI5+P+f/DQPp455iICBAgQIAAAQLPCvSTtTW52V7HPlu/4wkQIECAAIGfAiaAnQkECBAgQIDAwwI1QVMD+EzUZNIpy5cqzgTPpe1HXt/HXrm2effbj5zLpdj6HNKfKfvtl+qxngABAgQIECBAgAABAtcEajzZTwJn3NEfZxzSixxj+VJ/JTr9FgklAQIE9hX43Lc5rREgQIAAAQKzC6wN/mbNP3mnnDXPmfOqvtN/M/ew3AgQIECAAAECBI4sUBOFJguP3ENiI0CAAIGRBNwBPFJviZUAAQIECBxMYGlwvjSJloH8TJNrfe7Ju19/sC4TTiPQ9tUs52blVLmkbNId5s209EXbP5VHm1e/rc3TYwIECBAgQIAAgbEE8rXQ/XVglvuysqvrwfyOle140a5de6d/xstMxAR+/l9yzWHt/L92rG0EXi2w9v+vO4Bf3QPqJ0CAAAECJxDIwPtMF8bXLrKubTvB6TBMiv35mn5LOUwiAiVAgAABAgQIECAwgUA7ruyv1SdITwoECBAgQGBXAXcA78qtMQIECBAgML9ADdSXJtCW1o2o0eZRj8/wxkRybHMfse/ETIAAAQIECBAgQIDAOAK5M7j+RnD9tOORPK4y+42T2VyRZrw4V1ayIUCAwPgCJoDH70MZECBAgACBwwn0k8AZnJ9pYFg5z5bvbPm0T5zkVmXO13b7iI+T04ixL8U8Wz5LOVpHgAABAgQIECBwWcD14GUbWwgQIECAQC/w8fX19d2vtEyAAAECBGYXyCeIZ8/zXfnVBFom0fqJ0Bq0zzBw7/OKdfLOcpXJN9uy3O4zwuPEnzIx9/n0y9lvr7KPr293Kb72mDzOfimzvq/vqMuX4k0+R437UlyVT8Xe5zVaPn38fb6vzmet/T4eywRGEnB+j9Rb88Xq/JuvT4+UkfPrZ2/04/jc+Xtp/ZH6UCyXBfr+u7znY1tynjx29L/+9er4Ho3LcQS2EPD6soXicetwB/Bx+0ZkBAgQIEBgGoFcUGZio5bzeNQk1+KfIce+byrn5JU+7fcZdTn9OVN+bU6j9ksbd/Jp13lMgAABAgQIECBwHoFnJ/LOIyVTAgQIECDwr3+ZAHYWECBAgAABAi8R6CdramItk2svafAglVbeybPK9qc3abeN8jj5Jd42x3pDpt+e/ZQECBAgQIAAAQIECBDYWiB3Z7bjkqxLWyaOI6EkQIAAgTMJmAA+U2/LlQABAgQIHEBgaXJ0honRA9C+PYT2TZe3ByMAAgQIECBAgAABAgROI2BMeZquligBAgQI3ChgAvhGKLsRIECAAAEC9wv8+eeff90N234CO5OE7QA9k8L3t3DMI9rcKsLknGj77Vk/SlmfoF/r01Fy6eOsvsn5eKnf+vV9HZYJECBAgAABAgQIENhHIHf3ttfo7eOKoh27LEWVOpa2WUeAAAECBEYV+Bw1cHETIECAAAECxxeogXf9Lk14Zls/OD9+ViJc61NCBAgQIECAAAECBAgQ2FOgxpz53bNdbREgQIAAgaMKuAP4qD0jLgIECBAgMIFAJncvTRhOkOJiCsm7n/iOQ8rFgwdZeSnHCn+G/AbpBmESIECAAAECBAgQOL1AP+7q7+hduwP49IAACBAgQGBKARPAU3arpAgQIECAwHsF+gF4u1yPzzoAbx3e20PPtZ7J39SylNeMk8B93sn/6OVS/xw9ZvERIECAAAECBAgQIECAAAECBAg8LvDx9fX1/fjhjiRAgAABAgSOKHD0CdaakKrJtPyWYf8p7SO6PhtTJkUzkdhPzF1a/2y7rz4+cV9qJ3lmvyxf2v/d6xNn4sjyrXHful/qv7dMPJeO69tf2/9SPaOs7/Pr8x8lj1ni7Pujz+vV/bPWfh+PZQIjCTi/R+otsfYCzt9exPKeAs6/PbWP19ba+yNneC/ieL1ye0Rr/Xd7TfYkcD4BdwCfr89lTIAAAQIEXi5wywAqkwB//PHzcqQu6m857uXBv7CB5PzCJt5SdZtX3lypsl3/lsA2bjS5jZZXH2/y2JhHdQQIECBAgAABAgQIECBAgAABAgcR+DxIHMIgQIAAAQIETiiQSd9MUJ3hk52ZfKsyv5V/TX5XGYsTng5SJkCAAAECBAgQIECAAAECBAgQIEBgAwETwBsgqoIAAQIECBB4TqCd9Myk6HM1OpoAAQIECBAgQIAAAQIECBAgQIAAAQLnFPAV0Ofsd1kTIECAAIHDCWQSOHfIZvlwgT4ZUOVVOaas6urO51rOV2CPfCd08krZctW6EX5GiXMESzESIECAAAECBAgQIEDgnQIZZ78zBm0TIEDgHQLuAH6HujYJECBAgACB3wRq0q2deBt5EvS35KwgQIAAAQIECBAgQIAAAQIECBAgQIDATgLuAN4JWjMECBAgQIDA7wL9J3Fr0rfW5S7glDmynSDOuhHLpTwqV5PeI/ammAkQIECAAAECBAgQIECAAAECBAgcS8AE8LH6QzQECBAgQIAAgWkElia6p0lOIgQIECBAgAABAgQIECBAgAABAgQOKvDx9fU1xh9jOyigsAgQIECAAIHtBXIn7KU7gJfuHN4+iv1q7PPsWx51IvVSXqPmk35JXimTT8rsN0qZPBLvq/Po20u7KdfaXzs+9SgJzCjg/J+xV+W0lYDnx1aS6jmigPP7iL3yT0zP9s/a9e8/LY356FmfMbMWNQECZxDI+5dHzdXfAD5qz4iLAAECBAgQIDC4QL2RMfubGYN3kfAJECBAgAABAgQIECBAgAABAgQmFDABPGGnSokAAQIECIwuUHf41m87eVifGs4nh4/+CbvR/cVPgAABAgQIECBAgAABAgQIECBAgMC4AiaAx+07kRMgQIAAgekF2gng6ZOVIAECBAgQIECAAAECBAgQIECAAAECBDYQ+GODOlRBgAABAgQIEHiJQPu3fnPXb90FXBPDWa6G2/1qud1Wy0f7WYs3dzofLW7x/BToP5jQ91e/nRsBAgQIECBAgAABAvMKrF3/9+OFeSVkRoAAAQJHEnAH8JF6QywECBAgQIDAbwI1mM7vbxutIECAAAECBAgQIECAAAECBAgQIECAAIFfBNwB/AuHBQIECBAgQOAIArmDt71Tth5n/RFiFAMBAgQIECBAgAABAgQIECBAgAABAgSOKGAC+Ii9IiYCBAgQIEDgJoF8lVaVa1+7dVOFB9kpuSS/g4T1cBjJ5+EKDn7g7PkdnF94BAgQIECAAAECBAgQIECAAAECncDH19fXd7fOIgECBAgQIEDgsAK5C7idHM0EXHvH8GETuCGw5Jhdk2vyzPqjln0/XMon8Y+SV+Lty9H6p49/1uX0S5/f0c+3S3H3eVgmQOB+Ac+v+80ccR4Bz4/z9LVMfxd49/m/1v7Rr19/F7VmT4G182fPWLRFgMCxBNwBfKz+EA0BAgQIECBwh0A70JlpUJwJ1H7i9A6aQ+2afCqoyqn6qu27QwX7QDAznXsPpO8QAgQIECBAgAABAgQIECBAgACBgwl8Hiwe4RAgQIAAAQIErgpkMrEm3fJbB9SEYk0uzjJpehXBRgIECBAgQIAAAQIECBAgQIAAAQIECFwQMAF8AcZqAgQIECBAYDyB3FVqEni8vhMxAQIECBAgQIAAAQIECBAgQIAAAQLbCPgK6G0c1UKAAAECBAi8QaDuBs6kb8o3hLF5k5nAzt3OWe5zHPGrhyunyqeNfYa8Nj8JVPi0QM6x/vx6umIVECBAgAABAgQIENhQINetG1apqhMJPHv+GC+d6GSR6ukE3AF8ui6XMAECBAgQmEegH+jUwMXgZZ7+lQkBAgQIECBAgAABAgQIECBAgAABAvcLuAP4fjNHECBAgAABAm8UaO+GzeMKJ5PBKd8YoqYJEDiQQP5P8OGQA3WKUAgQIECAAAECBAgQIECAAIGXCpgAfimvygkQIECAAIFXCWRSp62/XVeTw/kK5XafkR8nv9kmspLXyH0jdgIECBAgQIAAAQIECBAgQIAAAQJHEfj4+vr6Pkow4iBAgAABAgQI3CqwNMHb3hHc1pOJ4GzPcrvPCI8T/1qso+V3a15redtOgMDxBdY+wPLqD4SstX98QRESeJ+A58/77LV8fIG158fa69va8ccXEOE7Be49f/rzce34fv935rrU9lr8S8dYt5/Au/vn6Ofvfj3xWEvv7r/HonZUBNwBHAklAQIECBAgMJTA0iRnrctkYl2kznahn5yT41AddiXY5JVdZssveSkJECBAgAABAgQIECBAgAABAgQI7CFgAngPZW0QIECAAAECuwlkErgmf/NJxUwo9hONuwWlIQIECBAgQIAAAQIECBAg8AaBjIvf0LQmCRAgQOCNAp9vbFvTBAgQIECAAAECBAgQIECAAAECBAgQIECAAAECBAgQILChgDuAN8RUFQECBAgQIHAMgdzpmzt/84nnLGf7MaK9P4rEn3zur8ERBAgQIECAAAECBAgQIDCDwL1/+ijj4+R+7/E5TkngFgHn1y1K9iHwGgF3AL/GVa0ECBAgQIAAAQIECBAgQIAAAQIECBAgQIAAAQIECBDYXcAdwLuTa5AAAQIECBB4tUDujO3vlK1POtenT2t7tr06llfWnxyS7yvbUjcBAgQIECBAgAABAgQIjCfgDszx+kzEBAgQ2ELAHcBbKKqDAAECBAgQGEKgHfiaNB2iywRJgAABAgQIECBAgAABAgQIECBAgMCdAh8/3vz8vnZM/zcBru1rGwECBAgQIEDgyAKXJn37O2mzfORcrsXW5zlaPn38fa6j5dPHf/T81uLr87FMgMB5BLw/cJ6+lunxBDz/jtcnIppHwPPrel+u+bQftL5ek60Ejiewdn4fL2IREbhdwB3At1vZkwABAgQIEBhcoJ04dJE/eGcKnwABAgQIECBAgAABAgQIECBAgACBRQETwIssVhIgQIAAAQIECBAgQIAAAQIECBAgQIAAAQIECBAgQGA8ARPA4/WZiAkQIECAAAECBAgQIECAAAECBAgQIECAAAECBAgQILAo8MfiWisJECBAgAABApMK1NdA1984rb9TlK+Bzt88bb8ietL0pUWAAAECBAgQIECAAAECBG4W8Dd+b6ayIwECBA4l4A7gQ3WHYAgQIECAAAECBAgQIECAAAECBAgQIECAAAECBAgQIPC4gAngx+0cSYAAAQIECBAgQIAAAQIECBAgQIAAAQIECBAgQIAAgUMJ+AroQ3WHYAgQIECAAIE9BXyV1Z7a2iJAgAABAgQIECBAgAABAgQIECBAYA+Bjx9/8+57j4a0QYAAAQLbCuRvlz5a69rE17P1PxqX4wjsKeBv/+6prS0CYwjk/4VL0a79rfC14y/Vaz0BAgTWBFyfrwnZTuB1AmvPP+Pr19mreX6BtefXswJrz89n6187/tX5rbVvOwEC5xVwB/B5+17mBAgQIEDg9AJrEzmnBwJAgAABAgQIECBAgAABAgQIECBAgMBwAv4G8HBdJmACBAgQIECAAAECBAgQIECAAAECBAgQIECAAAECBAgsC5gAXnaxlgABAgQIECBAgAABAgQIECBAgAABAgQIECBAgAABAsMJ+Aro4bpMwAQIECBAgAABAgQIECBAgAABAgQIECBAYHyBtb/R62/ojt/HMiBA4D0C7gB+j7tWCRAgQIAAAQIECBAgQIAAAQIECBAgQIAAAQIECBAgsLmACeDNSVVIgAABAgQIECBAgAABAgQIECBAgAABAgQIECBAgACB9wiYAH6Pu1YJECBAgAABAgQIECBAgAABAgQIECBAgAABAgQIECCwucDH5+fn9+a1qpAAAQIECDwp4G+8PAnocAIECBAgMKDAj/Hp1aj/97//Xd3+6uOvNm4jAQIEnhAw/nkCz6EEDi7g+f3eDlrzX/sbxO+NXusEXiuw9vx4betqf7XA9dH1q1tXPwECBAgQIECAAAECBAgQIECAAAECBAgQIECAAAECBAhsJmACeDNKFREgQIAAAQIECBAgQIAAAQIECBAgQIAAAQIECBAgQOC9AiaA3+uvdQIECBAgQIAAAQIECBAgQIAAAQIECBAgQIAAAQIECGwm8MdmNamIAAECBAgQIECAAAECBAgQIECAAAECBAgQIHAQAX/j9yAdIQwCBHYXcAfw7uQaJECAAAECBAgQIECAAAECBAgQIECAAAECBAgQIECAwGsETAC/xlWtBAgQIECAAAECBAgQIECAAAECBAgQIECAAAECBAgQ2F3ABPDu5BokQIAAAQIECBAgQIAAAQIECBAgQIAAAQIECBAgQIDAawQ+Pj8/v19TtVoJECBAgACBSwIfHx+XNllPgAABAgQIECDwgMCP9zceOMohBAgQeL2A8d/rjbVA4KgC737+v/tvIK/lvxbf2vFH7XdxETiCgNHREXpBDAQIECBAgAABAgQIECBAgAABAgQIECBAgAABAgQIENhAwATwBoiqIECAAAECBAgQIECAAAECBAgQIECAAAECBAgQIECAwBEETAAfoRfEQIAAAQIECBAgQIAAAQIECBAgQIAAAQIECBAgQIAAgQ0E/tigDlUQIECAAAECBAgQIECAAAECBAgQIECAAAECBAg0Amt/47bZdfGhv4G7yGIlAQI3CLgD+AYkuxAgQIAAAQIECBAgQIAAAQIECBAgQIAAAQIECBAgQGAEARPAI/SSGAkQIECAAAECBAgQIECAAAECBAgQIECAAAECBAgQIHCDgAngG5DsQoAAAQIECBAgQIAAAQIECBAgQIAAAQIECBAgQIAAgREEPj4/P79HCFSMBAgQIECAAIG9BPyNnb2ktUOAAAECBAgQ2Efgx/tf+zSkFQIECJxMwPj5ZB0uXQIEhhFw9TtMVwmUAAECBAgQIECAAAECBAgQIECAAAECBAgQIECAAAEC1wVMAF/3sZUAAQIECBAgQIAAAQIECBAgQIAAAQIECBAgQIAAAQLDCJgAHqarBEqAAAECBAgQIECAAAECBAgQIECAAAECBAgQIECAAIHrAiaAr/vYSoAAAQIECBAgQIAAAQIECBAgQIAAAQIECBAgQIAAgWEETAAP01UCJUCAAAECBAgQIECAAAECBAgQIECAAAECBAgQIECAwHUBE8DXfWwlQIAAAQIECBAgQIAAAQIECBAgQIAAAQIECBAgQIDAMAImgIfpKoESIECAAAECBAgQIECAAAECBAgQIECAAAECBAgQIEDgusDH5+fn9/VdbCVAgAABAgQIELhH4OPj4+ru399jX36Nnt9a/Fc7z0YCBAgQIECAAAECkwn8eH94soykQ4AAAQJHEPD+y3t7wav7e/21ToAAAQIECBAgQIAAAQIECBAgQIAAAQIECBAgQIAAgc0ETABvRqkiAgQIECBAgAABAgQIECBAgAABAgQIECBAgAABAgQIvFfABPB7/bVOgAABAgQIECBAgAABAgQIECBAgAABAgQIECBAgACBzQT+2KwmFREgQIAAAQIECBAgQIAAAQIECBAgQIAAAQIECBAgQODNAt/f32+O4L3NuwP4vf5aJ0CAAAECBAgQIECAAAECBAgQIECAAAECBAgQIECAwGYCJoA3o1QRAQIECBAgQIAAAQIECBAgQIAAAQIECBAgQIAAAQIE3itgAvi9/lonQIAAAQIECBAgQIAAAQIECBAgQIAAAQIECBAgQIDAZgIfn5+f5/4S7M0oVUSAAAECBAgQIECAwOgCHx8fo6cgfgIECBAgQIAAAQIECNwk8GN+6Kb97ESAwHgCnt3j9ZmICRAgQIAAAQIECBAgQIAAAQIECBAgQIAAAQIECBAgsChgAniRxUoCBAgQIECAAAECBAgQIECAAAECBAgQIECAAAECBAiMJ2ACeLw+EzEBAgQIECBAgAABAgQIECBAgAABAgQIECBAgAABAgQWBUwAL7JYSYAAAQIECBAgQIAAAQIECBAgQIAAAQIECBAgQIAAgfEETACP12ciJkCAAAECBAgQIECAAAECBAgQIECAAAECBAgQIECAwKKACeBFFisJECBAgAABAgQIECBAgAABAgQIECBAgAABAgQIECAwnoAJ4PH6TMQECBAgQIAAAQIECBAgQIAAAQIECBAgQIAAAQIECBBYFPj48fO9uMVKAgQIECDwhMCP15cnjnYoAQIECBAgQIDAvQJr11/f388N/9fqvzde+xMgQIAAAQIECBAgQIDAawTcAfwaV7USIECAAAECBAgQIECAAAECBAgQIECAAAECBAgQIEBgdwETwLuTa5AAAQIECBAgQIAAAQIECBAgQIAAAQIECBAgQIAAAQKvETAB/BpXtRIgQIAAAQIECBAgQIAAAQIECBAgQIAAAQIECBAgQGB3ARPAu5NrkAABAgQIECBAgAABAgQIECBAgAABAgQIECBAgAABAq8RMAH8Gle1EiBAgAABAgQIECBAgAABAgQIECBAgAABAgQIECBAYHcBE8C7k2uQAAECBAgQIECAAAECBAgQIECAAAECBAgQIECAAAECrxEwAfwaV7USIECAAAECBAgQIECAAAECBAgQIECAAAECBAgQIEBgd4GPHz/fu7eqQQIECBAgQODQAj+uDw4dn+AIECBAgAABAgQIENhP4Ojjg+/v629vHj3+/XpSSwQIECBAgMBZBNwBfJaelicBAgQIECBAgAABAgQIECBAgAABAgQIECBAgAABAtMLmACevoslSIAAAQIECBAgQIAAAQIECBAgQIAAAQIECBAgQIDAWQRMAJ+lp+VJgAABAgQIECBAgAABAgQIECBAgAABAgQIECBAgMD0AiaAp+9iCRIgQIAAAQIECBAgQIAAAQIECBAgQIAAAQIECBAgcBYBE8Bn6Wl5EiBAgAABAgQIECBAgAABAgQIECBAgAABAgQIECAwvYAJ4Om7WIIECBAgQIAAAQIECBAgQIAAAQIECBAgQIAAAQIECJxFwATwWXpangQIECBAgAABAgQIECBAgAABAgQIECBAgAABAgQITC/wfyCE9KbyseksAAAAAElFTkSuQmC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31896" y="2700328"/>
            <a:ext cx="673912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3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Каталог из 100 книг: карточки, обложки и описание</a:t>
            </a:r>
            <a:endParaRPr lang="en-US" sz="5300" dirty="0"/>
          </a:p>
        </p:txBody>
      </p:sp>
      <p:pic>
        <p:nvPicPr>
          <p:cNvPr id="5" name="Image 2" descr="data:image/png;base64,iVBORw0KGgoAAAANSUhEUgAAAuwAAAHpCAYAAADZBWnSAAAAAXNSR0IArs4c6QAAAERlWElmTU0AKgAAAAgAAYdpAAQAAAABAAAAGgAAAAAAA6ABAAMAAAABAAEAAKACAAQAAAABAAAC7KADAAQAAAABAAAB6QAAAAD02ZYyAABAAElEQVR4Aey9aZNlR3KmF7nva+2oKgCFrdGN7iabm5GaIUUORzNmGo7ZfNGfksz0PySjvugDhyNxn+GQItkLG92NpbEVUKi9KrNy31PP88aJe28msoBCL2Rricx77zlxIjw8PDw8PDw84gz9D7989XhsdLSMjo6U4ZGRMjQ0VIaHhuvvSP0dGRopI6NcD3f3pBsbIQ8fLpNeGOPjo2VsjN/RMX7HyvDoUCn8Hx+Xcnh4WIbJPzYxXiYmJ8rExGQZJe3IuGUOF8MIOJhvBKBH5bAcHuyX1ZWV8vHN2+WtH39S/vrN98r7DzfKMelHASwOY5Rp+oPDA+owXGZmJoE9BmzqQ3lHR0eBfQgOphNn47kFDuhxPS6u4DJKHcR/FPxHxZX7Ees5PpY6+bym4TnXE5OTZWqKz8xMGaXMEeAVcB4+PiwT0G5yYqIcQbv1je3yZGO3bGzulg8/+bT81V/9dXn08DFwx6nzOHknyuTMdJkcgyaUPWH5wB8eppa0R9pkmHYBpxakWegljnxqG9Z8tuX4+AR1pb7kkRYTlDFBPW2jCZ5Ngbu0Ntg2NtIhtNrc3Cwf37pd/vEfv1veeeuHZeTooMwMH5aFqZHywpVz5dL8XBk+2EvbNNyEIW6j1kVcgDs2Svn5HS3T0zO002TqOjE5VcbhgRGeTUx5PQGfiAe8RSMd7dPy+7tld3Or3L93u3xy+075m398s9x+tFqO4TXIUSah7fNXl8uF5aWyu7tJGxbqyUPqYBsPQasR7m3r8dHJMjkpXmPgMSuqCcGPdh2jDYahF0xcpsBzdMw2gZ8ODsvS8rmyf3BQFhcWy/r6Brx0nDa1nCMKfbK2Vja3tsrf/t0/lD//z38Nzxbi4TPgnr9woQyNjJU9aGUZY5Q/BN72MeljPcYoK+1Med5LT3nqYH+PdiINNJ2FL37l1dfL737jV8oHNz8s79y+Wb76698qf/TnfwrOY2VmYpY6ToWf98m3vb1TPv74ZvnLv/grYFeCjQBnHP6cnZ0NHwwNH0PtY7tmaDVNfxwBtwvnzpf/8O//oPz4x++Wf/Nvf78s0tZvv/V22dvds3XK9etXy/ziAn3xvfLBxx+UlbWVMgwvPV7dKv/xj/6sPLjzsIyH5vQFyhw6Piqzc8PlX/zLXy9T43Nl9fFqWZifLZcuLYHzNHw3DH3Wy7d+6fXyS996vVx57nwZHRorNz+6Xf74j/+k/B9/9Cfl/fc+KkMQ9fz0dBmHwqNDR+XC4ny5sDRflheXy8zkXHhrYm62jEK7cduQ32HwGKFDjiFfJqbke9pgfAr5M0U/mCo7uztlHV5fffy4bD2+X27e/Lj88X/9Tvng3sMCcvSRkTI5PVkWl5bKInxgn5mAb2emxssrN66Uq5cWy/VL58ry/Az9tZTdnd1ycDRStvbhgWFosr5V1rYPyg58/MkH75U//9tvlx8gwy5euV6uXLxQXnju+bI8Mw8u8PPYQTm3OFKuXV4ss/SzY3hPmQkXl/29o7KxtV32aNuxyekys7AE40xGnnx65z603yh0mUKx5Zj2jkyzHyjv+BzTBkd0b/u2YRgZeUB/v3//Qfngg4/K7du36R8TZZm+tLi0SPsslDloWXlTGVrHhKGhIARGYAUPjyAnh+nrx8iH4+3dsvXgUVlfeUzlj+g/yF368vbOTtna2S6H4HMIHof0HzKV/cMjcD4oB8TZv/b296HfHnXdI98ROB9Hnns9bJ+xcxCUefaJ08E6G0SxhSEJ6L+/4Fx/631LZh+uoZYJ8i17Lz0I57rl6SU4ddHgl2PT9+EoD1poeLb7Ij2+RFA+PGsw5SA9vjjfl8NFeMrZFvq4KVegdxAgjTQG79x2+IdHe7T3Mc+VG4wFy/S3paVzyGrGQ8YHeXdne6tsbm+WzY115O1G2d7cKFsbm8il/chkxJlF5DMirK6chlv7rfGd7Esa0zYeaKkqPu1uEJRys1/jlkIO+WysPJtYAZx6rFxUTi4vLzPG0O/mFqjvVGSydWlBnjrik75DfzrumOn4+AAZcwDu9g/6+TBjGGOBfZVU9Y988mHu0gfgSaoqrqE3eIVurTzRHKjs0ABvHg9ci08Nrc/Yp05VsKUgqalr38hV9DGwTlzrM8FTuPSdCp/rAeZt9RbsII5HZ5R7Nk+ezAezGdFh2f857mSkeFl8o7+/6nJT8OMkY8vUFGOBYw1j9IRjN/1A3SAyBzLv7x2gw+zX/Miwg8PdPLcktNpOxlX6STvlsbpuV3zNx43wLc+xSz00+msf3Z/8yroPd523Y9MAOwTZo054hdADNJIINmELVroxkslaemGnT3FxVsdo+b/ot+W1TJmiNXxrt5TZgPD8i0IUVBXiKF80mAMNf0MQWlI4kRiD4PsHfeEtzFrOIJW+qKQv/zx0tCwq56TISUgd9Czd+sNEDJT1rj+Ymz6DsUpvI0xyfPkvs1umjCY5j5hQjUQxr+Udw6QjMKmTIRkdEV9796miKhoN01MP2+1Ac9XOdnZ6FVonMk5uaktUACmDL39VELZQwhcWl9Ip99YYJFDshKsis4diZt4VlJPjM5SHhlJ+w9N1QAheRNZ2YNBAcVFJ9mOZvYGDuhzAS4szs3T83bIwO1++9sYb5f1bn6CQjZZf/tVfL//ww+8LKQJarlO6yFF7KDxO0tok9QQuZ91YX+tgA/H/8MHD8od/+IeZUN29d4/Jwkz5nd/5b8pv/uavlR2Urzuf3mPyfKt886tfLR9+8E5Znpsv2/sohwikaSYNdZQ+WZCK4j7Ca3QI5RXazc3NoPhfox2moOsW9Z8vDx8+LH/8H/+kXLi4xETserl48XL5V7/3u+X2x3dTHppd6BOBCHhpqQK9sDBbXnz+xXLpyuWyA822mRxtq/wdbKN6oWwOjaMMohAe0u4oxePjCEG0271RBCoVVmZNMuHeky9t/5OoD9zVfmG775P/vfdulbu375YHVy+UF69fLMsL02WJyc3C/HyZhh5rmztlfmK47KuEHm5Ttn3QyRkDRfgcYhcHXYQ0wk1FdmPzoNy5v84EZLxMo8VPO5lloj06eVhmyDZ+oNGEAQJUh0cZxCdKubQ8XWYnR8v27gGKzF7ZQtYcMAA4IFoZx7PGdyNq7+EVehq0Uqjax21/DTSnK3+i/9sx/M8PXy0kzsGKNt5lUKK+E/DfLIPMxMxEOZyB1vS5DZT2DZSuba537etoCsrjcfpADArIiAkm9Icq70wOd+D7sofMGAZP0B7EpQ2qDYVax3rnINvDjmvrHgDS4/8PP1cKhO7yk3zVyUXbpt92Vb7aIgk+61rLNHViieLCuNAmPMIcVUZqBIL3VVyOjiYZYzH+wRrbQ9uZFEbxbPpDr4CunP8H/YRWoUtFOopyGFxKDFbMe5RznqleOSGO0ss10SeCKdNxe9Q+8fjMG9vFvp5gsV33ER/Hr6a095Rjy01bikdy/b/uyzHMqjmeMY3qdKjxcoBMj7FbOfqMdZdu2HQ/N8gL6s+OuxnX6QMa90bTUZyJYb6swp2Wao0FSOOOB2Y7YSoQi3qa1jFxzVCV7oqHQtx8Vq4GRbSw7ZwdXBjAdFpkDMLOXwYR+aQhIgOZt0LyW9rIOMGP34FH/USDV70ENU+4UJiDobsPQ6Zu3cNTDZGBgKxaYlWILVwF+BhBMkqdJ2OhY2aEJWwf5SHpwdg/69+YvvatUKWHxSmMiLfwz8b2Mpx5QXrLgY51ZlaVw9DQ9NRNwdjuxS/t0CnqVamsZdJatYRTNKhgTkdyz3/PqmI7wpzClvlgtloVfg6xIu6jTE0z253E6u6jI2amx22CY8Spuveyc6EFz+eZD9JTqhXAeqjccU8a//qkw2pHG6k4OQA4Cx4d6lZbEHwONMJy4jWDlXYrSrrK8yETLyyrKNBrKO+LCwvB3RWivcyKxWOgGLGqUTYBxVc6Bp/gxj3PY4EmgYNbU9ZtDzvnDCsBx6428FFB/E9/+mdl7dHj8tzlK2Xi/iyWbVaZDpmZw29TmHftw+MoPNJRK3Cs+bXw4Nahk+vQrBGyi1FBWkD5fu0rr6FkYs1FaRLH7e298n/+6V+UN3/0g/LqSy+X17D0v/zyK1i2Z8p//29+t/zgrXfKp7dXyibKsFbwWtda3w50BJxK28jQXtpkHqX2V3/1V8u1a1cijD659Um5d+cu5bG6g/Xsb/7m78l6VC5dvIKlbYm2YtK7twM6nRwJTbFo77Jq9WSlPF6ZLQvn5srla1fL7NICqzDDZYcVmluf3i6rT9ZpKy0YKNplDB5EGdylj47tZhJru2o52aYPi3VfxvTrUPsu7UXfUB4dMHnQer+5cVQ+vbOKhXulnKP8l1+4Wm5cnyjTTETOL86V+Vn46xi79952eYCcyAoYKy72p6pS2/8OKJT6Qeu1LSYctMPYCJMfrPhL80f5xR6Akj7CNStb8MoYq5bHR6ziHWyW+fHDsgj+x2UWXhgt69uH5fGT7bKyuY2l3wlBLW2EPIpw+0NkmxYmmaJj1PQT77sgHWSfFryuq64BUunUe0hfpo/sugrAqoITqcnJmTJLvcamoOvsHNb0w/IEhX11a72sbGEphcd3ur4DOetqKRU9hK6ZPNCGTjwPrAOyQwOD/Tt9qHWurvxUo7uudWyI+TtQqcHop15b6S+bZxDYT5t/ENY/33Uj8SAPfB42ppNn5E/lmbJNBgolO5KExzogtmOVFV0EaSzzCD6xvQeDMOuqLZM6eR1eEPJIJgYoNeZhLPlFClb5WYM820sPzZpRwvyhURJISZVl+4BPpIFWasdWxzvpp77lM/I5eamX9T6RAxFc2gZkrVZ2AQwGb1MOvwPXUTQtz8fJ0yUKAgIYSOztTxx+cjjS53R1flI0Kp9WUqgH6MVxxK98qswbH+ceg6MG0XhiUHDGcukKfyK5QpIh5S0GmmcNGYdIbBmHlOn93t4+ZdAXqhC0s8AEPDjGEuNvrm1RaFcV49ocNqSdTytNFHK5xH87ENM7kTNv2o4v41Jx4lQE/chcURgRyg70I1C5WhlruRHaVthlH+BXfMALRmyh4i3TYU8ijTj1n9ZUrdzcUW7qVDmeKIipj4U4NtysbhgSuCiBdoZhlUHyDH4sSCEyrvLHMpTKp41ovRhxsVCqOGEJQNhIwn2I3luSFg/kWTqYZYm0Xw2vgUoEXqa3lm+S2jbWJzT5TI0rqEovAA3Asgz/MlGhTeK+Av0VeMdO94BdFetOaMIPMXBRpSOW3o5ZrsoyGTg3WlhOCy2ullnLcpBVwRnDIqi/UGNm87h8p/I8PqYQVoGHvV3248+QKy5bXWqs8fJjew49bHvzUoZphaXCPjZWBb1MXsNJXGt71LhMJlA0opzDv8K/cuW5LNdrFdbdQQXfsIclcReFI/kpL/0mAxQPRS6h0ii4dzxb25v08MrIGOX6nzax7gdYTWs/GcOtyM7pZGaGZeF1rNBP1riemi4PmETsrT0p4zMsn6L8zc8tRjl/8mSNzqwyWMrK4xXw3g+PWUjKbb8QJzwU6tIG0MYBUVcpXXWWcf1YXqgWb11G1PIOsOw+enRYHj56u/zdd94sb7yOK8fCRPnWr/9S+f1//S/Lt7/zVln92zdRrK0+zJKBpJYjPRRw29vbWF51NxplZWKl/OH/9oflK6+9Wt74+htMAF4uF89fwLp/H5mwT52myw/efLP8w7e/U1YerWE93kVZs69WyspZTgDs9+sbG+Wtd98udx/eL9defKE8/9KL5eoL11H0F3C7uRBXkocPV8qDB0/KKq4jypxygEUb2u5D72GsF5UDKi3qapnKhv/SrivUX3Bwgj5J3x6jTcegnZbzfSYHDx9toKSuYu07KM+dv0x9FotuRhfPLVD/o3Lz9gPknpMC/gTJx+theM2PLn779EHnqns829tCAT7YYkDYYfI/XBYXmZQwuRinreByPvAQ38P0yxE6qe47YxMzLK3jQoV1e3JltDyENlvw7Z4KDdXWkn3ER4mnRc6uKyp+KedymXgwU5aHN71GPpPP9MqzUS/Ent/Qp6NRFGoVJyYhQ/taQJkcU+cJ8AYA/DtZ5nHvmt/eKE9YwdLNZ2Nrh5WRPerMeEBdAJ48x9BXfPdH9tNmdeCyHsohP/JXMA7eZ37VKp356OmRtW71OWVwUcv6AmDIRmnipPMLUtb27xD4orRdsn/ynzSxNZIc+aW9e2NvF5n4cELSKM8jT1omY1ses1DZ1p/kHUN+++CMSXxL135Np4Ka1Uj4orkVanFXid9lFSsT0eT+/C8hWXzFwesTCCRzxqkOzKAbzBlJa3phnlGssFWPnhqgiY/99F15BmDRt0foFuoLI/QPlfk6Rsv/jNvIDt1IZKrwqcJFpuKjXK83FQGjg0/6Tu5O4HySHj5/ejBto8VpurcyBnMPxnmN1peRgqp1QVy9s5UNdSTJ5TN+NTxS64Z+BVYhpCG6xpBOEcQngTcY0lJreWhKEn+lu+PQzuEOeoJyaR+ZP4nuwcogRrKRERR4BkH1QeWlhsrhIxCgiZTY6r0q/EpgdYdKE+RlGqyPh/ksz1zSWNlc79FxgKdvgBjl5/RXTVgR9pmF+BkM3sscCllLUMw5IDhQt/QZACRelzfF1a8KShhwpZWN4m5liTuUU6lifwAZLFmcFd7ONCWAz6xcl4b7wc7Sf24e4DtZIKlo90J3rfLNmBh8cn08mgYznfjpGz2JQh4fcApU0RMHiR0LE8vZY1g7tZbu82yPAUxrqDQyTYSfiIZpRLgh3cMkF7XeJ+Oe5c66fqadyNjibS9pLQoOtNJ6BOEnXjKTtImiC/ltUSnFI2/4iHfFovFHbeeq/Anbv65BKKMyXK1LjZf5x1hVmUIJVfHaQRE91NRG2mGU9rjIUI74jvRoRmuTnf+Ub9sKM4jJ94RalrwAH1E/O9RwJmX1eQ8n6mzbyav60Dp5sZPpK2hdnIipxEsfJzQu12tht24bKELmUcF2giHNht28IIG4r3jU8qRrG+hCI6K18telXYVA/ejbPg0t1tfXgbkXV5RKW2tLOUiPMSyV21gpQasc7x1W/hthwAK3xUXbZxgL5pP4fToRCm0qGqe+a3tIi/Y3gv/jLlb173z7u+W55y6X8+fPxf/eNFreh+IfqZI6Um5+8hgf+e3y1ns3y/Xnn6ePsUwtrZlcnBXkJf2iZ8HfbmX9H+E3/g9//3380z8pr3/tlfJrv/JL+LC/gSvSGr7V81HIy9D75date1zjTpNWr7StvAatYQBF/1gmfONMVLbxc/2gvP/+J1jcl8rLr90o11+4Vl555Ua5ceOQVQlg331SHtzfKBtYgvUZPJShCA4VsRgN8jbXlph2gF+1dNhHLl9cLOdw6xmHf+f5XV1fZQKHJf14vNy6u17W1o/KCvAvn1/CH32inGMvw6VLm7TvO5Eh9reKu30Q31PaMLyDwGcThyRH7h2XLZhvB//1tZ398gQtfnHrAKv9JBMBFHcGgfGJaQYLJi7Q0z5Ez4UnmHQtsrI3OVRmn8APG+yxwNq+hwn/gDr4J4seAX8Y+BGvXDvBdSrgIBWe8AEfJxKJAanwOHfeKwNFlJxdeuLgf3ldWtJzghPfwIB34QH30YyD+zx7GHag1/r6ZnnMitUqfsnrTCzWmYTtUw9Xv8aBfaScpY8pW528yjcq7PlQF9ulTjSoO/lOh0HZP/jMPv3/1WDfqXJFCpxNCNvQdJFd/BrS55B9LXjfgldJ3z3vw28p+r/JR7G1Z/Xjvaoga9m5ryzWxVcerW0HAPqQ5ch9UY7gGfszrBae7EOWJ7mzquERLvqo95N95kp+eqaEn8n5rBGhRYqodQ4NQVa/9H5gJEVjn0bGz83iKkf/0bX0Nu6KjzHSDI2gMCJ/7b3Ke6UAhPGu0qerQsagrkNYTqOjv36CS7/Q5D9R/TQOeJkWevbbDz4hnyKta6iU2wNlg4T4/nj9BSF179I9Q/IvgHbi8aA8GGDfE2m+6KbSzlXvakhQLu2P75XJPdxsGRuOGHfjtoJ+GDcZiJV9iBorkWNuQTh2HEEeqi8a1C/lY/ltoIvlmXGWmclC6IeXQvek0Tv0VUlpA35t80r4CEkGBq1C/QyW1QEGiX1GhOEuv0I+mzw7xkl+hK2DuHlUMqry6C9q4SAlhQk7qAfVocFywEOOMfSYwbjaeWWkI2eeVEuMzZd6Wr4RfPXK4EGHlg9qIE2bZUGlEOqICYH0GNFlKPmxrNE4bghw4HLWpCtM6gPFVdgddGTi3mADTXobJMiTag7iH8gNidO/n8GyX4cuaU3R0vEr7fLT4lpC7+szB3kZQQJpObROWtDE2eVol3iklTky8Eo/8qQtAt+Ob70qHbUQOGjLjPZin5kl9O7SW3YXmRpredVfG0JmQN7lfgwcdCmq7QQM6SS8LmsQ8l5MgGsQSxUh8zjQyDNarbex4k3gluSSVQKgnCVbdy3S5jnAbWGMNhOuk0wVcuuQDU+UMouivvrkSRT8wAf4PP7Ka1i+91Gm6Ib8Adf6NhytnfcSgDKMP4AvdWfQXUV+cq4s/f3IS1oRnUTsspFqgwnMuXPnwG8IJXSrzOOGY59R0VFhGWZD7xQTwvAXaVWT3ARz5fLlbIR1siWuTSiAzhlBIjrZhVbANK1tvs/k8v79x9mA6MZccVvQNYXyj5hUHezPgj+bDLfXy7sf3MPFZD/+024iNoQG1t1C0w5QiEj7gytNJpjAD3UEmu/vDZUP379V1lZXy9Wr58vLr7zAJtX58tWvvYHFeLrcZPPzBO4hh9DZNkvfh/5WxzmaH3RcqgG/MKk4oo/uYUFfX98r//B3b+Jn/3F54aXr5QUU98v4x59bPl+uXzuOz3x1mVnrFMBs2YwwlJb6lYfvgG+Qv6IUY/FaxF/9PBbv569eycrg2sZs2dLvWr8WfGp3oeWtuytY3Z9g8Z4pU060ULiPaA+X8dNPuB5FWZ9wYzbWGZe6aVV4BGOHriIplPaB5vL5Ov7p2/iHr6LkTtIe89Bkns31qCnwF8UiZ+m9rIAxkYQgsxMM8hem8HHH+ogLkAr7xtYulu1dFOSt8Jwrh3X5nZIpt78UTz1oI8v1z9rDTGLUC7mjn9oOhty3NNxk5ZX4+ly6MCZQF63mM8jG+clSlnH7usjmwjWs7Y/W18qtR49YFViLtd0OHNnPZMYJ/MhIp7CzBOEgaZ/JCi0DfHULEIOqxIvP6WA/b7jaL1sYiAVOP97n4eCTUS3bqd/Uvge/5j2V5Bf9tlYh7Rj5STs5LjseJPA83EAbd0lP1oj4ZyKVuQTwlMQNiknaJ2M7N7JXe27bxCjoeGSfYvxSpsoXDc9+aoGlR/E7WLAlfF5oab8oXYXRUjeIT8s1GD94bb7UsQeIWpLAMfX8ucXy8ktXyvklNtYzhjx49BA3xXdw+3uAvHP8QVmMztP1WnhZMI7N5uciwIUvn9ffiqlltCIbfTsqpg384p/gd4Xby5B4QdcU6UM1WfdEfE6HVkqD+NnnltM4zf59Vmg4++z0dS9v1+zJb9sLClxbX/8M5CYD+JVkfk5CN3+FIW01yGpI2GdcdsP0wQS/KO26P2o001ARfUi6kc9rKaieIaCsGIV2AoWniW+4EZE475uV3WtWOKleR/CkIW/N1GpbK0jaGm8l0MkSHDzTqVFqGcwPhxj4FM7AE5kJZn9Vt68IpUPRqQyWGWWdBCMsnfLNkIWQwN/UZ7KhePin2NAKJJQE8ZUCxvnjE65V1Q9RjMhJMnJa2QGONG0VQVwQ/CabSRMsqzV2+/WBE4tYHnxqUX5xraKjOwwFBvAoioPxWivboOKGsqwaqBSlMJPXeqkEqCh5xwW4et8QqjgCMOVZZv10NRi8Fyei63Px7dKCSw38osxkEBR3PtUlhEtnf7RVyET5MmLcooAXhc97/owXP7F1qPa3TUIqfWBG6i8pYiHnuX8SN3hxVfFCwKIYWk3dTNzdruVthM1zYqu7gVQ85FdUMaFk4Agk7mX1MW4s+5DB3HhKROkgHTfo/uBHXU1DBzjkhJsMPizVe4pQ6mFPzJIieSjE5+KjxXwaq+jc3Fw2ns5zOoxWei2o+uHarm7EdOPqOIrDDh2WbJldC6fyq/UHFnweVw7KSj3A3Y7n7DyrNAwyrnJ02JMGhUbcoUPoTP4DhLECQKVZVxrxiu8/SrK+1ypBu7quUON6QsxWLasCjTIqXlYuuOWX1KGtdRZn6Ey7OfOXjgdsYBSHTU42Ksdb1Hca2oILdfc0JCcrG1htd1HszXN0jD89pxbYc2oZ8AhF8k9A2YLvdlHMJ1Ac7frH4Hy4T1vP4D/OXoHnX7xBvv3y0c1H5W1OURnGJe+NN75a5jiNZmqWk2QAJHR7ddztQnFoSV2k/ySKbyYuCM46aaCNEUOjw1Nl7fFu+cGTd8v7735Url2/XF64cSNuP4tL19lUPM1Kwaf4od9l8kEJ1GWGyZQtcswAb1+xx/jxT951ZeUhewmWsHTPsgF5h5MqZjndYYF22WSyuYCCHuWd9tnBlefje6yY3NnEdYfNltTftvdz5Mkq+rfDm54wo/vWFIr78dAEijUrAJy6AvNkCJZXjvAHlycOIcaTNU7MQHF/gsvNmIo69FycA8MReBL+zlL5ESfKYNGeIc3QLJNh6L5NHafWdB1gIyi85AlbUdK5tzcbb5lcAMO2s5fTprUhjegFlSST5BFfshgpoZFJoB0AOqpxHUFSXQ3pGK54aYWaZjWA5k1/moOnPD1q7P7d8thVAdrV9lYpqwHA9JUj+wx4O7A5UPrbFHf72xGTlTZJdbXA0PpkA3VWfWpdzUD9u9DSt/v8WpczgjBDv9S/ltlL1qpgBNeDt700P8eLZnhLEfK1OIKE41lwISJxNUHiMqY7rtcGzZOa9mn4D9Sqo4GZBi4po383cBnYNW24Da5z6uoYY5+rqgZsHv6yfZxcimSdhJmaZwB0MizjphRZ2T8BkDblwXv+5nkat+Hcb/MeMpT+ZcKZPCWOKawPqfaJDiGfgdAgXUyZaHEXX+41ni1jILi8zOlN0xizpsc4zev5cgG3O1cTf/DD98vt+6usSKFrsVLsWKzB8pD2s77KXEQIdOtKj0HTcnhoAQQlQFyBxYd7ZV1w73BIojzx+Vn0qrRMedKWfAbH5BaUqQbbxfLE0j+DeluQbQRLdH0WmA1R86ft0qz0uZomQLovjXgdFwxGh5+C1kCe07Tv0Alwx52mr8lXolBr0BEN6AfqEchyJ4vKq8ho0mqYGuMzodIeQ1YdP4K7FeLTg8KF+ocGa59X5Vwtx1BTOV6rCxjcjtTFc8WDRpA85UsGMBjfL9Aya3qf2QAHHvUHkjaoyno298Fs+jHK/7XOFmpqO0/Nr9LSrv31WZtpaL3WUmqzpHHFP20knFwErs/CZKayIH5d9jVocQ98mCePKKOFdmm/TiDL6fqbVwI1OgwOFpJOBcqSHEgciBSQKni7DMx2NjEVho0iI8vDVflPiZ/7FbzJ2/A8ndj4mkbxZrr6OZ0u97UalI0iAs1dBWjBwc7Zoh0gqwk+t5enZo3WjbYd5QeQst7OHquvqzzUZU0BHU6WT2j01dLscZahC7hPoJSqtByi6ByyPO7qjDhEWNNA4Rzg2lYqhAbxVcfwVrjW37uGmjh5hKR+tNZ3VIsd9ddKPe6RYdS7nfIjEJ9N4drRlG0VQf3Vp1FUV7ACa6n32RNcV5yIxZcdBFzWkqtbUCS1kNiGG2XYqcEwuIJ9BInW8V3qrRLiBMHjPU2TVQP7Dvg+wd3FY6XsEzMo0U+w+i9jhXfyYNvN43by4MEDYGgtDhXSDo0WDZ/KI+0OfKiHfcw66Pu9NL9YBRB11+f8yerjssbmznMXzpXnrz+f1Qhdd5xIHCFE4GyUY51W6uTH8tIO/gYRKyDT20Z8pBuyQt/v/X18mHe2SEXbseIxN7dc7t2/V/7zf/kOk7k96sNRmrqjqdxKjw7t0EZgAqVABbQ8EVelFCQ/cgLMJMdioRFr8fgE95r791dy3OYLN26UC7iqLC7NccLMUnnvrbfKJx9+FBlW3SuEC3x+EvKLUQIpfv/hGsomp7NMf8oqxzD+/HNcs0l0wYnVRDa63qSsIyY0e2j/60x0VtkkrAuIE8bUIkzLBImNuArjSfjzPMdUzqD8b2zOlDv3HtEm8iaTESaGdgJdsJQbLLiUXY7uXNvDUg4N3H/AAgSbOIcZ0LG6k9b4MdrUDd2A5vRPyoAGCyNMYphY6LIjTexVmQoxmB6j4Sozs3cng2u//o3uHTVqH5ImIZNtS1+l71g3FWVi+NRB2dUD95lEA6CRmnwW1hh1GobXJ/Bvd88P3FgOckIMch+YugbtIb9VPuSAA+5tdo8AdLJ6yMzsgHo7Mbev6u9jv7SMJiMsxzy9/nmiMv0b+bIpGuZpocmrdv+L+OvYZ7A2g/ieHg+Ub1VGUlW7Zc1G3MANMDI+dTCF+08dLJ8hKH1D/unxUq0hzSRPWduq3MuH405OidMI5CqhE7fwncjb38KPtc613sBI/TsimO7M0OeRMx8/JbLR9imP0w5tHLBNVNjix54MylX5UYWdsRE5PIHsmOSIqBlkWlwoL18sF1h5vXbpYvneD94pb+OiuL2PTGCMAxhZgQkSI9AvHYAyTtdXXmm8Y7GNN4xv1/34OtBmTJJkIctJ2g3ynvlqomeln+mE18bOk7CF9mXDID7KgwYxdAfY4HNht/v228pr99KkXbdn/jb9qcV5ckx0V8btCWgZj4UQXySgOe0TeWNd6XqZbGIaqrBr/aurjE2JfEPnaL9qmClH5UFFpjWqswsTtVo2R3k7k40l8CzPk0alVUXWzW66h+h3nAEHxI9ZrnF2dYSTPpyWztdKFJAKjLAGCdFgi6hBnCxWhv5MkCE/J5yR40TqMOZZcE+kqjfBE8FuY+wxsKAK5oFMnwHQhuBPWql87RHvsY6KHDevcLQDdWmCotIw9eaR1fgsrrVudVmo0cg26rdLQ3MwrwN2ZmrNzGQiQXVluIQYNxHuMyt0wMvEgwjyxi+QuvRh9q9aeYHHjTyiYhxe4V569jo72WS8ugmSQRYljDGVrHCFewB0D+FehR+qoNSwMRC6MRRH+LqCYV1ExPE0CDm2cFlXCOozI4yrPCSuEXfBQyu3dXOiolJiW2mZj6ASd8pOh5DXeHbgRAsBaR3k70msqZ617kzZjhcFn3Z8zDn6KtdaeW0P4dnSjVLBG0wqZl0sdRGuSpoTwPC+eYiz/xhU0LZw5dHvW0V8CiXOcnSNEYouVx4X6mkrwtG1p/rEc7LKpUso2KvEORmTIjX0r7oIykvwB8YbRaGTJvewcNpPZ2dnUJ7nA0LXIJO5Efbtt9/Gv/08d41HqIcSJx9+EkgNfP8aDpkU9NpR3qRvHGyUr339W+XVV1/j6MZP2dgqf+N7PXOu3L13n0nCXll/4kQC1yUs+Cr9nts9WkWCbAoWtpkRrYa2GbxB++iKJx1cJbly9RKbd9eY5Kzhw/643OOs9eeuYXF/4SouMpdRZofLXZaXJ7//Xmha6zHwDfhaHxRHFMQ7KO1be+9zTv1kee7CIptLZ8tVfNvnOed+dnoJWu6WR1jCJzje0T5/685KVShtf7GlHtlkyaoPlGTyw9m+WJwnMZ9oRT4H/Sc4c91BfHVlNdZ6j3iUD9bg0xE6wx6nB9mP7Be6zGztPmFgp0wUlykGdTd6bx3scL4z/AHs7NPA1WwcGPK8LKAYSVt5w+Q4m8u1/uPy5IrcCJb99JPQ18SVV2v/7tO83vsYKnXRgW8ZFuGf8dRfA4qbp1xJEV6UFPh4iv61ODVTltiTMDKGPzJ0GKK/aVjaQSbsInM3meR5AtC+dKTNhtk3oG9oVjlJM8yJQEOeCqQsk0GAn2+R8OILw+ckTP6zgJjnny9I20plv2t9Q/tQHRpB21778Nx7Q9q+u859ZYY8q7TL5c/l62lUFm9D5Z2uZjCOR5KOeogAG+B1M9jL2IQSQ2fPfg5WZ2bZA+TE1761g/zcYoK8wXnt7VhlFehWrpPB3NTS8v20r4pSa/d6d1bapz/pp65p/O7gcemdNc2z3HtlOyor+ANXFfQxlPVJFXfqT6dEzqFnIeZfuca7UZZ/rXyNPTvff+e98t5NVgz3t2lf3TxdLwQaxTkFUIban1NC+kcef/bLBGIwkKb1+cZLqUEjS4MgXQfyCON06EqvOJz4HkiZ8rn/bPaBRE+5tHzxOBWCVhf92af9xBaZjxm6unj/+YH2UCYzRqqIa0xQhzrgFBnbUb1BXUc9CetbxkyfC76v41Y9qpajnK2GbOHKIf5K+9EsIVCDKBtRnmUSkSUSGV0J3KFrNKXkAyIqHA6QfFclNTNblCMQwzAGghRAR/NXk0cUFRAFCgioJCKY02iJCkJN8ZNdxcEXC7XNmrH6Wr6PzJKvpiYJt99W6qo+tgZe2IY9ZvEaAZXO4C+pIA/VJUXNlJynvxqzSuRsVmSQUfGKiwODq3CqcoKCk0kMlCGtIOMPyEVcELRe899oqWUgncPG4aOy531tpA53KmBcw8GyerQbQJQkFW7KzU33tCsjd+ZuQeVRKyTMROVrm3gJ9DCNjOMkwfsOh2RV+Dsg1ElK8O1wzjhgOyMg3Nen76pKpQwr3aVB3Imoqysx0wzUPouCzkToGKXRlwcpqHKaDbRNvTqUK50ZyakeGPBblbb4tAdvZVofX9tAAbcXVwEmDiBo51IxVymPEkE+Ld3rbILztJQZlCYteaZz8qli7Jmons++w5GCnk4QHpDX2ypOmKfSNhaeRi9+xXDYToeiYV2SlF9frLTPpjsnfNymLUZQnvXVdZLgC0SkrUdNauk3aOFewLriS5KWFhfjvuPmzOZykTaRlwjmFRd/W/A6px+AhG16iEI8xsuFfutf/EaZw2dfP34/e/hNOzmYoVzdTewhWvYx96at0q9s/4Cm3tBwoBiKo234WL4PelzHxQKbI3/jN98oN268Wq5ee668+9ZNXFTuUCbHovJio80hfa1t2sqfWkicfO2hUB7hw63sGaE8A1VIv+EqghJxGau/E0GVXjc3z+Cu4iRkB5o94aSdOxz7+PjRPU4Duox1fKEss9HWegrDYPuEdrkDd+6tPwBx0cFlyI2c66wQHDwoD4GnG4ennrhSND49US5g2Z+ZE891+Krud2ktcMLVgzrCqRH09j3r6DGO83McdUqlD/bYOE3/E+4sJ+hgHuElVPIlk3/7DHTYYGLgxvZ1+HSTjapjnofOJGwUr6bhNazw4gIfDdHPNzmqMwquZYZ+tA99Ulo6EdAvfg4Ff2bGs+ndEwDvKOQ75S60Dk3qly3sVDP8DEOEz2xryOg4omyM/Pc+XVVlGkmrYFAeQBTdHMao9yS/M8pTZL4vVXMj8wjywZNuPGN/hWMhHzPx2oDW2xpE6LvCVgbr4nNI39rH3WqE02VU2l3xNdhurh6EDxPzlK/Qo7Z/7S9p9LTNU3IQTRoVIcvgj1KenpQn1reWkCHxc9N+3sNK3zp2CVFa+5d1Ux5aZ/9S+7RdH6+MRZFIZ5fQxpizn/50sdY9/N6IMAAudaqDB20K/9K24xqXqIYvIpxgQruqHOeY133S2RecyM7R35bYWzLnRBfFyEncKqdlPXo0zOZMZBmnNznxa4TPWEZu8Tirrnne4RddqMt4VlrRP9OQaHFWaCCkPONTLq3D83xqTHcNX1he11zKA4/dzeoh7qPWbVRFHAXHU/Qm2FczOYdsmLqMwWa5PP/hp+V7P3y33ONFg26qT1+TE6BjDDmOy5QrZk3XGkCxh3PGiPCUuJhahMQXmI5jian9vPYVn9ZPn9OI6EKlBTKH2qkp1eaoME1iXr+rTBKuaXl+FrCkPfnVcBjEoB9nbINtdc4G2oxs0diQRS1/+7XEweuKQcMc+FTK934MIZtsesdjaeWLOQ9494cbU6UfIy5x9k0nVJWGxttdhZ96S2PwrB/onnEWg1Vm4KkMlmESSyiVNdvVkHtLB4wCycFwkJC9CkADre/oLhHMvl1ymuPnVDhcClazR3ynocyjlbrsS0QLAj75RWqYY8wMlui9M5FYfKlQj8GkNx+MQCdwMZ9B+JX4Er3G2Q0sP92U+gQuA4aTAOFWBb6lpXzpkHo3eOTvA0tCFUEHJDtdEDY25Yl9zWee1IsGMCiP8lbOZBjEL4+f+mXRHTr9NBbb8OS3hweJU9oAvt77qSsktDWDXcWywhBHcw3jVxuYPJVWNZPtZH36RYtM7QTkom4qUPqshUYdohUeJ6DAAzKrHT/8Blhp50SlbXa1TP2y3bsnp+zLwJYBwfSzNzR8xaO2rxhUFHvPUzblaH7wGYnTvvIRMFXAp7Be1nhclnhO7eAD3oipX7DA+Wjp1q9vfnYBKKyUwL+6rWxh6faFRstLy+XRyqNyxNnXClXznA6Nf1q8KcRYtyM7s7xTfdxaiv6vaXwunq48TNGXVOqlo6s7W5xnrcU1MKmbk4nQtKN9FbJ9eINXoWOHrvzoxPDll14uv/07v12ucZylQcX8ES9S+vG775cHDx+VYeo+5fnwwD/gJJtsJKUu6ewChLb9CRO17PCwX9Ugnfvh8aPN8r/+L/97ee2118qv/Mq3eCHUy+X6i+fKd7/9DuXdoz1IG8EqovJqx1vKmNC68nhXDQkbYajgCy/zwOM4Hz18CP8c4RPPpAPlfZrBfXr2EvCfY/Ppg/Lhjz8qn2Km21jbyUqP3bQNSJQYHiCCq1pSlB0GP0/G0VK3c8jwgyH9vVuPy4d3HrNBbIE3sc6Vaxd9e+Eo7cSgiluWCGYVRZJJCOUeVo1jBtWhYwQ6b33Vj17fd93pxpmwZpMquI3s82Hjhl4jrOWV45nRKKS6zCj0HzzgLHx85LexuvsCKU+X2WNP0TG82cLICBu6UYSdhKncR6bCNz2FAZpOQbtl3GpeuXKJycEC7jzQD4Vni30NdTVV7hV527fVwztp7zeBH3kq/Rz4RsvH8oPtlj9/W3LIqhwYpg+NgjtOcum7E/D6LJMUN+36VlXdYZ7szHPG/ByrFyruG2xY3cTizoRankCJcXI27FF4rpAxoTkGf11l5Dx1nCMmQL50xyAuDeVEdHFeN95t8V/0W/mxS9XV64vynH5+dpmV506nzaBPOb2+lWtJTyWplChARWvd1aVDKqtRp6H94tzTJLRLqpC+qkx2L4ZvWveBNiVfXLe3Az+4GsW9b5qcZUI85wlETOSn4ZkxaMBcOW/nnsUQcQ/lfYO+sOs+O6qbtodPpFiORoRWhqrHGf/Th7Pb8xTcVLjGyYuRXSpptKMryCqvvodj5RFH0z6c483Il6kflnPirSNESj+K3wIT9HOTs+Vbc6+Xq89dKe+890H5xx+8Xfci6ZbMexo84OEQmkYfIW/6S+jd8YeoCFe8CPXHBPlPnF+tLw/+Gl/7FDynaFOQnggDZZyI/9neKF86UX0CcK8uxv48UaGgKuP0cd/PaV+H3aq4k664AtMGouDb15Wb0k0XYMeWwxioNDAw5kl3vvxVnqorw/YnQ8hMpGyTmg0mON0GJ7MGOGWiVHAaAD1mbh5fT08zoFNRbCw7blbTGqiSo/uDosUirGSWEhC2VfGsBVukFVFxy/IpEVbATBWdmo6YwOkivSX4zFRAh8lbviiBwKuDivGkC7yUlk6QLtxA51nFMWV295bQ8GhC26G9llvhNoty0tIRtVpb5wRHLcugIaSPfwa/Bz+J/JJfPUjULbD4qvVH0KGAxP/YZ8RH4aaD2U6VfjAH9DFj6puyK0d4b11r5yQJ6epKC4IObrJjqDgapKtKkvc7vJBnjKX/ruZ5buE+28blRHgqNEcoKvqwxwrYL7ymP/HtQ8sZSAQ8eacKEl1heAaNq4sI6CHUdVWSR1O5SGgtOXUjnHRwt7fB45jcCKcCZZtqydaqvsobTn075sNHD3JkZ0oHYMMCkhH8rle59U5a8tHb3RdI6SY0isvBFJOE0Fmaks5pcdKmPaprziaKSU5CmGJVCh9k8ZBuWoztR9JOIeypO/H7pz6GauW3sidxIXmHL/FIV1c5PvzgZvmf/sf/mZczXS4vvvhi+cY3vlFucLrK17/xOhOU43KHzZnvvPM2Su7jtOkoG8oPtJKm4l15KdWvwfIqL6RuRCc5M+2h45nyyU0mBQ+/y/GNt8ov/fJr5etff6O89Mq18sEHH0Jf/Ls905u3gR67mZC+I/0MgWUluhsVPpsynC7xuHIiprVDpdoXXu3wAqM93ClmmfhcvX4N//+l7AWg5dm89W55iH+7b7hNoFrCiiIpjwFLGsfKD7yUDN2YooIfR3kxidqFd1k+KXc4XnJjm9UOeG8ZKzmqd97mm0HSPpUgIVyZoW8ccjIPbhx7O/bJXZTQjbg/besOhZXZfrDrZAyF3g3R4jIxiRsNxHDDqbLkiHPxz3HizDaTUV+qtYVSvkM++V+b6xEyZ2eXehxtxZotCo1vpFM2ZztBpW7T8NYljqSch7emOIFoFJxX1zh2lcE+HIrsGGJFRvpomZcKPpHstXa1vUNBIoWZZ3lYU4QEfHnXURNFmmsIm3PeUSbGKdfrUcrzegYa66O/jCvYpWXeTcDG54fsrXjE6sYTXCA2WDkJH6Do0/hUMJ2cM+E9Wcn2C+kopK4Gi4Pl8R/8vGq4+OxEENHGfHlwsh5GCcfPlwk9KNIoGSutKoxgdgKc1TKl9MyVv/Wm0lgo3LfJk5Pcp4dkfvrjn/JJUByA0e4/j0Y+y3PpwUfXWsf8cZSZjDGMT74JeI9JLN0mwyiLQbhTGc9qJPFeuwKl5XkUPvU9BeOsMK2yQXwFPl7nHQc2vFZW+99PGlp9Pi+/bTUY0naJGIzv1Tp4SQHTeRKf7e0+jdXVJ8jEj8oMSvnY9SvILcdRZL7jtamhESMFY4Iuk7jULV4pV87PllevXyo/+tGP8W//qGywl+aYYyCdwPreG0u1HI0s5ucyMX7LQ7Uh0hpEtPS57NJ21/zUvO2CPC1b4HgzyIf2MuMaDWp9zd2yeX12MMVnUwmvwjRXg9tBsOMn+FufVSNdFz3w01Ia5fXgfeJ6sLzrh9Nppau5MwYhk9U5xg/q6TGHvGRQA06TNa4iRTh14KoXglHKVPXFTDH5dYLVraD5MNjRQeqFDckl9yLjpaGmq9VII7e4rngHJQevWRT1xeW5srQ8CwPBXChtFu5GsiMGRTdvWWQEJheN2JYZ6OKRBPxybfmqtH6AlPThMfnAtCYgtir0QIDTa/Y84FGth+kcdKWRMxj/siRg9gQe8G89gouFAN8hKAObuBJFZYKDuOYZv55znOMsVUbAcjTHBvIAIjPWEehg+fM5iJO565o+5EbANXjV6pt0RIiKIfVuN8IQJyvLRxx1BTJvhdHlozjIj+WJ2TWDvEXZ4etZodTPmXcGYfIDu/0BqtLR1AychmwwZTA0nUv2omK5hoqWeJCWuMojnXKKdS9tBT1DW9IrLBScKp9alPXZjqUNfjl2aVOku/ZN9fkKzB5itXxiqU0iUaD8RYUABV9gpUuNQZ998Wv4Ctalfme2NHdC2hBa6Pc4yY583VKmOc1kA0FvR9pFyV7ChzsvAkLRHkb4uVzpy59af5Dw2PL51FZoVjBJlDQg4EqWda++xFhRsFhLVwmje04GFCqQoxvBQXcGTyVZWl4qt2/fKRcvXkQJrZtQRVyB4CqGn3XOG1dpdyJFk6bM1Buc0urhM2hOpH9ar9Q1tbhq8V1ZQeHbfK+8i2X90uWFcvnKBd5y+mr52te+Wl566V9jeV8vn3x8q3zvH3+IK4/uGQygWGC1/lcy2u5eQQh7h3T2w11C7nmOcnv9+ktY1S8xQVtjIrRRvvvdN7Op0mnN+ARUxHfVdvL0jxbUw+S3WHDkMa+lLQmkb+hu/7Vu0EHhqDuT7kNOGj1NR7q7g9+z710JnJ2eKyvDnGscLur4NkQDqr+J95eQKCln+1a5pkLc2xdCku3dofL+rc3y1h4rMCC8vslGanitCuMGH6g886SBNZTsXSdl8K7tL9+truBmg1Jq39YqPkvbDg9tosRzihFKq6fMTLCsquI9zUkwCvPpKU6U4GVaWtgfrKLQrmxirQcmPK27C0wRXicm9bJG1sI6ahTRbcSVpB1cDib3UICw6s9fmi9HF/jQ1z2+7PEqZ81LS/DyDbIBBWxluW0VWqUPeg+VhN3F2z5O4JVBmcCYKcHeW/+SOOnFDdTEGwYdxkLoWe5jrCp5+s3iDOMLLhDnoMV9FJq7nO3/GL/lWNSpnnUd1R8eN4JDlPYsT1PXrNWk85NGmU06aTh4lrsTEMnSQu233Ml8vVCvo0iaPoFM6V/cOAP5nFB5lfTSx3QhkuUOwDqVX5qRILEVJ3mpps89z6S3we/2LBH5qs/qfVI0cP0kXDlGGmxGwbdcLb4+7X+3eNN3TV8f2jG7UPHrogHYqyZRjWR2ZA1rOf9fXoVPxlG+p+Fz3RL5ilsMC1dYiqEbIg39tPBCXVxmcGmkv08jjzz6dJR+dISSdHCES21hlR8YWuvHJ7Y599/VKCbzKU+OlSsqHoN49XGufXaQFpX+XeW6n376GpG+NZAksK27/UBa+YxI9/jFuNLxl7jU8YM6k87V3kdY2X/4Izaww+fXn79SLl8+nzpl7M84plsYOdl/cszJYYu8i+H8y1fKVVyFXrx6sXz/3U+QSRxKoO4F4TzIQIu7MlKhkJVDfxv/5LfyeNUx5C3AMy6ZxvElERHuthuIWkHqEL6DEfTUaJvAayMrYdM5+SVtgvzPtVUFZC2fmJST6hPJb8dLLV/GADMQjGvxgdVxrP26ha5aua31aeUTJfyWUJ7gWhnQyqTS7Wk/zmwDQFsfEKO62dk6VBi6fx+52of+sI9rn/vEjjGM6GWisTCyUNp3MKuB0b04pKOOtpEGE/Vo56m94CCYhiCmkqL3qCJKpBVx6O8HiQJ72Yh0sglOTljgGKJFloVnsGaNdP6uNmIELp1J/0I/jUphgIHKC7sh7zMHuriwpFJ94vVxOHVFkgzoAGlEF+8IoAHs5QGfZ6maX31CXb61dMttwk9EQ/yBYsxbl1tJTTkSXaI6o1cRdnOiiugQHzH2NzBJZ336wZr+/INto/tFW5524Mw9+BwhEMTNIM5WKMoFz6BKRU5acWX8mIMu8R41JF3qQM3DLo10M239qr+WbxnGS7tKFSnd0SPl75mrF2yX+kE5MFa9jczCCO25FjtjhJ0/fq2XcbEmQGp5r9Jeqybp4XOPrhROBty0jfFMHCzTNCTUx32bJdhzKOmuBu2g7N29ezeuMR5FmQkStBjiYx+oCPLThc+0LBHiKMbxr4YmuuiMoVT29ytIWQYfZ+HUxfawPmkP0usG48qQLjCpM2n0vReXNdxYxDsVCw4dXUhTgzWWHu0+d6QXd5VP396rG9ssGByjMB6Xjz58iIK+Ut588/3yyksvlG9+82vl66+/Ur7y0o3yl//l/yoffXQvL7rRdzQyANxqHYVdQ8VTXmrhqMzMH5V/++9+Df/1q+XR/YdYuT8otz5+gO+8b5KrL5eqMqXD1XoRhF37Ym2/xJHE+Ag++m/eIIpSPoIrXvoafOzyI7aDuJ08uPuobHOO/oULFzNwIV34c0JX+34K4lIhrIX+gA+ck4k+xVT6WU/7h4OfYpQ0uqiEtqB6yFL2HoOjVn6f+ddCXBqMIUpe3KYtMaBzLGSdQLhC6aTCLBue94/fvkc9HoDQNFbzkYld6lXw2VUhpb8yIYm1DfkzinydnnFjMi/6oj3X8LPfgsc8i10StqXVGFHA3zKks/JK+eVGPSeFh+fdHzHLpmtcxcb7cnyGTayeB//Ik2/wIAthNQAAQABJREFUh/f9AjBpV7XWz2gD6JN2au0mDSjPwciy0i7kkua2pBAChTQ1Tts9H/LnuTNwZ5a2lO3KJrzpiWU2Z8+zSXqePjJBv+W9ALg/OEExKKfsWyNs3LZvuyTtZHt71xdn4TLjgBC2ylfy/FN8tf4QZSkFNt5olDiJRZ5CP3lNnjGEn75gUlBT/nTfDbOfDsqz5a5tXdPW8Z6N1vDKDG4tvp+gsAfJfQp7rOTu8vHaNw4rfbUaj8JLKuXZj8VmdY00k4zFB/xi/oAnnVgTzwR6jf5kvzhA2DsZje73M2MD+zaU+wJ4kdWnSNPobX6NKYxIkWfWRVl0+96D8mj1UXnxyVV81s9H11JlUQF3LDW/H4/idVK/yOlVX/3K9XLxGkr+2x+U77/1Qd6cjY0ofUvXvmPllqIA18G4ZlBO+CuQ7KNChDfty/ZD4jXWgVieZdLLM9vPsbb1e5OSJGRoR0CT+UsGiWj5zxb6OJ5MP0hrp+0nwql2StpnL/IEqKfdKH80CLqvxrZSRo2yub4ejqC+iFz0tDVpz0f52HBWNzB4PyqRBwMigQzE5GvwSc1wMqY2RuwWFkIncrlmnlndNIOJp0/4Zq4gSY9obimx/lksZVcWg1t6jVLxCZOIg/8K8U6Qq+iJchhsIFfwSvpK6fqd2PooaRtLi7cd1aV2BkCZVqYPPjBZx4hmbHD8bdemi3Kn0IcrTT/K8RUqVyqAPnfAdbDQWjbkoE39rVMGa34Di68Gt8Fuv5ZdZ5lBbKB0nxgGU9aYs79rupY6yiogVW5C49CSCAZD6+RHHtBimCUZgEpzy+MRVjbqQvK8YdEJng3BM/+i7HvHQBj6Qgd5zdy9kLiOVtCfbKHVMbSsg3jFtMeX0M1leYWyQhW0M8t0udSUKth1xzwpoKu015rZNrmK0ySuLaazjVR+vbbgrDbQXloBRHKPQWEGy90wQl1rv64nDhxuVJSH28kjly/Vow+f8MIXeShW3sCQn0EQxMSpdjz90uokTjEhPjO8Rt7BegdLyKQuMV2oVnbiOe5QJdwNn+Kh+4xHBq5hPdeSLU95Wox1VAExTfCQONBAOqZtQcRf/yrPVoXK4upzecyWsvpSsypJvja+bsBkcsAKhZOE9c3D8kOE/Y/ffr9cu3yu/Mav/Wr5737v98pf/NV/LW+982Paxb7gqS62Q2tx+0Kb9AnfIL+4o36nvPvej6gjvpds8r2+fxX/72VWCLaZHLwFoaAl/RL0E4Kldelgg7bI51M3SPuMOL6clGbAhw5a11Xq5uZnUFr3OSXmflywNjkbfXv7dgb5fc4od0Axfwey0gPehoOBgSXPTZzs7xjBRQcTFhNwF6HrqoIoObhqnMgGSymOIivdhoZ3ebMqCUiUyaGjGOW4oVpmtl626awbVS+eR/l0M/NOyhUXT3wZx4yoW5InGK0zidqEHx3AFzlScoZTjMZV7sWFfjfM4DuMm87CvEemomyPcToOZ+pvoqDopiMOh3ak0FKCGaCZuFDgJm2vwq5r2tHRNmmnUNyX04ecAC0vTeWti3O4+9xfXWPj7nqUdscAGi2w2nVdzaANqav9LoYM5Irto8zM4AQ/WG74lDhpE+HOjwESpN8L2caJDzr1GAYXN3O5CpUjRkmwzbK/R67u7m6S2NVejEec3HP+/HL6igq7fXYFK6UvQ9MFKqdNSWgLCgNZ0LOHoEtys58MPqmxgm8h6SnH/i/NB4Pp4JzBqFyHNvCiq2KOH6dDZCX8RS/n0Wfzn07/z3nfsBsgyQl05IUE6uPbsDVc2AeO4P/jPWQpOsYOluRxfg94zk/qbd1lH3kq4ze8HxpHBsB/yBNXpGaY6EmvrIhxHuo2b43eZUxzpUv9xHCaDZqsPBHfKmL65Kpftf3OasUuEWWb3nG25TS1sI3vw6rjs3qEm2nPnZvmyN1p6MHKL4ce3EVxX1tfwehwrlzhaEcnrBH/kE8a2BdjJIQuMyxBjDCW/Na3Xis3rl4u7713j5fefVIes4q3S5/QICFWwxBzGEVcvnTyU3WuhpE4cg382kbQC5o5/ic3z6S7nVV9wTg9JiNBqavPquIpvKe1Po8S+s+9ajyhrDS039z04urd00H3YZpSmd2CzT5wm2jLbHFibGj39e7s76em6coQrnJIPWD0wPFCAwSTzEPkPHqH45bGJUktvZXhaDTQUddidJiqjNXCJb1/sk3LkIszcGvV6SmVNJMKu/6VE7x4xUHukGlcxictGbYewQFNZculX9Cp4K1l11moD6E2vkRtyrpMVBlCwlkbH/pPWpANM4l0F3pXYSIik9wSky33+hNroKoM7tKE5UKaEJEBmeuKoOxnqNZ4Vwd8+16edWXLuObz02A4UCkc3OTF/CqMJ5webrmud5LIq8ZIjUnteC4Ret8ER01I4i8I4hQBZqcCT9sqL1axG3Et0wQuHc8g3pYf/LHOmd+yfax48UQK604UEU5OpF2d8IiTykDlH54LEpzlr3SIrtJGG19x8Zc0wHKj2PjxJMoUL+XhbO69KMnMKFGCxlC6KnWSWwhpRxX5HfHAAjmWOlZYli3jW+c6gSI35YubkzNvVNZtX+mjYJefXZ5KRwKuM14HC/2BHz94xBLkpcyQ9e3Vx352YZ5Bfw3Lj5RJlfiiBHkGWFHOQjWWa13+cnJiG1JWm7CKn39tEmHZfvRdVhnZwp/ZZ5JOFxjbQ0XaycACPvU+c6m/nRrj0qn5ha9yNcQLiwxSTT70WahgA9JuPlUIFF7Y451uOq4uSIdj6GRqT2XRSiWentwxTZlrGwflz/7yb7lnkGAQvPgcCtEPKw0rA/fbycLtdZX/Kj7GrK/tl7/96zeZDB2X//a3f4sjFi+nTVYf7JQfv/NhXOlsd9dycqqKIMkeitl+AcWXNOVRC6Epz1twYvPSiy+V85fOYVlaTdq7d+/jZsLyJKdH7DERqy9jMY9tJ0i4AeY+pu4O8lcvL2dQpAdkMiXNhkfcFAp2mMaHOG7Oydaxq4a4YISfPIqOycshFmUnGTnj3D4HbJFXYaj9DSpTtEJ6lg2WC7N1A6qbJ+WhMSYIE74pjPOV9XNfR/neVvlGgXn0eBUFFCOJ7lAYSpzgLXPiUjZc05Ce0T7HfosDXGT2cVvCLwaLImWDT2SmfYQ/SqKZbKhQN3wmuX1R2MpjJowoNfL9NLD0cfdouXMo7LoTTdI/73A6zgq0UbYw6sN/gEKg6Ybg8Y3SkarAGspwLUk+q7LSubM0kX7N2qQx4MwgirY3H/sAqgaKBcobsmoK+ikDmHVzkobw9X0e5qVS0+UylkjfUyA93TS+unoeZeUxm8Zxo4GGG2zqdk9P5JTtA01s/4TKaMG9j1PlE+/Db+LEdXJ0vJef7jr81IGTX1u+wd/I4ZopzymQXz7QzDI+L2T8ShLz2GsNRnx+viT7Z/iyat1w3ytdHlBmGyrW8CL1zioJfeiYk3+OcI85ROHehq934fUjeCaWd9pVLpYvPhuqrLAZkfzAKzk+Vb7zGFVZtrmypxdouRsIjfRp5xPxfdqmqXxG8WmL7nogef9SXgFobe/KP0SAf61vH6p8Ds7IQOXCIi+S8+SmcWTBMCtou9vI4bVH+Ki/zduiPyov3XgZV8lLSDD1EOrJJ5vWAYidgbHV1TfGD947cXlxvrz8woXyvR+9W9756Dan6Gwx/k4ylgAbPW2UfmMnFk8Vxmo4qfK9TRibG0/vhDTHvq5ekSX9Gie+tmq/7gOPT1xKlxDSb67rfaWXCSM/TzyrqXtlnsUCZhwMp/jE20F+7KRhVzYZB9JXfAaBnby2/QZRkCa2bz+ok5AGC7ubUsdHNOzhUqsPAQ/sAxoUK+27vt8BNO6ES0xKItIH/hmC4EBci+8jUK/sa35sQBX1A61ERLg87dGMLrfniDasI3squ70ARHqTpaVyXXxOliGPgjzPO/igQsJaA3MF14wQg2RqwI3jQ56UwG8aRxAm8bHPuvpKrAyiwIslHOZXn3EcVwz66vB67i/Cw57PA5Uo8ztIN3+kKO7iTSeJ8s+zA+ponbKc2ylAlQ/OwhvQp8IAz5x6cvatOGnJUhHQGid+CR1JvO4xH898m6bHL6r02VnNa2gdRDpFiUls9zUAyxjh2T6W3e79bfSttE0E+ICTM0nK9AUpoaYCGUvuPgw7qgVZC7dviun4QwuTeASn1K8ujyOKunZTwFTBojVV2mt5sDOLeyzdXDvYe2KGlk2X56ls+EIrtoO6bap7gKez7KKcf+Urr4DraLl1+9PwjQr4vXueZEL5oTFCDXxUdlNzRwd5NDf1RTdIT1ZcWHUCTjokFuk6eZANVVg4Qg9LuTzlG03l+XbqjqfTzCC0l5c5mYZXuL/w/AuxFj/0BBTKuH7tWqzvugDJg1ochd142TawbWyu2tOMgeIqA9LLB4TabnK6ygsKGG3khMzrrLgg8B0JjnX1QNFdw7dfOnuKzzFWXQoMHQKs+7LUwAXRVo5lj3BO8DH+pffvPCl/hfJ/48Y1jqpcLGurWEcpJqckUDc3PzcVZBDuiWt5gbJDM2lvHn8o29WWbehne/oSraUljuXcYkmcN7Rus8lTK7CbEofIQJYucA8foMVxPjoTkiWUvmXebooVfGZ2CkLpE3+INZoXpG0jeOkzB/igM7UhP/mkP+3gsvSwp8jAT8qWjsyhR/oEvGO7eAa+54xv4f4yBh3HRxHk9Fl9sIeOPaJRS/s0LkpMEsB5eWaBPKzEwC8brFSsYDXewD8/E07klSdJqJwcaChwAse1/CmNtNeAWfp3bW95I1gHP2k4zkTMc/6XeZlTBCAye3ON02s48WZ/gheJ8dz9MJ7QcY7Td7bXZst9TuhYlQ+oP9XNngv3WkyzUdSNs9vgJ/fBlrHkDTEhcQVPFwZl7AH0so9JNw/7rUGKnWp9HvlUnFXWnDxRzUzwd3UfwoWNSPo2sOFXjUeeDDSPddK+vncwywow+0E8zWf9fDZRP+IUpHX2ZqyzMXHHzXm0h/yTYHlWKGjw20JPsUN2yXOE9DD6S6Ur/ES8f7XvgbDVAfHeKqudtws1jwn6cfWyf1+LOUWPBuDUr5AaKEXRL0oICfpV6tCSF7z0qfWrPJsY9In0I2nJeHHIGOEG0/0dFHbGrB2UnkxASewk0cn3Z8ADVmuzcLTIO5Hj4KWM4a4IanNBa6nt9BPQalDZE+enhjYmiKAWutS3+yZOHnBPV1YMeUp3Ipkc1OkZ4F15gMMRmCxPHCATGB9vY4DwpXBXLz+H4eNFjricxw2M1T30J6HbK/24gdsjYkenMHBdwfgy/7Vy5caV8oN3Pir3eLfE0SZyHzmJtK/5KEzlMscRK89gf7Hu8XfHv42/G6+TpEvjVbumFtaP9jlNYu97/S056r3x9vOfdbC9fg5gvxSaKZ/KaW0PPZFNGQscx+RVaKX8UE8Kmf1CDp1U2Lsia4NILIhLI7usnaP1zPMZtIypD8JwXLv0ofKg5VMzf/WNdeDy/GAttDatueqvYjD4UJ6MJVMKS+HtQGeqKiqpZldccpOm4tqLrDinOU41iWk73DOIWYYcmMAzcWI0iRuIApqg8maIBY5flYgMhA4wLGeMsT5h+VVgiydBmvlnXtK3Mivi1C84A59fB7dTWAqhF3xm/nxI/8yhAxqFUqWUT8XRMg1VefV5DR0dxUn8oIXpavtzRdH6XFmvqgTyrNsIaFyUXAWLnw5h4w21vv7mFlCmgVaJAJ44UJ7We8vwfoo3eU6SZneTV7vLf9Kxyy9+4i+dvXSQ99pQ4SLUIllsA/mJx+Q3qJylXJPjiZI6IcG1lIqv8JzcpF3Iss4bIS9cukwz0u7AmsdXdnt7E8Vpo8JGuDYaiYJgg4l4dbQ90LrI3xBmnLjq8Ap5FZjqslP5bA+FMie+kFlUnVxEeef+EDo7wGtZ30OZsDFUPNY5J916Pv/88+BTN9uJv+VbRyc14h0acB88QwfipbOqmzufgNfS1bY1LwwOJP18J3ir5z7ljg7zAiWTq2QCL3sIPBeY+y3cctxI7uTcYJvV3jBIHzMbbJE6wb1y5WL5vd//bYraR3HCV/7Wuyhee3lTcNo1/dD0VdmtOeUgQ+W1tDAR4h5rEJNiMOepZTsJwsXjzi1w2kPZnmb1YjKrE3uxOjM4cRwiCdP20k14DlJcROa4MXnb4wM32ezJ/pyZSU5PmZotY+fxE+fNoew5xkK7ywZPFL5dFHjkm299HlIAB4e6QlXdy6i3k0MKqEUo66gHNHRZ/u4Dffhx4ZnjXOlFrOZgkBWmaU7BYF/B8PFW2ZrwOM9pqo+icTBTpvB/d1K5Do5uVD1kRcg3+6q8x6KNhU4/XWvjJCQ4ST4D9W6Y1OtUOxPZafrg/Dz1pNGdlKrmgzhQ6ItcWse9THTwpcfyd45DBlbu4CsMr6iUn19e5Hg5FHb2MTlZctOvbmW+ttvTa+qrtoFF3/dcaVdns/oaLQXcaNPglsa2VbpG8UF9nPocoq3r6nOoPzITp/B5l0DYrmzIq7s8c+XBo2N1VZphUjzP+ftLHM96xReO0X73Ocb0Pm2wguuZL2uyD2WiA7yMGfzW07PkPfBRrOhHLmqEDCfKtlzzTdvWUPtfagS7ma73qEtRfzpAuWl5TyT4nJvBvCeTqaCk756MJvJ0xM/2vmFkXdu1uNTQYupdjabF4bHIfGSQfU/ZHflLMtiQPodBApk/yURvnwnZkRNinllGD8YpXrGE1F9+Rx5riY+bJRmEiciAu5FpxLdQYXFHlLBJ8gyhl+sL0tIPlQOkSolmo5C0k7XoGit0gw6bG1sYMtSFeDs3MsgVquzTwegxMspxvxOzmWz+/Zs/5HjZ2+Xac8+V1159qVzkpW5OTnQj09XFEmVZgxPl8xgh7AfXLl8oH928w8rmx+XTOw+QaRrRNKbxoV/uxw1QA5N9lfKVLQNVjdykIk2u1RKk9UAiIu2PQSBMkN6dpKEBV/ZdKdLu87AX33+SdEkEPNu0Jayc0Lv7Mhd9GF2uFtF+jRa/xiODBBgoaDB5P3qQDuDLbeuPgtMVV8nsimwMmQgIhlNojPxCdqpLaED1/kyFvRUUZZ0lEjfnSKS2HNKe198KyGFUtVo/Tl8B71vyPKZC69EIS7GSNYOTuINkrBbmEbE8s6p86LBVOAudXAxuDMVmqGmTvlYGDkiZUdSSVxgteG1hprW7mbHeRyjIwN4KV0byEkpKyLxWnGm3BMryNo/lPa/9NV0dGKqSUKcTlUY2aJT1TumB5EBWIai/VbEQCNHK+qS39M8PHeqfn8inXbUz0HSZqgJVlSkr6PAXWsAYomHQ6ts+oQd5B6lZlZjkJDVP5DRy2z4uqZ/gDR91mSt8aVz5xJaIhYlfB/DQEzhurIugJkFEcAcjR7uRN7cBpsogP0E+BFGqCC5OpqrCKXwnUbVuTh7FUQXQgXqSw6zlqMSLf0d/292O4UoDAEKfI05NmUFx0cK9gVLswLGJomz7qvyoiFTfXIUbsFicEC9LVqm1k0ltbsGHzoaQPkCx0Doi+SxbPOLzHzyYcaNYmF73ANtD/3XdkDx6UQu7dNT39jLHL4qvkxDvvbZzi4cKvTRojWA5Br8jBMC9lU22XLc0SSgCpKbVwBdFh4HxGKWoChOUMtvKNOBiW1CF4EWtLSF08ndwA5KJfC5afvR3n0bRu+h55SzxXnv+Wrl/70n5GN/KNd4SCorABLnUQ2gVHzGLHPHX0jqAKlcKwihZTESygUoeoN/tQJ9Hjx6ivHNqFXsGxL/WVz4hE4CkWz4WkGArqhQXFP6HsX6vcELK4ydM4pbPl+euXClz51D+8SG/dHG0XEPx3909Ljc/vVce4Cq1yf6EXWSISoDkjwziNwYIyURwclpPtqqyYVsYKPz61W5zDONslsB5+yvuJ0OsCA3z8o1JLGceTSnMPdIMM2gPDc/Gqj6Jci6PeZqRexuUS+Nj01gQbadKK2slzRrduAouRJCASwCr4DrRdOLmW1Jn2bTpfhwnROEBBOc2lj1Pt0k7cmzeLMf4jsMnu+CkK84EywKuEowx4NfBhjFhlIkGbeJLnzxxxl/dbmwzj82IUUihbGdUTvGpPV2C2Wv5zWgHmJokfFKtqvZJYaiW6C5D/6RO8qbKur75who7dEMu7nfsQJ7gFKk59qzszXOyzrld2vFiWVldKXfZ5/Axm8tXeMusFke8a8Ib8onyytUlZUTwFffueaNl2pQ4cc63eOWKrww6ieWrPm+PPvNrXXvBtIP33hr3BTC6/CdAdXGnoHWxP7ufVmYwP1WYbXs6mMQV+siXyChlrDJQ1ycfQmE//FVXDXoo/JQ+LP8m8KvwkC4NAe+85cv29BOrMWmUKyqiioGGUu+XfK1bCLrFD4ANP8RYLlYm7qqV616mgbpyKXb2Q3mJn34gf7s1R9uv40vs9tkovb/Py9/msYwjw1RpdnDp293DEMQbfzkSgdWGofIBx+9+zJuc32M1+JvfeLW8/OK1Ms1YMkEGXzIVGg5hfQe+yt8shJ1mf8/512+Uly5dwL/9k/L3332LjeVbZXRinj7qRl/HFXkfaiED7K/yeNVl6JXSNQRu2Fd69ytWr6RJVhC4tX6hY0casxuqXO6ed3CTdvA51ylOQnYU6x4bQejjUe/bd0vVflt8h0t3m/pw3XBJYQPPcikC8N7pYMmD0CtPDODTMdEgD1mOrq3y+ii6shMix/PoFDyL/saKqnL0pMI+CFcO7gLNAfM4+BHn50QAPeLqMwYGpgb7vriDvVkRXBBPpV2r4jHnKrtMWwkqnPZpAAeqykCrotWCzKtikyxG57KWO4iSdKzBZxCUIqryYmyGLWvTkoBjVy+fctyOs1HhaQnzvG3dJHQHUOGL+wDpzX/IqkOGEKxDdbbsoFifCbyPRy1KoHXA01/VGWqHQw/fLt3P6Ef4MkJ9QVWto+Ubr5CrdapKfFVeRVr1qxMopOnhKKzUWQUTIUqqI9pTsWOntZ1y4gIxvVULqmd+P1WRbtcurTX6CxccoXndOCmz6oZBGQzkmfgIk0EufUM8zBqagZFE5pMfYMBylIdbD4zfTuUZYfLoQO0wruK7h7WgWiewpJNRK/KYx4cIW0BdcFXCNy3uYkL17adzbF6zYHfR73DOtryxhyLokYr63A7mtYNJXyV8lHt4pPFiKEwx0lHnSZ+PsPJkZ00cpVTXmDqJkn558RRK0A5KmDjoFqPF/TGb5xbxZfe4wrQVaVuwJgPVadG1vQYemMO6KiCsg5OgKazqR/oz0n0USXBCLJOHKD47bERsk6H6TK7nk0GyK8bC+6gEbiibr5A6wucB1sw/+k9/nFWNV155vbxy46uUM8vRgRzzyNnp4aXUyZJOhgZe/qnBX9xeWC4fY0LkBszIH7Lu4Z63vk7bQyfdYvZQjHfw29Q1Sl9/uaMOPvxSnn9ZyWE15IjBcJv186M1rMS7G1jSD8qduV0GtIJrUikXzi+i0LI8PcMbFxemyuK55/Er3y2ffvoIF6r7ZRXLsti3uoTGIJ+JVegu2lCQCZHWYKpQDrc5BQNZ9AQXlDEE+BLydJc0Q8jPEU5pGefNhjQUEynaaJu6YhyxV6rIO1lzmXwT3tzjpBonAPKMijb+fFE64MZa3072ZWJEn5SHdE/b5bz6NdxsJjW0YGUnI28gdQ+Dx+JRPpNa39g7BI9v4UaCylD9a7V44iqYIz7lMXii9gsqhQsMLIarG8qDmwgP9ZmlHTytAxelXVYGglxn2NByDUXAabB9g0poF+bmkTgrRVws4jLXpCKGv9SH1QDwcBIzjHLjasMuFkTl+bQTeNyOZpjEDy0MMRFbYmJ2rjx34Twvv5ovN2/e5EhX6IClcc7NrfT5bRTKu5zSsQGNfadIulJoZ6m1CpbbsK7KXH2W5yL5k4bQ5tkzQ/UES/wpSu2g/Ox+BpWViqDtbOOJcW3ztDtRykQ3Wx8gjFSyHQAci6IbROO1X5AVQlcdQeXypFrTq30Kpjd2ssoyYzzSPavHOaTu2qivN7TW/GIaBCWSCeJ029e6VXla61vxbrPPjHGVILUrgJf19Hg/V6jWtx6z6uUmcF/KVg9SsH/7NmKPcvWzi6sei//lg/dv8X6L++W1l18sb7zO8blXzpV5xkJXKDREMGCHLMGTywmQPb88VWa++VK5/Ny58r033y3v3/yUlSv69B4A0R0QGpEPh6S1L+clZYyHVDVy0173LOF0qtrq9nd7vG0MFH8cj7rEkSOJq1ydwwzS+VryLuEzICAb9MeNLsNA9iqzSNMKd6zuQowLXFtnZXDTd8zT+KZL+qV+LF6j4xGrzepDI1jbVdwz1ga2Y6wrHAMKK+0GIqkNuCjU6zXNUZ+Q9nSo3Yd8PgPgjpv0ODlgl+XhGfwadTEY87BUMNKxXouKz7ROVviiavUpuVNsrLjLuXYsCRFi8FzlWgw0XnuOes5sTZqGVdfkXUMKdaAdWiJLSpH5NQ3pFQxRABnUXC6bZFA5v8Dr4OkY4hV/a2Y4vpzE0wisi/69+n0HT4icV6+Jd1eqZad8EcmVDV9jE+Vdh6spBoM1yVgFLcyhUu2Sscl7Y9hghnZdq9buUq/sfidj6AoN9WtXSfO+0pYWpm7Ws+1gFoA4yrTSWqESOoENrVnp1fHDZxi1q5xKCRwduArGyEnKqcTnGbRTYCSgAMiQOdNc61ssYpVaCj7bys4SS3olYfAXSWE4KVRJE0dnq4NKqHVQIVUAp77gNYJiI6w+AhUN+dJl2PzCbZNTwzlaT5o9wXKqT+40yrIve3JDo8tZOQor1OraE/wsMysIKbuDnWsEIDhaRtqYfL39BVx7aowWfWlqZ9UPOC4vlGOcglsF3vJfeOGFnhJvvVSkcqJNN4Fwknw06gRUmndBGnBZJzuVvsLlH3xVQCpxnUjU65rP/iENswlWGDamko+QtDVZ77vmNV3jFdJC95TNr4JOy+coSrGTjocPeVvn+g+wzuKCA/77tIOtngFaWrWdYb0SLJcPNG20dNPlRU5NWOa0FajP0Y11D4IDnhNXJyO7WL4BH/eJ2udTRGibiazMTb0iWyj/iMnUEEvRI1hjdXPBY5aXkByWD7Gkr3AiyRw+7ctLC+WlG1dxAZnCXQblnUnBNEqg/t3vfXKvPGZJW96zPWOdgo7WX6VRGXioQJN3qYs0OlCGIH895153oZ0DXGFQvpl6sPmTZWxgjeFbL8xZJpsjblpCYxW+riwTm+6D4IV1KKOruHrsAMeBfY1z3d0kHdcYaEr2tEfaCmKGI0FB/lvheMRD/OM95nGRt4suUscFTqVxA/AE51sriHXrOp6EIvDNpBb4bvB2wrqLZW6LVSl1J090sbHsD0O8JMp2mmCSM0l9PWdbvtrB97yesGMD1zaFINDISYKwK62agcW2j3KEbOrLH1s95oTUS4olHWmVRQ6EKuxpC5jAjab7lK/F0pOElvDZP9jlRCHfhsvpRQuMW2v4t4/THufZXzFH/ffZwXdvbaXc4cVpH92WB+An2w2hjIQFF2QalAyBiDb0+18XUaO//HfGFrPV8r48gF/8HMr5Jo/yy72y3VWNEfqJBhL7s4aWyG+qJB8n9C6Mq5GBB920zDu+yBDKK5vMZnIsjSzk1hy2XgsVhgkrTv14r4xLK3fl13yt3Jb29K/8aBHi0OWITtNQF8+0r9+mA0k52hXotdWNHHRw/8FjdCsc5ug3ulnuucqqaxwW95yzThkaTHUV+8733mPi+Wl54ysvlDe+9nK5cpEDArC0uzImXyp/lMry7DgyZHyW1bKZC8jkyfLiixfK25zffueObxXGUDM+Tf+HdtBN8ay8VPYKIyvKwmoVEf/Q2gpbD9J29/YUZU2Nr1TItR06PG4bmacGisx90oQ+3tf+5gPT1W9T9Onn3VnBtP30Z6RI2aQQCcJg2hbXyyUxBups+a1uTd/opc1Fw6/BNrJPAwrLCpC8vc/4rUzVAKKM9CQz9Bo3hFomxCaxvzZEwCh8vFdh7ayzjv3VpWGgkBRoHoQiA8tGd5LBJkqvgnwMxWZmmlkDQldlfU+FHYTcgBn/+JRjVxFmBzf18Utmskw6HMoePGEb8VXZLMoC15VReNA1aO7JY/7TwWfWoSqp3VPw0cIlfC2wvurYV4xrtcoGPnB3udXNXasbEBLc5xh05jmGrb4cgA5QRxAEA6OUjCSuvcKDNHcOrOJVQ2OAfrr2pOZ1gK8TiZonjAoHq1D4rJ5wYQcAbwnjZyCkrahvpY/ty8P6hZXLzmdOygCnqlRXPHNsoulM38GUcdMxiVc56IXAFGwSJ9q29D6DFSBVgHVPwDbIE/mq8tEYg/4EigW2TIohIUyqwi2DVgWq8V4tLcouyYKSqAbBWnYVQAohj+HjtA4Z3YmAgoWUHWsEkGU5g53CyhY3Ce7drOmkRbeXOawYCnVfLqGfq3RyE6wTzkU29ThwiKdzmSbwxcX8Khq+JAxtJuhJFXHwIxzzWv8pfKAN0qa2g0Lco8zYHKdfO0qEJ8DoDuPqiAq1NHGFpvGNQlvFaZMNd8KRbpbjRDkTppQQQtU8HeFCD6nCfQYwKivsKGFEN5ole3Csg2Wd6OEDyQRml3ORAVBLCB+11F00dRTPuC6lnYyAJOBoR7t8+Ur5gz/49/iWz5QnDEbvcjrMrU8+zdtlRTM8BD3qGb4D/NaB70pOPxCwRiAtbU62p/T5xofTOulj79tCVUTXKWdnZzNYyxu6v1l/5Us9VUFlXV6kTfIH/uCa05JQ1n1J0gGfQ+THJqsQO2scJbi9VtZ2SrnFUvS1q1d4E+dFfENnqBcbJZB/j1GYZ96eSbtleROc0leUA8ARR3nTTZSRwRGlRFCe/Q2WY9XB4z2x6spWQxtxQRkl8QIyaoRBTmtXTiCSDkP7yC1kE/yzgN++/vq+vGn03qPymI3C6D+krf2z0zUjw2w9B2B5UUVgCyXatvNFYlsUvPJkgwksPuDw5xyT1kxe6bvHKLdQj9zSjj6Dq8sGKyTWy5MQRpxcUFflvxPfCdxSDpmIyNee5uLGUI8D1vKuscTqO3khV45tnMPXXCXfRnM/hSsjdXOeCrrF8i0poVUmcOFpkne/JrH/JBjHReqorIFfNO6P7fMGYd7IM82RxCNjGm2Q8azMzKLYjEOwc8QvLEFrcL1yca68gBXyxauXyp37j2n3R+XeI/3eO7zs3BbSC7al4URkjXrm7wbDDF7/NLCeudB/8oS9WkJDr223bOx3fIAPq9yrY18dC6RDl4ufOgaJduVvIHhD4CFJ7V+Aqp+QkHRR6GlvosNP/PaCbdnRuisld4m2jF7CZ72Q/+wnIiOO/gjlDEh56CPS89zjWA+YeGt0eMImcFcU7AfqUhnLgYkk416gHrage+cxezJ2y7e/+0557/2b5Ztf/0r56ldfRS5UeeQkxhe2qTvofprN9kBZnJ/kfRsvlJeuXUPhf1i+8+Y75faDtbKP4USDgqTzLZ2ISX7RdzQARtlu9enTI2OAMpWoyFauQnqTJNJ4qW/DGKQFD/yXTmfRxmR55sVAMPkXhTNIPZgl2AVOBdYD2bsIaskSUA2PtKOJagHRzxI3AL3/eCDy5GXYUyGNUVj9IuM+Y37kpwO7BQiXduOSawcSggrcmEKWAVZFIGXDIGGwmiS4GV+XLiU6nUkFxI8bk3wLIgfE17ch1hfEaO1SKY5/o+Ulf7J21yqEMk+FJy5apKK0J72IGtpvvWvf4ucninGXpHaKlkJ4Pu/gh+Ak9J8o2V6rZ44MQ87P4WPrRi6XgGcYmF0qHmESsoQAn8ICv8VGOVcWjj2nORpcY7x+eQqO4GU9unKbAilTVsY8uz4NSk3jYKOCbdr6kcHyTDiJazlIEdi2D+VLU4lNGq1dyU07NUh5+yudvwpJlN3QXBoRyCYDmjdKuG2WB/KJg6yTL/GokdYxkzxuVWwBC02xzFm+/+bhI0wnBxMcKyXsfSzIx9DZI7tUDrMsxD2Y8xwgHfwMzNykvl1crV8tXzzERx4WjsuqbnoGFIVXXMXBN/M6g91CmdONYHz8EOvkbCw402zI8Tx0LXO+Bt6j7R48uBelfQ9XmdBccMGtKzc/ClgQAH5oxJeKmsLWfjSFVVbBpbVcH3lppRLvM5ievrKHsj5Hv8F1AMKpeKls+qvVMqDDQ9UaWumutXK8vumUPm3nHpwYVuzO/g6d4Peq7Fcreq7B39qlL+aaouUPJvm67Yh3+Ap6/t/svdebXklyn3nK+yqg4Brtx4rkiHyW4j7P3ux/vnuzF1wj7V6MKA3FcWx2N7rRsFUo7/d9f5F5vq8KhXackXShBL4656SJjIyMjIyMdJb1NieNO50kht/ylTMpLl36/MuvmEXAIk7De/T4PcrJemMGH8KrdgLUzlQti0lHbVDxp+11nU5odv5q+PrplyiCDnzYKEpdbrJG2dNhTlDc11jaoP/uLufXY5HKfhTaQM/PYvizI3Rj9SXLUGzXlyjEOc1I+UC4ijsmB+Ii01gy8ZILnw6YMXi+98Xw4O6b4ReffpTB/BKW7k9+8hEXRD0afv0fVTj4WQ4UEZVc+TPrt23TdnwoiDSHyBGj5cw5WMnNrRcoujs7WNxPd7hJejXnK69xagsaNWmHYRNZdM4pMissm7HtXV6cILfqVlfvw1jmyN3FE87xV741/iEDc4mznpSzd6DVe8xUuJY4FwxBEJUFFfgjZJ1K9c7CXtaqb9Em6FdYQuPpKvI7gwy0nhNl4iLxV8EHfpmfZ+24A0/wdMPqOctg/F7AX/7KpXrUmYNRcYpBQpqQt4PvJZet8O4FXXZgnk4kbvKGrc3ixMJv/dj3SOfwjWUiTKKSXhjdXVGnKjjcJ8isCXJn/4qzrrkjgXW9c6zdX+CXY4pRFJd4X2bD3yr7CTao83tcKvUxs1+7Hx4PXzBQ+6c//svwhydPh1fMYuTI4uQFLZT7ncRknVkUfP+Hu50C4UGCrCd5Udm94DIraGabPPebHzH4QcfU8aROhZr+ySd13n/6l7tJ++tpjZO8W+xil7fjtOAf9Qh8y5e8arat/JSn8nPPjzJHTviNIk67OpXnR0c4771fDilIq1+gIL+UNR7VyDzw8M2zo+F/+9///fDb3/1h+J//7m9iXPCCS+Vs0iBL1blmkUHzAIt1l2Nm//Jn72Wv0f/3m98P//TZ02H3gA3kLudkYKCBVp62vV3Sf8W4CTzlAIVJ/WQG1Ff+ZVaEzNI2LZb4kl65+H1ctelK933i3xan6w63hf1r/CxnnAKnuVtL1eRSj3Pbs8uuok3RbY5+iMGRzC/ZqNh0vLxAUL+rA6cCieO51DKVQrwrflayVuq68p5KUhqnkkTYZQVwWGBhxWA699zNCwHf0siMjNKqh7KSic4fC5llGCQ2TxlK3HpDJJh3c59yKsrNTYcZy8J3EnbcxUtlSKUxnb6ZE0kML8nL6YhDpoNXOPd0CSG9ukQE8nQD3iyWmGU6x23Wky1hiT/DMvTmkFsxsdadynjArRM4KB89aSk2ZgB9omAUNjbManKFuElTUdXyyrP91Yrbp8vSJB2BhcwWRNR48r/IAuQpphGE+Zif9NT515/WQzINLWK1Ity1v4BKXONYJ/n2veEWOHo2l3L0iPip9BvH+GbZ69F4lax4RUVV4aAC4Xpx15k7IIkzIf4W1GwVIHmRTvjWUp8JrqYxvyjHWCt18twCft4yNoviLYoWPANABEzv/FXAl8lLa4G3j3okaSLy142gm1zug2TBus6xgKxfXeZM8jdYv7XIzKIoO2V/Rf03zIpe8myoXOW3jObr4EGeWGL5RAZfwIWrUjQtkOdcnKSCLhDL46k0K2yOi9Uemqgsf/jRRyhPKAeUy58wu8I9q8WRxEX7CS+kzkjfeWPy7eBJywyEJZ1k17IKQL49UQCLtWfDU047UOGKf80UWEJhSlidzzBmvvxjfL2tM9u6bUJlzU2cf//3/xebae8O77//wfDX//bfcSTZfY4oex5+yIBPcDYMH+3nW9pp0A3UzKR8gpK8zZryvSOWgaCAuWzo5QvXSB9lD4L4u2TEm1zX1w85UpJTWbi1szrJZJH2Y60Vn7RytaLZPszSzVf+WGwUPB3IqzGfM7OGnjo8e7XLvoc3nAG+Mmxt388M4727dyi6dSL2oZgkCa0tHjUAbSVSCmwu8LGU5I+0tSNlwKtl+uDAGUouQ2Kz58n+05yTv8YyDutVnX+JQYnOdeFePqOMVkm2cFlyFUtlorQ/xSvWk8qxCvv2/XuQnTYEcp70pb+y38GknUjkI3s7Xj7jfgBYZRcLs5u0LZmF9OnyGWeo3OC5zuA3sz7gcAGcc9bou2HaDn/OI0EprxtmNRBJAbsll1J6/KMn/HgKkevzlzGeaOwxrXs3hkOWPoGmJCpJQFlEgXz4m/JJW0PrKX8X/ePHu/Gd6j9wX4MzAvD+MfceODh2ZsZjHpUPyliXEzgrbQmdWV1fXkPJvzM8uv9gePzkq+Effv/H4Qv4ypNwIlrFSnxMoUIUgw4eP8JVad5OOGl702GUUaI0N3nrPtefaaM9bsvIR47SHaNWOyy6jZ6hrl9mF/ZNUKexH0KaYJ+qSZz2h0TBFZlChddvOty6A3YMSTBGZsbhaXt1Z77Ep4jcESh5Zjv2h++U88vfBB8/wxPygv0Ez6SivtPgQXgaiuE9vVA6xMAJXAEKk8A44Nom0veLNWEkhLsLP8sfX8VjSxT0SEeIs2yRO6RjUq/kKfCm6yz5BVrlKB3RQlpcl/LSzmif8vLn3Cj94vn/wQljj4e//dtfsYH+Icao1ZQdxgWAxiPxp+0B2H1897fXh//17341/PzTD4Z/+M//OPwXbrg+BJ59jkv6nFUrZd1Zbf0bZcRXlKSlb/7Pz7L56b9y1mWVqfxS9h4LstTAJCAKCHTpaccXcJZeOuXUbW6S422hgm6Y5Wkc8umgpupUmpdGW/VptuKs1B6d6aZ0U2MIr348Olxey+lRnsGD1+ALw2gE50StKeAACmMSqAE3jQgsVHJtLGkoECEdPnnKZK5BtCO04rIWl3CVIAuoAm8aO/coEyGknZyjZNdRc5oF4V2J7hsXUx6xNw/SpOHxzPpF4HaMLXbc+GKmJVRGC3SjNCEjWEmgQnIF92vRyWBA6YqT4J5xfEgvsLdwONzhljDmzflxOgawZuhsFshjBYZcojNZhFBOfW+yvnGHkecLTpE4pkMkg1jMLLfl5ICHTL96ccg4MKoMk2+vpPZx7RFlnPKPFdit6+IzFbO/p97i3338kAJFg9DUnt30oQ/04BmrmwKR+uop6+nfSh8YfAojCnOPaABxxFEvYSg0dFEklAA4/b1GPfVOTBt5LODUh8tAavlEywtYvc2l/joNBISHDBxS+N2cxZEPXSoiX/X17E6pi1sUXDpnSg9sBVKNXuVvL6lQoHl02yKWdcPdcLrCekGXm1yg9Mjru7s7sfBRsCjstcQjqlUEsagoLFIPjT6hC2WX37Qse/mMQYkDzjZKaSJ8T33J8hx50jDLJN1Io5VdZSUKNQFalR1QCF9/1/xecakOkEUDV8/k41f3TliFFl1c645C6DIBllR4oo5Weo/Bk1+lm/H89U6lwxyzajDrYd3bFk1DPmlf4lU8oFD3xB5bs0f8/fNnX0DTGa7R/ssskZEO4RWAF48m6UgP6aKzOHZ+GcxiRfZkkodrD1E0nMHwCnqXdKDkHu5xqgmdCrMs6+t3c/LJIctWjjy7OwMVAIGoXUCVS8iRPGLAe+V17aVlHprAiIkNH8k3Byz72wP2V893h8XVDfhoJ/IraOcPUG0fWZtvJ0NuqRyBSjfDq10mG+LWgN0Qlecr+ISNZiw/XGQgu7TEeewsWdnivPEtrL+2qSMs4heLbqpGwaWMLulaQ4E/VkmG10pm0xbB2TLoetn9XqQ9eDmSS5ZWMUq47lXF1dlSlz0egrTnx3vii+tlS+mgnYOb/O+Ri8deUMWaf9fOz3oCAvyp4p2+ghTulXJsnfZC/ooNBxl3OSby0Xv3hzUs3vNYt1PJ5H+J0uNSJvcJLDJj4CDeAaxjeX/SzH9hFP+mXKGgpRv9JXXK2p7S3riuvZ9xDw0jLy+bcvDugCQn2vDuoQlu8nW/iDdw2set0v6UL8vQaZGB7fzsPw5fPHkGzcNNY568FAp5+fP/sbR/Hid9J9Anb9+WW/HX7TGEYDvP34JNPVsfyu8zKsD6cU4rtTtVp3JduYLR8bLN9n+yQ4x4idrjTeFj41OraIaOgjEdHsRaNkLtrjitf09CxKr79rgtecNKWdH/mV9kh3hABFPKn3nzmXf84DXjQpgpDm/wRZegBOiVaFUGJZNOqeItyNpR99gY/1/+6fPBS+T++q//cvjlLz8d7rPRepX2rp51gc4zg+xU1jgwtadbZ4bp4wfsZ/m7vxo++eiD4de//XL47PMvcw+CF7udsR9pDnkwj6yJvojMd1bbNq1MFL38AS0xiwKedzErv1QFfwyvUvLSy9XS9bg+b7qilalJL0PV681o3/F9M1FHwGQpRUtfeHZgVefT4bdln1oY4VyP3SHdzB//VpRsOr0WDQh2DFkGJXIQXSL4bZ+baVuz490dx1rKsimIWlEA5pY6lBudSx2cvrLzyNreVlgrU6udv3EKhbRRsngCujn8VFSEDSynNfOumtQK0GP2ZxoB8fJvAqgH59nJIbllGpkJdTX5GlaWId5gXBUL8x3ToAjwiSUWXGgCXkHuSFRGZ6ph2GO96jFMW8tWiknTOdLJSAfpkXJOY0SDEI/qXAiQuDdcRot4V4dKYEfoRjw/MwCSBsQXZsGtb0IbDY1Y+fR8MwWp9dOBlK0MNzYa3+2IgScMfyaXzvVtXhU/ZU/mfhPKu+lU+kyUOoe28pTw7SRVkkNrmG0Gq/glIxwVGgV1KTIAEtoku3yn7qg/nUHTznpzc2loZlK+xWOkYcOr9lM4xVeDTafpVWbk+/AA7178opXxGIVlFQVejnEJTegTHKdzvv4uXRxcqHSrBLtpSlrYGWUgARTX5bIYOMqHfKISojU4s1SAU8kRd288tX6EkyWKwNQ/9M2gQkuHMwVNuDdUepxpzEIHcJes3Ukj89Li6LtrmXWdZj7DG+Db/RKeWPXH8t6six5c6RkcUUbzWUBp97fEQPYpl1G9ev2a8/c5WYUyqIzVIP06tJRFpPEOPPhEReoPv/9seLmzy7KFNU5tYXMm1th1aLixiKX7zgrHO7KchMuHPCbN6dwTrvhOJ62yTft0wCRQYYavtYjxm2FK2bWeyn8HiP4cRCgVfLoMTgy1g9VpOX5heeL7+Ijz1V9+OTz9+hus/gyE5j1WVIe8sTNLO2j1Z64pqnjA00TUWmT8zAKkvCipLTeEBjNkWNK1AGNp9iIldHSelmXIYETFcm11jUEisG3XwpK2RMjgVVmN4SGOjNzAtruzw8wi67lZq+6mevcaLa/Uu3irZLu3Z3eR02gWT4cjjoA73K12VnQDe0+9Aa8zLG87XIblOfPrDCY2UcCFNYehR0u1eHg3h/EcbIWtOf3m7t2V4T7KwSppPJHGfFXstbTzF37HB/5wv4KznHMsm8gafoKdXi+5IOX8ln5FW8uuU7aUH7TgnY/wmvXnhmdn+ly7b540BgY5HrXJ5j4U+RMGPMuccrMOsisMHFzuk8E+sD/mVtXz05/Rti+GJ1xmU7IwOabW5JpUrF7/w71FgcjT+Eop/iGD5JEMxFIfbjqt/l9KWrlaxW039hPWb6/bHNfId3SGXv9JVNn2Gev6an7TH3kvHnrL+1/jAQ4djcgvDUziyTMDC2ArY4ykrCs+bf0gZc3RlC0sgIhrdEg1xocooY001IiZ/qE6NFoSa9vp590zs7t7Mfyf//evc6LMr371y+Enn7yfZWEL0Csz0i0D4cSoB453WUazxqlpD9iI/ruHd4bf/OGL4Tnr5A84Xcp7I2xvoTlpplcYWA5CEi6+5Ur2TSjS/W9/Wo5ywio38UuRJ6AStcfvsYtGk68/3VsGINQEtXgdqHURBy4ZRPhdccROr4lrcSYe196gbgmwie8ksysqVdB2Ry4p8L0rT7EnyiGtUqzQWoeEoG4IIgKpOAVzE+ZEV9GIxRnhnIbYsg9TphCkN6+UUWYlB/LJNeDgY5QwBOXKJsv0ahZyqgTtU0LE22cP5z0ASOereV2h3BQJjaS1ySjkqULB9LIXCFzZMwIwSiSNq9b1i3w1BvWt6oC13db6cKGljfBM/nrwk5n16Ou2gknyDHIleIgoIwZHknW6mz7+IxMQOOV6o6C54Ws+FZiGy0eF4w1NU/besMloBgXAvitpwM880xgajAxuVNqDhGEF2138EajQp3Arxddj6GzA1rOESFbR/wAYglRdW9kO/ATrVHvAGi5/8YwATlaVoUFiYV4K3eBIuPikfITrSgFXUdai6EyQ62UtIGHATvmsf37zKI3m41KYXI4CrJw9zjIFLdizDMZm4YdlFM3zWU60QEHQon3BtPkSuBdmAS1HjApD/Cl4Nk5GybUNwGNE9TQUy+F/8XKJCSpTlHTLYbmMq9K+u7s73Lu3zXKOtWSi0ukyFTfB6iyylvsO20Fh569e532NXXih0WhMzIsDBenk/oZFLCal+PT2aKeIMm9bBtdZlBrrs/hMVbXwTf3TQZSruhM5ZYF/U2fQvpbPuZEQPDnCyhmNpeV1liBw+yg8Ir0yyG/KlHn7u8QKVoJxqk0A1yUIL7mtbw+FfEHlEuvrBqc83YdmXuqzpfWIy3wut1BkUdzfcMb20SFX0jv9y8bHyBjKJVls++Ft/tg5kqGeCYvcS+GISbziJ3hqlKO9AVWdCOdo/4T6Y7Mn1WtZtRKj2udHkYhIGtuO/0Ir/3QchJNI8evv0sIBjRvd5Q/9yYojHTmh5Wyf5LWMQ6xXlk6iDM+jgOeIXeI7mBWGbcTBItH50W5pf284DcmLwjzKUJngMhovqplhWeAiy3CWULQ9393fMkr7DkjveMZzsODR+GKWAYnk0xrv8Y0eNqASz0GYDCLYkIuTT91kvQSO8p8KM7o8xiDbCTNRXhSDUjyDVTsnYKCw01zB0xPHGJ3Aa9af9ZBZKOgqHeqPT2VE1V3WPifQCJLT+lYZZADpU0OQ/qkE69Q6MA4yKXnSZlHWXc7jjFvKS9pl6LTKjNDFFcfAbhwPhyzL+vD9R8MLBo9n7JNwKZM8ZPuzTclr/705eeE2d91/EkfaTdwUUSeevE3iX/O+5SMy3OjSKbQt3nAWzpmMBeh25qy4/6hPc0x/hL9P/qc+O+gUp5UpbQVcrilSAqB+O2+YdQbjxOtYV9nhHeBM+t9qNz2fSWsvn+v06rFufxo3sM2TTOu9wwl6IaH4VFxkBu0nvAe/Q6rmxNFxJR7xgze1huHylz/Vvg3Wx/xoJ6wacCOvEwt/+Oenw5OnL4ef//Sj4W9Q3D94dC83O0sfdR1pbAtRbmh8WuJ45Mdby8MdTp759OOPhv/8x6+G//TbPw67nIhFg0xf5mDV/igGTxCcQ4+CyimLqBZ2UrDxkjK0AvAzgr/qZ3hpruKGXwivZw+rZwfR+7/p0NviT4dP3m37RUP78xGv4A3mFTSJ3vz1UDJcd1OBgXU9dAKq6ibFrj9VcVPRMX03YumZkpbgF1ezEWnPtJa4JaREtjOwwsjRocLa+CrabFRqa3SdUlUgq4ylcyFdlAKUuG7FrY4ScekoOh05Gdd/Mwpsw2KdVMDyy6ae5Jds64+V3RSFFFvkOxxjtO/+asUZz7NdfbfoJYSsqJQEfOhAsJ6cQQMZO1WReOBDuRTUWuau6Jjs+E4yZer8rpZUOwKmlmQ4geNq9Pq4hBMAAEAASURBVGzjUnSQe/MXt8Kh4nXEg1NS/rA/wu5l6SktURQw6rIU9WpMKk45dYHMrFfL4a9hSFxwsh1Zu7yqSJWgFGkpqCMMuBM+cO2qex2gU+BaN6F2pQWQHGP5tCCmUduwzR/LusttpUf4TOWQXxzxdfZ3huXo0fhV/RWdi77GCwwEeqzESCzTHLMmdY0LaQKT79QF8FP2oAgOPMV/AYu3isEcnbGK7C5nMrvh7hgl3U1yseaQvwLppuuDocyoyNsQ0e7GNmTHrdVTK/oZSswsg1eXgIhDZp2ghUteVMRsJ1rhPXddZcoTbYRhOzK+zqftTPoJ54pZANuL9J124hTX0eVp2v5pfuKmxVu6mHdO0WEphbMLwY0lDZZlnrYd3ggO4ThAS88JvOm89B/RSQXKE9ar9as88Lx8eYEBAb71JMy2knjUZwD6pC59D/7lqdLl9K2d0MU5gwB0uZ1X3ErLsXsvn68O9+5vD/fvP+QW0a0o8h6NeXd7i7Wcm8Pn//wlcXbgE+gDzPAlYHubtO3EgYDFVeb1JSXuXTCR/NTxlD4BlERo6XSe2ZBJOcVc637xKk8LItAUrkqYvhYvO1nxMUq9+GHLlC7SGUqgZehjiwps/rrOVQwcfDr42uds5uGwNgnDiliLWfZBHI0gwTVKqVlAf34pN/znDaovX75O5+txoXfvrrGciLPLGQx5OZ63xjImH06ZEfEyoj4IAErqzTichUkexRcqu7tciuWgbJ2N1+tbXPjE6WFO00vzyHn4iyJk/fj52R3qkjXlWs9tI9B6nrji7OyUM5vOVkm+1Id1AG91elUtyFN1eILLzEJHMrAtCMf4RUvT8Q1hnNXJP2mdtg1OEo42Zn2FxwmzvbhBWtylxSqDmXssjTxiIHGH03k8Ie0Iq6N8keMmkUVR2KnggttxBa3/7h2FvOaKyuV1M+xaxO//0cBI3+xnQP44E5e+HyjZ1EgddJd6k1/x6BiYtpwVxf/wQ72HURp3GKfHTOrRyECAwMbA9jLCNeXEjdEmXt/7TVyVG/2Xb/w6TOWcd5LIPykXYfa9zjAgSsYy+5a+jvCSK4X++A5AizfCledhZGECCX9aCrx5dHw1/Oa3nw9fcVzpX/3ipyxP/Bl7M+4iF90IX6lt47YnzDskoe0x7n7A5W3/y7/9yfD+/c3hH/7w2fAZy8EOHEyTBz0eOhb9GSnO0wdTf8BKmSnXBKuUYsQ/dUpZ1UXKjdi3b+Lb8OIm8Wyfo+8YPiap2O/wvx6r5zedzwRbQTSSXE/G1wSvHtQx8pv36c/y6RHbs0fw2d8riJtmJVo5hUkPttNQVmVMi3DL6K3Fs/KqAmEoOseLGdZKxjJKlwGMS4UswpXVhTCW05z8nJIlvRUwx4hZBSNCFgGd5TEIfK/BlQipzDCF6xldouGvKQw2QPmLiFo/7K6CMxQU/oSk9RWvqT8hJnGt2CTk2f2M1vMXpmebvuZ4skvWTuaKXxJ46sIKStEJ64QP6Kicenctpbu5Xd/psZV2WAoKG1dcJ2p9RQBFYJvZDdc7/ShDN8K+36f0kY5FS8uYbMAlgyk7C85CtnPMoInAsisZT0ulZsB672hLKxtccUf3vQUbMyJv6yZKfQhMfOvGsFtceVccl0igcQ7nbKa0Tkwz4TUbf3OASv352cpqfH/ir4FmFeuzfKUl04Rayek/OTVkAzpQZvjVcJkmyi2gVNgAx2yhHTOKOfW5xikYpTST+HCGJRs7WABZIuBxdg0PHnGWpX6Fa2igVciyiAcWUZcXuC7WUy5sF5bJMnb8a+Azi0LPUgD8VQ5VTlQOVDK1KroxVuu6a7Q7vzjoCTzy8lxs17IHl9YqRHCkX7C16PVPf/nNdmci8aMaMgPg9sUV8nXAYB6CsyzCn5WP8NMCUzNOLU8Vp5Yb4mDMOHQSKR14GiXtlwZtPYUG+lBmMKm8iO8/XcffeDp9A64AN1rYuZEeZVR35UbQg5nha6zOnrCytfmG4/nWObaMddksl/lk5SOU6QHF9E3qJ7f52SJSZ+QM7OQTaOZnB0vZ+Snj5J3qcPVrHasY+44ynbYAkMgrAOGTdmQJSsHFzzaTIplTk03G5aePstg3+aG3I+F0aNgLxgFwzUwQRP5GcRCjcn7JTMYZlmGEM/XqufS1pCmgidhhe7jAJsrmAzadeqKOtLZczkpcXOxzLjvHja5z4gyDuAUHbQlnoAg/ZF8Q9Z0ZCmYkc+IENemgxgFubj4FU09L2nvDUZtMpRyvnWJdX4n13TWnLkc7Z8Rh+BGDjDWU/FnuEqDVwHOIB9pMzdBKHC/oQ95SVIvr8X/hYanmf+jld3iUtu4gV5pIO8McOGlUKJrK1fxLvfMkXGFwRZu177MOIgdJH94UCm3GAZEXmsnBC8wUuNfOWUVn3bbZvDu/wskOXkSGbPFIymOWYR0eHpScpZpsd5V/4YtXXOfx/v3f9kmhJNw1Z8P+Lvd94tyAAd1tU8pm+cUlWekD5H/rw+gKaeok8sKnvnjpLy1DT6PglZ9h1mfq1HdS5Nffed7iivcJMN2fwcmbkSUwsPLCPtmidVpb2lnabeIZBzykqDoZjBOMlCvlW+k630CWCs9TOPKZRZGfycF3Ypjav8pLDUenWMuevtjlzPf/ODz56jlHQP6UC+0+5EQq7nWwjZFe+axzebQ92DIYzSBbfvLexrD94G+HD796mZNovvrqKW2cWWTSlBx0JlCESE/bTbn4Tn0FYkOa95TRQogebUQ3KdskXvz5k/Zp/OtBYxrj3XSjfnYzIN8Nlvl/Dyc9R9fwHb+nkUrFGPkGool8i1/iTyAhwW64qtXQqSdXXIqDgt/GYXVJeBUcO7g5lfUGWMHlf0dl+tmBuBbQxmfDm+eMWyHMKsCpbtd0CnAWZV1GMI0V6HpE83EdmvxRzI2/HE24+JRCBDS+O6PXWejASUMXNIMNcgRw0ciIvM6q7PMetMGxpsGFxY+0LgHa9RY/Ot2DQ5Ry8FXwb7CxaHONZRFszLuc5/g9TkA4A7+LS24HdAMbtMh8LpmoCpNVmE6Y3dnB6FLH+VPf/W9N5VQD7X7f9wmFIQ/NiEw8oUH62YFIIIVCCT8QoOCZosVPeofuIGsdjyhJH34669ESSfv864UgTGY1zDqx1noDtEOrtaBYq7WSkW3PK8umApp0xJOXAA1+xPOf+fCrujVfkeA/z2qcfBMe+ubVCOVMb4KcYoIQ9GhGj4PL0Y7iqKWTDXDGytFwsKDldxCpE4+upHtxlmVTUb7DSR9BAi1UJVorEGIuP/EUFwVTZS90y6WQcsnPUtZs28GrfJuvMWKtMC35m1ScI7jBJWvc6fgtT1kSoQf1tc76wTcskXEdoUqI5/JqrXf2wI27GQDHmigGYm9O113hSrisAEzXrFuPuVXWvMHRk3zJMDdnQhxoouLlwNlWVWH6+8tJKTwtnzxnznGUq1v2S5EzyHYunWnbwJTWKvaZfSDATekhhgh1J6JTTpiWzX/mVWxKfPPDOODMl7WjlJlDCbRDuriYG15ygovXz99hY+YDLOwqptt37zEA4khIyp36k5GBab2hr1HDVml9i4JLJvxnnVG94dFaZy3vqwA6sCFGs46FRmF+yhjKIRcIU2mQ24VsfqF/2g9w5QkKRbTk1ZohscKByC/SWFwC5L20FUP9T5jBydf8/LaX1i94gKMASUf1xt+gOfDBgsMSGk7A4uzzLQa3yuSuTLhx9IKO+YANa4ccY5lBP3XuplPrQdDnjH7cRzsDj1hGLdbix+kG1IVGHOocOuPFxUxzwx7HUB5mvwoQoKWIZ0DNuxZ5LzdKXdPxJ4yZGKmojARMltO4hyr9C4URrmWRx9pb6quWOyQlZTC9VKf1QhY5pQa+EhvelldQRlwSGhjk5dIgSNmc9DVMPlbOXjG4wFjDOnzXubspVxm8vf1w2FB551QiZ6QsoO30DTN17hPYp39xb4xyCegZAFQGfqUUPMdMq84SYTqcmBb6z+LM+/vAltYTPNOJiE+Y0Jcf7soQ4IBYCWsZ+Us5e1mtP2Wrz45j9AEoqWTIjzqblhNR0gnzKY7eu2I8EA2CN9GtPrv6iZ6vEaffk3AKxrurolq51CyUqyzhV9u5ZbMtB1bRXCOGAkB5oozuFBbbeg+0gmc6ASfA1tipUhjatBIOPGfRjGbbJFfaeMlf92lkwI8Kvk+7+ydOk/mSZYZ/+OLF8O/+5lfDh+/dy1KYOU6qWlRwkIkYq+eo87ju/T44rH+4NTxe+zfD7+5tDv/4u8+HV7uctBSZThLyzOVLJJ7lcI/cSA2s1HGhWn8pWtWtiJZXFc/64zsy2jhVg/69WX+W9za/giYuvL0VoUJBsxzPomb7nno0FMZ4vgiyoVv+t/4N9W8J6SmnMr8R67rCHu6pRP6dLosgAoY/NJMgpaJ1iYIQZmto2g9kbTlPb4BTkVWQeVKBVkkvodBS4w2Ry6xjdF1a3aTpdD7WINIF7lghZNgZmkargmMeWj2sQCsuS02UvPEo3FJO4smQDfN42aj7ZhOTK9dNlqR8m38GDryfIEhf7e4N+1hEasTvtd+c2ctvjSPbLhhsXDIlNMeo1GvAD1inqTJZ9ACOwibZ00B6BskjkXjTGeG6C6PaSdgjfW8nHKxcPGwQubEUpWWG6ajk0eo2Srv+wgUnlXaFWse5E0JhFdoRUfbqNBI34xbeUrA5/fIZyCU3eM1yEfxHRdzo5huAlVZ4hlvlCi074At4xvfCocEUEVt2c/Kn1X6dhnjy34asoLOjTNkafqMQIJXvKad5Q4PclEohIvhJ75p3FeI9NymS8SxKyObmFhY1Lt7J0gtueCSOZ/THSk8eaTMKM+FTIJVXFQPzqvwQbCjTvmvlXMACrJLuUpYscyEfrZyeFON3luYQJi5O6Xt6ixcqmV5FnVsBiLcQ67u09jZWFX2VJNc79sFfELrlj7TROu451yqstj0vs1lEMVKZdqBi3jqVdc8wN2871IsMeorewtHfHyVPfEuOT/Mr7946TZ9bLDMAqDO25bTUuDQDnhVZbTXgxj/SNYI6Gl64M8AjB4yFVxRUtG07FMsVS6omWvqWiwuWemBF8tr555yhvYBy5RGZMUCAf7qAsSzASxGrTILv5azOosonTs4QBmdxz2/SDckXJWtK2YQ5wElo5cS0MjKfKn8pKT2CMYwjdekieU0LFSgyUT7LoDF4m9mkHuRtk4YG0sNLgVQ4w6xAnRQNtIWK2oAgsf0sUT8r3O7rEhYPGXDg6P0BbziR5hADBYuvOFEFGc8yF88vX1gmo0Uo6A278Iezk7ZRyAN9ba+uY0Uu0oFbxw7ctajnCLnUK3iSrwMh1387SFDVJwFFksesP89hZ+kcP+WGm8BdumV7aVKrUUpiUZ8Yj8Tbtu6AQphGKCOM/UmvCNuvypFP8rMdg6P4q7Bnby7vJu51YRlSDkBe0Ad4j8DpCR/g7IzYFdb1NY6CtX07S2td2LYPUNbf7JXi/pqN1soYB9uWLXlOSmB2P8L9qETfko8F/74wQ6QfEP/2bMeBaOQp7Ybsw7JE73Kl5M10+gmO1nfJd+sTXoPRTW8f6S8KPH6luIsunjYGH61e5blr7sbntbDv+OhJgzMfHbdwk/nl3xQQ4qQ9Ejbh0Sq7cjpuSu8xpNp9BXWdw7KUM41x2qcP2sccbVS9gKYYFzxYbw4nDrtsZv/1f/oj1nZOk9Ha/ul7w0ePuUiQPks9T1BnPplaorVzKRqGLK0Mm9wW/Be/4Pz2x8Nv2ZT6uz98Hn0qx3CmvSnDkBP2UVSG8miCJ+WmDXbX61i5nDJN4d9QDh493s10/bs/ldXX3SSv0Z8yjW4qeMp3DPalRzG8w+9+1wTsSPzbIPUUt4VVdpq96y2ZTt71HL9aeh8y+uhgZuiN809FUvRFiYJJ7ABjcUNwzyJcj2dVTFyTi6WOM4KXEfJrCLhjrBIrfCvgPK7LNbuzbCITt3TwrFv00p1seAO+GyEiYu30+Jd1XviLQ20iIbzhaSXaBtMJx48/etxsiMI1qDG3DKzV8JLCnFDBbrS4cHcGncjlHNPK/GN16LB3Sv4I4hCLNHMoT04b6WS6BZR2SyGjBTZB1VCrMzCs2F4Qlc7veguYb/0j1Y0tRWwwFzQ+bxes3rGWhMif2UBMmaVDnbyhZ8+5ZdHx5imu4kkC+x6Q5pUk4fUWT6Fh24tiIR4gnZ/1ZgGIl2UDLp+Qnr1QxjN7/vlfBXaBDjdLP1BC3VeQCiaBeIzpzIOfLvB9MZzIigtd1tiRf45OTCeOYolw8SImlcTufJc3up9x5pktMYNT+NL9Ca7hHY7YtMesiutx3xzsYsU+CW95OpDLbE64vt2lUPJH8JxGNpmJsbg1iz/Lx1xiIim0ts2zcc+pRWlxeMhaYBRlz3hPx00cO/d79+4HL/GVjvuc/77MFKVKts7zqLVO+3NgqVKgsu3gttdNIt7yx3wcMKCHU4ZaN5+yoLQLp6z1Na53tmQO3s9SKmCb39heUg+Uqtfxjbykc49rkHi5tMf2kqVxqRtqkbpPR02dOuAN/jJLd1S8X2P9x7/TuNqYVaDSl/wUBLR3PtMG7TBmWHNpuEuKXj1/ohErZ+prRIghoOVlUQIrOfLe/G0E051DBpbkE2OCMgDaiJ8yJMxCWNgCPMLzZJh2Q7BAzb82N/qUV2zNrf3x7HSrPEnQCq8S4hLE5NPqWvmXeDxjQTNPyJMOEOX+5gDOMikOfaqcaC0+5CjGHZakoHVn6dAy8tiTcGAt6oR2Am8tLXCJF4ryAUtk3CToBv1VTo7Z4qKoD7kA676zFlxl7okr1mG1f9scfBrN1wGyCjt4hgwSw1LDa5joPTlmf+9oeP1iD2+WgHFOdNayyxcMsNxLomLNqizwYh4FhdgZIPOqH+Casw9yg3iVkgd5io9W/+JlDR3Fy0rIyP5MrUj71ET1aYFHhqnPXi/9qch1Q6rtkDaF8u6NkwvIDXFzSdmqa/KoM8+kP71zMtw/uR9FfQdr+w6zPq9Zbqf1vbdn21/4Txlr3rL5fxMng/CbbnQyrc4B47sQ63HGeL58t9MgqJ6hbmEuKo5QGV9qB4LI9/nJPwFXhLGdhF78cZDuEo85dYkz5Ku2jdEZn55QolouXXsWjFAbNmmyKHDLL1HN5JoTxk2/axFu/TCvtAt4UYU8ciRwCifDdMpOZaJB9t/KKHs8c0z74VueDrV85J1nc9OySq9r1QhcDTszKu0tfmigHEamWLfGf/V6d/j7/+c/DH/8l7vDr/7i58O/+dknHPPovivqCgOAulHumdCSgKOlD4vU/wfcNr1GP+zNqp998SWX2j2nz4Sv6edmaK/0wCj88rnywF+T270feIvWAU86S0vtk53l62Xsz8QKWYx5u6u44ntLnO4V+G+nF61O5kDo8QOtPvQvtpoKvC2vEfx0vNHz2gvSsZjimu+3fEzTT4RuOolgAxMv5A1Ci4r0BY+IPhQeLXU5bQBF/QgFeJ/b4ZaXDxH4R1mb69m//iKASelRXnQXMARLaLByLiNMnUScYVTn7U8qbDbnyoMKhwFi2QRZtvURUs06URDS4hg/OzBTpsKpftZdepFQTTcL0Xz5pjG5Rn2B4+GWWbO+AG6zDDpOUWB2uHhFJptDOGh9XCT9HBwubWhmUZwcyWvxTkOA3HZUNk4xhi9b/n4156vhjSNMd5tToBtHSHaoTnWBBtZRraFYSfkt0Zl5e6IK/AIdBtShnFr5wI/MIyTMT4+Ykgq3yAqytYM1fyl2zntGuMKgjJ7PahkLP9IBwl/AiFdDWxzrmDXT07hdl5csXS4Ff6D4XqEIqvy6YXnRjsoCm458ay0s8PGc/OrbmldG8NXCfDalifQq7hGG8SuFXXy1KvtUITUv6zAKKF/efqqQ8hZbZzm0JM7MYFVEUYbIuZb9gOMVPVNaHl1qg1BuBwvO0konfIUuZEtcNzGr8DswdSBzcXEU5cfj+FTSa22xioWbSlVyasAj/bS6W2/z854Mc5LpdOnz/gcfRPEHTT6hl+2NdOJm/vyPv/gYzv/CUf/8s53W5r3LWD8porSxE+EnDIE4WM5gWq0NGpUyUeUzXtG46sE8TCZhfegCB7xGD/yUCCroHoGnxTUbTd3FGO6w3VUZQAaZUgDhHupGOOJGOP/SmQVeZVzlLv8oqjCbCkBBaPJOkcAsiWfPnxzvZ/ClohWrG0HdxVJP3PC1nuArHZNvo4916aDTQV1mSejopA+RKSR4FjtY4Pzqs7hEnKZd0Zv8KF914nI4kAQXQLZFczcO4Pjjt/YN4ToYJyE4KoVNRHqlPARwqUkaS+iLwkpDlRqBRblk+gtk4BFa8A4bVc/RcuxctRrbjtY3kG+cFONASxm4an066KJN7O5wxjtKtWc5f8wFVg+5MGqODaeeiCNd7Qc8oUareJ32IT7QwOrGWQaNCpbMMsjHx9yF8fr1ATKZ+wdIq+z1kiVP7Zrl59IsFeNLfhJIQ8lc6E3dRzL5VyKpPKMMRBbIF9JWWpFb+4XXwIPPIohIAaWs+tKTuPy09nuWv/Vjn4BW02BUrZR1HjrCI9JsjnqwTM70LTBTJa8sLUHrdfpJ+oRNlh7dZand4SG3pjI71pX3ly9f5fjRS/cddAYimQOyqukgOIVr+/6Rj/DdtbTmU/SJt3SRls2N8UMwPSdh199b2BivAbj5oAqFmQMQqCtnfr1h+pjlVtbpAjQIi4JWMKMC/Wc7qz7J9AWjg+5125+jf146vtfp2WfphOWs6bVidQDXnraxH+7sX2y7kbM8oxP4bRl6pvmAh1l+q5/6D8WNgm3DzeDcrO1gQhUejnJ0Phx0+grPxJc/Bd9nMiKwxVFpRx7E3/jwrawGJxNF2iOnqYDPvnoxPHu9N/zusyfDLzhR5icfv5+TnOY4ijmGU1Cxd3c2TlF0zJK3raXL4Zcf3RvubSwO/8xRu//8hbelchoY/I/ihGyumd0sj3HWFtz8Xdqv8BN3sUz/lrKkNPnu5RufrTwSwPg33W1+N+PUt22eN3/QZaRhj4y/MmR0b2c1Bl1/UeL+eIco//4uRPvO6MV0PZrlUFDrqPr8Y/fNMIeS4s13CygwThWqJDjdr5XGkzBWsSC6sc7lBiecZXxKj2QHfZe1pyrHRyh2NmiqNUyaHBSoEFdlzM1JVvo5gwI7BqlrHMkle5ebVGpPX/5pHnCJrQKmgfHFb42p4fsc2bWOZcnRu41HvC5di9WEuCmLvcIyfPmvhLmwDS0FhzcyVSGWKt0pgLS2TbswWe+siWpb0zn14nTvFflrDXOQs06D2L63Pvz0Jx/TXucyonVQdHbMsXIo8AusT72g03T9dU17C6zy74IvipqNxU4JrvUp1Xy3zFVGcZd+Ptu7SOnwEGpDkzQlgC2nHTcEo3MlAnUyj7KbWzSXVWIZbc9w2yCKe2C3hpsGHLj+KWd40AaOoFIC4vtMGL4+xT0zPebpt0KYMIXFEjyi8usFESrMS9TpuTyEsquSoTDtljuVSRJHvsmbl3Qk5+BZuKkg8CNzaWONqnCoLLp+XiXFgcE8S8LsxF1rbpn9md5NnqtY4Lp1XMuGSlFgE75/sIeRsW6gtJO3M3PQG+WQ8OIZj99bRvk8hrzSGzLDH5KJKJ1CqZuRRsG3+FEYsXhTB3Ek7PkXcf2mlACzniJIuYFSXMPP0MZsoiAXhPzt3x2WT514+UcedqCU71Cvwo0nbPOs/OthMqkM1nnLn0qSV3ERvyiuwgNOlKvk66gG3BNff2mMlUclL/AMmAIm/eTd4FrZGZo84BFnMXod9KVl0lFFUBeuaPnLF2Jc7d3AFodnOm4TmDf/i38rTqdbkKjCV3s0udFNb1L+OLXfneBzKR6FVeEx/SV87r/Meslf4dpKm2lceOYCel+iDJ/zO4ZWF8iOg+Od4TWD1g1OiFnHgr615RIUTshCvqi427kvsuFyn9mgS5YHPuAozbtb2zlacwkFW6N5DT5ZKwseJ8xkeAvrIcuQPO4xSns62ipUcVK6feBxycsOl9Fh9V9mk/DJnXNO+dnkZkbO50Q1sEFmoJURCykhQdT+kEIiwA/Uk+e1u6SMr7QP6STtEhcaGV2aBWZqyncdnuJmhESqeOFLwpJG3qdcDhzLEmq+FV2ZqmFDvnCju4aByFPCvRDK2WTlwNbWORuit3Lr787OdjbHP336lAHLS2SVg/juUrD+8Sd8/lC4FOCdzrAfCK+BM5Vyy+FmFHbK7t6HS6yvGuICFTpbdzr7lMg/P5pfvX4bfiZsOKavvY7rCKaD6M8befj5o5wZ8PMhvzgwkJ8iVwOw8FFO2ZvYdhKP78hLeGnkSSmisG9FqBP9Civ79+66TFEOxRe+1JWc9A1/QeWf6BFL2VeRg+sV8sDLwE4Oz4fd3z8ZPuc0mJ9+8jU3VP982L6DTFi0L2LjOD+PZ3WAO6/Moc9awaD4cJNB/i8+Ie7d4Y8o7V98/YKz22ngDLwtv0Y9B9/KVzOM1Z2nOIiOmBc+4luul8tnZFi8RZrvVsYWdXxk/9z45UsKec1HA0d30Vn6x/i0ZibOvv9Wp7/18ydy1xT23gjeBbtwehdmLRXlHGOEulVwX0d/3nKe6KUWdo4YozGqXM7P7acD1FKtEFN51xrptbcvsT4o6O/euYNVotaX26Bdm6hSrnXSTsl1miukd22xFXw6R4cA4yk4rYOsr3f0CIOoVqJuhDG9HCVyOp2bDAMT4eGmFztgd6tvYOHZZsDgCR5O5XtD4y6br5y+rUECVhQ6QlOSYSNIf8p0+POzowtTGmMSfD2+DNh8SNWYz9GnSrTgwZ6fgyHPGbccG2xuun93dXj0YGX4n/7qo0xVP+ICkhes1z3gwg83QQEhR7XlrFvpIC+1jl78/FXHYycrAh0LcTDc+JbDMF0PrwaShoNvRaOBTTGreBv/inpzmtp83IyZjUVk5rdRnKaeWaiGG5opuW44G2fP+UZQFPQrBnSm8tQJ17e6Mc73lJGUsfqBgzBcr53TJubOULBXYzV3Kcoc09Om9abTc9Y9V3fhsgEuxPFoPGgvD02xeVCRb1SaVYDvcLmE17l766SDhO3t7Ux9z86xDEwF2zXirtlHsB2yRGP77jb0cZ/EfjptlwmJ08bGegS3swkuqdGFXhBVXnITqopJpoIdAE9Z2BO5/ZFvqo76swLsLK65RlwHLF3wSTs7R/1UVF23bDlTp1LS16b8mCZ1R5rQHP+uvBe8Se0Z3i1MDo4b95CuBDkvU6hNv8uKPb5oVF7ZtCrPkD4ucKKaVbtPGspP27auzK+wuQ479VoQxr+WIUsmgGmblw4QCAu9llBo2HD1dCyneBMfv3o6u1egRn/CsncC4STcsoxXOfib8oU+tFF5TdfLrDVQ65fKjcU1WJxTamDZrFVylA2+X4Jzr+cMNCw/+QvBv6ImzUGIcQ2KLXyUI21Jf8HO+pN9ZhTh0Z2Dc5Z4sLQLZd0ZxQuWsdkevnnGdPfePufOHw/fcFLEB4/fHx4+esQabtoUPJ7L5oC5uuqtoFxsdcrRprQNl4Ids5H1nLaAlAaLcs50zjMD4lGOzlSccindG5bqOCuCDQ/au6aePVAqFhbeQqYULb205dXNs48ecq40m7RnaED7nBXtMZXGtRews3WpheknNIdm1rXe+uen/CVy4ulf9aMCblukN9IzmUtN61peFz/b/hknqhleChptyXR4OXMVYxV9njja9/XZLE+VOedSGqGKj3XZZV/KbSbUV5cFxRtB4Qf9Se0X6pN0KFkzKGn/NVzwbvTqdaid74w/x1iYrRnnQqWZ5dV4p9zzV7WMN/hLh8C6WZapQgDW2slfqDoVcvtr54keOqExMFp997CJ0th9rj/NrX6Vr/gKo5dFfjQ/nfpKWoNl5JeZRfy7/LTqlb+m6TRLS/BTED6nXKWb8uC1+4mG8KYTSSOVbg0aHh9b+JShTzmyxzjy17/5bPjiy6fDX/zyk+Evf/kpVvR1+BOcgJVL5JghmkE3m/EwAgTVMukec/yj+07u37s3/BZL/WsuXnNbSZ+xcnYqRlbpws+iUPwitd8i+w43KQMw8nGDCKTrZS4QFX4bzDFeaEO8aVBTKPha+d6CVNJMJ7wlzg/wuqawi+A04v19RBzA3c88buvQyrOVZqpQxk/BUmqZQMN4i4CCIqMp1GZQfl1DucdlG0t7Ku7cDEjknHdLRW2urafmooDTGbn+1jXE6TDFiZ9XcC96XjVMcIkl6JhG7qkX5mGWLllRn1Zpz3mkJkIwKDwV8ArFNNL2ZAJ2WMU6s7XOBSwIVNfhy8SnWDO1aOYUHNYTe6KISlPWAoObnaUZWUp/nkwz63Fn9RUG7PS0cVjOiUJVaUh2qyvKCRvkycO0LuWgIMPmCuskl9ncxMamB3dnaUR3aUQzTL0+5GIZLFUI4m9YG3qm0kwKBxAQJTCCg50SznahfCyqQh8zlYASqnIugULejkidUgMZyk3LZHlFgZGn8CfPKO/ShLRZIsObzjz9uVlWRTozLi5VMUNo1uxgxAwCSVOvxTckHV1oS37G1LJ+xnr+eXA5cq05nfsmxzRusAnMWjZZ8oYOq+tbUcQtpGvT1zc3cnSdNHVgKI0OOH9domwxje1GzMPTN02I2VlXfk67g3L4Sp48OqTDhUf9aV1bQGHxIhAt7Xa48ssV+Z2B3yVKj6VdRZF3QEW2dOSrfK9wEcvj4fWr18PzFy+Hew8epIPvnbo8pCXfMst7DCWiVENVfKAI4dLIsr7l9CPcDqPXg3FU+BXK4khwUctzd13moNWEZApTr5H3ZBF/5EC5eRA/SzVECH/XMdsW+/ICuxjThxOErTQ2ajFb3gv3vAqs4R7A8LKw5Cs7bbtxrTNmpuMpwvEzXuVTeWjd1LIMAHufKSdv9rZY3gWjBvbULTBJHYoClSjyc/G2uIqLhc/pL2kfRZ/Qg3TiE9yUAY2nkw9wUy+mxQMKJlpgpZfCyk0+hQc4mijkMk+5nXz1hOctq38c1M1RPnkybZsIxoX1ElXZ5YyNNAlvmCxttMpjNaTN8hSrS5YrGfeMAC3wFyyROYRn52f3szyR0e7w6uUe9xOwB4CznPdfHHKM5lNuPz0cnn/9bLj7cHt48PgRx2neyQVZy6ucqY6yv7RyNaxwY6iGmcPFo2EH3l1gFlAZ5gycs1QqQCrELoMBCdoFVr5jNvgzE5clC9TbOfiMSyn4rnqhzNBDHnUN/habZu/fV3bPI68dKGgkqtnbQ46PtDy2c9M6QJjngGkvepGtYt2lfjQsOR2gpdE176gu0KnTkDDiTvMwBSEu9SD/UzY3u2adr7CI68VQtg/L4dGXzuLNYTzI8jB46By6vmCD+TlKuwajJeSAx2mqzFzSFr00zQH/5JhOMrTQeYBXGCKft/6ZbgJyEsWJq6bkN/TmkYKlcBXefSZfvoX5rntNfWVWYer75mtXrmwvaQ/g7lNePkbpk//dMHyC7OF/2oRtbsH2T5htis0RgC1ev96WewlkaMuVQt1EATjS1bopRdEipQ8SqhXWXPVz4xcv1H1zUcDbe8rRA0w/ARHf0CR8JfyWB2UxXVVjwbXsykxQw0kg5VHxmz7K0jgSmVYqmNlt9d9x6uVRK6rYihURlBOqv4gMILMMZqFZsoH2GlfkaZfYMaQeXrw6Gv79//ub4QuU71/+/NPhg4cPhnv0n9l8aj+H1fyKSrMtzzBlptGUxQrDx++voKs8Hp4+2xk+e/pq+IalNpfs6WL6mHLYjm2/tn9y8fCMkDB/gifQgpO06jhbluKlhm+QBhbJfA1tU9IW3iClAkyMy6yq8r1KjMwJkApsf6VU9+1Pg/SvupuES9mJUyr/eHdNYf8uMNNIvjOu2FqCKQafjptTH1IiSDwycRWoukMp6/o/GAIriOtbQ2z8XCoz38AL0wo9ywkALFFQI8AphBSAKhsy1TyJvZnPM7WtLMNl/CjG4QBLVULXM3S96IcuiScKCyEq3Z6U4DFnm1x2o0A5zXTuyfCKqdodLP9e+b22znndxFMBk+EU/t2JZ7Q4HtX5aNmarsSKCXahXcU3kbjhxaN/heGgm98VTiDflsfNu3scuYRxlo6T5RrgYHkW6f3WGOhgyGEDyBajWy/3+CM38e3TcZs+wAoisKyW4rwKSF78KUYsP+PUG7iRR8UprMTfBuQ/MTd82tX0uNZGBDIN2tkKlVmPcYsCwt+UUwhoGV1oFgxgml+Rahps3isv8oMHXF9u3R5jAdRq71XoTkF7DvIiinCWu1Bn5m2HqHKa2RMI5Xp9w6O0AkUF/eHDh5nGf8PJQREKEaRVNykhf8r6peDHIgnPXbypYxqdFmfFTRR3b++zpFrSVOrlG08psT1I1yhH+N/Zvhd4RMUq/3p48RJlnQuAtMYpVHy+fMWUOXHF1VMmxNef1t9O+y6cQ6AbfyyzU5bOcjjA8VsnHYXjxtg6GaYEqEqUSoIWWvFMfr5P1VP4p+VjB+gASBxjfYLtU0eNJWQNZ1uOUfRcquG3XBNa8BbLewZuDWAe8kDxiAM/Bz+5sQ8/p3hNW9YoK4QEiQttwVfgJYOqU5ZHg68Zd2fnHyxa8uafGCLXeNpy+JMWWWYCb2UTI/moKIubuNjh+C/O/P32M794VKjfNnbgG248nelLXhU++lZIgq/9Mblh4urTdMKx+4liw3usdaYSPv9tS6boaZTD8zR2yZ4I1pkkwSNHgMaftqvsZfbzimUte2+wWKMwzcP3cxolsMifs5TxzSWnybAW/RWXWG3euzvctzN/dH/YvIOVfYWz3JE/i8ymLc5x+hC8tsYsZtbPkocnzEhD5XXNjwQJeBSeYm29t95Kf2fHnGkNXwVjcLfclohyeKIFiZAEHHqwxB4obk8d1pAFCysoEwzQKcPOwf6wi6XPdfNalTPrF14CBEKfHgkQhNk3+K0BIq3YPPgvXelcrCvpSPYjPnze6oyTyDwccKR+HNA7o0eZbHcbGIlOGcyvMsC5w1KCzc075EEPBS4urXMm0AvddnZ3kDenkS/VhgWeiro1bz2lplQq15/ts4X2r3oK88/jRh633qRdI4w5Ohg/ZrBzhdw5Zr/bIf2vZ/h7Cl3E1VR7/a4yB3sJb/9Rog4vyp52d3vZeju8PfTH+MIn5JnmR10q4/pPXJIfZbOeaUp48cfGKJqNNsQKf/X2HiwkFq6as+mN9bbr7aSHmF9IAjF7Xxsc8Bz5Q0DADzz8NXRWHdk/L2TQ+OXXO/RR/zB88uHj4acff8B+ljUGy+4/UMYjLyC46+A1QFjJ7kt4/87KsEGEdW6n3lx9Mzxjpm3PftP6kUDmgzw9Y7BmaWoQISpiIhVxxAs9C0V9yplP8uoek6c0SB+OV9ps6/eMkYGF6fLRObE++1/T38YX78iuJatydxg/5vm9FPaOWBWhFeTbcqMiRmFfJJ3ELgpb9zdDRp8otWE2R3IQFnhubPKiDgX3tHPk5Zm5jZOjkPdKcsPTAusEl7GOr6JwxYLbKirvsaj0zpBKR8dRf9VysoBQXkyeWqsXh3tsplp2oynTt/v83jCtusOtffsMKuYRrFpQwzgqBTinf1N5aQx2LNV5K5TrNAnCYZJsciNilBnSyQj5SSEB6Hwlrla+Xhc++Z88fZGtaj02yy/2aUBc7HRBZ+TMhLdUbnHMUsABx2VGzgbMcl16YAOnU3VkT/DseRU+Ck6FATgLSNRaWUVRp1dZ0XmhzvIPT8ubAYrJ+Im3il51vHS2dE5aTjzazCu+HXCpMJu/jcnO00TCS+MChu0reACr8sHTbMHbDt9OK+et8zTEKXjPR1Y51sLoQKHDj6URCoibm2DPOckllnXq1AGe4kDF1SVZ+0z5r9OJej60SpnLXvLjPXBQ3q5QJLRQlyKHsGEg5YZT8fQUCE+MmIcnxcGLnFTG5Z+7XLQi3uKlxTxWOeLsEK7C+4jlBfoZ9wBa3SG+QmyLNb0OTqMUW64iBDzjy8SV1aKJ4NBQCz/KCb8T95XwDH3AU1jm5UDAenLTqYMZ186nTYKneIQ3IFznCctYzidtizZmPAcDCaFs1lj9KmYp/g4AjB+CJ8CoygLhTH5V7+YnXg42VMhijbUCkwnRgxMdBU/XdWpXT8dHhMK1IppHsOFPUEvO3/7HbHTCsa5qQy7GhAzwaiBDluDU27w8XLycYXwrlwPF8GBrR74LcyIrLLd4iTthWnp8F2Oe8c9XIdR1DmNI7bETMzn/DI/BwrZpJHAypXVmmUIXvl2VpPz2aVj+Jo3l5TvtUT6CqrRjlVckHt/kSNtiZxJyVFmtH/TgLPyzEzayvuKeirOXzPKdDHfZC/Tw8YPMmC5Dt/kV2pgnqXBp0yrr5OvEF6ynImEv1XGxzuFLeSW0gMnrunbwAbWQiuj1wZOCHTIz5mbOpUXa5eIWijCDBdbbIrZZZy+V2DO1yUl0m/MsLcMQ8+JoOGAwcmVbAmisfFhzvOF1Y3NlWGNN5rwDfgYZ8qDHq7o0x7jJH9Qa2eopPre4VKUFa67ap31e3dWgEUqlwjPmlRluTr3/4BHlUJZzMyXLk5RLzvztqLRTxl2Wxrm0zhuUlVHWqe1L5/u0kiKOdcCCaFrPOjglzFH8UkUhXUIs3wTfRP8z/AnO1mVgO9jkjYZzhvzeZ3B4TNlOKdsp7cH7UhaIm2Ub4N1LYVJxzc93adBwl3On4yWb/4p/gobo+E8c/ad8aPIgqMBLtivO1ID/NERUXPG27uW7eheOnkk19WI/OOVdsRPpZh3Wt/IUSkPD4ARQ4QY2eYclwgX45aMy9K89jq3embhDjmj97Wdfs779Kevb3+PEqAcs091MGVKPxMzsAMi5NPbyjP1czFy9zy3KniazvbM3fM1dGa+4lPKIQfm5IxZvSk0/IPrKNf+Kk3/BJ7ShHVPHKbN/iBF5FjQbrfTlO/55T2ANIITDT6evx7hWquZhwLQjctFh2rNgJPvr3pOvyEo/qxRvddKTmLe+sbG+o/l2eC9YD0nx3h09ldLjCtfpQN1tedwGJvmZzkQwcJQ8vrJsxQoSXv0XaCjr5slMx5MoXvlTHzOY47P0Agqec2B6KellkfN863P8zYu6SUVGcUAxcVOrllgV3SXOj/ea6Q2sQZL4gCUOuxxx5JpwrXpnjAadqjtDcF6wQaZu22vDCstCHjYuG4PvdjQ59k1tyvx5RlkHh1GYkk8u6rCBWB6YtQQmAThhRQgTFmaVVjCrlkYvcFleXuPUhj3Omn4VgX6HDmZr4zgbw6II0hm5kaLqJd1sEcBBBgKi49nD3agHd+Lf6iZ0K6JFEIoUnwoWolmswJAZpYQXN9ktUqj8hE+UFE3LrPF1HlMobVQ2qlzmq1LDUxdLSqU1SeC0tAbXzAo5MZ1dU3ZSrazAUB3l084QJZR6XUb5XGbGxjKppDq9fIDFao2ZFBWScxV0rDhucHPZh/i4Nlqe1EKuBW//9StXEqWMKUeEbMOPstdgA0UkuEEbnnbGWsXWNubhoaMMXO6xls9TIex8XQ7jCTSLTH8/e/Zs+Oijj9IhO2ixY9bqdpcTOO6xFt71rg7SPBfbMrhOvyvgVXdkeMPJb8LqvOZGPE84gdD5L18sslTA9LzylPbV9hx0OEiZpYes2RDrSaXUfRTwEaNdNxB2/jHrXj1a/ItGwqQljQIY+jHocbZBpduLeUxD9vyASbrgwrv+xVu2FZcZ2HG1PIwLDsZJWzM+7c42T2nJTsWatxhbtaIWZsJW8MqfDg6irPKuv0gkPKFVf3jqLSY8C4Y86zI5N1BLf3ktx/p5gpUwjD7lgqOehMkjcunbTmnT8q8ME8WBu1PUniIkbGmdHGybrUyGZ+lFy9j8CDY7OldkUf7RWfJtf2ibz7S3dDJN2lzDG5pUKWkWyJjskbCuO00wbCgDxKWW3zTFnfAoUWSQJTjQxE7dE7+8LfX0kqMMOcv9kRZ3bp5dQebOsZ9lAwvyex98mA3gd+DxWfadnNJmqTYs6chYT4ShxHiRJ+/Blz8U0OqQavpFrlL3OvcaeW68ksXyb26yH2RLQw5tlVOJtJ5vsExnbZkbcJmJXF9itovTLU73XwxHr8iI8Dn6kpWVxexj2gTfdZbVzS84s4scYPDs8sNDN9AyU6Tcsy56vcrvDlxqkzPv0g96xT/tS6yLylraxdeZZQfN+jsgXGV2d4PlfNvs4XLgTOIsx0z7Z8BwB/8D5Igy4vmL58x47DOod7MuJ2/RrsIbnT7JSjVLelW+vGZgrQwNs8gwbAa09Laj4h9T3OZ6SW8L++F+5hJlyEz5IV2gGZhgsPMkIde1e9jDCXSi8wU/B/pd7vKcFAkyQefGn+N7MU1DrMpkmN613EUA5f99sHeQOsYeX25PaXDaTsMr9G78YPsKHkkqzZ2tcnlY+dvqLFvJZTlDYEDkpWdrW+vOutMVTGI0eZWW3dIoJ5SX5ZQhxm+fSet76S2Vi+19Eu6bNRQI1IP14/IkZ8B+8/svhy9ZEvf+Bw+G99nPsoaMr7ydwaM0xDsnje1gib7jAUbFJXhuhZPt1pj9f8Wy6F1uWD62HRBXpV3Zqn5QlZy3IHxBOcLjtqcwq/LZMjcMWxLjRPb7JMio3RElLk/Cex9JrB6FVwtPaQV9kxAtFiLx3a5nmDgB8u64t4R8u8JugqkCFd7fhs31HIpgqaLrAe/46sxagsyKNK3sYJ4yE8+8gpTv8a2/8i0Jgm41UCpX2hJPGkl8q1cYWi48WszO3G+FuC4jXJhFBcKbEhdRFjyybwXLuieMXKJQnaJkHWBldZom1kaYSQbwOMILlfYsFVDRFMeArTyJYxnETcUlCncwKhzEIozQE7XGZYFS7gJ17a+l7bMRBc9sOaebTV9ffvEMhXQZq+zDnJhjh+XFJitrCLurJU7e4bxzoNlxeBSZ6YSVS6ziLyyJ2grRc3bwkXf966eilKj6m8QfTppnY3CEjuJGgaMfHSBWUfPuxwUurm4MK6wtPT8+zNRnlAZppRBL5QrRRjbBSZK2rKKMWQY76lwyxNS3A5hMjVtGIot3SsO3Cm7RCrqgiLIIP5tALfMxSrAKjBuYtWK74dONxV70ZcfgjMACipn1pcAl29DK8soLs4ZRf05RD26aQxkJbdtAS8V0780ep/lsR0nXEq+VXIV9nfNqVQA8Au4eeXvsmxcluW7e+tzjaEkHh1rSVrl4JRcegYOdu5tXLacKuTMYE7pJOxxh4SXKRkGatRwFgbQOBLTcSSAt4uKUdse3sBzoiJ8wamMoRUu55RvqNnVFPJUo4nRn/YjH2LZ7QHumjRMpfNjDxC8//NWgq9Z6aJ6VBXWazoaygmM2evKMGIcPrAfryRkQl6q49ErBHhzt7F0gi7MdmN1tTh4BuckvceXCSlD4X09ctKhyX2+fjQ5klnTShV+snFIbsgkJzJOfcis/wowv3N65pr227/A2ccWpY9L7BT0Cg3ysFcOjqPPscTzK1jD7ovg12pNh8iVofNrWlZNVw9Y9SjB+MkO1zhEDU5kUB62Jp9zzDo4lZ2qW6sKwp0+/oS28xtLOqUnUncYSbxQWo3ks4avMQHk6zByDSk+UccbQexL8nTErBMbgLB3hS+pWWlqftr8YCPwg3DXre29cMrLPsgrkPxb/YRulHYOMR1VqjXbQubqMYn13aTjmduvjg7XhzTOWtnHEpYMyik29yFfkwTtNJLOrq6ssobuzweb+neGAQbM0KqXdvPkFR7mSn3jhqSxqVOetvni51VnvDgi9wGqVtfirKD7KLJ+2VZd7Shdn/rT2byIvckQkMmKXs92VFd6oKitbwRlgo/xmjxVMB9kZqIKXtGcmeWONZTjIhF2Uf2/vPrUtgYP1213K0Rloyl+6p4g94r/mab36o0b9LSyyLJYyO2PifQEutXP2LD24fTlyNfLNPCmObUW5Nf3r7WeClmWqclkz/nS2EbJGPfxzOTMwD3kJ2QVDRW5YSQoCHrnoCYtQ6QuEi5DlItyq1Bm14+x3N0T4bgGqiipGKZLyWqXWV5qNDvDliu5TX+TZv6zfMWLzDCTwMB3ZKiNQnK/o+16xQX33D0+wmu8Nj9FF3nvwkNtSkdEwSZYvcrqdOOQYbiAso3/d52APjR/2d/M7B8PLNwyGGcDaTFIvFjp11qjAtxhZtzGiiET0qYYeCSNTiWdK6Te6qdfuFx4iTvpzPK/zswl6Imn5trvddypelP6CkcFwg9frdCrmW69ONr7b3awXvzuu7041hoRu49f3fbmZ6Xen6yn60xQlDG3s5ZuOBv+gTyv0NOnwHQ29H4cW4UAHb8OxJdiQFnhX6VNJsp6PsY5eYOlZZJ2hmzY1T20wn7qOwrPMGulFBaF5EjlNgdfq5GCqoALc+Illcyo5OjMId4hlMI33d/0R7+5k3Tds/lpiuc4vHn7AefFM1Ysb1uUZlmp4msMBm6wUYulkW9Iod7yHBsLjNwW2gwdFcxBf8UNIBs0SqIbkR0L9XbftTnE7FQCiJBe7xfJp44K2Ks6GqcRm/S+4uokKeRz/EQ/xlDaiZlDy97uUCvG2OZbVFcGOYmDnnxE5edn4rG+XSFxQZ1qiXIKSE1qghR3CEptBtX7PkG4Ra5rHMArXC01UjOehpcfX7e2gKGMJiFWbDWF25slfdCy4eVl2y0ev7n4M0RU/89FZ9kNma1yapLLt0pjJDAGnINHxLqNgujbVYx9DK5YOuKH6IYJvd2c3A5IA44/lUcnOWnZ4NTxsjuLzlhOTwq/wLsVXnqilStALmukM1wKfkyvIPwNOGThhlrviTMNJx5IYiRVaGO82Zzp/WgHteoEWmMbNxlW+YaHrTlqCn2Uzju3XpRMOsr1xT3iSeY5vZ8qyVIU61foNOMIVxqRveUN4Pcc8fOu/0bO9BLbvLULHX690GFqMUpKiu52tcWpZF3iL89TP2HKGAEUhb4bry9OiVx4UCVj65Rv/JCBRxS6U9B5dg+d35QCO1J3toP9Cc7+tU5Vu4eUVuWdcEva0GXyIpzj73zDiC0M8Hcyq1sW6rS9yLUpHYII3yq6zHCqeyyjoUaSYlXRW5fXrN8NL2sGJA1KWdKiMrtP+ZlGorR/7OC9PWmNA60ySlwvt7++F7y/g/SwjsZ27rr3JU1AUzdDL/Sura5tcQkY7g1e8RfWbpy85UcwLn5aGTZbMLXFLq/d6uPF1myn6gzfrw1MU5JPdV5FP5uFa+Qt+KgQZJMBvGnhctnKH8h+C22vu5nBD+JVKcicUKUpZn9Cz3qTuTSfWuPawnlPH8oV8yz/ltRsuczQyeancaG3XSOB+JeXJJhv/dvm9fr0epV0l/hS54gzjKsaHJerC2UP3OC1AE2nx+NHjYQul3SVsR8w6Pn/5BivpN8NLZN4Ry35KLjfkbHdRaeWT6XJMv0+Vw2Q/1FF2CBdmcz+TFyEtgKf3uFycsgF+NHTZ28KFLWvbosvllK0eq2sf5C+bk6dwNbq/GKpGeheSPax7l+/bf78r/O0UEx/r0fZcSrkDYBg9jU7a2hbpJ/1HnP6bpH77rZEqJCuemcSJLJGHpvWNpthaVuGXM6/+mtxD2vKSxoVLi9EewgWKkZCBLuHRIo6pM3rAk2924KH94atvXg3v33dTqjNFNVNtBeQ0Ky5lU3l35sz7djYYCJeejqGCS9SOWBLVjatVNktULvibecoHDSORemibOQxy3e/257RszjvRusW82KbB8iPdRuN9EWguMrV/3PokcpR2A01YiREf15x1MKmTCnpLYbfC3+UMugngZtzp8CrgdSwm4bdV+nVo00Kgv5t++t0UvchWU+qEjMOc4YT4VgAFUJkIDuO7cVP98Q8genLWAABAAElEQVTD22gIl/+ccjv2Nj8sMCpBZ5xgkzWxwFEgLOO3RefiLXaLKgh8ezuqTiuIVr3FBUf+KGFYaWUkK8KOC60hQj+R9eelklb68jcJ8cSXxi2uxusuzYnAmoi3G5kbdtz/tQdzc9zS9jYXmbABROv6KkLZpSAu+rvgDFQFYHJKRUkXO+mmyMGNjpJdEiF1wrwqSWLQ4psYlHDUCSQTlvFTRyKs6YZv1xmSNbGApSWBsF4rptLC6/nnS24dB4jpU0dTJTUbQRrB0bhanEobIjydyDn1JDPPMUJXifCWUs+KtkwK7yh44OIxciqA80y1a8l2Scga082O3MXQteULdmaZduYSGZQH16d6/OQJyrlKhqcSLbB+tXA0VceZJ/UfOlL0ddadpkCkl2Q9vjnpn87/YinW82PyccrQweCdO1s5JcnbGeehzSoWfjdYvWDZzKOHj4avvvo6lnaX0mRQQAesQi0dXdsuX5qX9fFtTrqooOvC26T3gpd5BivWY8KsC8IXmf6XZtaBv5QHXoDips5PuuZHZVcqU1ZcKJ40plPpMGIsMdCL/7A4/EqgfJTBFdhXanmauJFmDR5hqdMewUw6YnkHPvUuDfxZNpOXkq8fGMP7XsgTy7yKgHhIMItkZH9EvCYPSed3fsmyEDCPrNG3s9Fqz4AQ0lJO2y35g4uDKV0faAR/w+Vl88TJg6LgzE6IlffyLHoaZrvki2fHBd/QipijI0ryNixAJXw11hYnEcgamve4JDJ/23v4mPiONTsuJlQmWtuCE1+tbaYxG2lggpQ7sQrPkgnUR7CsxNLbAfoFtGf1SdYke9a6m/j3GCDbLpUJHHI63GGgvKm1DcXYjFXYlmyjKNNLKMfuqXBvSDbQB3uiWRboLp7i54BkCb5++P4GyiqD6BPaH/t8nC198ZwbjDFirDOIUNlVNs/NsUadTakO+GzPGgJc5uQyk/nlNzGCuEfGes2xnITPO50PXhvOFni6mXuEotRKnmABJtAIWslbSsHUP58TJ3VLLbEFZEBE/LQLguSnQBOur4D11tdZaOKNr6tnWOGhVx1Ha3k8EnYj9Hn16hX474Ezgx/KtcSGQPRe3plloD5WWSL4gDs8tu/fjSHBU22OOErz9c8+HZ48ezl8zmzIV89exNAQI0xoLOZaTEUG3rCYKSt/8Sp8aWv41rvhbzvTjcorsPp7eCZwSAOODo5yRCj4OzHqiVUqoBnIWNlRRuFgebG56rugJcuz3MBa36YpnEU96NdnT/bWU943iktgJm6Sz8Tv+7yBI/gqm7pOIp8VP5BL5J30REYpp9KvTvItehcPTedm/9zlSNGiQqUv/9MmhB2lPeWxjVTB0palBfHk15CHMOst9YB/ZgOloXFCNF/8avAbOUzrgRfKnBwNStxDNqEfHu3Qt7Ff687R8PAeezK2NHISD/lPTw5M6kW4eHmi2jpLkV024xKo8zMuUQtdDNcgep32Zfk3rPyDd3AsORCgwXTyp6EOJHGgzAT5bh13HrIYoVGSFV2E7VLCWhaJn5Fuc9d4ZTpCwz38Wv4dQqdrvoHbcTTW20tiKG93Jmg8XV54XJty6RH/xM8Jod8G3AvzdsjEJzj3ctx8TqK1N8UmleNXylfewUG2hWCeHOANlVaO9WIKl7/YK69guUEX5nQERvSsa5ex57BEavmY0ZrkJTswmUrfwZ6Khyq1hG/5wR7eBKslejzZoFCY/E2lmqD/JkFvv1EWpqIOTy6Gl9wSeBSry0lGqw/Ztf3oERdPYX1W1c3SAARGb4zydpRN/Rqjt1Y7ZtPrvzMq4oGyNEFCemlft/21JDRYWTPsKfpFaRmp+aKAQ6tZOmiV4SuUTZ2dYYQZoEFndGaV7IBlw3IQ47drSVWCFEzepkprZo1jVo9TFx4JR10qqMx2yuGTtbHiPYOy6vDEJVPWu8tT7JjW11lHq+UKxXnnm28Sf0HLWusczF8cgxt0C37k4XIfp+2joELv7qSt8MXXk2TcdKqFzs1i773HSTRY+U9Jt+EMAB0TQxxwYN0tNSWNTP/pp5/Clxx9isX9FafHuDzLwhkuzlr9Q/SbBQ4SqYjgUIKmFE5POLJzEIaDHatKi1RXLrPsxo5SBZeO5IJj6fqSD5AqngF0WWKhh/xqVsBJPfnpdzzzUrDI1zXu8tZEEZCOElZaBelrf/SKEgUNBeryl/CewpoKCH8q/Al3TfAsa5UdMMpXyV985R3T+u7Pf+IYf6OVf/gZv/6duEZMFOuVdxAKf2FFnnadPs7WJU7+GLkLeeEglIEvv3fXp2NTeMEnftG2L3lySZ9OfHTh4f5tG7jFyUOWV5Q7KkazzsM7WJGlq7CFHsiJX7Qx/eh4tR7MV2+ftkn/RfFo6fR3yt8ZK40Y55jNXN7icifbu/kSI3XjUb+uBd/BouupV6+xuD9i+d6jx5dYve/ClyzbIhdvZJ2FF5eZ6XRW85x29DnnwGcpVzp1ohkTujmQcEZlDoXatdALbB5d1ko7uzKcspTF5TUev/qGdejuUXIgoTtFhp4g+5Ut4qdsBAAD91P2nLzM5kdn6TI7BgFyGg1ll75a8SPjxt4Wqvg+dtCUHZhCls72Cboxen014kpR6970/BByQI+T3rYbaWx7UWmX15Sp8yji7tNxFs9ZjTUGEkdHDCJYkujRu7NcfLYAPqto7cu0wTVkydbGGgcsbAx3tjiWD6zO2EToRs+PkEs//8knwxOU9i++YonDN8+G18zyeROp5Qp/WxLxExlc8eX0e7y/95/edmQjC2y1Wl7IFhqYbwb3aRtVxyXPzNv6qvY7naHyQH6L/BXVqUDfVXZbi06IRUkcnhbtT+kASXtwcKjBQNkk35C7+Vg2HhSthcl71W9M43ATJb+7n2nTFvETli7VY4xEKr4amcmytvLK6qOLn3yWbrXVq6HF60DlvRJC8QJnneCL2sO37ZuvDDpYAcBdCi7b9dSzx+/f5ZI1Lg7jboYlyj9PO/W0pVzqKDuBuevdV2nrh/wu2HBscyza8GImzVWOtquSVaZOnZG+90lGNYm/6SKO/sFbuECTgLgYkvIGxJbYXOL0oOhSoLvG/sDQt8XrgTefBgfo+LgWo8v27mnv9W43jYWxvkf+14EFm+te49e3hY2RvvXlJnrXqEbKaVK9FZfAomdV7s3wxnaANBy2ofKcEs03jUorphk4lXhBh7KL9fMcC/oignERq4YWWnWei3kUNiWNFwggJFXyPDIN9ST15OBS5d3RqIK32G3CLJ0AhascjGgHn9FNvVpBpZSwOQfBdMQA4pLp20ssp6+p6ePDu8PeEUJ9ZT3Ld/vgL+AaTB+glDzGbMy85dP7wsQhpt52htNWhxYVQCq/nuhg07A5VXwFUylw+KAcKKxUqk+YQvYsfvcXCTgCl2ZlYyNJOTLur5FmhTwwWj0xIPKEnHk6Ll7TgakkOFXsxUk1CLjeVBXgdgTm0xupSqprJO3sxC2KhrhRFq2Dy1Tu+clh4Rlw1FwRhXxJi6R6vfM65ybbeZRlwDJVMYRj+VRQL4HvUW5uWDY/15uucCOtZjWn8rUqqbDvYUX86smT0FFFXsVhDX+tgDp51KUx4i4nENH/bzlxSDghltcBhUqGPCN6XmphXUXJcSYI5xId68x8Uy8pSADxrbJVNA1cgeRnPbf3eNSH6SVEFFzylP5a86u+C6bhSWJyYfXCWKB868WH0ci/aKyiST1S8X2dtceIzftN9KyZBCE7A8FYxjwDU/4p0AW+U2gqP15HZyTaRdGvaBUrVmtUVZZgDdyCHbzNq5AupVYw/gPPTkNj9NtSrdNpV5bvonUhDCLWYcO9w07BesIqUCFjXoDseBvP9wx+GNhYF1meBD76p66AkzpIOaRLARSzKKEpT8PJNC3GJK2KyDxHFLJZk82Rs7RNCsh0NxfecaTiJbJREFmWg5p4wnKVbNpltuIIy/eTJ6xz92SZu6+xAN9j07X7OVD+UcC1Am8yI3WfZWL3USZdvz2L1dxyuSRPBTu8Ba4uQdt57TebXDkdxsvLcqs2Sxrdp3LIkYHOutmGDlm7/fL582zoVo6I/8rK2nB/+8Gwxqyls6hu8HNwbXtTnp/xPMdIcMnRuqVuSaBqU8QuP2jYZ7VCPxHt9TN5keKhfVJRDvt0+cuoY/T2PvoRbp3ZlnOk7UydthOFENniGe5HB9y8zDGRF2cs12HQjZF9WKIuICX8Z7/EHiBmilexbGqpV65vI8+O2UR4n9PRHt3dGD58cHd4+uIFt2g/G77G4v6c5UxHyErJfeUyUQfF0P3bnDgTfeJGD+laIdWGqo3hGRl+4FIo8Dghv9QvLVs5FUV+CqKyappSZTQhHpXpAM60nkgltyqbK8uRc5NWCHHjS/f41z1HcLykjbR2JV9kMB3w0IDwnPdAWcq/9JC0S3E3PKrrBB/DOl3rWTGaTli8Y0Xpgki1V9/LAFCtOzOF03EIT3T8QtqWvIMyqk6K9vyRyvFThuWtDVadLXUPgga1nX/hrhhXATy4N2xj3GRVWg5ygIurXuE9O3L7xmVWMbjR+JIBv/BimOc5Ku++k1fyS59k/9OwsIKhs67j51OfYGx4c/YPYQi8Cp4KSbnYYwpM8zF34EAU/1knyaDlVdRMlNv/BFYBlHbf5dhLeSNSyygJZaQbEKaDbwS99Vmgb8C/FqsKK9nSOH8AcPGKFecavProHcUtQfEay2z2ypWG4rvSJT41UacgSBNIC9OVEMVCy0783Zevc0bsIoJuDoVnFevsMksiVjhXWOXh1GO2sHbPoKA5klx1I6tCkuxnZEr86S0DU74eGT8FDdp4Klga8zcvIk45ofmz+8DiSLliUYwSMTe83uWc9iOWwsy/QWEnDoLVxidEmbY3WMlRCmVZgMRGmFrlkY2trvDChRZkZKc122hSuROIXwYrtmp+Lve4ouHNROmzTRDefmKhlcYTZRyT1I5wFbHijd74xc1ymZ/VZyO0cdcAQBKWBVplt+oHnBEOTpfNs6GsK0VazLVOq+ilAwWPnH9s/TAdLj4uWXn1imOnVGDJcxXctaYJzw6cUQH0I2+ooEBNVVFOb4XTuXaSeWfKBQ7SCJhdEcuGGhR190ZoFfRseDeZenuoNFhgz4FLXPaZ8j87Z706Quv+vfvDBx9+kIGEFvBPPv4kR2G6xlzFv5/DnszHtlS4xI8/lqPqs3ykrzSRfhF0Ch6ZIrGoSS4acurYGaLebkgh2RPDv9/uiNhQMI18VnDKM9ZczTAcVFM8J+BGS4UtifwX3EiSUJ/8+k2j4h76whP0xACC+01HZH8upZDeM9DJKJaH0gQtXusNwliH1qVO7MxTuDWwqI6g8jGCNCuLvW1Cnuj1bnr5ohEpz5GP8S+8wJH0uqqTyqtfFS5eOr+DA99kM0Uj88ATGtkWdNWp55U8lAP9vZWpMkobtmfxs5ISzntJFsoljqnjaRj6SVPi+mt0svU5K6NsLFwJAlbaXuJJSXCjDTjw1cq7YF0wEHTG5nj+IINB16Wfee46cb2w6AyiOjNyfk6+NKNDFPaL853corrLPQgecehFTLYdlx2us1Fy+/69bNKe/eoZKJb8q/pSQbhA+ecG1ucqbDNMx9N23adCr69VemGuTkvyFuEDLO1Pzp4wSKDtwU9uZnZ2YJF9LIvg7nMWTVd5FZ6FFs527R9yhrTnhKP0u/SuqGjpq36ki8QRp2pzyDtgB0Zkp/QllbI59We9QGHlJ67Cqh5S16GvAdCXR/jEiDjD5a8ZyneJ4l28TABy5IzKOWetP/8ZBEBc8LEeXYLnme+XKFLO+DpLoKK0hAzQ+FTLfZaGbY62fJ/LsJ6/dx/F/SWK+8vhS5T3V1jcD9nce4pC5elDKvspB7iEb4JZ/VFEVtvzu/MvrwQ0MiWioijyBxxPGdx5pr90PsYY5YlB9pU2+bTRgLI3IFHLk+YBfyYAOKV4VTsRAX4yanu1MdhPWB9FUTn+u50gejwPo5i4Vu8TjxZvgp+ytvNCniIrXtaJQHmN9d3y8I6YKRGH6Ei0MefKpLEKYZXemk35Aoov0ostEjX+HXNhmWGevDrbr6v27puQ+GeFmEmQGx9GKFfJ8i7PdeeMJy2m8lTrhTcMdsD+1Tecuvf6aPiQexoeMbvjfkDvPEBbSL/jzFX14Wog5MlP/pEWvvcZJsscoID3sjOZUP1CPs6QmmCdvB5EenkDxNJV/OJHBwzOOgJHorW0dQoPfs01MjT+q0gaHgIyuZTfTf4f06dE9dVXLfg1Hd920t23W9h7rHc8p4HeHmWSU4h5e6S3fIX7LthjpzQB/Vb6mx6BJwn93yl8M9LUdwnL8hjxTtpJYxSOYemYiXqBcnbECQRegDMsHrA7/xUbF72plQ4qiuFcNvFcIcg9N3abo8UesrEpUz8q18DIxgthwl7hEZjahuEjazKtOf5H0PHMQLCxRm5DMy7faU9Asaiuvc6SE8z4dWOaSiabdRTmia9oUpBV2WKJIJ10tjOxAUzooXDBKuOUsZuvZrUmgbn/STM60qYTiqRUAJeyo+Wufp4RrOWfDhq/5AEMleC5JUfQKFR04KUIAAvYlqW7QJRg/BQgvqq0+B5rmuUCL38e3+kMhmtiuzIvLDuBdPakUXFw06L+Wq1XgNWFvvRwZiVKO/moKJ8usblLK7gWKDpXaZJjqlIXRKLczqKsYC1fpv7dNKr1ys5SeNLT0148D99Noi63WnXKmkHeq1c77DvYBgaDBY5mu/+Akx9Q6t1Q5trab1iS8957jzNw8Nz6rMN3MyjIb3i73NECS2xeFV+GZvkDUiFzntNtQLpZJ2QYq5z0czCjgitB5INOSxUuaSb+rjU0LPUMDfu7aYSl8PF1wju+lyALEvxRiXPT77KWFdoIwLLcSJiVuNL4Xgow39SbNd5LFUuaH62+M0uAghFrFfXiMh8HZjm6Ev5yGZjLKeSZaSfU4tkgbQMICtNxfJcW4VneXfKUTX+Z4RCJEuSWU3oUna/nNP0VehBPB9iis2VracODdMwFudpQYCeFeKrQV17mXC04gXRwk06lfBot+wdPy6yzTN01dNKW6r3i9HCfVS5SSyO+e93bDkolmsCTiMa37XnEoLw+y3KNlcjGZWaOVll2UpZt7ytwdiojdiBnJsRiqP1ROhX4fY8qJN4em+pXXu4M6xus06ZNOrPiDFqfRSuLK2VDGEbhBY7FPOAis5lL9qJwSszW+inHo27BUyrOduwuseFo2QwmOImJm4VfYUE+QdG3TedkEgaXlmWRmS9ntzIQJOwI5f704uVwwe2uh5TRGSkVRHkKMoVO2bdESZQ38mWWU9LeQkUFvlzJ/9CddMoWBWsUzbSnond4gEh9ra/ysLtel93Hb+tJPj2n/V4hK65YbjdDW3A2wONrkx7FXrVGWaXinttTUZo0Yzqj6ABryT1a3ES5yub8NTYEbqwtsJxhfXiPgdKH7783fMkymaccRfv0xRs237qZuPoyj/oTH/EON1nG0VSpT/lntqYhnjJKu0Yfde0o7sD0ZvETlHVnYebgFwdg1rdlTfkts/9CQ58UA3rnBzyXr5IUf+LLF0kLGuIV4pNGXPPeEOoEvuXZdQCDvjv2NABlDjIKPGsWpPrk4EEZev9efZr8QJ1T/gzQ4Qfz6gdmjFDxrBCeFg7XeSLv8Wl/wnNTHqYN7YSRmppKK8H4Lz9K1+Q+lXZ8rfr0c/LmB1hFplLW8LR+vtPPUB8HnMT0JTeeetTrHTeXs2TNpcVuOnX/ljPvtrvbsg2m4A2y1d59JU3RBkzJr8vGyGU+pKV0198+iig4NCHhkE9uZ+W9jCH22fCDpTY8DgpZH+3bd52h0zRs3gnrf3pcvyu80praPMq/++Wz/KDf2wq7Ofa40+96d1wnMN7x1gG8I/hHegfqFOip17cgVlgV/2a6Hln/lGkK0EiwHonnSIZe/hbfuFNJxy87S88MPkWpO8DqUNdO05nBRDLdFcL8vbv3sNiyrAEB6RSdG1LP2FhBy43yaCWcY/2Q2WSkGZUMTCJp3CokEUbFHKIl36RjIrqCL7vLY61W6PEjfjVCrXo2OJmNVx1ptDiqU46epLGnKUYmCpylWFRBcr2wRxWentQoVAIVHQIg7+moFIhkYpj4en55prIpoyd6LK2wxnIFa7IjGBRUpafTm+nhLB8/OTpMXRmILfH80z18Qldoa+NbYN2meevE2QYnDiqbR6xzFQ+8oiBbfpcNxdLOoMl0nqCgtTq3LnJMWizqwHbg84oTW85XaiBxSB1SjNRVxKJIBiXKTP1TRYFlh661Lcupgo/W+aKHFnxx39jYouPbZDCw2s5zPsJSeJdIbgxbpDNk0zBKoe8POBbL5TH/P29v3qTJceTpvXWffeIkwAM8hrPL4Yztclcm/SWZvvN+B5nMZHvIRtKu2XAwBAiCuBrdXfet5/l5eL5ZhepGk5yZqMo3I+Pw8PDw8PDwiIx0v7uTELfJuH+96G195ZEh+EOFuz8laBJq24DTWix6WvS1ttXKwNU6cPwiJM42t71L8WWyN2iaKvMT3hj3ZKgGijdp5BkunTR3IBFP28X2UJmWvra71nA5rVzfZ48CvNcVHpaTvmF59IN8FwF+lWdVOm6YDDoQOsjm6M7Gm/TF40vgYbPlY3wVZn3E21N5OIUJZUCHHpEJrPWaKxBFn+JllS9poGu66TePEelv3MXPCawDjE4Z4YTerJMcHqQovGlLQZg49xGZxyVFKTR0dpCSVj42PmYdTFxeW4J0y9AlzPY1ZO/1R+ogUXgaRq0i9+TZFT8SpvaFfNlnG4ofTfJL0k5+zlDotXQ3QtJkqg+01XABuMDPAM6E1T3Zzwi7RI4+42XVY2B4bOwKx8W1E0optyidW6x8st1sixdKJfYhp09o3dfKrvXciaM4+72KXVZInVBfKDOQ2yqyV64GAS+rgbS78SpUbsl7yCkWL9mb62lTfvjNcrfYH/7eOw8Xb6PUejyr+/c9I13dwwn8FRbprE5QRobj0LuW/FUn1qh3XSWfbePBEtV23RDBKqTpaidkNAVtDY7iqeIKX0XpAmfHo0u2JrnFRxrYLxPmnT9xkOi2IiiS3/L9cXKkjON4SZQrT53Z4+uxT9me9NZb3y7++NUzvsDKO1RMXjw3PZhxa3wqZIQnlIpMj3hoe6tW/YC+C65OzE6RkadbR4tTZFY+4Mbk59qThMLElY9sceLcvkwugaFivMIXeVeZMEz9aKTqtLmTVTrPyDvR/VbyP+PhNlxo68Qsg4l+8LNQxpyk09+ekTH9ovtGEi+RGD0mAV37vju+6pR/IXZopr9c9XT9S8qNqNwiX5Td5gPGnaJHUqFUieHVEaqMUobFcJWM8hQw0qnJAw1O0X/O4cVjdiPs8MFLD2HwZDYnyqfoR+kzwJYPFSG3XSpF0FTbjFOmUYcCa8ormQ83pS+U3MRPn1BHUi9YoRAhaTdADSg3QEtb88T13dQJqnB/R+0r3ff9TnAEs6RdgAp6Ho9/vRWyJVyK4z+VsWGGf4qfAZjCZp4W8AaFecivu1twhd7+zaB1OyhP87wdLWGqyTtkdqfMnvWaJukmPJbpJrijjhIsZB/PnbIGU58SWzNzaENTd5JEhWaGwNSWmY6lYkLru/tdRne/3CY0fA/B9g4C3DN0z+GMU17uifJOWk9S8SjAfDCEu9DM67KuWrX74GEvlHiUKgUwaCGLuGBmrnXSaMHyM997CNJ1jilzZhxtgLLFq5a8tHxoBaoOahlVw2ovhVzVmfx4K45yeZDBA3LkWXZOYbBP3/jBXLKh8ev0NJUp90H/9b/5q8XP/vrni/2nbAOhY/zu0z8sXvKFs/VVlsu1qAnXjGA4tZNwmqeDkA9QgrQp1TtXrI4qO5RlJyQyMG4QCBsMKg6Qyq5YaBSUwHDrEE2T+y7L665K6JwEaXVycDhgAHIvuwqz1yV7b7Ue+aKcfI9amDorUMRfS7VL5Vr5bXeX5spawh3aSnW/pigG76KIf4GFKmcjA0d4gChLJNb3F2yNEZ4fT/kSK/sHH3zAYHi6eOvttzPAarFfy7J+Ke/i3m2pv1zRR/8gLbSWZ6AHrJWjzXhW4dhwcKfRvLIszqDsEqEn5GgptI7hd9phea/+I959hfg2ADxR/sKq+oaKu5YylCEmCLaiKUU8/Rcgpgsww9vZ9ncdQdLWYy89xhGkuKAh6Swj1hnqKSyVLJf8b86xqCSdbVH1Mb1lqm7JV77dEP6ijWs1rE58sSyVoPQd05PR5xpwlzSxHrHqUILU8bmKxA8R+7I63YcyGVDBgs6WLf5OZEML0klJXWG99BfbFe75Ail5O3bpk+ukDf+2oX28ARqYK9yRukxy1MTG1XJfJqoTTOi6xIX6UW69j6MyKq8V7+tX6fXkpTWULI/dXMGinQ+rAd9jCp1sKjdqHyl3YFnO4Iwoyq5M5SVr5JyKsauah5wu40uQvmQfApPD8vhP9YThBM12c9XTDw3tYTBYdWsIhFe2um/dfe7i7kqb++Ollk45omLvy+BCdWKZvkwbyv/KYVfTnKDLX8KUzh5d9+7TrcVPf2iZj6g/cM6e0I88WvZs8YKPw3hCjcLU5qrl9CoXyPmja2AVtk9QJyoVPpGJSG/9/FF/caSYmpJIeVI+9i88ZCVwmQSSP7Qljcv+kJI6Ec9dPOLh11VOZd4oKTeCcn79Oidl+QEvj8F0jPGISOtvnR/yHtczTsl5zgf8XjIp8mVe9/iLgSe1WN9bWwDCJUTaSyhfHKvfSF/KoN00+OzSv7c1vjDJPyONFtH0VelR1ODXClCSYy/84fMUhi/yyko4sTOO5EVH8cKf8gedDJjFJx2wxakcd+K/z3X6qRzbsfuUcgB/tkJRT5lNUZW0Nglx1iIGhqmg6hHVVhVovdqlbXkWtUrZaFZ9Ro5OnruwhGEe5U59RMow62ovVm8gvoAakXzzcivABJZX8le/PmpMXtusslZu0xouj5IOWrjie2Z/ZDK7seGhDV1/5aGA/ZGT9FbtYvnXT5RhFAfUcqbwL/xmOBM2nf2Xjkt48Xhe6iZep5hzcqfSbkktS+qdnSSpSoxSpj7ZaUOzShd+m7XNyF2ydwIFtvekMazlgElLK2kIf9K9GP87WVIuDQBlZUL7ZpxE/AudEBrcnwJqYqiB2/flndK/IuG8KveltfEcwmTRuNF4NrYD5LXKrHt2YZTrxR6KOQo7g4NWoigXNJHLQOdYPB1I/CKrCt8Z0t5PMhvnHq9N4GwCcwdBuclbQ56nu4lS6Mc/nvDxAT/osYXfExE2YEy/TqlF+RwrkZ2jBodqx+ydBV3L11mv7NMe/qJ8taEd2M6ns3PcpYGdrgXUnFbZGgKOfjzlnXfeweLEy6+sIjzCmvzh9fts5XgOPESTTOO/VwSbZaS4/FD9dMguO1EjgfhbZi8/G6fw0TlQO+j6oZS5E18t6/Krg4QDt9uZaiuT9HFr0cbiJz/5SfaaW1+Pf/uGLwrGauDgjYJf/G5PBzojoG2WSVYVPy9y5nd1wBWZC6zmJ7Tfek7QWF8/xqK+xUB3nImcL8B+w35R+5XWRT/uJN4fffQRJ1Z8jSLvV0/rM+XSIBOqWSl6pVvTbGJN6mKYVzmUKy0OacPiDdvarQruqRen3hZTFhPbutJV/tu0FRcnLCrMtkMGYdJn+5N0c8JpfyCdR3G66iB3adGf81nKMMZNq/c448VLS63WT5XBfHWUergF4eKG0zHYwqXy4YviYSBuZAv+eoRxn7P+c5d0pJVm1svL1SCPxJRPsv2GPIZbv+AuH3PFvDUrS8gOHE5kxUH6WA/r4DOFTH1yjkP75zinHKSOw1FTKe2aDgM4wk3jZNHyspphGXdc4NjHE1fxFSaNaiADUWQ7z04k7DfAq74qXYrPCqxKO3KJdvGIwQ3eB/GlU7dcHDLJdBuMVu2clc0EWNyoMYhmqpT6C6dh+t6CCrGKoWfuR7Eg+cHKAf3Ec7fhNeSbXyad1yxVAa6DtrraBvJy1/eLNH7YX5E5Gk988dSXTg+YIPuBnqKa8Vrc2EPtHnUmHLt85E1n3eK4a5V3RU7FXRwXKxz/iqx7whnvD3knhc8xLfZRZtc4dcptHFdXe+x5P0WhPea7Cp5Qw+fYxR2c3FwkbrakPVOFQ+LrbzpbrqUb9jon7UJAE43EhimfEjeglBwwDVCJt260LG3cvEAe2jtgaCc4iPexbHvSylPpe/TBjEmsOFDXl2x5evbsJRb3b5mcHGeLgyeflpVX7AuevuK3utufnAArB+wfgIdX6NPAZn0gkwNXBBaXNp6KnEaYJe8t5VlVef4sr6qcZSUOuMoUHt+Iltb9rmu8K3wQ+G6iVzxXPauu2f4DzbOyPPCpD4JBa2kgoeUBGi2l8DN8QJeCtuey/KmtDDLcJPEu01TIyP3d4I7OHcyAIxCuAcsIj8sMDSSimM1wMP67DnmfssR+2f7qR92fGW7YZsw2Oo5ftfHLQKissa1rjJ/gBtb0NPHRnBbG9rMrfHKN/XnV1SIe7FO0QoD4wq1GR1fFQ3Ow7DbuuwnbLylKDgyiSB7aqZ3+epzFDxomrv2dwbt58ixeAvSfsWGe5lX+rqjxS0Sk0kCgMwq0EfVO43aKoumcsh3TmZf3eXkdmtTAVGFJGa/O3llu3783/cC18b+d+56n7wLMgDxLaQqHjU5pRwxbMMBJOwWSLOv5wci6xQonH4RsxDkL9UU/v8ial69UmPD78uoxg5KfrlZIbjIQ7PBVzw0VYQYwTkdCUG4t9rGSXrlH8ZQ92Q94A5sXtK6x6rxgydYTF/wIgdYpZ+12DvUDO5HWFukfRgJ+4y5idi3toLp5S5q+L8cYFW6y0rFg5KSuHG4H8IuwftBjkyWvU75qem57rroawJGTnDF+8IITDHLmKoobSEkP6ym9dPVr+SpLFEZZpaIkutKQSAWgPpRj1xQXBD3KlAq7rhSMukeRp3Ni9lqssuyqsq+lVsudp06oHKhgqhC4xCsWWnpcOfEcYDurZUlPnbd1remEaTHUhTcG8kUrAwmg/iosfo3QBhDPc9rNsn/AS6YqsdkqgKIs0VVsf/CDHyzewbJu/s8//5y2X2f5+SUDsNZCg1XIqtxkCgb8mJ9r6qMjXJgKL5VxolNG9rGjeMizbv1w0JQfFZadPwM6ZY1qpewuynuFM8GArpkIAryErW1eiql4quRGASNDvl5JnINp2p0wcRLYsiQDhktk8UiU3K4k0WW1qhUY3zHJhJk3GE98qQ5u9rPfUTqtQy77Z2EtoZbtVGX1nlCf7MfSsvvhRurhB3Tc3iPtXbKvPipsYRUNyNSwC2zKroGh+DG8aRn2DZJLZ79lYFULO2VH4zzwJS6CfQbTclImQCwfMFVPaQvPyNM1sRZG9dTBwqXMSA0zTTBH/iG/go+mwKSruKLZwNTBPZoZsgked3XoIS9WY1JnAuUWk4uciOSqjVtOnBBe+RVk8NMp60G7/EEMvIfiYt/ya6lG27aZLJNGJVRK0TrhY/FpJy3OeKny6JiTYE78GBjnpgPDGsqPOcWGifhLcHWFMxPG4CI0nfvY2dLCRGNjm60w4EApMQRUG8NT8PKjbAt5a/EZsgwk2PvNfnUmc34tm7co4AwmjpBtA3m/x3suTx5uLM7f5gNH7Mt/xireV56XjnLP2zXU340p9DuVmeDgT3GpOKV1aCNXBUCYkGV9K9L0YrkM19/HtcqjEC3Nn1NTpmSW0Ssn+qXBEoMqmcT8S6dNeN697TfXTFYIdDfdFuG78Ng2fSP40d9eMPZUEfQJBougPepR/OmD5aVmlOqqLMSy/UmsfPTP/uuK7Y2EJH22PdD2Ae4KbSY73CxMHLnFZYCiuuRdiakXuESmvKGvdNmd5fX3qs3r07wi1nLhO3m6xgpwShuS3roQL4cF1w4nyhJbaa2tXqN1iZj4XTqZJ/Qa5eO/TYwR7s0oXd/10ndrFaTwNK7pLz/41+XpL9jNI0tAYBFYaSf8UyEDN+mdNKNtZMasnARfeASQqDYZi/z4o3Ay2QzcKkcI9cVo9BkQNVSYcbMHvcoVV4svgbPGx5pi3CPCtmgDi/0uK6bKWemwhBaQtlPDr9h6UuTd62yL4aa8wgicipvafkqnp9LU/Q0t7N0oA87sVkKtA1L4QMxbtkRAiLv5a5DoXMv7ckCsAa4rYP4wbRoQ1APcZncQWhJiCem2z/whb3Cyycp1Xu8OivPnuzh3nty7Vb6/6EoevEns4GUeONCynJlqidW63VYEQsNsZrzGCnR97Znp0pCBCcGqBcmzb8+xlvvho00UTD9jnzUc9uVtca2pqB8dsJ+TF7MUog/3FqsoZFqvnmLlesJXxr7+9mDxLachuG0+46qlgpv+opCIlj+qAgjYcfJS2KBn0yvpjEcAZutoANqlUaoB411LnMr6NYP13/3dr4HlUU0Iec77vSDvFkrhD957f3F6+AlnMw/FU2E22ibjZqFEGHiRxwlM9IEiagZtB2U78zoTGJOrjFohXxB1i5E4u7RqfpXivd39KA6iLG3X16ATg66DGElpF9tAP+VBwz2W40+wivl5Zc9/5rSzvCBrOr+gmo7lrwOCZbHkbzlRPngWlrxM8ZShNdsvP3IyBda8sjb70qf7+Y8XL58/p203Fx/99KecBsN+UOA4kXBLwCl76J8T7x7qr1AgfCnVPeYqQVojhPsmrtqavaiUo2Kuy+SGtrG+DuzSyhcGPQLPOpknKyESKFQ2l2EFzTS2kQJQF0uzg5K0dJKFs1114uuKhpMvP0dtPzBGHJYDVWOZ7pIipxDS+WebS9TwBe3oOw0rWvyA5rK+1m9ftJMr5ZlrvtYTfjaPBQZhQOAtgQ7vBjLFEZ86jTZ1D2+txtB/yZA9yMCvLTEBFtxjKadsJyRz+UIRgZdJifWVR4dLOeLMnxVN2ePJJMYrPzMZUS8ZdDROygV/6mSlvGWPaBR2yzBMXtZiSeooQlWO+alJ5UkZxFNOww9eyWOYckscuAkPj3Rdhy7KE6APVW/UgWfj3XbWHybbBYRL306gnZCe0ufF3X6jPHSLRpQt2lHaaaHf5YQZ3+OwD+UDaAzwbv2RV0Aq7SvvWzedg74wI0OAazts+VIpfHAEz8kD7r/eR2n2o23hFtJtqkjz/ophq7Sr/KHyY94nT99abPOiq2ncK3+I8o/EyaqIK5+Z4MLHvkxtufL3t1jPn4L7kyc7hEk/eRuYN7z8CX5OGvaR436deZcz4tdXoQl783fwu9JwzmqqL0m69U7+Lqra+NYSGvAbvsBHkZOzVbr9QghjiJcmKnzS0ZPBnBjW6RezzBOUmUc649LPy+sTwEAOGIj2xY7nQzoJutphQsykHJyvWUU54USeQ1Z8j5mcaRsRz2BOcrkj/RI4wphjET/laoxwMu+Z+bZ9JncCGk6+tj4Dw9TJDh56iTf4edm34yeOyJRl6SLkX+gwR6ALuPduacAJ0UcmmeUNXWpN32lZEuXdvpVaCEfZVP2tZeFd8NbPWqdelgtKPOnDg8+64yY+SC1fgWPyUqPQ0XzULXlpFyZkwoBjIjci20mibI+spi8qToqW5oW2oUtQqvAKDsz6qTI6nWjHL3pcKtTt0o7wgC+I9yQi/T5JKXW0ZTKGJuakPevmb1wgKrhw1tPVasdY6+MRyror32/gnTrr5hh4eUn6gcrImnSNt1HysK5qtKy7YZGPs7qYz9RzPThhszTm0yXvgG2aN7KwV9Y//7crllqDaaF7G14aJMw6C39FWhmR2s4S/it4B5HnJS3rVYSdx7V/mcbKFM751e+INBhNJjRcFqtUDjQEYKlNJ5U2MOs1Qn2P7Rq1DwwlCCXLrS1apZVFLDYvzo5ecrKBz3wkZJWP/6Dc+QIsqVGK6mQG9ztfIPAOOEO+uiWKPgPqKnsRL1D2+kgvBx3Z0DSS3fPFRbCVEIInpwXTy/jC2Y5kaxMAHK165yyF/+PHv1388m9+SZiMDSwG0F2s7qto+75ocn5+kHAVGicZEWjKsZkrfOxYKS4dpdlnsj6Qf519sRFgwHGmbCe1TVTwXBZNWmDorF+UAwZ2LfSr0LrcSvas72Eh9IWxKCTA0yp8esQWC+rl5CNsmQwC5LI9hsLmwOtSvbqEE1mVOQchX0RTEVfh9suotusukypPf9lln7wnUXz66aeci7y3eETad9lKpKLuy7uPHj3iAyePFx9++MHi44//KZZ6aSbuwm96jEp857nDvU/KI+WHmAZSIYWiQU4ArGMmlrYLfoVZBDfx0rTbGek1eKrCBSU90hdsMJwKek6igB/8eJST0Z0VtksAtyY75KAcByrzlit+icAOP6BUozQ5EeyJmdiqrDtYr57TfutsgfL8feixxURNpfKawef6Ags47X91zqlO4p7Lmt52wlOwOpmSpvK92yl8udnlevf3OxFx6Vpesh5rKgNyCbg7CTKdZ+X7fMNgkPLwC89LOjbRTeNljbNlLXUpvMQx8UNxlsqh6UA59JcJcVrg3SusMin9suXNCGD4zQf7nO0ZevMibjnTFswMvgQ3/NDHPjToBIoRUFrhohBDIyd9V05OqC8IhG+MM4/bovy+wBZfC15lm5702EYGOXl2wJQOTg6tHwDJo6JSWAnDyeijh49yTK5tbT92C1hWHVH6lZqZMFEvedk6S4nwL/CchPuV54ePHyJjsK7bfrST1v3nGDh2uNzK4svPGkIszysNwY/4aBjxJKd9YDx8up93PZRhgGcCTR9mK7qTbbcums8JrvLyj3xJ9Zp3lN4/ueHlU14u32USB4k0UrgikwngDRMSVh0pCazdHseEHWv0LkcoHp4zKaCc5pF4UzuC5i60rgBTS7+iY7WB7aBcNi6TGeqv3yIt1/guo+5dpvfi2wi55JFX7B3ecU6eeGI6nMttZzvU79KvqWL/2GUbohOQDYh1jrlUmV6SpXGkBHjJk3rsTzZh+pVKoBVWFqXd6+5Kh8qWxp3rzQFJ/E0KOl6vclFiR4Kitw/WnXzUI0cKU2bo9zpAyfGX/WSyT2VjZOlON/DI1lDqnRPMZDIv4/grH1jP8CsyVVzambzek6cz8JBmrmCOYjZgPFB3HWJhBNGiwPcDZ67gO9FdX98OX7uFVBnrWHPCKr7bOS/Y0hZ5QtsKocDWr2Js6YxfBqSnDqTShGSRb+fO/B4bzehmZF2jhLS+xXiZzrz4xd2gaRpnwMzJB8oc8/ixtE1X7AhzoulkwTHKk5Q0LsYBTHjlt79MD2mb5qvUPjKok0qLkVm+Irioo19chVVXQ/QevjcbcYHJvTWSebo/yV/MM2GeClfHB8xt+gRuIfr9RQQi3AaO33EBC2FTjo1wXyJyTXg0hLv4DNgSuhhbAt5ToLAaRt8t8zuBHXnf/b7Ec4Twpy7LvOLiH/yTsixSZhyLuNQPJZEwoWis10a1igJziSXCJXSV7vMjTkLQUgsDZcABiB8qcc/7PltnjrHkOOjmk/Qu5bNf8ZyPPTngO/BFCR9CWSvGDfB1Gyhw1alETuFbSHp3m404FS2DdDqNH9V4/4P3Fj/44YcMju7j5MUSzh/nDbTFPhku6Dzuzc5WF/LXBAAPTuj1s7xnya55xAKHk4wqT75YmxNUwMcjEK3/NtY0B/EtlrS1VDuLtv1V6KxPlCUJnQJrn5vL4yrJW1jBjsDXU1UcPFS0TG8ZE69Zd8p28HE/9sEBn0xHAvo+l2fDiqbxla8G7D6a0fo7AIq/SswhZWl1dsvOe++/H5z+/u//n8VHP/spE4gHKdNyX748CD5awR3IalLS1Ki7VbLwyRLTFSRceihwLctJSKyU8gtWQhVzCkq4CkzIApyEjyKiYJPeyNSQusp7OkVN6AptvUtrJ0uxXGgJZ4YiLJWlKGs8W6cSUeUP4gEW6sEXxKdCBALP0Ey84jOM/1GvIMVA6ErEBsqhiqsnYqjI3lyAk3i3m0a/wn0KxmNxxRveex81g5a8Dw61nYN2NaGD2eSoCbzlEWVagz2FIIo4/Ut49rMo19DM50ycuIuBwyegcdTXCo16V79KqDGmMtFwla5i4WthkTefIk8K6msY5RadoXHM2UYKq+EJJxnyE3I72EgjH/wHhkVLQ98ZcO/+FfX0RB4ESurrIC//m0dF9pCVIuu/fcPxgJjZnTjI3zDF4oQz2dOuVqcqXmXzK0/ad92iZvFaro9ODheX+XARNIWnbAfzm9005XgynDL90FK2u9H3H7C32q97rmC9dlqjpdltYL435CRb/hQFYcYBMEYKaYdi48uWWvydpCiTD484+eWSyR/1UEk/87sbyqY1JvXss/78ywNWRm/oq8d8dRqr/oNN3jPaZZLu9x/2gCcP80I0gtwPlz198nTx+LnHvbItjb6krIRb1ItxVVcxC/eDW1sYB7bVdEsipApTe9p2hGRcSUzRTK84aOjRddUtpZ0gpUlfy7hE0A7KL/s12zZZwbi4YFsQW4DcyqCV1peNV/gwlkso1sd2LT60Feg60FfkwgddKHdlh0qiBxY4uRMj28wVO4rMsxBr2mCs+HjhHejzVA/irwaYehhtAiWXGJiq73hxla/8t3+JCY2XKYo+ncpwYN9pB/usf/m3H1LnoIo/8iP4So94AsyxkOhcdsHQmRgxfZVbtq9FzWClYWt8tB1pAUUCv0yMoXEZoMQrKEY+23aubtlXNSjtM3ba5zVCeYypJzR98/wZ/WB8/JA+5H7zKnZJnyWugzYEaMAK3TpSVO/JYn0cO4wKv5NJvtDZhuJfcPSRpmHgmfpxUtdPeFgESWd/9p0ewxwf3FhzSb8tecLzAFbPA8hUwAxoyuyCK9ynyM1gpf92fCFrovxPwDpd5a88b6Swd0Yh3a24YIrh8SBsFIy301RBcxjC0RnWaefxhslEcYPPuo7paNVGFW9EGPA2IRqe9+BkB73rOih4yPoCrsDOfzeLzx2XPWIjwQQqeM8RXEIYNZoCrOcEyzoEj4pOuEBTP+5G85cPMwxA6dIJR0FyIDE9XVj12ZVJk11gQf+Cfc7POU7NFyUfs6R7wJcAV1BgTpkZY/rha3fsM0SQbqGgqcCyixz7oMqu7akAx5IqmYGXgU/Fg0GEYZrLghQ44CZ+pHFpOEvjCmOeC2de1MRa/Otf/zovnF7zWexMCMDbr9YpeWq5y5k88OhAlpWuB2zhiEOuyNPiOgWdkaPq4CUorawMqkTli7QoD7EkmJTyVCgyKCPszRurKHEKIE+xWIFme3zAwWK0mAn77PQwAkjFz2VZ4Tqo207+TXxM2uDCXbiGX2DFs3kjjI3nwTp++OEP88KoQseB0kF5kxUQFW4nB1okn6w8oRxOrGAQfbiPZY/9sW/ztcdntOdbbz1l7/qLxR/+8AcGfo7IY8neAdCjHotiVRZF4iQUtGGQs/y016Cbb8RrVYzyCn1cBckpOdTNOpjHgVGY4umf9IsyKGR5j/wWkUmdAOGN6k/E2SgRrIY7QRIX2gG+ywqE2x0YCJyueMScdLLtJWSUfFpCgec+xhSiQCVeRan4UbiW7U84kvRiwB9COAMQZRjv5Msv5fkxDqqGK1zq7vPcmaD4zNUQ9zVKC8NU2oVnmMqjk0y3pwlHi7p9Aw5JWwrROiVvkDSfF7DpK/rlI/uDk5fUy/QMhje8ZB6ZB1xrhl04qNrXM1hxT0A6kLSup4T6YCz0HsXWs8oSJPNSaDi5Su81750raUzWcEe8AcHTZqbfZLsJE7obBvJVFOIVBvc1np2oOBFUsVW+uFIjBa+ZmB3zAZzFNRNg6pyJM+H6S/bVGDCqIMkzKXISbFnCW9vg/RLKcEvV+RkKIYpcqmRinC2nEhZFTMspHKYV8JSXF8/B8aFKO8c7OrcUJ1e5nPS64uUk2K+YFuFsJyYUnHTiKTKr7H3f530WWSGtAi94VOQFn2k8OUZ2ikf4jfZgow37AJGvvHz6kKN8uV8In68kX2CVP+Ys8/09v7TKCqN9igr7zpI0WGWWv6UMnvikapS6zRvUgBCq6u3jqxxVhR5c9i9caO2zofIJdcpedrWjCdzkSUqLsp/PElReQ8BLpaqs4fYXt6exukj62qJEvWAqxxX7tMf8tdLlHuSqxrw8gA7XoZHh9v3IzSHPSBOFDtzEzP7heJT2k1aO/7aX90G7qnOFpS9KBaLLkRfX9PFueRXa4SQ2fAolQ9chuQMhvgnOCEquwMTnWArs0EUCADYlgYzylyjipJulQ1snVNDT+olu3YeftJHBSSdtyD/q1H3ZPqKOIP21nKukO25oZd6hP+0wjmzCi8Zboi/yr6MfeATrPpNU3zfb3d2j/9n5Je0N7yY8ZZvtW5zD/9Xiyy+f0Y80GkKeYRMO7QYeyZQfMdFBd9qlZD6JJMEsbdMuSaFBR4lbu06TdiKQZsD5w8W/7XurnYhRHitvlH/WP3oH4dbKnE7uLW2CPcK5TTiIi2l1na6e5r8Swro25hUXXG3vAcF2yhN9Qie+E0/4TNo3UtiT+5/pZ16puV/wElXXioD+u2mUyN8JM+G/sJuXWTSGnPFUMzTud9HoNIZHIfKeh25mH4aTywbMkYqISidl6lgnu1o5uuLwmY0Bf+RtxXAUFCXFr++doIh+w4d5djlRZI2l3ygCKFPui15BKcSElcFmA87ZZhDeY4B1wGCcAxSlgp9NpEAMXjChw6oXQw3R1ZkcfF2udOByYMjgQIfwNJz//F//6+J3n/1u8bO/+mix/4gPBKFgPeGUGFgzg+EJg/hVrF52YAV70Tl1omx5OfwcPCqNdLEVCIqzLRRnKoChFs9aKKJ8IgDlr6VjgPRT4mxGd/PMNtatbZbGjlCEd1mCF7LKwUOWpg84gs0l/HWUkm85mWUbBe0GBcIBybIjcLxDFzu/2yVsl+KNZVs5MKvsn6KQS6fdHU7LAYaTgz3OZFfB8WhC41zyf8DWFxWIr77iK7XA04ru6oAvvz3A0v4ee/9Vhr755llgeFpFaBe6zGoqLcUvOM7CCek/LcUODOa3rZuqCn6tZuKtYqSznvwEpxYsEZSzch1cnAC4/UrBnnz8SFOtNVkBsZ3JYxsLJysS3uPnPoMnh4Ee+AFkNtir+Asj8IN/wQtcJgaWfclk7IYXr69ZgXIlSkUo74+kLBVm6xIQt36EEdiWmwKkBftyeUfEPpEVDWAg+2NFdODza50OCFEiR12k1zVlWJ/a6iWduYYpLPWlHsY5AbAfybPtgsfI32He75M98ljFOYG3nfI4fqQtPdYBCZzAZoTba7o86ExZ0rWduKpYqAFoy7SdsheeAV/+80Nh7gvZwgK3jkLs1hjb17aWp1012qLNt0inzBHvc4wG8oYdSJ5zoqhSH/614PCgE2c+loShwTb3S6OWt4ny68qMaXfpm51vakTCr5Fv1kjOc6uU1kDpuk69ti1rn5Ud8HKPvCsE4iqdj7AUluJTmeX7b7Egshi4OLrY4/0IaEE/uMQy4cfUtBS4xchBXiXAAp2U2I4ra1eLd9/nJKwfP+UrjvAF27D8cNyFPHTMBOL4gDsTPmgivfxSqB9L6xfk500XPgSlSGFphq9WUCAN7VOTYeNtPyfWWEG5VEjCE6QJz3E3t3Kxeb7klzDMrzMN1DMB6cohEeDrV7t0zDvRcBUgsvIKrOIr+zxlk1IcUpbFyF4DJ4utvsLkWIXOtANy0QFcqcc0tzDBcJFD/XDPPX0GYGZJv6Iw70iHGkcDS/pYHx5msO8B92cHdf3si5Ghtgt4iZ89b83xqnkK/EIpDQc0gb1Q20h648DXJydD5rUdMxaRL+UQuA78mhywmoGiugXP++6Ek2AV8l1WvlXYN9weKyzyytduYXOFkghOqQAAQABJREFU1S8Vl8JOH3ccoFz71RN0iyec+vb4wd7iMdvGPvnsj3z59mi0DbTlTxzKvY5/KkWnHBlu3dJehAAx+IlDjQWWgperROqAklvhEBRiUCIQAnV6siA/Bjz8cBXjL33GMLYMWqaOp8BOPsKG6A6dMzlKGjFYuqxg8lggiqYhHGEZa0fSrk+Olxzpqz9UAvPX7oqRITc54nWu8AZtPMPfyTO42xYIiLjAGgCnfJ2auwzFrcFUJyuim6qJ1PEJ80eQ80DDvscpjG7JmXl+Gq6s5TZgdYpw+4Bp57ldJJkNu90u34cBeZYNbwVEIbAHHVL/MBExwLZMHUF5jn+GSWFl6G0Xhh4MZsw6ra5yL3y3tJy5LM05BFlWY6Dxw06nDIKbWIkcNGxC93c+oPP+6P13swf+2qVNTlhQyYmCygAQiwnllHXVwRGBB65lYbGuNVCITwQk5Xt84XOWz/7p408XBwxWT1E2P/iRlriHDJbiwOTBg1wYzBwkxDmDt+UQjCzKXb8ucQ5KWNBIsqQO6VImIUVjOqDL3QifmqiY2zzkVWEA8B4fVfn5zz/i6LntxX/7v/9+sc++erlB67LLZX6NdAVB5sumhwgrv9BomV7ZI2w72ViGDSyF385ohZb08MSVzz77QxSPG77uajr3yomrAtpPr5+cnHHU5bfse30n8VHqsQKqqKtAeBZ7FELqpJVX5wqBzoE6iOXp1T+Fsr+1/ScKC3mjyI4JhwppYIm7CcExwinPqSyBxuEnzjTjKe3RFjciUz/rWIpN0cZ65YQbFZ2IxIZpscGQcF2GqPJaQiE/cOPmYGQ/J1zhR0DoZj6dwtaXoFWCr1CY3GveSnK3izmta/qQZVgZnM8683p+v5MreUG+EHL2osITrbAVXJWkAYBU1b+5EybfZuC0DMsEl/AlJBD/slBqISvcodzkFw9dQ44CliFaOEYAkbvxbssI/9eT2QoO8WCQwnoiVWWO8lJul1D1z8uc4G1o0QMq8yC/rqNAr7NnewOZsU4fXkUB8Jg/T4cxThljnbPiwfM2A79K8zkKrFZtFfIoJtCwaDZkBnhIY+WCfdd+c3PjSVJ+OVXLfvFQ47NsL2s3aGs97YdcKtEXWH2POGLwS/r9xfEu75HsoYTw1WFeOnOy5bYwJ8TZw970ArBt/pzTnC6xfK+i6NAF8x7JIz56psLj9wRcAYiiH43Ko3nPWHlBkXlrh3KwpjOR2eRULE848YSh4yOVdupD+hfPX/KCqWfCcEwl58r7Mq5W/zRF2tW+VZfK1KT2GMflc8Y5MnTNwwvyQwgzEsIcwjGTsJs/HB+L3+S2xPKr82nJCz4Gp8QYN9zMa0j4nWx3gkWJNubCIxyfTWMJ4adkDjL64uSdjNEmIlMwJKOrdwYZlu0xVEJ+dr8zHq4qY4l/UhdMcqqYhXIRJrRrYgqneMUPT3Its45Uf/nNdgl878pbCQPe4SHqkb6tHMtftZv0quNUeZavqUMkp3KFejjhzzdP6C+eX+/5+D5vAH8Tv/EqpxqVPEbYj1/5ro1bXhzjdjRKQVdbRfDZ302clvhdJrhux7R/tDHCab7fBHl0zJY1JuNPMAh64tj/+MdPFs8PMZLw7p16Af+pReSOT7foaez9LrJslrb6gBRRq6kWSxqyhzbcy6QELxAQ2W7J+FOKiSycB5/ll9AZGhnF45BFNflOGyVjZeN3cjO0LGFgAx+ljEqWNPzcTgtA0kxhEDo1oSKzrIk3Tadcv2CvXeUiyIakgScgE1pLT2c0ZO5PCmtqafYBXA82+jtt19swCypy52lKk6hbWC8xknV1wolAyNOb/YS3X5VU3HGiLk5zPNOgRt5xI0tCSyDeSXDrUbz7wmsB1DHCsunWAE2WeO7DOyGWuMKu2aNSzX5J07QXL2kWusEMNRhaS1qEDqtMc7p+ncGB02fgAa2ALsV/+C5npW//O05FYZBi+fb04AVW6NrPLEN6EoJnmjoYS7UonTRK9m6SLmdeM3sXF/FQidTq6F7yKzSnZ3wo6Wplk5ersDLvfYlQqRfzFBznJ6WAiqeWoSg4Yg18QOEQ0MDtQYFCQk9jqvGKRgYr/K7drgURo5TwHCsOSrpfjzXGF8T+p//lN7zU+d7iiy+/xmr9dlYm/OT4DgLKvZiequEA6t4M8TnH76rgttYH6gnZUrb1FTdxb1fPBoF/EuIPytaHdP5z7WgdJ1zF4OEDlHaW5T/99NPFL37xy5yiE4FOVhUE03/zDZ9Dx2Losy5bdlAstH4CuWAnpn7Eau6a/0JLcFZh16rqC6HCVakUv5ShQmo5FqwTZ+pSFhsfCKMApoD8+cgf8SYv69GyZ6lw5V0FyixS2c7kSycVkNf4Le8ISXBopM/6JPUQdPKl6x3yYgazMIhwEb5aqhzgUYpQ1ZjdwAeWydXprevoLcG7fixoUI67yuUxSlYUUpS87NMeuBcsMbvHAYLahjqVbtBOFQ187R9zQW/NDKu+LC07fkjN1JkwLGUORUvrKjnh9/Q7eT5xRamaAIGb9Ry0tn/oav+xkwSvBE0/S/pIL/CGvxwrECGMjlrgUHZRqq/g3w2unF7F8wYW8GwRoTzx8N0aFVvbPjDgp41RvtuUVM6zWgJY20J+3GPV6wmrTPtY8FZ5iVHc3DZin9TC7WTvjBfrSU4m8QOp1M8VAJ9p8xX7h36Vf7cAOMm9yafQPTFmG0Xa/eLuS7eVVGZUVCyrKAdfg5tW+K1N0zBhZ+x8wYeBTvm2RfoFwtS97C/ZkhY5wbMTaZUjT5XxNCje6Y/MyJdVwUNrJehTzs3ia76z8A0T9OfPvo3/mStmrAggTKxY/vBYReoDj+Mf8wKDTZKf8DB+ecAvekoP6aCiZpw85T1O2JRdPFblhI/sN1xVSiW9/Vt5lOdelT+gkkxIfd3OV/XIx+20vvDfVkorsDR8VHXEUti+HOjEPi+bUmnYJ2RJXxVMGspAXuwfdZI4hstefbdOylfhjl50C73QNcpq0ad+byX5Z3tIO9kWtg+X/YmGCWI8ReYqq1ovk1jyui/aV7ezH3LB07apirl90xd7VcA3kdfy2ZYTauDqz8ujxOeFedJ7HK3vBqh89x5178rJdsKsl+45BpWxbp9JuR/HEoZ55cfTc1ahCXuIQl8fa/Rrv6so7RjmjhxH1Ats7EF8WkDuKieVB72tf3kT1TFpZ+NMaQOSVxqMoEBLvzcBruSo44Bp+KEOIaxZO5P8LT8kyHbQ19FAp2LJ1Wgm9vZPUDFPgv2tHqMvYZQVfCsBfuH6b3inonb6b4UXAJNnJB9p118gYJKWn2o0LBk0sK6qEu/0bJ3uhi9TEEflREPnMEB3iX8ZOh5fc2th8p07eRq22ZewXwPse6K6jNcns6Tv1lohcDe/KSM8ANi43k0TSGm3SnE3Xlzuwr4vzetx/m5szjJNe6iwggXc0IwdqUZnauuzaZ+wDcTr8vwpBm8GRwbFGyy4fpzpkj2ce2wZYSpKxwSeUndZ4Qhhg3xJyH2+liVtykJO5V2eUInm7qeHXYJeX79kK44bUyg8tAU8A6eCTDzt78ZFAAM7AqCYN4p76E4HvOvMJ+M7wVABULntNhKoW3B+9ONfLH74wfu8XPqMQXRt8Xd/+yuWpVfZwvPf6DEeKbcvVhGEDuSe2Sw93F7hIO5gLk1N0y5lEOaAFmHBb8e3gPauMkzmWDbExw+2ePydW2W2HORRfL5CMX/y+Cn18ANDV3zE6UeLtzm33j5rOW6X8eurWiuzDx94RbMuccIqZfXT/B4LPsqoWxtCc3DLYJwVBgYQBkDrWDwj/4w+AcknhU6A0HruGoPsxQVXYeaEB/wqTg4Q0tTtECo6UQgpu5R9hebtNg09Q1PLXcY5qHsaSQQtgmqKAoGGIb21nK4zUfPLi5fsfZZ+NWh2qsLe8PQHHwcwJ3wqYSqIu5dsxyDcwbEnJslphUEr7S9s0gTPhFWcePRAbRsa7918Wgp1tsHKaF9DVCKlV5g9z1X3gmV5VUDXx7vk8DO2KR9vcWjVs9pYZbZwwRP+LLyt8sDbfPgtx/7oKoIKqhePHoDEaSAopCi7q6xi7XqSCpNct2Z5DOo2p7LY97ZQTldRUh0ktDzbjoiSwLbu8oBbZ6LgA1j6ZDyRNvi1sm/v0XbsSzGv73a4rcwXu+UbJ4FOOmwjlTbTKCOywoOMQdfJhGCHrX8e5UjPAXcmbljcXbHyaFVPjXEJ2+9duFVHCofKwJEv5R2ti147WM69a5G3zBNeEvdLq1ob3c4iTFf13F//7bNDZOn5YvfpI/hFGlLstd90uETpsU8xGX7/McYBaACNDoBx88VXoZXy09FU2Vd8JkOXLCWi2oz7mgpInmxf/E5OzcOEEBImbyZ3oTm0TftWfuEsXWrMo/f2L2PbJ5/Iq5noWTLP90Hr9N7FQ/lR8rLyZNvVWK4Oniqh8uTIINyswkBbaZrJPvSeJhakCy4JA2bu0quxadxKdoWGRULKYGyBbtlLD49NJ4JY9ivcsi/ZP0hkQfe4TmdUyczvJpr6lbzONU8XP3X3HRz7qnvJtYZ7rv8WPOKWMHlJhd2XtzedOKuEE28f3cLv3Tz2U8/Kb8u64Vrfs93FfsdzGdjs0zXeOsELDVM/t9m4AmGfddXL0zuFTVrgqLhf0jfcOmPDXTL4/+iHfOzvgFWi6+fgT59l3Mr7XNnyWrxQFLEx0toTgZp2hoabZ/HG5SKb8qhdGXvqiSqQZvD4SFMgNBwQbl54Ti6JIYe6KN/sx7qUawbbhKtdwaynxtGn9ld/K5k/5VFG3od/ShHHQEia9hdM83mRxrT8rz9nb2wsO1TKhj5lD6IKSGZuo8JypEg7+7XgCHruVmOJSFVK8eC/Lv23vNOvHWsUbwoBTHHtMY2iJgAER7I4g26lv53X8apCitHmsYXLHULOYKUePnNVkzU23Km3LuGjUsKOtddn8oSgSeWPCHdII286Idh6FY8YCWjrKzyfS2GWQroqV9zKVyQxXbm+j0fLJGPg6cGVPyhWIoKTZiIqgxuM22EpiwctIKmaM7QNrEBsE2HjJXvdOf0AhUWlZYOBb/cBy9kRpDVYxipLb/HYQWf08o2CSDxE20F5C6ukNYzVB7/HrW1iRdtiX/0FlstjtuxoQhFFa5HOR2afpYPTyYRn8bhaK7Qj1A4oylHmTWfFxl2lYN75FIhSfgVhcsbAv42F4OIrtv4wYCPrUDx48ZTBXAHmXkZfAlVZkl4nKGweFaeVz2W3vFgZrChTvEM8S55xE+ES1TaWpRSWWhodjNyL/oBJwQlfPfQtfM8Md/n+hJfTdlDcz9jrq0VDd8heXi0tKqh+udYCy8LunlnPTi/FOokpc+IH/Vo4RlsUDckOFVzurH33PAHj5qosNMoGFXnPfd/DwmmatCd5JHSUKipTVruUmPIYyosaoZdUJn0u6VH+suwWrgpeU5Xr+3jMzTyV09hS2g0peFZJ3lux7jaebUtC697195QW29ZTPq7Zn2j5buuSZwq68O66yh+SMQj11jkVBy+VwcCnsLLWFH2EovB3knPLBZA0L172rlyNFUv8gm/VScWxBiHViqK1/abrpUdZHNrL9E0/6wReoQe8UX1gtAdp5PtqN/zJ1y1SMJTQoV/Kwq+DDwwzbyzW8gGKVcqmX2m1dnJ+lTt9GiucFut9tpv4wSR52u0ybgdy+5qTeUnhxA1k81K4CkQsdrSfbagOZ9tcoJjb9zZOsOrxfsl2joX0zGROWDn3dCFOSnp+mLwZm8C/Rhnoan1TZ8uArvY9cmrJ90XQ7c19rIa8bI8SccY7CU7EfGHOl0v9yrBtq7NFpKl1V2n3yhGP9Fn9TkBUrP0C6h77ed0HvFi85MJyzjcvxIH1K7rq2uIpRpCHnBJjX1JpVx2/ZOJwAz13mZC89/57fBzvipXHk8XvP/uCfCldDGgC8AcHlTB5Q/TES6OHJy7VJKXaE/YJbJqMthsw4Pl2cEF5SWfa73VhPFPZeNSHcv32RshKJXgcmApsfvEURAkb9DSlrGdrpEWGXx4L/NQTqg3540urnr5zCm2VRVqZlc1wEFfJRXMW/OrP6deUV21I2ZZBoTfuixNTbvaN5AsW0rf4PWFWQXnhn+wf2lXqKZ9pgjN3XOUuf49B9TT7FQfBmG92BSYFNbjwW/oZfMw7E0563bp1ec5qE2PVFuOrp71pPfd9qazaoHiqx5W1Hbk8lGq3n/ltEhGsMJR0+pur46aPjLAfAsu62qeCmk3Gn1yj7KujYoM8iehb5NXQIv+44njFJPEUnthj5evxyWU+hnh2zTZbAPhVY1eMfdnad4CEUpAlg09LR/NPYUUX4khieHDkMTgm0DjayXgv45SltikBoDkiEpO+aKrIBe45vauikldvZPnIV+9YFFz7kcGVH+x5AAKwgvCIGSmSv3BIDnApPiouURfp7hBZH0gCBBYuuIullRrP69+yV04lygrWLM4BwIaEEWjMNRsZZ6MabsPr55aBxjQ16wAxhTqFVnHJ9vofExb4V6ebp8EfRu/U9+RNcirY6aYkE2U68z33QZh7YqYgmdcGspwiOx4f7rgJVMdFYJIjjSFWHeGdywzeuqOEMCONwpG/KneEpby5n1hACL7rPqE0GKCeJ6ynaD0RakFaAMItHKPgJSXPNLr84CBt59zk/FstaSom+YgRAtWtFOZxv5yCwY5eg4GWSAQOJ51orU5+LML77Hfb8Qx2FEYRtwNfI4zp0VUquDswNWrCsjr93AOqia23l0qS97ZcdpooJ9RNfCMEqKOdWcX77JSzj/kIyiEfnHIf3+Y+EXzAZM/Pl7uKwACqUnzMvvJd6OCLby9fPK+jFznnm0TgZQuBG4JUYfsQRSX748WNclNmEK/nKCuEazlREGst3NxgSwH9yzgHiAdMZnxBzX2yPkvDba2V3D/9/afQ/+Hij198jrK/l5ffVChUNlJW+qNtWU4eKmtYta6hYuxWBD9KYnLj3Yfr6Rvu815l4rXL5YkApeB6GkedJhSoCm3rTr28+KnCKAtoucQ7QjPPRkuLujvxOGfVxo+hyF+xcCRSPhWe6XTLetQj7ciALV1VUsqqVmmCRxKZH7zAL5M16Kp1LoMPeax7DUzzcpJx+gE8DrrNitffZaR82lqUbUfbR0sw4GtApGz7izRSQYsDQMomk7yNWp9n4+YWHOPyIhSxRQjvuEaGe7cnxAsO3Qa1tF/JK5e/gwcjY6q9NMxMDnzELFU1OM9VV/F3TKjtJdVvEp96YdHr87PJZzVVDrZQrlVm3ea1C3+6UrSCgsHCGug6+NPXWam7pO0dzB3ELSPKuuMtMFZJL9+6DemI1WAVLk/6cRXIbSxaBn15eR+rft5/cToP3aJMUhHz2hg3yBNfEFchPzpEhlG3FQ0Fm7xob3/i+EU/lKTxwTPQL+3L3V6g0vzlGLmNocIPrnkyk/LL8XPlVBxPoYPjJvLBbQXQxon8xfXa4vnx5eK3n3zFFpyjxXtPHizef+/h4uljvkiNgr7JCRytMfuSm6fDeGrMY7cBQTffQdKlLtBX2brLhMA+6pjs3nrlhZfHUl7wAv0lvKHCqARmE0VyC0NIys/0xzR9ftKPymeqVzl4I7wn95JaRpEHJTE/GgqUdxohnAiPBBRoj6tL7vKluuBBqPxqjC7Kj+0yRyR+wkBY3lRpzxeXKcP3sVZcfQBektFm9rvGZ3kvHE1UmFcB/sYHMoWPOJOCW8IrGQ/C74eRRoTjCJ8jnHp33JTidoBPgjMr9ZIGLYfk/3baHewjrra6ZdMJsN/eYFdYtqW4H32b/utXtVdZEo+FHX5wxU9ZI0yVaY9gXmcMS3tEs9Y46/bTWl3LuCg64TPqeqdKwYcwx1TbyPZyquQqPJI9L6jmCEfHfWbZm1tX9BGu3bNManf3+F4CkyTP2Cc7p9CxSnxq+znZKnriiWu5qsHLtOWgkWQhqXw7KewEBWfC8vI0aehxUz5hddMEFvk1AlgRbzFK4rNeZkpa24N0RYOGJY4W388mN6yf9Uu3AQiAU9mBa3jBFPdypLEyg1+SfsArOKavNB1HNBZ2LHoOZgoZEchZqTYkwkZhWAKIRo+1FEFEQ2tJyR40AK6vsUePhiglXmWuEBOpCBg9FCSBJlTbY9y/hit631tSE+feSAK/G68QHhV4BdwSakuIU/oRJF1U7pogHe+geNcFlgOOjUd5YS4SJc99dBRs49fAwqVmKgCNdvAgbcMUn8kfhiwAy/pUWjv6qvvNs/qVAhdbMJ7bETYYNFTCwBZgKkWUQkdWEYtgpjxDsyTHoLaD1U0F9CbCgzj8F4Q7KIeXSe8gaZ0a765WrJcEFi1SEmldDmSxm/JcBVB5jrIEfFImq/XxsrNrJT2/PF387a8/XDzEkn3NgKdi4LK0EuktjlD89iWCZ+0hL9U5UeUUB5QL99WqNKjkW1cH5+L4aidLivJp6MCxO2uHawF1ErDH8XJa2VXyVdi1nGu9Y/9RJgoumbv15oR3CNYYyB8yibjAGug581orfvmzn3OCxXNw4a186i1tXeFQache2tS6fqThXf5wa4N0cD9t09htCcoA0wZP6wF+BCSshLsULZoSjEyodir40th4LH/yrw/C4N5l9LMwBWM+4UYg4697st36KRjyFTwFz4m7qwCVHzgKXWHijL9A2ZMXPCEhjltWTaATgmtxMeqZPCOJ6UQ5ZVBO36WJnKQzvtrSFQ4tv/WyogoqWYLXFgrg+gbWYWSmxg5ykc8eUANPDdA1FBiWK2UwwPIQi3FGq5IN4tFWe/GVFu7r1Xosbjr53XBh1U+FTX7iMpjTr1oBz8t7oX9hIawo6eJCOvk022DoXzXAB7olQGsu0uXiWT65Qmm8YCvIJVtLzlHKN7j7QZoNhMY6K2kbniJDe9zYdm4/wap9AF6hE4r+qmMMNPVF1HoZtajukjqflohyesa+WZVX2zj16PYVh9BZWuuXC1kp4p7td1hpxdHtL+dXbLOAfvucbrFNn9/Zd1KxycqWL6j7Aj6FUTed9HbsU2a5HcEJo9tytGaqPF9e8lVjeM2tQDEWkC3vTrCCd8OE4IptLwco7udn32B1f8YWtx3emXnMmeu8xIfi7nsw2TuMAubEb2urJgZuVYhgjnB2zC2F/RGyQAurFucLTj/yJdZTaOnq34k0lebIkDoRyXd1qA306JbrviuFlqHls665UvP7fkLY0LdjVdTti074VdzlwcD2Npxlh18Cn1ji7Of5WJGYSW6ew3tJU7y6xLUAZWUsjetEwZfWbeu6VHIbsakey0oPuWL9CpeWN43j6+7mMX27KF39cOf+qnTipIusc9wbfUcdzL5WdEsCDn9Qtshzvhy9D688WZzAJw/oP1vwyQ7dIkY07/ZnQMsf9d6I2z0YD4UPuEgEPCrdXflIs24flPkqmwTwmuyWi5yVBA4a+fOMvL9BHtzAn/VCOmVT0sYW/Z1x1KNOt/jGwNb22YKDkuA/6mrbMNHSQKSyT0cEGdERqXK2te2fMIKrDcFev/zS/Rx/xt3gBDTytHFQeRA35ceDE+/IPsoAm7wMK3Wa55zkpo8gT4MDZZW1nrLNm18hFV7pkvj7ZBeRdHtbOUuDfwnr+tV+9iUUy2hHTtLyVKgmz+289P1zli/8xLJ7Y3WrfEykLZoykMg6g9OvEKrjr1xOgREA7EC1vs7ZszCJ+ZKeUouQoABCZSVyQPG5BvWpQ1GngV/Kn37uDZxiv9fTTC/J/lQXBumM3kPFGRQbwEdxl4vuuHnY5CdtcFLI4NIFyluwZnDM0/gnrekURv5R3Bymfjt+7ia+xwUW+byHYcSFdFWOGQqRMF95b0FpXKypaTKIgbVJp84TZmPihkIbgUlcOidlemb5KpYR5DnntXJmMjxnRz6j96/yAtcj7r7Y6TLyKkrwNRbXY4S+JFGRUOj4oqpOgREU+fEFtnZVt+oYWjpVpHLyBJ1HxVXnXeVTJVblyr3TDjB+qMQz6j1O7a2336KO14tjlPK3+arow0cri0//8PHiLT5c5Ak3KtSnHJF5w8RiF9wP6QdRFuH/smNRX5RHPwBSxy6iCDD42kaW7RV6oohIf8+mt98cceLMY463dKKiJZK9R1jo9xa//MXPFv/+P/yHxX////6B5WAnx9JjbXH44hlHxX2Ahf+Ek2S+WbzwVAktbdDOj9OIayZONtrM3dO8aUMtzyZ18LPPSiu3J6jsrvOxGi070tTnDSzsIBio1iHlKHgIirCjkCjN4XV4FqGsNzwqv5JTGrgao9Pa47UGnaIAQw9dBjwA+vcqZ4ywQlMBj77aYSrqaEiLNei7STqVQBi4HDhHUfWekOKf4rtUR+B5ATtKAW2zBm+4dYHgjDUqCor+eiERuQivSj8VQts1q5S0mfUr3Kq/UrAEAZ44pBYAzD/wDLNvDZnKXWwyaRioe+s6xm+GWX+Q1sEdRPWOCuI3XPjAjixm0DUaHBJHdFnStdKVQm+d3I6lTBenKCnACe0A7F8cwkHc3SbhHm7PWXdiv1g9ZD84Z4pjCV89Y4UI/x5w8qIqdNH6pxVRWu5iud5DFmzvHrBdBSsyebw2kQutCLuM7zh/ymoXZ1CE//zg2g1w28lHOVaRoCzjh7YoHODonuVTFAo/5ORXGo/YhvfwBB73K6jKH+jDiKgmFJnVX3MNHcDXbyTYb/PlXPqiZM+HZQjfQm446VAuloS0v6uaKDU5NpZ+9ZhJweY6eNPnvvjjM1bqDpAzu3zJlXrT92/YrnV5Rh62z6zysuy0V1umA4ZbkbSabvPlULfGBBYWzUteoj07Z4WNXX3MSRbHaEkHh7x7hCVzlX5tS9s9VsEnFswwMfytsotxQmWl+tFoz0HMKFphohEgLaFR8BKjzoffNqyrrOy2g1hLzvCJfENAyYK624PkPziLe/Fm8WJymDv5G7eigvgSTFuKSwohQGN+DPpkKbyaJ+Bd4QeZQOTZ/OTxGvwvbaBQJUg8acR9lm+K/HM9wBI3qWwfzBfGNYAxdhKQ8AbtGeEb6Ff2Fd+XePyY9xxYkdlhkrgJgE2UMF8kld/Imjq69zwrVcRHhtjotjF1c/z0cdpaLA3TttJA+hOpm9XXMB8hdfCuSB46rfGWSaLUh37j+OcEP1tjHbvhTV8Y9yVat9RuYMS4wC8PgVmK9EeZEzxoBvGkkNBD5ToeblFiiSlltvGu9jWT2aZ6mI6QCq3wxFOk97S0eSQe9UhaImQpYUTedT2Fm1x49I9wa9D5kkIeIi7lCFvPqKNjQrlqowRb/fB9pV3CBT/wErZOuasJo8av0ExrmlGlkqlY+UaRRQQhWkRLuoNPtsagpOTFB59pnBxAT8EuzSjAdC7nOUOkrFL6FfwiDcOG4DRYBnfiC61km/3cHzpL8L3edI4Z0b83w0iQkvkJaTrsFhxTvDl+ETizQVWQNk6s5/gTb+D3ORAKk8sXrpvhZJrX4jKiUwYoK+wcRNKyXSfaxGSvcsZFUM8SeAarHTlUEk5gMdAQInspCN3+4iekdaqFhwy0B+y9/ob3J37/+R95WW2Pjym9u3j69ttZPkfDz9YFJFlOnMgXKuFThaZwxcMiVWCa0eUn/xwgtPBEsaXzxwU/61y1E0UHX9N6f/r4yeKTTz7BOnW0ePwEofjWIwbvxyjO7CW/Zv/p6HRXnExxwtcMXa4+PjyAt9lzyiB9ikJoGsErEJ3cesayEwZU8slC8hKl2uVp+9AZE4VMUOgLKvZZzqffxMJOPc54Ae4nP34HgYeSfPJ8cfry2eJ//d/+d/JiyYPm//CP/7j4w2e/z3ntqgNajN9hgmGdNta/znGQCs8bLGxLNwixDIjPF+Psg1oanWy1oBKWkwPr5sSmFLhqWTPWYFD8Z/m2iiWEDUyggyZRCEL7Kr/gSy8nN7WMbhpd4oZ8KIttcXYiZz9JDTjTV5kIQPJ5GZZA0mfvJgOIMseJlJbfhS8a4i9OKqCBY76CJuBEyGPimTro72eYXsWkZDOKN4Ot9JBOrpZ4iolbfZwwmF/4VUfykGmqL7Rd9USX/pNO/NfAJ+1HfcDGCWqXX1hXGzQNDCsqVqx+86fP4+/aGZ48wjapZY76Sk3LTttKT9LUwFjtnOTmHz288hWtRksEXL5CDH1s3wtosSKPbbCQfsa2BpJfQAMnzSqw266CwWeeKKNivs/2r7fow77TopXO7TSeshJeZPxopcCvE/qSoOfrq6SICyUWD6duhVHaT8RxUQipX03USE8dT9lve3PAKVhaBcFJ2hyh6Ip32DICDmmpcYtJ/RmrAVQLfNzy45Y5yoE8vnBb7WVB/g9FHYPYtqt1+9vZDvME5XyHVYS83MqZ7Kd+QOngiD5/POjKKh5fRT14SRiTdE/Uson8iTIKHvbTTP4ZkzOCr3OOO13Q8dhj+U5R5o+5tlCSXr5ExnBO/TF50Jsog7FXWNxVVqvBbvOOtNJFjlJPEk8JoErJYYhwxbsutKZJ44qvTKy8lX7yu2XxB10TU9FJU4DLa2z0jJFWupKJf/Jz10kGXd/rgTgErzznhCz7j61bsvgjTw9eNyf4qFwqAQbYAfEW1ID2J8p6FT+F/SUeaWL5EiP9yz7mlQly9bOu7xUIOlneuKQvYCzaox+ss7JjW2OWwkAm1axr1denymsB8KwyCq9Q76+dNRnI3EkxTy+d5s9BnpxFFksl3jRLgvJAPR236RxwLH1cddNvMlS/9l0pugbIKf0EUHj0OB9Zbn1MQgUadPyEGZ664vHefoKRWf6WS7q5H0TdzjMAxFNGCuUJdCSuaFhputwBYnmz3CSBv6byxGPkqxtppsgl3BEXCEQ37qlHp0+2ghcY0HG9PgxA7juuCAgNHSR8qJ/FGsub62sKpqhjUXiydYaluSjzzq4QpLUkA2FIlz1VUNnlyyytksYK1gUcGlLBoAvC1FgGq2paeMVJiQpLQho5WPLwejcR/zXJZLYJNunCfNwbn/uyzuHO/felfVVYCbMU9KokQWxeU+u9pEQaJx3FjiuNbtfkDtjUsxjMjjR38zLm4XP/ffwire46MRRelCiESimPhZu/KrbGqyS+8Cizb18sVv7ht7Ew+TU1t8loETp39Qfe8IWbbUwK+fCDlrQAkS3ntKhnFU3DS8G0rjI9SifLcOFVJhCnWFwVkm+/9fZiH8ua+9EPmEBcsD3m2YtvswS5ur7H0rUfUFFg1AuicqYrBh7Rdsw2FMmtNVre1y9aXlpW3ZeuAuDRiyfsixUvXb62id8+olIv/0sLT6lY53Pl50xuchoAW3B2d1meP3rJ8vYxlv2Xi2MEyg6rAf/xN/9u8X/8n/9XVise8gGqA17m8WMrrh44IFhfaTB34tVhS/5REeRlue29bF0Rw7QNiVUIpLv4+vVHt8zU6Q7CoZ4KEHBvC7m0tdyC3WWLh+mr7o1PFAHor2VfpTb7+WlnB5jAEI6XQmI4IQaqQVy3W774jSxx4mD7apXaYAVlE2VQK1AUHQYPWjS/A2LKKdwr/xv9UpblmS8vEFJRlXTpZlPbFrHwAyy4B/mCXH1mAEAuSqQo8qNg6RO5SB2cuMg7XjXtrUQZ5Cm7B3vx0NnGfRUuS9qbZlUjDLQoRXPgEK4tuNIu6cDBu5fjAJUcz63EV91jcKEOOYEkDVNyRVnBkB3ZZFv5nOVl7ujCTGzY22rb0x+30ECUBdZ1mwnxU3jpMadQ7bJfXOOPOLRT2W4LonDlO5V6T0l6SN94xP0svIvlHrhR/KRLBhx3dYMH5agIZaKAArHBdhj7zTGGBOvq2eh+1KityPI90Zlcf/nVV2wHHHmxiLt9RbvJGdb1DGrSj/LE2RM1NlZZLdtdW/zo3YeLH777FrLNLS2MeYyZF2yjuTjn2NhM9M5ibT9kBe/l4dniK455PPAFfAv2AqiyXz64HKtpfqV6Q+0v8WypY6jUYODpIcqQOj3EbaysiiFjz5V7Qa6Mck3TluHYPCnHPqjMk6+LD5Whli3drlmNdxVFHgtPonjN20cQ33GWKVsIWFy/44pnEhyNSRwoL4gUDxrnY/3kCViFVyDyE76XV7NjoPJlkkbG8KnZoVdZ1gkjf8kYAf/LO/GnxMEf8mFNjrN6Ba2bVxuTdU8PumQVhba8QNnV0n5zzSoOtFnLS7dUOqj7YwstHa0EqaqslgDdzp0qtAhR5zlrDOg0d+/SWGeJgW8ZgeGzXcDnRFY4PBOjJHrA+gay8RJ+dAsZ4/EKfVdA4WvGGfsgTKXUCK8FDKAiq7jrin/JRtLmDxIMHKqmSVPJ+S06pCBx41kEC/bwk1/edmIhXNGog1dIOljT9DMurToSJqSCFrBTeosvWpiznGW0C+3yXPHdVk1LIZs+dSST4esOzq9zU9+yglQie8cg7Aodlk0LLLWhvLONZoUlOPdKZc879xqQXe52udOlYvb/jc6vgJVBVb5UWtxmY3qRE6kIChhZ65idqYhP+eDanU+cbeRWBOaVNM5nq9aENOyuC/PeU38ZsuHph2RT1nlyzyvvZ0gzlTXvNsIxThf/RNAKIzD1iKUjiYoplpDNuIQ9cpENqBYOc2dWK5+KTyHSyXKvunTnbYxvJflnf2jBkA5okbaH7cufgsR/lRzbU5KoqOlxmfgFivNLEsR6QL0caH/1N79aPH3/HSxfR9mScsTLofKWcPoceGfHymp1Q8Z0/JQUeledSxhCb8L8SJSWf889PkXJesBy9CnW1wco7+5RffSYLSDw3/be24uj809QLFnSZwuMg7IK7D5L99c7KPdff5EvN8q/obMNAB4qGW4P8jQDG2WJS+GlQu+qA/ZBYJ4uPvjwhyjcDJdoZJ5isIp1cZ+yf/7Tv10856uqv/jFX7FdB8X8pSfEeELC+eKjn/6Y++bi//3v/4Ovsj5Y3ICbWzd0WnrFxz9d4QZsiUP9u328+5ELt62Jo4qQuOmShjaTXi7Vb5Mu+yGpYtqPtssknf7sEn1Wzqj7nOZJGBzsQ2GE3G2nWDmBoVLpqoinX0Rppbx5PzdbKVtVbupCoPm7t5gvygPlOwjxgLyhLrRxZBC8ssZWhZw2cYYdFvp5uo95pEcoxbP+XKMe1qXqU+FGW4uWSSDBPzxF+lLOHWikH5ZklNHalhToSQdyZJbvKUZAerzzI2wnFC3k6+x48IYuniLSbapCmbYlb1vlsoo52so6eUXJFrR1sMHgw5RLlZeOcJz4d10zaQIf0RIXw4NX1okBk6a03tWfg4tDLM/WqY4hJJ9+ykwJEEw5ZV9Nf6XtjBfuGfvAr9j+ccmE85R6xvLpmIE1cYdTZpy8O3khd+EIRJV7J0d55xDYW0zKHrJ16wlK/hNe9j4lYg0lXAt+tmsy/qSPKhfyR+HgY5i086Nt1sMtZdLabnSF5T0KnRVO8hW2m/C16K+f5d0Yt0apcC0eYJTyLh2pVNGr6AoL0p/8Guo6Z8nzFcgHrCqw82GHifhaJim1hRBMUNqvF8+ZeHzxJRN8vwALLu6zv2KVTDiyNWjQx5lQ8IL6mofQ7PJyOHDyQRz6sHVQACrrNrfxr7ICAP5OOOLsJ+zbPz9FAQR/kK32IZ8Y17GGUog295m8q47P8JZpc8ISE74rFGINKvkSJ3yuS9nxVd1NvwwX88I/vYHyqg/ZHvJSovMTvk1ZBBpuvUkQhdu7wbnbLtJb1MTXuoGb9Uc/qTFVvq799AUDGiFfZ8WlTGHK6xmblqi8oW/Ul9SRPffkEn45cNbJ/8tsFSYd2jhJSClqTvh4xwjFXV7dZHJ4g8Lrpi2kG3Vkkkt9i+ekqXQAjp1r1DI7hrow+nkRnrtpiWzclu2XqPTPgVhulmFjlNW+KFVhyqNRL0sHrumqyvRZMLUs6+ME+Zq+nLGEAxOkeNIDW/nmaUsaxCKXB4zUhB85VL9SJw6Y6hQ+ptbBYcRVikpGuVU3yjdx/juMR0CIpTiKi/SQR6yROBNUcPgVevgoIaYYYTCzf2KSupvPOO/N6OOZW9yc3gZYTvJUdB58njvE2OvdvLC0YDc8oCWfncNO4pPLN0z8mflJSOEiyGCyWIqiCDjDYtavRVKLPAqNwlQmVImPNRYYKu6bCMAK13KpAJKxrDxCQmYHfgYMwh1syvV9PL7udqfi5rwTtMw9BwsOc9dED+N21Dz9PPE9fsWlJO02tdHS10jb4Oa+CUQilwVZvscNmknlpfCaQ9C/TD/BmZWyDPsX9AWNYuKmne0ImwRn2UYsrcMVgtbk27yU+bO/+sXigx//KHuoz9igeYTV+ZQlZNMdYZHSUu3HnmLlgz8cSOVdt+zkIy0MMHU3jsGK5Wv3xLo/1u0M5yiM7mU9PdXGhOLOsvwOL3du7TyIxcpBfGuXc6SBe80HdxwwVcgc7F9gnV/WxRYVBn0BRdwTHzIQpFJUhgqZVl4vhUoFz8GeBPw7MKar05bPnx1j2b7G4n+MRf3fo2Ai1Lh2wcNPrDvJ+Orrw8Xnf/x88Q4K2g7h9jWVOE/nCKmn/koRhJSALTwM0TmpUghv7ritY2bNFABOeviirXv9gx/h4TfixDV/1Mc+GvjWtd2AkUfCs68YhUP6m1ZFwoHIy8mC21YACI1y01ue+R2/LyknUVJUIdIzNPUeCxvp8Md6T1tpFe12yqBDXMAqV/BMA4H4z+vgI88VbMvqKk/hhx8Y3ZejIMJjyqV8EZX3EYzvOi0rFDBVDwFZhgVNwkAvdJU28Ln0DRDSBJ5o4AzvKwOduJBGfE1n/lKik9zQeOq3w0xd5Zf84EGEp7DULrWuulgmdfIy3fAX6KJRshOlol5X+QOXsD5OzUEbiUV/x+pOOx2yGnXGuxnyiH3sbbbKPYG37a9ui9GpsLui5HY05cE1NNhy+4z7y+nTWp19cXXXl/O4sv2GuydCSWIPTYiBKcaimhQJ1/308ju18zE0lF6yilcs7tTV8n1XZGXlK7acHLINhf6GwuyRkE5A3Z4xBqmMbb4Hdo1y5dnujnV+u8K99MqPtDf+VVaunzx9WO2FMvbsJR90+gTc6PPV9LZrrdCdcKqVvPXiJR+yY3uNx/x5cownztge1fq2A2UwcdnNoLJP/YhjT/sFW3HOoXMphYZVXTXIVevJD15VZibHJjIM+ATnrsLkpNiTW+T7XHMZEghiYZbKV/xDQJwxt104zYomB7mSZJbOcY4JXjnx8yIX/a3vctQl/KMhQEXQeymBnQ14FoETL1t7VkLC/7SfAeyNMqnLcHUWC6aSoY+/+gmjJakFiXhQNsWYotHhuo4HVSbwlgUylQkmdbTu17HAwi/wmxMWi1AGlkLdBQqy/P1bZX8f8kVfCqqEfR/ZDA2bgbvwPOd8+MLiGedWr9jqxrgL36ywAh2+DvO53YxjH1kBcmx1BVxzVpR8oQCqqKC8Gy1lv5BQ/MuZHYw39PMe18krKUHlEdf0kBHOLXLKe04ySjtUWwSO4XqSfoQnjUE+mxMYECJt6MOAoVfXaeIX0HQN333pDRt51yemEcIbuNFU96SsTp8lZzsOKRT858zG1xBE1kWix7qOwLJja/lSAVAxj9+Bm0QO3p4LvcPbxlFAaAnTh8lRxoShoMggz91Gqyrdxq6IZsED3dvRUx2CK2m8d1IjbdC79LFTxCXhMnXKspL3uHkj3RN9fxCgGt2CWkKpEncMTxOClapi+M0j93Sa+4v4c0Kn+s8yF+2XAanvQLEGhGWcviWtRs1sP65OW52QuOztlQ5YGVC2dvYepL5XDOJ2bj/epFLscYjHnOxyiGVea7WWOi1TWvIUeBe0mYPjGQJ8HUua1yaD/ynpVOIAxl55LHpaqrDqqTSqAH3LEvINyvLW/iN4DVhoFH5QZU/FgcH3Cr50P/spZ7GvMwFN3azfnIugQwYK+oQCx0YNX9luaTsUbRRhz1l34HGjRr3jsVj87nefLv7Tf3qJYr67+JptNT/4wfvZovLhhyzD066PGdyPP/1i8fStJ3lBViX0iy+/ZAIB3taZgXPOrkXtNEDo3W2pErF2Uyth0lqaOeAFPybLcB5wUDZUjlw5oL8CIDQqGOW3P97nTONg6n5mFR0H97I+q7AXvFbcjZP2WY2RL/Rzj+OW+oxnce0IZUMrreJWAxS0J4OniPj9gA3OA04TIJdqq0iVn/KSx5abqDRgW+ZQVKxHrqnY0KFzZCsCA6qTpQ1WSFyp8OSkEyY7DjLLcsg26jiNMrIDYe6stQxh5qJe3TcmOjRmTZfxLJ+lPdQscaYPrKRriIa79cQ75RBc0U1Lcy7zx2AjbuMvSroyGlytj7yaZXWfkc1ysKnzb/m5KmgqjLCqP+mAra0WKHjlHyc69FX69s0NCiU87L5XuJn+f5WTmXwZ2hWoXfZqb8GXZ1i9baK15y+ziuLedutn3/ZUF7/+q5HIFZYtLvuJWObcd/jP96x8Fun6poK1KLon+M6P9XbMysuwyAIpd8AJTcqNI05vOuEdnUwciQk/QZdTJvkvDlWQsbaD3/4DV9B4SVVeYSKxwd5zV6c9SnKfujzi688e5bpHGse7TGTFAxlR3EHfBvoZ/eXcM+QxVhwim2IQc7ykDN8lc2JCdbP1wLpf8hGrhxxFeXLiNx/YgkcaxGDqIK84fi/7VVWcYPoQSFlRhRfltgN8DBrCubxyXK8JeCb+4RHbuq7KZl4BtRO52XPkDUECxnnXNx4TtvzRLiqPLUOCogjDVVm5m5R2xgz6omHtLLbGGtPPgHSCf5E7ZVFU+hWVqn4Ej8vn9ieuxKfe8KGyAL8GCtO4I0GdyERrtJUTevcwSge3F0Z6247yuDCoZPqWxfIsra1pqBpPpas2MaDcnKYd1vfIGB+EN3PmsV9bDy9XTKteyAW7Nriu0Zf9SNX2qqciMd7K83ZeZJbWdc9pPzzcXDyzX7OlUGRTB+uJ335avFF1Cx0Jk8/LD6ykyW38SMP2Fj0TkEDhAHPI53QWktYXguUP6bOEFX4cwJLPvERXkHxU+DVepbMuAbSO0+lG7uSznQJLHqgEow0rv2WPdbKKf5PfItZIGfzsNNXFLaZeSiymsIHsHrFKyHjQ0jeDMWdSQZiRy4rlzG46ugOeDOtA58kanv+sIMjMEkVBYRCmTToVdxV58oVBeHaJz3+uNZaQmrjToEX45BevUY1X3ezQ7ch6Oz1x1lL2MO5ObMpO8Oxnjk8HN9wVB1mZnAjLDUx+YoklTApbr1IevFvPIbylIz3CwVEnb89dOljyCqPSVHxXcB42z3nbn5l6M9Msak7Tgk89ACnUW8XdykMdksY6SMlRJ4V7woFBPYxzCLHdr7Ua8LfG4OuLK5iNwlMqkwriCzq4lmDvJ6dHnFJxzJ5UZuoq6gxgnpyyPdotliQL0KLG3RNKNrhrvXYp2vPN/XCSL8hq2fMEip0HWARATgueb8ucn3D6BfsJM3FUlIB3WjC8Dp9zV4XpT2U37aW6fgWvQsmTMfxynXt63WgmAXyVTFG75ddOuU44NeLzL1gq56zn3332JYP9/uLHP/1ZlJJHvDT71ddfhyfsPyoB9pt8dY4tsDrLDB9wV5jesNw/uZJxoaGsYzfyjONzVhse+bEkAn/20Y8Xz9g+5B6ELSYnHhvnUrn8aDtaXivsXc+Gr7Ku4lyDU1nhc+oKPE/W4OPWkR5Mc2qCMTICbtyGv/jDyraCKs7KDtvJycQN9fMFJ3N7vNwKKygOYL09JTiTXxjimsGFu+XUhcfmtE+SL3KAu+nbmW4QtW78CktFzgmYVkfp7QBr+F3BDfTwkgqvc2qeWORGSUWemS8yU/4cLhMQEpruOx18oCJ+0iTb0Ay7ha8IlwObgdP8DtjgSRorF3/Fk3x6xkOU/Rsah7shlWnpt8qfCjcOP+QaoAaNBgLTrepHyqRzeR7ug084r5kJpFbUa5am/fbBYuVwccRRi9tY06WvZ6Zv84Kq3wTY2ltfPGTn2e6zF5w2hRUZZV6FdcP3XlDqs50Ly7vntavsR7GBTplggGBalbuyNtslRDpyTnwc34p2oavpkBme5OSK1h4TduuvRfCIFT+PV7wEz/AN+aSJkwC/TvwNZ7D74Z81VlyeHHIqzCO/lOoZ9byESp38+NSKe5Y5QUZe9j0Zv3OhnCjrcSnf0sUTRWB5PkLHlhflIoPrFZbWiyv23svzoLzNhEW54gqi7SbfW0dXA/Y5peuA9wM2sHaurkLf8Mrgb26yu0DkN/UpV8+16IY3lRcqidHq5McxySZ1eAjaRQGiLGYKFRZYSEPwShrTSl7v/Mkv8dsGJvIpifGAi3ylfFE3iE4w+K0S5nf6yTYs+4JbYZAroZ192UkHFUu/SH0pB9i91UgA4mLV39yZ+k/JYdoQMEWkL1F7+d6zzJVd4uA/la6GINx2q8kQk1WOCVWzoneQhMk35/wrRK55V+IGHnCsss2u3Y1AO/ndA6d3OsurWlJKKziUY3FVaDx3/IVxQNDmtrvkqzydfnanDGsRuWAdaCtplGcGk02OON3lPY59V36YqNrDNKp4TOtWdDtWp3mXLCsHTrAGjJSXggvf8JFxgZ7ba39MWTxlfiY4hdaUpyBVveBowusyz1yWThnueFpJvxP8Fz/KnxLb5vqTFfb7S6+qCleZW405mCBRVJi78eXw8e8SqLzr2bg0EYKjOq53X2R7icKlUq7VQKGlsC1rfG2l0UKiYI5VHqaus+KpGEzvi7F5Gc40XBYlKip+Fr5sgI4heEpVxKlaVT5jBbDMV88GqlSO6Nzv/ZGxBnP1UlWnm8oZzDiFT6hJH/MLQgKPFHm2fCGMy9s8wUjat8ZfkSE7mm+glaf83MFjCsNTlqNlUn1lGbwTFnwMmyF7OwlP4l6YGxU6juQJt6OMy0FP3CPO8NuJtJpnbzPiSEP5BpbzXYzwAr1iX6zLoJ7o4GCqJd7z1e1U33IqyxN4whexthjUtcCJhVZfw8IvlGXZwnRQ22Ww13LvUYSnZyj/J0ccxcgHViJQyC1+wNB6IAKxIIpn/gSvr1wUGeCroFpetoLEskxeBvNS1mkhePU5y+1az57wSfO3Hz5dbDEAKbilx8cff8L56y8yqL/33vvAYw8sL8LaT1RcXW4n2W1nEQMXMZ2c9XVQI33xs7HXKBV+kGl78eOffLD46qs/Ln7zP//H9Mf//F/+PvirxNguXbvmrwkuZWlZV5HMIA79LV9n2sZBf9IQHiuusoB0Kvl3qzByI8DI7yDMXaW7vg2hXCmc3A61Ao23jHPWQcYJXwcVrT3oVtLf/FHcuZcjMeUHR+GNgf479Rup+ybvCK9dv1NQlullTSRB5J39mYcM3N7hZRXKskxRd8Kkg5PKoptpgZ4fbwXTtptwHfW/javpBrXJ41/qbPlxBWc8BK7lmgZwlZa6Wd78Sh2wrNYQ3TD6DrTgN/Kk7QfOHd5JbJzAjilu+N3e5TYtVnRQkmEgJsjUgq0gHKLCi6WsvGmls//C79tsEdtlD/s2x6HaL+V/V25drd1SebVP0N+uOSbvCgVanN0uVIYi6pC6yqtYicmXtiTMvqzksXwNBevIDNtH+aDLRJE+6bsGHq16ff1t+mJ4hniNWOjxi2P3izIR9sM3L9f8Wqdb61CwmZDs8pEZJ9oq7VQ2ZHN1wHFPZa0mnNXGlmn7ye9+PMqtMOt+qwGZp7Ehe985eebUrUV8nNnVnuI124G+AEyPZu1VbeHZE21nfT3h88lmqYkxWy9QEpVZ8lU+ksQ2jDyP/m3e8GOaUt4p/sm7KqNO4m26VND7cBVqRgKkq/c4ca7+7Yk8fp/iEDl+ykrG+blbcepDfQVKeE0j/QUkIIWlx0oqi5yRmGRZkA8jTXnf7DdA3ixpUo2KhdiFWfrhRKuBbfoC/tS9aNRnB1MAAEAASURBVClt3Q6cs/qBJS1tz9V1xwwNLSrn8Cof/IvSbotZDrw3wbHe4WfC8KYvhwaWKxSd/pYLCUhINEZ8LWcqZvlbMqzwojrgU7pZ2tyq0IdrcuRJaRtMGrcX+6xsK8ddQdLwatuAPKvfHPvMyrn9Q34IX1kUacUuOEIb/Y11gl/7M+VMKp8KbsFX3qXaoYt9ENqC01T2lL7yWa8ljNsFdx5B6nLrhwSMiIJQaQgKxJHOFMKpUsrPufxvXt0qpwtKGbd+VMqbevGP2BhORsBNTxdGnMqL/BRUGXyDHG3mSRmKSZcIY3VXMY9wLcHoS25+aMK34J11b3KVwg4E2l1hpLBTSEcpGoTvBqjGKQUQqgyyyaQKBzpI8K26GiudxPUutZp+87ZIdWY/9ym0s+hXelOW7SNw/8UzBXkHF/GpqFswmlkqkAQ4fwOGn6pD/SZy9tMKeXKlrFnkG3ql7RIH6BY4wQB/CwLu3wP/Fg9pMoAjMBhEgbFCNQsGzKBDTnzQYg5h3L/qQvruPgMRg4zW9Qu2rjj4nLA/1nqeMbhpNXagVCEvgeOXE7dRkkkLAu6LLcus9Ob8aCxTLuHlRWqUgPMT+UULcw2yCk2VKyk+8ZoJdMBzYNSJhxMET7ZQeMUSPEjiOfBaicyWT5ZT10OOZfsMy/rG1hov1z1aqKC7h/ccDcZPkuvkc3meDQKhgXSQR+ZOkof354H4O5ltJR0ctK8ujxe/+c3fgSufmX7CmfB//VO23zxc/Pa3HzPo85IcL+mG1iCq4mP/rPwUMnPSrRCZhaec2fMsvTgGzoBb/LNMUM+FsWlRHwLfvao3THiyrUEGQYFa3cSqiAUyuEWiyEcMJsKGVk7lL0mXCRZhwk4biYMw7rj09yaq0dbDG38GJ55nJ0+2rwrNVB89M5c6EiZ9jRJHG0LeLAulbeElXtZ3PKc0i17CS1uTryckFjOPD2Dy6RxMA3coCdU2iZp+qtwuu+gV/AaNghN++T1bYrhH8Qi+wXQqX1iTwpj8YyAUEaolVilvKp14/oypvmT9nQhpqKl96O5/v4DvtWafM6HNNjho7kEAKtKllDpxRenliqGH/mEfsU3WtEzSHx07WrEsHqm2sx9FWR74iqjpfAFWS33vpVc2yHc0GvjWGOX2PdOnD4GjeF6woqWVXY57xIeSHj/mvHmUFb8Gq8Vb2J4l7x5eQR0c+WVXttmAaynQ1acHkwV+KEed3eO+Qx1XkQ1XF0wauC6QRxesSrtd6Byt3fc45Kt1LPK+GyDOpYjLV0KyrYePu01TbWK4vA1twUU5Jb+KV1/90qM8mLa2vUf+4onqV4FHnOV0fJetrOe/LhPE5y9lV6LgIG2E44EBto8rUrrwP5HV/8hhQlzK7HvkMtqG0VXtpPnX/hEny69qFn1jmCAgcij4QjNpwLs4bi2p9z0qbePrWFgwSOaKKvx3hQXiGp1Jhf2ao4X5gRS0l2MP94wrwoevoyDjt40IGbQT+pL+Pulsn2oIaXc/8cQlKwHiC60F6xUcUxch04/Jrn62ww6KPd6bQgKGl1zZzYoB49/x2e7iEEORfNrbwSxVuELJfwHm2SDoRFzRVTrprzAT+2wVpKn01+eEggf/g7d0CA9TkO9AtVwID5lulj9+w2Tk4Rquj+W/fe88U3ry0lNMnaCUcydvl20C61DcnuRv9jNvrG62FGcl8YiCSHRcoFbfKS9MM3eVssKmXzw1KYTBHLwQSCsc3ut9jUL6xRZPEdGqkY9IuGfUbTMQ3XgVKIW2byNHkSFdrCkwthXXMp8vgkH0WLNkchArZQYihphFznRw6ma8tUMsDL+4FbHda0bvSNUS5qMOOFFYzDnSei/2KZjpDJV6+nWbRyDLVGlUhZ5+cKDewaAzUvYEm1xh2i6v0Kt8w+8NKnSFEuePWwCm5AJJnbiJN5dl1B7HypKvm1leHjunaRjcUr7ZtJiVE/9GWVpJS+FmUBa+yXzu9NwVSjopa4wDucInfyOu6FlpEVfBE4rkT9KJ5zYD2u7qLlBuUHh5mQ3LjNtnGH0iLA6OPL5xhfPNP85xjHtsBfEYQ691lHb50SVn23KPpWq/NGoJDhpn54MnhU7dFTxOEqy5g5vly4sqcJlcMon05ToreoHC4ZK0+epLo1qvWB68Oske3U2+tpgXDqGLpybtbu0xSThf/P6fPmUysg9SK4tHnopxxHagi4O8aOWJNrqmkfTxkmdsmygA3CkUBIc1l3rtYK1LWtLJ5Vrynz37evGrX/1bluc3F3/zNz+HBnzllX21bmO7grYMBcnjEXXd1BRlScGByNyrx1SRcxlieTJFxlfQaVxBIMJQnlFkmIemslIDrmn10hubb5OORORR+Kqspf8zuJeFnTjgmC/XELbWlqy50l/1SxsdacfO0NTIHugxmOKUT9fbvwGmTDBtyqWt7bOnp8qjGf+P8kTbthHP5CGv/FJf5W3paT3AjNEtH7WzjvoJM48VmGgFrtLAdm28jWs/qe91Dq6BxU/DSrX58dm6/P/kvXmTJjmSn/fmUZlZ99FV3V191xw75O7K9JdImUR+BZm+q0wfgBRJE8dELq/VcIa2I852T99n3XmWnufn8Ih438qqrp7pWdJIZMYbOBwOh8PhcCAQCPWpeGIw28C2B2n5OAv5evJnHx4cA2bQSKmADtzIB7jEu+YW4ZRJOHoCWNtC6OgM4pUh/8BIElstgDljoPYJ7RNWr/3Ymd8ogFr+6ldf16VW23lHhcH4jI8KuVfeOuZouYwPPLkCveOB5UpCbfUCB7T4NO46J9Hcfu3W6jL7y/fYUuL2mH6RGjIolRV/vpXgi3UuJkX/wZuqt3Lpvvp99pFf46qvm2YrDOW5Pe4JTwSf8MGpx6yOP3jASjIvh4Yo5MmaqzVb3jzLHoscObSunGLlF2KhfZeJzdZ+6Sb9HlF5dvaUF9XZX/+4PrD2KC/1YpSwmqbhYjMU/6u9Kapc4i1bxlA2PPOgCcennFaFrjLtGPn1OwH2DVd15YWjjJOgfrplu9U1akK5hv3T9Taw8Aocyl3+vNMwPnlyUuN7Lq7wJ53yKGDAVZxjlPXJi+fIh63SLvEj3P2lymkI+eBVVFW7Vdrkj3FYNJsy9Un97j85zzUJyeYPcJShbPuU2EVN8adPkqrfLMRUvFwafazoICMwqVtWRKu+bqlKnwyNxDkxy7YZsBHXsqPRbP2Vj9CSMvkZLjyRto4Yd8djr+hE/cQLKy3SR1Xi9Nus0qKuMFoptT1rb7txjDGA+cTAqvgO2Q7n+m/xrQb7pWNr+rhtnJyWV7YFt4ytVVr9lq0IXgfglKjudWzG9gvv8FuhUiiiQFUh21TIO6lG2DIBSb/Ar5va3kznOOs7wWykGy9FuqWBHz0TASj8nX95r7YktwziYopaiF7pt0vdAE7FpzhCL4AT5CVJE4b2xFAk0J3WcQDuImgoBoTvmK9AiE9WP9rhmCtav06eGcrKWSeDto9BfewZIWD1I/vgaFRXNh2Q8iVXhEPDKqfakMeBdpr10pDLx9xLhkprulaIC0+NKrdW2ZlL8n7i+xpMZzzvDheodwYYk8kXjPx4b2fnUTycSXdCBOZF5QSJuZdYGtt59yXx6+nNl8RulpdKr8NvhiZSRkJRBCLyOmSkHmoEEtbQE1Bx+GhNX3UevAOu+qeG30ijrfdpX1fd0oHI74duXHlyC803fMzp+MPjfPnw5q3XVm+8+Xb2qx6wb9xTJpwAcj4NBvTu6omDFPnkezp6aOhBr2gN/XRoj08UzlU5FYhtqfMEC+O9i0vj9+bNa6tbt25iHLu/9TIvwN7nfouzqa/WqRSs8lm//s6Bg32UPXF9YsBae6Sk+cfyus2bl8K7qlD5jHU/fO3HdjXuMfvn5bwvyD18ID3XV8cYP6425qU5+pZ1yhYfBtS4gdwBVz50mSoir0oeQGaI1zSVfyn74DnvZ/Q5DRq9jcW+63aCfY7n9OmJSt9Vmm03LQ752UQnaXXVQLmZXtzyFzh1BjJkvcNz8xKXxYMhH/JOOVH3JA/IA5tQ0eqg6QKEL5Spa2owVNvh0j5Fk9CR/QWNFSZCUK7wPbI1+E6cMNXOCQxIbo2PMksGq16m6DrUfcNW6m1DMmlqNekBvmmbBpd1LEIkxp+CH/e1lMITwLRr16NLK5ZIW/oQdDguO+jZr+V3jEQHzpSSUWOqi1G2T9qNUdttLxra4dvUngyH4N111ZqxwbFDI/3EvbZM2j028sbNGxyvepvjX3kRHf0hP+wbnieviGd7DbKRM94prwdyDfdsZyDNOriV4/QY/1hkqnGKffEXn60eXeDdm8dsnUF2MgZBn069kbrHDx/gk1t/jh+eYug/YaXe1X8mCi5K+YVZC6KudbwjOMDz0A80HT7MU8a8AE7+PKGjHr11La1DOLpAxsnnMFCDRrQYzxo5wBh2UcI2CB8wEF0McUXflzydiOpsk4DXT2KSIII479azwpJeznw1zlt3x8AqxxfXmSSAP3YCEwjzQMl0hT6RjCK6JAGrl00xVdQr/P7wHJtI5US1Z9MnTnVD9aO5hAqbJg+8NEDLOaYJGWh/qFOM5PQFI0ofIeYY7eR1pT7ApCgKdB511sQcfN/rBoKhmlKmedJW4AZj0BWt1ofgNJ4IRYS8V26VDycT7L+3D8eljsBIF/5eYPVQBGVTDFlsEliwuvEbCoyNce5uC1NhKf2xnsRY1xyXDPHZSsk9wwGI1B6h2XJNN3cmPEq9/aDGc/2mpV76m17iNl3SEll5zDh8FSuS4RqPd910H/6ELYu/H7YlZvA8WBc/6leTwrbxE4FaENXgM5kd80PvDkLy1YJKqauoc3Qb9y0OhJfBDqZW1IFGZehqoYKv3z2+eSlPxWo6d5XcHneNuFLqpGGQicMZWhv9hsN4K43LINVNEZpIXVQyUQIm0jQuB+mFkJn8MmdJFqfQmb+d/hZglVi7AqGc0VnwdRL5FfOivSM7JL7ia6c8fw/9E77Cm7hBl/7qSNb1/Pwdm/I6sHkn71KGpNsBJLQHrxyskqxOK+CagacLdqtMmIWX83AyqxomJAShu6xO7TJAevKDX1rMCjxbZr76+uvVR7//FF7yIZebt1d33rizevudt2NIH2JxHT71MbsvAtV7EhlUiqDwsgYZS2HtDRl0EHNlfw8j/P3338tHlQxntQMjwSodAHfv3gerD95/n6+dvp996cr0AS/OffH5l0wfj9nCc60+qkJdjjCk5U8/5q42Rnm5TSc8o/hXcBrVZYCSjxfbfKHv+rXXVh/97ccYLm5B22J18Y3Vjes381LuMU+98qXbIfcWoRyKx7bVpeakWz+3T+giL9QnArKMM5mwdbUOgYu8Jlt+Rrer/gByi9aQqXJpd8r3Ub1H3m3zEu/2Dh+mQmnn8acW3ugmoW+iW1mtMq3/1DelxzK0xOIpOjT8bG/7frevoLWaWHrHL2L6RMU2Ud4Kf+Vf+yWjRp46x5XDUw0P6UqRUOIdJ73ypa/ijXgtuVynhSb4IM87PWATbE+Gisddhlg6b+GvdMiPsRv9ozzxHyPCetmnMrjhT7sZN9MkTkMzvXO7T3HmoJ7JFRoNWHEaqzKTXxwdtAQHVnFRvqDe84efcLVL3wVo1/LF4gcIffLlXf7XOEG70t5H6IJ9z4Hnadop/c40xxLraHu5n3rXyeAoVxncZSXb055M20PmIiPAZ+whjwtKW0wGnvI071tslDNOxTg5ZYtdDPsyLLbZi37Am/HXrl9n28wD+jmLBNCmi2FM/mxJsW0xmsMl5MZtQW65efTUF+x9+VmZLz5F77GVSPXCmsDq8NIJ223q+MmslovbAoBX9tWhYSlhWAp/4DPtbrnK/jNX9C8UVIxnjWbocVKsvEfulX3iXXl3e1i3h/iCVNrET0mKlNsPbciiIA0YuIJwotDwRYfl5KNb4mfszhqsgqzBGoG2BmarfH03zhTpqbPKjfm7dlJQNbXkoq36dvGk6Gl9qXxWfwMWZgnjJCV9hru8EZ/1tq186uSi+zYvbkc+5S16JU/ESUMkucjv5V/yV5lrv6Jdc8VTOejESR5aZrvgs8uCN/RCS+ukrMlHj+JDHk7Yymn7PfOISpsXGqsW1T/VpfZJX97fAs7vs+QJDvXoMsO35JKCqvu2E0nw1ZMx+rb9Fjz22zxhkAZtJW6QmcmDAct2jHAykXrBk/CdfCln8MhFFuunK51e/grPfvMu48JjosyzdF2HLsNcgR331qnmMX63DT4jXsUVW9chpybD0/4oUcHmOqxnOifUhD6fRAvgSkA71QFpMCWJMp8wBPhIzj3wqbxbaXIqTQlPBlWVqFeMdQ11V8JQwjRuvgzHPcdjsR1B5ayyvsBbQwqBDK9VFJgXJezqWCkUVV1IUfjSYFIAQd14UJR4hD2kQmfqlFyLH+LTx5JdYRIeAaoaAWgCmBE+HwO5QuLsW5gqseBjOCFccGrBu0GjsApoMPlTOItuw51CPP+GklZgAhA556k0cQLnY0EypC+PwTwBEtMZKndlN040A6+rjO30qhh01t7fmb6KlS64YCC4Q2d+RvxURx9WqyRx8KQ6pTEVDuEUlZUHOzyr4axh59Hr9WuuZHFsGi87/cdffbH667/+D6x0X169znGKfgxMQ8uXmKyv+N0elTt1u8a2lc8//4KXYa/l5bTPv/iclV8+0gLEJ7//OMbldVbSYwggX55sof+Xv/zl6rtvv0FG/Uz6o9U/+Af/U1b23nvvrdXnn9aXFj9mIvEUuXzEC7Cv37mbUyrytdSx0q2h8EoOJshXeaIi95g7HxFevXRtde/dn/J4/gEfi/lk9dbdd1YffvghhjtbcaxjKlyK0r6Qk1GoVyaPrQBkhN0X2Gq7UsjCq8zF4RagM77mZ73zxIB+WZOz9fYOSmkFZ6NX+dbKIDgYvD333ncA3N5lvNcWhoQvn7rC4uPSjBue40yaT1ashu3fyjFKmThSokuy3YRMGmXuQtYZ5xOZ/f2aLFhnL40W35fw+E8Nl/Co0Cef+jb9Vh0QRJSD/FB4RNC01B16XqSbHZSTVzpCfFCHn/pCS0UlvfqmlVT0aefUVd5aJpcD0NAfaY/qcqOMWrBovUkhDGz2G9qIvwxywQwO8MjDMNQ2shzSctf/3GX5YAr/B1zTYm915DV9yjfgoTmDKXKiZWIpaGH8KS3fY3DF9xmykK0TtIv1SjEDF8QykNeTEuWwdDoDPHDmyQkzGOt7Guu8eK5esD08CvY7XgTfJv4SZe9puGtYsCWTM2tWl9iudnDhQfqCMqqcWLJtWu/KMMHH7+q+H0eyfojm6vjyGYsFro57opETCFb1mdRnokB9EStki5V56uX45qhgHXQ1DvJiK/vkj9m2twXanS2331kvWwpY8rmP/jQ85e0e7m4tVArVubvyBT4oD3liGG5BHvjLALMTl4wrC1AYOXu2Sx9ib5w8tB3ke/a2j/4QeSIuk43RDmliyrMTW57OctpV/2h9UenWtca40hnCwgaJ48f2HW0sz0kQPT7khHTrlvKWpVSZkT1Bz3GFw+yWXXIoWKEauDSAlcExFq5V5DmcVReNwtATOosHkukWnjPLIp+/dkPh1Fnhb3hcOExPvxWHOol8HkWooOwyOdOJIfwXOS87O+bIE4PZxiPN4A8fhbdik5ORUyBdS1yROepLU6b91TXh9wANvcoljaycOHE8YOL7hCOBzR79BiUICqSiT9V9wDRPKz+0kN93QRwr3XR1/BTZdTuUfSAr89W2pSvhRqriJBw+IOce6brrdlJw+7RMfKr8bBFCb0tMauudNrSu2UpjvYyD17InNqX1ibP+Xuc75X+NheeDTbFV1+Sa4r7P84oj+oymGm0Ov8jnvqza170pCC/K8f3xMtDBNoyWiUqejogM4DKYoEx+jrVGoPH8QqvOnGGVgsF2Gl9YdTvMBVbVY6CzalovrroFwhV4LxqfhswKPbBZnUcgssUGAREmghMKpVLCbET9C2ccZPTg1kZpUTbgzNpZgM8TA4Wo47irtm2PahNTFLQpVyCrM1Wc8HEEE09eeWjsOo3SbCeofHRJICqvPCtfoWp8ET7KjgIWr0CjUQxOLFlk2/R2ecYv/anjerWStemQpjhu08xWHBXbSRmYymCREypBIBZt4zxDnddx0rBDu7oioBF7jZX3K+xtN+/h4wer33/8+xwh6YTNc+HfuXub85g5OQbldIRScOB3i42y5vFylzAAVGIXMQCUY+n3sffrd+6wiv/7rEi9yZYX92n6KN4VvX/2z/8ZCg+lxdcO33zj9RxR9/67H6DI+JjUz36++vjjT1e/+tV/4rSYryOfN3hU/8CvwKoE+fMT4sPGDB+mH5nTDJwi7Rcm2I6cmoMy/Sf/9F+sXrt1Y/XWW6/xVOEaK/73Vp999jVPB+6tPvnky+wbFtYBxbqZV3kZPXMUAR2RtcJrH8pjUOLcyuNpFjpfEqYTpl18UbBkoPJIlrItdWkfykwIGcuxnnkkTsmE7VduP/LlQE/LaV5Lg6uncSByz6zsUa/EWGn8AghmWv64k9cqVBwDK+W1kW7/7dXFfKzFFSEGsgyy4pZWdZXXwlkXYxwgYpwToXxqAMaoxh++kV68AJi4lvFG1fzX6AyJA968U75wi9SmR9k3Dny6+o23yjSOtB50vcsj2y3GLfesGEsjl21TRgWYYKp/57nzY0e5ZDU9NIlzcWUSRXraKeXJzyrXjt31IDK8t+4xJmJZ0O5WPcgpQKYbzp9oivbwHfhTdblP2zg20hNgnuKvCaZHQj6jr33LKTVbnNzEeyccmu6xkbuMFxq+Ggf5ijLyK1Plg+21D46r6I67t1/jHHZoPOGz7BgKyu5jVtzVMU/Zj+7+duvoxODQbTPDAJZDbRzFOCUMelwZKxUQH1Fc7IKIMXTISqYHKOTIRwwdDaRHTCY9eco98BpD1T/UamQFQRm/4ibGfy4XDvLBOWjSyN9GWSoT0uT458uOjlHGGd7Z8WM+GGNxLQ8SNzvLm51pFVM0mDJkoO/wRd5IUPa7U/fSVwML2ddLqNB6OQP2v9BNiqyf1ZDYyKB6hzrlz7v1I1kQ4/xNI6Qi+tWzQGSyildI8uwaH8TJQa6UlklaFitcnQ4624NWNHnpgl/6KnIzeQlaLdq/cwpklC7A464Ft0ruMZYx/DEeksi4uOVWqejP2hrjgoUvi+vMT4dhAoyhz3i5pU1Ff3zmd04YD884UcndFPlgpxVgvE49k1G+Iu/OAbTO6YvbvE9i/ow3CLrLuHlfSDm3QPpGJJ9yfQKRSVOngTPtEtyWYxi+rcUnVkxFOzDtkm3kNdp8aVRhKyL3xpB00ib9DrwSrqs0+OJg9UPcc428yLzEJVoZMinJBdyLvAry0nUFlnH616FGKgVqa8kKG2BJy4DILeM1P76cpHM/0zGCsIMQuFoks1ROlu1b1NnLSLrC56rHPgKkkeUKvGeGOgt0JTN7ZpFKFbPGnUaJgufjzN28CKKyKbxpN39sNKj1pYcoKf3GQFNSwREw6ClP5wBo4aTVGXMM0GBYJOINX0Ex8bcZmDiNHAWjaLMEyxRX4eUOPUBJagiQt6F34IlxL3z+hCEBmDWXiswxI2vhJLptmRe1uQND0oK7kGeVwIL8lwfiGXcIJFTCnlKJl24Hm8pQN+sVSNPxqFPwVs72084u4O0gM8+Y0Jljb/ca7cZLZ6BxVeuig/G776w+/eKLfAHxKz50JA/9CqOIjxmAv3WfOeV77JpHXN26dSuDv7z08btnxvsY/RJfdvUEGOVHQ860z/kg0rfffU3U9upXv/5NVrvfw2h+7fYbqz//i7/PCTKfBsZ0v/qq8ZRz2K3upnNFYeHCgQEnL1J/5RcF9uvf/GZ1585rKfujjz/mhduD1d233mby8M7qG86VXn31TfiWVQnymj9+aJ+dRkHJZ0+SCKJ4MVKo8wXLIqds3nbvLcx28msd6JRpDLEZ3mbPY2QdIjN4m7WtMeOov3n9uqVGu6cnwG2AcJRpuSXbPm6lLVllPeM0HMa+wmfldd7an1ollp9aZaxJtn4f+TOAcPV2AGV12pcJosgk+AbmRmRKlQFRWVWEhmy7UFCTNOfQV3iSEFxZmJCvqXfxw77acK34u22qb1jq+DOfePmTL1WobCpGCZ9FCPiuX6NVnpVxrgGnnuLPtibdS3ybTtTRGSSOqk1hYY2b3PBbXtzAWYa6dBQtSTYN2kq/FXyjqvaxJsge7SF/R81Cc5dnbOqGgWDdZIT4Tl2wyUEGLNKg42Owc1cTgi7HQmpo6z8+4KNcGO2W88hTWTDqw090FTZxaHbM8EvB7jG/xPa7vW23upAGPoGV6ac54pE95mxt+Za95l+gS4zzSU62dIlUgheO3Dg7gT6FOP/49Ft395Tzbg4vt4vL7XN+n+Ihe959Cp3VeumUoTKPK0WEJsIJEWMylwtbPhGoo2etH/ygj53ysqD8y+WYyEk1WeoHd+UtuRTjupNukXOTWZY36SfjaW/rHfoI41eeW56Sr37I6Vjmb9R14S2M/P4QN2gaeH9IzleF7Z6SvmMmZZmr+2xFlbk29QXosd6OWbLVH2+SWeypviEPa+oebgqNaJjR6Znbl6gfGX0SOcyg5BdVnKBB3BHn3F+Ybj0oDvFzR4If7yqbyTKZ4DGmbHO6GD1orLC7tYkVb+Dsd056TVWO3I62R3/ZweD3KNU87eKr5r7s/9hxVZTUJWO4YzM0+R2FCzz1cTJ6oOyor8CtMe659PwgHL6/wqEPOsrT+pFox4Uz0tMnCct365LFlgIVPPFmNWdgKrCInyKIm/MbWy1a6ZRa+LyP8kaGAIC9urRIcDbhD9vDbq6NhlpTthtpEQoLsgVe6oqgWTALeImu05blRWgBFa5hO73DzxVLUWGihoCODMJqwPvAWybxUjXxpWAwuZzYpSOpNF1dn1bcGcD2XFHBMNBQ39t7EiHtffE+ljFeo91VWI17X4oFDWEGQIVJgiVFoobCiiES0qDFwVKBKiDu5bNHGRtjGwb3lpgACDMa2U6gvwY14K3tc8wpHgSGRFdJ9NsBsrJCfqkwbysLO3QZzCpHzWAgwlKg7K3D1QthFVBY80Z8OhdCwUqceWBNFFCU1UQbdSeRbp1yJeaYfDWpcnWHMkJDwXV5hMpLXsXOh7ftmieGiyeiEI56hfcVX3CF15qUkYkHmZEn2WZB+R4xp/N40X0eX1+/cWv1DvvOT9g/7RfbHnE9ePgA/6O87PWQY9quo2h8QQwrgMKROUY/T3+5zlGNwQvdjzHsXR329AssztVNXnLzJc9dTp4Q587excD863/zV9lT/u4HH2BEv8GpEt9lMHYymZUuFNVcfbkhc7108sXLx5twAN7G4MSIPoEulZw8Fo8fdnLrzbPvGOwfHa/uP/gbjAC+3sjTAw06P1DiY3xfnsxgKpNGwbZvyVLJoaJhmx6hMH051i/TegrOW3fvrP6Hv/zz1ceffbr65uv7UfjdXoWDFwHTuWvFsNArd6M+dKp8dASa3c6Q1UBWuu0nWzzRkAb1RVbmnBjwF9kwXgEkHI1oYYN69XvkPvWBfzEklBVqAM3iPOPJR04Pola6rmtP+tPfBr5gJk/iBtnmMd6BR9rKICVMnP1B+WuKlJMzrnmxgURSm08ZwaIUbWvoGQpSRd8wwR99AQfULblCAXnghb/Son9MhDJBghBVpt0uBjt+6xoCyROKodeSpWl4KlQEhAbpMH/o0Z+/gBGnDpGCdtTfmVRaAXod7C1wwDSsOcIryRl8ncYGdQ1X79WeMIPD2kakpG9c0rDLm3ouztSeX3KEzirD/KETOlwxtI+6in3IB4ss5wn9235hX/ZryicaIjDlmFXtpx7VeMBXkbf4mNMVnv7w8Ri3YF5w9ZA22T/aZwKLgf7to0y61R358Ju4rLP8poy6IMRs3OS5o8GoOiFB4R11Sp+EGWwWo88xKcBIz4Xe0aihV4POnE78wIa/P/TmKmjiR3sJZt2VbScC8j9PXDDiz9gvfQrfHBtP2N6W65inDqzIOx5G1uQjV7/3Yqnu09ZIy9cuLR8nTMuC7e0iCpChs+SraiqcZ9y7JahYQ1vjqYssgEWvj7gA0eaRFcpSe/inHjCuyg0B+L3DCwXJfl8RQBptruEy059CHfuD7pb7ImdNcwGjPnZBBwrS5tJdxUs77c+VviofDSt45DaHsm456mmfq+jkWd3lmVWsCMmJ7AhTIFN9lfH0+xHft8AFScUoS+oLJ3gMEaHdrTqn6EtmePRTaQAXJAafbcRfxiJSPDGLqTKLOeR34oyNdWH/KeONT56JZ/w8pd/liFIWTfJeBzIdPkBM6KEiaVNbGDw5BY/+toNBH7l3n1lVHHhhgaGtvdtjSh5KJruer3KfJmHWw7bIfb2NCzdljr8AvcLPrp3lZc7k0Y4Bi4IbGZbxRomrFaZhYc2/GW/aeW5TEKxMEJwHTNySlk2QJR2baXBxjlp4jbShq7EN0Xg2vmMfIQ16jRo/vKeicRU958AjkWWw16NTFZpbEvwUdlbjERJXzvLhDmAz88So8iVXTx0poaIMGtfZY1YWKc/4FMzNrhdS80NAuiaYWCCEI3aouBKSDgM2u1SucIvf4CbfXTUMLaSfsFokGeXwLOQ3Sg4eNL0NVZSNHENgDWmsi8o6xjghJI26CO4Em5pVPHHyWhrNP7gQfixICezmT9evyK/fJczM9+o2Ey1zhUOfLwLS9DINmYMfgw7n9mJVOcl5nZh8jO7Ezi0wt1+7zQBVLyAeYYh7BrzHqz1kde4LVuFfA+c3vNhq+7r15SpfNjz8mjVhWJDzmYk/9bxzAFwx9gu+vnwaRUPcIStmn336CefZXlm9++672WO+tf00n3bW2H7eFb8r3lK9rBr084/KjN+wb+fvsBroUW2Wa23N7TsTv2aV3686Ogllx28Ucik8cTQng9mftJ+DQOQKPMqYhq/nBR/wufR3332Tk3GYGBzf4KutX0VxS39OYiFfBp+QWLJg20uy7aEeiK6hHUKDT0Eg1O02HPmxOkDJu0r3LI9iNTiYKJPfl5jc02jT0ojIZQowFCeM19JFDmmMpkeDxb7dEyT55xMUeeRkzD5imi8+udovD+wvMWDCD8uEH9LHYJjBQuKt3MLZHuqNM1YylaeiDDgbxNASfj1rARRU4JQt20Ea1GHKbOGpjKUPoEc6JqdfKccAMI/1sEwvyAFddEPRMeebfYXIdlLiBF/6paldL1gEN5GRGXlG6ZEh/DA99AsTdnXmxT31JNxGWydZrm5Zpjisr/SnDtZrOElzDAvP6AdIpZQkvLPl1jPahV/HB+/a1C7GuD3tqZMMnho94avBX3x1n77MOw5PrwHDlx6f+f0HeaH8oDd4enXBvQN8CfIJJ6Bd+eoBfP0odLm9rtu66ZJOaQupeLISPSXafhJdvJJf+aiOxohtb14rTR9oxOqx4Ix8kybyOD2lJwwKYxNoQEaP56kY4FT8aM8P1vm0SZ3n6qkTf2R/4A66F/5Yzsz38ofTKTP1BKKmkxNxIbPsGOlRsqiHbTmDrJVoCS9KWwP8UweokH8ZRy3LMP1qkwc9qdZQzUvSPBV85tdNhaUiE8dG3honxSIvYIIw4I7p7mRdHo3Op75qrud4ZelITP8m4tV/KCtkQZSLa5Zq2b5L4VixzYKQZ8rvIYe7vLwshG2RS7WGP3rQugoPDsdTV9gvPKkXuS1gl353xDsghxzY4BPlE8aSU4TSCYn8zFoD6Iq/3mUXfRN86mHDvtPhnzrFfkJyaO07IHHm0yU+OcFKIH8mTenGGPZHV3CGR0rqU2lmM1YOlF88jTcwJKTfQF8VQb0784vu3ZgvSt+M34TvcN834V8WXs+zHnpZvh8zLXJN0Yp+lLZ3dFdmisQfsWFqe/uIT9hzLreC5OCscLJCo7ERwx1lqf8iyjj73zHmLmZFvk4YceXMTpmXoFBu5knnNE4DXqGyxWzZdgqZIwO3F3FGcVAgdfqnLrjEk9TFz0hzpqtTgNo5wGs4KtwZtEPTnN5wUzmCptxKCSUDXwwWsmZQEY54kwID0zWIMlAHfqTFT40GrErH+i3LmGkon4aQFJp1E65QVwfX7wBWqxIzFumZVhUIhB8Ig3fHuxi4aSELqTKkSQPtgKtgAKS93M9+gzOcHcy/++7h6u47nrX8II+qXU3z8fQZg9y+q+pXOO+Z01h++9vfrp7uP1rduX2Lj6McrL66//Xqg/c+yGTgM15mdaLoy9K9uu6Ljhp0XpGZaZy1btLLD0oakfMJqbULnz29Jk4aYkw7HXF/KgM9gNvbGBJoVVex3criEyN55upyjqjDoLC9lI1s1Shswa+32tN2LBUV45PVjNffvLP6H//y7+UYy/vUbZsysg+clTkp9cfVk6IbNo42L7oFwHXbVSiGAuueeUrgCo0K2XYK3Ux6nERDOCv89TVcJw1p10jKQNI3jfoQ0hHcFxExeumj8slTeaRLg8X6uodX0JJ15QzeEHYbgeWpL+z39rX0NxnKSBMYa4xnzksdUhf0gf1QPNIFv8i1RrlyblvUCimJ7QTUWbZFQbNbs/K0oKIHzgClnBjIAJf+oUDzot/q6SA4AI2BoJ6izOKj+dedRatL2+lfBDs6+EFUd3ggnVPb6KfudRU+hztqOuALjfW33xdfZZKXNxF0SKilGzAjKrog+eY8+doyhkZW6+BbTVAZQu1MYYRSih8+eILM9Zv0WY1V9tG6Yn/EUvHX9494WvUtX1t+zDnsF1e373B8Kx8ju4zRq/7HymGSvMW2OM5pv34LWaXfQamnVhVNRaB80XmTcsMlE/LMgP8lQ8qbLtu0bKMQC52jQcQRg0kPTnxz/df5EgB/gFU2HAd0jlny276l/NdJTTwtYNxTdiZuO2YVcXP5RFm09M6u/aSksmKAZh1ha1Qv3wbbhDLp/Fi16hkd8/zdOr/USdTCbQSnlBfFTwCTR4rURZ1jVJz6FCmGbZ+Fs+7jekYfi8HOeznP+B5G9AecqHrQDsAVn4uT6bOiEifJ00Qfg119mJeVBw+8dblF30hYkBJU0oqgeSlwuS9ggkOdFIFCf1GSOr1egEYWGPsIYHhqsLt1EIotSh2sbMTAMAJMyFadzud7IaywI1v5ZoKpbF15su1R3uhdLheXMkF0QiC/pE+5D52DQPxJkx+u+mP0ZxHHsszDXb2dLPxM9TTFdEEQLP2BNqrjA8NPUrzPrqArnGI6SSRxQVS4DI948wX9yGRZr7Alhs5R09egrk+vx/uj/9SjuRlt6LbtdKG8AxX1Y/+GQQNp9vQ154hzHppZexQUQoHA2bCI3GhgBmnk4wjBKUaPDgXdDp4K1UUf6zBrzF54hE/j3fBe4mr/n/uONfZ9Wc6tDRo2vgjrAKnfRsuqHnQoXPpdgZY9ETS7/oJNEahRp7N0pJaGVhLKR8UJK55yCySJKGG2T9nJ+K3YOUNl43dCgX+JpWe9AYTYsBLg+nDBoIOwBqOuOk+VY1gF1eosnTxA5u+OWHmqzqVYiOGv/NKVOpovrtpGb9pbAAi2HQt2lA3hqXLykL6sFMov653yjnTb2klWlKRlQ5t/Ol8UTQgEV24wSF+/urrFS2jWydNdfPx9yAurrqw/ZSX+N3/9K7bCPFy9wXGSNy9fz2rCd+wZv8r2G/d+X+cEGrfh+FLPg/sPspLl9hxx+OKXBtTkoM86SKX7rVWiHv+ltlS2pNOBVvrdm7uDzN2+fbHK4YQbB+ZsR7KW/CsH4SW8UZKQTHAWPy0jitzHi1Fwqu2x2hwYy/JIr6PVB/feXv39v/gFe/3vM+m4z0Tk6urmjRs8ifis6hAhqTZpxlue/8pAeJ7GMY4rMcoWRtOYNCuvrqb7Yt9VnnpcwRg6dusCe4UrS+WLwZn8hSpGN3lK8dvnyznJVGZDBvc8Zk4YPjio0tfdLlFtTf4AlhwEJwJmbPEPPPzHYIdOhrSAqwuVi9A3ys1Eino4aYmuhJe6PDEYfsMZyC1gw5WEWi6YlVOMT098qXEtFIVmyZVn4R9y5PGeLipkMcK81NVLHtvmfl02Z4wbtr2Uq02Xdlc+zFd3DV7rGOfNCQnlAUG93ToBKxA0FuKGjiMf+L3q8T+ZYJDmmxIGWuDqcltXtmrB6/RB+2GYaZ+ofiG35UO7HqADpxIIbRrgPiIvmuoJjk9F7V9ub4Re6M5WhLS9xrkvPF9eXUUxHJJuvXYwyH2M78uaT6nYIVvLniB/D+mr37LN7fpV9rdf9h0oDF9k55T9vtvw3bFAnoZO65r6wgf/oF2xo4JdBe7SadAJi5NSLianylfjMZ/54wJbXmPU0TnZxv4Cz+znxQdpkN3yUaPIMHdkXQ466VNHZOJqHH7rGz00wm57sU2UL/czR4fbxnjEWxSFgFEOfiORhWoz733hxdmraHHguUms9NnWJkKjMp5+NsmfCbMLDQRbl8wp+opLpdfC8SRP+AYwPX74KJ4V7KVr/B1nVeTX2kfQ4FUmmPKA9GwTwp++BQ22cdrZOjCp0y44s1Owqqzs21/iGIvUOoWfTLaTZdnHOQrYrYc+gZA3efcAUs1hPXMrrgXVeT/WWzjbKqcvhckiK09uw2/+PPEZNNg2+fpq9Jd6ApOdxU7fE+Q/MuALo9V/OamIzqyecFHB+qqbXSTyo4B+3fh0n7rwFNNWyVa5jF1HkILdBZ2hEbLUbdGtQkq+aeCK/jAuzJBn9hv5X3AuQthWtahipc/jyB8aJ9f9sw95f3WHNvnTOxlhhbvOCuKrOPNNec7J0A1jkv4/tZOWalTulqdhBrtVOIr+M7Rd01sVJpRMGAY8Jn/CSz8xuoHW+IlRTgfcj2Hu9pmaSZYh34Y7L7pivGelHoM9W2wwsDSoXNHrGWYUOnilx4GrXfOlKKuEEhLoXlAr/JKFna/izedFjkWHNG0zvMxn+nMONLOIFremPOJeEvFc5vWIAq06rafMoaLPjjg6pElmHPVw8IlDkek6mMD4afrmuygsVzx1E9R6yVP3r7rdoxsiHR/4mV7bqPJmvzkAtvlVTogR7ymr7F7uhXdlzT2x/+n//XW2u7g/+9/967+KLP38F3+2eu8v36UsPmqkkc0A+Q35VAcepbWL3LSTWmUl+BnIp2PIiPdFND8Ic4UJgHeP2/Krwa7QKq/eYR95HaitpwbMqDoRKlYTojjRvvhIXR+4XCU3ry57o0l3YvEFx1zev/8t5WjEnmLo7K/u3n1z9elnXwBfil2a044Ualmq6VZ5pnlJlUZCJrYxMjE06VcmefqGq9OeOnCdSdJFHrE+cYX9COMImKMYVGDM4NFEUpj/yEkPTtZoHpqr/g4GGggaR24DkA7faclQCK0OxE85VnY2lqTfvPxNtBMWD3n9QrMrrWGp9QUmRhe80fDSWV/jzeEg5qpb6SDTNJqog3SLk3vxyPqZr4yDDIa2lQUB03jjGWVksWDophpYpYt+xN+aAejkUKMMfWg9n3MUIb35w18+4Qj4S1ruSal2IDJxAYHGroMybDn5yqzlQbqyJUd10lZZR1hDISnzT3g36jzHbvosf9DA3bYxS9XBfoQkwHvrqy7Oh2kQEHX6AR9ZunTp8mqfvkhjYpvSRsqkfEKCnHBJqRPm+0+OVw+efrX68psHnMLkljj2ttOeTzlP/TGP/BUpy3BhZ9OFwpA4eA6+rpbt7pMqn7ipH5ShmpAX99PuU/1mzJF35XkgEnrTKWMa3xrowkeO5QyMd5yqxSUXoniq4AIUtFunGPPw7Fn6SfGycbcMJHajwYrn4le+5L0iS7mDRnFsGsaN94fcxeGV5vkhGX8AbOhcsDR1Q75TFyqWxTdlalk3+yh92pNUYndwT38bcqQ+bm7WhEtDHokFTxy41Peog2hl9ZhZ7RmussNWY/i37xRx0tP+4Fj8FN+L/8s2aBDrZCOJKb+gju5igeaZT2ehIsf3IhOXsn0UQxzGHGF076FHL7CN0eNLkbKgFEfqQn93C3FkLHqJvuWs3nLUS8itizKZXBM2xRDF46TX26hXArAVHinr6cfQowGQekNPxubIW9GhcCCBVi2u4KBthPX4t3TCLPn4Ir96tbPGDxLxWu/O431DC6wXtiw4/iR/D8wiUzFKOtbzdPwC9CXeyps8i4zGFs/XcW8U9RK8zycp5O3WaJ6KaE9KD2j6DL7prn+TiPTSgsF0j2Ads9JwrOF0+Gz1EHR+pCkvldBAKrzsjY/hgaGhULMir8LT73m+wuQx0VCQMehJlzJXw9o4s0YZnEmRrgycNPyQV2IqHrBXcs0BaxkJa0SGlLClkymJ8qeuma/k77SRLHi3wMC+xAbNKpiRreWbPEEzSugMHVfhKrUe/Q8lJg/CkYbskgcG0pf12VRMlYvfoJtCyawCyB8og9U7cJMSBrcrkr6l7zngNFBWqvKCDQby9gFhcLgS7stqGk5HTPj88ukD3pL/llX2Tz7/NNtl/u2/+ferez+5x5aSW6s3Ob3l9o2beTToav0Bq+02Sc6Fh4acNoHiP0CWPFc+54Rr1AHj1hz33F+9yj5yJpZOHq/z8RZPtbjFsY5u6SpZUaFRmbRtapd2seIqF42n5VO4cEYw6iM/pUcXFChHT6H5xS9+tnrj9dvEuh1sH6OFM+sxeqphzUymkc+8ul5xGhyOjLehYI7sa0Rdu2J7QqHbGFLXmMR44o78FN/81MBmHMMedahGq5vtXn8grepWPdLuUkI0MBqwUfxUrPqip92MffTxUd6ohI9+8/iX+KWMCVaGtLJRNMm3TADRFZYTo5uBSz47uMd4HUyde7J8LuPGiUT4roylvMHKqSFmxrpKXKGqqAOHE4LJ2CY1eAHq/mBaTzwiF4RnjFXWVMckiMPLupte0KEu4aq3sdZHJ/xSNyTOePOOPBNceYI7id1o6ahzo5m3+2jBkXG0ryhEIA1GwfYJBF/ipzpUiF8NSZ+w1DbIXnQ50bCPkVEvyqUinkRhnZiEPWOl2QmxXw59yKq7p7nIF/fnfkU/90V1ZVlZlR7zjSLpA8aMOGtDeERFPlpyNWJ8D8WJeBYoKlvypoapt9DNgvKHVguT+RuuYWNIgTuOwq2/dT9mfDrhng8R7vDETwOLsPU47Yn/Em381eLPFWeaY2iuMtBmcqqdJDMLCjHT5tTv8wU1mVP8JjCRllYwm4nnh8/Ds4wbrA7WMixHqg03LmMCJxRxuQaF6QcZ5yufT0rRAtFf6ZPoocpfrR8DHn47cdxyzzheV4+dcPkkzKfu1SuMI0+hBcfwpJrtb6qKvrkuASpG6QU8OSba4aOGNKd5qPdqAup3CbYZczg6VXlxgYuFowtsscy3UGT8xAV9pZtiWFN/9ZKLCE6G87SAbpYngNSTIuBZ9RexnOuKQAH9zwKA44c6Tzth96QmANpbjxlznXCIMVt9grAqmf44Cljn2eCBeYobI5cyLp7Kn0iZzr9uLT4wnVDp6wZ7t1alTb8dXVkHAlI7vgEVjnYqufCciAwyncB9AbaIfT5+yYzOY5/VeZOShkkjjYSOMzi5ZKzMjWNKa88iIUIswyY3/MQNLEkZqq0Iasav5RPMBqKZGh13G03jXZ7Zn9xKw1Or1GebL184ECqcEW5XkoZfZdiGukZ8DQwcGYbgK1wqRVcz2oCPgBOu01XAqeHlIELrFDnS1YRBV0anqmEquPEjpGzKhV94jYw483I5Nx4RlGF5pCej8cUH80WQic/qoHf/RGFHjEJpPMWXqXmaXnFIiwrIAvHr4i8v/oFDOFOWicCMLGvRxQ/aWfyUVTwBVuJwza/I/6DFmzLYBdh+yn/Lh3m7P9jxNfCE9dFglEvKQakxcLuSYlyOk2PfusTt0b5XMaDf3H4LOrZW7927l+0y99lG8pv/+GteAOXrp5evrG7dvLm6xEr9MwdR957Dxy3uru65oqei9l0Kj408Cms8R/piJoRus/G4Kym/ytGSF1jpve3eeYz2mxxBeYPyP/30M06i4UgtauYjcyoQw8FVXr/wKG9i4DWvJF4+Ul1ZL5907tWXIdeu3aAeT1kB/IrJwjXako/UsMJi9jx6B1ZRyJCUzPJGJJo78lBZmdtFvklWto/wyFS5d+/nHi/P+mEanyJggq4esYUobSKfLABcyoe0i1vnb8775W5zCdbbA2s1BwqSV2gooV/Zt7qvSqdGvPfiCzAgrb2aowzS9WlsyUPhWvZbvvoRv2lx3hH8XtEOv62ng16hHTSIC2kb/SPGfdrDFThxWW/ykEmUNaFFBsEjb2Sr9c42BuTHutmfqj7UBdm1VfuPQPBAyuRcCZ/oTpkUlKdZM1DJS6qUfMofrZiyQmOEB0K8h+YJ/aCzaDXWWuWiQsUu0tIxLa9pKYqbWdYzR+uKAFf0qp8tDR5yF6YwjzuFFN8treLkDUuICUXvYkxIrqvrTkQ1TOjVwFQeDcxy8D+lwHsyHJ+4XYstMzxZO3bbFsaOhhkZgZM3JTOVJ7U1iTTKB862q/JZgcRfL6ymAqMeXSpppBdmUKSS5reogq86W4b8K3ojG6GhKZDXXMiZBo98yWRYw4qsiAD6h5oT7hXDahuw4xHeCfjE66aIeHFaa+Flm1fKSj6lZLSp8SGZn9DuRKjqOetXI5pWakSh8syW1qfzd2RL2B/DNRmvvFNCe6Z2jISNHCOx0A68pavEh2qKfFHBKm9UsGSvES/v8tVxW/mhXflzwmY281hXF4CCLVZ6qC7cJCpr6lDNzm06tV0wfNQfHSg+cZceDDn4Wwc1JTTH1FYmZnugReFSVTPia55bhlrDtvEZavQfSBxbXFDySe4el1vF/DKuMqI9kbbkJ9tqlAzyKwmlF6of8DkDK5FFGY12F2Y8i94DG3f8yiv0la5Vdov3wQIvbE8YSnUrXrn0A2meGy+X6TS1sOU4ST98yDtmlqFLG1G2dWyXuBGwjuUof/xNMRHgDnGXX/wnGn+yWi+ccfJbCdVZxrrBnugf/6cHnMa8rFzHnXcvBTKnSHZ3QmOtXFXFEI4KrYUr9u/2F6LOo6HqXMq0SB1Qo8ESNxo6wkSEB/yrbP1Yx4QUBvhY0MeMCpmzynxkgFX3A44C9KxfX0Ts1cYY7xr2GvHZG+9KPh3FMANI0YJQgEsXZRwmD2ISC18VJsmQx5De9UnyS34CJ7wVmPKSoZA8l7NL7c5g/nTg5B08G7nqyLdBT/AX/c8hTXE1iJhWtK/LT9WtcvbAZSisGMzvfAU1wxpfcDPuwKpwRqe240UJkc2qZw+01RkVFj7GHmVpJAKlmholGxIXYWTCkMc+eqLMm2++SQrw/N//7juOXHyw+uLjjzhe7snq7s1rq5+89Xq2hHiM4hEnVJzwVv2eqxNM7o49RQUaMgxQAVfi9T/iBeqTp3yS/RLbuB5z7i0w73/wAeex32El/2a+3PrhR3zxdJ9H3hgUVl5ZdNUj9ZVO8JgxfMDrACOeujwOz0efbtnZXn39zf3VVU7FeMZpM7/97X/Ofn5XFcsF0/CbfyCZYtY9bUykIHir8bvHpOfqtWvs97+Kwc7Hq9CE95H/J4P3Sr6GfVasoSdM6QYlFAM6d2lkogDtebGOR7gEn3Nm7X4k9RokdZUxY55KrwFAv4aJ/VP+uXruIJq96eS3zv2Y1AKn7S/hcvF4ky/KmoOftKRvyzb+9LuaGzbiL3YWj8XhVVVHqhwErSNxbuPYZcuVRaYs6fLPrP4s4olZc8GbsiwP/g5YZcbByEs00ubVdNR9hIWhnM1rECtDk0Z1c5eA0OYd3lqupfhnW2RrQbE/8MFrauoSAgc0CBw5CdXFTd+A86Z+8vSJ0JCOLmyCtJa8/vDyAABAAElEQVTl2u6s3o197PYTUpE3qAVUmuK4wXFW2ekf9FXfHfBLqr54us9VRQ5Y6mtdHSNKPo0vHsjDtDtWmf4YynyNNAiAChdA5p+8EG878wXf4GfaqxMX94ovBk5tIkZwhdfwY0zvKtcoI2XFL+AaQvIZUe3dKaOJQnvkQz4PF/YtcXTCdH9p4gT1Y3mqj04Ufz9ayIscDshJRpdkw5PAcK8JDRtKMuGVU/ZlMqdp4b2yh7VIr89fodEgVwrLIFf2sljEKTPP+Bouygwbw4WHuisTSFFkoNs+41Z+FlVS/sa1iI3XZqwL+bI/Q1f6CLJV3WPIKXD2BPm2A93zrgL6CrqnOMlvGtq+osTLBVbAodKZoNuCPZ7URa4TyjriTnUGrD3ifFeyVmU7fkqnC06eWOZXf51ouiDqdtRDxlI71CO+dO4KhvWx7q/quizh9UedUIvN+MK3iAc2MIuiMNirWV9e+KvAvByDZf6xWH4MHC+n8sdIVeTPcWvELyEWfr1T41S8wchGjDh5WPEaPK5SHtGo2xhhjx5xPvfOd3kEqXGuQa6i9s3qnBXPVoBLHAfoaqkvk9VKvSv0Y388sMLPbnQ28LdrIV0KWqfNdykkz5xtCndUVrxaARhZEkweVYUKY3Yx1hMrPdA3+FCcaIzADzqDrhg2OgQYW/D7PtBP5SziB5q1DtkGW8oEQD5kLUMEFNj88B6lTRwnk/NXCkG6raJDTfNQeqNWNc7EhyJQaQQOBVa0WZvhUNKpB8rCWLdJuEpuOyc/8nCN/ee337gd5awxfu/9t1b/+H/5n/nA0bf5CMsXX369+ogvo149uMQHXvhmAJj8RLoH09kchh/wFUdXEqRVA/7Jw0d59PgNeQ/ZKuMLoW+++QYrf5yMxAuxe3uePf0keTQ0rYdv8OeIRHA0PzNIjOq4AiGffExu/GMmCG7zesx59Wc8afIsa7fryISJAwOR4awKQlutnFpIQCfehscwMvs2GdFuspXopz/9ab7+6Mq7k1wHqFO/NhkaoTd3ZQxfBUI7xQTv1G5pK58u1Et5Uzz50w7G0xY12Cl7o91sb/AuaW/6bdF6SVifvNEA1KeEeN9w0JRJPeU4sDhoKzsQMIzTwtNyL6qS0SWu9vfdavMHbunPpIS2oDrBvbPnQC/PKSZ9t/upklLO+lunJU86re5VVtFSNGUVLDwabAew0+eYRCZYK4MVDjb5KvJUctzgxVzf1EqIcDLt4pMCGxYEymG4RX5RtNObMD/iT91sD+BtR3IKkXYKjgFnXKNRti1Gs8SVSNOy2OLEjOyuPGciZ9vh1Bj2Rn0nh0xoMdKv8dTp9u07GOyYZ2YYyG3/LSZTrtRaRvBAQyZB6hHj6Id56uNJZhY4OZDE6BOZ8YXU3/IJ2Gn615287fqAiMSRi9tc+7XoyJVQppuf/wW/E5tCSh6CqMKNe6AzXztX5e0fUpD28QlTeP4yGezcL7gvqlNVqwKlcOnWQxv1XgLib9h0m420teAAlITk6oy20Vhdl+/TUz7SbW+fovneSgz2lCZ/w5W0bjotfLEOWaW3U0c2MP/4Qu3WDpM+TszKE1PwW6y/tcWoNVBRVcyG30PXV59HblFCfpioVsSL/rRzyhz9kWKrXl1DSyn8SqFbXNTNLp5UXuF1VRfrIbwTkgvoac94p0Ix0n2SfGwc0FnwQs+72GkfrG2BlBx+wgOxgFKsLUM+3bzIsar5bg54fELk2JrvqTDOZfwC3u+GOMGxj7abmokIx7bJLYW1I4kbZBDT9a84sybLyDcgK+cohNF+WVxjXd5NX8IsKVrC/fH+pUB/L1mjuB4cSonQUYlfU03nMe0FpG7W9AVgL4helvoCHkVJDm4iFDobZcndOTDjq4ezKn3wUh/7mxJnWDQaD9Y/BtMpj1G3+KImAiesd1fZFUg7g2eaahz1yruf1fYlvBju7Fve59Ftn31dL8XOD2Gax9LdfNc/O+pCmfnzzuWAUqs4xd0M6LSSIR/hpcFoMTlWnbE6kaEc4YdiCDA/drwaXgu3eXRtFI1AeDMQV9YkGN05zFN0GjPTF2RJk79F25yPLIk2QVySFodfxVn8oRYIcgwbacZje9XWAAfQAWdGy0DnyAbrlq9lEue+66xWkz+rYxYccOUbv7Sr2PjgStoZ5ZEVCZWW+aWP9Bu3MN4RkLtvv41xWsdePXr4lJc8H6x+/8knMeL9IquTC1e096DtMWm2+z40XL18OSvhlznx4gDZ+IoXQe9/+x3bWK5m9UHZ4Y3KGI1uybH/enqIzrYMqeCWN0dHGPXQ4HW2wxYd6PJILeXXYyNHtTDUe0uBbSyiaut4BR68l3UWkcetZsafKPtCthm52o8MwQefRFy5ejXbDNR3quxQSIbIgXirgIQN+Je73QhfYccfeogMHlNsTye6DpxOWFyBd/KlbNv/oCP4lYvqye4b1TQLwcArf8qC9Is/+5WJsm2dLHqmu/IRACkBVoM6Fh8nivQ7A6GTNPOFVdBE9SOD4he3zvxVWoL5CUfCQFLAfcaTk+x5Dh20M3kj05JtG/MPmlzlwR/cxukrZ5nLcPtDC/owJElW5EYP+ZHDHBVJJbpvC5/LgsVpRtNVMElLS5BbHIUHNIP3wRp4Ikh1yLcnyavawiQ68bRLWfBRXNJsmxVe48gPbDBIa/wWBswYuMyfujYrTIri5i4GcNfH82qhJPDEO+JLxgnntl/mg2VXMNjv3PH9juPVFbbF+VS0cWtEYGoxAICP/hqj3dpZR8KeXmNTaNhHxsBiXnkgDXima8tTW+xNplGHalu4BKAvJirh4XD4YG75oFv6K8bfcLIKwV9tV91Aeecaf1ZWPmqKmUdeTn/6B73BGaEefLUM03CpIz8xFrmHZuOlTRoKTNDnnElyI3e6rLUyf+UxpLw0HQRxXW780GRdXuS6aA050K85WWnNy0EtA4HtWZOryhndQeZn6Bi3inoGnR8QNKfVl3ZLj05zIkqcvFR0gyGgxKgX8wcG/bSpxyoqk37cKivvtL2nd7ltsgxPM8MPCK2JFDjlb4xh9IO6ST/0ZGtgdJkZRtlmhgjrIC2hxzDlGPKveKeuLL5HhqlEnWgj8OAP9PqnHO5TuQssQG5Tnjg1zB+w1ffMF6sZP3z5P7aCckZR9jPnumGFGcAVzlkXuGU/9WmvNpAHBtji6lRX/PfYLpqPNu0eYTeB20WMzJLJB20+5RebVzvblUZMcCkrnW7ZocE6AZbywFAq0LjOKxprXc742RqbsW34LL2cvhYvkTSikfxH38LH78GyhAljXgA/xpRqG2AUke9z1q9r+yrw6/iWnFlP+WNDGZykjAYrGotKO0KJLAJmw4707LtFmFU8PuZXILdR2o/pnDs81tGIiwGPEe9jn7zU6t53Lvc391743i+voW9abaHRCFAxVHl9X6uj5A3hiPFBeYGjFTRmXkVunodZIB2FidOCCrfeypV4Kz/CA/w5OOPNkYHUno3Lin7QwLdCZwmBMz3wtgL/djSLMda75wI7etbKKXlsH+NQbDHQ6OA5Tkq6uMRVR+cxQJ8QNh14yz1mC0s8KAjroyKR71mhtUTiWCQRDQ6+4s/JQa5ak8ddmSrdJxji1ml/n1MrWGm7vHd1dff1u5zl/j5KjdVtVto/+/LL1Sd+YfSbb1K+p6movC6qrGj39999N0eLvsY+dreW7HNSzUNXw5ExDUcNxKyOMGBoLMhKipQtqSMmEX8VV4aKnIO+DC0OHuBhoIjq0yo0XkXNlePPrKdMGfhkfp56UEF1fxsjZMTZFyhPA4ZNjrvId61C8SVJ6K5998940rTPVyf3V4esLEmsE6oylCV8dtVKhis+sqZX5SM9UULQMbJNK0/wRteDb4xoGCPcSLIWgTFr+TS8pGOso9jGKLIagJz42XeqIOufVU7lRZbJYLDIVQdEP8TjyW9brKA5WcuK7CDSm3isr3TJw65X5IpyojPEQ/srA5l4VEaAQaxcp/1EZl/xIhpcpQm7RtLVbj1OOQkl5O13fGowX8It/YXHmOLCCFsuXsuOcWBi6Cv+izP1C1TJlOmaqL7gVhMceAEd9rGMx/hlTPgtj0U5fsWXiXf4B4QVSeH0Bdqv9+1bZrIUmfmNPsBnmgsjruJ5WXZEHItE8g/3DtneeJWTY67ybofvpBxhwPteSW2bEm90BY1vMRoY3nXiyvnVPkVCj+wcy9+6TA+PoNPJLBnNkbpaR5/spAdK+rhMNi3t3hWK0CUW3JYtp8jAv33fCzZVWUnHP6XZR6VHpM+xqCI3fqsNqx03khK0ucOPhJDf1MkCqw27/l1mwCLHqS1k27fKtXjb3oEPrdZu1HfAzTdwBAYaSvjnpOGLMVbZAW1MlWgZJbfyJFxMSY4V7TKJDZVltNs4yqAo81I6w4UfI+qFIckQr3wOFMpAzL53osHt0xeNWo3zTO74IJsTAkxQxg9Oc9F+oIcw4gwSasHA8mrlmnEulZXXXu26kpYv/4qH6prTrOpbR3ktt8VtunHmo0xuaQd5EpSmeRG2z3LfYStmPkIHrGOc+dSb6kffBfS0GcfDPZ4KXjxg8Qm9v0O/cbxyZwKdIv7kA59UZAyjH7qQKW3MdVO+9pH5H3tQAXUofUn7LRs0dL7kR+J13GZbzrYZcdyCTpjvcRsGuxjCgY1sy7gqfBmzBK7UinkRtqQ24AsQvTQvCDq7uGzQyeFtlN47ZemfYJ/zNLQJc2cpsMb6XKb1iAjeEs9IXtKYllrP9sNDljGuteJqWCl8UTkwBNqBEczO7ZnUWxhInpbh1yDdm6U/j2sxdNyb7CqrRqLGewz5bKfx5US31NT+d+8OcDHgoxgtig6IX2eVw3cUS9pIMowbrCxWSVW5Zp0xc2yncg8yw5NnkVjeSRYoSEO1BsjC5gC05kY4MPBE4sYtYHZOXeP0PliZekQVpjKq+1JaWW2Qv+GHNAw5ghb//Lc8jajcUR4e26nCdpXDNrDVbCeVcvFKwxglRK8WJsqJBGf6R2ce21ZK0fYAgNxclKtyONi9iL/qdnzMy50o2W1fQkUJ2fn3r2DI8yLmvZ/+lK0ofoH10erzr75cfct++IffPcig/vu//TCy8Od/8RestPt0hiMoMSQucN70xx9/jNJ0hUIld4KssOUkfKWNQhe1Nh16bnL2vOfEewLNRVbvr3D03RX24u/zQqhDxRl1ca9vtuR028ky6mGTww1+Cm+OzTQsQ/0FxsEpQf3yMwbJFkdePmJ//33Ovb+WHLaRKzTK9iknE1Rjgn00VWEM2voBn6g17uJys2wHmOVVycvfUJj8ZSBJp9nN5z0XcYZTSWJq64O1pY1pOgfWbBECInXinoFDolIj8TEQJVy3GGOkVnnu6+wB1vKrPsWzMmgATbz3XglWFrO9TqM9K7aUFzoHXsujPcSXiS5t7MBjdLb0cB/kiRZnHalQ7lVf8/pfF3Hg8y8utymUqBTZ8MTUAIgndbde0GCbmAZS+7zg5RKDd9CArEWebHevCbn+9UujJAshwFi3GFMpk4wjn1+QtD7hK7yQlkIkLaNOxFT9RxHktS2jJ6QVGcNGoE8wad57wv2AySXvk/DgKXo2ZU1oi8zQYRz1Ewc/vuQpnfrnkkmMkEtnPSWQRnkUfnHX2cQl1+Wv2P4VSGjrJh8Nj4xLX2iRnuK5GnLNEV9uzruWvkgN5KiL0dapnFyVWMMDn22P15i+Zs/INtKSJ8YjNI7syWVZJRDJ0KWZNvtnXFWS4fNTl5AFQ5tApAZmiE0+cNM2NZExvXJ5L++QIOvuWDI6Wj35AQadtsXqMmvPq+096ZDWavv0ARApW/XkzycvjDWU7+KOTzo19B0zbFe/TmuchxbUi+zVdvYBnxFKT1bUm7JRl6zcB0fRXs1EnrHwgjphrIAqJhYyXHtfvVTH1g5WVNbQzo//ceKSA1SdRQTGrgv4qfN08hppxycHHJH6lG8b+NSXj49hrF9iC7BfBs9iI2X7To5fB/eJsEcmZ8uYhCgA9IUcl0mp0a/eGUN8UpWJeCpUFEVfo3LHjKEbKfe0F7SJLxMR6wpockbQRssUg0bCdJvrPPk6Mwt8s/DLFxtM1CkSDOOeDmH6uhup65GEqkp4FKxF6gTfhAqySF96R72mqJ6B1Iyqope4FfSGmcqZcq97XlAdgNbpLUWwyNv8mHg0U7/k49K/yB2jbBn+w/0KfdU+v/g7LE79+Qv/7bQ+uhqlUQftjsBYH45aUrZq5slpNazGPDmsASTCi9Bd2GG1lX3Pnu3tAOILr666XaQjZHsNfu8OKF750Ioz1UFjZvLgabEqGgc9kiCcjVZVQib0hEgTJzytxQStwaLllXtwVIqpHax6ioMZ/uagISCuBssqrwaqwqNR3Ya3kmoVsnrrYAxvXWkImfz4p/Mc7bOsXhTDo5RNQjitl/h6gE6nJ0l9oUzG0FB5EhfDjDJqxbroD65mIhX0Ud9yXyvZshqrkncl2fs+qww7GCYq2B0M1DzOBIevdEaNuMpC+6mwr+7fWN158+7qLVbU/XDT4/sPgT9bfXf/u9WXn3+5+j//5v9Y7V++tHrn3fdXngF/79691d033kRmDlfffP0lZan8n1JHFBx/7VTyfmvgGhMDJAxjfW/19lt3V++9d2/1/nsf8DLodRmb02cesF/Ql6wZPsIY2y2G+Gi7rETByzzFAKRdZAjGpf2okwMBNZfj+SDTJ2wBeo04z6b36ZLn3HsKT76eR9lh+rjL/3SNRp47hQlGQtrNBuOyTWq1W6DkHLmogQ2rAy5yY10WA5pC2n1EMHFJd4xjZj1ie8apI0ecVy+PfdJVE2vwDTzKecm6dJQ/xnnilUUnks0oMQJDMH2MjBp2hju+ymRwJ02+S0v2lTrYJ7tp7jUdk3UiM7jbBYEpVFVO4eyyq4z6NW4Zr19eSWlRW33DOpHmpbOiXnAm9EuQaaPdBLE/2DRlVgjbbmCeUEFrJ8OAyBX0ey/n3cuKkTdtqcFSRsMEAy+kJhOH0FG0pY+TllJTB0klNPql/n5CZV8XvlrcYuV769I6fekpH4RpFwo1goBTrrJ9zvzSIrlc6nxdDEDu6h2f3ByTT/zWXXgajVQXCXTQOwZRSRZLt0vJKfmsA9HywV8RGU47EdflB16+GhcBM1O1ceG0FqkJ93WXXI0TWsUlV4UPzSNfyiW2aJKucNuYwM74jcc4tR2lxacRQGjwaU/YbNmmw914y6iJYJVJ1HBFS9FfUTUhGXAWu+E6ymIzibUOwBjOxHgAdDtBycBgQrVhRUgzcuEkGh0WppMgVGpNXez3nvGlPGSlGL7prItGMxIQfVAr3JTDE1d569NYJwsXWLRzrNjxMAD1Bu8pPWOL7TOe0hStLA5Rmi9LU9zkwnfgpSlUjwpafOTBO4H0CU5vsVdYN38dQqOjaITqj4UDksgDgJeOgP3kxCcEZLI2Tj5iD7JYoR7TLvE0sB2eJvgS+AXGPj9E5nZOV8pDMi/bekLNky32okOvPdrTgizVsAXmOxget5qC7R8QQcBk1YDbbrQNHJuz+AnEovdWvtBPHX3qQUb7X7CLwIoaNj6VrCKUcYPiahf/CAq7scLeYMs7xShdcc6TK7e/U/RI/WNvQ1dMk5bvw1cNHHY+B7qZZg26Ft0lnstEpRrmubRzI2D+5AZXp/CP7bHTzWVMfuL057LIgCgIFai0mUeJJ622GhQn3IuVTj0qrxj7+OqUGbYDwgkGgy9b7DyoQUSDR4Wwx0r8viuuKBCNeU+p2WMPfF5qzaMkjHiMQdMnGi27iNNT5EZ7WfhcF6mv1jBeOlMhIydXeCrPFDk86Xv4q1PID/BYnmXzP3eWwlvxMy5LrZU6unJ3LBW8yh7lpEE6VItoceT1F36hVzIzVwbbaBOfWk6l6qXyydnmwLta0rgigCivGByUq1rbRXm4xUE+Sgs/XKSAL9Uh2O8oWA8NZvupSuWIlzdPnxLKgG79wgapwRmAVpS0K/qHnPnuqS8+Wdln37qTNNvf893/Hhldff+OYyTvcy7tL3/5y9X//S//Jeenv756/Y07aX8/guFJGNsZmKtvZO8jJTkgfceq/Weff7K6co1V/xjlNfhoNN9+7fbqzu03oHOfffJfTafTyFXr44RHYyqDq1p6ak/qFj7DW/Yu5khIH726H4T/GLbcn/BS9gNW2T11YxcF7kOHqr8MoA1oD2Gz/1f0RE/OdoA/PYFzdaeUn0hsobqbJcqZ5OccuF2xnhHbFnUlngxuqXLfuPKRFVLCrgi5r9TyFSz56H7ldjVZqAIDQwJYZVfaIYPSmK1HxmUKacLU9iQGlGVdyR8ZW4uU78q1sJaPwc77E770Zc88YwA0LhM10qXmPBYQnTa0QNGDMpDNB/uOpExHGNLGpaGEe7lLmQqHiNM/Ct56xk3GovWHl3TO0gmUKT3kTR8RB/WJ39IJpy7glC8afPKiV96yBYG62y724RjetLM489RhFP8i6oU71yW+qC+I5mjfFVtSRjm1T1cZ82W5utcWPf3qD85A34U+P1qkvHvZAORXmyHdqadyozGm/lCqrb9sOGvjKFClrZoSSe02RCOJkks+cbcB8YQfJDTcsmbn1v/cSJGB9FWdoF1maJCeyl+/UqtLTeN72c9mW3W9S9oHN9rw2EC0jC48zb2iIbLftIaoTp95ln5HH/SpV/qolAMbubSPI5+2oocRWG9XlWsiIMIyQJ1Uq5PtIpZJz8XPWOHTIdq4nvJeIA58LNSdnbCNkJfz3SbDAfrwy0c90IxMSXnXS3yho8kObdoV8tbxRwrQF+hm+aYzT3Qu9SGE3acut4wBQKxh+5t37QrHDZ/EKoYeQ6n2VedWseRs5KCwf3hpuHuaTHgxDHH3ol845QhIhH2XSpgv9A9M0qfrevl0TZ64sBmdjNEemykzBrsIfxAhHc2Toj1NUbRQr+hlaZYn1Cvv6qTGyvb3O58Jfg/U+ekSdn7K96B7SfISX1f6JeBrSdVgc9Sfgr4Z+5LSOfYP970A3wujFwktoBS+WWcFJtdSCBO3CTkoB62dRZQl7NG26RD0WIT1mIt0DvA+VPE9Gh0OA6JfYnUm6wscnnntloN9jHg/061hv+c2jHTOkh1X6WOMTbRbr2pJ6dDRVROloLcLjaG0YhZJI1fFt1Kz01mnGmzJDe2VZz1nQoNnYqg5MYqB/OovnS+2hHsiBItKIFslFvmEK97rcYaucsELO6MIxcefj+V0uyjGid/ii2EnrCWhhLmfBtZjGHt1085eispWcgXkmMtyT1FoDsi1lemgVjDAkQmIhp+li3o4lZH5fEriSTCn7GtXcTsw2OamSZPbaO5cfH116/btrE6rvL5m//v/99u/Sfv+2S9+sfrf/7ctvlLKC62ff4GB/i2G9xPyo6zBdQlZ8PGkhq9bPDyG8sOPPuR4yZPVF9c/z1nvr7/xer4S+Wc///nq448+iZGoAWv9qn0gWgUr7SpRGidGKelOOnaEZVDT1SAI3conl213yrYdjXNdVnbgRQ/i5Ehdk8jPgkUpz5UdX8i03MwZhAdOU42E0BilH5qGwDQy7wBLb7ZWaCQQzoDLXVqDA1y+yLXlsWvcXYWd6UDN03AOb072LMsXUlMm/sLtqhmDB4gZGxO3JMFCQ7WEx+mpehgMTmVkCIhtHxcaa5WrV4STb8RTqP9GQaMrYDPVhSBJJgMnrGUu70lIWwjTH/tKXhEHuTjMI4A/hpV+/UnhZpi+gYzAusGbGmzzhV0nejruxdmZzsIg/uEDV0oJO4TzIibxGhGmV9mVQrkEM3Z5J1J+6qmyLLjiEq6s4IsEmVL4Bu8DzI9ybdtahpVqnFZFgydGOiuP3p1A2Ffli0ZBTcqQ/wtVxgkGj+9E5IhO4ItYEWP82G7KjfTmalpNn538MT136lA8qPS0DTHhE7/WKH5v+nKXxxXuNMMFO+KN8D/xFVd5Km/KTAS02OQ446pFMP7AJr8yKRs0SO9zzijLqRt3fNEv6Ig05DJHWmCOGOXPEa/g64LSxtTYNiSb0bNrIGOqVk2h4+fuGYarwo2L/gDXGavleeKLX/3iQo15LrA40XxT68ljT5Vx3DKUjxkhG9votS10mE8hMmEGB0oe/euKOws6pxrLhH3tlawOayfQoGw6DuwCXxNEZadZp6fo7PpN/cNaU1bahEkEFGW5PfyvloM+uzkpYzEg23CQbWm2jqbliQlloJnAhWFuP0A31mhRiwvWtT4yBwywHnjggohPK33SKg2R5ZQopU5gccBm7CVgv3B8te/40UHfxYOA6ClBQ9uoa7LyI928QiQYdFIGvCz7XgZaDnGwR28u/fy1W/Obn+vlBvtzApsyGt+Pfpf4P8SZLd1z5I8Q/CGIflCembGV7dWJX9JnoywbZiKBxmmMEeYR6rze2z/lwaPMkFRuugs7orgnL/0jnZZw7cckPCgp3MI3BSIt+MRQCKKcsjzgwxebjo5I4bhS66JS8UMh7nXeRmHs77l1pj7uZLx7mDXcPEvc1Vy30DiwZLVK+sBedSOAk/ZwI5KfmKRLrymSOfGi/UTb6TK4jbu0mcNBL/DJnhjVRZz16zyNE32SmXD4NYw9y22DT+XZBko/bsxWFXVSEZ+7JWXPHHEZEKv3Dpiiw1+NevN52Z4qJgL4fepxunp8+DiDs8pUXqtQZycGlcppTn4pPObnJRwmSMKmbNtQ5LpRlveLvNhmvIr4iLJ2KTvKKzVksIe2bCMBn0bVzetso7n9Wik/8mhouwLhxya+ZC/8Jx9/svrd3/4Oxc8KPSvz++wrzEdkmBy8efcttte8u3rttddCgxOfr5gAfH76WXh7nRMy3DNv++ZlUavWDn8ZqFWPqpOGolW1bZRLzuulbXbgm18S9nJl1BdkNW6Q2qzKByWyVSusg9fyGyQqeJtJ+cxKj8DgrFJQ2NChYQQwfNPgkR7bUBjTwNeOqEwu5OWA6yQHXun2L/IE78XnRM6jxpR1J8WRq5HJtrX9ndDIcycewQvdysoz357ESUvLk+H2526/E3uBmjzq0H2w4EMd5bWBGINY3jIomTZf1S6pvzgXeJUv3fRLOGVzDxiy5gReugznaQUQgRd2XGJIiYT11MTMdiP/BCMdVff00yogPAr+NFLIgT91F13weRNPGhdaAOgrADMQkJQLr0OKTMRvQDlsnSD6zp8Ju7UzcsBlmKVsSkl8eEeyTn/OyaaNlbvARC4rPQaNK5cYK9ET0JbJH8l+TdmFEmXCfqvBcMqCi8W4AOA++Qtcp2x92PUrlMDbrrR8IR9kSmo7+dJO2ixrmd5pE5/kT9pltE3oAwe8bTptTcsMD7k73eg/8XSbJi7Fi4srvUK/tFMylzdKTFhjPdEkFo5BXdfBtpL4ZQVsy9A8aLJxps6xBBy4/tCb7dGCt8ARnhbVibXOzT/7noswypVwTbrG4ilf5vQpiIshyvsxK8h5cmIex2Gw+SKmHFKHOGIlhNHqXvY8dfIdInAoL9X3gGBs3sJY39ZgP0UPYdTLmR0WPjRCAQ090uALrHmwOepVNFYbuBf+lO1926xwWx+34rbdUTLVbVSt6uQiulp9jdxuoeeOXeUnr+Ow1Ns0qriaiOCJPIqHGPuKYf58apotQvBCpu3yYb4L8CA6nXRlMQIj3cCGLuoih6PTXaihwDP6DhDRj+GeOpqsRKTsJBJsNeBTC22HrPKj1yyqnmxJlRnrri9Bf/xv+Vz4uw8sR3qz/VfhJoIX1MhT3bjFb4P89+S60azzxCMYooqZ4wZPutEHbAfTV8zjpQDbdyKwhWdgIpfCKtYhjHpxSVcRmpWAdKRjtoAD4wxUA+IxOBT7dCByanho7OVlVk4gqa+z8qEnjLe8XIUR75YFw+KVvhjyFmYtU6CdsGbXUwfpykngn8iF312OikD6NFbSyfEX40bp0hvdkHs6sHwo7jXZKL0yTqJy5KV5wOefhl/KTBzK0AFZfpDHdweEUzF7HTHgZlVt0JcvpOK3DTS8deKKUScMV6+Sqvw2+5GwGvedT8rcR11h9RNKG1rcZ3uBSdcJJ624Yq7xuK/BD+1PUFD3rt5b/fQnP139w+N/mO0wH/3+d6y+H3Ks5HfA7K4+46upl69cyxOY26zaX7vGXnbI8+zbB3wAysHJLVaZkPBhJflTXC1/936bIC7CDe+5yxfruysPMHZ8YqDxklNPkEFXXI6h30ej1l8+eD5A+JEWGvIP7qhV0i1f3sRYiExWsWWEIZP0gZgvanfbUcKK6ALML3H1HxjTxanEuC6oPyucrOTYPeWpLlt1SNM5OPp4uZ1tKU4nc1m9t3zbKPCVp/wjh1Fc3b+iBxqZd/OHB4Ah2GEruEInAe9LfLOxaGbSvOkmTwUTVcgGjoErfduyDNc15ZCPI5AyLVuamgbKMM80mRqw8r7aZcIUj5yuNl6PX4Yat3DKTfQOM6qK7/o37dLNpREE30JbV/yc+i/L0R+ca5HV75sG75EH+7F1GoaIWWJwDMOj4dVJ4Ye85M/JcRYDkQeIxKArnZEFFF5mPeSdFJZOmdjyjgQrrbsoKw1mJ6nK8mYVLEenARYv8E60nRQLndVbylamNLi8V5umoWLgdHsG0R/4U/V1dCqe5A5i+4Z++9PSFXzRQk9ZJsVvrYSxzT3G8u/GfX858sq62MejX3lqTcPDZ+Wbi7QY7Jylri6zDqfoYvdWn9DmZ+5DpxifMPrCp8ZjGg44xyWdTxyVW99fcJHCS8TFQ8K04TMM+y1OkvFNMKDgE/qeIULdbH7352uc1hYYsztKWz+hnUCwgMR1AVk7Y+WerezlpEM4/5UZwnXRVi5I5T0j37Eq+lfsqT+lPOt+rI6kPzgRyFNb8NeWFe7E54mDlEgbdNpfzHfG2OPT/V1X19kC2kczSrV9OP1Y3oQ/1qHGWgkGbXA4pihp1tLIjPH2/+SprNEJZJflVlBdAseS34mxbSFttkd4INj3ONgWbOeDnZO02RHOyzhoPi8pcTKtXfkGuaNinba8d44myXD3q8QRYbjTO2/nM9xMcTjahCv4hqANElG5EytjdQuEHVUJS4ztn/FZYMcW/Py7Vo8Rbc4ZvoQuSfKOgiVjTp9xZfRw9ZsoVXZgW4oEG4Wp1JCcdGLxWJpGjAJkWFF0cOAnPbfL6qYz3J2revYsGZZdRz/ZsUvYY8S5Es9eeHbSUI6zXlbhOTUkK66utNM59zHkL1++EuPK1dgDBhW32WQVHqWh4spjugwEliS93MGn+mr6SAhZQrRb+gMIcLdh5+tw56l7cUSYKEmLY29eDUROKpw9AzMyN0ypU6KhS+4kXlrNTx5n8hri1iBGgQnwHI4JHfiZDssbigqFnI5OojQEob+jEkd8SEvn6ucF+BVjHuWQN+PZ3+hZ5z7lkDLvns2vsjwBr8YBiEScS6XitbfjlxZVphjDwNUjVwxK8qkMYyhAsyvhZxjJF5x08SdNTsLevHuR6w2+HPdk9dU3X2U7zJdffb368J/8U74+yhdb37i7+tnPf7b6yb0PVrc4PtKVyn320Gu0u8rve1ZnfF8gqx/yx72IkKlh4UuPx7yUiRf64Ge3AwOP22C6DmcaJuzXd3XFCckxsmd3SD5oVZ7zZ0QufsILw/JfjpXM6O92d+vKHriuXD1gAsKkAH4ZJ4q0a/CWPKZPyqMxURAGpCk3XpqT4OIqntuGRRRp4Mt+/RhnQoPbQTwlSnL1udTHspUzYRyw+LNv09uDx0HFUaZ1UJDZxk1YIggsdUji6ie0UoarbeLgxr0oaRSbWbvfSFS150AosjjoGwQFhz+2Q7uUY7281FXDGUjdJkThhakm5QqEMcOBVmg5lNwjXKkjjoyFsX47q/dQ1aSl/GXqSF+PmkJdpc4eAk3dKKaMdFmgYVDQSAVwRbV9UllMH+QpUvara0Qh/9yyFdE+7xcyD/ZpG1C4qn5IH/WJmlshmL1yjCsGE1se1K8lM9SbdkhbjMatlpVEewJ/0Oq9TyuJlDcfRhtWhayUeYruGMWpJzJZSaQrn5hA4lRoki5DcNM7CJZcGcIJDSz/qJR/cd4ct4Sz7YJn5KOwzt9kRl9MZZl55BVZhNdE4xsI/4Q3QCM90eGvsc87cYgJPLSZfaZwNt66W/92qR1h+24m7+SxnW1bF2PqiR53x8UTxxLSxIoONk3D8pC2tpwcCYrPbR6oqBQ99024YqQypV4BieTJVwqvvefKBWX6RCMTMnTyDjK07bss7BEXzhp2/aKLCctDJ3h5P8d2cQ+8fxaQK0AVhobIHrhmVzqQgQbZpF7IOhoQ47zGG8cAT1Bjt1cmp1KQstDBGvDyyWrkPSXuvoeWCQd4XHTKtpcY4ObERZbKr0zJz0mURTRc+uPkpw2YGbuYZQbht93WSD1cbNnJmfdg4wmG9SsHEK5+yxM9qtfIwZvmlXe/wrrhAllx6SQbyXT6yT2Xd0oZHqv6clcQNGBRGGBZkoEY/DN7Cs9SmJt3gSfZu1fXqcL+gm9mS8IVG+/iR4VSrkUvoUYIjkr3t4TO9OLYkhkL/5S3Ib1X/vgAnaDXYE0tN6UTNGcrbSs6pY3OVjloI9JsKtOrA42U9NTid3gOQgXNDnimEQpYjGKFClgNONV4YVISpcCgHWt4K6ICSKvReamVkg3F1tAwWKwKStUJJ4qcPOFUGlZUpUXMF5h9u9qe7R6+9c1qsivx2T7DatEBRvxFPihyyX3xvPS6s4OB5KgUBU2rTeQVcSVXRdpISkC/MpbeyC28WoQF6vpF4YxAx+VOr7Q8O2dKI9A8Nb+xqZXA9iUAyxCqtDoTHOXH2m4mRyi2fimo8JUUxj/aIKgGEbWKzBv8lJsXklxFQKmtd2pbv9owR/TBKz7oFveUIz3day79nq9+g6+YHoBDJW9a9glyPnx4RZm+9IO9GwP9InDGuxrjSvYhK/BS6+RKA1250agMqeC3DPnhy6xvXbyyeuutUuLGPnzwJGfA/6v/569W//z/+her999/b/XO2+/kHQjf/A//aSgf+Z650rPly1TcMU6sHcMFIEqpir0uG9fVD18+vXjgns9jjnd8wD7EI5Qqj2Y5zhJWMYjtrI5YGrLdcoVKqcLZuFXL0efUVg4WVoar/kPnO29ztv0H95gIHPBy7hOOxXzIBAga7IOuQMJ3T3hw8hG5A3UmR5bgIIVgNA1E4XdQ0eiqgU46MkBAZwZRSQCHA0q79AMCykVRyG+Sbf/BF+6n0gAenTfbprAYJyRlQI9xM3ah1530BoHZyFP+4s4SMsmJgIZqLaCrHNMcpFqnBeeArb65oMIiSEsJ5vEvEd4rnHolMkjCqzTjyJnbOsrCIzjxouuKF5oqo9sm6cIsnPgHGc8xTN7WGLfIMHmrTTtoDbqf6NeJO+2uxzbhrpEV7iHzTuI1COoJW4Vr0urKZ8nBngYYMDv0HxdlpPbMp2KHF5noXs2ke4sj8fZ5kdg9yhcvjcME6O8a/76U7iUP6NXkp0bigY78xG/vL/qNVp9aTkrDX2nyEhjrUikC4QQuugyVPJahZHjdibPqU+8pyF1ldeZltGbKKDKLDvHrOr8UdT+x/MLTVIgvjA5t5muaK94qB1d5grXrFXaM8oWa3CBBTJauKypGuBq/4kmOrQOw8I7PGtQxOtnbEv2qMaqh6UVeF10cbPvY0WcsrGisep3wZEWjUV67Er50RXfFVD8SzQyk0emHtdwCiWKAco9DRKe5992FNhYr8qVV4qQztUFueKGIy/fUSCfelXFXs+MGessrJUmZ5vfP8gCyjrF/kXtzZeFFO0K9CJ6Mn9guMbip/xHwLpMIjame01ycqHou+x6XZ7GX8QwPUP7udfe9ujPKs8yJD6GJAmV8/NLIFduJuEQrR9ArocJBj5OSnGADv21KuQ2R8KAmDJEp46yN8CRRFZz9Ckmgj+rMG74YIM4i4vAwZP3X51poZkrXaWzGCtf+dYj/tkJT4y2qZdw06C4ESZDwTwEbTp8rMMkT40SRbgEZs88JHtFB8JuvCrJqPNhmlI163COa+JHcgScrM8ifuSuqhHQjYzpdbG0SRO/JNId+FdM/l+Klm/q5aqnB6HaZq1evx4D3pdYD9mDmBVdW5g8OLufFyAxOlhy+zESrDl7kHARfJG9Wa04TnxE/zKVN4GU/xcjmCRUSV7SSVhyo5VudHmM5Ld9RDVOB3TYa6U5YxK3zrPanvDRqm7XxVjJCfioo1cZ7aWhfwRj2RdBDTiFxf/nvfvefswqj8a7hfTBOpTFfFBp5jp7y0gLO1R7jdNm6Arz18GzbsyNqB031iNO8rWaQNalAWXmOuvHSsn9wtvrZz36++sUvdlaPHz5aff31N6v/8O//Gj5sZ/X9H/2jf7z69MNfofd4sgANZ0/YnqNc+JSAcg72rqyuHVxbXeAtS/esb0dBwjtgfdzvMV+QS7EOj05GHiYOIWewUa7kl20TaU2dwn1wL7camZB6GW/9xIZC9uiw27dvsZ//Cng8FYnvG7BH+Mnh/ehr2dR9MoMucqlRLS9s/26/FLz40VjPtiYGZNu8cEAjZXcfTV5FB5zGdbvjDXzLCqTi/OnylIn56mKtk+3tRfJowwWckQsnjugIKild8tSyz3freRvGWPusuBysJNPukC4RI7Xi0n+pZ+gGqOl3xbFWl+c4aahJxzoxQAQ2/Fuu/gxikm9RAatkHgoLXfxWeMBXZeWpjYy8DfpaToqTDfw9d8oQjZZa0A1c5lJOiuaql3R0GfLf9ldW66p+pTRLrQabR9nturIJrNr69IStbJeOYtTs0Q89BeSiX07G0LlyiSed6NIdJp8XdjHkeQdJvG4VcCVTU9onjFAFMZZBKS72eDEpCA1YIrUlhjuVSRvZZ+XjC5wtBYWRvSXfup29Z+tT85i7TZNV5jGZSZvjX3MWKW9zraVMAds48it9EcIp6Uf3FDmW06hf0mcAm3gGbdqr9nENddu9/a4kq3+BaKSpxmy0u9JcY6k8k89y2jrbksa4ZabdskxhEJ3Q6z51hdNJoee9b/OdDw3fLY6h3aH989QRWFf7UYPID8by7iOennPaDEa/L9PbFl155TE6kbgcrUnY8qxbNCS43Orn0kzknLKzWg8dqnf36kuTHxp8ygLRU/hwyHXsIhJxjkc+OXbLZvbyu+gEDp8KG3ai4xTUlfbQNVjQ9Ze+6NQRH50NLfbFBbem+uCJC7tCI/3BvotMzvAN9cPvG+ewbyKozrgWG2avxbwkAIl/AJUyI0JEra347EDWGt0UjJBmrHBNWsfN+cqniL7MJX0CKZHehJ9xC9jA61Ru5nk+TEmD2GBpwsHX3o73rpDozBPDMqHxYxwCqJvyJq4iSE2+Si9/4zYOtU9HKD7agYXX1dv1lB3GOm/tlKROOKuF7ETV7SsVehxAoCP5gtKf5+XJvY/Nx9QSPNUZgEcJpO7Ggf6E/WYeMfWYDz3ZiTRsd1ht1WB0W42G/BX2QV9mX6aXK/Ua+VEudkipiUKgTJnlfzMUv6JlieWo71BgocG3WwaDrVe1X8G6Ohif6cWwgaNxjaA3QMSDmuLmKgF1MjeGnyuxciOGJnTqWk4E0R9Dz/5BPotqpS1N+TrpRVdlWWlAkWlMOtAfs1quge1qdcW78k1NSTO/xvktXvy8cXoj+J88YcWbIxxVYtmOBH+dHPn43PL7lBeNSfELJz7vbmlq41El6UqG7zQ4CStjQsMsVeOHlR/46jsNwjrZOODDXHfv3l29yXnwx4dPcpzoz37yPkb2/7r61g86ffnV6ivOVH/6kNVyjmp8wkRjdeEyBsHB6vq1GxgZ+5gcp6tL1y6hwA9ZQeEDGpz77qSO9SZsIelli42PJpHRg4Pd1VONGfhQ9NcRpOF9DANFuWQ/BiQJw05QnNJeyqITYGXTJ0sHnAV89cpFtv58TVtWXusMeNralaGsjHFXkYtP123d92rrud2NF49tpsSZV6cxlD5DYrWpxhXpXI0Lb/wl7vaDZDUynnrZ0BaBNumjnS0fJGljie/yW9+k9vbf9H1pq/LJmH4ULS6J0lGkjkL7NsoeQaDKN4xASiQ8w4zu2JnrPrKsR54XmnF1avOmw32P0Qe99iNpb16GFwDJ+/NcGx9Np1Dy0D3G5znTc40yDKkXus6dp8pXB4KHfh+aRmKakcZUx6nrdthm6HYvV2LHKMoLg/Qz8KoPXGWvM/RLZ+7v+c4JJT7zZXD1KdvGDjTGMMRYDMi19f9z9+Y/liRJft/LszKzru7qrr7m6J0dLkQsSYAAAf4gQP+7AEE/SqKIJZbi8oB2tnumZ/qq6jryrNTn8zW3iHgvX2ZV98xqh/TMeOHhbm5mbm5ubuHh4cHLhnqKMLu769ay2haXXHjzHncH+vBHI+M6oQf2ce0tdUncWpnmmFDnrluflYPgkS1yj25Hv5MzcIpPQGudmstSuQQmJwiALpqxXekKbPoNwumqCBSOOTHI6vKdcM4l12IoRjAN9BkzFb79Qzlu4O7+5DlxkFlegxG7z1ps7cgeW5Fog7J+23YYcA5ZflyvZtkZP1kzgvg50BXxxMvS/pQs65pk+ItUBt3QNxn+vSFA27xrQCccg10Sww0iY7UudmwZ/bd2jXNMusKmM5G2ywRGdJf+EOwygjyiD44fOs2YcnB67EHLnVkyq64uCQsPHhnTGHt8kdqxxVltZ9FPGUNeMVFyxtME5oxYtsnYh8+gU25fdl3/LnqLuINJnd5nMb2y8N0m6xwaqX8kANm6wVXf7IdhdMilsFQSJKKHQW2GIcg8EzHudsPaNlFLIwNJXSjZDsaWtjuIFRBEeuqrYTfOM5KNjDsuFyxLJJzeAX5L1gLLLRAbyW9hdSmQjZLzZXA0IpX4Ni4apouqTAW7mdMQa2eAGs7O0GERBWCke6ah+rJh+7xery4DLxRozPKWwZdCpQhEyOw72zYIdjlrojEI2VF9T9VdZoxBUGgSdcCf5eUAUrBJTpzrgQ/AOWBgXI9syKxN0FTZqQZ6ShZug0ZHrUeB3GGvzvhCJ7kQ+vbbP3C37zp4d6Q5ybKZ45NHmaV9wLp4H3/dw6Ezv7aURP0hJa+1nlA8yKp6dNGUsfA9M98GzKwK5lk/JN11TcZcJgM3BuMaI2Jwdlkn2pqKT8d2WLtqK2DLMaq2EKY7sfz6Ao1BY5xZddK8cZF326+OcqR1hr22Wg7a1d5FN/XNwFhy0PDrmD96/Dj4dMoVwEucYz8+9JCPH/mpdJco2QYG8QnnMpo48fCkfH3JWOPsi8a+nyAf7bykPhp+gi+DyrdpeYEKI+uLtH5sSV5WO8erpw8+W332OfTA4frM777+w+q5zjsvrr7m5uLKPeM5rN+LVy9WL86e8aEo5HvwCNrM1LP3+yuW7eiMZjbdpsdgUl0C7YZsSr7KCYeEmSBnjuYWFK410ra2GOXA50yN9Yv9pcZvrr1RWfEp+ePV6Tk3ZMBG51jCVfrlQENdiqgCFPkUup1NiG4qp4xZpScOYsL4UhnE0Lni0jRD0BklImZlm6U1DIAOt6FLBUoPBm3g6YnJovlSprCRSBCqa5+EXDXf5EArT1J8LCwCeYJueFoiqsLjt7CKWVc1tiI5jdeLEV8mjeSg3UxP+eWPeD0AFFaZGJe9XK4jkN9slTlQ2DUiVmxO1UWHo+qne4pIq905W+VgA7/pZRJLBsa7ftJNUGEIyt02Km0jrZKTN/2Qrw2JI0t8oiUwiNOWYKi17PX0y4+2kCn2OG6UJj63Yp5wOemB/lrHXZY27OJYZU0ys+s72MqdLG3wS8zkWVpyOJd7OD4XLKt5wyzm9AKq1Oh/YApg3cA4FmjDakzgtCVQH8tyZJJEWavXnE00T66rjlXfIMH5ccwSKPIuDpNlmcKYyI/4kYtwMpcJssI4J/7EGIIu7OiIlCa9Ep85m6HqHfut8KmjclAX7dNOgrg8JNsyelM1HHbb+vBQGHULu4sR8kXMLL1DX/KeDbhsu/rugX1wUUeiJe+F/NFXKIVmJl/QnR0ddsYxdwHzpkMMWpn9A57qYHePj68Ziy+YGDlndzOenHOT4c1lpJD6pEDqJfs9brUtcZzLx+I0qOoEf/aVS/j2RVYPx6EzZtfPGBcukIkTYI5Ml8rauqJ0mVSRHv+lW3WjIt88XwrdME+5ucYdV67WTF3zAId4OPvkwXMf5nUIOfiXvrKcw9Bl0kp/zTFfLHOIjHI5iHF6i8M+F36XWL8h3LBLFjvtn+qsgDuM8a0vf8J5vXmCe9EgC1I/AffNIo3aRi91KZh2uG+WGCqnQlDZGvThWecY5sSn4UyHHNdZPoKCR4XGQBI4AUnPAaFyIouieEnhXyfQNL0K77JzEaB1RU3SzR/5SiiFnYtXembBF40WRUboBW29qvTFBQMT/uVrvjb/4sXzdFK7oy+u+nlv96S9jwPoS60nJ/ezK8mBzrvLGMizbjrO/TZ5r6vV+OWGZK5W0ebaMsUHIjLfoxOKrelX2SKcyLIcA80KgcFQAWqsrLu0fGmxgrSN1XXFywDooDskSzCzgcTOealU3NEVjHm+SotBFbeh2yPOR1IqTbbbAXfZkfkXfuLZsjD1Hg78Ixz158+fc2P0bW42vCkSr8ZQxp2Nt6yPI30M+Yp3E8Rp+sl93zmol1uz5pKRxDzp6BQ5oFgHUpnt4AVOPsTlC6M6G/4+Z5tIaexxc/cAR/jjzx+tPv38n2UXhNMXfhTp2eols+2//+qr1ddff7l6+eobZvXPVwe88/CbL3+z+otf/3r18aefrB69//7qmNnvtAW0fUrjzHp/uVPn3vq4HEe5qv7pG9C2faMH5FRg4KAOr9hr/htm/x/wcsCT48cMFGyPeXyIfp2sLr57Qb2cjUSLdGYpaNynFMp8W1AmaZ+hR7aZjph8Zf9ssLgjhPxlJhx4QKpOpMYuoGeN30EakOBUwobgpFD0grNPHtRzz00/5IUR+bAJljVf7EB6GVzi8zCtBm5tjUdAhErEEh6iFD54PZsPjayXNc8U6agcyTWlylYm9Kwj2Toc2og+ZNX4PB4Vp1krDy0dSN/XUSabwbr1TWXaAFzKxXWyufFJnSIpiChL6xiCdaKdlFdsSRxm2omykspBXvSoqrNG3qTIJOW3AAzoTb57HKg2KNvQeCyiPbvyKapPlVRoBGh+lqlgQ3a9o0Reu3xgJk8jXRrDEgadMT+ewwV6Qh5F0/ZUwJtZ38m4vmSWl+1R3zB7W09qdQC1pcIPR8X6GM+f1DcDvE1toUzlh//IgTNlpe/McPjQsxtYvH6TLQKnJK5pFQ6h3h6a8Lbz4NQGG9EsAUq7vx3zJoQU5Asf0col29oad+J1WxBMuUWW9P9uP2XkF7XzFBUk6hyWi3M5zWqc905vaMLSXSYhYAAVYFZZXRYnuG2XoVD1VER64mt5yJ79mrS0g2OJugQvtEN2b4EvXzrNe0TA6rA7Ku4dMdPOBNXJgwvGXCbWznzKA5fwwOhSlsgKWsPQKJmkda13cMFn6l0wyih9lMpk2Qt21Kc9mVUnzZuS9PPwKhJv1uEdHBkvuXZ9ux+GtN7aij1umqrP2leKjtJUhtYmLE7iqEi6kbTCfSwEMSqm3VGmMgpQ6bBXQE72wnzTPOiToUn0HcIf7bD37M5WWhH41py3JyrlbSHSGxm3gtzMmARvUbOnBhi4TBb3wJ/BIoCdbwEVta/XaaSsOJI98jw1vuRVYdV/rsZQiAl0YOBUPAdJYaVQ5eYSHCqEcX80xgNXiiwqyHX2MiW/7oRR4O6kFleXBvhaUeHFbeJU7wXehRDj1IhrBsxVBr2KQUdE28Kc3nIsKOUkc3WlEXH8zmCcJDM8SOTfx3Ly64B7zae8bf26KQAAQABJREFUL3hh0q+znZ/r0BHHwCgHd5y5x3GAA3mIY/iQXUru33+YWfkHzCD7oSe/hukMeOCd/QZvdtQgpuGzKnZnD3n2vBmE6dQMbuVdA4Yx0Jj6EyAQ0n51iamwHQfNxpmZNaHiyLukha+0cYOiEfVRdst9j3b14w5xCodTZz0MPYBWm2BYJEuAWhxzHRJDLWVxcECWOKR96+DA/z4Or0Fn25l9Dw2ns6o65H7xVgfdGXjrIa0zZt5fMQv+HDhn3h/gvBtqjSs6rHHl2i3h5B3sZkc+aX7a7ZgbK51T6ZwyA38JTmd2jqC59/hg9eTRQx6l8lXWv/pLcDCbwyz719/8YfU9Nxf/7Xdfrv79f/5f2cXlweoXv/j56q//+p+vfs6ym/s47u5Ec3L0gGex3JykcyODEOUM7xkckI9GODO1xhWT7T/k5c43X37xO3h01w116jizQllOhGPjy7eRLfJQT4132VSUn8z6SNe4MLSzMHk5CoNu21Weg0OVt4ztXI6qmiacrVlaF70ER/qUg4vwQ1NDCn5sU/uUtPoIHeFlZBFICT1pGNeZfuPTL+AyBHGdNNoPLRSa0o2jdKGd4fCmPDZCuB9yys2IOEtsZT6kbUIfGzxa9dx0UMHqo9zEc6MkH/JY/STcRm5pSNJzk0yBQGhXU4IfItYgS9eQdYRl5qibbBjCkzO+JNRR6fKZR/KwkG3zQNbqFRQ06+ww6XLxtGouOtpAaQPXxEa+zGUM8GztpG37Dx6IBFI5aPuyETdp4VXnl4mK+tCMbYV80FXfsamnj8y6Y2NywFV280EupYZAjwmFN1kKgQ7pwLFe2D58QJsdYHt82rbjPt7M4JfDLjs6STI0BGcslTPLNkNelNcWrodFHYFJafjJzLrlwJEbKtH4Z4KzvgM24wh5JRsJjn4hImhVuu3OYVdLueazeR1nvetEOx34FFGP5rixUJrA4EcdA3fht8pdUcsW3w3udWDhSb2VN29QfEKovmqDd/lgku8VuA97dvvR1IPzmieE7MIYdb3iy8w67z5dtBe4P7jddowKyFwBlEzCMCiwKvxaTfUF6vKcK7gg3kfpn2NFLSl08gPBp5vtw9OBS2J4z+wh70uc4bCf8b2WHZ6e0sqip63TEqmPm1/4JdNJJORHnz2H/pBHbDH9hLIXwPu1Uj9qZByRgBCukYkSU86USvnRNNFFb9rdc16dkYZ6XVWseoMF3myTkrV92D9D2cXiJasCrAPIrZH6qAyVmfhST+QbLkwnG3LkWb5xWIjQhQRKkH7Hyeai2mxO+wmxGaPOe9p9wjIYma5/TORtZc2faTdmU7eWJBHuApbfbUBIuJP73HjngnPKVhizt2bMuAugeI+STCiXBZfxCWCB+2Z+jNKoQ3L5KaVpWp5VZJQmSorSorilsKo3+fagUdhTjIYF3jmk8E3osFB8rGUuBUB2GamGsAIVr5OGwms5FZeD4cAZ5ac8/Jtbbk3VszBYNXYEYaBxucUZHTGdC2k4c+nMsGup3X3mMbPJzsifuPwDRzBOIYPbIeu4s4zF5SwaJnjXEJazZXfVWBHGDEzkCS/VybiC1aKpkwXdIfvSy1FRgLA/5HtNDhVOnDaIMyaCwGicnKVmUBTPOGoddr2I2ltbZXYXueTOH8tUuJVHldfx1Xm2blnOIGVoVFsM+uHGPfbLmZY7nXKPhjXvBY75G2bh3SrSpxk6muI9RL7K2Vl7Z+lNU+b7Iz07G4DzMDcqtiwHZeUx69sp56NRccjBEW3jgOWWZdlj13IO0Dw5ubdLmz35ePXk01/GafDDXn5V9Xe//WL17JtvVv/b//5/sEzqaPXzzz5b/dVf/Xp1n8f/ru88x7F2NsqbBmdhpJeQtrATlL4NjUuWy6xO2LVol9nIZ89frL744vfcCPjCHl+NZXvNLBFAH7KVWEYFio32sx0c+LisgUPEXOus6+y0XJ0Z6qDjaEie+hHeOhcEGn0RjqAc1a/oonQ7nQzlG0cuRaq9BZge0wPb6MXQwachDlQ6V+q+Qf0TOFehP/DNrAROvivIgPByVyE58sKlfOZlrYaP+Asyv/zU1Sick9gMnsGATXBM8vaBodkOBMlRypOyAku1gwM4RECgjtkfdIzMk+c8/dEREj3F8pVhvJ5rpwu5jlUNbiWl3ujkFn5LyYO7LpVoUhngRFSSFXIZ6rp+u1bL/IqbPw5OfUMemy7vo8BsI0mRp/zDcfSx6GfiTbsVmelmUG/rjn0kNWd1RWjHGfN0+P1M/LXLZdyjO7Py6CpOpV8btmUv0JV7fMl4f78+9uYMvjjiCCEjKc1B+ZsXgvxYA+l5EMvZNJNTiYoDLy15jTbpUBObNEtYQk6p4xwvB3pcS0/QNPJUwMhILDwBUHcGXjJvD10kEI3nJrgyuRlIoy7RT9rK9lI3fWqqw+61TuUOs9Z5auQaaXlSX5H71ZCls858K4inIOgfbaXzqWxs4+yfHtpOApWmWf0sTeKcapJfcpVDcqEht32kT3ORJzbqFO2ACtQNoDeFLhnkSeceEzlaMvuKs/xuBpB+pk6As8cnIawG7FQw7sFYaP2dxNAmHrLsxiUxb5jFv/TJAkC+OJsXZKUC3thXsNgHYteA8S+8on972NPJF4L3qlnVoSZE4CtylBnTvR7jt2Oz1zJKGkNVtr90woBkczzNYVJs8wtmDSC8SWKt1Fye2J/AYZ/xhXHpdRJMNcvy908ZQr4ZG7J6V35UhLlSlhIbNRuCzdVCyE3mXfH/eDjUBHo5LBz+5LEox7GL8qli8OkjrGGoUg8UMA4eFxaxj9lZVW4fdS1DDbCRXpLnAXcJNcdbJp0yWIILcMxokm0HrDAyuIzz25fml8WAv6rvEq+82MXKzFiH6jxAVmcXPR2pghc6O+YpFTqdhp18lxe8YXboFS8yPlt9u/rDV7+LUFwu4xpqj4f3H7Gu+1GW0+ikHnEc8IJlXmrFiDhjUUEeOo5RIpqOS6K+dsFpLC0wAYZ3fhYpjQMWqaftI3Q9snPdIrXGQpjH/xQyC82VsoiB5wyGwBjt9tHA6+BqAH3T3uUkzqzp8C9lHfjBV2gNmo0H4PBlnmX9aqkUnVV/zsePDL4E55HlNSjbY7aPlK7LZnTwrYcGWCfeEJZzZoDCabYdXEKig+5heMlym8BD19l2gzcFBunv8CKWOq9+HHETdo9Z748//oR2PuepwGuW9bBkhqcD/+7f/z+rYwz7PfCeAvvwvQ94AfdDdOIsDrc9iI7BUbOMNcseiULD9feHzNw/Wn3w5Gm2j/Spx6uXfqzE7cS4OeRGI4NuuAp7o80WjVbJnZl81cP6LeUiQC19qrLLdq/CpQ/TIF+JGZhHNCfbTt3IjCo0nGU3tA6nnaOfpirN0sEpKSn1o79epYXjAqby56y2DN5kMgWjY8aQrc5ftGg4/ZG32Cw+ES0+LBJHWCWhrH2rZgjp5xlkKEQoHRr9AyYz6Ard5aJGDVsDeOlTiqPLLM1CR0Vkf06dyKq+TTnZ4QjnyC8zyCYDX/JNjVJO0GUIvs3EBUBKVgWCq7Nsl3F/1Iwkq2mGF+kjl9jFQcP8zSCMtc9BdmC4sJ75+JYyQ6SxU+TjCwKkFzZsJ/0h4na2l1nea5yoHZwfHcL0EeB0GHmFY3XErOr9hxerk4dn9MOXrGXmZpS21qLVWVscJpLmO02x7MBkGQzn2DLrBV71taQ7akW6LZG5DGJa/LQzaW8PLYWG9NrQ57r6U/3KV+kQoxECDhXbLG10O7/mq5+x0ZztG6bpJLrUyS/Y7uq8g6LHBp8Ev0F2hxDkoWToCSD9Gk2IWICEmrgjOvprO+zWWzoe8hp+l3KthM5In6REZrjLfvmxxLPYMd9lCjg/e7wntIvD7fgpXGigc9p77dLqfPAW+vJQzr1Pkw9ZfnPJ+0C5EcXGX3ADc3gBDm9SsLeX56yJJa6G+VQedYmNin8j70HtzQ3yp4/7wTv7A8lbQ43iYLOcuhcdZLwDr6XUe6wFeJj0oV6IvHgTW2SnvhqimeNMWjpQMiL/CGfIulJv/t65S0yEu6wFCcvLoINAh5gJLjslIhj5ndawbz+/pUSytSIdwm1o2/g3gmkLXrZAJLubrc+beBp35W/Dslli/TrlR0NFSYOi8BR7HR8UkjjSVJaq5gZS7/iAz2FWTOGoT/yyqW61fk4kKmlBptN7AZkoNXh0+it4F+/oNvNlegZ1BxA6WcM2Dw1b5VXSCm0MvKoy8rGsEHWAbs/a5WwTAyIWo9Lo0PWNjSHdDpx860GBYLa3hk+dNwyBRnIYSvcWltfIxLJcOfhfssWZd+3nZ69Wr354JrMM3jicDEq+XOja7cdsfeiuNCdZTuOaeGabWVajI+96Yzu3Qr/GEexZHBi0J2dWo5wOCYaFyDM1o8wNGQBi5S3jn8FH2bVGN7VMmr5schUIEeVd8lq2JyzQ4Jl1J98ZDme6pzQwiWMua/VL73wM7iy6ctaZMd2QdoU36+vMMAlxnuMAkS+cMO4+Ix2vHXjcScBtJQ/ZGcb8vJTKem+3ABNOPjyL0zI6r93+wnu0Ay9Pzt6bL6x7zvtVxytfTrp0m1DX2OP884j+5CH7+fOFVXXd8rs+hsV5f8Ia9w9+9T+t/vX//L+svvrqC2bLv1z94euvq846I3gt7iYgjuxNTRsoLdfvwiayPIo8d1jz28H0UkRrsyXYVIhRXgw6TD4a9ibbj4qVfJzJZAyCV2XRs+9CR06UVRa1ZIzBA37sX9VGDoZghYYU1B/V0FCDdDmlko8J4Gz/EG+44axsvXYf/OhySs8/3RZ9s53lhNZrHDPk22LF4dugOt9q2K7UNsfodJ1Npv2veKcKqVfqxEVsgAgIM//DgUpq2Ynk8yNnRS+Z48dUBcvZQyJCYUO0WC3HmvEbRX7ESV1ufa+PsoAd1HXzISn7H3WUtGedjuZFOjFC87nqaYYOhDfmdaTh5RfceZcB/csMbWiJxvpp0zgyLqhD1T+xRPyDR6c9YwGuC3B+b8BPp8VhxyScPL5cPXp5uXr4wxmrlw94MunNt32bGfrYFIhBp76YyVm2lS04clhHLlNX4FI1ztZXOMsZdNoN6mltU6jGU2ObJenmbgnBBX7q5ey/vFQJYW1Xg1z9cUG04Vk6jgXoZ9oTxvumciK3QcpJtuwEhLyjD3SwneyR7w2Q/dM6A2M+9m8ftnXYXTpyGIfdtdvWQZkpY2hra3wyaedPKMkbbd3rc26ugLPsLJMUWvvJZGCaThtUdtsdzA4Oi77t7UeFYvMcGzgELz2Tl5m2afIZdMS0i35bA7RMAmGPdxi7qNsl+60zIuaDYFd8nPEVdyjRDGSSnWecEIIH9TJjRpZvlVKUz2O9up2X1SnKkRfZ6p12cw8+XF5sT1I+1CaLAC15Lm07E+nmpXbKzclQztXvPBfuJbXtceEq3D3Dbrssw7Z2WoNZuwjDm8WX13fG11CtXSyKdfqmoDt9CTqnzbFFfqLLHITdDYjQS0FNMyzhqpqbHAQq5VKgfiy2XnROSF5l2sjlmDewDb/AYymukzTOKWO5kSeAjqhqWAqJ4qAwKnop0YxzGsw0AHQeFalm8gpWysEPdvPbQTc9Y1TOGAyMgYNCOuxg2MG+0qAfz9hSJc3+rZT6lQ5MV7Ds8C7sTNOAtCww4sUfRTUAlhu0rHuugdthFiJxOlM5IeOLoRn4vCmRoyI+2E+aFuECR5LVF+wNf716/t3Xq6++LOPpum0d3mOWYjxmS8lH77GtJMs17nF9kq+0sitN9ovHmcN4+LKbg90VstY05sfGdkQZtB3IHDiUo06XdaNKyNd24AiXNzUus+/Uv0NkKQmdTRCoHUkDiWfX1Ssv6fbHfbqsZynksF1pBwcCb1qcGdLw67yLJzoHrLLu2RIZXTrQXrum2/o0Tmfh64upzzG+yNCnFhjVfEgLWR0zKy7+qYztCh3pddCJ9zC4S43BpUDPvv8+6TXLQz54lN+ZguSwLYp3nGGs4OGDA/ZR5wkKMB/98lc4va956vDD6mtm4v/AbjRfe/zha5x/djzgycoJ24Zm5yH4fv36nBn758HvzZwG2eVVrqnns2Bpu9I7+LcOHjCTNdryAk310WC768RoAI4iM16Uzpr/XW4gz3mh+nUcdvtnBh6K2R7KvhxFqzrwZ6jjmnauViIukTRY1d/Bx0fHlSgPpZ95QRaeuk833xZPkB6hfokM/nXWUwb+LFNKPutkCm38TDiSvn5lUklmo9DGpaViu6pyXFmnkk1kCy/9RGoTobod54mzxe2fHuF/1HOdB9u1/qThkFwepFcdQEShIZZO/Gnn4CkewxO8zXVoefW528TrOW2N8Hpl0BdtZumgpkgHSN303QtvDo07e6izECuCTLIef8gmJoROlCe5OmPAKX1f5jvEWzw852NM95lhx2l//xUzkAcPspQh28Nyk62duMC4vqb/+pVkbbC3A1km51gknUErVZLJHMghoeq5US1A/ZvDMj6nVmyZp+Oca70z6UTYnu/W402cd113f1LuiXeDSnMKc41iqxB0jeHVn6MLwOoupmXQX+EMucEOLvsjExPsme5ad7c/TDnAlDPTL6uD3KDIiGKuc5AsfmZZbuFvKmKeMvIgMcFtRBnHmDXXFu+OjylhzXi3gX5EncIz9riX1GTZFPXwTyyNqfHFzrEEhu82YePRSt6juGK8v748XJ3zDtUFW/g65rWj7s2CY/Q9xonYSRDVOIYNBS4+Cjpun5+DdSke7N/a9L527LAdfBCgo153g+q9NgN+OS6Y8Ku+MkpZH9tmcTbHYHLCFFled2al3e2wj3L/1KdWwnfl4zb49YYvbLfBRrYtUBpoXQnXy4q3VKuawGbuoDE0mLKkZfy26+SllGUonxkbOLDMlD6Xr7fzS/HT5nS6dLwBLwqdZb9GpoMm/uVWQ43TrmFV7dA1UEt/wbd5KLYK2fz3OaqrM0a+shLGIB1xGQrWvO4YnmfqAfIaohlk5R88qn6HNlJ93WfTSzoFm2vK9zlUqFzBYPisYxxj4EcbWdL6Nu9S7mB3lbXwEkPogHa6esndPDuBB/JLDJKGQAfzCIf9IWvhHzAD/4CZd9fCOxv/iLNO/jUz9rs+Rg5ObxbUk+ZdM6qDbMMVf/WIMrUIVEsufr76kZsOZADzk80nfZ/ZXr/klqUZGXyQCe0hNWef86Z/DBApo+K201IQNbDy8QngnBl3lvkedTVMzhBtqvPtLLplXb/ezrv4xKHuuSxGfdBQi4sV8LSDs+u+xFofzLIvXTE1p1OqLHMA79MA27ONrrSDGydBnN5QGHbA6/IYHXfhdToqg3phaEOfNq/HoMoUHtQNb0bgNbsJYfQfP35v9enPfp7lNy/5eqlr77/jJVZ3yfHmIOWZ4crTlzHbrhZmhi5blYI3TVq6Ge2zOTlyU+bsFuQzYAzZy5t7C2fNO5ne7LmNpgOEW2tal9e5CQAJ/1XWwQa8NOE9ZuX9kFPLJY4XuIuDIQZ7AbjrIE0RoHFBaJRgicFSJSx+5blDxUnwf+AsPDBEqN+Gns/CUsD/lLuNVrEllpuYKDrRFVGeGIgQOXiqQLmbRTvzznPaa+BRj9aC+kPeXA97lO25Kde1UuF3I+XOS3WsCzUH0a87S/34zEleiou6qoc6M96g7qNzezg92iSVQrmgkJN+0H3TF6Ra9cfu29fBcXCPNezHvJB+n28jPLhaPead9V2WSLglqX3gDTbjEmf9lJtRl7l5RNY6SBiy1DkiUNhVr5K7l+YLwTnqu6GzFqGdaKkq+Ofw28xXzW5yNFhV3VJ3IUZa2z1lHNs6ZJwvNzMZ5a4xOqqCxy44LmBsfMn0AFnuc/Pky5kABUY4caVFB40YEWmaKq8j1MROWj4pzZttlT8a4G69LFzxYeB7H7t5wCMA65FlpWTvcF1LAMdE0qiLVKNX42x77tsv8Njrj3GB4ej68mB1ecy7Q6c47SzzPMQOHmDTfSqecdnxedRJ+ajPF267yzjh0ZODXeecIZPxlHLaVxiJ7ntzkQ/u2ecVBnlofPUbcCkvbbK8ynvqLQ7LL9JCI2hNNzTMIj6EbdmtS2K6MYI7SG7/gZUp00eyTTbkGhEXy/SpwEak7mI2Eu8s2QT6vFl2vkYME6Zb60WGmOS1DEGVL+yLGiSqQi/wj2dxobLMGFTFoU3JID97VOAgBzzVkEU7aMHhXzrpAl/BWcbOKGQxQXetAUuWzLZ88KI0cdZrprbSxetjJWFQKc/BU4ZaY63CzYOUnbHoZPZhwY9wE07iOlU6WpnlkzvkotMurqLhoDYMq0JZC0XDJOcQkp0k4rHIXGjJtoXmyWxg1Mrmv9uyb54sLs/e9Wd2bVxXvKE36XDN/xV39kZS5+qRokvHZHqIQY718Be7vA3PGu7n3ycnMsJwHDFj7AutD5mJdx33A7/YylIa11dn28OxnMamsKN7WG13uYihwWmLUGRFuSBHjY6q4I8lSk7UXusCkIbJEAOfuAUtl0IxVBp529zgTIT60AbGmxp3yjngc+XKU7hTnHJvAKyXM80+SYisd/haIg6mS1s8DJHzcLqjQwwe3jDIV73U6X7BrtUuPsVbvFgX6g79s1OcBtqqlsRgFp2x8YA+FEJHR1bHXt3z7f+iO2bWozvyAk7+5NsgRZdaqzpK75QBLY8r5Y9lJT72VIyHfETGrUE/ePrh6vNf/Yr6n61+YH3+M15kffb9M/Z9f7n6gY95HX13mF103sPRf0Tb7vNEAWJ5FJsJGgy5OkKleHTL0wArGOL0N+JZ4kRemNKeWBd4VA8OuMHziYh64DUVxbFH3yhnT3H8OmFp0ROe8Dx84Cy/25vygi98njLDqZ5IzkfM3S+UASnwoE7PczfRIYHVkSiXcDeDMg4heSCea8DsFpY2+FTMeF9bJMxySty6ePhPZbUN1rnyhky4lh3TPKdvoEe+g+KjZ2dg07dtVwUBjHXsXVmIcc2AnHNzIkzpvBRxa3Joo/yTSgX5t7ywnqt8eHRmEx5IDoylEoi0LDqp04OlWExbyK9tMsmSOrjTjvWxD6YfQsJr619BBONCduShA0BlG8IW/M6gM8igR0LxOSFuEApZ0P4+bi7tE5GLtGfppIAEG4V8e+NM3/FLqbu807F/7wq7co6t4OvK59Rj/zw3A+53f8VShituCk7ov/cf6rjz1I01yO7a5c19xqbIp1mDuNe2tQKR9qgkOYRqp2pD2ZI3+OHgFiSybkzdRtEd9VyU/gU/5ez/6KNkkuY5heVBal5VSuNcnhv/EiQtRXvJtvKM4yj/BnVXdLkkwlmbcK09I6/7R55kaAuEt7osL0lZXj695pC1fdsLItpSzHft3ONLmlx7o1T2HXJWLjrIafQDWaHW/NZR9QCvGcoGfvMyd/jMjzkJ0hZl6qAe85e+SP/pviNA8ANXfNADbU/0pp764rBH36EJb9p6JxtTV0vSLnnKDy3lWW20uzpijDjDST/C7u6zxDE4ZQY45aBTrt5I07HCjybt8E6TISpkvQTOtTHkZ13EMc7JJ+5ymOCwhtZNTjImlX2OtNKu1rXEUSj4LaaDu5dtSTN6aISwjNcL4ZWOw16R/i12+2rLeQO+alJwxdp6mRvg69kbVz8OusSwjmLqJOvJkfdG0s3LQV4ZOKPZjTfLqPkDYk4UesK/pF/xUSanIV3jQUGk/qfy4o1x7vxwOQokLrl0g5QJGymTLjDYQmlQChXTc2bWUaZCpUJVXoiLLhmUD55yhuwQ4Ral02GsmXMBha4SXtkRqhzwE88pGbh+oS2626obY2fpjaAVW+DuDl5njBKhX2zOxdpPtYFt1tR19pxhVNjK1HGk22eM1ZMRKbiSS2QKH02/ycieHbEkTRxBTvxANJQjAwYrCsVIQOiSx2O4uflC63fs1w0TMSbuLuISiiPXxONovYcT//i99xm4mIXHiT9k6UW2nmTGWMOuwfEc3mmfyB0evLmBEfDObSzPykEeDIH1HP49A1sVnfKNuMxllzIOuu7YoqOs4ctsmG1NvHeH0Sn3sfk3zDira7kpwGBaJ7d6TBh8B5b2cKmIcMrW8wUDtruplA4pU9upnHPjHvfuuUyElziHM2+daiaGR6yB1+F3uY0zTM7Ws3MMOKSRm4PihPpisBGKM+jhFRlYr9xkgTOP/mN0SzY6ac7Su4xJ6xrtZKD0q6/W0S+yyotPFXTgX7zEOWag+Pvf/AO2+7fMKPqyqzvQOOvFy6/SpZ12XSbg+xPKU72RT45oEDSjYchTehfIxhskQFkSU0uIwhMJ4tVpz3sV0HGv/I8+/CAfbLJtfaH3lP3rz5BxupwIp6C+cDFOUzIRWSmeFoPsEmARF0XWnoKo2tCUKp/IjZ+qV2gv8izbwWjwJiG9qrNSD9fpzp9Rn+mWvjAIx8JRJDhnTHYIpTwHr2a6c3qlLutjXpqogdLXumxhHTVriDvPdlePzRBMU3pFZrxejz5+C9+dLJ51XJuUltfg1enPzZn4tX0c6Jw4prZBnsFJmvqhLTLkxsnz4DupttHom/vsoHSPF7+PT69XD87IZd1x9ssGf7Y8pW9nmR19MX2cD/085EVuD/t18PAEa2/aD16nS0ss33V0/ymOpSE/QqgNXoRTuTQyhb7yXHIm1olrUOI0I7UbOcZvAE+lEllmD36SrrwpG0cPNOtaTlajDjmQ2DyWz5GLsKPd1e6brpw8a7d2cEZ9gopIcd45sFt5bwi7AVjGJ8coLGbwzARNDVHOBitQlShpJpGfYrBsxbjscinOTxXr1ABVFr8U1DbHzpiTDCKph3WBWoHVmGd+bKPtWfVUerjUHJzJz5aklA/ZlNWueuPijWfNonMxycglMEI7VlQhT8V0yBHNWC/OMd5G1hlx1SoABrHa4EB81UMpAp1aumRat531mw7SB4LFOYnrPyIgqCPztEql/Vn+WtntYXv67fA3sQR2C5oiWRnb8dnwdjoCrbtkcUonayoLqhmGps61P4VggiPBuMk5UJRlqByUYnROEflXb0MXPymPBsueXxvz8Q3ewUCjCs5wJtasZNHJneuATAr4fYkovTwJli1YZ6Szl2k6QRUqBzG9Jcpuh9SRKn6bjyo/yMynCX8ldSdWUaVlp3lbyCy5hoC/ojuXaRnHSNgjF8FOa5tQLEbELOFrIChAszF3BVdJMQhGAyfDIglu5K3szKPaOhhNMnhwBM9w8DzM+J2DG4frvHXgnXF/yPPjJx9+GCfeJTW+5OqjaV/S9G5eY5x1d0Fc5ktegp+f1EcD3XpqyyNDy8GwoKEZsdrGBB3yOLnwdw6gjrJ16/XnltMZd9cXnVbzDnTcgc9jRdD6waSakUQzweegUg52OfWSdjvKlziU6kUF5Vqy9Syf6uU5n5qusBN6tok6VkdtwShMzdZDL/W2nuIqYzxqFl51zi+B1xEWRsfdtY4oS+jJt7Ox7nBRBt32qz4Wx1TexyCwQ52tn2vMfXIiPR0OZwndgUY5uE7fded41qt/+c//mlnw49TbZSvykR6hQAyclk8RdPZzQ0B591D2Q1Dit03kLU9GwOsM8xFPRh7xIrR73B/dc+s2b0COuD6Jw36O095Px1KbIafIa/TnsAAvtn/foIWvwVvpOGzi2LkjhcxbZ2KRe8vc681g2ZTvjJTTbtlmc98w22tD1dF66hzaLoqoHEXnxJd0pa2dCr7wtd5Pg5Cf4rauwntobeMYSHXIzhHeG8O2c+twy2Mbvm3lfmraPzZ+q2x7vRt/gpWTaPsYZ4LH8toZ+rIvyB8y237M0hi246avsQwmN8C0OzBX2A9pabWj3/RRX+L3BX6/h+GSMx1zlxIe892Eo3t8J2P/B9rSm3L6buhJ23aoY1pCOPTLdldq//iSg8gdQXXLjc7Q8Rl0nTv1PPIfya2r3cesiPmpl/Y9L8JoxpQJL/VS3h1Hd7HhcdZ9yk4/cmlInmJRfpdrNBxnF0RBZn+Eo+C28ebQfXJOqVj1abkVBe0Zpu2rYW4TvOgkFVhkYLnUTRvLQBnH2Dh9z0mSONrYu0uu07flV52Cc+1QXi6WYWbdBxOcrcA4pAUvxWHR0qY6UdRb5IadwYeoqmmk4wFq/Rdoei0PSfS8JVij+GLkaaEoMRBWOVPyl8vC4fVtYSl343c67Npkg7KoAOq0aF9vnu0sc5D5apI57a7Ykrkl3Pb0NPUSbIrfzeMElsh23GQp0AFaMH01l0/jTZeTkHL/1bKb8FNc0eUa0MbmnaHxKOiEa843qXSjSlRzz7RKf0o1LJVrFR5wH5mpaJmB5ddgPwi9wUFwZ2ZlpCYhoKPzSb/KVur8W3J2Bta0mSc7qwO+u4o42JpnWjlkda0cfLSVkNmGii5/J1YAS0cmoQyCPM3xZZlUC4akHVkNfV3Cm559lOGr+FMm8oIM/OfQ3qTTD+RpN+JLDe9Z+SVPhaZkGamJLLyCDlmUQ8hjSnFxLWQIYkQcvM7ZM/yS3Wl++P7b1e+//GL133Ao/bqls7WPHr2HI886eGbi3//g6erh++xSc/Jwdci6vewao/lNY+DI6kBHBtBAzjqd5fiUI2TdXBft4BF56BDByj7lfRTtjLjGX2Pv+vPveYlTh/wpy0JYfR+H18fZ2YKLcjqaDrCGcvgcMqCl88chrh5sannLfgbn6AmA7YDXTZaDhTdQOty8fY9TqozlybQ42dAL/5k5qcGlDHE94jQew075ol34vPEw2L62hc6vPIhTWrUOU85VBa+dkbLVlZc6q27ZasLUgHIBMuXtGCF/7s2uA+2yJ2Um9Gsc+H/2l79e/dt/829X33733erl61e5Wfrh2fPCD+0T2tEXpPaPvZFA9jgrXtNIeeHUOoVsKMOPcoN2Xg6kLdwmM/WGovV7w02RvLsbT2RoHeTZ8vDJf86JkGZQztc8ifCGKnGrGTrmSQ9Z4ST5hHo//RdsVlBkN4KaRVDPLQyi4ORaZNWnR1GEJ08Ojrab+CwCuehT34irw/kDcchSI/F7Q+yAb/1yh8w5mh0GJFe0iZEjLecWlUSFOV9Y7WTxY24mCwaeAb44lW4UN9axQnjj8tZiDTjO6s5bgSc7WXUra0Scsll69K7ElrQpo9yL81xEPpF/88Y5/CmYRTvP41+VE1xZ+U6KenjJkyR3LLJ/KW8/WHfIdiXZC1wLGMYpRH70mMa2HKV4CubH1+7nvIPD724o94F7/4OPeDn1gptQt0xlfIHWLksQ60kuOG3XrOemTq70gkZpvbrhSFi6Ja8K3OrowBrJ0gravZcpKBNlA9g7h8AP6JbrQmSwIz/1lz4Qwau1/A1eq3gyEpW9ilAd2FdssDklqoG63n7ELGOONsp+j829wmtXpnsUPGDW/ZB+fX4FFGniyU9w4Qran23jaAM8pX8PMiPVXM1f+hk8z8JB3ilKWvBVXo/bysK/qLDME4nDbTqHS0xsLoQQu5CxQir6HgPGbPt+B8upg+7KtoNu+J3EBEDSn4G9jB6WjTfPfu2NhedUBKaFDbeDTtsfl/OWjwM+8hR60yz8Ra7aJxhKw9DBTGRa46gbP/Dohf5Y/WFDiYVwoQG3LVlBOobpPOLu/DOFApkuf0Jkic3im9frKDdz/3j66/j/dFdv4czsURmaKGSXvyapHx1sCy9zttxonOQ33IDpMn1OduBTsPCMzCQHAAXknPVgSayByU6QdeuUUtHjiBTC4FEJM+CTp6L0UegD2GysnSVhZ13C4yMkiHOefZWPMXBSxkdYLa81hBsXrbRJplw48SzhuppKlGPQl6NRxmXj8VzSqwzrLI86b+nIE04NRheuc+MQQeSXig8YThoUk4Y1HJgKT/ojhkoHVqdWXLpPcjNxKm+5YGBDXG4x6eKS01e88Pj732Vg80MUx7zAesSLkSfMuj95+pS10x/kJckHvuiKU+8MuJNPGh1aNVTAiOOnI47xxhFMazhIyq40qaty0MHNwOkMBmkuuXhf5xOeNY46bQZnP3ReFZHtnN1NkkNa6qadGktTSHdW45R11ZZzrbxLS46PdbwdZIfzHAdch9EZcIwa5d2OsZ1rcTgLVw52LYnpZTs6czVDLW/tjMMjvL15U2vjxSeMhw7ErJ84vIwY8tt9w3jpCsLByNfNVjl8rXetD1O7KwsOZeIhLmk8ZOcgl6xcf7iz+vzzX0YWvmDnshUP68SqGpzrPb6Yesye/3xxF4VR3ge0tzJyQNp3H+I3h/CKc552QJfA/4oXUr/9+pvVkZ70+w+jJy9/eAFeXo4lKTJGPjJni8mb6TmIz6G490mEeFNvoI0Lewh/99CHYAiSxjnwBqcZFTpm+eDrjLWzhZSrhzxVKeF15EKb9qQR4afqK5cd4nBxkbImpjg/ScjFOm2TQNB0BrnAi1dHJo4V/cQ/0woLkVtDcTThGiUsNzlct5a9JWOT6BqicFqMDaJdH7FZtDi6BXdyG2KcqXg5KzgO8azmsg05p9wWq/bSVmhPtQl11ubFJUu/ruUCun04XLw8SO7Er/K/500vywJ9oljOPks8wPne+x/mnQxd04M93v9huc3Vq2er432sJLPMfvXStduYMfqOPIIM+SibHJFM8b4U79RuJMZaLiapkvfuAlgXzBqRkQWudgTzfRRrbho/tT58WQh++tI6+DcxO+phukf6CvA4G97AuLR9H4fdmyY2UiFeTxQvtNtca8UVkWdA8xsn2hRwRXbdKsDLhuUSwoMXHrOjmWt0R17090vmVaQ7gpitU24ysHHebOoguYsbBYJCu9motdluKBB7YDqwkYn2Dzq+a2Q58bbNiD6hBNkwgXXq7kR0qc3XcSaAJaQs0yG8Ire0DRX1nDE+wEBBoybESJCkMAyy3mpI1/eQBJ0C42fkJc+EKVc8E9CPi/wjO+y3MxPh/lSub0f7J8t5G2vL/NjR0Sim2xyt2KV4dgnbu0rl1wGKSKXMeYFDAds2B2aUm3EoPaiQnqzgqWsRqrp2WHcAiWapKiifd7EaP8u1U1KoK9/xsLqvZ8Kkzc0lSShlh66P1x3XUaprhjpoGnSuPFKWinnW+ZkGX+PhW95SZOtPZkBGTsEtDUVlNHc6pcsgzeYx9HVeBi07pUah+NK5o6OtwYsJqS7qbllfpi2+F6ICRhGI3syapBgDlWmU02Zkq7KAIKfUfwxadnLSPWrWMIgoV8we2H4YiPMX369O2Z7mu2++Wn3x//4d2bzUyouRfp3VFx6zHv6DJ2xV6Jr4R6sTlkvoaLkkw1sEX1a0DdyrPLiRgaGHTZeZ+BVHZ/fraUR92TSOPGXytT3gdZLVLZ1H11ajYVz7QlTpmTJvWe7g7CmA7L0Mfdeu90y+cDHMbJOoQ+8gL+6e6dV5Lye79CiOO8tN6oZAx30YYsRkM3kIH4NrxQjy4Q1JO/3SM1/YPPbk2roo8XpCMWbXwdm6k+VhfV1NEtzBP/QmCaO9jEcGnKVjEftClj6xBdl7T94LP2fcyLw6xXl3LTwfsfqWrUOV5SHLANwl5vH772eZgA79NTNlr18jc5xqZaUMLniJ9eXLHb62esCSJZx0anHq0h9uhKQrYfnwz9BxZ3zMVjaBSy7X1MU2jc7LN+rhjN39k3t8RIztNjFwro13edSl24Q4yOdJnRokLn/FMRA23tAxr4P8eFB+hC4vQ9PyirkA0AVrku+QKOqaJU0KqfAdXkr3qi6kpj5klwhCrdp1mQBO8VauiHNVT8dIhae6ibCfMlCHl8F70CBhymj6YsMj/yoXWQbv3T8lc+q1ZDQobA+PchCaU8n2E9q272+hQLaybXyz7C1XMnkLBvsJsgjtEtZagcy00/ixF+hSTYgwIw5N3cPoX+RUN+WZvAFnpbM00I/W4bDnQ37C0U8RZXTu0aP3oe2TIxx2ZuIvX363OlydrY48MLiH2ixkxC0tlcEusAwkW5fu9PK6ZjUNxoVnKxHNm66t3Zaqkb8eGst66i1X6hNI57Ytuk2/znPZ5qoUSl+1ZCREy7D1ymuahPsWnHXGAz/+dYWHt0f/3KENHE/caGGPGfbsFoOCuhmhtYwGIGOvUh/bNgpctZtuisO+0JUuQWluBv2fGv+7ftzAwYO2QnqOiPYgj1CknTK+p37WreDEq03e0TZTXj1Xx+XTr5yiUZmUcvlP91FvuFy26AeNHEfyPY5JB+vdKrmqmlYbx1+TDgcZMgCD5HkeR8HL0W1BrMqm6yyiTrutzI9LZx/52bERtUEyhhoCiXRCUjd/0tSbibmOQm3kTHeLpG+ivU0g4tkabku+DX4LkjjUW9JtpEZ/G4xK02FtZpfkMQwCUQohpPpfMkEZiTtYNgq6WKEK4Ix5e93BKn+p52g1B6iwU8bNz83nkmwh4kCRYhk7kn8G88pp4Q5Rfkarx6EukGIcSDuEJDVr+ed0kz8xGuiM9gJ6c5wm+Q390rc4xXSimEgNe3q9nb/LN246XupZWJfxSln/NT8DyeIsRNcx0OTtxRjJXtMsuZhfzjtdz5mIwReRyGHJnzMEQxQlz8jLWtaSl+LD+pYg/W16bts34bI94EnnXhdAXaoS0pSjCsI486m1k0oCpxgZrs/Omal98e3q+6/2Vn9PWzo7u8eaT7eT9AUul9I8+fApM/IfZn28g+LhmL3VDuj0+jKY9fbFV19YdC23a0h1sp8xY+u6dUO1gzpDPSgTncKo5kMgGGV9OGd0xFuOgXItZ9vZdUOccgZWH20rC9tI2etoe+YfXkCkkKmfMOVkM+OCfuvsm6Yu6RB0eXGTPA7xDsccPOL2Eb119OwgQg3ySFUDv3uJI5B1s+VUiN+P78iBday6Iivr5p8OgbTEMXi0jLPhkYntmhxn7pEPjayuyzMJDCr1tVQd+Afs7vIR7VM3FX4F9gXbSH63+uabb7IbjTBuCyovvojqjYc3SQgZPqTn0w+XECEP9MSnGbVUgrpkRFIWwGmEY4xAZEGFRahaGq8Bz5fW4pzCq7I9YJru4cnh6vHD+jjYi1en7I7jsgTaTz0Yf40vjCq/PtKWwiLzOG72bXhT8eUPXmYeqlwYk7fBI1CIzb5adaFQ5Jjdc+KADi4SV2eUhfL2KB3S1Jb+IozQtMdigZGdN+F+ATH50Ix45KrrEIbERb1tQ+lURcmRO39tc/EQt87qmDpkHUY9Arj1Z8BBWB6KTwHBIR7axHgUh1jBFJ9r8NLmr+UmhpRR4Qa/m/yE+6pCwG/7aZ76nBnS9haUJ0uqRnPCn/av2k/NSvXJtC3yXQ75pEy2uE3/rxfdj7iZdYbdjzUpawBWJ8jUfcTP3PUIHE4maCOuTo/YBeWMpVp8kokDK0Mijpqzqmd+B4HrA8rwtEle/eiZUvBIsFn8qwaL3PiJXpWsbAf5tCfPIfK2epSf0xcxac3gmaQRjxMg1f84T2GOF4ZwBI/gICutBr58HAmAOO7pTyAQKSF9NfrrBAbX2jPyaqthdtFi4HBpjE57xl+Xtll8cD+50TaeskhQ36wi1yaZ5Ra23deQbfoyeM2WB2mXbphiHHDSY3Ph2Q8nyYs3DeEZellmKKAypn3YSoizXpRjHvmca3927UUIoBvA068cR2ziTBoR8UmMfd4ZbxDBD08W0B+vtK0WS99t3jgbrLbwM+9JGDzaHvY/6ysmIEEUlq07ESfhCkflB4hSxQVj1zK5Mik3a0jRrYzgHjQGKPVG55c4ir3O/innJbYufztWKzf8pgBXZavcMr0x/dmerQd/HSL4VKAbH7kEps7CCb/eQF3azIYXhngEM/CrJIKILz+eNdiV71lDOC6D1A6W/jfBq/ylZAIkOQXAMRohjkhKCzBMG3TghqDS8ptO62WlJosfechd8VDG5Q2PHdRQMNXxtEjpuHQ0zEExFChhra91M84h7lwLULiMCVdHLuafwNdlDG6JabA86rPBvx1SccRBg4Rr3hKMS3OCL0Oylmc5C/M/lbMNDVQveMnUEA+snCvfFGdBYoiqxOJXk8Ufhkf9SOmBoNHnEiOtYbEd3VPc7SVfPn+2Ym8aZEyHx+k7uv8A55AXJZ/wUitLaZ6ws8hjZuLfYxZ3109FM8u971dB+fzzsL44yIfMpkIVYvp7cuwsl5z4L086O34mez9OmLO+Ltsog1T6aSkH69KnONKkOGqoo2fsae+OK94oOIOvY+/ZsmXwy2BmAKeYzrdhma/xdr22beBSnjKI8AxN29NzbnDiMGDIGfQ16Lar5ZzR96XRclDrxsEBwnZrY+3Ny46yAJ/9yAFQ+H6q07w6OCgbSjNSOIgwUHGj0fQy22j+kJHpMcrw7Yusvmj8lOVOF8yUv2bNuy+vvn71evWKuDvh5IaF+jBc8fgbOeucut6fGzFag7GMQctvyqfzywrEIrDSbyvlEjnrnnYEvlU7g5+DqwkeyhPdO8C2MNeZut67t8ss/h7777NTTWSgPNSROkKOeIfSGdlMrJJH/nJGDWZCsuWds4mLoM5bn5iY3FDBazqCdfEPXSG/+S9nt/Sn0ZRdEoeYCPxEt73gsNvbJiAKQ8EamYh7/GkbJyeYqPXxn8Mw0adtcvO5Xo0C2vjtMsvksGCdxMMRAaW+QEEsf6OdZcC/20kVNiumnDRMafchB8u+LSibBFB1NNdecBQOfo1P11Wkf6VuaFytN+lv6Fqe1OGRv3HZgR/cobHv06cu7KeyHSVAHnyWfh+Hnbl2+lJ98dKt9i5en65Ofan/9YvYwl36LR28xkedwNxEiUcuRFi/085fSTPzdkmm0I/9GXpaxRRgC3HEl/homMhpIUPlFJuiYBOKv1ha07yZRWbaV29o3JnKWXatXBx2Jk7e6PmBe7I91pXrtFV8dHtPPTENCXis9pFWxT1XVxbWatjfsLEqkx2TxLohIEp5bzazG5D2mbY6xy+/BP4KWKxwqEkrtYERx0FRpf+byPWkG1Qs3/QQBhso3kuA80FCzikjMnkQlqWEPo3xHS3HAHnsp7eCGaKzwGsDErc/SZOj8ycdTUqlInAifcBvcMgDdIhP3XIq89MjY6XxT0ewXjKiXiRVRRcJ/91E/yjOU9ifIQ+iU5LKXlfjdxZJDLWXFCsliZaSkNIB7LIFZE7n0flQ/Aw+0lPJUErPPdNXcTtSl1EZxTG3m+UN8lKzm7k0pQbjXKZQauLg2w5YQ3o2vdbD2QHseLMspGioOiYS3H76eLLegag865HiMRqdsXG2l2wJprYUlzHrLc6UGvKYeJzwKL/mMyYSXPLS8sIEGuUnj+bFRnySoZT5n29SCrH1VuaexdWzn6JyZm4ZZlqi7jaudl6D03KSb4jhzNm1i3Ks0bAMvLBc4uy7s9Xpd79fffvlb1Z/j4NuvnupH2dnGrYG/PiT1YeffJrZ+IdsM3ngrjQUdsehGGidwwgu0hh64SACfxx+DIWRkdl7zAvGsmexQ4icqU7BIW9K4w3r2f1q7BEz7pavmRMdcEMvq5Kw5etmUaPrC6MOTAzq4NHBck93BythLH9+Xo5azdzjpI+lMjo+4ooTT9kDHN17u2w5hwPqLI0q5QdeDHlCNRzqw7wE58wPBtnBgpk8afuRjn46IF4d9pK+6/cvcGzlFRhm8OO00zYGsIzBrnRBXOe0k0F8R8jk6Jg93q/fy1IdByi3j3Tvd78K6/r3awbBZz88y7Xrf/0Mt3rojdYe760q6nwki5jbrnsjo0aPJggt+3ue/JiqM6MMPKiLcNXsyt6lOOqinwffW52OCYLoM3Dqu/lpJ8rbllMgz5A88YIj5Uy3fwubtKmE0NNFRDYup7IxG1WucAAOjuI6GNNO1mWJqwhVf5OHXC8gdBgqnTpR1pnOggYoQUaKGUuPykB6+RfAH/0TcxakXbToNL3pHJkVafkvWy8vHF2kUaydm/dqp8oahaabEFObifWaT6huo0N6RCpgbkjtRyRCFoop7i/aFV3Q4dK78bPzBnWo4XJjRd/SWXHnpOMH6B+4qsnoZ2wVucfOKO6N4uFTPx32Pd4F2eeJ4L1XbK96/EP69w5PrE656b3aoX/xPk+2/gX+kk4hVvkp3PDDxMMsxJaD3P3xoTTEuo5DxfYw9JmoepBUK+v/JNRRf2FGn7KofdIXTrM1L+c98q5I3MNBd8bZ9d57rmtngbvF5KOMOmVJsLdoN3yQkzyREiayxOVnckQpbrBk5GZMPKT3pGBY94eC3iTZly4gwIMSZtlZIsmkAu8NU1dwYJfyVEWcVXEijiodiDsIOZhh4zMqo6/XvnPDnzz4n/5TCFLQ8cEJHCeTnPDJJgHDRjVmz9KheNGDH2WhzJf2QbgAJXLzx/IJU6QTfvq5233ffXx9dF4zCbNYlqg1VAkRxCYXi2sbZRF0HPxbBhWqQxq9Lzg3UyYtwCo9sxgL4ESXUJVnyhLPZonN6+UjiWWenb7DbfiiLAOoqy590+sR8WhoG5y/DJBDABoUQ9dAGtMghlLTIGp8weQ84lOJ4s9Uy/bMVp8LN1RpvOIf6io5ITBwo3GvMGBkic7ko8E1Z32MHvaTyGUUi3MJyjyiWnSOgbROqVd15WyjVNUuXuQt9dEwDlk0S1XaytUx4ReAUkNeKRcYGJmazIjOB52bcikBTPTYchm4U9KfBKsoa5YUPuXEayDRWAYOYhr1KQTEtqsy4bcu1kG8KsQxGGmTgbcBQ26QnNK6mMwBULPLANl5OtiO6KspytO6VEtXfWTOl5ukmaVA0QkLY5XjkGI0X/AxoFffr57//rerf/gv/xFEPIJmPfx9PvL0iA8Bffzpz1YfPf1k9YhtJvdZw+zeyjrFvtCUmWVouOuNhPl2B84qa9SZLT9g55gdHDpFroOr6BhC0jZpe3giKY9Jwyc4dThrENIhViXL8a7HmbSjAxKH+owdTshsNrHUkcFdnirOrA4ObR6TOuPPQKUTr+Ms/zRqIeAkjhJHbUMp3ThqoWUd5B/ugfVjUuEBBvqJiDcAOuYul+lgHcPv4dDFNLJo5sZ3oIksLER6bnY5y9kFL8s64GYNJ+d7rs9FA3364FaSMBXn3RdXdd59OvD8hU789/DBnvHAuduGL/gqL2WibZKnWibnwA2PkRfyYHB0Vt4boWsP+YTGNGRStX6iYH/y5eb9PXbmAcaqib/qwM2KA6J/1qmPVJGC/Fegbini2QMe0ybqrIf6of0oeVSZSg+s+EkMXTMV2ghdXy/zxAAnIXykhGXmdhLGov0i/AVtGXuB7qYe6raElEfOwCM3j3rXZCDg9KcIkrCLD1JEvJBD9UgKxk1br0NyIjOyCtCkG6HboycT6gZYKY+2su2sc+g0Dc6hB92t4/EgExjLNLzpxuXJwzGGNmUWWPq13th2t51o7fBdfISF8GBXxU8ByL6rPjtDesXM+sUOM+u46ofoi73DJU3y5xdaL+gP+8DqvO8x8bDL08OXP7BDE++KXL9gWZlfV3b9mjR9OgUtZeB/2l/aKqjnyN8omR2oq1edko8ZjbzopEX7Gi7RFmCBBqdXc2gMc0rHmmxfxxEe4KX36kTZd7EiRVglhn1Tfs6U5+V1bobyoTUmJKpfCQq844H1TwMguw6wN/WriVd5Lhpilg1pTE+TuTbNX3mynvnwnpMcqQh9hvi1kyKOEczNnJ5XW5OzOkeeV9gml8G43p1SAxe0SKdmqYOTQJjrcOKTXW2yT5Dbb+klyrHzYywQf9DxY9/XBjoE2hfUubSLZ2WhzVEePT5YpXcI1ebInnrLj21sWh/6TEwtJd/bjVg1q0iYZS3ZSixbOOfvOzuTuw86Qe5X3oFBKyTyOheyJliVndP+h4yl3fkpzUwVW9iKWcWwIZR5Gj3wc4MIE6fZhpwEVIOol3GuUKbG2SB9bRnxBj/t5dlmiwJ6MRgTXjp9pxtA8mL0dI3NlucAAEAASURBVFYEDSyKGYX1CuWlB1q26QkVMM/DWCU/HVW+QRS6AmwJGNroBTCtHyGdMsVjSoGvjPVNHGUIxwzvkNqk1ANPZgbS2cBu24TIjEvWS2fXM7zhEJwRKsBBQYrnoOHHjtZhjlV+p7e8IqJCmKy+OcuFuEIvAF305nkjG79BjtKehXSug3ZQTVLrOnjVQbuUdrNCGWijnUM+BengpFu0w0xT5PTmYvXqOXuJ//Dd6g9f7q7+89/+TV6U3Gdd6dHDB1kH/8GTD1cff8Rs/NOPWL7xHrPBOPHo5bk4mM24enNAXANbNHxjX6LudOIAkkC+fySEe2e8dCRjeMmrpRZ8OArgvPHPIO0WXihKZrTzMplYU92qswOF67gN6ogz6vcyeJEGbm2ezneMNvzqgMrhG+hJN456ZseROTLTMdjdrQ+4iM9JjlOW7wwBhkc/CKUMrUs/FQhOeNHx6Zl3HePqC0BG0YSa20qe1aPMlJoz6iVeeYuzvQAX331urI7dE586ifOcmwb3f3ed+ytmE3251xdZ1TvrvMeTEn2qc5bVuOVjvk7L0qkiVnzFqQJfptqow/xehTw5CPtI2psVt+CruO2mLrajWU6y7YBgEhq357l9Us5r8FrftlfWRRF50DQ3QmSk7fEOUTuILDwrTkRVBWHI9bHqVeMTUfrqsKEll5b1ggx4goxfOIltsi3deSlOurmhI6CdrKCrzXJ542diy0rdEaIDIKqbQWCBDzt3lPnzyCoup98IY53ztKnMjog2Xye72qf6X24YI6K5bDlVFivZpf9yA3vgTDqzxmw2szpUV70ZwGLYT3fo+1cX9cVhdf4NdmDngLXxlLvae7m6RI8vuNH1xX/X0e/xlSF15a42/Klyjs5RODWaq/VO6OxTy9C4TKu4AOiwfzCvfVVe3vRSLbSTNPqzuq4TmzlBxUgxddv/HLHLlFNYo4+SsyV0ftHdAjAl0Vu4Edbe1wjltU/TnUQ54ybpVM8b4t5YnCF7lzzZdtpR95Hv9i510RFmIoN0xwMxHgy7ZhU6tAy0u9k4gULZ2pabFvusXCuLBBCHRs6V13i09+JKLUc8fgfxrYHklKFEnbleMra10Lsn7v/sZz9jQEJA3PFk5nEwr7Bq4FH1oWg6eJ3pUbgtRJkynk5nPtfGA/zufPx3BWnz2Qi3NFlVnUzhqqlVxi3BRIVKUG4CBd7BZ61EXaleFskhbODxdQItIuiQ2GVVyHKmha1UB0cL2poFKTYrw9Wg6yCR1h5tDkDBVGTtN3yPlKrKqFDSmpNBH7zq0Y0gCyOEm4Csw2UADswM3HWak4ecB0gMPPSc+dWREGP4NU5ayjvAj3QdhcwqZRQ2XTNnJgeFrU3klnqYQVjUpzmeylRpsAzDIDyZ1XciYVPWQver0BkIG1/aS899I+j6yFKkLf5h3Sd+hUdh68+LOZYsCitfU6eZ++BTAqTlBSAgWaZxwUz8+cvvVy+/+e3qC2dKyPblsPuPn6yefvqL1ScspXn60adsYfh+PgDlI0hXQtoyviTpOTPZOoORfRNSRubyBz/7+6XtGvV8NZU0ndMjZvZ1BLVNFxj1vdyAWGcYoWxmf8dMXNpaBiHhw+7oA7bOm4AM9tCPrgOTuoc2/QkbZ1mdSjAGr058HABS7FcOBNEf4CRgvvVKn4sjWPXIrBJVST7T9zsXla5KlPMNPqWMzql/4lIsM27iQ0fJXAvqii9XZVBmoN3lJkn6fiX34UMGKJfhuFMMe1Y78++Nh+vNr3gxT6f+Idt//uovfoVjf8oLrj+sXjNL78esLnHe+4ZKGsULzSXPXHszoPz3aAvbqz7TbX10uj1THzscFy3ZZrz027aqMMRXNEjKtUimAIa0jwlzuRACOFQGEuXUMoSJQDMyUR69oy2rLrOOhURwrNObSBNJjj/wQCOiZ4UnvJAktmWInemkJbtLoKkeM0DH+saoUKgr0h7HdBoEutAC9wJ0pG4BsngQd8GCiaw6aeKxEkrSU+adEfVF/OM0hLhRxDa1f+kYGmChdKOqmyRlLmujuqbZDtXXbId6Amayky6+u6Xe6rG47uvAddz09Sv6hTyJKs+KsA+skmMXGWwSuuoE+yW49tRp2je7L0l0QdeyM3+LiROJL8KSXePbg9KMZSVbIhzIYZqlTt8ZmAaScvoox/WCraqXchqpKcqVZ23BnjLiwnvZTMxiL/aQDbuNlD3UBqY8mty4B0s1Iw6ybaFJer4jqAPF2tCHUW+LedNwiePtB/qiM6Rd8MT2nAxn0Ntmyl/6b+RUxBzjnJRRe7j34kw9oNX9UXw+Ze2lMFlayIvM+qvxa230MGeZqkSdpTWyxCcMh38Jnka0EvgFvnhMpMCEKbQTWGXcvFyCbaJeh+bJ7odPPijBcFfjQCgVBaUD70xUBkaMu+cs0mf4zUwPsCqEL4RMIUpXFTat/IZiR0Fths07j/hJS6AxGLdgl1n/f8bDF+wP921qiFayJS+pbaqqKhmxk5UMvCo5jOsoQpWe/DCAMqQAktKRW10YbZnFzA2Y9DRxS412iTNSJIJ8U/TBS35wBIKaAaTCejZflqP8XgxnKKBxYASAFrD6EtWZTMOINoMBxrAt9cM06YA89IZcQizw1hkugnNUYNCpbJmZw9SJTGpciRdMyzQz7xPOwrukk3qQrPZbMamEEvrt2RKpo3wTT1ApYFSjlvqMHGHjd43r7BIxisiiMvYRXjr4SF87NYEQBloHIX8FlewQKb7kfdEDgxe2R+iBBR6jxNRQHjgKBP4neuXsKJeuZF6A9TrPDXVeSx6Wdc30NdukqWtnL8/YB/yH1Ze//Wr1fwPl3smPXUbDWvj3WULzPjbmAz544s4zD+4/wlCDByY12DqOOt7OWupQZ3kVj2m9sbRuMujMqTKTsXwMyjrrVPNniwTOSuEQu9dzll4BL4whMmIg99obAO1bp6trBtvDIH3Jei1Fb3i1cw4OPtrNp9RZLylOYXUQclMM7LW7GxhAlcFSes4eiY8+5F+ydbKH7uRaHuw3wvHnfJOSNjk30an7QveSk5ICBquto7l0q7MEOyY3VPfY5/7wCKyjftpw7bd8ffDkfPXZJ5+t/tW/+FerH148X337DTsMff/d6tl333JDwn7vrH+f7D+z8he8tJevyrLO386S8UIm1VHwOhsvHXcAiQNSAwCg5MOcfcgQXoArGVJHdFOZWxOr6gxp4RGfT2WQTcqW/IQUvA+vpyAikChf9TdF+QntFLdVK4QuUV0nnbw4emn1cGLRBM+pypBh2QISzeCQj4QwX1y1DkF4ZJVeVaECN6snFaxvdES94i+om1WrIbD/scWeJ6ogE7CuLYf0ItsohGWQ/RvlT17lC8PYDb9qeTmKpSNKInwIqEJ5sl7Apb2qoWLXw1Mg5p+RnYQqLf2iW6KY+ZYjybh22qdblqXF5ajKjHL2gcgJWPOlm6+j0icveXp0eXVKPnxzk+86Zd+1iQ6Iiz4YO4C+X10eZfZ2D6dw9wjbRdm9Qw7s1R7vlexfMsOufLE/9m1lYZCvjNvSiB6WtgAVPmNaA6lcq/8VvDIruZltXZVFyRL5p7wJhSfOoQALIZpbL4ZKjT+zQaRMtoU39kFtifVQpojCyzivyG1P24o93WdpIJ5cLQEcdRJ52tgPT4HeQypNKXFwpdUGj5Pegjv9AqA8+Qqv8syNFGXITFwclvfKNvXpqy+LqmFaa9u3nswBA7Brzd1bf59z2j1nsYCHdGWIv0+wTUqmtZ172e3YZmS150w7upFxhHJ+OVUsqS+xxHOmHBeyLFrHCrndDHMfqZzCk5bdBM21+tC6IOz0FDHpVaR8w63Fp8R9C6vQPbiZI5NvDq5WD3j0La8KyscJKsMlm9CfsYuDLz0549QNZuUcDC0AeAQhrj/nUIbobg6Vz2Z7JW0UW8YbU6epBonbKGSWiowOIF5Cw0pkipOl0lQpgQrOEh7pEEYSN2/AS2ccUZAtnbpxVOn513Y09Nm4sDdV1ZwKwromboIK7c5toI1rLpvHGznWgz87SA9MN2CWCdJbXm+JB2IALe8ddKTlvPYjpx6jrKA6W90WnlPPGIWlNID00rFh/A0UU1mvxaw9zE0DNEuqFHPKY6BbyrxxeJaXrNuzP44M0zTYbUwreSAyD36bhnnqQQZw2sl66bg72AtliEM4iptfOwyVsbMN7OM6eIHNSFEl80sy0kmereaXL8vRvlq9/uHr1X999tXqiuXwOrouGXnw4HGWz/zi879YPXryZPXRZ5+tnuLMO4PulpF45hk8nRlWJjoSJX8ce95Qck1m+EOv1ZOaYKiZoxi7cSNg7RzQnVU2pN7g23cHHB4HG9ppl/3ShCRzUVfS7TrKiwbW2XvLe52X1bg5CB7lAE9+bdazeR3MDy7wyUcCJ3mvtlKGVc++rrpbf2yCoxYjWbghOrgKmobvswPgZhCHoWGUgSFLaXYe5ubGm8I3LIFqu37Kut4zvrbrTLpbNrpVp2vkhfFDTB+8xxd2eTfhgF1ivJmKwwef17xUe5UDmqxP2GOLzOHzpS78RNayFCkrY47UasjH6x7M5HOShQ21CEpSeyp8Dvss+kFSIB3KVds4etRvlgMgFO5yKSALG2ESZdgrLQ+ulqd9iDrLg6FRkCryDWzzpbVI/f2BLwbeOXPELF38hdFUqMv0rh530biB8K0JUJSx29l+K4YZYG6T6LsO6xbEpQnKUMIjjHjJqPS/szxPugCccfuW9sl16hrEa3Run2V4Ll/rXYvcyWqHPrvny9ds7Xhw6HcDmGE+Aw4Hrp4m2zd9KZHdsbgJcPnGPn3Z5d0G26KUCrrqEkdsIslVt0UdqsjWX21UjzMoTrVrnbbCLxNtmpjft5GSVWBi86FnG2QPdtLt876EenDJUjb6tI60M9nWwjJVGwF1sllSw0z8RrcT6McF7ZdSghed5bxfEAzQVK6EPJEjmjHNNA9tJWf1JJPH3Ix5g/mG9nHtu/IvzmWxnPW8rEoZ8VhWmuYtw2THr9AJdEf55OvetD+jC9fVp6UVAkElT0ss63Ft/j6TNVdu4MCY4HtiJAXX1I/vQrCO7s6rMSW0DiORGlyotBXwGsNiJ/GFsJOT+8RRWgYmZ2oy++7MFk69Lz2VQpeRdGDKLA2wUR4FMUIZ5r7ifKcyduYdkluguj3608pPpTriuVkiWh23qE7xhl00VpKQZyUVwAQ24KJmwoyQRic+nytudsCCbjBDQinJxMXA0qfb0jt/y1n8A31XuQdAe7pdR5oJdKSOzzVYxznx3GXWsyNLX1S8rXx4cDTu8uFhHclUdkTkKU5dwEhkFs/ysZtlraLfGRSAUYcNfS2aQuWvHCjn/AZPxUkWiv/IB7BrDEGWCpg1q75XgavIlt9UUtR1Q91Fpe5hdm6WUvdZVsJ32xgPX/JhhBBIrckIgSHe/HrTrZw0iEL5lU3j/gHUxeo84ZRPIJjp4sEcYBqt2tnliEFih6+WXrFO9Hs+cPL973+z+ru//b/Cz31m4Z9+9rPVLz//NTvUPFx9yB7kD/jA0xGzIbj+w9nSkNdLoOFByjSN+4w7yaBd0sZoxLXx9fEmjWUtWxHcOuq8n/m+DvVxVtwtwao88qJ+4kjtJtEYGfXlpB1URuL1KMcdehm8HcC1h25j6YDuzcF4KVVZNxrKy4vla02n3K2Hbrt29L3uuJCW7yBPaT/5w662Fpi2dN6XZbqstjuz3gOnjvzhw0O+yIoT70SMQqYeroN3cuYKR/309UuepNDGpzg+tNERTvv9h/fBwG0p8ue+iy0oGQcuqCfeTs3cemNFy7WMczOjHGqgDP+pk/WyBqNOczXBzh91FEfLx3pUiZJJ8EQeo6dE5iV4lw15U+hYpSxDZ+CX9Db56Eg2CvN9AdfyoW+eDIUD6OEUboY4DSQ21Hp+8VW/6zl11ZUfNcTpoQpxsoqrm/S2YXmXtKZ0N+zg426gKXcpz8K/TqV0esh3cb+iPCb5TthIs/LmVYsYyZW2SjtdH39Dp5DTBe3iLih8PgknCrr8+ywu71xgK5xp3bvQOcdhd9LE/ky6S31dw37AxIIeX30YTr7Bm3Yu26L+ZO30eAqUrGJPpgCX2u0hGOGrcVqXHltvL/XTc2wL7Y36vI9tch93b0RUWV/s1B1DrWFDRrhGhopNuKh4HO4l/aqdVVbHPW6ALMFHvGyVFxBsT5hYl81ZXGbLwAjakMgc+5InRa784MmIT/q8+YFNztwIwSwPTuDHSSlutkhXC9Sn6Jt1R4+umEGITLx5sc1BYPurH8qpgozMPFRbcT0nDbg65SYAPDt80O6K92nEn8MCi7qsFfqJF7c67CpwOs8WxFEA7kLdZ6kFkschCOQ9GPeOqGfmdNadlXF5Tb1IonHX8Hl3jMip0PT4G+Fa0c1QfLShvZm/CX/X9Sb+zWvLVhoNOxDNjl7ldZnOt0E7bS5fhStdCMuu169SVX3TW1mAM8lAoU28E80hp5yEE9yO2fKb8quE6XUIqKPamCRUoekudDUZgW1wOwCpwRVDSodqWuKksHiaDzvqttD52/I6rfnp6z4HI3gn/ZQ+fHVYw2364E+YXlqhGU5A7nbs9HwTMghoHEjLf3X0QINnohkpAI8e247hlfzQppxBSdmsGsHNcvP1zF6VGr8QXNZ/cBuuw1oSpACxzgxddakxWUt5UjwjcSEPU8yfs3BITRPPkCe1rxsdkQSRp8KVtgU2PHDez2N3+rdrhjWObAGgAe5tFy1PalC7xOT51y/5UuuXq//4N/8nEwEn+VLrY/aFf8pLrB9/8jOW0ejAPybvmNkw9xY3YJDB7cCsgyy+5gcXsNoycMWneRp8HcwTDtdza5Pk2R133rCmXKPt7Ln8NS5RJA4d2ypysgyOmzO52gTzazcaZuUszp+0xJ8Dx9c0cTs4BId8ozObQVxlV5XzoC0QlTZPvLmkfIfM8NLnbT+XwjXW8D1wNM2pDLgM0T9QWQ8xxtqByPY/YB/IgPFz7/Bk9fgBmLkJOz9nX2vXr/Oyqvb99ekFOzw8i/0+f82+8N6s7bGunTX0F8xQsvkDH6JiRx5kfmgcc+82mYfg1WE6zD773HBRN4++AZE/OVIRrQu1h9+C8WxKdSxiVZ0qsvZLhspHnSBpN+WgbCIO9XqKWrZCEJnBo7ovTPSKuDKVRpxG7V3yTah+Fj0QB17QwoSHE0CrbXL1Y37kqY/0yNDVKakbMfJiWNApx2FllOPH0KCYDL5TWPIiP4Z3Lhz5zfBVh+ifguUQkxSWwfx+omHd7K+m2Q65KQ75uk46Dp3OmC7FG2eQUTbfRTbYbDrZ+huenVi0f+rA2Y72u+xAQ78+xNbYr7zh7lqXvoGHvp9+vWvZimfXLqaqUx9otbteuoCOYFtax9JOdlZCbrCJtjR/hDhT/l1+JEX1Etz9yOt95Yo9Usd1ef1WB/fXkYV8aukETD+YrpfUyCdzoJ0zqtiW9Oonjrt+EOmaXa8Uuy0eWsRmbNCFn93x/pL91/6Faw1JJIUsbftz7L4f0HK2XbtuHxWn1lbnXX+ErEwcvMGLdyczj/7KKkxELmmz8OUkjBM5Hj4l5Skk9GJfe5mjHIM37Qkfcr0ZTBXGkPNNkOT9MT9bHfZGWLSlWpR1OCNoO05rwgCOAmoDgT1gg/rDHY0+jUIRlTuzG3QYO42PvF1n6ktoznz5EZBCp2VNtUOnyJbSF5nio+J//G8Ldxsm80r05EK2ZDGlpIisBsrMu1jLc+FlWRF6OGAMHJ6LSGglLv5OS74KzKBDWqfLSJOPA2Wef4uywrxLiOjfAhjaA0Z6drY4wYOe7Wid/jHC8qZG/NHHlvuSqJXvMDGETICd6phyZS7jtIwy0piXzlhAh8IBvkIGB5PBG0eDzm/be5dtCOVS5rmNSLRNKvRZM2PwOszkavnTxtzczf4mXOtB1ynd0/TK9HctFO8MUFNd1RP7aNH3V5pmi8M+6iM+OdVshh5tHidFmKls1a4HKwfadkqd2bHvO1DGQDM45qNIh0GAXazzm0u2Ivzh5er3LKX5h7/7DzDiloQnzOA+Yk/4T1affPoZB078049XJ8zGnxzfy4y59kQXToOtMx5eaYuaPXF2lxsOnGXPr3E2df5P+HDUKRMIrsn2I0jm7fuI1PWvOtaTfIYwSjxxFiIYiFGjSR7KL7KhnAOIg7119qNV5sUZpWBuCkDptaHbw7jlXWMZPRr0Il+kNrVP00kb2B6z5jTO4FKm4LB8PcXk+pbQuMscLeHEUfqRl1kpf8B+8McnSBslcRb+NS+rKj9lfXZwSv9ypure6sUfvuarkr7fAA4G3wv4cfZr11ky330A1yFrhvMhE/KjZ7SB4Aa1aTn5UHpNKerPf/pw9pRHl+zUGXuss4f/IDIteh6cUtRSWd74W8KEo+CCP4Srf4jLf/myv7i0wJ29OrexZ3DvSnXiO5/DOHjnAtoh65C6QDxPSEJ3hvmjYjpFJewNNEUTzV2kLxhbpFYUuPAl/LJMA6YlaCrxvj2kn9wCKwZvr8o3WeLyBg9J0W4uf/QpUT0t4uNj46mRE4k+efEdGjw2dI4ba20HQj/0OwbRo+oDpumw+85N35CraxSHjragaNeTTC68jm4mksz0h2SZVmGbdDpvhuqUn36Wv2w4obMOGne1V2+d8nCZ1bn9Mn3DPrJOOXw36VuabE42No7UHzHQL+2qfuOh+glnew5MSarLxn8BMDJkBty8OOvSBtY/lzhp77Un3ng5Tly78wt/OuuOMo4J7jSzz8e2PPtej4ftBoLUMzDaI/68YVM2PnU9SLtjv72h5ybcySbQ3hq63ZcApTdhufim/qnnqKv1td1T9g7chbOlU1e3OOwN1GeBl/EqvO23G72+lCk3JRDPzkbpyF9f8yEWQpwjDLVrJV0/qSMfJ8i75TyCrDtZQABW1jaMA/BwdIe05KzoSiWg/P4JwxB0N85Mg4xObHJWucMiXsZpkRCYGVMXiXIIprLnr2CWjZuURjWdK6K9Fday2XoseLzuUDFxdGjZRdFI7Ly5TEPePEsn//ZIgrSdBbsrpMwNju4qUXk3+Snad5Zcts8CwZoMQaDcOsxghd9PO3fQuWt54RLQ8zQApX+mm29aEqHdxs46Jy5y4FwzuSzX+PvcPCzY6qwYQAWdx/YiGcGqho6Oy5DvsvqCZaaQFrZY8sQzWjwzTWREDzSyGKya5aoZCUpTjr65aN/AgiOPFikjTtzf6sfDMdVQO5tVWuHyBBw9lpeXPOjP/DlYHsTR5iufD47iCF5dsrc4W0v+F3ak+bv/8O+y+8nxg0erpx9/yjKav2RryafsEc9uNDjgR4fMjLGsQ6Mtj87ga0MczM9P2SccxlwK85pZ4jPsTNasYqD9BLr66sSBs8bKomWvvOQxTi/6rRNp6PbPhc1te0NJJ97gIKBUa+auypjugG9a6s11Zt3BL7w4wzc8dLwGOgcTH9dXuZZ32tmylpNeZD9zbvq20Omem49NuC7Z2HIDFqfE9iWVww8zPeSAgVxfnlyytWe1zRvkfea+8Kf1dVbt+w4OOkvaaenqP8pfedq36oaZXT2YLVZ10wY4fC6tsm4JTvpw5KpYSHLJgyg8Fb/1Oy7MCFz0nnEl4wvt7ZIdnQd64iTvyHLIreQ7iqfOFW+YWuamRnOARyoTb8Q3g7P7QQ2Q50EGsKmGiyJikwN7RjkucuqLmXnSIM2iNsqE8qL8zeiQSjIK+02YGzgntOrKuFgi2kRh3lyxzdzbrzdw9sx6VbH6Unie+JFM2RSllz/a1HdzpvaBWnoWcFnnTv92GcU5T/3URx14tzvVidOZk6ZLYtRF+7s3+d582/fUMR06l0XtuwYeXH59ODwB62TEm+xEVFVUXVrvch7XeRK9VocCi38cmCqf0sAFfyd1uULeqVvOllJm660poDbaHqiMarLLPsANdQRdkxsu6YjVdE3JxIHxcUVUeW+GtAfJztmaX2x6tm+MPkK8bmIAzNab1XZruELKllvyX327f8MJjrtOuxMAvqNg3UoP1At6JXV0R6xX3Jwdvz7j6e0FkwTYEMoIeemTViejfMHWFOhmIkoZaW/fMIGTtJJXdNKxfhwRTTMOXGjnTCJnw5p9VSDmmzfyreOITmfLdWgZel1190brRtAY3AxNvBq7ydyEUyE6CNtBxejQuBy8ZMVt4e6xdswBrTt8ZuDpFHYojawzVn1nW0Z34IaVmLaseRYfootCbucxj1QHL0u45ql57LPpXYsIOEovlfnxl7DL8omrnEnPb8VHs0T48m2LdDWqdQJXP2aEInBE+bGT2RVTbBhQceSg6lE48mN0Amdc+Viq8wu7A0AHsRq84zamUolzhkj2rT8+rvLxkcGBLGVH2xu/GYrnTpfu1rCt6ADcjncrlhuJqa+6Zz0jGUAmWlMketSFFXfJRR1Depa1iRGwJWpArrJ5S5/6R5Z28IqNZfNV9/SNNOTNyndf0XB2aKipS00RWGjmw5CQ1Q+q7FwfZea7ARaddq8ZzrdQ3gB00DDpBDof464fc1+mNhOYcWsHn8DksaWCApkc7DF7Gs2jv8XQQStOdBgADH5w2TgDHJwaUpxrBsTQUHkxyE7Gx+zzIuTLC77w+f23rIP/m6Q5W/7kw49YRvMJjvxnqw/YF96dae6zFnuXr4N6O5DZFF6G7Jst17m7Bn7FTglsLRGZ+DIrJhrW4TzEq5LW7wrH0Wpl1l7bIb+Esl86nRZRFuNJjCKA93ybEdhoyChjOe1XHEjiaRNg4yToFOTmhnzwtY5PTqbyGrYrsmsdjgDFPIcua0rHi8eq1wxZsQmGy6It3zgxo19bZ1vaulQTc7ZO/CiuXZe44MDvsqRdKWLMh6N0yQe0Xmbd6ZVPNJC7judzdqXx/Y5HfITriHJuM8dGmSyhkb+iVC+Eo1vOhHnolEkMmuEXMrJgUN8olmv5Ews+ec5myaQzoS37zE5bNx0HdDcypl3E27hDB4zSiG21rv6BB2VKXApxfuTFskJz7naSI1kWLvIfZxOrPUae+MI38OhA2/Dc2FC70l3X6moVvJEZumZxK0zKbSHtRbb1yGF8XHcZSzc/87lkQXVSoD7CJ6TygKfZPJE/Lqy+tkBZjGPJW2QbDMAFMedxLV3bwX4VHqipjpKOU6oIXGBhQd2ILJQHsvMLnvWnvNUTnG54ager0sqPqKf63qBjB8BlefGJ3FrUTbU3yTjsOINONFrfLKniSZyTC74o6RaQ6q3O/OUVT/Hi+Fe72H4i9G8OJZO+lt+3hWAZYAPlQq43SzuWKlcnLhBCRG/fUGMqlDzNsF6+qJlaU+aauu3yoqkvmaes8vfFU+RjqBoV/vCS1JJZ1UW5R4IFHyDK0g51w0df0XwmvfqFLE4hBOQJ8hyOg3UQdyyQx9i8elmYhoJDn9CBgWzHCFoPMC0Q++uT8YLvUNzj/akDlt/5waYjvqZt2/heC0MLUlA68J1feQIHR3SJRGFrQqa0KyLlR/hKKb7UU4N6Gz6HwhZc2Ev+8mep/8ZzbRXgp0PDiMH4Foe9QTmHaDGSVCvzljATeAsg2XbODs62+OGDDn5o2EemEQDM1pIaOhzG0sO7XB9P2SGT52zMEFoERvw2XoS7Lc82t5PZZGshAl1LmS6ExEYleFpUoxLTACJunDOEfPRV80RS0nL2Zy0M7ZxKzZliX0I3X6qk6S3LucR67B2ad01uS1rrmKA3+G7n87b8EnPLZRNq/bpxmrqMr1V6vch8NYRTlJA5nbklH1wRUHXCLtQ0Jr3qjHFeyiuP8cBhmZL36PTouB2+cNSAZHEHYhL9TyhaJdESnXExVSiDR5EJV6dTC41YBDnDj2KVXGinpKm+I2Wtfuiof113QfK5eukO+Fklod0XZIonxk05wFNu5MjXmIVD4s5cua2jhl0jXE+BRFxMhoYGkzK1ZjdWtejYf1B/TDG7HQADvssXz1ZfPP9m9Zv/9LfM+h6vDnkR8h4vxT9h6czPf/n56pOf/YKdaVhGc/JgWpJyxsyLcrf9XNrBKBBcDsLWxxbkxCE3XCWNBGTg9njhlrQ8TeHCwTxORsutik361fApyI800IrYv9CDkaRlsJNiLa1RPpGDjsCwlU1T+LSbfPK3DJbzrxyP/4+4N+2y4zjSNC+QCxIbQQAkuEnV1ef0L5ie//+5P/TUdJ8+NX1KKpVqWl0SJUokQQJIZCIzMc/zmluE35s3AVBLjWfGDV/MbXNzdwsPj4hRNuBCz8lP+VFCcMyVp7hiqKOtYDrVsZFEyi5C0Xxl43C18vgOYzjxew/Y046zfoneL9h/6tj9ijuqp69/v3nhO/zv3sN5YC9t3jymZsBB/ziHuB9S8T3Ndzjcl5pxdtAJfWVVFxw0RHjzHDnJy0QPPtvbILerzMaHHqs4v7a3U/4yXI8ySYio/8S2HjCnNzIFeUh59EzU5HvCYHOBCg7wSFPZ1Y4486dDOuxxqfBXj0ivaG6jVt5W6rbc5bxbPmA+QG5xZ9FDWW2sHNsUd1OlBUBxKgWPXujLnouHqiHcvrDQSTutsELXVj1WNHHYlwcSIeI2jNgbY8Elb9IzaHu32NfOSFLjX1pnCK1NjpB6bQRk7+eqof82Z8eEjMeOebQrlyX5uJS85NWaNFkeOI1MrJe84Q08kQeIKGY/191kq1QBRldUx04cS/O4BTRj085Z0OrgCnnPB/LosS9Eh47TgQlywFrH1NFZTz9ETsb2cx6C967K6SvkePuC9rvKszMlk6/51TqkZR9zXB6zbouJYGUnFAz5Y2vIE5AmTcJ09dEBSrqD+anOOTSQ17EVSRbuG3br3H3M2sj1boddzpqhYJHkVsYW7mJpzlph11iVi8mwnV+5KihKshwmqwFx2nmQ5DarYnfsBHehJn8cGqBXzXHcmdjywCsDfK2a4OATD06ELvVUs8RwwkX9JA3qnCdjmkA+INoSeV6lrNzROA0S6TvRsINEZ5skviYrtqSnwUbs5jem6EeDpNGd79NhTKOvmshmvKPiwKdqO3RU7MYX2g2wdd7hbypbeJt4nhkWdxw5O+RUb44mn58VF3Hw3QTfvKd7BY6c+p/RBkf0FR6qVttHnStvF6aRRCRBUFxO3QoUuHprcPXD+u3U1iprtUcAuk4GEG2VIOKKBMRxbOnD5DQ/BVQ8BjB8kHbw6myTxcqN+krdQrBGjTUbU24c2fBX+u9WkCdXv9LvIO4Fts6uIdtAWNmRr8FK9FErYMKMwVPnVd1lACZ76EA4V4AitzxBKy8qBPbWJXvGTy94BeFz3kbz280//Y9/gOARbz55xEOs7oH/YvPs8882X375FXvjH3F7m615rLpcMp7Uip2qQu/yFrW14iQvMe3fPM6eMkbQnjgmjlFlh8omiKukylKhbChCUOSq3Io7NhG5xjgFch3zvhDwtZiO1IVffPLCSTj06jgnjujE0ni1iBZjqXrWCj507yvrlCN0e2ykfvEo5BpWLiuvJFjLHXv9yx22sFUOuw+pSj8rlHF6GMeRAzcevbGn1Dse8O4F0w+nrwBnnOaVwW5P8DPyd9j6dMgbaS5ZuT9H76+hI9dZW2ami+qVjxBnPZEydUBjbp7l34kxfGqDHvJsYZVaM7JnH6tzSykXUB0y4faEdMKBox3TCTZOg/YSJgqHNhQ72oNuO6u07G+ZSaSt9pL3cfFWfBbsdv1OWSZtz/PR5eRS7FEcrvkVm3Pn+C7cu9I316smsC3gYYhhOyVjoBzZxV9QaW3WKTjPjjOseVNj7W8aiO1uEMbDPuWRODrU/oKywNArEeqUmQBvXTJq+9ZoOSrI4+ERq+vc/Q8uxwsEsB/6xdTIENoAtwDi2olPycHB3+AEEWWUT0POFQ3PPW55F1NnVl3muRQdSsYRx2vvMFKxZBl1g+zGHzVnWwjch9UdP0U1+kE3umeOjD8jLrRwYkpNKjZ4IkN5OQUp9BYFS9v20DYca+pZSVfelekIOTPGSxOOrJbvCeVibyCWf2QWdb6mnWx5kp8UEdeuyKMDZXzRgIIj9zcKcPpt9vaNsxPYTnQQhFOQM3Z3egcsyYJZSgI6tFbMrpWLiTVtpQwGIZRU8EQFgqV32AgqdzuIq/bAV34Zm3k673agodQx0thZfVgsircjqtX8o0gM0Ida22kvp37cGgUuE17zAjlpa8Refxov2vIhQnho2uZQrxteiPA9zqYN5vFbcc5VPwqoMqOEgqv47m/KxqAgLlG22oJdvaCL5A9axbcGhRHBc8rSjxyC+MOYwzvEFtdJoMHPKjfGbD6hroBtwdJNMnd+emtM6cION66ogdPWhi8B7cJp9ew/oy3Mqa8kmivbK0zllJ7MtX7jsiwyDaAZ9wzTdhQb9GESZZ1IFM8DCaehispoHZiv7lawESNnZM662wIDRzm5DCTYafGp/Utpi1pQBV3b8mR3s3wzrSXfGQcM/tVFQXOB5M1jSoGCp65XZwFs365T5wUurFb7CyKNAbHgiSwQctVU/pTZ2/zN6zouFB77m2URdajCW52xXTJtQ8vaAY6fBv7ZPlAnMGy3YBI9QFfi9Pspl7yV4Oz5N5tff//N5l/+J591ot3v3r3PNyY+2nz08ZPNV//h7zdf/Pw/bB5/+snmIa+ZPOZBV8eevAZwENZeepSyL9SY1XKX9M1/eBvtab0OmaRGlapvSdmAde037pddgrCjumPW3Ea3fZMBf9Jy5cpJ1VD6rcmj0+ELe/CMS8yDn9xCBl+/dtIHYQMjD8o22jPjFPRnGUJkodOpols6ctRcZfaizQ8qXTGJibe/KYDnvrl9jDPPnxS8y+J2ojc8BHjA1sgDbl8fP7i/+YT39DvZZnwA8pJxzlfR+XxCfReE67G0tW/h4TV94Mu2rMjg+ABe2dR++MvdCeTMXSovVMjXRpX1Ds8/+ApTL67zMJuugjqxfgLKtkKHxLUK8zofahq3OWR5lG6hVZysoIG64Qfc+WtVjnMcGOKZ3xa6TXsHl3XCo+UmZGYbtvqhxcoJjAzPYcgyZ/01490meZXsbPvwg5DLIdzyZz7/WEPysiiHndW2PbTmxEh5XUCWc6585bzVlpjyAawzysGmvtVr+rekk9Yuo566WVADD+MO9kYf9K0iF1ys5UFK6HpfZnPL52BUJb8pm3Qa/VY6MCWIwvxNgs3tCnLshX6jLaqcpb8PqvLq2HPFGK1f0D6W+cpqPzaEZ/Ii26hbjSHedwVqqh/qxsEF3GvccOO8xv/c04K/BjfaCLwKwhji37WAjcZ629Z9Y4ROcxznkjk24v446kv/Dd/0kEaP4zrcr0+5KPEtNr5kgrryJmk/yFXfolCX2guoObJwMHQrj3YVt+1JSzpwTPB3PpL5F/0w8kNA7vaEUvBaqFEb1pw9lf6GWTWxTwRigJVOI8OeKzpOZ0sgevcty/EEDTVbapjUdeBVrmkfIHF/fBuy1ScMhQqh43zykIIDvOXVeKwIuQI2BxVECwqzdUHUSDUWQTjHXmM8wpPLv1sQEh3wkW3Gb7wbITAa7buDsqU9hRQ9NP89wkzHeJON46rwBI19DuF1yje9BKqU9pacyGJeS7Q6RDWhL/UBMJ6+neoTXtPqZaIlbE3ypa/qioCVV1ZlKxt7YwvtndI4sRAs/RTnDqxK0XVm3c2cdrkoV5jRvuJQz4Oe9YK3FT/yPc04hV/wViKQK/4kVX6Go+QTTx0VI7bRnuJtcuFlJBb8lNuX5yCc5Q6o3Q6JWxe8NejquLpvUXuHCpOJ3CTE97NuTeS6p8UH0BiYt36Dmo//vH7FLVJW4b/5+t82v/rF/8NExcPwJydso3m2+Y//8T9tPn32xeaTZ59uHj15jHPvdg1WhUMV2kNmdRoe1EbkI8VZ3iIzxFoPGcjhx1BvVKIMPMvgAH9YWiZKWy4r4cjWq4FBBHjpB8lwuA36OMK2jjM+AjyPOalDXtf17Gt3dVrzIRWc/dSH7mo1Qf/en5KbxX+clw7iT2idSI+xtWHrwcmCUUNxxpHBD48c4qwLe3zvcnPv0aPNI97Lf+XqGG/08bXAblNwe8Jrn3PgoVb3IB95wcFFwQVjuLi1lchDm9rHxK/Rtvzq0lV92XN7lmkvXu7Q/nfYwiMcl3ilC9FZXxTEDeNUiZHezetC+UjXQNdWFJeoPijsQ6pu67/kEW9CyfxBeLuGYsHfwpGoPpi5n0KpYNV3LgJNKgfptAkybF3MfyjqFj34aoyLesznWHB70Zh0+Tm5WCOj7KHK2jZLHwNhToVsoAwes5cwdLikicy4YmRz4U+IFy8yPmQZPDMobOnrnSgVHAQla+PRIs2v9HzOnDTNbQfsZsi+/bRVqlz7aT0XnRWngNGFDU9IX+TuXuSKMYi0+qV6cuyS9AHOcm13GePqqB8kVMldsNS33LFfPCm98acuEhyXreN452Qhr0XfsfwNiwC1BcG+BF7KiszYjo2vWM449Ciw6zn+XHCBn8XS9ie1Nwqj5VL/NbtRB+qjdQHGhOirYiNn6HCkLD88YZ+4jBQRGncw1k5pBiwFi1YcgFTQPg1dz2tGFupEHCAa15xf8X01rkOtOQXftcSdOIIZNCbZ1hh6sNCdf7vsjS9+ak+8D7e6P35cebvXkv1qeZWWDaCOwBectAapXOs46TmxFuVBN7oqLqMVsquk8tRf6YBfeY0+gRxA5biF9WE8VW+IlYLgNZuIA17OJDUUjaFxFcjQi4lREJJWArZxydMM2fmBCPHie0uW4Nz9oQY2U8HzirdyR9lCYM4t+DCV7AJqfuWvsRlrFNJa48aqUxiLPji34zpcPEDsmOAocCAMYG/2XFnI1bpgUl1D4bXtjRn63Bqu3N3f2M/IXDtoZTRfS/5AmdMUn/lY8Zsr75wrmiL1lb3YK3trFWtM+UWXjCmvNbzwFCr8LExUK1je1fq8Rcgqrdjdgn3pGQlMZoDjwrj0h/utssDnhXc7sLR4VkgLnStfpQgH1Ayh4ImjSl1XnhyYD1iwcHXuEif+d//yA6+U/OfNIR+H80H4R0+fbj5nlfezzz7nDSgfbz5+8snm0eMnmzus0B+yomvba+bqUHb9GFKsxLEi7GEfxjWj5GCDwIcveOi7UcUvZfJEwge96o6ZbccRp7PohCZw6sF3DNdaz9CPDiHw6soVQEPqi1XEhNRDZvnpMS2TpX1hhKUOaeNLmKIUJDvlxE1F5gZOccE4ploaS9GpDnzZDaLA09AX/N/GeYZ54JmceHm7mLO3WXkZn30o2bsfPr/k2e01l77OEyf8JQ+Y+UCgF1pn7pmnzPbxnHEcrOrPtq/vpsEXNHX66zWTfDQngnjXAlzG5RUk0XsaunRPSYLboaThu6OXrTmUqAuP/i3Eydj6CY0lp2qstRtLW89AF6MblQCpNoKJRmZ54lO9vrBVn7R1MEc+qa1wjWJhSUjbLCG1RtzKHbp8pKVvyLnh+jw0QpXCNn7RbeRQxyOkz0Jbnqo28ZhGcdxjadVYZVgxdC3KyBS+DuMeXa5fI+KuiY6EJUfLte3lzS1S5roAUDrpszWNF+PVHhX3d2SPDCG7r9kOzYM4Kr7CG5OL+k0vGoXmNlxBBCw4THukb1EpslbxwFblqdeVOcfnUyfpFnXBG3tY2QiW9MkFUyGWRmEtemEuDAptpPpRcV3pxEcblN05JqyhtpJGs2umMW2CU2AbVSBMTPlznKIMQ9E9Cf7lOeMBkTxom8xhBzDUImUXhuP4Yi8gJu2ivW+awWeHpfIbxWcYp8Qrw8w1GQGm5IdGD7/84lkGPm89ZjAcA6GDpHvBu1PIQTHjlZAGPdOXk5mb95PfNeqq0YZ8c/1tCDTVoaOwIUxPjM1/n5tun63u7aCDO3VrOOjE5USA/H0x46STd0kPPXibJHvlbUhlJz9bZGgJzSmvgRJNJtHSjWh1EjIQqUBC/VowDjMLMJFc7dnzzEMy98gZqhMkknRW1QKTZPAO+8qN5xo8V+2pDzuJ53yGd+BcuseMKx1E+Va60Wf1siI4/bYjomw1MRZd0wvfJPJgT+oVMcuL8WQCbL76rD/jdXgizmRZNdFzKppd8ANDLqqEDTgE5navKlUWeJDJQ9mKscGt+epLIBGNYN56MWBmJFjnN3IWeS1VgSNs8WH7EmZY00tbGJ/qalO7ITk0eOPtti8c2zq5VndhSyyVWAantrdMnJbXgeoTQi86X/mPrsJQwbz/t/Gi45Yz9Zkk6V8G5aiHa6EDveyF5+wq8wF9MU4hrNeDouIpnXnWNkQXnbgFgsThWGVx4BUGBW+OuDg7xPHCA9ycvzzf/O7l95uv//f/Ww+r4gCf3Lu3+fjRE95E8xlvpPl889XP/27zlFdM+sVP35DiwO2nvuEGosW7lPMAbjhQDgJwaWvbS9L81iRuKXF1wNca3eIRuZMLX8prBaJDotRWwiFwZAtSSm4KOui5czQAMsaJwwAN/3w3c7WteSlJmeNqFkCAC7ee4XeND9ilEvC5dgBm8SBAQj1DFoqwMSc+V7zFbTs5YkgfLrKNKXcmqJ93+KNjubWOK+v1NulNXvvp+/r/z+PDzfMffsir+17xhohTttrk4UHec+8LMOKww/Nt9Qwu2812P6JetiWRl3fEU+BoLQ/C5U01nqOq4l8eU9fP3APpg7VZSVchHj8lxBDBn3roi3Md6BiaWYkGX2lbDTWJisvt0Bww1Ak+TVGHFFhYbrbmc5V5F0qZ0Dfw/Cdkrqoov11ryajIoLPmWjktGKLFl5jXMCxmyRCz5Z71M+yz+QsqYuSt15TNB+coqGsu6EbEfA7BxEvb1V2rqhYglCIKwdRTQp/lQ9vUD6A/aAtl64M/RPSuTu7sqAMn4br5VXj47fmhMgYh8OeiKeSq7dSXpR0GJ6vSwuSQg0JttuEzXowKjttu48j40AAKJ5+ktdFcIA98pb/SdcDgzb/0O+poy3mbTAxwIBSdOopBqZN0iMF66chEFlkAy3NIIh+H+BMPn5Ubg0MVQUVx2aAr4WXHIUWqg7ZgXuFaciO3+XLUR/oCmZVGJvVP+ZB6VKZSxKOMc8MGJobX46Hl5ro7g+ZmzeDiEB0lx74r7qEnGRmh6I00p2g5um6IDzsffv7Fp1lJ9paje71duXDFytumfljgtZ+BzftKuR3tsn9EgSmNczgaJaksydDK5Iex8LeFimFJYuhwYa/TE/kFljwdAlde4jBbnc5eq+91q92JZnnNpFaWlT6044BOgwqlJnRY7ciSy8FVemvIps2/GaMD2Q8qFIPpjGQ4HmTCW8ob7i8/SyP9DxqzDlbMYXBNfkAsHS6Slj6ssh/3DrKhh53cpe4H4Uhl9Wfnqk5Uem05froSV7q2a3X+mccadgdeGyutbbMavx5WfJTtsNN1hEnbCHKDk77gSdsVna4/U13g5syOw2M4Dq87/IY3yrF3S2qArNUXjSY2DMw2/h0cTWfrTN1FbrVnAudZOeHDbpMVnyG39PMgK05aeMWpzsNgIMlnx11yH2R9pZs6yHt2yczFh7Ix8C58Sm5hMxgpX22VUp6LEQ8zMCu4t3jI7PTHs82L7/64+V+//if4Y1WWbRQfffyIh1l/tvnqZz/jgdYvNo/5UusDHmi9c+JeeLZYeGGQycW2hCQeb43jyA+fkZsCV2iUd3nrh7D8lb4LTJ7StsphAtnjHDqhxObMHGHHcejsPot30UVnjrN9hmEsrDVceObH/brekXBctP58WD04lSfVq9wEscwZdXEwyQVc2oo6jqd9ITazrxN/AE86067AqzXDbWzBC6XNXZ0q7AKmP3r88eYZi1AvXrxg18zLOO1+GMePWLl9SPxx3BynHZdtFPIP2b+ew3Jw+Q5uP6IiPELBvfJKdchklKra4BE8Ce/Vo3XfcAfXO6/trMVJXI3Nmu8OQ6/l8Kw6XCpBN88HqOfoVhaJkP/uEAEKZNBAnArWTVyrey+iUenDT+FPHg3ReUXVbP2VHTQ7VVq/H8JN5kbHKHFz6PSLK2nlwX74qXGMMvP7aFrhsROB1iHDEu3C2Eu51OJipNJ+wFGhz8C1jBbM8STliH4wimZ6lnRfNr+GM+SAbThdeC2e6YP2Rep8aHCVeMtRp6K4Wkfy1Bfx0vfIoiOMXNEH9AlXeVeqxQ8yiZ9DOj4XopwlfvVW73x5QZ4LYsaqRfahQ2GbrudcvNMvS7PFzzzmyEHg0y+7vGgW7rVNhM1i89zmYa5gwgL0c+YnOndFasi00KJO0eSOrLJSJ3OSbZF65PEnHs1N7MYd24Mjv9EMMXXkiboVC+6KjhGOglqAqlxpH971XcU4mycnfuzkbgYcG05D9QMDOvJ+FfCcjfp5lSIrGm7ahy1gdGIdWuWw9vo4WZbCJELDZFJKrKjyu7K4ZH14pKULnu1qKmgqXgpjmGkg+Ig2l6KtyFy3jNMGGiBEMnHYk0bmMQOzBDVUG6y30Hi3IgZup7bR0ZYasPV8G4XXOqnHOR8W8CxastNUTuqkJOMqScFb6tWzdQrBwhsl8QIk0w4OdGJcA4jmCe16HZ4VCKIZjPRAIz0np61AnrmGXuUxHr6MjNDtHroDvvME0c0IyQEfHYt2yiwqA+DPOFW7UVF5sc3i0cGqkJVOtuWbeXwfSW131cYKLY5FjAjRklRnXSHfH2t+7OfdVzJ0IYQ0bMtrgbym33VmmNaL59JBIUlaR5HKhV3dzDyLuErEF3jKLx2kKMqDoNYl3hrQlpvezMMcj76oV7IW5+FLRkAsFxUVMZhj8+T6oQtHVMuVmP/eEjMyhxyuQomF6vkSnuMvuDSMhMIbTAOf2ZY27765xBxXyK/80hPBxeLcqpUV3gn//A+nm+/+8PvNP/63/8oK7Z3No48ebR6wCv8Z74T/7Muf4UA+zRYNt9Lcv/8RtQ/imNqRfU+0/Ku8vAeaPB+izHhh0ehgpSukRSFZfeRd5s3j2D2StnAlrFfz99kAlIa+17N510OtwNeDe6UPVSerHaSvg+GYqNMa55J0/jSM6K2hqx1M1R3DkS/YCLdtI8fWLSpVWE4+esHxdttR0A+9Zb8/q9sHh+hHB542uOuFFO2QB4e5CHD+On19mvmrxujV2VK33jl1bntL3fBAO8insrnfVUfe8S8XKrFMeAEm9kl7ehHhCr4s6azEYQGvfN7UDkPsOlExqujzTmHkJa8uPKWtLqRWejZme8xH9SvKUyicui14Ijuh6o7bkcjpivJ8ybQDvptM55fQXyFEjsE2KNVx23qdi07JqhdiuW6STqw2wGFu/S/tFDyWcThe6N8YNxSucSbtXN604sSiClfEpdGIg0MnVhz+W8e6sWEilTKyBG0os2D6+MiOnq07xoIFmkgZELWs99OD/HjIdbV9IuOnbUFbNy53LlCwcKDDrVyhrx2X834RJYpxX6j84nXgDgrsjvri0Be0vP5q/Fj5MrfK3UuecQI06lVsCUHLj7g6N3kzwBqvdtUuvNiwz1PGkZaKLEmiH9ubsswXYE770Mecc6BVofSTmUk48l3MyUOp9EffpFNb90rfuVsTc2kGB9/ik/+cLHtfaJg6Hz7gwxXFew1iEQxCWT1mENNhP+U9lue+aQUjd+Xdw0++ymQ9vIlzz9ft/FR1OapKH9NEFTXphcPhvL+PxQ8tb1E+FD5wxdreKvvwVcct8DJs9V2QMULjXoGD10HbUFezdEEcgVz8xHFHv0wotSfeuEZCJY5ywEv/dBdwkR8SZZYmDSHbTscor8Yj0elERoWqhuGlMLRi/qO4OjI5pDuuQff+2VHdrELPObw0uilf2HQuaBXX5mwHqw3SKUicn2ZvG/ovTM2EBqputwxK6Zx/Po1Wd7eNmIZatmSs3D3MvI8aZc11AABAAElEQVR0qqwYW3d9fl/13XJlb1vuc8Nk9aETOTu5l0Ukqa4QNPqTgTi42q93GmJRAeufXGjEwe6cm8/qr7exGJdyXqMF5pZ11p5OlGGxMYFGiFxdCb6C27JhYIzD9LuGrooBt1zgBDDvGqRlHEKkrxh3Es8EM3h2sjt7vfnum9eb7//4zeY3v/4V0PDKqtJ9nMcvcN4/Y7vGM7bQuCf+KQ78IW9DEac83TnkmxNMlK7QlmmyvYJC9eudvUym8kdeJo2qyS8Z8sPheBMnGprFrbAFP8vUcet0XNQdzNNZF8euntt2hMn4xjh2y4+rhJLSEEMAPyjjeFhOb9medYrfgC24w6M0LYenwtF1koreLdPhngMjamjkgiHWoyOg3llNd9WbwLecMp85l2UOw/F3fnP7is66C1Pff/ddPl1/587JuNArvDAMPr6gy6Qs6Tc8N5Cv6JLvRauhbvmnaYY+1ZplOiDvCpQzJw43peoofhwFDZXWJ+60acoiHTv1YJ8tGuiJdo+zCoAwCdHju6k36PYZeuJJ/QXbNsi1lHTeBbt0ums192fIg5YiTpnxv/AnfymrfOdb5ywZz19FaQvroCfyPVKurqKvmptLTsEsR5etsoA3B57pg8JIAXqZx+MEhiL5FlneQUSNrPMYI8jayqVOeKAq1AegEB3fg6bRve8MmpUlcTp2zv1nptNxrUp9ls3ZJzussc7hTOYEUhlLsTUcrfyzH/Hr4Bb7horKIOnFUOWLDNiRzkP8tNUWD4IEm7grVD9YU8bkyZZhQKWt1OWkzxGNLQGXvhOegMr8MuxAJPU/kJuA15IG/rUlnHWy48/FzBkXlYtj2WIF/EAlZ6KsX9FNbA0iOyehO3g3mddrGfrJ2S6SAfdu+QnXYz5y0V8HU3gN3rTxclLfbl7xztyX7Bc802n3iVvCFSOcg+Q5g2KcgtGyTnTKpA6XDkNya8XW1acRnABWw5PXIUQaoqH+grOKQ3PbypsVRbnooTvzu0ux+HJPYzV4tYW/JUsMhLsZdVHEFZlbjMbgcSuGVeldGqP94QHdywh82KFUg61nufnmyahxy5IcsJQkQKHKwpwQ1rfD8F8Mm8NRZZZvB/MXwO2ikbKjqIvSxwob3vfWeHfm0t6AZctE02kjenf1v3rpwg+iqWdD7LuiW78F27pUF6s+FsAutnQ29AWgIk037TzKOm8L9B04hLNObBHb6/QiSHKu/8x0ovYGgfeSqNp8yZ5k6rz53HpLbVeyB1If5Mm4noFxj65A4sB/TU/Qc6AXb9piqFpbpKelzwEx6ip3MSj8LT3jwVBN8sXpTKPfbV42XHVzN8qqwVUToSVecDuW1X7pq83Lb19tfvnd7ze/+Mf/i/c339k84CusD3nP+DM+6PTlz77iw07PNk/5WusD3oziu8qPDu7kfAlPF44RaU/uFtnbyUtbjHPdeZCJGpcdT7J6WCymbXzuxddZllMLg4Ab5jad41tlwaPjmCrw4hk+xrnrqStpx3nkPSveAr/iTqyvjRReHQnbR2Hzl7bIYFY5gIDbSZsI+cLrENuOOklFo8ZqaVruIpHPdZRDMIQrdMuvX9I+wRk3uIiSN4Mxh7kN1Ge3vCh6lc/V+4GVTRao3BLqXdQjDl81eZvjgIeRb7NVxjlsN8hyzJaC4gJ95I80ZZn3YivaY+epAVYwY7vKQD6FkYV99bfGXRNr1wp4NKEUwSxNbTL4sYE6U0wejVFnosIHh3jeE2yrv3rIfC7t99N/H+3wh+DuHU/fHroI5kafyUz5xxH5jTdAUblujyuHhY9faBn3KM2MvhaAoVXsL89k5c7HDRLYfQeGfXSTF5unPgOhY5H2YMv9RQGm7U/i0e7mUHY5ciiTh/RXznRhtqJxsQsf2rXjJJJTPtnHDr4Zt3HRidOtZVlMYE3z1rk4wo0Q2Gzj81zx9CPyu+iavgbeXX1mjBuVumxtUdBPoWS1LypE0e7YBJaosPZJcTZe+619LDdKOTMrleMOEsdsc2o+cW4gc8f2RDz7RKhYjO8MhxIVSJ6LWY1T5Die2cPnniS3yzBAAJQv1eUWYk0gd06O0yBZicdZP2fQ84lbcbp68fIlt4y//37zox/BkAAWopGEqmfbbYTSc4CQhAJmvcBRwb1PzWMi1hkN0/VzljBhnCqx82tZyicFJgq+ffWqYQvJtfhUIbdxBi36XYjUrR2bwkAmt2411tx2Y/Yr573O6tgVNh92Nd9mKGNK5fqJejQMkqBVl9FH+MhPFUSSFMZ4jMl72naomCxzo0bptPQamzcAwy+/FSvcMUCIFmbxVRB3IChzIG3Vzg6QTkz4HXVsT5uwr7us3zwMkHeerNs8Nr3dCgVTua1L87bja63KL6kaZi3968W2cE9KafuSg4g3SKbd9pDfwjPKl7aY4IVbcKt4A4rovMqYf9tmbf3tMNv5XL95iX7nkYjq4WkSKObdfHBu+fKZeAr9DPrBaLygalhwNZ3mqnnInnfq6CIKEzhE5flN7G4Mh6SNp1y+gKu3yJhPPG1RjA4thYyrJebOeZUw14HcPh2EBYVzqZvZIr/ldZLR9+vLzYvXLzY//PF3m9/+6y83/+O/uXf6Dl8DfZg30Hz09MnmC/bEf/7lzzdPnj4j/wGvG7w7HF/6G/w1d7psaQv3xSgvju0lenMcCW/ynHz6GGNxv440epJVwKyv/tRH65EiFQOd5r4kTDawEKLcumMSM49/t1ZWO/I7eIiejY9gHZsiZ/JCU5naUSGedhMmf5yJe7Hilh/fyuJbdAIjzm4Q6LfMyY4KlKnsQHg/QOUFRHB5QYEj/pZtoNnWCY/Nq2Nw9hOD++Dprc3/8Z//8+aHv/97JzTmRDwO76SOw1eCup8V9EMGuJaXaMLlEXUyVjXVG3y5KpeZeh74qCGvqTrqisULHxE6/TsuFy6Fi4Chq02YzPYN7M4LHSrRhNZTd+VMaAtVYmkdnN4RWrkN0rU8a3MQ7ZC757vwXVj1ZCu6yVlZ1I2aUrbyRNRj5sQhnxgcC3IRDGThqFq21yXfXnAfsZJ6B5vbVCJIX5TW6JnQtV3qKK6IRwuDZ4FHNHZQjAz9VoHcpj+ZFJ5gk8aGk9qOkxq5dRroA9/xLYDGYb3wygnA4lOx1FnEW+JWycXtqHvTKaZHZTUVJPYLgOsFEfKpbuuc/NCXD2SWiSnIxxCfWvxtFy+Qwhm86BB3zmQN8wS3+Ck0OA6NPxIUyYuBkVW5c1SarITgV46lPNykbKkfYiWy9ex6mVc4W09UgYWe58SpM+fLQ/jrcupQNUF9+rE3/VXV5F07zz6kLNVscRRWWqlDnxH5nmAb7SucwQ/zEAAY7CSrYhQcxfqQAF8fcQ+fBF1V33BL0IcRTu7w7mLyT05YdWBQ8WHVU75Y94YHVHtgUCGnpz6h76D2p82LV68xcAVZWUi7RBCZXYMP7WRGybgEb2g6ytwDu9Ra0S5Z+yIN1ueG2U13/o3nd1YoRvPLT5lj52V4ieUyDS02G62jMx88czJtQ2z6mYidWDK51CAXxx6A3PbJwFZMRa9W1HA0aqIpGYO4GdGnMCMsMKQr7q/Ba8cRMkJVuTll2lWm+Ut32dKDLFNTB8eCp9EJ8k49DsAtmE54LoydM6DfeQpb1XvQcfG8VtjlcC25FlvJR8yfUPMaqjWjJFEn1Wqj5Abk2sgcqo+M9p4Ua/4ubFbxqLybP+OrBtymsV1eqRmi9LsNVTTWVjK9j244Fxn27+qZip1xb2MdtIcO3Nc7iUxhVVZ2/7ZUZVGhLyTdR0SwhyC5yfa8HTpHCmvQvOwqt7O30XwEAsJ96zWUe2FLLp/+Pue5oNevXmz+8PVvecCLkYJV+COceFfinz37HAf+Kxx43g3/9JPNx495N/y9+5Qf4XzWuKyjLDHvkuqOOknEeXOsjTzlxJvnOERhiUg1naG8ySpcFf81LgiTHl2Z41cZq7Yx4kOpzovrw2boGhp9N0w/qlbHbR8AqdPOWrRmO6isEZTjrbdaBLVdgM9tcvUHIe9COFdtBXEGr/m2te6VeeqdHOjqmL99IzFzbAVPzG96EgQfDjMmnqtLXu05VuUff/Rwc/7l58xtrL4z9jrWHrCYdYd39MMNcx8OPgtVBzjzcTxdTcx2IMf2VS45U6OyFP00K8l16m8bUk8yRB7bpFy5jTTqgz/jShUZRWqcuktQN0GgqANgOucB585eKu2JXIMJUxPgRDO5u+kClZXBzoCSv8pTHrmvw+JqN9NVpl5G+1BaFKyvZPxpy2n3epNL8KBgSxd9brE1aJnXh2R3grrVxpzLIFFOprT4M7gqrMlWaq3c6S2So1h+urwl6ZqzfpY8GQyPAxu8eDcJq4rMyR181N3FAdcI5rMEhIUB9WV/KFmsI1drXR10+5k2ZjVXx/O8ovgWsFhgVRXpDUHwXAgQCQtgXbRAXlrJApo4dygGnOiIVgC/PIeY5aMkeea7QrMnhF6QDP6ML0hHpPM4ZwhK2oQ6KvD1bGGFsCMy+qj2ERWiEt8Spu8msr7QzBgEkH7xqD3O108FUXTqt+sU7OFb3rlVBi+PZaTijbFTVk/Vu9eP/eus0jg3+KEMPH2e0OdD0zSmqw7GT3gtlg9naTyuWjmwvWRl3X2Hr9hW8/LVWQ00g08ntQg70jqk+XIdGnKg8u0PYRqnM6sIwlMhzil1yvCM5H9g+Wmnmpyo4+BYGioES+tdx5c6A3ZZbXQUviHklrQ6HQSIJmjI6iBCgi+dLiV0GLbVNDv9+kO/QpZVeBooDzwMx91BTkU2/qWe9EKzePPXspTzY9dJ5wlvEm5mjEJj8Gu8cY/aAhOCqaJBThoU2bs1cB5oTGZa1Piqxk/6bfrRysAT1AOLVCZufgLuuabx66EGtjW/eWl1lR0W9QwiK+jWhB3jV+NOKIsMs26nih8Y3eX4Jh3MfDXtDyOxixEbnLLmJp15mfNXOjXwhr44AJr5Ei79AcVGp2Y00tAswmUDFq6h8FCvTL0KwD/DhiedWG0bvMWjOKk00hlciwz5TVx0SyaTeDkQ5lbdKZ1xY9SUyFhpKVh+p7r2PbFK05X9XOjqEF6wjZDV3D+dvtj8/re/2fz3f/gveZjyY7bMfMzXWZ/wVdYvWYX/8mc/2zz+5JN8tTXOI+PyLQ+Qlmw4P0MEfdJcnJJRkvDLpBw4YOY2XXhdIipVGasmmIh7mG7Zu4wsR5bhBJtykdjFH8cueVjrW6ozXprI2AaMl2peTPowqzT8c2W9nN+andPejUo0BFq1IvwGVlTiRmZxi9PnrrS/edWwaymJepD3w7EtSSd88/be5i6O0qUPHoNTXPJV74m+tTnzoosv6jpBa4But6E473Y/diUeHcVvpyxvHSKdLaikldxZTn51krzocX6rr2ciUdQOVBoK9Mo8glx0MH8+SEXGan8hOcqT6CrXzuoh8BONa0B/VoaYpc+5OvgHYrHenmD70UZKFTsoIQdg1/FcRy5QgLZGXfpwBZm7HtoCLNk4Zr0rNNobYMqmtNMC9Fdz2A099o7mTHHf5WocBVM22k3hlim3Z/m60SMuWOf+ZaOph+hilyBp8S0qUl7+Sjf8Eu2y7smBsP/xd8Biq/3qgAtoF5J7u7N1Wrw+r6Sb68oxFT0TSR9Jy7U9YhnyMGCyEg9w6yIYRrqw1a8yBCayiH9NFy3SyMAPZR7homQ3SjBP2Yh0RuKmih/7OBffo7759tFSX5+hgTLqhQZcUCGWd+jEkI/Bidl+14fpwbOxWXfif1/AJ7YhamD3atV4iDHQWJZX+9CqebgU9A4uGUOEYuBy+4avP8xVlMLgtB/F0ad7gOs2rfGSB1vv3eVhHgajN+xf0qHz6lXBHJzE4yBnZ7rDg0LH4mB14x7vN46CpBUL4ZPhwJ3xEGxkVmdD2XnlYuSoBjBbTi3Pg7BDM+Y7+HEaA1xNYHG8q5XSfpIzNP5KjV8rExZn/Vo82CEgDxwDl3UM6k+qc756rlADN5ynbvLUK8GLmIy5aWYHZHM1OduPc3REDvSM19PR6tcyeZERYPmTtjyYY6zb1PK1hakzdCWC3J61nEq2t5g6FCuVrm0F0uOIWOKEFszXpNu1BOBY0czRBUgelCEhyhuymuGI44mjYkkO4ls50ckojR13XN10qAvDzqD+iEa3Aqn0zpNiKnMejRl7EWaEqRUDk3YY5RWnvzW5rnTtLJ0V51bxTt3wHwAKtsqsr95uwLOFdDex1mlbEyIYF3xaVYXOr7YfebYhAld/WtvPdDlAVbvsEk6BTQ4/qku47m8paWKDpqc421O6EFiv+ffs+Fa8r6nC3z2wUc9OrDbd+bOzl9482r4BbNeyF/tg0ds2zrCw/MSJA78rvXlbjHcy1QuIcHO5hYvEF683335ztvnj17/b3PoFsEzcx2yVcSuNX2h9zEeefv7zv89q/KefPWMV/i53Nu9w1HbGrPxyB8IFkWP2YrvqrV7UZd2+1ToqNO8pT5spj2XdfgPQnFGp6pRexbmofAWNwxwPFHnWchGUbchAr6hnXzp93jZ3woz+VOUNq2mS6bFlaW/tBqe/V2H1s207eS0Y5wdrlhBx1rVnyl0kueViVC4aAMn4I4MWV5tm7gLWhaw3XGRdcrzl+a0rV9zR+8e8YvLveLXnD69pz0z8WAsXDN4FucXWjWyvoCFu85VXx3vnVucBWQpb0IzTZzuRoW3Iu0eN4sT9I53VO3lESO9iK5dS2bcsf18IXur74HMqvq/CVrncvp/GB8GkvavPOsfYTt2eOXceFPUNugwho4N1FXNlUO7KEWSxEflwawBni1i8dA2q7EFd2pXV3Z8bFn5AAHdbaGxDQ8NYDkXS2HgutIc8wg11etIuHrI17sH9+3zzgT49YNNmlHsh6Q4HH4ZWhhrjhiykYmdeHKojIcLHIED5TaH0oD3ix3HXqy4yHTisQX3wVXcpGws/QW5/FqgFUeHycROlNb90I82q37oSwnjycy588liwK47dmGRn0o3DfmzXaBqhWEIHhdGMPY1wlIWL2NBSgGxqdr0kFHHdBQSJV92jXG6rAers0BZRcwrmRppzZB7MW8ocwRUUHbUHA29dKt3t43qdlb6i+0rzGeu3rBYwALQ606FAax0H2LMzvg5H+oIrQN9NKzHfj2uZcZXj22bO2Fbjp2B9lVZ/dtoHVBXXB4Pu84ESV+1v32dog4HquPJfg+8b34tMr3MV2n2JkQHkMVjOSQ/lXjJJ5Y03DKqG4gNDk5l4v3I8BZWTupZTpgLM+4AgeIwhsOKtAdeYuHJObqFec+Z6AbaCkQTh0nDgiF9PUV/IFHN0RPlMHZgd/Dp+L3tJe4jPLXpuDTuQe5BvcA4ybqey0ysLp6AMOtI+GGumRU5uTjwFkmFgrSBsEDCYUMeoEJF38oLCsx2bf4O40i4mzAthE2uQzwG+wo7i8DLoWreja+39sYUmxcuFgXFtxHPiiUI7VJJQTwOkeGrGFg4FWzJTR56WOnEeLC86Adj3k+JtPPvAzCteG1+fb4Lu/Jt42EfTwUc7kJZ2OeFY9NX5S6GQAaz+Z/22GdvJMiEKypQXd6LTgeu6QWCZRvDBYfT1wOvIrDytKEIROsq0tlinA0fivROOFRJk3AF75nNbitjBgM6FSIg5XiCvjhNlWbAllj7KCpcxFxssu2Th4hUPdb588SNbaX6X8fuAN8189NFHmyesun/6CQ+0fsVWmi/YSsMDrU/4+qfvCj/kjSfe8XNMbftWsP54WpQucx6GiMJPhCdvtHEVjt9qqCTkLRNSeZrJa1RJ8DMwh363h+e8u5xxXSezjmCLHtMvSZrvJOoY72G9RY4mMM7ii00xT9gW1gXDZANyUjSqSunWuGOnpQuvjK/hIZnOsgROJg9dsOIz7ldXvP7Ru9A8GXb7kPnmNquh92gP5iD+83Y12008Xjg56DrvveHh1iNgddndXuqcdnbgO+kX6lBBBtpAbh1Cw7U/iUznQAI99KKOskef/BsDONKE2l1o2MeL1o11tgrksxnZKhiJlqOSgfTHQ1mGTb0LQ2oiUzBxrkjh69/gAUlMdWQK6huLTnxQGN/igpdg+FXbwyMc0Ne2d1ENSn+Ue/DTeN93ttqHBLkfIgM+ZJFf+KujEXFOFBja5Bbbku/hE51woX1MH267b5pXrIIfkn+h437GxSN+lRemuVOEs3jONyviBzjXi/eD5SvfK8/vIKQ2lTsbLNIaj2+kBpGhDqXz2A62hz1m9VHW8oJWF/Qht8JtCnfpo+CiikSJ1f9ytqz0P6Asr4xSofUCVHBdFnSjTH0Gr/IlUvwyUmRMCoGBc6l3LTLok69MSRGp2QuseuYRdoUbUBOmuayz1zx5835dBAxCrjizKs5A53YUBzzfRdwGrGAOltm0TwulAUHiQKhTfO5rsnDIfVfuEfUtP+V1jz/+WB+x+JHJ5Y/f/bB5xQp5HGkGr3xeeuA6HIOi23B8l7lHBraI74Drnng/8HTBrSGe2qfjHd/x4uAkCsmFAaah8ZYxOcAzGWWgdpGjHExfS+kX8F6/foVsOgYaXckpzxmYHVBtJI5VZa3E9Rwwkl5sBH40UbWOLcQkLB7CbCwOup2fMo1mBOG2ylJfXqrRTQ6UOQtvZ6g68lu4NJZMnrEUhyb/vCBDZu5GXLnKoH6iA3TlhVXiQyfWi5HB2Ii2LcyySrvyoUfQ0MOFPdU5ksnbdMI4VeL674Jfuq2S5oEsq0/J6wgsd/QwSNtApVn3Zgmzm2f++4KoW/dNxjpqdpuxEnThRZi5wkRobuu6Kp8K/x2iNznAs37WZlOZ9CPs5KeGxldn20hLTeMEVfQ6ms4BPCqddBYdXyNaeNSbfVGcNwcwjLGgYbIQ1Ik/6zzroQw28sEGo+WKcSwOtA4i5pBNuVvMWiH0wtl1rVKGfcfykkyH1oR5wuiAQsvxg4n0+bd/3Hz/pz9u/vWXv8xdyuM7x3zM6Ukcd/e/ux/+Ga+VfPTwY5yA+5t79++xqoqux8KHuELXCKFu8Xf/lixtVmwtspmsi5O0ZrWDA9zAYUMubRdBqDFwzP2wdVNvlBhyKnXAGae8g4rsLAGF3m0uYtp56brN1JouOeLkO/4PuwXbAF1l67rzuaHMu9FW1AmrntyTZk7iuyZvvPN8tTm6u9mc4JCfY3OanfOOq6G+jME5rBZMUD39SftVJTpEzlNuMfXuSN3NoSS6hNfYlDKVXPI1h5aznk2jBLBbvHdO2j8lLO31UyrtwNoGOeiY3R6ZW5WVuUFTiNC2bxKenZcsc14SYDuIx36+zCej+DpkFQjnG5JObvGmn809HhBka+4Zz97hO5wd6ktUC0eb/jRP22RvTJVc8lTHFh9biWqx1sNozuA1XnOAjru6kg85d97MLJ5tMPk4l/IEpuzWuHbCPxfknn3FNlu08vajWhhxO4s+UA991ml93ygYBXIQZsIQI7J2in3ecvHAfmT7yGvCjrCdvZztI4xRwbVkBkeamXz5mvtzOfhWoawG9+ilagtfPqZMBEa4wVAWNEl3sByg9UiB9Qq/ycKRSJUiUo1FBQfx5NfZeKdHdtUCj+O+LUc5woX24NF2rvRc58Pjhw4sMq2D7pWZV+PeMu09h/XxCV2wctTdg5SPV0Aj0xGK1BB8M4wDqg9Qvb08p6yEsUP41bnveVPMD3wu+tvvvt+85E0J0tRonNRyJQgy56F82nus2Ps6SEa1wLkP3kHuNQ67PHKHaHPIx56yKsFkY5BLFZXbxQyctH6tWODAu/9L5RscvF7rsJ/x2WrfbHP+Ou/i9erbC484+PASg0iN0lE6D7Tbdnri0kgcgAze6lzCZAzy5a0R2zIGWuDQIC/1Ri0SdIuCRUkOwAEVl3A2eGLCy5cGgGExXVS+6cqzxhpvgl7F1mBopwvbKbJD10WL7eLFT+tCug608v0271w2YnvRfrYbf+IUjbDe9lVQh8LSFduSKJFygMhPAEDerWew7lYYBeJZSpVtAJVzU0DKadg7EAGSwT+Kr8pZNRjppr80TNNtQlYZ+GU2Do20pvL6QFhVLLQL1iKYXyqQHR5XxYNvRjTiVu9JLbBan8F2KI3sUtgre+rUT5Xv1poAdqKxj8jdtAXQ1QFHs9zn1M2IsGDRZqo69VGKLVfg/lZczK3HcEYF/yqurIUupwGY248U+CeegpkZmeMLO3sj9uHGNEgtcI55M6bQsy2ysZjzEu8qBb20Q5LCewijDhJJhaI96jrOEV2224Db1fZA4/xG9NxaLc2JOlvMhNEeSglBps695X/JOPvq9cvNqx+eb/7tN/+LMd0FjhO+wspWmvsPeKD1s83P/+7nfKH1y6zKf4xj70peVqZxGuP80YFNS9VxvmxvlbP4XdMyoD0nZ/BUY1DBRCCd+RFSXxnGONj9zHGjnuMhwn8cdcYex34XG9IlkNs/8ccZiJLE7TECgF7YKIuhJlMhqiWqraqs+4f4lNPWGgNYIRs4KlG/1lFMsTmbqXtXxt2Kc4tVXF8KBsfojgiHY2zdVa4virtwhXSlV2GQzUE1bZAJxj6Ew838V/uJIaC88kK02mPmyOJb2abqc2bO45nXfb1y7BW51AkXkFmxB4d45tD2a0+3UJ21/lY4ePUiNH1BuDnIWNmMuWUN6lQdvTuoS0O3hcnmZ2ZTTIWvziQAFHaIg7HaFtbPSzJ4OcYVK9Vn56estuOw82D36RHP1PGRKFoKQLfnohMQVPsPvEMHNEr0Ft5kBJE92URZXIASrRI8wiRcsxfLqeVJfNSQP4PnOrShgrG59I28LNdH4fI6Ppb83uYiJEwEQWk421Zo81t38I2wv7NbZ5gTW+rYGudFoF+tx5AGTWj4HzsPEvCRkUA6fUnaJVeeqaBT1gWlXz7FjhZlA564tjJwiGKg9WS2JeGUhHA1nkjQ3ALorWjZyhadAyeCjH0DA3GfI2rHWJ6sniAa9F53IrWSCrZr0AQQqaAfn41M/Qh1h7eYQ14cVwR1XJEn65aVax8elPlDSeOWR/tJtgOpP+IOdaVK6ekTDdrRpZTALHKDDT4SrUeqVJZ4iNKnNRzHCfdA1VW4zrsNXCuvMldXV7JntVwlEDOtGoTzQ0ruozrDGfY231s6goq4YPvLKc6xK9pnXhDgCOrYR2D3BxIpwcXmk/ziwqHmKvHw8DSdyH3yfmnVDpULAs4+kBQHHAf58pJVdS4xrassB652uH8T2Q7If8g+zwcPH+C08yU7yrUkbx+J93Xevfsax/0lt5d53dpz7gDI63gjQBosnJW8xaVUDMPQElcWUCsYLZQ/wNIgKn3AWj9tmTqVm9I01sjkNDDkzI8ZaQcHBRvRCS2Z/lpWkGYGvAf0pFPXmIZtRYcLdWWHJCsWpTnWh0bSpuiyL1xsM3UWpz1ma2e177tixAGsNtJGloHUPDA6+ZSlpwsMvi0YMmj8JvhRBvlOmqzQtyz6GzqnB/iX7K6b1Ht+ZHgn7OaYbtq7ZUtVAPagGsU31R7YoufGNFPoel3G2ayA+EMi6aoz15xqfED0p9fMQAwjS9sS989wjes5o0l5Jn+cUs+MAm2gKi9aA2Q5TUg7Os6NxdpdtFT7CZGlPXeQrPilIA0Bmuc5fp3YLO9co+tX7cZYEPswdl7z0nh1FOyxrnppVjlwOnq5wL5awULGd4R0McR3jr988XLz/bffbn73m/+9+e//9z9kHH3Mlpkv+LDT5599hgPPx52++nLzEQ+5npzwwOWD+7lrWUMUIxrjvSETI1wUb8WpJcLlAdrAOOG6QANUZh8yB2tp7zil1iU4Ni1sV7z1bn23SR4w3udtQKmgS1mOQ8YKiOdOo2POCLatY+YlTF1zOiEh7xnjARTbrg0Ozhrd1rntpvRCERH1nPksDoVjnI4FtuMLrRMOWD0/4FWdbmFwjDUTyjjytbWUb5/EeaQtGeS9Q/KU5xNefP8p8+iL0uPgWX22XRTu+pWmD8v6wKursh6+U/71+WIdi5rneltx2fW4UQFDnsVpn2t3JRVsu3sejsxAm0F0tHfGk4UWkaHYnFrJog+eRIp/QHPjKqys9YTo4Eqrb6nLCzEOeGgTvdxhge8OPo4vzLg6Eslb7oLQR7xYujGEyJbelNLcGhu1MuyMvzW0HtaciukVjGMCie8QgIGZkyJfsaXl++d/2tx/eC+veM1q8+iDgjeKZazWKqjo9wNuMXfrzx2xXe6IbUH6NS58XuKflSNcCGY1h4XxIx7tTJu2n+gcu6Xukrs2yl40m4O55hwv3RWuBfGIVJlCaLdZSNO5Cd3WU+lZSf3zP0cwmJiD/I70QN2l+jtWlIahccX+Br1QIG5bOs6F50Eso02qdv1oYGVlxCzdnZHEU4xV3TAQ+JXJ0miV5LdBpzNvbDzKFbhOsg6YDVcrKtUYoqsnZRXC0GKLnj8GF99DecZEkP3pDAw+GOrtPq/eLs5Z5Tk9jWOsk2ygXcZAJs6oLfleqVxQ5xy4Fy9eYagOZA5qnGEkQmcgZNDGcXtz/pa9fjqTbK1x9YUBV+R+me7wsB7cOsZ5z4rSvXLYvRCJI++gjiIykPHZah32M/h8xaD44ocfN1///muc9+dMDm9w+r2mpQmArys3NUjOaOQwXx40udK3sYFPW1Q9a2gEhuBJzLgllI36xh3gSy/8Uu5knPrSEzYyClj5dZaOGZylI6zA6CRn4usXTMHZ/IK8sDrQWIEy2iCfRRedeabTBgiEXMrmYdssdkN5eLXMNSXOwtYQKHx1gNs25AhhVz5JZ5IjDtRifzEUyrZW0kmLoWhZMylzOAymi0Z4IBW9mCtPIxjv/D532Z9znnHP9Ssfujbi4CvladTSo3raF2acc3wf7F+S9yG4vchOQIysgniObWxT3tVlw1TrYFvWqgQVjZQO9mtgG/ecantZ8rS18n6WrH0Rx5i/asBjiP6w73KhF+EWMrNO5Lt4wO7pg6tjvYBfi1g/bNu3Qe/YJ5XG6ziT1tkSbU6wytb85Q4gfV1dAZI3sTDefvvb326ef83HnRgffe/7ffbCP3z0kLfQfLr59IvP8zaazz7/fPPJs09xBnUCuaPnnc3Qlh97LjyFbI0hcehJN//d7m1vpbdUoGafG35tz6qP7OjLRZpbvkEr402Nki4Y2fbiU58XLhYNYnJm3ORl7g6u6q38QBQMsK6CNX/R8crWki+Gxi/bC0giNcanuw9S4jF0HS88dKJ1EJ3bmp5bFC+Zb3yvuHLef3Bv82zzCdshbrGF6UHmJ981rl7v+BEnYBg4U987Dwfuo3es5s8tMe2sez51C+nBq+iwuHn3b3T5bpAbS9V1HVhFIqT5q9D93bNWi76iw1KkWVmxVA7bE4jWj+fCQ27rLW3uPQwhpbMGYZ3mDr2zhA68q3DCxdIJFzJ3xuHrouWDXR6xj8vuzyuad8eUT744O+/X20KqSvP9LgT2m22uV2j59/kIXxv63Z++xR/abL746qvNRw8floJX0KGj0m1nV337KHMq9nB8XP3HBTj9tdxBp+/XQm3VLZ7VsyTKll1dz0o/8rnAe4Wy9KNcrCu9z1pv6tfPcfjBXO1SvkHryDz1IM3SJf180N/CBFgwqPcOyGfQh6o+NpUFr6VrXmiRXMZiqidPGPAqq3fxDLngTh8zteIwdVOQh8JXEMVTLL3638z7FhLxlyxb2VPCdzoySLj9oZxpH8gw9OSnUDkQQgX6HEwYoN4VK9Te0rO+ryE7Z8XgHEHfcLwdT8yfcxvGVWwdOwdTWRJfnF1SDmzxXcwnctsVFAwiX0dlu8oa7BA+lONDpg5M3OrDgP1qlre1fMWWisaOqO/VMh0VPN6ussPWE87KAg6uNn0TjY74Cfs47/Jarnun7G/jodnN5VO23bxk4uFiA0f+AjmO7TTckjoCz9HJSa5c/VCU232iN3TBJ2PhyYuUeqBIWesKbUxk6nGM4jZJDmBViPowpxu2kuZVyLRE0pw465ydGMu4R+caxlqGIq7GR21WsawbQxorWsbtQMVISjWFhObDhO2UbktZFdeEkDJkPHKwc7LkyEBLXq0UldMuTjtlrSAlERoSUx36DVKvfbnFo28WCg8OFJT1HYCKCyOK/Ki1ZFTKXxDKqNEClAEShDY0ZZIVstRXF4/UkDM1wnvFxq98j3ac81vvc17ig/RgqLKSJwNh8lqVd2dYpwbSbbiFUNphu6xS0dUKNoGIc29BYNTPKjKwjmVhHd2NaAD5UTeqvfQxcq2vnges+LppME7iZZ+BXgkNaE/WnIK0R9C2tJXg1p7fEYTdhbCe+R7XQuhqH5T5HxjpqYBOG2mshQNsKU+lGY541axi0Yd3cSuD1QbuATFOQ+dROlnpw4BWaSLhAN01ZTMrLlStKrnssFRioUXdOzoFkiJXzlh625y/+jHvhf/T7zebf/3VP7O1gzEXB+eRe+BxGD77/LPN008/5c00T3jI9dHmLg7EPd5goZPoCwoyubu/1L+QjGAqbJi8PMkK59Heq85StPzMbePKukI5XvYY5TmTavRX7egriHVgO/RYuOzrXgrQGo1wddtxRp7korWmVoqe4J3fVauI3DQa5ZxduXOMt40LC5HYUKWEab7FFwemVEF9HG7eKON2GuGcUw/vP2Rl+O7mAXPUE3R/zvzkh1ksc94tPauL0jUdH3LglZy06A8utkkiDj7tYzCtvQgX9pJeOCZlGOm0T6Are/klT3sJtiVzROTJOtUG61wo5SHwbpWddOkVHpCjOcsc4zyTOabmHdtZffgmpZZlkQ+cPm/nnQq3B/lRJZ+t8wLoGN3cwZdwgdDtmm+cPznUkOkPDvLXDFKt5vKqPfd1c+AQ8dUNx/irud1f2mrCY7n/HmpSf+NrvtPw7Xd/2nzOhfMzLqRdOXf7sk69Onb+dT71uUP7tfTUiWi9o+6Cptuq9JW86+C8rbPuomW+jmwaP86uE1Zoe/kq+7KPwEnGaxlTFM9QGXwm86Yf66Hz3B2oaqlXPozIrKguwUe76OeZGV1pS4uSi66cadlmx77S+PISRFWP9lQH7McAF3Krd460UYEl3iOFVbs+1ZYgLX07x6qlPKUQz3gdbQ14KqbPhHvyaInRh5bZx3TPGTmLRxxNdMY30I7ToW9xyR43BjmZ8WFOBzaVoHJdbfe2q3lewRg3pPPYuCoZYr615a0HODRU8+1Mp1zJneH0Bo76jOfhtfSvKlbmhpxDKT7djpGAzz8iKM1GQvEOPAxSChhDhaBG5YqDH9WgmwqeQwNwG41HMGk0t1iBgReD+I+PTxgYcbgv2BiP8//y5TFvVni0+e6bgw2+Ow8R8VEM8h8A8/nnT4A/zkXIq5c+tMo2G3UCOld2LvgwxxXbgNwKlOtPGrTkgu74syupI18bhjZKA91eMq6BFXsyKCSHAQw2bIRLkih51SQVDzwYbLsRF95owZa+V72KR90W2kHFE7KRqZ6sYv3kKscI0FWCCnY26yAvZwdR2zz/ZPhAq/jKqR9OPulIr60BWgMOF3yj3UssCoAyLl0HokzAQ+bQBkTdKkd4ExlKn1fmhctgIEToVh2xq4s1GDf3pvCu8hnPqA8v2w6+Fj/hh5d9Ibl7yvZDy3HRtrz35u3ivaluwV3nPe2/IBnlnIaWo6bATPpLVEJLHlZg/8SOIg75pYE679KeuSiZtrm2aedgcpvPuXQ7bjvvVB82Apxlu/qemdlGRUpMWrgDsr3ZYIWicA1Xyvf/xP6gnXFii8GJAfW5VTbIDZRNuWuou47Ll86AY688Z3wxmrSzc0FqN/iuSdq9JPeWecFb8n5c6ZuXLza//fWvN7dZpfQLrA/5oNBHT55sPuG1kl98+SWOvI7EZ5v7fFDokD3COhOOyT0hSpKBiSHF8bt7NHmQ3+6Dgdybl8UBKmQhwbFJ1kFl/bSvbeiiIuOvsB6CZLzf0V+NpVTvBQJ1M3jZwlfsbNuHSK/l1/zWjleR2yHalTjXODAjUj01sHk+ZAO82zj9OOF9Hw52gQyH3a00fl3VtnSO9E50VokdR7UTMPsGtsuLo80VF1rOA87jruwn7GXJzFEgjnS0vYCFI78T73Ou1S2aOmsWr8C/v8ZUeYrah/owu+P6Huqu5n7bmLh3T7r/LmIUNc3E+VAzt82ds/BZudOO44q6vevLTZuaL4WZeHhftPo5/DRtBR/xa3goKw3YN3dLbbuhN4mOYk/u57Yf6cM8P/2eufUid1t8m95D7oT5Zj3h47giZPPi3SLzi1a35aCjX4ej75Yr7Ss+IHh14MvG6oUgiqIt6nPdvo2PyFaYDnmTFzZY40rj79L5bN8sPsJLdGRMW+/DcUJ+oWO5pbTPSq3wmVPF6hKZA1l2EgoUVh9o+EF3F1EVb/1WnwdeHFIuNgITnQZH5Wfs6DYPFyuqtvIFD0XVJq0jzukbQbhWDMGGmbKn6KFXbnZug7fO3PNtFQnQ1bmKYz84DRZn2IYDqZ0F33QN5gOXrSM67fy5l+8NQG8Y7L0oqC5GlV0ezZIg+Ta8NuY513OrJ0pxVzSmQw6dWIoNbmCw5NeUHTNKS8tusm/rkDsH5vf+JUl6mx/WM5B5BZ7Vc+RwIecuncAr1VNWmw5hkDlqc+/43ubThyebu7zy8vURdxUwdN8Xf8zesOyhZ8zwPfOv2QbkHQXfhvOaPWPMHRlgfR1ltgvBlzrywTANlPEnzruTi9ZoQ8cW0uEqrfQRh0iyNWYVN9IUJ27aVQWNPVkDX+KjAwRPSusnhqVCCF5JumJlUIcZ5IpM8krDhTtXneTaInUBJBJsg1bIB5MQQjvyiKM+pUXWZQ7AVAttBwwHD9tGbK4MBDY/rhJAzwInrEQsGKLLrHHy5Scrb8GSbH6sM+JEpZ901xOCrA6ylTDlmW65q/ADfpvmAJ3RzfFdTLtl4RegPjf8YB/pJl3t0BQ2su3N36U0MO+BTcmcv1NV3rSH5qXVnws5KqfJqJ+LKc8CzDgm49xabB4seepmt5q2+yGhdXYN3vqxP7Dt4LKPFnOee5zZQ20w5OhoEHoOTXvO+3eP2ycWzrATxHbCNaLza4i05ptLnrlxPslw5dyBx3HSceqMFwi85mHWP/zbv21+7VdXmTtOePf7p3yZ9cmTp3Hif/53f7d58vTTvBP+HvvgnV/UsQ+/1nunXTwpnZEL3eJDXuZ2mvXX+eblgU2qW6vzPZezyzg+FqGE8JrKRYQ53HJlXdkHD5E8emIuoayd57nOvrg4Zh4zLU2AKRtGkcWtljOMd8FUgag4+zjwzq53OQCt1XUXP6RZFyS1taZW3m2b4qW+TO58nufUqNtzOIhXfsl3nvMOqHNhsTbseG2OMFdjY/HreD6Hmm/QG/RVZ46qRQJYjrU/zTXfHW+92hZvZXDiSQ4sd2HwCuVk/pzR2bTIqgMYJ/8az14U4d8wl1yA+oCFPB35nxrsRX1IT/0mOK7MIfnVrmYLlTk8PW7kaH8UrKwCD1PidQvK+Rm7FfA/zs5fwTv6fv528+PtH1Ne83b5ara1dqj/pl+mDlzhDnJJNU0I5bWk6df0GWwhd6iYg3sx14ek1d+bNyVX/6bvYoO2wb62VY6yYWVVhpGWuv4JDCbPsrBGnvn6KaSLV9IJ6JLxSvhgI7LOe+YIXn0/bUC6dAicVQqiYgWceNvXUgCO1AeGWOIh2RhGeclV/ajiaGB0ieIrRAZa8YhvAARhx2cbGXmptf/n8A0r4MqSB3rY+923m7zd4qBwoMPOYKED5C2IrILi0eq01F5Wrv4wskOuvjSS3BYFziv/C5wuHVfjOvC6YJ69Eox0NEr2fNE6UU4khW6ugcshL+UrbSkvDYrzzFAFLrfg4PRiiHx7glpMmWlpbUFXjwOcLEhgbNwO4gETNsfEIXcPpAbgJOvHLlRCbauRNZ+sP+atNlebb//o9pjTzUcPjjaP77IXjtdCPbjtu+K5jQbpB4+O+cDTA2rf4eqUp9DP3B+G7OA/Y8J4jbGf89acS/g4ZCvOG7YevXx5Cn73/nv7icGCTnKGnt5yFSucxt8OsA3dHkpWSuDXjhIDsAwdelclGiQ/Kwlk2zYO8A50GYSiPwpGKL12irMIVQl//mvIhb7SDTmvFreubQ1hUxs89rlcTHG+4oJEXK5qxDEPHJAOHoTaGw1hgnA+uOxzFVfoQ34SaOc2dgdlH2r2QTbtSSDng0TDBG2KDvP0u4PfwlvBUJQAqQqkF6dh5GXwSVwnogEHPBV3ckbBfAJpExr01tKqvTVQrIXXYrtwlaYvTXjFmG4/8uIM72FyF9dMbA/4aNMZak+cxu664teuMpl35qhS/bvrV8tZUbNzy1P+rEu6VlgKVrtedFlSViWKFbdlklyrvGpu/8723nW2Ia6ntuqE9iwUHLtSPGRO7bl4QjfjWbOxo4bnbFx5IgTxtC+ZDRMcKmsK9imDaCJ7danktaoqUX254ti0KiWx6I/+lZy0pbkcjF/BO+DqLUj0QxjSyfB5mILjlEUfXt/L7cgX3363+VVQuAp/f/PRx483T3kv/DP2wT9jJf7p00+yOn+f7R53WBRxK6EOxQFOv4sf9f0OcMJT2TR0xMdPdCFZwtrW8Amv6mdXz3kWCySxy1ZWVc9vwVOPgTJz0ihTcrfftD1PVRYaljm2imOBGyqZ4VVirXwW4+quedfmlzBFlzwijqNlA8oHTeZYDwd96eZC2LGQd8A7z9YYS75/pM95K4rbC/LKXujlfeTHdeFim+qMnb5iTgQ+czp5PpDoF2HD+2BGHmpMH4ym/auwdE8LjSKn1qyOjjZJ+Wi/ZeFG/qIS25n2iw0ia+YL5bBcgLJdUVd7kUO+ulMf3mmoxR3OxPMdg8GzJ+uJpt4y5/MB0KDdcpFKYW2zdRNMz2FVWfGcP5dzZQef0fQY6jv3uoqk7LloGQNz8T4qLSdryRHtJ2KOtKHaj6yx+EC3Lk3k9aUQ8vr6DS/jOMNRvzi/t7ngTv8BPlu2s1gf1KUXaRADTp/Di70j7njFP5NhkfMP9cS94FG3fYHqWZ/vGJy+US/P+bHwqN3ql+DSU7lW2yXLfx2S3Qr6AvDhXD+VLe1IWRZQOYsjIBC5zfd+ans0cfOjm0Ysz0Wvc2JfOh3oB1T5EZ9Iy1+pPqRdljXZb+WJCqlT/diqLnZaVx3QfYBzcdhDexNiCvBqXvRIdsO0P1FvYsK+oaM/losU+Ry4hMc7WxBqzxQmHVqkZ5LmHdZgp1oq1MBFRyBpA0u8H0KF/6EpWSzRzVK43HID3tcJ6ezHeKEdSHng0JZt9BvDzN0AipFM8bmuhuYitXwe0aiKGwnBU3HpDaVKe5QrU5Q1+LaOg4b4LnG4X+M0fv/8lP1iLzbffvt88/gRK0NpbQZG9nsdPuCrrXSWkxO3ENEZuDr1cuaSpfTsMeRhWJ/Sf3BylC+8ahi1AvWAK1hW3l++xGFnUMwVM7ehdEJh7pRO8SMP20rfpryww+CcOihHLnis/ei2RBtZKbTl8WyOLerFU96Zr21Gdn/WYJ7wCZ5G7xP7yDVz0CaHcu08gWzBtwNtEHB4AM7OIp6g9mzH3Qk+vDIH29IB2JX2qgdCJ6IM6EZrn50DyS0nlQ6DdweSTDxMuBmEQdIUImvzLJ+pi6bTURrRfI7FzxllQ43jeknlTOWLfrdg35+YUCzAGdyRswb5tEzK7CPCm186a9mWqgtcCbCTr+72hbaNuayUtuTsJBfeFpUCoBU0z06CK+cVZ5rljwnXlqK8tW6v2sdZ07RsX7lYf1IYcm5PDOIWO9wPgvvUZFnlN1el+78GXx+KQ8ofCnsdcq1pG1W5mm95iJG9PW5XXnQ8qqePEb9ia0J0Qiu+5KH9H3md72/+5VdxMv0yq7fwP/74Y74C+pT3wT/LfvjHrML7msm7vJHmDrfovWN5zN3LvOqRMcNVYkOm70K+yivPaQMZWcefVODHuankqpy5P4qvxinq9iDRFYdSywbIVLYxBgkiXkPjyxne9tlIbL8Losyq13w1jiCcflJOPc+y4xxlsG1qQUd6lnCA17l7WWUmS4fdPcmumlrTi6G7+Sghd0MYX8/u+CY2VmAZg19ysXX1lmfGuCNuvTj/Qe2PsnpeQ3iyLUZQBn2A8OWCXjqxP8W79eviQilKDn9XDANR68kkAEmKe7SjsnewrHCWsx68hRqQaCmg5r9hbj9z9Zi427t0FPOAsXobk5qYFamemWoq7ztDh/r5WjGgE/lCtlNd/IY6CV2Hzl1oj/IATT9XvkufhcXXrLDfpo+dn/ESjWw54+4+d2ASdEBBZ9uI9Qo/RD/jnLcDHR7Q1iyE2d69k8K2io0B23oWj23ZNul87BbgE746f8brYH0xx60XwL/Etkqb1rYWJxdJ60yDVR64tIC6QKJM+Tzkc0RNL+1qW3Ckb0ZZxoU01Dm/A88Sp7T51ic2TNCVsWau6SnWMgcP+eqn85RNHoM6/Cqf9l3EhGtdilLaaYdSbIENvkbpgFoyrbYTLCspuiBfOjWRlXOQhw0bfOdYGAc2AqlUjh64NIIL9sw5KOiwH/IAza3NWegt3RbaJfI2E82M5zgf8NnjkHk6+radvBmatyiJjtjbJ1LH1hKY/1DhjIUnncpLfSLAyb+HYH2lmvfkMtDllpAXBW/pECBT964A28GzR/P4obZFPR6S5QNRL16d44y7vYirU+R3JeTYq1yvcJmA7t49yUrHCQObjrv7Q6V9yASl/nTYn//Ie5N52NUbH+es1DuQuq3m1NtSTBhppzYUFJsBEgV59g5DjEpxOWpFXskclCpNInpRh92mdWVHgTB1is6FNRScBtlxdUEiqwmcpaqOExx4apKsZihbqnZvmAG670SlA3RWt3EdeKp+dQ7oMikdspp0ccTdiZoVimouqISlvRyYPdJ2DNCy2EG+RyhuGLyXLC2VAA+W1UCxFEJct5L0yGr9VR1/pZ9U4sacn/cGCKRorbAFZll0PHKX+KgX1XeZeVRIHfJsw/SFUd6nkFKwnVB87GSSjKxTdsvb+UGVyhPQteg2weLbPCpyaltxoPcCKyE4y9620ZuqnLQQ9bfKtxKFavdXGVqO3bJraSfz5kn+hihzfXXa+RFoIOmx6hpOMnIHIvi2B/l9sH/9vF0lrektWx1NpHxeFpu0P4T3tQq5IzFODgNOzmWvY8UzgyS65HW533M8/8M3m19vfkHNt5u7PKx67+GjzSNeK/kV++Bdjf+UB+qePXuGc8k2Ghx43/LlSqHOg3d8tZkOsZgYtgyOBpIr+Fn6zACe2y1ZEfgd9jDQicfD8aZxGs9zXWPBwXG8ylYepBE79TzxtugsTFznM/Um+LXuluKDs8Cci+GPo5yMQuydYucgdeHq8x0cL7cb+oYQ55R7PGtwH/0/4m1AZzyn9caDFfm3vITBbRJ5FzYdtnQJnypb8RbeStaVh9Yli00sXi28ALZUKdZ++m9wMF8HUdENEtvGP5kLg5x1XBdvAfvlAoKJN86rd/2dNiKTFh072Rbrp/Nactde+hbNvI6vZ51X23P1b2xTcw1Vx7bsO9niyJwP/+e0yxkv8Lj9lrsifPTx5OQ+zygw3+UBzSAAhfgICJaxlagvxnDr8+2z2gLkG3P8Vo1tnC1T2EhsTKYkqFKmYDse+eY94Pza6p17d8D3MbsJWFzkrXqXvJCj7uyznZoXfTiWO3/rdKv7jAfgs53y30pP3pCPAlutoIALK/x0SJuufBkLPLi22R0ydL3JDpasd0TUg4eXlR1fwcVdPpYMln6RFv1kx8YAXObeld2oNcKH61FgWyU6ybkS2xtji1OtaLq65F9NJuABkfEMVnTaWh0VO4dCwWQcXZmFQ/dKHfHu86MjP4tb708XiXiifWByeK1lUQAAQABJREFUCxkFuqJpfviF1x4E4yx2PgAxoh22w89OnsnGoRJvuz8G97Xp1SsFGVAz+NBZ7LDyHV7qoRy3WMS4oPvG1VmWAs/Z/qL9ahpv2NZiJ1FmJw0N84AvFLzkTTanr3Cwufq9YI/XpYMkxv2WV2y9veRwQIcfP6h0weo91HMx4+Rzm9csnbgHnoscleGAegTuq1sfM76Ai0FP9bnt5yVX1i/4Uuypr8hkwPViwk4dxzQDFUMUd1dqm4r8y7dbUTSyOnKVS270POQSCoA6Ad+dS+3YSDpYPUHaHqueKRhtr340Y7ldVitKcbmtmNtBNvhiyYNcU13aWgw6/FB3H4/CizfnCGSzhi8votzulCKynEDViW8uent0xa0jMI0JVjsTWbZm5Y4F+hkVXU3KyhXpokNKD165qRO4xLVf+Bu4wiMJisJDoTNFGLJboosfXVZJ9FcoqsbIfudJSNshITKTuFbdjAJKG10rb/kGnulUtyWnjD1RV8ZL9iqMLRDdQ6bafAtHM28mNZJsXs1a44uJAOaA3O1kzahV2xj5+2gLtwYhZqi1JYY1LaDKs7bbkp2I+oylFZs7hbuYqjj4BmT3ma4Yp2NhrW3YVT8hatqKmaenVq3cNRplPZk3Ps/R09RAu6wu5AbsWl700weCUDuv0tQZY4s00+YjHdB9P1QqeXUi1bd/DrhiU8Xg7itkxo8zHmQ95eH9b37/u80//89/TBv4gOWnn7D6nnfC48Q/+4RV+ce85vDh5pEP2bESLw3HYVcZM2GCi5EV/NUexavMrEymHYGbw27bdFn4JDGXz3nmuyBgu6xbA8ENvYYTlyPawktWUaUPr1NbBS6ND2ybk3wD6jzUwTeozaFwWO64VHYT6UYV4zpOQeR4iqPm22LuMk7quPttE+9k3j+/yzzCqrqLVBe+MYTtD8yHmeuO+Io4K7iXrjCCt9qTs7wN2caMAhvQQsYd0Yo+v9aoAL9xwLblGYXRTZxUELUPAqml+jDP6DUvoKCo4bTjgMofh/E8F8U2H/d/+32Xc54tqzvXhV+6wkkgPoMCYCc2ieORZ81mHosCPv3YFmkP4QaDzecCRpkhC2SBIw7idctFCkf9ApYV57F8lZw2VpYzdPeGRb1LHHjfkHeLBaymKb/Ksl5AFk63D+fuM4uAZ9xFURfOsa64Z2saF8TZGeFdktFOjQsMCdrmMfvnD48fRNaLCy70Tj+Cl1fYDAuK2FVZm7/2f2Y/+NEyc24dFbprv/ItHFqhLn05k32lzdsKKkZ8/Ol9+CYgs9JQxLMVJ51JhXDQGJUnbg8uLOTP51hE5fZG+4oXGuSXbVtNWSbq0pjGZVN/vSAtCYTIXrQ8QwTzMmx7uiLZDCJU32LTKSwhh/Cg8kl/39V9i73rWA0SMVyykuyRh08RPAqM8DCy6NtIM7aXp3dmpp0c8B3IFpxrlfCZQaryiu8BKryNHMZqILV8DpkYwT9ArBBufR3UPW4L+W5cV8SpvXn5infM53CgY6hA1gP2ZNYFAzI6gGF07XzXfm2y0JUXQMcMhFccF3jaGh7DCA4+TjsXUYcHPRGV0TugnvlFVq6wnSjk64ztOc9/fJ4V+Tw8TGf2QVZ5d98iLcsfuG1LYtlDJW1q1zxgbJXfjiVe7Tv2QLxWNDTgCjWxQ8DQk8worc5G3VEsiJTFUXmNxZIK1RZrvto2JYpGU020woyqqHHNE48XQRd8RMs2tF0dxBPG2bTbkBz0tO3QIU+nXf3n9mranvTIt63E4tRCNPE4L8R7C4VaDiUQrhwV6agoFUflyuY3NZbUvkjppnVRrRON7lQ1uZO1D91Pzmv6VhwqDA51O5ftIg6ng6Ea+na5204nNQikVVTi0OWsz4pXu3X+3H9V898iFA1aeRBt5yi0GD8ToH2TTmYehQ0c1WI3yC3eYY3EHTOqraue6R3cKS66N9FMpff8bNWVB3mR1rAmm6RhwiMZnX4P6sJSDUudkifdNTirtvi7xwxpGJhub055oPXX3323+Zdf/RLn/G4eZvW1kT7A6ivtPuWVkk+ffJLV+PsPP2IVnlfbMe/46sl6oNVlCizPeaCUWwR3f8NQUU4RUVM1BRoLg6Cwf8u4beGZFsKhFTr6ILv0Qp1JR7vtToUBZ2wNmWepJ8XR9IzBppMTwDm+1iQGbzp0BrncT1OWaxzWkfOIo8bLRWqPss9fOW+UY3jFimzuVCJn7pbzfIF4pRPHaOFr5U8KBtu0LihLN9ELenZcl8MEZCtoYMkyrgRpKkFGoendYJtGxkbVAEPvjbeyi4dznNorLlBecxfcBbZX+br5mLMhrP7D98AVB73xTudZt8b9U5fhPgP9BPxnRfcI3HJFMOShDc65O3LGhcdrXvN55+QBH386yRy7W3vm1/be7rs4ujxHd6pewOc2tHxcyZV35lHn0lv4IR1sJ8fXaickx2c5YhfBMX4K+9nwcXg+AFwXXERkpwIVvbFhZ/KiSnjfJJgHaDNm2kP5I88tWW2XNr5+ihfBGQvpc9qTXzbVj1DNsQt+RG+7tcGs8sOf7cMhqXLAxcfw4o8dXBrUrEW/Adt8UJ5XyE7jsLhCqm1Ysv8/hMMjmGOxGGZYLcCw7VgqL42NNnQODwDw9poB0fJnA6qBdCAE1ZBsjCO+4HbMccBrVXxzjAryqIeWUiV45h9RdQjdTuw7h2410Vxv1iPk5mRhkQf+bODlapwBSiMOzalSDSfVPFY25sr3fd6C4NYVbzO+ubjFyvobtsDwtdTTGjDdt+6rGgsfOlSPuHqaxmV5bpShbFTp7dRLHoF9w3HpxQ80LoF/60qID4owUeXZAZIOnoc47NlLxoNat/lqng+SvHlzuvnk/GE67itWql6+4uNPOPQXZz7s6+A75LWNpRsZa2JQd9J0Li2D3tZZPpxkefSjPcCbf/GKSjd1cWeuox7nyg5eqlZYVpUslGqFRe+dMc4LhPh2y+B/e9BZAdR57lqgQ1cTihqyEgktQM2rh6gpZ5DuUA679q8M6A1bjpNh3bGK5vYlL5qKv+KNy9vcCiubpQT42PoihJ1cJEUr2Sb5syk+PFT9wAfXduWptED43Ya4mVL68c3Ff1aJ/DT95aJpC9PKsfqyfTpn1ot5M39qU+3ZpqVzzkO3FjkAd+jyTtcZOqIgZOKp6I2/Re3G4u0CBN5LEyS7Nhu4wcdcp8YnbaMkKcdnm0xSKmnU31P6F2XFNoOhpa+WrPxu1Z9GYvZlbM8MIUFR46ZYG3PKkN9b7Na7YCXwRxYqfnz+3eb3X3+9+QWr8I6/93ASPn78hK+yfo7jzhYaVuP9MutD3gv/kC02jtM68t71dR5Sz/nrfp/0IDyMLm3RjIQ/Ezrm8Ac/9fGpas+az9TK1Jd3+mbGHXDvtn8Q7vxskbVs6hMLKECzvVR+0W+7XmDniMh37EU8vv2tnfes4jru0TOuXC11LER2eY9TukPAZNTmHEOjaaslJ8SaVjovtky68HXB4LwauxKTAhqq2sy68lW5gmWMrVokkH8h2JnbZ8dtX4l4ipN7+qpW2bO32zEdtI7qjlND+u3KnVLYZoy8ZtezC2LRRcN+8Nl+PjB54tBGr4XkU8bZxVO/F+PX48+9W3CX78QcX8Te9/EgtontbdTyTTtfsc/9lAs2NMNia21rtv9498pXuOo864uo6eCzHph8xfdtnHou/+jTxzhJXARd3gmP+o35ls45raN7sDDnLgM13a022hb9C9I+iwTa1tP2pqFpLeGM74bAy9s44pgLTChcyDAqmxu9BNZyj+H3Jq6dVb268Af+RkWGxJ6f4gUsU9kcn7LfFx1yHN7lwUivrnXyuExigOP1hjRCBPTK9CyuPP2Cq2uu0pp58UcxMFMTjHVY5aTBDx0ouWLLVZLlYVjHvRQiy5mMiPRCeTk6NwvTjeAQr97K/3UllUYIEnLjHDp4eEdARzldEYOq1YUhs4xXR6UFsupsy1idfAedHGGSPPOliWH74STvLPiGl3Me6Dhldf01evPJ8wxqUqKcBJXqaKddo8Wbz2Tj4O+F0QX1dOb5MkmmBUEuIHiEDg/4QJMOqINVBlAgfOOO9K0lP3d5iMv2e3t1sjm9d8wnx2lLrpbfMBC9eMngdOobanxLTslbA0tNhtlDj6wOGb6LtoS0XdRupfMBJOjcVq9cYKgk/wTWWc94bJxD3qnsb0LsJ0jndOnWnGqL6nzSLPgtFKmoXcxBuHYC59vF6sPgIpiTqbUUS/0NYhYjCyXo1dCyNj6d9KwsWWg9UXI4mfl2n0s/MNF3mywCRCffEAcf4OhhkRt8TBbqxb4hT+kN8ND8pvL0E5IABis/zWPsfOjXvNkJKuAVSddZcypWbdfxUQoN+doXZh7LbSmo2KzRpa79sDGUBuRfvcbCsffScWkACxzAjC2RqfLNTD8ZpXUSk8f4xe7s7pWzNq0YisfSszqvsHCbpPwYLG2IZIyfKu0cx48OxkbdqeJaDr6FZteps2PIGug3E9wSdwwJELZBue2bW+ej4vrRteJ8acuJASe7Dk6DHdpGOz2BLbz0m3oCQyPEvoJixLuyfIGg9djZu2f3U68anuPkDjYdydYwbCKgIZyixNQX+N4yH9nGrJXgrJzy9cdvNr/85T+xus57ynkv/AOOJ495Iw0Ps/pu+Me8keYxTv39ew95fugeB4sgw0nVIXH0840hjgmOtUTSxN0mclcjSbdt2bZsr/q1LwtZwbo9lplTH9mqce+azhyshOHo9qw+h5RkOrK6ndP5omgKveJPeWpabsrS6yHyAJIFhlFcPCoFNRA9HyR0LGOsf5vVWM7Mo7V4IR/owp8OtgfJ1IfHvBoSRMQyJnpXWcRuylTP8RsspU7t9SaijUBPbTpmR8zYjfM3Gx1Qj3OTa1ji9SIO/y9wpvMmMBEiu+NPzaukFz6JU9NJwbvb57xy+ZRtQK85TtkW4xfaHeZ904yQtXVWmabgeMNh282LVTa5dhxS6l5m2W3wVrllxkC9yDhjTNmwKn0F5/Mwb71RR1xDhtB0a2wph2cMWFnnDsEbPkjpCy6id+S41GdTz/TdUEeI2hJcaH1TSbO12DeA+OFqiPFZPfABTV5JzfUarjsXdCy8HrHi7gszfBi8VspZEefPhUgtKqMWiGOj3NX3o1QH2I0vzPBiIH4MvN7Cp3n5+oI7Zs/Zi48vE93b9swN0HWRTVuz+fOdBkvEG2FK1+qKF8Fz2EIlJ1Qip7Dxb0gHLvv6YzVpp7QXelWP6ffCpV3UdREp/7QUku3T4Cy/FL3KiGSnUP1qzQyM/GBvBrGqH/GqtWzziS2pO/EVP8IaqGluQnCRaPnN1Ac4/OjuMVeeGDPGdoTz99DP3uKcucXDq9JLtlikM2kM6VsgpVGCmgwbXNsqZ5D916SP2NZxeJvXCOXB0zLIMA+D0XXx9Gf9zgIUAhXm4FGK6/OM3DwNWxAHbFenvUXkBYhpBxOdgDycYsUmMhQGxMgCiLJcqZ9yO4lnat3b521Y9wpm9ZZztI6g6a+jBbJ9g7oagPA+ve8wYSPGgIRzG4s2yR743EKSN5G5Gl9Kxqi5i8EK/F3a7ZCV9stLtsiwd/6E98K/PcahtG0gfJ8HXH9gb+iL197y8ql/tubQOO7dI8HbG/6UPfGfPn2cB2K9Deb+RoY21ek/NBkguUgoZ0t+NXbK1CedMU/am+ZIw6pE+a1+OEpI+8+xegGpQcYaytg7HWDsx/MahJG23WHB0CBmEjz1ZKqttXOQQn8GzjjY1A3H/JQ910AU3P5wIGVoHl7yjloGLi9uzQ+HDDDRhfrguKTPuOVmuQAoFAWv7VPJFtUrBTyldTZeIdkOzoT/j7g3fdIjSe70su4Thau70dd0N4fLJYdrtqY1k9nKbE2fpf9YJn1d0xdduzPkcIZDkdMXutGNGygU6oae5+cRmfm+KKCP4WijKt/MjMPD3cMjwsPjyKq09Vy44NnyMjxxfVhy4nKVmyvg6WxapBTbFQlqELIcID4z+D5K0kKeU7gyXh95EU6lnUL1I0bKpHyvbh9mKchHpU0UhDaXm6LDHK1Xhpabo2bY29yUyljG7fEXpO5tIBbDSD7xpujvESb/7vPme5FDetGZIflTYCxDr7RF35xHxotvBS0n+1Hv83IsRaeSzf3ndCwCrcpcce3s6MwVWOnGs8+qiN46DeYr6twLltG8ePJ0uH/3m+Gffsd0vR/D22MJI8dH3r59hw87fTS8f+f94fqN63za/WC4xnp4v3itBTH7r+gT1vhWRxleSq7s5KMn8WPWyzwqnG1vq13yvcudvLXMvIfP3itBfnu8mdf4GHiz2NbbtGMxRFV+BUSIi7I+AvmBhxGvHm+JOPsQ8ffe3bSxjlZRBYt+RAxUen1SwTd2lC8QVllHQwCIhir6SPtbnmvAR8rkKWeJEkj17KMczwcb6Zey1Ja0+ld/3eIlDYnBJf1PIC3+yEtpiOUW7Oz+PC3GSyu7iqphfp1dGoqiDn8Zlu8N38AFawkWSHNvK9eUYYtXbV69LPjjdXXu8hnDkctOPEaVKyfSQZB7t+iY4JcG1ZZBu3V8+n0xtPVHWs/lLUWlgSv74+CFFny/G6MV/fSlynutLtCgaJ3xMpE6jRyIUQrkHSioF1qGfPuLvXnbwy77Tja3WNb27h1O33s+fHPv++Hhw++RIfpT0pRiDJxeT6x4wBCufsICsBFTnlWuUoNfcz7pX9+hQX4T1/imbnefm7/JbGPCG/0j86YjT3Qr+xPjOlBMnJbPf8vb+u4mSwgYVW2y+H6XI5/euX0Di6wWZDY3MJw9Rahd6rHDKSeuTY8Sj4BokUA/SeOZCsjIUiF0lOo4W6Z5V8mvhndi7J9M8BKoXqg2IAp1twpY2tZlCzzHVHF3vZTHG+U0G+jJphxw1fUCz3MKsPxtMKGEQch6PsJ06S7tIxqmCxohre7wIqMolXWVbOH5X8nJHyT0QGGm6MObU3BNPsaPYi4VCgewuLRCaGUQVpaeZDMrfox4XXZzxlptw/yYwRmzIO7Kd8Or3YKnrBBr2IfxLlE6fHE8fPf94XDvu0ecLX/ICP2I4yq/Z2BF3ItPOSVgPwr+rb3b7AInJaiap9OFOS/eETAvKvu2TSqmfhQLbEtph6+ptJIg0zWJcMuImVipINz9hxkEQZNRm5tXhtCbGMoSsUDGZHEilpTcE1beC7Dw6vH7vWIt/vY0Uxx8/BdunHlURRUnB6l2FmmkQgPByFqPzyNWjuoEuqIrpMSBaZannZxHeCYffpJWWD1L/ZIGDilK1ZqEnny4xpYdvxr9F5Y9/3rzNxDy2vGYwhaoTcykGPOfYsZ/9jqlnHmOj3MA82ewyWvJehHObE9PJznwdk4DZI9uEdLonYeIAk/WzcKtzfLw5p+c1N9LmV12lWbZl/eFuB3CFfF+tNdi+S4kG/NaxCbyNosYWhQInCrFTGBmsSa5X/DkZRF6hZq1/p175Tv7HXGb+S09Wm7i2t28HLufd/G/ynWpqLCKY9lNbnqmz0w5dliTnChNaBrUq1SXdseWOhxy4smTBw+Gu19+Ofzut7/JOt3r12/ycSfWwGN9v8XRku9/8AFLa27k2DqPknTZofXcPs92PRvxbJ+lkzJQlnw2/+AftPXEo0gY0Vf2O3sM6q1eBs4JmOhb4J1hJNZPNTIOAM5Kz/m9ZjuLWy6HHmeCXvUhkd/wM+bf8jWacAILQJZLx19CyyLe+lXiStMFGo7Ypn2SQxRI+jb5yODIzY17u/QVzIic0xZq2PCS3EC3LuMfAxqeGtUsD2e27af7RtEckCGeFkbutMNzq4MAdd7ao00n0ONhG+x3TzS+qKyLcw4kAJazEDokanQpuwZn9GwPxbfCozKr9AZ3NOZpZqEjbnkgcuf1PH49V+bSa5/qhy79Fon4Z6Ycv673lC7xJgiv+3f+mAMSHwu0uox0ZWmpfVbWprsHwD7Qcin9aRtF3IMyYvykjMW/6zqWZ5RwYcJMB18HlOcOs2BuIP/wg/eGx0+fDA+on55+Y/lq4Xf5UmDIPAYgMtE638upmCa2/eo0+Y7rN/lpoyGc+PvcHuuWkg7PeRff/Pc4pu8X4bCjpZ9KMGAcsSUwkh+vP+cP5l1OdUH5Wkc53Nla5SuefEwBYdDWqPXCDyJtcJrJ/jXWNFE4JydOYaj4sgSDdVQu33ZzwgVK4hmKv1o8G4mx+HIEEBb7TDUCS+W91FWbOomWwKvdyMTOsPFeDWcxstIqXMKzwuVkEBTLnPaCeaTW1clPC6OnBQ8b4NmoCfAVZwkdQZuXwmsav87ndM7FGSLEAGWFA/5Na0mmuIBZDUMBMl3KskSD9AVP/unkjckjLIlTTYqPbtzQ+i5tGC6iPGvxjgOoMyBa28/P+OrZGZXikrhreyiWKNVsXvVMXQdSWp+ePX40/N//x/8z3L33hHjyS3c+3Li+TT6nlDNr5DmCc2P1bNiiowrNZHUOL81xcwUl3grFexR4pxPpLAw/pZLtctKNI20bQqe6qOPhR51vbiNcVBal4JQ/AMtbUVlwJJZvPclS2IW9MuHyvfgGDN7D/xbXKN3Nnzv7ethV93n8KvuKlbxgXQ1KkX/RoPzMWyLk1Cr0u/FNxVznxhU7JF8dBK/YGBGnGjX8Cah3+SWQBgskQhNyUnTCXkuihI17xU10HoOAN5x+KbS8ycS5m96TrAUVtvN49RxYzbtLTQsZI1f2b4IgPgsIkW6Ws48JF3rhJk9GqbCejjktPpisIFEyRuKlxy021Zus6v5zCPrNy3oeNkdxwf9nvhQPeuLCOm8xz13hj9ccZ5+19upy63JQXtPvzH+eHuFZcAkDDU9XiHAaiucinlOSuS7U43Qq+vsUu54yy9QjzbWf5Yi+UzGrpKvkkf6FWHmzwMFxlI0WxT45DSQhwvBVqx3VLTwrljCQfskXlDki9wWb9L/56ovA0vJ389Ytls/UMZK33rk93OJYSc+J32SG0iPsvDTwZLDOMs9s3jMv2rtqCwBFJobHatoamd5vdP74Lsdb0xAFSyLLP0++tSpuvbfQKCGSpT0JXImWRmFZXrP0FRR/f4wR2SffWp7U0zTGEd5xM/68MqRKxq/SJByIU/tpKcBgYAfPVH9bQGFCI7hHGUdwVlHU1wjfYIZ3b5fZ7U1mPegjpKn6E8qKwqJZ5CqFVJ54eto2+sYWymHKVVpBbIWIMQLah5oIg6LtKjk3NMFCRNIXw0P5KBPlP32WSyJsYWia6btIh7fJhVAfday4tXSioEq34W8UY2DJS6JVPt5xVbbilZB2a+UHPqFLHvqEriWO+UuhBwQhKsLMXIi/kAB3xr6O2tyJpd1BB3Qs46Y8VpmavyxoOEDJcv1KBMPlLbcMiMhI/MMiaFO/skzPUUaO0fsM8Px3j6re26WusNzMvYsaNXXqI5VltecWw0Y86DvRMbc2dod9ZsA++uAOH5I84sKQmLX5L7MpmK9DEQ/1FDqgMEaeTYCIU2ZpnKnJRcm0svZrt6mDGGUNM550ZylPYRXaq/9VFsrAqW6TD3YR17JWp3S2oCzrIN7Seitu+iQ/+6Wv8cBlrKe8/hnc+irKOhoosgwjyXDVJTCwhwBnstLA7KF4723BPCrWOvdtRspZDnF+nJGeHw9yfHYE41cuOYecurx6wCknl7tYdzeHx89KSXadnAV6KmG4/mls6XaNlWujuithrzefU1AUTM6+hcG+pyJxz+iLBsA67AjZSxb6a07pPLgrxERfdA12wQdPCiubKbgbP6NN0rjDOeVj5bIHM//2ZxNQBdaiLOZAUAmNFhuAZiRpw++mKBuuV6yPTocs0riitwTSJRYOoHJ8I/yXh7FmkHcUYWc01nfBieO3Vlm2QnmeYEHXGnHGmp1njw6H+988GJ4+ec458Yxk7XQQVI0z4RH3fFCBUVY2CjP4kgo3rb48cY0cKBPZT5KvyxOfGdht0YmdMPJeR3xuc4aydCHifPiJza9sfFV40omBc1kyyI8KbyMSS0ERShnKRy+z9Rc+U7C9mOJvY8hDhVKmttjtzWRWlEqR2GQNPPOK65B4mT2OSohwky/hPM/XxZsgctZgVcNqNCO2+C1t8ocWy9iv1+oumQ+E/JSxDZwNq2vaxU3JHBV24maaX38ucatGBTpNw7sUR8C96+EtfwnJe37Aq+BXnOJsPU+RTPsj3EyhhIw4ya51ue19BDQ+VED7LVwWvK54MW1Pb1k2J/N+wKUjasnHdK3c7NnTyV8Boxe5QVM6pK+jcUWan+vV25+F9D+1YQfJt6GW9mNOyFsih10zeG+JuoDy8otla/3ozvdyyvFMLkNrj3XVHSlNdNILboQ5wTNVL7N+n/zGFkSvgDDL1CPeheKxuuWmdbfnnCN9/97JcP/bb4bf276hIG6jfFy/qRWedfAo73ewxnu85Dazz5t+idUvRuZEDQ0k1UaruNiei3fHuBTuiTfmLU655JNB3n2U3vAoL3mPF362TbS6iU9TkP6o6GjpBGPHp77ATZc2Kw++4N389XqTm8toytWIvQjFNXDmgMzQLKljhvGsDEZZD1Hyn76ScPusS5ZsbqKo+wXwU406ICVeNbgq5T1rqNM+OtvPAQ8sudDoUzKWHIDn3f6AfIEV5dJnvRMiDnVVn8CL/g1HkZWjpABfY1S4MBOPn+4Tjx/5E55Xof3IFD89o6wGgNYT9m94LKOK+yln559z5PQaxkN1sGVXvCtf0ZtTN9VX/aV/RjmvVcL4yacYp1hKxD4Av1PjiTDK3dGL1eFoZyv7R1yCtsNhGakjQlOBxCkjgc+7exJ8U2SlxxUZmzf4mBrfAqCnY9+dx1e/wPr+GEPwSk7AO6aeehhHjsg2loiBkxin2nDXiX30N/Ub8I3+Rh5zHiTi7Cdh0kfiUu7V+4BNJtwCw0Drs/7FJwH47NUcj1lpYpxeb3rYj76HorfGXle5UJEQca9UVu7me87Izq94bqGkuxlVZoI3mLEJgcrEQGm4lnVN5kGF3MOiDqF8PpXRlCOs3eHhI6dPSlHOJiprFle3Gshg6V5masenlOzCTaaVZTxIkKcEkrgxzjcbHulxtKxQREnCvzsbiWopDOTyHSeUjkfyhgGxohgBfhhmOXQcgJ60vaFoUQInsBK3CQICFDqAGV4LG8U4jZYNFOQ4olcER7rhuxVCZf3EvQQo7jrrZY0wgcGfZ+SubyhMNEMI9SUDprPszGZzzdEzTldg8+mxFg1GqpSLn522YjgL4orDp3xZdfX+g+GTj+7wdUG+NMjlZljPVj1hk4ifDnc2wRXsUY6oABFsiLQUbl+/MbgO/owlVKbdhK6dl05/8rETrPXmd8SI/ISNJ67bd/PmObMU8rJG7eAsi+FRREEZjMA7AGjOCLjwh9/sWI9fjyHvUkSJ12XYl1EZ96UXTAX4W34dTDz6yxTZMgnMYDAlscwjT0nXKjfP8seyC77E8dPSK5iZtCC94i4spcl7Zlu8e/lnr2y8aGDwoLT3yh9hS5qGotZ5S8Hy9C8YB7Z4tUikmSiZ+es7DwCSaTr1vC4GExY+4O/SM591UMZvpVpMneCf9TPH4YcAjHFBYyR5pAKM8O91NLBapLlff5aSiFXLNDTq+ac4ERyRfBugt2c0gain5bIS8hTnbfn0eJVfScfrKTs2r4cIu4fO8+kxvffneXh/ntKO5cWD0p8WkKSTHBm3w6p7FLQGytAuh5Zh77wrVRqRVvb62H4mBXdqDMHyMFY41+MS5OkbT48PMW48Gr74/J+JR//Gni43rnp/jzXw73/w0bB3cI018NdLSeFwgC2sxh71mxMz0j7aT9E62qarMADHfit1kkYuRiDoUqEtHoC8kTqpZtxctWzFkXquAKOPbuFl9E2bkiB5sww8Afz0QiDZmH28fUukCiBe+uwGPv32chreG9eT1LJJPPmMAqU6aZu/wZWWS7yocFkKwd220GfblyyzsF8k7WQg4Bk/y8rNjXR7Lcy01eaKXuiwfeI/fVaeHVzpQXvJbTQU+U4eKZuRAR2I0MpVKQqyIgEi8Lx3uWs5498S5ZYYo0cP6nBqYHtF/p33U6kEhriqMJ9xctK5yrrHKGJwtd8wzJlfk7Zby7fnOvctOkL3GKt4WH4dJ+K1ZOo+Lgm9XKeuaohjdYYnC57wfRn1jpcnnFLnwHYLPYLZq00Htwxkww/kX1mzjJVjDbc8ZuZZhOWvCvEe6V065ce83n33neHjjz8c7j9gvTurBFw6E0MktDrTni/Wil5juPh1Rd3BgLJXMxcRlPAlyBify5ukdT/lY7r0n5Jo/KnYpvC5vxOJiP4u6Bq8x9OAONMlN/z73QCfe6S5v2GTi+zyun5E4Z+gQKFRRPlzasDNk66N8rgflUAVNi2t2UkOUWuOnOC2J8fssvkxhMPEFbRA5IgP18A4eHTJh4VU9uFdQxKErBz+BemO6ITYm59kuoACgt9iuGpdh+I9YJUEFWFwqgvk8ardu8RKa4EX91jgqMH+Of2StfcIjpZ812qV3lRKpYZTGRcLPABd46Xgqow7llS3Cg4NIyuQA4exk+FZRBTOPMaCyLN/MpHLCqHy7hdVbdzcZJKNGcInnyYavmHpYbqWCpG6gPptpyDeaxts8/bISCY7Tthw6mk2pyzjkezCUKuHx0qusTFVBf/x8CGWpE06nhUU9KMXL1nj55IXBlsbe8HVTbtwsawatphgcnHxkrWgt9nEtT88f3aUfQFb4LPOh09uM9WcZSDQtEIcv9h6irJ+xhKcnIVO+Rz5ZVjOxvWLrlkvB70WoDy2CKUxF35puMlTH0tcRTYnushf5GJ+gkGSGk8mA2veKOEdJwWj6wnwmD2OwT5k8EZ5d5jyMjgBX3dVHhQq2QMRXGm24D/S2mQYik2U/JSPwOPNziqdFjMcgg5cyeCycbfTXEVukrfprXfAAjP8gJlCNiGc4nmCLIyJOmVz2emlr7DK1SBRmUvN694GtmdlQmecalQKQvn2kP4mlAXOJ+B1n3lGPe3V94kOoQi/OJlTVV4Do+SEQdypSy28RwseM2SsmTC1ZRwOvIZEh1EBBbtonABRZK+5iM2YmLhTr/9aXD06Fh2lvJtsxM84Y6xFGCqGxl30DdTeEUSemiwbrWOv/xx94/cse9qCbD3sGTR5aa/z9P20G4OqjvfUYjfDMLD88cK/8WoWI97zej9PLi+muNPTRFmBlD4PVrjw6Jmencsdk+vK8PThk+Hpoye8IV1rv8Uo4WZWNs+hxHse/C3Og7954zZLa24Ou6zP9SQaz47f1JClskJHGMuo1njaZ4+Y1CLvfjAZm2WLE0ODVJVp4VxkN3wmBqeudapSJsEQHFM+PQQWCbsz2o5Cx83+JvLtL3F6Wfqc1MaZlXxhUMn9nSvvJbrEIK194Nh+8BxYxBcv+9LMkNtbiortI5ftnYp7/oARo4WZGA4DghGAbDrlq0spzs/5eA86igqrSy08O36X2RF1F4H3Uz6UvSx1CSLV/pTRr1MkIl46I9nHlk+/U3Lxi/Lf4momST/Oe5YchXD5OPEStJqrh5FPBJiT4d4nPusfRAmr9sY2v+ShYQl/orBzGty5fWmUWMxpGPb8YGBZ2QVsnpat+YB/wBUeEbzkX3kZx2wtgzyIkX2xd39nydxLRW+Lb+Fqn+PsfwyG7KM75WuqLgW98CSYLQy+DGQdtOa8dZT00GVeKMDmpjwkV/s2MpPHGonX17e5WEaF9d56doQB8ZCvqj7m+wz3vrtP3XqU2ZpjVg1YZhoj1cKEn6Uy6krWP2B4cmEG07xn43MMyMWj9F/WS3nULgBCnX+UJeUq73r9MGwsj/Cl86L3hMaVIu/1PMIIHOoI/qCXeAW3xW952taZtmAIv5w4rj+HYNdlu/P3hAI7QVFwlJL10TBe5FbXOC2c6cAc7ScyAHMnsUq9DZgMcR2aefjRIK2yqzDl9JKpGhjWCc5oe8TEQkMguErwRYoSi2QVAYVm/4UIGchlI52jBgny7lKeNf1yITwUnrg4Zbaai3iGGU8Fh2c0Izy50VCvbdiQgoXZYgF1yYhX/PCyQTnjygYP3l0eUqP+wlOcrnJp/MhLZZTaIMERbGvRGnipU4mLuF7CT3mlUu6ziojKWJR0lp/0zU/mYyG7nj6fFia+ldwGKmevO9omrShZ6bRmW76uNZcr8tqqIsb+OiCQN55M44j4hH0IL16YxhNi2Lya2hrpCp6mM39hoWfzafFrlDWygYyYVku+srSJhf0Vg0F3lu9jndo53ouF3fV4Npgwk2Moj4ZnT59T8fLK0qmn7It4HhkEIPlsyKDgGaEXF//1kz7e5Z84RYZ48I0SDe/wHnH2OYOv5pcAPXGO1MsJoFcQ/Zq/GfgW2QRZnQj8BKdsBRq8S52yHvgsDGTBAZ/uFTKw7ldyWZImNRUhQSlP08aagtwrJ3UCS8lLcJIf4UndEb7UTX4iFwtYt5fuN6Ujv1SGyleeOkUYF7SnhFmWRUCkOAQaloeK3gnv/IrQT+FGCuSAJJ/k2zEKiJ/w03gGjIhtUpJXXoTJ1fDIlLry8xp0Zao31q2sjdPxfy1+azcW8DavLkcm7fSY25TjQrth+/A210CkmwsZcxpDWdWrBiPovAGe7AhKHZWO3hvi/2RvrVEjzaaeeLEAayHOLMS6EZz8aci9Acc3ci1lPoP5xkcAB3a/85p6TgKYGBYZBE72J+fs33mOgePJg4fDP//hD2mH9zgT/hoWwQPWvvuFVj/udOvWbU6kuTHsXdujfymFwfbDNluLfL7nQR+jgmkbb1sQJ09SeLawtrPd9cLq72+/S1KXu8hZPMym8fangYNF9ddzLUWj3pZlTbz1Sz8rHly97TWFWcvPKEk8ZxkhvNUVzuQFH7IHjdiqjb6rE3vC2y4KuxZEZ+6v8SHDD9+/w+z/i+rHsPjCVhRBsaBvFI59LRdNIPdir/ilz0gs8AtWQSE/oWHJbwqdnuSD7YVKLC0sAUXHFOPtT6H3RyYxLxV413r7EUX3n10wULngy+cuV5YKKC0UUs7Ir/fm+rNyWJZ9OKA4hNci4QsyB6z46WOEFmeEg4eDTuONp92Fg9YXeUAfT/l4HPWJ+Gk8JUSdxeVkmxs73NUZmoJNmLrlqgYnnP17UlCGKti7XpTz9Yvrw3ssVfv4F58OD6l/9779dvj6q2+GJ2xeNQ/L19wRrCynWXOZL7qIy7jXuNbRRdbx0xBbRFHvGq1R9EkXqzzeKRdnxqFfI2rkAT4Uc73r4lFP5omQdx7H86f+pCK9XRjWj9iMo7qgFf3pM9dEMcKhUjgC8sxPUTJ8a9sP93B2LQKjRVRFL0cartYXsiw4R1pwCIZxOgkK/rpWC5Rbgfixn4xsGxF9ROOrKMqgWA+BPwlQi5xbYgWfS6ZidhiBuclBOFa8rLFG2bbQXYe/xhTNCiep8ClR4qiEQ4Xr8nnO10Dxt3Rd71xVVyiga+WLkMJ8srQeuLnSFSnnCp6Vf9SuRKzw8jcuD+0Nmly/rXKgYuWyiHU3qmqh5t/pIbN3YKCLsOSp+OEmXy/AlLIFHAUiAx8AiG81ZsJCOScvBfcMfE8pD0/68eiqM8tGYQaOmNFFJBeXQ7l5NRsoEc5Lji48fsmSFcrtEv6c0/gdo+xveZKQSJiWiprlOyjUG1v7nAywMTxlqZQff3LD6UC5nFIGj5/zEQboIufhHIu9GVsf7ZzczOxpNJtUnA0qqhVie3svu8bvP7o/3H/8hHXwrJHjD5UUXkmp9LaK7DNe7ruwIZBBoa3Jjjzy6o1Xr0TUqcnNno1Zrnjan7NZ2RfjkkfFyktF+YHfKYulp+BWiZeh+Z7pdBrVDEbkW6JCaRpaOi7k2Ibpkg3hDkCRKtBrVqrGA2XaAZ+4R8FHkL2nTSBtr2OjXpNM5KZ0Ct17f1Z2Cgu8zDn89anDC5aGTR5hm+VSDkRa2u4jcr1sul9FHxN17x9xn3GSQcFIFykdkBbEaosUFmPPI6kMjM5ABSyDlBY3EKrejPHyoCEAl/SBOgaPg5k5bCMqn9yUr2X6x8RveRBcv3o0S2yBhh4wi2sa3XjvD/gtYp5ob/wx7ixpS918OqDw740grgjoCa8IeoNXcmxyab+U2mu+3fXnLrvd/wfuXVoiHw1c1UWNNm02EJg5NIB6d/ScpYdPHg9f/fHz+PlF7C0uN7O+/+H7ww1mG93M6pGS21roaeu2OZFG66NH9NrG50ut1nmVd/oXe6PgYf6Nl7lR0BPvCZyR+wNkVbCJTUMdiFLSEvXnDm7Ko0X4CbfA6IDekG4Ktg5Ar42z9ZSXlKWeOPste3h5sZL1HnjSX+zv7aNjbA67GIWuMbNxitIaEPSB+QCkihiXXwM/R7fZ2LC82HOlAqdBUT5bcyV0WT7Mu19hlriIn/7WNJ3lI64FonzLL3LY4uTWfoRSrYVPunbvr+V5xe8sAhmes0TWr536dfOzKOvQjM5T7bxtM9JDWx89xlwaLyfA8hza0wgZXrLQ+Sz/uzHMnItF9AoUhmHdCbf0r8RIKWk4XYPvKuwuj1anu6RMTjHmcRue822YVRT2gxu3YsjLOe8oQcJJGQsKl2fu8rK35eo9GhU3rm1xQMr28AFL1P76r3813P3mm+HeN99yEt79bGBdOcqIjXzcuIqOyD1LrFw6nJkua5fl7/CCUux0yBOcdUFeSqvPsm9OdyKR1vTFHW8+d9f9e5zu/0P3Rvxboq0fo7BJjASco+CdnjNSRdFKQcDIWH1R0J8eHtPIUFgQIZn5gAxK3glKsWVoYZxl2QVrk8BT6+jlCmsyhEzliICEPa2DgzkWii4M4h52xasYlcDxx+pRjbKN560bnK9LA7hGL+VZoU47ZnkIFdL8PdpwewvFcHedneZa4cHlksrrapFLpiQp8PW1bRrMiAQCVniVOKpImx85gk8Ut9xVXMFTNhDfPxWZdJTca8ABFdJguI0ir7GY8+yZpLTIQK308kVeq7g6deopK1nzSFobcs9F9zJPP5rkVBgsYHS6TiOEFTzEACzOSgivgaNLuMq6DRfwxMnsJ8GC/+JI4a1l0IVFnMHECWfyu4SmPiPsTIvpGZHawCGU8uecEYuN49bOPsupkB86Hi3CfizBk2y0sp8iF1v4O8K1wbSjslERO+9nFFI4nOnh9eElG00uKcdPPvqQjV7vDX/88i7r1p6FJiuVbsWpLPgYPkNnGhDeRS2zBNAPC0mT2BkgKH/dTU8zNhBYHOOhsunRO6B6B2iWNyUPGkPqxshX6Jb3eU9sygIGVaUXA3L2vyHgraxH3kkrM/WDFrGJX3ws0zyUX54tAcqZjsNTilwapOyml4f4PruiV61/Fy7+NLadjwCD1JJdoec0G8o5+OIvvtVACYR/K7gpko8p9DNPXb/X2/JrYhCl6FiKKx1CmHvbiTSaG8QfdxPHKNjmBa6t8TWx2PdMzEr6xmxa3oljPF1HCOTEcEJneqqI9ZtiC+GjJCVNKezybR57ehaPn+yoX/I+1yy5bd5Ut+XBFEjsYDei4QPXHK8p9usYTVRVWNr3BdwFOIOQvKd36+bbnXF7fOIWQ8ckC31h8x3lT174xz3lSvhCWfLeFZcRYH9YQjve4B5uBWcgzvjYlbVur6EThOWVr34qnS6RPGHq/pjr6eMHw//7T7+nDdRCqBX+IEtn3nnnzvAeyvx19v/4VdZ91sTv0D7muDwUDK3vKvC2C260q/6Yd/eFtfY95d/pmN1HvujX+J4bP9bz0AOr5VXnm1F9H92bimvmP4s9Juu86jiofHc3PTUfYFV85VlU/fE5AUTijqtvcYCdbST/no99CT9tqzbONoZT+pcL+nLTuV+qvrdS+oMz4uoGu3usr94/4iSTfZ4PUBRvDvsPHw5PnjzJ/qqjly+HCxRgcyxjmDIkf8xTy3m1AiWHVRs8+MBwN64qruZvuDFHulu7HkLaj3x2Bpgf6C89q6A32ueR8yzRXtUv6GVep+4Jg7Ysi8GKXbOt9MXwJSsXiGfLpdHM+Nia8WjlT1g1j0HYt9YeFg6efqZGWP0BwdYoYNjvxgiklwT4a3Gpx/Asp4hAiPnRR2psI53Ku0ZLGeyJMPcefktffpfN3Tf4uNltltXezEkzzpjUcuOAThbRh0goDeaSvgx+7DBL9YpB2CZr5fd29oZffPiL4THl+eDhg+HLu3eHtS+2OLqaZTPUUZX2dZbWZLUH9uTAlAHw1AGG9K6Rt4bq6tfBneDsL5NGDIyWAVF945Laol+fcr53P+8KBXev0b9i/im/qLIwAfZil06BOIDMdDHCtsEUhktc/FLmc87yPsSS2htTG6ctlkKwZ3lYwxpap5lgT2Udk5sWL1mbfHT0EgZQ+E4JWqhywc40hF+BtjSmcF4Pk0VwMDhuAHN/b5t10gfgqPDWZlgbPRXcYwTZhs5d/nuMxHV+JMMpEZ07z9c5UWUFS70MdbmJbUvy5reKQ0Z3Nz2L+xvxJ3rC+Mm0OvQqJJaZhW6DrFVGBSjn1fPse9Y4amkGtjkpUBGuNAbGrfxV6FzbXo1Xq1zk1RV/OyYrlWMSEVF5U9BH52PeGzxetRi5yWOfjmN1bQvqaQTZPGLl3sAKTgKEnk8fR/FGKbfRZwmR8r6+sY0l/HS4zgcREIXhgk2qpzSaNkSXyM0rj4NkUJRBDcc45Qu6UGgjY+d3iXVga4+zjxk0vXrFyTYvyJcO7yZr4tHcUzkfochnluD8hFH1BnsmdrH6sxb+jPiaX4BHEm40e/DY8/VFzs0put6J5OWNP8UPmT81SEJu/i2dnUdooXwsEuXFKPI8rt30NMxygo3FciIswrNhE0ZdSQ9PBRWcDUhostAzUdpbvassNNlQYXeKMfWk5Zmi5sfGPI019Uc4SFTw6oqUgy0bZwfh0l8Kunflp93J3TiFU/kFoTH/ht7SLTwiv+AixcSXlE6eHV5wLmAELHBkCdrbXuVPFYAgVNqvcqGJgApucRprl1N0hVs4ZXBYjlE5LPTL4Rn8tYKYie9LuFRRminlVyCA35+axxtvhcPVmLwx0X/TgEXaJjpl0ehmcrTQZrUIV/sph3JR+bLdLjnL4GUE3ERq5PQUEEySvvnpIWMnFOOxiH/FrUGyz9bjnoDyTB2rOGl/eTzhPPjjbGZ9ONz96gvaaw5soE/cZS38e3xI5g5nwd++fWs4QIG/fh0FniWE25ySotKusuGpbFmHy8cINUrpRLNYZt5gQJv0Gp5G0oVJymFillgKgf+x/ZiXRaX60b/LZdPxWPZ/K0DREc8lV7CKvz7nexhdCaW9k0dl+aWdoyNwXXugAMv+4RyjlTPPuyjr+7vXWU7CAQgYvj766KNRWX/+/DlLM59lacXTp0+ZZX4ZXpqfbZ73UQlfwk/eFtrFf1vXf02nbNmPhHbLL7hokGMwQj8obTnIIUtPXH5SupZlLT81MtWpavYQ4OiU/lWuwRa+4lwDFwdB8JAKJY914a1R7Nu4yjBSYVMzZ6y67AntZ1TgXXBhGgewh5TB02+/G77BKn795sHw7q0bw23uByyxdeVE4AcX+1AzBBIgu7FA2rzSJyMH++gMBxhw73z4wfDJL/9i+Ld/+6vh62++Hr76miUzfFDNpbkukVFenNFHQUytvVAXp5M2zDiuIvEDk70+bWxgZHSNVWLLAXD5M7iUb3G3lbX5VF4VVpnyqReVV5sdl23YAHIR5shMpRHMCXGDIRY4pjXs0G1wVBJVvPzMrwMQuZnNI6RXyBWmI0aBZmpjo+DJdJVK1yNHMQkODak8+zMhOnr1BxNZSK5NIk8//LPFNMclswRWlE2o2d5EQFBAPDLxvdt7fBTjJnG1ABMfPzfOio8F5pIQwLEGexOcOZcVfKuCyhX5oCDKjRJI45YSXB1F0FKQeCgqRE8cecMTaslPHkozz/BUvgUafoY5otSZXkuKfBIHGxoGplRMRohYoXVgG+XLsHz8CQu2znTSVHw/CY+Tp0DBQ/wUdNPrFb/4Sz8DFiqQH7awIF1L5rIXmz0F+5I18crFJgz3Yw1u3qgBBWHQesiSquu3KF/oOH91COkMSKQB2k9dnM7lMU/HHAe1Q4fjAA5JYgPJi+FljgHldCEGAC5p2rl2A54M2fS6Q1kpX7/9h38YnnPKjDL6b3/5i+HOzT3W1V8MD/kA1EsUfL+gdpMPMfjpZMvHgQer8odvvvkePjCoAF95Vct/XPNN7irz4Qe8sGy4jJyGPwyq8ghA+dVdRQvP5GldNhqoCrxcOvWiv+CF2Z2BOH3qKa/5SbwWLt98T8eVyDMYY0r84q2kKHvIO43w1FiSh/KHCxwyFD8H4ZFt6SQsMxUdJgPB1GsrleYigFWD6BIA63zzI6F1wnLPyQQ04uLwVpfGtviSepHIpGk0+zrxRFhek4/hf6q7CsOgRTbee26NbbPsKJGxHHssg6dn+d6oq7IzDJi2p71MUg4N6lTeBSPv5FGtyCzrPE7l2tEw1TI9BYk8CXCAqOt+9fb6e/evuxCXU3SfWW6NoKtjzyHO0sy9l557LHPu9L+OBYELnrzkv+6CHJXOFi/4dfnipR4rMPI6zzgA/MElylT/xKkGauLXE1XU8VfgnS92IoVc/HpZWHbW0xwegDJwwXJN2z+/znr/+++H3/3D36eN9PSZ6wfXsTreHO6wDv4aCohfZL3FhtY97hssJdCimJlklXnqay7afjezBkVliau3IeIdsvhRCZOKLtNzuUykRqK4/inuh1O/gZedxwLolWeOSPzLw35UOry/ytS15Ww7RntlmXBptLlgI6aWdhVbNwPvnnEKGs/nKLgn2bjpqgJPOjlmTxVlQrkceTQxfc4L+peX3I2fQyDQaaIf0R7aJIIAV1mX+/dB5ui+6XmhzWk0C87rKldthCFVluogDjpcFmNfdoGBUoNpDDNaten/dIEnT8ILe3T0BNV2eGag6I9ulrkyPy4/4vnCb/XYmS458brKf4w2wrQetRdw0XIdQzEwnZV/+vQQ4x11gj1su/Tj257tzoyUdSFfpUcnCc4ALpyFQQurTipVoOYy3XrG+k76zz77dPiA2fq/+dXz4XtOwbv37b0M0FxFojI4nrRHOuXdPjR7AtGFchwpGVmy6+vQ7p+ZWFYjTSOV7YEAaNEZ0758dD2opfXmANA/nb/TU7yWfCdYrsfnI0cq323tF52xxR2LMHdHRiKpn/iYGWWI4iahpOM9MpIsUUZhxmmOGTKuFaqU+xSuaTtqFiBxI4zCEHAkeUJf7zjC9FXVdUPppiOi5EzuThNirc3adfxW+ArpGor8Nh97YrDEqNqGjaU7To1tc+QgG1bWsPxKmfTY0PkZa9dyHz7nQ1DMIni26UY2J6hwQycRI2RRXhCLCJ+JCQMxUfcnyg2PWuyt2AqV7IuSm1ENjUsNEeUMeKD8ykxrvzy18WmFLj6v+AjShpULekM/malMZxe0laqkt96Jl4YJJUrBLX5yS6H5biWRj4Q6euE9syk8nrCR6imN1Ducu74CP9Y5V9+1/MYxhZ+V9iMDpvd8XBsM15694Lx3p73WMa97bKM8VTmOLJkTMEy7iYVI3ri0x1mGbeLwShrXtWEtJ174xRD8ggp1jkXKjcBP6dB+87t/zMkL17HEX7Iece30iBmdo+EAGPsHnBQAj/eYLVmF7ufPD1HWkQms+RdYUuzkPmBD0g1OdLCTc4B0CJ2Hz19wOs4hH2g4SaN84n4HZZFwC7SXAS/Q9LqT7ZZH8Rk+4iFvlqPrP8GqcNPpFiBbHvFc8IXnzZ/YIxwzJxrDvQZF2dDDvAqMUXRdPpRXxxK196ClTB2qeAhq5HIFZWLMhyCG4MMKHcKlIxBgF3hxcfM2My/B0IUAAEAASURBVG+0GV0pMV0Gs8IKIh13M+5UV34LeRC3oV2BiboYv2H5I24TpDmEjuMygI6WGCTllHyMOuI6D+sMnmLVk0LQMu7tnFxbSJq3imQzkrLj3suug5R7VevLxxSdo+Uzh5rI8B/lpAKX9B1SzqL3xzm8avVb4vmtM9LGohOXpw6lR+4Rffd5Ch95aAjene/GFKpu7NB9mZKO8hiI0DempR11IDkqDB2QsEzfYMwHMYJOnZjBj197F3Y98lv/8NQZQ0ozZT7j2ELdNPNK2bkQHPTFg5Yl5WtYWebtF+kj9IAmk3qm9uMHXA/vD19/vTn89rd/TxyXEu4MN7G832AT6+3bfKHVjzvx7PKabWYbNzFs5NzrGF3KelgnWqmE1DJRO+woYfZH4D2WhzQ2wUufViSA1NWutycLoaS3ftkW9uS9jDovFuIrG2OEWQxxJGLHR90gz4lSbWzezUQQswrT8cq9lYvK3Ab96zprCFzSmf4Hv8tL+/qyTm/vsCJAmUKOul8dO0wvQl9z7DpxrmO+K2K/4fHEKvJPOKnkEGX+lCW29qoRPfK1zmsImeM2p32ZP8pm1XHkyufQOk9RtOrTaZTLwndtvv2v+KW/hbZK7q8YwT9hmlhnu8zyVXWEGuhpPJxniIyOcm6CFgZq6iXKj3fbmBhwiKHxVQu7y8C6vJtycpV71RqRKRmxjcoJeCDod2OqRwJF+vBj9C+/xP7999+FTmec3r1dHzNzJULaj+hk4BG2FZFCtm6to5e6muISvLbYR7nPMZG3MOh92mZUnnLIxRP2yD3juzTqLDVzsjJc42Q7l8XIMfNx5heiw3d5718xsz2PREoj/CZYl1DTtvhVXrxKa79sycGv6mVJgGnzngd/xKV43HkrHus3r6HAoqS94Hg/LYQ7KEIWqJZQP4jkcT21jll8y5Kt6taP51IJ6E412opv4eaIRKybrreOkqnptDkzfpNQ9ziv3eULWYUVPKsMWwkpbzVlhMeGQyUZ5YtnlXY3mq5LbTRT4kCfkwa1Ph1mQKMKphsgYw1GMfEYSqrvcJ2NLG4MUkhVKp2C8pjC4A1I0YlrDxFF8neJSaad4IvpbDz9tHKOlLQRKgrCIxVvksArhQ0BbL1tVSh5BOoKS+cXxJc1nHKhzDLaJ5LV0/XfNizuHK/pq6oc4jjiGoT5aXzsIUeke/LkGVbw+kSwgpsvmrLhdJXBnKNcsGnpKHsLAbdJxXB6yw3GHtHoJiqtFhE2WwuEzjA3VTnj4tpMFWwrqzJiZ2QDCouhB38AXzAdeeReCpZgaUW/IN5LZ0J4fvbsOQ3GB5FCG9MbByzF4e2EEwLc8Crvn7Fj/NGzrxhYXBv2t1jK9eR+Bm+fffZZeHfn3WvgsIK8H7N+9ADF/cVw98H94SGbxp5QiW2UhVNMa4RK7BucZXOV6/4ZhCmDOHeRCzclkwFcpezTrX2dnzJmim4pl/HzbMa6Y7xk3/BtkZSLZWeQSnvHVtnqLjJJIVh/5hllwOUMlrusW/zgRuI0/A6WGxD969QA6qD8G13reGfxfMxgdozTH2ROKO8eP/MOVo3nAphjswyws2Hk6XKEq97nzJuFz2H08jf4df/K1ca9+Nqx6MBeHwDaclRZF2md7z1FuDajubfPFb7IgcibWZNojmeHdeV9juJy5lcmmDzneajWWA2663It6vLJIJXwvn60x+ttXaERziVI5WHO3x7fwaPOX6KMbuqFRq/xwWg9ase5y2k6cEK7f98zUxVA/pKyJx4hdq9qw0NjC5POhfIkrSem2ZqfXbLEk8MfMhuJUnGIgvj55/+SfnSTvuoayzxvvfNu1v96Ms2NA5bSYI3fYYnNNjOOWijT79DeutzRmfIYpuyH4G1oUGGgfe78Lnbxpgeuc1iM3uYSSuL6+wny9DagLazz2td5GXfc3gZC+msQqGGD9Kx3jr4QvcEDNFDa1R/sd8HfclaWVNi1Vru0ppd99oPR39i32ce+5HqOMckjBh+yTvoZy2jsN861wCPcDhbm+C7g2fhbftOLNElvv8aCIGL3yww8cay/zh68ZMnx6THnsJOv/b6KuzPIzoBf5VKHtL1IL/vKMjPbKmDlj3zbD6SDL9zMW4PnpXsV0ZdiFEge4gVvNfK0Cl2S8mZ5UUaKFttk43U8pVs9g7Xm5BcdDv4/Y6nS11/fRX9aGz788MMc77iHYr3LqUzWDWXZ/pXEENUo9s6rfZnlaQ7bG+iyzF7dpL//8L07GYg9fkB/j+L+mH5fQ9+2J8kARxzVTyx7+7OxLzOPYknL6F/3Fr40kPJi8X3KeP1azlFHKWV5uort9Wsees8u6iRCcUMIPOPS0cw6zMloyAZVobZwo6QTqDIqwWkQYCb+bpJxQ2POo20E/0l0R+FFP0fgTqOgopxbyVAs1SlQLylwMELAVHplvhs5tZJTemKUncsKZMpZmmjMVtBkPG5wHaXRItveXsc6y4ZUlOIIBTDlh5dKlJbiCD34xLpge53yREDw2EJR3MSaf4LiqfJvQ2EET/JQwXVZjkWg8lqdEwIrbdAlbhlJaoExXCpmDUoqo0zErzLlGR6oQBnfxqU3PkQiTuFa+Jmi/uJPOjsNN+Y49edaca01tRTGRszRL8IPsy5oIApaAGYAY6foms06osyd+CxLIcUJ69rNyXJQ8HIsJo2Kz+4xkD4bFzf7eCSaAwJMuZzjz5Ql6+Hl4b3v7g5ffP3dcIzV3ZI0L48cXeEUmhUa3/vP7g/PwPkdvpLmcp4c+4gM5Et6WBK2ycs9C3fZPb7BmrjTsw+wRiDk8FdlwLJ0ZdSNm/vD9Xeu478+PHr4ePiXP/4xm5GeMUCwwkuHgw3p0lVH4BhRi0ZKJ/7SJkwbNJ+vdN0bsPO0U1wjVJ6TX3+aJR698BvloCXllgEzeIwuYMmxg0gc5XEs0cIn8cZU9RC5XwwQdAYipC8eiTWDZE4WWuHkmkvqUXfmYJxcKiTIi/kGoul97nhFg5nyIghnk6ubcJV7P8nNk84SxhtQlc8s4Cc+TukLd9+79crnHl50dtyVgHLTwKzeR37M8CjrzET5Mkl5Hz2RcYB3+DMwebSs+jKSuQwsx1t8F1ov1wn3xTizt5TliFACfkSqEYA8kG/m2qGYXtzz35k6pvhxDx2WsVWgzaD7BaQZ4pb5Uu/KrqFEoh0xve3OCKEDMgpu8bW/dXkmbXULFZnYDgICzUyoJ+ljycu6tk5+Hprgdywes2zjER+T0brpTKcnpriGd4cZRb+L4ek0+xic9lDgtVD6ETuPltz25DaU9hiE6IdW8VvllC8VQZu6UQEiv7RhFEJ4PmtLOhVFIG8LHo2URntj5eS5/GTaJuzGrVfbpXnEhZcEVJux2H7NU/Rn6elOOtRe7FvWWEKj1X3Ttoi/DO7Ixn4hSq99KEYHw+yzVcDtw7JPjz7SE2lcluoyGS3cLy2PR48xKKG4M3N76HJNrMQq1Mf0OfYflqGkytc+YC59Qrpdfuqy1+J3x3l+N47/cTKI+iVcj3fs3zbJEY/005bpaA9qaUp+68XlofbmKyrtnf/c1YPs+21r8gfOuqQFd3GIMqnlhwaGt7H8EidyW/HT3ps8WQpt5vDLe+7qkJaNMq7SrA7EnSU/2FyjRKub/Mu//Mvw7b1vsZgj0wxSDw4O2gfM9jMYlb8lS7ZtZCtdlm+arGBKuHWMjzOh41z76IPh4w/usBzn6fCIjzI5ePMAEw60RwbQo9BP1Cu9d7oBh5PmVj+IXo68I7QLVPbAf9U7ttSymK6yTmmdglCB30TxcgTj1yvdWb7HMgit8IqwyplKiRtKXf5iQ2DDcYIAew63BNUIAe1JLTojIQhUYC1imObURZj6E0ix/bcQVLtP2dj6+OkLlCaYv42VlwbHddADS0jcNLkFDX7t8yXrq1+yIXYHBZwY0IeyGEkWl/CdQrLiK4CY6mPiVkkuJT8zC7ZkmSoxTRuU4KX1kWihPQVJmSn8B9f3h7/8Nx9TYVbZsfyYSo419whFkQZCxXINZYbhRhoHVg5luUyELYUvVuYDDrxbueWZUtdH7fJOpScVrgsOqbIMxzVAxHe6rE4TEB4+wvJPIebuv85ytAwN9x4BPWPUTkNgHPmqUzk1jop21k9SplJxhHVaC7p0m+cJo/0seWFmQit1b9Am5cVBQKQ+U4tazFXYY0mikqD6O4JCwd7jzoZWlswcIVNwLnJ3yqkoR/itb+5ihVodvvjyu+FsdYfR93tpIB0tq1Afv6L8D0+Hvdurw/6td4cNTgZ4zoZYOypPrtlAZuykDpHZddau7aPQu27x2vbG8O//9m8y8Hjw8NHw61//XUbjDuqk9yVHUjlrIh+l00Yqo/Aw2IbGZocaxcD3wlHdG1w12jYiyt5yPHne/fpdQK3QAnPuPw+b/K2Dk3MQgdwQXDKgTFgXK//le0/XG/PkDU3dalmwlSfgKKhxwLfBhwepT92XemJHmAElefYZOYZosWSUbMmLhhP8A+gMvwJkFR3dnBWj5/QQWDN+dQwTQxymqORV+cqbn+9aYmE16JMSjk8Dbnn73/kqSfPyMP8qi8Kkh/mm/OmkbWR5fMKuPM39F9i1RFuHGyXNQhQoOfywS8Ti2Q9HJkbF73iJxsgfn+VL/TfqCmi3rrfcFsIqRv12vvqmbEZ39tmEvFd+PnM1N0+T/hl/m3Jd7rO45Tv9dr4p+DZjeQ/bapA+0tnK25QZOBG/hyWrRrNwdJEH+x5eqT38TXXXKFHkyVDUVEILFnfq2gVfsX7qF1o5kUYD2h/pp+2/XSpzDSXegxdusoTmBsfoubHVWUUPE7A/98vWm5ywYd8h/1ZQlHJShkYl2jfbe5HqdMu7wlj2FqP6e48jPd2lHHgxTqe/h9WdkM5843RgCextwGIK38y7X6+HTj79KOLJhyfyiH7Co/1OhyNlKpm262Vdhd/JR77Xs0arfny1cVTaawnNaay/LrHwmMWXGKIOXQ+PhThLMOlbvEeJxzpvv+iAQCu5sn5GH5d+UV6ECQuMCB4p/EI/j9Jm23lhv8ldxTKDDQYWtckTPUI5o+FUpnrbjU/BC1Pwb0xPjrTx0mwfqosxk3DxlFbvvW2fSl8Z4bJCWBdI3+9ZHkR+BbvJkSQSbbrw58+6GA3LAPjgcc9eK/Sj0mcd8ZS8xxgX73MSjPKm7nnnznvDJ598GgVePcPsXYKcfX82cF66YkbyIBavpCevGyyr3eeDWyfQVpZ1B2hlZHWQds6KjZQ/cUceNp41wNzMY6Ko/P88v+sXfppUwUV7dBrBwpUQ72cew0dDsqcSTwOgEubudYXLaYZsUGS0cokS/JQlBudsHlDpS4Ww40ZpSOPDc0aYjnglVtp0CAiZ5/FtP2mkhBV4bA6lEJ4cYhU+ZSoDJXUXBXELK+3L45csceDUk+0zrAuMgM9dq75LI1XW35coe69WVbjOs0xjO5ZZc0aIkbl1FHM3ZdSRWni3ViYiBd4Kw9zZtJq2GisFfRWF/YAPZ7yL9cKPCm0wyj5l08NT+LaXxhMW8unrp/DQtd/ywgZBoYaf5CHHwhN5w4CnsrTCOdWl0OMT00xrTElpw21Fy+jYTTZYXZwd8MSU8N1swvsJe4tAesTH8YgfD3I9X6wMVM7gBD423DYEnhLj+nZH9fucxuPyGa3lyoVrzU/oNHpj5hGO0mUdNv4WU7TrdBIuP3K2xWlFjznTfysfwSjLuEOlV3Qam+zo3+SsYjLPu9Zvj6c8ZM35Y/YZyDsV8FfbNwZU/uHvv/h+ePDgQRowLUrbWJRYiDU8Plmho3pvOFnbHR5wVOW7d27TuWGlQk781LjWEV6GHawj17FG+fVCz8t3Gvkacv6//a//y/B3//D7fMHwV7/6Wzq+GxHdG4zw79+/H+uWFd8G2k1A0m856GJ5q0ff4pfOqT2WByHWhx6uJ6/KmwU/KX36w0wd+fWPGAm+5+ddWP09URsuPv+QM22WaDWZN35vnAsXhGQGr/A2lnIobqbnmeqczscgXA3OwY0Bkh0iGMZfUKsIyBoWefNR3kbcQ7udR9EXWeRlDAeCz0ISj+rsAnb8WWJz+ZNgRl7ylNcdLqz9k1xh1EDMMhJPneFyS17p4u8jDz1OAjoe/d7jJnAprmHEM7s5/nPYEbGW1lsZTSwvX1rO/b6AyJQoeBNWMlb+y3Cn2ItPc7wMMYuezfJ9DDAOZaz8NHYR1Dms/4w5AsV1BdHnDtfnN7l5/DfFudI/OLX8Z/gZt8vSQjqQGdGVpvwl8hjN5XAWQepVr+vUqyoia03RroUwMivzzVswXM7QxoxDnTrBCn/y8nB4juXw7pefp3/YQTnfo83TAu86+APaOo+UvHadIw6x0OfoOw1K9KcaljYxxGi9p4LG0FH9CCoVdbwo59f/4FFtwEhjMCrcgmBRUY8LvxLc4tkBj04/+FQZjb5/rgdpyB+Kns4y7G2Yypq4dD+VdsN8V8HT6u6HizRIqB/hxew/fQz9nv79rHT7iKecRHN4+JwPBD4bvv/u+/RXLguVtxlwqidBs5b3Trx5acBLGwuvgiv4RpmMos5yXfLKSghwqJmBJhOkKtqqlda3668ELbiUAjSplAM9+oLtsumjsENnNxpWwio3FekLLvG1PgXT8U57p7zEIk8q4nTd0KMeM2BOUZOAXO0fXNqsl/nqJplCFNEHMht08god4uXwhA3bn3/+x+GLz7/IqT/vf8BGbWTctesbLHlKXsmTfEHMvY7hBxkodsWbmm1Q70ovBA7SeZYvyDoow3hJmHgFH55LJvL6/8vPnAfrWsZZUBBFBQpgrop4qY2O4BBBkFJAS8FUpuli1fGxXHtU4iaKHiN0lHZPjDk950xThEwLdC3cb5XcgrMQbGS4qpO2UIoRRXlVjGUuJB1p+1SSH+k5VYxZ+uBHlNKEMBJDprCIsg6dAcYJZ8JfXD5DicLKenCCAr8zHDGY8FjAbc7k3N8jb86K94NOsQBDg19ntSJ6lGXQArVUXPNGeEMX+bxS0daFFGcVHKmX3ykDoOPTF8xU7LGsxq/DMmR4uUojecAXuu6kkm6gVDsa32FDxAkbPVWaa9lQZWtltAFxzbxONV5reBrNKO0Km7wqq0wiyY9WwbSY5Egw7hFK+R44JaQ+h+spB57Bfc3lSyjUnkuq8pnRO5HcfKpFQFyVi1jvD+EHeLgERt4958MhNjyu+ZdHDx88YdDkGfIe62jezsxwHj7KvdOJbtjxE95WLiuJo3fvfql1nfLYgGnyw6kxLf94OyeBdf1seEG5Pnl2NDxEAT8F13NmMRwA2BC58/s5cS4ZXOztcHQU5b2GPJzxPYCV7ZXh0SGDDOT1kunH8xWWPDGI8mNaJ+DzDTM2J8Oz4TZ7Oo6PnjFWWBt+8dH7w//5m/+C8n5zOKWyf3f/+6wP/eizT4ZndIie/3rgqQ6c4vCAxqM3uirzWuOdynv4+CF51OC21vJj6Yc2uE1jz6heeUq5zTusVlhVShbXDzrLWdntdxOk3vhAGeaPolAUfGZyKkLge8lCarmxx1wBF1dp7EzwqP/kZWDyQz7NuwMa863URNIIoMwYhwvnLQNQW3leTF8hFTh2mD3MBC2GccsKa5pSgGapBR94wYO4oq18teRJk/wMK+IkJOl62vHlX/nBZiK4BAuybVqjOOpCR3sWt45V8woJrRhI3Ejq8Uk/hhUwfxdcovJDaQR2eGMmyKCuFOHKNb8NtqG+p90xIs64iVPR49ei5/mHflKkPRIJp/cGUGB6BmhyHyPJx/QHPZG8Sjz9TVeAA2n2PpeThfgdj7fcI+OGz+Aluijip3j3fOPff4wPfoUSGLSMe/4dYA+f9h/oYzru/NsX21ZHLoAZI4wxzFxlhFnHik0K4lvndKokxy+ecwoKp9KwrMClgq6F37b9QmH3JDWPlMwdRX6fo/W23NCK4UWDjYafHPFLO6b1tTbw0z4HPDmSj4pUlnLiF3TAZLRIBov+A2KFVru3FzWqFlBoA7dpl53vqavGkpcQ2N87ZO897txv7t/TVrh5T+3ulBZ66EvAlHsPh6f0FS5n7c74sWpfYKACVxU5ldssUbFPo/8u5a+W0dxi07B9qf2VKxRU5m+w92CXvrXPupUeUTwpY4dGVGUL+FmiSlgYhH6Afubg4Jw+9ZVKhIxvV2qmUUW28UpDj/JhRbHPqSCpnFzngTJlG2tW0QOBb1jgEX0hVQTBkCqXHqrCbLzEFRD5Giv0+AQ8r+TpSMcLWMbRJW1vl+JB+gCz/YcvwDTuI87U1/j23XffRb+7xnp1l4Xd5oNlLgtDaFMWyq4cEIZZ67LpOLyDPui1vDydzo9Npqw06pE+DhmtOmhJF287rg1bfAHcM0g5GdHMvIrnKQNe1Z1SxgAJLUaRotDlvVIpszzGrR8zWvFs7TM+JiTf3Xy5whovo7jCRaXilGtY4yxTlioosFmIL3MbGK2/Zl5TaGSSjPixwMhM4Q+zWgFWh0VyEQwxhU5nYheaYNh/JL6icYdk8tOisMnG2Osoxm6QhQzy4wfGioPvnh1/SUF5fJCKn8cL7qHoq9xL38mpCjuVk3SoJFHUzjmc84KOVAqdNssaeMUMoMFRvH3H5bFiJsypr6ceT8QaeKfHLi6oTKxj90trbqzMJ4VfHaPQolSCt59Z3tu/EetzNraC2DNG4erqNqYZmQNPJd4TCxRqFXgrQ2pT+CIuiJIDrCjxYk4Z0oPYqKvoazvo7OMRXK2AVcHkt42rtIUXhNtWOlKNQAPLs4Dlucq8o/k91kjWMgckhexVwFXShXNydg8rOdZ3LOgKm0q+nxa2gdEaL95a20/gTyoe/PfEAwcybp519/uFyjb+wRlc1Gscxjx6xgZT10ojixdY9Y84M96yM18HmxfMPpwyjbVhhaOBW3NASdoXLNdZWT+ms8KigTL+8oQFOJ4EhOJ+Tlm48OY+Aw8EnqUxDEb46us779wquMjWY5TvHSxPfrTjt//8z/hfDn/44o9ZI/o//Mf/OBxyTvwB080fcKbyNT4I8T6n09iQfnfvXmtM7g/37n0PDxhQXDLchGnZzIuFGfbm3SplIznJPwE/wy12SgCIjHA3nyYF8tU6oo8Fn2fCr8qxWgNTEjcJiW/S7oSftPpXyERDi9TiJD1ehRJSyUOsqPj1NEJYVQDjp5wCldeuAPheXyxGXixjyjNxKkFLR5rGS+F32BOMRA7c0J52KElTBvX0839jBCC5ePe8ZV1XspYhpzUpkscgy7EYPnpND7J8KX4PrFT+luvKgG+dfp97jOAXhUk/ywNsGuzgZWRcvJq/aXtZJ9Cf4Is/gXPUjDtj7xh9zpeJlirrgDOHMLDgdbiFR+UwfzZNvXvnqaKM+SV8yijhV0RZiD9/qfLAx0TSuACrOvGr8pR+C6vwN3HlqoIvy9IOC1Im+W+dME2cEfLPLT1S8hWXDBAIVgEgCo47BWbqlHnDLxOypE3/rNJBW3VMv3RKO/uUpX9f23fTHrvW3ZO1bnCqRpbRaIlnNlHF3qPysoRGQ4xHS2rtpL2NohEDEUsEMXhp1CEg+NvG2feIUTzEMDgVtqOnqMd1/3qzrnSlvUX4k2/mP5bjErRensV9+T7xtaJKD1jD+x5XHtiHdbo26KfXz9BFOL/bQrGPVInfwX9ctsKS3ljg8dtgpYJKpXpGOfIdnS2vZa41mr6dfveCu77KyAnK/xGWZu/duBeBMn1kyJi4GVsLdz3LdcXdt+gUoz+0S7/XSF8L9DbChFvkVWXpvdLMIkTuTaJ4K6t16YOHfrTT9nu2TdYFij2u8zh3+4OkJz75jfKNkufBGJbZObrJI2Yyvv32m+E3v/lN+PrRxx8PHvHo7LkGQzdfy1Gikxd6ILTJOxX0c78hxHNmTeC1es4pdYVW0721pBE/yoHysC42NIWWsCAokrn0NKf2PjaAyT3ao+kLxuypAZWlpjRC8/JtQGGHWJTYC5RU1yw/ecZyBTcjYBl9gbLrRobNHTYRMtLeQfFW+dWarpUbVQNFUPbjbI1wyYjnvOVugTaFPaPwefZJ8oM/FlAKKZXfrIABs13asodl9+MPb7AkBiUMZS8DDgYVe6xL2t/foUK4Fo8swjvTYV1Ecz+F5rWXMN/RKX78A4812lQcj246Zm2gCpTvtbGo0IxwdhLEC2/kjLLkByBrrIWpgYtWRzdZcizXDfYBUClV4B8zTek66N2DXXA4YnR9MLz33i0GEqdYqlVs2eHPenzIy85oz4J1UK/Qar12X0E+85sRPMJPAwxFlIGlECKJy70JiIMNrQQ2LK1UipD+Cw2W40tmBrR++/GpKPi0HyrVbqjZouz7ejnp11Kscn58bP41UFOQH2FNTjjWG3E55XjGDT6upEXZ0aqDFxthR8CuJ/cIJ9fJZc0Z+G1S8U4v+bAFFcXBR0iSrZKG856zcbGyO/CqMoPUlALvScAqFysa+bnmTZqubR2kUT1mM+zFvo0kMzDICsjQSLDsC1nfgm4tUZfw/gKcPNrzKesQPWf+EUdBPWYJ1l9++hccE/n+8E9ffF4dGJ3ZEWXye6bklJObWOzv8iGIZ08fD7/45WfD0eMXw2effjIcsPwnswjgf8zA4T7nwv7m7/6OpVGczMPSHtcjyr9qXh1AWqd4k8A47/25ZKEFVFn7Ej5Vo+er5dAbPN9rmhVZaa1hbz+MY9xAX0rT1zcGHm1Cwav4VimLpechDF1fo55APRDFXi6+LjtlTVgdf0kO3GgjPKOBmId+o2IPzGrgXbI35wsyoJKeuDwD2IGu1WHkn0LUrvC7wdZLZ15zpbZ83/bbEibKhMtls5yHrmBUMEaL+nJ8kk6pW36AVhLe5MaQnlAPnqMuQcdYJiPkAAy4xTIJJ5q/t1m8MZMEv/2nMfGqJF3e5gDkdVCfskvwKFMCajANSDHqlefKpdpdQ41KfRagBhs7+Ma7yJcRcF0+6q39FqgFr/lLlAPgBt/IebCeR8mzqF4dMo9KpFl+SZNE4Gx666B5tSStWtVbPP2pXPLUIo4+NuZJb/k3IHhUNPvM8lSx9tsXZQWm/6edPHqBAYRTTx58dRcFnuUx7O3RMOMXKQ9U4lXgMSLtYRHexPCxxQz7Dv3vJpcKv+2qRhaXrpqPy2q2af890zszeg2fjkNR2QjoqOY+L7EpwOReXQ6mkJ/7FA7+3MRJJy32Zd25ssD3zJKDaPpN+zKcvPZgB/UPFXbfnQnXMOYMhW7iTV71yINy7ayzh0Js+JVPjq+Wz+pi2LboXxwQ0H8hRMLwLzMeAUobCF7pYxQyr3DyKt63fHMznJYi8ef+03MZJmxxqkURT8snF8+hB091qyzFa7hl+TU4pZpGOsWLVAo//+LobdkVDHyFA8xgSFxxzLMAufzGyxeff853XH4bo9pf/dVfDb/85V8OH2JQ22UJmPs8zOGMuGdY2E/RyaKwU1bHPLtS4ozZek/gEXb6ZBBquYCAuV3hrkL6img/xSttWkuwfgpSItFHws9YbnAKAfCCTYSsbweBDRSdVYSK9TMQKC8ZibCExCUwaGOkZo0xlkOF0wRpnO0tTZyCUnykZKJGcmmiykrAvVwx3uc3CYkCYGzzUEwwkg43UczVEXfY4OkEkpb0Gzf4FDTWAndfq9Jqwd2JpYBNNkwJuuwlgw2VQ5UCUFOgz6gIh6zF17Ktwq6SbGCm6CVHxvAufqjC3BU6E4sT6+exLN9kKsaBghZlG7ED11WzJto4Kpyu+77O6Sbfs4xiFauvHczzwyfZBf0Ox3XZWDqSPkNp9JjJPb7q6tp4suQooqeUFfyG9y+y8dfKegm+NbjyoxyvuOSu3JZHeYiABwVeDQEYLhUK/P1CrcszXL/oSNSd0mlUoGGd9Y9+UtiB0jaNdMpGennXqRQLzU2oKvkq/U73Ge4Z7Sr3nuoj3xy4uB7ewYtTtvuUkafUOLW3zolCVqRtrPUbL1huA69jwUk2UsLZqsB+cXJIfCyrW03GyL3jIj7i160ClqNr6nc4m13n0VwOIMJMsabMXjF89tzWDehcgd9nyNTzw5fDo+ccr8b7BoMq2tnh3oOnw8uVL4dDZP2MMvD4y4P968M9FPpf/uJTyAMuiuYOMyaHL06GX//md8O//3e/It7G8JSOUDlwunkfS/ydD9/PBlhPsfmvv/51PtrhsZJnWIyVTctInlY98ElX/K7nq3/lQ6WZykdaFVGV9c6nDskiVK50PV29/fBvYFgfwDQzWx3NeVKCx4GHmV3lSGeQoRcZgAIvSOFj2Eh3ZSAd9m8stEm9NO4rZ5+cR+LfdzsuB31p1EURR6zAy1PSxKdkhYbbv8Kwnis3lRragNfcVX5GqswmnAufnrz793v3F7VlJ6TX4vVIsqYzrfmFZ6AlZmWBqoCJ7UVdfNNI9/fXc+kKdqkaLYOxHPr7G+4LtCy8zCDA41mQmHRsxlIQCQW3uxbfW09q+9tjjFHT90zl49MUpz91oK/fm7gkD3FUBzCVV+Xbc3897YjYLGjCpHu29K1gLLdeRr0Me8yOeBSVGR5hHogKqdfpniYweOn87bCpWoATCDyj3dPSLvdUe4KDAGxzVZyoO2fMYD5mtvcJZ2KvYMTYYJbVJYX2D57ScYtNrDfo6w44VnIf44Vfbl1Hodza3qffxZK5Rr+wRbtPs+geKfuGHGRgmyEO/uFfuof4Fl8y00DY3NX43XpJPOViFiy63c150eH1sOW72c0tzGO4jDKDscCVCPN2ULXY18zz85lhEG0Qeo0zEAik8AuP1iYhTCrW9nfqSw5wNKbJl/6BxI6H8qxu4eBKZX0T49+dD38x/Pf0J8fHnAOPQczy1OBjb28fVoMlNJvwWCVZGgUEHvrh7Fddby9utKQNP98hmfIYZzXg8zIP5b9OWtNGtHJMRsmLQPnq3xKvyo888c9+O/JS5+AWVgc7DSz8pbcPP+UpeREnA3FpEa5I6HjPBzCB8wodxsbPDx+9Qn85ZwnFS07peUlffsjM/Jd//JLjUG8P7995f/jks8+yn0NdwMHVKR28g6mUDXpvzrdnEBSdNkSTo0j0Kxh0boiH2JO5Xv0ZzIuyEVvef7qbizsDPBVOiMTKuIaF06UjnnGtoiohIrhyeMQoGSULVT9H7yBgWQYD0scsKbEyv0BB0UosxnP0IsTCdmfj3HVaq9TnIa8JyUIgL4EPLpmSgzl2TlrYPRnJtXZ+COjGHoryNRoPlD+Fco9R1fauZ6u7K14l3maqlG1Ihm7aKAsZBd5NEk5lOd3u+ysU/Ex72amLN0IiTCLCHujCz0ZDPtooOSBw7baKrOe03nKnPv5JR3wbvE2UWEGdUXEF4Ki8Rt1+VXQ1G1QesBv6JtYNl19YwcXhxRHK4V/8GxRhlnBgqZXWHTdo4p6w3OQ+66xfvmCAFR8qB8yy4Sgr0bxkEoGsiWmNibOBkRgrCLwhPxthBx1RwGk49M8GG60DmV5CXtgMqpXgP/yH/y6Djud8mOiSD+uYp42xgxdp9bxWq5+KvQ2GS0JOGGjYWKURYTTr3VjGS6PAPXCAlcYESFr4sfFkU7SDLPln3O6Srr1LT8qQu5YhaTL/HWTBvOrUG3AFhgPPQwYCfgyKnRAuZIqFfY/Zlpu338tHnTwJ6Rn1wb0RB8wUvGKQ8ZTTab6/z7r9dRR+kHiHtYpn8HVz7/pwcPvDKKEP2Xy8eY16A/ynnBUvevv7r4b3WDrzP7//P3HEJdPTWNz/8Id/Gv7xH/8pSqQzU3JCJ3ZN8vM+/XS6DW8xAL7Q0PIuP23WE6MnSQp+ItSEzPwXcivQPfbsLlzyMp0wZulnkSZ/M7gC1piMB5+Td2gA+ojUYhkL34FANiFRptWx4dfysM5ceMQkYXHg17M2THTlUXypuBUPT6KrzBghHaD5ICfFT2K3dPgS0t4rB2PGz9+5m1vseytovjZ9/Ccvk8rLckV3YZ4YIx/GctVbYDKff1/TlOrFlcbIe1zB6G+5myyKyYLvW146bi3KFSCXE08p4HdhFQpDtzjLzO547PinCBO0GN6jCqorWpb3LNb0nLKtFOIxjzPCecOD7fhrTr/I4nKgMlB+VX4T1VfDWE7/WqwrPVS6qmWcgs02KE1eb30aMWv4irc8l4MFneTIPuIemozv8qgVFEvPxtbqaA//nOvRvZXha5YK2g+51v2AU2j8QN07nHPtZZ+0zWletrmrWtMwfKjMrxLffiMfqQN5Lcy2wWKRQuLmXhn79ggLIaML62wHiofeFH+x/zlO+p2p6663NXXv/r3G2qYWX8I3cO/xe/rp3iQhcaADV2nQD/Cjq8wegijs6BGBAwnFk9ZeNWCG+SX2jU3236HD3LnzAUdvX6fPPaQPqlNpVtAddjF8uVTJxa/Fjeo3SQ58jA7A67ORK+h8q7SN9sG2E+JWBxk4GznJ83yWqqEjJfUI44tK3i2reJsL6X3xXYbNHa/iYn+/uSmmGlwY39AOeWhIvhdAoaJ5NJ5UHqEnhR2gAia8AMdHnGeXfL1Q+cYQeMaMtsbmVwySXnDe+iU63ovHz1DeP8eAdiNfEc6BGOgU4u3hCA6izMA+wWyUgKLVPK2FlmlDQK8FN/NfIn8h2k94mUEc1g9uqOCyVADFZxPr6QYFcYjC55oeEXZtlZ2hZetad9cjFyFgw//KwNcuVdx4Nly/rmB5l3graF0Ik6NFMHCKbI7IT8C/GhkbEvJCm6awzN8KheILfAtfEV1lycwOJvg6qxbrwA7W3xxbSQESTwudVirHcxaNAqxien5Ra8zdNKmymeOcsN73NWibWuhRyKOARnJ4hhjzz9ITlWDh8v6QNYL7VDAtxzYOKqkqnPLD9czhB9F3wC3MI41TiVqg/VyyFo1NBiN+Cv6I5Skq7GsIu5ZuG1A/pfwuS2r2+FDQO95ZUvPkwcPhhIbymLXvD9iIsQauKs4KnSzThXX9iTwtDUlxyYZlnJE/HrsMeKxYyoipjOpubRtZ6XO07Ick3nvvPdZvv8+g4THxxM9lKafcmZkhrh+WcGbAd5cEWalKSSq+RaZgostZsvbfmhze2ghYgZJ7yigNnYMuyj0zICpUwLNxK0oaTF9w8QdP09lBdIuO4PnnA1DwngcVqxeHnHYEDlvI7Slr5V+xxOkUub5Gh3TILv9jBkh3br2XerGG0r7NUaG7dEyxCdCw3sLi5PKiVyjol1j1n2NgknfnKPOXG5zGwFKtNZb0fPft3eGrb79jY6sNsGsYPdHm2vA//qf/lA2sKu/hj70nyFXTIbZvcBKjoqlDztIJ1BtpCbLShaUFY1xeYhm6iz+8mkuIXlo7msykLASoXLd8Gvz4tvB5vgkGfiuGWewffiw44FroNvyW0hFmQ215Kt3VIBDHNLYP4KSMevETPMQlCrlR9MfJZ9fM+1dfKqwweZ708MeYztooI+ZZHX3BDJARUeLh8Sa0u/KecPDLe4s8jpuFEBrMtMqyoapHsstv8/Rm+xMeVDCxGtDEXvwxbuBMQElb8m9IL8MGKrBbtgbjoLsHlsf4O8817bMhSwOD9L14y8+5G9N22N5bRmOYCfDvZae/uOuqjvBABj1cf+MspNfzDc54c9o6L94QHe855Pnzm1P8vJDOFFP7XHnFtwf9QPZTqo6Bg9JKbC2PzCCT9oyCFxy9Yn61cKcp4s1+PUYtZ9z56rQbWp8+uj98Sext+h1Po7l+Xcv7TWaSWULD7PAehqc9jtdVaVfB9+viKqjr9IvVH9r/4YBtH56lrOgehYVlmxbW4CLfkEKz2rfQbvtFMD9S1UjjadF12YB6ApJwMcKf6a3Lknfp89IarEu7wl28/a249skaldBPNl+hlKNM0lftMFt/fnYt+kM+1kR77KEPLpdRXzPt/LIdz0eOAr3qXPQUC5Q6KD/cl5hWjmf70nLwJrAKK/HqvAumwV2eG086erxlnvpOGDdlx2WwF5S9y4dtp7ETM6vOzA0DQI1lGuH8crlwlUp5Y3+VvHuhNwyFq3+/bMtzBCUKu0r7pReGL5dd2LannS9ldjjiDPYX9OnOarvsxAMk3mPJq/vtwkcxCLsIlIT6kZI47/Fu77lB35/Tre/uouz6ZTUQK0unjETBgDi4EIT8UueOa5G5+8neOroRxKgZMmrVT8NTYD5bCWP5ItglDxZjlEU7VYTJAtPNf+ORH1mg2IBMapt3Y5Z/T+XdOBbEK/LjIJBhnRlxN0SugqPCmq+SYb3d5fPDKor5epmCAFwH9BFOWiFHp8GZO+ijrPnBI3bP8wGpDRTzjNyY4jJQQYiiyXM/47VGY3SVJqbHdS2US4VWXAst2uDoQMCPKDmCdDTnNIyVVSVe+l7BfK1+0iVv82VU/LVkq8i5Ht+PDDnFv0k6HsKn8wsHTwxKdlWCWcKB8D1+fJ/BwBrTPneGB3e/qXokC5daL3mUwYp5h5vA1C9/DKhMoiJLCRruNKS8cJnPeiobAzn+pN9wN88+ZEbgOdZjagXWlgPW598ePvvLf8dG08Ph71j28dmnv4xyTzY0MK4Z5yx3LMs7TPVJ/qtY7R3ZUlGQJ0eystUKXCUu390kQgVD9rS0KHfKR0jk1zXCjt3zcQjKK6ocjYLTZc4E7CMfG8xwGM+YaciEIx3Q5npAy+oSK8RL8l5hSY/y4YzI2RMUOwc+XM6GnHunIaglTCx3ogPbcLaBqeNLTiBijc3wHUuY/DLh5RrWD6xOO6wBPeE8+c+uvTN889Xnw3cM6EAOOs6H9959h8fVjPof8xU25UIZWHcdKPg6y2L+bpTJngjXLEKjDaCi5kZd78HR99bwpvGWRylzAuJ4h7lyTxclTgVKhjcXGQhEub/ohFVOPlqSlocixBuR9e1uHBzoMXn34Mp7zMByFw3xrXuSjflVMsPjT51TLgN4hKHUktj0/TI+/7AxdIuxiJokjXgLLz9pIAxZc5bRrwIKzDrg5q8s28FLOS3lRsVCeNZjIbZMeYrTC9du9RLikiR5JRz4LZB6ZZ7iICxwTFgPr1iVV8FN+TUe2f5KZ3cmTXj3aGACGnx7uKhXrhUx0cy+xa+cGpAZ/A623zsZU54VOflIkxH5GRXsJJTWgtBlC47jMcuI1/7Wp/eNs4x3EWtM01d+DfSY3pw6LJ+7S46zgIkGYsS/AgvXDnWWeklODWkUVySShC7i9fJT0OmFOpAq8/Zm69sTLuamP1KOZ8rR5IsRKh+8jROedmKmrAI6ddbE8adnBZ/ivV4FWDkfl7YRVQXPEJpJ7n1gT/+F8v5IBZ7ZX2flbRs3MfqotHsKzTWUeA1YeywL3GV9fC1TZb6UPsD+1plm2/4z+kgNPfZl1YkVLvpFmYIWjRC22zlBBTwkP7JH4RTWIS8/tge9zdBD/SF88SmJTEEcbnLWN13NQjVonY8VNMLr8po2SyS6I1lnuWW87MJbGuDgJQ7CT6Qet1pn1087qJE3tu0XHFdtGvdfucfQga9GtFyE17KYokXZyyZy78FhbPHz7tn7wduP3WlIA1afybY9K06JVPG0YIhfwQ+mEindwE+9bDgon8UA/EMbFOMlHX6vA0Uo4Vv0X+oD2xhXS2EvY1+U0pSGdVxK+EtbX+8pNt8bSaIgL/oKAPH39JxL+kktztqlVNqV2RxqQP8oXiIva15hqHMvx6sLpkBc3hoeG8orNHoZv/Qh/JLS9DypQMcjAMvPIF34Y6BXalKoShMfX+kxfXqT5NtIIgV5BgOCQXJ9h40lZydMUwkUJnqAfKYmJBywfmhIC2QqEjC1DFf6QqALq8hYKWyEVDR6JqOCLkdM0lwnq78v3g3tMfpzvxMU+DRlbH8/Rnl7hqJ0iWJ7glVTRm+Co5/S3dy8xGLs1I8f9GGzxpaFaScMfpKbPIBLyWfzJn62DxubjoBrjbtW8E08I8QyNYVIepIpPCrUWcaBNEj1Icslvv32+1jzD1n3vbbG0g3WmD9nb4BK3/oaeDASVlF0w6lsce2UCuZNGrRdlmqcYpHVEu2mFAceKl4ZLFA24+aU4K4C6aWCzdnkzx+jQJ6gwB+QL6UhjVxLrF9kdThd5eUXQVWe5Y9ruTLQIH8t/jaU4qnSuLt3k9xtMJgxIAPz8ghDlQw3Mm1srw4ffHhreP+Dj7OeWwX4DtOkN26y3vv39woh8LXx8cNJ8sJZkDO/kAq/HcwoZ122LHmJSKWFHuXIqS22UUSkDC8FH/GWWN/xtKK6zElWxZ97jlKkYmbZEhUkm0mg107KjarC0rlX4xR/GxUHfHYM+3Q6Hsl1yCBjj07I3fkuB9vkI09PmG67ftPDJ3HQoyXpw48/SWeyjjVpZ5+ZK+RzZY3lQAwu97U2YZlfYePxFmX+9NF37Gm4P3x456N8hOP3v/9DZrw8F166pd/Pj3sGvHw/YmAgLVZ0aROvHs96mGMUkeHIjXQEr7p1GgGKh282CzwDJzASjTqRfHtNrrSLv8Vr06VZaYALagsDRmA3mFPei5DMvqL0B9/eGLvi9t8xSc+zBxSFvskj67x45jm0deq7ok1EIhlUjjk4hKyW1iBP8DHJ0uuU/NskVC68U19XuCp9NbnmN2FhfgXcX3ldm2erfGxPQDP4CVUXueXugH4kMyFBtT3VrSuAwgBwPH2MLsDDSFZFDz/aIxWj+JL3zgDTtETiIaxyPE0v3bPuy5ksho7w9J5H7fnEHz50+L3jChjxGRMWAiWvBSkdeCLOf5S/mQtz6n3BfxZljldHWL/X4zceN5iGT/VnBnDh0bZWWK1zzrN0zaFPGPQynYMwuywLYfAYWHj0AZrtYDkH4wUnsDuDTYx3T9ezzXt+TF11pQFqt9YOtbcul76KefHe+uG8NX0zyzU0gFzQX5wwK/ycAwm+/+pL+i9mWWk7Pf9dS7wfctrP0YY8s8TQz85rdXfZqPuVNpi11GBSxx7TrvJuX2TvreLujCmNs2gEEWtJ2nRomXO0Isx+W3ivj7OQPMoKXcGot7CuB1Rw6J3zonn/4M00Vf9Lhn4ogfpXv9QHuty7LEYltHBQT1FxL8We1mXGAykR+TlXeAcP09aAEW6otCoriaohAvwiO3r0i8fmlC1luQlA9+Y+z6e/EhcdwfJRYL2Zv3qAA7M1dS7aX/s89RyDO53mnOw7DiNOiVRBxhldgI9vHY602M6+8gOWABX/7I+QD+25tyM10BFOUbMIsdBJ+94SmH5y8+c5hBaD4NA0JchTT2WYz/29R1t3ZHPq4no23jn173IFlRPPp8aGGCVsg6kKC04FLl+KZIrmDGUhzE4DUd1SOjS8sxkqqovsoAKTqw1MCSmQZBRyYNOVQmuo1zqqjtrb757cYiN1hFX9IV/MfMlpN6dMz52ydGWbAQZGTpQpNjZuHdfodBvrNFbWbTJf58qHXMwfLLQQlAWLPMN8bYv4K4czllm5xb1XtmJ5CZcxVZuP+Krp53+8y+AAhVN5x7r78KGngXyRBsi1/ypsayylcEnNBvz3i6yex35w7WbimOdNlmDc5/PTntfqFJiWNjv3U48eFOzsigc/mR7jrmK3ylrrdZbSaA2WVu8/5KzoCraKK3pH6IyCy5GebhS1obCRdLZCZ0XL0gCQefLkCVYS+b7JB4puDL/45BMs68+BdR9c4T0bRE84gvHsvMpDJVie+bErz4C3gZavrsm3QY4Czrv4yFnDdCmelEHegG048SJf+CGjbvpR6bezc4lTlJ0Gy06kKq+DGRV2eENBZdmTCjuFk5zgtef8r2ekXRtrPbvYYzsdwIqPnYv5e1LCCV/UfcYeAjcNOwvw7PlzjnZ8f/jm669RwIs+ab3GZi0KZjjkGSQZBNxGBvbZQ/GIM9sPGbRdDP/Xf/0vwz+zxs6lSQdYo1xW5fFqf/3XfzN8/8B9DTeHv/jss+Hru3eHjz/6iHWNd8Ciyt+vx77g89jPsNC7B8KZAOmx+UOCwif5rjxl1iQh8hLnFKeWguaIwZP1w5r6ZmeZAO5f1fU61su9l1nPZO7fn3sYCKdR7u+RGV6CYpOjOT1ahWwHdDVzk8eSPeIrj+q/KuTRgwGUZTTSbeOWDJEE+OdpW4a13AKo417tR+Wsn/LpUkTb1XIly8qleTnoimVHnEeEQ0XPEjmsIIMrxLIVsRZPwID3dfRqaYTZY5letH33yhIqPZtTLHx9jdc9QrsbZ5asvVUdFi0lqYeXtawD6JiQngjSpU9Y2aMs3DvP9Ky0E4TFsN7ypZ3omZPKWD1MKK+5LjivBfwpHmI5Q8I3CF70meDPQzrvuzwFTgSgp7bGFu16/xRX1nM5VH9BSPobHHNQ2epuylGfHom0Fh4uShC4VJryX6HfUCE8Y8ng4xdPhye0vZ4QFqMISno+OY8Cf42lCX7MyftuOxN+gwMj1jUcEU8jWIwoKP8uT00/Jw78C889V5l5ReDllRQFf5hSvMsbz3M5CdrVv0xkluef4Xcqw6uB97JeDu1Ku/7i77JMHqoVhz566Ohv8mJRuovmknrDjDAnVMNb9cn6W4ydV7ZFkStBtPKtOx6joM1hCX/RoRYTVV1Q/EgG623/7FsAuhA5Egjc8IA0aWvRldQj1L+CF2kn/GhVbCiuKE8BGy9tLYmlZKFOCa/lvkABnp1D4lN0dp8FdKeXBPvz53M5cd1lJBLhhjgtva6ZctmD9dPOSgtqLdmwbtGBMd1vR5MRLoUsY5069qQRWZIpKxQdD6BXQJxyclSl0hAu4NuZ1O+SOGek729y6XwIVFaOGTjcZ9nBrptOyevck1U4zxs9HQvpIR0P1k0OaFnjy1frXGsbWKspWHQmLoVHxRZAALVxcZrbS7l0dkCcSkCghAJXcHtl0t944U0EjPPeseg+PzwdNlSYUWC1OL9iQ+7RSwdCrkdbY48Ay1ceP6ej5qNVxLl3T6X2koP+b4O3p6tUw6MMuozjBqeLOCXmcpv1FyiidPCeEuOZ+NtbrJ9W+O3gUaZVSN18onJ8nHXn8sluyQpgmTazdPDVHx6YIZlpkdayLAwtGSoSng2/zpnk2VwEDk5busTl1u13KGkVGCoLTHCjsnnsM8358aefDif4f/3VV8Nnn3F+L+BvHLCHYJsyWmHZklYA8MjeCBRqN+iesCzLD3QoHzWr0PgMz9NvgKOKVS7LimcrUsoH3ik9TnnFugL+ptmwZdAKRSchTY4RwgnwleZsbiKdcUEmYX3QEnjIg2Wt0v/k8WO+DngjS5Lkv7zZhJ6i/zKfSP7223vw5inl+A5HOz5jc+tRZiUekdZPhGtFsJyePHvCkhY+GgUPPFFhYLnMmkdPssn15enK8JTjPVfg/zn7CRz17bE55iYbWTcZhT5kf8L1Az5u4r6IzYd8Tfca8Q+HTxkgOYuhjDno3uFUpEMGDf/7f/7Pw+9++/eQh7xQV0+oH86gbbB+8Jg9Es6aWDNVnkKL/Ja3sXDIGLlsPbFOEIerOAWHiKuTR2GhctueU5AGykPS6DKlmCdf5PBVzrIs16dyre8/yQnYgl5youH0uc5fH98KG1pE1LjKqHzR8uM0axQN5S4ACsFLlHWFacU6QZpythH1ljvP453ZJJV8O175Ku/CS/xqqR0QOj9NV68NLnnyX9wSpt6FR90bBtx8MrziEDrjjUVouGm8p6x8mDHGapSixj85hC889+xM/lbXYBOn86KiT2VtGwbn4q3EyQ8R+lFZyDdTdwKXUplLxahc/UUsQ6+L7RbyAFYpm0QCqTmN1e7LnO7SmqTM9JG2CYceZ+mezMA2YBpmZFJPS3Hz2uNCg5H+P+be7Mmy5MjPO7nvVVl7V3f1BnT3oLEMKNAkamQaDo0yjV70QIn/KgWTZKYHajgwDWZoMwQw0+h9qX3LrNz3TH7fz0/cezMrq6sXgGLqfv+IAABAAElEQVRU3TznxInFw8PDw8PDw08fJ50NvASZX1yl7B4+Lg2frf1mtQ2Vjvu+j533kssy++xBinTJQCr88Jd58bzQ6kn51kEZlZI3gdlCKUnC8wU/ebLXIyYcdzel7v2NlW4NYdu5RscQeqVZQGjXpeQCNvGLKDsU4OVtU8x7U+xCx/5dGQUizYFBhHl3sOusknOM/aIcQ5lO+oRqI7BZb99gIYjnHGCqMy4CSshgqfvCXR9fb7/V38GQakWIlu8R5EfOVxbnvf2gIqbotAqOEpROGPTrGcY4Sv3iQj4vLpVpfG5x8ijvpZ0Ix5ZpFTxbRprUE1aUQbz1XyXxrXlVIPLjarA8/kSWlNJGg3NOC85LoVXSZvHAXK75bMYa2VITV+cL/0mnpreMkuWKn6Q9EETmM/eBSBM+I5yWw7sCSbhsb8kYaV/4tO0wrmCrFgaAgJr50AL+wKGNJ2ufVDgSIX4cSQFPF3t2gZU7wDQNUQgIMOSI3TDPCqKubH0vgahw16BgEvMAV8Lld1v7Wuy1+WXAoFHMPZNfkJPy+AMyDKOEJgyjYUDsfWSeHXDAuYMvaztpVoEPgYf5FKFcwRy3R+Nb2LGzc3A8zUcGTrqNbX2i7zPwFeQdxLQReBzLCjIywSNWrRIdlCtU/HrSozMaAYsHuyad1vcR1dKVZULh1tQY2+lFnNzzTzMTc2jLkdUsRUN37Gx4+PQEkwjs/mQ8/PNrre1T9wu4rfSgjtWo6d6LIDcexlUaYvDAuyVMNtz5EHQPDW9hJlHmt7y3Gf0vBNg/iHMHoHSgYOpJdPtM4VKh1IWYbS7BVO07BzLRNFtf874i09jFxn5nd7N79713IrTfvfsV+dHUH/DlW7pHn/jOkm+8+SqfZV6Np5ZpTEI81OqOjsFJ1Hp3yOCBkTB4FgWFQ2us4Jgwrfhu/TOOaRQFJU/MQZgQJrH9VwgqQdSpmYEPngsN1Rc9SkJ74sK2DwKwNDqzwTETAlcytMUlPA65EiSPZlAX2eLVXOUJGvDXbr6GtugC7T7gi2tXs/MxF2H7SRazLvy2PVCM3f8sgrkCdzeB4E5Z+9DxOqYzT3DxCODdl3fuRpPv+ZE3Xn8DPOIGE635Fpr+Gxzy/cEPf9B98Pvfd884QLOMYO8ERvFo5zUPG+/+5V/8RXf7qy/R/q/SPxxa3lyLiZfnJAzvv/suXm/W+YgK/Q8NeOjYDzsdsVN1kCVwjU3HqMxNfJW5lcwQNgsajzMr+6b6KDRl4QQXUS2Y21QGU7b7RAz+SMt9Of21ngYJXn4zBOVUWtDbl0g0hZ6XLGlahT4YJDhh5zGTgMJ7XhhXtOujk50TSo2VJOCPPKPus7BnIjAo9GdcVdHgiXgqEHeOaXmR9z0EvGtYqbIstMWYNexqkDik0yfkAkGEjvuY5gt+mKDyZ0ITnr6f23snvTSCd9GYDt6PVNgSP3c1Td9m7qyjhcEtUeG3/YumHPJxmLpetuc2iaVdfUGKEC8WmCun/MDgGCnBnDx9nEzF/L5LEP992cllM6z4VBg+p208fi1WkrzPk7K45z+9/VxbrUZBLIE07twZLF+QbbslCb9dZFAJ0QRw4WntbZjMGOyJwWlXHDT6sbCGivR34OsFM8pugkrV01fIgzAYKqb9bbFeW1qE9uqwzDnHMAffsF8Z+Mc0o6GNfgBHbr2HS0kPs95XQGI8zHCg9eLylW75yhXMaS5iZsjXxDEndKczH+5D7tCjih/Li/089yqenNNVEpXyUf5e48y2Zv6EzwuHz6395/cGib5naFhJMdZ3KuLbFx76EHjbxD+lB4tULmq8KUqBjMEXVzZ8QynwH+Gy2NqF4M5xIR/p+VQxFBOZyrmUYCHJZPr+2XgiY3TDPJGyLZ88UVSg4Dzm2R3u2JpncUE95jfkyp8eoOKPlEe9/pNwMg7gp3kmiyC0e/MXX6OeCOFFc6YZBCtLBOOF+0Gf5B6cutA4lWHkoYdvAO+g0D/sjdVY66SH5rRZ2mGi1ubaA5PTdjb/JGYFKIE58XNp8AsnJCem2Coj0E4h8BbDY+JClXqCMKo5gohSuHSQaFOe9Nxrq+x73NXzsxbygY1CKjFwkHzshzrsCNmFzKhW54Wo+htM+YL8ri4RICJgAC9Cs9rKQ7yI7B3QDnYFNrfZjkO7i2jaYb2ASQIfL+LrbbNuqU2icRdWNPMK0ru7LkCCgXSUg8I6A2O4OU8K8yIG2NsEE6K0PeBAFuzvBE8j+nlXKJUopW3dCelRJaYTmJLoQUXzmHH2O2S41qOHGCdtPcHcvw/LAnfrHOaZxo3g0UNOhS9g/0zdU5jWrPOBH6lscbH8hfOA5nUBH7mXYFzA4UQkxQVewEprvNadAoaLALXkCoT2e329FliA2YXDOIuYElgP8F/K4UjoQFt7+1N7cD/coMCvOY5fB3vy5GGEUwXALfygvv6Dd7rVp4/RPnPwaPESixNMNzAfkgH4KWeARIiRTUNGbnsqOPtg4BpmIfw+8B+qoDk1mUknMoAJBuQEuz8Vq6Df/8JQoFvy0Fv5SVne5+rEARzuDGXi9EMflOUOQJlIKEBpFuHuUWk/n6FJfw1cebJ8BdedLnjEm+YxCtTa5rvDYrzmPmAynnRW0bbPI+zri99xsIegvA4e3HHYh27WuA8DEzqaO81W8AQaI2lbrdLjx3gAYjFykcO9TlK//whbdxZQui/V1/EcdqEuuhXYNxDql5jUNjCR+dWvfgVsmLLtcZYCupIx/fj997tLC4xVFrmHtPUQIX7x+qUMqWN2yHb4CqwfSAMV9NU2/ciPsvT+U53iuK1b/oZupTMnSO0qv3donJP+BX3nhuI95776RpEOiwpFNdbT4uQ9aZ5tGsTLF1oY3hkjLPKP8UiCBXDwYzk8OkHlgBwPJ6QxhT/Zgnyi1Rv7TWhJYWsgcMlOCC6iw4fMaeZvEBwf5mnBZ8Mo7vI+RcqVT4dB3pEXKY0ye6ydznDuU9U/KOvcNC+PbLB7FZxGIslJZGo5FXm6zCbYtlhxXpBVeca3ss+W1fpnmMM8/utLCEAUkPmz1XAGxqSt9KGkr4F1WMJ3u2v0ax8JmsFrUZ5w8cZGcQnJJsX3/1Omdgo/hcu2NVAfYqtZP/2Q+msR4plHgZtQIDQAl3iNgE9BmaPWV7qHG8+6R/c+hx8jR6DE0n3kPDxOW/iL+IO/gCZ+Hk38uFr2fNwJhRB8dlzNuyY1GZ81mJzXtZGXD2fMiZzWyf3Vc3LCpfwhXfQ9/TX4Go6IRuvmGR1rNu+bhLO0en4e8ASsDa5c+wfhHYQ8GNHjt38xWkdjEZWvMiv0R2jnUVHLhuvoQgVOdiLEU4+YQllaO6i23biI1COOvVrKTuZYFHpaZVjuIQdp95XVKN/WiDu15cnBe8vWNbhfhh3HMcM+XkYil/VtF/bTipJWc1193/rDCc02VZ/09Z1Onqe+WUJzzluiXhB9fuLvHlv9QfvAweQ2hzJ1pRc7aiZ6PSJkUgBVatL0FqMAolZRovaDNSLGxrqd5WFNBR2F0yJqUEwnuwVfBCBTMI6OogxNQtTMq63L0CVtRkTfHoWecTpGwXVCZsb/MbTlobNoYu1ycygeU66TYDAn9vjR+9pf2jh/B8Axk3vPH3NwkvZEm6VHjTE83jABaqKPvB7Tj3Has4swL99w+wbABT816KM+wjnlKdhZfnYKgMF6JxD0iE07IT3aT53kydaLCwCEINPP8oGeBVwHiYsJCHR7e5MDmfU5e3F75+4dFhML3WvYJ/vhn1WE+s0dfJtTun2gNns/CyddQ26SFhOKMTzOUF80VbilnKQdk7p6gqnZBjF2+iesFSRkhfI6Ic1AoD0KyE48CpLRqKYbgV0tBjC45chyB7xQTtLTD+JKIRVzkK0Ntc7LCHjYqMMUx0HW6tO14FJXX9evL7I4nOm+/OI2+abACRpmqvSDBzvYgg+A66GWmPgvSODBHRMZKQ8Ehf55bOdf4aMIzzjc6yHf125e63728/e7jz/+ovtnP/9xStG+24NMswjLurq0r1IajMMPiAU4YrEKC124xbp3sNctSWP0bwY475YQit1d2ADOWcyPLM934tGPRNkO6Vhzk3U03x5QzRfW2MrdwEzFD5K5EJ4k3wHl6rVmloXP3v5WdyiDZAIpS3roG9MVBTrN1vxQll8VdCdlEdyKkDEmoAU+3vT02Vp398Ejzg68CT3gdYEFxgZCtrSiEOl48zrNQs8Po8ywiD3EbGoL85w9/NKHmcEZdA8Wl64snv7kvTdjinNR7w5otDT3cmH2BJv6Tz/5tPv9h7/vVlfWWEC4+AaTvJfu3eEAAYmzj+wf66ep6QfTeus1N+kHH1p8o8y6tinQ9I15JbHPlPttQvqwZaB4uY9FSAkpm/FYgJmoxojvbVKrSzq31sGCsYdhALWJq2GDfJU/UxF5+QffiQkbuPFDWYbR/NJPac+IbS+oVFyE5xDpOPC/LvZMEmhzI3QVql+5D8x9/AtwJlwG8eB9q9a8/VAb4MB04lK8nRfSZxSX+pO5L/tsB5q5pesLanhu5Y5mGQXdEi26wdnXkPJaXnu2va+4Rk2lF5QLtAy+aWktd7ReX9iHwxTeiyN/NfaNSSCdZGQwi+V4LRzmzlcEK6m74j39/cgl0JuGhju2vIrzUKDxFFct5K/3VkaCqsX5gEcqLtgth3d5mRkq/FR9RhsX4l6lWQu5NX0AJWGCtfd4tDArIfg3Sb0Ch6nT5lYchQmrnCFYC5JVDlm/ec2TVpKvZSIl7YFdY6Zr6ZQK/9J28wjF0Ca7g1srnBNjrna+nsJpwjy8Sg2811l2jOdQrGhCGHt45i9t3MvxAzwQPnnI/DTG1fGYXXZgqACcTP4q25zv0o8AmnHZp3jZJc2gOPHqvWW0MHLboobvz3s5SMVNCuoTpUPrZW776NTZ58nOWO7leAbxK0w9nhu6iW1zmakMtjfpLJcKxpmT7B+pQBNozZt8lT7lr3Kgsk5xV+lEiq3+rYTkhO/JA1Vi7tGfKvu0dAhdU1jkD8thDjbIc/VhP6XlAorNKFhRFI5zTtG5WLksMiVwSXeRzbi6eAxkwssv0ibl8D+KYelUWAC76vamD7ZJHqtMFho1njLyry8vGauK4Mh33ycM6MPKCT6PDMducmOdjyGAtF1Pc+MfMVsWTLw2VCD3GRjdOJ5SFC4ReE9OEGZP8BrDhILuFeEGQZW+qe4DEcS7heoXrGjTMIgkalZ7rgCoKYqDQbE7qAoCEcHJH9ti6p+mA2vissP8FWLVRlu/m/pup5WHFyojTRDGNffUo4DOepAOBCaeD7lOu0hgcOoS8tgrP7fQ+APsbmm7+rMIxXJgkGAtG6Jo7hyDJzvaGiU+U1O+6Xso0oGWIh4pFDipi39ysemZqkvXjFP4Vb9yBe0Ap+QdWJto0rXhu4hg5qFgXfypKb+BQIo0FaFvjt0Blyq7fKRITbWCGSwtOMawgtP5uwhxeI1hsWMfCYeMR7vpwqV49tczVq6CyYWf7iVLY6wfeHdHfDsFDdhibZ8lYvvGQeJPm+xd3GgeoIVVuzuNhkMt8woHbnXneJS6JrrHHIQUd/zv3nz7h2ja8RM/jq932uungBWMLdf+rSBU0pJ4tg98bteKl6Nfwhzlz//Hf9H93d/9J84HrGMegq0jB39PEMYvY56yjOb/KWcdLl2+1l27eh0GgftNTcAY7O5w6BlHQf0QH+lQWtoUO+VCHe3nH6/cMbK/7RfdKGoyFAbH9YB27yD8jl9jBwfttgxiCZv+A7Ts++w0eC7kEnBo3+72n+UovNsfelaCI7H7w1FvCGabeHemZJZOIprf7Gi2Qp112LXMXq5cvxZXobOMJycpFBb8cLPJpKTHoT0Wg566L7r0L31pQ+hjNRYunl2UeTZhBmF9jm1nnCsxbmCk+Pi/T19v8ZGOxcVn2Om/0l2/cYXdkje7//Zf/KK7e/sO/fu0++0//lP3Tx98iCD/mMWFbrEc063/rKqEePtPIuN/gqh1PHhtwXftuYQCYTZVpWt5W/qWtj17Ne1oaCWcipPee1qyQstJrpECWz7HRGAfKaCSFWQVPZJxJN3Z2whGVkSnN4Fd5mJU3vkq44MxksytpjxkF0WGkvFAVK6nxkRLVziIdoz0bTJLLOlDs639Z8ppcFQJeckfsXE6DPB3OjpPVDlIHxj6NKN4bPWMZq+eHtScV6efRlPX/cven80x2g7ztmfJs1FtWKa9MoKjs+VIMclvAf586NPbfsPoqzwTLz2Ftvq04kEBY3RiTub86WmM96mLP33ReZu4lo6H4LRPM0zHqE9dxNDA2ANbSqsfaLIr1ldaZitCThIv8ibSV38ZAT0BrM+Df8PKeG/7/Fkvdz4EamPqrmL65z5JjXBFckY++RTSW7qCyTotzsqAqa/zhN1fd0iPcY2rgmWfXcDVh/dxrczOPgK6LiP9sFAOscIT/dK0HmoU3GeZo7SV15RGBUo+7qRQ6BiEb4kwd7cPD9g5Yw52fnLcCohz9fPCu0AV4NK9T6LZMf1NQ9+sr08uIl6S8CWvq/wXJbL8voL00vCReNstCqoPxphHVKoqKred6ig7rSHWBn3a5GnzuzuRCtoodpkfd3fYJWaeC02RrpmfKksaF4Gd95pgO1E7X7m7PzGpm/FSIjeeaLWnA/QE/j3zp6LMg8rKNcqicV/unEtf2UQb5jiU3hJDpCjyXaP3em/iP25o9bartU2uc8DNyVkBRh/btCmIzwCGLncRaNRYsxjiRDIZaPAUSHRrSQH1GAFH38QnTPpKNGqvEX2wy/YvDI2Wyoxscv6BkLITdtjZGQqxFXLQilsFxEVsuC8wmOYYRG6DqB00f5lGAGPqLLMby1GAjGmLQI6VHb6CvwNbV4cuLrI6Jy5+z62VTsxBFYTnchtFe1yeUX+QlPzDDuMNAWblhTbZgcXRWgsq3tk920YM9gkWN+LAXwZtP2NJNDscRNVEItr1mzci5PmRHQV1V5AKapsrGxGQZ/m4zmuv3+rufPYFBY11r7/5Ngutw27z489YaEn4MIQQHQsUhVAERwVSP/QT20f5hTB4gREJun9qgAigawoMiWLGBC1QhkKpmuhDvnLn9qm26wqpmlzoLtAvphUzpzxKHsNcZ/XpMwTmJxyA5INAaIHn5+qDGZ9/9EnqOmSHxgG2jBA9jjb6CvaIqyub7GpgA482fsEDRWiYR0NgpQYHZNv1sF/TE7aDEOYBnAdoqadYge+xI/HR7z8BN7sIlU84gMkhUHBxyALUhYT0/uqrr0ZgFwd+kOIZh2k/+fwOi45N+sq2pWDqoW5wM8AV6bdYIM2zU2LP+5N2/WDXHDg6xGTEcaKXl3mE4FduXO/Wn63kvdz7Ilu2e9DkGjsncZNKP7tglgZdFEdABzfjSt/0qYtf7cuNn+djTGp7VlmMqfU2aK6zQ36/3urB5KXJpQj8mkpN0w7pzknDX9pkJh5cYDzkw1p7m3v1nnbpbu36Kze7a3i4ee3116Od0nWl+TYp79GjR6G/BRYiEAx1TnW/+MVP8vvlL//P2NMvcT5ETb2I2QXPmt3t5jB19aF8YhDEcR6FkbHJL+MqCRzxjkUH5fnBifW50I+xii8aF4+j4XQ9LSXXHke+BxDqF0AClwZX3iWyT5x7/qQd7eH5a+iHRCkHvtfK0wxAHtmevTpBVbqqv1Amf6W9zBjCYHX529fb4FI4p8dCs1BHxnWebZPxXGuhDV6dc3ke1NWnScKRP9ZzXvOEq8E9kvyPdhs8UXojIflqCy2uPbfreXC3d6176/l5SqMbBmHktuL6iJYm9Z9JZN1GNdiE12fZS7Pbr/cvwK9Y7zNX15jaMrxWyyKM+1JAKiqVeGvfuEAvccRczJWm9X9dUk5m4wjmZlVRVaEETUvi1xrBk3TYFC+mbemTK3VaI7Sal9TaF6FMEHqxOEvlj68MwkbJua9+rntjHb1J7xXAHR8tKEAJv3hQ09oUeIgI7CJiwscRoZ3Vye4JY06Fm7ug8spZ5ppZBPmLl65yuJW5Cn5qvGerYj6DK2jdUDo3aAtf82YpUDQFnmT+U35Q8Zd3QtjzmSbIt7nWNrfx2eD+JtdR+j6VXqQNUXDq1bd5eGH5KaQqqP7h3v+ts3ivjKiSM7RDQfZ3zFCdb7gvEyj7N71DevtNvLHT69eSwrvpE+YhU8UBQi+bqET2ub6fUy2SFlVkCseknuAmy6Oc8UQleBXX4Z+Bw4heblVQdzdbU2h25JH6spsc3oaFQaxIyGufSttFZ4JJnD/f5b69rzSWXypbngM/JUJnGdEj+CoIv/3fNkZE9yTOTJhQYVTEggKYu4fNQDGCmivcfRpygo1r+fvGtzkIO8L6QvMP8B6BLsOKhgjbuHbDIFth0udiDjVIq8GudOiknEazgXY4FdFQBQCZi325xIHQq3gWWeTgoK4k/WBQhCgHJHXZIQrtdr6a4yIKiyl7NRcQiujCPTuLRnuMQ35ocqfxCjNOmwAg9UbQk50BAoVKhdxXx4goo+Rs/E8QVjulmK3xdFUaKiO0vUy+wtgL0JKug1izj5gKyDQkDohCLaw2wW//4O3YpD9FeH+Cv9qbCEzWoWnCBoK3WuCLLlxgHLQcnLDNh9A3jfCpRxg1uKYHWtrrz1mYj0X1DSi8gRui3R4VZrdOubAArnzxTU/EFALnBEJu++iOja4DciSmD0qYRoevUEobFezF/wT1LfG11ZXHa91TbLo1bZnG+4kr16doYRVOPZSpdkLTlEVMgsgYG3k/ouBXdg/QIOs3fXQbLP0CDPa5aM6iTtw6RKAX3qRh+r9maYEW+6i7epkFD+1aw02i9o1+iVUN/ir235cRSP3412effBbvOxsbaxFy33jrDfzGX+/ucl5gc6sWAwrIFu+ui0Hcz2LycwHcaxfue/Ghu8Z9NDsuLF14WL4HZ/WYI/z7eGZRE7++tkp/YY9OnO2YxdWlrjg1e7IcDyofsjMirQvzAlqAmmodJzUZTZLGQ66X+KIqGbLV68TjLouC/RXcgUqbupV0AW6fW5bMo2k6hUmzN83bdjCzURDX3aT+9mVoapL80ure/h1s4p3YZrNY9GNiatklq1180e9DJ3tcpWE/3vXO2691a0/uY5bzemjUMzG//d0HLGLmu//+z/8MHLClycS3zy7dyspqzmZsQt/iQNzKnMMvgDVj0KFDP0dbCzOy/2Wi6ZTBX54akfRxThbsk42kkNToS/KCxuDBUizQvjgvWKZCriHMNxnquaih7jVDs1xDxlkf3S79q+AsE/ZIOdLAGMyuaeJaHolmtE2JF1DyOsxNL9hnBYD23IRzDwMbx/DKtb1PnIsEtF/2pQUbN/o+deaP8UlSaYxrjfJe3AvXoA/6xL5rIeN18NBuzr0Wf22YrySjfSS4+QVu37f6uI60oXL69ywuWwl9CsjEEgyDJkgkfWhCdT0O4/NcyBtm9HWf5EzKwFxlMBfwMnSeChnbPT4HTaqE+Rv0DsoNdirev8CZPPnT3zeY+vfpUxGY/86ZyZ5rHBI0QDMwUhB4cASZxfQkSDR/LLsvwHUjEwxtYeRyX/3f50+ZjuhCh7GB3PzCTBkRbEwHLUf4pqEp2iRE2xm2yPkz6Y0Scclruc7Z8sXTOClpwpykDVzQryVykP6Y9CkCk9ctXEBzrJ9SSARP9cur8/qE58NOC0vLKEP4Uive2WaZa51jp1BAOIfEtSR8WVMap07Nd5kI8hPucluogpF4yo6sAoKCn9Y23nxdsJzQiOmDy3NSj8RLI4MwOtb6vvJdkvBnmM0Yf8MYsdHCcDy3dPXGpwrma0/g2H4Av5oJWgqYljwoXf4BLoBFcDSVmfajkvybOPLjkSzhkDns2zrcSZn8j0xBv5S5dV+lC0nkp5hLg1MFbPvbs2+tFcIdmc0s3De+ptI5Dk/ccWF+ncECIM4pDlCRcYYxc0wRcquMK5RDvpxvsAmpRWqqdge9GTfDLK2fNVtMg4evvvOdVVijP9TWCrxqqAEjQnQB5thyIIl8v6wIyfGzAfwAxsGuPeu4g5bDnagDU2S+ukgFCnIKgTImkUlRqcfr2WCUaUwUZkHHT3HPh6/4sSJmETDF5FYHXBHuXN3ycgqBUOQ7OCY9VIIwFZdOfjXNDkE44MRelUv+fDGSqxpnD3hOsYWmRnMMs4lsH6TDClaJt4Earb4Qpod4X9ByrRTCHvh5L77i+J/2Z0XT5xF/JVT7xc1dDg8+RrhDkIQowwghRLfoXMkrOCnAqfH2Q0USXRtAClYeZDxBc2mlrjiPjvCGQ+8YHByeiHeFKGmpIWhayOoJ4M8AEnYJWrggZrS2CpOW2Yg8ftehDYlPWHyeg3ltIaj57FfqYvuOkG2dCox37tyjP0jP/e3bd8PgFPI8aKsHmhmEuw3sDjfWt7qVe7pBXAceBiwV62NXsxg1v8ImzloQd/ZDmHQiGwMwDTQITfixqcXFWT7adAMh8qR7cG+V+1fBkZ6KsBGnbF0t6u5Q+txBCz/NAYYDmLlxRywkNFGCRMCvYplMpPV2w0tpmgGENiPw0Dd6ulnjEOg1dgsO6Rd3V4TqGKF9DpjUjl9A8HUr2oPOCtOeLRAed448qLqCxnwGf/vxZkCfRpgTgkxotp0FEDThzoC7MPp810xqHQ8zarvnMWW5jFtQD6Iq+E/TT5to9Y84ZBrapCwK8y/XokXLNEamuEDfLDFBbXBAWLeVy9cus9iCdvjprvCrL+8h1GMLykLLD4DZ5oU5hPyr45gUbXS373zVfcRuz72Hj7qvcG+5wwLCbecn0PmNGzcZhlOYdF3vXuVcxiXKFifbmNxsYo70j7/5Xfe3f/tr4GYhSN+74NXu3/MS8VQELeVwPHAd8ksTZFDnhp6eGU+2zvblrzchlX4s8VxFcNOKyvuRQquqvM+C0TIIfTGSwEg49TASf/rWsTY6nktYAVb6JsV/o2ICQcbt6dKHT9bT6mr9bvltbKsVbAdgxZChyMNx1Z77ex6FzugsLvI6Dy1r8v+x/lRr/1ilD8vtm90QUf1+upOHic+7C15Ov8hig3i5c+va4QJktGVy6+dDE9hCq5TTuBG9GzirhDzleVCPsLSZ3mLzXOVX/56tzQT9ey5CU00nnv/Skjf+S07juHeOL04tP6w5KKWATA8QlikL7/oyFL5NVYcLTVn1ZEz41OOb5JTeaiz8FdyVPy0eCEumrHJC8+YEyNbChjPp3ThhcabWdNDzVwp8eqZ5xi7s6oMH8FUESZQMzsNz8MW4lmT+WsCpw4VLVzKPee7Iw/5+7OcEJeGEikIUOPIJ5+SYzdBS41TshJ9HiAcuJ5j/HwLNHSLle9cvJi2wFekzP4X2xBfWy4QYRpouUbuOnIaiVRN3PdrFEQc2mHZ7yUjkSz+5ezvfLe3h/hizGWXUmCZTC11Gn2FJgAZeb4TO5Z6zdD4TilGIwrQSRx7LiIyn4C+sPCs7sviSjg2h0z59e3ZRYHwWNMKZrH1Zkd9snPTHwgHZSscrmVsLPSOlfbfbalPlxY7f4VODzqj6SmkBaAf7xrblDzcyG1eqEaB4nwHLNvzgfbSRpGMQKOCJ/MBtIa3mdrVCQtgA6TJ5pb5qacQJbn3SK4mLCmi/irHTVB/S+XYkys1uPlseCCucMp3DpMZteX1XT8+hOeTEuF+cnGCbSzturKXJrz95vk6KAM3xdMqi0yGiYwR4B3JILtQhAD7ZqWpyhQgc8aN2X6b9vtUk6KQXlgO/KSs5KKqGr648637/gcLiNML7AUINHj/48qWHJRWm7XRoEUTvZ3U/P+/WT23J6bpPF356F3EXwe26aJoH6IUJec8fa2s8u67BdOEtcJMA2O1LBcdJhKrEAK9Mxsn5lFcKXmq/rr384q3Xuh/96D0EvI3u/r37YW66DdT2XReOCpKbCOdwPz6qxGFPt6JYSOmGS83uBodSNz76nHqnEP7mEXi3IoyqnXbwBf4eXxSSNgFQ4Cs8pnU813V7u0xKrl6/GpOiudnJ7rNP73Fw9xa0McnHi65mAWEB0qYMVSHb8Wu/ac/9ySefpQ/8eq0uGate+jljBExRv0zCheoiwqh2cJraXL5yCXpz5c6ix20n0i1j1nQZjzhr9JWecrT/dydhcoKzCpg3HUAnW9QxL50uY6KDOY/MDh0zkwCHdGXutN8+sC9cGCmoq+2+iGDdFmF+sOoSB5ZlEFtoqx1zU9C6bfYcgfbnxzC0cs8JbKKLPrd8F2IudstNJwtJzFY0xaqPorlAxkUrZbiIkJZ12bq3f8KCbZs+xVafkubZAXOXCu//3Rd3Hne/+f3n0cq7GL2Ca8gjDkOPcaDYHYcVaGXv7m1W4ePdEhOhuzlvY4O/T9pf/vLfAbtf0uVALoP5+vW3uyu0a4bxewGNl5PnBuc1nvH9AjX32+wyHIC/Om+CYoC2SB5OyaEP6Z9f3oNDKT/MGKAd0qEv4Cdn3omXkFuRmEgiEMmzI6nKrdhMKL6iIMeOz4Z2rVTP/7XOyptOOJXAeP/JVaz2DxHSxjRqWFpgTF09vMFZ3+j+Ursc1b5qmrhtv2qvSWMmZv5KNLha23lNOC/dELIX3/VgvTjBfy1vbPR5wBIvjxmEhpzRtJkkBikGNwoHFepm2J3QCvkzF/XlOB8xDAYhOfJctddcTwT/FSyHaSlrWBGlpNRBW6rOUy041cHubjp4tF82bwV4C3Nm0SD81XjTUDlcKONGOktqXwFTBGnpzPf83A2GqOrBQvtVi5cJ4wUpbJJyUpBp+HFfJfu3veDOdwkVm8UEcfIDd+urOh5ozx48bkOBkjaNw9fVwMuXl9DAL7GLOY8JTQ7jcyZpfo65AOWVArxOABQAy4QXgR3+qtJMwb3MbLhnTlTZI86Hc4uNsWH2Yg/loFF9xMjF5n+bkLEnXvp89ssfLKQocEqZFu/vaFB+0URZMjjPggd7hS2acRR7J5PKiLa9pwXvwPkxSmDnJRV9mg8rtPssbg/Jd4hViPJTKWxLcaYJjTvro6EEZ+mj4Iv5TA+bcS6kUqb9zPysfCv8NqmopB6SlpiULs2R1qoG/ccC4pg2iV/nYPPmwOspNFvytwvFM6sQ7ycDoEAa15cX0lELC3hqYEVlGpHJqYBqTF2A271FKOClKAq3gqpwpPFn4K3OknDpJBDoKhh5CKEA5PPBoYN8uRSBFQFL7b0HEzwAW4cHFGzRxCMAOPFO0onjCN4SgkhTAHAgToPZuVkP1U1HAznOwBtT0J1AeMctIrjmw0aYNezjoQTN4DY28GvzEoOaTYBRqutDUMTIptlZsSlc25k16sFTrWjybpKVVpiEeFCggCOZFnm021jj66HA7YLi7v1H3T0+nrSAB49FTDgePnoaodXDhflAxAztoFy9KWnKcgjA25gizMEo3ILLqq7vJU9SV19JMvYEgNKhLobkyW3ryleCWj3D4VXdOiKwiYts+7FjYUEK1IaY8chkYD4KgPaBtvfzaIV32V589913EN63ML/g4CVCooKkB0PcAnNi0J764PBetMGeMnewSTu20YOeDhwHqnF1qEfIaYHtEVbKkJYa042wwDTgOxnvHr74/8Nf/Q2221vdwwccOl2+CnyL3fWrl7JbceXycvfjn/xJVvTvvfcuq3fOR7CCB4HY3KOJppt1Jym96EZxjQVFLdroI3drwIN1a78v/I4LhXdNatxRuIZ2exOt9xx27bpS/Mu//J+6j3S5CJ5eeeUGONmN6Yu7WKFxFlzzaKo98LqLZt+DTzFdoQ6ZvIzGDuORujyrAaOCaR1CBJpKLc2hVUcLbYepqddzjWNvh+3eCehaPLi4ku7Mk/kYXAV//MmhXuhaE7JJ6NDzDtO4SBPrLmLVXFy5eA2fxjM5RKwG//rNm6GyAEXKNXYF9GB0gMmPmn+Z7MnYDPXR51xX0NY7ibGvzIHvqW6bhfAxdLtO/OLichYD++zO3GOn5dHDJ+EjDHPGOYdvgf3gcAcmPdFdoQ9v3Xo9plTHjHF3pdIfwBAvShzK1qZ/g0XfBsL8lmY6mPrs0Qb5hB+Ecyy4wHLXwwNzxcjpi7SIhUUQTSqZX8KQd/mYoUKa0BvPSZ50wz/uDo6GGl/ESLe+yOvcjSRTS2nB/UTdF2E94St9Sstu5Re/PV1XkkkoLYR/t4e6Zvw0/kCUGifDWYjogoTwLIH2v/RI+dnl4hq+Dv1kriUBrQidjpZmmqSjMXVvEdamgOeYFt6G8FEoWlzBYf0ttFQtyuLafUZLn2AUd4MErZA/0jVNA7+jwScwU3jwBfytpRBrLfSiQHscXCWNYSj+Z/7ameGOSsEmoeqw3VW+GYeZqx8QJHwvjHRcnD40eNMXKcgZg0AaBoNp7adWaiXnnfTQB2sxPqagp2iqcpVWk7m5L1lhznk1JqJkVtBx6FiOxcKSCbRHpkwoGLxxDFAmaVSeiW9hzQFYMxNcGAxg5a7A4aV5k6J4qrud7B8CM5HKHml/0Xd2SHmeAkfmV4nnRyD3idvEZPXubcpgfpzB0cKi5jN46cruIzuQ2sC7k+zcooCuksrDkePIGz4rsGpsp4Y+wjzznvixeoX8ibh3tWFiC7wUwgsHgDpoRXXSkK7StmrL4LYaXGlsp2joX/p4NtgHFUzVUrY4r6PxJi4gQvc8GROzpdyTtn9h29InVCA+5ck0L4shLJNJ1/e/CX1UkKd/Q0/kcRfcPlGwVtOutzKT6hLSn/KC9C0+00bqaHizvDrfRx3KUHR4eD8QOc/5bJ5SFovv+uWZeB0yeB/em2tRl4sthXbnZWFSURlvOdCmXRY81KSSe/kjkNSvR3RgtkyBNMhMqTMBOAzW3fiEbYqnpNij8V5TlyIIc3HvxQbBwWnGsGBLakFEWWl+IqzV2CfgWYB4nRJGEVkpTF8gW7/pnMD0Tb2NWcL0JJM+hDxFp9gfIkghSBOOOQTwhfkjBgX2Z3tj3fbhVLcwq9kB/tcRvOap+1DE4h/+GEEePSPEgC6QCXsKoWACs5g5hEq11Jewl5dwPKSp9m7sEA0hnkZm0TqPuSUD8an9DhYEMhjxOZiq9tl2ftG89cQMNwGvxUbMk6DtqEjH3MBfhHwKUug8Pt5B2NLN4B7a1K3Up/Ay69cvOdSpsKxJzA2YQgRJYFdLGiwDo0SgSYM25E64witBCaj3wmsY7SX7xFPZmiO4vZQBQAqZWIRn7ieo24GidXAROsIhh0T1CqLQPoFdmgKWDOky9tVPEYLfwMWgH0DSRGMd7aimKUekFx6/4GpQkJXAFIRl4g5k6xSmWg036mgwO7XRCqWhoJMr/bK5edR9+ikeZ9DObm1PdvcfbSOwX+w++uzLaNzH1e6zpRlBmLLVii/AYNV0LOlBAI24guQKwt8k9HRwcI9ywRLFZ/AxyBzcTjv6UFeYP2KQ6snoaG+HWN6Du33ute1WMHxw/153EbvIZ9j0+6VTh570ewUBXiH7AQuzPWj8iEXOMd8I8DDU9hYnSPp+FD/2pwtVJ4ADzg14kNcdDnGj7foc2nrh0sxKEzC/nOtHlU7cCdCcyhkQvNIM5yyuoYjgQdeYau4V/N3pkQZkKZvgIfRAGfPgwsVVDpmSX23TzBTuPIHLsidp/9raSha6CtMyUIqlIk1SwAoLNs9SbKI5v3npBpp1v8zqYgJNO7SkGdMscZqrrbFwERa9DK2iSXfnRQ9CDx8+Rate9LJ0YRGc8unyC3NZ3Kp10YWluwAHrPRd9Dg+1jlA/ADzHBcCutLUTt+zE+5CHENrwUv6FuZGo2tk2kPCzs/2MZHn2ThvgkQfKkiJFelzS1DvxM83CzUmv2nqb1bm+akcU8KVa5IMazXubPAcU9pBsqaddfzE5pq4CDlNumcM1yJoWKY4CZ2IS9NLi9J28FbvxJ/v/BUOz0Lx9c9ma6C3qzlG2zPaMuML4y8qlxJHChqWU3h7Ua6viw85WWYPSJpqhsGN7R95eEFhwgL6+mzAI6j++vTRao7Arsa6golaqnY1L/F9vcN2kiNp6Z/MH1z5Z1Qw53xKknKXV6ULQwvmSSCD+cxo2xS+vEYQsiTuTWm9KjAarNKZZy+sI++glVqspqjwYkelc4AyTRaAwkmGLAiIy3RnhHVXLcHTCJi8o4KAl9aRyXla+jSyv5JAOCXxwGobnHfoBM/obcBf15kvhCW268xbM/AseZSeaJY5L3URE5pp4lTM6alGZaE72TMoMTR7VZjXFFbzRudH30X7DuwKqOKg/YBGiNJW47zJYgj4Xhaeoy/zf6/QI/BsGRJokCsqg7U+hbwS6NM/9j/pepw3ftJg9IrElvTKCpps1tfXEZ6RdSaQ5ZRtXfiIK+fjFtydN71ziLxeecY+lUblP5oYHxwgyzCPiQJlTc96+U4aBLIBvkt4Z4cboPMDXuHJzoiwS6fGARMSakgn2nUKDu1KiKGcBt23v8pja8wUPpnpANLGU7boBV7/9w+J4X0h2miDCHXCE9giJvP4r8+WVP2fhgTf9g1J+aNp+vtMAFYJgvZJe4DmdRchwnMdU6y6LMIDlQrsEwjeU9sI5TsevFSw4JDfBs+YDCzMamrAx2sWPPiH+cImNrkX+bDQhfEOq9tuCbjn0dxNKyxTV0OubdI/9fjCTHcT93U/4CCimvk9hAW34AI3YESQBHHHmLCovRTkEBmDWfulMbSLE54gh6AcYqEuylYyqIlviIEQrsRLeyfQ9iuI7uteE3Md1qIxvzhG4N9GwL17B1dVogFCmJheRcA/ir9zBVzTAFk6QOKryVHGVkFI8pKFjAJukMlf+Y+oNehtxD71EKvMwzYp/LgiXuBDTGozJU5LSm/zfgWNw8WLmDxgj7y68pTBM99dffPN2GxfvnK5+/Sjj7N1+P5P3kVwfRZN/iRmSetrG2Him9iyZ1fGQeFgBA97CKYSaVbMfW0BkPoMvDk9DMiLfjw4c7txe4dzD3gv2WTH5Mu797sFDlA+xiznEguwRRY69reft85WJwseB/w+gnPaRDfNIdz7ASiSEaB16/UH8uEPMFmwySLuhPLnEGomwemYMNO/MetAYD/EXMPB7WHb6++8Az6Wui+++ALhdwrvNNh0o9ne2voicFjzQw7ELrMLoHAuvmuhZLX0FwPURaALU68yf9+7HehBZHEmXZxAi9Ka3n1Opg673RPcVpodyNIUm8ON9zZHZqZm3AXLxJTbjIwVzkh4gHUD4XbxAm5EKVuYSJ4D0JrbsC4mlEtKtyElIvvQSdmEUnrVAlwgzJGjBl9hekYPDNIQ2gdNo/Sb//TJGu5W8XSjtyNcktKs7JzN4mGom1roHj3b7sbRnk/ipvMCuF3ho1UzT5kAEe4XWMh4PsDdqXlob4HJ8vrCjXjn8WNgmp8Jiwe3V/Af/+jxE4T4h+xiPeL3GNen7BCwEHUSltFnFyzjmPaIV7EFsvzXwuAuiCRFJeH14E1L+o2u5v8vHb5NlZmgChOMS8ca7eS//vxbUHCK4iAoqDFTw6bdM3bgLRGwMpakad+p5SxBKOPM0n3/kjBIM8B9UdzpbMNWtrv05+lEZ55MeV79L4o/k/0Fj98v9/OFivn0RGtYS9LjLjQ1eDe4aamkalrZtzOJ+/mNe2Mt2zoKz8TwP4f9VDbBbNKPvE/JKeZsHQjpfTm+Fu+C5nzT8GucwrgfJ5J/yaXy0bGUZ33CAlzkGfwsU0EIutGsonaMuQdgsznNKnhF0LMu0ir8Wf5osIgWKCqZTeKt80OmSHiUMOQ1wKuHUA1h3W2d6vsJEh/D7w9QeuzyYac1HGlZ0gRKCAV4XUcuwFcvXr4ar1vaxesT3l1eHROokZ9VI89Orrzd8WZQuWPDHTclmAOX8NDYtI94tfKGwC1f5f15ocUPxk1r7HmJv1fc+fWPVicsgcc+9B7cmivyn3X7rPxDp9HEbupIWQSB2r4kQscU6WwopvhOvRcLyj2e44pil4XQtWvXkGGcmzHfRDZUxhEHzgeUFi2/AnssCKaLSIJL4aAS8zm/RubjIVfyWUalLtxnvgZkHSc0XFt+u09xf4A/6Jj7gekVSCVeKxoNErsxET8BNMKgz2KTEKSfIZQWJ/G1n8y+NSBzuwWn1drAWk6GA8iosiVM7+PtxM71Hwfg1Nq50nDHwYGlZiGeRTireECGPaSULQSoTXyn+uO7Qt0qwv3SJt5Wto66C9v4x+Z5+cJYt4DA4QLNjyche2Uh4lacByCXEAS0iXLxIAJkQa6qZhH259je2p9F242CWC1lPlhB3X4RdowPMiHNs6WHUMfC4khhGjjGEMj96hrdD1MBFxCXHjL0sKJLP01b1EqKE22JpyfnsG3eD0MQAE0x1FiLuydP8CjzZAUCpDziM6BlpikBIQsTBD8/n36oTkq5En5gRCOZRlGfn4huGhA1+2prFV5kRq5SxxkAjYmovZ9Bk2vf72DOoZb9/T95Fy0CByLJq4C2uDAHTvlqJvbNk+BK059FNMEPH9zvLl+9jInD1e7+3QfdATsJMXFCCBQnArhN3Xf9mA8a2Wi2wUUAF1rgcaAIizytmH+99ozDIftreivRNnocc6YZD5Sy0j5Ci6u/8107mfwffvgR8MgoYaT+0LzLKOXFuplUK/KIhUi2L61HhBuodDIzA77Ggeu/+8UvcLPIAgvPMPrx/ejTz6MtUcDeI06f66t4yNnBHlIK1/3pAULpDhrwORj2IfjKIVNwtszHiRR+ZUp+RMmhoQB0iNCpYP0Mk48b1/k6rtph+htjtmDsEHOUEyYLGfnsDLbxtPMQ+lPzXEy+QB/+pUHkjKkTY0qttKsQwEfro29/FrZoh0zjAd1xYPGgs90g3qUvD227NSeN0CkDGpNpZQJRy2Y1XNoE4S6A3qj0eztFP2haJR3uM4ifsaPll1Yxj2fMcH6BsXAMTJqr7TPe/bgZBIeV/ES3k+1AD2Szk7K20z3bOuwes/s0NbaanTj70769SJ+6i+YifI52LXFYdpEdlVdu3Qr/coH5gG8A/P3f/0P3wT9+0O1yBgJOkvbYxprhwTHts41ODOIg5itcQwBcfC2ukowEGUeJFy++OxvORMozSOKk4PVUGI0YyRaYguBTqYG6p9NEF28+ncKnSmPRI0UOkhkXfi88Ejmp8o/bpE+juON/E9qSmfhsLyeRwjj5pQNCeA63zhuVRxha+fJ448FDflVuo5sWl4LyxzL7cinf6oTPuJanzTFJfuZPSzOIJmvl55q28aZdc5sGJblD/9uGYDsgF8yDOizouxQ4AsCA/yVuiJc8AnbVOJLhhbcKSNBw8Cg+xCWJB2WIJGL5OedacNFg1VHTOLlH8GafWl4lp499EpVEWA4DpcpMWQVY2gPd5B9pQkOmraSkT+bER15g3AmH/yjUv0kbd87Un3fSCPmGXVflwb5IX/RDqeTj3uJzzU21sY83ddVh6uTgvBo79tB0dl6pJzsFvJWHavt+sI1b5Z0NFFW0H9kmOyDMyTOYzVy8dBlPX1e6t3/wDl613go/VpEVvEs0wH/AbnQhrV1ohf0k7NyqgS/FDm0nwmcVbW2uppQEkicEajMThNH/o32WF8/9MX0r4ezLhlVLTulnEwSfLbJowH6t9JYqZbTi3bVO4IVKIkT1pNCLS5VvO+HBeIIrJV+ZRnq+SXozyGNUWHlmzsVQDqUiY7njXYs4aIZ0aubDeZlbtRjQCsL5MqOgB0nf8sIonSQPd22UWA9FBI/WbLoK3tlHyql9e9qr73iVLltAUqQCBe/Y1kpYosYUQxBa4rNXB0RWHFwHRNLDGMInQwaN7yU06vL6orIbM7X+cYTmEjjMU7+ssIArKx5bYVmBQeESYSyTPBpi4hWI0T0iBCCceMwBtzbHrIAPxnYQ5se7lbX97tEsghPCqILlAgLnAsKeAqSHTjeZwHcVjsmdjy6lPlZPbMfMYnZzadnPHOOHm4Hqp+LdCgncdJRwHPDswQhYnEgAr7quUyOPMKzoMUZeCVeEw6mKFMSNhErozWUkCRJmZei6XkI7hpA0O6Dp4XsuNMRzsplcwqNOhUHtfcVNacaSpNBP8tBBsgEZ1/g9pWAPKKoh1iRBwpcpeJo7AhuwODjUXn51+zYwHHWfffZZt7i8FO8nl2BEHhz0s8PS1ALCu5xQ7W/OFNAefaNvbq6xoMDUAkH+Agd4ZtBq37l9h3YqTIIH20xbi64Ajv9FD+KUwJ8MozSCbSsG8YWL092f//kvYJBr3aeff47Ofbr76Z+8kzboanIGIV4hbpIrIztwurrOR460SYQWpKl1bKA9dJptMHrLQZrghba4ONzHw8zJ8V73L/+Hf939+q9/1V177dXuNYTB2/fvxRxDHLii31Q7DbN4+hSvQJjLaNevzfwF6ldw1Vf7zPxyt0e/HYKzaMupx7aqgcGjKoIuZlwcpN5FwH/jzTdi9+/CSReSHpAVn26vuijR04vtmeCA6Al17wtvaKPGalxn0QcuuGyOfSkKPdSs158tFkxHLPyiOU+j649aNRmbWHeMaJJmfn3O71O33hLsL/32g7CkS79TvszNBWTZ/tMHMlhzO36lZ36yRmnwiHoO3VFgGOyCD03RgJb88CZoeQwt1Mw8CyzM4dwRKE0Kh8udrGgTRkDdnlp7hHmXv8EnKjcnU6F3XHhWgeQs7Ca7999/j0XOZnf7i9ssOKFZ4PUDVgxrclOnmVIS7jmp7wg6zgIOnIpWmXnf4B7Pjl9FftrAe+/9l500H0eCLRMNomv0gFLVOZIwtwHkbOTgWdyN5kvVg7cvv2n8A1DTLnO0ydyFM92S3wAKb85MSOK28om3vmFE5IyN+IcXC6NXQ/F78CQN5n31EQWnMRGEBhUmS5+v0meB0Ee3uYOMfYywFDw9WH386UtS9LyzUpttcDfAgblGolNIq6nVPcyV1/ljXNKR+Wz+Yarz71r5578dxhadnVP7t6iw9bWlel9l0k8jxSr4Gi8tONsZ1GaX8FzxiUy8ZZjGEaJ2mjFIueE6Dq5+mhMpSVfFhQdY5RD0ehGFmK7p6n/AUuRyoS+GhS0vrSfP/fiERqW2ogHGmznJA6sY0HQUQ/AohW/TCq+lOiuP9m3lMT8paEPhwZFOXvMFBm58sgALI0jfCvDiSbPP3dX97Pbdnr4dhdGrr93KnNc+BmS2nJ0TEurRVDVeUHhOCyhePhubbnixvHyC+SvfblFpAj81pE9BpLhs94HLPzYmDwJqSAvq9tRf40dDS29ce9euo+nOv2/j/Py3p2ObSdDpWNvCGTo8y0yibp6Bh2d3l5WkUCiH5aupzEnKLsox/tTiKwOZyr/5T5zznDu/Kk6nEfSdkwdyBojzbKXYlNa8SkdVEw/kN0RJExnQuQFKly+KJgaHi1NJNGSa1N/+z2hemtx3QDqWex+BYyAoFUypZeS2CGCk7qZNGYmqW8v1bvjnuSTnRciMneijxRcegeKvk7BCsEw/JGe0A8hhw1WCdvIqIVsBoGcoCAwTU9paz4E8P/2OnRMa2aNt/GBjDoGFBh3FgHXCBul+eOjuvSf4a2V1Ro3+dG+p5nySDlHLrmmEg3EG4ToHG2xrBg/CPIJZuhmY1Cb6aXkFFN0dblMnco6ySuoc0zc8A1ChPrhXkLFF1FcMgzJgBtKH/aVNeLhFPTFYFciBBfDiqso0SDxiK+JmyuvFzkZAqYE/BPEms5IJ6GJQGNRMG6cgqMDuLoJ9rJmKX+/U97hrJHHw5Ze3u4m71Ia2/ynCsuUo3D3lI0qafkxxCPIA84eLCObabmvCdPUqBxpBwArpn+KT+9atRUwu+MIrcXr3WZ/YCC7tWRqSwVaw0hOi51QAVyd7+IFf7C5j9vToLsL5BIuro+3u1RuX0GC8TLH3WgAAQABJREFU0f36b/8W//bXcnhR+3rt8T35H3xR4B7wlQccBVYKB45pfsITrbr1gWC9u8zwMSwueMd5kJ2Azz7/vPvdhx92/+bf/lvgOMa7CbsDwH0DDyhq2Z9ihqGt9ttvvx08KszfvX83nmQePuId/tj1vrLDwSb94sskNIXxoNM8C56cSaA87f9fffWVaA3UGr/3Xh2i9YCvWmUXZ3rqkRfv4qFnjwVC7Owok5fFNLiFOoJTm2nfZ0FGg8xnuQrWM3jZMZmLFmla2ougisC6s+/ZBd7DHE1TP8uURh0/JKYsCamEMcam0dBPS5+6SePV/lRAP6Ld4tuJz8nND7p5ZsL6Hc8MJN7BoCnkkEHuzpvb4lK6bdf+U6HdyUmcCa9nGmTY+skPXHTu1p62jWyN4RXKPr756nW+H/AAL1N6zOF8Avl1HynMS9DsAjsOgr7DIlWPUm6xusvg5OAiah8eEbeTLNDNJMcIJ1KasX1BE4WJy3AobvOiuK8bCNSWekVIaN6/cmpgqcU2FAVe849rKT5S/PCPOGqhqm5PI9dKI32OpB6+N/JFefOuf/l16SiihPeqofEwycJQk3bu+CNtSe99u21j/5MuRmExe8qK4A8vgl+3UMK9hfSVtBdcB3LUSNzgFhBH0TaIP3tTTTkdezbu+arT0UkmaKdzf+3TN01ruvxSyRAg7+Jl5WtrGb4cCrz2iFRKqcPiktDHRPGnLUCtoyfzr2lfFdRgtTD7xHEuL0ovkqR2mar/Uz1xx47n0YwZ885s8Aukp5y7s3g6MRdL5MZSc00dPgNnOlpao174R9OIl7Wtwjr8B36h8iIHI5n3WuOciw+QE/RMdQAPGe/5g4LgMXDoCEAPcVaqrGCvpH6FEUoWR45doaRJuSpHTDFXagYk7/JMmnJD0lBPxoXvmG/8Ho7ugP2Nce8HJXXDPIGAaV7t4KfQ0LvjrsykYs8xKO9UAI2ChjnA5yhPgacsHgCPGgMs8OXeqFPBeINtacG4Ft/iiDln/A3ffvu7Ep7N19cFUsF+TEut6gTcRFkK6q3bflKJ488512fnURm47wMf84o28b5TO6/nNc/QqUfIYod0MdOhfIV7hXR/fhm14CheHLlJ3kUfO9dEZhUok/Er/l05avK1Hb4kmKxP2qLqxem/JGktzwtm3WGQtpysQmh2tPfD12ls3g3SSRCmAWCJdSQEOSPPL7516I3W0qeEW9sx+diBUYGl6kpDMzZ4Fst9Z9kpta0C8hgMMh3xBy5Z4TqFOpgclg4wBxQvMGmw/n1hyMyJxhJN/OqTZ90TvjK6hx09Q4L2ISCQZxf7Xg+0aXKgVpFMlEMaB46rWwjlGJ/0EywKPN2sqUvcOTGgNENQuPagiaYjrurcKhPOfVZ6BzjxP2IRETjB5/7hJsSmbkLPOdTDYsFBFnMGwJUgHHwStT+FCPvHIKZkvPnQgNIQIVuR4KMxLgqkjPq5MiQDcIEXfsKur3vNIo70xIPJiASqKcQiNs8uPPxqqLCM91t5eHOnxqkcYNQu/IPffpyDlH68aHPLDwKh82aAbGNGMwkOhP/ytRu46lvF9MJtLdpOl4hDmgzsNlKwFMgEzjYLnzRjILFvSaO23i9GHuK15Yivnbqw0t3W06cPMcPhoCYLjGbr7Md6XKW/+947vMf/OTsJn2LOchN7t5XVNQ5RruOucTNfYFM7rrBHFaEBEJ0rSxv6x96nbwBH4VLh7Te/+U13nXL+/u/+rnv99Tcxh+HAMJp7dx4mr6BR59nFkAdIpW+14dNo6jlq2R2zpvOLpx6wlolIuJpA6XP90vKl9MsewvKbHOb93W9+iynSj7qv7tzu/vRnP4OmwDuHV9+4+Hr31Vdfda/fegOvNc+wRX/G4uhK8CYTD2X0Y4lI+jFR0N0h5k8bLMYuQNf0N7tI0ob05aFT0/os5sMEsY/XpCu7MRQi7flSGiubxJ4CHccir6dV7lKnfvNNwWvoh45NXukP/BKpmaILZEgwi1n5jDTueHfiPOEMgSZLyWhm8mRsk084+RuNkwt2zZWmmcgMmtzsj/P1X3eAoPkD0jq2dvB0pIeli+z0uFB1h0Uavnp9GS8/t8CHbmFZeGY8Yn7EZCBexLnnMdaebXLQeq1bxVXoKjjf3ML1Kl+zddfkGLMjd/xCwJnA6zaEKw7gO9miBVFOPs4L4jGLJRHEc/opDeCRd/IMbowZhIyX/qnG+OBVbuyGYQCfwVMfc/plaG2YdnhnHZn0iBrWlw4eJuKuaKfBV4UXuPShAzZp/Gt58vqRIF3SB80JgW+kIct04eR9ub9t5QsL9AnuWjhVXuo7FdOS9dd6N2zPaLnDe2qWjJ8LLV/ad7aa0fQj9+FjeR7i04LPZn+uspEIYTmbvkdtSnLe+OZBYIbpczdoLE/i174ilXU0+qr6kvpUVWZ1BvJv/bgQKd1aisJyFcZTTU+MO+KkL7MQUo90UI+ktzy5JuPB8hnm4tyiTCQ/Uejn7SAdNz0UUfP5SCAl5eZcGoU5nbjzOofAPM8u+xy8129A+F0Xd3wFy3nYhfqOO+8Id5oS6ob5wB03EuzBL3LAkbJdt7vgP3JXX34GBFlQ2noapyziFOcOn4Klu4/SkDxcsxjnuiMXC/Bkx4GtGT9EXoD+79690937/PPuEmeidO+7xBfDnV9nOL+jC1y/N6JnLs83xZ2k+AEm5ZN8mwbFhnVFaIe3xE8880L4iXgBF218Fl2LT38GEe3v5aHxiJenfHkKy1J6S+irb/zSOOeFxsriZpxn+20apZJ4P+TQlbRVtAp1IBvU19qdAygbof8wClbMNcGbcp1yk3OatU6BlEXm8F12vI8R/o+Yo5mY6V9Nn8EcDFvZKDgEt/Jt5c/Iz9BsZNTgUMqV79bIEPYQ7xmU5rFXRnhfFJ/USKJG2Kn8qiNzU/e8a11VyetvOhuktI6vRlet1cmjqb/m3krPreGcPKQtQc0BXQ1vqezQWu0Ui2rtKKYy2tmkg6mf6PrRWbEnPm99jsN7JnEJXFdTyu/hJvS0q6gTJLNdDjQ+fYz2chc0RmAgNe8lEAefGroZfHLP4TtdN5IKa3PzrtzZxmGSX+AQ3Tga9TGW9bOs5hXmFeDV6GJ4zTtdQOl+DuENjZ7CrZ+d94CeBwTVVIcngX9NXaxbEx4pVuFJzWIGXDoOnIkk0BVhJxl55hrh3eb1/0ymsOBhjGI82vVPdWtuBUB0SxcuJnW2qaj7AO3t3p6jm3Zj4hN7ZnSdsEEqkxYQkGin3mV2sOXb5uCu/Scjsa8cFArt4msRIVEtqL7Nd3CnaBssz50JG5BFYfrc8UH70mH2V+FeGNwOxGAeExC8vuAnd4eFz81br7NzsslHiTZgYnyIB5OPfRit/SrzWuFAoj7t371xAyaNcIagfeOVV7u//4f/FFgngdGvlxYc1CdliFCaJ2lob7/DomsJYXqbNu4hvE3Rh2++8Vb3wQcfoNl/M8x3BXMczWAe3r9PeXpcwWcvTNrre+/9IF8C1ZPJ519+1W08fEy7nKSsoRatIqHVLZ6Ey49PHSoQqpXn38OHnAlAuPeMgDAeoEFepc49bLXn8OJTW6w1bnzvGAkjFIeOrb5haugn+QKdfTM+bvlVxwQfKTOoFZvkZ0nRKgCr9RuRhRbvgqBQnvfAog0h/WaU2vzUBQN1fFpOTGnoQ7vVMpmn+GmyhNDMwS3tGfUrj84oTFeBXY16PCzQ75KbX+PN4TVoTIE7NBNQKDShcHhEPfIPxxhVMZ72OPiKsM0ujwK7HqlmKDO7VsC6ggA+wYLu6tR1xgMHyMCL+NeNpvTqQjGCBjh0InZhaN88foKryicPuT7pPv/0qzpkrUAJsAPtM2NeXMzwsS8/LvZk5Ql08gz6hwfRjnnodYGzDi7w/MBYNEn0V0iDa02y1bqilr6pXNq6wJiJ9EnQTz80fIgcsf+iMBR+q8JhupDK8LG/a+U+96KnrRZvvafTFu0N3wcycFP0WWmlMT1r6fM7mivHhB3YByfmlGNmQmiyv6+Zuj3U+5f+Fc99kF+dF6xd6Iat4a6hFHi+b8j0+DWFjNbQd/Gp1GHDp2Je/nC6PX16Ii1/2M5hOcIYPJx5afrAT7zXs/C1tlW/jlBy36jkoUZ6vP6NlE9PJ16241xnFnmJV59VGEgBHneRVt0FKFNDIygRxOgjHtbOeMf0EAXFLJqBCwuzuANegi/PcWgdM1muU2ppoTN52O4O5+I4b7OJy1j5/T7nkXQdK9/dzfyMty/63UX9PvzoEEUXow+lTgnsEGxo2t1n48YBQFDlVbYpDjAY9zk/JqjwvQjsFDOxD6+gtB12Tu989WX3AB4hH5oWVs7taFaqUkcvYn6JW7lDBZkCqPOu8+0086PyhrKAcMUzjbwVucU0UbaAsFLaqRhUvjCtNZ8ONWafj3fM/qFDejPF9mWHmLhvj3ayAi7P0oEyirv8cTNs3x3SBvqjQXuCvbq2/sfwchViWg9kxwWeIy6coxy+0qB0I21c4vyTZ8UmoZ0p+muOxZbujFUcaVYLFSDg0/JspxZvlnIdg+0n2A30vPuGiGpjxeQ5dGo9hhKMZIQVk04BaJ8Gk3tSktaOFVGkben7V9/j0lDarqNFGVc/kenkXiHQMSqHcCSVsPE/QoUTJXBmInRFpPCggGzLgkFLcsgMCuXZ/KahDNN7cFQi50MwhxDA1rob325bObGRl4GfbflpDolO4SN9dhsBRoGcA6oMHl32uXLX1eAsPt4nZ3EBxUp4HmHeuqYxi5jBI42mLa7rxhjMCpiXr1xggLmtrwa3GIIeTbZhHn4sKLZxwKdAJvFEUw6Req9OAUrNJBfTCJskunrccDcIYXgpR4EJoRYC3+JQqQKmMGWbjcHrImJxAXd8tMnDgHtuJfHeg6X6zxYdrDFFN79iVDIDmYA7FMdQnN5OttE06xrLdGtrd9Ac3I1QZj+68GgMQeG9Beksk2ffTYqz/rdfdtB2PH622/3Vr/+hu4VN4OzCRdw06hrTr4fOdG/94F0Yrb7GOxja5QhA5lvkg1UypiXMHqJZxVgqxQNzFkkI+JPiVhpgINs6qxSFalVkzBdw3/UIP/oudHynAKp3HQ/hvvWDt7vf/PZ38Veua0YZ4ArCoWxw8tkkB48ud1+t3KafL+MOk49EAO9f/4e/Sh+4CLTvpSv7TWbirswyzDlabIDQhtyPMokIaVEXm6+8cj1xx5h8SAea4LRQNG5ax0aNibwTcIK48Ouw0t7BoQybdkNPuUJLMjsPizoGFSC16Zanx68+Y4BSQU671vhxstvko0nLe8tpj33rwiN0Jl4FJj80U+A7blgdz/xM686VV/ufCzTpdudsxpPtKd7kGNCkpia8iqt2ipsWHOX+sgjjDuzwj4mQuiZpzzo7Spf5OIp+4o9g+uu6LsWjzAGC7gEaM+385+1fJujjNdxnwk2dIKKRY8zOM7YX5q90N69fBp53oIMDdm++wCTrP3Yff/wxk2ztwgmPu1S0Pot9P7K1jZZ/FYEd8IKPC9DkrVu3ojnTFE18r7P784yfLird0XGykO4cS+3QVqGTVsIkM47Em0Xy89rwAXby1GJ9qPen73yyR1toudrzH/oaGPhTfd4got8AQo8ctk+I7OMK9jP30kwfV9fh+z7hmUt7fzq6iqiypEEnbeeREJ9Je5AaZD1Ag/iU5svzi8/r9udFSYx/0buW9+uuA9i+LtHIu9PprXkkhsdRocFsbREzTHUaWmceiZvhGBqXf52iIfoxeXlR5qRmMMZy5An+9x9xmbSGubPmtJP6V/IE4VFzWQKTV8uzLOo1LdmNgr2lP+3TCOtonjWFW2DuvXyR+Zb5+eKyDgn8QB2ukxXY+adQt4vbZV3m+tE/FVA7zMFbeG9zly3fMdlDiGMc+l2RPTyI7XNlKkWQk36KnqKQcHeaOOnbOayg5K9wEkK73MupFB41E3T+dXdbsf1ETT8e2xT7T9Z5trko73QyofB+GccJCu0qFS7BV3TJ686258T8DbTvlK0AfwAOnJfkFyohvXfRMDEJTwkvJ16+ChzCLL6d2w01RgvuRPwB/qS0UVw8V2bhqo11X4/e+9wUlPJn4dVJQ49oiIW2QQixcOCq7OQuqwqAmm/pFZ41TY0NO/PAPIrFY87bueM7x5+dHb7fE0098zxzsPO9fR9HHPTRBCa6WiBUHwODjbJN/MScICUuwAHbNwzRsI+mPdXwdA6d1V+b0KZNbypNxxUhjpbx3e9tRgvWwE/CSKMqfgDfIM76aXCYtZ0CoQfeQJhMTmqmUaBRGLSMSlOdWfcQo++DU7HbBxkKeZQrFB49SHrMxO2nvS2X/xlUccpPvSTtJlhZ++ncSbToe2jz9xnYLOa6bfzBb6Kxm5rhHb8IHrij02Z7Uq8qbHHN8PEat8by4QVXyNxLfG6bXcDThYKGB3BcjR+zcHASPwRutbs7MA9NWLaYzA/4eJEf9PFrqWMIbvrLlnmGSPqmZaCHdEQxZggQnISqYOghPn1XW/+MJi+03bxqMMThnO790Cbqe/zi9UVKpOEQ+B72wR4aPcBkIsKTTIB6JeZptJpzMEC7Vbu9WWzOhb+6Ury6uKA/0a4qIIPiQTBNBGrKcSFEscGDCcTFEQxrDTeXG5iMrG59FiFXP7iv3LjZ/cNvPsiJfIU8P7S1gButI3A3PTWPT28OZ1LfBTSZezlwiacY7OtXwaEeRxSWpXaFQTUS0opBrS/UA8wn+Jt/Kwdm1Ur7AS4yxZxD5rfIRzXUwKjN//nP/pTrSlwN6gf+CdpX63qKJxkZ5H205K9hyiJOQvd00AwrjLFFTJTQlPzk/fdzsPTundvdO++8w8RzwrkAtLwI9tqeyzT8xDaICry6P/ULo44Jab6NnWLCIs7JkvjQgAIQ9bGY+tOf/rz7m1//uvvL/+V/7W6zkLqKi1PtRWegVReKB0wYfjTKbcVozxkT4sgJBcpM30hb9BCxCNi0zUlH+smimTrdEXFROAg9XgEq9O6ZDm0GnVgtwxD4KcNdDzUo8qUUSnneOk6c4LxmjCdTmpn8aSb5yUQaNF8O6tAOAjjx27RnkkXwNIvocdon6lgbc+/WN3nQ9vs74swK8joLc2xH6XPN1LINzmJDDxXyEUDMGFJ7/u4P3+meYXp198svGSVHCAfT2T3Yoq/0YuBC/LPPPovQnTFI/9lHe9DSJtr/2aucV3j3vUzALgDWERr8kqz3+hXWrtUPWHnuxp9mVpsstjO2aFcvGgUR0UiCLwNUnav4gLj7+zxxnw7s4xxvlccIhY7hU5/kj3Rp483i09+DenqqEFfENfpuNJ4F9iDtC25cjPbhVHsyJihTXkQS35X5EONlBC1irOojBf9LiK2SgnPSmn4AG+lH25MxUll7KCr94OG/4E3Dm1WKUcfxqQCwbVe24oe4M6lKmbMhcxQlOQ05/7YcmW99aGO+XRNFPcF5zdEFBkgcSZN6eE5X+IpEPjFkBtfYbxOhwOUOIuwCHsviGp6ihlQlxxzOB+bRlDoe1a5furCAMmQBQV1f6rpcxNUighqFpA/d8dviy9SLKF7ygUXMY3WB68K5fRhvF62737TYZS7SLfUevGOfH6SUcXMEQeiVLWdwKFd4Mk/aHsdlj6soK3wgrbiT3ypTnLhDTB0TCiq0dyDboHqAG3TPcJjw7Al+JSlP3rTIHKbgrqevC2jgL7H7rDZexcMU7dZ8xl1uTXejcYenRTBnDlPDr2mIHFilhDw7eKWvC/tc+36JjHiGBto7+2uUvl40Nts4Sf8mj+igneeESlt01V5XXNFhK8sdD0sJvCEYHsW1dAPuNVdp80bt0lkaL83HHHGClcA06TCHQDZBTuNW5xUH0IvKsgN2oDVv3aNPojhZ4PtByGDKAbrHzkJS82LwJ83VXChGWYxRrqNi0MbWVOoYhNy3kYPcMXjBTZlTcENr7ICyl3Z15xaCk2TdZ/XFfRrGX5FzNox2lu+s13afjT+b75s+hzki9CnPW3ua3YORlSKD1boy+MMAquQSGESAvyI80xVcdjZA9p1IdJVBbA7CoU2Mr+vUWLUqpFbrbCHwBAbLFT/8MNBzK1chXw3zCXZVB/hZV4jbZyvOg2yuZBX21taZ6Kc3uWdg0LkOHL/OmI/LoHlVQ+9JZn2da+KRDwbYRv5hXREByElaG6sNzCHm+Ozvsyd38D2N0K1nFOEWzJGQx7Tf/q/FTC0QhF+N5yG0Wn6/3YLThl9tqQxNBqg9+Otv3MSUZBmh4Wl3+84dNBQXIiwcoGU4glkpmEX4ktoJagfOwmF8GFO0+9ruYfbQC1/pG0APxhGyJmL0aFlIUxbEfycHDIO4ZWApjCPEHtCP2wyk/cMtftihwYA1dfIA8CW2Djc2PsYM5gr49bzBFIIPOENwv3b9BkwVn98soFx8iNN0a2DsBUrq22Jg/rv/45fUhV0+QtNHH33YvfX2WxxuvUldi+RRAIYZktaT66PjxA8pPUJzq+A/i1b8Aji7fe8O9fPlV3CQ8QYDdMXuQkMN991798DjePe7/d91r6JF/6d/+ke2cC93X+Df/eq161lgKKzpnUacuNviISkx5wTQEyfPxpDAHwRr+9w6dVGyhQmN9y5e3PLb3lqn7hsweg5fYha1pkCIT/Trtwp+89qfavHdZrQ8x3kEG9ptaHxEpql5x+QFtp85jOsOTlxeAprj161rJ62abJM148983CTCsR24A79Rjl1fOwlrwsSWJuMmO2uUlXZDf8E9z5XeMhijTjDA6LrBidWDyBtMyrMsfk+m2b0Sb5Q1rTCLqdMYC05/R9CVnnQ8ADvBwtVxCuD5Wc8ReNMf7zYLWt1wPnrwkI9oPWRHDHMvzk640HLyVyuniZbCsgs5d+kcA0IpHu3LsbGH0BAmcsS7UF1EI+YkK71nyxv+YJ274HXXiUKcMmnfx2XlZ5982j24e49FnDsswleXurGS6h/vUqc3BJuiMCnevU8wb58q+K7Ywd8In4Mnkw7LHo0+fS/vPCekLuKFo9V/Kpm8vcq338MBs/jyrlqn7fBLw6jAPlpR6qXvabyHwAVCt7Eio3onyKn4Pm0mZsswbY+nFwD/UrD+a03QcCt84ck9oK27vg7u9JOE0/Kk33yA5hWq81zvxfKLgkWYNjMsfVz5aolR8epLiifIKvSUJlW48Nc7mN2p4DSrZp1V9SLe4RbZFVvKzhgmq9iwLzDXLsBD/c6DJjHuINOx8Ba+To4p5dwsAvrcTnbR/Xijwvouc8gOH2zc3T7sNuEd25OazOCgQNO+nre4C5azdJhruqt37Pxme/LvbIvFtvRUl+zyQ1sqtGDUoTOvemkrSjet8eLQTCRDzljHdHX18UPmPPgYikGdSmhmp+C+BA/W1NWPBmoH7/sJeEvkO+YATRzVRE/C+/zeh/N/3oXfUat9lgaUdUEUaSNtSd/0fRSAzvyRb5nmRSEjyTFFGFU0tPZ5bfkty6TyTzHqO+OcWQwZk1WUDwk956gH8pSpomU4h5WySD7LxAaOafsxh4KROWeQ2w4PmC8xRT441KEGSyUcaeQbLOBwkY9i+XFDlVkqhTIXUUtMdcShbRZ3wvHi5vdwnb5EhEqeNNiJTSIvErCwAN4EJ5EPxSvEiCjrCyGdLvMFT0WWQ/h6rL0g9fnRrYV0VMM6V1cpR80chIypiaTRkIDg9FA60m6jA7UzSkdWecFfSgS6NvOATevw3aBWywRBMTtxOg/O6hq/m+RtnW3nx+7dUqJmEQzf88O3tAK821jjHE49hiEcH6OCH8NDC4Sh2cEBKj+7wc8iqzU7Od7kPUwHRqNGfsaBh2cQhXYHUr6Wxnu6CqaEn/mlue6117CLfXC9u3//NsRifa0lVENIX/Cn9YyLhmyRob2T2BR+otWOwKodPh46mLgUupIXzDiRHSAQHKHJn19wxT6BJ5PrEd70ZrPydKd75ebr3QraZDM94KM1r2FysYEwEls+ukN6i1AMM2qLhgGAViRR2gvBt5fql4IhKUMD9qm9plGLu0AONhdOao3FmaY94s3T+Jpe2JZHfA1TnEkZE+xorK7vIOys5oCPixGHu8KzEBike7WiMzAxFxRf3b4Dw1+izMnut7/7HbbIN2KuoIDu7ykf63HQHqJFVUMlw0tzerhc1V+6chGBC/MK6NLycyCZfvcMgQsmtdMuprewX/zJj39K/zIJEedzvu4Jc9hEWNOsR/eRMoZLmNf40Qi1N2pa/GpljOmqGfytSbKNX9ti/+wDp9jw/MXGxnritJPXHn4DYV6hXeHc93GBxeRjf9goQCfI+MS9D4mAtn1vEoVZNf7ucixD90wIk6vBrUJ2pRbT8iEx74/ACxcD/kKr4sjyc03V/bNJxR8wuDAjSby5sHAJjFUBaRlY6QQjmDyZSPegcYUur9u0d5xFLyMQmnC3pA6p76pux5OT+GRkQCMI3uQtczMN0IQdqGniMWkPEPy31laziL376EG37o4UB5XkrqZ0bAmr9265aw/vYqm07MDOew+6BX0kcuGra9B81ZZ0erNwMS9NO7larjtZanx+xCTyJt6R/p//+//q7t+9A824iHG8VuXiw7Hi34T+4n11nWMH/CS+z1QpK77lM02SjRTQx/XJv+XFWvuyBGSkWJ4God23tIM5yxTkixlEn7oVMVpc6Gek8KK30QxghozDn3ROfwVvhSPLDR7pJ+sTv/6SJogWSrE8DA2WRDIO6lrvffzDhe9eWOV8Pn/oYQCg74dty5gK4VQC3+ZHXGyjwZFhtIzEEydfbiH8T0UXY196rnKGubyTUyiAZ/eNq7yw8vX9TibnXwX3trOsoKPc4uFSdytnGdeeIfNL5/OZU4lDe65Zag5tsjAuzyssiOG3dCv1CSsfEuRc1iRxakv91sccvx1+05Q3NYFJLPHuUOsNTtO5SbbfPJMztQ+vQXjX4YW6pkPSBO7grVGyFGKrDcTxKI3Z7kzfRlckr+FQoNWFZUjZ+D44emE2ffnQMvzlgPlin3l39fGj7u7Y59Gqz6NY0hWwH8xbvnIVRcpyFEh+RXsS2UJPNO6My5em3GFEeFUwD9zyY3i9CgvlBjXwzjfVJoX4XntNO8N/e/ByL5w+DxrVA55LJRQLgxYNbozkTXCSS6Xy/SANN4P7Pi15BvXycoCqU5VYnu+UI7yCd+CLvIuCZgy+H48+0NUBfXyEyahz0gRnvabwSqeJp2eg8qPN8mJ5/AHzid8fcUKSDxssv24Gd1Vnxb7wbzTswRn5RfTZ4EA03gZa+QkEr4u1TDqDVleu6qgqI43tC0t8K7hVIWIS50AeRLZUw6hBjJO40RK2N0AAYmGjIE3yRGxnMjxhFaR45ba0H6rRO0M+UmQcP9OLrgSqtR3mLponohFDnyRN9D64sWYeiBT/AcgBY93Ak+1w0rkFp2DiCswPMOm6ybQhBhmROCVNtmMirFumVdiZavwgdoQZupf4ylu45RFN8e52mZ749VPhqpaxVYO2QCY0w0998xZmMdoKS3BqkF18UVqC5bmWMYZbfjzzywlniE7TirjYA0EshxAo8RcuM6NsV5LmVPP77NkKHlXWaeslfjLDmW5jTc8yMCoGugxqGpsvmaED/fXpWzED8dDfV7dvRyhc4lPzaiD1xlKreHoTZiNO7GMXSJoBleB3mvELez4hTweKieoT+5l2qTrFA8sP33g3Nuux8cc14gmDTeH8Ctp1vbZ4atz+dE7xy7UHmH1on77b41fcCEomYphtDqmAl2ns8QNXESYJ8OHO7sMEOJBZffjhx909tKtqfs1/l0OnmjbNouF49HgVPNzIosXDp6trTyIc1pdktZXG/Il/4ltzJyDDXeSl7kfvvdfd/up+97Of/rj71a/+uvuzP/vn3Z07dzgXUMzk3r27Edhv37kdevTLrjNoi8qjEVD0BGCbQFKYikK7WvKf//znwPwhEw0ffeLjUfFnCxO+RL2P9WOv5p7+8Cu+4/SpnlQ0ETOdguckuxopl77KWYyedslEWmztM05rbOhFgSmQBYwsiMkTwXMC+ncRF35E/9diAiGJ9+LQhUjcnzr+7KzqlaqTJz2/HFkHr8zjeDMozCV9DfKkF05HiSkO6VM1X6Eg8sNmA4d9oYbOw+iQM+1k5wNbyCnaFVde5MsCR1xaDoXJI0FFdtG0c/UQ6RN+j/FetMkYmhImmHb0CIwsc4ommXqEvb6sRHKfnTb6IJ0lz3NZwFXhfY/xsrvHRMlEwh5ohPYJxjnW/YxFPgy3gvaM7fA9+m8RcyYVGOE91K8AUWY1ZYO5T1+q9Q+enGjlPUInPFQrj5Me5Qbpn9wLDzEmy93oHzHr79sFyymvCuajT6qyKgREDU0vgEPY+mpyX6n6akcgShn0run51SU1tRwZx3mwewaxIy2Q5qD9pliwwWmdf+iP7ICQxu51wnc+sD9NlcUrMEQMIF/FFzYtxLEjNRuEKqGV3569ZtIZjXjJvYR1JhQOzkTyOIpm05zN6fvTsTWPWZJpHW91Z0wfl3LqjYnEhsF5xi8KG/zrnNOCdcOeSa5QaF8UJJlboUtzOL68UzGVOY38kVN40VQrEeZJNIVgrnyg8A4r5cf8CB8pgZ0dUOYkTQflTSWQFyzanftTIJZLqHyyXrXN2viMIaAyWBhTmnE6NsI9Aq+9KdTiS4FP96MHwB5MqJSBb4yh6IApFy2aF1rJr0dE+in0UxHSSAslR4A53geLfboepUQbT3lUEauJlpFr4KJdwu35o/WVvW4NZYyATOmYwR18fgvwjWXOV7kTqle4eTykxHTXhYzec+Db+WgjuHSum8Z0Uy18BHgqdh5Xhmlaeut1jBjkQdE2g/N8tTStADu0sbUyvBt6tx8NPnuX+FwLv4OFtu+fS1P9EGrhneMn+LJAA2X7r8UGb8JIulLKcm+ZwOUc4nwwiTkkXqqBH0qD4WsS4+LsaIq5B56rsmQfQstHG5UBwfPhAbuy0ITj3p/15B66gcrDl+UN/mKmaZ2A5/CtcRdo82dgEiOBlIE+TegBtCO8zwAWcSPIE/mUm4YY7X2IbFj2GeTwAgISQd8lmEvUml1thgesFAQXOSW9gHCTloGAKQbHBINiIsI6TAWEjeO2x4GXk8AWwAwjIsq9ToZRBisorXLSFoBtbeLWiqOxt9PFZPv5ivvYPzFigke6xw6exj5OxCDiZfDT1TzSiW27mO3xIEWYAKjYdirjWSZEvO8Goe8jEQlsbuHbJ5B1hPK1Z1vdU4VeG4sAsM3XMZ+tukVO/Qdi3kmYd4RWavqWPjYoBOiGLh84Au5oXUkZuRdi9NS7Gv1dttyXL6FVZstQLyKCqXtEv4qqHf30pGYzaIypyjRrCPX3ESSv4cJxCm3348eP8WaiR5ZrIfCYjcBIxZkHZxzMDvy0v4dN/NBk8NeYtHRZuBID7cCd/WorPWMyCa5fu7bczU/udRdfvdB9eecJMB2ifV6K6cAuH8yRvjU1mkR7sL6hf26pgJ6gHOsLDEEPf8S1DFrB0sFJihk0D2p4FHJfuX6dwckiihCNBO3I5JSYrvvk40/C6NRUTIzhOx1hWuHXw6XLCMhT07vshqjxx0Ya4WlOzXiAoADq1vWg5kZ/8//9x+6f/Tc/DQPRzt5tTg82m+/tt98O/p481ff7NB6NnkZjVDsXFAPMTh0G//pTS+CBRw++2udreM7R44DCquY5alk8nKvN9NQsguDFpXzdVe8z1vnwgQegGHvAiyqHe8cBZTMepA/PNejXfQ93myoYtnbm2HG5zyLwoNtmgeOCSWwLi5OObXZspl/FOf88KzCeg832LoxNjZE7HdBjC5AG9EHH9ziz7+CxFOi4K6HKd2GY3IS38Vp8KKLqimvQ3wAjLtSyyQety63Pbq4fn4GOMeOkTZsN1i8fkDV4EMkdmid8i+Dxk6c5E7GFCcwCk5rpXNyMs/i2XcLjAkYTpCxKqM+esd4BHQGLSE2buBc2d36ye8PE4FiohTRw2O7wDxdCsxxm5quK0I3mdXOckYn2jHHmYl6zHL+p4MdDFOBjpsTibQfNvh9H88NeaRONAut9q9NTVHRK/REcnOUvfeR3vNjelpWbfrwbIx7SV+31yPW5+H4QJX5QXstQdbRepYE15vrXg+TUl2UMOFcIMrhQATnp+PD0Rlv0pzbvLt4cDccIZ9mFEYPEW1eEdtITVWFQUf/8fS+t3DPlZGxKoC8JAa1PVuOxZirbbPbCcc2d4oyIXFqxfVbifef/irE/vT/bR+3Za/2jPnizC0fzuAp3fqj87PYalecavY7lmF0CbMsfe/WMk+IDyFiMG03nFOIV0tXAc+8CmoLDF+wz+rc5XtDfuuM1h52tj3xjx8zkOiVzVwxhjO/z0Y3VvgFqMzZUGthWxmcIDFqJwE6cJIQDC9s0CEH64KlurLwPtfBTSiAuNAYdMdeHT5ImSYs0kyNmJD2BFXRE+z480nmUunt8Zywz/jXv2SLxKoqmeyBMRY8mm36LQk28JjQK8DPGYQc/iz1/8yHvmR77QWVNvokBr9PNpGW4s9yC/ZrdC+IBINH2u7ioPh5AS5tG2s+9z/4zeG++QRqyKaO1hUES9el4k8ektf311F/7J8csZYrfpG5CQDoVXNmXUGQt3phTxD0Tlu3RdM7zBN7XvDGV+SJn9/jaPVJV+KiwqRSRvpxvrEilhHW6gEJMC48wXiwIh/3bwkBgHzTaBCBhFJFZvZLNfxYhI7KjZTqSmwJLGBf3LaQI3oMB/+dnvanaCIKANEJv+b72SrYy62DAIigs8lGZywgPSwgtoXsmTmH3q5cT+EL32y8KQx7+HEd4U5hHPkKQU6CHAfgrVAWJIWSerSP1kNZ2CK3t9Cqy06lccy/O7UvalA5jcE5xuPTq9UtoUJexQcZt3Cou2dTiwu3USGaQyiQwg5mQAwoUq9EaTYUXh2WIg9gA0dfto8+aRag1N40aNzHpQdBjBsgRQuMWBx7W0HSvPUNg34RcEERLW+hXvyjDH8H2iTN/TuAKaAommZyw1ZLhSIQGJ3Dtaf10vdtgb77xesxbPFEvIS7hmcUVpYfoxpfUCtoitJDk0z2fQu0+njX8yMQuwt/NN29R32F3D9tsrwor0pYrdQUxzUzq4CrQwASEQsGmCfMFlS33H4OFFNOYFczITSlnHGHoh2+9Th+sdJfZ6rt775hDRdDMlaXuxs0rLCLu46P8KkI2izzhQ7O+C+6i3Rd4GRp4ym6Ij9xb/wxw5dASOw5+8ljt5AVcU/7Fv/pX3f/77/89ZjHXu3ffebe7c/duthpddSvkyyZsWy34xrH5X7VUq+ju3H+MwHbYrU3hlQRc6ts1/U8jnVzcndAfuwM97iQRqvQE4A6BH3xy9b9MG7WFfuXmK7TpoHvlrTe6h3zcyYVBdi7Sj9bmqKs+54FmsiiD2WhqYRlfcjjyF7/45/QH5yrwLS4TXL5yBU8+t+Ml4QoHZrfYVXEXZo9dLU2nFAad/LIbAuOxL61HjfTF5cnuf/vf/2fGwZrVcaB6MSY846Q7PuBwtIzL/gImcV70CYyMqdAn8W3cSXehA9q3z0ubFJMfYhVwnXhTTC7+Ab/Ab1e6YM+BZsoNFno+NBgMgY48FOB7+ZrM1zLsG38tOF4az2zF5EpGJ3wXXJp9PVtf69axK/crqtltgk4VsmegB8dVPMWYMZntB6nEdlg/V+pXaLePXHTJc22ncAmf48VJQbzoCtK2Z34Bie6sudjaJJ8LTfnFIrs5F/GS5GLL/IVXR6mheJh0sAHM0tvd+3fj+3nfQ+wZD9ZHeWRwPjNPFldUXc/ALPC0sy80+DPDAF9mE9CEqrl/qMupV+1hmELcD8LIrXE+DqLazUj6tsiv/NKF9ZOwByNZWr5KdOqv40a82n6bGSHK+0H7mHyDCHdKwSu/COtZ04mDouW2sG31WkkPwqn6BvG+tNKXhFHQz0su/EX9fUF9hvCDPqr102hV1ixl2l6zNG1mBqjPRNYbHvqQMvv0Nah90SDkre8k2f9M2ps92ZUj+Zkn9j2CwQiSSTKZyWJ2LVnVi2a6WyrT/yszmc3j2JhJmhfpZaxMY7Kp1tTS2VmVGzO5kxGMfY/5vp8D914yK7t6JESce87BweJwOBwOhwPwZ6L0+itMSm9pB8kQvmD45NP9G62NwlM3fved9DSHsf+ou+2hNOwOltWo2w+nLZGPsAqC9eVas7roF+g3LfM1Qpezezrbmn2EdwVT43gNC8gEphHlAPWv0K5wgLhWswF8jMCOF6zkmn4qQvOoosSyl2lUe4nP6Dk1EB4h/lUtRYloW+dTj5ME+LFti4tJNw5DyvQz8prkAeBgj/oQXj7Bh67k59jhnzA76EJWN7xQKFc55C5i7gPvLmfaxLsbm0L8LJp2+23PbXFnmizMJ459mH2UFSi2XafnuRae4yKIyR2ZpissrA95XtV53qp8hJykz3F5BFoeBE5G+MSr4c4+JfXk3YD+psyWtoXjHs03Ze8zJz2+/nm2nkks9Z12LmzE58dySMuWoUxleFYpA7+cJZ470djPuv2wwxdIKDDIEzKQh55co2AvI4wWwxryoZdpJLAbxA/aqPdOz7C6CEsNeRXM5AxeCSWxQJ3gQbTI0CVc++1x81qQUNgKZ1jQ5C3unanQ5gerS7s3jlNk7gfNjBcaXdoK2naP55WZqgFRMFpfd7rYkwuZ9kI7d8N3hBA1brMI1fq5HaELFK0QkYm0S0MkH/Lsg4OWvT55LOQBq//iwFJY+cBzgQkGdTbcf7DF9npbw6uXuwhVR1yXdJYsaGFGoAtdRCC80yJoUungLJ82UmoKqt0IB2nL5MknDdB3wkjICh+espbOMZAptGgXh0DAQsh5TnWlNvFTwyisIN2H4DklTJGSlum7AI5yCB8owlWHLjUqMCr09wWjLrB8+eY1+MbcBXMGt2q8sem2fSzudDrtxhYN2VX2LJgk/82bagGnosHbV6tK6i9diIfgKZGvMFKngAiCbFeHxs/Bg43GAUQW2ogDvhejtMn32qg6sYGo1byD3f4xms1zZgE8He4tu73c53RQ6WCBBUUbNxFy2UnmCAFkFTt/993V1vCQxULa871lgKVAYiXCVsilGBhVG2c9aALiNKr04vTmMZrRv/7Lvxo++/yLYY0Dkl5xENQvsR+3Ebo15M2b0MKde8OXLA59+OhjqoA4wKc2//Hj71gAtTQ8f/EydTfrvt6UNYw4dQZagOeaAd8rZiZc6KpwrCD38ccfJ41Hjz6JpvTWre3h2e+woyd9/2wDtRYBsyzovjrGKsfkr7vLGPa//t//NYzm3r37OXzJAd4yzPjt7tthnUOfbjODIBqkD/cpdivDJ989S7qaQBXDAnUiyzYUpGHHebrHYOAt9LHIuor7HGC1wcCHBcFsu/lm58Hw29/9I7s1MMgCX9JrMrEtUAPKU33Q1gXhJcyrHKw4MyJ9uFNKFuYS0UGEgq0n7IqjsHpIJF04adnRJX35k/8K8elUi44MKb0bTCfNdqcGWxpMmObpd/Gky6JyZ9NIWwHdPZsdvPqe04lJ0zJYt4HNGTbaassq+RbdCXDRu0Cah1Ck0xBe27xMBgwJTl0loBvPwIatDphtUznICfEhvFM7+QX4gttwzjPglF+avu3HgYH2uzBXaJcTYaHRD57fyZZ3J3s7wzr4Jvdo3z00JntPM3C6sJ2Cc+35MxPBwEabzeDGcjRkKhz5KAa9+93y1cUtbvxONWSQ1b94rzgT9/gZZ9JV3vokPLgyLZ1YwTfP4r4ctAo6K+2iufaBW4W1zfZyRKhpZQp/Thl6fO9VhmgLCZd+BfzLf2XB9rHyRKNVXzLO7YeebM9B2g8FaP6dT/1QMMtY1PRuiPT573qFXvQSd+qVKFj2gXbXF8uYtFKHvhcd9SQMbpqGCbk2HPk9EEALlWSFqY6dNEm7tVraVUEqzaV+jEskL/v+pE06Cr3i2vzMK5p2wiqou6OUpjCmpXbdvl6TmDKFcQartMildRcm2z6CFbQsb3GBuH2yfgpYOmo03+UzBY8lMQ/iw3MCC8+aTcSEzule0i1lBndSkGNkO2Th5ltMPyh7CCSCvnnqgRf3PAfv5OU77St/Igw6phsCd/z0sMSzjuxLytVdMX8yDImQO86o8C75oWXSaeojzVcPSACFeGcOWcu0P/V6ePN8fngiH+FSgF9hxzJNadxwYQ1ZwJ1o3P3OvmWBmcoF+gw162YwzRaYU8hs2r2XzKKwrvymsAsFWKe0k8DRAeIldd38/dZx1J9HuOrfgo8KVwI75bCwuZp/xxn3/qmvSUl6La189odAkcV8xBWV1rM0aM9l3YS3UtOSjbU8k81HmK3lVHMpQtPyDOrtr8C7Jlgd+davYUwpfCf5SvcJYyWBHAgzRIeno0dyrATEW1qdgVtRSUDgzDAVILEa5k+43nDJPXFq5GRAw/fLZP50/EqyYYcXkdkxa7EgV+LSMEnfRiqC5rAvXmBv80Xsus1Dm6IVTxbjbqNyX3RtP12QqJ25HZQ7chygYT1D82cjsJHbsaKcLwe3he0WA8NHJlbabeEu+MKUIfxZdmiZm79i1w8WpbAC3cOS7rA9nsege/qlJ2reQJDb3d1DsMTsgIN7NJfxVNEZ4LSx9QYOa7KNFXHGjEZwzO89fNl4Cdjr1K4xAx8bboevR/XdsP4ZgWcJoxO8dtrTwOIuI4ZaZNQsDbjYxvpTcLym0Uo32lurfVxgL3K1yWrg1ea5JeQWgqvmFTbkDe4eMrTqqZ+YcVyD65touA89jAJzlEP2l9Ym2I5fvJf9m0wwhJMyCJ/wUjMpp8XQHOaSmQsHJs84Yl7NjEz7kDL8t9/84/Bq796wzv66u2j499EeknPoYAHBb4UV8rMLaJcvdof15Q0OymHAQFnUqrirgExX2+oRTsVRcGjnO8MgAUGVP8v2D//w6+Evf/Hz4SXbM8bcgPw+//zz4ecsFF2Ece2yIHTmkwdZC/DFH7/g0KSfImCypzqNem9/F7pgBxHoU62ElyfNKrDaaWj7LjP7j//xP2BTfmv4h1//ml0MlqGrpwjSdwLnBtOVn/7s5+TNosOffooQy8LjD+9nwSiZULeyANo0LmVodxffKoTLhJzZcKeRXYR0tSYKJ99wUMeVJk3sTLPEIExBfXqx1kW4uFVesYcWRrpIJ5s7dUaeMuiLs3nMgZ4k7ZfPD9kG8wF0ognRreEubWJ/7z4dKYwNXGoXWcIBMFp44U7nB14Mo8ALY/v0008p60+zFebnmBrdgo5coOmhRbGLbB2V9SZtyyfUbtHrhMZtG92FmoAZAg9/ij9ZV1sgGoloa++OMc4OgSn+aJPhmfCHnhCDlMyigU8HopqXqGl39iynE4N7hVuhkSdKo8XzKgXLDdbiAg352UGF3glPMb7nEr/RpO035RVpOMvlvwOas1PXkzAjkgtTGPyiwVdgoH1pK68gIT9fZJeDVYTzZQbR15g07TG7co5gs81sprtrqGSIFlGeD78VbgX0Uwb87kvtwTIugtZEzs79jAG4swAOeGynul6ULk/YzZV/a195s91Drz1w4o3DGUQS6Z/Tz+BXOPUrznoVKYUYAhtfPIlpL5+rTfAS14P2d+/icooOt9wYxuRN8g389p1UWyIKZh2eZE1Y+5pp8GXdeNk5/486abS7JDd+7d7v3Dss73jyYtyOyPf7cb8VtmzfBsSH/lH6CV7Is+QGv5ULLHytvt8YHTBiNNyM7lRiPRf/sEUlZWnTrKyjURhhgddTf11Qj1kCaSr05gJG4zjjp7BeZi98g1YVBvMeYbpo3+ovGqYfoe+Xj5iLWx3a6NIGiReZKMWzv1GZxABeIZb6s3SpilZM8eEAWHqP2Zv9OWFc8yQXMr9rNpwYD0rEWOG5UiPd8hrdKVR4bAKSmW3HsFfIDbaDAFE/IqC5BlCUEhVIwb75Es5WjxuF7/GE0Qz9B/8JwAuBU1dmTv99wgYESALIBRxC+NrNDcAvsoK7ndm3rrEbm6d2r9AXKcjHdBMeP0WYaYV95C/7CGUwD+frs8kSmv25eTm4zR3Q9BOv3gPSqCAdbmEU6M4nuv/4XngjGHiwiO82P+NRQ6Qb/p9o4oirpamX2err3fRCqFRYnt+DSditH+nH79PYwV8iDyL2lYUFflH+ESbKGECQRsxBospsCiMy4UFgtwFRPjsPUvOdFwJz9+LZTPLWOhjiwWQaQfE9mRmayurOMBkZ6G+apFB/PYReJsQVR6FSfMPq9OcyTJz3+iY8dtw2GPN2JHwBAgI18ABaheW5zw7YKc3Qej3ISEHd7ZucvslxvgiWNpVFhTOe3It8j1oUwcKeRjlnw7BxFoH3qRerzCKkiMblxdG4i8j8pjbQawr45rHRWWZf5vOrE8JfIGjdhPiwH0YruM7CsIPDEwiYUxW3b4dpuMOII1DxqpmKO4a457o2vwovmXp19bKMjUt0ZTFfw6nYUkhzmOF1SdxoChzB5wAc8SgzLKJVSyZerTcZks20C6TLDDwcdJiJje5g/woTh30055uUYYHp8wO+Mz0IHt25RO3xIhX1+tVuzF+Ov/oaDSvCOqNwcajtm0K8gpCLTjc5rGa4y7Z6aGCfPH48PMNMxnziUvXFNoJ/YLSDt77TiKRbWx0MWQ3rNTibZobhkvp7vc8ONo9fDZtH0Ae4/u75TnC+xg47K0vihEWhCKDSgsJyTrbD3EOhMNNz0I0DJ+tVFcsVDH2B8ipcOqtwScWrsdSMQCFNP238rJscHa22QcGXmRsHlG7/uLp4C/pbpTOh7Gw1+ezZq2h+Lli06zafXu7t6/qLOdKHZGFQrDpn0aP1ZUPW1lBtyOWlMxTMYIDbzz77AzTmLA77BPPdQYMn3wm65kyLmJDZBv2PZ27QNXUtfTmIVVsizUhO7khkg5gGcO0YD49LALM9uG7kijpWwFbjb362odj3US7bm21H2tBm3wXJa2vsi//BB7Sva7YdRWsPU9/bO0rezlrkiGeJGCcN5gJW25GUV7amla7wl1ZsiOB/7+5dBr1L0Nurwh28yt2VpJe0GzTBJycIz+JMP7mleJCnha/RhtL69Sz0ZNqTnNWUiA9H7pq2udjWBa4eaR2hXUpsXN96t8NXO20dWhpnoTyVOBpmeJZheydobl6mk5zjwY+8q8HGZ/KSr8B7rExDJrBf+MZlOb26gK+/5UrHxnOEctpDeJpCNulkGlZpBfgE34HbFPzEQck0ZUy59Yd2zjiTAWbJjBkX6Vjvi9CZg95ZtPK2HzCFsoMBAvSkDbx28SonrAdn1Tz0Sbt+BzExOQBe6/3YxfHuNAVObWsWThZefZF0wAtOHic/t8DOvuktbRguaEuowkfQM4Gj9olw45B5Iu7YkeLk6/hDJZr3ynX0KX0Yb+/F81XYdJm1Bq/RotJ2qK0SwlKnFbVCJvgP/kyGCTmadjJuXyYD/GAqf+LD+/GksQm8WJYIHD0/Pbgsuo+65lUv/5JfIhQtk0jL3ywtT8pE4raR7ip9v1jfhOOCvHMZJmHx7HEqTNFGhWvPhq3EWljaFATmzK3yhP3dXBp7CffyANutfXCXBwRYU0i18GrZo+yAp0nTtkG/C4mDlVI8YRIR2QE7Z5sb+KXXHtCHhbZtixm0BRW28xRohBfeSgazn+NPvEX+0KRQJQF/thoe34ljvDjyqRbFm4kHrYXHPPZgQUy96J+2lQBpjfkg6owfGLlL20go0ALtEWWAuk53uDtCcbLDSc8uZM1sHn2EgrtKIGWAFc4nWVT5w2LWBRQEc/APeYthlQlqMKaiA7wj66is0o0Edvy73JPBojAAv/gXtiqK9dCKq1zpw9cAAEAASURBVIf1aD0E+PIPXwV/mRVr/qPCJcfxj6igCsqNEu7peG91J4JwhaPE8o33og/pIgP6yKfUHe9VFvg3qM73JJBooQ030LDOtZ5O6QxkJ2FCah8qS79WEwhTxL9cfY3ACKmIMPe99avJjMqd90ovnU/STo5JpvM6C5NrNAoUFCi7++fe40mwED7Cwj6aWaf6nZ49pgPxFEFtrN2pRLF69tCOAfMF/DQRP6XQszD8WV4U92yAJq3gYdxlBBZtt47REDmqkcGKF9NKo8avmIwdZD1Haxm8VEMywUxDtcblgGIWW/B5YD482kOQ5xAa/I4RflyQ56mn7j+9BvEq8Lnt1KZmGh6ExELALRYCanLiQk1tSjcxBVA4vLpiod8U5j7kJ8NwuKIgJe69q1WLWQkNSa2BnXMGHAawHMBvl6dm3Dq7QPuY09oUnAjSp/JlYgmfaJ50ygmuTKurNYgABOuxvJ66uri0Sp4KOA5YYCZAN80WWKcsel3BxltNvMKM2tvpubeMpl+ACxYPk57ChRpjD6WwUW9tY0Zy+wMaMCeqAmeAbLRoJw8AGY1H4wr8alzCJknHWQDrdoa8FdyvWdZ9ee1uPUvgRcbLoInFQofAfXrOqaMyHW3qYAwnmC+piZHuM+0b/CJIUB41OTIEhz/SkUK7Az4Pp3jGvtfaCz9jsY7mIn/4wxfDJw8/Hj568BECq9rxaYTz1Sh5XT2/vrKJtnJ1eIO5yDIM6xmzEzMwLaopAqUNxAGWu6OoxSRnIPKEtRPoQS2DJkCsR8BPHCgEdfs/ZyukFTXt39Gx7GMWpBZDYacEOlvqmLvb3ktodR0DHRbwpmHwa4czDU1qJ7+yxCFQfD9H8D28QoCjWi4vPdVXk56qy3Q+LTafg1tuEcyks0x/8m77kYa++OKb4QWDOtdcTDkIlTYJZ5urtOou/arZzdHMxL0AHhf4niEUqql2RuiUNQGwIbTtm+BQLdnxcGurthjd48Ayd3vxMJNntKVX7NKT9Miz8wHpPEIiMYGCP1sILYspbWfMpqcR+K9pe5ylgDxLmejMr130Kq+yM2BGChOoHKQifAj3mWkyjwj9ZWKmcGCNig/5jNQmrorm+MKH/IWnFs+1veaycfrdSN2JMy/DQKN+yoDbtAmYNoKfUavTKJy6G46Dnr5NW1GE6ZQyBMSG3k/B8QE0dMKC1XUWH2u3G/ioP3fgSifqwI2B2RLtzm1qFSBgqxkEuA1sBqHwNxe2Wn4ADfSaY+28ekZ7+WzYeY15FTiMlk0ew8wTrB06h5/AM6+hPaAjXheGnO3z3Ytfyy8eIkkKYXy507lXEDwa4njvdW1I44WNJ873f5KvGrZROmKrXOXX3yqHpEeahgquaMO1KxgeptE0m+JaOEbJjpP5/pMViEsJeGwlIT3j/4tS+H6aowTrk7AEfSanpDvhLEdcshp/swrG+H0nwsTLu485iIskKhvaDpgyRbXr0nal7tfK1RD6CV8JcxUuIJK58kVaIc8VzrA8g5v+Xq1U//qWD/yUkFe0bt9SAiB0d1rrEGy74a3ySSPjogiDjhXa1aLXDBLv8GLrI3gU3pRL+OQQ8j/7J4Ra26lIi9a2aMk6jDxhSPIxJ+koLjfLRl1DM31gEDnEdKS13Ig1ilK4EAoppFL0s3kn8Uq7//a8ehKkE1xZhoZHg/Z08gwsBiq44drErTri7gAGxcUpW9Fy8srw1sQov2uO3FVG7fqqi1jXMJ9B/olWnj4y2+aqcUeOE+/2ge7qZr10XhOzMuojM88oWgOL6RcArZ/DFz9xnoIAuaWXXoOizi8sN/2L0dsX0fmnHYHCY/ya/Ixh4B7BOqxLP/Fu2klQf/CljFn8HFlCGtJPPJqkF1H6XTgkkVhbEK9p2KmCQGtjoPCEzjsFtfyCovYruDABgdZPQAqkAGQSNiYL4DS2mSrwGj5CQXvOQg8agUy7pg4rPYLjzJDw5FcwlW/l47RtDQxkhacsqX2z58pmd6hgdMYobJ6FH2urCDN24BcIGStYiHOq6Ip7n19jG41meXXZqWm0X0xNXCv8yNDBkrZW8/MuztLuXWFTod5mZon4tUV4F0TBtx7au2UVRmIR18WTClKIDEwHm8QK9utHdFZZmGoHjsAVQY6BgjurKMSnUlNxdugIpAhKy8vuIc52euTkYOSTTzjuHI2X+5mvcZLnLMKoWkUFNsujeYm4iR0egvp5CAKxA9hlJmoEIFn2EQ3AjIoJTRiJyAGDHaqaTG1RDWt1KIRrLkTBSGcY9jWH4a5G4YSFmosLLKjDnMNDlbQDF38uxHRXkVnwecwpjHdpkMe8O0BQ+zZH/CnWDyjwmnZmSvj2nK0P91mo5zT6jofJkKfCLoSUy/pYXVumE3ePcjpyBhrZks8K4CJ4aNBV/R6w5DR2dgfiXe3htH5cjDBBqfXuiF6BD6EXMw1tzoVfwdXFSQrvNhg7BNuGtDty5gWzUIv4BLjV2nsyqMcYv3nD/tvMFGib70Ec4mNZ222I54D6nmUg8fSZO8KooZT+Na9hkOnAUwZFuuavSY6ChDRHNWTh7i/Y0vHrr55gC74ZW+4XDBbWwIn1dwSDNL6CoprL74DhKYOIKdISd2rjI+SEcEXZRDsjj0ePHg1///d/P/zqV78a/vJvHg5vGFxtYrq1gf26i1F9fn32ksGKAyYGOAw8hVlTGpHv4C3mEnY6pC19XK+zMwyzR8+fvmJ9AQuXM/3JMd/Q0TPMh97sHkCD0CHcSQbmqg6KmoFsta9qf4V3gJTxWSkQYc4EgANbT8/aAttNNDgHboUJ/a4wM+DJrLvUxza7FG1vMwCmTtT6v3j5KiYbJBTYi0+RPmm7J37unBK8MH89/O3/8vPguvgZZdM0zHZuGRnAxHab9pApdQYSDsYVSpydoInDW+QntB9h57KsISyy6846Fofd2TlJX9LC+87o4iHh00YMU2kbNgMraNi2a9MpzmSdlDKGEhrMDyWwq7Eya2ikbORt6yWIuIDZgQgNBXgY+EabTllpP2esRbg+I2ImY0iVepCneyiMi9Q8qXcBW9blVTon6iO8xvZEVvMuOKPdHezeG1bI6zfYyc8xi+GBNTc0o9u4CY9YGk755kJrF8K6huYYoUrBygGr9OKMQAQbwDBv0xY14tMr5cJPp4YtNE+g4tUEGLmGk9G7ccvPNGqtQ32MUobHfE1lTETiUSoWiMDCrE7ukRSMwRuf4cZpk8a0jv68GwdqYFW5e2H/fALpV/9UMDiDpBAXGn8/EB/LjKg+yLHSP+tPkdJfvxNHvmIc6d4+u/BoJoX/9k4c2bs4Mc2u2POtnotWynys4sqCrRdxJqyuV4mG0rS6P2HKJEYeWkKb7cm2JA8PTEE6tEqc7JMNnckzpmk3BMjWvujarEzaEbRvxkLf8g2/os/SBE/atm+rUslnqWBLNC4m78JcvGqGvJKa+EmCfG5Obpe/yFJmbyL6QDPQb0yqSFh86Q958WyLxof09dN1GpXm9er1Z5FGYcQlf4limsJi2ISpYEKqf1L1J3jzIT49ZN6tNwudOhYWZ8wA0GTjeL7gFNgL2vEhz7vIMfIUrR482DCKPRbGK7wvZStJ+YeHRDIDTr9m32bfmVkrCMdnBXohrjql70z9ys/MV14k/K3/sw6BT8hHypJWDMGVTrN7i/XHZakJ3lyl19/Dr9sX66C7+Lc4UsG7zrqgRqkTOCjPhqi8cu/PLX8CJJwzivLO2T4akPgELheFS8WZExmnvnMfQU6GPo+hrPCT79YrSEtDtPpERt1NU9V/mGnSKQQawgxFUzIGgyXo563C861YLiNiBFTkVMqPDbjxaF0XFlSCoMM9ZnHhKYI6/TOCK4cWMC1/wmj4hCmbBQSawyPsrSEOF0cqpC1g9uIuLi4GMQ9RGfzYkIWzF493hShLMyoTYSsAH9j2aX8PzdEb7TjRhBNVDb4mDGcnMAPxSw+nvavbJLpoTWHaPV4lIvFjPdi4PZ7caaFoyUCYNt4KN+4OcpPOcWl5bniFDnrrFiNVFgi6ePGaTnpv93I4PXTbPUgQolW46hqoLJYhLUfNMksbNpirzpD8nJayw/dgGEe7MiM1rApmMSXgPUcbc4+2Gyw4C+CuGG79pO3rIemofdBf7drBgSd/IRQjuHZ6UiCw03WBnuYYagU1+5AKnUERBpFnRxlmA5xqtu9gMnRO3R5yCmemJRnkxK6W+rG8ZYLgaPwaUxNwDx61l7+GWbs3P+OEaGNs2LWLgDMuNCDehc18HfG62l0xqLSjNvhiCtZ0KJZ3QGo4coBYu6PMwFymqVePl5onwAX19wTzplV20Xl78GZ4/prdUoBBbbmMzJNXFUysD2nDjsUOiAzDoMKMHSnxzXZ6jumATOwYzcW//etfYtf+zfBXf/Pz4dfYtX/08cPUtwdCLTBj4aJf8RxAzUzYSUqeWwwNXIgXVrNLH99883j4q7/+G2CYjTmNOx2cUkfuy+6A7P7HH0Vzsn3ng2GP7QpPv2HwyIAhsIIv8aIwHZjJz3Lc//Du8Hd//68i9LnVJCUjr3Paxw5+CIPQhINXhV5xnQEYMEb4JyWbBMghZZ08gXpVIORDbFZ5drBOxGhznJ51wJWTQGHmaocdyLh4TLR60JeDIQfC0YiRqrQg3QUn5pn8+YGpusvUT//iw8ycHOyzWJnpXLcB9UAlgXLWSHp1Zs7DppawTV28ZjvF+RUGvVfDc7Tyb15BO/AkuRtsugSEll9XfIBEvtgWq27kPcVh8E/d2Q5k9LAY6LMuU3NhV3Vmtk/LrulWTEyco24uPJqkxKQkUW3L3KA5eRKPCg/KlbrAxXPxetuWArujDy78L6VH5vUv4UOXHArDEAZ/Lt7FnOlLZ+lAieuCV15DE5rVLMJPZuQleB7fvTc8+2wl7fQWwvoWJ/fe5uCnJRavY6CTwf6VvNmECZ9tM6kLbeQPUTKc075dM7DDTMqrHegSgT6VnTaaXCkfZXSwzqtYrj5LbPhnuoaLeOLbe87w3cvQ9WLMqjG8Qqij1BI46Vqt4AWyTdnFTmksC4aq5wT/Z39EbXcTj4G9w2YeutwmA5V3K3N7mbhZhh588nkiyChu4c3BRoU07wj5HYiJvAyRb92Pe4Rtc7OvNt/UCzihDZp2aIYv3vNOaSCpah36pTnQd/GgkGZfme98i8TRmguvxC/Yamax4A2NB1bbARftWD2Z7Une465h042HscoyiWT7ROPkX5h5AMnG18TP9m98a7/aJZ/Ddy0jNJIKacTLe3aNqUZoSQkC/2np8Zl/I/Crp/+5eG/tPh4BQb8qh36JlSzJM2UsGHMWTfANfRtImjR0QCIhnLs9+cky5tbuPhtMp1fKwoOhE51ICSoSZbDvucQxZRPPVXwtAjZ1eIli9YyZ7Z1Dd6N5Dm9FgOfSMkJFrFsXr7If/DIKMWfp7ftU9LnOK4dPkqeCu+aoDhyVp2oha8kCyj4CGFoSPuEVKJ8lJlz6K0GkCFW+qmNlLZllgvPT8ZBI7acVKXVlDfT2bJ2ZV+ef3r0m00j4FiffR8/jxKWxKLLglZlh7glNAtGfHdHZETqX71RlprIAX2Sbmf+9sVqoTiSEKGFDrYx/YMg4am9d6XrREOUBEzrjyip1Ckm9UDax7ztIBe9chiU9cWMcnxXezkU0CZ0iBM7Rp7E2GQEURk9ZTujQrChC8Q7DP1aLBnFAJJo+aG85EnKIpxNHuZOuzylrfCwz30bclM4Lzf/jb15glmA6aJNJe2EegRWEz82+zPspg4p9ZgfWNxDs0F4t0ug1CVFo0eZWDakwVb4IfkwPxS6ZNEpwlMnYGSsEsFiPsrqd5Po600wQ9BQmM9OX28M3X2AHTiclU4oABOz+9VG6tSj2FVzUWNvhz4AzO2sF6GxbRRzhssN2a0bxtL3tgkd2+qDDVFARTglLwd5p7gNwuKD9GoKNtu3OCkQwZ3HtBpqzAxYpKtgqsGmKo+mFpkni3rIrbGUAQ+NLo2GwZftyAair/OdJc0YbYuqWKkeDzDsCY4RsGvkcDdh8ZxyBO7UGLmUCZI/gcMEWmKTFAG2G/bBsrAru4odhCoxLhlq0KjMOWXqn3cv4FcIchTuVNSOtIXDa2Uh77tpzyfNZJAs04tj1LQ/a620g7HCMMWYqJ8xGKPicIexMI/wcM5iZww7+DLzZTrRnTpmBg38cd2hM/JuPwogMyy0cnSk6OWPakdkBKnzYg+ktYZp0B1txG/kBNvNLDKBsl70lhaZsPyaN623Ztq5GNtpz8KlZlIdouOvNOXWsIAhgaEHYShWb+QXglFanpl9Eu6/QHaE4Gdkai672mDGRTn/06AF0s0UdYI4EXJqOLGAq9f/8+rcZFMpfHFx2mhdAy2+9ZEpLYPkejQpwePyzpYItV13AmN3HX/tqZzWOjqRb6om6y6JP2kAOLaGccpoSSOlkbdPRYEgL5kVjKmYSwSq2odSx9hnnR7vDFaNAZz6MZ50sr5An91Mkz8MF2vJ9zNZOblJGF+JOszvQd9nb/qtvWNhOoWRN4S9AUQsei9tlUJoy+qMDmnRAiiHAJF6tNEEEMREWfMeJ+2U6NnF6xeyUbVzkFf0YEcfN8vktZTZuu/QND/O9OdmaAyJpx/xy8S3DDtqh/NquQbK4BDfZKg9/NWZprPB65wrlPUmHenQ2y0E3jTEmUMnfNKGjC2ZFNIRZpN1qtri8uMpi7q3Yzrtz0zwmbp66qJZNbZOziu4T76DfGQ01nF9/+3j477/9h5hoecz6POZm2ogegxf5j3yua4OtAz7lSn03NAlT78cKfx0j/S5O6lk6onjlDCwtmSaP/Ivw+tEvV+Ez6RuwI8Bg/4Ou189k9P+ZlI076QIrwPvXXXDYkZCC9i8dd9Q130s2oJTgxnSkM6OVKVOlZ//ptx5eyko4fusZcko84iNtGssZ1PSDxiNt60FJQw178vGOn/6Td17LpaoIA2+QZ1f/yDP9ySW83X7Jqrl2hpY8oqVNaj2B8d1qlw+q2NJ0L2tkoFf5ZRQCEojlh6+QUgmE4oy2Iw+S74qfeq+wtlEBqHZaAwHD1AydgwPLSX5c5Jh0hKh2vTIu5TbN5pIOSYvreDc6zWc8xBHcLL/J2ifCdmcfodPHsJF59NC1fMRTTDu45zn+lbL12R3oDmxZTwfCCQ7/NE0exAfy0Bl92tlRUdwueWuR4FqZCOvISQrxa8gRCvAqW5do5+dcMdeDv7jjTEynSFh+kZll0tfPEsiX7YOL/4rtDp/3ek7d0M+EYQs85Uk9+azrUdpLitv8Es7wo7T44L/f273C+I6HXUC++dF/X/wETYKj3HmOhr19SwCxF8T5RqU6XdQX3TmWleF2TaNJ2sh0iWNF5J0wQKAAY0XbuDO9K5K4XEAwPUODwHUE+lyMj6olYdMZL/Lwa7lMhVeW1bnb2OhRRxeNLc/cadOB/5JGro19BCqFIaBD7IVoSIgGew2BaKrgEcJO/7rLgVNklm/UifIsXHE8CJ9FHfm1T2Z6RSM/ZhAQDSp5u1vHMp25e48+e8pCUgRHqf6Pn39Nh2IXRUUg2Jq8wquLs9YYUUpMpu/oXS2stKOAOgfhuuLa/ClW6uQCW30PXrlmCl/TCoV4F8h1kGOnK7xcdvQ2ZonA9G3MV8Dpny5P+JkBwcOI7Ay141WjbVp2lmriPWRHe2k7TheLaFLzChMdBb8rNIvuOOJpaXOXwE9mah9ib42A4fsRWlunucVnNOzg3622AokFBAKFqdh5UXcKJGrSrq4RfKknF+AmFMcDR2Bnh50FhSsWlC6ygNcTQG9sIDIjYC6vr2aLxSUGEjNowGVTVzDRE/eapTPX1k7qqGnzYmIyGp+ShygRPylHmQvISGTys8DmTIBdh3TmPd0IgscZNDY9ywp4zAOsG010FA1PGCCBdsJjokXF1MxO0E7cydrAL9VBmyCfN2922Ubyb8EdsxgIIC7ONbRM3FkQ25idhav13Vf9LgsyYwPMACcoBX7LUGWp8hA9dGD9WpcuMvXwq7UtDnRSq0qAaKT5nkEledumN6jbI2jWQalMEGokXVKmjLavBWj/9PiS/en/L7ahfJhtHR/cv8eAAw0+sP3d330EvIvDv/v3/1voTA27aeiEkZ+6k3/qwKQZqH7x5RfQGXsDI9w5i7DPokjDq3U5gD4Uzmg23J3lwSSDRb4pM4h0zYH17TyaV9U5uYqTIMjSVn06W8bUDINJZptWsKu0dLSxafdlhpaNa007y+d2sJ4G7GzaLIP2pSVNQhY4MOwG9LcWfztBO11IIkKsA8O0M3Al/tQUxnG3rqN9FCb5sDjxsd197peL4uQjaWOkbwn81dlBluBEHqRV6VYYsEkIYkK7yYbAGSTwMk7BjIqupVtpkfEzPIM2KzR+k/YBZg5aJofUCz9JveO0+gpoH3/3Vjqxs+Y6grfsQWvZXpRyTKGtvz73gu7A//zsMoMwasQBGbQojQurm0x6t8wXDIzdhUYeu4tpje1iGdOom2jqFxiw2gYzmwN/kSepaKjZPQ+H0hQOYR6+YecY3AWHVg0Z/DMOCAKD/MmQ1mHhzS8gSmR5I52kRSBpIH1iaMyP/0wGE59iZtPeexTTLLounyy+Jwyp/sl0f6g8KUdL23oztffD6jvyo39N3244i0C5R9+StVTQ/Yv+eOOPeiTxLvCZD2wkaVR6TUgnkHSqgtB0ZAum72WT6cK972pQjatfBPyWfvIJXGTAizDGj/RSR0GSfBOatA+06pUlaMvOLksCfjMPB+TCM3ICHldxVXZJOyoFFdzt/zSz1L49QrvtI+2sqMM640vqLs95J8HAxM3M9WuX8JXwnlSknPre6KteR0AVaASxfxk5Bwa8WMzQpkmIEJzhkmfeqj5qUIX/e8kaRPBAS4tTAYwvrt515kg4rskvtgGVXsUTKoQcfhzGZ2nAX2Izq3x+SJ+PQk94NI/JgtaczrqESSinsaKoUpHl9pFL9P1q51UuZv0WNFI70LA+S/omXRezlsAufPzpR9qhk+Ra+IfB8FauozvvwSffAC/4M4gfqsgVgV9IaBSfkC2AAfvzKOg7D+JTWrLuuwNiiRmPRhi90kaIhxE5ErpG01k2fBbSRkOhvXpK+oHJ/FkZ9AMmm1Fey8/Op2JYsUas2KkQH4lfJDVKtYiFeNVsu7+dTCIYibTMSK+6jzo2W3kjyARIgyM38rEKosnELw2eCrXCZLvmJUGapn6VuDlVBXrvLnji1UrR28GMBOX2TbzRIdFpYc9+ToeB9VwEtkvsNLW53WdxID1HzGLcKWRxYZX4c8PTJ2/REB2msrS/m1vcTXbayml2IrFab2e8X5Kx8IN9YKaCFdJhDo5ADzn5tJuMKFzrLFfqOA8yJEoMnuxmrRQ7RcvrLEWEfLip2v3YiyOwu3BKgXOf7Q/X2b7RaajsTCOrhLDUZtoBOuLV/OUFixGlk2XMjtRyerqcsOzvY29N2aUj0/foYwcqNjjx6GFL0VjQCUek4AdUZju6twhnFxzYc3TkaaoI54AuQ3XXFdNeQFgXN2cwS9cyuGvFGcx0C/pYZ6upuUVPa6Nx07DdlUfb/1MGba432MHe/g3mK9rMSrviVmFXynB1P6AxYlJId8aJugF30oBC/hXacwdgCnKXCBBzCL2W51IhAZjnN7RPpxAI8WpitNkrzeF0BE5nGUKZ9mBxvJFhaEzaJb8pNAeMWYYn2L9Lpw441je2KD8nz63eGB796Mdo2Q9z2M0NdohRG6+Jj4tUrV9d4CU9X8W/BGvL9E9PcaB2/utvHg/rmB0oRD9+/G3WJ+zvMmtEeRQMphGcllbYbWcVu3kEZVMfa8hJinQvMXGyGz1hn/u3bw6H06OvMVGphaK32PJzgZ1rnmC+40yGZwe4CxKQJa1GrCRK5YMIBwgyFs0f9tilaP9wHzpgnQca/xfMNkiLC5jpKDAr2KmJt82sOo0KrNKw6yqkFbX8noSoSFmtnvqjAME/mE1ZmhBqHLdenSeda+JS8NB5zK+sBToeBe8rhD4ogzMAoB3gVBusffsZ5kYLdCbTDlLBETmBJ2jJTOIjD6PM8i/5h75UhfUtJEJI9pnNsbsWyvBa4U08lP8M2DH2pr7RsDOgiNbOlMBbLTZG4LC8hk8KpiKH4m6HUFkH9yO+TQDrouhC2pQ3aPZUvNKaukj+wt7g5K423dQr/SoPAcyi6IMvwpeDZfBzNspZT4WbErzIq9GO2jYHS7EObgoId05yvZFhxaEpz0+z0QDmj9b7Gu1uiam0bQab9x7cZ/C5RjjbCiGhL3mbAv4FtOnifHHmOprdtzvDc9ZU7KGEUMjqdtPRlMJD5IelrQN+0tBZVIV1cVaOGgvOxUfIVQCDe/u24ICfSVyMopZvT4j7+Iue1kR3/Uk8pvvOd3/EerIcxS46i3c+VM34HijyQb8WNfisVEbJEaa+62846yc1ysvIT/ptLn7GIY8Iuu2bPolvgOYsizNzwhOcmzaB9JfqRuHbQ91MlzDQtGEnXQuWeIXxajN6VFh8yc52VYGq38r5KwrYwGEf6TbLVqJ5uJNWQdTymshSuorATxz7hQhZEdZp6bStaosFoaXMoJp71UvR0ST8Plcf/e63YIg8YJV8F/qSsxKKH99rNrJS4624hREjpptw+9bhBz5xorf02QXowFYAJoLfEqXFN0JkHuKOaHFUx0ZRVgDfPhJ2so7kfX6wjKY7CsSDnyo9HvhP2ay3Ys71DX8YchRH5wjwh8TbgddnUEUbdWZ/nb7PmWBPddYWPlYOmfFX8+4soPwQzoaZnvGqTpSlXOdQA0AAFAQBHZUxpRV2rRvUntr+Om4J7UDP9p+YDR9pn0nIxP7lLvgh/dAi9eQdSwAFPQBuhGVHrd8YweYkEOOM/BYtDOF0JpTwFKRXkEAG2dwrqkUlnmESTl9DGzep8Nq66kSoyqtQBkigibtxdPp3kqlwxKy/CCXmWXGrDBVmlF7Ly3cg4QacCq3ELa0TjB5vg3lJYKPyxicl4AsuBTOEDdV8EELYylFGL14VnITlGqagkBg7NoUQBINLNK9IVaThrip8n67V6nZiJwjANdq95Bj4Z9Fqu4+ywqkaxAu1Uew5T/KUwAWTaEMRRLVpdwCgwJypKsuYhm24cr1cFkWiTfklaOCKwG6KCLbuqWzHpV+05JhL7F3vgSuFy6p/NWSLqz4rtjCTjXZVp52p6TpNtcLiSM1m3uzsMiKuBbVXlF2NhEzIjjNCLfFsD2kLVFzZ7slYFU5cIMoiVzvzBLI8mPK4dSaHEpzSmI/R6s4eIDSD08VFBPF9Dunh5FfWPA43Xh/Fzv4G2uFN9oRfZecLR+PrNPB1Ruof3vsQgXCf+iqNmwKqgoP0MQth/4h9xDc21xl0oBXkW46Ep8BHLMBc4DAmRMNqtMx4OLOzvn0LAREawFZPLm2926gdKytQis9FNIPaWTu9V+YDlMn6sGKak3a0z/vma2mAAQBh/8//9J+HW+xn/vvffQ5eT4fP//gVJ53eYa/zj8EBAyLqJ3unUxcOOHS23bRfypMZpJ4Nd5nXH//4h+wrP0fPcD2NiQ0C0FO22XSlvs4wr1/voNVYpw5r2y7rPqfXwQidQbMFWis+q2XWvMmOWxBsXz6/BX9vHj+ORtywKapMPu2W6ASWXutOu4JH0R1C20vDxw/vY+7DlpDQAygkju2XGRvguD5C2ELY9UTaHejMfeMdsEgLr968zazAPPgQjip/dRwkP4Ft8jVr/hTw3L//gLb2nK1M91j7Mj9fO+9sYFeZk28Z1Jy6wBx6LE09PAkTjkPajNsdXpOXQ3ZpyDRLyVCt0PBqm6q+y0/8Fd9S8KPexQnxHJAL1Rx8gkaPPzd4i7tOnQODzpAORhjr524deM2673O+Fp/tdZRIwBC8E9e6qN/USt59En4Hm3Zf1iP/vBvSm3yynvsWlUmDH/v9fEqEBH83h9Q3dSHP4XmaQW3KbtwKnvChWb/bcPCxvqqXETJ5HHhkgO4CencPciZGE0zNo6ZRCtATky7YF98SlvyFu8koZHmWwLffPmaw+11m/aRtd9ExvLN/auFtYzkrgoGwGtXSrFMfpM0wwATFEuCxkxDPHm6n0sQBemlIwa39JjQV4Uokicy4vLRnb93fZ79933Xffp8M0f3eTaX7GnLiSzrHyW/9O37+163qkU/isdfR6PsoetGur4kXstQvSUHn8jHTL2c6pgcFwfuKDg2cP+O0K34JK40bDmFp9LGl3cJmME0bMB+6V2jQso7L65M1r3fafQRyIpOr7VM6zGJv+nFNT6otTgBdoCdJRbaqQvsn+mPScsCXbR6lM9Jy0FnbKguGOfjX3Oihe3jXE1gM2+hDn+SFv4ME//Qr7gXMZNXDWq7un0CmJq66MyKuh1deC11OVowBxLf50D4y2E+6zT/J8a0lG+wQXp5kntaRzl9lgu6K9+mfQAmQNKiILjdG3qnoJESCopE/Eo3Ls57tTfjcJtMyXsCHjzENVVaZgferNPNgJw90VKljv+lZE5reqkR0Zt4ZStujSiH7CfnlyAFHaBSPUd9E3oVOPvqd9uylsk6cRpbiLveeqGkxafCxE1e6fh8/lP/kJyICKWFD2BAVmZma9xLkfTdAxe0VHuAL2nwYFYaACcO3EhBHefqlFdoKHUFX4QWKirCyLI5jWUP0tCZTGQETT2svIYnIM7D6l05JuEMA+ARxhvT53RRMJvCLAxsWBOuIuvtn8JI3fkzH+MDvn5rHbKXYvvdiKXgSlI5nKidpSgDadGu2ElsqtIJpx7B2F0DGZjadIZHsRXpCLV0ChAiM68Aqu8pwd1u7Cw780R2wuFXthMSSQ45gGG9e7PCuFpjOQ0mXdM3BH+EzrOVI+vx2zcAMG387GLDsOsNpX28np+DjdpHiQH936XCXBjVPmkqYhvVrx7aOoJ/aMT4af8usXb923FscaexJlc8YgKzQmDS/OGLXEAXldYQg8WpHF+0WPeDIbnzEEJ1yhDGSts56UTRKeNSTClkeMCeD44b5MbjCrn9+mRNGr7B5Y1/2/YPz4fkrBC9H59a7GnPqysvtovoJbdon2lC0m2TjvuHk8BWa47fDhx9+mMavQBobfGAWt25xqa2dTNt1BddZVMPprhduAVh1EBtoyjKFAOYCPLcfzel9lKdqxFIlOQsR2pRZRJMLItNW+e4g6IwByt7eYbQI3337FC3hczobIEWLeAxOXSipwFCO1KmftC3bC8+6flcwscPp7/VNDTEzH9Kf9Quu9qmnA2YNFNStApmfdZR2wfdRKRBqrpnOvNTW/oT9tjGNOsU+UbeCqYOtPQXk15osMEM1oS9pzA/SlZ2hNfDwRx8N//aX/5qBxZfYNS4NX3311XATbaoa+xeUXTMtZ0Y8gEshSftldyayQ5rmvIBnzKCohdlFmHec7KyFdu/uWFLtAUB8AmVhieD968dPWdC4R7k5tRVba/HulrJL0LhTrgvQzgprI2x7th0v4T6mbhRF0tOQTtJvNOtb+It1QNj3Xf9mZySPVmu8TofTzYam3daVMjnATccg/eFKMPRZPmSHIT4JYz5cBQN0aBD5pPBJC9C3a0RG/PkdmGzvBDM8d01ixFE6cfEqzwxzNJKtrtIxr0rG76UxTRxjm56egSFQxTMw8xEq57uxEYLtfINz7uQXYIK3SpdAEapdf3GJYH0kP2HwL0+SZ9rGZjGDs40nV9tSg9GOx/a04jkFfPZ5l1kmTw7e9GA1NW58sJ1pvufA2q11fVaRIb0dO9snHkmr2g48BdCnWSNzhvLFNL1qgI4/ZWhkIOgTTviaExhdIbAVufCUUpCAPCGEWiEJ0wK39/+Zm+WQ7iZdlQ2/lne9V3kmQyZupw/TaR/TAnju797TDuJXNBr6oFw9rCBY5cmLZ6uwL5Lu8CQ/w1mv9Bfy14AukXUE9oIAe0eTX6kWqRBakRelaNBY4VHSdGAQPEOPFTLB8mMbGtMpz7TBLrCbLqSXOkn9owCxT7AN2UYDF3frLAJeS9b3/j3PgTcJUZIK7z0ty/imxI/cy/CgauSXJC1covPDs+G76/VgyTNLTHri0ChxJgwizUuQTXvkn8jkHxzBgQygH1f8iFN34VP+qKipklYvDt4MI0x+9m7JGCORTEWYKWZTaUUR2tJJGj4bC2SbPYTiuoQLZkcE/Rrl4BEzsbOzO+wUhuII4nDHGc1I3cFtnn7A2WG3dY7wTlvXZNm+P2kBg9iQ5wiPuAlfJseYa0mYOOvLPkpiEmqVMDJY+11xF2BSMp6tqdCUJbWcpMFoS1xEO8wt/vx2HBAsbjSMCMFL4abNJwlMJ3ClbTWJCZdwhiyXcBTIdCSacj7jl0sgGoPnY1KzMISPI7sAzKsFLDIkf99M7r3sK9L3f81DJww2nuCNjqgWY+hf6VXHU5Xw/VTe9UkawUoSBk7gSlllupZPnJEvAR09xg6S73NsuXj7znYq+/BkHzxikrG+QkdyDOGIV4RMhBk7ETVn2lBn6yIWtWn3Hhs4tESpG7JWKBQV1o3aQcukNtn66Rpop3rfwnjO6FTesluCYY0vE5HiMy0MrJIZPjxVHREquJJBT8Hs3CdVos1+7iwoW6YzU5iTKB2hWt9qWntdm491ZgfpqbLai9o4bMNqGsxbsxduEa4s3x5Hpjv6tTFolyo0ntopIDv7r0kLe+lopxC6Fdoh8nPMEyIkgucLGaAck3hh75RTss2WjojYbjuH2N4uTtzEHtaFnmo+r5hCv8Cme5bLqfkLNOhq1M9OtX/VWvSaqXEHWTAwtMMCLo7dUx8JHI3zs+EBu5+8Ze/vnZ03ObXUE10V3tY5BMpt6ZbYgUh7+2VmOqy3UwS9I7Y3rI6+pt1LENX0hg5GjV22DwP/ERJKCMk0MZr1NALKGBto24tCjJpjzDu8g4YI1tIfVAhe+Z7BmiYAdCvV05FO1QcPcS521VmXLoB2zYRC6QrrKkx0Bfiz1zALW3/26acMxjC/IIlXrzE/AW5ne6wnhZjMRpCn2nbLfIl5xvHZIXb0t4a/+PFPzAW8n6fuNTty0ezO2zfQcS1cTiTKZrW+22ZNzfbMlqTkpZbVBbUfc07BHJKRyxvv3r6JqdZrtm29DSN2dyNNoDYw8WHxJ0zR0zc9uMc923ehvQOELMvnINT27HodbnHe0u5pY5rz/OY3n6GhYS0K26y6A8EMe7IvLdnq5yjLWwZj58MqZdbiSdyZn1o1Z8fOMN/a4URj/exOw3vgTbYzXbJs+YofXfgLX2yn7vokQjYw43rEbjVq/jyD4hoTEHeZ0jTMdmdU26/1ecyi9jLpkPfZ0k23cGjLp7TkIfz4ySOIZycjRPJc/XvbxivP4amGBfflzJB4MjLciJeTTnCHn+Xg5520WuDcTNM/YevpOzBTaI8pQdICTvhlBlzQdHfmkc7Oh9BG8d5ovklDZUJ4FvSsMDbNInMYJ5FoG5aRNCOM0y4E0477BrTt7JFra1Ywpbl5czvmhWLEtirtyEtVWsjjNKN7C329fPGUeC/CQ1zMKp+FqoY1+JzmgGW2qNDPabPUj0L/MbxAWnHdj4qG4FtALA8oTS1Y/uBHGO2vgqr2Uy+hq/DBcR2IEXmtrt3qmQT8GzloQFe+5d9DpN9J+EpXuhAA/yLUBZhKyUf9k1ZeEHL0SZT6Uv1YIIvAbZ3rsi6OZ9OvftW0bIvGxy/PkpHhe5q+V3jTST75Bg1n0ClNwkSaa8UkpNRPKtSR2vzYcINj8xH/8j4aFv6E9BHaJVn+e1pF6z1dq6pmT9JiaGvSoJd9OgIbz+bJY/rCzOzwreDhW69f77mqH02s7kd8vynUhwap62h0ubv9bCkIxX2l0cYavOvH1WiDF4PECxAcW46cJnY6MJG8+pvRpxCYUxcU3WD1jd8WPwpRCtRnXZSvRZsl0Vk3QSYxk048hV1f8zMQF/cWI+H8kKj9lxdSMHbCR1Nfb+NfeF3RDFQDHYAxEoWX0GZPkI2SJkns07+6Jkvh3S2JNZmRlyqXeFch46Avsgk8Q3t3N6YQ6JjjVaGgj2qTojiDLGBOO7FQ1o9/8kwgLGsA5TWgInxoliTFn/VLhJRD+KuAec2jT3qPBPZ4kKwZJDhfg1zuaRh0zBllCDR+Fc6Q5fLe4hSix9/GTy0w4XSCN37iLS8Ul0f6Zd7tWHzwUxUmL//sT8FdxF+IGD/3iJMQTT4no/bT/es+mbs+EWytGijfsluRI2Lku43IitFO2YpfwCRimedffPoTbCU5/RMbbU0KXrO1HUYcmQZeYGGqAp8C0DHbP85znH1OVEPYigBPJ3GJwFkCsx0PecMQ1HwKj3hXSLuaYhBAp0R3BCQ48R0CKrbj1LWyW2G2gvhrp6K2ODbraJIVihSkz9iB4ZgOzGRkRhs3ViOciVcJ3ePWFdgV4O183KVkHnjUTK9SRr+7EPX+faaY6RQP0cxqr+6Mgx2mWge162vsGLIOjtyaTb8I7AqQpOXuH8ramou4J/SUW3gikAmPtJL9d3lQ06fNOrHZcUK8+Ex4FJ6aJhzFphjBG7TZjFwAl4ZNPBc0Z+EndWfe7puvllZzphNmBRY5OtmW9gpbbFatDv/0x8fDgwcP2KrxZPicA4DW19g/HsHJGYOt7e3h1h0WvNH476OdXl+/MXxw507KocDn9Oguu69oL//y5Wu09pjrsFvMlYJ36qIEi6wfqcaAL/UrEwHPzi5kgCFNOMCgLmJSAX6kVYWo6hSKLtNRkI5MctJJu9JqKpcPCkubLAb90aNHlHMHbwQP8nMw7ZoFNexq8C33w4cPYz5w+oaDlI6xbedbtTVpT/wKx8Bsyubwv/7tv2LweidMa41B65sdDphiEPj4yYsMEmJjT3iyS57mW7BJ36bT+VEtHpRLuX2oAvISC1idqbiCTr0uKM8VB2Wtc8jY5ia0imb/NodwKay/ZO91GbX27Aryj7HTl6ZqG0RMrKhfD3RS2LazdoBAsejI8WPP8Y31m9CoOy8Nwx0WNK5hRqUA5qDN/aAXaQ8eVOX2qqe0mRccCnTCTJgzEt2JI4nWeqJUVWhf4srXx+InwAD9TWveAUkss0ZihkJfXVBmiNop3hXOkrC9eE6Dg3r3439L+7KuVtdWkmo6U/iRHIAmx376q5iCrYYvhFcBhjRkiPxR35Q4cS2sIPvdK9u/GZ5a9qyDErLwGLmqu7yC29SlCUy4ydAT3nmUBixHD2NU6am/N6wFfz2ukKdSAivtBGE8cMsf+OQQVgGKAiSl69gPqAyB7yngQaipFzycHZEXyqucQbGOTV9eaxh5XQYTvDtQuumCdupF4eDFyxfgHWGerOZp99L8NiZrnj0gnoRd4dx1Ee6s42xjTsaFNjVhO2EAUAL9IYMGzJzgQ3Hk60DPfJMKaaWftHDURA1cKqi/hnm/rcc/MPiEg/cVzsSvtV4u9ek7HqHBBnfRY/kZ3lz006k06vGNmK/9TjuKcIhn/BNPuMtJLZU/1Jc4lbdwKHJxA3cV1wTynjQqn7FfIOrJju7hg2acLIuG6xmv9FtAQKCUiTBZR0NfYN8iDFVvPTnF/bEzSZpe0UXqCA8Qr6BeArv9D+krwBPQ6rJVhZaKQfOSf775veisw5ecUsc8SX+mK7/mmvZOQLwaXfNGWH27qyxEWvka1Ev/Hq6eC/cjc74kgB/hrB8xXVpvsGRlTAAIWxq9VxsCBoKkTwJ/RYdVj0mtRRfuLnQbJnlZuaRtkUPTo5TNY5yroRLBe3Pll9gNl5awZAJ9TbpRTEx8TjBtvGA7yTPauX2cfasL1GMK585yMEqFc+U3zSo9WyLbRV4Y3sRIG95hqiburI+9N9AHIvmBPHiK9i4+4k+hU1+pU/Fq7CA5caq9gWPqy+ea7TBUuSbR9de6R3sKsGm4AhJATYRnBQGDCdM4nYqodyMuK6CeIULKpMxhlESzwr2A3PeeUOLgU8XIh/ZToSZ9fugZEP9/uzGSxpFNp/zHyQV+/EOABMgf93R0hg9X8aHiRNCDAa+tY0NJB7HIISo3NpzSXkUovRju3tukM38b4eveh9t8uw1aFoenCEQn7BW9eXODCkeYZVpHu0ldFmWSzxnf1Xy6w03HoQSeKRvMIa7YyzIHDMDyAnAQI275o2W4Kwy0jDN2EYaEaWe1yNT7MfmqQfLdTsvjxe2czMNtHO3MqNl0rBK2OFhGo7x/eIDGcQ9BYRXhFZjJ185Pu3XNXrRhf4Nwk51igDMNAvry3TR3mV5WY2WLtbmZrsKpndwFgopHPKvhskOWIdoHG7ZOeETzSnFqhx9qh1EykaE/BhZJjw4WwecYoW4esxi1srJTNTLZ2gtYrzPgQTOCwO++6qeUIXs+05lOM3Mw7WpATBEO0Woenu8NW/cYiG3eGfY4DGlpnS0rsVd3Kn4HY/nrN3tMme8j2P9x+NHDh3Tq2sS668Vc9pn2eXvrFjbzD6hnTuB88Wp4yqLOpf+OmQtC3nKEdwoE7NKiLjZ2xJf5ZzEkgucpnfo871l7YXXiNG+wrssVrVYZC6+hYT6HaZO0ArHt1Z1ltP9+8ODDHFADclLHbp+1vbVNfcBIQLLh37JIT5t/F5pqAhUYeRZUGXFYGRnJkHZ23ww7e5iiINh8+ulPCQBtsc7iwf0P2L4LcwRwoyBYHSSAyb2BrrYu9d3yS7sM2BBghesGAwHNt9wJSMF9nvrRrGFP8zPq7YK6PkPD7Rai2zdvYBZBm3Agh6C7waDhNmsY9l5jPuQicJKXnm3D8j/LF/qjkWiT7SzLLDv9fPThR8P92zc4lfP5sM1g4IN7H5DX+fAFOyK9fvN6uP3hQ2YTbrDQ0QHw9LD05TD84cvHqa8IX9Ylf+YVZ7HeedBDHAIHdy/rRV9AAk7wCjOficDpmQa2eZa/OCvHAF9NkAL+9QaHR9EWMxCi3NGmO+067em808PdD7YiaEp3zuTVgKXak/UlbxBC6zqoNxMe7Hh8TABhk4fgH15JBKvG2bDSGhmOwCDSchgt5TJ8e25PCZdvJC7M8/CC2JFS3kaxhKkaMY58KHB1PPJ10hlL+BNbnAkbeCyBhHLIOwBCXmI68hJ5jINglQ5dcO5a9aIJ2z51EMqu3OSPdvSuIVh+zcL5r+ELDL4voeUNeImzbLc4dGxJrR1KBxOIkkHgggW6dfDvQFn+6t75KnPkGy6CffLtEw5lewJPqfM4GFpYkPCE3tdCoNAIgDU6MeWUHS+dTak9Bv89nn5dKEpf73u/QIp1FuRYX76TUKUjDVrJE/GVC0RknOEUduvNtlUnlytklifBRw40Vb0QK+2vUYvPhjYdL6o84ISvCJN/ybP4Ucrpj7UOLrxnoDrK6d2H8L6SniodARVz+YfqmmwuL/ghZzbKzRnAUbZWNalj+6bsNiM8wGoYhW2qmws/CiScgTUJ/elcLIl1m7CUL1s70hZi7El6Rq0gDX5e+pP10ONbsHoWj4Xbilm/08BkH+EMQ9BI6KrHhmvTJT/7lklnmsFz6kJBs+VPIglpXjwLk25MJzw3QpAs7Lvf+a7QKgQFTMVPHpV+GnBiGNG6lkbNnMsE8wh+bOj5zi3l8510iVZ1QnnhOVdMDeT0bA4cVEFo/2x/aBs/VxuP0K68In+6UpB3phXZxjbkvSxRTLnyVinIJOhwSefkxhWaDguHcqHw+ScvKGiIZ79jHK4ZGJb1rfmjMxzd/UmB3Y8mFibVhHWfdSMC8wWKVBOis/ASklM1koWIiKZLRPE9eKYCFKw0bYjQmEq0cKad5kNoizThEsbv+hqm8jNECL3dGynq/a6z4mQAADAiFP3iL1z6hzVVesm8Kj8CuJggjCHMT8aeIFS8DbJgrTD9OZ5koT2lNsTrCux4elS88T2BUs2pu1l4kIw7lHiA08aNJbSsHD2/fD3c2LyBhvZWTB2OEAZl3OobHv3sJ2hxXg97O3tDFrwhSGm//vo1tuyWyX/Q5YhRQdoXR+Xiny4KKPgD/+KkoaAaIeGEzanjInDgh8isdw9Jykp4BNFo9xrxOZCLTShE5d76apPdlUXzCwVw8eGOC5pHqNXUvGbmRGtwTn8EtjW2XVNDeME08fEi2tHAWXS3iI2Z+McrcErk0X5CyArRS8ST5lIb3DNFCAyu3pZUE8/64arpSe7iBpitN7XwswSyXJE6ZHzgVyaqNo5T5xlMnaM9d7tAbNEZsLjLxzwHPJ3CcW/exF4abdqz569T7uevXmOawulszBIsLK0NrzFHuoGAu35jm87XnX2oW8wUFKpQ1g5nL17nQJ8DD9pBWLWeVjim+d7dD3Map4yRGqBuquNzHcIZ0+cuWF5hm0KPa19dYrEs5j2zrHR3W0htd90D21H/KTQzD33ZZC7Q5kkDFJR8/JXpy/B9tj35TccbnZZM4vf/+Jvhzt37wxY06IyJTGRpha0pYVTOIiyiPVTAUDg5ZiDm4r60RyvFf+AxVTtoT7iVxu99eBuaxw9OpvlB9jiG+au5lxFad9aPFaRgpYAVUyvugJ139Xi7aLD/8MWXlOuE9sIiIewQpSd3XXJxkSv/PVRKJmpdu15CoUjhtJjsVGycneFSARFXYOdRStA8RtMnNR1uM6qpmgxb2/cbwgus2kEuUG7kNWZfGOjC5Fe1iUTj/+Aeg2943VsGKvPfOb1qG2D7TelNzIucuEZ/KWHBEp5k+xSHgsGP0RysODhbIi3bZZnBaX7jgt7Gn/hueNcUqO03nOnZxyYN6t2tUC3bAoMd26zhXfNh+1KANV/bijNZe9Hog3U7OmjD8WrM6kgzxASehFp61QAN0rEV5blmPYqHqEhIkf0hfXVRxnM7SGk0aeXBwRFfwbd0GJpKzELYaABB2LFpjvkDT2AivXTK3IkSjif+RlfFEyfJVdwAiW/yH3FwisAuXec0VdqUyhI7bQGuPsGsiGeWVP60W39Cz/IFefEea0bkIzPQgjzUuve0V8/VcNG4fNx0bNsFhnUHuKkb+By05cF4ztpssg+9C+w92XqRunKbVne4UtOXwYWKEGZvHDBcAGv4pGYdlFycm7DtqLDnK3mSt3SfUvtO6MJG3RNPv+6Z7yU8hTbbhz5oKgyaTsuF7/6ZvkEjRFG2imuYhvH07eYpjVZ+sRsGsRNZE15nvEnfwl3qMd6kL04NY9sNLVFu6rSgmoxrepWimAI08m+h4E2WNJH8oMv3ip/8CGqqoSkaCijksnf1OR9zd9Am2xX/1kuZMtr+SpBXk5+BY+/bepqm0R2PAa35SaOu7TLh/sdDYPBeD9wF951k8jEf8qmlB4WMnP0eXU6ERsP0WoBUoFvaNJWUJK1LY1lpzQnj6DXPhhRCb9JGpRYaaHG82W7lNeof3P8+KRo+iUEZPIcXG3Yy3sRzPfKVzCKDmp6Sr5nnuYXgPYMN8nEQJp3HTEVcIrOoDJNW3bVKK4Ur+w/4kItYz0+OwitVKnpGjCaXKhW0iEgfwiYiGsFZSvsK4RfFOd+FPo0tH+jbPJMGU03K6qnNe29Z04V5qJu+BC4j5CKAwFtgbnHig/8I7L1i3glAKDNVKMuUeCJUhYUo2/dKrX4V0sOYyVTEqadsVVadBcHSGUKxEXyFi5ou4cQ0/FoFDXQgNrsnGMxh+HuuiB1Ef/9ThcxI0FLr+r3exu/6FzkJq2Uo4abCFeH0OA3+jkXxyycZt8mPw1Yz8N2TOxUUtJWKsIdwaicl01Ywdu/QCw5vskfVhOT4hE2KKLfH3EPK2Am/RGu4GgHew0Vk1jk4RwEADaV7WbuLx0tMTuxo3UaytFsgtzGhMGnzy18rS0dHuwurnYtCmNM4FkiNk9omyD+dmZ2ojG0FUwOFUDuMK3ZH/hVAAABAAElEQVS0kSHZcallleCFUbtq7bfXIXoJ2/Q32GpJf+1AHaVmX2/yUnt0E6HKfD24Sm3TEVp6ackFdS4MVFgJtrm59/kcgi8tBbmjGnnoWjjanye7WQZFh+xaw7s2zQSJi/BvQ+0e8S3BRWHe0XC2gwTnamrnqLdFBgrX5Hmwe8BgCvMO4n/73bfDL//NL4e3CJHfoQmzsf74L/4iMwXapyoUCsPR8UX2gHd1umsVxOssAv4WW3m+fPUSkxIOP2Krxt9+9vnwlHQsrgxSLYr0gPgEw8C0ZkPtMKeCwrPXb2AOgZ3tOtpUIyiEx55bm3vKoJ2tOCCJCM4WUVoFbHArNRQ9F/2KO97pPL578i3wMiXPWQJ7e+zag6CwiB3uTRbTbrG40+2yzk45XRj/u5xQ+fvf/X6kYbfOorUj8XTEMKgTBir/72//CdpmITJ74mteouAxPeUzmnnYkLRm/pY7bZB6USCVJot+/RrAs/PLf/4v/wUzA8y3oK8V6N+djL748juEaHcEQICHPi5pV2waiukM+KH+4dGYKn0A02QgefkWpqk9e5hQ8pAUMjDlofgA9IhgKyezUzlF+3lAPbmV5yYD7GjMoQlpfgGhfo2F1W4rSE0Ah4eFHQIbW5YCmzxFAbDTWwT30GjrpCjdO478LHEccBn+5PiMQeIu+bDYFKgUbmwf89hm15qWwp27wdiGarq24mraI/psA5qfPXvyPANl26S4c9FtTPcYkE67EwyZXy1eD/vQVnYHsmK4xJHfvPgPi5FPzSB8LDBgWVtl5ko+YTiBF5f5sx6rDtQSi7PED20n6ZYY5TJtK2vkTEl+Zl11Zo+f78Ghz/yTaYHZBSXxoQzCQE2+nr9RotABtNqEvMCjgEsCNaMHb1OywqXOJsEZ+VlyhbFSTqlYkQcaSzyptHB2Ln0d7zW0qTzUxmVbUWhJ4dt2YxliFkG5NIVUKDDOJrxxl3USnh+gic1tTGykaWmg7PXdNcsD61gjw+B5h3U1mhy6tsJ1JRBfABIm4XV2UqFD5Gjba9k7XcqnUzMpb5XfR/EalwdfGq55eud73vmWOynVwyhMpU6pJJDm7A0Nl6s/c+80YrBet4nSw5rGRDotueSVRY6BEbz+GSck4gZkwjehMAWKAN4j8tEAhplweSVKKIvvwa93/8St3wjUBXXvxhGr4jvtgkD2I8G/37mSkHjrrvkb2+9wJcKgzKmUEly6kd8GSDMxmYk0jJe0+RBvvxPMZlYo5K3hUpiD2pZ/Zj5JrLTvfGv+0orOu2GyPawwISwLCRaE5d8zFELzy3uPKxSEbXzAeNJIoEtYygXz1SeXP3HSjHFHHqNH+8vapc+AyoemqjNOTZtMoXxwBlTzYCYgA/uFM7D0JzPwSPN3sb9tV/lX/qssp4JS08OFMw+2pP9BMTKPguaKQTt7ApIQ8akLFdkOiVUkLbDuycMLPQvERa7XhPGMnucvOfUcpd8+fewxfat4F27lYetqVC8+t3pDMYrQ05CVMr33k5GImbfK8XNVVBFAEm7f8BkRBQ9FtI4iJTGAUKCQCWYfXIQg8AEgnQGbclWAjc3KUAtv0jI0qj5fTbc74bBDn+EQkxCk+ZNbngnmPWkKy0S8yeee1vv3CKEydPJIegQYN8wxDC2HMdkIsPEsFtT5BkFu5iVMGeHi9p17dGbsUKLG8hKBly0Il5c3EGSEX9tJO3ym8pkCseKOsbGyMn1eIc4puw1oWhJcwtBtuuLUDiZwkqW20Wqb3evdMnTndxt0fGhQhVvxiw95jx3hWrndBgnAgKO2B1RAU0h3hK/9q0K6p20qeJu6wr6CtXWywF0B3x0U7q3ei0bVxRxqzdwfXPt1d1jwspNx0GFaErgNTDt3F40J8KjjBJ8yO+3m1VpNOstnWO+OlCXwtICGA9BE50QNaovMlYUgtJBiMpWS+SjQuKjRsrhHulNZrilYABY1+1RFnFu/3Waq+6uvvh6+/PLL4ZNHP8r9+bMnw8dsqahJibuQKKArqKipv7l9J+ZOJqFgp6bTPD19dw0b9wUXb5KfHbO41nRBG2H7cnebuJ5iYLONWcbHm3Ti62jjH1LOtggSRiNt7LEYUcFufppB3Gt2hyG9ohfbRjEuqxvsjJyoK/TZehicaFIF3k4wVTnYPx+WsQefRSh89vQl9cmAEtjFsanss+tKpWV9yydkU1KafIVwCI+zHIx0eHAxfPftLvXNAO14anj9CkF9+mXs+NVmetiRu/xwkhvp2eYUs+AX3q08nbQKoGquTtGIuE/yDBpg24+2wGpBNVViz6QI7poVLS6+4tn98IEDulKbL5N10OAM19Y2C1TRfKsQUNBOOxEZusaDbCsxwaKeZLQH4NitO4V7KXUFA+fApMtrD8di4I1gv8h2rgcw4XUOTLp37+7w+DnbjIGbapMt/YY5y2TRftiJUdLbxzzr7AUdhQIX7YR6ytkGCF/u4uQMgG1OPLhv/CkCoxpzSCy8OANWnk9Zx7GDuRboY3E6bbXNZim4u0DSdMS4eNcsLjUC7jpf6HCKJjmKhx+pIaPImBmtZTDuIlx5gXEcEzkzkMERdZcDS/AXFy5mtvDSeIgwqBkjw6cIscFV1bmBI9CTvjQSZzsnrjAVnUidXL7nJwknjK/tLVH7j3GtB02cOg/ovMcw7w4iKpadurxC7fYx7e+YQbqdvAtaI8iDf2ekLP8UuwhR7PSldupq8GYB5prtrBx42dfacmKCysBJ/CyhrXeHrdANAK6gDNli7cSNjc1qb8RJ/0RY4VfpUzMEB5yd8Hj45puvqes34FlNP7NR0IaKkRwsJn8lkhgUXp04U4AUP+GpeuIKhcBH+FyiW3zxTah72Opb+3tSznfLPQ7Psx7NFV2N86z0TFhspBslPO0TOSVpkCnFjqv3yi8CfucV9Vngkn9/tXwtavDGT/9E+4XS+aiCzQGVLuUhiKHESz2RfwAQ9xUmyRBZrmUOxrPObHsqAZQBe+z+jYAJZ/vy78+6pKEMRWhpLEzDNuG7WCOzloxlDEwtD18EX3yNHM+GKRkAX6sLlyB8oBR5n07a+PLdb+bUXeRC60nENXjMKHWReKbTwvPd+uy0YhpR7uShMs/3hPKdNxiL3C9B+Olxu09/z/deuEYnFQne3XBC7MQPzZC8a+DkO7BR+jMe8FORp3ZeWovCjIVzs8y6zHF39lkeIG84PdOunRPHYXoL55gH015rkOgMN1p3lBfuNrPCYXurbAG9zuz5CgL7zLyHHKqsRQ5C+aXZ89MnT1HSvYC/s3sasNhfpzyOHun/6qrnaNh7YYPYwkQiVCQq4z2/EHFCFCbG71SxlZZ/iIhKr5FmCeoyv5ggAFUWcYXoTHwyg4qfygdW9712xDZOsxUGrJu+FZZ8Rnm1fGWI+NXiD/2qNGpkfBaWa6cymyNEpQOxGS8Ngm9WkFEJXd/zBjiE85tTOgp9WXFOMVIafqrBM/VOp61WTNvtw0MObZnVHMYDTq7wf8OOKduB44SO06mRpUUWaWL4tIxZBcnyzhQ/go/aVQc3NUDxICbEG9LJITFqsJOz+BBo6myigxVHIWy/xfHgvwXz7vf2JTuMUH5Xy99ghw01qr///e8zYlSIVBhQI66t5bqaTfyMP8uA5BitsTbKEYAYRa4szyHglDZ5i47GLffsfFbQTqrF02Th5ubWcHvrNvkpvFZ9gpDAZb2mo2qweRPOzMhYiXmjOZO/z9aHQpEj4ppORwDji1VmcOvEKS3fZaBesL3gWU6dKV7rlEiG10ZcE6HaacIdIkiPxuqMgXbqmnWo7XILOLWnjx49Gj777J+yl/NP2BHFraLszLP1H4LUDmYyLj7Uvv+UQ27sOE1D21bzFueL7M6jGdUJ6Q/sr8/yUmirFh3b4boHu7sieiDP/Q+fIICucL8/3L51hxmM9ZixzGCeMcXleoL/9qtfgdcaxFh+GZFMkWIGDzJW8e7d6XqZUgQk/Von3nEziwmFnWsEQvCgnfjhyzoxMkKKOIUuWWlBPmTAZTaW64rDgy6h65lpBLrZTaoA2qCMewjy3377jKlB2qpIz4ATXNA+rSDbWW/fGXAp3DAIcMDgGg3Xcbhl6k9+9rPsIORWlmo1XVRqG1L4cXeeE7SfUBODwlozYh3ScME9PIC611Tm5OokeABk8i2hyzDmr0ZyDa3mUwYtvwLueXCjJvnpW2ZePGuBXkHN+4udtzBlvqGtOSddTyjeZJ3CwsLXwEs941d0Sx6k61VEqn+50GHHnziUphXE0ezYmTi9bntx4MI0ELRQi8JtT9pcSv/i881rFjM7Q2Y+UjoNfpn1Kfc5+XYxmnQ7I9oP7e2CPeYhBPCAIE19ac7o4Nw6ysyXcOrCNIolW79x8lIE72no2X3oqZ2sW5IGFM4t4CL4lkYEOYu8oUIHxNqNqm3NIlP4nP1T+gizI0+VDxACKcgfpVW9oWH4uEoRQgQ/whKag7iLZzfcGl2yMj3awQjneAb3eNtpKxR4JSydtjvzuJ97Fbu+ErTy8AHXMBL+b0Dx5qyLMLkozbgKBdK/fFtTwVkG3hBl0pF/07h5BufAUPAQm8ZpWUEeZXRdAgKB7+DVNuo5BKvMcq0wuAo/44umQsY3H2nXw6BWOdl5nvr+6ouvxBLnM9zNuoUMPoHpDN7suiIXSR9gM59Fr/B2FSWmkTYdvFpWkQgEzsQAP4WNcCPK5CXFgwsjwoIHghKDEJHbaMYwlCywVHixaHxxQDCey7zAMJZW2rBerB85tb49v8ozpmGU2/g6cddfkp8fAo4BqCP7GOBLcOJ1GkhcwopngkiEerUciWnY5p10odMk7C8frErbmOEqDcI3eoscoj8hTMMBbEz0wltafNNI3Dy0kMIH76Qu+jcHExlECh/xAZRvja7BkuEmnW/Cpss3o41KJarqY/BB+XMnbAnx1gv48D30Zz20MBWh0ESYGt6M6zrgEVZSiCNMCs+Lddqd5BHXwlV4eZW+VU9pl7zpNaIbXgJJ4oknv0kH+dDC6Vncw9Qqvk86eA6DAduCG09oeiMtpawBXrG6yj9NHz6H0K45cEyDGOdqJmlf585zl24AAONKbJRwLFVEkaQFhAL7SuSoNWQpT9x2G2K18CpS5gizQOB50rWrfYGZrHKFM9IOCtysQ0WdMjBNiTycKeQnZexItFQTrntPeOUxlc9HCUqGoyuCkOAlqiKsCOkQXAnI+MFQugBkGNE56dIY4MQmmbhQd4QMKyOG+OPQ5ueVvAh3RWeeAUIn8hA6VUAYiaVuxCFfGZsdnwcYdSc03UVQFAjK6HP9CRP5tRbQUdXvPW7KQOW75Y/EoDbwEvvaP8I4s3UQQq5wK/gccNyuwoVa9Rk0kVBzmK1Cl6dy2hiP0LRj7p0O3wGIgtfo0BfIRKZdhCyUOOFtVzXHRqwQIN4WCVdQ20B8T3zLJqMGlwoEar898re0qRJvTcG7nZ1C6unLU3bh2ET4VJO5iEbxEA2jNtXglESdMlKgf+siVMxo3G1BIUAhVrMetenCfu5WauxIoiZ0CUFilyndQEgak3UST35CS50LVciUxlXamc5sAX1WIHFRWLRX1EcWZpouCddV9RsCAfe1KtwFb9gGk470XbRTkCiYW28LwP3Vl18OP//FL9h55CWC3NPhxz/+8fDJJ48Y4HyWgY7lsQHepaN0wKVw7s4m0t4JW7pts0C1zzJsLXpaKYKfMJC+bcTFlVAGNQwDoOEusQXl4QEnM65rXnGNGc358O2TL4e5pQ1sur/DbGozwuqDBw+ZkVlmYLTMdpM/iQ3uf/g//nfKozA9dkUzvlfdui/tJtsk3uRyEDE9x161aAimyPsc05U5TG2ADpxIX7QdEZOmz4+P4N9vRU98tUPimlKVazngStNsFTk7vxxBxIXPbq95Dje6JNJliNGO2pRtZ1y2awenDBDtjGd8hkmKJ2d6tN1dXJofHnzMQUoIHlnsDD0+f/Z8+PD+fdZ2vA5zVGssnbog+pAtHR3MnKItF1Y10WE40kRDT9U7UOhHG3TQLL6kvacMtG8gDEm/riWg1BECnC5NB0hH4CyFQiatky0Y1cIi4NC+/KtcTNjWSdz8lW/L/ns328X21gZtxLKTLihPB0MSgIQrmtbe2lmGE+hU2rKtITLy3dmDq6yn+dlPH4Gn5dCmtCxI2klbdzGtwUPBQDq1vYZng//YR9uJGMGLZ2Ux27iDFYW8Y3jAJXlbNgc0s5yOzEP4gfjzz+0mkGXAEVARz05TnuEgPp2uYXAOJGy/Di5muaS46pT9at1QcGgOQPwCQqwHcuj5JA3TGV8QVaPZd3mLdKAL/Sb/wmf1UfXtz/2SMvH5SVr8kKgwipdcfMx3w/FnwMJH3TsM4t4yaSbmOqjRonveo83Xn3Zh/Vh/XhEm0v7Ii+gOXKV3t5ddW3MHo+nhFjtXaVLjmhlnmcS5616yzezRPrNnu9nN6yU7HO3CjxUaIkBbHsqh+Uz6TQfllGkkeDXcVb9EnQKX4a2bPkuecpJMIWeEpDGq8qkl1PCSYZKFiTc//luZ3ekfb1JPnfcP5S9vMkiFMW7ewE+oJffAOYomDRuecNZbRc3XyXoz/sjxPBKYeVYdUnUeFDXZgbrim5KOUSN/QIfSc2QJ80o6o1THDy2r+m5exjER2qp07zNOstYvbSI+458eZnRPyep7lF8taLawzDP4Ia1gi3RH7Ym21Rdt99RFlVUSKIQlD4Vnv0XzTuCgPj88V8pJosYLRirfVC8/lQJ3GAXZJg8jpLm/k4K+ybRuwkA+ZXJV/sLcnSCEDgwDX4eFIadVfu66cyn/wF/uoNJDZxwVSHPIigrjbqIi7V+EbxGHQlyyyYcyk4J8eBbC+ioD6rUNduNCWek6wAX65FnkAHmsM4vztNFZZNqrq5tUIGuK4HXKVW6aoHVFZiVpg2dtYKHCayStplIAolfqCAm9pO/dqxLf85x8pbAdTT1NfSQ2RxcyAztjUFYYMS75W1H6zYAZOyRH+Z4eJWFnh46Wh2naeepkcL7z3656bkHHN78ThdSK8QBHh81Ak8+JJDDvuFYiWocVmss03wnDC/HskLRRFEJtvy7wYB0DdwRWhC01SgrpLD9ghIXQgonM8fE3CDIQEoRwwOLT+Zc77NSB1g88OBVvOWfouNRSK6xY6ZekKxo0G4KdUwYasYIeTLXj533wfDdnL10nYLVzCt7aaNlROJXrdoxqiq0btXV+84AahfeXr19ki8qbnBaq7aYmAlsIoVlQaD0Dg1rF+/fuRYvjtL3peFiSNusy9tcs1nTfaJ89nEcBV8K3zM4eaMbggTZj5zO4B+lhFNRFGhzhxallvkQgmGFaysGAQnBauYUljPlLdTyMrjA7a5FvJeRXvOCFxhtaC31VTQuvC8jUeL7EBk1cOLD59ttvhzt0iA8fPmS0/CIHK716xSwKgrQDgQXqTSFvh0bpugS3dLzJTienaEg1B4r5AIKTpjQKkVO0AU8nlanZaK/XWCegHfOr56mT0wsWpKGaW17dHHbZleY5C5G36ZTfahZDmmrNvv7yqwivlg1MhVhJKfSZtQ5gQcHKXYCyqwkmPB89eAiDwWadtDwBdoZyurDzGK2+J7u6sHju3L32GXi4IGcKwZd6Mo/iIzyLXVCskHjNziQD15Ta8QVw7PoDtakMPLMrD+2j73ccGKnYal22SQV2aZp6hanRZBng1gBMof2UgcSsh1PRrg6P97C1n2Ggy1kHB9LpBm3kCBhms8Wj6wQ+uLs9/OM/fQ6dlc1vBLwGewAWR921x9BB/Owk0VTe3ho+efgxZQAmhFOFI7WoCsnnmOFocsLmkhkQnDCoervPATtoLkv4E/sKx2piZb8iycTzk1wmf4KJ4JH2QTlXVh3kUv74ObQR1+JDHVeZpWnu4A5H4k7Tq6xXID9EQGiMMxVWMaFZYYHs2ibMKRgnKuHAg1pBNffn8JZlhP9LNLXuQCP+M3iyschwAMD6dWHz9vYmfAH+Q1jrLS2UNJwhUYvlOoCUzzg8RVs048JX65c76eVLGDghDdRcZjaYkZpnNu/SjrzVSdokYZKfZYB/qByJcoF7d1A66RHKNENXhCWfaH7FGWFL4ZQAwQcUShjSpiDJzhejTwIWnx/+6fGSTn4sa/V/ESD0I8uG/SRkfsJoNob10tQrgrv0T7uTN3ahXX8veWUWHjNIdP9onXFdEOfhXsJtGAV7t6yTV9m+NatSCHdAcMz2djcON4dt+Nf8wh+pc3YHA+c3mMq3jUAZAovCQI28g14Oi4LfZ0DI4N2ZWSlbfiuPkz6lbospLPKaSsIak3bEd7k+SOteGZjb0ghifctDxouNi4ZMLNp3AvVBWuhS6kudVjhZvnqAJCbCcXn3QZgmnK8RhklbmN93qav3vBXWhaUUhVKbAXy3Xy6eG8UD6dVfSCz5iLEM4lte5mk6Auhf0vFJ/4R5378g9FN9Npx++amPvpXn6H3yYTJklb19lQ5HAX2mPoBN8HT5lgryS3v33iuRZ/Fc+PA7MRock2HS9pKYNFLxvVsGw0k3KinzrLfV28o3mU4i+11HnL5GQnBiLtTgqqzAEw8eVGhqXsLqmyDGFAZeaJuxbPIKadoTrefTxpgxdFcuD5hku+4l5CNnLqNwpG9zHZXndSioe8UUmPY0zTWDTKJMxH/kGyerLJTKNFgp6cwNK2/LikHzuiNnT+ljz84IQVtnLQ6CsIy6sARiitmFNBqytAGaqIcgTyIIwlLQ9mzeuE5gYXh+h0PXs9ij0mU+mSbkoxb/QYt5BJ2VF0wk06Sg0QnRamSED4IrD+NVgzFX4E7jMY8iIcug8zeCbMa4JaTnm5IQX/MtcQznezGDEImcxyR7OtwDpZ0MiPFZxhF8mH7CE1+Awak5EDQaEAUHp97Lfo8GAEtzASrDk4wkz8DJnJo86sNdNU7OWRSX+lHrfhbByinwQ7SzMfuYPmJEhs0udSZR9/ILdzpw7sIXtHD3RfDM2eoW3VXfUo0M0ssY4kGsl5Ck4GydubBJm+IwWMqn/a7CpovSFoFbpn3CgkoPXTLcKQsTp+lgNtjxRnMNF0Ep7D/GNGSVzsC8PPRlUXMDt6iESN68epGp3nPtLWH+BQ7NvtVVgGs/liFlgTFOK5gU9aeySvsjg4nOIzSutoigY3yk7tUSWn7qzBKLH+tAAYa60j9/0AQAgurqRB1gaOqyeeMmA5CnsVHTJMhTaDUjUmB3YKr9sk1qj91gPDjKdBfAzzqzDVl0C17t5DxsSQ2mGlIFBmuuNDd2lWjTwfPVy1eJv4bW7BgTBqdePcXTAeEx9LGFedVNzC/chchFoopzakjVtDnLEE0dQpRaFWnMIs06Nd52cdlhoPC73/yOvdWfU18bbJu4jbnNh+x8w8LWm1vU4yamXfgjwDs1rr2sO9e8YTvDFy+eg1fTJE+EepmSjDI2teTv4O2Ug5cOTt4OcyfMpGDPpyBvZyxz1eynzg4Qz6lV7tQHr3ZsmZ7PQFRTCtKHSWojbb1TuYQRT9rxI9jOki7xzsCZA1sPu7q8YkaHAdAc2sXb0ODTp2znqCkSsQBiRBe+Z3/jxg8EIO27WEXa0AoM+YM7W9C7ac5lYZ/CrItqFd4jJDPwdh/tb795QjjoLgIz/IG8QtPe81fE7HN9AB5c6BdcWkdqgjzQSjM4BTMHWNJl+BPlthya3sj4PUBLm/Ql8LC/DB2g/ZbfaH7ioEKtzSGmECvMELheogRXTTjAOeG0FZ4nrXngm6WeD/YZZNLRSIO2bzlr+KNgCjL3RTqtzZsswmUHKPcWz6wWPEO6LlgDLfSAgEI61etWR+yzvDIHhYEza9uEiydTo9TvKlt1zrFDUXhpZcuvD3KoMhO8hMZOgc+1BMbprviZFGR7YRDsnpPmCWwpAPUsXNJukF2+jsV450dwdakv+YIw6iiLjwSswSY1GOYqUnqYBPzej/gr4chMLKu6VnBveRK90T9fXXdgO5AnqaW1P3DAfEYbmL9kME29Mv+Vb4jmrF2hfKThdLr5yKdUpshL1crr5JMxnYJ2p6jbecLZnox4Cl9ZhE8tI2h4HoMmf+5BrUnWLDiyH5CP77P7kecxqHRwAwJNcEThMoOrhw8/YjZoCxOy2iVHk5t+HWKTH5Ob/4+1O23WLDkO+/70vnfPhpnBYAYgFhKkQNBWWCFGyItCDr9xhPyZ/cohShYlUaQWEAQICIPBYNbet3u72/9f1jm3bw9AiJZ97j3P2WrJyszKysrKqlIfgm1t6iVnlMR/MOFZ+wNYD8mrYPQ8Z0w3VtCR7WrOVk/Cv9U2pl6ES+RY9+IJg7cWh81NP0slW2TeSV1WhZ3c92DbtVQIpA64dWhfyCHvvetWTr3HISscmo072HzpfR9mU8SgGr/5KdUk9/f6kbNz+K8boHqeY7tZsLxahh3mPairSZfrkNBJKpPoqacpl5DqO5wu12eKJszOl0lmJbHShJf9eMnRaOG91MUsjR7nTT9w5/AMniG//ISdlyv/FYb82l560QG2ueIFz51L8cYPnYx6W8HGrTK5NyPwBSR+EoHDEzPqlwy7WHh6wyznmAXcBH8dXau9UdovVW/cX6Wkp7R7vtFItQ4xBX7NK6KgV9eqQ2fInU5yd9fRBt5g4o54JfllX5G71Sn6hFWnHjxksD2b/pVFfohY4F1Z8+xUuTWgKijheXoJrcngFUTBANS8PF5ljoWhlfYilZBD3JEhESMEv4yzGJxlfe0u9TLdr96tNLf05+OC/zfCIbmy9eeAsEVcz+vdy+sE+e0/gx+l7a9ozr3CwMDOviJLdT1vgVasfrGhs+/BMY1T4mqaGYSMsBqQaUBBPNELP0IEnpYg14A2blNSYkpv4XBgkxca7WTpOiEK/tsOcfbhXwxO0BOoM1Ep5ctmLJQfByu4b683efTO2XsJeX681inVZMi3vIL/tYaD7jW847ia8DYpcizpNQB8uaV9LabWMHA14S8L3H0ZvRMM7jBD9hxdBfSoUS0vlU8jC2dcY3yiMJ9pSF6Xb5SFwuo9z+oMp/gX/onXPfWVeFQqrYU1SpFGLl/SrLyDn3BvoqSl137v937v8G/+zb89/NP/5Z+OMqksM+E2S7phaHEJgM8aTeDq8q2ss4+ahApRcGk1CZNzWWFnK/QqvXfn6uApH3rP8HV5wqfG+7MazPdqJAkPPtwaxFtNqITfX//6k8PrVvJBp0qA8CzuqW252VSvK+mLpvDXNsZzi2cEk483q/ExCfrS4bPcP85muf/4ky8OV2qMb6a0a4CsemTi24VwZLTgnXeyOqQcUgpPhGap4WXro9sEzGx6FomCDQ3wivw1mjpNZzvVl7A9b4EzDeIoNMitU0j5VYJlXa64dWyfNXfgJ/Hk8azhfzvrxqXw/WmwY9mrKXtrV9U2/WplHpOFP/5Y5yeer9CjLE3rrvzIsnh47vtZDb8P6xvXFzsMns/acrV5GnHa8MTl3FWOn+YuVXkd1/JlP/ucxfLS4T830sEwguZnG1pV25VeSXRavnoMKbwEX/lSpO7nDmXyLL6W1lhPc1disR+rUGkTSNIdbAUn5ZmMgbd06Va5eXr42Ye/bmQm+qJJPM3X8mLWIuswKwt5QqEVVx2db6rCNK6oth2lwVXJXAarLxjpUL5InrKvvhghi05eF2VZ7/GzupUMKzvGnEeNGq4JtKVdmvAtu+nkjHWeYtA5dVtKG30q13l1pAy51mgvNJJkkQzlAV+XKfHx3qwsFXworiwxzMAb8ibNeacSwKNQ8BGsa9k1OB0JveIuCLd4gomzDqlP/HUzuclz5dsX79F1bibw/OyPrhSiLXrf4KTCgH3iiQ8/K41JrlfaA1Y4z0a/jhvJPWqulBFBE1stqzvW+TrUJtZSRCgwFBmyzWia6yxZV/3mXmYVIb7y9pBAS/LFxNfL1bESSOErj+rnUfTX6brVyOlb77xbp/itVrO6MR1Bq5tpW4zQHunU1l5YDe1JbcqDB3fbnfjLw5MUFPMGxhJfCXaFfbAafPhhlLMdzarMhjD8reO8fOu5EtV2xQuLriPtJsVizLGoi6dQfE8QShdvn7j79f0Uty+5ONgV9iV9TusgYzH3LSJMKTYaeZoWBt1Kdf++eAzF9mPdL96YRPYPG+29W3RfnLzCTPjqknzWKdiC4ySB/xc3uwzfo8DSYKofJV/P8zA5noSLVv3PcTqNFX57v1LaA8HGuu/3JE4RJh3XPqPx6cO3JJsYJ6/H7bUPo5gnRPav2uvh9dLwduR7VzKU3KGUn03WkTu9Gqncq+pC7VVycJT1XjD8XEymX06WXGmu3uXaaSPtZIyRq6Wwn8+qfm25wagzGSO5CbOsk6mWLR7sRRv3cW5/1S8yccvf/JeLzYuym/XsSZEsJcOMZk/LAl0KNQWRUIUeBSemH/9FkzPD2lSYE/ScvnmJNG8H0W5K69Rlu3/JRNvnwvdOBXRIKuAt5zg98M1a8rJSvJqmvDTqBInNcXbaL4YHgvxWnqOIJDgG2ldBnqxP4vQ0vdd5++rPdGDCC/bZmQhEgTxZn07WO8z48t3+hDjwHVcAeRKoGitMkeBi9WB92+gxgSZXOb88N0YWd4TFlK/yDjQF246h7SuQ9EG+Xzkolxo8CjYlkO/t+KgmjO/XGNxIEaSQUjDfjiHhlN+VXSWtM/1J/o+vN5HUBkiS14DOUA6GDUZWRxMx+BLz7eYDbx12LiGYn0uJISBK9GpQwtPqJ2zgLnpKa+g6uEpIp+A+TmEjuFUm8fHEuWi1sJXa3vCyTqhJHqy6qq+1v8n2wX1puqr4jrEQ6g03YZLCbFiMQroah6k6WVdb77v3yv9n//LPDv/wH/7D6V3jE1bXL9rNFD4piSY+agzHKlt9U8lZ1J9bYU0HOUVJWhpTSp4lD6czN/xRHQ0GsMKdTpINrLgWffTRL4PtbIr6x9O46gD98qOPZnIhYYN19NYv1nk5o8MRJnWEz8Vrx/HPzvcs23a0Nayu8X5mNKcdTFnY32xoPOQMjZ/AQWHspvkoV5onrVH7IF9yfAkPFDXMZehfI8zKzrVi3EfayOhpw+8Xmq+hw4AG4CC4UhumwT5jXkkVcBrdOls6SdPpWqnW4FHaJ4eUvmiYwv5h5aVUaGztCcDq8eLZrxKW58Pz1Wks1atrN23KBR8pmeFAQqx6ykbDG8ov8k9u/fRu8cXcNepi9OvLL++FC5aSNs3JHUkHbUbV1FdxXIPlRrui3psRsbJdFbsshYCjYJ8/dwNWv/ux8feEZV15ljXzYXWyVXoalbxS3jY4u6jhiL8upfTyTV6dTNZw6YC7MsJR989ywbt7/2kbOX14+Dh3O7sw87O04tONTg2OkZGSKt1lBcbv+GdB6PryDl7s/go2HcxxXagBnFZles9FzCVm6hNe6A/vSXCMEcFWdR1eVFdH0WJZLQn4UCdGwaxen08ZpY/ojIxCBaboNgpe90o4DXDyiwxbipP5IBeSKW/NsmqWlMVpR6XLwimuDYDIYSNAFNxKVMLLpTAIxtXmRd+MfuloDQ2VoRNqh4LKFsJHUQh4KYxsit4jB/pWkCn31DXh58UK15ft8H6P++o30V8eMPmVIxorMxwWM1or48KpBR7OJERfPsNr5WmEi3wkd1jkrYI1Z7KF64088NOF5p1cyerOekiWK7Xdrx8+unW4lAw4c76zevGCAlI9uFTYa7ndsNRbeSjkDR6uhsfnybbno8CDr8ngjbA+vNfqUXe+ODxPNpBP8D9usKvWlpsc/VU/hzl6UzCjTtoiMs7opXqgPXrcQg/aEC50go+7FBqGj9VGahPIvakkEH3S3hMFcluEgMlebI8TbqObUI6X9FoU2d1KwDELXpSHNFa0GGaPNHHV04WbGeVxX/iZ4Fmesl58JP5K3+/pe8ANjPN5vk68lc2K4/7/6zF4LxFgOdbzSn/RZn8/X9eDcNvdHn8e95c9LIlbCrTyjpNwPbtf9JhPJz/rfeFLZ7HDSnDaz24ZVOwL4gDbudrzaWe0r90zDqMEuTSW9NpOV22ouThL70hpTmG/EE/jr0vx9YXZtyL9KLcVOob6QFk3V09bbsTds+V9r2U8u9yVYUv9MSfRiD1jBZj9KLERzbN1BKyOdqE6dfGZNqx6kvzUeR7da+sYPEkwbxb2ohZB5cQMEOK6K8IY3bslZBdyyuvknfvTByQJP+jquvd8PJdslWqd4gyDJ4lX+F6gwxBPgcCzYBF2MapivnoMrCMUJ/LJxxXeI4ZnaV2MX8kmj5M8J8RJtLkZkkbQpPDAWFUSa2AYRaL34hPSvug3ffWY/Dd0DYzh8VkEYpnTkFDcSmTwE3KLvhqPKTMc9kZjsvAJF73Qk5Bn4TGWY+Dom/JZ5eM4q8oRq0o4mW8rhWHUiZAwmcZoo3cSYuIqFzgHL+CKeaVB4cI8wx89s8rwg3ya8Nab/Cxl+0GK3oVWijl+3hbbuVhg1HtZkd9//7VRZizTeDM3CwdFmLWFK4VCWTMYj1DeNY737qdUBTMFdSzn8yRmx4COV1eFHH4q7FGKBR//s1l6TOItoXzAe1dZsZMh4VqblMMsQeEI1T5ol8o7NRYzLKtrDU/hdU/bvACwwk6fphyWCoQjFUlj4QM//O9977uHnzap+Gc/+1n3v3/4Zks7ftR66k8bVbiZMkTwUO41aFbZYVm3RrK8NBzqgXVaTdrjAx14lYVCaHQA32r3WmIzvP3yl01w/f4fpJS7fv/wf/2Lf3H45//8/5gVaj7Juv79P/z+4W9/+tPDRy9+Vfnuz7Aal4gzuXCcbQnUKem4UIQSgE0dU98IsUqE9pVrb+D4zpo0y+VAh6JRQSGjfW5Mm4JwtxETljOr3BCK/J6lo0Pxx3/yw8O3vvPtw/V2Fr06s6etS3+vBtrkxNysWPuC4dkTExF1pqJt5T9TfXlRo2776McBZvdQZLJCyNmEGou85TXAJE80WkLRMoKVNxiPWo3nYfHnY7+f3Xk0ysgo1JsbyRRnStTPqcNyheM+tAXgjnKmXW5vf/n08Bd3fxo/U3QT0glsVvVV91Leg7UqUievXINrJnTSDbgj9Tf07BF+5vR2u5eVOD1OVQ8tyDPW6KcpXo9nLeDVGWWBTq9qAjPhbinJ5n7I2FFeVqiyCktoHN5ZuW/WdpOWH6TQpNQ8r6E4epxb1eVcSqrnFy/U8U25ZbG9/bkJUNJZPIhXcco0tMFZV3aWmzx7/kFWJPSJ9tU7e05cqswX4tlxd6lekcGVprIteR8Vo5dndaBCnhzrO59ZFlmd8ecvcu2J7mT3yFUpVSl05AJUAUcBpKRRVsHL7VIDfONGBoj89seXdPJaOBhZJ8+Qzk3jfHXtfuvIX75Sw10n+nKjJ5cvN8JAXg89y7u0pa+Tp05OhyE8jbwpIdVp6k1lG/jAKKBMtmO/A/1+DCx4AO3FmQ7r4gEi/zR6VroYyuGjGr0fW36lJQ7rN9lirlNgTwc31Kzr0LQ2o04VdytKvJWxyGYGAc9HhRn3jeIm+UszpSd+P189PxuSznWl7D+ujeBG9VT40je57mJLEetIkr/Kyl9+Ot/R1ajMUZ14bSBf4OuNTrVsTaUhC8gocCv3SKtirzqivHiPXH/SaNHj2h0dqevXb0XntaEU2LVlXOfMKdHJ4LLDou9qlHMdeIns7Vp4dLO5YY+T3yjP8HhCw94H0+ljfQu3vYfnoCyu+9ILRu+99W616/Sqvk8e7tc534XyL5PT1WHPEEEFlJ7r3C96S4dMnmOPG+z/teNliN+8I5P2YzdOouXqgCuAurvTZYVc8uzlvXLMu4F1vZ/RIrcppSuPlY66s0aSlAkmpV047+e+5+qH8vslDZas9AQuOlH8UaQZbekdzIsi3Qvd0Lv2MNq6CVv91q5oeyjhM7KYHL2YAL/EQl77QoYZabzYUstjLElhZ3xbFvaMJRk4r8bzY23v3nu8TX840Zvx8lRkdFowM8yq3zUa6SvVJwa9F1dbrJmepV1rpHNgSWeq43D+pTIe0AH1CnNiuDgLMw8X7wxR+r/tWMhfX2aobUfuYH0BiLEmj4JhXMw8FPG7ggxxVir7L6aOuCOYdspvxNyD/JYrHp7GsYzmXt6To7gRNooNaL8l7nqFQUJucMnVaQgwjAyhgTunfDbYV7xXf8WTEV9H/lL8BfmFjhLce36nAROBgqnvM9Gv6zBjQqQQC87C6pHJa7LrBzGVbaTxBsP4C9cAsajMtz5jTGVecC6sA+v0QbAR1k73lDQ44sqil2lDGm4gJdbsZy4XTTbsT1nu3b87CjkLq4mYXEHEMeSOcaWjF8q1xkop3n+cRVjBWNytWkAxNKmJcCBIWbVm8mzlU7Ql+BffTFl6u5dHiQxreY+nLYc0wrByaIw0FKZ3W36zYFkRLx3+uz/5B4cf/fjHh1/nb74f4u/C6ayKLM3JHajlF1wm41r2ziRZLGl1HP7f77//fo3B8eGv//qvR1G9aXJXuLGKDEVIJQ6wKROcsIaZVEJB9czX3AjG2++8naBP2QjPo8hQDgaGylYcHYVZPi6+Zj3mQ8qd6I//+I8Pf/7nf374en7z3/3Odw//8T/+5eH9Dz6YToRG7OzF8KIxhM9RfhJsCU1pjUUtOM5uijZ8oIUhvetZrzR0Sa54g+WKIKkcPZ8+jBawbFlHfjrpfVRuO4N+o5GTdz74+uGt91p+shEAvG0i9Z0v7x/+/b974/Cf/9NfHn7+878dhQivVsk6NdytbHLDjHvr26ZInk8xjSbjfBXcs9IM5Sbl9VkTTxPZQ6/lUiadTnSLp3SOFh+VajwxFvEUfvVSlnN0g84Dw4bzEuhPB0R5LalKLlKeU3ZSUq3m84iWUpprGdPqSPTDZ0ZybKoVW4y8Y4yIs6PnkiOKOXmrw71bp3tHoaLPzN9IqSLv1SN159rNq00IzKJeZNbt6cxVH9eRMhMvGYFB2zmS4UWf00RmrkxXqwO3rGIQfVmaR0ZULiM8NguzMAC+0kl0j/dH6QYmHPXHpeXBvfJKRhgyHtexS+3WnLVfg8b/+dqMAISoIaq4dRS6WPlIh0L55+zduonbe8cgwZ3jfp3OCynd/OzHSOHjdsBJkUZBn4lm4XdwDNbqyozupLg9bx3lFy3NVotYWVcjuDoOvSs5HU1zHJ48sZTtzeZrXMsPu7r49q1cO25N/cQnlmZcit1yLxtZPOCsfOGHrKlpDZ/kERyhY9QULvicQTPUljd0On/j2IX3/mF/fiXwSm8Psl9Poei3pD0ARw1woMqCBZf7C+BReCnFOif86Pf9KZSdTjDKe/SnkD6ON+wKrao9jF5kWsbvcF2dqQ1AIu3oizpyw0PFP3ecMpOsOQ7nif7qdO3ccfK5eQZMJOB/kbIy+Is3h/m3coNRx4my/uDCw+ZNNJJrhOhaOxBnzbzatzE+lc9RH9V1O8cambyXTNPB4GrA3WvxT+UtnPpi1Snr2Bv1hZ2xyAc/DO3o7zF4YM5B9rwkiNEzYUNdOOob7PZdZ2nnA/c6QUfK6E/gwkjG89BgJf6bv6U/3/HWqdALmh2m34z2u97s+a2272XIU8WquCuUYrsnSdSzhYa+bVkv2FYaK7314SS+eBqgOZIh1Sk4nLR6/TI96fetc1+ZZh7jo5FTg4X0sJ63YN0vGTZGnV3WhyNZmAc0htI+spoXbfKmlHu/5tGYX0Y5jw87zUW6GP9S4neF3T4bFHYdUcr5hWQo492VViqzktco6clnujQdeFxgBsB4WPnKf+Gvx+Ai/2EDr2gwdIYZEC8c5yUQX7xQwTp2/J3H2Gu4DyII0YbHtC4dGOwlI62E93cEp0RUQMeu5OzMC5E7MrcAczn9s0A5/Wbd/13vfzPk/ibAt2MqxYAtFZVgnT7v9yrF/J/myC3+6Qs8L+Z4+XYmmCi3j3/HIX142EMMJNIKJwTFWATDM1wPnhJstURz7x1fcMqneCG2iBhxfZ/7wuolTmdCXhHYjPSx9hRcD3EU4FaYUdCpRJKSXsfCzLp/5bcAwk6jG9MNk5T/g4bRoYov45NcPO7nBvFmCjnL2J0sq4aO5GcN9jfyb/zww4+W4ta9tJQZ82JsrjImqmJ46Xz722s4fjb9ybVGZ0G+BKVhLfFOH8qAX5VBuDlI3bldz4QAfKE3f2uuVXia75mCpPZOZTSJVgWVDFyOcO574rV3LE/y8G1hTH5623ABzhdVLpMzVe6HrUCifD/4wQ8OP/7rOgFNyKKwqyfXrjZ57+7nh3feXu4+H/+Xnxy+9vVvptC07NPNSzU8j2aS6rhVVF7KkfNcZr1xK6mQ0sErymklGDuF/qoOz0//9m9nOPjzRjnsrPrDH/7J4T/8h/9w+Ef/wz/KFeDd2TzFShtGO85erc6GgmU11pjoCupAUNJSeAcv/PTDWYU0TKiwcEcZv5gbzNPHyYZw8zwFkuK46lRcE724L/CV5y/88PjxWM0fHX14uPN/Pjj8l0YbPvj2tw7vfOPd4Pra4cZrN4efrmQ2/+EP/+jwBy01+K/+1b+chm4TKcFxfHjz9VuHf/Kn/+jwRuFZ1nVyr1CudPDqgD1+1vwKnVNKJuV06K4R1ZwpY/QMtnkaWobT8DkNacqwoceRZSPV95qy2AqywYLe65wEonf8Veeab6LVc9BtLD8poOeD8dgqMdW9o5SEp/EJN7BnKYzrKLG5xVPlNzwMIod3TjJ1iXLcyF8ezkdx77P18K+3/v7rLfOoUYH351lD8XmkmzTut4IHJcUqI5SbUWB0ZAtgUq21fa83tPtmGx291qiHxs464iPvwqHRs0dPqoN4sHOU1eKpI3C3+JIikrbUcmPjLtJVF4vilQE13BVyYDNpyspPS55OCilmU0cLz7o9crAA6LSaL42oOvm8DumDw6X7+ab3JVYevpzOVzQA12iNdbw0hif1BJTBq3Ors8r3VP/Sd9ygnEETkGhQnt1eKMzVdqa9YmfCOhmGvm/UMbr5ms5HfkLFo7DiBZ1tCwEYTWQtvlkn9XqGCEogZUyYJU/AgYoou/7mruy1IRYKgxffCRtQORa/BencLKVv2lbxpDcRVtgt9v7w269bwq9Ek8+c28cu0OKdDuDA3cNYAXt71Dtlm7OOCaOCcybBVlf7T2E/ShY+zYjRUr8p1EcBqpu89neoPNFL22Wy4/N47lz1WPc7R4OshxkppqsTTnIhsMlgEUfp6WeVWcHjcW41Fy8aRW7XyFzOHNwOLlUfuedom3Ti1Q1GnzNNxH9UHYlo5deoT7Qir8k4rlyjJF1pg8BWl3pRm9YU8pT2rPOV8wTfg3e4rxwQtR3zPZjwlWOBuH3vAR7H4g70ZO18xyPoHk7FHNpO7NM/vu1HvL6lI5/FKXh31Rgs/N92rDSkM2VSLgA6XxZxvnncX6l2CwY8Mw+T/dxvgKz7FUPNdkzQdbtCbVH3JFz3D0u/kQ98dy1T+Q7NgJecYjgiG0XzXts/ulERNNvCk9V4UIf/QkYFCrsw53UWq68s6+QhPcaO1d6vsAyO8VRtjtWwyEJWdhPbLTVLTzMSOZZ2lnEKfOEZMOl400ktf9Ch3ZKtIP3Ng2SAL263JVJ+8X5xhj+KsuM1d0+EioUxTgwkE+9OmPJU+osx40zI2MIAZ2hbgUvBp3n2s9Lx7Ms63E3PYgsnvGPCbA+Tj9RO5b1C/e5f8VSMSavoK9uVt8Zj3m95DbQnYV7CeBKmKrvjZgcE3HOGJwU9DZ4K45tjUNnzvMMxjg0HoJHHsgInhEpF729mvYd7DLcwGTMSVrEargML5VUjNkpwhMWIlKkxImbqG0GagDrTet0vsioRY7KX5pQFHNtxGvb93cBVuVn8MR0rgy11vWexM9nIyhKWZeTewTLe8vIzZO0ebCzA11rV4WEC8mstf0dBfyfFFjOD2y6nNuiADooO3/VatmmYjQiodBS1EaZVplGvIK2DUggWK3FQmDXmDnifyuBhyst6YgWexade6tSM4hYeWf+Es0U7v0fPJnxq8Eutk4IU/dWHkYSwFW91WZal7sGM1/qThuWbLIHJved73/veKMp3mhj6rFVzrtb7toTUD3//g8OjFPe/+k8/jkZNIM16CU7uA9dTmtDSGtrgMNIibX/Ktis0VuCR30f5bOvwWHHm6+9+Y8rwox/96PBP/sf/6fAHv//9WbWFkn29zX4Mc+Oq562QoVGde0XqfMZyW/phMJ7MahW8l56kmD+xUVdBhqboEwZSii60bvrTrFF8nyk/0p7NdQpAKKPIl+3YdiEYce9RSqxG8osUttdiyPNfaMw/bZTil5V3NaaWh/vX/+YvZjWL8631XvcqhcGoSJOT79w//PynPz88+8bX44022mqFnDdee2smPF9ubVtbPVsh5VzxZjWGILB+Lr/qe1nLWPF1ELmlUCZM3tQBUy8oirWgq27UwCv/Xj97WUkqcy96vZU/asSDOtM6kxoL6fhIGnBTs9HN1es3h0/GTUtpwrnWeRqQSVRnkpwd7u5qiL5MhtcEeHngSB2VAWTCoENwgqP8rZ0/vM0SE4POfUCbMMVaOIpSMO6yTPkc9Tma8F2HMx/7m/myS0vdcqVIP6keXwpvXLekVWGn7sNxhtLpsIE5VEyn4YJGMZ69VJo2iTOalKQK2NWg1msItvBXnVS/KVGO496NEly6sxFUAFb1OvoJHmV92EoJF+IDefOL1lk7HxA1oaFM27Xkx5Lx6iWputow9P71x58nM64frj1lCTNZ2EhNjWryaKys8fXkSBkvW/gO3OoKfCgXK7AwIa0Gv+Q7a7STaZfa7ZDr1LMnN+tcvla48B7e4HJkBFwVE4WN8sxW6CVDZlV0S9JXB6G3Oi4H7/BeH4cdesaU5ADu9I3cmRQHUe4F+urhnW/Fkl+p4095Smfe9bPKIi6MFbCT3JxOh/uAEFaccxO5d5HOyAgj0VJAlXWd0rMkqIngeOiMmc7RR1s1uXSxdPHkBLy+P69ePk+eX8wdxgZkM18oZfpSG5+dOdtYmvB6asWCV5tpca+5GO6f5f7JZ52sG1eleOLi7PPAsFK9bD+Np3VaVcLnWUutwVX0wxUdgjayoXTZ6Ewlf3Hx/uGpOlz5jseVrs5YPDFoxBPk/SjcJVABBpYd9eg9Jeyn++FJuC4zQcY9BtylIX84lsbikcKANdoOZsTvJDNc55S4V/ii2+GR4RipB/8mOybeyfdu/h7HSmsFlHaJTx6no74SZuNPiKFE/8a3LfZqO4OXkKwck3aFoO94EG9y2u5VhtFVeqsOGzFbceg+5OVqzy0qAYS4YeSPB3nhMW2lCfi+u+eBMG6WfVuuJdqKwpQeyzmXucRW1/QCLi+U8uo7owyfdQYRyzkyOloMYxkmq/fx53hKpKgz3Nj9e3YArz0nVwCAMgt+dcMIUozVe/Cvj5UDLtA+vhpcDPo3HS+lfdhg6lZyl9wbhKNM8Qx1KdRu2fD6tx6lMopi4QEHkRhlXV/G6PXvPMB6+vjK4+lPv/N+lLUts8WwISgkTGmH0aFuHTtDu/r7XYfyDPJPB5LPnHAOxZhDxSKSTx8r7alHChaTYELrWI91XhpW6iAE3bMQFebsCDlh+tZ7YkCjNJYhlV3DXKJ2kbNEJMY6o8Gp8Wct5jt88YiCyCWwWcUJOlbJ8eGWXu/LJeA7uwMlFO3HKLrRdSZ7ddWDvNX5Uf7SD3J34PbBmmktcTxA6TE59a2W/9II327r+rfe/Fob1nyRwvAIkmZY8vqFlvGr/DdSTDH7vtLM5ym5JmkQuIQcqxW/w/F7xVtwEnBoMXjqvmQmLc9chHyb7zLrnxCkaI6639VwV8lES6t6XB347jXM/uMf/01WtGtS3/+LXgLbIbxsCH22fQAAQABJREFUS2IJEg8d0jDrm/XOxDgTZV+7+VpuMXdaTeWThmZztg7Ir4WTOy1hedzWpP/8f//fWrkk5T7l6Pfefzd/tFxCUky/rPyGc+/p+ZQ86/74XoZbexE4Rujz2c48fvnymtjJqqUx0bG6lW+44V60MVeAsvuH3/9+kxQ/O/y7P/+3Q0uJT6dwiqpc4cW7wV0CZngCD298Ea9ZRupMVleTyFgaqJfcgZI4NYIp7a24Ih1WdR2HUgPuKCdRpb8UhGI9owx31ra2/ORxK828ldXSzq9f5P//SSMFn87k3Bm9muxhIQWu8/Pbdw5//u/+Ktelnw+trmaRtxkM33idpNcb4Xi9fQC8e/2N11KWTaLM6l09ePd8uwjDaGVAyGTmdDCsx36ndPHeLz76MCirT+U7gjT41Vl1bngqOupc1QOOP/l8UxKVLJzFZ7MXQnAKywJO+VxKDFyUMnyPACcfu+8dzKwr5di7ftRHCli368CHS6YCKDTPKW0dHTtU3r6TAK+BuFL9rJsyPIpO0iYmjF7YFZMM4wtJroMpaIMrmkRjEzB1ZtJlapx0qlmG2mm5TraG6Nqs5mSnTYrGkj+juEwqa07DOZOm0unPtnnI9fYKeOedVhGpjjO+j/I3cZelkmL0WAeSUsS9JHnHsu/6LN46Dgfqt4O89A0PUiDLftqoc+GYbzYe1GkCl5VIXoifcjZ+yEP5ZE+K4+0mCDMiXLwYNzzPBa3JlufPp8SFB3UcDuFo3IqSWZajnbX0GynhbsSCflyDPJa9qS+VlXypk4h+R3VwHzWKZj6DFXfu3G3Fk2DCe1MWsn07dYjW0bvhs2QTOjt7HiVlZHOFxbCTzlLopu0afhF+jXK4vjxx0uR68k4n0YFmJebO4xx405NzyYHi42N4l+9OiBW8cCDtDyPLqYgUdUw+nBXc/ibByWrxufTR0jFpUoKLT/N/1qjgUR3259XJ8y9aMSu3pavJkvOzhXt1Mtpwq2GJnwoEhnjhgrWmn+WqWVgpm9A/roLaz5h/rKzq6AwppqwHIz97c3rMBTlT+ucS0yzyF+MNPTTK/Jnk0/PzzZkp/IPCmbCrbOAeMVC5VlF6DkdDu8KCQZihRQ++TWd08L7FLxw44HCo4V66c5bAf+WQx+qsoRM+6g3B4OKjN6U5L+C3Y2TY0Gsef+vPCrl96mFR7StBpbEF9J31YVoQFWD/4G7jDbHH5dCN4J0Tbx7Dk2ju+zDf5pnsmeCDc4FGtyucer6XxTvnKN5FmLSKb+6QMNPJll+n+k3p1ulmZJn78qAP6VxLIz18LOuXKOybkk7JH8t77QgLO6MFpZ3CbrSNXsT9hX7Fqm6yPhk7mSpQJwnAyEiv5reF7ha9GFevodeqQ1PHC3OmTvAsgV55h4ylMUZanQGbJskP0uYoAZXaEN0p/G8fu2wM4Zte3ghvgIQVwwcirV6i+1WR90o6Lyb+nsi8mSRl9/c/TscHiGeVYDE9VwkKFNj2dAdOjWjvXp6n0zmV+1dflwgG2F/v1z3GfBGmD+vbyvV0BfTGNwIeA1FyvXHvZzYW6XncZJ7FsCliz21JXyRr7Dr0LsEuDWmfjUiiL4US3rM6N3zHMn6+isyKA26WiiuYq8ZIQ4CPHMJvN8MYnuZNcTTYcLrcMo5GEdSYYbbZsTTljV80lw/Cg/L6sKF3Li2jBMo3ITs7TrJgdvCxvpFy9ShLGVqBjXAd6220McOfpV35+GQ/rbzHKYGYXcVUWKCLp4EwbGQzIm4exwnqdZRuN8q2rOmpioWbAy433BkpsAyijYmO7qylGVloDWuBhxIgDWntdFL24YPe+4aGetesm+It95d8XXPfoGwPrUtLp0dF/s63vjUW4TOPrUHccpd1Wj785M7haps7PeSzGW1YJPnFzwotWacpS2aL78eqc1muwgvcWQPfPbz+zb//yeG73/1uZXoyLjo/+tF/Tpm91nqw+SfnlnO2iaijKKxCleRgc8o05fJmKxvOkleZp0SVf9XZEnEmHr52NR/RygNOwop/sQ4+/jhupRjHqovqfw2n5xTcaUSGBsvdzvJy/IXR8kkNNto4NHKZ8brrufyHV+LHZ032fJC/eOb9w9OH+aM+v5fLTX6vtx8cPv7sTmX9PMtpk9yCbVZN6f61N26lpOXXGo2M/hjCtGIFt6irl187vJ5LyVuF0ah83GgFvifEKTj4jrid5UFTKkz8vdiyeJea2Kku6Qz7Zj7A85S5xR/VTUI6+WN0S0e8Gj84XnxUHS+eYfpZsm9QXDmnpYWpXszhCgeu614VKKF+ukBNaZtQ+ulnX46iYrQDHTRYRovwUugr9kQMz8m+aLbeSaTOfLLliy/u1cE4M8vvWWHG3IPLJkxZ1SBcL6Ugt41oie+nXriW/8ijGjUN7gwhF75qVNrw0fKsLKUpTM+zRCfVQli/ylD8PBmCO2U4xfhFmvvDJhuW5AC256PoOx+SK5eyNl1LTlxOuaI4m6dzFG1cZyJovMpAYfM2Kxc9U49LlNX1Uq5nV7LW2gtCozudBOmHE7hWFo3qk9y97jU6xKJvZIZR4X4daZY17kZGtowijPIQn84ISUStaGPdG8NI6VMY8C4jjGIp9/BCecwqTSmRsyRoLoSrsa9BVgWKM+5qYBrZXx0KRjwpzbE+hsLFCkvOgb2Cdm4donBeUIkNvdxN+4Rup07xgEgxGBgnoJ91CKsM0/ksefTxzrF+3UxGw2UrMeGDnUKO37pfhN1zWLyzK5UvUoZ1iHSOjrOwn3vW/BgNX9EuXc2NqfymCxBvP6egDpLKMz43dyWkB4L2D49yf4qnUsrN1cF/ZN4aVWjEoO+Pkzt3ouej5Nn5ZOOFq3XALxfeCpUx7/NccJ53PY4+D4PNvBT1Qymn6Pipc4xmlW/apz4IsTABO469nIWtLOtY7XRfpnbD54xeFP80XXx/Na09/rrC5BwD1C5f5LjFwgvgmcd+/G+ftpi/84JXV/BXI51OY77MC9C8hEHCU8e3HFa4AUGo7e0GT4+T11zXuxVih5287D5aqxruFUQc9X/qUx8s0Tx/XelD4zpcUHKdjFZfjY6xvl84UdiTlaUxbi5d7Uptl1FzcIy4jWLeO3rMGDF6515bPp37rvjFXiR0rN3IHYAnMO6FrRZMnadwT3vRh5c+/PS5XsQMVjJazFL4ebmngDd1LNILyXiZ7AwDGcKO4lX9cL96Ni8j73cjkApgWahSHMSKQDSJRxhiyqn4AIpN13sMutKW1qTTdYi1MbdG4O8+ijyHNKW1EiMcVKDJtCshtZSQJZCXINnuKRMY4CvHpLW9g4OdoRZ+Cj8FCkjxy3eG1gnXqYLKUBjg7QUUvoNFLgyN8Jm0eu9vhK04Cefl7pIAapiRQoh+toSXJp/0591jMinaPtcX/nVjYYLrBBXlZxpTE22yLGnATS7DCMo/TC8/RzCucg2i5n4E9CZhVs93KZ3gsSY3RYvbxzstUajxvH37y/xo3zz84B/84PCLX+ar3IYa/KtZu0w0m2Xayo77huOtt94+XKk3CkmshN947xuHv/mbH1fWmLF8KbpcQ2zA8lmNLhgXHeFwklgKfO+Fnd73FKfn7fsKhY+jUzSeCrZZF8W50wZGn2R5vplFfPjsBA9lF9KnIcM//jYeGDjwS2HhmyJ+69LrwwMs26yqXHQs3cjNxlKO3/zmB4cvmnzLrejbrRjzIsXuckqulVIM6X5x7t70tFl/Lwa8nSIvBueT8CJfbj8Ek2M6AFmvLLXJImRzpmu5XRxlDZLvvdxwrIkPz5/WkfrBD/545hBoyC6nrOy9f/xMkA0nhgtlZLUf5ZPAK98rTTTmzwkXLPhXGl5WPverLWCx4MvO75hVNqHWjfXd5TfuNykieCs1aBrScdWq8cNfBDB4KEMStHMuOOAWvTA4+BZvdk/IpoDySx13jOoCDckKFUnWmaRzHG4e1gg/tfxmStzDRmjuPMjV6vDlpEnJnuW3Utop7OOuQaD33iToqY2xy7DMVlcp17qpOlO3rl8+/GHuTG+99SbwNhh1RKqXRWKxe67Oqjt4JGv3ubNZf1NGs9t21rAoe2GVa7GSlIRX3nWuxD0tuo+M6jGyrDAbfopVXssK/KJVmSgqGg4dnyuX8x2u7lFUH0Yjm7EtBRtvEypiL1HWoFZ11mZfuZpc4rr1cDralP5lhGkJ0Tut/mNoBARAcwQzXJErDnBOuQpwLrzqaM7qHMV73goerP4XskZr2EbJbaUdjRCL97kmGx49Xp3r2VRkwxE8Sh/sA7/nwYXGN56IX1mt4ZwLlaU9V5wV3j0ZIJqIVrC6xAUi+u+8pSD7yjVw8/x5Plul+yy5aiKxTv29XPpYc5/FU48zfijLNOTxHvkhLcuVkmcs8WTf0DRaIJdaphqz4l1pPWUWOnSyN8FVK03E27PvRPiIqqWXZTZesrpRekZ5Vc7FDvNtSlO+0tEuLKNN5Zi42hT8tQgln92VwGjKdIgLiWy7nMNqYi/NfcWTxpzx0OAKDbJaT4d08No9dxjRTs7ilMcYzXop/XVfZpLd6ID+I5sn4/gjGs4oT7LsRUaf5y1BxaKJrtR1eVaiUbxH4FQ/GZ/KYb6bCK5t0P5bgnR1LstPvA0Pi1WNGpMRNpLK9bDO2fVGeC4kN1pcafiJ906DP8ngjEz9PK5ekwIDf7m9CJ8z3ydZaCdw80GGxvEKmQVScO2N1egfvVlYRTn1Dk67Ch3gZKI/L9d1Q9UK/spvRZ8j1K+2vMyV0evddZPNX1q/W4d6JdkTfnn17VeegnXyCdTFX/P0lUCr6L44Bv0n4fd3wbtFdV3W8r4FNjou400f3Mf4+6jwMjiKMKSFvWRzdStBLZ60xuOg99pL9WYZk9zvz5TzOtylqw7PviCjxJMPLWVbRR0Le5UVD84E0urlWNIp7L23yhulXtsBVh0CHcPVmcabpP12oGn01t6bhzT8OHWq78E7NI+o07EtbJVq6ih5N+XuFTzgI3nhv80EKW6BKrUTEg2ZurIaAG6UhvnOanJK4RVeQoVxyDf4VlrzZr8nwFb667pgdv/bjkKe/Amp5/RK2J175alU/gmWACCY5qpMCryFEW5/7+ogDAeeuX8J33zr46uWSW8XkwF7h3Duel4peuqUN9xMqNPfVqxJaP/ZwoonZHSLOARCYadRqDylJH1wa3OngYj4XgpjuGd2M6yRMeOdnxiBwgpLARt4FVYakz4az+PJD8uICXIaL43+UUoHhiO8NeBnarDg00x7h9UjzuQa8/a7bQ5Tw8MqxZrJIgtvrKgsdlwXvkyJtWzh5Tco8hp0S0KuSakU4IlXg8elw7redqkcugQj/lqVogrSPXie5J5D+FX0jn52elZQr/ziSQrhLLlXPHysbNaQ14CbuCkk5QFeCfuxvoU3fxKapS03+ngBFitqUJ5Z4hzg5Nf/wQffHAu33f/Ac73Rgs/aAfSLOjlff/3m0KyeVDFeHN7Mz/dzfrlweMGQLNeS/K1bYm+U2KE74gq+eIaS+/V335vdBX/wwz9uTe174ytv3XUruvyDP/qjwy8//NXQ4kF0vJyl2cgHfMMVJhg8lqRy4RHCi/vRcfUcd3Bj4sqDNviB68XXrr82Sq5JnU7uL/z7HpeHpdJMmkWvoUEgI8XUxdLTaeM2ZTlMrlRoQrgd1Toua8WyvK4SrnhFK40a3/iblZ+1kf+eDoqNlyzdaOlS66BTj8kqQ98msWmwRnY15I1ZR5CW38PqxYNGBDRs6s5zClZpcx+yVCKe8gcvs2EGOndeTiDfbHm/d99qpZv33xzcLl5MYassFIZlJWxpxNwx7BoLh9wi7jSCk1pVJ+LS4U74Yg3Swbk0lhr8CONq9saz8YBG/PThCzl8cizmHp7T+RE79AyfaPyP40nrxCvLY369lWvKNnTZ0y7VcDZrZ6dQW/LvcXGOn2VdLo5O6e5zfLuRL8uQzsiBtKSDKee60lNnuKGcSSm/cP5G33J/ovBkOX0WP7dKmVIMkDYFIcs1ohpd+i08TCPoXW6Cu4wepTIenD0W4i9zEc4mU54ZiSy5NZcgPIbj4xS9Z4asNbQpwwMimlaX0ZuMoWwNJOENPJMGsNR21voUPhPnDXnjk9kUiv8zPorFhicL96JwRrMorRDBve7u7bV52ePqKAPE2UaFRlhqqFtOVefkjdfNF8iNrD/1kbJxKRcQygVFohL1Pl6sjEfx1sjF5Aye0bHAr1iBBfBWq0k5Ke7w5Bi8bded1+xaS2YZ+Vt4FTY5N3+lF/zjs99r6ZCPOsZOHRcow16ujE74bU7ICxhKCJ7g6lFXZ+SmMliZy0pD5Kgv/hxgWDee0XrhVUf/OLeY0HU4YuyJMRgKdHSNGMtbSkOuYvJrV1e3BiC4Swd/Kl7hyWSH3OBah2VK3osnwaYjexzMUerwtGvFniUpn1TQR8mmJynriYXB9bQPpUQOPSM/Kuf0D4NvMph2WH5hRuPcrfKOMgpEgMyBH9VMHOfQQQN3p2s//ihrwklvncJ+5djyYNyRn0Noq6BN3O3dfPh7/pyWM1+NPugsgw2tpQjHe8Iv773acT+f+zl5LoL7xGCxJQZfqx5CksGV3Ug2nNa3waE4Ize6qrvSKR+yBG0ccDzP3Y01PVkiLLkylvPtfkbIis+qPgp64egpF7OurxVjUtDHNSbPhJHTxR8lnUU9Jb2wo6zHe0svJkfB05+CfeWYTlu0fMYHsKMS9Ev+CBvhkyHTuY2XcDi3S3JoDMwx88hAzLEdgQ1Jr2a0I+QEORC0IUk8wfd48377vt76vthxhVk5TRzhFrUG4NUr3L8Xeph0e3aJoE5xd8adW0+Txyr2/Ao7h2tMu2rA3K/3L3+X4NrDl+ICbs9iBZzXi0FOYg4gOwQLvH5PPi+k/F2Pe37b99OPWxLzqp9VaV+mMzXR+wkwrB7Iw9J9oqJggpgwpZkbyNGjhE3K87MUQMo71FDMpCMrDe7qwYnnkLBcDVHyIefKEeNezT4Y88wmFIRTB7cCPuhcZijpFPEPf/GLDQ0mhB5leb871mZuMdWaYWzuExRAQ++GsQlkE1KlQdn9vW9/OwXn9rirkJ4azfFfnHIuCOU/AipEaMSniRua9F04CFLA7ikzGjq7kaloc/SedVcgPvO27DZSYDUWFuTxP0567ryDr/zpNc/ZvQqkot5PIdOpCetTFvCKj0jec5M53/KMrO7Wl7+fL/Br1xpyHdjz0U/YvNMqH09K7y6XolYROQp8OKIoDklO+GJ12JRdEeHvL/7iLw7f+e53Zz18ox5gQguKrWUlv/nNb44ST/GeTndpTtWDmylTv73DFk78wXoAJxRrnYMPvvntw+f55Y9gokCEm8ca/sJcvHQ9Jc/OtSaKFb/vM1SZIJuVO8IyriKwNKLL97qyFY5c0agMvoSpnBpfPO3wiwaWYwOLcNZ4HuE+X2vUg4OfeYTfYoi36gZsKZM0x4IVIOYcyJNLSj3ZohWm75QgfqordrwabLZgn2uwUuQe14F8XkeL4rUaAPxQvQuh52xilNX2cCMFvj+imLCFvy++uD3nr9sl1sYw5jasODpKZbk121PzFghTVwdxO0Tlseq6AAtK+Uw96NlbKBjcBbfnpzo6IX1te94LdEb3Db8nkTbcUdDVkRdZxylm+EQ6OlqPOt0XeehIaQ0RvfB21Tm+6Eetl69srd1X+TWiKW+NeFCEnjccPBOeTXqug2OUR1CKD1pNepucP21smU/qS4oSuTRbcx8lk+ILiMK/1iouudIjq3U0WL5qRLfyuh4lK2bH3vj79TdujFwY+cZiNh2XhZtp4OOJkp08uMddrC7bb+DmTfWIAmAkow5CcvFhq6AwiFgm0OijDrfVddTRwfXQBZxWVOJ6dLkJ08nEwuuIksFk3FgCa4l1AEy8pWB6d3R0eRR8q9Yo35I9jaIkMyn+rzdax9VL+OmURXNUAYB6/DgF2C6/6tyLVsQaJaV86Dij2EWBVT/im3hmOrLF1YmNtKtqSa9jhVOw3vc8Z7Aq69xv75dynCI6lF1tiloxgSYlkVfgkbMeYyftAZlMQWdkWB0sCi1ud8hlP9YbX0bJDDfSWumtb/I4HWO+T/2Pn7oa9bOCzbPqDDdgsVjYjazorBgxtCrOyAFuTn2f9PB0PENWc5fZRyOnQ1tBxkBQYur3heBavvQgjQ96By8SUoO8HYVsUn4F2r2gr3yZMoAjuAengJaoi59532W98ma9n7v/1p8drqCV7v44N1veFIw9pwXIyqx7jyvUusLjyTsJbg+rLU/u9k7d0SmES7J4lPgiqhN7vca/aDN1XZrF4aeuY0dxN2pF/usUm0TK4Hjah53BYPzUKefdc49BK1b0UdTJEelR0tX5rmT/tFPyJXfICvlu8mYKU3mGttFiDnWytsIOzs9qe5YFfkfiCoz/tTPkgs6uzvlqE4q71+lJLPhWqqvA01MIAExEeJ0+ZDGVoytBWXm8CVhJEMjS8O7UMS8WoRei1zeMKvDL8ItIJ7PH+67psXTYrMHZ/TD8IuMkQoAQ+sL5NpwEMfOcAKvQ/Yasit77JTow87ob5i/+FrP3p+DuFoxgxjTKDdZ1rhsNs1AO4VQWpIp8827ez91UrWgRTst7x+sw7kbUiV9YMIHIr/TmTtKluoJGm57lOrQIaA3zWMOmsUa7YmHy4HYOY0UvcTQQGjfpDT26p1BtOXTP6hkTyjlFLGCDe1nsCf1ej6J0/lnDuCmGlGQ+0nYz/TSlUS58xPkNW2YQo1urnFLkHuS+w4GNBqBNI/GzNht6p11PVQA+2TZP+jJLoYogDjzsFERThwokHTwArhfFhSShZ1Z4j3OtwnJdCiVT5olTpElzcOV9kMcjjiUU+zq4QTvpunYmqE2CQwSTnLgOsK6+nUWaMHicO8xMgmwSqhw+Tmn/n//0Txtea1JgeKQwLv/oM03UvX24lk/ttRrULz432vB6bhwPikUQJCTguwrswOsRJ6UzhbqG91a+1/cf3Gv1i49ncunPf/7zmXR5v9EJPrHX6jyw/r/ZJEyKgWF8Lk01hYNzOB36Szz8UTZmXfLuXw8mfGBTpzuNnlCCrAJz+abNsFqRJFDGWlWYq9euHx4+a5fDCMnqtyzGZEeBym1VKjxoGDxeTfGy2RFf81vR2yRDw4XcDmw+JPEZNiz2JBGqB2doDP/4GNN06NhQ3PbOwSrTcO4aYgx353Ld4ariG6s5+WJnTpPSkDXuroEwpI66CyfqD4VlOrjy8t87Fnl45i/O7ctqPXCqw7kaaYJbwx6ckc4Ephtt1nP2RQpacH7S8oBXG+0ZHkXP8LegLcagq/x7pw8Cb/CFR9fHhQflBs/AFGxkwMLJMPfUH+WQ3Fh2ymcUAulWBumP3+18J6tCML4PADI9rE7amGRJ0oWXPkSaMgZTQaZyTJpouqy05NDTTJK3v2zUJfMjNyQjJLBsSUurioSgTnJE/dKp0DgppdwqC9ijK5jHd1pJ+s6wA8caUnUuhI7ck7qGbjpieGdg6q2Gr/rGj32u0ft2VnCrB5m/MhPHssKveQ2GvNcwNyVxWbfkCU44UR9zycpSPTgiczTeEXmmWUdzCwmMfEObDmxTUU4OioBnKLZJke9ceuBmFIlk494BG/4r32fRhWJuEuu1lPIhz4ajRfMgS6RSTqSzTnm4JwOb1J7BRIdd+wA3r926cXg7I8GNlvI0R2aMEIWHv6NGRJ4ftUjBaATRJVO3er54Yhg0Kq3OyNCuujx0ilbDGoVUrcgqlvklr3G4WhZtBZpjwRKGkba811Va+AX+tRc9zjltorhTSSQgHacUukpj2r6uwHTg07n6gQ95gGU4fr0bIuG9uK9knPhzRs2i7bhuuarTejgSD4YXyYsXzTtKchQnWCsrg8JSskqihCRlVKDfWAhXFxX83ax2F8cDMwNZdUXZ92MvL7gKUbrylNIyBg0cE7h8NGp9WbVVvlu5J24lHxj2lP8brlubuGIqxeljwefN6Zzd74e7Yf2TV+IsfCgbaCdurxljaiWWwq5YHYOr4tKbxt2FYJ33lPVkeuU7Z65C14kfnYwsrRG7VbeEWwp7da56oOOsMql3a4IpuUJJX/rEheo5Qx81bvTR4hAFzhnRSwZNHVOw/ezWXAklI9Wn7UKD6Dp8YJStP20p1zKrK60DXzqrM7URZNUJzauTsVXf1M/SWQyzFHaIAYQEJeUbJvIeM+rJYJSFwApQJsSrzFa8BYCMT8JUgFfuMe7kAzG7siWn0u69b5O7MBMOPNu5vYN8fw4w9FuFWnHxrjQcgdHppwqTECAET8Vc8bawhPCeRjeTxoJTA6xjsnAyCfspixNcnSB++3ASaN1MOoVHLAoGP/RK9JVQLx91MoJAQeal34F7L1fPO44FWK8rZzfj64ewylwWLIpp1y/LJkIHTEjVFQoHjUPx7ovPv5cCzjXG8O6sRFJaY1VPOeX2QoBp5OCB4n6zjUW++OLLwR343m6dbSuwcKe4MlbFs7Nl/btff7dh7cdtJPTZuGvIxwZLH/7iw/GNf9eGQTWyd2/fT7E3xL74awAf2IEe0L1fvesqnnIEx6pVqw5RztDN8K7GZZV6lbyCLwxsOJ20oWQ7wL+fyoeG6EIhkSZ/Nu48omvoZhRBGMpJV5tvUOLeePONRjlabaDyioMWKiU/dnyJH/TY3/razcPHdz5vdZmPDzfDxYUhikodr5SHfPaDgsMdyS6zNnNhxaVEGvW420o9GkuW9U8+/Xw2JwKnpTh1hIyIkHfKg/oSlvT6DSTl7kmHSvpoowG1yZHGnbItvLKADRz8/KynT1m5n9ItBelIPtRsgutlATQw6EEx+uDNbxw+eP/9w0/+Jithnbo/+xd/NrCJLEzRAdex0hxrPOUsWmj81Hf5jbQapVN46kGRwJCwY9WgKMAhITq4dO30LBh3AE0FPEzcydLHxTdkXDGmY/bl7c8Pvy7Sl03WvJw/9LWWzLzWqjQXW95vXDHqIOyyhHog5fW+xiXeGTkK5tKQqvxGmQkwhgnWvpUvIJYMHncTsiOcw+2i3/ru3kRZNNnPwTF4o+NMaCzf/Sj6hgRX52rsyzScrM7hS8VqD4r/i4igK9J8kLdyzK7ClaTWrPuzja49bGnSo+ENfMciXZew+hMOUugvNiHQcmqjEIZibiqDY/B0rLo3EK3yVgdH3lYOvDarz5TvWKIKP/Iu3qxCDf4G/1WclQ7Zv+qRzr9ykCuj4IdTVvvzj9ZInDwe5fP/2ad3Gw2rc90owdETm0I975mLH1ewFPWLpVkVHpGT8n2uycg2aVtzQ+DIMTUsGCpH5Z4l/VLM+FC7t1mZEMsvFx/0HApr3XtYiDC3hBIxW6LrUFT+ETEFmzqUnHyWPH6eQjFuAUXDwz1O/sJP/ayzTm6hwxuNFLzbxPib7WmAN8hMdNQ+sm6fCy7L8d64wQATcbRHFJUq05kX4Y0CUVg74z7PVYi70zMuQ+EYWw/vVF/Ozoo4ytPJCj11ddXDoQsQS2fwM7RcdXyvaz7vmHT/247hP7jahKS40lsRFw7VBThxHRyEB+6MBIHaLvjwdsHhh9x2atNcx9BU+uSFOOqzv3EnK829FlPKph4XDgm5dkjcvVGuAREu5vCxz32jhGsTyDbty4J9vq6yeNH/yK6JJWKgeFf8/ucEm0P54WWXY7u8mI//P/0M3qVVPi89JOBzHSffBXlZoKnDE2rgA+gkEd+H0e7pfPMH390LMGl2jzbqp2PKF5OPst47HdYpcYw6LjF4vVOHlb5oFb3xYS+69hYfSIvCPgsIdF1WdHCs78KcuOklX9fz+iaNEpg2deAbqBZccOLQLi1erK7gjNoShhL0SFIUTFn2sIWP9oxEdAJ4EGcp6eQXHvEczjqmP+1mIQ7T+0Agdq2CEvcj9CrYfgzS5nFlrsI7WEFWfAUA0kL+uvoesvrg21LKhZcG5C42c7/SX+8F3t+57gWVn3TnuufV84AVOGMV05vR+CtL5wj+LZ8pn8hT3knmJN+dqMIvHyk5yUvDpiEOL5V1/MZrpKyasUDbQ5W/GrnQshIvnsZ3XA9Kdx3KX7CNmCMMG2I/kxVSbggLp/sxRJNspwo+34ehYqrSNHlnETfChutnA9Rq5AfmEnItZr9gfQXAERzyooyjKYWPom4pRj3cL5+0KgUFtF7mmayrJkYSOA7rY5uAabm8977+/liv7vX8VpNSWS3QAPzcM6yuwn2HpUvP+IMmaP7oRz9KuTnfLoNv9N7mJa0GUVo7X0wm289gpLLBDaUAQlhm9YBVQvQTBo0HZ5BcWcEAP4MFuJmEtkRPXYQbntsCTIWqMklF2oT5lfzTrSevAhMo+OzzJrO+9bXWnm/XU6uWaBSV60/+6HuVUwb5UtfhUb533333cPdxFvEUP9ZEIxUyYM2uYIN7G+TsVFLHlXdZc7KEv5GbTRZ1HaivZ9FnLfx1yyNShj///PMa3euHd3v/05/8JGv7g1EcKQaKJM1VvjihNOevvKHkcpNOuaFcaBKrXU2vdv+iJfAuwd10gHL5SZk31HiUUnjsLMxELgHpwtNL1CZ0pg5q7SlMT+rcteRnHUK0RaPZJGLQUyyyZG/cut35huWVbzpZNPIo/qa8R+DB27qKsHLGvzpRW+mkPuF8PXkXUj2jDXnkWNaRboBR2hT6UbjK5rXX3hi6XL5sfWjuQ+GmFVEOTemYDh0iiYp/KgSr/FFuQ0YrHo1bDXyvMgs51C1b4eFBsZNWyS5l7LmrDjP8Ui5dydDnpXE2OXFskm2TNs/nh05WUdrJKxN1pXk+PlPPBoc9dzNoKtlVL8qraEM6cJMn4KP87LJ2MBQepy4Vf2QoOhe+FCfss3wJzlQHWI9Qf8rSvdUZBhMPc7PLcroaTIpRDarJn5WWVZ4bSDazOQc2cEZbcO8T5U3ye/q4Mhfeesc6WfIH/Jnq/ew9Mf7glNuFh5EPcBVOzpr02iogVnbg485t7WpLMZJ1yGbeDXyeaydUMuJZIzGPyu+Lz+8H75cptMnCKzpHTU6bDVJQjzwx+Xf5nc4k+55XG7f4CR3Nt7BUpJVxnjxKXpafdp8Fj5WVNV2HbQgxPBnMRZ82prKRi+i+1z9GjafVTa6K/N8ds8RkshB9jBaey/1oWQ4ra3X6aXw4Skr4ulSeFWNoiO0plpTqa9HljWT9W7nafNoGUq+luF9rK/arF61RHSXjual/8dyF1rLP+zvGz5e/dsCqSGNQi4DqKr1hliwemVFtUB45Vk54c0zHHJ2LI13P6xr9/eGDabGExahgTc4DGr46Fp/22F/Q6R+s8uzfCisM/KAt/PATrvs0fDpp9KNd1mYuZS9embqEz/B6iXb4Pcmv7Ke9BsbInK2MAzPw5oNoU68H3g1m7/avi9fwm/bF2/1wv+UsXmcYWIqqL2QTvhELPgorhf1QB+foutfl/dvf/yrdlc6i2YaHld1JMuvtyePCU4/yXUG3KzgncM9u53G/R1e8u8KqlO4taLDq01SbKf/UjXjdohraY8fM2VDPe5/YGV7XRi2aMmw4KepxYenuyrs2yOoxFHSd+nF9KQxdwlyped+zNn7J1t5vaWyFmfxf+Rly1TZVByNUGOwe3/VHtqvLp+Pi+xh/oWauS4ai+egvvXNAXWUOMZ2rokcWgbaABInCeR5EQmbnfqyews6ck2ffh7dOwuu1aEBWY1D88hqltYAINMeW7lRoLyqwioJQQ6xT8M1QpSAKCQGbwjHhxe1Yw8FLcGi09VxWBVrw72WYhiWB0seBd4R3eVJEEX65JizGUbD+B2mLYRpeiUGeHi9/xjAL7L5j7ZUPIkD4CBiAlQ+BtDU1PS9kiQc+lfecxjK0ICpmGQFTAPEmdUJeHj2i+3JJSliw4GRxGatAIaeBLb1IuITOwB4+tz+9dADPtVsH2vDfowRSEMCEUYcHCjiNXHmMEt23b3z9vcOvfvWrLOK3sz5dObz/3vuzUsnPfvrTUUqP89nSmNv5MZAHpptNlNIJYAGk5PC1fPtrX8u949eHX/7yl92/tZSTGiWHCnb6AC8cO4YeUDh/hNfiZeUQBKamkINbqz7oYJjA2HDwV9KdBPcfeQy9Vz5wDRf4iIVOZ0KFxy8PUrCv5Af/esqxhuda67ofXzSk26TIlPbbucWgAcHxJJ/XuCVXiautv/55w6G5hGT5dn0RXZfQDoh4Rn6T+5RjAQYmeeoofNYoBcu6zoOJuveaN3C5DgKFWIcIjiynOVbsv/7x4uXpCMZj8ZVGfeFPQyD0+h3lsA9GAixdhZ/O4svwpQMn/fNN2L2Q8gOWQ5ZIw4ishcOZMe+ylO3IDHfhQn09yiL3xBr7bUv+5PGZw9/89U8qakvptcrN03gEDCPc0LPyw0NMMnVoUkPODTee4XhG+2rMZ3i/culMou3Qq+/qz+lO7yZZik32sNaLu+qFNPd8p2qie5WdzyuXiG9+6/2xDk8FLU8gjjta4Y65PNUhB9PuP3w/t6dPGzkxEfV+nVfuG+SVCXksb8KOFa5nuE0SWQmwIpdf/HKRe0D1WifZ6kPqzdmUjlhl3l9o3XOy6nHrgKML3hylPRygmzos3ZG9YRfc635dyRjLiK6VT8x/WZ1dZe+/yXiVvytYub5QGL3Z5WcPPVb4GecSw1cxug/v46qQpVjNPCpR1mbzL6yEdC7rtbjPwuOcFXzt1ixcqTilpC6XnqX/7sbjYLNhEVgjXLD0dehX/SkC15tVd6RTFkWY96UhfR5tDT/WUW7FperJpTbNIUdZ+m0zbvKtCeXFHhjQxztuLyajPQue4xyYrQajvppLcfdOk4xbYvTu3bViD/chdUbbA//mSNxvuciPPmrDsCYk30guXE8hNtIA/l0BGF6tXHOFl5Rsc3UWL8db0cHGdY/y8f6sTvkonsftPVAHmhyYeqkTG+w6enunT3z8YOUe9U37ONZI9K48Ey5L+dPw2ZzuGQG4ktZjdaQ3brXvwc12mR23HB3mYGgS9uVGFp49uX6483l7UuDc0mbJPBePNAY3StPZ8gpRMDn8XNShpUKvzrq6vU7fpj50nbkXwYhUaD+dueKUyvy57pzWy3l62ZDJpDQFqfdN9o7LG5qo812Ht8JTtStQdArxGDospR1sTsdIRnkHz/48N2U8b4b/C7eF8VbQgaKbgbgH9X4/FvTSVg/x8Don4hZoZFLMh+bThnc12nItFym76h7XUZrwylecSjyyZD0pJ9nmqZ/Ksnd8VvILszs8rtLQtu6HZ/JilaTb+ahgpYRnfO9xyc4J7c0870+TK5lT2SfpPizeBnSln/oLB7Lqed6BHd7w6OJPZaAFUMpHL+u67lcaOvWU9+Hpok/HtEo9Fvbecz9z7h2yXk3a4xZTHtNJK7z3wvFdVyd3AwOYR26Wj3Io3/BDYU8f3uGthV16HxqI8ZIn0JoeMT3k05HVIe2BiiAd8qP2RJpyYYB2jMK+ryW5M+XCbl8LfGKh7nEYS6kcWwKA2Y/p6Z08lo0CFfyM4QnKJ4J07sSRHmoBSIO/0upZtOIS1kNgYZwQN6HlCImr4pdq6fQ/iN3CxiiTYhVqkAgBCc/xac1dVkrKR2lUKVh9LqeInDvinwwiMK20Bi8lVrB+MNuyJszSQQm989PYCLDhZmJP4EH6KAxDXHkhAoWi4IWTk/TBgFjQO4IjgTmKVfHW7moRLng0soSROCw6xkisZ7uE3Qqj8hLKMoAv5cDw2E2ejklDOquo824YN0YdvHYFB0HPQigxjYIJWJQ3iurXUq7581K0X3/9zVmm0TbiduCUPZi4wMjjtTa3oWjebmIpv0pCkjVeA25S5ne/+93DX/3VXx7+yy9+kZylIK7Bn7X76IA3AgVsDtf5Fn7GHUXZynRo1T1eGHJsfKXsrBJEm0r0CqXEm1Rf/QnVEzbsDp1GKBbyYZYtFVoHRkRlNPnsu9/93mzoc68JpraFv9nOh8/bbfLnP//bww/+4DspC1lIA0FDfTnf9ad3szTnSkIZsJnQJy2TaVLsbH41K10s/hvWCWJKL6VNvtxhTHT99IvPD9//gz/Ir72VYlLq0GM2makolDeuK+MWoz4UfxRUdbFEYXLVMzyn4QpLE8aEugdjob14sUl6YAkHN1q7HIPiiWMrdVT2Vac3vA1tShXxT2F0dyka2IMZjUzo++jXv6o6PTt8UmcN3wztij7rE0uhZKS0/67rerML0PkqToEpR+K0YMhYYcd9Rjkr+zp8WPUXqMIufngpn7zp04oTjUPMpE0ButyoCquNIfPVoa7ul9DCIYWQpWx1ao5TZu5eZxk9avOsVhC5r6OzJiibYGckxH4DFMp9zwMiNcNuSg/5Ugfp/FrdZJTv8GWZQUO9x5WJfVq9Yp22idbjlPNL8ZzVj/CQiZCWML0T/bliHKU4mRBpl1odBhbvC53jklKJzzbZSrxRhCGhA934a+P14f3gokwhvDq06uKOUxLVfY1UitJYt1KGZ/OvQWjfeg9H5DG56yiVftGnc/hn0aXQc0xjGc8ZhbJaDev606fwX34Usq7uGXuezcTPJ2NwGJlZCmr21O4SlFeSZVYHCcr4zEk5W428cJcu11G6FH6tGjorh3Yf+1sC7mqTxi9lcR4clZ75N2efVNYs+yYlz8SxirPqBJm7na0YE8rrdD0+PEiuXw7X5TRwDT7Cc4UY1iTLB8WV98Hd1pWPhkaxdJZGse7KsGMCrs7asdWXog8L/ViqGyVQj3QmrODk1HGbNcjv320X4ruNFOSSVHt3qbKXc+H7jW5cYrjrZPnp+mIs7rdutKdBCruVq7RHYHjaXhI8+I8e38pQ8Nrheqs13a38l85dPty6duHwztduHd681epgN8iq9i8N3pE2aBBsOsDwdUbnIQjGZWBkMxptfDEMMFI7CIeB+rZkFsaYz276tM9RG4E07wq582g8ciLsIdbZN7mgNz/0ibLx3jyc+lHHdNqG178aprR2eFdDCiq8vOUzPL0ldko3EGomIn4lPaCJOsd2DdQpPXeji9H5/Q/eP/yTP/3HueV91vlpCzV8MbRFx7U6kk5xHcX4Z5bynJoLj3vC5OGWRRmOHtSjr8rqblybag9GHnu1HT7vHY+psfHsJLbDGD/t3yW4lNUiJa9mpExdFaa/XhVWmEVT8qKvU3cUWJ2kZ4xsDU4dKMYR4aZDRacs7jyX0HKHOfXNd3IyEc4tZuKUKB0H2EvBlyYjBes5Od5zEUZXnXBkX+96f1KuHRmnr/gg/iXSZtdqDOOYtsYNfiRBvfPTG/wwL3rwThrVi2XciqtKD/6lexKuYMG/ANSo7cOQK6BMNOCFcixqdlPq83L/tgfwpQwmhG9lmnDxZmAcLnlZ4TwimqTmkzw63O+hxJvTu1PvJ+CE9XUde5wVY3vnM7jLBCIIMZMGZ93LPo1SG5L6OIxEwQHvarRWRZ5RgJNsltoLKMyGCWaS5nGiWUM02SrvdtdFo2eFBGUFm7+ZaIMOQwxi3ceViXSHcSrwCIPSOFE4tmAukwMcV6ZJtYgmJbImsPQN98hyS30h8FQC0iANthDkGjyxUFrukPWU4s16u6wgGmHD2cuH24okFA/pwxGL00zoKv5bb7w57z/+9cfjnvG1LOjvvfdegq9ec0oF67qKwjrl3tb0Nm35zu99uxVjPmpi1BtDqxOYw8VU8yk4ZgZspe59/3PvF+0oTIPrhnAd0yB2lZ+hZbiypKBl1vDGVuxVxtLdMFSMjW/dwXNXSoZOi8aTwiztEeR9E16j5v3X89V3WGWDcv2v/vX/ffj+dz9ogunVGrk2q8FvwXPr1luHn3385eREmaKAG85f5VKhVxnWpdJ1g4cJEfMBLmUlZIk1NL53+Ez+NUJy/UbrtKcUot2MGIUUfwTgKBSulV9eePi4q1Lyuea/fr/GfbdEXr3QhlAs49H+fNbBOKGy19gqfzBNfQpBOv7oAS9MxdSjJQcKUz1Tvmu56oBjNoqqzDoGCLY6ogv7U4Om0EFUWngc7jUAS2lBafDG64PpuKG6OOt9Bz/cDhzh2XdlBgcY4HQaktISZg736l0/UuZykgZboqXTver0yadfHC7/9GfRszI0QsLlCZ6Uw7KYrDfqbRplFsbyKe0b7cLamyygLfF4n0BfnWwK9pPKfq4VTwTcl9FzpZiysE/9SNFW7trfYAe6b+p2sQKe7OZ2Rbn3rHwEPV7QCXxYR9Ko0v06ylYquRpvXrrfiiNt9/48owF0lPzkJ28Tf3WqpEWpCQlrxAJyerXkRRgqfXnA1nScEh7jw108KAiseMpoUJ0A49O9nwYPjKU6tFBysrn/QZcwnQ5lxOdT6AIYVTURrBLPKKJwQBJxNaTKnpxNYdfxm2UoIcxRWOXs6yinRjCPw/F0foz89f7YROSsrazZ1lIf/p2yLRk/cr4G3fJvl1JOzdkgu88XT1vx4JGNztLqFTxeG0vB4G9KO+VVBq5feOZmE7tvNAnZcrODi3CpHqGdCZsDdhN1j20ApFydU76hre/tBppcuWX1mk4GAIoIiyF84iGjAkfonyGBcm9339sp61/czShQGXT6rmxth0n+Nux7ltWWb3o/yQZdmzXSdjk4rxjVKA88fB6c4eBa769XD0ympuxfCj9vv3Hz8P47bxzee/v1OjjBFpxGHBhVYAMvP8n9SCeiAaHajbOHJ1U1qEuQDB5GphQaiUfud3UsVlk8BAdhbHAWEkvXRFD80PsN93hDe7grXAw8RozVKW3RycZFPY8MKx0wov9Ol8UL5bZ9830OvIrUfvBjH06+7WH+a1dxwkdJdy1vcHWdtrjU1DFlBv++0yY3R2NW9758K3etN3KD/NWsrmaElqvi+WihU/2o+m8khuyC86e1eY+MwoV37ZJFJeQ3/LrBucpQnlWuqV5TInU6KIKrUo7OM8G3woLP+9845lU/EhpcvQzlDhVX3O2zd71wap+0SSNbCreUbfKu+hYsZAtWnwmm4WbFW3AmCuNFNIc3p3TXOW1f78b1JYYbo0vf1/vFJ/KeP4k6ThF1pbNe75/X0wrn3dCRVQ5dcyFzoPGSbVrE/djvRAobaB2OVzveNzw4PLH4wnfHMmNuaSymLMD2cRKZcJUSikt4n+w5yn09iRczw2IloJL7vpdxT8dXxUf3NdEGU6x3kOMOok4O3+YUbjUMW7CpwMLtxd3j7LH3q/cL9Xs+v3kNUwumwmJeDQUkDUwVApJX4y/VpQRoKQiR+d9gU649L/k6BgvTw4K7/VDOOKo0pqKW53LxKYHwth87BsEyJlmwyPDU4Qkcg7eTT4Ua4pf+lt7CY+F6HlwGc7luKe2UWo8sfYbfnax6dh214stRkpVf9PmsNbeylF/KJ5K/OoWdkoQYhIDVPwyd32to+GY+2W/cemOsfO+///5YJR+kWH79vW+MqwZF3SY9rNM6BR9lpf8g68GDVj8hWEp1DpC+POESf8bMlWOvBMo1vJvAJ4xn/fqtiGN9H37uxULGpHGS6uBrF/wqSunCNwbbeGEX2qNIaECTgKysGl8Njwb1QTvoWd/devIfffSrUd7fqeNhUroNdP76Jz89/OP//ofFbaOjlFSwX27S4vGzhtGPHxyuJF0sZ3ahCWzA9V0jje+UFys4DNe/9WaTen/yN4d/9r/+sybsfnS4l5JCGWYBVn4I+/STT5pL8O7QEbzKMNbgBFXsF9/Ex4Uj1FhWdQKsFCMb5dSBsjwgfFMETGLWGbnVdveUlOH54rLmOEZxTXkdxTuGGJgDZLf84TquInjMZk7glA5//rPlb4k1fLkPT8PBkK2f1SEozVqyhYcA1xJUl7hdzDH4IRBXnZhGW+GCf03cWcrAuLCcRCjSIvQ0ChpGnemZQ5L/orkXEES5+8lPftGqP5+t3UCvNNJUx+O1WeWnzXgo7fHDUiqxDQNAUQPWmuFPc9Oom9V79XJZi+3IyMeYdGMNp6g9TYEisL0997RJjxeMZIBRWVfZppEFf2HPdp4P/7slCt2nHoiv7EXVGO2rdugorlU4KKmscOs8V/ngleuOskqPBVAa9naYNbXrXB9zaXraROpg03nnO5/+U1lJrMH88C3q6Bxf6jRhuYQG4+hgSTwsoxM2Mqp81+EGL0XneGMZj3whj/tWHsonbRbZzEzB6AV5Wu6jcC4+Hx4Z3pjQUzbVwns5wOlDW9lHAxNJldcYAov57ZZrfZCc49OOF6buFN7ytmQi3/Zz1VFFGv4IhllON2X8ZVsB7Pi28k4d7qocaMMv1u7I2JchjgxfckxNr17FH/vB33514nEEyP2udEaxC/nqDxch1ldKDgSZO8Foo6WaTmT5jpIGr8Erv5Ev4XGU1zrjNn+yQyy5rp4fp/A7ZsdVgKoX8RLowsDIkpEnaBBMlGw+1ZfD59VO/vBXG62AX3hZlI3/A9AEZHLgWAfrcpvl5V5z/OiLw5P7n4UjvBjswSZlyhUjhjRedI9LKDYNCPQxmFLeABVWCht8lLnee8d6Tg7MX6/EVV4sM5Z1Gfhafs9blvRZHZtx/RreDNeFxRsr9fUrjWlapafs63+uoxeEh7//seWtXgTDtGuuGTtQetqh8mCIs2szX2udvMuV8eH1RjCi+7VGfh7cuzVzQq40Anqu56fB/Tj8Wk9+XNHaUVud41ZnZPxurnp3a6ue1t7YEMxB15h15qduhdrCo9Uc+KYTAtX11QEC4zqGBbb7/bI60hOhOIOZeI7CXRq9xn/SEhe59iu5OXzWDbFHb1nGEEp6BoQCMw6Mhbxn5Jn6U3h0X0vyCrvCL6u8fIXd6vrA4VkbuPS6Pc+9bMoBJuerx3oRdDt25jP+J2B0GF21VaOAx6iLX1aMqfM7AxWz0J1+u4Z79XpwPdfiRjh8uOvSryjsK9b8zs+q2C+ff9vdymp9AQckDwgVYPV0N4T+Zskn3DSY823HjOvpVBVEmn/HsUc79fklM4Skvu/RfzPo9kalJrwMF2dhOK7yDjWKPAT0MEGlt+4piW6HwVzLXz5OQZ1zzA2SrM7BFn0xwv6wB+3Z3w4xJprnDae7Ii84OKQ5x2S6cl+E7X77JKPBR2mpOOsD8bnnI+BkMIxiQxCWcu4VrBHv1KO/kbCwioBJpHbY/Pp7b3d/L7/jp00SfXMaMksAPsodA3Np2O7mFsIaSfHz7sNf/CKf2HBctpQ7+RPaKpGGUoeA1ZJLx6N8r5/XgABxeLvQ+0FIskDiidh5GrCTb91gdgqT8iv3EhzK6lBu5UW7hZcVJoEir/m2wi36EgIbbsTC012vVCZDzdx5WNBZ9Y0iwNeNLNsm2v7lX/1VHZKLh9cToq+/9s3DZ61n/igF4UUNdipQnaCE5YuLh89yabn5Wv7v/VF2KX4Khw5XEtQDlcJuiIB3sN7KevtlPr1v5Jb08a8+zoqaH3udBvT44FvfnDkNOsdocb40rSs8WzQXedzPVoEhqTw0juFE6WrkTGrTebAGtWHWh6V9jc9vjYGy8ufG+JTr1ayXRAde9TewUjwk3QFnFB8dQROvz19rwmaTMNGGAJvvwrpPsM6hzPNlPfr1Zj8mnx7QRBo1edGDcCzNykp5mZOVN7zat8L7YZzi7cWfVNVl2W512keKLkvqKL4pKL1IcW0HxCYNHtegSvDCBSMlUsCTbSiWQqtzO/7k0c/EwKMnuSTUUfnbX/76cM8k1YE162kNM1/umqulFHfPxY2l+3xrmfd2KTXRb/lB9y2r2bh6lWMifO4N4Z7JGks9o1qwQ3PzwE/yWsuKRVm47ftyAxEGtYWrLCnfo3SHSx3QuR8yLPcveFXnbMR0t861PsTsx2BSa++bg5hSUUo67PHP2QI8CSFnUnKfW0mlfCf/frQJ6jxer+H3xhwAAEAASURBVLjRpI8d6hv6K5/6OzVNWtHBNvNTH03Ir2wrbOkjYumfyDxpdKDZcCI6ObwGwNyGO3Io1xO8/Kw5SEudUFeSffdMEM4KGfzoyrXAaXOtew9SbKPb5TpsoaxjUz7DD7rBkQZ35E8UmnLMu+59L00jKyYr01rgUWd45HJlAaHJzFOs7rlQ9WIDPZotrHQNb8UFnwNOKvSiozClbeUao6SzWhh89FlHgUX8+pVLh5vJ5n208FmKTo6LjcytzumTJtg+6nzSbqtP8td/2om+4FV/+PDb3dfmQxRc8zeeUnjDJ5DAv+QrusWZyhYAY6wLcXjuQq47x+B8nlX4xWvN8XjjcO+Lj+s4VIcr3KKpemh0JYVd57Z7IFCORq43F8bIwrhGDv+o9yYGW+UlPCp3ee9ra8OHUVCdYoBO34hiFUbPRBsus0aKV4dRmPC8nfOw0D23v+tneA8O9r8NH6fjLD5WB6FULjh+ngbHRZ1jx4NOoVV/rl7urGyPkm/nGlU4dyZZHT9e7v2VNuM7R9bHow/jyQfoVO17brQwybD2M2gDuYxi93JNfZi7nDkN6IOhLHhgwYQn1fHnyazBfXxl5NQoIlyOUp8c0naPPCXDB59lMfUO7dcJe3CgFmor1FvKubKRPJRqj94VtbNnjDrH+q5u9nrqCXkujH7pGJGKOHUdb3XPLWZWj6lDM/WqZ/qbNnxcYTyP0q5dXx1J8dfoFMV9k/kbT+0K/uJd8AMsWp3AuEM6ReoB33q3+DeOCjdkHnyg9bqfJXKn5ELuR3KjCjZG2l6NcSOZsegvzAp5orD74IT8PZBMNii3VF8mD8QFhHfOKc2EEw3gi1TuX6bp/RwjcVY8xFuk88V9vyT5XnEFE3EFF6jb/uZ7xOr+eRVPb+RF/oQjm3fYXYXvopIjIIRLCoRTXWs4pEWgErgC+xs8FF/WrFOz+UdhlqDPEpB1eXC2IXbH2xqJkE5ZKIaGR6kSohs4k/v6Ib4WA4NmlCnx3LsUbR7B4a78Xx698THYWNalLQ7BOjhXlo6ho6uHIhAQs94s4FYuviwBVygWV4KPpeXL/Kqvt0Mp3/XZOTFBoIJjdEsYUuRfa4nBu/mj24nStvVvvH4pod4KC19+fuKawVJ/uZrGDYYl8mFK+aPWCr+ZP/tbrWNuvfYvUtq/851vHz6t0/SrJmtGrGDvXMWYAkwHqoJQRJ1Tzv17ZdvLaEjdJhwq+EpAIF+V3304GAQvPKu0Gh+N4uljxx28OSgvlpfTw1d2FvVk5vDO1Saf2uUUD33zm98Kh+dmh03C7WzDzD//1aeHb733Tkrck8NHraF+5tyVWT/9cQ1RqsgMe+LDsbL2bqCdfJWjBi4NR1qGNQ2r//LDDw/f+/0/OLzTTrM360jBPUuaVVjsiPrgbqvsBAMrHZqN0pB2K12WCvwy+C1tVnVfxpq1KQ1LYKkr1Y2+o3dqf0LPpNMa0eLhEyhbFjx1qNAnBFs4k5+8nSMzKpN8V8MIq4vOA5DciiZPYf1Ng+9aSLXAMbgZAbfVh/j/ZUMrjRWOgL4W/6KT0Zwvww2FevimtEbeTV5wMUmf5LuyKtdgtcqISbhcXpT//HkTj1vS8WKWLzu/JgvOJ3vOnq3D//zh4ehhmybd+bJlDr+sHjWC9Nntw+37NppShSmH+SGnzFAWnjISRFtCGtQL9rmb+xkh6NvT6heaWF3EqCtroXhDh4lX/BF01YspzEojBPZeeHSQPl5YeEYHS93NltulLS1HUm5cKcw14P/OR/5+8kCnkA/y5RS2S5eMNFGSqmtH5l7EP/HXs9JLZYhPe3+xTdhSlNAQLYClASWLKWCD8uSjmou2so+LCifd/HabBXmp+R4XW9HlbAqLzicFYspUZCWkRIzSgBVGDkrEx87pEeKmQvpWGMt9UuYGKe6Dh5XV9/EtTcmBP6t/zQTI4j5upZfnKexPUugupMzuxg+0uX2nznLfHlvFpk4C3I5CCd/9TX2ovHXXco1qd2TuVayjyTyyhDw0IjEbtQTLDOnnsnTURl1HwdcCM6WLU4JP+mjZu0TK9h4+cqULv8PXFc0ylGg5cET8aSspTL1bE/AoPcnx6B8VK3uTay/kkx9vvyit+w+fHD75/Pbhnbu5UTWqxtAwq/6UOZdCHZjHyfiH3ZucrAP4tHxYd8GMFOo1XkPbsK6WrzoMjvLmkuIrX2RGISO3j47Nl8KfYS78Kw9akUtFmnzs4D2MBG91GpXJod3DFyzSF0uLgq5+zHyQ4DV3yoo5gBuIStuqYldK41I8ZWRiJjP62jfnQO92cvhtP6ts64sSSvxUBJ//jmN4sm/aKm3yOhevkmV7yrCm/kyHI5lzqXb0ojzqJJ3tfNwoxpWU9huts3+uOQMMYw8r9z10Ku6zLOy6zdZ85x5l/tTVa1fGuBBjTNowOEa5XF1vt6DBcXWdwejWjJTfnInN6MToYrlm7b2ND+/Ujj9scrSqBuDYaXQRCNtxh8N0uC7EQ5R0dUZFTGWbMvZKCVd4PNHzUubJhOipTky9oHc4e+4qnu+uy+KeBR1/b+HV0ZE7ySP8o45NJzYLwowQRvtJN9hGNkmtzKe9KZ2pP6Ux7dDkpYzdOOZSYeMRxiivXwk3YSpg5RJ4LO4i9b80Dt865lIa1atR2Hs1o4+epw7ED8mm1SZUzok0Pz4Uu3Mqfe+mJ7sD2LPPKwcF25/XdQAWZwvvApED7IrooSOC7OlMxfNOxV6N+YTo+0o/WAL8RYrugonisIXb4BR+rEYKWBrOCVMhz8/20OW4wSpb96U2CBpkbeloRNfM/vITLsxCGPhVnZIdGCgkBBbFcxS8mA+CJ6x8igFR/hTfuadD0u7vBiXKKQwm72Yx4MpHhrHmil+YCSCtiejFOkY2lO5KaKWORaoSS1hv4VyGNopUGvHwHGLsByHBakzAEW5oQkkzbITBMTUr3/2svFf4UFaZVVyrplxpdRSKO8u8dM5eqfHo+mZrsqtU/ghLRi9WPO4jM2u7BphrDf876T9KGPAlteKNPCkojmH7QS4c9xdseAJupQ0BULPz38K55ypnFXJmfleuVQn3cOGh7/B+IaE9Kz9kOV2pSZKwWPnLa1XIJbRsaiIPtLck4/gGJhDPFv/zVoD5wz/6o+nkGU2wKsyvfvHzw7/+i79qk6V3D2daUee9999P4f5sJoTev9doQunLn5CztrZn/pdlUh4pLyNsVkeKxZYfNAF7HC4pF/fzT71/3+6kH9TY8mmnbKgPlKAEfEp7EnpoMsIVfxJGBOUmbeFiFDhKvoawBlFjcuWaERHIZ11L7SjdhWd0WJYQnxcdgL4IBY8OSgO3D5tNUVStTKIhnaHoOiBi7oe4o3SeSsPXoX+ZEPJL0JMZ6nwvgp81SDnnjGbj+lJEHYknZ5/kHvTe4fwbb8zIxe06MoTy5DXlAkKBNRZut7OKH/N47w3rXrxQXXDl2mHXzuzLpVNj3zyVShTOC5OP+AvD0ClCT/uWs1gjEXxLUbezdK1YMkpzSaMvWOApyKcM6LCXacFFEaxejZJbXazxA6k0GBqm3L1xrDxIALToLIwONJyPZZnlm3W0eERHkcu7RrBO2HQIKu+RSYHRDE3hmEx9WnxzLc5kIaYK+Hq+IbPzzQe5UHkuVvbzneO7mTXc37m0ynPJy/EbNSJRGS3VRkkmWQfbA9eSoRSmy/lYU0CuN+x/q1VKrrXZz5XkkQmnLMbDe+HSNvGr81PcePtBhVF3xprX/SjhCggJwb/cU8ilKBW8IWrag8VzYW0a55RDbn4dU38qg6CWyH0WLY9bhP35E/yw8K5+PHxEEYIz9MUfaEmJjobDO91WXqOLlNwXd6yR35yf1qu/fCmVqrAmE6vjrMHmkZxtd9iHKcv3s3JXbUqRTEDTakI45pN8p86TOSws9ldT/u2ISgFB28dp+Y96b7IpwwbZ8oj7YfNbHpTgxUvkhg7U4skZlQmOs1x7Oh/UKfmsETwjg+bK2DDIvB+8RP7cf9RoS8t13i+9R3UkH9cuPmjZyk/bo+BXdUhey23vRStJXY7E5/tGocKjRl3kOfdVBFx85Lm/qFsREaX/aLZkfAn0LLzRN/hURxwvtEnxBAOTernksbq05EFBi7fywtc6evCDp7WbruYVWFXrajSn6NnMzdyt85+UxyYPhn8k1jFtdWkqw/BhaUhpvrnr/YKuh/L4+xwD91TULfTcDxJWEjq0ZEfvGQ30XQ6XG5HLQPRM21uH+WZzIm426no+Hngaf9+Pzy5H84d4tsnAu8Jud+rHj4yurE4a8UYRdzxtFbOr8d6N5PPT2uHrhXm7BSHeadSWPiCYuUyPM7Tdu3+v0eEvDh/mQ//x558ebj+8F//XvsSi6LP2n4Dz6hOZBS+d/uhQg5z/h7bzbLIsR87zqbq3vOlq3z22Z3rMWkqxJGOXEaQUsfoBshHS79MP4Bd9UARFfRVFUQpxuVw33ndP2+ryvvQ8bwK3bvfMLKlQCFXnnnNwYBKJRCKRSADOvlgP7ZuIk29b17Zj/fMnL/Q54aSj8hfPrTYjqFf9kj/xxww6+8nEDogdpCrAy4dMP4o84kv9/vpnGzWMfIAf/LkRzyD5zm9C41VPfNIDX+um0tSj3hNYZm8aMhH9fe58Tx/5VHhTq2PeQw/4lTxb76avs70854iefBokz30rQPQy8YDe7nxp74JjYfMeJOvxTWfwpMAPqaUyiDQJKLCm4RWhw2cKoTOY/lZgUkm0gtuOZRYGpRAzh21cR7yjOrWjmd6FaZSGFhbB1FzlZQdmp+Y0qXcXIKldIi3/zBNkql13MV92ekAj4eIu46UKhbGeLuAuCJMGj/kuoQX0IMuYvkMS8ax8gr/mLxGZbip3kpJ00BJIvsQPHkgLovBT0iReORtCXdJLEQoRAKbj2Q7dsqlN1U+hbR/TD4Vwd3KJlpL3+2iHtd+++9Zdnr8ePuPwHsg1QqunZmrDrQbYNNyf/QH7kz/FZOYGo/o4gIvtJelLnGry1TRtwHBS13zXrOQpA4MuMLdCBNfGKcFFOiv89e/93vFn43RkbX5OAddOGAo8hSORbx7apC+cLKT8HcbUC/G763UkDZyw0Fh7coVa4XE6Uc1tNO7A79Sr2rlMyzq6R0v17PHu8N7Hnw3v3H2NzvNxOs8jzB9oxRxSxY4OdKhr7BbjDjPR0rXWab4KV5oM2bk4uNmFWe5QL4EJRuOe7JrjuEONGjFNjDbYU1lBPbRjDZFOGBAFk86dmhtz2SacRj5ygRqDAE9XdKDhNKzh7OTUfolr8ZTOj45Su9d0qrSLjivxrcAQ+JFdHe4Io842WG1Hob/alP49Df0MWqHx58+40qpv+ejdV0LZBm17CadPmK2M2botHmTdWEd70O0m2iP3lndhpZoiYQ1zNrkpN2kbpBx4wJFuRu16WKY0UXQBJdKcFOYQih1EyR/IU+EsigQ6CHvYEuAQSHpbrhRNNZfwCrdpVTttnZRt1nIF1oaZ4C5IiLB/NoL/IMSZRga55Kl9tmmL0/A6OkLxJV/TxMatRBeoW3mcA4bCaQen8rEOLdNJFBTGtf4Qwt0VhWmlU/KZo6CUDrgZuKD2l3eCAMpMrfA+bp1ypqxJnuJgClGzAikztD8DDNYhoIpk2iiCVQTYMofQLGuMOZZ0p/ZUfBjOPjBTzuIb8wjVGzsoELTzpb+n01bAUQGhlrXdUf64Fa67oJgGpJ2rzIjQSpNv6CLtvuq2voFLhEIgb3h1OAJ+6Kc8QZUSi24cNUghUx7eLJLkY71KxkcKK+CntrO0H3IAyyAIWMf0VynjCE03Zk5uBbnJTjH7CMJUVXijdVf29Jg8oAWfmeGQOfC3hxnPCtpTzSYUzhWq97jcvco2Yt77mHNtMUhY5T5i69ljzCFiKgCUhwj3ewjpJUtZEC9m9ahvTV+8tB22PWnebjn0O2Smhexy7aNq/+rB5vDR5/eH1fWrlBnFDwvtXbRqueTZWSioYCSfsK0Am4PIaBdBVPBFzhFWyKvafsOjdM+3hujcaemTtkHw0GgNTKV/ZyUpE3xHJ32FlVA0n+Vrnoat+Yzrr87PMOFkbYqnbdsfCeO0S17QzORuuxRPErWAcXMGxwq3LaePiXfxsefSCgnLf2yjRupXhbLd2v50GYTxnHYKDuVn2cKTunam5gwFwQpmTqsI63MK7ErNUXpRJgT20zFn8s7hT13OswWsAxP/FNTrFFDbFANONyuA5+8g7J7A79cU2Om/ryuwY24jrMf074dL+9mW1HrVXG2OtQrLLGZ3Bk5l3CLwaUK5trpSa37oe22z7tCnueU+gwb7OhcKR45iBs/2kUF8w2nMZ8CrFKHVAVkjUHMFbz4bXrS3fs0Acd77c/PiJi4dwM8wsB7Bc6z/8H41iKZtVZOBbd1LXmLtOqBQyBY/Oqs6Jnl5I914F3wKYEURVW+BzkfpOnUMDFSzoboLvVgK65s2pfxjG0ufqEKlffO77hsCu56BoQFo5JL0bfRWcwdG4lfHMuUCGIUicQvqN5HSp6wE1UoPvNxsYHyOoMkXvplWfghiTvWcQlKYAlrC1lXjNs1ux0iIjNDVvDg7YEN1+hayCkFYaYUUGCaZq0Exc0sU4Yo4PoskF2XJkCUZPSlavkWoh0HKFCL8gwO/JW1iBq5M91jZpmZxe0l4Ic9UBvfMYBhAJDzngCNR9S8c9M/GpRiFKwhMfNqZR8io6k0e4jK49nu7ehrTd8uqTsi75BENO8KYi8085Me7Owd4smZG2eStQD4abbHH92uxOf/64QNs69BSIJAfHGG3S3gPHvBUQqeD7dq+vPflsHx5bVhFkHehkAK9nYXT8eLY+rB+nyDYnyJUeQT5zPZOaKewWFAbRtz08nkH9AtnXfCWQRgf/OSVcKBTH9MwT0CLNs6RtX5ZrJQQYALakfaDu5a6jdbRukKJp9aqKbhx/SYa9UfDVWzYFXAVaO0kd9BCaE505eq1CNKHdG4bV28M9x49Ha7duj08fIyAPloZllcvD5uP0PgCg+4huMxgRgHZnQ9CAuQLc9S04uaNm9CwwgeiI3E0u8k2msAq09GW3joTv+6Pr3lMuAzl1dkJGU4a8sfyKSC5C7ozEcFQcFGDnFk0Tw4GRourdBLQOh2seBM31lkYoQmTTnBsCsQPxScThUki8K/Qr4ZIbZHtJ/2cYftlOroCdfJYDLLakGCbeuaQ1HAbl7Za04YyRgsHLEhsalnU9NhmXWRVTFM4waf+1LHPAm4brmdTr9YQAJIhcRrT8rXaq0AWD0r7Bw47nXLGJ2RDiM/Fgby3/BKi0kh66RnkFbhkUikVeFVnESTjUd8KaIKHJUoPCK3whNQxPMWg4sdynp5Btz7nkoc4U6gpjrzMhdN8JxxNlXhF+84eKRw6WMx5Cj5zyfekv3OEAvsEBfdzBGMC0rnxjbt8ZJYFmuJGqlI4EL+aLvI5s5np/CixM5uAE3wplDiA32W2aAm6m2NQOmxxmBcJOfhEIcpdsywwRXq2SfGOYhrt4jI8yt17ONjMBY+L1jOmO2j21Q57+M8i/tm9Blr3NFHtYm33WfRLEdzTXntgBV8aGgIYtWfbAsBJ3ci7rVOBlsbFm20B2HWARHnsPQrPxjSo9zMaNKQfvDij6EyNpkHiU027wr7p2D4OuVyorfCdfMDBOQMkssqlgOF6kpkRMzrcnfE5IoyDyGMGcJomNUiFNvboO8wGYJnFgnfqwCICmOU4YBBxiCSuyY9CLhBn95coO+APCrTixLwFXh5nG0PkBYcoYmYxgyTPPTT7m9sMjlm8u4IGmGSGI3iXsyrOHmRAIm2CTPeR1zxwn3p+xrXnuh5wWS0Q2Piz94iyDWGTURZZkyC+s+Ic56YNGdCSYGgyeC46F+nSvztamY7xrE9ixV/asY+yjNanTnnF3ZL0j4nR5AsfKUMpYAiffKFpiVickJb1Lm685dLPPP0z3JSTlgDNXwL7YKmr5LXlnzErrmUIsySUWUUoDL3I/23X0A5puDWvC3+NWdtVkkLyKHhqMMigifJqoqo5kPxRvu9izRPKvUw9r1K2I2bQV/h+GaXPJa5VhG9hPD1lowjan4McZ63ddGRudX64enIVGsI8h7YLY8HMiJllDgV0FyPNXmtARI1SF7VrETvQ0Z9tYVLzjH5ehYqLwW0zwYZ0DPCFR8sBL4KfBE/gVZ7iYF2eYiz7IqR/0hcmqZdXvEbQ8gnljZkMqdlvyZekGYX+U77Z/kBq8JE9+0ndxa6hdeDxOSaG1j/pmqM1IUxE5hn/INpwafWtSvmGfxaOEiqwt3veUjdVxsiPwFtyiyHBlXaPQUYi5ecbArvENe2qsSCAQXD9z4qXOIEfB5AiFg+REdLgmwKkmjZLbbyi10BYcfi1aixoRi9JIwnypeDMPYiTUEROUsr3+hF1+OF/SkcxQ0XY4GaZnpbJemCFgneECrK2rab85JW0hZMH4U+jaPf44W+jVGM1CWOtclVFki9lVmvgArQwEgJKPGROelauMXVCWThKXpTcROxobauWPziowAkfs4C8W2ZjExB4Ccmf6erLL+XtdsR2Oqloy9HKliT8MXD9+HDhDOubgACHU6yLaI4ZBuOvJpyDeQ53hq8ffD3cuXMHTfsVhB8aGQKQgmKlOcPuMZeSjlpmhXVp5AYLVtU0qzk/ZBQN5aMhg3YsPo3K7ddkjNmCEOHULdkW6UnsqDTxiLaOSlOW0QFqcA6YVV+Wycvv3nV8tEQKJjYyy+A2h5phzIHwNAgr0ESM1NKO8KKQQSPOgCr1g44I/E4ccWTYCjLL2ETbISnASBMPHz7MgMaFYofPtmPft4F24hKnBuo8LVZt5gFM5Re/fo/TAdue6jBI7XJN8yrC/S4Lew9hZHbY7oinszx+h0PC2HaH46+Ps7jUac0t8KS24vq1q8HJL3/5y+Htd94VQTDmueH6jRspq7MC4lEmmB2DKLsYUGiwrmy7Cnu2syMEMQUuD+JZZycbdxpwEep4YRXTA4U3tPNoPI0rnZkXfBssmGbDaauT4gMyWzpn4kn/argtk9puy6mzLZmUjiC5CBKnv+QZ1+4JYztqnqkzI6TtUYfiy8WbCEE6BR9KTzlpIzY8XHJM4g3u+Eox8CwyCPrNKI4wFDblDaSJ2N4JwGvKYDn81ID30fZau17Ao5IoOcAfTMvcepqJR3aByyRw9WyatHxoUz7RhRa/WncO8BwMZYtHOt/AIV+SBwF/x11KIh+XGfNfmnxhUcPqgko6pwaEMEkLFj98Ew/RZtj44ZmOCOEedTCDcOhLTTH5V7zCm/BP8EK+1rv/1gBZ5Nd+QFnX9I17gLZ4j+n5LWzDzxdYzI6QuriHURF27C7y1kRjhMAAsEnb9Cg1/F9TOgYf7DSSRXjav3tKZ4R3Tuxc4lpG+IQnOfB2Cl2b1tiwI9BJiyO0zjsoFm5dWYvd7hpC/zr7spM1+AeXlpU6LBoCP84WUJpTbInPubpzSj9CEG1ewdRCW/WiXniL/xOfgVKULX4E99mWN0EKQ+LbAXpODSVezNeoVwUTd1vhCxeDbq4T+iuBQzlPf4iWlPeaHSBBQmi25Y5FNOEMFNyzfwH60XXTGgcNakkdxLHVDKkCN+lJTioHJFYFFQe8GWCQn32QpXMGYoQm19nE+QWFePoqLuPVqauMEFJ+aci+uQYkblDgQXDb8E134Ela0hk0piAm3zhjbYi5CIxtOHbs1JfpSJ8m7F3a9k9cEjj3Imlbms42wROBvcdUi77I7T49CHGefqKbYtrTShvyOWWBcxdo8myfb5jcKZ8LyCttk7ciW5sTrtaeeHrBidnubBVUStSt+oofXrn8cuEomcSXBj3JEZTo7wXmZPI0JHmEaYpNKUk8EdEEk2LwRFnsI5QfNFkaEWaOhjjCxHMRPC7jt8qmCTXroIZdWfwYflNnhYzcnYizCS4dXRkOoPFDFm3v7+0MBwjg7mC1yCBynZ3L1hH2HQQVKkpRcHi0jEYeJR8zA856C90WJl7hHQQ8d2ZOlJBnhFng8SAimh+4V8FX/ZZYsPzSjbjxXUWWW7CKk8yiMBtuHP+i0LBe/QZdOpt8Bs27rTFiy7BgffJ8Sn7zAKDyolqICj2YgIDyo1kdwUJHhVZgpszyVD+o5FBWs6qgUqJY35ar4te7z9Iwn6kzx6CpNcKEJ0Cjnb59170gsFdmFqYqmBCEs/NmhRQvEkV1CBNtj74JL2kQjwYmgchootmhEAoDplfTuhIcAQSNtH0USAs/yVM/PlpRVmB3Nhjzr4jGtHHwSzqzTAsrsFcjgoEqgHB1GCZ30uumNWSbRl6r+wlrWSFINQw6yyVccf3ui/lRsWqIz9m3LzsJyDwsJ59dFCaMF+UxnYI1afVvQYBk1JzwUGaSFZP580s6yaRc+eoXfAofz8KZh1Q44cW5eIMI/JbBlnfDBw7hFD6LAp4bPCVUceIdgprpKWxr+iKRu02gQumrL7+WA5M021Bol3Ep7G5hvvII221NWdypxMV2jsrn7BxhCtrXSXQHjKTVGHlACKwv5jYuOFIDal2vwOxPDEOn4TqB4HOCoFZWPQEwWqmU3fJXoAtNBiWjBViXMgTTzijcqMRNtDwXvgzn9Fz7yi2ZtBB1C52TToVl2prG6V7zarXVFsjMltBcLC27cIrdZBAslhFO1bQrWC3RiSlQ2FFdZncX97t3S0sHKuqAkLyjadBcI4zRYwcbGNaTzno3j8dozu+88Sbae9YRgLv79+9hH39z2GTRq3B5QNVt7LYfPOB0RaYxPdXxhCn2MALTsgeediYPCrNAkPjCNGKh1iUGEcusT9hHw2Xb0AxIgSeDc8ILT6fzmiWgWyWtCBrUt2UlIuUuUwyzNB0Fpt0I8ej2ZbTkGfwqteEiEJGO9dTz6C2ov7eA7ftFuF7P2cGCvAwvdYhDhTLbbqWRFKSGeuDe4c53ma4c0g7QQhlS/qMX79E8QzfnDGp1FCE4zEvLU0HSGNGAtWyEw9RKQ+Q3OxB9cIQRD9NX57UlTAtO4dwwti2FWOtNGuth/VbhW7qVdLJINnzP2g7i2KkZz/Deg6kGz0XsFhUPUVHaZAU61rXIe8FDdn2i8ztF2174Ik4rc3gPL6Znp2Xy1aX5bL00vos0afs6ZpGnZhqzHDZ0NmZgh/Z2nrojGJpg8qOz1bxIvBlfPJ8jMLgtoTa24ePUvWs8nMZXUXB6jHr+HMGPOrSusgUcQpJmEdLjuf3HATNKaOlfubLK1rSXOM356nDl2hXonsPeFO6J6DS4ZdX8yS1oT8nXk0Hn0QC7H3noOdo34AI+BQEH33M8j+iscuAT4TwJdAbBO/0X+PDZkW+0+pRJUQsqS31QUspLxs4eKbDzTg+HFtGDsxDUUByMuBwIqqn0YCy3ZfUO2kicOCBeswhNX9ynnU/RPFrlLqqeYd2F4V1grLJEGtI0yYGiMxHzrC1IWwF2NajZyhWhrYRY27B5OzjHdMp2T2gFNYWyLBIkH+s/BETagBQzPOnJ4KEHy81VMgPlB8fKH+eYrlL6NLLMdijdUAfWc/KDd0s3hfZKI7lJZ6addM1BqMClbZr+2lx1tgEaE/8K7BcyjouxbWO2exUrc6ftRFmeZ3cZNO3Q70OPZEDZrG/wZQ68m1c2kfAd/94mfPZjKxGhCo6srQicQjTtSCv4IkbiAqv3OPgZd9/yrT8LjWmRtne/Bff9Fz/x459xhSX9JINu+dkY89AF2pjKAP3Fg/x9xCBvfp69Z+QZ4oaRLGocBFzqEht2d8baoT86YwbGTR8WEXLdLW3Rhfn2Ofgds0D9kLgqeWxHe4us8gHvp+c7oVnpXJ5pu7GuLKoKvsgx+DtvBHUSGbxxk7dEYE9o3qHZOQGCTo3sjFoUN4RVZjB1ea5lWEAOOWKh9fIMA03K65kM856BQHQvTedGDsgQ3m0nnnY8op0G17Tf6iAAqrV7Z8ACMLdASpuzFePJRRuMP494hR5IP/UAXqyS0ClhOo/PO8XotDMR2LuHyOkVT0pxIs0GFEEwRF6d1oUQamaEgkjlxAEh4Sp+pS0UBa3pCbzOwshsdTaiMDuAMI55dliEqxZeSNwGFk5zMg1LpF/FUYvqoS4yD6dn62Q/Gz4Mn9arYA4vI32iePHu3ela/froKImnUwDWViFduCDz6tyoyDRwNC0m1EsWIiKupRS0lNBGTBhJxm2kAK5p3mTewAx8MrEaFBFLWIMhY0uUYIoOQ3ijQRZu/mRYCvqaogT7BtARzY7JNL1fOCCgLtS09joBmhCLmrZndHpqGoRTRuS0ltqPHUbAmn84nbaBTbt19AzBUJtqhfP799nKkec3rlwefv3rX0drp0Y4AzVwq0adUU7yvcICwEUa6ZMnT629CA/JjgpQG3NpfR0lP3a2MEsbajlDilF+8YtwUQQbv/4T5gRs2ss5BTdm8ZODEfcmLvxTB8Qr+iFNcO/oWOYvjfstDFh6xvlrZ+BDf1aglZG5a4b4UDu+zTTwKR3iEoMOcbX4+iL42ULrcMAJdS9nVxzD1+4FHjRV+DRMbP7JdwG8R+uh8AVC1CqFqoDFAYXaqCtXrmUwJSG89eabGUyp0fvoww+Hu3fvprPdZqrx9dfvRBti+mqlHFjtk87G+mrKLL7FywKLYM9Ose/GttCyKJxEiwWH8jj4W+uXaRviQOYv7nmBm5qe+LAtCGXasQFMeOL4Qt52HMbLokfCLKMRtp4clIlueYLMSeHFTHIjTvEKvRx8k79tQnpXmFZ4JrLpmEbiJf/K3PAOfDpvM82csgjdi1PbkHmambxFIcUt7spsA94RsyfzsgzFM+wDMvgXDjzDF8nHthnaNB1g6wy302LwmVwtm/kWLm0bNsOJy4s0Xjywwy7uTCuwED5wE2q2afrEhWWyHJnuDfWYsH6Wr/L1paeZPAnioLsG1q7xoCPjEhcRgIivoGdToMiVFjgQFhtuFDSt7cgbbTsKv4lLXoZLeyKzypd49hGCZrqkby+mbby4jMNfHGs/HTySeZQhbl9Jh6h9t3m7hSSJ8AxtEeYU3nWEyccBNt/77NpyNuwMT9idZ4TJxiKHJKUJE/wIgVUTPg4bNWrSpuDQHvlALzPM9qnAX8CEZp7BxyKL+pYwB/O0U4UWBwva7Cs0HBxhukd5To73h48us1OT7UTYYRfzHHy0xKmi166uY8q2UTNLFpyrBre0GehGm2RNA72njYDPaHPJQbM4Sp1LASenNYcY/aagKK3Z1/UZLGmk+jx3FXKtQtoNmJL2QWls3x9vwpcR7j11VYWMcdwm9umm5gkMrhFkXLjq4lZ3B9tHAHNhvjxJsxn7VONktyMGRCoisuc++ajwcYGrpg9Fp9AmeVtbVnv18dAGdDdSQHb2k7STvrMRrb5PfQa3GZQRTyc/8F06lwfYl5tHn8ErOcX3yi3bEIIf+8cQHfToHyhlDQ64oSxpU6Rt3OAU/AqnzCjKJhQr3/ve9+Gnr6NtZicW+P4ug8JNdkFzJ7R7KEs++OCD4WP47wEHztmvWo/yMim8u7SZ/sI9bTLtUV5QPEHeZqzASnwdn/DCjzS9hC1rYWhvlaYtX0L2TlDzbXEpUOKbRvII76m6oLiUHX+1zwoJpFGz0j6ZiT/FK1NnPKcvb/zCdjB3zoJWWN8ZQjLUAD6ZRebArCP6x1NoRqHaLSEXUVYtobwyTQfR86N9+lzM36CTJfDpDjJC73awCroueFfvmQGQZcbfehcFI4ViNhIoOuJZ3LhZBHfLWaiyDqSdUqzOcOJ0eFEGDVUOF8NCdgPz/MMleMkKa3MWycBZqDnkOffWGSOUz2lBodVGcMgsjG0GPpBBn0K7rYJM5bvOaKXuOz4pU1ETgEu3ohS/uqpO4pW0O68u1EvX5ilF9PAMmStQgqTsTiegjZDIQzwJbbDmzNJr4hF/Ndt2ShJFIQzGT+EF3sKJOMNEA0qAgMyPKV24izT1j+ANU7ERzaJhkaS+y02n43P4IqmnnfqeSwTod3H53jtXRWnjCavloxsgHvhJ4fWjQmQ8YQAwi8a08ElHZ/l1VdYqewREym1l9tJaylRdZwxhUPhAJDIiv/ubzhDASzDBM774V2wSKVhSNsvBZcoZOPlIeDuGHA4QodeUqQvg9ZuucqtXOw9xocbWBkZSEbq107790kvZ/cQTTq1T9wF/xgIvBfzbt2/nbvYPYjrzRtLWFAWxPnRhvUsH7rPuLjAyQk1qHBzkgCZMTKL9tEyHCh8KEnYm4A1wC9oky6sCd8NveeXXurtw4IOyhKHZUBgl14AQDABLzAoaTEmL9AxrEl76CbNVr7910d1lGPgVBiwK6DGlgUlp/qK2XOHYLTBNxQ7LzlDbW2cj1lbWS6vehP2kTR7rmMuscD1gFkMTnHVwoakQm9FbxVXPPKjhyup7cKcm0bpwiy1tBD1F1UWnV65eHz765OPh3R/+YPjtb35DOSwASYALD1ZagsacYpYZ+s3nzKAZBgRusYOKQttlDn3SNErBSfOERbSN2ko+o0NS2+Gev8vkeYhAceLx4/va0lJXpFP5qQVB0LBThmHn4A/g3ufExTFaF004vDxRNbwG/Nqewh+g0ecdNEH9IUaGLswgQoi0Ao9Sk35O2oBX9QTdVDqWybgisVzae/OTv6Qt89m83QHFqXHN60p4pz2r8QU2FxdiVFBCeo8vzFzp6EnDe2n7SpDxuedXbVN4oKMW3wGD6CqkFXz9N3wndc9X6qlflMbocUmT57x7p45NMPwHOsqLSGm5iLyCwzSqfRgngwc+5s/EQjNwiQI1eQkrIjXlr3BpDQ2u+KTsCD8I+tXOEEZpu9m5IfzPkhIyIAokD835VPKV9VZ9hZ/0F75cdKLZ2YX7mZpwOviWInehIXT6Cha/s72i+6nvHpyw+HETjdvSsILwecbOK2rRj5cpC/L6oVtSuu0k9JkF6Qge+4ST0mbwowBBhWmLEn/kYWRuZadfUHOsfbba5kUuOYi4xZuyOK5Fc0lZFeQX1cITxi1R5X8xy+HZAVPqFwFInMkH3ckFhT724I+IY1tV+UBdnagUwHRkdgXcIkwwqHSbv2x3J3IxCzqHjhWcanbBA4GYluBTyIP07decFXanl+Ojsul3S163ctxHW3zM6PzE3Y0g/60dFrIuMfiZYVE9C/YoBumioYe3b7POYBv+41oeaa7oX+09O8dgyyz/l3fY/1hWzRQ0TTANO9rMbAsXcd0BpvpNBi2+h/gU0orPR4sPflwAOHKWgXQ8bdU+Iv0jdS9+bI+dN4iOOB4isPMSPHO3jmzjltvB5SFhVdhoh63W1zbhDIyH+/2zP/vnwx/98R8zk+XgjIqVBoA/dE/dunOK/eCHv/vt8J/+/M+HX/3vvyUxzGfMnyvlDSBFsab9DSeM+Kdd8sx/xU8u4qb6IrKl/iSub6RQHlYy7iJP8auP0BbM5m6wtJqWl7GKdvVvcJgNtGV/n/yV34xLSvo5M7U4z7bG1Os5Art286coDQ+Rgg/ovzSN2UdBJTTGd4cn4VJQtn04064Z0gz0Iw/30DYXT5/xkdBpNz4Zl+xSAnP3Wf7Rvwm5eBE2lSjikEi8EYfn5E1dpkHiZ9ktr7RjX30Fk5l9dn+6zAh+9QxFpRp1BPF5TOtGzBosYBZzsuoGGfAG+xvkY0gRGqXfScYtcwca9veUv+80ZV1VlRSGqy6EreDjIS71ToVESMfH98iplhp/i6SLht2yxQNPC5cPFMaxQxoOfjacadeCJXxPzEq0YVR63EF8pjHwyN2KIJ2ex3R69VyF8lk8+CbxqA1WaxHtxvPlrGiGb9fE41veL74ZGsetw568eAnCuE9Eg5SdcDACpxud6rNjt1FnWpRGbydm2WVG8hlQR4Va1qoW/Z1+JlTl6xOPIbwJEEIgCYa8E9efMAVqTKaXvtdIvoMTcW1nFlo0tuGLOlo+SXICh7hPY8S7MPAiMgW47NZdPHnMlLSMyOsSQuomixhJIIzLQ5Hu799Px2MnJCGrnX2EBn4dwdEMSotUoJi3U/cX8AEreFtmVXvRDHQBxRUD1u7c7SSlFWAmXMFrWgVzfILggrl/6bRlt0DU4MRvXZgytmEU9BRYY4toxxwmAdjmxfWc6/lX1oFRcxe3KbyBOYyhn3LghAOPL7/8cnjrrbfBC4dbMKPw6quvDvfufZXkxKNwuOOOGs0ICnQIL91+hX3n72cGyGPvd9n2zQ7KRmCWdhTCJKyCJq05SHr86MlwjwXAapPcFebu3beGR+zIcwWTpHV2O5DBqIS8wrqDmIpRzjVsEncRkkWdzno7pMPJ3t4w3hUEc+nMnYBeevUV9vbFNh6YXQi4vnEjU9wK5tZJ9uFXk6Y5Q6YHyawJYnaiChFFkwi8tBOFEcuv1lsTGW3ZXQuwrc1jeIUdAgUUNgsqYnW8+0jrJD3bjkxQoVjtIbvbkJ6zEubVtbmFucTOT4rLj/QkEfd69q6wnoGLmkOKcBzY6YQQkhAfmCJVC0cc0g8cgka8XJSnP1sPlrN2YgE2nv1WNFmFED0yeXzD49xJhgB1WeYXHZ+CgOZvuQzenfjUmU93wXngI2YxGT5NRTKggFgewkknzs6V5hK6I2jMEOAz5pXyEcUc7BNUS8DSnksxuZMWNcM3BFRoZIGOzePqNanQHdvzgM8oQMBBd4EhtUvNkFCl1b93jxa68T3Bh2gFrn0IVOAcQRxBdN8dVNCK7+0ihLEzyoidV+YXmE3CD3E0HbKmYiO3muQae/ATs6V7W7ssDN/MpbZvifYwYvGce1kvoWVjYzCEfPszlFqAqF14VIxQyojdOjQt0TQn/CdVA8d1FwwGtqgh4dsMYoB7TMNUkPfuLjYOQFz7ozB/zgB4FrydIiysra9ESy98HoizgB3+xsYifAdB4yr2xQgcrvtRSy1/kB7cfhOohm3aCTP4GSw4JwBg4FegrCUEXkK5mNfpM+9gJffawaa2sDxhHcgp1zFCzd4+tE76KlxyYibC2DaaZvm3fDuDZ9qQs4wKwc4IKtTbLrILl4MVpi5svzoHdmrz9xhYaebkYnlthuXtVa2G61ei5EeajCyAwO4sp7iuOLblEqrsZ0YKktRL1h0YibZvvSVJUrKtyoeciXAjhLwDs3RhOU37zbtvDj/64Y+GNdby5FA30rFNRdYB/hOUKprROCv8ve99b1j5D/9++I8obt5HWVL8qIRc86y2BP6R2qRaml1cta8QS3svf38n5O2LrCvokHeYoJ6/x73YdFpQqzwX7+baW9BzKRmG/HpYBU2zM1uYLM/Uo3IN/dwYeoWQUXRA60fgXL5H/Xs/QYbI81TiCtUqQSy3qTrLYf/iCeDbCOwulk765NELmXyh/4KYuIFcPE5BD8CBN16BNt99osL8SZ0kDgk6gDikXc8sMxOwQN88T1+mYhgmcm690mZHp/tNycW3IwR6Dv07YaYtAju0Vq2JtKCtGnTWmhTzsk0LsVyxsEz/x6PY8/u0Cw0Ad9FCu4Ofouvi04ZHAVAvFZDPBJLQvLTRdouy7nqihUSZFkAmPGiMoGhcAZH5ySKICwbTQQUYAeGSYNu7Hb9DSTXRJTRxJwXfu/NJPxLvXt96FxmdwL41QPM0PcOJs06UKWUjIhurl0486CxfOseURzSW6CvTyeJamK8CSZlcWCXi0A4PAiCf2LKRlIxUdil+kjTx03IFPnUY6ACMgOIA70DS4pozj8FVOk0SV7AVmtQliRq1O59N2s4t30kMtkijgMiSUrIAbgOSBjdNYOaxOdvBpkzGqyZ3AaZE6RCOXLyHFh6bdTv6pSX3Z3VWhgWO2GW7kFDNskxNbXC2eWI7wl2E1SekM0bQX2OxpppW46t51WREhneKmkMTGxddGt+ZleB3qkCpD+pCLUq5ot/2ktkF6dIiV8kmXwKnb9JsOhQYimWRuefCP/XM3b8MGExJnFoX/nO3U/jss88QBvYxdXk1eWkStADOtGVXwK6FW5ZvJbblviuwe+w5CaO9RgggX237Pe1ULbwwKXxqI25HssL99FhGAfNgAKUWXec+7z/80Q+zU4NaboUrcfs2NGUalxHYP//88+EmMyO7aMB2MaOhgDmddpU1F5fYQcbFreJyifqws7UQCm1jNJAzmuVgm2qnvLyK/S519JQDX5zydqChFkFh+wgNWmyFNT0i/T5lWRRL/aQSFK7dUo4FhMBu5+ZsQxZQQmzOQARX4FR4ej0YNrVAGj7zKRc6HJg9MzQyc+vJ9kgGlttBbUw6SDOZ28ihTek+AgW+rJqtOoZ+FMJT37kj6NhxCxM7pxvfb1gGDPMOMNCmLJCfaUl5DtJ1kmG2OnSxnN+p205f3i2TPMDgxtBP1+95EVHCmk/cccUjjGt6Dhiqd3dvYW2UK7Dw842r+Ax1Jy8AbtO37dSgt/BgNrGf5sFcKifKQPlj75+8TNqBkHnIDcQDYXgN3+BdSAjKV79XXkSgCIp87sriYTRMg3NfsTMHJ2496IIxt0C0rHIxeaIwxLTIwhPumO/RkpIeDS18KbCKR8JmpgWmHXwQPp6C2vBn2UtzS12kQ+BbcpPf8WT2+Pc+ScHVZ/m2AuYOA1D3l35AGxPmGYS2PfZC31hnyztmstwJahF+Jh27yF/TkW12RdnftX1bD/ItMoI5yyccOOwxsHfRs3a6/Kd+QlutTjONTqSRi+poi9rBOoD0WqQtzivMA6dCgieVXkKI31jnzj7169ydqXLWSvMo9zHXtn6evudwbZGTll1HMx62eF9Bel+xTjDTWaPdZ/vLlN/eQ8005WHhrPQUs6/ApEmiQq+CtnNM1DMDDO3ftZHPbmq82DcqL0iHmlC5KPCIa88GxCjYUzn3WZfQFTIR2klf06VnbFuzBX+x/Xn4mPTYHdTVHwuvEkEcD3zqtuLWq/guvu6ggYt+QFqyvWRwYtsAk9Y3D8lnj/rZZnHzKaac8j9NHXfpm1xIqhLgtVdfz+YCRa+abeD4qYEyNJY2IO4ceI1QiFwabnFo3cfvfUBdOLwFxqjabcu2G9sogwNgVYYwMdNMeyWN4gvJpT3nIz9+4+Lub555l35jygUC6rt52FbIR7nKAWXquKcpvbf8eBCdgBS41O7I36S1UiT4gSvtDLwRNlDjVwMmlZTwXIh6hkGs6zdO+eaA7YzB8QnCt6cfSytn4Ea2ZY6aUR07QJNnyKtI17UTypqHlMndiuxLZqgDw5csKfcBx4StAgizcYsOLLvMIu+JY8l0De+iOs+Un/LUQnM5PTNy+B/AEw6g1REzbC6YBchhl5kihBHMZDzBGkH9yG2O6feY6XZfd81orS9lFXGQcyygX2WtGRZJU3TYkjQXLJN/lVXO6fPzTtmjfP0Semjhra/uWBwsg6fi8VWAMp1zO/DmMrWs33QsE5JYgoRKLQjrkbh34hFJdfWPHZH9vaUtNceZHs/8+5Q3v4UIK8SLvz1c9/dd11Ost+/+rfCWifwmuPCFyghcdlo2ExsBqYaAJQQbn8hvFUeUytMUi3TS4/gs3XNFiCeU6VTnLu6pUtK3qVSJqYvg2zrhMrL59zpouIh2mEQnDCAwPl9OIenOPC2F1eYIPYSUjq7Bir+CohrQ2JzBxGSCByz8cntANcJ+dxrUnUmkHRmcdxvupUsbCWPHphnEDoKiI2ftlBexm15DODWsu5AARnDqIixnKuZO6Qwon+lcxrxkhwBqXtMgaIjTTrK3oZuGLs+SSL2K3eDEvGxM4nCMoOq7oazLYu7aasIc8C96LroOE+lZpv7JA9j6Zee7hiAu/p0JcG90O4rl5Tpwyu0XPfXU6vroo4+Gh48eZmGqWnnL55Zo7pfuYEUzGO3Xxa94d1GuczFugSacClxZkMcuGTNo79TOO7vhGgG3eHSLzZ/99KfD3/7iFzkp9o03OCkWbbsLfz/86MNMP1pn7oHr6n7T3Gaw5czAMxao7rPQtfov91Vm+vucqT/oMVojpvbsuD3waoQmzIHYmGe4MDiHYfHnwSPnzJwc7G+lAgpdoTDqoKbCtVN12lxacccBBReF9mV2GNjLwE1K9M8qFc+tTlt9UlvR4IxhlHZRh2jAYu8KPecv7UECKAowfgrFV+syeJSnTYKUn/XpN8ursKZ5k1rWY+hBm2L1J3PcnVGzzuf8TieuQBiBCn/r3UXCOttH0ZhvxTt6Bx0f8gsNkec3XcHe/W3TzlwpwKnx82CuJenBckw5i2xYZ/Cc1YkG0QrFSfcFD+2A90kOlLF7dBwwnE8cwK72xNuFJrTgJjngt96nHC/aAGdRLYm6VZymIfPcXZeTmUZgU3t5xEAgPLRFNx2v9D08hQ4VgmkHEbgU3MCZzb9BF9jKvI3SEKH4rwlSl3bw5Ck+Ui6erV9poEOdfgl/Bwmy8eDBxHmJIMejtBq+y/2YvcVdAOvhROfne+AYoQ4Fg2k6s+Re5JqnPcSW+ev7DwhbO6gIgwLtE+zCv7j3AFri1MgNt8dlEN8EfhdkZitYBJwFFpjPI9SceWyoZaF9zXDw3zHHy7vbmbtRWffFq5QnbNMu3ocvcAiTA4QRZSISaDkZljB4X11gRo10l9jffQ1h/aXrG8Orty7T9llIjlJGMxUFTc1C3F5vf0+bfXgwm7wyl0z9UQ9oGFUanJ+wdSQ8idoCD5oCFK6FVR6h7DCrtlJeCs+yz3KXGg8OG7NyO1TrQhhwapygHnj34WseIKUwf6L2DN6iq6rx1/Dl0icSP0q23nZNizIDUOokpmzgyz7Gdq0gWKYWdWiUW0fa+kxLwdGti7fg1wrQ7oT1dPMxg4d6z0FW0K5h044aOLwGwMBo3l5gTDg0FVIxExoM2C1SK0fxA6IIBH7SLJIf4McjMZI+T4nJS2Gsfo3objyeEhvMpK0jQPOScUHiSdDQj4hKKtz4bnq6NP+8Vz0YL22MvJQP8iKA+UDURJSueCBgL0OUAc5O55L3VNtT+XQGrzyAvlTuzLBWzzSMb47TYAnPGEWXM/gv0z9tUL971F0GufSTLpJWG2971CkjaVJT9U1aIitpp4gJE4807hYHWszAKvAb1Tjghnj2PB5op/WEqhrfg1hnnWhWxzmbANPWQG49wZ+YRXAnmnPoRzjkHQuca+DuVQvsKJUZHdZxoAqjzVZ5DWZYmrUPXHkoWPTCxeTPu3BBD5FD8lxhDcNCXiNX9BA+hfLzxJ+CWY1mkgaTb/Vd4PVvSfBczrh1ka7piShcPXOngJPnBnjFvPhN+Tqc3kkjhS1wE7AlyyeJt+CY+pw4Pe9eHiMKbxhyeqAklR/T9yoCbf68i5GU3XjCgkt8kcpzwpNW8ghQIUs+WP2JbXOGcfFr2bmscDXySR2AYnfe4JkuQ2CCYC2HQma0HTz3ciU7YJIhBhZ+puPjXc4WKY78S6T+wXsrFE8KLQqT4khNsWYuTuOa9yUEcU847Y3n5s1baN+fRLurVsRO2casEGtHaTkV3iVomaN22e46Iyia2yRnvomHAwQ3BVk7fDXGbinY80nA9tPrMQyOPAS0cCCeq658j6ZAfJOX2sMZhAgD9A5b/Jm+GuLs9mOBp9wFivDnW9FzhbF8r7ADi+W9hs34YzTkX3zxxXDn9bmUT9tNtV4K1wtoqm/evBEcuZuMZkXikpY83Mfe3513VrFfd4Ajrj0m29NexeMJsxkebCHOokEGVwrfdh63bt0iHTojZjQ8UMlBjusBXifep598Elv5d955Z/j808+ytaNC8v6+2/exPSNkp8C8wZaTJ9R3tN8w6AV2czhPh0A5rRcGJDLlr7/+eriBpkmbYBeULa2hZQBv0TYTzvUA7qCg0BCEE73o086cOgJPap+sn0Pq+OqV68DhbkEHqXuYcZ7aAABAAElEQVRnDmTycdYDDSq3+gnupREHPNrYKqxYE9pHW0/V7nxHUCBO6NABGh2b9a2GTXi6sNPTlilGWAe+0swpdECbLFByihOjHjoXNKd2Pg4S6IjH1I8dhjSlDaZCDxITtFtltG2dYgLh4kA1XNkKUCLknZ8qI7966cTJtzk/W78qEDIbx7tChdvZuW9w5yXSjQMFTSn6AL4LnqYrHXVnmr39yHrAMj7yMGErN+HNeZVrAaE45j0dic+UUQ6nFi6meXx0xsGOW62ku0ccAeshazwULhYw8zKO7c0+wzSFK5CRXuxOGxTRdFNuB9LRopN2cMW9ZtycUTD3AOKvkOWqth0Ol3LmPd8qDBAknMKOiVruKjv3Xj+9muTFXEKpSWZ1dZYbqOGH0UJDVw6kcnooGmL3ks4AgVCueTDuNuY59x/S5mcXh00OLFrcPMiCfgdjtndnqqw7eeMy7XwefqHdu/AcHOxhLoKGnst90hegMzXXpwgTRw4kYKHSiEhIfVqnxHN3DvQfDJxcVHqOVn0Y9jD7WUVwWkd4X4cVrrigFq0oUwjD8SLrW6Dr0QyzfoecyryG4LTqHtxzw9WNpeHqZc6L4Dh7F7anPZO/wvzZKZpHhPkZnif7f+sPspQMnC1BtC/TISvKaoIOdMqDBnJRq2dU1GJwcWvZDWNhKqzhyymDWGYTsnpK8SJNZ+BN23AxrPwhGm/qyXYvLqUl21LalPjh2faUvefhKbNM/+zD2/a4PMXTQZhI3dx6yjqCx5hPQMf2XdCztFOwUYgCJfD4GNMOttoVnjjpjPzKGa89UzRhs4X5ucpAWON1ybvFChbEBf+2o2if/ZbntCY+JVSLcZGfvg6cC9C0WnMkXwdmzHh6BwBVISbhN9tJtXFwbALk411+77O0Zlif66pvDtJc+zGiL4i9egaYRjS3gsAWl2fDgst55AlnfN+kLdyG7k+gsUPg2UEesA4cSHoAmLNGZypVEKD3OZvBPrabHFZpyGDiyCN8z7KYr+UR5PqrOhCKKojte+IkMP71ERc+nDDj5a5K7iIzN3YRuAI7AWx7BgAPgBY6XqIvWbVsYHcWM7zaGYdg03kYZ9q1b8EMZTfVC/d82BrOtq/TlV6EbqFIhkSipUgr069cMTliWXG40hhTyRBdhC3iWRi/p+N4DuhKw998p7IqXN0vcrkIl+QuXidP+heMFNWX51yDH387c8tR99IKqBmoxqJQLMOgkhu8uUvWIa6qGJM2vNq3jIIaPi2vK5oT30rnMjk/20Zd4W812tln4Yx+SYsfGJApunXVOQxWGLuzkWQEG5h4Nt2WZ0bbyYEyBecyJijH6IRL/ZgveC8+IXwFR8L0TJKGZbcugJIGpp3iFlNaLqZyj9ZsR4jfXASrEnA0f7l79+7w4YcfInxy4A+aX6fKnmLWovDgtpDLmMzI7LYRzrbowI+A6yo21edsrxZTDwRJNWqSqR2Wi9YUKrUr1qmRth5AeZxNLLhNVeMZfFAukdLqboIgv3E5CCjSFU/iugcvOu24m+ArOVUYtcvZJQP8msVS9o2dCWNWiyO+hN9GbKeQxWRoOh30mK7C4zGdkprofabGZTRq37X909ZcrZkCsYMjO28PmDggowzOhJM/zYeOGOBoknL75Zcwc9mLgO+A6f69+7VugF113L9ak5xXXnk1ebu3sUKleFbIz6JOtGCuqbBj0NTpJoOIa1yffvIx+IMxp43KTGcowxaa+psxjzokbTV++9T5AvBremLZFHRN1wEb6KEKrMlqQyLacoxyYA0HcTB4E4e7MGGFdEgEOO3SqecIKcRNfOvburJp2B5M1/ZW6drupEfDiH+qlLAVnmImLJ98SHnGZGp50l6Ja1rhA8BsHsaV98IK0AqSNtxXgdhynFI/zhA5QFFoX+CbC6U8xENhLTwPXcqJOEVAcFGigyDtlpO4pUOAkeqEV5gCMHfbZFNipevgle/l5zS3syLC6WAn2tWUwXiFhxLS+UahLZ/OsujMJnfzDf7wo7ARCEJV0jd4Ae+9I8ajIvErL/Pyz6RIIvgDY8njHKHN4HbscpR0mpQfkkDwYTCDljN1iUnHmjyFq5ffRV3WE4wt5U37Sx6Ui5RcT0Hs0M4pHWVgtqLECXdKnO8KFgUEEILMpK8f4UIbqWsAUtoWCZY/3+T5lqP8MggSYSGCwlHoGvyHbghn2MQFv+dUmv7iPfwZqKsfMesaIHogUkxDhNUZKWbHtA0/YuEmuSLEInBjDjJioJeF5GMGf5jWeHKltHeK4Lt/sMus2WZOfD6A7mbZ13qPAcCzhMNEzQOL2JLOky4XYZewW+AhcYqiwCLNaCZTA28zhT9xUzjTuta79QvJst89sC2z/S7b9K3B465w1P2Nq2vDSzcvw6fWozRwCGtbX0KLeHzAYndmyBbBhdvema7a+Xnel9Hqr7Lf/TJpGnbBrfCg4XK2E0CBUGyPjC5C8Na3gmh1VBTCcqQg1qUYs1BWd9WtZC7PSV9ugtYL4RxIJ22+JRqRghK+S1XZS1780ud6OZgXt9KnpwPbzp3123FdDXbZ7//uV5DF4fDuO98bXnv9ThbuO0hPv0T9Wy4HWIfgdp8B1hdffsas5xfBkyQepabFSTvhXcBxvpYfNSDftYiWQbgbU7BYCUNgy2AfowLFyOavGcYJ/YWmZvr5Z55JTJqX0kCC6dhi/JevuMbEfnqRPsitGzVhc6MRYT2j7dnu5VjJlDRqgwZggzcKR9xzD+0lN9s6/S14UY6woatw0L7boXrhxIDIQg5U6fc2oNENBoxnzl7iB2tFMXPAQGkr1z581vUixnEmdB9T1G0UTm764M5zDmjti+2H06YNCazFA4wVrFAiaUQ0iIgg3EQvXGikvYKj8CKCWmXOcmn+5mwbqE868uF6EF/wKephRu07/N+Byyy0iH1NtT/7tyRNQdLH9myTS5Kp/kn4ynlPzXcP3qcEdj4FKeK4OoAJg2pEpkAiI1MoKcZn2CIeCchLhNmRU8Q0ppBRS1cw8p6HKU/f/x+csKSwEtc30vmWfCDidCaUyxG3WtYsDFWCaM6GEsJrDYGSAnu5alvEtcK6r89+IFAIAjw4JaWgLh/ST+YexgXOKn38qbzCM7CLZy4Zj+Gtjwon0SsM0Ahafsbxmx2F95oKRLMh7k2jCQzWz7TWLPHJxvIUwD6bp3eYPkLjNXYIWeAADAU+txGco6NQOLD+n2K6od30TQ5FcoGlNtovv/LK8IDFjoIW2zYarI3neMcFPUfYUV5hN5EShA7YWcYR8hoLNFNA8nQxqloR3y2LU5HuaDJm33CnjC1Dd0V3Vd9hljAcGa/+xi9cghsYT+Gu6DPNpYWrNMR9pdOZftJoeLDOdNGoiB/qNjQD/VumsyXpnJkATYNC+9QPjdS2ocB3gwOLTM+2IJx2CJpyOIuwS/lfff212Mqp3XcWImGBX7eG2UjqrU3nWH/6OXVtCM1d3nvvvWjo3Hv9EaYt169do8M4zGLRt9Gsuw/71WtXQ9uawMgjWpGCJ2dSVhG8H7Fw1VkbB14fvP9B4DCgMLuOwbUKV66/xGKbsmMXTk00FpfWoCCmkbft4NCUR+VQOQSPqQu0jJR7hW0iNccxT82AxIUDmjWEAssmHnXitx6sm3aBd1mnZiiaC2lfP8dR2w4EYo5Fp7U8x6JcwjkzEx5E5Bqc2CmoeadTkzeRj7BFWKdzsp3Z6ZuW4bPQkrzmge+EXlCyG7HYLtvC+p34XhWeDp7BkHR1du5MiNoXOht6Gw/4cJeBYzqd5AHtp02bd5UwtNkewx+sV8v8vNOX6uKS+zjLoFawBhjCT97yW2DTLCEmEbbrjrtJpVfCXehMgEDOU/iNedRfnqg76yjtR/9GlxfgpTWlLAWhsaAG6NVdVmawSbYdRPNPBzerXSgd6BgBKCdeIixI3/LPiAC0S1M0fXmkvI5Mw8scLCmERZAB1j4TGcWFlW55aayF38bX8Y+QD/+1X7DcEeTEU6u/7BMOn1F8LjwW0iIEWs8IAH2wa/8Q/gqtzNABiw9pVToQf+IgdcRPeInvlHEaX+I8/CMw82w9QjPWa5VeflwzkWoXtA1Xq7fLQH0XfhKBhUHyMw6muffgUYSHLeyvV5/uDpfW2JmKU6YXWS/gVWkyMKYedpgV0zZXcxNPQvXuDM2sGnXoVaw7g+qhU8EtUDgYX6C9LqOAWcEMbTma+uqDPOhpxKD/hMOlTg4vDw+vXUJQR4hhgfYayplr19djdvPazQ36iCvZBjGztOQZR14unhWnmo5seXryCWt+dmhPaLpNa6xpBXDl/wKJtG1xJJaEmbv4wy/4l0apC4gqdW+dp50gh9jHZ3BgXMJJ29XWiMOzJl2aXrh9pXv/u+2nO+yMoeedZ8yefsQJ3Pc+H365uh5e7dkX9nseDpXZWdKVVj5mZvO//MVfDo8e3GNoU+0m1GEZAvpUYci6BnvVBoVb8CUPL8CKC5yJVulFKSgu5YMKuFzDsTONRLBsFW0SV9oOH7Oc8gjonWUwyWCZWcgl6tZtCp3JPWPB5Yz8DryKTnwIZ9iC29STfs8kMBZc0xkbOmUJFBU4bcZ3PqbNk8GsPJPNE1cZaS6A2wXMtDKwBeB9zDNXVzeD7z3qwgGoAxnb5zH1pOCu2Vyeaa/OjtjPZfc0TEJ91pTGqYHM7pm1gDWEdn7huxCmLqAl+73J0CL9uuZ8Upx0FfKCnip8im96SQMaA77M2gCLBzWOoeU2mqpsyQkfc8uvP6H0CUzkwbPdvpj2WYRNz5hGQi2GDOCdSibJJXiLSOJ2DjIzLkftOiu27r1iFCwtgwWRweVrIUSCMliPFFQl+gs/LdEXfK3siyjTYfoz9+dGL5VVle8iscJDISOLayBky6YN1ovOivwul3QtpknpUmbKSJmt4MCrd3s2fEadLU3fbUwSt8w8ZAHOJIzENQm+21HX1Lvla58mmVa9pANIB1Kdk1sOjUzYPMjELIXL/MpNlZVgwl7Ehq0ftsaLV5Zi0nGI9ldmNEaoyzS14ah/D/3RrOITmJS7kKglUhutsK1tplpy7X49NGgf045lzD7cDnEO840D0t/Btl2BUbzL/Jz+Nb1jhM4ZYA+DDdwFcEDMI9ikXL4rzI9pzDFBmJTLL5STuDkYBtw5wq/CW8yKLxbruTrsRJr6aVXUfFpDI2mZpNtePhs20yjVyCxbdmYHsrMN+WnTbDi3vvya3VbsmBzA3H7pNqeQvj28/977w2effz68zFaZdvp2aOLgQwTm41M08AyarN4wlUbwDgZuXL8x/OpXvx5+/vN/EVx+/PEnw9tvvYNZzQMGWe7N7n7zZ+k41GA/QZBXU2S9xplocz6WEHKKRuhLzE3mI7R//PHHoRnpzoGHArU7/6xevp6dae4/ZgEyBykpiHctXjqOhLXt04E25IXeeVZQlxbEt9PNr7/2BnW9ybUFbGVaQ6aBrHc8qeAGa2iXH82kbKJzHt6kdkleRL5zl9gxl3LnGSFEAcTy+V3ZT1dtjzw6KvAzjPQnXVuP0dAAxyFlC/0Qxi0ss64DAU4hw7J4hPc8NJgDeUjw8vql4fbN6xF0rHt37Xi8wgnBH9JpIKxKa7riiTxLmzbGf4wDSOmg2nAx8RPax+xxzewoFJ8i9KQuFXSCxsIl0CeHXh/tY8u10kobEBE4nzuuKw7pJMGenqFIE4EyZSK8fAv9mR9i1uChO9LF8rJxnZ1w1xKEMDoFNYkuonQHGekKCT8DsYqdJPKTuipuGAHbQa/txKn9gtd44IA6kN4CfmOa9b0wbjq+K6hIC4dcYwYAI9IbU+9ziWiW8EgJHkAMb1gFezWu1mdstE0HocotP8UJ0QOT4SXdwht1ap78Vd7Amzoo3p491FWkIH3r7/aUwaTSpwoGOvJS7jR+jYCNuEUY8gNfR5T5EPhdnOeuLijbscHwh4PWSHOJRfsLXMIizhwUP37GQTYE2WH29t6T7WHp/iO0smjQ2eJyDR5RZmWY9khPCOMn2NJ4gJIH5LjzjHzdK1pyYQHUMwSYJRayriwvoGVnZhBhD9Ex9vI3WAR78xI7X11eHm5hSrPG2qVF8un0pAJEAcRd31zkuUfb3eDU++XZreHeKUofTOWyF7rVoouwSKY+ysuhIzEiH5AmpP/494bOt47zRGo/Yhe0JDnvLzrz7PwkW5OCZ2uNTOhHoTUW4x7uPGVW5Nnw5D552P6hD3m+s6aeqfEQ5ccTTEQpXerNGTeAI6tvyxFfvoUyQnuUsYr5Amh6Vp12HhAZAjxYdvvbUwXs72IntAvlB68s4oSOoswiWettHrpbwExqDs0izRTSLMVABkdF1EAP/D4b12dovtqo3n7zn5+4Xoi6W7TEbV8nt+bvgMs6XUZplxlYlC8uFp5DKUQtExf6Q/ExsdmXHqB/92lXslXLrZAt7o5oq+5c9pDDAr/66quYoW4ja+xxBgN6g/Aa+8L05mlolMO0iCs4mny5+cWIXZEkp5kT5qB4Z4IlZQ5voM5d45S8WxqWyTKYim34mO1Wj9lOauzJz/jHt9WPwjgjD6PE1Yw2McUjLviyiNSbfCsKgETK5ykb9hahR6zPJmTispXATCIK7WoZescsE5Vp0kwsPOmkDpM/OYtJvlUjat+DHpkp6QOhnb9/MvpyEA1/Fh5UkJ5TijxzycAmLqXzjcxEQlFHPU+HSwQBklE2xPAkzFXe8kuwfLcMVb7SsJqnYRqDJa7ORmB3bBqWMNmDA8PpWumTTw0MaBj4Z5TsRxp9KlPckXymrBOJtEyHEW8SgTBEjanWyDC55VvBD1b4qFkBnDyw8DLp5AEwTM28pE61/uqWxLChhVjY7fM033j6dAsYx0yDYmOJUOwK7xMYlja5KzBop6HuYYrx8suvRNh5jFDu3qNqlTywRyL08J1XXr/DYkqOnMYmewkNsQK2mnRtXD1cKAwLHFhktc52jsIlrqWliTPAtzj3F3altjGSSO7WKRdxqEF+6pIxiMBMlRmYwhY12GBt/KSjH8GNLz6LlsWamCqnnwMB4bPDkMk7QxCBgupyWlTb6fv3vxru3HmNhgwV47+OkPvs2VPwsjh8/wfvDp+yy8zDR19Hg+1BNeLX3U+uX7nK1nKa06DxUgscwpiJffolBkZ333wz5jg/+5M/Gf7mb/5nAQX9vPLKy7z/r+Hd799OZ3gNDb/4PEZA0FRJ+Gz8hShhYvU+7dh3NcOa0zxBM/GHP/lJFrRqq37Fg2AQjLXHd2vKu5cuZyegvhVhtLrg1w59h+l7kZR2Y6q2LcouHQsHHtnuswtAVzhc69Hjr7GZ1Tzioq1FqGmV2dugaem6Nl6cszY2VZtv9TlhZHTWkfUtI8+sFOnbVj3OvTvDFOXRZMCNQrsXUKNdh96BHduEHNjhjIqzCmrs3HpOQV1BXvOg6xu3hj/60ffRJC5mcLa3uT2M2YXjxvVLw+OHy5yE+wjhQg0k+Ul2liPURE6kp2fRlnDXVz00m7Nl6mNBMxDiPUycNmqblAaLqXsveqRbShFrfVEeJz+Vfr0mbXBl+uEpCKNBKM0ufExUedmWptsCL8ZxhxSFlgzc8m47qo7GHXXCy4HRAWRt18dsBzw6NtC2CfBh/fa+Ja0sfj75rbAi3Xat+Ii03KoxgIE3BRgFzlN30fGP8vhXHI3u3vR4U5OvkOse22PqeI623gf9FsZOP/hKXfjsJSJIjfDZBcz2g4be2ShafeFe/CWO8MIjmjAqfgp6ccsLzuQArYEOfwPJ7j8tizdwlEVZzKlQXP2p2DFin3p3ACH+otyhbCWsIgCbL3C5eM9ZMesNy3D8mRWFj59yHWCK8zUC+/I6B/uM2dr1ANMVbebh21kYR7quh9liS9ltTHU8DXWPxaA72N0vryAYa6oJ/8+MtHADv5Qrtu0XRkjQyI4s0matEu1G05g5/Lx7AI20oaZTnnxGW3SXjQWFTgYJ56ssSr+8OuzQt2wfwvtS92JwgkVwKzJAYOsv0nSAuWjQ9iH+ycNgqRfrxkFe0Zq4NPfIGtK0gZPoBcVYV9XvWjLwawzqPYcakqa9gH1ntTVwQF92Ci84Rvl0iGB4zgDErTplM4ax8mu9RJW780Zxodwj7L2M0aL6Gh/CK8+Ay/IiX2FpMAubgqA8XB7Xt5u03BHw+G7ZEtxkwLcDZus5g0/rjLAqmjzYS9MYTXWPxBvqdzXuJ20woKKoZjKMHymNsgEVYRtj4Dn/Bfzkt2BQmeP2qJZDeKz/c9MhP4VcZyJNR/OY7LRCX3qG/znvTLjQbimAykLCzUpg0ECkQGAwrQUGlovkoR2+bVXl4lUUYJfp8764vzh8hfCuchByhqYR3KkzbdJtirYrQOJOFgAHWE1gB9fQ5wyn2p4f0k/ibwlt67Y/F4Bbfwgf8QuubROWDd4wxs5d5c+Yi4qCX1TaURxWSiYYV30ywUxOfmi6OLICzzULGV4UX+W2KScRd0ap9/TzVLD2mCpIwimIzJT4FtT3ct4pCIQXMAqWAJfv08FajO++Gbkl8N2BvvXLRTmIT56ClyspCnMJDBeRG7GLxbjKW3DTWGH4arREdhgA8bXzKuYtSeHfcJAi8pNpOZk+FZ4pX+5qBaHNVls9jhVfhDGy0UPY5ZKSgfNqXsbvZavGLBw0BhOVzoUP2NJxpW6JTTJVmpZs3hrsdoA2VC61ma54dxHZKtuHuc+3dasW3QWk9zndbQ2tuQchHaNFdivCMgk4y3aACmZr2FW7J3tt/VVaKzhDNMEzTMepsex24G4veEJji30wux+wlomytXrpRQfkySNlU3Ot8NaJ3BKJj/oTBUXP8Uv5e30WM50QQauri+q2OYsnwnfPlrFpKcSuIIC7jaMN2BkJcebiUCF0tw6FS2cMPNFVrYvM6PhkD6Hua6aNr8Ws5RE4HY/dp1hBgIVeaOSdKYnwQD5FCVWmCL5oc9bR5rplo3n++Mc/Ju4ppiwfZsCj2ckOGmy1xWsb6+zvjgYf/Gir7mLJCCmt/i2fxbY8Lpa7hgD9yccfpRxvv/328Nvfvod2fo9ZgmtBgTb3n3/GrMCdN2rxp+YptANpTdRYhqQnzoS8Ep/g0Ne+HV52qblxLdOdHjqS9mBIYMkVplV1ZToOLKzrBToXmV7XPriVnU6ttwy/4tdAuuxMSwMlYHZUgSkxLn5M6xuO8BXWktWz8EsRtjn3rR/DrC8tjYd/+sO7mHwtgrsPWKC2xZqCr9I2Xn3jLmZKV4ZNZiSwsCQuXMG8SEj+H9oMrkz397gGS4fTMgpHYUfoynXcfVdKDZsXn1tEyxnTAehoxKJEBzUlPLYcekYXMfMkbaol7TuAiJ/qWBScwFOK2nAnTTPIjdmR5hn2jDKi6VJMZeej+JEupPua2WCgj8CqXTHz91mkuYr2VlvRXejUQVW3/RUroklBMo7n7P0MHNLbsceuM6goocNuVhqwVgre4Di0WLVk3Wl2NE47FffybQQOBGFNdiJAEB5wcUJvmnXXR9zonw5dQY33fAcHc5olaO+tnTe+zrzEvppBGXP+xLM3MYGCxfqyHUcgJH7KyXfYTfiObUwBzTq1rdgf2PErBGP1kWufnWfGnAh7dAJ/5xRXTWDO4BkumHzylNNhmZV7zFaHXz58Omzcf4LgVIe7eVKl+dsWNYPbZZCv2Y7mRQ6KnPVQIXOE0uKAtTRH8Igj+F51ceLDereeKEuQZR/ojAP1Ki3h54AoOGyCCy+pmTKFIrxhRAf5RTgVl6mrwqv+/AdOYRXP5pww/Tk+hAF/0YeYnJcBcSW82W8KiV9w3LIWzDA8q4VX2aDwFtkVP0laQc67NFED0opckPj8vHOmoOK1chJ32qW+LRDOkihvODBM+gFQnEo5uhBgQhq6LhWENhkGRw7ewLW8RIFds6cVBORl2pO2/UfOWNM27YNOHHxAP24m4AJSBXcVSyYr38+p4dZhw33VQeG+nuXD2sYzGANX1lnSsAxctSueAwz6DQC0v8x6GO6uu8ACHH6PwlDen6146XeBxSwdQElTno66hOmudKmp3Tm0eEpfsAi+RpTTAZQ0SBOD1g3vtsqYPxE3ag0HucLPu5jz7q9yjmnPkt85a0pODhlyIvH3tqd5prHkd7bNDLyoSNvkOeu1HByNaFde4aXOylHGVo2JI950pqkTZ6Zm/j5P13sCtJ+xHZkN2+hBNAVPBICqTsZK6IkaywR7RsXoAihByr/FT5Skagw+ppqStqnoLKwh/n+57067lamVqyOy4OixqgrFhU4c2FlnWhQicgTlNY8Aq9ByRoWJS/FjTDEjA0hHy+hL32jyiGOa0c5TwR6fm5GXld3ysZPyspORjZueH8VX8O8t332LT9LzOaNWmYAdG2EyUiS/bLtGQqmj1C2Bm0u+PFtGYVNj7KmZbsuoQLzEdo0KhtpfezqpwpEj58/REruPuMK6Jh02Tt06grpM3WkpD+oxTRf3uIvJAhrmObTvHjK0d8opeWRuQ97aQqwBN2HGIg8nrBkApuTiBAwQoIjZ4uHXuSzhO/w9shjVT5f7VEXboRlf2IqxtrqTe8YVVsxfl7eGH+GSCSmIeT/x2GPajeUWRg9U2mCHGJ24zM44PGv64hqAx4/opNm33VQ1Y3H3E2kneHjylI7AgzugC8omjNKKJmg7zEJcx0/ci28F95/85A9ZS/BV1hMoaH/0yefDxpWNTNFuNpOlPeLFxryKIlgvOBgc6Rv//fffD7w/+MEPht/97gPS2RkuXbmZxcYH1I+d+hx1p332GmU4QADap3MWtZBr1ZR364rKdcGxHaACj/SzuIAtPulsspZhngVp4kcK1hnHp8K171y82IFoljLmqHcXPdtepEeOogujd9DksME/26jxFahKK104PEdIkVSs72nXaan7hVfxktRINzuYAEhi8WPqpnFKud9499XhNja8u9tPghfrX/x88eW94YtPPx1euvUKwvwaiwR3SBCGn6lyS1s0Z5oTcusAtPu0vzBaXu+ZKQhrgqnz1518RgHXcutsf+UMY8dI/O4jUnFpE+0ePFhnfBOHumpfzQ9c2EFN+1mSaPhdJYabVVtKVOMruB1jZuFAdp7TA7VBd/s0V2GcMDCQJsxFuNPxVZbBDQimndtx0mdw2TYsfwR+8hoD5ypmFhvMAGVLNr9Bj8EZ30jQ/6SlIGAb0+54GV60yCFITr8vYtKhLa+d+Ri1qQf2nHJYyjnCQZWG+PRZuggw0OwxbUQtpeZj65cYLADb2RM00VRvejfDk16vu0Kz9WQHTEIFmoXmnQEAsC2xMHODAd8aCzjniF+DAHkIfAUB2LSsE2nGNOx/uqAafwKYg4ivWaLqXyKYUWeVlxGDFuqrzGUUsu0rLKHafs0hThgkuFhYwV4N+zM07QrtHiazhaZdMzRSQhPP7jUUeuvZk+HR02fwAPNmIItUdMigym0vXRjvaaf2FSIlgy/abeqU+hW3CsyeYaACCPYAgA72ENi5u0C38Fdltx6LV4sJwwoJt/ySA9+DG3AbLSg0A5b5WvFK+vCNuuLHb/KDCtPuLU2TtL/OTG0wlByDJ2EQ/yqhxLf9o8o4E6voSZTn5GDulamJvugAL3UpPeSbtVF5vRjUd7/0AYF5yS8neMgj6QQI79WuDO+JpO5W5lDoVLMnaG+GgblCurgI30DoH9MuFTZdgGof42YNKmq8Zj3wivDS2hkDOBAemrfPsh2AFr7lR1BTH/Y5ntsRGRMUmaazFvRsAEL9cMmvNPey/PJW8eFspDDJOxTSx2i5zdJ3o8YMhjALrGVSWF9BUaapnWm6naSLqU8wrTqERg932amNtNxdTJMXd1DS3t3e3l1tLFEsHoRdIPguLWmt4AyGC2E9g0YljTzIBbtnUTpY3xSKSNIbBMHMgDyavseBwIizU4BtTtpQyAEmg0k/VdsNV0bQ2R6Cmwqjl+EKpBYGv7HMNYxJpAfxAGqiAAx8reJJqiGRW1w1PAmsnIw7wFhgy94B6QG4+928rFjD+B6IpsJ816OCnMzr/8qRfsoyBUsQAOKEL43FBPHMvtISjmFtyVagl1NT3Cs8jzg7Lfes1n5NJFOzISjqsTHYlDB2dtV9ingrDpKkYp1XEw/RzpOeOWRhBPGtj9QJxBDCpE7SNGicHV/iIUXix2+8BiY9hTou5fALMBGhSmM58DBcfUqaFceWwFQlBOqWY27f6PRSBiZwUxuWz9rrrbPdl4sq9buHdt0Ddq6iSV5CiByx+NR4at63EdAVqG3oLqzMQQng0wOH9mDoHvucdNGO2XErvNmgs+WjtEF9TOilMTXrIXXEu9OGCrUpfyuP32xwumAdfGrb7Gftjn1I7ZgeeUrHeoZ+eaqY/c53mnTepAOIUJtrB15MGtI+jA+jA2em46yCTMWOUByKL2nFb+7eYn2/effu8OUXX7Kg92HWCJyxpdoCswvOYByCW/d03ydOyiEOWkN320YZzKeffIpg/Q6C/yaLum5lh5mf//znw1//9/+RPF1b4BoCF6baaQu7nYpCR+gHn3LQY3OrLPjZcecZ8Pb9H/xo+NXf/2r4+c9fxab9LUxhHlAu9mKGCY0wY3JnFPeZX2WrPnHmNwc/wuvgRmZFjfNO4tRN/iiH74ad2ahMNTFRM2QbTKU0WKRU6y3ePFdbtENQUyheJAvEcx7EfxfyjR5sAYvtx++GdbZCjaV0Zl05QA595HvFL6HRFlqwGNe8wojt+Btjtjp8VuO/zDZ5b7x+i+rRxvlkuMLWnfMLy5wGy1kE0MNnDJwOGJheQhjTVrSnkbLJC4BrJuq9dF9grAQBC+HgQ3E2LJz8xIiCengZzwqN1mVwHhoRLstruaXnaad/lcfiBd/ihb+iB+sNKgc3dr7SqK7juiCpOun1bFyd8BjXZhX78tBqCfXBHzRn3mWKIwy0H4S7w2RBKtapA95cmLeBc11P36IJj3UfX+mMujVtB2OaYjldP5zBW+DFhwjOvPiDC/aSv9rFdYT1dRQPmoc5gF5C4F9wkSYKBHezkk72djmZk11LNAnwTx7pfvxSlqBpCjW3yCLq1Uu0L05zBlKF12cEAQ3BhzkHOxIjDz5LX9KWz6AjV7bSIwMX+2lCsmh5HBDQfuapB3qUKDiK/wmDNG+dhwhb4qZoRpQVWpLPHWKvK32rNLB/cgApH7IedP4WDdS7NFAXdcFzhbOt0V3RoWXbRepsPgPeai97GAQ/23bP8l008RzMhjB0SP5Pd5gF28T8cWWLMzc2wRULU7GHP1YQp1zyRtuh8JmncHjY1C6mN7vaGTtqIJzClNjqtEpg/9NGeKpSAH4JrNI8L9IG0Y0TOgpvKP5s2/JSOAvNQk8e4CUGvKydWQRYk/FdnFbbIC/qP3UgHTa4lZPUPof2pUcueYV0KRwm0s2E7TPso02v10GVIRnhpz/P4M/y1DOvCjwkVH76V7oBMOH9pizYvhk6zzxIuKQV80L4gUL4vOYzRobGPGenzJiKJwobRQvc/KbNzTF76UYc9t1IupiiEZa4oEYsEkpDD/IAF1UecWabsw4NRCi+KbQ7YBYeza+kZIY6KDyoAyvVBAUX3JVgD7/jWb5T9VtgpWypRQtvPAcYCvSYgaFlX3ZdFW34mPZ4dsB21CjB1rgu05/O0P/tcI4IrWuYg9fsghOPO0AtFjlX+FPf+KVM3MOiKL+zPnPc3S1Mnh2c+8iDVUQKwFJ3aUATKrcoPfai3ZyoVKJu8xceYdjCj36dL5hMqhic+Feu7kU3lQ/sqUL6SaADeA8vIGRsUAm9f687lQGTSXjDNcKZvlu6aGAkZL6nfghb8FQmfIl/7n6bOHMtICde/zcPKVCPUGWYpDZdvolnD+vdAEFrHoW7ynUBpcLCPgKamoo5BE1HnQ5ykjQ/fteuz8KJIwlVJz7DiAwYhPDAvWuSYzMJY5uBec265ZV4M17Dr0zH9LRbdLGl9pvG9y9CAekbx9u0S52lVeoLmZjoc86OW3J1F5Dad1qbtSW2DlNTsqAwzUhbQWtmRtvmWlTp0fK/+Lu/y6ET2rDbOBUotNXexLbdDmOJRYJ2vJ78toydoiepbnOgSExuaAgK6pfQTjr17amcOczHum/lokCT8hfIQsl34aUc6cRaGL3DsINTul1gEoHBmZEtN5fHgMtQ7MwiZPN8granBKsKUziTCTVn3VEG69B+3LsaZJmNaXip+Q658830xZkzD3amftccxMWoT1h0KQ5t5FQXcQgPjhT2NC0y7IwCjwyQ75ooXWXRaU4zBBy/P2Jw9Nnnnw137tzJfrZXr13noJZn7PvMFpvuzc4g6pVXXh7uiwOcgkMSS4lERDkHWJqQuO2khzK9dfet4a/+218N/+pf/zvqmzYMgO4MNFpYicmN5kwERxCFaXI5ODlhej3CFWW23Beu8vFXhq6wJOyWS5ruwrXhfbev6TJJOl9gnqHDp7vIB7UcwbdaH9MhjnaJOUgJWiqeVGmFSlJ5/EhLAJE6ta1cAPiNJ4YCqZMM1kk/tEZc4QIbtLuj4dqtq5w2yXqOnWfDmMXTl9fZqhRhw+niH/3Bj5mK3WMm5R4HgrAYmDq1c6nBTHV3NsUJPD40d/FU3yf+02GmnvOdwkRoCG4uSmawqgt5Q/l768/GDedo4Qzrle8JVyH8LVxSZyHuwmMfBCVNQ9ChWYFWv5e00QW0zIxB48pkSIHWPmHkYSo/0F4rtAO/gv+0cx1E4Aqk0IKwhnbke2V+Jq/Zh652yQ8gWvmEtZ4tj4NRBz12vmq2UbDnpNBVTg1dYPGk7X6J7QgPMClb5l06slzSLKCm/AoUPnng1/Iq0+Wkv4g5C6TIc9GlsItTS0E/feFMQ3icOicNHotPIBQ7rnbbODhJ4vJjIROOYDg9uEyjXdU28lHvhM1aARb7S+P2TQ6uXeyt2Y448JoGydgFEynwQciEzTz0sI3Gp71r1qebE2Damlv0ame8j2Z9Xy0iq2BPHz5DGFoYjmeWhi1GZleequC5RPvE3IL2Kq+X74nWyEAovraf0VY2PZqewQaIs50kb+gpe7q7fooFgCMaYAbbAVYMA6t/0IEwyzuye5DI5V+eGvYPPhoGudtnlKBkWQg2ccEOwhyUWYMXImkr7i5T8vAlBnYOpuRBJ5o7kE7WVyCYufmBwp0ZBSZB4Pr9nIbv4W8VWPjLlJYHE/oWF9MgkWQuxO19fopMhqnnqsUAYP6K1JB93XmOwte0gT+KAOAWdHkSt9BP+BM/Ecj5qN25piskVwEdYPgimFzpXzuevXOJZ+8qA+wvx2jplYOE9fgIPwaqs22bU7zjTL7or723F+tN2lRINss40rYOBF66sP+R32jGM4eJmYNh10ks2U+wsFZzqlMJgndFK3F57ICMP+OmFYX/ADv5mnS8zSz5CkMNKCyXtSAwxu8uh+pBH+4bnwXuyBfa3iujqGDUEsPExI2wJw0Tj28povLy3E/Vq16wmuedWQc50SxVQhfgVNgUREB5SMW0wnUNjB1qEVJpo+rdtCp8UiG+HaCuvtTzxa++/brw/X1Phu4uaQpoc/2befbnyTfgt4KmXRoDIaOdtiU1WGzU1Sj0YeqSaX5HUx7BO4cdsg3coBKXApJbO4qjqTpNvOSWFnIBYxEBnRojQgwmMzKMQEMlKwyTcdJMJyhE5CtuzS8LkyyAjVgyaGVPPvrjbJS2GKMIm8wh5SaQ5VV41QRCm2dhkLGal1ow4XcnlMOj7YRxyt1V8m7veOPG9cDxmAWmj9mZRLttO7xlBHU1x2q1HGmv0hEqGEqorgj3kCA7FIX6LGghDxe6ir29HQ6uIG/LfYEhSyH8DW7SsQ6mq87yRDPK3Q5Coc7GnGm24ETqprGQtkJUp02Fh7NzVqPT2MRrd6m7ll80AHYaACQjE+/GF0/iw4GOOHThl6eC6vSzvGq+3bXByzAzMBPNUObQ1OqSD3cFe81HTFdWEsSTkXl76JKnyb791tukcTQ8QEvv3uxfsp7ATlnAhKufvGodfvbZ5xk4GV5sidu0TTloc4eYE8zNrVIGVtnvz7OLyx0WCu8Of/03fz389Gd/Ovzd3/9mWGbBq2ZS2jtqAmV9qmk/I65pdw2+9ZGOknoLFimCwoX0ZrnV4koX7sUePNjZdkAs7uSle7a733AKeGpkF5ccKEBXwFN+ns4rXNY3eZuOV4snXQQO69KEpl0CNw/amgJiSAUv66VfPUmVEDewT9cG9IypUmndzmgGrZQM1RMhr17eGD798ENosGh+jv2yXaegK5DgJJBQ0o7vt/004IE4NE0QOxY1of6l/QN7eBV3BQnJstMSD7xTz0nGcFWCi+LyoZWPhAsAb1N4+yZUdjSUFzzLG9JWkoawyS/FH4ISnXE6TW2zwYf2r13YVyvoYNTON02twZdKM+/mqpQN//gJvzQcMzXiqLA4YRu6Mv8ogblH9977l6I/Yau4s2y35jaTgA8PQNgCEAXzE2B1W0QX2hePrbzFUeinsVXz1zbVdB0jOKjIiZXyXWFsqLQYKXNorkOGJ98tiUL6IRLvPlsvqtHUfMF8srjTdKjM8DqT9bIf8j9Xo2de5Pj+TTthi8kGeJaX+J4yTO4kOOUURNI3kkfqhG/S+WkGU64V4kIrquCheVrMWEjCrgHlexYHqqWeZYXeHKeXLmzuM6Jnhw6E9xUE9zH8Rlv56lNAAPhXXHHR5u725rCPcucIUxpnrtZWGh7IP6ZVnugqrwb2CFZEt1foA8TQRcolnoq/Gba7SXXg5XOvn04fhrsIbQAvGpL/0joClzSxQt/krI47sB2z+NlvMXMFH+JERYt+RbeVomBYNxMYzGzi/GLtWbkqZ0pBY3laJafO8p440gTfgCuNhxgFq2W2fk3HZ76DB/Erl3fzAs+7kC/4Kc6ovkw8hNrBkmU2H14Mj2fwFJz4Y0T8/c4HB6VhHSI1n/3BiQf98ky9kXDv491oPQozMzMIYNs/yEuq7xUv5tT/kkqyNu96SLSCzSTwDk3YNqGzmPZAM0vw6FMWproZxxkmlacMvKJXYNSicK0Qn5zEn7mSTgaA4mCCm5Z/PvLdwUrwY9Qev/An3XloHLbm0EaZTSknAQp1oeyT3FJfDv/D/y0Srmihnqd/L+r/WwT2REyNk0C7TxCfVACWgtQnS1S59YxlMPpVmCpxdYCE41/EBmoQX0U0DDVWyfCs8wVxhU95AsOIXPnyD/2YfojsHwrod5AdIiGfTE0VcIkpAeEbAGT01aj0omwJwSfKIGFkUaVUAOOep6NyhxUDKWy7ajydKCUIbNSvqRk3zIcaTE4gLKjjexa0KNxAbNp5ndM5ml7wIaqSpvEJK5GLbJkylwjL4iuR4PfAnkde8cAJxwRPxAULpG0GEhnMBztOnwmFULZP51UaQluzNmXZD5tC3bt3jw4HW2a0r+sIKNmmCw2VwvbTR2h5YW6rCGfLHMRhJ+5qbVmSNqQyvU1sIHOIEDjcJo7Q1dZKWqGBZz2EFdCsfXmVeIuAwjtQZ0ow5RJ+3o1nx1daBAQHyx/mhY6WZ98tq0xMfuE7CI9AVCcpmg7fpU/K6J0ffEogYmyedwcB52rHqB+1Rgri2QHF+iI//RWyo13gREEFegVomdbZIQ2ZKWCFbAdICrvrLOA9Q8P/lAGOe55nGpH0HQRm0R0dwjJT8dp8/va3v4kNvDvxvP7aa0w/b7Bf/m526HnppZewdd8Zbt2+HcS5qOgQwVZ78pQlJSmmbg0Hp+DMHSPWyNdFsW5R9rOf/mz4z+wp/FO+vfP9d4cPMMX5AWZQz56hgWTHHzvfLIkDlwrvhSYry2yhqdClHTyZNBpVALAs1pdh3EfXdKTf4NtEGu554LHqVGEKaieMzLGEGInfOtZPmjSkgiC1AwhqculQ5SHGxV8c26arI690TT5txldy6HkraOaEOuApGjBfvhNBrcwcxs8OSrXppfahbRe80gkRJngg9ComGEe0jQNsKdNRQUtde10wCLvhpa3nXff3nlkv8nRf8Ey5kk7NKBXs4s5y1L3wqLDpYCjCA3hKHim7PMLc5DXEs0gWmzQtnnhL+yF+2ohtxc9E8ZJf1m4olaa4k01W2YlDfNtTBHZswj1Ix6O658GXdrC2CU1aLLC0RybEEW/it5zZpEDeG3646Yk30BF0HvW4fNc6tc1lz3QGxtowWyDTLMjJh3LaYe5ihucZACNgkT3PnzjIZubwUA0goeGx2eudJJxpcxB4LtuVyTZneY8Rrk8QMm3L0hMhYSLEJw1NCKo2uZOOOCsBkgfwDgWCH3EnHi0zZnQsXNS8xJ0rFjnefG7ew7hczKqWjtTNg3zN2wVyli991aSMBV/q30cE4/RH0ox5mjVQWbdJC77Xd9WRF6s07f0BwVIvRDEh8Mk7+apFtrxuEKB/Nlwg4VrPRZk4uAkiT17OoLjlpDbox7nAK7vVODqCneWkSvliTlSWH4DLw10OJcNkYUQAF99Kz/4kb5QXGYiqkLC/tq4CnngoSMVtys/dZ0BOGlGWNb8qWKMhw5NO9f2Gh2ZJtIRFE9fpkeSSlgNflQE5YEiDanVqlMn+ys0H5udpb9Sb5npSge2n2ilwguBAnT41yZK+31NQnqrlmVHKIZ0LQitewvnNsuCpJt/tFyUhqQhQ4uqrj1XjwiCuncFyxxLjOchJ6qRV/LBoy12vFFRtl50ebEXSW3asAaK0U/I9Y+GwbVMcVZ6tfAmvL1AFVoORpnVG2TOotQ4pX8o8uZMNsFrfhpF3a0EQRwbmJP46PvVP9qYCsK7BIHphkQf3X1cYVrGxgFkM2WSg6CxJmTJhxon5qbvXJG3zJpDltk2IA9tK+ivCpD3RFrPOhe/OhAUvhQLaAflb3iCD7372OanTFkzQhoGW3xoD3CqAUXju/D7+fJp2RQ/SRfnav33DVUdB9UCQdjYBpGViAjagsVMMlDA2oSBGBiQx1FRipS4SMp1paygMpwgWJK9493JZlC6Sm3++yPUqxDdg/Md49NgFze+P8WKYIIq8o6BKp0eIhgqxRwliviBxyhjU+imAyKxm7aCIaJp2GDaqXn7Lmc5SL3ArfqzrEAyEVh0ipTYyPxJCCX4yeXKFwzqdIhPtna4ZSWwklmxC68AcjUw6h6ofgwQY4qfJkD59DeF4o64UzNWAeGnqosC9p40yGlQ1asKjv2UXXuO4oHE+Uz5nMWu5c+fO8MmnnwxbCODauUsfx8ce240NNxoINSZu9agw5UE/dgILHEChdsL0LKsLPMw32gtozYY87Sy3wplloSjECzucBBF1xnUbN4+8tzwGBJstDPmkITLyZT9iOyM7dTsiQEh6CWi6ZtBjkSZFJ0xpi90hwMVsJqvQ7mVoF8/qpy25O+moZXfWQk8F9OucLLqIbZ2aaYWrMjXilFIWJ7ow9Rlh9bePckvFI6acLaHwzSD8u6B1i4GRwvvDR4+Hj1jg+Af/5A+Gz9lP3VPfbJ8Ojl5GaHdRcGzr7Vyow7J/Bjg7j4YO8R4YWRB77dqNDC6ePt0c/vRP/2z4i7/8r8O//Lf/ZrjKIODx5pPh5u2XU/fSu8eonzGlaULWkfgN0wW35xBWBi4QpqQj4qR1ce0BUisM5NT6eJqjcWpKc7qOjKOz9UhxxKdtyWekRZm3W1YqmDqDEwG+1U8GwsSSRjWlMd846tLZDt+dCtYJfQlX+PPsAEITH80mXNCowBwaMFCIAxM4BJRV6skO2sF0juEOowB+TNSk+RXMZDxyW3qnFrkunGi3zBFgEWyl329z0kBpJBF2aRfivPqxi6lT+UPwDmzStJ1Kp1nvljUaaUpa+RD6hfw6LOK227KLmFPS0lX5mUFobcH258BLqOVX4kw88pJ6HMOjECmgDcwzjjnIB/6gQDsRYgxHXlQQcfi3Lkw7lwk97+o76KeMBlHbueggFDiOnOGk7Uq/KkjKBZpJIvIYt5sdb6JAOGbh6ZEmjPXZ2azlQwUuFpZhTy0/cwcU2/bsErgjQ/tB6UUhWmXF9pZrOFh/w6yKvJgCpA0rwAUR+jWX+pmqXh/rqnii4JB2fLLDft5zmKYxGyGeFbZd4G9VVQ0bayrdVoeVFiH45LN1Y0s03WmXvoJvk7/EJ9B39LGmV7M6Chi2S6+WR9IvXm261nYGh6ZvGxHM4MAHW5VxrWNTKHpUkRRBKyIS9MGGxy44lRQCY4e1pWmpKF1g8CekQxvShZ6Fw1e+ZUCTeHmp70k1wfPDZ3wCKO/CeOFM1vpXELYfsd1ZH0RpaVs/fLffaAMXac94vW2Jv4LFWN/tFFDFWdVLfzYhE2jpWRbyz4wH+cyyz3dmF1KISr/jwHvQwP3/0PbuTXYcR372ATCYGdwJAiAJECRBkCIlr7Rab4S9r8P+z+FvvF/B63CsN7SyQnvlSqRI8IL7HTMABnif55eV3X0GA1By2DXTp7ursvJWWVVZ1dXVtWtPLTk7wtKjF/TvWboF356f8TTkGf2fAyWrY2S1nfEJr21pCZyyVEOtJfGboSxiYtVY4vwzy2gTEqt8urlBGFnbTotvMCkjsDkrV4mf3GK0HlovcgQySfkxnxksz/gl3Lk1KpqibaZf5mns1rb9FYNhdLBHW/0EIR5Sl0EYmvLmO3ZPKcSSDF82Ze8sOWnonyYsfKUuwV/6Ummhs5o4xbaBya5J2I82WnxRFnJn3TBuxJs6ihl1lmzGLUPpQx4rdnLYTaiOsyqUhGzsdaRqVkY6ZeLCaawisTOuDsF8diQy74CaexpzO20f/YsrhTiULn4LfvARdctDFYjMmdKH9396SG4U20p5HYYoGz5LB0jZ2iGDdpNOm2JcmqBxOg4ak95y+nMrL6WUtdDoJUsuRKBR2BJxtEQ62OqzeYsBw0PTU7nV2FPwNhhkdISfmSXSMgoVGUEcuYSn6FmnHnKOaqWdQ8CGG2fzyUdXRLFYWXt5h7O8Op2+BGqcjt/5cxfoVDbzQpNrE3XEXapB840zz1p0nBRnH/1gj3t5S7S+Gvh0dfnS+6yDZr0znesmSwR0IP1SmR/o8PF2ZmzQn49ys8yAjn4bWu1cKYI6ybnLyBE7EYhBmNNsCO3E/Uql6++jI/K2nWu/Oh1xUOhobTTVnQ1xwTAAoyJqj5aFh2XkCF1az8BdzoqfC3fQwvpGOn11bQX2hS/18i///C/Mdr+XwY/LhbSZ0zj5x1gS9D1PKMRzgt1WfsDx1r5cH279kvfn6OYuhzLrNGhbLrVx9x4/QnUEmu+9997q4e9YesH1WRz5d7mPU4zT8Xfs037h3PnVY8piG94ewbgNswKkniFPOtiKGIOOY9mO0s7z3/3iz9lr/1LeUfjL//RXq6++uba6dfsWA7MzPF3wJcHyetSba9/9ME0/leizulRmy9PlY+pHeNe0uoXgA9aAq9vYrbomTR5twCqMMuVGXKbpyAqqnixfy8kPXpTuC1eeZJCe2TloW3ess844brCA8elT6khsqRpK9SEPm7R3bm3m0xjTgQJtlT8EJUqZ1S4+lhEs0RWJQ11iL0bwb91xS1M/I28XSlT482Snkq/waX+UunIdFOTHdxaqfZX00LfCc5hveWQAQJx66RDHuG9ec9YGdHoNwmc2UR1HrqKlHqSpcLbpQptuuYYdysVOlWlqZEJ+nPgtlo1s8LTuqDuv2BTx54z1S95JiJL4BRkHZcalRS4Fgx2fak+dSM5KU16f6BxlsGiGF6xvtg45MFI/zpKLo/DUVdGkHfIlMFRIy83Bl4fZ+eTlC7YepI6p68d8OfSHH27xzg4z3uBTn/Isf9Z9sTko8mnWqUcs6QPHHgNWn+jZ14k5dNW/t4ZEWE4lZzp7rpWYlj2WQQpgTkKQnwZZXhzMikZbEYW68UL5tF0c6QAAQABJREFULV/bgpp5B7e2YKL6FzDmlB8yjdtcjZspyYv5EHcCKAy1Q5JXRkBDOgGxtMgJD1OexAQqKCtH5ZRE4NTBFIpIUadtox13Jlc9CRuHFDk91721CF9CNQ4cwqqL5LEum8D9IcpI3rQH7bT0ZUa1BF30HN6FcXbUe45JTuDidNG2OOnjC6o65k/oB+OYg9/64gytkyauV/ZpiG1RZnctN30CMQY38sDXiJCNXEcnYQd+tYRijcQ5iMU027gXmVziCaWIlZvD+OCmSII3WYMtvMj3S3g97FMj5UUet9I8An8OQp5SIXy/w3fmTC+b0nl3soP6NZRdS3upjTDpTkZ7L3lfgUTNvk09pCMDP/Lo0Sev8UvMn6f+tpf5s9gGkXFKpvHTMO0XFtoF8glOPOpKf8BzHS5R3mT7XSqu//gu+B74NMdPvlzdR3e+kGpQTnW1ix6sQ+4m47I9y3fHwRt5U8MlrQw0UL2kOE9voQiWvLx8mHZGJ98lb/Y3qBKuOOOPSSf9CTEpR5VkvYqiTay6VeWO9MNsLFHDwmGHDw0ARmNIJHYnVgRMl6kKDVOdg8SpKOEAUuHBwjZeCcPTOJuuMrsoxMl9TiipGdYStOCIyon0iDKzULPKgTG/CUIUPS7+qGA261IqLUYsnpJpzp6OyFtQZ0YUI4gTkgFKwWVGHVwqOpXUArMyeU+n60x2+INfDV3HeINnrnIM2eI/+oUZ+cFYdGxVXwxCw6PkX7oPGQYluuTjOp0JlSgzcjT2yoAbg4VoZJYBuhSOrHaCHsqyP+hkOVOi4+l+wM746tSq/HSgpHvvbibSci2yzoRbfH3Ph5R06j/6+Ao7xvDxH2aqdFrziBA9aak7LK85hWPnej8rrdsxZVmBlQQ+M8CDaR/d6Tj5qWpnn6Xv2COdHXcqZS5vNRjlmsAhrgqWozOw6rrKp2xb+wvkwp6dybQTdG2qM14vx2OuHtmHBGSCh8zqSR2IH2ZWD3YexGl1ZrVneHwB1fQv+SLpBdb5u3TjPl/3vM+Lpw5KHHz5VObG99fjLO8yIPIFX/Vvp61zoJ1t8JjYWR7pvcXHi86dxwkH9iV6tDze4z2C2zdvohZ2h3i0s/qQZTLvMIv/+aefrr75+pvV2zj3224daYsVi1MO9IZ9poFGZ94rv7bmkhydGMv046tXV//z7/7X6tJ3HzKreDpfLVQ+PxrkByt8uvIUulmXjFblW12pX/lRT1VWlom7QvhSXM3kuiwqMORJvSH+hXvWcmeJ5vDHgI79S2QiyAH+hBFdHTj1xoGDtDU7ZNrjkby7ctRSARpN9KpNGERRtGkM4SN76EuLw0Tx+Cdd82W5GRVJJ9HyUVxbVesrj5AqH3ldV23Zmd9GP862ePmr2Tj4BC1DxcHHkCV39VOOhh0NuMmrLUIpNORJHsMnKLQN7YkoaNXgs1EFVjpFqqMPPENiCoL7OL/aYdTRAxLiLFdDdCMvaa+RG3s+eWxzdYntLo/jVG8zY7ztkjjW8rtIyQ7xCTPZzubtMWDTabA9UjZxpr6FT1vOClN7BUzJW4JU2dDMUQ9sH2yjbGeET5sHPrGoEznVFixfn3qdYpejrW2XOTjxou1bB7rzVsuqHJ2bU5wcwQHyhyyvucsOKXvoweUcTF2C3f6q7BhjmHgnU9otnb60L9oKcVV2XuSGH0KUL0UP8Ml7mrPRhgMsn5WXM9e5h48suwBX0uBVdqsdKvknRxgclb/P4kNPyVD51avB9ra4ze0BPzJPGPC5JCo6M5qjyyTqGXHCrYcuI+jLB0fKHF5rAAyvyIrCayJK2UBQsuoEjXT1gIeUQY5orOepm8Rhb04wpG8mr2TcPUocVa/Vt3YgYkn5bsET9qW/l2WbG6yD9jsXDvy13ce8oO/xkMH7Y+53aHN2sH0dYPt3pU+/LDqrL0qptsI6TCptaLQLrOBIEXjz5MVTzgbLwsvIaITX8QJ14C1/7kFQ4CRyYU71p/XamqbtYQB6iD7tBX30C9ou9y0/it1u5KC9AJeMZZtUfSqZTf2Rpm24qK3txou7+O92oGQFzopoaBsC1suqq+bnxmR/5JUjsiFI9DHiOi3KIU747ovDBe2NdbyXrBV9kcqrvIEewk78+NLwITqDjaMsOcOvsK3ME13PKhAY4Z0UdYtS17X7dVsHfs/xQXZ5SQNzoH/AX4thOugBN5H2I9WvKpNtic4+Ty4oE/GZT9WqBOso8xuRZViBCSoz/KSdVfcE+UHsIYt3FT857AEayrIRaACzmrFQeF4GK3vN/JluwRSRUWhw242D+FJoANmpp1EI3hlf0QFSRP8HIaa6D2ejMa15qbMpDVxpMZxqIeckoGq2UBv2ZQYcY52occizDYR5dV4z4NBgkCEOuzWGl3VqeREGhvOA+cSpcBR/yD2JMaY4aBr7YMkG6rkjevD6zoQ8mGTDm+3guuRJt/LrcGbPUispDUcaifA+9A5v+0NLjx0l6IAgQF5a9KXQW+xC4mNZnX6XZrzz9oUsX7l27VruddC1FWfUffx2k9lXtyvUOTS4/OPkiVP5OuYRZhxvs+TiEQ6bjbJ7m1oZNXYrmLPtR+nUNzfZ1/r+PZyc2kfaSlCNd1CqgJiujZB5YiotyABZmk91aABQUQyxEc49A9w26TlrUGkE3Kf2sENqaOmgq56oj/v8wbeVXse6Bm44IjSC6sqdWVwm4/p0HccPP/pw9eWXX2aQ4sugDxgEqT8bjI+vfJzZwtNbLJ1Anoc4Hu51fhxdyU/K1Bnf6IblSAxwnPH+3e9+B96PeMS3vfrV3/8q12716A4+Fy9ezou+d9mF5jFr0W/evMHgx6+VYrfDBiIz1z1j1iavfnwq4HaRh7BTd6Zxv/zLlz9g5vH71XlwaysXzrHUidbdmftDzJ76sSY/tKFM4o7COHudD3FYPyxzZja0MZ1ZUGPzuCXIVvVRGA7swe0rEydDA09wUozajnrdAO6IA94hk/AGy0c82pV1rpipPOIST2arcBytt3YSehXqRl5T2sQDlrxtLwDWvTxw5KnSBxewzXp8XGuzoUkdzhaH8Fkc6bBrCzbu2DpYQhWbL5NUT+KuULogL0SUwwGZT1Uc4NmqancvcXQNLatx2X2HFxfNY3D2v4PlMKI7Kud24lSK7U+1Q+qsZFRQ+UiZjmtOBwb1aHvmLhpvsX7/4oWzq9PHGdChU7eIPUT79JyO7DEFny9pMrv9ZIdyooPMR1QmvJaRCsE+Q2xKCF3jMuFhPjRgOeelU3UrPEdlB0fyc7IsvKYh2WIZyxk+BHfm7Al0xsSEyxeZ+dP53uDx+SMGvKl3OPbGG8qm0VEcGAadfDDolh/Eon3OU2XyZmICwqGdTPzIOodlIv06Gyef/ndc3RuXBE8j2P4LLw/iSB7Pxid4bZkv40aS/ORv3P/YqcSdoOyDMigYdKeEcVEszHren768jxzh3rZ0HyEA2xaVL9dDnsgpIf9TjtaeKpPSx6ACyuonxCC+0q03OrjSL/jkHvSUz/iCLzXqSmlZ1CFmom/yXQyXVFmHn757YXWa97UM2d6WOvYYW3jA5NRd+roHPGndpd0PQmr3VEvlYVRARZfPqU5JScL8N39wy80oOTLYdpo/WhMXDOsqtF0VvXWd2k5LCzSBd/kgmk8f4Xc+jpK4yUSQO6nw3nYmK3QobZ/F62BADuTpTwnhGtyxVxkgRL/g9EVlhWicJa8AxeOaPIOs5eOgrSc/xCiNFBAwjUs6CeZTaGTVr/ARgH04nRN1nf4Cv0PnXaYqr7CFLk89aafdycWPVvolYicNred7lLW6OopDrliZvLDNc4BG21NyE8/EKVljQ7CeCQm/dG37Ks+2Xb7HglTAEhHyXE88k3mESbakVSS9pXj4eSW8GmdMiVfAFsQok0SkAIhU8YasWczV+DHzEoHRCzJLXCPHOI2MC8ZrBsLkGaH8zOjm+CDptAAJNUMmffEzp6xrRiN0X1I/BmEn6bZlGoXOltv9yYo6CLc4AHH2dLSJy64hGM0x7ylUjeMQRmCD74cNgjuFWrM6Vpe8+EBHrSPkY+AXPMq3EfBDAyreNfDidnb0KM5bress3eelmrA0Zn0W8vXlfi2ISwfBpQvidE22ztEeRvuIBukFM7sGnWV3CFEHlvWJE5fiBLkf+/XrN9jKjr2o6bhVsTvLaMzOxm+zneMRZt3UWT6cw4j3KbNtyi7dWzh+m3SoYB2VoDldnqt05DWKHknGRu/qZSQEhvhurKNjysCzx/6gLHls7sy1eucvo/qBD8bz5MGO2/Ksl1Go3OjB9eV29O5447sArlPv7dRcqtJ72qs3v1Lqshi/hPoWL4yKa4NG2xmcR1xb1q6P9kMkGEEaUZcePHj0gJ1hrmedu2vd3brts5/8ZPWHa9+wG8wfgteP9rx/6f3I9y7bPLoU5m//9m9xMG5HDy1K68j7dnrVh06sg4oPP7yyusMLppb7v/vZz1Z/99vfrH7Bchs/0rR7gheNKc+TvHx679aNLDk6ypv/5lOr0Te6tMFicjmDM9WtPrLOFyhhUVscSzskg+W1PGzk5mIa5cVJB80BnWvX+4mcjXTN0FY36czHYWZBpKfu/KiRS6PUtR/wesJSrg7VblbdUhdWr/SI2KG1Kc0OZW7QbmygXePvMq5DNO525kdYV2panA3qh50uKiCw/V120mEJEZ2gtXEhlABTS9Q2XNrwsTT1AwXq7MfpZyDuEhl1EpiRQftzMLTBwKz1J7whosiXfwNx4w9AMNFmAbOu74ISn+3PwBR8NOyVlV+vPLQnZ6+dsXb7VrenPcyACn+Yjs72izoOJFfo13Jz4OGMZJ4FFj7soMoCbCCtwzy0ht7jpciPT3+cLDjMEgHbKu8d6GU2VkzKopI6kDeOJzDPKX+Xm2TZk2XNYX1VfmfgXMqUmVR0WhgkXE6mdqC7KEe2Dy6LcGeiDP7VETii42S08Evv2lKc32iqdQZe7T6+w9Lum+n5rCiiBHotqIsKld9ruatYuVyEBl1EFVah0PfQV53Xco4cHdfnip7u1vBzs3Y/8y98khbpSzmC1bSRLnwfphm9pFn2Ykq3aEAwWzVrwSvtJjUZuD6DZcwci9Rk+ejJN+moQZ8c3n1Ae/HF49VXX3/NU2G2N7ZvI2h3j3hqbNvu02O/UaI95Z2OYQviLCugIoBU3n0Xx4uazU40SVKUhzosjsQZQeg2Uvxp87Apz5ZX2ifzF2jgJaCkOWNnLs/w/RrXaetk+kLmLv3cLk/AfLJ4+JCTfDqoDEzs/6xP+CaiXKJtPgfqnNZ/lFcpPSpEjzrr0PfbCy+57uVcYRsZlU/n3KDInVs9REbjOSzvuuIi194bKoeteB1mtLXV33Ki1fbJCTa2pUbe5AjuXKbsraMuW3HahiY8fa/LYZ4wEfYi75GhDxhiCoZyhl9g86SQtkCe9feOsGar2TLOw4jI5DU0cx1+5bnKr+qAdkrUCFO9qAJOLEt1LEiRLCBJ6gq8jLcjdtLhIHixCdujJK+zrhN4RaBuiHTC2xVN563/HA05MqqD0xSSedz1tYxUVPGj8ITIsoCp2EqSP46WVB6X8oXTEVdpJVNftyMihjnvaJRBamV3pFQGwXIGR3KwpVh2ellX7UiX9bOu668APC83+bZ5dpNQG1opQfuVTh7ZaUxYkS8u5K1t8CmHToodpeuyHEj4qN74YOCiDBw88uF9p5mXo4PpypUZUDp7ly5YltsMBA7xNT4rUzpJjN2Bih2WX/x7xOzCDWZxdcx9wfE+s+OW5zE+IuMSD7s9Z9pPu6sGTuYWcIgUx/gkTusuL1q5jOMUH5iRt0eP7vPCJF8oo2PVIbbjVS/hm3zmjU4G4ykHeGud5T6VatajgwGdms6rHRoCa+S4zkwG+jXezj+0g0u9oS1A1ZmzsVvMxsVRp5FLPDyWU6WjVE6F9//2b//GMpcncQTk0bK0Yuu8Pnr8QI1nRl59nr9wDseLMqQD2CWvy4HkxS8eul7d9wNcguJ+6TcZGL373rvMsm+uLvJyr07SX/zyl6t//Id/inNwH6f0AQOCn33+09UnV6+u/ga931WWcUQHkc1dPPyCoXpAZhszDMX3FVzSkyUsxH3w/vura3RYV65cxVm9x0CANcQ06g5Sdh5XfVDBOjtZ2x4VG6/TWzpSiw4ytCsHcDrN0rN8LeDe0QhGuB/lx9nELt84YqKzHmgXplte4Z/yoWx0kNIO8bjXLQVte/xAjvbpkiNtVL2aJR+1AEdt+yklyx37hKo4LG9LPXqrqzTaN3la5ICKVzHo4HbpENjSjdx7bkGH7frS72EcaHdU8AMafh0v60CtEdRZSEM/rigXUEXnaT/gxbk5B+xZB4mOYUMROTObg504AAGJ2RIsO//yhEOcZJDf6twLbuoMpQyyvhdB9ZPhKPhsp0QtP/xGH8FHQ2Z7Y51WAtsMEIkxQSeckqIO77CU4D7rOeH9FPv3s0HBEcokO4cwiMLPxXTkWEfBHIgCEpdPuHRQnVf5FGbT5UNn307VD6/dZjclt2x1pjPbzpIqb1GU1+JIvmg39dkBgh/vun//Yd6hOMaAb8Mvnm5Fe5SjTnjP1NckTCZi1AMMih42CJQXwruW1wmX2AaJ6r9pei7LB7f65i6/8J+nP9h92veUbeETZym1ufdsAJsKauTGaBDjHGdUJzWPVaVD+Qkvs+g9tOWBQ23HTqJ36UlDDVt23f/O/BRPlDa8TctuBiPKnayQanKRNTJBDwFzL6/Ibb2SK/UQnXHTchCdkKVH8mpeFSSf6LbrvSQNydcyCSauES9+ZUbT2JN8c08ZUqJDveCUJ+GTp6+qeKukSgepS+R9wpNE39HxKao8mN1ytG95gUFnUM39BvSUza/nCiOfZR+UCmnlrNfZehYFEi8jJbN8V3SWE3EZWdGfCDMTK3yCPJqxzsosc6Za0ikzkiP0OAuO0WIDlCmwQYt+fMnWZX1OhihXTF6brppOO1b2nDomszJn5DIQJXoPg3oyFC9wBx2lq3ZMe4WmhJIpUoPTVqF051k79uVO+4YAcsoV9/71UjX1mBIHnxOo+g7Kqu1U8EmaPlbV14pTV+gpNwGOnYVt2jJ3U+qlLcpbxTRBD7zYQezLdss0c8uZoiiv5TB4zoVx+H4oJzY9YEWmKqr14xrYifeFmttrFPK1QTpFciAajIlQY0wnCURetOA+RmQOGa3MlT14xPX/IEy0Xk9EXpqnia8/mpUQyEyqLyTpYHXHqDpSROIHn7g1BCu+a8EtGD8N7BvKOihWCMo4DrhGrLO9hbPtWvcYEPBWFAdHlmGcqMGn/JNYh9C0gsIapHegXMFXpa7d5xhGEH6lE5zwjNXomGed9XAaTx0/tXqJc+1sq2Xtkg8bLp15v2B6687tjJh1IK2MNgLy5VaH8u7niW3QDtEZ3npMR0ulcf9wedUpFaf6PMNM9An2ar97h3tmMHfY+tCghGVAXA++xynpyx9xWi6e8yiMvN6nkaDDzpozaCUMZNqwwQpmiBPRaei22grSSrCwoqNqublsxKcRyuHMizMHCaC0AfZRpGtm80ElGhFn8L7+5usMsoTXgZRX5XeJzT2cydOsITctXMKH6Tt5DH+Ll0wvrj744CN0ez9LX3Ts//Iv//3qV7/69erq1eerK1euoO/60uk9lrd8wYDBAUDZ6mANnJGYs8GvsLrzhnrQHn3HQD79IIpPDlzKdIlZ+9/89h9X777DC7Tw5jIG7dh0ZyhdLRnrL2WBVT04Ui3+TfPFVIPvNrx3Rluhs2NpRHVooy0ZDWxxVmXf6eKwhLxXJwavhVLXDmjVYxzapDK7y2BEYfMBGdb5K6v2bei8aiOdF3F2XO5/Yj3Y8wuN4IVY0QXOumbZ3OaLjt98d2N15fIF8vDI9DBOOy26u4jsPnnIDgTcb59gbSvvgZBfbbRMXlWd1UESfcnS195LtunaUViPXI43dzjgSHn5qFlHk0EpT2XEnQ63cZp36rRmOtLKBETDGUGQduklDCzuZ+4Lcv41j86I69ip0ejY3YuQGzU/3nnJMhikZSD3wgkMbMJ1vrCLTsBp+XGIvY/qyExvfuucdBTjzOatG3d4vO2ADJ0A50utyiMMzUnpJiIMxxjH1Jf2fO/51i1eiOdlUb/5cBSH3UkEl8b4Ibc7vGOyA36X6qzYkan0QVsMUmclbQwcNMhxOlR558huaeEXotyHtLD8Rc9KA3/VFtkegR8g49aOWa1JX96+7jr5SZRWh74Ob5a/vBNmiIZcnIfeAJ4iizet9+CcKTlk2B/MV6HP+yHm+6X8KON1pJLBem6ofq841b4j3pCxWY0Uxs3iJG//FF3tpmwtDiSZdeY7S9gRP5loXijFKnvLz/bG9sLBeMQFz3MGoodw1m0f2+EOPdJSX4OfdoYMcdBzrrKrVkL5xMfZOtX8eEv/4YYW2fefttd6b10v4nLYXIdifmyObcPSLBOjP+IGGGWzPt1nySV1yOWl9jfTBiHApB62TmeUXMnjHxHIax2x7XIwv8H2t7UcBEmZzDjibHfwl7x5CgWvcVwHw+a1f833WJyoIKhXryqv4lcbSA0dbaG6sXwAAtZpFznuo+yl6i1IQFR4o8HwXHrXCmx7XYGYidiFenMJftnM2EXkI6ROaFSWbR/KJZnAVVpsAO662BjmNUDyNb4wMW7KYdc4gmnB0QRdF0UHoguQyDoELKhFYjCOBgqFhnFodIXbh/6A26HQED4geV9UDJy4EmU2/QKrAlBG/ww5R5kjjzFNa8QLNcCTw4ZXh0+Hxq37dEKztQ/yKfmEmYsYlWVBIVlJXEfsTh4aniWkQTk6d9YiOzTgy2icyiEuC917ZxFTiRIrkaKisUb/xmM1ztz6OKcMRDjiA1p67M6FlAqFRkJpgowMXfDb+TtTrzNIz7J6ftSPQhxZ3edrdJbf22+fzV7qvpTz8cWP2TWBvddxVFwOoo58pJZ17cw8yKf3rqk+SYe9yay89eg+s78P4MH10Zusvb13j7WCzOq7LtrPa+u8avM6R7KaF22Kw1ToVGriW4wuf0FqpokBkJUd3edRF2XlY/N8mIhr+bIh0MGOzoFzdmFp4OrDwYQ0ggMd2zjswKeDiVO8hNkOuh9GctmFZeZ6f2ffhfvggw9gSR040/qMWfTzmZV2dt2Zd+XzSYQzdXlJl3wOBhxgSJOE4MoTAhSizfzjP/7D6qMrV1ZXP/l09Vuuv/jii9WnV6+ufsMXZ3/y2eerb3nJ1S05bYzfYlbZ9wrqg1QKIjdKVkE9tIPn05XjrDtWb86w+1EXl504g6xufv5nf7b6zW9+u/rP//m/8ELy/QxC9lia8vzZBo4OS0xGYeTEjzJgwdGvNHwk6QDPWU5l1ZZc0qCcsU/4mvJawAOfPFoOLhGbIseVaUpjOVi2botnZyq8QTl04I8waHIW3Ooz1RHymtna6wtCVMnsCLAJneiFepWBiZng1Y5cx01en3H9d7/9Z/bA5wVGZpEdjLLohzL2JSVmlPkq7IMnN/mi7ePglqeUZzGQehJHznvl5tw2HMcB+IQRb1o6L+wDo4gcpjtgim1Rx2rG1/ZlDmpBJ9/8cRKRI23fAJH6UqfelU7bSpAbe8jHRHQOCHbk8mJIiYDbssrLi3Q6T3GMHz52qRgDGZ4w7O6xfdoGM+HaMu+p9Mx0cYLs8LQ/2H5msGTa0H1gqlhjW4y/R3sqbB2xGW2cMjKkHomCXpfSy5mqSHtDHX7CZAk7W22zvZ3L0GzzHj10Nyx3+5AQx8TaIBysleRll1lMCZK5H7ZXalHvVbYpVyK11Q3tgWvRN44JnxmNz2+dR9QcaXryD1ivuRwYK42IlKXMcW35xw4HYuHXEA56BV7wzVvBDoAfOZWtw0noDWLJs7heXJpUfDc3lZjWIJemIsuSrvEwlWQZzi33YRTeOWvBpuTgp679xR5o67r+RY/Yi6bWZdTQzlJnpQBpmSG23CJXOcuWZWbrcdTFZ7AdzaRP3YanWqNseQSEM/UY3II4e6zzlpnacFkwLbP8OYHgzDFee14ehUjabeUgIzzBPwLIA3ehKZ/Gp35ZP7BLndXaL96uhQEvcX7rw/5Ffp4z2DhCv+GGBobmtzja9ztk2RdrrmQs/fOLp1oOu2/D6VbjvNMmP5eX1NOa0Vf/hpYbIchHP00faXvucmTzG/zOR9p40pUvAxcwZ4kKesose/SFftGd76ikfIQHlxM0EY4TYpcdgVcHvIvAyzoEqDJApXwPoeBE4RQrjJCsP6E+bXeI41Ce2JbtNfe5thyq1YxsKStizAGnySdeyI17z9WWeVVLYlRRQRi3FspYkhsojbMyd0MQRY7GO7AyBEUPjbmMhpxeQ6P/1ogceKMILfyBACOyaOVGzRMsGHeFgHjuK3YoTx6IL15Ibp4iYunBtMST3csUgLi5Vw6NQ8dpj8OKKExojLMKt+CNS8fDdbYb8/sRxDrTno91iBKcLo/IVoabGLCwUhQHRp0ZaCqTHWTpUqbEbafJbzEYvqzEYZ20RGOkdmTq0fVoyWPZWAoAWMFrX245Lbqe/WiML0geZsbJ9Xm7OFWncLR0AJ1ldzSuHnTk7t1lCQw4nbX065g2Cq7NfoedS86ePxcnSafsPnCu3b9w8d1sY2gtecij6Vssp/GRtuvft8Dr4CUfjmL2wO0g8zKfelehKmbIlkuuK9I0LSvJ/GA33tCQKWtG1IJYacFlg+pw9wgDBXVqUN/V0XgncJ0kEV1hM2kMga8lLdU4xFYAVX73VVcudeTMrprWIT/J0hIHeN+6/hu491lecoe96L9miYl8f/7556vr6EGSzqKq8y4f2zNx6GwabBg+xjl3S0hfQv3kyseZbd+8tMns9ztZO+9svju9fPst9ChDl2Y5aCq51RlaQWwfgTszKP633jq7uvnsOo70TtbVl4MtL09XJ/ko1t3bd1fvXLyEw31idYPlOGfPnmY/6vvh06cILoXROVrO0LhW2Mes2q42cpuXki9f/oh7y/kpM+7HV9sMalzPrr2O6ooKdSxsIGvWXh3YxLhvs/H0ttGDnZWzTC8YnPioOWlI1/TUVwbVyP+ELfs2+HpwfRRHm0hNROc4cdiCDfozv8BHTOoJdU/riamEJgqLzkh1Jplyuv3w6eofvvhq9Z/+w79n8ILTTj3dPsbTlJNvra6xw84Ptx7grLrXsZ2pZaeQ8m/981RnIpPWttTnGCXFZVnUOxM8PXjJgMpWBH32oQ4cmKhXB7rGTzoYcNJY0pHGfMhW3WsVWoi0C79lZ42iAEjZoDBi20SmdKIb8iOgDsc0044usAYaPJ46oX+dA2e6HHhrcz49lFK46oKXLqHbNK/X2rwSoTgBX9o02zjzBJcODXccNTuI7qAgi0b7MnN44Oy61j3aKoeUWaoArxlwsO7eJ8WWT17CczkTg7A9lvW45aqOjfVFXceJol6nnQoRMqXHl/HBrHjCg79z6OvoPeDL8th/LTokpD5IMzqxvEQn/jDrWSOre52YxM8kc1+wnTboBHb0ieF7HUfhGbCD1gLtdKmdRHx1gT1U2z2u0bXMcZfDQpv64eC0nEgPLwJ5XWfjI1flJNLyNsp4fiFKbo4gTb7YELfacAyYtK4v1uPQlsfWkwaS/No5B/chK8NOsRLUQyZ9qG/pp8xPnG1G0smvXYvH8soueUmDP0BkxdvwCc8lr3ENL1C1QCTKZmzdzFUG1kJ4AaY8CepXaBUu8aUPkwj1LHKKJzyKCx1gt+5uYvtgXnc7cfLQPlK7ZzjAkaRybLmUdtE3oUPps++m89AjqcgLt+IVI+wYkDR6cCccr40xcJujJC5FWaqWWT0VsE7TZ3OYqi7jvo+blLPbxeonAaNTHjkworwvaDy8iSOZPROXgX0KRhblZzAanuraZO3E/kXxpJVJC3mwb6YtCm7wubudfptPMWIDFCLZOCK5iEoHkUF8VQ4zVUC84ZjjtIQKQk+hDXp5nhL3XShEHEYuFLqOUUhDEdVoRkKY5PwnBdmF0W4AyY491VEpA9uQLnfzdSr5gPjx06C1r8AgTlY5R/n8BspCC0LuubAgq4NZlzA50U0VdL00VjyZQodFw+8OHO5HbYfrLFkcjugTXBhc9IcuZSOVMQ55UZeFpuG1FcrGJI22EYSsCQZPlWfFvelXfIYYJEaYDwGR39lQHR93jtFgXV+ewQS832OmVcNXnl5q4DIR17XrRIBs9f4H768u4aTqSOqMuv7UXUXewunLi5Ysr3F9qTOhOre+zJgRf/RUFTS6Vg9I3Y8Ti9vxO6tliqgOgUoFb2mghoA2ankpEdk6TZktqxRuKrW0qsEQYTVaNvBwoLw6IKPB1sk2o2v13ZPddbU6cA62bjC77b34TyGXs+fq0x013rt0cfXWubdXN9CHONXv1lg2UjvtWHbQofF1iZIfgfruu2+D6+rVT9gT/c7qKPDffv89Sw+YsUa+r776Q5bc3Ht4lzXvzP6e5gM+b7Ed43bNUgzlDDGVH4eFsjXIo4OJq1ev5mmQ7yfIq7Przj7eY7mAS2O+++ZaXhzS4rVddZOZJmSwTVBHzjTovBuvg3fu3PnA+sKtW1+qB3UvzDLIg6HKzoaqClYawvuUQlvI+xpc17sW8E8+6wwXkaM6pJLJvA4sb6FnB5/eW3lCi3y1HMZZduQAg4e6FEjqlrP1T8fAx9F58Zytmw5vHFtdY2nGF3+4xuNkXtLmy7ObLB97goP3zfc3qX92IMxW0bW4nKKaXQlXe9KylsjFt1T3B+3StevK7lndqOfM6Gjb4KtBfy3Vq9kmsIC4OpbGHaH2oz/wXvm7vTWXL6Zl4Ojj8z50XG37kVDNUas46PJZn5LPg7OkxCce28Af49jC1jZw1qsrtcxs30v/MqGu+/DeIGbLyz/56A4rdKO4jp07vpSdePnTWPLnmhno5SNxnika556EnWfcbGuJCF7kJ6/vj6hb9W5X5E5c7sijTfdAyjbNga2ze+nUe6CZcg4XkaV/rB/ddiQOOj8WlBLG1sEOyFcyF1hTbjuLHqEd+1/HtHbX8NVfrSXlpvG+mlIxstX90NSmvg6441vnQ8TWSM7ia7hxXt5bf+ueMoZ4+mPP/pE2UM8YoCGPGfwYy7X34zK4tP1uA6L3GIsGQ9111ppED9PMO8mZuNlfUFcDNbB1nbaETFUORShlM/DJ9/4w4yiapg/wgAZXGJFKHXUhnaKsTEHNvbZbTwO1b9sWngziuLtOP+u/ZSuY/7Sf1nfO1tbov8phxmQ9LL6MKz3OqcsrW5ewvWAm9/zkHSZT+VcXFlHKg4g96p6Dj3pyav/kQb0LHOVD/01jzlH+Rdv8knZfD7XKKOVcsfYvTmxuMuvve2V+HXuDZXXZ5ECc4beZhugiaJnltmtHoi242PGQJb7buK4hoTYF/gWeP+ISDLH+rgT7C6JRLNKJkt2uNKrf+xSkjMtsSUekFc7UIUBBVuEuzUf4AhFRwRsXxNx2fsFUcmnFBEAGkPlNE9b0hD5zMwzNaAcjMYgIUY2tWDziVJOICS5ZN1sFcWMszja43aKG4dxeL1nwZUI7YvWQjtY+PsZEQxAHhOzkTxHTOZs/XMu7fZD8c/gC1hRgLGocEYEHhyHQMl63iZt+wC2tGkCwCwNG6ZZsT9nWyG3sTvPSoy+KapTuuJGP5eDI+Ul7HUc7NZ3UsyyZuZWX8p6uzrD2Gs8iL526bt3Z2F4jbaOu4/Yus/G+gOi+8zqQ7hSjU5CnC+giDlU6ORtHnaeh78G45Zui4b7LZdYRV0PWPput7UInpAebXjswmToblKQjXY23AwVoqziIxDnk7DKMWv9ta+G7Clt8XOpc9OiTCB3Uf/rnf2IrRLYABNcRZLTD9qVLO20HNfJ62+0UcQbCP/p1IBNb0aGFZG8h6bKS77/9bnWeLcbM67aZ77Ku/S5PNd5//zKO6f3Vx598nIHDFgMAHdp7d++UbVHhy8FKyxYdwEJmb93C03L/ki0olcMvmvrVN2l89823q5/+/Oerm+w0c4aZeJ++ODg5xWz7gwd3s2PKMV5Mlt/MJNBy5hEocjzla5fatw6m7zw4AHBwurHhFnqP4uhIr/9ms7RM1Qb1Ip0IL3Qxe2FhZtBEmmXlYf6sc8xVNJirmo2sWaeiYfSg5HkcqV0+Uoa4R2ZcKXTLS93HVrgAPOXuwMHZ9CPYs1/x/N2X1zIQOMuTCBviH27eXv1w/TbLa3B0sQcHbKM3kY3wkDOXdZYXb9aD9U+n3ODTEZ3Co7w3UeulRYPc8JGXdoGJYx+ncThl8K5tNw3xmMd64NOQXBiJbHPd0BpnHVYqeUAjP7ZN4vTaeqJzDjpy8Od9ukm/pcByKtDw0JAzM/N57M6L69QXXXt3jHiB12xeyVUd40xMObNcYX/qvhwcuexABhWGTcVGhkzV4cmJwd+WXVHFK83MuYOLM33Gy3zNVRty6Z1/8JYDatZ3eEi9VzbkTrtNHRRfOT06O0646NTLb7VP4SGdBtiICy/8GpQj7T24/UBL7IvrDrkf8bHRIVHSySxPHmRMXuPlPCHRyuod8hNMAbTo5DxfB+ANP9qUR5VJ8zrOIK3+uxAos8ViaJp1bX76KAZrid+X3nn6/NwyQmfaSepw6DgLrGUOAo1j9PvajUKSgz/yh29itQ2uDcWrCtIGpCGSKMoLQYCfruo+keK23ig3l/kxQV5KJq+Ls/ptJ7TqEpnkIf25CLg1pzyKM7SLcGMTewfrRiFXvtKxfHZovqqeBHPoFf7iV5bNIv7sAEP9f0Zd3oUnl6f4/oltd77qSRviWvyjwybNsyDXZN9wxu7Kex46I/8CgeP04rnsQr4TR3zsRJ3IMP/LoIaDZ4oH6YR4SMcpGiB/19s8MQORtiR+s/t0zqWCh62z9ovO10epC0YlLhvgcjI02w3rCxoHHpo0yFc7aF2rSQTj2hbMK13yczg0mDRpXNtzsU6anHdoPvpc8QsvrwHXz2kQpUoIIzITHNVBz9BDyQOu4W3Y0/F1vHmDoxmpfBG8zFGAHFL1SsGq2zJmCBUmSA1rzRPJRliJgVMBU+OWwpZnYYTyr2C8GohKRnkOC+Jt/m38VLgFYMdUzaGxqsdR/VATMXPQoQ8qolwPG8edTsLRno+FnGF3iz6deWd9BdYZ0N7NZ4je4akexYZi8UBNDj8AKqed9zJMIzaA0sCTqE3aAIgb0ZI/15FBgNJMZpAxUk35GDOi7u7hi3s66wYdym2eEDwZyzdc136XGVhn1s7zkaDjj/n4DjPxL5mR/IHZ9k0c1BNjfbGfpY+zhSPnkiI7QXl/SiPi7hLP2AYvFdpGjqD8NaMBbzBvpfOQ75LEE+XkrWUjPOnq2NmCo6MhSCMAiDapnHa46rRw6BwxIxybIBlkWppPEkpZ3lcjYIQDC+mJs7baYzYTvOpZXTlz7Lr+j698HDouEzqOg+uLSjt8iOH98+8ya34fJ5Yt7nD6XBriE4odlgadwQm3YEANDR3J4tOtIg1+US9LT+D9AY7zh1euoEPX/DMTzy47vlvwzTffrK5e+TADn/us163lKjpbPhmAZ3mlUdbJkK7OuuE8y5h0qv/wh69Xn33+swwEf/2/f7P6KXo9isy7LHs6c+rM6hr4f/Hnv8jA4yxO/MsXzlxjF5Slgy11ewwH3ZbYax0abV0gaUlDIS0fZbWeWVdgjWAZyqvyU9bI/wI+n+Mc2tCaEPsAV5epAyjL3RwpvCodcpfNiNV82T1DMNIpRS8mXPImL1MYcO5oogweaU/g5wj71Gsbh1iqdAgn+t5jdv15ejN250uVfijIsZZr27Wl9EgTYu+RIfHSnxNKhuKp6iz1g5e2814DZaBN74d3sGL591OL8AicYXpSN5PgSp2qO65QOGi59r7izOkaUXLDJuWADQbOfLStezo8wIqjg62SNcmFWy4L8NodOtjtkq8JYm9EHAUX7i1YRh1ODYO2ugA+B3mlZRvrkzSXPRWPZSeAjVC8ORmQjOaTieiUH23Ba3iPoOpDfsNzy8q9cqoD6NWhM5eajqzksS8JzkLpI/n0abEl7ZV05cFG5LPo+TvaB9Jav1Xg8jQHyyp6J2p9gCKuChFFHREV2PArl+OehIpXFOEGw0Gh/HWfNnQIoxPz4wG8aqN55Ky8ZTtNUy6WuOq6ZCoY86e9ia5gR74BW7JgLmtk49bZKjuoNjcfE6Is0p+2arj3L2vMhy0NJXEyvzQGn1UIlSz91qW6488Sj+5gKnoaZ5Gkp0kG8LUuwNEh6QjQbIUV7uWLfwJykXqEcrMshxo4F+2gHvyYWOkCom+Lj3zRSxNcnEWfQz4tH/mTyLCRKDoERiYZItlZ9UcveQIOvE8WfUKo/n1v7QnHHstdnT3unYdKjgXhRgeuKeTaSmi9qQR1CSvRwMwLMlJfrOPSD9+RW9lL/lq1oGRhl3bM/rn62IkX23zibQOcEBK/f21bWmZNCcz6y/QOsL6btUk7nSmyFIp0VDb0Q5Wf8AI+dQmydFV0GeJV655jl7kfP0PubseF6bJDZELJF+hBaGQhalbmHAeQAo2gdkdAVKD2H506n1ucmfD+PH3vzI+jGDuUfnxh2qvBuAUrAqSxRFzPKodSku/5aGk5TyUo7OtC831QumlFZ3/HagORBlpl7ufdCoLhu42dhvamoCHFEgDLOrjhAJhPR2Ybpx1CacRsyDTEGKOGaA/ofw5+xCFtjZ1rcXRDIg9KIo7SVWXUoGvJAInmMVrgEby2BJTXWeJs58h1faK7ngzkrXgs9xAVWcfhyQ7LP6jct5jB1fmkhDILqDOWMif/BWbPXerxA/uHW/augX48lsA8Z7b9OZ8Wv3v3dmZinXV2KUnWyKMfHUnlsyK1Tdk45lAHMj2E4FaxKkBHeCuas7O1VKiTiAfQGct+AdUZsshpowdYaJJf3Id8hB861fBIu5IqXScps0HyG0ddR5PdQnDAnXnX7tWbNuSgpJ3l2pmC5gJduubdSp2P44yGtmYDLN9RtnD2NXut6xDbwE26ZAmOu/E8YCtM3xnwSYc6/P/+6j9kJnubj8O8dfYMNqYTXXuG97KS0p3yKaBy67w/Xb138SLluMvymi95efhcnoB8yzKYM7zA6lMfBznK4uz76dNncEyZqeFJivfutJElNM6kMrBwVtyB6BP4lIxr/tSZNuZA1WVS4kr9CBfhJFfFFiXCv/rxnAE0TlM5V1UHXNKTl6/Ar77i1KJH8Tqwadwl5URkutCiDNoLCEInP+Oyy9enQ0/Z+sQBk22OH9LQUfYp2dFNlkls8aSJ7Uw32R3mGEe+nRDnlnIM8ULI7xQkJ606S97y9t6BDU/esB3lcCmGNlSDBrudCpZdBjukud2qZeNR8TYp1mphCo6LzvrmM2BpQwaUbKbj6XaH+5bD5tfZqU0c8m307Y5XR1ky5IDoKWvA/fjIM57SOVBzAHCEw5n68AZ/sT/olY5GvRY5R538XQ/msa1KunlJnq7HvRFcpkmnGgPgj+c6Ja0u86tq0k6aECDLreq/8aGnjYwQ+0KO0m3rOJmJG3IFvNqcJt/0G49ny3t/eCVulJ3tbHCM03q+wlOgxYvpEy7o1HWwrGc94K7ZMk+ug75ovAI+jZhek74vQ+Ou6K6FlD8RtrNyKKYcAr8GbUdXm9AZCquZOn1GYIxH+QuRrcE7RQUCMryCpNo7JCc/rcNFtro0T/plobkGTfoprjvvWh4j3xQW6YvL5Oj6IubipxHJZ0HnzGVgkUleWLaeybHHOOUPdp+sHvnxJ7/aStv9iDb8sZNH1FX7I9ub4rxxr5/XyzAtzVQfqvZJnDaNNtPdtHw/Le82EDdcu8LPfXDJdrE+E4Jv2wrr2VLObjcEVD7Nz8FKZMR+nILyS8ppt+zbBwHr7XG+vnyCrX5PMum4xYYgtg/W77Qr+lyLIDvxP2GsbGDYKmDdH6WZTZ5AT7mnciBa+j2YduIRirGvTBFwG79NWvsP08ZRXrI0XtGScfvCRNRORQWUwe+DGowFOA1mpUORfwNqqQt/Q3txP6coYXAJE588sEuAP+26FAbaaASaKeWiYVlGuZ5DV9wSlludNYl7P2hyWeuifHzkutrRiS7AmmdMLZliYFIBRicyTuNwNnQsjuDI6KiJIg47tJN14LQjN090ryGmDApf8RwJkscsFWz6iEoH0sVN6lLGAVkyarg6Ir7oyIwYfOqAuwOMu5roDNUOLmzXRry27Rc1r1+/vnqI4+gOIDpQeVoA3u9ZX32GpQKu+7wBzFMaB9epn7/wDh/4uUzHvlkzyzQYvvAobh1d10wrqzqPPryy4KJKy6MrYCKGBHWKvAKOjLW2FL2Br50y9WWw8gq4XB9sWutCGDnQ6Y6O0XsaDuJ0PHSOdESyDpCzWHWubOh80TR6wSFXp1vMlEY+nFWdbl8aFaeOrjPbtbRGOX0RtF4yLXmxNRs64v1gj86OAySP83wcSd3+/a/+fvUdL5m+x1dK//7Xvw7/H135iBc97+SlTgvK/JDlXJ2hslUojZmmXd5hm86ffPZpXhK9zUDrk6tXGYCwow26ctZlh4HaO7zg6geBHCy4xCX7alMFdMi6UXJdpAMWP1rh0hxtR2fd9xeUwacsz9g6Utu08YK98ChPcMo1ZZZrbdxSGAWKUsqpFdIyLLtOTbXOCBlkVXfVYdU98deRjEKKEgDhLePM+iQxmVr9Kc+yI5fhdEdmVtxSno0eotE/xEvMh1jq48vMGSiAotpIidoQQydx3g4eQREWci98UsJB4WCRCYMf67qiaVfWrYbLefBufVFObRrQ2LpnbzznesR3vpK/OBDUUFrLMLnyYTvm1WZjh5lNtmQKp7smbNDY+bnzLcr3BE9WtnjCwHxoHPbHOOs7lLVPHhTWzjcfa+FcJZfo0o10gnn955W4ESGG4rRsSDsKV6Rnlg6eJ12bx3ZzHwWjhTHMduLTDAeCxFNo/mW2kPxpQ4Q1Hn3b0dsOumWdf4ZZv9Y5n8xYf8umc4YvIibY5Mld/Zi/g5fT3bgomcRXnButjVgv5lDXwcVlYOXfPOOYEZNrZG0M0jUyFEb+3FfCTGZcCa5uTG78tQSpABLfubixFTLIsvApKdVXKkTtXgRrztTQwHVcaEz8Fa5BvEDSeFAiqXTjLDy05gOqQycQWQ/Nx4DPJEqXoXmSr+rBMqO4s+OLghm4zym/80/zX8wOlgOLbjoP53p6D705674rZIuujB5M99Ui09T2gFMH8Bk2uUPbskN7toMz7bVL1p75NJO2xHZGm7IRTjs2eIk+lc26xanae+pdBmzFg/UgdZM4J8b2eMLql9t9QTt9O3H2NYVAaKwBOtEbSOuv6KondZ/JCvgKT0NU5fbPkPrJvZZlX2P9tfr65KShVJP9xRZP+0/xEaxTOO7HXIJrBWaZXqmRTMN58547cFum2sq4D8GiO8inrzM6fRm/8uGv7X7UqCr7IIXLIIsOhy3NbQQaUA/Rb1/jF1TkHCGO/aHIVmwj6MbB/BFKGcN/ERFa2PXwSsR68uLOgohAUVeZ4UC/gDrocj8NiqoYAxjeBr6SY/BIlozCojTBiBANBW1jrGBlsBhlCtLGmU6HGSTNw6+HlR4sIuAdbpE/WQeL2oNB1BnJcR0H3I6MpSPuZW2izsAR13AMum2QdRat+g1zoWGeaeZ8EIhBE9+wopLfdChcp6GxXwuewRi3XunUOrtq8CXHDZzJZ7yoJ06X6pinRt2Kydp0Xmy0QuaRPI6qH4zZOuseqzwDR+hHj9nbmLXPrmv3DWp3FvGlVTtz8bhv9elTbo+IHqGl85Z96Vkj/wyaOrjqKxIrU3hm5ExeK2j0ooAjdFkbFRHBa2V3Vx/X/2pUKSPhgdHh1nl0yUY5gUNv0B6kQtPyt/OOk6nD5j7NtoAgcUcWlwlEBho+eXNPfZ8+nMd58aW1XWYzHPhsbR9D7ufsEnM7HJ9nBtuyPkb8fT5I1Pw7eFHnmT1GhnwmfcjpuwOXP7i8+t+//s3qd198sfqv/+2/hX9N8+MPP8x7B//wT/+8epctJF1z7gx+6Q97RlbNswaR1l2aVZ1s5LAxkr4Dgfcu7q1+8sknq2vfXlv95ORx1uW/jR72snb9JEtinLW/y5MVHXbLemgt+GE7eNWfTx3OnPPLt+7564y3ZWajyQ40NuI6cSkpIlO+FpG6tdxA0HVSbSmEpQcC0/KxI511i4FgA20ns7FHzUROs9vI9jrwQgenoucI/lGG5tdOtMuQ4d4up20ldgeC6Iqz9uTa9K0tuOUeblLmWfYGPy+yRIj4RiYudB1Zc+6ZWaLkAZnUS+QbAuUxL9c6ypmVMj60fSLkshsXnlTQVnwipbPuoMgBIkyE/549UrDgkqkwJnPyOB/CyGXxwXUxFf5sG7THdFzP0Y6DMeq4a2Ad4G9Strknzrr5FH3a7qUMwHuUzrs0arvqAI01sxIcNORmGdSqQbUoQ1oBzs7mG+dvOXXeiWahY+DMP8umyImZ48hjftWf9p175bVdE1Kd2lYmqE8ubSPcd7vaUp8hWH9KKvPazrrEoO0lbS3tRuoy9ml+e7aJL2gYpvtFWUxxEvaIfTbuZDPjTCvXNWgzNXZJnKFw9bnyxDlQzqbJtXCNM+lJI0r6wZPTqz8q0fKo7LDKtbpC5saT5WimBxJ4RSdDO6QwMuNNoYivcQ7ETMsWlPSMq5OFqI7Lz0qBJiGzuOIddb7O1lmOtBd1XXjEOeoo57QFmYhL6xh5SibLTz6kbx0zj3nnU99Y36ZodSmINqeizEOdKBlLDzXIFA7qghByN/QkFWVM7pEeyuAUL/9zIH15a8JQa+zQ65q5tT2tbMWtgGWjNUGA3TL58oL3UmTK5Yn9RFNmIkpl51ZtcAxCthfP2AL5JX3mC9qm1A2eUj5nYi8OvLsw0a4wFc4ZGtKFmeiZ+PS3tOmWhsLlSRf4bec2XtD+Db7lofhAt8BhdfnoEYKu2PgJNVt/a2lWLfVZrY7zDQZfTHWL3t0ojjIoA1IB+VMsSWTHKC72+Np8lkiqO2YqRKuO1b0MpH2ApsUefyJnxAtMQLiqUIMyaUpDKmKqUHx4bbz2VWEjhLiuDB29fk5DCISFaWHMiEVmKGPps8YYvDZkWEQZkmfuyR7d5KdyF75m1rMMzrgLqtM7z8Fnc6VxMn+jSFzFr1lXw1rSHFWJCs5GLA02MEW5ZEKKwk8W1+oqxnM+AONjX3Eoo7NNrwviap0Lo5PhDKWzcnZsT3F+NzZ1YtBClsJYAfij57ODLMxgWdMfwER1oStHjMXGhHg7oBzcSN9QZWIe5YEeWy4KbCPmThpuxShMOQBjT3QqiTPROp7SOMfXS8+w/7gOqk6Ca22fMJPqCPrts28z8PCjJLvMztcM/XMcdkf1DgSceXZmOTPOfDDJoB6otXIUfiOUvNrrKx80Df5WZdAiXw3yXQ5BlanOzovR+pnXxiDOnY0IOo9jNHCnbLqyhZJalU6vd5YP6eMgwe/pkwxYaFD8iqZOuQ6xvLk3t7PKDx49gHX0SLxl++LlY5YFnYp+fUTocqhe5iI+X7w9w/7uOuWxNfkNH7XW3wHOc3abUXef4FDfYfeTv/7rv1798i9+mbL5m//xP5gd/2z1Z3/2c142vbX6iqUsOpc2IGJKuXupSm1UvURfBm3eJwUObG7ykaGL711me8Lvso3jp59/tvoDL7s6a+6Sm9o15l5m97f94i0ffFoPo6zAqSN57sJ2ys8OQDuH2lSeKS/b0y4DmSPklx/Zax5zJqKdAMtWez3KgDczywGe4VOHKY/KN9MIgfFjWuNTBxUkuoQat4MXbT47gxxLUxx7rU/c2/EUvZNQm7UAAEAASURBVAnVOprctTz7kzq+uWinXSXEkYS+g3oH+RsMkKuuV2f30s+EElqP0o8ItEnLkE6RROEC28SWQFzLi4eOqHjUjQNT24g4tgzA/DKvX2mOw86s1RHaPvl7eYhOGroO0DJgwv6VwXpELPj4g62abAiXRZ3LpgVzE4/hlXI0iCY8BZ+tBQHY6uxj6Ebk36Y4zj7pCeNUNyOqQIM4TzbDAWmBrcT0XXHkq83ecJuZESZeEMhdhLI1hWlNK3JwO3i03rXu1Wk7dY0v5wW/0RU8KX7nI9d8TX2q+LlOdfY1nM1S8+X9QYDRa+Wc8b4GVrDRjlTJKVvlnX7335slZalAE1QVrLeZqdUKDH2uuzf9ymv0yTl8Q8P3EFpXMla8wSNpkb0iAvM6WhPeNWbhRN5hr1CUINLSQIN/8gMq7hXeyVsDh8GLAIVmDTS4Br+2U2/SSGRqgDDWN40S3qQ7oj2H5ChznV3j7HLNbvtpP+Wkk22R7UH6U9rvapsaL+eB0xhxmte2wC1891hq+Yz64xTDIeIy0+7OSjj0vuC6wbapIUjGlJ3xTg6kv6DNYYLAtsJ3L3w6Z9DRt+/F8yja5iXeQyE1seDyfjBnM3SUpYyBY23QU2hvsrsL0qz28K+qzRN/+WDJ6h0ZfKke1qEPbe4hT/smbJW3lIVxAvcIbaRPPJ10PCzgoC/+DtZrMkTsxJG34WBnDsNGjVB/CTFKkQ9ldLznokHDy7V5m6aOSQXPFqYCl5M4xw+QOD0Fn5cxEo2gRBnrKJPcA9hI7wkU0DyDbHrDmKfwGWdF8W8KU5oxlS+0RL0ASxq0Ks6zChSAoyvcIJlRT4Qnwn+v81+8qu7u+EURfgKvJBzQqT8caBqloAfOmdl+/FRfvyrc4ohOoMFlKoCz3DqFvnxnU1SFgQGiJ9+uD6TACV4sDnixjCZjBC8ZhwyeNHKcNhw8vwipHnS23HM427pBExHGbjcrnLpbcbKdKT3G+vM43yxxcYbWD+Sc4kNCZ5mN9aNROvRuY7mDQ+qWhYdwslbHygnVjHQqdbKdWX7pZ6BxfqU9r6OLQJEGxqytqRzRN5po51NpDcuz5aCoBuF773kbE0f12TN1yqENWFYeVQ6d1/KWRxsqnUPryi7LO5xhz6w66TZsLhV58eJYHPY7d+6wfOQC8A7zoc3A6BmOvDz5xEHHy1lqlwZlpxNmTW3g5DMMWG+QV/tQFwYbAve192XXDz+8nJdc/arp5fddYnQ02xe6r/05nmp8+NFHq+s/XKdRcs959KBYwa0dVEijiB6UJ7Mc6HaHQdY9PnZ1/vz51dtuPcmLw5brJ598Sllv52NZ2p4OjmkOtlzyo27Eb2N9CFm3eOyovu/j0Ns5aSPqTtuSrnDmFY+2pa6r2uUqEbkKrQHQjIPDchaHvNTg0i/QykfJl84OKNsQ/wzSroZZfGLQPtpiAgIvdv6S54cLskwQPpWRXh65IoNBnNZV39nZI81QNOBDpXtKnHRE5jkxnA8IpCtXeDVvoUwO67201ecylCjglXHy5086wImn6QaVtwPO9IormNCMtN5XyJX0Uq50HDjn2zrr6NonJ5vYorLbobr+lcUwzLxb1mBW95wtA9mQrIWd9ovL6virfPKLsPITniOHIijrXG7RrVD8RzRSl8F2zm5ZPFOYxUmU+cqC+BUPsQEJWnhopTeC8KUM1kcmKaYnHGYY5QzF9IPiUl6SlNM84XPBg2nhX/xcT/fm8V4c+eMCXDYFpYXGV2ezN/6q2/KAPZKlRADTsPPGKFz0W5n9LYKcSvvwnoJKShLlB5QVEAaIcT/LFvGglW8pjBLmjj85N5T+ikbFJEXE8utfCT7O4i4ME54QQd+cZ3nFC47EeR75cvZ25kA6ptekVsF1WQ8UMBJmRJdQZ0uSti2/xY2FBifrQWBpLELaIcuEtNaEs8DZqcgtRxdhwqci4JOfOqe+emlcRZue+4BUfGeZQAa/spQyk5z5BCBEN9yrA20wRyVVGv2NkxDqyydLsQsy1+C2AJd5gl7ZgNGp9h2xfA+EOuIs+2HbLiY4u30TLjxEPts2NUxe4OwjrGu2UbYvKacXPql18wV3WQIO4nlKIStBZlxdGy+y4JcnonWy6SGAcSMFDvwaFmkyqVeFptrrEH6uJ6LyZWjI4mvR19v0o4/4syYC7TtvvlysrsRvu+VZKykIwEZIufUN56Iuh0U/F15XQm5nhx0CqIdUGroFwJzJojbzQItiVLgKtXPs2a3qKCstGcgzM6ZRBMmEJ/gVNmg9eyGlMttEk+5fhT57V8LlDD+WVf2YJhxHFDlfo7uJnyq+ypJyJn/OZp9wi8VCKXSeTIqDzKPRDR6L6Gj52e0UDvjLEC1ooMkYFsKLeXXUhzRBpl5zwSQ3M/bi4d6XHOxw0rBSJpHN3RZAcZgPeJTjLeT4kwe3LcPIM7vczYKotT6xwks5VNwahryeDab3oQxdvu4kohasqPXSII4Ys+RP6ZjdEcXy1elynbsvEfrnLLwO8ZGNh6vjxLmzSPZ3hZZOoV/gtEPTfo7g2PkoOTUBZnioH3pPWNfurL3ykKslCr2yqRJAHamFCvDZhWkc17kl0ZeDXY5iuvbqYWXyq2jCKGMdyTbijFc3dfYphzZ+iGG2zrEfZVC/rt333tnELBMB9zkcXR3y+w8fZL365uZJztvRkwMa9eue5OrV2XV177r37bPbiU+5hddRv+BPx9/tEH1B9zg45OsJev+r//hXq//+3/+GLR4vrS5dvrS6fuOHONDHGRypfwdiNiLS6PIuiXxShJOLQ//YpTPAOWDzcB/+yrfHXu/frT79/KdxhqXnC6OPeJHUgZYDsOcMQmxQtQtxua4+X7Mj3ZlfeXDtu0tkzr719rCFsrE8WUG2FIH2kSvLLTdTfDo9bXFTZ4QSpxzS9uAwKpQNvTpNWwQ+ZRVHyku5CW3fufYnFcqLUfKqx2MwU2cSsRNxeYhDWbvNC58iMI2/uhSB1/AgH15PPAAaa7b5LXjzrAXk8HGynZWYKLrwVfXeekzHl3phqsegxqUY5WmebTSi4jynMzIDMHVwHQJzXTHe5ITwzb1/oy2ZxIFY9MVZJ3MHvjfgm88KoSOkpo6rf/WVR9WSBKm4JGnIbD15x7z7aPllrRmoPAEGrnRs+S7ikzh+iJ/C0Ln3PoKW/fGwjRhsiXtbNy3IYFaz5EhMxVV3WwByJW85yw3l0DzZf8aoQFCPvCVRda90aq6Rv3Es5JAXMRjKDgteHekfhC5RTT9wQ0/aVNrCtosuq8FpFbz4pFJ4k9+78AKnnKMDoQZeYSqY3pe0uVwLW6iUsiIEqaPirM+O28yrXpPoGQOQnqF+uUg6d/4Pw7IfrPon3x3U0siVwqo+UnQtS0M2jTAwIs2ZvrUFkq7Bcx/FTKJlxRAnzHPu/tQfSgg84Zxz8XkAjiGWCpauQ9uStvQ5WLG0JxVMMoKus+cchRhJuVrhUvTWA/OKv6CTHz165yGfHoVMm9CeZaYsPQVZWQE6IJgGuHbrjLwfrFOefDAJujVZU12+rKhXfRdfSj3M1lK+GLtHHn0I359SVreF1td6eZgn/s6ZALcFk3HYIdfaid1AXK5LTJANWwrLisGfdT5tTtdf4jt4mdtUuppc8P45fLoadgO6R6QtvyO/ZuhDTl90PQph1e3MvP2SSyUzMSFDI3hF69i3g+B8e9BVlsR0YbvVju/Wuv5W4oa1Di5xNE4jUaXv8RU/O640yjTOzk4eyaNZGynUQp7gSMPtPSwq4MA/qNTp/8KvSqgRIMXHTc+spXIQ0bI2Xe+7Y5saqMTZ+O2HVxbwE9+7jzDNglPKrBpG6fIfzUanofOWA2HsXFAtuue+Nmt2d8Ag7aR1rrIkhmziUG/qVqM+hNOJ5VJOHMpI3nIeZnw12U55ouvMyIcQPznbaHTZlIzr5QEvdrA4BTpuewwUfPQtX858uz96dvlwxxdmYq1s2oIO+1tn3lqdOF0fCLKy3b//aHXnya04+mdMw9G7xayzx0fM/vr1VHeQ0FGVOXcbqS/6Iae8w1jsZx+DKTdrxL6wP2ZZDupOnpTJ4lDfzgAczkLHalzscKFY5aVuKY8oedCxkU95UBYZ8WML4vRrcZZBLZPigzHo6232Y/d9gDw9wLn26YG4s5MKeU6eZjkNZ2VM+Vl/KGs/UKTdpmCly6U69nyKffDfZimSMrhVpB+kMu8PP/yw+tlPf8o7BDurh4/40iqO82mecHzNh5TcM90XmpVD+gbYHlecoe9Aa5dBh2ouiBUvn95hh58TWb50nvXwzrjvUlYU5uoE/GkjlvsJnjDsMIh45pKgyGIjJCLqApr03QS3r9RmtB+3ojx5gvyU/aFD9bQhTE11RP0bBpPgDF/QtI7qyG6wybczJbY7yjLVuWETB9lMo4ztoM+ikVgLP226kWvxI7lOVVek78BVvStvh9Tx12cusAV851s/z/jUre+HOEMlV1WXScf2OmQmB5m77ZrsXaW8hpeuO6+0e0FamWYuiFT/tBgucbFzzAwT9r57hMEEW9T6RUdl58ky+mC2yn6Eqa/MMOupUU7Jqz2A3k5S9orBotSseie11mXkIVOVmVBAyE9OBT0JSnJB2MeQxo0QOZswBQE9jFhLmCCWFwWh/kO0zuaccCyh6zqwERLeY5MlQ+Qp4ZN/ed9YpFes8cu/Nm6o+CrrOIzg6fw5qyfhRnwy8RNevBl0Oz5R5plHMJVkXWhqCxqJWmZeu4ZH7TK2MNqrBT15mvggn/drAZpxCBMtnpQc5zWoA2/kNTYz6nR0gFy2meJsfeTcCCPXgo830LHNN5ROXmXBejS4TXtX2pOuseGGc0Pszw9WedFG+D8ISlWZ3vVVDAfBGR+9aqevCaZoTfoNoZezPxVk2SMYQljiuWuQcR5xJB+UuhYJjP5Slsi5qCPL6vAZaNeyHlznh0Yl7R1wthdGuUuWT9kf8iXsZ5TBJksvs/xug3fmdN7jdznZpn+kVOUnZZKAdqicYTzuIZ7iyG2VZvGt3YCAG0ttXRbtNf0w8ZZ9/BzKYc+Pqe1V28+0Tbnc8KAV5Av2LO85Yh9h3+7BCgX5M33ZX0izaMsXoRisS2DD27jLiZ9phr0rkx0fquIoJzxMRxk4MsE/pB8YhK8ORZlVWqXXTC4ZCI2jnXo4SVypRxhEEfkUltcjUp16zLdFKcbUsZ77WvkHr3PU4MWImO0avKjb4GdlGVvBorZYzR3MXGR9pg40wXgPQxyxbmjlw/9xVsNpI+G96ah25dPhU6fOQusY+QjGWV0fKXe9SX6NSUL8iFZnVCIZxVn5dWTEGRgbD665wcXJORHG+WdCAItHjdM/K0SeHtAp5wVU+HrIrGqcePjbZhaV76CGV7P3IGbn0ZPVzuEnvLh4iU/Yn199d/371S3WRJ9ibbZLJNwK84t/+YJZlyOrC+wW84CveMqCy27yMSZo7LLMxtlwHeqseUaA6oRhmmt1uSz6dlicOcjMo/pJJRnOHLw7INUhTgNMepw9ytTlBdEEnQZilz5CxvL2XiUWnDMF7mxirddpU++1Owdfm6QBcrZYXVl+d9nRJTPROLPCvnOOl0B5spAdVmiIlG2b9eIvgXX3F3Gdw8k/wdKh1CV4sJFgQVLNdsO7H7ASp1+DdcCxTcP1iCU133z99erDyx/y6PHJ6gRpynPh/DssbdnlBde7zMo/Bj+DC3j0AybamPKrYwda2quDJ18OdWb9mI0jTxFOM9B46M4/wO/wcatzF95lppz1iCwFMhyDV4PO/EnW7UtXhfnEgal2Xjg9yR7ltaONDvsxeHf9+8YZXlSlrHR6nZHPzAnyqlg7Ok3Ys0+cUo4pT63VeBtH24xqb3SgLQMSoi/LoT88ZY6ud7EZdYCsWVKCTMFhAY8jLMgGAXSFM9TgDPuRjsuT2MuILNpYjKPgwZ0/mR+hYare6bgWLXfTsR7DghxSz8nJUeis68KZ7iw79gbKDCWJd2JAHaSdGOfIOFhJfZEHkBtvvdG0zR840lxrmSeCtjMDThoA1D15UleGLDrf4dR2hWv5fUpdeMFadRbDkFXZoIGjbnuVR+fAvdRZpwxTw8RpfmhLy8fHTVJ1md979RIQfmpWvHRTvCVH5ctv6wV84DeEU+hI1DrmlnKeY1TIaj2IDSHD5AQZF9szDfrNmMygbx0LGYwtmoa8EUr95N448zWvdV+0il5oASxMDbSqfDpPzvJh5yCewhib8NrybtguM+8Nnlv+jhNBpQYk+W2XGkfBCVGAA1UB+/tKxJy0fjX0PvQfmS1i8ldd9SkRE0CQscYa7OuUsHImpuq8seYjSnjP/sQOuIyjadwBwafeZURibUr7AMUZviwDbGFcF01pA2+ZWg6mecshfW3SYLyAOSeC26QIB23Jc650ZSw8BVLXwhca62LBCFdEBiF4CCoBSRMuhDwDEh8CgGA0ifjuBwsQVrpOdFagY0fBWHnNnz/oiVOaObg2KFMmIz0b55m/tGmUa+lcfQ+dh19zziGDF3UKguicSUAHIfnegzSVVfumvTN+DzjbaZ/I2j89pQ7vPrN/YrJww3e/eLEe/+j4cesE6pBh6dMn2Gfo/3ifvkR8tgMUYJV3lciUJk3bN2VTwCzrLi0YJX5tSxrOnlegANgk/+jRtHzJqw5dVuPHmA67GoJm+zDfXDnMshu7Kucuis/CkKKxjcstGs1F3cm++AyjCHM9OextfJ772sapOhzPKsBQChJJG0M6FZmLkgpq7RfYdBqkJ18YsbMsg1wyBFayFtNrOP6oWPK1PhU310MRdTNQHow/HVga9FFhFgxQ9GWsiSM/He4R12bzspuNYGPUkGPQQ6joEj4mvQ7DTMlx3ZNlViJHmFvuKsIyCp1fP8gS/Uf2YM6ses/GLtjDoOC5mSgLi3VYqew8VYwYSv9DTa0TWbaB4c+O7bGfpGem9gS7g4hUJ9SXHHUU/fJpRr3MkpZtOKqsB8qqW2feSqXTdB8n7m2+8PnOO+9mXbVpWTaBXKdwBH//+y+ZMT6dmVplcZmHL7jssnQCSwE/NifD8Cmrk3gCE+S3Q9us99qjcrxkpOuMn7YXWwVBzVy3LQsr7vowUUiFyoAHvXxEOklZdvzZUGjqPml4QYV8yqzxsW10BX5f1nVW2hkA92J/iy0tLS+dVPny2uMkS2FcBqOuDJ5tFF0n/ogBTJxKGik/sayY6s5ZcJ0hYYSXhmXxU2bWlcPyuccWmzdv3Axtn2i8xz74OvMOhKSro6o+1Jf6bLvr/fYd8LkMSd7dg/0hL80+hsa7l99nj/c91qtfBxfLeGhoHHg8YnD2zdd/yE4/m1u8BOkftriFfM/5yqmO+0fsXPPoEbsFsV3kubfZl/8US3S018hd+shAU37gy8emnu3m5bI41RR0PEfZ2XsKh9zKlKVOQFruGRAMPXebpOwkZ4lS6mLKvXiILmywFwFMUJaDbiKLp7YzOdsfglcehmydLubGrv1Md/AfpqZfRUJa5cTAHBAfR4+WdWxa+8kABjj4twOazsFV+eNoq58EaRTN5sFo800HefuvdepTpx7gdv4aRNASUgYe7viQta0M6HXKbQf9uInbO5ajLhxlyuGj5Hp0DO3wBVbzcw2lwIUvYCudXy885VIOK3g/OS/pYM3Egd74Dbs9M2ZZpFyiq3LWUeaQDZzooQig9yYAitJHMZP86iscGKdF1jn5m7Pk9wdI0Xo10efGGP9NCIxlCCwwnnM94gskv7EFeZhD81IxU1pYQqOjjqjXQSyApQfjFpgGSHCs0ZhhfvwKwurDE0HTs16uyRPc8q0PMABldfAylRf5k094cMSZbZhg/7/wE3xDhy2zcVP8TEOopcJa1wGdwdauRNloTZgxaDeL0EA5owxtVOiOD2jxmSiTGtuA0Q4bf5evVcG4iRYXXqvL5l+A2C7N6aTvztAIpe+1gXOXldgKH/0jxA7hxIxWuUFzfvVnEFDUhYwuAtaZpdUbmM0Jr9QLn+rrF/n+lm3IEZbBPMcB3nq+xVNan8qTL3nNAS/xMeHGOkBbpEadXOi2yiWse2zfyD+DAJ4S0q+65Hdvw1UNyJFRUNBOdqrOxUMzF2I+TQ9vkDiKY+7OWE44VdtMm4c+fBJpm6SYHurY/r3egxz4RWd6blMzuKo72JyC74UCmftpScxUaGJfBF+Gm511dEDDrLKjpK54wKvUMhgzmy4BDSSnOEp2yuUwETmXvhl+NKg0u89iXnAV8qPZwmdgQw/BczZja6SQyLsyxIHBOOwMxb+UUx4McBFjcBeUfJ6clyQP8xKFn052BKnk82BnyJyc0UgK2xFb1nOJD7TpWMjrS1zqrvqRmuWWiZiyM9503nE+pCKhYomTRlTIXrqWHRkQKMgXYMVF5yFhXAaXdC0fZ9aV1UZXp3SD5RQ6hjoOWzh+6krHW4czj7q4j8OJ0bqLibbqumiXfnx77Vv2XD+/uqhzx5p0X2bV0fz0J5+s/vVf/xUcO6RdxEHltQ/o49YyaNnEseKlVOWGH+WUZgf5tLGB20TF1hYw2rIV/QhWz/vjkUdH11G0bpiYKmdhnHCboGzW9wHQH06aYEhwKYhmVBXU5TDuMa1DfTL68Yup0ldOBz/v4jQ7Syq/zpCrG2exHQhtEb/Jtfy560fWpzNoMz1rtKUFTWeRddq3GOxYBtqnL7h+yceUPv/8s5TVN2zB+MGHV1Z3WCrzwYcf8FLwDZaq8MEiBPKxnIJHjtGhl/T+Wi88rF9sxciaQWm5dvC8s/Tw6SzHMQZXfulUvre5Fpf77J/i40knThxdff3174HdiS62wKPt3Htwf3X09tbqz3/xF+HBF5TzFALdqG5fXtSXVsYMJCgjX8imgsHsXEpd91JwkUNxLCtg4MNGtx1l9bL5gsE0f/JovHVGm91gjy+d+sxCK/oIOsjK/mogP7oGjQRzjg69jwTrOUShLMujEBcC62m1PdxLE/7NY/3WIQ5uURJpJ+ATD8nssKNC7IXB4hhCCkVSGMn18meiQrI0hMvM9hJoupaH+gth4sUamQNjeZRy7FbyGfMxSGcMgUTOtNPmAGPnZe+7zeml2ynAvw67bbdBHUc33qonzc7IRUhfN+5LPoD9z8mMHvuCeAfD4pPjwXIAkwv7Lj10XnVivrpvLqbyhbfQHHinXADKY3TsNQmBqyvunIwycqQV1QVMwQcfGcUzIxnMJLF/0NPQkbwFgp+pz26w6byOw7zm6/oxtDBBv3KhMAR/2x77nISDflJoaj2aH/nUL1j6kI8p7+KKdNtz/+p/bqebrur80ZCCVJvijlbfnGWwUJSbn9K1bZFhqOLNeBapU5N1AMNNoWHqbJub3l1qtH0LZPsuW6KAgL/xBOwgRgcP+1FaH83rket9dDqtokXisR6Ccz/idZC1u8aSJxCmQKSwIlX6I5FxLORYQ0+87fCLsZ2y7flkG7Q59gPZLIJy82OEae8hoB9lW88mM5lQ8KN3Lr/1fTp3PNuln9aJtx3bsz3O7k/V58pg/NVwNnELl/zBtvy4w42mchQZnG3f9IxsTE/YCpCz8nEx+FUqZSeef3XdwUFBNRwmibcShemaw6QHWU0Att4ELp0hAxW8ULVi4nAD6rk6uMpruocOrzODHs6w5po4BTMUHtnSuR/IB1NhQCZS0QY8tIRGnfyaZnAEA/v5Zi/XI77iCibXwDia6Zkpc5YCgLFiLyp3Rj2k2wC2017sjcoEjyQxKwOQtEtd4NMRcnQpLQlwvCFEfvEIyFl6hTiR5AQPCS5z2KBDjDOMYYnfIA0PNWJPB2kMSg2gHxwWho5Rn7zbAKZBtyGUYWvmQUF8yEHOBB1v15mHPmWn4fuhI+V0lt1G36UNZ9mK0e39dCLUmU6hyxDkJo+wiFffVg5nfH0JVXjXwu/hnLv84hJLZq7j8N27d4fieMmsPuugebrg7gtyW49vuVBQQttZJEZI8deIumTzXjmUW5uzopYuFNIKXuUY2zZhEcSdWe1KROf8BS0/wWsZUXKqfihL23I5y1GdQXSoHnTSte07fLDIx3A6XY9ZU+4X1Q7jwPqi7imWxag3B0HmcZnI6bfOrG4zA+3LqJcuXapHfj7FwUGzTFSIsB10fB28+aXRu8zIf/zJJ6yr22NA9LgGRQx63ublzjOsY499wnM5qXQK6o1DuaqO0PBQTvLtexO+KHuU2XJhduDx/cuXV9+xvaPLedyS0vcMTrHs5saNG3m5VBrfueWjgxbeXzjEi9hPfFGIaQzX0bsPvNt4Xrr4fnQs3iyxgn+fTqSOOuUBS5lBt7wpq9SPCKwNaw9VnvKtDVhbzGSa6wrVdwZmRKhfBx2Wa826O5MCjRHMaTDvcnAdlMSLOzqybmET4m5c1QCAwYEFvHRIW0C9NV8dJssnh8YUUDl/fTCfdBygaY9lI74oDQ8OSihj7SAOjr3RAlmqORHT37DxZhEJUvbhefBY1/IJc/AojsqPvvPnnW24rYz6EgvwLQ/xaWvUEYfX5S6jB55OdLvc+aWTrFGdNLkwQtylqchfVKsNsy77qNyX6qUvLnXksQze5VhERyeg9yV++U9e+Ry6gXpl8rwI0q9ZYmG9k17JH51NsBVvYsq541Pu3gxa4RUOxJVj4B0MFw2TO73PhVDbMiQ9/JPuuZLnX2zSvjHOCzW/jE6bqiP3QyniOii0bRUt9bDQQfRQ+UqX8MHfVCaRd8n7uIZQyVa4uBn3zQNn4pSo4XId7KaVjYRf612ORVxyilv70L9oPIW37osHea2qUzCQKPsHnRprZ11+XDrW7X3pMhDFT/NxkBL3xcn+ktskaw4aJcHq1+k67W9y3IUHJAEJNOrcK2OH8GwSKfmLPup+juMqeYEwPVgK94QJxrMcRuvm2olG67f4zTPbRlPmPNIWMYtLpERvNTNf0WI0pG0R5+CViNCosuNaXkec8JRyJuFUXmqfOqQtSVsmGfC6hIVWg76JJZ20pzvsCf+E/usxk4mPeBruZJT9RHZgw86VK9zY0ROKHheWlfc5XBLoh6foZ+gXnoob59/Dj8PFDSOd5PDgJIc6t30EPP2RbVr6szUZ1S95PKLruuZmkptlw+6UMTsC8EMoBfY18DGouvd6KGVEREEwJJws2tB5jjMwOhdu/Q/huhKWoKUmwCVODz/jfgllIeq4WgSGGWbGW9mKB67Di0qrCpzUqeYVf5VjwUJHmD0gGGaccum1A1G0LYBnvnyAEfTMRfgyedBeoMulHe1htnDCvct9S1FGoVPgetVyOnT07LTjXHEdx5QC17k57GBFB9yODkZdDpBtInW8m7ZlBCOpnERKQ3qTCri2EfFIIJ9yuMa5HFc6yKfk5/GTHzLSQfMFUx0h4U7zwqQf+9FBNf0ky0CsLPIsTmXRcd/YZM26fCOXS0Uk5yyzo0+3O4QznMFv2bf9LHmpWuqAWVrXYvcyEvlLOWJXrnWzsnfFXXYuZYeRJoUqjHz4HgDzqiPBE/HwKU/lZNGAqG/gpk5QRqGT5tkKhOKqwbAMCpdnaaoD7cQyU39+dspicHY0H4pioHOWDxjFVuDnCWv0Hfx4lr/3cNCf37rJmv+LWdN3/foPwWOadakc7FhX5JbOcQY/OtM+AXOG/+tvvgmAenJ2/i7bPqorBwqneVFVvcprBgA+NaGsNhgM6PRbBikj8srTNu8ZbBzhBdFdyo+nAerm3ffeW/32N79d/eLP/wI9HEqDB/qsuf+eHWR00N95j6+f8mRE2Y9uue88jj+v8589e45By87q2rVrq5///Jc18ItsPJLUsXfgk1xkJET1Wq4E7BSJ0a61YHXh0Y23sTWRULmE69kXbdXg4FCk6kYynqXHZeHhPEpa8BGSGpjAg7gduOLQX/kAl/hI9+ggdjnKTy4qJTIpV6dX9Cu/4rJcpZlyo53WGMvmfOS6Tq8RTBxwEfuXN/U17iOQwEueuBVvlkvxBKIfnReXAg+skc/up4LyRwudrEyWD7zGZkn3cXl0oxyonzFoYOAoeW0LhTU0vXRWxFtcqbat4zjtlmERHGSTNz8LnUy4Bl5RGcqhQyfyA1BJUGn1i16lR3qXq7op5rABaER+Mw4GLOuU/eBLPMELgVhv+GqcxYN2XWVI/CI9PEzMB3MIqdfYm7DRR9H0eg77pAl/FVc0jCjNI97E/5y/rqQamwcoPI7zfrj5PoRyu1BByaUeSYl+OEcG63ZFFh0KWjp5QsKZu6ET6TcV5fixIDxtie3JkpEpW4jWnekcE3piS8P8DnsMk0uACc9Awcm+riZE3gC4L1/fhvrE576ya6B9Z6lI09AUE6cskamcfUG8V3+zLipH4KfcQTX9LK3JyEFq7SqxIhF5CqjwCj+FIjLdvv4CwDjH8k+544ZHsgXKvlSOqWwCNVIsLysaipnSZZxDjDrtDrx2caif7PLOFn2vfdMu7esuzvZjq7dLRpkh1w7nwHX9l7bsi+DVvqL4LPzxqeDBKQpWyIx+QnnEVPVN3r0ttmgXVHR8iorxt1ZneFUh2bm0H+9AWwkAxyRop7zm3J2j8MujWFnPJJlmdE5R6aX4atQ7JdB98+oZNlW++7squsL90SGg5Jt6AB0E8ag1cKlMtZvzwDrQRz1VJSdyJgnvsofnFLyzXuIpWNVpp7VfP5WnHKNCHp2bKTwgHw6kzrKlqmOVThTccdzgvUZo5TCqA2f9TLPSlAzK4/FHBGUVbMjpnazoDOrwbOH0OWMuDy5tcRTqTK/OoE7eI5x31zlr4PnUL7Pu8uO92/y5B7vlq258QUSZ/DLmfZZIPMHRfLLziLiXOO3ncRC3cGzdVxwg/p2NL7w1c22D6MyrjiOnnAXUwXCpiTxCNjowvvRa9tKuYOpHdK3z4oi79nq3w1PeOK8umyEtTtXQC+wkGB8iqsxrAyd5conK1U8+yceTbAgcwGyzrCV7ygPrEhj1p+OsXixj+XEpzAkGPndZ67/N+n3xO1PtC7fqOlSI02mTpPfS1lFX98btMEN95aMrq99/9VVm7k/zISvlOQ7uCxcuRJc+LfHtepuOqgMgUhciSOCc+iRXDtqexnFXv4956uHSGmfX/TjU77/8Kry5r7pPQlwSo2P52Wefre7cv8MsP7PazmmA/ijLXRwAyLODAHVw4/qNbPHo0qgnvMQqr/qi1WhX3W6WSuLcVRR4xFWzKDUotOx1EH3qY7k7YHLJkvqrJUtV3iIwr3+FrE7zdZf0Ir5hG4j8c6gBvHUyTxMzS+Oj1rJHrHDw6ZXBvHP+8JF2cLQbsU15DHD9KGsy+0MO7CCz2GtAC/jFpfrvh2pFueyo6gq4Ggdn4+S7BgjWmA7zlRw46zc4ATm8iWPgmdJHFsuij7TzjQqHSjusekwuMxpMB5d8xQoG3uD3GnpLmFwbF5M1rdK7jJWfmALzzH23BUFtonmTr/JyR7Dc7P3NWzr3bEhn7mUKhfIHp0elFnyQdt/UCcndPwdGduJrz5AZtlAgzZN3kbnlqORXfhumBiJv5kHYVwJxaRdfSTCilNA0ohFQ5F7tmDf8mTLfH0AlujR+LY2byH8gbSNTkIuzcWsYjHhNeBWu7fY1GV6JFkPsTSbfEISZ7H3Adb6k/RjPqtmDvAfheh35wj0z1jhiu/sz7b+fs/0fXYVX+e2LfVhsCypwbhuJnzYD/hhLVkfLzHYmXzQdvtcL7q3z9ki7Ouz4Iju00w/xXe4/eMTxcHWfDSHcmto+eX3wW3qWC1tw/ypwjgJpI2B5WdVLEmhC1zXsuvbyELEiXtWD+V442jt9O6DN7++bjrRMETZCVkM1OIsSCnk16r4pT9ue+IZZnpuRNngbdAUSq+e6VvAWv65nHLLs8bowBAZmahza+szHdfFQwjcfDRvlpNMb+RHGzmp59KzKzEHzCM/gjyzh0XwU8hjRu5wotMl4kATyID8pGgpIDie9xxElv7E4SSLSeQU8vIUX4mwwdeqVI8YlzhhS6TnG0x0b57zdzZTW8pG/8Eokj47cSjcUqjiJdKtIZ219wdGX3qwEzgz38g0dIdO8d7sl+dD5/f+Ze7MnO3IsT++SsTC475nMZC6VXdXVo+npNqlGI5PJbGQ2DzKT9KRH/d+tGvXU2l2VlVm5MLkHGQtJfd/v4Lj7vRFBshaNDSL8ujtwcDYcAAdwOFyD96htDJlZxUF0BxGde3kWpzOdypCXYDk7i34BOHdF0al1fbbb/7mHt/cpP3QjD9pMdmqAVcvL5R/hl3jPcM9ZqeqslDqD2foP70CHPLPgxHkGBTK4ZKLgNKN8wGqUjY4RVQKy/PAfzNKBRgZJI8kEl5O408nf/s2P8xEGd6XYRW4dZR1Jnfovv/wyy0KesmWj2yxaVns7e6s7t+7w1IL97JmB/v67B1nS4dMGZ+Ap6MlBUz4FjTOuvtClZfBHHPxf/uqXvMTKzjKkO5PuS6nm/T3r259x/dVXX7GMxV1pnLVl6UgOBjs42m6tqD7lU324971qVP+Wmy+u7lNOPl25AV++tS//4jG4zeQXX3yR5TFu00Wm5H2FTiy/Cwze3KbSQYc2YOPoi7kXePJy6dKV6Cbvczg/gb6kzX9CXVtP6l5+tTX51Y60S/lwhr6CtkCaGUf5O9CTj06vNsI453a1hWroLeMZboBPp7Yxi6BwVVtSbYf2IC9tF1M2kU7B6zoy4218C+qlcvOTrw4LqfHBm4MO25zIRLqyG2KbuZp/6kkFusC40tY2/pGv8END/fnclvIND9JGn6ZbTlwUPVCrk2r1Eh27ypcOkTnlsBAiAyl5I0dJPhjglJiB3zKSv9a3eHKEriyVvuWj+BOP1+PwjmuguCh9iC9xnJ29EpTf+S9yCW5CgCtdPMEl/DKoA2QcE0R+4dVlV9RI5JM27QO06z0kCGaWUPzFOxoOD5POoeHfYIOr4mUzff1eIPEsDhBwWyKERtlEyiJiaf9DAeYTfnFkwCcTI2jHIguNcTbJ6KI7+hvvGy55CkHsAxsxLfYnTQ6dkMKrySTznL+yDvzAD/4AIE7+zek1v/I6zj6t8ZgDVpb6qLWZw1DnytZxxhZfDdP3oTXotw6kVzJ4Jq+erU2M16YFufcFh+CTDOmbk6fSAj/gUiwpmpGvmBl50bP3DZvzwBsx1GkYCE+khJc5ru4zGztwhJcBV3wU/w1TiGY+i/cQG5wBn6vBb260by4ccaem80sZpFwsm5QH8BaJxcMJzvmRYw55SyxRJiq0+vQwJZFcDhivCo/pFSK7+NMCjLYfG7S9TDQpjdZmzldTj2DI5e/Osh/wPpB9kO8F+RQ/7XbQm7vko2ZzPWRU1iGvS2vjhHPvUuJuw5TJEvQF19dsIp92AHq2p2lqoR8nHjqKaj0sfSvpoLuUGeqnheGT0DHw+D4vOAE16WyRw7hqFErpiyQuURTKcmKiZpbn1Ogx6UIFUr1y4c9miNY2I9fuhaijYOVrOobA4Z+fFP44tzFOj7d1fIfSOi3GBHzkFJeIJBPrK96LmTa5YsaKGFzgM5wmWRI2fkpnNaOt7nXszO1ZBzPLlWwM4GOa9Ql/41H5gNWJa8ORxJJ+XyedG8/G2TCmUQVf5DYjwRlxlzW4nMDZSnXjVpPuXqNz5N7f5ncW0zJ0ZxKXl8RJJN7ZdD/Z/sODByxtYa0zy2CEc0ZWOnE4yeN6dp8iOFucGThgHv7wQ5zIG8wS++VUtWwe8+tkG8phqplw+ajZVq+qqOS3r8Uv39kCKroVqHCKz8EHGEJDXdTSMMo/MDYLpoIb+tGRjc7IL42e7XTLxH/5l99GP/dYOrKHM+qMtIdleZt906XlunbpPEBOd+G5c+cuLwezDMVtq9CZ1JRdZ92viYZWyh+7Ct3aLtQyeMbMwE1gP/3006x7TwPEkxC/auo7By7v+RH73LuU5SOW2jjIyvpubRVcPh3y/QLXRetI68zryEcniGyZGnzasbPtE5Cn4P4ujr0DuY/BeYGlQPLrOwq+XKvc4nUgoT07A+8XMP04lE8blM9dgdwaM3vDoxufRqijsksIK2fErXKQB6IS0pmjjywtij7gmXpsgxt+iVO/zhYLm91jcOatmx0aV9977joBpWV0rqu2eDlsERDLxd2MCu9oLyyndDoDX2y20M1YtdNx0Lklnp/UzeAv+zKXdMMXLbT0YtdmJfR97IO0PqsH66iyd0itga/KI/7iM+dBMwofGdRP7D/cDYLjJEi4X9BU32CfVKdMC/ByzHF4pvIViTJzyozYAlccN/GNI0+WLDv5HzIoR3pA801x1ZaTUeXw3+fSVesn8XJLPgoveLOVnPAdLLdxLZxOaBxRzvNSC+AbaCG7lwme41gClLiR0NeDvwE9nyY+gqBkGakjJndIMGTkljzr8lWGCYbbsq9iRd3GlgpMBIXLe4gUa+NigunEglmLnvRA3pSHqi2cdbY8xbvO5zoPhbF4lsbgSaGXYfM+aWPA7XUI5cIbLxJVF7nLZZLkKVHyt0Dc8QVZKE02fsJf14tcA7pOylEZvN+EmlIxoaE87T221mme1/OFRaIq1guvpjsJ9W3ODmBz0TzP4CYUbGWfbkW3tnZ+whGQQa24Fg6voxL4dbw6xqxTnOOchJzJQFvtYGH+sCtt28AR+xh2U/V/QsNFI6q40pVtHDjDY8UHqkE5o9VsUO45H2ICLA41WZ1599+XTON/hMbwMQpdVKwMtaXtiAycvk9z1QQpMXkRbdov720/6hz5yMQth3Ww6wnwwtgc0SZVWp2TBxzLM9tgOpPoTI4OYi07CNXmb+0MIhu6EXR66rBBLmczDTP4NpeEVDxCAlZ5Gsufcm7lnJ4ntjm0pu4MOW9kUwFqN3/K43VnqGylJPNvxI/kgdlEjU64qnQhhfwduqNqvXheBgdKzmZmBppzO986TjrKMQsIZEmISzaIsWPWsZam2Hq5yHI2cZMOQCqe/zqLJ5k9j9CcHbEkw/XnOo4uY7DM3epPPo33xUaDDp4z6PLsLKx6dXb8CrOuxuuYarCu8dYx/4oXF10KIU4dLOXIOmfwCuPsq86rI+BjeMjTBGhr0B28igFr5Nx4vdn4B4Z8rWqdGJ1IR9PSdgtDZ97dolJ9iKP0VRVWWk1nqCuqCl1g/QvvcbJX0xOHn//859nlpZZ7vOD6WRxTZVcvOpLqVOfZe1/k/FeWsuh06uA6SHHN+D7LSCyDOchNlU47tz6JsO46MDJcwsF3b3Zxq6/HrGH/Buddel7rvIZ/YD3Lv+8+OGPtkic/aOQLos60S8tyUU8OxIxzhl378qVYdfX7L2vNvPbwmMGY9ioul1T5tKEdaW3H3VkcvJTjo6zblLX6YVlUNF08yVcFm9i+HlGcqqZxQZI8dBsjROqEtgIOy1iY5iF4T6Iz21qY6S+iNQBCp8mX9iTuqoOF2PSGmQeRXaMW+ArbLMtmUt8PuhMG8HdbW22NbXGVaVQ15LPOpL4An8Y/9YRE7lsnXa+yOwI6s46+NZBcDkCfJ65C2h7BDnDGUu2MUJZTygrbsZ+xzBKSSHrdrf/Kqvok1nMGEB1nfA7bbQEa1ptBd+huHekpdxA31zKEn+TX2kbqRBNIdbWZaYlgcS3YmOtZxP75ly33pJPBYcW3Xuq8RgWh8sRG+KG7pVNh3BTGtWVmWEubgNYvGjbww960PfOm7N5DYeq6aHlVdMXxvqHyWDTYMzeKEXyDh1PxANP89XkNDh0MboonElumwWTZw8hUGlvD8PYbM7SeBwXxlx7mrH8OXvXxl4TIqfSWp38qNKH7yhm7ScsWu7Z/pa6P2t38Fx7LtHGdUf8DAQy6SfsxkwofMy9zQpzu6LLyLDHP1AoeC1lk5HLkmyPrKnUX5ov/lsK0yh9JEj30s1F20pXXOvra9tmEct7ndKD913hHvtPs//wx2xE6a2ln4IxuV74JUTpBKYSKqICvx649rMrWdwy5ekcE3cq8XQ104QO/cXKUNK+5C4PEcK5G2QhhKghjfmXwq6kKmhnWAVKjH/ihN7HDKB7lE7rj1r0zzzuK0nzIcH4caUm5zjZDIoqI3gvp2HFRQFzGcCzYzJw0gcEIOaAi2XBRgnnjS0fQTH7TIAIOc9lguqTGTr+Ik5SZxnYaazZaB82c0o9DnrzDQNIykW/8daVJ2UmFPJGiGSBv7jmblhM/XbFqwIaucLB0qmzkNZo87sfBDg9gcKtAP8nro/VDHEI/eOQy5EMcP2eKdeT9QNJ5nNDvcSgv4ZzeYy92z+5uohOpc67DrHPnYECe3Z1GvtxVpb+gqgM4WE2RIXlg1a1lPDsS3AzbEZc6M+jUHLrVIHuCHx3jtHO4hOWYtdbOQtejbqC1hZQhkiRrl2mfRVk41cPSQaxBFrvBOJABxqcO6k996uDq4DlTffHCJfTGm+W8qe4AQgc+6/B5EebJ46fMuN/JwM093a+wRWTVryHLKDid0awHJ7/r1H3Z99EPD1IGDnYclPiegQMCvyR7kXJwf3sHW7LvewnKt833A6zzNhAOEmpJzEHK2GUu4nDbzugSPbkm35eGdbK12bvw6h7hzq4rqwMuP7J04+p1ygRLB6YcW170cWtJ/nza4VMJ9afOHMgcoIt+apICI830lCt8TvYK00THPhSgBhzagph5TEnV8vDauR/jPSh+M417rwnwlzrS51ARhvg0Npz94z5Vp3KZLemm9WBBeG2sn7aYJ/wrw0TXegTP6DFtp4yKI/aGfSmnR8vOOevFyePAzUGPtJVf6WrnCuqj+FymMZZqqB6fath5uUNP7awiLUJo8AMi2yHLxkFZlpYlhrQRUFvgbBaXoVquaumk0SHtDnipTdBGfq4ogWx1Ztti/2Az5hKxag/VDHJEDfCDDuNAkkc5EzxHX8Vz+DZRWP5sStV1Z4j+zEhUgue+HmVq3hw5wW94HvCcqv7XvTSKvToL20s8I7m4EiIJtKhLXHasSV5HG9FVciVHp+UM3sgxpVjOtnkobKHjRXJdmm/ioVPFZX8u59QzjKW3pbVvLo4qzevwK88clqF96KIrzHXJNOuAXEEjz5u2rv2eFdRfh5ZXXFX2hdP0gDVsWDZt5J1kmDAhYLUnyStvp4ZQ2kgJcuKQzfo4yMSWjV2IImRsYQODtwEbdqUsziBnaSKZlNm8hpK57lvvRUu9m14wnSccg6t1VbptbGRQ17ETzkbbRgxq3i7557YIeB44xVsH+YhLvWhuvfff+meWEtKr6FtryKEfKGziwUdZhK7wyUNbAZ9uiJF2gGgRN59pIcluDzvAo+eUh3HkVUwp1A+n3DsoY9ISGSh9kmzvOEiLnuKjeWPbSu7KVEiM5sp2NPuncxdnn4Y+fEgM+OhGothcsqML22TWEiZNDbQOu8xIDW6AuFJX5jePPBa80jqgSX7PpL2Gz8jBvctsjFMmewjV+0qYcZz3EbazRQY7oZ7BkxkVVzNz7VQOBkC1GeRLh7M7MhUdRcBA4mAgBSAcif4ZIkiu3vNnkzRokGUEsXHPTyvTBJOL4gQYmAIu2DWRQkNYi7D4zcXgubD172hcC2AYMDdhghM6rAbBAhQZ/xxWEp2O/mBNG2mTMLvri3Vs7OgNLmko55DCLCHBQ9lwbf6UmZWM+xwLoTLr18iDbf6JpNDrWRHvXU/u8gVncsXfu8Po+Fl+8q6t6KDrhLsHuU7eM766+YglG4Zs6YeD58umOq73799f3WCm1WUUpmkXOrk6Jc7AutWfjuOWzqUIoONMeBTm/TIAUKVtZG5yapBUIvhW7uhqJKgnK/sBgwtfqPSLndYBYU7oqJiIvBZcbvl1uZJ6UF7zqBtnyHWCvuOLrqYrhzh1wj2Uz7JzeYhfN33GoOQ5e5o7iFGPLi8R56MfHmeG2BnvDODAnw4c/qUl/y6JAXXWxGsTLoHRvp/zIo3l5Xp1eXrAYGmfDxs9ZFce3y2wXLU9gzQdoBupXE/Jax4HEn7g6JgFf7ussXdZkY77LZb1fP31H1NeyuaA68s/fJkXbsV1m/Xtmd1VPzwZcjCm7WsryuUTGPXjUio7Ap8EKLN2lPIp5Ya3iUnuWucmpN2wEVYIKv0rltaIM+VGnLgMu9AT1lDnIfSgMdmD0cAN0PAhSI7AjlYj2UfmgbMG14U3Hd6odySHpjwFd7Sey3ElBPfjyM3GdcdZ1g4u81EoCnz5BK3tGyUX37QnyqrtOchdhtJb8dXxSlMdDbUIZlq6rlNLZz3YdIzI42Fnt0WGomLbFGzpn7y2pqTdozxccmIeeY/NcfZ+QXC+H0x4ko+e+S/7AG8llKMfBJVBxz9pxAU3+fssqbUwaCTOSuSRQI5lphFt2Urf2zr45X4J2hkTu54ALBE682YblE6czkxYQA6Y4BGXF4TwxnWfK8c6wrZvOZjhhkziEs84zD/DD/zmM+GMEJEnuQdkEPLT5zPyLqMj0shuvFTn27azOWbKW4UfWqWWEC1ZxXBKlsJPkslLwsphkXmaZJqgvUhYctZx09nMZ9CcYMZFg0VWbrp8So5N6PX7weocaf5xF9bXBZgShVnCNZ6FGksnMBHdBK8cnlIGZh7pAHdVIHK0q8VI6ov4MxEBmuxqN3jNKXDLCIAJtsAzt3VlTMVXkpAFXb9m6fafpGobBk1bn9ohrTaaiM/bbVJorTMS3xLG/Qsu8ZXAufdnoh+Q6S7puQMJzfRaCOjIa0LBLUGKjyWc1+ft5OwQfKHLXNWRj6aYxrYcwQ1qZIzSMIh0Bt6P62qYawatGugawfR1XvZSQa2XNcvsyCXjb7+uygYMvM/GrmiJGJ1S4ciIkeh0VMhmY1zyaZgnZWzK8h50/iQM/ESXP1kDHZPEXZ0p19BQv842To5JKS7tuIOhvDiH49EzdBIyn4c6isMavPAHWZ2hzErjzKvz0ACPzrbOS/CNs8tO5MXQ5dPnRBrfInGtPoIDB81lHb486VIdS7vspJx0HbYO6lyn2/NdPpB0+/ad8OxMsHpzFtkdZZ6zI4hwS8d/G9yS/5qXInVg5c1BXpxaZoYN8j9VzsTUT8raMrTcQNJitA3Y2asbHQeD8d4bHKC6ftuZfh1TZdNp7/QACSe8hZBQ+fvDP0bFUYQ7ZQV9nNrQI4txzqrrAOdFXMrEl3TdEcbK75aYOsEXL7LGn8wffnCP5UAF7xMHHWXlHu5N8Fs+lr+DHgcLBj8yJS1n9b9na8gfWIbklpvSVR73Oa8BBA60f+BQV+rDIA0ldKZeB96nK+qn9zN3bbqDMbfizDsJzL7rbDvTLi7zXGNg9/333+WFVB3yIwZxDvgcpEhMG/YlXNetqxPzSN6ZffXrukKP5imM8RN+/QVW2xA2MzZwnPIcNt/LrhwQab/K7VEw63iN6zrQspcGUgyh2vSXZ3lYBsu58ZetDToDriYr5Nl/NWybZ7tavCdhifCU6+CgDonfNlqN2MHIy2TfXqftkn7JXbLPCOXTPJ6XIToNPxWb9hG5MoEDzWXI7BL0ndWHYs1QUR5ZtOce+s625ah6kzpFWViHWhet9/AiFnDB2Qm+BrOJT1sKrNxE3z7NGHW15Bw4hGiW+0ye9wkOTtIxnwIs/bKnah9mvb+DSHQd6RQ0vKfuob7OuSyPlBH0Iy95/dsMBWMZkOZ/aMxQyWXecTTMdD+DVl7hBNooa8EsK/NFXs5U9kXut1wOvtoWiwKR7wgNF36ADcn6eUdOeS2Qysvv4KHkj6oCMMCMHjB9rjLe1GfqaMuTPOL2WNR9if3ZQcMz88Ahbu82cFY9XSdS9XE9LvKBwHPqWq7KpqwlHezzWxcdF7qyMxLkZMox5DWx8i5zYyciCe+Vo+o5cWnvihcLqfVW4OqxjuTta7DJq/XAGYEuW/OcFQQVR4eWvX2b1qd9qYcBS8hlAABAAElEQVQv8rsphod9xtw+gUHRIBqdc13nIeMgMFNqipzlvzQxRcqSdZ7fHNalklkQ9eEhzMKe+ppz92GlN2GyPTXKcYb9PA0unUNeJEAg965MRSbNRfdO1fvZ6SboeVlssqDgFrhqSWDqo7qoUhRzLEM5I10gSyRW0nGbWAvV8ncqgMGDDX8KCZbnQgIt6R7V4HaDU3HiS3ouvK77JZ2+tpOMAVncDjZgVba7Q1Xiyi8OFa1RSE+HlYYe2B1143sC8qiIuQDX4FEE/hl0XvIpb/J7zU/wilv43npR4ys+gANnOjKXqgDj7gXBmZN4JTrI9p3RCa37qty+PR3HSuQjqzp06YPBa4POmUsrdO6d9b11+1ZmXHcPcfKhryHeZImEs4Q/8MJlZj6xMeHd5UQn8xaz7T7Gj0MI3DbK9cNR7jKifBp89AU9y9Y4gzLWkpbSW+uunKOAZLCgM6ttxAbIU+VY0D5mcqbU5TA68BKaBk7GS8vCBq6XZPmSpoOQnTcMmPhz0GXQUVSOc8jk0hQHNc4su43h98y666D7kqnbMbpmfJcXOXfOs90jH3Fwlxjrxsv92q7x0h4fzmLGXrvO0xXUrQ5ceuGA+MH3D1af/+hz7tmFZufC6smLx6ub7ObSS22u8nEjy8anN+5C4/7nLn/Q6RPnVh4ZWoZlAESFh+zCQ9oegwBfOH6z9YrdZ8CFLv7AbjTXb/KkAOfcJS4Izl7rPBlARm0ls+sges6gxDLTod/b1T6Yj+Xest9jgPaSQckRgwmX6RyxHM+WYdt6wZ/6zIBfvijsNHbaMWGygeaaeHFbrg688pRhlF898aAxHpksc2d6/5RgVo9Yl+x4jXxpM5DHs3ilH5jxq21ssQTPDNqd8jiwi1ysUahWU7vjmnSl87CNiHU7XUwwr19S7n3wrUtZhoauBCU5MIplw28Trr6KR7VZdUU8IcA97BbPkUf+iDReGSJLySUyd0IwOfJGbgjwRWeXXJzTDomTyhZfM7XtsZpQS7ALdwpiAgj7ebVbzrqyZ5EhdFOf1YLXuv3gKblrOWbRVC+lP/kzhNXWt/wgK8qvs20paGwbxWvuKh/awlFWJcfQz5A3ceDuNHnJ9dCjuj1GVsu07Fs6Dkx8aqD8ljPcQzTlpc5yzO8exbkWkQUE3vAY3sEFnwkRLozUvfEWlvKMmFyb37wjTXwezX9FE0coOaBJmB2F4jOR7/EjjrSb0IitI7fLS6E40TwLjbyYV10ZYpd+P2QIZJfffKN1rhf33HRaaJl/HJWdu+mxSuGXRoByUT/CahriTnc7rrWJ9ANhotIrBwAjCG8YICdwV+pf9qts04BIVEM3Z2GNbcOX54Q+d4akgZXGJLLzO5eDcpZ9V2TZUn9fxH7hNW1/yhnblkZPolgWLidO01QNFRTl3rDJRCLXf8iY5XvJ0/nkp8A8S88UaXXwar7rWM+2brOyqrWABv1h6puNgRC0O3GKow/aYesmCNWOvY125yI9a3OFTsF2ibLsKzQ9MhOZdrsLIfoAW/gWpzqnPRa/sJzxAEmnTRBnkJZkUqZriJAhBU7hO8xXHYPPlXWOtLjH8MSYoxoenRWOeSYDFfn1NDoZKNL2wIDCQ61mjWaERBOKlM6Q63POsZA8nRYzbc669kyTsKcxNWNbXp1WdKPinYGl1DLywbfGoEFOjcF0nSYjiltSLO6UczhvG3R6ZOa5S9dKUQZVmEITfdle+xg5FqjQ0UvhLsj6NXfxRwUa9FKM7g0EArdUkx+USKp/FXJNXD8OjwMkXZOHCgZo8mxEJUkxBK7dUqiwMo2OlkGnUefU4DIXj2fsre7s+R9ZMnGJmVqXtjhT64un2zCwT7od3rXb1+KAuDzCGfXXz6ssdGydtf2W/E9ZznGJfc3dQm2wg6gtpSXitRqpvHK35FDdVadJpWOwlC+n4ijmSYWycFQ/Qn54SqcCjmo4nb0z3fiyFZHXdcVpv0gVGl5bR9S5zvHDRz8wq1w73Lxijfwn9z/GUdaR31l9+tmn4IFQyq2WHGmLzjpfvnw1L5p+8803GRTp+Ds4mhwpLYGGQdkMl9G5L4PuMLBxJl15o0+cqXvM1DvT7q4x9z78MI66XyI1pAEBh/DRk5Gos+xNfVrmfqX4NTP/LOnhHXur/FcsfdFed3e3KWefhJzPl27NDlYQMJijbr+ijVDP4RNh37yiAeWrp1YJdeU6d9fQ54kE6erIoiWJg5KVmDa3KNEhcvQWfZNP53uHwYD2pTWoe510Z0t00md5qrzlMvKS1vVfunVAVySGPtdd7jED3bITieLTTiZa2gu8H5/DbpE5fyCW5zis8JZ2AkzmCa3Q43otNBPyjl7Qp/VDfA4qtaVzzAx1mPRDRPEiT+AQTQQUTdeVptXdQtHalMXOuz7ENvOCVkFpN6f9OMOObZwrOz1HOaD80M3a+TDlEp4qdwd8yh65w411CdvAK9K5SOvbhRCS8umhLWhfdZ8kC8S2kHPUyE/3nYHiPuDk3AymrwURngoMDpK0c/VvW5Y211j+s6MS9d53dKxLyqbdCd9tD5cr359q3sxY8hcHkm74vKQnKyZFSC9GCF5hPebEGW/BJe+GLClX9cGfdm9Y8lAxRFpQ6nSEppOc2ELaodTL9fwFN/PU+T1PtGe0y+RTrjcAx23z6zl8qAN0W2EjT0e/5Ry9kU27K9zg07GKnt6S8T2T5EgW45e9Vx7kgnbrfJmlpVPD1gSD1x6hM64zGOHaEJkAqAmCRKT8S9aAvPMndNvAmonNXMR3M/O+38RplDJffpJnDv+wM51e24JqbzcJ/qn3lKmKItieZW24EyZWTBJM0uztu195Yd2dDMv7tOBD4UJ38BrcfTudK74yTJGRb7475Wppdzr/k5LUyyA/zuZmDTszIXR4NftWbFRDVY2UyozDgqOWWQ0F4YiB23huhIhJuh1VhEYZQgVSxYz74CDWIprNcQPZ2u1JWoX1ZHx4UxEeNuxp3KvRem/DVUYbBg+uq1OBooUPyVnO0oesKk1C0xaQIM2abZjTRRInRdNJWftTwcFNRY57DYSsyc2F1/WD5nAadFjcoUOd2rl7OPuYNcrRr5mTO7I0rjbooiJJZQly4MuZ9a4dDeHMq5OqvTxmeYczqTroOtx2ajrjvQTEWTZffsxyDWaZ5ad3w7l963acO2fWdfadkXbds2vbP/n0kzi+0nOAsCxP49K4wUeLZNxpoV4GdJs7Boyq2R+DebEJbd/BR9tEHPU48T7+diYN2XU2tGWC+XUK1a+wOp7eK7eovb58+SKz6C77cPaR5SHMbDu7LQ2XsfgSqDox/dtvv43D7eyz6+kzK49DqyPu+wsGde+hTcBOdH/ALH3PvL7gWkf3K742qu4NN1lqc/3G9ZSNeV0mJe2yt4gVfiJ39OiwznpYSy/cBvOTTz7Ouwe+0Ph8/yll7GDeHVjcftKdf7bhxZdn+cQzvLsjju2GT1xe8WJtlU3ZkPbt4Ml1+Vlug+wu1XE5j3XG9iWOUdSslFAYhVtlNjt/KVNwZVCD41p6QM/IaJlUWYxy9mTBQOPUEDB+1C+yjVKeQc0GH7IiP31ugKBWAtOIzCwVPKSDIA6sAVUGYS3ztsFOO8lb8SqtfreibU6HRdxagunqrflqnoxvfiQvHelmoNJA8rrQSfib0gpn31b/IU9gSvvtFTRM0HEn7iL26iDb9yfqY1VFt+QuHchwZocbcbDUTbXP1a5O/FNn7Ruqva06PLMsP28P6kD40s+Qybi1gM0P9gI8EwiU/DtwblvTvlOQwKX94Gmm9qzdreWP0sQ99zlL0nIRTtKXdBlyJn4q05QQOALTehCm4FN+II2c4fbsn+hA28lRfZFx1cZppws1cFNaKtxLvi3DE2HS34kUIk6BPw1sI04yVfbmX+DgUv1shkCRqeQ0BzFBYpy6O5mncLyV+U0yS05OpHWEfarW8D5B6n2cBi+u4BtAJ/prM7VofR4RVfcKa/SifibgTWpT5gXCGabagPk+V/JE8EVTg79LLInc/EmZVGRkG+nmazkbR583Ufyp982X9lTKtvXkgH969tG/6qwTMfRsW+19n0+nCRBMph7KP7JVO1B62OS/bFN7NGUz9XQKxkZPkNKX92BqpDJbEdy1RKcqIpFooStW53L9+TaP8W24TYv+Myqoax2CPHuSEEfgiPPa5rcauxKS5oP8KBEkb5iKeIN3/IYZOh/FuhG/GIozL01n3AV8Pp6QVPCYf4R+hCW+um7lSKKUOTWGMr4ZiGqKihQWgJkhlRGHBr5dHpGCks0Rkpf0FAgWPucToGYdy9mAZ1RaMzIgUMcQq4IsndfMi3l87ErHDV477x1mpd44K0V8nBOyZn28a9WZIdGRbKfA3U9QELAgkC9PHGGZ+PM8yq4RSXMqpeJH5yXOR+i7X3mNebOrDXi3nEGk89J5e/L0UdYrZ8118lnS4MdJ0CHWJfMLmd8x6/vdd9+tPvr4I+hgeDzud+2zDuWWI186vuCAlEsczG/o7R8RGDG0pZKp9lWF9wgUFQI9pNQ21evQuwMMnWuBe42z11ha9Kas9dBems4eOnOrbR3Ghp2tiN2JN0p0Rr32GndG2X7cQZO7qGRLSpxHByTO+irHHktc3If+0iW+tsaMuE6NS1n2cHLu37/PEhq3VLyRj1a9zHIh3lPQmY1dYAdyHtra8assJ9EBU3d+gMilEzqqDoy+ZpZezr1m9QRLWb5CLerMZkrHTZ0yU4uTlXgtGt3qTO8yay2/Lkf67W9+Tfmww42ONS+fXsIZy2M/6J+nkX7Ei6ku7blx4xblJ25tx334670Ey0IenXV2eZYf6rFtd/lLPgaE0rJ1p8ss4EEdVh1Q2gqWddogomwfvPaI8wlOGAEXJcdhPTD/logIkZdrz9k/m6dTym8TlToEL+nMx0693VaBPmUeecTDn791Ne6krcShRQb55Ffd+b6A9nL0pgbQza8w9TE081meyqYI5qzgzHV0kE6wrvtDUTrtHrYVFFfyeZ6cLvC4mwArtrKECQiQSqj4Cudc226lhirDKBs58Ei7SbQ8ex1eqBsxGgDUSfi1TQcm5SsTBMugZv5reZdw+Uu/QnsFPUoJ6sqtHOIf9RnItP+xd5NmPWubVYbSKVohOH6W+lvGF36IeJF8Si0uz9oKB+jqKZb3uSla2sw4CmdpCGuD97JDtWF7aCGmXQRn6ASvdBxYlSzFQvFSOh1lII6Uk5qpeh5u2w7kwczJWvUppmFUp0EDUwqt/GaWyXR1yoFY+aiN2rffKjGpL7JLRg7zI1VxIvyI1z6s88OSyFCseO66aBmrg79m6P6tygCa8kNQF1rMZoidlbKjd/k2j7ZTbXfZtnKuB3WkrixvUvKzDtF3nRWVWgXrIPEkzs5R5+CHZ+3U6/CPjg3JS6R1LRoc9KWllS5FLR7lc3kgJ3/dHpYtV7p9GmoIfMlV+OIDdZ2acBVc68GzebSDvtYHizHpp6U+lQBajTyk7cJQvC+5lLBC8wyC4FO+DsvrZVwG8YN+51dOUKT9Vr6035MMJESJjWU+S0OVB4/RwGnvous82rhxhqJXbZbXp4WqV+KIkvOAKjsOAiyttI0wawnZLncVUU/qR0piVnd1ZYxc1F0u+El9r+hEjUsV6WyB+2OPGUkQ2bnZ2UaYcIEQdIy9pV81piacDFZouWx2IrgI5YvYkTzuT+Y/GaOU0MrRWE9CGVMKH8bRhR7QigtTp2c9EduUwrbyEBFnFqN3diUzLCm0oiuCmf6Mzsqk46jjnacZo9IIoR7b4fC+dOeV187w0tCqdw4Nudcxhg/jaX2l6X0boIzOFasMpnSuDOAQN0eVrpTgIw0dDlkew5fjcayjRUZnXV0KpQPdjokzyMrkUgevdbR1UtWJO4AYepb9xrXrrGP3S55bq6u8FGkZ6JS6NaD4na2Xf9d4//73v2d5ycPQEofOgNyWg5RLlVwHt6dZYGQlmzNkcZRi6c4QO9OrjYtHhw4tcK3Da1C26N9kgEJZuzUAp+PfL3QK12XdZdQ7z2wzILJcXrLfuDpR2a5ld0mDPKk3nfun7Kqjk+vgxhc83eP+KevA3elFHot0uqTQt4h9QdwZ9Es81bCUH7PkyBnm2+xG8wlLb9zjPMtOQOBHkwwpWzK3bGnszA2MAzIbEWe93QLzgEO+jzgL50z4JZbIXGSAgWnwso7LO9gF6PrVOP89W57HsA5ghrrUV9qIqA5dotstvuCrreRlWQYO6iaOD3TS+MkszMhXLqNjojj7rQjP4nR3nzjigdIUGNSig9o6kUYydaWcplyTnvqiAhPE3zQKv7j965CGlfoG8uqrPJM/T2Yor2r/itfwK7pkL7wTHqPBfbpzCayENgLgyWN9cxclZRC5A4s8OSM9ZQhP8jdzDRhR6dywb5BkIDhTqKu+7/MG+Y1bcMiQhU8ZZhsy6o2Dg0Pquvboux3yEzhlHfXI6lUOBW3H0Lc0R7Wj7i4cVdKrUwZx7MF2bW7fItgGZ2ffWi5Nu8oohbjMkN7wbA1YpnlnBdlKn1FnyTg0njKIXLaTA3mXZ87am8v7lMlyKr6cLnNZhlnjnOTsvQqreLHJQx8kqCHuxWm+Ss/Nu36Ch7y24Qu9SL9tHqoJTY+kETFO4FCGDp2v75dncfz5oWSOzmXwfQLKJ5daLn2Nfj/8nsJLZF2KA4x/7wqbELFji2sc78p/VvppumxTWOaJfMsIrrvcyv76TqDiVvH/lPJYYrD/OyuIPVprexdwKGiJo+NOKYYkKWeycg5Oz42giBTAn/Hb5WLNCc6B15P6ms5T5X1/IhF1IVTauTOydxlUOZiTkozeguWMXKWHVoFnesBxC0Y/a26jynxnOkcbkrz0FpxUCNLtv9IoM+N9jo7XTiv3NkWBKwdPDmQuivImmvFCExhmsCxok94W1mBDaA16UogV1T9BToIlT5LS6J0BsMQs33onzmwPhJELZ0zHO5+rtnMZkqofwVMw0ohTWI25POk4veYF3zeu+xxBWJ2Nrdc84uc6nQB6lVyMChyms36J2dTONGjMt5E5jb+cBk9T8Fyd7pl2KW825sgkTHaCwcJ13l68PF5d3mJvcRy1cvwAJkhDR0LHWwf9B51scIjHmWcdUx0yr93Kcf/rF3kJ07Wfbv94kVlgX0iN3enk6xCCd+/WTeji+L9+no6/Ov+QrB/JWy6EKhU7wjk44NAmdURdupElQjruOHwu2XC9tY7PhITL5B/nkq7wLRvS7rSdIfYLnRnEUC52gjoy2sIRX4l1bbU8+C6AzqllpzP+6NHT7AwjZvGqY52vbLmog2/94xAe1argnJ2NjT0R5ZMTceroZ8clZnRdRqSD7g40xyxHsSxiT6zdF87lSnn6FSlBHGHlosIOOnJQ42zuVdbHu85815cJ4UXYXegdMZBycHOe2XyXPuhwq8cXlNMuca9eKXc9Yizdyj71gjw+PVEeeaptQGv7yB3x+m7Moc48pKBVDhDXaV0rznhZdhlGOcnMJsNbZpd578agHUR36GGXQZH6KjvUosq2naGutsoYdVp8iT2DQQklUJ7dRgHnf4fg1UmFjjpXDwbpm2b9e73WVikD+OPANpblWfxNd8Qv6IE0TzzUm/IWLhVinpnvHthHPpK01XJ4in1R9tHU08Fou4r7thD+KEdo6qy/kvZAdh57e5lpfVzvTBXOPMlfwMwnr9II35xJUE/2N1nmIM9cd/vRZWMZZqBlKjKpj+jZtjXXM8oQq59II/XQlIkRFpcdFT0VbqD572vJaVNOYtnuRffhP1iTv2C5DGuN3XMdtdRK6alLzsjDd00EwBsEev5Je68jLEy8zTRFGSKchi6Ub6HPKdMZF8keRit/bJXI0medYzMhoy0POPKYdzNIuugvEof+qp5WPukY/J01l6j6MaGPRXQuK+tm7Nq9/GcwfCryGdRkq6Z1RZO2fVaX4XWAnSbnjGH9SrrKr86Cu8tiHewtd61zxR+CLhiQ12XT0KqImH3DOWTJl6gkvoXk+ySBUDZi2w3f9Pq+z4OebcMm6c37yiKi9RRjlNOW+iwylffP+w3+gXuJX46La/1RUjba7fehJt/LbGu0LJM+wL8utdhnbkrXNsQzVMpethaM2E8XQUf8Nkp2ChxpXHhcfY5Zd1qsRWNDurMeNGTNaBpciFchWxFGJQCfw/lqoOjs4YAufSip2KDuVGmNR3klxCk9yJRe3Jvb/iF9xHDSvZaJNPKjoS/ozV87s8GjTC+CjUvhQS8YodzG2eG6X8ZMQ+c0BfLUWnG4CW1P4J50UQVmmsk6cdlpJ3cWBEMj0+Sfw5eUMiiSd3VH6AYxHYc6DxzpOO9e16xl7cYBi2k8wgqI0yGUmksWlzupcAE65NpCMMiMPNv5MouqY2t+4pzpk1edRbeV1Nk0Sb5esnZaPq8wW375Io49NFwu4bWG+JAdYlwH+tn9T7JDyDawd9gCMnu8S5Zw8+aNLBPREb7OLic6xbJTjqYsFF85k5AyiN7sDJ3t1IEbdhOZnF1nPTi7sbif+Pa2DiYfCGJQII00MBHOcvAphrIi0YhLBYrNEc85jTzovZa3Xovv0h7XUTvD7eDEQYqO9NdffZOlLrdu3oqt1S457LU+nEkHLfKr/vYu7rIn+1Nmbv1Ijvd7WS6jGDn4admELyecfe91nMd6evdzf4SeP/7wHjvD3GYP/SvRnU8nHvOC6hHvE6SugVPHteRTXAdWO9mS05dTLVedUD9ydOPGTT72VGvfD3h68oJ16kecXyOr65Zf8MKs97YHOu/p4LVP/9AjpQTftZxLSSZHA9tWh67l9+lMhAQ+DiR54+RT3r0MSfsINmQnMXJlkGR7BW20Az2hTJZqGUB44L4cU+kT73/OlnU58yOruYkbNmQyDYGOgI5oajXllboqTq5dBlWPmEnXFsU7QvMRmxpx4QMYOV7uwEDG1GXbjTiwnM2f+gvKotUz+uqCekG5idt6usUyRQejXhunjdiWI3hgxe+15/DJddrsRKufqtuyGdzERyfm4YgsXNreWTa+o3BE++dxiLP+kicAL/n4l0+vXtmPmBv+3F1MeWRFn97ZdJvNHMooLPdoufByo6zRqddktJ2OXeW6+FaPOZTDvij8h9LgdeQRuTL0eVyXPC1XnSEb6e2fSk6zDWbVgTpNm4tto4MpAGLo8qo77vkrJdYSMneSYUhO38J7L864u2SKw/vzOPJbbI2ZF3nRmE+183EsbNH+Qv6tO9lSU0Y55Ecu7Kuk3f1Z66b5OO0cuYpDksOp3ILD6/HHtZHCeumN5RKYxC2vG05Ay9Q8oxzldcB7bv6WcaFoOfu3gO061XHyc1owXV0ID4IJRP9k88jSLcGUJUfxGZvbyD8hOutCXpVP2gOmeT4ryzK+5Uq7KG1CzBC88UG477NpKW8vBjHTaAWSIi6Dd3+VAD7LqhzaQXlp9yFSdUUurDO1xLY4yC8sxUesqOQYbP5VWEzZRmPa2LtRRt8oD88GvuS38ugDl+KMWCIyoX2jgt38zVI+YJITcMtvOqChd1L31bbnI0jA2AbaJnpfceIYbQ/p4WKwknLm2jN7yFcFw/JAraEQ67pSGxHSXK9MX5wZODuu7AKgdIAJc37LGaYyfsDTyaXiEOtuDulYua4gAP8A6ijoKMFyJ/5lZ/mB9z6qBOte/tqgQyS86yDAjAwtQmYHUWR4JK0eQXe1GIDkmwxkyCMaqCRePTRNO12r9BZndS0+yE9BPWQd9GL2L50WjXU6ZPLoTAYfnZadceMwXUe4nMBZDvHjhoXOG/GSX9pprDifFapc4C8Nme8z4IyCX93FIc5ZZ5710pcvhRcdwZrtPR8nUSfswC93Pnqcme2bfFDHnVB8wfI2WwzqEIrT8+G5IxzFu9m3Oy8tYgp+4XP/+ZNsDzg3SOscY6qoQymXmqw7yyAOC1rP0iPtGp2XjixtnXPtb6mHKpfMWGvjo/EUeioDqFUDIemiS2p0mhn16JgdPXBAL126Eh5cs6/Tu8VA4eDwRdaVu3uLS4cus/+665196day0X7UiTPc1hmdkAzGtJdBLxJCWp7U6ccf30f3z6ijO9mtRyfu17/59erTTz7NwOQFg6Y9ls6ob5+CaGuqTL5LW+LyBdDa9ecey2ccdPjF2SsMGo6Z1XVg4oz9les3aZPP81TkMo4Uu9s8f5pdS9xH3hdan1FmB695msJAJOaqvjj8Cf/QTWc9OvAMkAB0wNt2lyJJxz3zJ4opqAcO16n7jQCXxey+qW8CNA5hgZqC9oBCKVNY4cUHrsKP8NLOACtlF0anfGKRC9Rf5cO9cnhkPTk69ZyyW+Ty0nwTP9zkeg1Gu0JubXPAmyyvNaipMk+HCZ/mT2roa9cIo43CXL/jYZvRNJtPcSUsFVIxI1pbL4el6EofSkPOdj7kK+0O9dWB6RG61xbCVt47srNh33+k2dmBpx0dd3CDxxlzt0Y856RPzw6RViw58VN9ROhiV9KJ8xQAfhCh+OEyOHGcx+Dc/iWDmpZp8N6373tueYW3XKoEpddlol5cTscXkpHf9lrdR/5BJDhSfgUbAcmjk06VyBanVy7x5OoCAysakq1tX9xmoMs2Wrvo6yLH7g6wO76LpB7Q4xH1AzpFruxWzVlmoTf0uORfjuW/bGYwtzgJG6k4V9mLq46AEd/lXoMA5SEdWlxE5rNwz2TEPfBLT5yekRvOZrD3vGqeT4BbABypQ9Rh+SpyRfMEPBEOOCm8nEumsFf8nZbhjDgoxL5T/61nMYY/Vbbqa6v8ziD01mj9AksbGVI+uT31R361nfyO8lBXKmyu+6OciC9Iyv1UbH9a5LvtpfB1OZetDBoIV/nlra9Jk8cc46JZaviNolD26DntSemss/z/dQ5N6YZZGStK0XsuqSOcm9UaIC0itCnFq2z5zbqMKIJbGxKDDcTuDrOIdNQ6hDUzbEPGzCmzKa5rPsahtKDTotJ4V4A1DQcSmSEGsUw0SemP6hXw2PjEjRfNepJP/CwwBU8UcQJqMwIoePCQdpxf9QAyqbVzYS7TxamB5BioYjDF/Ig5eZI3tXFaOCFV6EuJBt0G2Y4/jo6NDroEWVLtkExj5kzu1HfNJOuEz5QsH7dYkwdDjfojyer14XCITIjCSYe+PCnvGm/ewI/4VFDpLID8mF0H4Thf0NRhdxY3H02izB/zUqXwn3/+OR0Ra7OZMdZJ//jjT/I1T2d5nzxhvTa7jTgjfeh+3cAfIYgDwzjZzNBBfqzfRptcR/dFfeI2n0BW29prCy0M+OwokofZOwcT++z7bcf06iJf7mSWPWti7YBiu+LX2Sg8UQ8MlE7KFkRrowxqYL3jDIz5Xct+yBKYK2zLaC7X31ueN2/cjnPufuwZzGBkzurT+64eoCfZdt2vM+EX4CkfO7rJ/uYsPfJF3us47YcMesK3NhAhtQGJs3acjxcp43fffYtzfSU05OWDDz4gfivvAPyby3+H7j+i0+fFX19GRk7ZV+dBN4SpWVw+fsVXV59RZjroziSexyly73gdFJd/mNelRRgX7YO7shzxJMCdQZwh7zpjfVoYJrlqJli+y85FZJvgwIDxYJx+HSDzxc7lCxaXQVnDe9oWU6o88k5HlyOxyqYdNT+pQ8pLcGlfGsTgd91+zUi7bKoGD8J5FC3pGYo2cmSQ7uQCMCQmjzoFX+Ufcidj5RZT/qTJYQtUwatTJiqK1dCQ7cF67EU7jY7Ew2DuiFluIuIQK7ODU+WXH0NsOlen/zQnS9jKw2+IV0pyQ0rn7ZgpIevUEU62dYD/eoFXZ5x9gbe2XQpXeuY3+i69k08YnHuF6sfn2l5IiQdCHokI0c0fufNvBqm7GW6kzgBz0vpV6C5zF/WUj4rxIKq608pqv6aerZ95qpa99hdoUy6dDxQRLBKlTHZ2fQLpwNqvB/sFawb3DLT76857e5fytMlldk4A+BTjAgo+erHPtw8u5tsUz7m3bIIafiZ5BxuVVn2KUWULCnNWKP42U6ONphMqaqL78k1o7+WJXLG94q+hjJ/6RXHy1zbaMNN5g50l56I/LaS2SjeHRS81qXi9nqnu+M1TtOIqkPF7xHEahYozyfwN4nl5BGqd3MiRlCnvEocpxWnB5HfB80TLTBzDPZt5ACAqD6CYTjAwEI94RI6NiI6o+XqRj4QJT6IDOPD0SYKVxzqzyN0Aa+cs9Vrk0AExz2a+4qkSMq4Klhay+C3b6ZyexbXe55gtcEMvwlQYVLu8T3AwQwbHyLU8RTdNfpnQ153W545fnJUzHKXwlgnIqLiLqM3L7TjU0U5h8dH23h6fFmcm4NKlvTEjSmdBTvvLg2M+VU7D/eKQAwfLCmLjTe+REqgRp5dTscc4dBdq9xcGBFzTTYYz5YrhaCjceC1PulFao/fiDoyPUBcOgQ1/gqBckJxOxLiUSdXd8CXz8polJ3QerwB47frZbGiP52BefsT5KhU6mE/5QV46TzPIWpMwf7OTNO7b6Hy0ro6SLbrycYhrlZmRZGDEXF1mW/Hn4L+qwDmeXrg7TF4z4NdmL66bDRL8yWvwDuNTdhkyh7zYmfs4NXRlbGau+DLN6BTDuA5WeTi32mXpiM7fixcHIKMj3pEiThudSZy7x0+zjMUvWOpY+oznKU75CzqYPWbZL+CYO8PrTOxll7gw8KinM9v1UR3wQw49+KIgnRNLLw5f84ImDrBOojheMvNrxcsfxFM+wPoUSPvRhVXeuD7oxVKJ2XDSYrNfMruDHLKvOL+r13vYHQ5paGIDOfN4+hWPo49fgT06UheljzaiWpYDJXQdhz+zgDpQ2ziz5cRcu35tdW6fl3BRhR8SSmdMh+zA9eKFi9jt1mofJ1fb0n6ytAm9XvEjRxS8unXm3TWvBy+34xg4OJNeFagnodjXnkGIzts1HHRf/LTcn6P772Dxix/9eHWLpxoPHz4K+3dus1sNDreOaULrM4Zi51nYdRAOXuBEo9UXz9kekjK1WHUkdKRdZ596eYij4bsGxFkOxzgwDtpe8AThPGUuNveyr3pbyNVn2glSfYEy2xVSIqAP7zoodUkMOCd5E+mdzr44hpPIWU14SMcq4OFsZl6c5wkhzyuwc/DZXrCMKc46bUA5vZZ1LQtyoNtxVXvALa6BsygNYuT3yUdevkY5o7ZRh9p2ih9+yVB5YlMyCndyXCk4f/DtuNgwpRBHiSe753zUhDgppZwsO+qt7fDryKjjJwYhSnelh9KNKZtBWqEnQnDZRimH+rE8nBm3TYjD7X148s44ys97Lpz5lY9eHqJcaY9hKHseD3ifYvro17bNckfdBPRFBts66ae+kW67E30JkmBiXYlf20g/MM7e5yiQ8Wvc4FYDtv5wTn2L4sTRoMqN7oLPuEpL+65+co8+ksSZ/OlDwGkPphwG1/ULZU1NuQWfeC0XYLBDmk92WtpeXWXHKHeHygAMu7/IB8T2GBhbzy6wvM52wyVOthu75H/JNrHXmRzZs26B15LwPZZXrJ+sUocnGFSk1s1ks8RFt5El0hDDOXJUPvuN2Jw4PLDlnPuec2kT+FAJirVykq7YtaFc97lASWqFG1EwtSvQHC9I+LeM0GXXm2XWtD+NM1D1o3iTzBu0i7fCLR/1JxfhJL9e2e4GC3ZtaFlyZxLBa8Gmc2WhhCncwJhIKqfIMm7NGz7IbN6Acs4L8jlb74cdcm9IudVlULLQEipIaWaQzPWk6A3Q6VT0W9dELxU5QQ2+klxcaVPNoboqWcyAFYS4yUpByMl2ueiERtJMKJjUaetj25woxZM8nswLeI7CEx6ItAzKfiVWIbZpvaJOabv6RFGQjZZlF1vnuuHFH+TFz8AyUo1bxpsdHZP9HL5h7CoyWwPkrc7SDU7O5pb12KZ9gvSGrElJHq5aRn3BpqkwQ6fmK95FJlaCyZFzlqeuJBKMzqzjqDNzduXK7urq5Z3VNc7XmBXw/tqVndWNqxdWN6756H6Xjk7VUt1lRvxImobIDoy/KoyRGABgRoVIhr/gZ4H1TCyKrVPhQMF11XiCGL1fb9ziC5u7zCCS5jp9lNq2qEKq0NTWLFPiSAvdVErlAyDCNyxSc3l6KI6TjA7UjbNVtQ5WQyCQ2Xh3zTg6fkm6O3bs09G5NpqBjuMKPYnA9mkmaIoNfR6Zj+gyePmiwlMu5ZzMeQpL/eqYSt/Zz6ylxom2A9GBNojD9eu+xKhjLtxVZntrttLBz2r1x2/+mI/6XGL9up+nt8JeYnnF1WvsaMJ6TR+ZHyObMvl1Sl+YlCdnaqvz2gudKFo2Y1Mzv7PpKu0cL39Le5PXOVj5qeDORI7H6fkSI7pyRt7Z7t5VxTzncA6jN66jL50Q/rRp73VWldW13w5E1IP4lNcBr8tVfOJgvdPeXY5CNpbBsJYeJ/8Ahzvro/FifEnVJSVXeFpxm/3Tj8ClHK4n33F9/KDRsqhrl868dHafXV2+Qd9/+9OfRj6XH7kTzxNeNPXabTK/+sNXmRmvl/noJBwIxpGxbugAWx71orEz6MqD8OjFGVXqi9foSZ7cJ98vlCqjTaV6kw9l9+u0PtmRPwcH6kc8tleZAQZWncqHW0hq+84KZ9Ye0DwVsqFrQcfZUpQHl+W4S40ALono+lrlXHZrFstHevJeT/uIJP8UYEwZZ1sxDT209zwB+qTRrthSrz+TslwJGcyvXtSTdpWnIZ6JE1/+oBs78px2b+bD9A5ta32fswpsZXBumQ6tiyjV5HIyCmySdQ2JMHON2UiabiXTDgpSTbqZ4gSAXUWIa2pdymAS2MFkyaBMJbPIy7mtvqXhRGW8Ocd/cAs/B6GEq7wCVj7O6QxHmjA5xCVs8R5VEz9rmJtFSHyRWMT2pSWjlKJ0cN3x4BvlOcecvJLn8AKGaEee4DlODmft1kGxdrVNO+Ln0X1J2ndRfALo9R71Zxcb9WXvOnDkbfzFTZAvGWz9WE5Jy7l4ktcpeLm8HwnJH94myOlCVLaZ4m06dS49TIBvuRA+jPornnF+S5ZTk4qu9WojRKaytxKPdgCQIuvVejCmyoSrAK2n/9e+s4xOcnk6F4vSnAHIr9weEceyPCO07EC2glImtcysyjgTb1OyF/7zk+MMxKdGb3C7cXtqFiNjI1CkTZ1C8na5yudIkbcBX/k6R9mDvky1ScYrxcg7ITBe5O/LnPB/pSDfzf84i7nqy9tpMMPuzCQNFIWtLlye4CfFLzGi39vb4cUwXtyzE4/ArK+jQzp/zGwpM1S7L49W+8y06wSjnlDSeERUyhqx3hMd45LIX1lHovRYBkmkq5K2jSazmzsXt1b3791k7+s7OIqXeEzLC3xPDnE6aEjpgOjJAe4OLhxz6yCkGK4GbKYSg7GS0AoHJmAFu2YXI0s1PHJaxiTXvdbPtajzLOgrnDJ2/2D29PoNHFr4evrkGR/GwdFhR43XzMxvbzPzCaYqNS+Ip2x0SFPwDiYmrQx6RhV7XGyGwTd1xZne5yyRcNbHpyw+CQiqkdd16i71ePL4yeruB3dDT4fCAnZW27xXrlzLMhCXarikwsHdNus2L16kO8Spe05+13BfY7tHBxg6fpcYIGTNPXgcyChH615uJ1mb9SgZfUJT+ZehdZ0zCbFH+dPBGg7XG17y9HjtwIm0OOd61osQlZHW+O0sdaIdqAj/5NmTDGLi3KADnxTohIZ3ULnjClTR1cN8XGZXx5V8+8j/kMHPTfYx92U9H7O7vl178OmCWwcqsfSXkukc2hhdcOYb/R2ht9/+5jerD+7cXX35u9+tPvv8iyxlc238dfa5dwZ/n49b9eDpPPV21imYka0GeK4/rh1XTO8lI+rcAYd7pvtSqy/tvmbUf4MBwdUr1+GTQS/77D9/wUuzYxtIbdlH+3EskMCise54Xq4b12nPezGUf2SUnaF7783fjmhm9NH76g0vvRKfUgLojXraNX9Zh7xngICenNFVR/XUCsz866w3jGdpePYQQNtwVsNZzh2ceB3t2ulDfpiegNd2VmXV8qpBIM46uELbtoRAztDM2XtJdMh1pRRt8JOmI+d/wrBpnTxfIq2BAbsEIZPlozNeAx31pHNFVpEYknfceJ3JhUVSXea3yeUmWTZrWtlhCIDLpwyoKAMphcqsLHqYHXyRqMvSj3prx8AvqBaTCxqy50GulGPgkRc60Sm4s4WnQAnwE2DP49r4Kb0lavjKNf0GDpwNHzApL+o+canDwYu9DRtp/cYuUUJsFDzB1fiSp6gZdUj93vdp41MG6jxPPTpiSRY7M2G2sc9zPnbgSe8xa9d3OY6dCEN5fnHYPuqAQZpPW2VTOvMxRO4408dfUd/4XdQnUyJ2LrhSZYmoWPGknTTdsExTqPcK8tp5PXOzVgneC8lbgWTbZXfBO+lB7iXXfPa5UZWW+u6/3rntss9/GeUZiw4t7dCQP08HQT2nD/mTblHyF90s4oGf7WrWl/Xv/YLUZorreYg3KT6JdOSh6K3DzXeNLefkrXxKOpMxoXDNOVs22+1Kt+2R6PS02jZIBtZCOCLmRMICajCyiDnrsrGZ3vJ2btOqxIhBJ0MtpSISpypSgGsk2EXQRgfhmA6kioJA5xunhFnGXeTapcPayXIIBdahF4rH5zxC3+Y6M9gyAG0ZqspDY0s+2p0wZHw1sAXzVp0Ae3oIltOTiG2hG0BpdNR9TO7Dygt0vh/fvbr64uObOJlXVlevX4Ln7dV3u/t8bIYX6HyMPzJLKcImLzwjCxHpQHyUJ2B0qYw6ePj5Op+sOAROfaorG106VGuP/31oPMQ5oec2eD5a5jINtDu/uG2PDsadu7dWn35+j/XKl1Z+zfLOnassWThmRvUha5cf0nkzG0qnnZ0W7D1FGMalZRkhN6Qsq7A/rICo6Cr64kaYZOPHOLXgi2Wuv37JVoR7LOe4wkuIbrPociIf4/WLWe4ZfpHZZB29cvBqdlOHxs7W5TPP91+uHvLRpLv3bqx++tMfr+7dv8sSisPVr/7L1+y1/oS87OGOE3nAYMRZJJ1nO4oMAODVcpTBbkwGt0pRNoeslq+/ndaw0UMUT1ICzprlZxnwSPnc+XriYn5f0l0G83bIdoI6D9Fm8ZLlKyj2Nc/7tfnM3o9Bl2v7nX32KcT+/jPKdMVLZedXBzj3l9Dn33z+2epfv/wDS19e8NLpg9W9ex9nV50DltK4tlX96RhmEA0f4orjTxk2V75L8AJH/P4nn+RJheXljjQOkHToLvGYXR5vup0mcO2YYnzoAF2prhHKNGzg/DiP1sjSN9bQ+0LcNuXjEwMN+Nr1G9grw3vKW3nlxnvxv4CW2/RtOyDwT6NTh8i+NT7IJE1nsvPiMQMU9eLAzCA7OeCt2hLvLGW07lMBBn1bbiUrnDD+gb/KyVlz+IacduMAw7phg516yDkDb2ta4rQd6qbKxBbyhE2i4ubwac9lBibWTT8G9AqbqTYAEtomeSwbsxhf6/RLb9afcuaCLj/No45/8JhH/kHguZYKwo8CoM90NOFTFQYjPEKLam6bqhb6nZdykstWMEYyMFiwbKinKQnzgcPlHD7yCS+klfCkRYiSfeb4tKviV3BxyItPkLKDTngkQv770MbUJmcnEtS/ZGtA5FMq5QxE4uSneBNHwXlvZ1uDEWgSr5Y9G2bHBPlHZOQxsfFZTpG98Iszf5wbxnvlCWXpjbzZJ11dS4sCoGnmjB4GjBlEE/yegWt9erZc/RPG3XP2D1gS95qJF+pWrV0/Ztkf74ocsDPUBZ82OcPOkQkyltZRl588530glqgd0C4aireiOyJmfuV7yX/ksFwqFB/oKvEw1bAkL/XS+p0cHeHyJx7y/TcWtC3Z0rYSIp+D5rpX7tZb20/JOOvmTxYJBN0mvH/e1uzm+SSGhjiZshkjI2VnCKmgAbC9MGgP00Da/iu6aX1o68QNuCzB485yr7bVBEv+HXrqul41QLIbQRx6lfJiHaZO2HhwbT3hnwuPkiNtdeKVrdrDwAFiW5uld0kXk/nNbFAej6CqeOHp3x14FAlzGLQEJV8GMxrn0ThNb6sx3uuz9aEqIic4lNUdYEp28ahXAEQj39KAniRz59lkBeiAnuxKOzDnWUGVRlKM3tkMpqQ5aPLtAMIfjh85bUt4twi2yxG0wQ5F0ESpwOgUue71Db1LK1oqYSqKDnAp1IS/alAiD5nWGeBFQK6vsYzns8/urG7fvLi6tsf6X9YSHvIm/l726aZTpmDVnzmLTxRJlI6As3sxChMJKXo7XZwCd+h445ZcPL4U9pjOSSRxOukF4tCnADRSkry2JNl9R30OasHrY3wfljqrffv2DWYx2THkDV/bPHeIk7ND/LXw5xpmP/5zno6ZUkhnqBmFlmcY10zOWxkHzxpCySWA5LiDv+LAe4KwRhBcIuJn5+1EbJicGc16VGZ91IAOpM6RzpxLOvyypk67DmNsEsK+XMoqEHh9ubr34Qern/ztj1ZP9x+wlGN/9eOf/M3qF7/8TZzKbQZO4nrAh4VQHDyDH3mVzrXLhugtwgyBiMuWZwijw1/r/cmunMmiRVt56zxXavV0DueWQRtLco6Z/dLWGZ6GTssffVmZdAQtJw8ibSxqKdPTOJ72FdmO8YB1qtiCs7oPmd12sHLxCl8BZVDm0x0Hukc678S7JvXmtSurR7zkmY8VUe7ujuOHkI544lMOeuldpmr9dsmtPC55+eJH6PLp89UPDx6y/OU2rFk3t9iV5loNrihb30P4/uFDOvznZbMRTn10qDrsXZxJ8ohfGfCywHcF3dTTD3W1TV13jbjvXehEuU5+ly+tZm0yNucXUOPARmXaYM9Mgp84l9JYl1zjf4Fld1dvsJwKO/Jpgk+RtF+P6N7O15YMbrOMhqcPF3i3xuAuMaBbC+J2i0gkIB7bDq2CKufaFDkymbJchNDjx3qzyyzFRYx2D9u9wCBrj11wnr1kGY8Np4VNaMdgaVPGh1t49gmEqq6Xo6sd0ebq5XEh10PjcRCh/vwz+KuDHjVwLX6lOKZMdBJf8eVjefHIQMKXQhnc2eF2R6GDqVxxNMl/ZpBvsYd0UQqsskgZPPJpZxo9jLJxUiIBkNQ16xtHcWu+sjexuxzrHO+K+M6G5W1b51rsyD/wayiRHz7irCOrDgfZ5yDa6U5add94MLKJX9PiG8wZjDo12KcJNoEqYw5iRhtg/RefE1XV+UqfAz4jd2SvqCxHAj72ht37VNr3vw6eM6jmBfMLF19louiIfuiAWfcddorZ3uZJMDow7Mdhf079ZWnkS5Ypgqt2OZk4lPJ7hy6Xd+aR54i1VPo6GdtmQU6DSNbWw3q20+9OMDRsTgqxv9OozKjKxu1fl4j6uvN65ujoOfuJK+1PnO8KjSp9zgB+d653Ya30xu2dOGPDlZTfyda1Fe1COzXTlJGLtENrkQFIDEjD9zsYfncxotNuI9YZWHBbl82adP/8YDlaP6qObOJpG1c/Pk02GDdP7hAxyjYwgfhv+6f1JpdrUtfLVHbWKAXj13H3E+zOBL5ktvCYWda0X6RZRmbWuGmrYijpbMU6BUpmFE5GeR2Pwoz+i8qtceXcRtmi2fHY0Hs4utKhdmstHHScdZf88L/aBWYHhzBLUTjX5Dk4mjn5HIVbzAIjPX7Ebeeuoy5MjCLwxZj33ZHatMFRHTbs6pf0bmDEaZzOo93VNb4EeoHlSH5C3rXe2VoTB5/xGuvHL64+wPn1c/c9C910pJyOmc4lM1hxflrLnEcHpBS9/tU8qZQRzLsSX6dIntw20CUuXrsnt7PpDiw8uzRGOYVxNtc4deFsvGuxpaHzowrLwdcxRr7rl1mzvc1HhK6Ci60Dcdp0tpRXvfpSlnuM6+Sk04Pf6BMeq6PQWcFOQRwY4JS7RGh5SxLvOsaBgEAOrP7xH/5+9X/87/9bBmy+0JUZ2glSnUDTjDoocp2GscrJtKyR5qzNO7hBQZnZ3UNHyriz43sgV7jCKeFplC+xfP7xh6v/+//6P1f/yMDlf/7Z37MbDC9v4rj84Q9/4OzSGb82iu54kVNGrY/K6Ix58e4AxhdAceoZGPqV2G32mX/+zJn6R9mZ58svv1w9Y2DgXu7q6BrLVS67Hp4BlS++wrLC8VNBfVuZy5XlyRlOAoYVWeTHPfZdu+6hvfmUhUKKk26Zh1fw8W4vnzCiLmVwK9vqzANwHHJnyZXBJ0jWmXrpmkkB0pUpu1HpFKUU5anKPOUOTde9q5vooUsa3TuQtB4pkmXhIZ9+qVU7zAw+evSJQIC8BrgOnSwdRtnwp3jWYbrIQP4qdniDMtQeHRTGHoQBBxSHBudTniyJH72XqQGTOgeMonmcGpa4CshsOuvKH745++djbwd0LqOyvfBIOwJzkCYeXTtpkNZ5dGw2bIR8Z0N0Xnv0tbijl24vS0cBMCPBdINlmnZepZ0QynZFKPChgNQhFeF9yqjaxNKD0qhH0hE27VHscKAVDWGSPzdGeEGQeU/FVq7zA/2agfOOm2Ko0sMbl2btay8bZxJEKE+eBw1xcrcm7ogrCJEVwvpVflKgbXrswSvvsVcsMTvt+FK9T6qZZOcDYr6cy2QAZI17SRn71NclZzUoU4dkBI3niquZQ2JHkIYgUiUUM7mXn/TBlvU4Cohfs5mlsne23AsrmqAaaKd8E/6AJtr2JPilGjoyfUYAX/PS57RHAZeZJthnE5bXhde8Mti0a6BXetMOO37KC/galrUbEA25Qk3cy5A0fxZA3Am1AVm5EnkS3kTF65R1bHPWxuu5YG2pCnpp2oED4TTgxn5TB7VlObNc8ued0CMk48Y9SYmJ7J3WZ/Nx3QYz0FSOhhk0R5qxyxTvdNqL1wlBLgKn3UzRfV1Y6o5rP1qzgBJ8czA71DRhmi6W+JdKnADe82JmkgxVOidzVllV/PL6JGTHlKQl3eb1msMuSDUEzobY8ZRjYpyzCW9cNkJnUIcVGaeOjtBlAa397gy7w24mQn4Yf5xKFBUR30+GGQ1XqdyjsFJZiasGv8STzGs6qWOOI44DOwucARtOm1D9AuY7cC44c2OceAAjtlyXNYLexLpMq/Tu8M2bR6J2kmPo2LJrXCMq6OJUaiwe/IVg7tE1DbSq0HHREctsIU6ODlG2bJNfBh1+ufMis5P5OiX8h36w148aMAQ/uOfg9fK+UhJLZdbJaYfMDt9ZOfk7xoFzOUJ97Q/nAJyHrGc2KKeOq+nOmurs6aQ64+7s/BN2LpHPO3fZvhAH3I8YXdi5kl1TtnZZArMLLmZOdTr88M+d2z4BuclWhX6Zk7LDgXfmwDqVehVbqRvLTUcwOoSXyIs2tMkaeXnmfois7n0C4Ppzl3Fc5SnGHoOge3dvrP7Hn/33LB25huPochSykWeUUNGmk9VoiheddGfVLRudUPhATzpQzxjYWFeus3TkKuvHXebzkpkxxFgd7h+tPv/o7mqPJz7f/+4Xq09uX2SJFktMmK3e3b24+uqrP0p0dYO8vrArr/Jfn3wvnmTGly/VzQuesly9ej3bP17cu0zZvV7dvXOHJxl3sKXD1eNHP2RJjrPxz3FcX5LXampdzUewsCf/bNS1rwPKUH07OMlXXB3hIpfvtOiEK5eKsfOL7OB0sJQPH6F/5zLO421kdhDQMrVYV16k067NKy2HXTpEh/BpXMrGdbzQSycDrXS0nLNmXLq2O6RXKJvQWd/KdyC0QycXeIEcfg3eC5/lMzjlqe/Em6oNZ7kc59gNaH1QmFR4952dG5cu8BSOLfiIdTZVsxK1SyNgNPmDTLvwMNbJAdoYVZUQR9l5WwKZc1spa7/hJ8iKv7bZ4o3cyu0hH/zTDKPBsjvvIctdyR195VqebKsoUfhzhin6TU/pYF9Y7wAAQABJREFUpTq2PEMlqAGOzrTnHOZJEBd/3LtsyicFGcCONrEEQ0EJ5gE2ZahDWUvcQsX8Vh7OpScIopcqsqYlkrqORFxKN7Q5mxfkaXNrKQo4Us4hrghWmzobJRLkLwdBWupk1pcgBmNLY9L2qFA6QlfculY/9jVwmGYwruxOjUuQw0L00BjgNzzDh+9U8PgHagws4duBt09MfHrpF2TFgFFz9uA+JNSt1wsOSaiBmhzMoZ7uoF8dNqjUUx7qEX+xT8/8eS9yMRf2cZbtRVxs0TiVNkLLnVuA1bdstt6lLEzDWZeXYbLvhtFW5LWwTPmWeYqCTtrJAJroX3q2Uxl8asPQzaRH8FY+B+jhh7TmseiKw/JVfjUAxQFTOUe6adpwgXTSqWf1EcAoqDL426bRKPp+E0lnW56lW7bWOq/2Jf0QgNG5DYI6zzHKQg1z75+1Y6r/iVfWhiu9EOH/UnPJl5oVYxCPpb4RloZCUuyCc7Uzg8agRRFphUVHWiE4wyTPFKd9dJl5Bh4ElTxpMvfvKpxYo4x1IVrof0ZYz+VdH41scd+F2Ekb5+gf8JQOsLYH5WvO+hDGuroI5IgGKsrLtDf0EHZ8cbQ5aw9WjHT+zvLQUeq4ZXbHUiCog8BXDZiKNss1bPhovGL4Reqv+Ct9DwoV4+mtk1y64p7m7gfsjKgzwM7opvmOkaGYkVPW0ghX7WAZQ/HLb/4iIXId8PRBfDow3TBEPtLmRrxE60qWuyYkPZSsc6GzXC+VlVHmJTtmXV3rdeCMKrwanKF0p5VdHhE4SAkvSTn5Y/lF/YOfJUTi8VKCw4psefbhbKSmgx48e7IDd5tG+XRG1KDjKP+WpTzqoGf2HV2rD9dw//CQZS7AvGDG8+HDx6zB/3b1xz9+I0bk2MKR5wukOHMHOO7O1JvHRtWlJPJTZWEDiU65ab1GnzZI8qkWhiI8YaKDd7NFiJx11p15rplv15g/W/3kJ1+wNIaXPLEJBxyB1z5BYUiJL+jKkCjl0TKxEbH91nldBnk/YurMl3AdkBzivPvE6umTh1zvr75ndxedauuVzn3KG8TuDLNPuk6R/FrC6riD1z7JcE97ZVZ3T548ys5OBy9ZH7vPi8Asp3r9yoHQSwZXL7IXu4Ns+XTZjjSUU5aVRV7TkcGfS9xKHtN0KHDmwZGdcKjjr6w77GzjUh4HZZaX9Sl2Dz9VR5rfaA8ea7mLZaXTgDuNXsF1sM9EiYMEaEZ9/CBfWbU4qmzlUVvLsjOZE4xUndOK54U96xByGDKQQC87DMh2kOHGlcur//S//kcGNDcj25Z2r4ee5Ri4RuB0CY0y+DTDdcTuenOBwabbVuYJChTVWR8qLvoDjahqiQS86ZXbRlJvM+PDskKwctRfGDzjx/bSkF8FJIxTrrw2TbjQ9icAVY9bX3oEWZ6E/mzfhK+aoi2BgABI+MvXZOHVd5jOewz+y8Mt2YSNww+xlBUi5smWCSNUmfWdKsCmpBqQKkdTa8BTzkPxUnpVn/7lHPmihRnhdAV8kIq7nK/YlKqwXGmassuTurEoyJfDdA45MaY5r7Ir+VpLUy5lMM84lvmDyX6Dw3qSA8ywrhTBX7YCLeqVTqRpDjJ38lS2bMXq0GvlW53RhM5jlwVnnkulzFKAMK/ulKIlkab5lUfino3rYLvR0NE76Z1XmLZrzx2Cqgqpo9bOc6muRefGvPKxbLuia6LDa+zSsvQO3USgMFUZ1a0ILLHpmtvNgBpluQaR1rnKFdnS1ti2DVucFCxej9ND6+L0VGNtw+YQbENt2ogiNfY+z9DvvmqbE9LrxpHrcd88KvsMw00HFDHVk8g9YYk9h8eBa2kHRaxjOk8j7fMy3nLqslrGN+x8FsrQ57KEinv/3zl35RlCWNlPC/oIZ9hwtWGzzt7O/WnI/7y4P5VOtz+ebdYWQVQ0pomsqmSiHaEdt5WvZqyIdIk7HWY6e86ZnU3FaHbWMYvnbaFzvQ3m/dJKBmHTsWGZ6Yj9SguFSr+Os4HTzmNHnVANPmuhU9MHFwvWvXR5SNoxbjxbEZRbh1/nxb2l1VGZ0iKzTIxqI2ZHjBrP1DiZzH2WHsUxqsf+zmD7NOMC68fdjUQH087fl0Gl79pwnWarVR5VExmpxb8I4dmayUVzVWfy2dn5Z2XmSINO/vpCIZIAGOMwOYhquYSO7WXWYPe2jb5sqx5tFLUB9+R+vv881354SwfeD/JYb/zA0LVrN2q5CwSu8XKma67dHWWfl1MzC49sOoPiUMcG6Vsdp/aWa0Xt9MzmRQMCcSQgcykgUT0gsixv3ryxusI2k1usObjOWvJvv/kami/jEKorg3mloY6Cx2j1QzlZjs4YZ9DJtc625K0PhsePH0dmdePMu86ujrXr/HUI7zAT7iz2F1/8CBkcrFmuxa/6cttMt3WUpF311N6KHjp+0MinAZK1M9u7yJMDNlB5/vwxTjQvon58d/UP/93fsQ773OqLzz5ZXbvM04Q4pGCk8wdFyTdkvcDyKl8sdjCTmX0sOR0t4PrH2qNOa81iM5iCsEuc7ty9g0PrcjPeQaCs1IfxOsBNQwlevBiDoRgUs+qvXtJ+7POUgxdP2erzVZziWgaEtiM3LI4r710WhMOiY81fAnqP7tCfPMuva+nTRul4Q3eLOvPJh3dX/+k//i+rLz75aPXRh7epy8PBCpLCLVs6/tE2tuxTpSOW+xxTt93vnFIf0PKEZGEB+tBM/cO43WUqn5q3FZAPnja8YV2yvoZtZvWqaqXkUvWiKQ44U8gDbXSXgqaOZnYf/HnCYOMFTXmIvYA35WQOKxjv7GxvHfNiM4OU67y8yBMsmICjapvitoCz2mp5Z9BEG+ZypW0YukAb6ROS2BsyQDRsRGSYi560U9EqCtfBbT1FbwLLj+1BWBIIYO0h9Vccci8MdaVnMPvJiRiUojD1uXAR3RGhLY1qT80hLjukocMA10/rtKOsz8lHhHQSuMjAhpiY6OCgZi2lX3IFP4LU+xZgVj6PGRPXUjTNJJcwqZqS1fbKg2dW6MSDNhwYB/U+LbBfiO4HU9p30A9+vAn/yqumJG0Y+vbS/GUz3CS9gUwtnuaMRlTc4JqIUT7wWTOYATBrgvxOdLmILVYKv9LaPJIokeg9Za2sRPv0zgFc2lfu+2ka0Z2pLxbnKgv7L2ml/owMLUPOspHgRVlVeB+xVU7TzSkXExORqACW8p6S5V1RtgOR/F2AZ6dbvjnENK5Pgy4dFL9lRK0HoLUjbznUiZfeJCppSQhMwwnRdFuG1GnjcyS3YGcGy6pUwNWsXuClZ7YRmevGJ1/1F74H9iXfmr+20xiSFsa77hUuo9JmexFSsR6VED0M1ItTSbaIeK/LUOPHs8HmscNsg5W65HWw3KAzgjkmq0KiPNpppZl0VqMPGhTjTKK0siTGhZXEScgC9MMjq3N8SdFG2WO9JJL3vX7WCvC9crwTSAW4LdYx21Du7zuD+5LdOlgSwZfjdlme4eNJnffXOEnHOvDwTxTylMxNwEdlvsAgPjscrc6nC3ZEdpRx1odOOo+QpcwSLBhFAJwzQMvSsDuzGXfZibOtl3gUr4N0eEAKXw605G3o7Wi3mTXM563pWdL4Z0rFClAN7Uxf8lUx0rkvKoPixVDChZVImQQX3kqOg8S1S0cyrz/S7ED82qEDiTfncSZwlPzqppXQZRY6VTrdR8DppHrvGnZfkv32229Wf//v/o7lIleRg5cD6WAPX+6vHnz3PU7G1cwaZ8adWfcn7j/PbL4OYGxKoeDBUDNHdhMVarYRjtFtGoMRr+67I1CeFCll9fTpE7ZCZCtFZncfH73gReQvVh/fv7f6w3ePVkfPa0mIL3clvxWNwzKPmo2F8AVmyLYusK88aX710VlJhz++xOssvXsp417GCb599+7qh28fpMxvsc+6s+av/CQ5y5qu03EfvPwV61WZFb91N7RcIvQCQXT+5dsZOR3m2JqmQOeuU7GNw+8LvzduXM+TArdf/fSzH61+9j/8Y16mPWRHiv2nH7LsB9+YmXd2CYUn1ViyhRiX0U3wUYfhvdabA6c+42j48SRnnOGXgc4PvMT6t/fvrz786MPVJbZ1/Kd/+s/R1SGOu4ONPCmQRvJLy2UrOOZSJ32XgcO1S7urH3/20erf/+zfr778+o+r7x88Xf3in/85Tly1QeoS3mKDduqgGcFyXzZytWyKMuKpgcEy0b8+Qo++Rnwb/Vy+wBea9x+y3Ooqsuygb+vSrAltqKqkjhUvBqI7yyEz8cy2O+DXBvzzv/gpC3QnGYwfe3pOvb28+vDDm5TpEdt4smsOTw+0l7LWgk8dw1HLjjyhC23qmXWtBiTAFaikgCu7cmBgi6Jdya9z3fUIn8ER8Bn0MYtymaU8N27uZWnV69cvV7/nc/c2U+LOOwzgSz0xk2VEXT0H/37Q5/r1KziYPHlCfidoIACMlq3jDh9k8UV22wGnsuEkPMqwvBosGztPz/LpYMoX5qXvDkHW6Rrg68yCK2wMXiI4PPlHfmkatX7PHe2gs+q+tmqBy0ecWytrGBn5tYWE4l1isR10aZvv06JXtmXqgBd41UvtfmQmZQO3DOZAJgfWb5AFmtZDeVBFtcsUcAkyQPmAzIGavGdwIU31kvbcshSm4o58WnVIm4EJb/MySMpXGhwTz97Dj0f+0I137VQrV5x+eI3NqbvihN8h94iTp9TtoY/AAW4+g3J5WD6+M6EazdOhY2pYbtkrj2dhCrpyeK0cxHsZApQWNuByVBVuvVNjhsg7eKyY037lJMhCzfqkLjMotA6RJfIvsooyfswabiFlQk47DN7DZ8X6axkLpO1bGxKIk3Zkq5j3+CXThFBapwfJ2984cRpWBlj3QZ1LttRhJgRGZOW1dSg70IQMsXtwpuzHvXZJlYzeLevz2mgY1D4CXLhhpPrd1q2Uy7ZzBWh4kdBGSLqTAFVRcs41OfQ5mSuA1pBTktqkPFNXrNOp15xjr5FJ3rQpYKxfwJYTbjtAsEyQI+zzE1yeBa9IZEI/oYmOtJkRX0hFMoKZFpKZv3hvgJPnQhWpJx7EYTwc5MhlsirofKeKCi6J9bMxre6zcVWXjJq+oToCWg8xSMwKwnVmJmjoXHeXvYeT0wro43uXNjivVYqJgYiMEPyg0hhk711CJ9NbfpJ/lvNMSOFCG9h9OuDH7GXuRykyMRme6bzZ11xeuUU+niQwo7ZDIRokEX6rh05cVAJWO3E/+a7MW1uO9kv5NrbpQrRG4DpIwwoiRml1EI982oi5hrEGPudw0nDc2MbRrQcP6fiPma27gONxnh1jDthhwOUI4uzQOu24khxadpQapedBq2QgZ4TLT9CYt/I3n3SENNxWIjtb8WTpCM64X890acZ1tg20Ud9nRty8fghpB6f9wYMH40VBHCdezrXTfsQSkMNXL/DbWOvOi7UPf3icl1X9sJIzzjr9z5DrJc66+5LvQU8Vwj38c8B4HaVZr53FPn8OPUX/rY353Hrx7EziId8NcBbYtddXcBx96ZXmPg2c+lA3oRddcU1EdaCkqRaDxWq67NFxG32Dlzt98uFafl9SvHXrJvbGLip4yjpub+DzN//6L6vzzPTeYu35M3bKcf21u5Fc4v4CjrkzuldYvy96bVGbSNlJTsaUAR27FEcb299/yoCIj5ndvJZtOJ+xJOnzz+6zX/qD1Vdf/nZ1/8MPVz//f3+5unH5AgNV1s2S98jZVHal2M0yL8oU5tW7hw63tDUMy9IB4osXz1cf3WN70cvX2HP+afTmS9H3P/k09eknP/nJ6re//W1ylc3B5rjLFfjVb9kaTwd4d+A//Iefrf6nn/3D6skPP6w+/uAW+8XfjM7UuzYapsjnk6/chx/qF3FTKCLwbcNumdbafrtUO6tddHv/3gerf/tvfsqSGL56yt82y69u/e7m6msGUOrVhl29SqMmKAq7sltXld/dnLTzw2P1b4PNScfT8lfS8OHM9mr1kx9/tPrR3/xo9f13j1e/+C+/Y2mTs/Mc4CtnhHJNZ1KCVMfTjflABSyZCCWvl3CYgZuDvbzYjS3hKqZO5yuxALl0Z3WOj9tdZxtWPmq3hWN4lQ/e7VD3aj1zkMZuqhdDdjtCbHMLJ/HGzUs8gbiRgfYjlqY9ZgcityIsG1RIZKBttA5lcCyLKMOBhk+b5K3KygT0h/26hMkBuy+nR9+g8aNdr4LHTlX3R11GiWZ8a6jOXDk4wG82B/l+tyBO7Gu/ygzGgc+eaz2QIdn7rIN8nid/F7OkzCc9mFz4Nl/j8VraDooyKKWuZnKBJVPaVQZLmq22S0g9gAeLUvtIXUJudZJJFssWuf115xy36LUsfHfiIjaa9sYx0ZJ98HSwPy7bGXZFwtKh0rG0DugUd7boGHxli5aPeYuAadXneyZP7r2uo+mWTaJ38bedDhzCpHygqU6m38BJq/Spg74DY7vUK+GPw+PgJfwVjzPNxZXMtUQi5F5daVtT27EAP/2yuIsvAwA1eoDJs8F0/jAEJEVP2IM6meC8Jhf0PeMzElHlnmvi3jeo8/cOA21zu7QNVXFWiMoWiZ3PLE7CqjdZjsxMOIkr1umPcr8F9wLtqZeWTdmQKmrOTwUdkXARxtQ/B8r3MFhe1nFLej3Iv3xvMDpu0+6KA/rqIvyYlnR5asB1rKfdVTZ55OoMcUhNevE9cJ+G7JS4EzKoP+CCa/DOk1AjvVOpKqYM1bfTj7l2r3U7DBPRS16QyYyyswUgM7+GWgXDRQIpg9cYsZoCSzNUd2Jt+JGL2whct2Yhgp8G81J6rTBpDDqdpW9tiC/iOGY7RGYzL/OFRtexMxW3OqQjYhIsDqEvRV65zqeiaTn8CNQLHPvgkOfQs6yRX4PJiE9m0tTixNKZ4/wdbutYj2jzwLNaE4Wz19ENSM05yWL6+MvsI9pwv2o/Ae+7ALxeCj0rlJ2xj7GrsXe21eUjL3GaowYdafiIXuRcOhK2yNiZJNeRJdTlICx4V9FyUZF1NXCENxOqU9l+XXutv+ZJhPuFS+g1+l29ucYSlx0+CsLOFQwy7NDyxVI6HrdLdMZ2Z4etNJmJ14F98fIpjszz1fUXrHnHMbjDDPTTJwc4Xs7oSdvtEXmcz/kQOvIWm7DyKjD/EZxrZ9o6Lg69yRxD/Mw4uXuJSyPq8SsdNHq5e/dmyu0HtyWEt3Nbl7Iryrb9vQSt3NJRB0N3DlCzMw1OhnZ74Dpz3zGwrOmM3UHnIkuFwj+zdi7p8eXbRziltlU3Lt9c/eLX/8LXTG+wLeKl1T/9869W12/fw7HE0SG/SzCc3XQ3FmfvQnfIE8fBesihDW5t8eXYq2wBiW7do//yodsvnl/9+pe/Xv3ml7/K0g+dq3ssAfn2u++Yjb+4+n9+/p+dFI0u3ZEmL9AqIsEZRl96fsORtaAVnWud1uvMUt+5eTf7rzuj7RKtl+7TD88Ofq7z8asD9op22GpQdbEpb6JI60s5Ug8fPcxgTrkP2M3GnVyePXNmnz3o3WRW0yeYPziSXwvQ/psCbRSJOqI66A5gdNgtKoM8H78+5GNSvMR8/Rr15zG4cIjOX1h9wODjGwaKtZwvlpU86QhgMx0FRnTEscVgYGcP28GRYkxIYpVL2QT0KTcdZb85cevmdd6H+JSXl2srzK++YktNBq3KrW2mDYFB7TXvqsRZVUYG/MQzHhch7W/pCurJy0/0qXDRyZDRnLkEnxAuB9K53qOtqyVCvqReX9EUTiiD6kxO89mRQU/nzsHrVb5kfZyBSX3Bdv9l2UPkt/23LSYoS176Jrtn6bhVY/RCuloVMgc/zn5me1RksE1bzgiKrwELe/EHKBcQEFduGlC2HWzAN+2eSwYvs+tUXt6knJ1YkP74Bxhpuf3/WHuzXcuSI01vn3mIE0NGZAaZJDPJYlU10CMECdATtG71BNIb6FL3ejip0BCgBrp6QAvNbnUxmcnKzJgjzjzq+/7ffe99gpnFYqP8nL33Wr7czc3Mzc3NzYelHrXdZl24oMFb2X3I/obnLO06hP4THDrHzMDF4zb6N0uN7FlflKlsKTv7zNI+YlmdMvn67k1kL+UWce5VwEEjfaqyY8c7aRSuQX7o9HlAm3rGIP8BA1r1/4fjU/KvnDLClv1yxFDOJDYy5ZWwXR8/z3Hv8afi4RP7JPMVQvHwTrNUHptMXUYbm4XMizyr4apUykxlLQkjf0IwE3Je8R2PiFU/LuWG/hJZOcyMHYNO9I3ODOvGQQDcIG3tihUK42rgIJ7Rh6E2GSlrlM7v0lsabJR0MwIjGUnqNenUH3fptC3dYDnFwaRmyzGaSTOy42m7wzm3yXImnUT4rAJ60ifcJVqOoCpx/DYI1lh/DaGUCOOWkV6PEFRJvD4YM3HuP8oUEn0oDkNQQvs9wMlUnEm7tKPMTDCbRvx6kLPBO9Fc5cYU8Cq36jYuLJfQmvDKhP1Rrrzrd2LLf/ElWG54nhtnd1C2zHQuB6W0uxjegW6efpbfBTNREMoSj4FW4oITacWxdgO0SQZCLX5TEpq4QE1XSsyjfBAaARTbzgyBCnDT+yHtkifmE7owVzlWOXv1B0/MPxkzsmLXwpjAIzmd/jUKxJc5HGNQ0V/ljad5cRLXETAk3ReJVNhBGICOcIsHMFLhomtqCwSsmPgbAiCGiP6NbANzccoHGFEeZjPvCPMyz4RlYsOA30sgk8mNdU5/u7zEaeI9XliTEyX0Tnnut4fQ4YXbYT3wY9bS7mLc7vMCi3csm9EYtkPYueFkE7xrKvZsFIoxAc3Qb5F+a6xe79vBadDRedtB0MilWWNdvca3qIU10t3AVeDIPz6j09ujLI8G9FhAl0NsoiB2AXaFZO3s6DE7xOCVLzzDwNHD5ifLWihbrltCSlkVNSIsuZHBg0t/5de8nzy1I4oBgOF9xkknQt5i6ZP4neHhTyC/x+e5ntqXzcTbB56XGJF6rqU9nnnga7B/yqa/iwvP7X4G7hyVt40R/5Y3AJ5wQgos0liUp64hvqTMGwcus45bYoslLh6edP4k0VjBwFGMQ93IE+U94rLEh7pX2F0z72k1V7xq0DOQ3Vy4y5tDNz701JLuWbDZNWTyX5kdERoo0mjHvb3F0irq+w1LRTToHRjaUlxiZbOQBy4h+h/+x/+e9CwTOuTNriydeP6Lv1g8f/45cniw+O1vv1lsUucaP6e8rMqNoUuFEjmfmFDfGiTEORB6gPfSjcDv3jEAwvD49Z/9YvH5859gTH9YPMXjbx1+9dXfLH7163+EoUHZ4KKx4yZqN1wmCHqC53LSOB8qA+/esjael139+i/+fPHV11/HOPb0mSe8qMmXYGm4a8xMD2KVHLWRzk4+Uhbl6U3c3MCQffE6G4y9d8x3AG+3d90j4wIs8AMfRCahP1WwPUKSgWAeTqSHJ9x8al5CVCdy+PLVi8Ub3jD7gDXdJ8fM7mweMPPxjAEHszvU15J00lpXyoaDXFmud/lKBeiSOaTKTllclM/Z+jXyXVqxiyf7l1/8DGP9oSkjm/u0k2BiIeILL8xZ3hBpvF/8Kz9tgQ7QiSC5suCsWBeeEAVS4XEGVU6Mmhc5oA2Ir3KmntIpwXiPtM7EyJNZpq1jGGOBVZ5Kth3uLbrr6rL7Rm6RFfF02VBo57lp5O8WutP+wDbime/GF1fhqNuVK6G6Pr57Ac4ZnGXDMO2mipHH8FPEyT5oL1+llyjiy2V+vGv6POEyNDsg2WCQzOAe3bOBrvAELduOAwzxmn9CmOUGdiNS59Jy9JA+Qi89zhBf3mYdWI/rXmgAABOcrB7k5dBZNAZpDmDP0QWW6/OGUde5ke/kNp9f/nKP2ilO4JkZOQaWz5895Xo3+kneu6xq8iGZyFNdHYhtb3bewN2mbGXODfTq6GMG1OEB8MVKPrdPtlxxMbJwlP1t6xQFoRwZj/jDMhPp5GAQQD/occj7pLtl+dAlMxs6xbIUZfDatOaPrHhDHddgD4rwu/3l0RGzQAwsPfjBfRTvqDfpShaKDPf9ha5iICx7NmlFVtNvmio5zND+YPDXPOYt3dYkIfSYHSi2dyI9qtU+a1dbgZlQ+7hzaHQAtewTzUqZ0upgYw+63VBtvZ/hoHKPkmMcP+E08i8p0QMWOoI8SRh4eO0SqVIVypa0TvxNU3kDMpFCKBT5op5ZxUmv7EmVGR8eKa+0gmQikv97gTyQkqBstr9sRMvhkXCbgrL7px4xtpw1zqCmoN1ZRXmWyOTo1R9+g9oIo92Q0bYdp4W2jHVO+Z0NqSxEJkxnIX7ln2dLPBPVR01kwtSnWfJ01IXF275s77bY/JHI3w4czSE//G0ZzSpulS8etOzgCkR+w0sfEIqXdJTYcGu0qzynrKZr2+ldokZ8cU8aeOO6l2XncIeCVwmf8xIYl3lcXnPOMvjuX08lBlAqxdWDlwhEXs5BCQq3SluDC2wxTLpBNcjKAJ5PgU1DMA8YfIzcCs0fv2pDGmxcI3yZQ1xQ2CpQ39KYDZooGzWJ643dbMoqk8U5xO/gVfd0hA0UnOuSr2lsuxhxHnHnzv0oHmjKFDhaLcpz0OkgRfzdWHlw4PGEeJjhXUZhIY7npBVfQwVNaVYYEjW+kji80xCUK8e86GaDtafXvs2Uqe2reHZ4An5u8rt0MxvGc0+L6SkrkIZIKVw0J/k/+mYSAhFaUDi+HTGbFUmzjkLoWrWewMhxg3SEevZ966WGAWxNxzvx1CA8PjlG4blaGJz8tsGpvQgOKvSW+/Iljzw8esRZ4FWjpPMFUQ8wLl3OgEwhaHornRa2/hysBAZfmfKU71JSdoYmvaqeMnPGCSx6/ievk5EvOx0HoRlC6xVhdsVO49vvXi/+3//4W1Mgw9/T4R/CY/hjh0wBeUMh2bKRjVSWKd/KO7nZEGMJDaWR1E2ZGKQYhcZPXOTtF19+udimg9/ZOKRNbS6+e/kuSzn+9sX3LBG6zPKZZ58+izHseng3fz7EqLRc5WbpNRRj6kOYDiTdrLaH99zPA16q9fTxM9aC/2bxxRfP2VjL4IgO8UveqvqaJTK+mGnKnbilzlWylOH1DFMuLDebn/2lXs7ZA/JXf/VXvAPgJwwCvsoyBIdJ79+yfIJNtso6kIA1uSNEoSmTdGrIhOui//Iv/5LB26O0x+fsHXj7/hXe+0d5iZLT0GZXx9h5yungx68hywmUAyIrbTU0LCe6hmSmV9E7EH/K7M0eLz66uj6BXxx9yZIR1yArX3pKi6s49lPahSXfsdXpjM9ZGnLNLMyd+3TQN+Fd8Cqte5Tz6OiQI0nZnwAfXcuvvB9kgzHroxfM2AmM4MlHyrJGjrJkLz+fEVXYwIhxEHlVJqV3VT/CUe2FL7mQv7b8nsvv0akuNZF7Gu7houUjk9zwjM7Da/+JjwyjXzxv/+yUgSJ8uWRA3k1cllveq993wNmXSR3wq/dxC1nV4LA2/AtQvg3OIjjzccXA3YHW3Z0bgy1T/ceFdZV7MEy9G9G8974FG9jFN7hzP/fayB+9++490EmTj0a3DPqhkELLM2UMFxX1pg6C7xpr0Jf9SiRZbxdCa91XH9n+dki/yRTeHsZer0ubvFgVP/CQZuJb3/yCh/ItadavSwDd+7JLH3DLHhd/p+EYYCRNeqGEb/kKhdJh+UdsLj9i8Oi+istL+EL1tQajOZNW/uUPIA4AhR2ZhGcary5tmka4PPSFb7vw5IF7HLJ0EV3HIPWUQbrLEW1L5VNp12EljaHWX9HkTy7E4IVXD5jNONRgR4402nWqvbf/DYalb1ze+4lHXisVHegSXAe0lYd7yXJjecGB39QbtBhnpCA24cMOfPJ9C48Z9D1+SLth8HDN/qpjZMH2aIPJjANtURipc8vV+XCjsc9SUF6C5bjeAZh6xzLysfAUKJwfCcD8o2lG1gzWqa/ZdqVj2W5Ik7XYwJv6ZdN+KXpmYlRZcMbZJqA+cM+D9sU2eOvuykw0gGOMDtRak20v96kASCv3frR3wifc47u0jrhc3PuqnAgv7UMZpU2qg3SCRZ6EWRD3cv7Rm4GL6aju8CeDa1qGraKWylqiPwIw9p220o/gUlzLw/Dnj8Bbfxza1yMoRLbNePmJj0LGKqA2e6oNLX+GV8kNShqE55zo4Og6HQdptaOsRPoyOgQaK9JvfyIz4vVZIyT1OSrBKm+nbloQ+REeBZ+PKqdNbQU4ghqDlIQfpyWZQrsB/v46E6BhoaF+jDdyiwZ3SEezsa3XGOUDDZss/7xzqQxpPAkDsQ8ts3OJkgsd4s0zKkyjQkaqsDzV4+oKJYmAnbLWJl52UpBSqvk0rNez9EcnQICVEmGKArvBA/mGEz94k+ahswCtNOnZ2XE97Al4IshMXW/jhbcS7XT5twJSnHEyRr4ZPYMNuLzkaSqHJ1beCLnKkJslHniKj6DrnOU3bs7KciIbEokiOCh3YWj4nLOcQXC+yv79u/cYm0coQ2cx7IzhA4bSd9++JC1e4YeHvBRqDxpQdMjaOfySn2iiTJE62nWGQePuGO+9+KbzDb4qRD82bDpZ5PIBZ5a/f+/6edR96J7UjF8ZzUf55ov68hjE88Vv/svXWVvr+vn9B/Ww78JPDUtP/cnadujNBrNwERjgoLcp63aBs4G30al4DcmHnHijt1XDx83M6fjwLLp+9y0e6v/nX/8blrscMu39aZSQZ8072HDQccIJNd/95j+Fn55AMc9aL8n1krpcJkoWMlzrfnzi8gcGGnSczz7hKEg8ahfg/c3vvwEX13PTdpkpc+Djpt/Un/wJO+Apv61vo2jPLu3gV3HgUerYDcSXtBlxff+WYyThvDx3Y61vTz1g1iRvBSWdMqKBr2z4qZKhPP4N8tWjO58+e4aBe8Q68tfwmKM+379ePP/8ZwwmMeLxvt/d4a0XA/5dpuMARU+qEZFr4VOPgUu009N2pLZDg7pB/l+wJOgSBrr87Zi3xx4gc5sY3q+/fRFeJbFflKP+M1+MTKLSUVAuV9Ck8wE9x6DeIAvzC7fAEBou2Hz7WQafHm3qJnfrfo89GW1vRTXiR45k58tfZTv34JlrbjTeNBgd7AY5MlpmykXm5SutnQh5YH15rae7BrE22C3Wg/SQHLjQRlrzKacx2IM74H0K/1y65ezjnQa4AEaeSaspLVXj7ZA+4SE7mfVynrE+/4I23LdhGwc8ecmfMlT9gBGEvNoMJSL4cJlUA0duwWPkW6YzfcsNzdKdz+DBSJdlapRm/n40oiPZZs9H+EIKH6Hd2SmPL0WFxeB2Y79tO3XEV3BJYvANIQNfYViW3/KSuk6vSZ7MhqbOpHGGcQUM+UcRwcNvMZy3FiVtDvoV49QBcRmUWIkjaOT71wLMDQ60K/cZSY/7FTwZqvpZOrwWW7NYT1yEh+IyPtCR/p90pcE8pVNZsant0gc9wLA91EHCwOCMcnWsuI4/m6W5lw+mTz/E70rOMLgow2NG3cRt/v09PvxugfcZcPVw76BXOTtKBENfUV3DM4+QYXiewU72LdHHKK8mzvOyRnrltTRGZ3AfHiiftglUKS2MU5Ew2GnWDw622KND+8Fpc33FkbngtAOuGxjwRIYWOz4H7PtxArL3iTaWE6fQE2fMDLqEzo2bFqwEWN6fGiYZxXWVWzqcFci7UDRgodnZUtNLn/oiB2Yg9+pBnQHb5HHGRD2Q4D11rPNKzeKAxa7ewR1WxuKAinaQuAOPrhgwavO4QnGeJmdp6h11hDTmI+xxHU++0S2sZfodYsCDB/Lc37bDkWSAyElJ6JIcthDHZ+Va+8KP5cS+XEHOlbyx0FAZmkhn2oGXcpi80OVf2i4IOOMuLtE6o41M0IHJjRTPYM7cST9XiMf9IDwJ+xPDLKvZ7gMVnGQYhG3aaHnaylBSLO8AmQu8nbecArJNR7UNEy40YkWIvy2MsggCHYQUJz7PhBrY975a3rLUAWeVRKZ9HH4obqaRiIT56w0wJCYf8FXhXWaqEs+Oj0O4U9zXrC2+zPrfE5ZcHB/akWvMeGKM63o1MhF6Oz94Mkf80l3iuJr4UskaYxowW3TmThN6JOINBvU5HmkNe4MVrWI1LLNyHfSJyEDIzgrht6OQBgcNJyc1/gVjA9zBANDjwlNy49lAydk4rdA0KokkaCSoZVUujqZvmR3Rc2LadGgyUETMZwZupSnY8isUPwpkGnCMIeAR24GLjRbYCI14ORrPaQ/wXD6dYeBrZD15wkZCDG/aIEqQUzsYFF3yivfdfWQG2dL763F/79+fRgkrR05Hq0CWjQmavM4AD2wjp5HVxqmA5L966Ebt48VHYXZyNlyXYOjFMviWwc0dGgC6YJPRp57QrMPNU+uLTiYKr7yxc67icJ35HgMNBhMoPw16468xVu1w7RgfQbtxrkV98pQ3nyofPHFL5wnTqIZNGOLm3Jwyg+F+y5p4Zyp8gZSepMcYw9alvBaW1eo1X3SsjbeeDlkK4/SsXt0TTo359S9/uXjL2vyf/exzCrmOMfz96w8Ynt8Cx04zxaeSK8tVBLYN4U/5pqSlbHpiivWj/J2Dv0tg3Gj89vUbymVAgof9gM7cdpcPz2Yxo7TEK3F//dd/zWzWzuJv/uarvM3X04b+9b/7z4uvvuG8/hiN7iEpnaEXAMqFR4mqrpz9q+TaFpVJjQpLKx0a89vwW6P9P/3Xv8kgwZOhHuDxpqpZv85maAYckV3ySifEhT7Lla7s0Zk08CvP7QCipO0AUps2HCWe/Qzw5wPn4m9Ci/J+enazePHqZeol4PmKDJNeWBlg27kI10oUVH6kgfZCPW1izNzFsyeGPl3hoczFUFT+eDLDy5dv0h6VY40v34ArPA2ywvBbeKLR7sgB16e8Ofn5Tz/nmM2+P2GLZYHvz9/hfNAzXr1q774NAw4wCh9icOlVlBWQsbiGiAyqJzGUorysyrGrhyboqmCUb+bJmlmAKOvei1XBlCMrZ4ltdNRXqC5PNOBsHzEkWmK+56WpVp3r4CG0uLThAZuxD/mkbUU6qtvK1BUN5Rl4ASteYg06eBwDAiZoLNuulsbREoNJS2pvcF4o1oNQ4Zs6FPqzmV8liZbwRUq26RjuKTVZ+LIyhWnO1mPi1L3Ii/5Cn0mPpYR2+c5HQUh7mtmEpnCYzoRe51/4EzsNQ2lTb3jtJ64qfp1nl3bLGfgA54eMKttLrEPyb6KTzJuDArScfUYI74pC8F6Sx7NgCX6KcWaEoPMW4zqnedn+zU8iyUhiMwx6E9cnpuIPOUNvOBvGmAE5YAUBs9mHvAVdg/3MGSQ+Dnx2GMixuwp87ZdsU8Q7m4ID4Zp+dQMv+xVpb5jN8PQf20NYKq6jPxalv2/4sSy2AXqZ9AvZa4Ql3TpCZUKg/aJL+RygaZvZlupYos+XZupTR1AcGzgwHBz5cb+Os2YP0N2fDFvmEjm6IO4Kx8k2dqAcyxIV6k4my1r1lnTmBCUjUoXltBXgrdE/FsQpWUhguuqYtj0PcbA9gTT8pJzxCaxlBa9yF6MBKIl6bVLlIpZL2oT2CnCpO/kcXZPK4tri/BMZwhJmb/lWyCd9XAJAu2I9+NgUq1Q+Nc3E1fs/Hu6VLV6jXHnktXOHFE4xVjTW4R3e0BggIuX0FoKA6b7Ed4c25pm9runeRHnL+hCrwUm8BlwExJYMg1Q6VSI+V6hkowz7mLg/TkxTUBrlmJ+SwkvjQxgESliMJQyoi7mLkHLjaQitdEKn0IlH/Y4Oz8+eAxNojzcbwQ4s+By6KCvrL4n3FJdoZuBwhQCgsuz0Wf+5hSAcsRHwHCMN24d4EixbIKn9N39y8kPQGLchZdMWBrj8aRZVLLwyj3XCdLKbUBceKYYh4gug/LgkSbnJaHnwNXSST0NX8/6GerKuLCPLYgT6URAvY23wWQ7Cvd7wLC2gY9JABSI0AQ+YKSoNuPwuTeTlgXAu8TQes5TgySeeVsEgkIavcf6CoxPfedIIWnKHjzMRjqzbcZAfRTENqcqN9QxMcZ6GOmXoqVF5yuTQH4SUO3kMPOAa5IWyLU+vMda3qKcNNmxuopyVzWwwJL30q/RyIg5a11kjjVPluafQODAST8wOOlI3Tb0Ftt2NRrBGwzlwHBh5pOUFRu0Dzpw/xah/yabTz1iacQcfruDfCR5rj7zM9CllKEMuYzjiPHi4mcHOGRtW7bBVvpZJUcFRmpTt4Euk/PZUmqNDPN1sVvvu+28X/+Qff5k3xnrs46PDo8UuXvgvfvXLxW/+828jx077WklphTKMkEER8hrvk2UZCb1nvtgI3p9dnNEBYCyzsfT0hH0hziiBx7fffcfg90l446lBMbqgR779UHDJXHQLdJ0CE/81My4Y/B/ewLNTvPQOsNVSVXLpZJB3298MAc1XnQbUq29LRQ704OtlTpuFOgdyep7evmOwwsDx9dv3ePGtH9unSz4cBClf1D/1DadThN9ZX8xvZQdarPvUtp1KMVGmzL/DYOuEOvj9dy9I8UmW4L1kydOrV7wUC15Kg+LpchgugRPFABB+gRXdCz3C82NQ1nKmvJ5fMrtmOumTobwxqbzoC6CU5QX1dLF48fJ1ZHcP+l0+FzkTEfP6PcrxF2rAGYx4tAFv3NNzx0kr15RvnCE6y8LEldTqe5uPBusV9XJpQnG0AVVykiccbWVBj7ngKxAcbHQGgZoCr/YNtmmv214r32QYoaiIgDxLq6MocKQupS/ebhEkTIMxeI/8VsS8F6VtDG7fFv2YTaOfcJQlqhdYDqR1hogpsIC/HsyvbnK9vAcNDFIBLR2k5KPB7FKEGDLIlFwXWsomHYT3wxOXfzkQtf0rjy6DPDjYXVyCm32o7SkYkK4yUB2d7xS4hh2GrxLadbKUoTAYiI985GbyZ+BDXHWa8Sv5U76XvAImTTVoyxN57YDUQS0U8LGXgl6uDbb75exXYvwSoHVuKaS1gMhRZcnnkY6PaVrm//hCOsWl+NgnjeLXEhafRgBfvPjIFaoleNp9qFZgN7OczhwSASwHcvtEukTWWWIN2xjryLt9jrN92xrMyPQN9w7gdjGKslwHmVE6Z7Cs0RU1aug1OfGnhdKsnGfAInnQkyN0aTfi5QAm+ox79yhtUVdpXzDetuUyEHWi6dzw78Zk27/0utTpE3S6bfoCPYp5tDhDJtHW0GpRk5/+KtEE4/zo2cxz47U4Wh3KY+XFK/4GyQ74lGFlJfKS9KtchVtYPBKKPwnmXIbwci3f8kEvrG9n09NWqddd6pOiVcSLO4liBtbBwN8VtD3kc4r1l8aQtu21NQ0Oxag0em+IrCVfnybyH+jL6liCcvmIRmuNJDveUEgKf5suzRMBQAoiMKkkGo8djwZP0pFU76T6tZVtXoRcMPzmE2IL05h5lfZssvXQh+sxuZYx9wKAosABEqMdodumMenx7QuBTC8S7RjMq0GsIbFlB8+vLNdIqlJQ6G3s5OFXodOrKr7XLMHQ6NBgusJb65q6PdZCey72zc17vHhu4nKJgDy1s1Z4evRcdplbJo1GBZcP8ME0vE4DI61edHEVhoavnsOqSZUmShDc3RwL4sgSNFkPxKdRhzXUCYbJ5G8aiPhIt3Tx60OfJ42gwJVH0KAB5vpFeYNCsGqBDcbgq+XhTICeIDu5ITPk1UCR127cfc+JCwcHD0FPw/Icb/DTyMwWg0LUTHC1k9SzrOHusgpf/634i4MKKKdLqO2jacUPhUl1kBtDlZNZMJ7tSJVbCZIn8xz1WV8+AGL4mEELwHOaArS5dtR1r4csAXLNrd5X+Wj58sg60jg0pLOBEdmkxDICl45tAeOOfNfwy0GIdenylD2MxEe8FOoUr/cbYLjZcRMZ0/N5AfwdnqeDRZ5c/mNZSuYNcuUmtBuUqHxQbuR75RD1RfnipHzrMeGGMvESsdnsjk3W//H/+3rx6NVR1sHLU/dV7FKWS8GsYzs6vXnpdNK90HGizK1Xpc/BuGavJNsZqQOshy9/+UWW3OwyK7AL7crcJkuIdtkI/fCIk1jgW+imLuPJl2EGypOfs3ORv57cpMLzOL7zDAa4422qB/tMSZ/Le2U02MKPLkuxc9n2RJ9NZiyUB1L4lx4ReRO+S1F88Y8tVMMQsYhh5B4QDWB1kW9+FacYnNSZHYT1qowGnJg5iISvGTySxqnoHTrptC/K8hcgqesab0yjn7A0CY/bHvW22Dwhr5vHXeZwDg+JIr31K2XKloVJUwbBwhSiFSlsnnvvt20wImBqeGEem0JAJIX5gAvQuTRI/aJsycdt8DCx+UREKaN2uVdf+/biC/Y4vFv89quvs07Zuj45ZTkRs062FQeu2XAPfGeMPLHKfNmzBHw9peUH+ohyHbQqkFKrQ8GTxjTwasRaKsgkn6SCk7TIEH5z7W9CUoYOvvzn8XyIdBCh/nED+ebOaepeKmVu+pwYEeYgD+CN7wCsutS9B77ITOeB62U9VYh5MtKp6IBjmakxy8pt6CuPaSHCDDq0HPY3BFsSdgBoepWptErMxJur4GIcj6hu9Q8aO4Otd2zktu0L/JLlbJm5FA/ySG/wQJbjdRRAIipDLse85FmWKEGPMu/j0s4vMmYdiKcoxOAljYPdS+Rb+bfvjJyEh+nZo2uVVNNZjx7LCRhQVJqBw70yVXkb0EE4FOeLOHRcSh3xprU9ZjlLSwQSuIGY1TblO3LBE2XbELrBYfaXifzoq3335FcQCD+bTBko3hZkN5bBuvSSgBpL/xLZJiaODGizxaTdgqM2jun0sEq5laPxHo/6kDmgmoKPgV9v8ywR/81ftW0oFXjhPxfpI8UfstpH+GsRPEu63Iy2jF5gBLGjLUE7dc+exr17MA7oO3bVoRiyjEQWt+i/u80eAiBnQnOgjrKJkdeFviIpIqmMICRzpjJxkx0iFZaUp7VJyq3CEy4VkwIr8wpy/6ifUZQ1Ztl/wFbSCtOPAy2XnG4Rt6eNQPPeZDB2B803OZZr8GrZTgE48Kx8V4/VqdKCqWr4q2ZoQm1G+W77DP8nguLWLJXbNURtY9ZRnnuxTCtjRtsZeZM2RZmOPjCF5eHMqBDY+dlh0WFDtL+yRxFdlWQpZZpFCzMKOLB8JJx+ilOR7OMS2xJHhuTn6+PIPP7ByJSRggcIO3IbVkOrtIOOxoifiop/mIgC0kjkdzI7wg9AFYOduNOBGlga0CuRsXKQaYTVnfjHKP7zY04JwKP5GE+phl9exiR8OhT54MZXlyx41ni847QuFbUGgejGm+aauPyJPwVQpkITXLlVMcbogMaO2q0NO05yaViRXmMuuFsvgPHePImXBcSRLL+W4sdv6RdahAPaXYutkrYhL+72OH/7OIZ/Ghfl+RtFDTBPjgn/BrRcEx/DnU7k/OwYj6ynZ5QXKu8YM5x2c8KLk1w37lr9nIrAOeIXGHCegy9v9Aq4VrK0gB31IZ4yxfrT7tvfR1bpZJ3iRP3wfNVipoIjEpzryY4BYxriwgPqUd7V+yCvKEeDTRmAOxkHqA3JoJRrLHuGuQ6ZEwx169UylQcVjrx2g6d07O19xubPpxgWwKUelMUnj5+ANxuFwcfNl+kklZV46vEY6lnHZqgs9tcTZzKjIBaUoYd+D2PXl0D9/IsvMqB6wBIaN809/+lPItM7nIoEMotDmHfJEhY9qA74NtywnHqD/gpAOiYHLcp5Oil+rQPfTOvgxDX1LgFyCY/7D/JGVGTZJSzyVRl0R4iD13jD15RT5Be8Lew5Sy/+p3/5Lxe//vM/g4+shcbD6dK199T7v/pX//fi3/+b/7A43mDDdTgPcmR2YEJl0LEMo0ikB97ySN2kLDirk9kQ5MbToT7hBI8H1IO4Z9CDEaNeu75m5sMZDDb73nqyE7yF1HRgdmKi7jGN8muXafEsD7TBUUaMTn61WAAHSdUFDjI9AvGKju7yCt5xbOfRQ5dEvQF3eC/580Pe/IVHbcORU2JN5TO/nelyyqMdKrRLJyn05G1tU/gMAib4TBmDkJQlrHYmEAeedqDW++jZV3ngse37+hs2/+F1dqBJYRhm8IAZPSEHNuUIPo4PvHTRXcFUHjAYoo7syBzA6DyI3g3feM4vj/kAC2ssAyTbsFiAm/pEpCXFuNa/F3TcBOOSmos8Nz0Xlyw9/MD+FZeVpR06WBfJQCg08wV8vkq/a/x9r8UVM3/uoQmreaSsWafqAPuF9CU+tHzxtXw+plGP3QDHmchLZg9vXT6QPDyHRvE0WGwI48c48xrmr6rIgY7r/8+dpbL+qCfFLOUNOUkevorHhG6soomc4jxwmef2DgNECjyBLpeyyo44Bpo0qMw+Uij2D2e0bdf1u9RNb786zAqDrXnuUr8LZr+yfI8uQaPdE5R8Hn4ItcRF5iTY+BHJL/QYx0dd5mDEBC7viN6jrPYh5CR+XgthySd5bnvHnRCnkv2eehl9bPEzmLeFBwEh8Ec6vtHe41fMGHwgtxfoH3nnEkn1iKe+SOc1PMjAXRqpT9uoM09X7B2TDvXGBWnd9+bHAVJmi1MCX4RgENy8WkOyT5Lm7/O1zBm5U+fZh1Lv8KN9svJIrXJvMaavmJUHvR/PdVBGQmYa8I4yUw5RH9Bo3+Zx3kgCRGBTCGCEIb6DuBm7+qUm6Ye1JfhLvbZu0/ZJVlysk1yNmJm/bSyDH6KsSkNak9cgkv4f3NQ1rQklq3BnBu/li3xyplEHzo68ExJxrGBK6MDevCOi0ZSjvNhK/FNmaldY4pztTJnogGknz6x1cMFh64IQeZwPx++kC3CmaGzwM2Lcr10NSMToTAOwFSKjK86DWAQgnbe/JjANsGwj6hARyd+yBluu3wqPla/WSYMjwwpxEZJwGFJMzPJHgnn83A/LxjyjhfdDQEWf7OsfwZlf0kIeDysE4qVhxjM9j3SUduQaJTZ86zKja+hXudoR6qVybfzmNm8YfMKUWo7mYj28hq+VihfWjkwjPd5pytU4gsEoPZQXG9f08mxuetqKYoVWtEbEyXuVBcpNb3MFQfPXegIuAukokiRJp7LXAI28QKOdth2CcBRiR52hnfwNQvKpa4XHhiA2lfnCHw0fj0rzvPR3nLQBwqTjA8wbliJYI8K202qQh5SBQesSADclKfY3eBl9M6gv9LAc6fHMdhWkjUrjXnodv1zg0bygMxB2PIoSxl3/5rU7LVzawOvtj7YXP3/+bHHx9cvFac6Qlj6Uhrwjry+d2tYDBj7yOyf+BAlwp3w57WkByqqe8qwdBjrZwy8IAr9eqxCzX4BObtc1nUzJb1CmHkj7oAans6EXuXn/7m3od3PpEQM5X1Lj+e0POVXE9cGue3djpzidQoszMo+YmrxzfbsIjE+Md/AwZLZIw8J6JM4XVD16/AnLMo4XD3ceLr799rs809PrBimn3eWHnTbjEIwKB3XQzWgnMiiG3O/hgd8+UGYhBFm0Ht++e8WSl4eL69ccYQbeB+B2wBIbl9vs7LK0CPgOvpTxOz2v/FmXGs7WnyH1RvkG13m7ht2ThT7lVBzfeusMje1Lg8vBlOlBQNLGR9lMy+Ob+gc308gNlaPy77nwD3lh1xNe4vWMt7E+ffo4y5AewGefQ+IItjs2pCJ7L1lj/ruvf7d4zcDKoAEqTwOXerauq8f41Xj1PiXLS+VYfQmutH+XfJ1Tn9/8/mUGCK6nvrxwsOFgE5jwBwD8Aj0Gq1UiDXKMLoh67i+ICDvs8jltCbzcFOoxqK5L1ajUmIiuBh4tTXaJSQaNuSA+IMDZZzVw2v7jLZIfPuPj0oxL6nwnRgpRWmHCw8u1ZBvJLUFDVn1ndbrptLVActL7XJ2pJyvyCkVOy9ue2u5JrWEPLzddqjH+sjwGEvRqymProfrLugBwgQc+pfKrbAKLtBqXvlVWGjQExcuZTXkrzbgVixcAAEAASURBVDO0HuGUutB9SoA5ZiP2q5fvaavsY+LY33gcaSCXDOKsJ4vtciPLDEui51xmpAF7js7PQNGZRAYN58wc1eAnLXgsjQFhkT8dubou+ldZ4BMUSZy23FKUA6OVcQFBWh4nadghNJ7z40cgSqMHEahTNjf7hugz+HDhoARi46SyPP9CW3GSYfZR2bAObp7YEoOdPA5Y5MEZcafAOmEmY3vnLAPYCze9s1cpx54q2+Q18bLeRDqB3xAArtCoG+ictnLMDI7LUNS5Gr0dJJTPkv1DQYjqlrRRYNmO0yeDq/IW/pah90HApG6ULE7ytd5xjXNo4/jqD5z0srej3Nxm0KPx7tuQbRfuJ4C6SN4V8uFG/i32q/mm83P4e8agMctgQV/9qp7NABRaUz/3iJE4P8VFXfb3CqPO1Kse3aqRKKmKTfgrRO8DNhQSQzncr+p8VZL16pPoAi+Rg2ogeaWzwJatVJFKGH7UW3yMJJVZfjT4yI+yLE9WIdgAb8qhBFgKie7xgpwyj2jbmDipd2wYGvNi2xLWIAszclA51K6QTzn8gfQOQmxPd1yYrmW29BC4ArW8ir42qeX5S74cOsK1hnuXOSqL0kUBJgseXsAvFcE/cIAe1zXBFD+DkS3DwiyUnzBTJvtE5ukxlHso2AhPK1rGEgldGozEafQi8HNZxsqbHXqgScFoyDTruFsns5WFEaHVNBrkyPL3+pGBCno6ZK6trFasNQg14BC8UwnSGJO0yoe0y46ceCskr6TmwhGjL8t5wPrhk3cXMWrfsNlPA0YD4gnLIczgKF2DzCn4GDK0stLcb+HYYWtc6m1wDWSNxhoRCqqe+ngaOc7GN2IKzzCNc4WTfpDZ3KXVmOcKmEtIFKwMNIi1kRMdpSUUsbBxGq/xqLHziCOu3FzjEW5u3nvIubmnvhjHRgSuKkj0fAYbnkwQo8hHPNNItwAbt8tppNZlD+fn/J6xpAFcNpx1Q1nmyE0K1ojNum4Mf6eUpTXKHzjKz2zMNtQq5+LsedGH4PjLz5+zZv5i8e3LY04wwPiQXuDkBAU1xq3H+cEbpvs22dGvqeGiANf+OyiFRTEqHJi6bnGDenB/SkwWjSNwjGkFLhrZLv84pA4OPnvM2uVXDG4e4fE+XLzB473J4GtzgyUpzLxogGuc7u09TZvRcHPKWwPse9Ya21F9yst9tvFUX+Dd0pshD+0Q49nGqD5nqYUzDS5HCG/BVZlwc6rr3PepMzfT6jV2YPgID758dbpfT76zJbbHeE6hw5kA5YVioJtKl3Zk4AQ8c1qISk7DhrS7DCCti0No06B2gGpb0bh5wGZXrEiykxYZuWH61I3ELnMR/hzC2a41Cnxz74sXL8jvIHWx+P77V6knikY2WJZB28lRbUC0nqP4bHOEiF0uhIXuoSzX1ENC6DjD+LID7QevGYbLi+/fRp6dDfBkIoPt3sGV4RSZU7Tk1Qb1oWK3TJib30z9wx8NKw1R5TjokMkNyB5dCzL8kh4EqQpOA6L+k17PNOY8aaVA/sJx1QHXQIIn8X6oe4bulRDTWh4ZwdWbXNJJuwxpHInKM72hDhzVsdKjcRqdqxEdfQO+rLW1vHQwKR0MAhS4gp68BZ5ec42RSz53GL6qF/VeCCbPelqXU1mf6rnAQU6UFXmkF0vPXB09OgC855c457+sSGmMQSAvMJ6DpHGhv/Uu3PVQHYjHE145CABl4KC1gKd8eaSrSxSNT8ceySiEwUZSe9UgPR4j+/7dKR5kX5bHgJUBqLics2G4G1jhhQCXAbnUk+2AAG3gGnMNAnHyXQSXwJOPfpQVeWeNgm10oeyWL+l/VMZcR1bgb2QLHtr/us9FXcWPTEHXi4A3iTAytFivcsEyTKRu1lO8ue3Gdwz4DKBN3no3Tt6nLsWDj8G+fxrMtvXYAtBt29DpIRwNdgc4lrNFH2Q6BwcupQmHgEXx+QRovoSvBlV+HNrqMOiM1TH82r3mGYVcXHRzbagBWHAU1yF3oimufjJzIz3odwd6WQngfWSQNPDrXhg8UjDSz9rWuJa31hvs4hQ03r3yjpO9mE1ycOzMxDGzZWdsbr8goUNLT2Dx1y7kirePu7bCdu9mcw1+vfKdGWi9wjpSS7fYFCf753knr5Y34/Lv/JF2nRo45mqsA52iol0iKNYCNPonrVYeZaQYH4Gr/UCcMdBtiBwyU6bM6QBwptMVBfaZeZM2dcxteR+yWgfSxNU92gJwfInDDC0JzMAp+fhKf8H3XQbtpiT9qJ/oS+jhNnJoHYE68madcQETlfvSWDoDW/jiGrzC+ciK8qLzUMecPTiPkxfgwdL0ImYrUpeGJ/7ysTgRCQ9F08HKWlD+7IN0gNr/ZUaU59bt1LMZKK/lWb8Ub5GY7dDZ2/JurUwLb7Jl1m2NNBtsKlMgCU0J3gCccWV6DCHSuWYX1vFcnUCjEbJMmUzggUpfg36Txinxdk5CXoJMWdyPbGlJJDBdXm4Aw0OYvCZ/8s48gxDjJobjUdNRSKb4waEePJelIPQwdxdvoutzZdacjlZ56gFXCfjGR2ed9QrYGcbAoYKkLZUgLRSqaEzYu5yFfcqSAD13rot8gqcvZ4RjiDlSd3OGxqYMs2Lkq1cUGzxacVUo0uNSnNQNDUePrR2EOG64RBYa5HvyCA9kMv0Nvql4kQO63UVGgRglWdpDWjfRaKDqOYgSQcKKi/AUbAxUnrsZ5RqD2J30R3gqz1HaV3if4lEn1eaWp6K4PhojFO9xSqPeNCA1dlyrvHGHpxgls4Fg6185O3uXN0fusPHzActB9AI7iLm42OYZnQy9u963K7yTNhgVqHh4qkinyWi4wD4AnyP2C6g0KWzxCGPmF88+gebNxSum9y/pvNP4jIFmlkZjNGig05lh7GQJDQ3QjcIaGtt8NC5uGXxs8SKkqy3bQzcnWmUqSUOMTYwDjzrcYdTx57/6NbieLT7QeT3huELr6OycJR3w37XUrslXWexjcPkSKL2/l3jmPPLv88+eZ43/JR3h1RYv4MDYlVaP84zHG4Nb2Ys3FY9Og51v61vP+mfPn8dD7VIVN19eYejnzHW84i5d2ZD3pPdYR+vBZT+s4gpvMuiGfb58i8pLOt/Oqox5prPpH7Ihz8ZVo4RNodKi4bgJzsQfseHUmZZM6SPjDiDS+Ufb2RkEtMBBX7hjyQUF2oFe0Cna+ftiLl88lvP+aSq2W9BIHnHzo0RrGNom+zZmdYMPKhNO7duB6unehp+eRuHU+xkGQd8aWTTSpyML/omv8rfJUUGzfVQf2A6diUAewD2zMmRUlqLTwE0cM6iBTx7r6l4KeWYb32JDuwOA62uXemFo2hlSl+ZP+ZJmkKi1YF2hJYhBVqHLQXzgDRm9AZ+8fZGM1SHVP3mxG2UrZ+oqP8KQPy3CNi5cyg/e6qLiv7pXp3S2ROZbp9F9vDcgtIKXcj07NtQInkbaDXrNGTfb0h6bZHmlGDqmsnbIUjcH/p5tbnuMncqvdLZfUcm2DtMfBllx5g/96Bnn8V5FBoin/PQNOowiu6NdkC9GCjjaE3ETXCdrKY7Y1p/lhgb5Ae53vMHZAf3ijllKdSIwhmYmx1oFBWcHm102AYPyNDwODfYNxIGX5dmB14M5asByoV05izEqrhgTtjW6ImBhOKObNjgeOADMZv0v+wl4yJ+UrIIYomdCYLQ9fDGdoWmtGw3axCyzciE9yKTP7MOqV5Q36l754bmw6UGA6fG1DCYwnK7QrTI/S0Bow9kvZPkTr2UZKTLwhG1fkzXw8OgSZ98dM5PWFeo7fAyIXAlpje+DjvCERJWd+dtigzuyoowVGEpkLSg3GdiBr7JBkfQdlMIg+5K3m58cMwi7PU4RbrB/9+E0+5NQ9TgiqHN4ckP/b3aXwqhrnfH29Cz3rwm79pw1BF3U2ToF5U1j/P6IRWuYjsuPE5HBepr1ZX555K8lOevaU8zAE31jW5w0G+8+EmeAYlhChLNKzhKpu32JpP2WS54yGKbfk6Zr9KaVc8fKSvvej3G2viB7EFPaBvbjR/zkNMF640+HWHFPVJ/xHTB+DTDBXbooIG3e3zR4dT+8tiIM8Jka4WOjyz8SO3UcZRHnvWU2mF69OPPPJ+BKnJ+EwOWafy9NlZQANIlipl0bRzBtWAcXpRbXkdb+bVkOcWS7F2bJRq5f30tkYTw076SCDfM01nHri5PESGFo56KSU7GRQwTILLIGlVuWLJA6XYGVMp4pvG5e81gy4d/wuYKoeQKJSqGVqUqw8wvEZTmC2fCcVTsNYKVckHCcnrNPwSlrIcEJLMycgKoBv6gYrnoM2S7APfM1u75RRHsY5Z7ycYDHMDnTei0PPHju5tM0DpFg1K0Hyx3GKtvZKcCJlKeikE9Ozan09JT71jvXFj9hDe2zT7t+WaPB9ZZV7g529BbhqQSmnaIN0Y5J3tqheO0rxj0j3AaYToAS3Zw5O2R54ke8YSaBfGHkFEj5JT9Y1qLBDn4u03ADqegr//7e6UpOfkSfsjTajniRhC9Zch228I84+uzulrf6YXTKm0voOeR4Rsw3gLQuNaS19N046Ojz/a2noeD1pQKnN/j8/P3iEOP8jjRuevT8Y7oA1rjv4Bnm9eLAP+NNn29evmI5xntEDo8RNDlKFkebhbyRD65/9u2q23rpwPvxEfx6+NPFMYrHk1g0xrKBlJ5Cr7bT3nYu+mX97EPfPgayx3f5cTZhgw4cSxsDmsIw7m/oWDw9IKN0ZM7OT6NMGbw8ecOgYbH4J3/5y8W//803GQh9xstzjo9dVnLLS4wewQs3suKhphz59JCBjR7AM9Zs69n91EEdRta79+8wfuADRp6e8QtkaI/6CtHwO/VckUsdWXFWmVO6LlNRaclj69njSZ3xcCByxFGI1vvVEcsG9MhSFx2cKcEqRM0TXmDFC1ceP32Esf+aOIwhoHuqjorcQaMvEvNtwdKg2Oh126b+rzAwXCfu9LSDE6Y3wMGpalt3Ec4SGaZxgxPpNGQ9P/6AfMK5ZAThSU24zcihLFX5hcDEVztJT/ZUsOzskgHMtXpJPeDHxNRt2gR3bRv+ii2DgqGI3TegPFmenZC64mYszxCK9apUq/8M01PitXqgfLWtVy/4RkmXNz3idCjly0FSDXkcAzgF3PDrG2avOQFHw0wDLSGNllpUzIiIeUGReoQkq/WCMQwvH/P21EfIkh5c0dIoycBdLKk/O15p2kNOJn7qCE9Q0UCuvkC/kMbrefa/y+iWH+TFGRTlRxiWMevLdbmm8/g32/4h8nBguwM3NBMI4YUEaWnTu+6mtQNk8CEbwvPOBeRbQ0HCpBfk+wG5W9pbvGeU4ctb9LiGI9aX/RB5HCw7Y0bRkV2ehGfe+5bSbOQGF9Oqg/ihiKFLrUtw0uhV9jFnWrdcN4CLRraMUoYMPiK9+RrEyfvGmyyGoQ8lSLnjV6lReoRl2hrrQgWXfBcn+0P1sHXoqUUOtuSvyyjlqY4kNZ1161rbGAPAj3cZwMHDsgmVey6A5XtTMpj1VjwSJ4+R6OBTdHmYIOqzbc6Zsxix1I/9kVTLFcsQrn35LWUEAdIos+HmYJN42R+moqzjBKAIb9wGFlDtoeXTNTzG/A/f/A4HRxvUi5eBzYC7MtTFC3kjtW3YXMpCZIxfZ6nlgHnlmakNNZ7gS24ojbzKnga472i5wGHAkImZgwscCPZd6EzSZjmbzAKO9ewMpW9BdtmMbbL9KPHKGOWq6aNVQ3TLNqZBOIMZRgRun6y+I0UD3/IUavI4A5MwuvHZQMu9g8hb+s5r2knoBK5NaO6L8rl9SnhI/Cl7x5yVvKGtOrhwpsTZGX03robw3v0dJMAz37Kkzc8MpUQO3f8knq8OipV5sbc+lCNJJj2/Lo0rOHPUBlU+5JgQ4xyY+sA8BokawZqUVjmb9KOMsMcyrY/IIU+FYzEfh+BGqWYyiNK4DN7m959yUrRf3iNw00Gadsw92l2MoruXQABpFc/PLMPf4mxL/9MCzsU074BI47HyQSyeJQU+U40QlRIUhBJhMU4YKcBZFxsiZDcEeaICcO0k7CSdKtWz61FCGpE5CgnFtM/ndk+1D1zxoJAIlXlJr8FOaVUsdiiuq6bDTqcLjhHUcFKmKiQwkjJldjw+oKOx5Jv59KC6Vnmfa401lXi8gVJxqZGlUYqyRJDsnOSyjk0vvfe1z2+XZUmnHzsKOjk6MFx50MUaXGTjhOn2D3h6H/F6eNfWHuLpcyrVRqPHVGWlAa+wuXRCA0ClqFTIe42sfTrOfRR5No1GCeG1JZ1GixvR0iHAHCvcJTQMh0OfWGUZDjwgVXiybYcr/1iP7uuYVTL2Waa1iuWxHwXuklF3jC0inC52ynKLNe0Oeg5c90xnc74tHdAOznaS2aiDwjD/Pl5qG8qVZ9PS+FlVSp1QNuWoJHn/Nzio9DgLG4Fz2YhvhXTDm0uMNIwcOGTtIF6BV5zxrQG4p4EPc7eh9YYXDV2fsynyua/yZmkICnaPAh5xUspjXAIbmxyvB69ev34bY1PlfYiBeEOFunnvyaOHGI0s9WGg8BCr2xdnwB46RzlC+ZzPnulvvF07lNONbDySYzLKgLK75cU/z599unj+ipdZEb+LZ/XoydPFKwzfPerxL37xC451fMn6YE9E2Vk81mijjO+/f4O3YZ8z0nmJEs8+gQ6XGjhOcFnKMXn3MfisW3GqErZM2wf1C6+3SHfGMpafPOdtnhqKIPaLn/2cQcI+5bM0izrW4/rlF18sXrEU5eL0A+1QHtox8cd1jHN4egk/naL0ZKC+3r54arD7wiU7cCqRPaYYFZQljlk+Q3yMJOGBs15ZZ1icscgyL+TBNqlci7fsPaezkInOylwwKFO+hXXOIEuPhc+sL/msjHt8pAM791f4+vgzOleXW1U/qY8QZNJlsyu5L6Dl4BY5gnbBaCiruhK4j2wjh11SAIcxGnUgdJaFVPBYedPgVtY3WH7jUhv1UvQZfLBOLH/ZiQ3dkwGTeouCfabO0fN+Ck9su8IIn0SGPBnAk87Bezoo6kT5uLNc6DLP/v4DDF82bbPu945lRRLlsYTSbX1ds8nVmSiX6EhvThmRDJse5Wn0Vw/Isw48dEBkyRXP9oDlLJmzO/LAqlb/aDwKEHUBHqQRr8BDl7pcDl3gMzdIy19PtLL7pPWghzj6kWf76Cnh95l1BUgKyNG0yAoog78OCbyclOFG52xDoZzwkHv3/rhxOHsc4Edmc4m3vn0Pxg5ODetPvjp4cYDp2fLSbW2r8zKzykA8xj9GvrrV5WXGu2zPfiE6Hwo8YxvUc2/btONH9FL3VG2cNxrYeRGZfCftHctQNNiypBHcHcj63KUU6S6VMftByjvkLZ+erOR+DTdSx2Cn/3BviEufHCgZPLjANnG8x8Z8Bz38WRiqM23dWZwY/sojCMZznyT2KiQFDytInaxxgYhl4NojgWtI2U9mZon8odW25x/5zCOdDioUCjfr6bAw2OY1lJ1lw+bNRyM1x1SaVxmN40DnBmXBX1iRdmMbkCfaDdLjMpm2d6WnG16vQRasWx5yQuvgr+3KX3mxJU/FBRgZxFKPN8ib9yBAHNeWQ4SyEQOdsuYgo0unaI/U8dxHI89EyyVWzrJ7qoj89gSyLDWzLNFG5h3I2o+STEzTbiQoAwgbEbAsAxS4No90CqDtwMjaUvBXXEmmV9ZGoqNB3A3ySzqLiPrUG4nkQrhcObNzy9HPN/xaH0gs8ETcNiB20kWfah9tf02/qrPH/XOX4HrKMp8DGnImT5DdK9507D4ytBCwqHst7YSU1ivx5GqgyZV3fERLOpPTksW/7cAcckiPvynQ7PBIIqSfX/h+w7sszJP2pJzJZEPy8CRtCboGDPWgsHgAnvZt1nXrwfjQjPPO5dmbDERcCqc+13ZULsNy8xNiP6rz4LmDyQiDTBlEKlM6onNOvJGUk8L5yXtggKGcdXmMmUZGgYsMt+p1QHAhX8Y9v4Zypdfr3w4HAgnY267Hdfp/Li/IWicVlZ0U1MRbo1SKHAiLdMqD2OBAh+aLM2JgBxPat0YXykgvYjAF3h3K1EagQ1fv9mPennj9iJcYoVxtKLMhd1Qk08o4BS4ebBS3a1yjRMCha8nT/Qa3tAVxGzioxJ2OZVY2bzPzzWUut/DVUDm6CCNaIb6iw7uggZxq4TBHpsI0b4SLit7AMHMj1UOMyjNeF3/AZpk9OP0AQ9EGqTesfGlleaY2TMpGpCefYMRzGooeSHSfoooEUenwZosGYuOyg3V9sR4CDSQ3ALlcwdFvvGRc64dAhKqYwHOL6X6F2hr3NcmbCLECmziiffthlKDCQz3Fg4Mxa6ewQwem4b1n5wyv7KjUL3rC7fjrIWQTJY0HsYDPjNwvj5ERGjA4alzZme9yNKMvjDJOHuTkDRSCG1UVr1s6U3mokt/DINiWLwTlSUNGz/Ut/D7nrO89BgR30Os6Oul3E+sRa6T18mskqXTVYJkMYMh/gfHyAYN/88tfoExZ5319LKKLI2CfM1DyTON9XkmvutrDA931qdxwJKDeXTtJ+ebGJ2VEL+gGDfkhy3Q8teYSo/KaZUjnl7yplM7UNfY2LqXC5TAvXrxcPH/EqUAYUmd4ZNyJ/pI3udpBaiQfkPL0zRveHne3+BkzLW94wZAvHnnOTMURcnTDueOeUPCMsk/Y8PQYnPaePGA51avFLbg/QH5uMc42GMxsUAnxuBKn0nGGRHytQ5el6Vm9OIbeT1li8/3LxS//2T9ffPmTn7XDhM5NBobbDLz2bWM4wd0d6/K3G/DxCDvNOTdh2knZyV7xXKNFmfHlV4855ca6P+JNrg/4eKSjzzyWUl65FEwjyo7PzddHLOnZp6JcZx2dR1ka77vAPOKc6Z///KeL/+5f/NPFc5bzSO/3379YfMBwvzhxQA99Ud3IL1Xum3AdTNB8wNXXr28ujpn1Ya0PRiazO4o98R5JpmGswtWQVAY1PpUxZ2OWOgOeu+zADiIn96jgo2CRMzq35Ldtqr+QOcimxmkTwNKAUXa7htSGh66B97Yv24z5NXSy1p/7dCiUo9GtPhF22qcKmzKVZYCUR+pHOhDPBtdY9u3SeSU3ZR9Tt284S/4pA8PdS48S9eU66F69X+QTbowuylAva6x69KYDwHrfqwM0zgx+e+lvDHPoci1mPPDiKT3Qm0GAsJFtjV7TXlEp9t0b8CeDBuFQv2qeLdKQNXirvy5ZnnWJg8J9FZCxLNQO1zcEKzPhG3nVw3MW0PcVuKTGfR27m+hGlqjtsoTOetzjWE+QI58fZw6ZVXLzs/IH/zSAPFp3n48DNo1NX96WTcm07bzojvsH7DGSRw6GHODmGtnUnLs8ZxAAPMvDdAGeAwB0pwNV8jpr5pGQGYTAyCt03zn1sEHfpA7fVc/hGBD/O3VXuROcfWPwQxwH6h/TxpHhKVnIricy7albkZcuF4N30Hl6xHG4lC9/DsDlEByclctL7YChDu/gkfqEAlltUBrUww62MtA07ZJ3yjT3wJ+ymSWoVOC8ry5g4IEMUKn03eghbQLSiJ9GWAZy8Mk3ODszOB0b6YORb40p5Un53KW8Dg7ADDlZDrR5pmyJmzzJb/pQ+xWpcZCg0e41ioA2FioBEoknjTNm2MPUFvjBP5ew0Mppv8greDvDZh159OUFHxHIMkfav+RhJpIW+4R4DTmNql3axCF8VqasE9MTXdxJs8fLlriDPnQo5VkH6lPbWXnOs5F+WEo8F/dVEN42DkjtmrknJH0mqeSDIA3y074wMzsBmlgfQLfGLvTSP16zHOoGw/2W9qXc4SbkW/5REM/VMXkLcgY7tJnAJy3yitpP+3Wpkqdd3bo8Tmz5bQOW//aAfgzoeB9TfjWP8UVYPnaplG0fvsFL6+gW/ujW68EJDnAZZFN/Dt5cfmi+TYCi0qGJ+oNBOs4y8EAv6EiRV9GxtC/bj21cPZxgepArfvCDuvbdFLfoQp0H9qW+1NKNzhEDUrqcTLzduG6ZAtDuzXtokAmEMADlomnTPpoj7UAns65XdV7K5WuHNu3gXX6nuojzdwbALO87uJlPIJXLtaR5kHoYSbavspkQVCkgxxLZwSrcjPBVxtcwIw1RKBAlwoKdBnaqKF9WnhcIG8KVqT8E3fXcNxgE1xwddUdn4zkQ+wijBrBl5oQRYKZDkSF8ohRsSUG/cSpA4WogagRm4xcp0vD5NbT8Xutpj4GJoYC9SGXDPIbMmxh6d1c2fOoC+jSar4kHQ1q8xzMqCJStxWDl3WB0YyQ/ecTygrtniP9NDXamwuOBxgDwZSwesRSho4HrvTtl88rf8hp0G5Ob9uyA3bxjJ7q7qyC2YjyvXIHZ3Sc/ZXru9NnZCW+rpOGAz/Qc+dp5DeXrG47OG/yS3hgN8Krny1ovyliVIhUGzTQWRtPC8e8hU+y//vMvaTzwkueOGKtoVB58IF2P7TveQOqRjfLgBgHX0KnHrx2gHZmG4LYuNsIFawHF0elFpcClQWdsyMnpLNSXA6FO4fOSEIzeh1kK4VGAXQeoYtb4eMlmzHdv3yFnKB4EXqH//LMnGMJuiq3Hxk1ZLifSO/Pq7YfFuzfvGFTwdkY3kVEX8viYtzVu0rg1OLa3zzAgqGNw/AQjdA/v7jawTPeejYLWhJ2Jivnhw8fQSUeJvLqu/IwTcjw54ydPeXMrMnuAkb2DknYfxNkJa9YvlRH4yjGKvuXV5Q9PMOR34espnnYNx5vj98gI9XxxvDi9YoPk+XG8HG9+/1WOfdwgzymDkDfffotx8ZjlIo9yXN0BON3wUelqIOlp1PiMnCOXTzAA3rNnwg7igpmIpwxSfvdf/uviETMIHh+pd/IWXm/BQ4dRTBzEM+UbjH1Jmh38Bj2dneqH97RPFTVy6Qknbujd5IhFy/a58qth70BIw2L3gLXi8GuHkyPsXAxR3fDfV45v8+u9AulSiVsMOAfNR7her/H2Xx3vMeg5WjxjOY7r8W8ZJG1onLPvYZt6zXpHRMuN1CplN0N+gEZL0ZjKAJbvbhKGt+hWFerlCdPaqg4xR8nfPaFtYmDJMzsKZ7iEYdu3/l3Kc8NG4eNj6oC1q9nzwfM3d+yFoB2Yz/YmH92UucuM4PY+3Q6yGi8rPD1hGZebbd3g6q9GYKfjOY2EAaQbqj0VyZkRFXdMDn4N0ml6ZyaOPEufDuI7ytLzrFFlf/G7330DI7ovJm+epp3FQ8kMkLDVyRoUGq6bbzmZiPvICLhnbxLl1AGSIvNl2/IYP/lUnU4dEafx1E3u5OFaHukxBs3QrHPmHN7docs6KKCNUg9b1JNtSN18Tjs4Y4mBSwEfgJ/yopEZg4z9AnbKjhd1ZChw8YzRS+PLoA6RD9s+0nkDzUBFV817jRjPj2aQyQA7R/H5tmKoSL+qoUK9CMNTdWz/G5S7hVHfDx5s2uk2Hm6925Zfr7G0V2957/NtOl0NhcODI5b/HTEL6C8Da+pX3Wd+Z0U3kac9uo5dHDOHh5xU9Al7WeQF7dQBttyxzT56+BQeHAWuOomWR/sCT6+oYwdgfjYykoOfyteQvSPa+U/Y8+Imct/Y+4jTkNRTjzH+D3mWGS/osl042ALx0HMLjkfg/NNnny1u/4wld6R9zl6bZ5wq9dBZxmW92Mfjed3TQcXyEJZL/OrLL4PD5z/5Kac5Pa58j/YQOQE/BzY70OBpVF/87GfoCA16BwM+6/K+R8ww+1K4vL8Buo1Xn/gH15EhHB7k2cGTeaSOYyY1y8zAb+/BE8SegYCDHwZvdzEe0VHlWmZjrO9r6mmbAc+T57zdmWWMh/Ka+tqBdpdM6Yu7oV530UlPbp8ufkVb+UR9Qx9wiK7OLDe6UlvCdelPHrGclZlSHWgKvvotg1t+k8Y2gfF3SbtwhjADpqFz/HEmpYNRa4LKpR69osbz4SZBR4z7j57gFPGIX5cXWr9xMEBXAlmjg2iLDpS1MxAceIDMwzdGjsy2Pkg/68zXBrJ7G+eYsDkYgzGum2fvGPg6a4hqZjBCu2DAq63hslKPIY4zjzJvaJ8b29h+u9gp1jEDRHVPXjSJ5uogisLV6fCG2gYXLQl4gyxUrYm0bRX7gXJoDPnc0lath8yy0Wi3dhn4gKN73pz5kR6XJKNI0mc4m34LfQjfYheeO9OhjtGWcEDugF0HqXaDBQMm9TMZp/70RDMHc9E1yskes24P0GfqYmBdA9PZw1vrH1t1w7YtH6jXXenRBkYf39K+tFVdQmRvlyV20KLDM7LscgzJhhPOiCkvDt7LGcoXKfhFknymAa9oqFsN6oFxuUaHpJWrSfN//G//S++klmCj87mCGcOVOBtoOoCkAGgEcFXQiOYHdG18IBtDCYZkfRz5PQv6BCPtHGXgK9Q9szmvOEfhheHAjLHObxgQyhQA8ICBGnAa8plK5B70gmM83IOgdErkNi5CDi4aFa4H19MjXGFZkeIqbKnOAAOlY9pNGhu1K5FJp4f5PQbF3379NRsx6OBUxnDbt6F9hvf0MRvzjt8ds+GN8b0VPHgr71x76SkgLo3RUPBoPNdVS4teXwVGT57eO1+6I24+V1i8t+ELzpfpaOxqAOWoRPiQzlkBB4ZKEiihjy8EQAEmNThs0mDE+8ObV3kT5vcYkR84N9hpaTeMkTJ8cBrOl7RkDwDw9dS5JCd1bYNHoQdPcIqxLq/Eg7LllThnWpVr+Rov7qiH6UFRpjRIbLCeCW58FAhKIwYPyuGYM+31Klr9wvmAMfTq7WuUp57F6Ko0Wr0gSCaNgw6cxqxh75SsHWS8qMoRuIFhaHD07pppG3jW21Kma4O7hIC0FKiHtMqZhktejy3zTZnffvcyZySrMH29sRtYD1BsLpPSgDjH0th0sxdGhHjVYMKQwMNLVafuVDY2ZPkp6sq6bSS7/+GDiso69Mx6N3Oenl4s/ur//L+gi/zyDAtHD4P4lecdyQvLty86S7MfYwQVgTylnUCDy41Ucnor/u2//XfZ1Konexdvh0tksuac5/EgRRrETdmRH+BIPTOshtcawNQXcXmTnopViSOheGXtKHjmDajMQLgpDUTIZZ2jg4GjhzBGhXRTpl5KK9plVyfU+Wv2LmTfgUSRybeymkRvrx2j+GhEujHY1uCAWQA+D1/lIPjIH9uY8m89ygvbROSPXw1tFbjya/68yAl8bZ/KlPHxqqNmyY4s2zFr1FF3ZFHGcq69fKN9yV/psNNRl8g/g6ctqJPUn5e0a4+19Mx5lbdprFe9c/IkbbXcyhpStbcDVL276jMdFsqfvNRjKL2hDzh2YHo4NfylXTqrEzz1hE3RlOupOAbrQf3sc9NqWJg/9QF8OJxnW+Ck88JW9o7jSU/YZ7HBIC7LaaDTWQJK6a9IiQ+wlGmdA5EL+B8jnUq0DtLRUj43dHzVW8JxUPb21feL7775anEDnvuk9b0KGnfTqPR0LHHli/zABeYuOsrliMpl6p9yzxgYvWAQ+/tv/5YTP86iVw4YZGb5DEb4bG/hA/fq2JykRZ1DAgPuC2Z9vl98/c03qScNqSOMuoe0Sw0p8yk/c6mIXlz7snf0aZ50dAz+0m9TQhvQJ1hXvi2aF6nh2XfwAukEeD94neVYtF1ptS3rVVSneerSB16mdMzboT2ByOn9eG/hsbwUlk6cGJPBCYjKIV/WrzrYvnZ15CRyTd0/YG+LhqHXSUt6ZdT00uIg08G5lS/8GnTKlgYb0g99ceqBj6c/ORBVqeljjK4CXuQK+HGAWd/kFZY0G2BJdCAAoYsBKny7uWLADNd0mKT/sQ9yZkO+yHvzkzEbcfOLcwG7wj1Ab19/YEDv+0Jsz51V3UaGrQerQ93vaVQeDHGh1x0c8E8gT7bZtgdl3fP0r+lr0qeYceIrT7kVe5draqzb35miYqn80AZMI27KU67TSkzFxyCE8sA7Zcn+VD18gCNJ5571uR6E62y2fLBPVl8ggYsbZhtPPrxiVvkDya8Z0DF4coab/A6q3zJwfovj9RgeO9hx5qr1jPMK3EXQdq+ecZbYNhfHHnk3ea4hewAsHUM6WO3vQlRb/pBtoojfZJZcZR39SN5LyvZAhQv67w+veMM5M863DPJt9zCo+g/+2E04cKARxmBPu6J961iXu6fYLifQab+iflXXZq8NeD3ghX2PGRDaRu375JP9kOvz37KP8MWL75GL19Hfe9Cm8X2Dg1CcPIZYezJOAmDeWib4W4ZwHMDrrPCt4yc43Hzxo4cHiDApk5fepTIMHdofBtud8quzSFztD6pv0+iTRh56qIAh/SP33uUlmIn9+GvKDmn+9//1fx45+5Oca+lFxAaqjNlZGyToxwJiisDZOBEckJ9pFRTXTukR8iUnGlVO6ZvGjxWtoEuCNynScvj0j2fcxitCpafzJVFIHcQ3PzxFACxXLG04eic1cCesJe4mkOzAtaJIY4cgPuSzs4mxQGUdM21PjaFQNKsCCqObToPPJSdTqGQdYRomv0TfxuAUjplcN+aoneaXRmnDsvDQQOLkk9Xi7sdGLzwERNxnucaLY9NUOVg2SUivEA3hgGYNAxXQDXy/oANT+J0+c/TnOkANzHj2h1GWJTbCGXjYCVuy38JfBcvnjq/8tfAIcNNBDwhbJ60eyslFkCSeXMAW05RButQR0KbSFy+9expr8mgUlw5aRe+f/y0afOBLyyCOBqi8FneSLWUrXKRQOy87EukQJ9MWX76Dm/lFOR+exVADJ5dh6Puz40jvi9EmL/WWwlFSEkjjxuj8UeQSjpooxbW8Jqcc4pztUf4ynS8kIv1Eq1FejSzujTMpbSyDU2hRwci3sHiJA/mlzXsVoldegpXei3SOKPllPutAfpA2HmLS2qEw9xYPnNOyOe4QXJyuT2GkVxZt35AcIzwGjQXxqQxTC8IFPxWqONvpGXQQSLYGnZ2RAxnrMCJunZFO774bOIXlYEEj2alq47M8ArxmSEcJDNuuBq37K9qxWoqeE9shg2vLAJ5t3vYFtgT5ZzrZpZyUX0532ok6CDCtnqVZF1lOwrMsYxu0NZ9lOdC2+hwoOtAgPxHqVKH7DEihMQMSIrxPB8bz8NTnJon8BsN491KGMPiIe3WJoKqvZ/tKOvnBx2AbswzrQATMbxtIMA1xcdpQv+JnCtOkPqDd+shgmUvh+Gdd1JAr/NDHoNAirN22XEuw7aQkIfZCXprGvTO+j4LCTKLchyfIzC4y6Pp2Ozlx0Qj2VOHoaOUK3lTOyzPzOQMh/wAzypwyEuiNtCyfA0tZmGy4QN+7NE/Z0jjIch37j+AMreSRJvWDcuRmfDfq9YQkMWyAfDkWntUppCNAvpqGT37FwcG9hjfyz3PbsjIbOeVX+XFGKHJHztQtZbetlvbsMwGnigm/4kY++xuN64mV8c6UagCHePEzgItlZjaIPHXcTYOuA5uZXn1hWun1s17D0ksRYhJjUHpyD2J63mc92erE3+ARvy7NBdGkNTpeatq1abyuo2rAgqv2a/LNWVAHJKc4enSaYfWRFi+pnhIB8S9+zhq5DM49Uw54lQvlp4IdE6zVoczk0/oxXaiRplZmdSDyFd1lPPBNlvog26TXOPlQmrkrMAEmKDvKrrohH2YftZvMM4N5/WiwZ8DLc3+zQZTB0tkJywkZ7EhKTvdCn6tnzqmXE+ysMw1Y6ssea0e9yUzllcttg5x94BhUwafgTcG3GrPorj3lnzp7iDPIzeY6IIPPwC8yZR/IKoZN7JxNnIw+sv25dPQa41ijXdvJmeroM/mTP+0C6gHcQCn5PJHHJU3q3sJmgyw0nmq/wG/rXF2lPoBEBicHWe52dOgL/nSeoTupY43r9wxi3rx9w0lsHyL/7i9jpJalppE1OlvLUI8gMnjykUh1PjgkHuM8M4jw0JcGKmca7DpOSY1+AmXwTxg/vabNwDeNdXWK+Ir3DCbVLohUQrvwwgdKjdzNhOVA7mz3M2y7ftQg+iIwhUXi10PiiTLvTLP+3OuJt52DCmoJgwetHBTHQLDrkWAyz0xv2rSHWa4eYq/Hs9Ro4Kw6Vxm3KtWkbTj2FMVRJvChclwqIX4Fv0abTOfjBL5lpBGTKNNNMLy79IWLwCCwTpN4bUfkcY2+Tc4OSxhO7S6DuADnRiWCQU+m5Olzph3tzH0NO2WkXPEA5vQQiqxR0iHOk5cxIgWW1HwlP78kigFSKpPePOEtcTHM4YseKTdFbCGlLoswdEDQK+FYHq0L3oG/80mEijHRwdPi5EkQa/recW1+41s7DgBmHlGbdCSreUgnzU4rxsC3rJG/8AWldBYeUgE8G7T8lkk8CFwaCEazcZEjcJ9lUUTDaDjJ53pMvCnxji6fmwel5N9Q9qJiMI/wgiM8z4IPhdc4+EpTTppydJQtn6Et8gHe5vd8bL4lumUlP3nNiPzc4km/omfwvPcblvDEU+4ALHhQHvJs3UizR0bGOAIf8bNGEuSLNADboLFnh95BneVDO/JnN+USixg4jhZMByxxzuCV/OjzKFqVrUdAapiphObUewxy8rgUymn1TZcIscQsKIikqNoew1evxU1cKQ6lJtwsiwOrnMbDb3g98LdDMZ2GBECizFNnwI1BDCTlHm7w0fjkmnRzJsLinLo3haxLSrS9xkM7UNqxBgodnCHSQ6Z4eriXhTFMXONKfj/puHlgsw9f4EfpKnySJGhw2bnaBmdcOvVgQRKBgW9wo5O0dOvANd2mD2yfWo6ImJAHqXPu61l10C8ojD55lbLAHzgir2EVg43ntkP5EjCWPfLN2Trzpj6oL2fmhBl9TTrBVb+YSdnji/S2R0GpDy1Tg8M8zjhZgtfLQMGpKuV56EplVpmSQ76IyzzhyNCp4uRsoLXT8+fRvQwGLDtJhs7nlij7jPJArpTSAAyOMbDFu//ECSNYti5zjf2BQfAEr528kDZT2L51hFiG99IbTCnYZQNbyL71Er0hg0cIDykzA6QZya/4FrLX0DjyzHRxJjjoAa78iNzIt2QrUqG/MUs5KqCJgCd0Ucqo65nU8sR9Bm+Ns690D07qYyJkSq6bJzfJWdnQEG6/KqzErcCu8vgwNPShsNQ9yosx3QNHvSVdv9L3py3Lb+QYYu2LIk/mH58rLC5PK9thD8Km68rV+1pzPLeGohZMCw820fk79rtEpyzib9ED4pOemzI6GEXurUvShcdciHH6UHKbP7Tyqxy0bzWNMuIvfxF0EngtEBGhnPWgfPlR3zrrG1060lh+AveVKaCTXUPbMl3+l03NLjdhiS3CzuZnXn5FvGv4XY7ly/FYcUL5QsKIpG24D8HZfmEIy7bvAG6DfgkIKRL3usoV26c2WPYEIHs+TRsLPdxAo3ywSZnFQyQQVGgCP/pi3Zss5EUB4xxkBbTL4FIG6eX5lCGXQAY28OynOsgTH1KrP6kzNWJsGcpzqbPtoQNpB57KAOkBIi7CldfOsLhnTXww8UEQup2dYPBBopQpSsLO8jX1B3DlcI7u5DCSK/DxsJQrlghpwKu3ii10W9gIesfDC36V6vY/4lQ5mun8VZdHjikqOki8qQwdETNIAk8DM2kbsdh2ynQG2BVGllVl6nzmbxrtfDgeJG4mAhFKyN0mmzltkGWL0S083hySmdS13uJoFnMpQPznoUjKTOHfK0PB51kqhefzN9lgoGktM+WN53onWkJxaykpqelAIGVoCBot3uICLKoogsJwOkblRZgqHMsAZ79U5AE9Gpkg+IsnIh1THkao2iglQSxNF2yTPrmIz3TJEIDSrhBNPliulUuMDSZuWR6bQqaGawjJUBiqwa6nJV9lkcJZHpJyaqSYN3IamsWHC8uYDYz7dT6b3qKso5ZJRPggjlU8FXywgW8Johb8ygvjvDW/hmeUDzhZ9HqY8KU3AUZPxdmo8c1PSAaeysjBxsxrQU0167nFOEi4hIbCNU3L11i1AToomaGKhDv5zafNsGXcoYlmfZheo7GK3z2eqAMLz5d1Ab0xiM3rDEh5a37h3KH5XFeuMtDToGdBhZIjJ+GxtKmV4t1nwGHoiSdWgTVXnFTyFlseCJwbZLEU+YSZF76zlAU80M6giICAj52B9RgZUBGrIMGlMuCmJIxcOz6AWYqkBa75jCyWGRhyA0xh8csz/5pYmZMXeBbpSJIMOBoLSWUyyNN4ddAnXn5yvjXx0qmbJXqCeNNGSaLgNe49inLdS0hqMgm0il+cbA7CSYnBOxEkUX44OQegmSmEdik1hJ90hvkTBWiQtBJlvn7UCyph9wJNwy/0Uq73oi+sGMvchLfKNtDkd7sRDbTCt+Y1jlJfxMXDecUeg8AKdaPzpcWDUzxOykDKqS62Tq07gzksP2RTgXqJXXIh/6O358Z2Unoqj7makwvlT64lUvxWsrbBsgPLbAkjx2xH3opPHstB6Bt1EkPVSvQ5ePo04MHNvwTSpr14G8L8sU2Px0lZw8JBirKY+iJBsqjkkLckN46PlAWtAKF8gjx1jxRkBrbpgpMjtaRbFhgY5aP1TXnkK2OKU+BB16oMQbTsmWKlZ4wP1ZUHEliSGCozlUDjirdATW1IXfAb2InJTdLmdqDsddtxM5t/8kNoys6qPVLOBPwRENnQQUTTlAeWP3C6V14y94sCfb+ASwkn/rZb/8wcfCzTiwRkHbbjbyMKPiSedhM+EXfjrBeRUWEUahUiPyZLUtsn8is6Olmx2Hgw5EI+ijC/S6eS+YAh3dJkRrEKLL7GVe/NanriwSjpSgGRPIsj1Yvlh6uUZ64G63XGTSM9ZcETg3Xdf/VG+wVnCzT61G8etbmJQWxhDkWm3r9l+YsCg+YeeOBkkS84XVQB4SXwXQIr3yNTA7cY7/DNvko269q5gMjuK5LYYEgfCbXEp05waGwLmDy2A+0SfRBK7Z2bQzmVrTLCM9uDSaUv4Mo1i+8nVEs+3nSXUZHHxISk51odpdyoe1wuYwuL3oIns5dzWcrhQVuNW0P0vt9eu+SMUaxBPPmDi/BzVYbxNw5+0BWWf7OjbtRgl8MIoiwje/YRWTJlxsky6Jqy04MFmjZ8CqPAE1zmjKl6z3q0F4odCdzp+FUmvZZXyqSB42/HlXcwwcDzBlOuBZGcwjWjp2Ho/fqzeHbiilrF97lQCndWtvGJFTHh8O0zgz9/qNDyKGlmusas4ue9UOzkkD+hBt5IlbKSX0tWBJICXDSc8rQpp/ggf0lWoRExGtHAPV0WMMTd9Jar8PlbuH43Il6dlDfizGFiA7/Jk7ooFjGeeFRYPJ/oNrm5RjDFKBHhEKKG4IBIpfdZYrheq/kKoUJLnuBNCylvxc24gV9K6rXfrR/SYNQktokHFuST8YaR/17D01MmdjxbehDJOcuy/HxIVW9YAC3paSFgDK/aCEqz9yKT2RKzGCgjng7ihR9sK+7jMTEaOHxs+AbLtmMoznLRzDzPw4E7cUqLmkTeScv8S5mk93785/ngMqlprAKXifmnBIFQgKVIc0L4QMMdt8atX3tvGRozKdPCjAkfpMdbVZtFBcvIhaV4Z1pDroNL06QQ2rCbBPW2TDkMRSnLXJZTfNr5WUY4Uqg8LF6mLV99EOOaZxqKVVhAShmkB+HiXrxixNMBVDHCMwskTFqkXYyNdVrVtePKeqbVUeoZPJKgslTcHMRfMBhIGPz32hM85slHKui8IIXZDnohCgAIZas8rcPiC3+Dr1gYyg9lSLr1ekvreGjG4Bqj3XIHLTUuaZPg7bsQ1Hl6ejNdTLIs86McN4SL3xSA0lSgXjsbkLWXrO2NHINUZ+2KXQoPnhQNPFFwOp6fDAKkpe+ikM7iM3KOXPwkn/JgrtJpfVnvBmMTuPA6ydaA5DlfGm7hiwlS9xop8NU2A1+MTptLBiHKdTpT6sJ3NLT+AZECLEjJHE4ICTMqf5U7B37kTryySpFmzn11jnlSaMppwnwDxU51tBeyzNr26dRXAWW9L/ENtOBp5xsspMsPf/eCtwOXKOOBx4zz8TQql3U+AAhrFrnUt/eAr3D8KHqJ+4yftHjv9YrHA2cRgZZZXuR4pF3myYVfPxBkL/nz5unwQEjqWdOWjhVvKAcZtCr1DKvzYsQkpekbatpyLVy5LH4C5F9MC6OyaY4UZRr+0pl6ZSGikmAKafeGZ94mvT9rMs7z6sTBf+reugv85EzGXAnP6k2ZpogM8JM+kCSE4J5fvwYUy+VTPosQ19gn8si44BhBNo9pRz5uhWgdxt/gtfimn24ak9bBksTpx3wibAdA8sM0GqaX6EqP6J70J4eJxY2PcqeuDIapM3DjV+883gMGDiY2gKN6JYjnNrF9srxcXgSNkVXYCdybXf2q3aDB3iUzPBA2fJFu35PhS7/U/9EMGt3i6HMABR6ApCne7UQSS9wVi9sd4Ny4Lh+D/ZaX4CUvaWNrkCbDBPPaj7iCI7AGbYDJmnSeG3KgC8+l2/Tpy3yAMQfKJk79BCfjZwhMUfIJfcJ6A51p/E0nux6xdr2e58eu15KnsPV0q2coQJlPRJ4HKZEzhdybYXVdxEf6+ZjfGZ8oAVBhATPShCkDZg2Lwmy+ImG8Tb5TWKsGPuEYY2VpxCn8Gt5R4lxrGNtck3ag6zUgR+CCf8TDEmYkd+ai3FXCZho0JOEqObcpIdHmXLtNXAoRuWUYBiX3y3LD4BV/Cl5Baj5RyRVf62hNkMu65KF542mhwQYOceZd1scagHUDOsoiz8hlnmQeJYzrygGwAnMmEP68pqSBqGaYMxPWkWvMk8bHxImvOazXXFsuz1rPpgem99JPY/KPyHxiDPSSPE6y27jVZ3oMRvExFMhLyDdf/k4+zd905D5rYSOtEkEcsEReNZB1xigZkxlMv6SDQoXXQYWZZjki02cBxrXZr1iDp7EnZF/OEuM1XIr0mD358hvaC9PMlunUvGzxyLAwkTiV30Quokbdy3F5nsHkwC94Dk/R7NhTHPDcLOYpNpO2dMQY5TXWSpOzM9Ignw2BB1+mQecDeeR94IC/njgpz/pd1izO0DoAUMh2AzCbYJn+F3691l65/MW1uShUFG3oxzj2+EqPItUgpPYTL0+i6EXAwK9SZh7bkelcaiRXdF4Y2sGWp+Jjx0WWhHktrW5CUxjsfNXDps1ELDh5OkVOkMGz5mDAwUw7KDoYeJONaW5UhRfKiOv8xUlCi9tKr9nJ5g/4xU1vDzHMntR7JnoiWBkFQJGViRNv6eVjO0k5I4U/Jgmd6knpAL/1oIddTiWffV7anfqkvCQT/y5DAQ555YVpdajI0nvOpnXAlhs5CQbcRWKTYqA9UnM3SVrS1hSleyQbP4MLybO89hl4pb8MfuqH+3TOIsr50iZNfxDAIbwYjq48H3jZztLWiJyymeej7PDZglbVS4akyNfHdbN6Mq5mOWu4Z0CnjBIiK2tIT3jOZOT5yGe6dRTycO1LlNbQGk+UAXlWWEFFXpi2xQPTv1ZX4kfOj38yOy0OygcFmVZIbmD/w/DD2BTDYjmda2XPqJ81QPY1Vd7KNx8NtCRewZ4DW7OVhZWPXE8CRXadMy0wJcnryBd14XHAm8j/bAtJsKyX0W4GzwJS2nNfToirqeSJ/7NMS9ejngBOa8WX71OHrT0wdaAaB789tMIQY5y4tHnkYh5ZmYeWDPk/vsGyqT7+bt0XfupVuaQMeWPslEMUWPRCHELoSHWxeKgBXEqpLp76WLSlILoPKr0NZ8JjBzrkJ/0dey3vrlmWN/oF7QRpdJCgnvXjDuY4lgZOws17aHQuZICgjIuoZY46MC3Xsl1eTlEIXeYJLPMoU+IXgz1YC4VgZ7hSVV4bZMq8TsSf+BWYA5ZEOd4J8hPDFvMnQZ0KQ9i5Lrd7LaQUwO8o98eA+9hOo1WajGstHdBFAABAAElEQVR5w937WU1vmUnqt0pGAjzw0SD/vLcq5Nt9FMJHIi2voZVnnYRP5gpwYcwgrD8hRPnN9OZs7smS3E6AKctGZgQiQaKRugAGLiu868/IvSlMzCc/EksQVA1DrpeFCt34pjFdvRNezQBfVPwDpwEusBXWoMjdjI83YcpQUo3yUm1Nb/nW1+xQNdKD0wRC0aHZe8vlp/XnA80k0tteLJw5LpPYYd6wTlsFDUFZwpK6sxzuB/o8Lzy+U35JJw9hyRfyJIavwFYuBi7NzgPupyEcFBNlrkFLIHJnh2HeIVte7+V86ZGg2mLe/OAv6CeY16rzPjBVIMTlIy/GtUOY8Bfs5xtF5cHk9+S1yzyi2IBO1sUWRqn3Nb7L03BCuEkjL+vmEQ/zzHry3rzeZ+BCB2bwxCX/hOAmPoOGcP5IG9mCR+bL5neet/yVfLiURAWLzYrBrZEgPE1JaaLgeOxNn8zpHIgtzqRzkBEDlvQ6wk0mPEP4CDwrUxr8pEPhmdfc+cWArXzPDYT7yHPeBSbuzevsBJ2F94EPjuKmp4Y8GvNmsHxyJa88XK9f7xXSptHA14NmBzby+JiHmUonXmhTBkzhdTujlFA4AerTiSsDFP56n5/ky30oE6oEExMe8EP5XgqqbzvuErVEBIR1ST7oFd/1YNucdTrji1KpnHH/EL/iYJg8CSpEiQOxiU+CcGaF5/rzif+wdarjpo5q5nybu2+ClSfKQD8+zPGS8iP48KtwkmHCDoC/46v4NMGcjg/+wWPQwnXgrsEpDjOCAmXH+JmxP/QrLfdD26RxaTvCGPRRKrHQWpJKN9eNL5R1eJmpTUWU/pg5uRfODBHwebP8nd7pVmuhphzxIdU6z81kXNPmKQpopQPbJmlbo2Jtl/Z9LaOwRcs6az0Zt45jn1mO8eZL/ZJM+1B+JCz7P+90ppQ2+RhFItiE1qO2TjqTwaNBgNWWz0jcsuT7eKJu10v8Q2HKWZeIjA7EhLOMZFqVYIrKqmX+MMxk+fiLpFPmrNeoDMsIiDKkt1yjRI1BReR5PNrw2sMIpt5Q7gOvhlsddiYHXvKiG9MFceP+L9+dY3pne9xP48yzg3OfaQ9kT5mZqSAHBe05wAGYFiGaykvqPNfUKThoMZQEfoXPjWKTtsBNHJH82rfgYV9jMGiK6GSmN4mZvzxbBhMSlmk/us7DJliDOTMNuMtE/0AX4XTLyDfcWcdvlpJGHawas0xTro3ICvjM8/HvzLPkjzUxQowVq2BZfgAXF+NG2RGWtXwz/9/1a55Z9kz38f2M93f9Wa5XaDYZ97OzyCkE3n+Ek/mmd8zsU2aMV9Raxn3A4jlD03E34pbVRBYNquZv6vV8xvjMj95DDUMQWfFvIp6sNQqSxC9ClPzEgziNu5Tl4xV6yzJSM6Rrx2SCto3ApNlpNGtgCZLmoz3fBjfgxqtnwcLgL/UrfaYmThUSzASYZKvflBkrkAcqdvNZzsC/eNewLE8CQigWdz94P/Oqn8e9hc8iQsRHGVuGnczAU+ikkWatOL5jRPvU+AzKiCw+A4nxI14qSbPqFZ7RwtZzgXZDAWpgTnVl3UQFxwiU7sJtnSXPBGL5kihvuDCd18v9EjxLPF/dkR92tF5Ja97QmPIKZ/LZ5STS5Skae7whLTDJI/3xqKCsDaaXr8JK4ELFmng45e/y2Uxi2cIiTJ7Z1vLRkqZTT36ZNjx3E4rxhnYyw1Beg9VnNRhM67KR9XY8yw0Q4fghzXr8+rXp5r2wDOlApMGb+ev1ehB1n5koX6uH4QlxoUUElsZG+TL1yjQgJ83xnpEvGtk6A7bPrKeJoxTVm6YM/beFWd4K5n04Pl9/NtM7aFE3iR81z3fpl57lcqn/n703UZLkyLLsErkggapCF2eELfz/n+NICznSXYU9F4Dn3KvPTM3DIzISBVSRI9QId1V9+nbdnqmbm7OpN60xsvpzAY9seE5+NFBwWJhsm3bXCT9Fyfri7Q745nDrgxFY+tv38LsB0ktAVl+ljbofLcrTTB0C75s8At5gn1PMkD8I5D02VkrcpYBPpMMv0Dtej8D2E3R78/AIDIc+Q+xO/mi5fLXnOkYPebnQ28hdE0i2O9YHbx+DjrhJ9r04A3FsTBI+dBOoTtvk0z718i4P/dhV4Gy9XzplXtuFL142PIZ2JTpqM7e0IzsR9Pf0ic3YPb4aBgd8E6wKrhnZ34THR9RzSm+rr6ZcbBlaE4hn78hcAGNk6few6DxwzGT8hW/LqQevfNtTS84pKrp3za0d6dPFO7+bM0rJ206fNB342JCd9sG/zff2ncdevqX5zXX1virfhWWzZ3gL2vwz4OKftUdLu12dzecEPMQdBdmcFl/Aj0o4G1w4h2YG4eTau5t8UumKoVrlVd3h4ndxr4zZ4B/gRM5isEcpgsaRp7gM4tHFwX3ou4AzAHsasBEO0ZarSzc9NqMV4I1+TpBRIKd0sAroiEqnVah6gKAtqUlb38gvL/vJYDUqVe+2ebpqkEkDWbiB5MJRzuUlYYLYVTU7JrRlyHvRoNyOGfmPPzyhSTkKwgvmth+pBtfGNSrEH15XvJ3OFjWttq7jezcedFMoWmQrf75YGV/oI4gPvV2wom8XUMeQC5PJiyzNzBdFR3fw3/MRo+oLCil+zX3e0EQGRPVJTzTE0g0JgCj4BdjiyaQ0yovcxXT/MnbMURArfC76lBPJ7dIurMIKd8H+iWdDKy/slEmbSVvVLTTApfHNeeR9kOoVEHk+epUBqf3UtqmnoZXls37ikCfYYFhv68BW/xbffOqAv2Srr73tpk343cCRhtGPDkAwAkBQ/+FxyAUu7qQpCdrnbegWXvnL9uF2eeG/9Cjv6i9PdR487WqqzqPH3Vx+NBCexh/i7Lqn8S7hHwvs/PYTmLo6wcQSqX2OVce2Nneejv0P/bdrKv5un56a9TnjfLWPL3Wln173uxDLr8qE7sChvPPc5dFwcaG+zil3kBiLjgn4mSZPZXvLKfBW/9yiMj+ZlmmP4z2Ly0NyyO5Rnj54SHIPonrycax3YbzHdWBjTCgu7NJP60L50iD/NReFD4cpDOdbmqlvpAN6Vv4pvp9mMp4B8zOZxV7d6Rj9FC3tu38OvaS9CJZX18tDIXCyri8h8a38lso7X8uZh/KdF5jOkx3vIvJQZhWCC7576EIcXmJc+NjO/+Ue9izCmZTdeNb8vBBeJ2vxTj2sZ2s4QY+V8EZ5zcKFNo+muG61ztZ5Il91Kt8DBlvLp0sc5Oip9UnyLv9sxhf4QtmyBFHBL02WxBTHDrkBWOxtqk9YcIF7NdegoQi5523x7/LayqF/dF0tsl2DI6dLbJptWbymw8JCG5XtO+38pwz9pJya05x7twcYqqnAXXoDBECRlVPt8ojFNB9ti0xfB9c27n0eW1zDGOUJHjJIKSdA9sR102s2ptHCiWFwnzsfDIrWyZofBauV6WJ6BAV8yJZ9Jli0lWC1L1rpMy4YBLnNArinVuqeNuz2wmFS7joCFxNq6zRseSacfGWwkqe0+sZ7Hw2jbIm9y35pbNcf9XIJPXDtJrD0DOXC1Y+g9X5Kc0/zFrWP15NdTmwV5n3DJvgvmaELzDGKT0cHN4zlgwl027dywFvSK9hEMfdAUkdi6AxWQq8tS5b9ftx3LTH8bfMLnvW1Qc7GfzEvuafcfTqC4BHtffYNnHoSpfiRF/LN/4515RynuGkDFpXlWL8PTn3ek+vw2ngnlGZMGCh7O05++ZGPXPOLeIyX3NetMqYoe/rB+pzsqGt+udmcj23ya4alWnY4MuFH4OcXaf3yl2NR+qyG0al+V199Zbsv789f1BmrsnU8VC0KU5bI15HCuWoHTT4zhxaZYznrfYkyrinGHjSbzcsgNvPcR8QyJhK0L7xSwg/kS59Ng7ny6afMC/srevaibtDU3Pk0/Rpl+xb6KCNO+nuomt/KnVu7rlirtvlI/9aXeuZMZyCgvxgb9IEXYV5s5TuGKCvF7u3oj279IN825smmq/ixn/w4baU9PNDp4AXs1sZb+05NW2p/td8ubfIfe1c5vIF15bpgx6irJ27an1HNrSTKXAaNXR5odgzAhPLAHWN7f7kG2da1PoU7Uncth9Nat26w0wpPx9yJWSTr9c+6p4L6SzYGuQ981k0pMoN20e5p41+plu6HLOWS9Hb4aSy1+IG2yAlGwNSZAYsm4IvO8jj1Gv8cv9kyfLZc3ZG2IGd8MyjH2EC/M21eyibZlt4aVLx1OJ2GhBMn8YOSMpwHru/teDUanU5055nJtu5/tXV0jC2QWZ81IhTui6tns08iRnqfBjP+UseceLPOG695O6a/IVTe6ONH7e6VwDN+s5Y5Jtq/+Q6Zt9fC0C7MGk89NinedRy4z6Apz7n8B0iyv9VFG3ujZ8Bt0Be3DskkXTh79hh8cDKwZGja+GZM5a1Nv8f7rkvkbvwdxOmcu4LOwaZ7NrK72FpTWbUr5WXiENzqMvDb3A5LQHDbkPpshg7As08O3sAmsDx1vu250bUCqutVWWtuJA6UtJzMDq1sGfDIL74TuoNq/+Je5UBukyNtEsVs3DJbbu99yoPweC4bZc49ljnJvpryODEtFXn2tchjy5TjC20VQJrT8rG9k6ltBkuuIbUbGEjSnT9y0MUzfYRYZemrk3vtkZtjcxZa8Xa9bN+TbTm5ll/80R6Ilw9fy3Gs0HH+ByOsage6wOOxFN4uUF4UDV91C8Ep26qchUdCxrTByQqeXAUJ6nJLE3x+YWUi3ASkL6iDL64vv9TT03Muz1z8YKiK9cnZd3P/+gTp/gibmsmj82lpueyLnUtBv0Q2fovuEWKpth3jU3uW3em33VdrMaleMpZWe6RxQfc5vizQBHRp3WjVcdJWzC04Br+j29g9vHI7DjL8JVh/es3x4n34PnZSx+sTU/qL3GcrGyRKX/vRpExTt6+WeZJlI0lhvbm5mNSnF8ihCGyC9MkD3N7iF2nV0z6xLeJTqo07fsrOp8pslTL6Th8Iiy7AlJsv/mvPlm7HeOze2j+n2L49KVRt12VaOt5aqzbq7KvjQJpf8gQJ/EBwYC+N1rt++tg+rVwwLI+Q0FhfEtYYtjk63fhhyHb+A7trg/QaeIfPLQ/p7aVdt+EtzLZ/ZuoF0ylx9BNyz9YT82HpHr723IM/pC7kMdzL2F7ECd7ueExc+fjF72yUIgbvGsVc+mGNl5F/r98UO/aEPzSTp02Zd8aAbf+qFH3ZI8au31UPmGMyr/p1ZOgDDxlyEQCCwbqPhLTdxzcev4JrHdrSLWbQhV+qvN1EnuEROttIK0sROQhY/JyOnWWjlziXgF3ALAqWf0tC3YNHlFsasRxpymKJIiidFJ1aHgV/i9ynaRQysh/H/KyxWl/iMPlO5XHettxqMFSTD/X0QeC8pb7y8ZFtUx66yW/he30vD76KCa+8vB9NKVTYFbbV7OcJGAQ3SIUfdLu8vexGPhccHReVewxOaQ+/niX5G4SYErAtnPCGpoHvOdJSj23yV6e+wmC9RTJwr3KzaRJomZy0Ta2vSjOaJmAMwPGswapmDq0nPx94/Fz8a/BmoLECmHlCTQI4T+qYHymX+9135fklvP3kTcQJGsa2nNwiO/BZjDJOPSnowhMVpZ3CSNSOBc+z5w0iBSx43F2ULCzxNG0LhAOd6T5VxkWOMwP4e2IR23CLPoieWizuCmq9Z/zjxx8ahPKFSXFyggnv9ncXMn+IyJ/mzg+zoYyPMfyJn6/WLoN91ewvjKoRMjiVTlLHgHzcY38h1qDaMk5FsWYIi4l5Ug8wSUqvC1prIG4fN2mHLdW5AbmL/Vt+TVihB118cdIJn1cv/AjnVjNeg195quMbxyRC5JuLH/QUrlyffiC+Fy72vRuGujhN5CvNBAzCfVpT54m6Ljk1IAapgnimgGXE+ElfSe+JEqk4ix4+NLS/aWvQQUGfhZXtEg0d5ZUEj48EHWX5aY+ElN04OxbkJaMyUA99Yj/k4gJw5vF6bGywFELKBYy+JI2Nqfh26GfbAU3BuqaYbtsKPd/LV32WPAgid81B++o2+dQMf4tC2toBDuUTEy+MAhux+PfgG8rvVjx1uc9SPe7i2H1x7n26B1Dw5bPbtVyfhls37Li2OTTE3+kfyLgDuIsvo8MoCkf5UrzDbYEu9MCsf1YaBiV0p8Aw3hkr8JkT/OPWneFPo8WpatuUR3zsXfZsZk3zBf+W9kC6W3jIbad/2HqXyWcBnSlauMuZsvlZXjjxRynSRj1rJDkFCGhbeQ6I5M066p42F1Q5TQfHuR1fShPS0mdOp60KDL8YJgq0+sJlKr/8Da6a5tBfeWv+g5okLgG7SJO62UztXp77gI+GYXUAUKCOE7IviIgXshBV9CwvYI1elZ122v+QvN4J69HoSTki4cjTFst21LOow3qt2+GjH0rJOy4qa2AW3CQJcCaNT8Sf8rTt+d2FZxAcFBFSwCHbahR72Kc00Djw6jPy1d6DAO/TVK5wXw3GwJ2PxcA5LI1tqjHSl71IycYm5i2O9QwhGbkBEjQs3plowBKcMfo1o5ybK1d+s7gdplogRd/grI1+XVwipQiLX8dw8UsIvsGSvGO79CtAXAr4A07TH4K0z5SAInbwsRl/vzAOw8NNm/boHMxUFFo4+aTpkeka6fuoUXCWTtNvLiSmfIGP8mxqZXfy1OYE+pFn3+rn0qqAWhy/mCqxvFazWU5m1cMytvhLwRRyKqHlBtpttA8bWMrzZ36CWu4Jfl0oM8yKI57zQK5/+9vfXrzjUZU+j/wtj2VUV+2eX79rkN/gbU4/fEyigas/L61O3luuHD+E9BYTv2iqKdEHWQaGv/rlU/q2J/61E4KkBtc1PF/cFArKhwSRXiTw65f8SotBZC6e8Kk6yn/6oX5fhFSkkZd+c2yId9BC/+oYV/iEjUN+xydj+Ea789PjEVB6mXnS7g6g7+XdhCepwGbp1BbHhmM58wlEyxnb5lCLbx8IM1k+88JsCja+CN7CVWBWffQ8+n3aFp8w4+3gD01ucQBPneaxc/VL5UQLxouut1+8xcA+VjPtcdzomz1pR+y6kWsfmkZ+a9f3W17X1rNWHiMb/bQ/r9NvYo9mrln58RV11wZvrUBvn9AzOCf3syTuPytle1jC7M2nkjoPfjCfMmLhijL27Nz3smKH1T3c/XaLp/S7bRtege8yAIw8e27MfmqMXHivPp91yrZb2sNPS5Dz3/m6J/VzVI8uk+Owg98Bg7D2OBML7coC3LV1BC4BY7t6DV0mFCdY08/1K7R7GoEXcOODoE27FSfoSqyKU1T9Z6Vbnw3Rre6yG52TL7HCu/4CXUIn8I5vxHMdycuF7lRsUx0zhuHiIx7/8pYmp+vqoJ/5j6uD45wujQeDjir5Ktu11TYjB5vaD7alAi/2hLDj6V/CPi+FDSRL8SeIxzEnSjSFspvvA/g442z4B0qjJyxUtaL/AX5Pk/ZZq+K4UY2w2/L4bNrtnKqXIElqAB2cVbr14kUDe1mcVO69MSiOCQHWPtruoQc2vnqc6z3S6tkAY9pH/56kAp2AneLgixu8bSOdtskHx/xeyq00yzYXuNwbHtfsNuhnFyEDHBZBApe0iueGaC1lSpzOPunVEG6ahFQgVKvPrB0bOpVcbBH0TbJnMpGlGttR0Xkyc8Xlzgk8Sd7aly5lMy//wuIrmtQ7PELkAgAXaba0cWRIEMDlC67td/vKJA/J/Cg2Fz8L1kbebVOfPAe4Fyq2RY8g9S0LI3ie/PpLpgm2KBvAavf4WX8glX+CZIItU79wuXQn+9KgPDL77PT/7a//loDaoNvTdbwM7YeczP/ycwN78ZUjT4ovfuKZ7z7m0Jc0X3/Fc8qRqd3W/bjzVdqxiWft22/hz0VhT6wbyPaioeMdVyWYf/vVVy9+/PGn8PsZOX/nlhV/EtuLCS8svG3lKy4utMOT6aOfZKD5pLmwaADe4Do2oLxoIn5cp9qW5ZELVu3k5Q9FTR+KfdLan+IEiE/wPxX7YfDMK8Le4I9uqExz5KxKxuSxroU8b+IsBqWl0guKGSvI2sZ6/YtC6KE/Mx6ohs9iq44mx4lFp3nmALB8ORmRWV9oV+czLVsBjO7x5orihm8Vri9O2uprXY4nbjE0c7mtgGe8y6MvN3Q0hYkurHVlsJdzwWYH+EvHClRvdurYLi9Idj89psLoHnnLl4/h/rPgn9Jbv/CfJO6UR7/b+sDNH+P9GHyn3csz1hsctcWxZ1eYZgy29tj7runeu8WX30DFtCzs8STWzvMJzFH0QAn31C6+YO97KFPcrgshoJpbu2b8OC4PzYNxvDkXK7pr+NHwjMKux768DPyBSc/g+SmUcXdz1gFsS6CNmwMjv/W49Swjizj+1CfUE29FUe2XuNTFoSxaAvrVDs5ckr0C16D9Fcb7Z5w/awbVtMkt9/Hj5zsBu81N7eSl4QDJCxfvYVsUXrizcFjdsVWsy8+0LIJnZJX9KcTTBjEngLiv76d4fV777pGM9QUwm7G/c0yzDfy7gRmQjW/S7zatV+moPJnute/+sJ16OuQe7kPmj2EdcBTsBgrtbM6VcneEKCFL8q5WgWtsUTmYa/9WsWnVG/S2Dc/JIRNv2mtkwIErLiJ56xdY0Vt94aevc7UbdsEqbsmz0UZn6rmaZvcO1kW3TU8axZ/xqk7K8iRV40bHwCM/2MFvyLaUhY+xbNZLdYF8Ah2WmgRheQpFgrG2BUnEQ529LNhg22DOiwl4iLhw1deXejVHdt0BzDKLiifB0LuB5eeyXfBYaWw3eQphwP9eQgLNCf6pBE9LY0PwocuYL+1LnzdOyqPqCKR/5suoc8r9M7e+jA6q5C90wiqn62//wu0n8IturnokT9F9ispcKHgLjIG5j5n05NILCvX2dhzxDNwbHKEfF3Cv6as84gs/qap+yvDmrb82yi1PXgD86Wv44AN+mOqvf/3ri3ee2DMenRM+D14Z7wmq84uiczuJHMMME9idpDdlHtGk6xJAxBT7xLZgkPuc9TepzzgKMW8TGLYf0UnCTVY4lFH42DRJfynf3Txj1fUoBOojnygz6PFVx4ntyBIjA7X6DmLhwJBl/4gpnZvQFwSnljseO+a02zE9gao6yGMCqugoc/g5js4kH+G8wWMes3m27yX0yTiRYKXQhjS8d9/Ib3XRYFcWtQQaG5sDwTbg2vfKT1Awgve9uWXhvDICQPLPndtbl/pBYpnX13foN47iKCi5cMp7oDk+3Ej+mOITaj7iqk0P+nHzk6w+RdPxubGg+Jituz82MY/K+JTsq9Td8KcpbXVOZPxEkcGn/zam4wu9ci/ttgdnoV3grk9Zb4abnEQsck+Oh39tULfTmrYNxq6HMMdbxyf8HejPTDvm3i/KNjmcNyWu5WAIggv/h39CE0B8OyfbOx99zjFMxkh+m2WJierQdxljzrsv8GpAjw+ZkPkRLtZxv2wq3GD85ZTVxvlHnjWNLdZfs/UH6Vz6s8ZGLrykQe4vv7ziYAd+73yCGvSukTa4UpovX1i8CdgXgrhHEntRUJrO0DnXYXUQiLVXUpbDDo2TbdmAe4e1p0J6bGxBf3Iw6CR1FLM6j9zquglbrB/LjgXvMYQFnwmSTsroQvLKVWG3qZvSCvTs6Gw2DnQ3SrZ4JlT+Nj6ZBFnKtY3NqWbd0Wo2Lmyc0S5WV4MDn7O6+twT5shZA2x0PjDPwkXk5sKjD2FpBGzTtXu0bfho2UncAO9ojN1iynN8kNs7TgZLX2XoC7iFXXlO0dM9LBuh4bhVUhz+RSvujOsPzBS/0CY/feUm2uALGKgjp7v36o8EOjTuYpfQ+riVfhRmuTZayi0kkqb7asuMB4XFfPL9V2KlM+Wb68vhjirpOKtOro1HimqrTnZ8rDcIt+3617YIt9QA9uRZxay/+dJxxD3hLGqe9FYdFhzGhMGsAaQXBvrBIPADDR8/vCMg5sTboMzAmCA67eLEaEX7w0OsdjKkP1RFXp6aT195QeAJvnKEeU+3C6JBtqfV4an28qAjOxcdN/QlL4N2x8t8iUhY+ls9eB39rStgIX1OqUHqN//1DA25pUa+flLgNhDvRWefH+8nGmAlzSn6qibTtl9zIVdoPa7eNvAycwUP4lA6YE5fdJ77CMGuA7GZmaDpaA6plslTlpQVkrfR1rpy2oYpR9IX8hC/5Tap0uqu2Kf9ynWd084JpmcWlUod9L8CVMZAuOPN3HFkUJ8LBvpyeCgq5vOWsSF/xs+hj4aZbF95+ot6fZHW4606qGuwFxwbF5v064G9CrtTBMmbrDav8kKNHov3yFfWqeYpNxesMFLf+mWYKIK+y75Q1a76nni3pZEpfH+KivW9zbpp53uuU22b9+WaqR65c8OkRcvk1A98GoZ/cI6GoPXtdAd1EU7AlJwDtjglJu227GXb5yJ4cJOj4Axt2YzutnV9EGhtpb08sGfnnUtBX47p6HRHWWnzxfWJcYOAAoOz6bLrfbFbOeOgGWzDSv9B6M0X0x/796EGJm9Hc/MhrvArjDbB4msQueMXMaTxsuX7adRTf9lk5Vx+GhOkPOaE6wO4F3vT3nFBQ9fJzFPXIvRaczY8ph3dwsfA2P2ENUd9XX94wwz2mffvsi8kWDdIh0/05DtkX1B/ZfSNxtGF9TQ/WJdOhTpPOXM88akyByuv2ceMKbxo96DlDfV60/2mny7/9NPPL3784d2Lv3/344vvf/yBW0T5dJYDpPj7o+t3V+DLYx3R4JHkQpJeWB1jWSYVe0t0wGk/MLbyLMK3dFOX3kXqXjp432t0xJBCr6WRDq/oSf1gaeGoSPIgPSUnVoUnZIuNAzYqUx/OQVl4zdTFiYA/XYjFpCGT4yBST2EwDMzBzF8YDFLVnT5p7dMT5GLk2sAVUn+pS2oXtFTUZ4lewyDjIRIPQBH2iVZue58sHPtJ4pi4GB8yqAuCr3abnEBP9Yc4aU+fi18WwltrKV/0dPPT91dF18TrOM/GgGjl+hcedvA4AYi6pY2JTAu28I7Ox8+SQ3+78X207/2LWTqAAhWv2hWjSukLGWacoGc2a0eD8hXkmy+Dmy4ic8K+jwe1nhS3hHYgzdt1WDF9CNhyT0GRmSCyhMJP81XWxYaE6q9f80NDb7988dXXX6lWAwT8NScFrpn54o628vfuXc8JvEB9x73rP7JA2ScG26qiDzyNNqhXbhc6yjKn/vr1l2oaPb0dRj4NhOsTg3BvR/lvf/pvofn++++Zmy/5ISRvS5GLCyeBNP6T31tO2A3E9ad6dsMx6Dx9nvuntc32+L0X3N4DD4sG6sypjlMAyNCPk/Ti1Jur89kpU4r/hwge1jXbN9cO3ig6QLTfvusYyHhhjHykPX8Mvt76Iq7aeEmnflZ4WwJTD8ZirbjIW0Cy6CCtPGjUV6aUYaBHj011wXN6xPcfor7i8jJQaD9rg2LkET4xzQst54MXZv3Ewy9td24rEXwY2dc+bchfFpzbe9q63sHRPIORBPULPPruuBeYyqro3XTjFHCk1cD0shu9tEMeVs71+kqW9t9jItTYi9dcpG3ysx6seuRtbU8VpbuHfw/2FJ9/aZt7VMY6WqQ8zl1arS5xWmhXW885t02v9BNv9W8+WTzxyk1q59h5C2Ph0Cxxz8t2vu4zHRLp98VAvYRPMog2qcG+L3kLhrMr9tGWvpvxmf1bijQ0b2Urb7ron8hlnRtfAtj3qC/yfSXGK+07fGOY4pJaMHy1zbU++rke6bHNvlv6qYsfXOa7a64kqQ+CeeDLDtcF5VzaT4pe0NHqfhpCxwS0YQxehKin/KhnvafOWiPMfcNXTtHZV+Zkvfsz66mGZg31k9j600cQO6/dKv29kvyZ83rtYdSXHEx9+erFV1++ya2ReYCAe1sGAVrA009+fyZg//77H1/819++e/Gf//XqxX9++x37ordzfnzxDnu6zj84Yd89MeVL90Qh1Rbqy/KeumEVslPu5R3/9y4fcqaAginyduo6jfeld048gTOTZpGnCvqAJ1fyzuWAU1hz9NoeDWeh7SCVg0PSsZJA82Ayup9WDeTT+Wg1+W7IQ+qLSEkishMgE3WRCB5tznHgKRlE+XcxGGQwiVCnmiDASoR1M5+t7sAa5OWPOGXYhRZyiVQiDk5hYSi6DOY9OiJPkT3dqk76uw4vjVwa37sAlLpMW85CtTbs4/wmrHZcJnQicimFh2vEJPBikUxwnoBm0bmgMQwcAceqLfnaxJSbj9gSQDlGDKrOQDHjxcUjNnZcOY4q27wpIIuL30sWFMvCo0n6xHYBwg+KBLAffiao+pmP/T05CC5U2GFgmkXSTlnMXoLzFYGzC6O3lXzzzZ8Jzg2ke9Igb4NrF8sP/KpoFk2uCnL6wamGAbW3rngLSwJqVFJXTzLy1JdXnGCwSCrvf/5f/zdfTv0qrpPP+5fvNEAC1nT8sszwFpYk6ulL2r/ICa64fCpAu+Pc4M8T4NyuYYBPMNnxj9bQeortCUrZnsGkuo8Lxz/K8dnt8U8o7Oh4u7rwPj8FLq5NnJ+jjR5SUfsVGDppTzYZxxdNOf13c/MEKBbIt5QqOgECQHjY1jQXh94ytSfhJjk6pn5lM5uUGUG79kePFKzgYzdIS0tGA1ZHaNMhD4CfRHiBlgsvfO2FUR6lFgsWAVlPi+XQ8TwXP2IcpmijdfooH4fbSDrmeKv4qfrNOhPFgO0+WaiaczcJzphZvHa09lv5tVzbE5RjwuCqt6/B2QUJGzzLv3fSk032JHo8KeLEHqrQ3Kvc8HlIOUSP5cNgcvGuOqbl4pMdF1tuWNsqzDkbQxft2d+3FDcM/oHqBMCRUMUXNyrqs3q5jwV2bjtfCz2e1S7aGuROdX+QLmkQrdCBjjKD/XUpWRRtFS/BurlzXCaLhzX4OcdNop8tAeXtGB/Ld7LsHCxd1vycPiuOPxEqOPQttxiV8magDKL/5BnxoRM0PFabG+K0Da4SAitunoseXuyH7hnuiyLg584h9hjq0dWAfg5qEhh3r+EmFlzV8faCdT4C4GNkksCcRcP7zv1As9/p4qld7G3uDbYbrL9iH3pDoP7m7WsOi77k1ktP23nKGfufB1Kuperm/vLTz+LaLT7s4GuC/F85af/yxbd//+HFd9/+9OIndPyCuxhubolZPr2TnYMapgwa/1gOMzB29B1vh3+q/BTdU21Xvh1i0e8YbWi6ToROXBsPBMr2dno8KG4kjgvTPdk7LAFTWC2Ckn3y/TKBxXZAOXk68qoeoAxewcFhwEVW3iQS+iA5ED6diiOH/kIj4ik7oHf7bvn0lE9EBiw/yuOPvHRSrcG9EZQPiKibEeO4Gf3Je8JYW8SNbau90JNZ9IJL/BGzeUteHD+xSNJ/EI87Tw6AM249xSrOXCQEbpsBBrTqKOt80U9FBMgf4L2P5HYZnyp3wVj64TtlexsDS0g7AAYNchEZPbUYu5d5QFUxSVpTvoBoAf2CHfi0dTEcG0UbOsu3KafOI0AnhJcFeFvmH46pp0Jp+BkU92NlGYjDGjH0gijnCz4UXSQ/fPRjx19efP/L97FqAvDOKe8/N+A3CMZ46bn95SUn2l9wn7sLXjcHvLPmN+ttTuz/9NWfXvzbX16nbND41pWQpJ49qeiphotlN5uOxVfy9g9ZXhA4iOybv3Bf+iuCyfd8TNr70/U5PiFwNdAMPrflvIfGEyBPUb7no02TZRdx9W9wLlt6iZd07RdzdADP+u5Dh8CHd95qxAUAMqXr5iY9GwP84Uhwjy5crORCw80Yfo6HXW7GhzJlmkYzy8qnwfsnJZC2bxbACaAgNvxSyEG5Z11UZygCLJL0JRB5J9VmWxWrHhUlDjPAH1l7OQFD7XOdHHrl9XsAcgAXvtG7zCth+Uh/TZo5d+/WEOmFmx9TbAhv8vbZ2IL+y67j6TXaviXbB6c5de0WR1QKZvK9UhYm2uwTlqcbLO9pxpV881p65YR2lXf8Ke+802+rIfoN0p5vCvg7CssEbDyRjrKFDb/rweMCfAjAmeA9Y2hyGncdxVWsWrSnbz0oBjijELmBlKnjQf0cRaTVKapbccWzyWk+tUiYio1PpfQp2s0YD58Se0F99rnaO+a9gN/iKejyHQ+VZCxTPVLK8l0w69M8dy9Y1x7HgK2uo6P69dN9oNMg5hI0vKWeJNoJ1/MrpbBsgp7LbVg6t323UcrJh0hZrh38LZkamb485nDb2ix9BOU9/rNzaCzUZvHVUS6WydOB6Mba7P7eHxDUd1KVHq+D64m6uW0E5hhanDVGIsWndbEGsd+85uW28/q1+zdrhzCi6X4a/Cp7lsH6l2+/evGagN2HDuRxxATxlv2U2AMrdXzH+v76zU+088N4b/l0+S2fWH9FkP+37/mRPOW9ePHtqx9f/PTDx+svnWLBI2nr0YVhZ+TvtomJcQuSZAaS5WMSWdnSnOTYvvM4OgTcx2jLplTiHJuevHhdk/UdJk6GigKCOkHAlc6auIX2hGiVByjGBI/g7bKP8m5QyZ98n5OgkGWgqUUEHfmTDFbjuYlBzUCJPsuWoT90XIDWT5tncjlAnQvTr5k2u13aXu2ibGWtE9i0SbsKylr+29f4gz7N6sDIjb4jKMvtaJo8LHm7Xdxt7GLTflZfT/Gil2zZMEZeXOyEXQt8hVZXJcrh9FMUykTPAuAWoHoFU2gSP4tBNIN36ouzuCoOobLHOvtdnXKRdMtQtpCEZ2iprgsAT0gFycvAMvyoWMfpUl7S9KnA4p7N+myxj6z0T+bKyac6SMPSFyG26anaKb19pyYGF86tuVVBuD+AKQ9l+zKIdhH1hNmLANbRtHv7iz9Co31vvI1lGXnQgiff//iP/2DhfMmXQf+URzYaVJrE9355v2TqaYf6KtEgWzneC2/6kiDYp7zYZoD+LR9PSjvz3VOSr78iEPd2GE77TV9xkv/z+5/R7yPlr1/8+U/fvPjuu+/yMagumYsLdc1tN+kXGqy7sSTX+pWo+wmDAb+3G/UirvqKy3+S40Pe2vDhA4/GxJ928cyVroOgqv9iXcKOR8s7PL0Q5gpoS/vX8kmTcQBettzkcgoG71Uu1CI6lxavjM01BiNGJHBQ3x6PyPYWRYC5MLKfxePll8UjG9xc2AncbFP/2CA+AnKaSvGxlIuGOEz5JGVIe5O0KB5R3GqbC4m2CBwrF0IyYBBKk/E6xNTjmkEdodpqkoZXbS3Ilr1eaPEsR8YBrLwH+BrxzLSpGgr12dO0j302DywGHDUN2SkflnvxVur0Q/AZXa75SUJP7guYrCsNxSgQ6sypjC8xILNn8uVuqu5bHZOQLL3M4ivn4krdLyvf+Wd/O5IjCILM20FOLpdFL2MYJoNnLo4iGDBRtGPUucMgB9DDASnnslFOXrTkkzPnAYwyR+AVvbJmKLQyLHmqc+5Z0p+2dF2W6+nDZUnXljCARp1US0zRt3RQBg7mpb3roD7xdrh4Kkxg4JjOejd9WabiReLGqP6KFjTBCxOyLqiUaQ3orKOho0dsGh7xsfTsIZGpDyjDqOrYgyFYOlKOYeJY5JBGdZMzapiX7kWa8Jqx6Mn5Ww6QvBWGIoG2p+kenPgUMoP2fjfLg5Q3rNtvvvzqxaucrn+VPes1+46fBvvdqxz2YM9LbkV6w6HSz7yU521+bzgIYhdHFx/X62n+Ly++5SfznnHCfnWyPrskbY/BhW7FhfYQcqGP88AJGs7UM8KSL0xlkD7FSQzJiuf76D6QxeiWk827vKdkgRtukx+4gW6ywRtx4IT/2LHDbZskvGw6AEenhd/J5ESpn2KrC/3wWzoNi53t4AyqbeGziXRox2MjVyTSLb9CGUSefJLk2Xsv10SDov2Y5lV24C84/BUxF1UJTIWB3hOB0vm+89mgq6jkaheVl6LxewDTWvQ0QxJ9Wf1yqKNcAN5fLrY67YveEnTJlhhg0pAWj5S74rTJvmGSix8a3vRQLaVE3cdRZr12UWDij73Hwr1E0BwmmlVeeQcIQlXPmmW7AAM2P8EwqGnquJl1rUSrySxyRtgGt2nA2jl1CwqjTZ8NSnIIutmZn7xcBDt2a4O29j75/bRUnuhP4P2Wp64YjH7gZFtZBq8ROTylX/Dvvvse7r8QIBOMG0gj9iNfgvV0O8E5AH9Y6CMB/3ff/ZTbZ4R7cp5E+2tOOLwlo1+W7Qbkie5fCPz9hdFePPzCfYU/co/8T4z/13w5qY9U9AKhG8uLF3/7r/+K372l4yfuzzewz5NqEGS/eMEi/tgSV043gWOQalDvGDDgfIds/ZmgQYdC2Lk7X7T1Y1gY8Oqc8iIEPF6xoiSh6cbNWAPX3sw94/oxurU/6aXotgZF3CM7N88kFc+64+1LlB1rGpFkH/sxNDbwmjUm5omLzJqgH6jPBixt8AuqrQhEbt6SO19iPrAKzHwJ7FBAgqSIm8ojuWwPylVYoh6hWCqFTk/VxltkfatuZVmO2r2nmeuB0RZXXhCobDTLVcEY2ixbM3Y23J3NUVbGUbEAIDRnP7UZvembK64tqz9s+LCEBQlcqq7dnfflEvwUi3vpj63iGNn1OO1EryPoVID8yyv4jhf/yDvWFNZBelwgi0i7apZ04YpagKXw2OuB8daZAdfgduxWHqe2TgpxFJGS+QpC1/wLzpLTT6NE9lNeg3B/WI455NyVj0Eca0outqnbJm8Plvx07/17DxU8wOgtenE9eNEtm5lMBlr68ceYKj8xgrXZ5Nqlrw24ex/9yWdocsUgzTBTR8rpkywO9gZ80t41YL6T0XExPOUxtPaXLxVbY04blh3pX69UbCepW+e89QWzocXmyHdHUpr6+GlQPsMGoK+zVlH2oQOvaFOUJ+om9yP5p0sSNBc/QTQfXLJFvPjyNSft4L0k/nnjCTuvN56Osz/5IAX3FAPzNxz6vOL2l9eeqHNIZN1yf6sFRmugeyupny6iaPRVa/3mGu13rbwQABt9OWGvc6Or6k5hyzF2BsMGtZgBlYL+5TpED21pTl830MNiaHAq9OkIlL1NOnTSXh7YnouazWgQ0R3OKCvfjVHwNllbUX7VxdLDdLRBs5eL6RTf5Gx8D9yHLAPpwF+N2cxKfHDTBmXGHmWDG7tKI1zQgR+wA8FJ7URiGFMu18Vblk5SmLlQeIrQTb881SkDXLnBObkrvxLl6V/5P/ziTnlFsjSZHMNHPVwIpSflTYh45SfYpO6BgZs8yC2rS1L0FFncCWAoU1+sM8o/uhGEyMmBf+TNX76oBl15bfNB/ZYMZZ9jvRP+0utLmcIWkcI9ZqEaS0c2NXom4nIKQ0k9MhYWH5tzmkO9X1ZxkQ9J3zRAHP56mCwetvN6ePFRWWt9qlz4OpeXGhtji8V3bajPdRv3cuuPfIQIxuiJ/HxxblGJr/WzaLtACvBePFU2ddPz49TW9X/KBMLvuOe8Cyx8lox8YuDFFui2eRvKDz98n48b3/PRos89d7OOrjB6ydj+QHDhveeegvtDQr8SQM8clYdPt1GxdzxH3We2Z8wDdwGWnzhff82jG+En7K0BOAuzfZJbdGjXTpbdymZ1Vf5LTl++4NTeUxLnUDZiyt6+MvfNeyIj/0bW+srxWGckqIendR+f+ZIn8vQHovwoFVjuraysX3l+/E5LJX2RPuAWorqvvDP+xv9LVtaFKWOX/pjkeqrDhWSNsDLBCrDMy9C0LB3aakxoZj1JHzrt5OVGiU30duiXOpK2HYX9ga4IDhdLrkVxZP0rfAiVVSPDI3xovwEdbVOITeoDYH9N+zU/5U1fqqxWhHghu+/Jy6RO9kvm2wDbpHsuKX6BMuCt7egvYFMOq+EnI/6dFQ0sy/ZsPpmdJXSjzzJmKvHQJcvUHcflE4/Vz3aatKaxV91O+anVxqAVP+tGArBDHDgEofBNmxd74wNQHAGmzHvkZR2U3/CgPE/Qct5PoC5N9Ev/uA7UP7VXXcS1X85gUCcyO6HUc/VeTVSIDHlBU9rqCyS8AWp9ZCojn96yPsYmkUjnLxHzYKmP75FP4I2c12+4XeLt1y++4lO5/F7D6jjXBcfPL6whP/INxB/4YuIPP/AUke//zgECj7hF93aTijHfTCw0yu9+r/w+QUt3JdgVRTxIYqUMKLufebGhFXvKmFy4c/ERnKDpC3nVdq/oSy8BOiAzfXAwJPBEnjblJZwDlFFdhbJOWrCcwCPsVzlCE2i7DjjL9v0t9SXL02tPvl1Du2fCUt/w8gvrzl9/Wdi2lx3waTcwV8fXxI2vgbveutYbkBuMv4FnTtW9Xz2BOvgG6AbvHIWL662Jfgr7ygCe3OA96zZtCda5MNPAulBfWHX34FZPxsKLr9qv6X+QfOiMX3j1STTPOGFfHlhZXRZ/Xhu2duWb7DzUaWV7v8KH44kwHTqQa6cP9IncUaQXHrJ+lEiZD9Id+n2A3KVZVt/yusP9FuVaHxuAzpX8FeH3qmFk/jXWpbIBwnC/b6Pu3afHYH86ty81zWFx9msXpp1alIdJWidbvWk+ZRmeXXiW48bFyMVngu4HvJdO8UWCkZPHLW7l3kJbz0ZOEerYeOqnm+9bNQtTAjdpx5Cgu/jWbiUYuNnuSfCk0OnPAVDKaTBBqgH0JHUaM/WFSVG5mreQf97upsJ9l9QF0+8vuL9J2mQhlodXYItAHdt3Qk9NnE+5sE8OTzpIeyfV192EQk+Dt72Mr351gWRhVJ+vkeFPR48seXhC7RdPDbzd9MIvi7LjV14dx34pyKD8m2/+DR97osXJOTr9+7//e+iEefKuX0158gyy++Wh6ie8G0Bv/XIsuICrty9pzYV58WDd57P/8s4Tm9pU3G783ivkn/bkdh2uKz6+Vr6n+t4/uW4xU/CWdJ+BC9ogz8DEcvUef555+1Oa0VNW6QGBpI6g9m0AgOeLcPLxOzBu0NOW/jUQWvS1ovQOW7cmna9upshO6fp2ztXFm+ZyaV2+lwTBjMXOQ2z2QucG7UIDD5s7GqR/wPWKnpo4rENRUOqbfY6gM7ahpprq13GP5PGzLcBd29tH1A0gY8A53wc/jIZWOl5HeETZ1OAwElOXxr7LcjYMqI9fJQuX0GOHdZEXP0pHqgvxZ2gEr/lMfXyGVtFL/uEdPwhDBz8aIYkTX2+dkk9kGKO9VcyAHXyHD2OWkCr90zb5qoAM5XRN8YkB4GoJLrV8isn8ze1RkvsHj77qRW/JwSJkYSOBUWj1hYcS8YnzRxwzYML5M6Vvw0+6Bum5cIDOwFlMvxPj7z+8xzC/m+O8t+4jcb/56//+4r//9/+DMjODNSNrNqx/eWm7n/j1ZP0dn+z97T//54v/8T/+Tz4l/Bu81cmAvHLVx+HTvopqUU5YY4jOZOPTpXqC00wQcQRm/C1a+VHUPtcgb9FAGCjnetfxKj7wspciOMw8S1lHhfnJQtZHytroEMitUObQkkV8LsotI/PYH1jrlJEkK7ANvl9yUBEdgLknrtgb3qyzyPfAxi/n9pBQBSnDhuMWcvUDB2763SD/jafZ6JZbUQzSDcSpe696Trop+2Qwg/UG6Qb04Cdgt9wA3z0pn6z6lBgOZVzf/XFGda6dSEZmxqB2oaOagE37l7nge/uW8fM1etrNJnz/rIB9uWnR7LWAjjdbVCb56tQZ1AcShbro5JMBhTKXdDC7x+GCeVQykKjpBE8D6hoHs1pN2uRsxWh9wXPZ2OkW/SPg4d5cpGuqOR3Rd7hekVMDa/kkc+gOUUG1chhcawPFkjCx7lDfUwMkNVNHl5fj2+fU49Ojb+Ce1UnVxFTaye0slf9t/fQnA9EV+aBF8i3y1Pc+sswr/bsWfEG5eAA/ag5dVQhM0ztVJaYyOBIsv2SUyWwlwVm0B0Cu5wLfYFMcllNXxu670/+DIYXeUzI+Z/IGRx2WHlFNN1GPbeQ5YQpvaFywWNSyuYncf7Po7n3NxHbFy4poS032A4YkQEscOqx2F0rKLpb5C7xt0vSTNRcceXVRjVA4iaXf3KRUWt4hZ7woKS7fc1VkM/NEytON99y3HX1gVJ9gMxuf+iS4XmWYhXFg+oD2NyyWf/7a21e85YWNG5gb1U8E6n/+85+90TzjLl5Hnw/+KBM4LqgG8wYFP/M4SPUPnEVX+my+4L/lC0QmF1/vgxdu0D15FEcX9gF41I4ZQ24+419pfIWXm8zq+9ioLQSZBhkUstGL58m+9tinv3A6Z/IHN+Ir3hwHpvhev4NnOWMqLXZWCqHp/AMfPHG69C0EMYANc/nw3xNxO33VtcdPS+QrP0msONTCItXiC/KEKOiOK3lUgBQ2phYeVIXZjvsvqTIKkofJkdXU8WeZVQ0dwmjpssppK+/QwMLx7FpWdeRpu/QbqI1DAkZ56L+c/u7t2jbjBvj0xfiteXXXQG+VcF7nS+9I0O4ZNxVo3ZL+kF/bec+ZaH1kDYxU2p6lGvy54O9YwE7HJ7jCcxIbflgN0C/eOQ/8Iq7ui1hwMzapz6dk+shGpY4ccasF+fA2dywSsEeege6aG6CLiKc7Vv0U7D2/0aAOuaULboZU6Q39LO2yD2b+y6A2qItzRoi657X4Atem+BQ4TCRTasah/N3XHDMGct5T7Hx6zZhUvmM3TwCJ/egjrnxIapdPKuARCPCsB0ueY0Mf+/sTPxOk/2TQjh3e3uLr9ZuvWfe+fPFv3/AIWv3EX06F1yRKnwFXF8TzBXQeg/vdty9+4pQ9n1Ixp/L9u3RCFBpNVC9JvaZf5KHq0ZvJpNWYbAdnDs4tJ/1On9htCh24nfPSN+kfabNXuI4tgmNNA5I9Il6UTgxhvfjJ7Sq5iC88y5i68Kos4eK6JmvJ2veUSRNuIS8u8TD1rrMs0UjBsIWjWq4/BuV++Vg5OYGnPbe3eHLuiTwRsafo7kVzO0oez7hO2BOcc5IeWG5X6SekjhftzMm+ATr43taZp8WgmMG6yvhuXj9Q0g4gWap4k4cXHn4S/OHVR/YZ9ok/2cdioXMGcYq+ZcgdtaOwBmcwOkviCP3nRyllNdTyYCBAM0IOPqvgBD2oGMzqIq5fxkieeieVJKNj2jZdbLsn45StZuUprubtA3cmnQZEB3falTqcrv4Y+SNzeA1NchhNUPsAnivi0Vnd1K6vVO68VWYbRu6BpiwrKk9qQNByAPtb9AL/xn9BOUiwiPbD3zTGl+ZBtN92n6yAAWhlowrNBzvgpy9OqCp4tV45wgEsvc7bKwCbNnETZIbOgWfSdv3KQDdl4AMbM+MzgGEDalxFReqwGESJBS55gk/dbSxv4ZGkPxeftvZ9Ng0VeWCL/CepaNLkq5YVq6ow/XVUdLanVU3b3RC6KTRgzIKoYVlo9CxlkYPnktwr+9HbNvXMRuqGAkD0SfpsPylOUAyPnOpHXd76PySVJ5c4mCwMRbZQ7jlFtp1Xg461EKE396mwqHG2sObg2GjehRoelE3Sysa+UHd295ys/wig8+VXnhLzTRZJP4b+lfsD3xOIx2cJlHvKbRDtrSnvCdzVLV8W/fNfUtY+AwRvkYlJjC/L2uLHnMrpve7ox2Kc+xddtPmLN71FBRxPwdy0xf2gLVnYY0b8ObfE2K+e6vvFWj8Wf4s+7/lU4NX6EY6xS13sm3RApK0imfZFJ2zUHhCjZ/TXIAvLR7PBqom8fU05Bd7SazqZdBnrwgRD4wYWv1LVNuVOUInjg9Y5wTjj1iRJMz5hGJEVG5rqMazxI8gJHKNCx6geTlpZ5gN4DZxZB8DNKBHGX2RFVQl8hVkuEA0Q+2SI7jXy6gssdQe1/CnjWy+W0k5/+ue/wVjt7dhUN2EqEVyQ0rL0CRnjKjhL3lz0AZRcFOSpS+eo/q1eyqzs6lVZjit1kDJ0cgh9uam7dAmYyXPRJx9hmJ0oBgAAQABJREFU+CC0rkfQJFgnuPYkOHobKNJk3/Rj/bnwdI1gRVkubaYMZZIiT7nVcfRK0E2b/BzHOUWNxVyMoss7v7jNibI2e+XrUzkOGcNbsQrSRkUtHSxXV8e9SkzS1lgDACzL8DYodT9M4AuckcwXC7veeAvEl562cqbp3vaBU1WqWYsSPKoDp9+KoUhF6bJu3zrnK8t3ygTsX3Ch/ZLcXZORBy0vdGGmEiQiyfmjX3zpm/xBCr6rinQNXNHfi4r4Bh4qsTbHYx5XHRrOFH7gRuesDW2TRgm8hZeBblj6tiXHi9us+P7lH0Bww0FdRDC41t/BIpdufF5Y+WPTNr4K850EH7+YedgjP5q01dNtpcZ8jtTdp8Wr35ANrHzlIS8Zum4bhBuMM5YJil97Cwst4Yf/DdIBB4cfKGruGGCNa/BenNAarAPvibpjqXgG5v0EGP1UdktVAyfri46aqpZ3/VL8fHLAlYN7ykf2pl/JnQ9ffeCJMxu/J4oKaHKCHUknDZxyJkCUnNFyVfigS0Gc8sXdVZVOEdraSbsbvpev/O7Vys0WB9ue9podXwWOAvXT5hyZ7cRPlZVz01FB3+CV4rvptLN1yfXlCXdz/dx00kO7yE/Yzs3JVP/UR6dsyYbmvgZjg/x2jM13F/gu9+TtZDLlfU0+63HBxnZcMgFL9R1Z0VayO0nOZRQaGO2aD8HWRYDYfPYxkCWimPdoZywfvCg4O87rii4y0/5LJm1rLzkpnaA7C15ofesilP53AYsDWP7ZDLL5ujmwybk5ipu+ksZgDZgbWT4SzOLvolbGOSXgo1g1FMShNsnNWr7MQXkJIllvQGHAixx4vfGRVCwildcgaWGHYzYoAMpTtW6oBqTrlKvILKYudAZ9LIScSignz4CnPRsWhC6O2uscte/iA9UIbXnL44svvq7u+MQg7Ntv/4tHY3HPOhttg1MXbIJJH0Xq6Rcy+oMYDdr8aehv//4hvzBnYPKXbwzcebwWJ+lIUzi/YMd2iT/cIPwzzz2iHObLy19e3ZP6+rKvDPLfEgTYN+prvyUozP3sveBQV5828O6nH+ILF+wERWGqjfYYaa3BztvpJ/3lF5x++Vg/KmPoE8Srmy8oMgfkgy2TpsczBvCfSRtDI90ac0Nr7qbpkHAzycf70LQv5KYsyQ02Gaf4x2AtQS/r/gQ0acMX+ijjGjp3AanjO3h3vBvE1Z/WqRRnrY1+QhOfqqdt8ovsMEqbY1nL/PTCsfYrAz+44VXeEGl44eAqJZ92oLunxPoseolHim6Rd/oytkR+Lzjy677K8w94LxKkp46+3i6R2zYWz4Ov+sae0qYPwkPSJb/IOj4w+WdUkM/Y2NiKneZmjmvrxcw7g8rHpiaQ1reMNcesczRPwmBu9ALeJsYyOP45L53nld9c28Zm/Zxxv/TKhaoBuYEz80p7staAl74U388PYKpeDnmfGOM4p5g1ygMK6TwVrze0Ctz0csvHe+YsNfBzkJIFRdMJ0AE7Xs0t6Q5l6kFHjHl/ep4cmwya3Roy/0C+yuv4KAM4hpHa+XINV1+CRJqU94qg1ABT+Mxn4ZLl9g5ySVW3c0rBBsbmjjlfUOBHMaTrO7kiI9fclnmnEHxpmtqKPuLZR2T2rdwnRULGx0knx/ypvzTLedoysg3eD7j+0pbwrw/Sj+qpTo651ZYvHCsvgmmy76lkrQNHPvmSaAi46KF9+Cb4Dj7sHCdYYqCe+8zJG4TDi5Y+mtFgHP7gpo6cuQWmp+kT7HM4k3vS3bN6e0xuxQm+fUnvqoS81EuzkGFfmBsPxByUF8NLN+dIGlWTJK7rvvtQHtvL2uPa6V5080unsrxNclmcKNGXSQPJl9WEd3S08cn3kTH5Y8gj4bb9CncgZJGA3clRWDsvS64rSVIxVFW6gdp03o9YzLQeCBIIL72uNunwSRmQBYb3wPf8wNmBq/xU2x30R0DafCi9cJgsUb/2TgC5DAqONFL96uJJobWSCx+Ow3tEJJ9GfHPAN7+Ui+/1naUEPGdVyKn3wU9MWgYPeOQjJPnAq7kswjc0x5uF9pHLrvfdSubGEB6sRgebzCJHS1hJmM10bGabz0If30DkF+bkfdCHom9Dk3G5nGLZcRN631n4ozMkJ770+rFLs5MtC2bu//R0VpnQ0n4EuwtWWR2ZUivW+/FcBC33I8olC9Hiu4nmVGLdO+nCmaDIxaSiYp82Rv/lr+wTnBgL14xpZ6vFR5URd7qhyyi80JvTDf9MfbRZaXOqx+mrwdwXBjZu9AmMKlAdj3GA3n5ceASyUVQNSGWdwjfffJMg8v2PP1cHoPaAdJ6KVD/KnpbjQy+U9K8svC3Gk/k3bKZ7UKeoBilutAbzb1/8mUc4zn3sc+Ke/kNPeVg22NF/CdRWv9sfChOe0yD4SY/S2Ux8Zq/343vCIo+80G/oDE4/eAGEvqZxg8HfcTGAgJ48s+Cv4A+BlO379cQJ8E+YAaKv9sEETm4WwnvCLC87XR7a1AueXtQZVDd4apBumT+DXeRL74+E+ClCxpNt8PGVcSTbBdOmthUmQuYC7XtKTXrp4I/x0BVDXlL3Ii+cs2Ha7hgLIpXiLRrrIVtQBl7r+JiC4zABubwPPHEWHsD4R8lB6biWW/8qO/ir/9sfspNh6bbBLKQvZRyD3DnqaHVs5P1o6ShOE29XTkGumBRdPuTi+8xdawsl88SxboBD5MPAZ04bwK8xKRPnj2uh6452JelfPx0yx2nOL5uisvwz/oGZh1a76UXx4NSDCwho891PWgyMHa4Z9QJ9kex7K5kjqaPParPdJO8dqJ6Go7lQ0gbqHtAktpOANdd767NeuC7wfRK/iMhgip8YQMCYm9QNHA/e8IgoIPVr9euYgM/ykxcqcSn2amt11wYJh6d8V3LgrZfBOqOKhs6IytaP6AZf+1GdZjzJofHN0hL+aB/9ZCldxaaSuv5Lf9GS8EnFRGpl6TuUIsMj46Bo7b+WM/+khWnss0ghOI4Nqlnj0y5cVOAOOdodWVmbpZFUfP/SHZaALN+I172utnjh6ScX+tcvjfYTTfcBewI+8qDsLfLqYNn12PHtrTJ5eSq/ygnOF032AvsOJn4a8PLVl+TKUiO5m9AtvvSNtZMB7AWq67E2to8ca/RIYJCoOvNGnavTyMAWWX4y6aFJ9cPUKlB/qdiDJPIt/IbBA5oB3NI9Bi9eDF+sNdSUAZfiVWZBwBZeOZemZd736l4OwpVfQA9wDk7/LylUZ9XsFLlRy8HBQLV9/GfF8rEIp22jo23MvrhyQ7kWT7+JX77D4Yo5/K6tp7wIPtgBX4hmmJExb/PAHQvK67JdQrll/VF0QIwiaUWm7dZ2caDgr8LKrWXlbNrJkcTCcAhQFxgQ6PsRLEKyiCZYDOriKjxKjwx1kbbBdFDbpMAlU8VKHxHr1qsugjatvh1nQOeixkNMkhZlfBAQ7AyusqiAkQ1REUuaeZbJGO0CVT96IqK2bqgJnigft2C5cbuYRWLMrzx5SITdfgzpgpd75AkOEuiih49ONDi0LvpHAlUf2Sid100umD1RceF0oaxFnmR1gXXB9XSdHmOTJZJWw8QSH7/ofewqZhCXBR7ctwb1WYz5OBw5/oiW8WCeiwzfbpVyefHiOxdiaBNwCCA5hhJwuxDrH9oNgCU48MAR3bpfLMuFC8HtBP45BaYt4zb9of7eXuNtPAa+pUm7vMAJH+Ce6rbOrTjwhgn2RnjyBOD4InqjRcZcmrWjLzeXI9DXP8tHlKK3tBnzwOU9eqbVjuLft2w6VvjPxiTUss3qhZ8viQZJt6lzaf50Rc7hnlz28jMd0PhC8QNpu+8NrlqfEatNzi3z2IftJ7eWdk5pjb2xJHKu9nQlKU28CD/nUYgi/MRf2pvR7jqiLukztVi2SDT6Wh59po92mGVTD3BYpzKgq2tGt2N9KZDx6rkwcuou8OLUKAQXbVnpKFCn3Kp4prMWlZHhipEgWVybo9DoEaLjTb8Pp6VI2xoxU5aJfGR0mzpjhU57/dZ1IJZA5jXJFz5iT0au1axpfADKPCFnbfG01SXGi4dwZByIfei1VoZCqkfWHfCiljK00dw/Nqt+ohkNwufkpbYr2ef2ffgr+bRnUDJh3PxsJesXw+9yC87uTz17wVR1+z9A82k17+t8XyB5HHpaLo1rauY91bnAiS20q+5RHs6xkzXb9dcyODmosJ2yByml45owOCV07c9r0QxfA3X1Mv+Sdd0+1gSHTQN07jlftDl5t0w/W3bf6C0uSxdIm3SQPoNRmLnI9KWuPg3GW6bSxnvGmgcXji8uql7SQfpkUuYYA8Qx0pd7Cq8Mmh4Q5bacIXhunmAjyPtAQwk9yeA+DACnE0PDTA7rPQF31fGq9Uji+tLQM4X3qu7lwXgcJq+l2yCn3spcBVq75cE0LlLedx0HbEf9MUld5mr1t0q4tUc+V571TfnXlnSheBZW2ssD+2TOODjSpX8PaAon7/Z7xI5sVJhJOVT9iEzdVr9u3SKvjr3qP4vy0JpnnQzpsu8080BzSDZRWIsPBUDlr8jIoVl+Z3L5mw2FhqPNBR0K7WLyBcxC2GDa2oJbjGzfkJKTQjmuNH5ZaOlLbWZRkXcCQttwfZ/asWbRoksALT6vLGowzkaB3NqsAtCwWblO9wSN63lVQe8EZywgJrXK/ZPa4YKypmsWffRJ2o8CwNEOsHmrHE/YTfFL2lxPkOUipe2Uv+CJD34s+fartwSnlS25G6d4JkLKLnDQGCB/QJa42viRxzz+sgJ75SrRINfbN3KajVbZTNVvBcrveN5xF0r4L+eL68sx1RdNBtLw8xTd++ATZKuQ+kUHaLiwsD0eY8OeX0+dsVn26su9u+pKrp6OjQmUx05ZxwCI7MtsfPkEQ11Wm0FBEIWt0tI55DqP5AYq0fA+cGleGNFDnGmTm31iSrb0zOhGD8eDXxRUL3qyiIOtPdJBmMdPrj5rc/eRg/miVMbOZYGfl2X9Wcoiqz1/JY2n1OeOlB3ml5mT9FcmCtz0izLGISA4Gkqn9dU86w1l71L2fYHBjjfhowKU8Zu8lKSfLNvUeSngTJlDi371BI3qk4zcQtPQy9lyphzNkS7/DTfCIZO64MzmMBLfZJtBzvAN8Ik38SaW1kxfk8IHhsMvuDRGvriDuOXaKDwnkZsSrq9Pp51by9NHUWr5IbyHkc5imnhLYXRXBMo6V/tlRXwKzJehu82mUatzYIXXMOg6I6YjYRGaGRzCJH0xTMrqwbs402eUaEfjnSbCM4JCe7HHzfRuEt81++zv2gW1YJJxaMYjwqZNbnnRNjrlcAQdgoNdAzef+9Et23/iNLClrg/krWds5y8n3PIIH1YZctME1gO3PnLsl5OnejTgNtBVXu9hp5wrxOrvyblfKBZH2p6oe1hkmUAeeE7c5R1ZUSNvkQtj6Y6EHO9Bj0CyS8pAAkLOSIoC7tuzxroOZO8xsM+a0DbleOGQR0SOsRfGDyqn5IP5AxwVsfdUfvAdDA6bewmcrDKT2znFVaddr8fKw/VWpxNfPsUyW8UhezKnG872YSIkOluQ94mzo5zyxZt04vfK6jG/DP6Z3+eHBkuoE9409clPDmfpKR9Mm/4cHrtvC1t95ODdZO54p7T7Pr+HOwGotN30a8/oEbg+D/PRNJUFiTZLoJOLuv+5yi2ewazaO2/0Wb7csVh0KHa8RErI9z4CSjUQ2+DP1Ifal3D/lOcElk/hbsoppZGFiVw++aKTuFFy+RvEfJwG3EXdRV5lDQAzgZVjQKsc/O8pgNGyZdlnNIYHFZJ25mN8YHNyl76F70f08vFiCRJBXOpmV5eXQ1sb9Ess03cytBY/mrOwcOKbTUgdMUyM44SdivXQQOTpcGwB13i77CxDIS5v7wlwG0xDpmzoDMC9lUJaT47zVJkE0LQZqCdYB07uguemKq/QuggqW7+5EFqmzXpv1UBwfOaY8dYVcXAD7RmH+iC8akl7UzslwucBK0Mz9YH22sRf6CjHueqzWgZn5XH+QbvkZHPwwmiQwjQyDCIFz5xpvwNAmegqKmzUUqHlIEF1sa4UP5YffKO54EsbmQcV8PozHR/attnPkcKnD+Gjfxd99F664x2gJBsnlcUJWnWbLe6oQ/LbczmOgOqSsa1vlo7DWx/Yd9pjil2W+R8OPRHV6/X3jOkQrDc9ERbLkO4Va9zRMHzD2jp6LFR0So+eAsNzaBiX6oIyQNqSsdoLbfk+tAncUX5XcivL6TGUyBvlNprnFsdW8Z1fGZusn8LtjXwKB399cabRxrwN9ovE1lw3pX9OGrSuodDAprSU09hxK68vPtaPOhhV47fc2UPdL+L6QzsqTbjFeuHL9b56dEeEhyqng9pn+Q4DC8SuR9YLcIpq36uLGpBAtChUBHOvD4MLfMLbytvoQsPbSuKb9vFwlFfj7DeqqzZtH/ml932NyLQHZ+lquXp1LwuP4LcUMTKXd805c30XqfCnMZ8ELx2OWFBKZdDefbVM9H1P1+FAe+jJjcVzp4Aw+B9PacGH8Zu8YJH71VnviYP5ZJecOde+hB+d473swvx1U42vDigTffomDKLVV7bA2P+8eIOPerOZxEeGx36SpWfs0I5/2ic5KLL/uE7Ip3PZ9QVGuVjZz8GG7J+c2xl26B+X5L5LmPLkSt7L1eSEbC69wTxxMrlKePfdTkpH2Yq9n15srlLvMgXYSTut0qjTHdr4uPBT66G7k4fVfcyx5Lf2m3Sj4Ui4B6tWg1HLciq1QGfLYAIRCP9ckZNfAnYm8KTRfTYy9bEsfIKw4HZlTTE6M+nEi9+d5E5oaPR5NqOUy+eURpuLgBOPZAAJFWTSuDj2fnBJ9zEibsdJJ7flBJqwkZ+/m5MEoV9lymngkiFcnFOHRRM9CcHe9f5oH22YbRPE3qvs+uItFDCAr/d1GtR/eG/uLRTkysaG4C+dDLR9Hfc5E5znHmhoxc+m5a0oa0Eiq+3aoij1hVe+EOhqtdLIiWdA8iLhQ3hEPbAmsPZDavSijyeQ9VRC3vob5uGfCx36LDgZDzMXwcwznKtLO0gZwJE7QZT8NhczFtTcFwk7j0RR76clOMXyNgOxhF+/97N4AB/rI8uBsif7GtS8At/6uML0whIg3slX9L0a/gIzoPWDCP5faQ5mwEXZk6QwKAjmQ5lNZnfUIorfV/mfl6nVaGZ+a8WpiRbEfwuUeYYdod6dZ7t12jpHqcN2aJUg7b00vtE90uY16t0jCOzUW64HukxM5uhzaWvLhjyA5+RnXwZ7iXkO5eM4G5MbReO3+GKnPqw8gKcXDtCzCnP4kR7a1pfwGx/CyU/schsjDerkHGWly33QLhfebega5BdFM5exw3VHzxvEZ/9g3XGf8vY5+1qeGQrL/Iin3MDbDeVqglX1Sm9aYf1qXZj49o2QG0IgJlvuJsdrxvBDuuyHB1i8VQl+uW3FsllCRhvlyie55VVvabXJmr8Ex5bAT7AsfL0sWO73JoQbrHfNdh3uaTg8KDeIx5cQ5EUA3QspYBT6hVGicvoh+MD0q+X5ISTxDPTlbZn/tOc0Hxj/gWtu7BNP+LIxBRvhq9dyiMX46BhhbHCQIQ9vheI4qTwcH4730C1KFv7uwUD5n3Ei/1lLPjtgT8cuIb9HpuGm8h31P4/zPZ12fvn4ZGO99mD8oMubLEszi6/oQzJjd3DNg78QHFzWQ0slQeWOLL6iBt9idzoJz4Sg4AWxDbsdJ2JLwUjQsTGWtkxu0MXZhZ087ton6raQSaqNw2N8WC7iHqWrlIciw8LJNambIuDIIN/M6eiQPRMgnGmc9hCUzwTy4QWCtyKcJ2FKsn9GorKoFxzgfPQdeWkwyKNpZSkjSlBOki3bhwBUI5OPsu15b+GYaC664mSzBkM56VuI59F/0o3+1ZU6hdAxe4UZTMvDoM6NQHyDaNYEguIG0TSpUNvEXTg5nbcM7CPB8weeeez9zXLDhNB4v/YE5Qa63ru987KcgB2q9hOUcQPyZBE2p97hK2wVzHIx5XaVuW+/aE3EJJD2l+hM8o/tFGZB9ee7fb7NpPmkInXmwsiJHgiLvO1TloxhgI6lzi27WJ9Uh+FrPuPwKMuMFL1arN9WuVq3suvh+EjSnrOYcbOqd7PYcK9lMbzLC1l0UVKyQRo+t7pkJylNbpkAb1CGxFw2t6z29v8ly3+gwVfW19q/2peOH4MW58fMkd9bp64WlRHef4ALXDuOtJcP4MNC1lvArpFOM9cGz1BzEEGeqWewznLhymlw71HBJNcp11nXJW/769rS1vCOSucMs3TWhsvDPP7aaLsXb/Y9JLlAeqHc/lSP9K2Sb9a99jd8MTR7NLlrmZ8+mmZMzL48fNRHGdLEJt52meULH9s5BLLeQNmAXQH1Q9ulNVAWd9GkbLDO/eu0HSfiKdfU3M4CQW6TgV/wfCa6t8Rg8zwjXZvFkVdud1FvOk78XEhQ96lluR3GI3h1A2aSR/l6bzs6quBtGpDdg1wzQTMe3bMDkI72iQkosLeyqzN+Qkdb0ibjmQH7OSDLwXeVHVV0bFQ6mylVzmhvk+WjqzGc6tLJ1j25iY+eBkaWcwW0s1sEZXHLiEHpH4T7xnuV0YG7w/rIqk60E65QFRBSBXxn2CiBU0hlwyumRaqID5KTW8wEh2VzwRl7HRA92WMQyf/WtEXloD7T0iFMlt3DEKQZLC4gpt0nB/tVULXBd6Bm3NCmTlpnajCcYnAlHRqh8Tt5fWNdGltMqyDMAc1p7IBsddJMUp5DXh3CQyaUIwuAHtpT+AXfwJarWdql1e58g17im5Rf7ByYfRT+jHkdTyUBavqOJRofVJ/qlKtpxmpRbaHs7QXQ9YVkeVg3sF64uTcSIm/3yGZgsL1ossjT5sQ+HvcGnU9KyO0j8kHfkSF+TnS0AZX1nvcJxt/xV30Igc156Rnr2ZjYXA6PE9z25FdG09t4cQt6j8GT9kVp50wx8pUkC+GrYSG0T6u/OG6J6mJypXF+GLNHf+Q6H5KKQnHVZcurVpG7zkUUb8nN+Fvl4ZGLnKmsfCxNFQJp9FqcBTA8Dvknw6V2yUYotf1ku2tjUDaMg3VpD97F87192gbfD5RVuLVrtNKWbgIx4iLzZNL1S/0ds76PDzIa9gVCDvkuSgUfeqgjr0+l+XQieHRQ++hTVJ9ov+i34+7aCXf+38KqtePlXiq6OM4rbSy+tyUkgRAf0SZuDgssS+EbKRSrHPkpA9X49XLe1hfqWOYlGcIb/y6w/Ed+tBPu5gMzi6mqwZomAQgHNOtyWOUNIKnjHRxgM66CS8X+Gzod0n0/ZLxhA6pPQDPQ5DBzHrs2ylg/VBr4yvF1ITjx4mFkT9+pkzD1Mw3ccj+vxFzaOu6Fil/u8W3oAzyEKt9fVt5Tbm+xAWp7JLfDhE9hYs+tbhqg7eIJN9jM2u0hhz5xLQUenZUF1pSF25g130L+XY9LEFsBWpV/8tgws5U+Sf9GUBHg3z0agkWTQgyF2H/szXq0+qIBsiMc3eDnRXtg0qfvHUYdSDSlz9yfj7KU4vE3twYByHgo1eoF5QXP1V5s+a4ylaNN3uCJYG4o4KiWJl8AjQ4E3N5jjoA+EtNWg2mCcPcKKr3lxYsBqsj2ckOYPeTFVND0CzK021eeYqZTac92R1Fe+ZQeVC9aoqdK8erBnbxE0l/iOgLsM+NX9SJnPCRIp9Yx0XhBXu1huw8q93xvK+R5/flEKJxgtqVnBuwbBUo1qdZRWeXHYFIM7sqnaotlXukoUZN2Xna2xgML8uA0zwS6glbNwaLXHya5T1K89SwomX26D8iBZG/ynzpvS2FPOIV1oNNxa/IXb7ifuTyV5Wmef0eCXybSmkxZjML4UOBAPQrq45XYSg6IusZBoYrmSlu2GRAeNQunX0bfmnfKnFIHW4jLs2wL4H3a90V0aCvzJFguOmi9r9kFdXyD5mnTRwa4STCz3cVOGf0ocmxfG3JwwF68CHUXLv4OHydYmjvRRIVXgmDynLAGAfghSyT7S5m89CG3TXjqbNne1HbbrKl76+WRk231sR28PLmDsni95274q4vl1SfjLmCCdYldOc0Wjr4dXOydohuXi2ESNvFEsgcpT+YQDuODL1UXaxlJrYzFpReZB5dhiB17h66BlEw+SfCY4tTJ9ckofMEHrv5HklZeUYgy+XwakqbVYPMuh9GflrCaoXJhelRgrz8dJ8GOWtJX6Il3ryTWvdSZPiYWq++VIU0CvXvEC+Y4rB63SMPjKv1aG9m3tHtdipExPG3Xd9f6SbXDT+jTpVvNnsZ+Xuvn6vG5+GixDyiVyiS1gD2r3E/ZFu9dhOVVt58PfwZWv8vJtJM9BiniY35UH16r+Rx79/ALu205x9mmzY5kmYm6g6qr7xvNAubiZoGlOVy32iUJy6nfZzytz8rzCdFDVUJ7gJEzuhywG+6uTbN8iRP9yV3jXaFdJhIYkyfADb2hGa1hLr3lNORN8FQnbwPvaTsRbJ8RY9mxY96S2sA7/vJtvUbhwMUljaFjQRlTG6QCJBVSGaHsW9AGVxCUC1doX3I7cdKeqm/140U1wLb0UJKy9cDgolku/oyzl/wWQG47oc29bE7WISVYZ9/hlRU+9H4C6/3oHqDK20canyfgORVHSPoMhNzqsgL7xAkJ5+VMkoEvvXGUKUKfvdEmUn3le0ulicWZisYcX/i8fPYeHwmaueOnFN5eSkxgOvZXmrMfwiqfbq8x1DKjzhgjsQe3ZoXyuW/K1buTlq5W90Fu3QHrc0w/lcpu4xnah/Vu8MBR/DbFbcfg3Fphfv2om55cKRKi/zIC+k6LNTlSHz3WkIyydNw+YSQ/2e7cR9SRJzChlvBu6ds9wcGErPw7atGBTjWAWJJX2+gjDwf1WW+wsXQ/JBbPqv5T1QksH2xGRQqObw6W0qgLAIknnWIDmaA1eCC6iMU83qqX/fBQN4lz8aIsX9QrCzrxVwAVyqFXFTdA60snx7/1BtaOD4P16l9dLOvChrHyk1RMpfo3o+rkrSD7IkrxZh+p7/CWQkMnE9He0laKabDgIu9iblo0wWrftn+R4wISuHyuyTGS/RgFoi1sZx4u8QyZWeIrpfKly7J2Zbhq2eAoV4cCqzoCo4Y63Uv34TO+pditOMoaMSmCpnLmwXik7cRqSbT4xcLG2vJF1Na263jLb/9k57btc+v7RccmPqNieD2lizi7G+Rx8Nnm/fC6zT/F+wF+nKbE9m0uJjYmMz9u6f7/+v96Hug6znhznD1jrP0mD6zFO4GtMhh6ysttECxMo8Nv4r2IfgsPaQzsoh76lIcw11H3D3aMqNtVc07bNcGDVgnN2Lwodi45q+TTIzNhwQDmrFJWZ7prO5XAhQSrqAcO4N8lzf5xy2yJCzgWahjKpG+A7nSB0R4YaKLuMHntMJnabvxk7NJTbump47yefNdnBtnlRYANo/mUVZ16/7j4c8ruSbqHLu2nPt1FnvBCjvw9+VZGfq03cLUxqeXomeKqu2s3RWdo+inSQE/ceyX70tjnJd8yJUbP/n5yRK/VwRkB6XNHF3v3ioV8cIJl08Qy8vy8gN3xFElyUXGlNnWg6xyF2DZ5DZxBudBD2nDen9jVoeD5IoVr+Agi2FmK2xY8C3tSr32HPtrUtjru7zYrKTqb5yUmGsnLv8xKJ2kplZsXlP4S3NGba7IBDD9YPZnqh/IUcYKmEqGV/NKBUaVidM0hsJjj7/Fr8uhe/VVb3XNSrbF0x7goIgQZWSqyLKO/fKyXn2X+wAs8eg12iYKb+67E6wDzgjKDTJkglKcL1sOkDrlvy5uwTdKq150UKEY0B2EZpAwJCyegTgl+jKGx2WVimRvOvbVFFtDpnyQ/OJOLSrg4r3Km0tYDjNdcVEkTWtssLB1o1+bOBXjQlFtgHDcrDW9ls4yEVh6nLoNpe4Ssd/iqli9SWyy5URSISUfaigcsBRpcIJI2oSNLVufH3HrvTEc/bgFdWzdpSz/nRdWybdqn8eR5vzT4bVXubptQrfa/8+jku1M+ULPs/jXvx8cZ6nrqe0+Zu2vdPcQ7sAQPCx4f3ZU1XjIffSzz2gaZM9fNpv3OKMuEq+67Bdswgsc5YkbKUueSDc0f2keHzzXtGL0XPf6ZlVlLdfOUdz9edVl+3BD0pxeE173jSrXXxsc77F9ZTl8boN1O5mcrpU82hzybTkS9t4/IK5/4ajnMNVofv2T8ZO3R59A2xAnksMF4oXGKGNeU/RNoYxTlFWP6XlsSvLNBzbRTheydtrlx+R+9hrs+MIKa+lWmtfFv4xYx6/PUJcP/OdA+4KWZbpkAVVQD7JLIw5Bbfo8lbax/xIg8QNWjsV74wSB5xkLbe2hCA04+AvkoVH7esvyS03Mdonzx5REHAUngrxMFLZx2mDpBu+471/fS5aQ+uOJT8D/8rNZfaUmM2n3dukmO6SPpqThejBr890IOAfQdjQTtPnnGWAyJ7PEeEy4G5ibbyRwH+Q2UI1gnKiU2moPn13swHMK7b2pUhSppkBZc6Q6mMRSkw+hBFSVaboBVDJmspj0A1X+Y2jlXeNx0h3knBLjw3e8plVp1nQcqJV4TZTo78DYt+MrQy/vWX3zxLoCoLP1qTjeEly3XNMGUUFEOmaBm6C0+uejOaFsU4o6E8C5fT5N33Q9+m9g5pY5e6K5b1dXbQM5FRO5CZaft1KgeX35YcNuyqAQT3HHShW7xUY5MSE7z3icI/UO3HDjBTb8H9MQbfPcNOJhrUwuTFXSHl32F0CXXMVmtyl5whi15UODrjxqktmhOzJa6EMlFPYQt2cEvUU+1nQNOXy8aDHi8n9H24jSYl404MlK34Ul1S7YYMEXcBn+8+DzcavI4l2uHbdjZVaBLh+5abTgXtjvc8k5zQbyp7HRtulDSrAoX2A2H/69Vx5aHlp923mu7tfOKQ236bEdE2Mg7xnwAUlsoF+dwx+hOfL988rvf/q+Hjm2/kyZ1UZj9I7Y/Rnuv234nzX8Tm8f0/Fxms9Sbh6d+PICUL4Iulc8VdQd/Ou0xvns7+xfVI0B1f7DZ/ZDcbbB9xOpuOXNlRJa/726HsyemAky+/JZy4N1fV1mmRNKhkZ+y1uvGMSPok7kqX9L4GuBZRO5UNgKLWxUUaho1ierevtf0h0kaSwnQLfAKDDhxbRw8dRsVkQuG4CkMPE65E5AjPO2LB400s0fSni+KLp7lJyUvYHlZ9iWuXyiFV4L+XDScOkaWQu4m+4R9nbGQIJzfLmGrzxNeal9HS2KkDopysQ+JBx5e0p1CEpxzAGqyz/1V6PwyNAG8sdlrfzVwT+kH9Nz7o8O1sHPg7FQyb/3SnpHcBkPdw/x7joBBgtCD7Y0Si2au+pa0lZ0BivJNZpaOeqALZnmxt/2UW1qbY0dyaWQ22iNLWugK6WTyfvYmGwd3gVaWqy/KBtANfsVbXBThK2xO+ui21BpbhmsGzarsAfSlHX5zmuyA1RZ7XDnK4z3owqOX8vVJ4LRBU214tw8yUE/9Qjy4rSy+qyKNL7gMp9VyZLcXU0fD3cLwu2lMoA0sxx/a5KQxO8fGvYs9h+jCBBkNh0+I772JjZMyti0v6rrxIIitOhjbc/oC/hVl0R2u1PHXFBGApJsvxsaTV0YH0QE+eB5NnyhIOdQuYk8klRrFRBuyG5KZAp+rSthJBIPn0T6iwI0+/0jVefN56Qn8jM9yU/PbOd1byBhVbiCbB9zcjwThXj3gW2H8H9AzXCR+1oMwfjgWN9afXdx12YfOY4w+F/8xPv8s+PRN19M/XqrdOTL/eGmZiseWlnGC0E+Nv6cQ5OE4cEXMGN/m18O5NmPxkxL/UFc4TxNHo4YHXtqnRt461h3GINK1XvhV1678pdmVHF+2L2nPYqq9j63Bg2O+/OJ68sk9a5f6WHl4w2/rj8ewB248Nl82za0n1KWXRfpy5cZ/7r9zAp7c20z0VXi45unD7ovS+mptBeOerkOjP/OUmNzHrnxxG3i/8T52ytEFeNjDJLyGJ/Wc1JO7N/dCoJLEyy01fqNVYv7vpRzG4bLEgcREOVEH0XjNBz7I0/7Mvecwke+RKOrt2ySv/Bo2DSlzW8x7f/iPgWfdeO/1u5/nYc7HEEj/p/sOGQzENT4UEmEXiWUYBVXSUSveygO/EMl4mK+cdiglCm3ba+h0oh2L5f4v+sHddEfRfJoQVtVlNkH5Ryf5kDTpgAUSQN6OtuUsujgYM8mUbOck8CbvvWxyk+eyKRTn20DVv5Mc3JzChig+9gkjezotLHSCztO3hd/iDY/gHY0taMP4WUiD82WPFiwV7IoOO7UFmCYga1KNjFg8ajtZzgYWt7NyGbQn+DNLMhymSlrStkBoZzi6jN9udUhfDDu55Te6h2rntJeXXHedQ5e9fcpdSPSi3Xrluk2oNbaG6sg3gn6dZrVs8AP39yocflTh0VGBI3TmXwVmLK3WufDSLbPU3lero6q+04c7f+qCSOdIWoDl78cuqtJc0kPbVf3srONkbEbDLjp3+HRdeNCQ36DuKtL1a/dlsZ2bzjHvVzwTVjO/XMP8ctWki3zAyyPTnPxlflJ9aCpPGfrFT7mkcR74bH3TS3MVOJJl6X0V52h6tLDbv/O6TzDjZVr3PhvYnt/iT9uMgdt+mvZLPi4RGNsXIHP9gtlK3IItoDHacVHt2pfmsbRty1dhe7RsvhU28DvyApJ46bWh7DIHPJi7bx4dnkP0G3Kt2ns3cjHjki+Vpx/HSmnVbyw3ppyhJq43Lkp6rotihkrK7UUxAmkbg2Fw9Yv4oCVr2XoPxSyRRniKC5/y7AuiJOlIcIPuW2TTAvPoG1LPSMUDvODW8zc6QuLtJk1SeggWkuPdC4Ae3ikP/gLMgX7hL04rQB3yYo3w5NWFwe8GGpBZ1ugEZ6unPJmv0OuaFefQEnvETWHlZgau+oO3GUyUD6wFS2AsLxpsy8MTKFme5cqVprc5i1e+/XXagxvYaqlHwiW5bKsZ/KALNrmXL3rjFQjxDTU1C3zhuT++9r53cRXrbSjWLAebhgdJObabS0m5gIUJMf3ZQ+KCBu8YWwxs40vXUp8A43PUgx+58qR+lKkF5FvlLUHpf8sZA+Ty8YkxvZXG8WFcS8D+/U9E8FtyvMkUGWvClfmhoHAH0JZSd9AsHULr4FvJ9r7sIHlbX40B2E23fOmS8NNhXp2tOsH2nLIvcaWlMnIjmoqO9Iuvc0qdc+MlWDvVw/9cMYfLyTFt4XjC1D4ygkv5qDiQymubrwtrsqWgVYrdPi24dJFkxiav3MoW2ITFkiT5LJApz+BZTfezNRD3xtAvuLKriwMdyeMf8pHTroyWIHcS7/zCIYsG0MkHwQWANLwG/HvkT/Fc2qIPdh2IAz0Ad/QSx5c4J97j+nZMPwf/cW6j12NSHqd8jOLz4Pfkjw/kZPkezinlgo26LlK/NQ1pR/rU5DblyX+rhD+abu+vKZur9+heuB+p5gem3HxJzmkPdzwBGsw0POttZJ1SdrKztdDwH7UOxM+XepA+Utg53upwj2Twn4N7j/5p2AODn0b/VOtSsjqP5ovoELXBHzXq0YZPafDHtj+h1hNN0Wmz+s5YPveaqwFSzWsk7Jyu2HvNvff+uvM8+oPXHXT3xXMfJEA7kCmAL4lb3chX8+KfiBMbiJty6Jz3jSz8JDwpzCy5B8spFCsvbmnEuSa37ztbPkgH041AmGlktPbJ9xs/J35YQuW0p9u6bUGdBnIvmqxOPGO7EOuBG/8thwdmDHjgQA9WfpnUhZP1VKsS0osk33nZPwEVbltknwGCoLvppLhtVppjg75K7IMQuii3yqQ/e+tN4l8x4/Lx+8lr4BNnmxu7BlPhIAh7/e2PP59UjLgE6yDkyk+8BFwAyhEG/O0jcZ3StNnBtCeFSGquUbRPeXjMKIbsfCaq10R6V15eoXH1xIPsPXkyWJ/nj6fz0gPwxjn1hbIYQpFbeR+VNXru6kVmqHrlEw5slDhqBg8KVy4865PaNGzOAdBBVG7TepPHnoGJvwEojj1Y/qw0J5rPQn4EqR/lnHpEJ/sI3ewzXaI+Y1f6YHjNR3H7qdXRbxL1KnjQDyYH4B8r1H2j2clLtcei4Fzqgz8YpTv6YgPP5Dk5P1WS7/C+jzfrcVunl50zT9OlfR8r99n/sdBRPv7ZnPSI1DkBO0+ZHkG8AceLi/2IvEGhuvvr07o8pP88yDE2Po/sEezq7mrF+Uks8Vn7/tCXKc/65WPdY86NLx7h9hh4llVWGWTMxn/Fjq8FPXDh7t8rzW+pjS4R9QnW0WnT5/Ex8Fs0+WNoZqzbmZvq94WB4HiaPTFIGv1Jwiu73afXlt+/Nn2y5/+IlM/SPQPgNzjoH1DQ/nz+urX2SfvPcMNBQLL6oEvbJNpawlwDpODPAC01fvDvVx5CwCbmkp/fMYGuXzg1X0zArgDrDyQp4ZlJejW6q/HzeBx99NitPHDHmPxpVPAb/2RtTdtoYLsvMykaVBtY58ebABhfe9JfHMtr3bQQv+28bSsOrfGfaJNyGHxcEJQujAdh5enX5fuN/LhAO+ez/hw5ruLp7cAC34kPaPHTE+vgxu8QepAzfB0fxs+v/+49MuEkcxBg6NVCgmsghlw1cCQthUK03nIlUDiiHUodWAG1DsPwbRBEOXbAc8jYohywSQSCuVpFsJ3js56dRP4k7Th4ST58WzbKOrg06BTi7PPfTi5iyOVptVSCACBTGbmNRtnBUQ8D+WXDYpIPYBa/WYTD+Im3DNBp33TZP3bx59UfSxnrjzX+FrgmSxdd8MQalBQKX6rc10joGOH4MdGHA0p94FbucwnaZ77tfrz1/T4hT7bKVjfyqM0YW4iCVFmwL5N14aYdXojva6wuQL4NfjY+KD26AUSHi8Me0BYwmj3SvIHHrg30ZPHoc7HG6FA80ne/dRCGN3bkAq8qJdjZzN+KRfgXveuT3sqCS1Dqc316q/aMsf1sLo8yhbkHIPkIlFH3j8oZuQ35Hccq79rleC3/2DV9eB3GQ343dzTkJOn/Ye9NmyRLrjO9yD1r6eoFAAHMiGNDEhqRkpl+AGX6B/qzMumrvsgkGTXScGhGk4zSDBeRokAA0+ilqnJf9Dzv8XPDIzMyK6u7urkMPDPi+nL8bH7c/bhfvzcyPuGojMllK3Av5lP49FZNX3s6+FbSHzKz2001foigC+ISKi2D/hLTBp5A4EPZxoeQQ73Yd9Ne3wJh9TOxPDUAm0aZGmQaT56K5V1wGZcA0tQ3uRv0R65jQyC42oZ9xCbt+g4imWGtlw8pxgE30LJTC2FxqORsQDpGpL9RLk9PmDfmcT39dhHETm8CvyqMlk1miOijJJai5xQP/lIF/uoIiLUXhEDfD9ZXf+6AG5rv9RUMJMKJm7GMSW7OCph887re2GLPhmFA2O6gPHiBEmfi1h04yptWgi4sHgoSPVqSiiK0rftaEPkmSz2WLotm4ihOeLHrCmQBQSrvkbdBCZopGqDYeiQIDw630rDOGFMXmuKyHfxgC/tv/S3yhPU5ygCnJSMHxFRmQRXjowqXXukUpPkF2HChJzOJMECNYx8a0L2QXoKINI6C+uuK9aug7vzvr27YedrfOyglhRK0aLMIGnS1Sm2HIPloKEWeKSXSfLXiVFPKQdV58rXD7RVlTrPaWcjLjjZ8t5FVRaErlOSdevxaZrq94sYdjMfRbC3dwL0VYp05pE9GtVG0sU4T29ZUBdA203W8djwQG+k22i75tteWs6+Nb5YpZU9omID4Ndifoo32u7mmV9/V2XdD6u8f6xMa4u+fye+dg9w1dPB3bBnj5zLgfmtuZp3P8YH4ezP0by3IPyAE3V/7+p6sjWawvb8hhkcJxo60J/4We3q0xnsWbjGj98TwIPiHniMeJPSNCmit0WBeWg0bvgyZnb+OPEzMuTXzLojFE5vAc/YNJI2nyoXT+ePaztjDaLeWSCtVnXPEPhzeAm5qw6Eycxbybnouyxw2cAZZ4xrXe3Oc+eVsC760OdnKZ0l8LJgNVNDwZRqnXp+z6+SKg+7+g2CLE1/g5JhZzNoj1LH+fIQTD2nzBwj0uscUJwEd9YSth2atzZ8+8njTTDZ44X6jaVpHLrooMBnVS75DVknkU7jgJOapkJs82yTPLKx4GNBd9/1LIUdYR60twyrB+FpBA3S5RFiYieJmbqkTzEElrkDieJs7hF2wVKR3lhWqVjuNlxpoWdW2i2gN7S3qBV5q4cGdnYk2AEm7FijKRau/wyOJrBU60+uAj0gjbnavoI1Hy4mMr1n+Of9OPDzHEu8UfKikMj8xyEsPCOqv9XFPtifi+17BWs6+NvFFCDLulgVmS6adfgIPinWHaMy/uT5JA1v0+6R67wIS79S4Rr8rUu9i5QOV2+d8WGlvjzGSgc907/S8r2zb1OGQpBlnbJx1N/ivfGEmvX4g2f6polFVpa+7Ottin3eVYIN8D0H+MqJ9B+RmqY0/hcR9Xqjlf+y/MGRnlB/xmPMEWqvsKZS+O+Xe7SKth74W5eH3RC9P4fcpMGvMYrdt13onpk81mBNbXCyuC1Tg9Y90+hxfCl/qBJGnG4SnQFTiEEScJgw4kLZDvDB3gW23ka8zqjOrD9UOr7vBdaKhcFtXVOk3GeeUg7T5w9fE3aV+5Ytd/Nbzl0m9Oi6OjXaujpm7y4Omcqbc8QmBKxtKbpxsWRVhOfxiNpRO1EfodD3z88dVHnN7vO6GKWH0n+GaiuoWfYjxJg/9t9OeHPIpb6alaPYUoo+k1Q6O+bTDbrY6AkXR5Lo/O6qgFqaesp1WX6mUkvrqQT6p4hlFFSdR2ihQRBn0iIkNWu0SEVCiTrx2UDSTGNHCRcJbXWqSD+aQNI9oVWOkQpUZFWwd9IYLf+eFZ2HIXiupS1vmQrIhnzwN5Gko5dR4rbpYPvFJDIseD9S+03J3kg9Wn8ls8DnVmGGm7I2o7dShpFYEDbhzBWggddlxAQbQAmtEmC775quRh2QC+QjdrvJTDGhCc5vOOHo3ovJ8qLeCNrbEre9q2WA+8S5Lm1cJ5Jp2Z0zXteKmzM3oxrGYx3BtVvvOU7O+nkLMHxLpsFG3lUbhkr/YiBZU+suYE33VoDy33d6sx8VIq02qz6zbLTxMTbKQh2ZhLi4nNDKWzIU/Utbruhv5qVglM1uF9f53H0NJCXXb9gaG8CSeZczb9S3MjGeqc4937FKYo3c48DxFBa9rPS8M3ie75DiGtBzzxkLeNBABhuxLDeAz/lpr7vsFENsf47Njd3WRwlGT7MTfhDPRyb490vjtQ03CC55G2QIvBR82Muugp2yHnR4hOA1KYughvAyGFr3Kj8y+i9HJkK2yhLWO535X6KpO2ez6bW/ZZYRk7k6LJ/rHtqYHmWc7Dyn4tWctdk775U0bZOTNWRpAbHJhLLYjrdpMCyHyqnzR1QBf21nXBxC9tX6tZ9zXI+eNRvAsj44ZHgcIv93mRaoRrcduc4bDk2gzQ6LPgBOr5iDP8fgmfWxT9yGTutBfcJjrx/q2PtclEB/J+Gwj35c43A84ZcFTJYLEuR2w1nB8lFKuRHQY05YptIJt1WKgG4j373qYWluMNKw0QvRoPTkQA4GLbV5pdpArN6XaW3azyTPf4VBa+3FAoQkfvhmmcalPqYeH+WhNkUldy3IqIzwIqyzl5HqEZvnFUp8jlPfIup9j0XlLDDAyIj97KSv5zG69EU0ILX1Ph1Jw+Uxq0abTAlQ1bXvHXYAIaVkLaMjdvCJSbJQVcMxrfygpfQUeLCtXkNoOkkM/4gtlYUboWOyHhDo1xM6Mj7S6QC2kvaIf7ZoPtGWowoCNMOvczdI0bgoLoh31Nmxzm78ZRzOWvMGYvGyEBgqnXTi0U9wjIMxTUbpCNJR4zAlqMjWDoUtkzrptKltTbV67vgiDM60x4AZQbmvYIJQJ0zKvsf3DiN0bjLewFRnNR7al3bfA/WPPSkstwv5jl+Y3/P9T0kDOazoZOKEwnvVzMjpW7irNY9N3LXeco++T4Hct0HeI38XKtxn7nzI+fxv2azFVg963oTWm6TgVzsJLmrhT9b35ewvT6slb+TGt2b6YQ4tP5h/y+08iSQ/YeRregv5bZcn/+0wN4csKsxwk47aQp649GrHgfC/m1fBSc0MuS/Rg9AP39/b57K0OeAnHfjY9bRXKc6E+vg5r/zWqKg6M6OOAy9fE2158KfIcg+JsSo/PyKeE8cg6/gtjdWO+0QoP0ny+4vR2fOQX7IAXv3Be8w51nGJwibveAmiZYx+yDjjl2Wc8dK3oDx3lOUbK3F33tbfmUSu8+GIS6wdn8NNU4JeWjQSKjLMynPe4u1gj7sclgIvPwIItSCDamy6lQLIp6hDfPOmyYVHZKfzxo4zt6D4LTvEZuMymk2biS+rmu1Pvr5x2EI8F2l3/+un+QBUYEWwPc0nX6LxOV00JzzlzXAjTXbNqzN9dMkOJsLF0ZyBP0M4eKDSaYIAJi9KBEncN1yEQndi4LmTInVF3jTlvo+I/skTpppiOQWp5hOjPBrwbrLBk/yPTwnuwq4jvAX5XS79J/0YD76EBLY0pj4uTkM/2GHRcnLzKEpdOl7J/qF9OKIaHuPWOQvcrx5i/3/AQl9+Aq6D6pvg29aDDlTtP34CNrVVsk0nXm9Roqzvj/Jg5t6JaMickT3HWrTfTmTXl7myVN5taftm/kbAvwETT5AcN0hlUF7xZiRQD5T/IAvaLLsNfNuya51ErsgxGUYw4J9UvqBO5s0rYbAYprIOsRE9ewekOsbu7hwd83eC8QiQO+FJN15X7fHiV/uUuG2wtfQ6E8lUfy6UFZCLi0k8t5zffkGn8OsGCi1PHVpz5BAVxy6zb+VaA5zjn4ie/61pUCwCd88ZJOYn9/YMsSHTEXZR0nrgPDveQ/QCc+/yiKR8ddj35yCounXURwkdWLVGcPv/CV3iQV2XIX1ijSo2/sQgbhY/6r5evLAqm5vagnbuRnB+pJF7HYwZsVxctquhkSoHlP/2kNtGrVHz9IgIXgd7g8sP7g54WlkYHHN2Pr1LEjCFFc0bHLTDAiErzx9pdfYh37tQF9Ph3jEKjHEawhhY3So75qBgNdODnKu0lva70PcVKM9LvMMcHyyly4K4Vc0HOjTznb9RfkNomWOg7gsZocCBY7uhqOTMjgeBrGmQC0vnTMmjJ+l4jpdMi6ZJsCPUADy1zitfNEPHMm7ICMut9o25Kf/P1XWggY8GWZlyOkTyFKPUzBw3YWHVnjDHgKWjKMNoqHuhT/I7CU0I5Y+Ca+pL1qg87lt3HMvdvi7eA3K+0JeeDOoITfvX61LG7m3SGdx74vkPRL26WY3B3mBCm+ex4yVrbPjky1wNhFSwYWqJqLyfwKiqXxrmp5qD+WXTPrIpvHvMfbi/vLhe+et3yQnZrRNiy2mKif5RF4Nm2Kr2JIs4M9a155ReIDknrB/Ffxw9G+WbNkRJu6Kjmo5rrLZWvdIPJ8XMS8pFKbSLPsrXihH/ETppGXdftJp0u24yHMbMiR+bTVmoBwh8wlnOVNt+BrS8LLAtIviwfkfy4j1qz3EMd2wKu6QIvLp3COGXipVbfebC27bCLfXgkYoc7FbuUH8L0Ds6qO8/ZPJYO/x7JE3dszSzGPJ3YOLWmkVN/1jeZpAzZdIjb0dZfAmh1gPOq3NbrrU7TemyVH2SlhDi+YTR0LReHOB1yc+cQJvOXfMo4fhJHntwE8/lkIWA9Kh4eHuKg47zjwO8d7K8ODg5XR+Ttsbnhi0fsP3HcuRrCF2W5S0l9cdTzkpQhoy0YnmRKMasWMhHSBkivx0zDqX93t698g2Jet0tdYDzaVyc8pDf6lgs4A6tC8EUAAEAASURBVHc74tyLO0eJaEep6otNU0SbtbbVNhQ7TbrsrMcX2yNHuUYlZWSRNpQmzVDWgAYTI/0hLtIM1g+AWpbl+10DvkYSoWiHqII6ijbLvAiNkIFfq+O9xO6GsNLc/98LyfcI3JPCu3m1weZGu5v+NkzfxaXyH2uAmjDXFO/ytS4xZpvM2DbaaBN0s9EWpcy171a4k86Z3QE/E7oD9pvk4xqIRWxR+9zSj2OoNm/7btge27agbpBvfX3fZp/Hodm5+CaM3JP3fRT2DoL2upZtG9rmveVZfgCm8U7dtmG6qPF22uvS/ebMB+Jz/fep9wC6J2ev5VAj3e9LO1VGvBnq64DMxG8VJ3Pe0qYTvzHEPsDFLOsDIFM2uN2JcbIMW8aLP4G6zYzLb6dbrodomT+kXa7imIO4ytkoejpAcSkmvyLOjPn+5Vpx/Z/UB1ZeNB3n7uZLOorR/LVEXud8qiwwxrt/RO1TpZK7M8QuP1YGH85dlRNXR6pSBiF0lx9rGpqO8d6zNb41RJGtzRlCfnQOcwkvOoxxFmUMrXhm3ed9ymFXm/pD5pdzWfzhfINe5zVUYChHazoPpD5LmF9UBia7zlz9xVDr5KgMzrW169gKMmGznu02QD56yKu2pY9jbKa09ji64+LAPI+vGMIH5bVA0KFHp2NsSC3TwGVX3x32Qxx1nPA9dtUP+BwdHVPXuLvr8Bga8EI9iWYRnDg0qGceEhY9mFEnpReohBAg0M+i+fKKHe0rqpBh+7sRo126WOJqWyhXniMhHgc+SOY2F4K05+8xFlvl7lgIpsD41bbVcXXRfaX6hbiMqb9iYOsO+xqlqB4I1E+4C3w3LVDDGrfcdOBQYBiy4E5Q8Q+GMoqHirtmOvVMuyuI20a5G7rikt8ZW2AXmG2Rrret7Gl5i4oAfwr1heJc8Qmk1FEGhg3YmeIcF+hueqNiEk+H0KTfFR7Blo61WX+GNv4g/hRO0AOXOXaRCndrz+mCmXM2dbNZMhD+5oIGWjOt5Vkp2/Lm8vvx+zVq+tqEFKrppuReRsHHDDYAN/HcT83Ac3zgu1/hW+Xcl3ZGty5dxyzfTK1ryO/2MnO7pPtDpTt3jaVj7fw0fOczfXZ04zrTWArInCeyzs90cGfMtn5rPHG/prxKADHXG4NdHC8AttFKvUe+NmjCQcuLjxOl9dTlLBUnT1zKhXdQUy+A8eywVGbga9+MgmMwfJe1UOFhTNbEcT3imyQ7ks96ba6q1O91zjq2Lr0bEwZJhq68GlWlOSWMIFfqjkznbHd9LUMQeC/8pq0XB4hX0lk/JVZz97KDaXD5IKX5ritSjwrZ3dRREi9/5nsVTzvJPWdJbw6yscxlVhgAwi9x8pKUObPH1bwUcJHTResLHJnEazPTdpx0P+g0f0C+d5APZXenfS/HOQaKgTuOW3gxQ71pW+qQtlBoPnkVJMKmClfXg9bTKTVEbvNIa6N+xBNApLYd9jDI7MCDxbdXKZOS6nxnBzxxcIsMGJ1xYXTQO17pOm++xxme7NTLx0CUozxx4mWgPrnAeO402AItk3y4mHDnHQTSiMPPsZgdaRZjoCknPS848QHSrGQ8gw68R2u4pn3SSeWdoKLUOzvp/aBz7nawJX6N0q48JoPjngW2sqJBxQ6eqDwIyChcy0PeZLRdlSVRHhABi2xo8yUGQ94OQ4LmlyWCtlZp4z1ebXfYET48VE1rLwzIbCM0vyCNwRpl24KNkV7ARV6SJmKb2PL1dtEFhMxNvMl4j68odMCng9FI0nIYkJ7ChwdgZKG+SrUtQeFYUgMbF42uw+gInawrdR7Qg+WhNyqsm2uzIHqZsx7BN1ClvZb4TITMMZ6muItasq6zcQ0DQE7tv1G+JMRyH1PrdgHbiGwqTX5crVZAI/dobsI3ZK7qZcDnhwXIlPZik4qwofF17eJawgvxQjWJc4+XWTB0tOZ7jbdim3jXpbPxrHP/Y4u1favq2TbfXw/b7OUdWGwam0Hi66ZfKk0mVQPzUvJAxFluCZPxkLch2xZaSzUi85g15xtvO4xVTf1jNseSZbr3OiHZ3gfgFQSNe6Zj3F5nWZev4yVIOS5CVtAZfTCE56EbyTbgpK6mY9GU3ZDFxzIORhPF34CvnAKfdSmuGg/GvLWMFwsXC413RZb+Dh/yW3x6LdljCWYOGpkPreQ/+fWmDyZiZ2I6gQ6MbukeDka3XHFVNmU8bSd8QuVHps4aMHkhwgRT8MOuIF6qK467bPO6LhMWrqiDg4QDtw9/cVApUKZ8hvQiXuZ9eCpN8OAd8eK21BGY5ln82Is+VWDAUX86n+TIChd1Zj6uVrJmfi1rs1rGk8Y/A87xu22fNJXy35Xrmr474AMQoAFDn+8m2aV9zZXD2PBSp2o1+dkmlzxrIbv16lgM2gOxizf9UHlwceThCuM6lT6HeMMC74orWegL+HxU2TU6Xetql0qyk8djbCftgLzYHQV9p8cHGrOjzq40YAQlYi8emOCDGR3fyJDKOsTCEcBZr1isYyrWlwOPshwcuFNv64FtdB7bagdHWJsXVjcYIUJRXj2Cco3x2L6XV8aVm19/veY3eW4uOMMOCLLjr2fReI3THkQg26OSdwt2eTJz11+L1eHm+Mwux2l24WeHXXkXIQkQc+f86voSOdEr9ngNc5fo/hICdVTNxehqdQBfYElbxPbtrDu8lQkcQCKfbRRVKDz/2rBSK59Xj+fYFhWPHolrOYosiLpuH0Y/NfEUkoKn2Bag+65elgBzhi6s1If5ltfQz9eHwXkXS52VWws3l2vwxcCc++HiwQ86yWiU/5hCs9vXDd612BjayI1wQG44Khs13iPRFCcbHEP+0OQmrvBCZ1gC9eVndIQle0Rmts3qNlom3o0K23jpPAFnHjcqjoSwDT/zuA32N3kPaWAZJ+4AtGbvZD+Y7Laf+2NaiIy0jgP2GFQfRPKeBW1f71ntg4Ar7zzuvK++HmNCuWZ8M525Xs8bN/TTfgWhzqkTeJft6eyMSsIs7TQRmKIP9DohCorRfsF3ly/b3omTpubDxGdkQDc/DSNoh6fYxSZMsKS6MeVFAbUziIMjh5LWsTLiDmZYERL9KIrOhtWc/hPhW9kCNw1YuFmh02fJhWFGz9jWZQEYX9lZHHXK3IHfEuZc+ffYg7uZOSft0QPifR7aIxM6XdZxR1Ne5NqgXq8hpKidd8OxC/W/GWq3NA9cI5KOaRwd9HDLA5XZGSZHHDpJXs3rdote1M+ClsjQ75rOWqqokEpwErjasSTeCAaNdd2K3dZ7O5MobGuckXAkdb96B/oujk63zSwLnC7wqkD+I8ZMwbg8X6MXnckLjlCd4ytecrzaV0jqP/cOu+3bO7BpQ+rugyDtQ1l0aR0A46D76kLru6FJe+6zELgB9x4Or28jochnW1fXlMvzvr4iTviOu/DwozMu1iwWr3Wch/NM/sEuZ9BNp6HQje2UDmobFnfufGNUoQ3SLExcGCjzFYuIa7x1fyfo4vJidQYf+3uc3z+6Wh0fDwccfvZwxFWCC8zd/Uvs9HBl1j5ngfaPfKMOr87dEf6Ij3FgddrB7xGYKxYH58h9ccn14np1Qd45C4UbFHHLMZldaH+EHEf0B1ehLs5ZLsEjDaBtIJg26Z2OvMBDJQNRvqhtx3hH3k0WCuqqFr9tC6gibZ4ddmHFFZ2hhxHP2DWsAo19gyBCreNOUNFz6M5lnvHe1p9htsXvY94GNefNNUbcCzRVjLST7CokNLgOfc6ocjq/rw31tKs6eLhml2xqytzNnE1aXWsz9w6hRxDM+LfhWqqOiM1bgTbr6HTtvG24JrAnRB/DZNk2Cg/lP4Hce4M8xt+s1fdG/JsKQwNP12K3xabqHspty2lr6as25YCYSVNDH+PYXfhNKvZPYLtjOEuO0PU6/T7XeXxcBvCmAaLOewrOzIVPAVxghkaWBjC9Dsq79H554pN0wPya4SteqNy5Ew/QXJUxO2TmBYe3qYmj90xSXEuHOgXWq5SxdSj8A2Bkl6cWtAtg46qM1JIJQuYf6eMRpQ7xOIKj/avGw9/N4z2IOImVu3BOxLbLX5fHZKCM7cTZHo6izlaxWLXDbXgqO5XZ6P0OYXWchRTK9CiEUAYd9Mx2JMsJlpn8D3sCPvuBAada2bK1pykxjly/dSPnl3HC6lhCOWoegTDIdTlupuDUBdrSpubpMOp8uAdpKDl13jxznNf04bTptezmAW4dInc4dRiBVTmND9zdZ9yRzi7kbvY2iUuDPGWNKvwqWmWDkZCdXRxBcEbFEzvlUVoD+ZSDMvFlp5WU+d0OxiNroIQ35QdeWv44s2TeCVW3Mos74lRuuVISgzCz+a9ydXKJY3mGx35+zq9esvWbRSBgDknFu64rcXXGJ7vOoJJ77T0f29IFGDqz7eqsejnoB+5Q47SrA23TptGh3+doi688PMBplW5etZh8FnNQ9H32tzi22sU+2983nDXH3Y0NxiNVpvBB++pos0DAreeKMw2RetDYNiXuLQF2vn3o00XKLQ71ih+W29u7Wh1i9Gfwt3+gncDrgb9jwSICHnLFqT+g7OhotTrGUX/Om2V2dthdJw5wYHzolUMvuUtxpbNOs52wEHp7drk6vbiIfUCWTXTkvgQzdundIKns4NDfrk7R8HnZB7aKe58Hs/2BJGXzr4Jax5rJ02G/QT/eadCJrzP+BVdjk22cVY2tR9y0KhNHxcX53g57DEtrj1F5Ed3DocvjrAM7Q2tQlvdqZL338jg+6yiI4nbduYZ4HcwopAP5rLYJ1VAhznonRt4oWWA3sj9IQoITH4N+DS5L0VZKzX8KJ75n2adsxJ5TtBHJzulBWbrdNuItnXbroF90nCmRCjGZUVTntAZC8hrvVsa/80yot0BPoFWOxEOA7ynJQrd1Zv33xPEQK/8R5WuHak0tanOtxdjfpE7T28JD+Q0b3IW8xoyBM7YtkDSn/tJRrb6GyoFpoq9DsQRnyhEmdjvr0Wvz3uNgA3d+p71m5NyuggVspv8O0KqD89J1aoen2sBfQ5TedZwiMPmP/Gu+xD7pYHDQNN1tsl19LVkcnq5rHrDKq56zI5UJThtQq2Q2QwNnXWwjitrnS6bU+ET/oxIXczdCeLG84FvXxcNo4altN+qK3s9gaunyM5CZw2gGF5m0tQrrGnSK1Ke7e2Lzo7MZ5w75tcEln1hvIFXeKCb/bsgZ5uHElu7kVHx8i9MrSaVcdJ62mDEVkzoRc9BZL8cKp4ii2oXFadGhw8GqH8+xhjQgkqCMfPAsuXW/yG9RzlxzDaQk2XX37R3u4kurNIB16ETqtEGnHrIkveCnfthlbhpyIxl1ol1owGjklqLRki3n5DuOzbtkU/0SNbtapWTIGWj1RcFVnLNob8EVxGKwYlYVHhthEUrcHeHgBCjogckDmfAfGbj6lzAuxuU+1/S3cBe+pGx/kZa9Axea4yC7q9Ozm9XJ6Xk2tF39BRVfbdNNQ5p7LGjylhhwxFmnXbLwYrFkm9q2+bEi6HhX5cC7KebDi4u/OOn77Jaza91tdaBDL16PvdBOh0c7qyN31G95qwtu7R7HUS45wuKCoO8g3ToWoE/lsL2fA3lE2x/xAGl+oChyRtoMEldX1yxMbldv8M7P8eFcEEj/cB+n/ZDFSl7r6F2eS3DaglRDB3scgXn54uXq1Ss8dng+PMZW0dmedxP8sJhQj6VXFhY481fweYbD/tXJ5eqrN6c438KxOCH/GFl2rtH1LQ46i5UjjuXs4bCz78+HP/R6ha6ucC52vfsAj920tkxaDnw38LWzB0/c8rh1QQOuuguJRrCdLD6zSiCNcWoRoE6ra6zGDe902GWoPP+qUN+lIOMbu+ZkrztvGVrgIVZ4BtVC8t7f4hg9dtRt1VSyaQfuvbH/w60wy9MyfhNuqw3GYPJNEDxSZ7aRuZV7UbEut7QgpnH4EczffVHbsANd/Qzxh6XZ7bdprR+Wxoyt6Zn3bexlxvlPOa5tZkC0gSanMNOrRur/MFavH7odba/GP7fdd6Xz0Jg76SBUE4d+CBOQDkh+8AbAzAE9npOOPhrBWhuJ8ZXXqem7pF5NaotcUXRQIjOERc+1pjbSQ8+bsuPcqfelrCb2pAe+ddlmTagv7SWMfMwO4CZ0pYTZhq93tbtONgBUw6SKpV74pQzZ4hyaDqjf5cAxj1eIXCYKWX4hc3j7Q7zABWyBEq+4uOrgSieJgX/iy5xgH8huxjv/BbdSORUmCp/Qcc4401yOkU6VzpvvyfZBP/dwKwR3CJtGv/DtmJ/xfqCzDfByMnWb5Se7jDhuWRikDA6RI4yORUw5uzqUpa9QGLTKnrQtnX3tgaAsfNqpL3GrwqiGbQILA6NGNtazK6qTxqecUpxNeUP+WE/LAUId8zpvjhMZRwtMOF8699c4mdccp7hwlxbnXWd1VIU5ZNA7Hhk9imgvHY8M46vnS/k27rntoRx0rIPJmGX/VGWkRRxcwa9eirbHr/Kr8uGlYFzkjirU1TG3ks69MveDnC4By3G1zX1Liz/YZNsbj/PsTvbxDjvZe6vnnKE5Bg5IHHWP11AXJ9hFqe2ibq7Qizwf4eR/BPaXLA7c+FYu/zgIAyw6h/eri53Vm7dXq1999Xr1xQn6tBx4afuWmJJZHkt73e+O2Fr/rR/9aLV7+GJ18Bx3Hh7w8VeclKE9tEtkd4EFNW0wzjM731cYqDv3X0LrQl2hiyP0ckzJxfVF2vfy6mJ1fHWOfKdQPQeDlucDqsRc5LCb7wLHscwg/hvwZJOTBc3OIQvZA47meGdEXWu7+dheQQKT4NTOxJIreODHP8ODDnuDCFaggR9f5sQy5szt8VS+j2E78AO5MG4IVb4iSIQhARvVZBOfd1ir2mvcFi951s+IWuWtmDso1pU7tiAYuEb64XoAdJ0NBgbCuaxpvPPalUQ9KD/MwILNWsUCsfpfWBNIdQvTYai/khZMNFpfM/xG5THxLHmdbuS5du029S7s/E57nYg/IXsGWXhoNAv61oZa3IZfwPv5lXs/v2m2brpupQv+4Vpd+/2vizhPqLpJfzO1tfrSbsI2pTk+17qPr2v0Vej7UDOOKl/rcLMsqRnZlmKzZtvVuqpK8W1bZ/JlcnWQ7EG/UfVEVhMhdQbDmXgHkBNeh16cmt5qR+8SmHrNYXCG+VHJ+B157yRTO/U2YiYmyDk+BOrx1Lrqw3cQX+uAELduSI+rTIz5XfCSMyxONMIoEyxZFs0lJY05d0sGnHVCQOxTWPge2ILIr8LYkNH7QJ/RZIBXeY2SlbW9r7f+1YmhsPttetQcZfoiKie72cKSdiqJM1Sg5FYI6GA1F2T0mu/EdVgMOiFCa1ele3NLJw0jHZ1YaZUNy7ds+cluuNiJp575YdaFqTt7ZBgy74WbOBWVK0fg1jnjo5OWYys4r+7E7ntbn7ySHUiqr/cURQr3lAe1CINe3opOfbtowonCadnHwZFfXZ+4X3GqhNKFq8XVAfi6LZXThRK1wKkjy8ELnEjjymYfLBracrQSHZinLtyFlWd3QsWix9sOu86odxD8cZ7jo2c4o8e8WpAjG+TLY/oGDrmOW7+n+5pzzlfkXXGoXGf98uJydXZ2xud0dX56Fp6UNTSI+GeQF5uhaJtT7Z1Gi96G8rykvazHB5358KS727c4yD4sqS6Wj/Kji8ZWwiIr/1q8+QnRl6ghwH8WMur2siHIhJx3yQw68jrLhzicngvXNg4OON/9coXzfbC6wGF/Tv6RZ8jRl89k5od/WMz4EOk5dwRO336NT37FMZXd1Q9ccOi0IocOrW3M+gc93rDg4XN5vTrHg/7y67PVL3HaL3Gyd+Ps8j52+MirJyNRqSdaRabDIx5MPX6x+vjTi9VzcfBhQx77Z1VIW7sg0JGONrHlHdJQpx08mnMMyAF3By7qLUjqHp5u5ef0dPX67PVqDxl2LrkioLarXmFmtXfMYuVY/biYGLqjLeK0c2UFs/L01h662PcD3K0LljCeL6ShHv1Est0uHU9aUt08xCOEV4P5QQAuVGtiCY0+K+lKLGVlXJXsnct14f1YryTvlkg7xm2ng7Y/b+wtDZYlgJpXXdzbChp/d8bCU93CDmsHbWGrk1Bf+CYoupEQzj9Ddk8SW9c3OcvUeEUwYVxwjOrLpQf2jGZNcykdEciPsW0pke8Oa5rkzI3nqNBhinZW1+sipZx/Ble5mz81r86rztBIqaXQjXjrqmlsu876ulsu/vAzmBIfQ8YENhM1m7IWwGT0MmfcKbb6XKxQI6xjGwBdnOtckq2YjVL145TySEjnuwtR6fUe1SP136NIrHftxuoPtZFDVstX5tWp7USza5oi2myxxzm+riemNXbMdKAOj5npbTpsrPOHisKrfZB0xbkO+LbfNZWKbR8/QLzwKK4RwlgR9Vuc7oS5++PO2eJwD7gJxYxuA/daj0jswNyhyCQ162JROiXJz2xelWZ6lbNwPvpi5c5jkzlCqcu7+QVN6VhUSM+/WnBEyICoh+Bwos/iReeH2cXJmoI8UJV2qfa2fcy3DYMlMOpvLfSYs9KWEkl7UzFntgELxcBTWXxL3SSskrDIRJ3CbrlxJnD+lLtyyCPRMJn2KmFB8jPekBfHGl7m5gpS8QZZ2WDoyFcqkKLT2sLKHwdU/CQ87lGkxDl0hD1dYbvaZ+ul+pD4xOM7PRIlqbtVyOVbtyr8W66Dxl9BWlYlyro40zB16avpoNnHHnTo53qWKUD6USuMnA46FktAMTljOxyz+rEanRt3YWuHfUYhj+tgHDuCXM8nKaNu2jytpY6wBeod4vS4W2uZh1cv04bugJYs7q7nvDRIqm2qDaSBqeJqyY/HHKiBjxCbVMU6x+pAZ9u7A8jujw25O33oD/LgiOdHeSjJ7iiwatq7Sur16Pho9ewZTjvv/t73SIhPMsLAxcX56gxHXH1fsmN8enbCcWvGEBa4Sb89wSYQHjwqQXhQ62dHZltSCXI1XyMUgJDNA+oqO5npdySWkKNS8KCN7eH06gupw/hA+EZKUNaiU4pGlB/U6seI6UbnNZ+REauzTwCfMZV4FjfQcojaGw9t+qrDOlcOfuQ/uz1bXe0943PD4RSPjHjkZcgzxtYLdHX65mz19vUbHNaL1atntYufnXoc8SsWOb433R+HurioOxWnZxc8/MlDp/Qh1Lu6QE5q8cciJXJqMzKrIPQXrySvYNojLv7Y16X0wVmLxbI/6+y6iw8On2fQga+WR3PwgnJjh+mBFMPO6vp8Z3XKcZmdt29XN1/9enV78obdd2TFnrKrfgRvF/urQz4u8FwLyo6tKK/usu+x2Dh6wSKHRQKtB08A8UtkeQYh0NYhLx94RSZ31mF/8Fc6fXCHnZoJaTzlcpTqIN60LEjpYB3MFr1FG8FBLR/N6GnBzu5f0dH2ZZ5OjDHIig2UTvkOdBks4WeD/3fU+YdWPPPeg/834TF4orwypm+C46E6M48zTPO7Ll9bQBnrXWOZa38/8eLN7kUYF6Pa1xKa7SmruuVGxgI+R1r21sVc9l3Em564N2i2DE10sG72eijvwndf3y35O3BM/GSyyuDaYwWF/jv5EVx8bwuzrF0evu4NQpTOeaBzgr8aO2Ti6fZmBFMhcX4a53ydHfNZv3O84ZM3KaphvJr9EK7UzyxUcs9yJrsJjKvD8Lb8Kh6ODBRDN3ZNhWnsFn9/chSG8daQMVjdP6D/wv/4d0k61F9oS/ap2qSiJXdbXhU6udZsY/phOAoHvcANnStTt4P5HaIbkM24F7sjX+eqHo4TgzoZNb3yUa3icJGR9kr5cNiXtpTb0Q7GgCm6OA4UBa8ug/YYmrgp7m4z6e+w+5djCziUOpGH/LDM4RG32lHFW5yIk9MT3vLhOWGdvTWdtOtYSAyON2xbNnXOoBjedBrcRdUZ1IlxN9WP+e4269AGNMhKlkTzJTZ3S12OKFxdynwsM9CnyWdjss4ww5sOjD3db19jKKRzvS7oPru3tRCptO3gG0vkL8c1jnjpnjwmDz2Oaxx9dOdDhgAEPnUOj+qXNHndn7vq+k7at7vk5+enOI2cUwafDvuzZy+APapf3QT24vJsdYrDfo4jfs5O+unp8eri7Dy77Drs8ulbTdxtVwduCChL8YQ0sVv1qh+jw936U1Ed8HVUmBX98BV7QjM+EbrHbu2hxyrc4R3VXEzFce8MqyOX/GjPolG/2obdXufQN5bE1pErzqrlwmsrwg3e8suiLHJse4/KnZ9f8PCruvJugufpi6fbWxYxOLjWBQ3fOKw63XxOeUj25Mxd5guc1hsWOrXwOaN9VtcsoLi6OWMbeH5d/L7WUZ+vFpPaXB2FQXvRizJJByn5kIqsEq7y1FUPlSwQwcjIu+DB5069f9rZHNJntEk+0RU0nYryfA8yShvWcPrVFe1C4T48e76+X/Xp25LsBTrs+zwc+5Lz8tyzoa5Ou62BZIhVoWzevA4ZguG1S8z37T3vF1QAmLQ7mS5DKhSu4DR8C4x2KDide2NPC0Laee2iVV8jdrVkuv6ehun7gJKfSeAtJOfJtKAneAWckluqr7MehLWgwzZklA/95zKDWNXiUX0kl/Q6IoqGalp13Zbfg9IachCZaKuLTeG34Z8qrJFt5UWac5hl3SwZUAs5S5dEFU7JRT7ymkapYgKaCXd8LjbeTEzxBbfFE//md3qON+pCtiYgjINU47NukSvZlrNwVHHnytD4A9m8rQmsY9QJvqme6R7mmmbxpCaLLwfLRa0qrJTGGDIt3gffjg/icXzJDkPiE9yamyW2prtkJdJybeTCi3w1DSdT9eXkap4TUgfrl9PTOevrDg/MdZjpODl2mJ2+GWadX2NoLVqr1ly/ctRh6TGD90CenUv47dCxeYxZ7CxA8CtvACr/EpzRl7DOT2x8Rb+2w1xvIcRYnDLwyk/yh805Vi/Wt8YtOcHWmioGOt3Xha1EwIQhqatFl86eyGR+h8TWSZnyP8HsfKwztVPX9Wq2Zf4F2Lp8lN0ynT13Ne1HO9hOHEoKSEFnOAE6uVTTAcg7rFOPfiJequsYhYJOJbHK15Erh9K3ceho6hS785z8dthBoP3opB4ePuNTxxQuL89XX371+erzX3/OsYMTWS7b1Uyh641ppYjtyY/CyHf6mfnEZTr5AKtrHRkdc3gsh10HvvJ05gXvkLrRs22eCLhFV7pILrRqs40CCr3TojoP8ECUV52wSc3rAHkgL68ORDfoSAfG98Dr0O2PoxDym2MR7Ho/e3a0On7xnCMsuEKUZ4cTvuvOxBAJxwzPPHI7xihbdnd9R7eNAg3t9/z8bPX6zderkzdvsjNrG3g85ogFgWejD9k9Pbz0+AS8gU/jcvzgK6rTQT9kEfDs+FmOxuh0qjvHspxZzvgSRUfnyqFN2R7CpA/BjTZrU3SQQ99Uss/nmIcWXx1zB0CZ1CFw6Rs4gbvkWdfGUa6iybtYWHC46HMXu96QouPNzjWGccNREN/uoqd1NyinOLJ44wiHDXbJdvfJ7snqdOeMmwi8LQU6tzihWR3om/Gw6WABWsqFRbgaxCkOY8R9eDP56i8ffcPSp/ZjWT1DQz6w1lv0QZKul35Yz3oU3zP31rctapPXu6jgoY3y7vq0VTpG4e0ZDLxUqy+vCdQLP7VTLx8+/IrbjDTYkTQ4wI558uNL7OiD+9wHVK0DlEs17xrpuB+wm77aPUZdz7iaS30+OTCSY02kIsQsiUyQpmqxhKs/F1emQPeDSjA42I7aucw/mOGgZXlACjx10jhWGziS+YSv5RZOaXLgWuOB2oNYFD6DrwbSDD8I/e0KSt5J4C3oLHXnxSDfzVPnaUIdHsWkyNsAGkFUch+gB+eZhu0heLUpRt5cUT1tRrmY5LZpLjDka7qdv61tg3/paQJ3gO7ozBHH0Z0QEw7/DVdXYQe1UQBfDDghHuZHdqTp+LiGwIg/YH9r3mfgTTxrmHX+A+gWgG7npe6EPrc3FYGwlFdy+X4ovwHi1EYPaoLBAT26Y5wJIgOLuB0MB6FRUd3lDtbIVr2l48Z8/+rDuOlPAK+dDOKzzsXjHzCWOJgrcuMOuYWVjjhoO+cxvGlvZvNVtzKL9+7L97gS/l5mZTTNjWLp9MRIvOgVhpJNaDle85zEB/uKNiZsD3E/gYxoJr/m7Y7c6Z/03vg3A76Hg0o6GY6CmhVGYr6U3AFMI5R+bBzxpwsCLlSKA257NWLLUlpI19nJnSl1vCmanuOzHA2rU1VOuzkgd67pyXbUDo/mhw1guC64iIfXZCMRfJeNyKgfwK3Y8lRWOd0W6l0y1ng+2F21A8+r4sDpOPpmigtu67s7KFfiwQ0jxkdYHOxjHL7jZx6t4KEz82HMNs1Pveu0edQEJ7A+OJTm6WQm3x1QhSoedaIOoKkDq1N7cvqWM8Inq2POD1/unac/6VDcuAMrF3UJjhyTCCZEpaD0MGSHRjnZOF7SQxd50BS4OubgXqcLDq9Vx/k/qpIIsiqbbeNid7Bc85443LUHRlwHB2ACdDnykvySP/amgy68Ogk8+kaPOrjyfMHurmfHnz1/sXr18cfZCffMucdc9j3yksVGCapMnpc25Fw19Q+A8ahIFunQZgDi2APHWXTCGENPObOcN5wgKwIBi2TgEb6dbOXLIhLUpa4aw0JofEUH1nMsbIUMG0mzhC3HwKLTdWOrJIRRT4cs5G4Ygz/T7j79aHXD8QvztTd3iPc8tkP7+67xHGFCD+q77QmmY8OOtW/Z6X7N5+0FixSc7TjtyKWeMrZzJRI5Y8u0hTZnS3t34YYHSq/4nHLGXKe4PE3ruyDQ7uW6eN/BEW+87mpbJA2hEhdOeiMtnzu+DoriDFXAlt7W1yy6dNoBCkphU8ErH9r3Gr6yGKBdVa2n+3zzjfzmjHks2DHAGiAY9agqAr+whbI1cfHWdamV5QPu++2VLT6vcMDEFsJXjYsuinwJpA677Xt+zkO6h5x9Z31zTVvu6q3rrNs2g38idwIwUUThfOeRmNQueRJ1sTQl7yCPmFvKNwf2VIKPdwUVL6/SC3gU+a5a98sdHO134rPxuzPch/z+c7L4/B7Jqs9Z9cY7r+0UrZtbcBhUDNhGMMR4KrqBaGTdvczy1eLErlXIggpSaxjpNqEJU7L9uh/EtbTn1PnuQ5oz49ik0zpwADB42YRI9vLVPDfG2vWkTiNYIEuT4l8PZcissgds47DKQpPytEDAyA08AA4MXGrXoHYRbv0lOPJyZs/tB2Bj5+Rl5ya7Cg5u1OSTsgxk1uLjxbAQr+T623qVsm7G14A78DrYrEN2IYUhy4E4JJfKwhWi8JJqSAn97IgY4VOXIT8w6m6QT435q1mf84yv8W/GYyvSsDUYF/IHkxkbHCdGmOtXlpSKmjJ1mKrUrqYgKS+g/m58M3zj8BqfYWmINc9dX6QVx46cXDcqm6CfTiGtsgFEIbwp+YPB8uh/QGFrYYwKTtcSLdmrzdVfncsunJFxKMdhY4N8JwQdcSfuDq0f0+u45dLKLEi+9iRPZMUo1jox03r1Ea55BHYE+4JjUONvpznzw4CpssKjIeo4Z/cWB0+U9nMfTPyI4xIvX320evGc3V2c8F/9+terv/7rv169OfGVb7qc8CBOeNIpPWaX8weffLp6zhGLvEZPXvkrR7DkzI59HFScVWkBo8O+EaBfi1kcWWXho0y+b9tXLR7iDWRf0HYsDgCSjyCseJI4GV4ps8+GVjhSb7ar39J3d1vHWZsrp7t2/gGARr91JcczLI/TVneqhGtdS0M87qYfIJw73B51cQHkHS7XFkfcMXjG2XF/IdMHK30wT2ddB9Qz5NnxB06n++uv36zesBN+wNngY3bZP3r1cvXi5Uuc9XLafUiyQ29WadtX3lWDz9CHRtkgcrC9f8sDrKdn/vAO9HkJCLmg0JCnT/LETB68V1CTFdRbnvngaojN5oqsySv9qheTrR8bA/YqUBDzHmnl9od7dtHbEYvEV9jQFWg8qa6m97E/7yz4BpK0FXo7YKffoyxZYKiLaui8BPFrzmMfHlyu9nlt4gmvLbzidYM+bClH2lvsAb3HkXSB4sqABvL5lkt3lHlfuV6n1G95+NLnAmpzVY0590Au1qUcCuG59lp41AGhIed0iWqoqMPvLnbpJ7kZkybQRDOOS8ggiRGNErV95jedZNvDt7gIlFFNmzVJm6rvtBVJ81Lu92gIeQ/3dDBvALgItV+7pR7clpIn+shtKQ3XZ+b95VRflGM/dHf/gi9/+GqfIz95Uwx5ue8QZx880ZUUKxjTDgzN09qqybRsDT7iKgUBVGC9NUBAkDegwgUpXw7wlVguGwgpTQCsGeisrdcIH/WqLZ8PAF0RLjVtrbVkNo2h/+R33gL0PUaGJKNhorRoS11qWB1mfjuvr5hLa7iz6toNkp7elKpIfGrNT0oGgeQvxGSitQsUxl72Q14jEAd89kQgvg6N33SzIqMLDDhEo5h2BNuv2nCqGesUaFKG8KHfcGpgHVJm1iie7/gEylWwhfz32xEEZfgZdKAFvZbcEkPQ+bUEYSo/EePwlTOKDA4ONCntOqApPZGh7JTW4NxSVxtJbU2xYmQBb72KNYT1pelg5NsR6pYfQ6DON3+9e6S6VGHdUm66siHOIKWcQdFBOcBFqriU5p0AssjX7C0/gkI9G7vzqeZAZla1cOl4KZapJSGNtTyRy6zBX3ZRLBeTcnc9cTwQFrtLeclZBIfM5MeRGyaE2hKih5QVbr/NG6wUiplxCsQYaNs96M0bNIO3kCcHGNBJPBNE1UQuCtuJbI0VB6SALUfSyYu6HUZcvHN2A63zys6q2uArhXwNhGtY+QCGjNhswLEpRLMFzK2pxarmgDuwZDuZRR+0e+NVMJ1AiY+8RPkSk/lmF7w5xKOg0TD0zbSTDAS6HMBqJ229wiyhcNq7v8IYu4cH8e/pzVJW9OBpMGD6AC+iHq6UV/6oX++k1t6pxUcH6cULdnH5HPprLFkQ3+AcPl99+vEnKQMap/F49fmvfrn65d/9IvoBWXCK5IbjGhfsBOvyHvsz6VzLvtUqRPj0zqQLYFmuBQ99Gmc2WovQwpJC3zrlV1x1+B232yE+YmERn0LmCVphmlYbjOOmXNDDARRPdjvFAf4eL7JrKDz6Ubbs2LJbqzNYjrZvt8AfYDf66oa3o7BhsMOOucctDnD8DvOQpsdJOIoBDnnLG1hwvMuJr7dkiOuK895vX3/FEZIznPWD1Sv06jEXnebwCwfWabry7Jgry1e8rUUxD8DrkZVjFlFx2KUL/4b0SmRzXLIelVRXduDj3Kp/lH3FmGb7lw2VjqsuwPzPoTTrd8W6TD0vwDLG/zJuRcXDDilQf4VhE4f1YxsxVGnrBNLO8KjjfqNDzU467z/haAmOM9UtxzJXR7TP8bPneWD2kIXLAe2g7qkYG9BeeOEJFLgTs8P5cz4XV+7OH69ugM3zCuk/1IG/PVeN1M0bdUhfsqg55C0uO7zxhZ8aUtjo0qviRiCw63jmWQtx8DCqLGjP3lXxadDAqtT6t/rjIWqgNTRmh4KhVJ3/2q1XTQDBg7rTLl3U2uZpQ767H5hTY5rkSVHNOh6Zcf5MPeo7/ojTv9iFTjqLF8/9Q5Wa1FUQeEEjwPJRt1lFyw+ikueJHinKnM67jjv+esFiiC4Ywg8VYntqohQEXgJ16gtOiG847BZtBOmoHK9GIaChJS4bIrN8IK0+oohWUYgUBH75IiuK2Fa2AFVkuW0PTTFtxXenztYktL5x3a0Iv2Fm6zHVh27UB+mRehLirbC2QwKls/dPnkVtuhIq/QtcmGzXhLSJcQ150lniBVLGUPAxqJFdrd4wS2aTSIYdI++OxWLdidnLII+lNHkQChNrxphqhV9yVfu1jHZ648WBk0pstBFNbAQu+Mt2g96OrMyiGPacKokXDb+F7SCeVnF4ocxbsic8OZ6zihp/qsKNsNYnXdhKDR0PzonX+BSD0MxO0968FhZ/PdJQvAxGR/9ccJDtYLM9WIcygJVNqOh+C7Bl9fHblm79p/rAsa6YowutrHV2kAxOS/9ikraTgjT4alO0WlGrqwOkoesnwVduyXJN/ZGZNm+5Y3NzLYZXeaM8tzAlmvprmWQkONoABsxAr9KXaBxL7E+Q7IoSrzZx/BMUzmUdmr0L1X1Fyhnkg41JznTiRhxfCy/cICAlqaCOShdLxxl1GiTMpJUosM6wtURldPCvO9ah6VZOICkyV12IQi50aLLXnmppu1RAInhSF+kG0nN3xXpUXsYXsan34FWeEQe+HPQgG/mSMN15ySbdnFpOkNSQJ22GZ5BjJPAZR8Fr6Ahc41pNwOz4UubZaB0hHWbh8jAjV3d8xXfEQ50v+Cn055xLfsa15iTeJc0Oo+fN3W2XRx0Uj3DkSBr17CPthF/zkOCtzqL9c4w7N+6yyRGw1tckxZE+GNrqUt2Ntm49AG3IMyjKTnnkp86uR0jcidbZxcmVh8BCaZfd1j13rMnfw1HWwbXUMfb8nAcAeQgw7w2H5uKY2y+zw66eaofbMnWm3r2jd3bJQ5qc293lp+DV4/HBc+4+vFw9446CTnfgxcN4X0dcqv323QGm3Adlr3i3tYcODo940PP5IT9882x1gN4jB+1SrxR0t51fqEReX52Yt6/wLIk/lmS7qbuaL5CbtL8uaehjVD6QGaeK4xaRO3oXQP3qclUom9Yuzdauqy2zerWREoKBWKdHNlIMU0xGur1Qo41htOqggqXmEikcXUf9Ok64i+5VHu2v3knJK1DYYr/lWMoNDnHGFhx5FytH6N4Hkb2T412JfkuOtnCBQ7qHx3juKwmvz3iFo/yCgzbd9Zy7zrr6ht/cUbGdtUHSks08hZ7tWHJU/U4Bkop4OvneOfEHkexf4r/i3PsZP6q0ujhanV75DvN1KNnW6bsxaTjeVTcoOmovtk3SazQEnOO5/cd0rimXz+K1NCnFMQdQoEPtL98GRuXXzTwiFIB7zat1XOixyMQO8e6Rl1IrylxUJV/iEm8tyosPdKzd8vF4jX02CwSqqU4p+S2aiWBy66twCvi4wy502iNfMbzYLEmZ/+6DRFBCFLqNYJV/93x8dxSiz+8OfTDPmtMmhlarDN3mtjaZTiA9nY7CNLSD1jqIoYM17ocZvGvmirFeMDn4VL23Ol9+xKDCQOFkb5AvfxHtjCfwr7g62DgKOBBbvwa+QTNC2EmtWWU6EwVTeckfdQNIHcsdlEQon0EjkuChjIidzpBy9KNOUpzc+hLCzugbBTzvmACe4B/wrpuan+gkZApTDXlLtYrwHadnEco2KZwyOGUDuW4Hn0o3RIyJ0TgqXSkAActX8VXADVJabpgJEVlx/JFXPhydqs1K/7lzQVFgGPQNshQYdW2wWhMiqj7cCak8EpZHxiFLZYxqyG4F/lM6YK2BL5BgVo9J1QalISd4x2CHdUOJIJbhyE1KyxtAAgU8+aFZ7JBL/dAl2lejxJ0oStdMdinUhgYtp1zsXuo6Z/mRjTgChcbJMXc5ZqTAGjJZZRRvkmWZWmmBh8pQStWRIdlLWy58lhDyOgfx3w8C+ZFjcBHVvlq3Shjs5JeteiUrwYml4zpGXWCmFahJO8b2glD7KRoK0aYS0CQaWeGRDlDg6vymZV7lFy914x01Q8+eRlszDvhxp/ZoOOCeic7bLhiPPJbhDrFs5Yyr9oYw17ySzrLLi1Me+OI9zzgx4vDVgD5M53ujtXPfG33lw3Qw4GSdyTycDl65LPomHj61AzmXdYKp2BxXF6h5jXEVpbRkXDKQqmxaJOEFWS/R2zXOW864M37KhzveOd/dsrPb/4wHNXWw3XT4/D98ziv0fs1uvr+KiY6OOObDHQPl9EdqdPxcAGRRQ50s2rDLWx529WHIXd595+6gcMc8oPny1YvVS2iY1mHPA4/woeMN+gTP3yu7ch5B69ofpHExIX4+On3W08bM19lPWZy3crCjNr6G+oIv9kE71hl6SiRiKGLg036pr31F8QOAhjcru5wWDT7j0Mepp9pw7kW3EQYKbd82tFVquJqYGxXktcflxR42kFVClNpiLRiMYGs427ds097iaJ+e6gDyCkQOU3OSCFF4APeA94i7EDt+ns8tbRd50Z22vMuc6gOPNyywfNuMb12RT99iEn0AnzaWBfIcD7OgjBqhK/MjyJ/zW0krfXfV2eln0eVDuuknLGad2q+0n1sebj3n4VbO3vuw5hwyBgzD8NWOmUdmAOLqqj4glI/uNJaZ5NOh22G7foGmHbOoy9g62qsrg2gZKxjr9pEpO/YsMG+x2R0+u+rVJ6RDmW/7wuj75uXPJhs8Uwo8x2Poa+fcFTlgrNh3q502cGxaFpsyriDD9pRLndeGhykcdo2iwxTtLIiCWESEDLSJm1aycqajPJJ2PqnVgJwaob+hOBmiemCMDtxC3w1FqmiXErrR6iq1XkEH7bCodT80d3ROrtKS7mM0m4fZOOX3oSCuDBIAPAXvQ3iemq/MHXpM6bRXJ0k5moN8pZ68xlnQhCoU/6TyX7srOR/tjpBBnQVYXd6VsbGkJDgC5Bd6tkbzKB1fe3XyhgekeC1UXqtE+d4rJggGaB0rDfoaj+aMd7Ce4djXecOShuqlX662oR87llcH9LqVCcXR8WXB4OCYyZMipoKljnVlMIsBYLRlMzKYWtFkLoMWGXX8o+DSkWAqk8igWTjhJ4jBVSi0vKCT1w7LZNsZ49oQgqrBmlgobFUPPTioBYavkI9eCkk4JF96bZMLbfFacUu4m2+6QJ2sy64Kxn5Em9FeYir9Fr3G7FWYutljSuccMQZt21MHSbGKx8SGw2KeFjssOXwoCwgwRm04egmNNV2pGLIQkFjqOeGTuYwNymFoaKPgGPCWyM9SOiK2ZibxMZObba+ybziIpu1TT34cc3Rg2DHkKMVzbtVfMll+/sXXqzfYvnJYX1fSM7xiuhsKv6wNBgJAPRW3eBOOaRaM+haRYSrijuxUDdTQ58hQxwFZf40SacJX9EeUyaa15i+iRBeDB7QCQCimbthFH207SVPsT9VnB9kM/4ObiJ0kWXwR0leEpc3iuMVRs5/7IQ9j1zkw2Ad0KuJkkK9D6MOG2SGOo1hHOI6YbHOkgon2GQ8mvnyJw0qb6Bz8/P/7+eqv/uIvV28Zb5TRM7/O41lQQ9AdXI+l6Mze8Ksl/lhNHjblh3XYzs5bMxzPzji77uvobA93z9xskEulShvRIHG+wrrt7/hTdtJtnLrUingUl5SAKTghp6/VgzjN8GsAOWafMG6+5spwuHqOzIfsBvrWFbz11T7yumv9nCMnr169YrPkZfR3zoOWX75+m9v3ZzxsmaMlHAPasQ7O3x7xdqIXkug8v1zpeK1+6OT52XecRo/BHHs3ggWBespDoDKUtqvlrAnPY7s5oyOeN+KYBy7n89yF5W0jWRvaBhD2gUsXUun7tg9jh+2uw7OE9Kv0KrLUE0SH7nr8MW076IgiBvXV5oADn8F60TkwsdOUi8py4Y1XHccKF4a2uf3JTZxurwDe/bI68AUz8MvTBCdOdZBNBgtMOx3z4z/XHCnxHPRXPHT7lo2tS+4yPMPxvnrGAg8Y3zGec+jqhwWciH3YUpzOsee0mb+S6ueCfn3pAK2c9J/M+Mpg2v6vYPJm2qt88CkNUGRaf4I/bVZ9+ozCMf3skLsnex4P0TYc5zl6c0GbX+O8u+DoUHoMmWQ1bhPizT80OD1PX1M2xwbsiKvBNjGWJDzqB6gv+0M4pa2Bqng4xz4oD2K/B8HIJjFxoE/HkENsk56AUM7Wvp6SxTvjxB59/4b4LbqUltiyk47P5F1RVSoJNOjQSd/SJqx/nYfTL3h+4ID6dlTr5sfDiMSHURorioOLX8WufANr3mPBSmN8XIMls5JGxWoTJ1tgG5fcUqnlQytG3zPU5Kyx0AAaB1yXcpFLY5AIxFQbZAl+FT2/I+ySJ1ePB+UwVDMUbOVUfPu3eN8Ntb1u534IHEMP8FJ6Un4GFNqkBpTSkToxv4L6tJ6hVoE6InFAyNEpsyV7EOpaQletIbcFC86K125T1XBn/YQfTjh9e0Zno+3oEExXwat9vmWX+oSzcTQzv07GzwPzxoWgA1brCoOiGh0ycjmgEC4dAGKkpjfbofkWWe9eWScDkAbDf5zREW9nWyw1mGgR2BmfWwbHsg/j3j5nUgGvnbspO5BokqkFTHBopOAvfIXXQdR0Od6WWatCBh0wVBj2Ptm+vKzlFUq+pFkhdDoFf93WXvknNLfFy6g2yjpVcIHPzlLl68y0w+Qu45gWqxC09lGDzQQgk0VRMy6HtWtDOSNlzpk201Yi2KfDXn3xrTVSsxCKIqFkrHh/37Bzod0+xynTGZAJJ5+0mvoegPVqrq4lm9U2bfPVLtFy8DUtr3FehLedsTmPZdr+R9wp8hVwqSvv0PPowCsehvuIhxMvz69Wf/5Xf7v6d3/5N8hIsSYRFkpfa25GTBr+YRfC2Q7qQvzpD9JA+1ksIaHjo3AU++3XlgC+MoCU1XlMovYd/nPmk/KylzR0TWjuSNGu6WKCF6XgqDPf8iI8vAIkD+E7MtI/gN8/YvdOLxz8qR+YwiSijtkLxGGXef78CP19FOdaW/NtK54jbz3bFgJqG912XuOcC0t7uJPrg5ie5/UIRnZrKdPZ8wdbvv7qq/DrQ8/SzYJSHSgEYmn6fqITxeTjbravt3ODCrUzbvE+bnbp3WBQveoRSgAq5Fpv4rDtY8o1oig6AThC2pe4ONIefhEsDUSBjVwZ0Rak5/GU1eo14+cXbIoc6iAdejcHBw/nY4/ffz/kwcI9zj7vHHFk4uXH/Coj55bh98pzzDjKr3lP9us3p6uX8OXuny/q0PPYwzl0eK3lByTDnA67b73waIoPa9K+8JL+wZgYfu0fOCRxQmxMgrxW69MnM56ZiwOmc4m+U2/YmfZj+3oMJjC28/gTkXHbUNmXAA+2v2W2nz1iWiKQQvl+UyYf1T7JIqqxUpOP16IwMJslvN+BG/njok7in4SXmaFNOFPiCY3EBqyoCaVbrhhJFncKql7RrwtHB40r6J8TPyH+he9Bx5E83DldnR1wtOiQDwumU8qeMW07Lqk7xYmuaO9z5tW3PDT6lsWdn1M2yHYPWMxxtEan1DuAHmXZhWY7xRAGDzxo7InxZVZsgRLz6STScUfacdFfgNbNzQIGYF3TZScZOECWoD78iK50sxSRUXlAxB58mNZXZypb8FEvthM4F4DYqnaD7VnHEFLhdzOddoN1r7HHQBcvLtx9i9CBc4jPCqgTHWxw31LmqzDz43K0jzZYi3EpVi/2Hl+cePGLF32WU8+dEXwqTxDs0R5gtTBHncSRubUGiHBTX9q5NuFY+q4QQUuou6AiuKfgu0CkhVGpnhWS+6fWa1SqIC1nxuBnKRMnIaoyHkuolUvB2EjNp0ZR8FW2+b0hywbYRmKjUupQbGO8f6DOqBadZFwro3p/XOsa4vLjiloCDk4OZDrt3gL22hNcy+zgLfxZdj24jeouC7WdZLMjIa6wW61R1IQY/G6RXx7yZDk0T9jJOTvxVhwbPuz02F5XGOEJq85Lfi3u9VvefQsPDlDqUsfO+s1no8+AqVSdUYxM6c12wOyqzAkinXNwPtguDQ0kXIQ3eOlBxXi6VTKFIWJ8kCqnibRSDQRe1F2qoHvEog84eCq58bLJdkTrLoGDBJSsFzzAMzik/3LrU11kcCLD4uDKFVy2DTqpvPVgpdBlAfJXMKpOG6hFXOXf/y59Vb54KyZ/VwxgL54fZ7fyqy++oEx6xc9NBkri0U3xw1hlaZRYaJSj8N39Tn4JVzQHXHR9RueGAABAAElEQVRsnLK8+UA9EUYTJH6zd7369NNPVv/p7/1s9atf/oqftf6aCYhxh0Z28mjd6ai2Lm2jxNX5YCpp8Oe4ymiztrccE2Cy0BkX3CPM3iHyzRbuIicwWbkD6ZsnjvnJ6iPKaBxgSk/hWqWAoOx5lmKgELlevSHKR5fRcjRp5ijyWnBTq6ds+Ur9kZr6TUWLtk6CP9OtnPVX8Nqt/N4iqJNaJeGEasaXSTyyjLZBXHVdu103HI94vvrBZz+InrOQKtTUFwON42XIKD4fZLxhSzHHKz56tvr4o49yLtfd35fEn/NgXfSvjqyn3rm4q2Zwx1bZzPZYhg67r17M2esQCxjHWXgNI/WV13EqfQ7B8qpC6mtnaqecMXft/Bl6z3xfcNXBKb17pjoOPHmGtpXqi0NnKUkh44ICE9IxpLAlDJAu2QqFc5R+RqFjpuQxu3LOccz9dcX6CfsD+sEhzh4PG2JTJzjnlze8no9FyilO3xscuK9PzlZfvT7FZcOOn7FZss9rE41zV8HPLjukFYoTx+pzFqHX7Mr7o5s2gM6HpdpMrsQVMU1bIEChXwBKPPincPmQO4ud9iDH/rg9iLz4CfrGhV2o9dQnz9o6vZ5rN6/GYXmUnvXNz/fEy32K3a6WzPF1es3L/dqplK6a8RKCsVEJbw3FlzzWB73Bvw8+XjH2nFPvhP54Rqm/7nnEh+ZYveGpUu8EXTEWHkbPPi/GWMYRoxsMJLvqXLXfS3fY8dBzPIMf9vHVl74VScq2W6u9OTS/y9YsJ6e4DCAGyCKQXkgeIY5816xaaW+jjjUUJQ2PqsLFVDviaT/AdJSPWHA/Yxx5/pxfn2VzxMW7Y3HjyvyA9Xorwjtt4n3QJ5NuyHtd82YdQ9El0YJHuiorgNLDGsA24o8qjqOZGEZfmGolqiOfd+DTUXfzPnZtsJeVWGrsoex0qescPnhzYbyEzuyMDMpk+tfCB548h6aefhZ4R0iCxhyhIS76Mu4i1Ibe1xIu1RYalRpykwgOrroerpql66pG0yoK0gAq5IUuWms8FlTdDL6mwiNXFTSUUfAbiWS5PuyQYxFLomB79RNni7LWVYM9dtVp6tCyqLvkw6OitJMa40yDVo2ZTnNYxlY8LDgAV863PCD56y+/wKhuc5tepzwrUQaCS3fAcap1NDy36ArWgdLJT77UV9oMQtpDGBvGY7nOTj4tjDQByxlRcDupeVSgJk0mPwpPyTv/8jUw/jIcBuycEKMTo8GOUPK3s1symVc8BWzQj0deGct34NQZ/8E/SqIn8tVh6bHaYdEjcPIfQ+PigCB7cX8t8L+Y3GxvMoUNSBCIxE/xbJW8JYeIuUk7Oo5QfJlfOEzzn+DAZVpHqHbhyU45K2+dRs8q0gevaTcHLe3R9/dec+vU8rwiDv58FRrDBuW1ayF+b1tqx7aPDok2cOVtO/J8DZt3E3RAr/i8evlq9fv/6l+tvvicc6/s0vzwhz/kR1t+zTEm7p44BiC3Dx9dsBDbZaLwNmlNOuz4wbI7n/ZDZfHsn/RLztKdcQdkbdP3JetwPadOjiZwblPcx+wQ+lYI6+ZWJf3Id13/5Mc/Wf3uz362+r///dHqT//sL5jE0A07JTrNh8gUOuhFXcirr44TSTmY3fowqT3TQGlL+osOZPoAsLabdujHt0t4VtRb0e5OpY9Qrt34mjh3wKR5BR/CZ6EWKwKYnbJhGYGxWgfUI1sJC85RCGsjVCS9hfZbUl2xwebrUldey+a7X5OBzNodvAo3YItH2wn+TQATmo2XvG6/2hUdu1wo0C7gD8l8yisNtcFalEuXAnG1BhZaTmhX+bVIwLFR2sBb6+qZfIwA2uWE2Da+TjALLepro6LMw4k4lLUIqQWr7adD6xEM5aphxrZEVtkgDBagNWa20S/FqU7cGXMnlr1l+gntig1Zy7enxR4CqP1bvwXSpiqOlVFnbWPqbCmb26wb2Cu4RFuhOaVW4KukvsFLng+eKqM7kQfH/eChGuN8O9XfnHJ85+prYMoxsj1O8PROeKe2v0Z5cOy4zJV3dHvGYg879kFFx5OM74NPTce5WP6bflJDPOOZk507kSGqBDAwfhE6rphtP1Wy/i45hS277BLzs+NpoxLCFoh6rmw4DbAgvA4GKJRnzDifai3rKkuNVQNheM9CdkipHazbViwljPVaHwvtbZGhvy4SX+5KeuUjv8EIXGxUQDudaqTNLhlPL+gYF8R9+FHn78Ax1x1fFqX+Gq6bPL4tiZGXfKSWpsIKN/gNfRuFAdkfJ5p+Cy67ELFTbFUe5MkgX/kknQJywE/aRa79tH5UzjGPMRY+00cod/Gr/WQ8nXkYejXfeXjd3tKqP8s8nnXEKz/1WXyLkHNILeQok09FYSNJu5Qfj0Xarh3Iihyl4+r3ZOT/JmMeeejBtrhmrNhhgerYro7FSVE2fqqN1SMB9G3XwWvflqS6JqJelSl3e5wrxEOeGwtujuZ3U+h/+jbWk0Wv0Xm+zCCIbgRHnHeHFlZINGNSHH01+11BhVat6j7vgre88Yf8SDvA2FCeP4xwmXgLW3VWGrmIoSwHUmojvM6JIeekR93CT37+RyOmZYvT0uBQ5MhPwxQ50NIYxHMLi6u8VacfAO+4yGbgwaMxp+OCMTgHvSTcSRkyvQNliuXRHaOs9kYFd7bywCc7KinHQc7DQNDVSauHr3h6PLZT9cuRVX1wJFOEmv4q3nmZMMmyYw3NLQBWczJTx+4sZXGD82KGBs2+fvi0c5WNWlbE1tiQXx2ZQZEXQ/oFKZvWASaDVRUt3+Gt0KW+Q4ARedWh1RodymEiepGHtEDTydU6VuNL/UAw7bVwQn6C2OFD/KQFj1PE4GGoNgy1dGQKqy0sdNCgjXQs6vYcZdhuxljLCfVwp3xqa2SEVx1f0nxdAOztusvgXbEL/mzFUmh1gyON6pGXY0i0e97PiyfkICQy7eAKHn3FnU6VeLkNkt0MJfKBmfxYjDsbBy9WP/u9n61++pMfr/4WKf/rP/zD1e/93u+t/u2f/Mnqf/vjf4NDzxs0GFTto2pX58a3PVzj0Lojd4FMFzg+H3G2W/v0h2eesWPqrzX+4LPPcpzF1+35Kr23J6/hiXPgvP3gY5zza3cyveXv2yR4UM33Lrsg0J6jK+rZEs+eIye/wndC/YNjbv/j9D8H3nPL4tPWswOOnHXuOC1Ozc1gG2onquMGR1E6vtHGxVI9g8FEhN2YFwzIlgEaOCoATxm6y+4rJma7xt5EqG3Uhe/3D8o5h7SThhANzCUlQ+cogyG0cfJ74WROl1kuqkAOQvYLW9Sk+akvoEHY4KVPI2PevgICb+9m0rL/U0Oc6rPG6aZXBHIruKDQKQtOO7Xawi598NNb7fmVa39zgLxb7Em0GXNwForZ5rDycxZXov0RI21i0AcqysV72s/2pSxH59aFgbddHfvShhDO4ksDIUQfjgnSuRs28raU34Xv9FLv4Tq2uXz7N9YWClPjCHaXJpE5grfguQfP+WFslwIfCvTYgvL4qj8flM0RqSzcXbw7ViNghi4kp76/OKqG/Ni3XfTe8ikg9RpNhIeKymEFr4OVZMibpeosnxEf4Muly5cMI0M30bfxEBm0RnyBn4hGHxuMWCj9IA0fA9monoIF1d1IoQbGcTeFj8Mvskw8Nc4la4ksYkVxznXeIfBz7TzK+JrJmvZUrnzSBMjDRoDaiH5ow5gpZfH7udpdjFelujq/CqcEgeOKASQj2IiKXkHLAuzP5DjGcfVtSR45y9E1j68xrvsMTxbN1Ljev6BPs0GIvVz5kvsR0iYjnnZYVEjEf5jKXMK8ptPv+K2/4ifyARTHfUGkPuBN+RZcRcCslI0CF5RZVCobfVr/LcdVGOvruQxRMN7wytEb5p74nuAWh/0jo6F9JE5DtAwFbAGduJByg0sVXlFu++0x73mXTjx5kNV5FYVee9RWpfOvbsMjyiBZPs4im/ctnhAcqKxsEFmulYDC0MqknBhLoOpLxdZqu5gRRSl7AtoSDa3gnZAD5+Cp8+Jgc319kUlBWIYjBC5DFf/80dzO2Wl0l9m3kLQzqoPiTp3HNGqlU7Qwh/zJlrijAa/wXnELNGFko7F1VDzvbcO3jqy7NbTOKMyEwzUO58Sz9TK50THzSjBhutzCgaPyTJfBmJZ+DBBeAspXGYkda8CRJ9++ZkhU1rOoaaQTABNtACOswWMC2kOCujCaL2goe5Us3+Kbg7atKQonJoNpkGREiOGat1Gv6FedxtdtbRehregRO05K1BMu+Iw4k/lPfmijp5rW7dQ6F3Q8yjxHWXIQj1MGVuvwMRSnTFNOclCobMuqvK+m5CevxqLtIiN0bJ7gEz6TuzWIg6hsEb7VMzznoxRG5GFIZA13xsvG5EoQOVPQAqfrszBiN5rB4IeffcIPbnAsgDrcu+YX/M5XP/udf5k385ycvOUhtKM4yy9xfF/zIyQ6wC/ZPf+Y90vnCAG7NZ+8+iS7GrKqNGk5hPGVdv/lf/4H0Npf/eKXv8gRGR3tL9hpv6Q/6RR/+slHDFyXq49fHHNl0IbVt9DJswoOjjjfn33yMYsI7rQ4KPJeZY9B/PhHP+LBY34c5YtfwcvHq09+8IpdpNoldLfujFfB6eB5F+iAs9FODrtMFmdn7vDv5AdV0q/Qn6+NO7bNmSTkyXJt2+HWPtHaSx+38abgGOCbRKyj/avlchbTmFnEuBDKhAJMjym2hwO08DQDCxSPx9gHy4pCAt7EaP1vE+RtHeb4OneONbyQ8rt2njfrZi4myxa3JKboV0IsN7FM/CNXW/Q8c4MVFOMy46J32JhyoVd2JM4ckRx1bY91oJ+hOBevtpl3enyADRdgAdEOyxrhaahVH6bvQqUfiFMZaP+W23TGVTHJTPRXconTviXf4UcmCdvGc/HVImMACZgBBmZUnsnAWD7BjHzLx2yc6L2vVvW9gs2M2FnGjVHBy/jYHurQuz+OWg7hNzhzPtiPn5e5wF2+jNupjr50QEQqz16RqSyg6GacTVSYCtXOnSppowqych2spca6Wipk8yN6KmDHScPSXmmLyrv7vYa5W/J4OmMDILHTwVTNdzU25G7u3TYb6Za1+3rGDRDdvcqBmpuDc3zZ3h0lzECPxNOs6Cq/Oq3npnIVwjk8habJ55NXdHodNqhaHYuEl7rVsgnmlT/L3Xw4wCn2rmzfYXdTyyM19itfWeobXq4vX/As2tf4C/gm2JRlOtDewfTY2nPewuRdUTc2fLe5x5EuSQuj/8G2ZnQz6yxtOXgpnouvfCODerMuU3Poepe12owr+HKkDXrabHABb0A1JawCG+XTi3Z5tx3lw37fPpw769zfhU//rORcg3zcKdxhztAf05fMj21lFBcvfyEGTnAVXuKpXpYgbdvAESav00zcecE7EEKWnPIffNblM4f9dsRSMEolFqcAcBWeOHkG0RrSr0A8/KHCzOyj8lRAlD7wdcNYL44p5QOdWfeC8B3KiVEQWsoGIdg47p64O/b27Uleq+culgOUg3MmZECzu4oMmVAxLuXIBOCtk6EK13rnOA7uCuanfDUqYMtoavTI4mfwZL3utJnEB05x+D5bd/C74cLs9KVUJcHINEFmbEsnzj8SPaAYN7QzHznIK97qauXOD6zlRKTVejSuzpw4vRUqQDBbYItxjc5wloxXx6gli/ll9VUnv2xnNQKiL/w3rQxktq8AXIcNFyAdwUHC4GIrcphUThmCeJItQWQpe3KQMgRsTMCRYdSN1KELjoBWBwhfYRR2UsEBwwB9dS4N8t39z6BnnCfx8/YCO2luBXOGjrcmfMJt/S+/xCHFfmREm7xgEMvr0IDN3QM7nzZIvV3llWdX0OT5kIr9o34SG73CZySGAWplIDbPnSsXDfLlcSGPfChUDYwMhtiqMsZOAHK3+V/+zu+sPsG5/RgexfXf/7f/3er8tTvMB6uf/OSHPNHOkaevPl/96OXh6j/7/d/PTsJnnCt+y9stXn36WZxuf2zjmHOCqo91MLvSLzJQXfJQnUdhPLuuzlzkXaFTX2fpIHcOfy6Wf/mrX6/+5m//3/AeJLc/Zff+Fp5erX71H365+uqrt3lP8BE86Swrl7cLTzg649lE4dxZ/foNb1PhdznecvUHarRHdW2/tJGOmRC+/PJL6J+tfvzTH8Oj58OdIPZx5utYjr8sqYPMfkaOvfje58tzzuhyX/Iwv6bIjId+PcervElUJDImi68a77QVbzHTWo4N5AtqP989rF0f28q34vgAlrYdGySzNhUYrxwoR6BXUC42aWN34hpl2uM3DbPzPJF7Irrqjz3ZpC8iROSwx8Bg93Esb2HY9ps51p7Vi3qzueLEu6lCW+8wvmScifLUOGNyEVjwOdbZUXP3DZsTlyOR03L+cChnitkNH5O0UIxe6Rf2N98s4vEYdZpxLIwKQ5COr9UY+pZOvQVKCci2OGXpseFJZ/Z++wCdgaOEUkf5qIchm5fazfO6zp/lCE/jK/UWoxAvARobegaPbZy5OgCUkyFUNseUhz6q/dUbVsoWm7fiefCjxEMPQeVXyA7aoTz0tgBURBmsql7kTxuMOia48N34AywuOXWX3vrolav6Dp7AFAu2iTaWsdt8AxfPc1MhHynbXjJia8UmiaetAFErJaIJbY5q/Cnd8pFA45dAPlym0LzZR7IIZTHpjmwtKn2+wc0U+3r5TKka0sgqSoK2MKKVtn3KQIZtuOiVqxp7hDXl3CJc+TRkDISxFfLtZ4agokblK2fN5+LxHe4+Y5Qz7c0Q+dm4Yv47Zix7ztjsj2/psPvR8fZIo0xfMtf5Y03XF8erU55h+oLsvAGFQvGnHYr1SqtTGRpBGZwvMk+G5+IzNjnBlbzMQejRePyfxT56p71+FyA0JeO4jK14817RbCuwL20hHu+qBl9gKOcaX9L2CjQ1rGw/d9xgDnZDT5/pkF+Ejb8AZOaMMx705c61P4diu5Q1U5W2gwx50EN+NyU8KqlCagyAbvqpSrFP8oHmJYy7KWF/6Nc0VyXh1mHf1+cZonIREyQao1RhKNmJz3SIUt6G6yBoo6ZjkK/Q9dYAugNCKkYwlwbDTA9c7bil0wGVMAw1A2eUUIoQTRqPDuL5WhtY2r4qzXPXvlFE/nW45Te8gjCTBelgkYcRYjDkNt8X4LxgB4gKS55GkgEEBbozJL12kKJUB5mBz4HRicEztL62SPwJ8B1jTCNXx+yOta6rjgjqHPrUcHr04r8I6kq066wj1RamLSv4jlg1OTWwdf0xmgqvHAa5zY+0cE0V52f4Ud7cVgaNujKd1T1w0QdOauVr4Ok6CyOj5Sh3yJA3dGvH0Ka0lAgpXXmUgJchK8nS4dCjGnF2CrvQUfe0h7SbL2mow24jihaY3DlpGpKRB9sIOv5Kn2fWonXpQkp/HHeSd9quVqev4Yl8f4HvELhP+WGPf/Hb/8nqRz/6rdz2+vO/+MvVz3/+89Ix5wa9Vea04VhlD/C/zmOTEWeDnYqhg5wLJTv610nXxvjo0Htez4drfNDG3eznXHXMP+J1bH/wB7+fu0KeWfcM9glO909/+pPVc46ROECccR71j/6X/3n1r//of1+9OOR0y97l6iOc3I98pRuvW/vzP/u/Vv/8t3+b9mAHmjf3fPHV1zieh/y8OnLItXpA33u8pk3H6eWLj+h3OOcox4WEreQCVRWmX2pH2MItu+nH3Kn67IcsBHjjhE72ixeePWSHnVHsE468nNLXTtgJf/n85eoHL16WzXNHYA959zkac8qO+HNeu+cuxim/gPgLePst6n6GQ3/GK0HdQPj4k0/irGsPnxB3DPOHX+T7ggXO4e5RHih0gN45fIZO63kMDALOtUHaiP7qouzWW5TADcvTighlVzZe2aFpcv1KsI1J01b1AzCcyccpzdlE+C5cwhR8+iEGEdtE5wBM9GIlA3Kg/54vGSehKZ+ZfDJ+2U/tUnwzZqSfmkF4jOM4idiDuJS/dKHA2I452ITm4jjgbfQ94ES71i1diQVz+qGHPu331JRq6zNtQSoPDNumIMhijjZVxxkf3IkjXmeva3yyby14HEMG3cZrRsiBL6OWuKhjX7beRpAJgpeKKcUIUzTMmd15fW3Yu3gbVKEIfVQoiXyZPyiquwc/Yx6kLRkVU2PWcVDBfLdT4b/H3MJ2kZSuAgOXca4soeo+8l3sDoDC0TXVfVQpzqFTGi5xuVk46jKxEPfP/3yNaydHgYUjSC2lnRG85hUN9AjOjgtU1ruAk6ZvYLMeZXDzQkddv8Pf4dBhN25eFuv08cxz0X1RziJqje5OrPrAOlNOit9FfnJsqzBp6dCH/dMWLt7Jp3NlbsZuBXHjyPnHON2KBRU+2qE7xhfACS8u0jjlz3DUX7Co9oeXrKNv5xxj35KC34f8QJbPNNUGif1Syu4ZGwVK2fUXs0lFVusCuOgP3RXP1BrwytU+UzYWmXPIGvJWS6RfI1vP+6bLf4HyEL70Ix02J10YjHneq23m3aVd4gxBCO1/beJabruJOwrh4tjiXKdfFx3w7vpaCApjfe2W+iSWM/DSo4xlaORheeO97ZRbCbUEPvIah+a1dk+BC131kfkfnee3LwYdUCxhX2c1wcIRsiqPEApSwqtAQw1eCIRwNqjCGteAdlhKuKcY40DQdaABYMrGKyd6XeLoHdQQKBJcA2dK+BK4lG/DCl+QwUI0525J9ODWxmwnUUlwVKDS4KOB69iUkYAg6Irugpp2URBroj7YHA1ldopq9yY7ocnR2WKCUNngax5yZeUUY0o9cWIc0BdlZIFHQ2Bs9EqkAZW7cGmIKRFQDAvf8mnd1BfEBtjQk9CjrswbBvzITTujGLMJ3kYtNKYyPoPPqvicCbUgM4d8BJFkOpCdilw7eeWXU2/adtJJUm7R+HYNoR0IfHgMBKAreBnZwZmmO0AUq3LwIy/nKiXmJC6zRLWpyCeocibfq3CgBV6a6S5E9lgtwyZ58l448kAdZfKno2mZr4RT9w5en7EL7QOQ/+KnP1j98x9/gvPMe4yB/S9+97dX//rf/PHqT/+PP8NQ2I3AydaJw1OAp53VD3hryeX5yeq3fvgpx0aeswv9OWe6fSCsXqumzIdj914a6kzn1redeBzEh8e+/vpLBiDujsCHu+weHfnouTvp9cadC/D7895nONVv2PXObi5wZ+jhBW8meX32ln7AGfGPf8LAdbv6+S9+wcPHX69e/T9/m0XHmTrA8ddx3efVb/6Yle9P9il2ed452uV4zW9lIFYXhwzq8qLy3f12UXfCOPI//I//E8c/LldffPkVc+7e6pQjOGdfnPDu8bPcFfgSHnHT0JuLbYayC/Wv2g5WX33N+6Df/HUWHZ+zva7+n734ePUW+/8//+pvVv/NH/5Xq895wPUGvZ7jyPkeYdv6C94h7dGadt7yhk86/Tmvm1O3mWzQg7qCXa1pDKq1uCs5xsJDmyhzSLtbRSryaF1DbImE5uRDjsc8wOsDUCcc6XHSFljeE2J/UqQvmBdEVfRtvgf2eyjibN7LfTwjY4Yg9pko6XH4x0oVVxQ9Vqu0Na/qxfZo3Wk/aLHJDp3Jj/af7ipPc4CA2lSPy12oggzuzEPQsM9mYjfOxz6jLaReZuuBFJryV/DE0z7WJZdPyyMXw4JGxZIs8B+oTRux8ou3JFc5jv/qSQ4ifaVTYa1dOaIgdVuOxvnoVUJWlWKMHxoe6TFeBeihcDvKOsaL32U7XROHo3h6lMaWQrEbrJ1uEpmREbqSK/pCbA9hCX5K1u0w5kontMDZ7dnQkulQc8vwC6jRsM2ncNp1dtPZafYNQx7ViuOeK+k4hTUuzbitG5mM3AnLWFFcTqVrvbqx4tEm21/soRAfqcDlMXnoznnZZ5IcUz1D7viWB+upV/4R85q7uRwhFE4HKQ477erYriOeHz1KXZ3W6q92RafoOuqpPPCHk1B3pbSUdVu07LZN2ilX+NInJK4l97hjPLYNAfUbR1unbQ6xy+oX8irO6CJg9A10YVt4h8Orz2aIp3xO0bvrzXxAP/J1lfXjbbLiXfG5hWei8hXWSrcNB23lin1E/rLhLD6o7lW/Mq2VuE474xmyy64fd9yFG3uWoaNrt8vXDu3s2/PcpIuv1MocrDlqVqBCG4/jlYh1hHrXSOZpk+R3J9Fo3Qlrhz1Mqc0E1xbVMCUrgtAQUaQZA4whNdDdgNKJI41GokyKdbyrG7jKK/gYCIwWbRqNUAYpavFXndpdle+iWSs+INLY4k5Va9c/9dIgAMRUpU9pzlsC7A6SQRqs4aCPM2kDUua1+MEwnR+Ew0h28vQ0xt6ThnyLnR4QXmWNvPxJP/itL08uOtIaiS93JtCJMvTKVJ50JgpeXtRJ1Vs6hdtWhiGzdITILmlkU75Aj6rEAYrB0xmULwZJpbQXdUod6ADjDTVwZ4CPFHZwnfIKsufkmSvQ5vdK2XPXGVx0BAHw9twzfsItr8xjh9SBxHNk3k6SB3/uWIqlb9hFNvGmfYdNenTEhwOz6IR/F1Mv2GHWTukPeW7hJbvOL9mZ1uZdULgAe8FOrz+w4rMNOoP+zLK4fP/rs2c+uHnFj4284RVZFxzZeLX6Zz/5Z6s/+l//hPSbPM1+yA8r6Myruxec337BOeuf/vjT1e/+zu+s/vjf/unqgN1lfhtw9Xd/93fsgPDLcNDzh0R2/Nge4H97/nZ18Wt+YIHXWb1+8/r/p+3cnmNJjvvcA2BwB87Bue1KSy5XtKSQbTkctmU9+s2PDv/ZMkMRkk2TtklaIkVyL+eKg/sMrv6+X1b1DLBnd0lJLqCnu6ursjKzsrKysqqr8SBfMGg4yAdPjlkGtoNh7nrB03fvw9NzvMwTZoneH5OWF4vXMbpp+wQhurxle5hj8H755VfD9z/9fpa+uFuMPNnAo+0AwjWKWyyD2QY/P/ajEOvZd9Dg58zfH75HyetVwNMCP1wffsYM19HR+xjO7u4Rgxn8N5laPYN3frHw6uwiBrov4qywfGWNPaHt6Jxp2IuXHUlHLqxLBxsuP3K/YCYiuV4dTtie8fbOl1eH4dXbU7Y0mw8nt9YDnv7XfIESnDa3J+BK57SFt5sv/s1X8dIz+DAo7kq1Emc5kWPKVoalax3ared8cKnYlTy5RH7M36IFB57AgRZfsMoLtjxU7tRtwnOGxOAgy5aujKvDLNdgWgF6r44twc2jez/pp3pMyyuEggKcfkGc10u3Pdd3nguHytl1mPVewNAjQqDse7BlyINg+T3a5Qqd1iSTz8BwgFOaz9iCWHrPW/UVp8hBcyIlxkjroAaGwS28ZPCKK6WXGwzFkyONuV9rZah3beBLVIRuYswv/OiuXIJhx6XBkC/KvAOipOOcfKRXF0UXCovrf0woXgnZIELyXVpEDZiRkeXnSVj2dXJ0hJC15Cs+VH8gROChnwteIBNXDgX5bzpxyB/nuhcwLYb3WErHNhkmWj2pYeHyyN7nkpm0wuGZfV6HyZmb3Afrdm89RvYtJv2iOJpCHkq/VVa4mL+HPA2fhWk50tXgc646MJVUC6fyugNIHF6pwEVZ2p3OGtsH2pd5kDR5U+6i6OpbKFtbQIeDL89nhyoGmOpsDcQAED8OwGYZitA0Er23OhtKwVu6xFleuGQyZ6WsCVgvvuTMO5nE0fgsjpFOCEnf7EvZXGf2in4rXmLqSxZrKCpKli8a+RnLLrTkV+rfurTNhPfGqcfK1vN5VJjomERYLZhFGZTWVCe/evZNk74/Oh6MQSS7K4GEuPS2Y988LgnhgUZ8txvdBeb2dj16+vaGts8zaU/50FH0QyAReTeDOG00U3FZpIinNHOqtuWzflgH8r6eB3Bw96dkzLbQPe2RLR4li/qfa3WEYuDSHA9lBcskbSXXCFd2iiHhDYc8Fp4zH0preMY1GWEYelM8uewBR9riRZ5SHMW8VJapkrhy+Gv9jQrNCA7hEx1iy1CshtMbpIw0kR2ah5Uwwg+KnWHFqFqyICEABbJlFsM4WWaC5BmMUAqTMr917X0d3suIMBqBkMPxBvuggHhVQVRDlKwitOel0HgYZCyTA4Z32oIGyFkZjj4DQ2TJn9FogHENIqWINFCgDSJTBB2VwbsY8kSmg0NA4i2ywXCdxmQqntsJVh5+5XG70VxIXfI8KcQjUlXwjbWZ16/c48r8Ch3nBok8piIujcYBmPTS0DT8iTNhYW2qqoNCQ/8LYQRk8TYG0nnkuu7ln/XMXgUxvNwH1heAHz9+NvzB8yf5guDx0Ts6icnwZO8RS0K2KZvlEhiKLsuIdxU+aiS7fZ9f8NM4DY+BpcGfZQucXTKyzz7OTpPHU0L+J08fA3MPD/UpeKGAnXECJ43zR7wQecw+41I3xfAkijVrTH9iECvHZ+xdPKNVkhwjecI+xhhsfLxisnZOJ+C8ActTLs6G7+GRf/92a/gV8F+++oKPVbCOno7w5PhUlg7vNo8D65AtLn0BtHviXbbhunL5o2H9nvJO8Fbryb2gg3B9oVOyc5aDaECr7Eyn0axxLPtXKGfKspDv/+CHww50z9jv/unH32fZyV7k6de/+e2wdnM2rJ7Os8xksnpScgYsR/jneuwz0HbZFyYS5SARyCg7y4DDJS/f+P7ITH7IO+pA2n1x5wbe3DAlc+dyM+JU2BqudVTHr5is0rGUbCNNWTYEHciTbUljfJVBy5evX2WXihl0XYPDDVOzvn3/fk7d4G2/nlJn0LeNfKwwILiG7nwMRS4oYxy2iSyRAI8u04DJjjTOFEhrjG4bqcF2sxTUWcJQZpWvDAjRn854+PLtdIP05O25kt62RedqIIvVnbxqCK8TzDDetLgHp+94/CD173kLYsqwwXI6/v3e870gIcuJePjgdkwuC+3A5UUMv6YxxgS5sNROYUuXW+uhNNX99OpE+QqvKWA0EJExmZx7nyM7LgkYQ2C2cpKOa2knbQKnvjaa3GOcl9WaiGrRPiyNV8lGBrbb3+dUhkd54dwv20J0TpSHrWRRlovF6EAjjbx1KWMURHKZJuZS4Uke81VenwXIcoSRFQoY19akh9RpaNbhcsboF3WAjibbsbzjMKth5Fndjr+WuiTtLb7XK/jGqWPd0a90YKZq6LYM90/36KpHVQ7X4Gz7sp12smzXWWPOWXRdiiWFflRQ/sS7i25Jf8Qz0xTnueh4WCa3BpImjymTuvGg5w+ASvqNv7EpWuWonyp49rAkIHMpX+P5Ru/5XQH7X/up03M+REh/FBEwM7TYVwRk2hs5Pce2kE4NR2msgUE/W4a2WpY+Z5ZAG0mAhDwLhaFXwrOUQ35y2DeYX1556EVXx+p8U0eW3rVuwYU+w7NxCz5JYxUW2xHbSTzNa4i9YZ21wVEMeHAwhyn60awPsyyhXrDF17+CaCZw4cZyPhiIz0BHOuwHkRR3SJrQJu2Ta718ACS76GuoR56ogMgG5XmvsR7bmxtNJnFxlYi+NG0tdxFzO8zCrvFBeOb3OXls0T3A12aYEtMJkCl0py0NuUNYnRWIGm1BFApTgfA5qpEGLSNsiPyR3IrgxNlRkiia1sbiKJwLQq/UVFrL4/onlZhY9FCQICTZKEfIubaE5QCRwBa8ApQpG85VWl1oEEeyF7EB0FAq3MYMeUR6sZGuUJTIeHOtnXuhZ7Rx+EDMufbXysLuVWUEf5721DCCWFLz0/NJZYL0eM1/RukQJq8lwwA3ubexuNxEOA6IqA/yZakAcQI2edIoAj4zohGtB0BSqs54YJkUYCert3kfA888p+zycYbRp+HqVx4lKJiHL8Lzv60ltQaUEaKDoNcqezBMLPCUC1HwU9a7rFP2DfXnB4+GP/7s0+Fj9vf+zW9/M/zov/1oOHzzlnfE2B/4dn94vLc5vPhoN9N+vpT5mOUjfpjFXUJ2wfPg0YESz25A7DmM51nPsR3L1vZOlpk4SD1lKcVrdjdx7fE5LzceHr5ljfcuCtHdRtgSECNsiy8tymQbrS+WHp/M82JxeVfYxQQYmKkYrPAA3ishdhBWYLZRgy5fStUj5drsr1yyAu/O+fiKBqVLdFW+vhr5FIVwxh7Jd5NzvDfDcEw6O8iNDTz8rF23zfkBEw1LJer04np4/ozBxtbe8OJjveBreSlWw/HXn38Bv9dTnzO2Unx3eDb8j5/8PErP2YSXRww6oEfj3iUs1HI+V74CDOtuY3M7+5zbE2TWgU7CdejuIjNn0KCMXVIXLo1hcQrksu1eXkhFZ4CncuT7JbZh+2C9Pa4DTK3zXLFQxqd0QLYLvyYXZR05seoAQBp3FtHbvobH/Oe//HL4wQ8+ZRN37pk92IDR+vod4K3DE6dzlTPXsrtFpKHrKuPTCi2H9KJg/ejhJzEdOVtRMlsx5dqOPTrNPAIgZ3QV8qMMRcmiC+w4VeoqVeE4KJR/8rVePiMNz10baiemx8elVhUiKe36n+8UdBu4yOE/H+h7kGyvabSelPcW+qXn6BEuSl/a5tX56iQHbT1lzymXKwi79DeV9LVgHSg7VRfKkB2oFV8zd+pZdRzl0Y411jXA1ZkKVK9Hz9Gj5kMe8pS4LoOV3IdVTozSSFeSjj/m7KTIB3L8XkGZzL99HfJh2+6zNvlADO91KDvqc98l8T0rZ7Xm7KDki9+x1B6UWLwDE3n04NkHb8dEXtRx61JEiNtkBmmTnTFsWw7Wa6ZNY0zKMRqZ/ZqdMmifqcMt0/8PcAGw0lAhXGvXS6eGr3U6orT0+KHMWE79fb3Mkr3maIKv1o19dd8FJBjSNj1blrRqo+RYLr0h4km80nqVE+RCfoTmBkN+J/Rzy1O9P2W0x5Vo6XfpQeSB8sU/Tr5WvjpLPejSO2mQoOjGk+Nhwm5fvvjpMorKvwxbONJY5wUSAi7gMdSRP3XYlboL+BrucapAdKDCO3Hyq7ZXHvRp6sxLOrAr0iu7BuvDPss+VKM9UiK+9TAw0qa473VUZ8sDR9M1mrtB78ee1Kcr6GZtBeuRpAmWZYitSHztLKVX+gPMbnnyiPrzbLt+mNS+UM97+lv1N2WgSTgoW/2dPCUDgWH5HLCsPOxc17Jt+0HbddlV8kYKq9cSv8W1+GdQZVqeOEj2qXQivSNPeDSsOUIyKHzduBUDDcIs0gdhFdkonNIYKSiiUjHcGzd2dDDPa4WhlnCAPMRfrch04imyK8caSTXkwNCKk9BqQCJsHL/SmGBZigLIixfldNyCpw8aPlbutClDow3ChzqOYppxPSQmeX0aQtujwiE3waPwM5W0CHE59Ps6F+4RQHCpABB5lBt/9RQVraaL0jJtB0SKzts+ul1xZAauSUS6GOcYfsKRH9lrO5pIQas4C1zF6Av/4FuMMQypLEXhbBlwtEbHXPtxmr29HV6y/HT4jAMuDP/3F383/PWPfhSF9exgZ/jILffAQgUGSUHHxuygT+9weQYwfHnuMo2p22ciCyu8oLmGwZd8ZHT5yVM82ht4mPJ5YwxZBfcJWwxu8QGQX59+BcyjYX5xMlwebLE2+w+HFwca2Bjh7Iyil/wSw9b6vWFNt0srblEsrgsTTjynnH3pZMbWnr5sKcInR6dZnqHx6HZnvliZL/iRzqa/vrGNsX49zPE8nLG045S8egrmfIXk/AxvN/VwgaFdCtyKqmqz/dT6Pj/ywwurGHT58As88jPmdyz5WVmjQ2aKb50ZAay9GsGvwTPSH7A0xc7aOtiAN9InTGVFz4jyefDsBbxyzbsv8gzDr1iT/o6XNN8dHg1fvHwTw8ZPk1/Bi8P3ziC4HZUfRtFj41p1+K+hiZzwzRS+KLkP/5ABjNGBFzc16N3D3GU5Guwb23vUGct53LkG40EjlG+cR1nZRh2Mml8jKpIOTspMjDRxlzec/RO26+mjZ7iHDOQRwwBFX8raAYrSqOhMhyuWt7w6mQWHORtHb/IOwe3dBc/VF7Rz6PDjRDfXM3DDIIcnvrTrF/3S5uO5Fx8VqFDtdDGGuHap0A7LgHZ39iNjLqEydD2TG35KdwgD0QHEjMFO1QVQuY+HynTcQBmI06YwwmybpSeaLrNti0fTY+Y1dD02XlvQ7xE0TP6pIbync4LYe6Css/yDc38kvrYS9WyYkrolGwmK5+aROOqXfHU4cJN+621RhEaJwXyWZdrAVJ4s084yadT58ha4luczzj4PV3NNWc6wiDD57fSEl74iQClI+J6sG2VXnK2Xsu5FOc9MFePetOCba8klrQMHwbksVLzLe1a0Cw/MLCKwvY+nL+eSyZLuem46aYnRzhK6LV7WdllaeExZGkvKlwXGQGp8EYZpzNv7Qu+lL2cBEyg2OIpnHeJgXXpfZZtOB4L0rNMWH+3vx1HjoBOI6RccpHrjy/oXODuulHEBEKouKKfVjXLvn08tp4ISExBEelH4Jy3XmmCWZbAPqd3BCueGaD30eXDnmX+5rnpoMS2uSgtL6ifl9veUgh2VqidzLNjLEcmxuFwUr8E5slf0KSPi7ODPfiZ4ch+czBXcvLgffF68I7flJZ3X1gswxbeYhH5bQ+eha2Mo83I/srFGXxonAnIRwzC8rvyFmXIPTzkCih/1rbgbjIvHGj3m7lmZhaBfu2K//lUOUnPAIWWdPifrxGM0J3vwLby9XKoHeOmMjIPKwDePOBIHoBRsav91gFiPhl5vaUf0Db1+lXf5FFiWQ3JV9FXT05YdOEJozwMfmOGDhNZ/dL5tLDoZOBr3/ZBe0xmEZx9y7XJmEYXv8kH5tG2JMU0w/Lcsm2aWxIiD+YnQlmD+g3h1PY4wHihm1hXk4bjuxcljHlC8spS6hD53d4JoYhpSXK2JVA+9IuueQigwTA4KlSlK0AQQRBWkYlSkEuVLp5ECnomZObrS8At/GjURUuOb0Dh6MSTeDGTNNchySRAmDVemt5DGQr6sjyZe5psuZeWyKqFGYwEYmEI0Lrh2YEtn0TZYvkEh8dLyqvwiSuZb1ZaZWjPxGBo9tngeS6YVqwYILHElwlQqOENXAimVnwgCuDogqa+OMsrDuDDMMZQOWTN8jhdYA8cRYMqxEyO9HdMWo3E/mrPuFy0B5ih4rhVD2b6AkvXiGGJ+sMZOYQPDWoMyX5XUQHPtOIbTJh4ePT16np89fRrvsga7XsxV3ppevd3EsOR4tIOnl5cTQw9fuEyj1qO9RRkoFvBw6YbiuEGcxlXqAsVULNSA1JukoNMxKeh8bc9t+GYY3XcYjJfQsWZjP3c/51u2n3ofA3N/f409YWfAoYPmsaNs1/CBQuTHgcsdz26wJi/O3WHIr7nyZT88xVM8t3rAz8+vhx0+2z3DHezykjkGuKP3mxuWfYDPNYvwrries3nxFd5xeTwn3yUG4hWKLls7UrhNy0Kj7K14Lvzoi4MWd3vR0N1hBuD87nK4YA32CkboOttj7WEoMzyBryxvQWHOWdOid9ABzvkcqCd4518fpkOwU4hMwbhDXtTMzJV8oWAHSs4ouBNLfQiF9oasqnp9nm4XPDXc5fMKtExWrrN+Xa+IWjBeC0WUDtmOA02ba5e+TFb28bqxbp6OWm3jYD9KBQ+67xZY/dXeqzzZoczl8BrEexutdPVcxZyuQRkmWI/KknIygxZ3qTnxc+rHs+GAAZpr7DXatuDdNfXlR5FcvjSfnzJocNvHry/zizAUm4DPBfLUl6pEMcO7Hdby6108cXmUaZJJWgipVHFDf0DTFYr0zK29qHXlwZlK9QoJ09GE5dzZ/lSLKnCXCJm/INe1sIypUrhu8C3ym4MQemj49dtvPS/l47LwJcNI67dmfvDww+UmVnjwJ9sMRjatT3QedQbXgVN5I49C5XbU7+IFP5uGhDPKBAkqy3gOHPMpc8CVMlidchwkqUxinCh/SZSHgUZEA1c4JTM/gUHPecduElVsyWvvq4BgKVWH0BfDlEJTp95btwJpwUvzVL6KtJSexvTepM5DpnrL3SxcTuYZTze8AHSMJdugs4UaNEIV1gg9hSyXBGhu5WtR6w3JE1mXHTvrxsMQXICtztqhXe3yDk6Wv4CTDh7TQWmMmRtw0YjLgC25Fz/3MSm4eSrJrW/XkRJmiFfDsiAUT7Q99PhaouUGt3aOU488LWtly2+1T8vXa+mfiTQY3etauSl6nfmS6fbpWjJyw79e9ciGPCHvSAsXXpvfvGX0gQP1obGb+uT5GCy3V/YY+fWLzgb1YDdSLSOBc5WpPCML8C7tSNx5IAdi4CokltfAW2faR+JYsIRjLyN9ZGxwLU8e550idKAODpeLird6UTtA/VYOVKG3EshvvKB6PSmbl8xu0gXBbxxQpLb/lDcxtsWxhaLVtuZRfYl4ep178M8AtxFl+jjUmH723Ul345MPPfCY9JTLRTBsaAYJEpWOxl7C/klfJ+9Ic+VXw1qIvQuuLrWc0Ff7gbFV+zj+XD+/An0OZh00hR7LAg41X7iSzyVH0nxJ27WPwAxB/2ujEe+9/QDnXmf1HmP1GepLK0iqbOKmCU86gpzXMiJsEVbyGMhQgEsQuwBFsbbKVhEoBFWJJRg9ndxQb/b67fzT2JCoHmSvUJaDTM9In7MhciGsJEPcJIx8ff2ia1VV8KIPakknHlZSeSVlQMFS8KIATJbEXLRgEgc1HR0rpZS+lVve60w9kS9rlE2vgHEWlJ1LdTzFC4G5j2cUvvggYHoouiLISK8Vp5fbxmHHrzJwVOwWeS5hcLcQp8PsmM4w6n75618Pf/cP/5BCnz55xvPHUbCSodngSPxgfzfe2RkCeYJBe8pyEXngcgKN8w3WfO/jQXGvbe8t3zJU1GusdXEtpfiJT/Fwkj27zy5okMDCqh2OcJyf7DM4YCWE+7vqOddro/aTJ7dXrLHmBcFLDOATpu/mGOF7j/aH3f291LrLMUynYUYhmfKtJQc2YN7Ap+Wb5hTvErPASn54fHjGC6Svj4dPvnc7PFv3a5c2CL2pLFABP0f2kQlgumzH0asveOhJnbHmGSAE8GVgc8EOLOfnfGqcdd5XNLJLCrr0a4CAPGOqN3kZBNzEWNcDzwM81Jfw1b1TNdxnKDanJUUxok3d5Zq68EXML7/4gtE1O7swW/H82fPh/PY9Xn68UzTsK9bi+5JoBjvksy42t9gSkcHYFPxcjrTOcg1pVH5ST8wGWCfnGKsW5HNbuGvB3Wt3gtEfWaR8W5c0hOT82gFypM2owIFJhyWfXFpim1rl3qW0a3RwznasYZy7ndfdnduXXSKHGPO8bN1fkspL1aoBYIBi2hWkJKRNEmkbX7TH9rCS1C9R0qQ8qCOUdRXWuoMqlNwV11NkyyUnE9aa+7n7GxS3MxDSpr7YYcnT9RVyjpxYgvm/Ldj+c5DoGPm0g3c2xP3ls8wpRCzjWgpUmOrGOWW6nMcVAjor0q7Bxg5H/IVth5SpZmQkL6EGJniFMR/GrnfyRcWH0izT5fUyjl9PXzKpRNoWFnkXuYxbxCfht/yU3jT375LHdByd15G7pjPVFR1KQ0aIpS+Bzg0p75WSEkkr+0pQ4HG7D14KD21FGKlb+R2e170QR752nEhrWf70M3flTSdN19s6l30hbo224KBQXelgQH2tY8K2awgeDSeRL37lkcUTLIeLXHPiOs4h6sY+R8P88tKP0KiLa/BpP+0LjhpXtucOM13hB+tf4NY5iHhYXBjFHdH2c9VrQp9X1kv4RHz0vjrQZ+JKBg0VcOMmnkN3pJq5pTID6i6vFPSdwdqMDIKSWqpYUL89s88z66GsOpsoXh7yjHM8vg2XolE6PQymsY+vekmMfDWvI+fAMVWLCwY8S2gyQhpSjkeS5L6e55lwvCBI/0ODtJ58928v+VtTUo5lhM/SQQjvjMv1Mi/zGNx4wiHver2KcoWiz+tAC/46ccqLPqUzMI9Owp5/lA+BqOchPnABoO71BVzfrdLh5Y5u11OMffow6yq2nHVJ1oJXBRc9XjfalukUOQPZpDKok04Z1OiV3xlwgU/gVOrK0CuGZx1/d8SJfaV948wtABWhFVZ9GCwjAxdo0XMvvb4LZh8YXkLfhL7njgGDTjLLD/3mJQkSwCFM9L1tJRCVsYLdaTTNchD3EU7qgafy13xkzuwh8T3goEULtVAdDoWSIG8am9OvpBVGQUHFEuaF+zy2EBiYQlWWFBI4XPYN4k1jxflMOcL04GFBGT/EU7dVqWBbImVDwBJQKzWce7LyHMC4YAM8QnlCTKtXq4zeRlpSdbIDgx8pt6ICHBw9y2CRUEnrId7lJbb1CHAZ776Y9v7shMyu63N9EwaOOZAAp0j1vmssZdmHQoLyc9/SrO2KV3tr2MYQi7K3RIw2+bWBV3sLj/aOXm2MkKx/JZ9GdNbxgg+FIEQTDPSd4ej0iN1D+OgNRuAPvv9J1i/rxT49PorH8ZOPn8cQPru4Gt4cXwxTlnOInzTtMfWvV7evw3XZh9761Bt17UsQ8rIM9lpy4V7fp3ilj92FhIap8FreoeW5vAOqrdtTBgczDEYAYHjusJQCY5KnvmCZRoDxq9d8Da+5S0viqaBRONCwXny5w2Uz1sXFKoOCd29jEF8pd5TpVKYG+RmKQUPI3U2kQ2+pe3+/57jBQzZxjTE8W+27+ERGFSVrB+OUzhXWY5ipUOCrXm3gZsmWhiFLR4750I8dsUtk9DaIpZ9EdzkIJHDNFCg0i499AVS3gFRRT5aj0XjEevQ3h2ybSNqtRyzdIGFNBZbicSmHHbNrwvWsKzvxBBAXOYIO5SUvwvDM2QgNVWlwjZ/xEyxsByyrtnTqmf/UiYpVXqYNig94pTsTd+VcXChfJUgi5M6ZispTSloqSp71pvVOllLCy+zLDyyNbQ/zfDAAUpwiJEKhI64WaL3bVlXu5CW/gy0HJhl0IZewEBpdsmW9sDyJAQ6FsXsPRhODFZcaSfs+3kAHH+5DD8mlVMFJHXOTxfQgIOIJ1pYyXvrPde9un/mIAeU2hr/fdzCudIq4B/kxp7wKrsSIZwaJIZ0OBLhgGxxtI9e8DyFPLbG/pKUcuk41WLRnDFGWyilcO7rRc0SJhUZirnyYMrnwH3g99NkD78uJoOwiB6SJAWaGll5Skl9sxCulGElIgdZL3VZfYKHtOZWT7DwPKpUMOpC8yAPQoC8vRypH1oftMxDImfI8kSZCi+722udL/Y5l9G4gS1Gc1WnyJn2Vl3ZAfaojbOW2NyGp1woe7Tv1CK4CJI3psjSEc1FQ5xV4nFkjcupp3scBEkcGPFtHVzvzOPWFcNJd6MSgjje31HUG6CPeMnsQv/CfcpWFzvORjyT0uV71ObNJznKuX6IHzUffeem2oRzqIfMLL/wQUOsvjUs5tA2I5hrZhr8ASHkOmFfV7+bPgQbgXsmstk76JCe99QrsvFTui+W0OT3iOqo0SqybfL/AuNAE7vyN11xotMhhKPAJfwa4kkSS1nFbwLBMgzaIX960Ds1jf2w+6dOw7Pj59GEI34VtWQZ5mMNrwHBtXHgkE9tz7xNPMnPbmjzDqq8HHtrrlRxxDX6+oyb64thD6pyb8IJneR6oJR+rTahjc3Hd6Te/19aL7UFHBS9lxVisdeQOoCxHeVWXEsb2H6yrMMqyfpfhJik4jnhajkf4ZXvRFlDfEiPf5Y/tAXm6jRHPM2VLeug34nEGPw1eDWpppOrYWCElJW/YzG3xQ1lAJkioHCW9SXMv7l4WzqUhE2UO8BKnwj3rvqVO27IFqRBCY2uu1RPJR1657l8FU0MeqTII5NpybWPy1YG5/SnZsiRGj3vvJ4s3jQfm55n9lN51daR/yi5U1F+RlXT8hHag5r7queFEuoKFnEsW8Jb7VJbAhqvm5UFlylSVgqAyhVgZouHhXxHYgMu8dvjAgqQu7BNB7z3Jr3HUTwAAQABJREFUUP59bkwMw15WIBJfSZNehoaxlF2e7MY0ylDRRNRzLXDhgp+wI7dFj/CMGwH7nOShkbw0tRKoNGxxMi4J/GGbuM3hD148H54+PUA5s6QBY0qP99u374af/f0v4vXTy7fJfqbrZM6ncvFwYnFlyz6b85pGOAaFH1TSuNJ4dZs8tw00zpB1zfBHrmmAxGBH8fvilAMCp28ybSLypDqDxmNePHqEl/oNW/q5rvpy5rSk6dkFBMVqfZ2xl/XmJksksmb5CqMXYccIwqQDP9ffOpKUH0x1avTxLLwUl1bv1pOjUgdNFzHWMdrxrrssRyfrOWWd8DGbEzo0jWbxO8WwnyGpLkO5Zh3cDRahvF1nzbFLPNydZIdZA782qWfYnTY2GcB4rYdYJJyWs6N4xw4tl1+9wjjGIAPmhJcb1zFMNWxUor5kqtfS/Kfw4ejohJeyQMz9/6QX2XbnmBiS4LZOXfWdF+SXhvgExeTSIceFymk6Q3jk0ggNQ41jjURlVyUWw0sBpz7sjAoXbsBHezPVVLfAUNGSjrrfhO4Zo3O3OHTJyrUwoxihBz4re1EllKPCsO7rJRtk2xE9rdcO15d2fQH2nK0dbzYwUncfxejUK2wbdWcV21pXTC5FAxGgp7KDcbrRtD9LdQDky7HgRl6XmbhkSv7S+EOvmEUBmZvKLMNanOWAM2l4I4hfVixdl8gRQYVG0igLieBcuoNn5Ncgd29t9Y3YelB46t71mr5j4HKiC+rcFCpGB7i7DFhdaqQac1BDq4YHwiY7dAvvG4M4iAz/0qVxfczXYR8zY2U7PeGFuobJPRCBSAHiaAflvYZgZjesI3Px0HrMUjTTUJ9FfAPF82ik1IOQApV8XAeAz4Ndy1AnUy5Se1P5zGS9hvAkNb7ym95geYpCL6OkLlgEZkD1xJXlW3/Vr0rQt4Wo1wYzRqE4SbP/KVC5FIKQCl+fy4Yg5aOlkCzUVWCRruq3YJpPWSq5CtClnB+4DB6FS/omytQAK5zhC0phZZWtR/e3eMn9AB3lwJK2iQ5yO0+dAoxhU7fbZ77votuBINwWQmu/4RyyIE7Z7KGXXf2Y5VNPyLfL6fgAejJpBCijLktxoF1wxV04RUPBq7JJAUdLFmXmKuk2cDxt0ic5SF1DFzprZ8te536K3Ea/AKTwAQfov8Xqcicu9bG7UrkTk+8mGeIc4PsO8zZATp09qLROZT9LjOmCpZERSKHdSxH+6I4zXlrs08wj3WWPlEFnzodBSKZdQGwpAoBn7UEGMDjFHFpoUCtLlUQ91RMvoBc2i3uvxEeZ83AwbC5D6icg+CnG1IMP/FYL/MCDpahsoQ0PfG/I/jdea3CWlNg5XlsOh3GNxCUIXlasctR3mDO28yPXUCAc4Wu3ei0tnu2HNc7VazHO6TjcIcw+x1pKTdF3+A0P7QnJj2NKvOmPu2ccUMHT8upS3OWuMKpMn/Vg2R4+FJeOT4znnohz4u/dG5n/ezT2JB1mCm35faZ8hUb6I510Olf8W4RqXaJsG6nBo/UgL5SkZqaLN5m8v8XOSnsCdspNvD9FW6cpYke0depgWk9gvQQbYXKZzjIipCQsxwnIBu5UoPHeqyxlsPdRkBBF5CjknbiCI5cVZvN2hWbfJQIiJUOLLAAGTuFgvFnJC5EJPk5671RIOQWfGAQqnShsFVV1JSkmCl6DVjow4jAO9JZoRLv/tS/VZOkH+ePxhd5dOuynTx4P+3jcdtjfOcYexW0B64xtBt2HW6N7H0+LL0pO14GH4UpCDGFGR/b10OvuExqoptVTrmdmG0NfD6rVrrV0g3dGL5x7hu9i1O6wXMVGpQIRr7z0wzNpuqPBxNAF1jne83dsBfiGQ4PYunl7eMLZXStco77Ftk93eNjdDpCOBnovwU38TvHihBcqYHDTMJf9GsYu48lgAT7p7J7oVWYN9xXCk5e/SLuywjpmFT4NdNX159Ctp/YWIbdu8hKlhjBb7ImXa7jlhcar69EdXPkRg9QTZV46lYbn/oqOQS/+GS93evgVzgsGJLR3Bgnyih1JnAGgCDtvly6c41V/x/7cF6xvl+cxHElghyUfS9boYKjXVfC1QdrYXZKi0p6yllzDH/KhuwYNlaaUU28PNrg0SBlFI7Szo6YpRWMa2pVNSfcxZ2/0fE+YTbgG2fnFjDqeZlDluvc0ROTRQVmSJxtX5I8Co5zIPuf+3A7TbQ5dljRjcHRHnfiugcuKxAUORoGk8xXPwACO+EErLG+Yo4jIUd4maa5tGl22ZNvIOuCWNt6pkFNYyF+9mKolP1Jh6xwNKGnuyCbeZ8TZLjkkxOfE5JokqSOJNt52oREc+bcMFaB85XBHINuR6Yx3vf4ZAxeqmIGzxgQGlEozIkjtoKOUAstVBrqxKj4GcVBXebYtWOdzYJ6z84L8dIZJxZ20LU/lS1TwUo6UD1/+tc2IqPj6k10VqOfIIPfxPolHZZfkCoVOj03eELmIAXYlsqyHyYuR6jyeNJjyK7djYmm1xnhgHHjkEbcaAemUCvEqXywFZ3LquzrUQkgYScqtxXwtfCAyPLZMDttlxyP1UwiNOMkvce1d38NCgjc/qcfQYf0Bm/YtXQb55KymeBsz1nl7nkSJ90pvFqWZvj/gqiDdor/Xh4MnO+hiZJWO17auE8X6VG/wAQSVEzmLv42zDVLRLD45yINAjqXIwfEZfBGGsqj30GSlsxzQusUrfQszgZe813KJkeyskrjfD9ILDCLVQ2qWTfq4Xfqmx/u+/2HfArwYqhOcByy/YXnLy6+IU2gaA+xDNGQdvG8zc/X4MdvN0m+ZV2/rHD2sx7/zNfXZhWIJoYBrtAu7JxnjaZTSn3ITSeZ2LhsjtVflmM76y9nLh7QvFayULfFZYzo6kTjrJ8Y5MmMbj3y7/sEATMGaRkTSjoIfz2Fq8vU0OZveDMK0zoQXAA1GoH7Hj2V9c5A/GnDOujsTeb3OkM16AP/UEjJuv63hHMcq9+EpIKVjlK+QaIyEGF9lWnfqPvuaOH1oC3m/SToSOIuD8s6z3g/aFxqXI0lwpNCHz2iGfj0cayswXduurKpLuxMqHnsR4ABycExxuSdafLw2zTcE8QiFZBxRJWY5n9QaAkVYSzA7dcWlRTrThk5tguj04hVshVafQmfjhTOrGurWj8ulE4gTH9ue8cYKPbJUKfLby+/4Vl3xKGgWrNrAwTLzVIO9FbIE4puY1BtIFQBcGxuA7NBVwhEiYI+I8DR/YOqXtVQ45rGiY7FxrUcs03KmiaUDU2QqQKLMhR3Pa6Es0TaalpRGWMalRou7QviSpuuVVCw9dGNCL51rwvWMT3kTP+vChY9RpSHkmiuDMPXa6m10a6spezyrzNzKcIb3e29nK526H4/Q4+tWhH7kx/R+Yn2GQmVCnUaE8iSNU3uuB9TDoeGPjsja1yhm8l7jhb5l+j2j0DV4Q5VkiQo09JFw0dCMfLimODhVNsdI9suPHtbDhQYEuB7jwb1e40VLFNEZaS4w7Ch6mHJewbV+hQdZPk4pa4JxssauCnK4llRQl/DCA42WeN52IN0GAz7uVXLE38FnNwWcg4f7kfui6Dkj7ku/lEBhV6d+4dL10BiDKPmpL3hM2NkDurJmn9GASz7S6SmklGTjt2HbYO0UZsBUGSkQ1bBFSfr1kF9hsM1YE341HL1ni8U7d1oBN4oxxYpTWqTrjVYYNjg4QHY7XTxL8pjzBfub6z2wFOWc/8hpn/Y1rhtngC5cSQNZwBIiB1WnXNoxIDFlHHOvPLw/PotnfIqH7hL+14wBSg1Zb+It2JTd19plyZIKo4Xe/vS2O/ipZQ/IJTCU2RXkO1/bFI4ssx1xXg6LW5AnmEa4GjfKmErQZT++sCRfaichcCBNL4cGmulfdwIgmrzk52LRWRX/Aj+lmAYOkbZ4i7bgnjvu5VUZPhWHoQwudj6+JOZXV7PlIga5TPez2da/y5LInmOXl0V3NvGGKDfoFmdt8gi8fClbWZMWPbp2JAbxKP4Uj8RNYOpDl8NsbEhbpQHLpO2dtbMzCaQtBV5yoIEp3+VPDezsuIDKYTrrQnnRELIsuMYN8QUtir1d8oR2zK/PwltzcKMM+pd6A0LNTIBPgHuyHA5wV7/l/Q7y1sCfl5yZKVRPqV+clXnD/vY36Ip4cyitjKSSiYCUVOgUD+EauF2EimrPVV3qSviFbMindFjByfy2knRjQgmMzOY1dloH8jzbMoZPafHAJCCP8kN5Kd4pc8UfHwc1y7QseE1BaVfem18+GSbp5DmTxDqyfaeuzENIO4ps5tYSMxt2jZfZNkFqeGv7xWjmmOMkOD/ji74Mxl1jHpmxQGSNBiHEwi08kL9ENTqVE2/SfpDpDdbFb285E0tfQj9jn+YA1vZATr43wLah6ND1TXT6CvqKd3mc1rPMyEiDGxosGWU05dkGfc/OxoSZow3g6rBAz8EAd7FQ966j2132ab70Nw1XbuGbfRGOJ9rUOn2m+Ppif8Yn1iH/plOaHwZ578uzBnmsbpfi1CPnLLHhBXaNuMAxoQk8iQN/ZKE+HTgoN5ZTQZo9ZKh/nrMUgQxuI1tgiiarInoZfSA9Ll0RUvoa+CCcGJ22LWWC59mG1aK4tj9RXoTh+WEIbJM+eNCTFq4PHt67LcpCM8hGv4Cr+SCLAMe4Vg7UZTqauo3j4+7h1Zud5JE7WQIM5KN0L7Qhjs6EJjS+mVd1pr6F/Biilm/ePKNqZLM4tJyVf+m30+lZQ/eK/t+0dzA7MhD9sUgV+y63/JBQGjvtgq1raFFewK+O1rYrscnAq2Q/NwCSXxm4A7Nwrif1C5yUw5184U/4aYPS6jNucyaJ8gbDywai0lmpFt5Y1+ZRn+tEVM+SEO5QJ/KdBDqzVoGdMSDP0a5VHtcP8eo7hbWKAxa4g4R6x65KW66KrP5o7Z7yBRq4h2HJufRThJiV4E3OEs2FBAHdUYdMy+fN6SzcC1ePtYayu5HY2brDyDnTzvMZ2+ox8hKUHkaXlqhYABal7/SLOz6kEmCehngMmFZJ8Z6R2TiNa+E7je0LBQqoRs8YwMkGqLD7QqYf1vHjPCrDGI6c/Ryv13JUpSXT4+WgtYoRbxukcmTgNS9EnrEjhYps6wKDmzKHFZZ13LENF0n9aI0vI2YnEbmOMhzWqSyU5oovLcJknSOoYirG9KRF0P04wCpKeQOlscoAwKpSxQnTdYfy+QJDxTW6F66rppHpub3GwMI/n8ayyktzqEbei8TgpowZz280vhl0uFTklgar/0WDMsFlGXjB9b5nBoT0eo9UDioJ+SE8p/xvKN+15L4A6CN3STli6c109TDGs/Wl118P/mSKp5YtJNfW9IhjHGCk5uM+rS7dXnKVuOI/3lE7hFZnLneYs2xkcsMHiPBII0gpD8zS8SpTsAvDyj234RHp3fc76IK/DRzkuS95qk6+5FoPqgO76sBtxDY+8ACGshgZsE6UP+LFpQa11hRgLRtZyovPgm9BPWgKWIS8UJbx/NgmUme8gCtel5SvEReFC35p5JXa3KVcKSPeoEaDysGOVZmVlvIsOAVPJx9aqH/fK6Dg7KHMOaSLA0FcPORHeOJz7tMJUB9OX8bAYxDg8hNpVGH1uomnEgh2vmvOkvAsHRy0KaP+LYIKoStSFA9KT2M5dULd+JdZrNBYuaqzZJkVMod1BE1OuZOX+w0GzOpB6XdAoAdnbY1ZLV82VRbByeDyqDUMQvfU32nLhJRhCR295NaQhC+ha+dhROpNpnHrrM3trUa7W14i9xoUBkirTsLBjbyENvSGit/3KWiGxNWsAADArwrz1y9NxsMeQP5wT8OOzAArSUkoHmOw4RP8zRalAjKHOJuO56LsUjP55PK7DdqxswPW4x7L5nzHxZkH6Ra2RqC74Uwx3O2kf/LTnwx/8zd/S1tmultgtnXg3+tIxI+41KEoJASZfvM7nCk8TC6alANDdbDwvwjizB/1nBiS2HV5LaGSnNCKLln2pvBz9s2mL64+u4UPtl2qIu1JGA6EDHaI7obRv1ZZbRxIlB24lklaeXR4eJz16VsY1NX9yiMME5wTbjF6xu5T79/yUn12sKL+F5imLH8SBy7itghei6t1yFeY6b8e4cnexKj2C8E6uOIBts4J+cDYqvtg857GBbRIY+NFIMFf5ajzy+7UGbDQzJeC767YRYmXAX1/xF7NPBM3U6Bv06OuEW9IHeTXlq1XFb2FnnXjhehSCnGG0H3h7bvukRQI9dMHQoECjHIGVJ2awhnlLP8BH8uJ3DkgklupNPUgeKorrBfyqHt8Zh3JS3VxnbmmD3BASxOsgbFtMHSqP2tw4jliSF7r1v7DcH3N7lrokHMOl9g1VpCfP3gTI1NjlPy1HKQ8xl5n+77AtwwP0nPImJKlKiMFffDH5z0N51anX0va4k0ZKYYnMIj+pPhgef4tgrDAgTRZokIdrIGXbc5CSF7B/PzpzKg6gG/kiyyRNHVAemnxOhLS7LDcNjDBG5xcmmjfoX2kbhelKzZqGIMFj4WPsfcurNN+BK4FpVKkXLrAq5pFo0fly0E/mxfDKT+y2oqtIoWpvKhThOJfA9LoEwnp1NGjbZld+kyNnE9YZSAOSpV9uPWe73lUbQiBfJRri3MVgHJKWu91fuoQ1u5QxzwM8j3OCx5Enhsetj1RpAUAB/h+8MUQ/lEJVqbEGKpyuJBX+akKUwCM8blLDDysoHS4VJLT1vngAhVn55HtA5mKo7XhjTgd3r55Obz+6gvWOrMzA4VN0Sx77Dv7CM+1nbkdm+t8Ndr8BL0E6xV3KYnCIJuz7RVI+/KdO2n43Bc3NfzsRGuqq9UW2DoqtQJNb6cVA5G00iI5q1ROreMGOuVfYpTfqaRc8U05ToNGOPEyX4FjXpwE9zM8BDd3VAZ5KEEuxXi8hNEa4ToCsdKG2wu8M5Tvlx9ZWk75DDbgjXBt5Bfg5wtHK5xnnKEkXvhOgWeVgy9bnuEZc+DjiyhrHCdsLzc9OqKxUZSDAOrDdeR2KK6hFi8qB1pQ8NAifyfA8sUqPUx6K+cIkm9Ey2sN/TvWbkrvDBoUoDkeaL3QZCU4ooRHDDEvKPSQDwhpN8UDxZpHl82sOUq3rXqGwdkXHdh6TPP5dstDZtxK0qU7znx47SxDrU3HI33ndo00kuBdop+1wMBx0OCyG3dSuWZ5z4TdaIgBV2kobwwXJc/gH6889yoQvQB5LyAVWmmqcVN/S43JDibef7kCb5QGG3PVMlj1/JbDwX975hWtjFMaPnS55/wVO9BYJ7g9wcfBmrIHNI6Oexor5YpnDCTIF3c7rEwrMmviuno9QecsGXIAYPuyI7P9Ca9gWnyTWfCIJ0C0Eiyzruxc3PnFQfUMORU329hUmacdOdDlElyrXSovtlHxBGr+O0fy4hKMyPIN4MvTzk956RIoNM7INyEIQFjSWmeWuiDP7j0vj8TJqUZ3M9L4z0CKe2XtgvcnJsjulGVrfolWT9z+o928vxH9oFBSiEa+5MrDVEo4n0d4MWwVXIch0lp4+B6FKZTR6qwj+GSnbBWovAbeiu9q0NG5Y02MgRhIPKdcjboyLuBpil7Qbp0r2QmUKQ4e/hofeTJN46FnOw+Xr0Xn6XhAp+7u8k0C2o7vvvjhMXWknnVIpMNkIOyMHvDkm+1cuRF362ibFyn/3Z//q+Hl578dfvWb3xDn+y3WStUMF62e70UZPYbCeTnH+GjposMsuD2PLM8n1ME18pTH8l8sqAuZwLOevgP0vtpeSV5xz7atYWk9qOsdaFUdqrOSkozmDW85OxvjrIz1ZtGKZzdSPMOp6PIT3jtZffWO/sVOnD4njh7ahroVJ8U17wndcOh5NliGwbM0Gix/vFnir89sSvEyk8a2F2cS8tzbfXST6aBDGtUh8ivGFXktVXyrRM/GKcvWNTst4RlfYypVfeqAch385e0E2XW9sXIUNWu+IA2PWluJAaohZz8Bb+M8AI9zeHLC4Njthe0NyvAZiQ0O0q4xaX2Ib+dBzqRwNjQfUaRB1Uf6kAfKVWeozzLLa1sFkPh49pltyhcvS45Jl2cClD/0ww7cIMg2LW8NffmSuoBEFclvDDiwz1IOjPW8ZItMpB+hzQlT6rxHvQS2Szzq40EMWigru/dEjuhbgJ97EpvP3F8PxokD8Mc0PV3P03jZMou/uv6S5Vcz+uGuB+3Lel1H37TyUoLGpfYFeXWmOYgQ75QwgideJvHv4KeMdmQnfxRuJfZTu07EvR9gUIZ1nPpzljt9Vjk2fFbtdUHtvezByBgx+3DoMuDT2GxWDfhEB1tW9CQyBrplsGu4Vz8VepORhybIQWnjeVGm/ZBwtSHLpkUmLRMFrj14nQGugzTqGbl2Rxn7ZTkWXCxfXMgT+BSuvDvoVOemb5a38CptQuSCkrJaEiNahl4vNkoHUPJnbXN7Pw/9CSPooFyPaeESprIoLxkGuQJMJo18DXvvTafhqVdMY8xOXo/qJuuwNYAlWs96vKuk9WuTCr+7mcwx3g0uw9hGqezu0NEgx3qO3UkgL7fxfIphtrWpl15PkuuNYRLlgEDgarDrYaplJHSkVKBfHoyRBrEausSGqTgn+FQ63mnOeoiLWZTBA5UlyJVBB+0yLJ09ZMe4pDw/K8+SagwJliWA9wxYa1vgAp0qGPflPqNBnTNFekl++u/hjhchr2+Z+uMjOTQJKpmvaILRBkrFSiQZxrzTrRjrCIH5/WANDMwoTwFyT0+fXaCsfdnTkZ0VqQf3hBdCVzYwXsBBeqz2G7zP1kt505vg2oARyBisKkL+oghQMhmBkx10GETqtS8lG6FSgoizRzO/175QKQ9RjSxdgQfwYQPln7fLNR6RDT08fcrbswrWOrKs1XyYB9lhPXZmTohz5xhfwq0XO6HCxhMJacIsnyj0GnxuRBR48luckpL45JHv/GVWgrMdlx1VyW/R4F6ryi4khBaf39AIqfDUtfy3/u1wqo4KHwpKsCVYLySS4SkvZ/GKIuaXAZHNiIfUJeVy02U6OwoQLzjrv36qY3Fk3j1HvREXEHAgcQZ2yPgGxhlUVru1GNpVLW2owVbKtWzwhAupQlDKmdgKPI/BAtykamVrJGcfWo076lMeZDBM/ZWHv7LL4xuW+ViuaSzO2sh/CIMPwLBN1kC/8vkotGnUipR4yH/bPXHrtBWH6tatgwlVj7CdQfCFXZBjUIvH2HbAEpZ9PuD19vDV8P7ozfDo4EWTA5Gxs2IwLAD/qQOgwhLPtG90Q1f8FBzkHHjIM/lSRrd89xH0iWdkxNkh5Z1OCfxhG2nKUHTXGMXCvGbE2QIsVDqJHIwqo3lJXfR4lkEduscZP3VQOSB8OR1HBIOxHb4C7M41zg5qrLvdn3XhUiGvY+DJ33QeNTPk4AUM6KQ1SJULdKCDcAq8cR99+Hw7nw6P+RjWH//wj4bfsvXoJbwSIfkhueJps5cYT7Cvgg8fBAcopjVdHnORvAWJB5QNPg485I1174yaO17t7lK/aj8dDBi+V8qBgHKAC2flHE4nqmYuoNc6TT0KGaCk0yDRsFRmacztbL0JxD6Ldp9zyZYOgPR1jZ7gLg2tbL1oOiq2r3jp2Y9rMUDay5Ii5BSMNNg3Wfp3wzcNNl4fhfj0mWILkLRPZYQjHBQuclA8rtLsDxVjZ/+UD19qvbtF/yA4OgoSwPmS2Sdf8PSDbaYt/dRwlaeUZtujhrmpw6U1T5+xK9gOjjRmebNklDbsy/ZrfA15Fe/MlA+4eS/N0aXAUq7DUCJ9IX0+Y8mhhgmVd4lM+X6G7x05CFxX0bMcUdUnXfnzLJ/VeU49EcoZKI4mRO6R2XBR2SVtopPHwYo6Q74pdQWnYCA/pIltwfNbaeFP0RU/ZwtuMayU/rxvlYqUNz5XNtixCfzDf2TQ+CxxQmacMbB/cXCi7K8wC1w54YsQ7f+oKPtPB+n2vd4Xz4Bl2wKi9ZJas05SAM9CBjcaBNJqyT4LfZwTyuhV/7WHnOWjPERXgb95A5MSbmkntu9efukgS07pgCjeVb2mgEZ3XfsbHaxdAOa2If/SlnjmrIv4amwqHI2Vi8ztSnzKYC+sQ1eeSeD9YFp5K4+iXzwbl7O0eU8EdEYmWva0WfBQLmJTxr6rvkm9aZnZbRhU0xepF4BTJPBQ7SWv0xa7rJHNujDefgEBtmgiUnbdw3f4s4puV29eMRNzrX3nNzhwKDvTpBwo/MqyefyzLSjd6iwZp7O280X9V3LjbAfxLaRoSyc92FAP5CXYb6SLBNc1v5ZoEO/s/YyhUo2lEQGBKtl0uCHWtKXksmyEfBmN4PVz6tW8equdphUZR1x2QuUBtNLx7OzwhUo8o3o0pMJpAjspDewYtrS+EptSrnaMGna1AF+22DBK+ctsjdk7mOfXuVZhoMtKeC+DBmdFYuzSwWrgOkqZoHxWqdl4asFFWOIpjnYgrs12KkchUHCcfhRNp5L0Bh2zf/bxKQfTn7vkc8mHSlADxw8G6U1wWu2UCnWUv4KSBEHwtSnjoaaDUOHcMehxlxB3hmFlO15naFKhUI6DgClGuctBspMII1Y99hcMZC5QJq5X11BNpcVY0JPvC5REgZNGoR4bl+70fXxNqyBb+RrppKBOSkTGRhI5WAir3IkYkgzzHBBNuFJ0Kg9arI+IKrk1UBU1/6pTiuDKd8vnDBKkM1C+ckXuaxQl/nsaAgoI3K7xqur96sZ+pS95d7mR9XkJYGcYXHZ0C3+Vl9CfcsXBcqosG7g0Fg5FQxoMKboXax35s3N2pxBlXU+m1xpt0qRyMag40h4ooUbLMl3YnGRJ2MI9yUcFR950yuCgHSUuevjNYKeffIEObGUK+YuSbvinTOL1gFp/hngyyKjsVaFKMvDb8yQKLv7wxOKCnPVQZYcf5pY+ovS65czztGPwkP5OzB3t9I4O3o9Q1UddeAQdyqJxLkeTTo1BX+a2OBWYO1IET65TJuXxSLTCV7ddtI3DFtoA3nCe+6EKDU11kl5i8wU2OdM5cLbDf8S2qy+ePmGAfMzXXA9T3oUvokKIsmUhlmV95F72ESH/I30Umo4Dvpm6zyi45jv8VG+Ep9ZVkyFgZBBIBvmRDhq6hWAbc5kAkeBCPQmTSrc+xeOAnW58p8OPPfli+x7fQnhEnMv5cmCc7/Chsm2WrSgH4pRBLvXsIM5OW0g1rS0e1DlGo3hH5sxgSWmX3shzKHeKFl2RmSXliGrVuNUR8tmnn7G++ad8HfclniTqoTXzyIKVwn9kRtDfEUYvNeksvabWYZgoiSBcyjVnde7B4+3ho48e0ZZwdLAW/Ay9egm/1l6yxE/DijomY/KMRQdWyZIQxc324PSxbdWBjG2+OwfklTxIpw8OPf0lTg2Xnbj5wMMgXCmwv/L9q20/Hvf8Od+32IZnzpBZxX4XAL5TNxe8a+MadHkmAynl3uGDxIW5PDedSfmTPtWL31WYsGmA7clZx9JbSBXPlC29vzO8RXrY/QaEcRCsMKvIwiPjujzajvSe+x2PnU31lQafJQoQI4KTZdnH0btxyCeSwK/ocXgmUAdSzujah5YRTXuUfnU2+qHkFGBLofSt/aMoVl0Ju/PFgrJevuuXzg8T9ZDrpfsez1n4ylH9qBtKL+j51Otd38UgQYdHcvtXZxPdihCMCi9wU0b1ypvPPsV+IH2lrTcyy0lHgnz7QEhdAkdcVpltt94ij8QUHyztA6HBlit1mGb5eikP9HbbxDZm29FuUk9P2Eu8cFO5LYVe1zxN+5XntCdFZjlYojmVgtJiSBHtkdrmrwVZ+WEqJDJH6oTknh8eHcw/5mwVKo/pG2lrttd8pRva80V3nmnTlI5V1sA67Y1T+1suV1qtD+mmUdRBf7Cgz6dSXtRLi0seHZz6vo8bPthWNdizZS/JsXpR1MoUdcK9dZRtosN7cIcIoVaoOk75PerhmcQ+tz2rt9LWiVh7dPA8Sa3Q8vAw2kZB9UamwqKaozjNKBEaDhq8ucO1IjNlnF5Jd9lQUUbZWOUwz7XsdiAqpRuZC4ysi6MB+c1LjUoP4RvvdJeK0Jcqsf45WCqBonNbvDsUo4o8nTnM3kDZuPm9TFWZWKmOvt3LWyMAFtLB2wipOtLr7ZuouEgnAfRzwX86xVOA18o8KvEVPD0aCE53iFe27ILWEwz2k1PWu7FWO3i7FnuVdbfsVLKycoqiwAuPUvWLldbclHKzrzACNWcUj+ZL2Sr7HFsskYF2l3es8JEYR8zSfu5WWSxwidEPDBWQ72zOUHBZRwc8eaUxkFE/+XAu0DHbIGvgYYVLn/LbxTENibgmi2nIacym5TBUfVJnBuuNMlW06WXS4dSjylAd0QgwjwqSYqaMGIDCbzDKOR53Hlq2OGkcexic1bDOzKvIefRgWutePa/x4vSkyxpIxcGZxEnebgEexab3ReNz8dEE0nJfHVMZfy4tML/lx+sPL/VeaCCqWy078BtCeXmJuDo3DE1DEAuvvM1UozyEBc5MGIxTHZqqcpinQgNRmYn0edZqWy7/q8Caizt4ygMNFAc9Zeh3KIVDA7k4tceNhCj8eLCJ0GtnW7cNWGh4C/37W37hlCU91I/1Ygcn/nrUDSooM+jVzY438o37TFmjSxzoWs8aEPFAWDh8iNxxHZmUOfBDbghW/vW68NsH2w5+ad8eprFOLGWHpXQ3zFh98cVvw5uDx8/Bi73Zh1fFYzRn9YsQFEb7I67ARxdYA+IqPNuYf4bsVy9OifOEDMCLVJ/R8L975wOLfH5zIXoTuNOtmlm0besl39/DUP+TP80s1BazjxpSG3Y+8Np6S8cLL/TcyRd1kbM7eZcH3Bw0yBMHMIZqBzVYSDUEMXlqJ7NEY3JBK8FHqj3ly0GSMDVOHmPQffTixfDl69ehHzJztgyNv3jPiy0Fx/p7EOrxItF4xYV415+ZvNKAgPcgpBHlS77OrJ3hqT6/YNkfu/TEaMogRUjWkmXWoU7v13XmV57ZhzD4sU2Xg0mDUW8yOTg8W3bkC1A39CcxruD/cpDmeMdJkwGn/QnGeLZCRJYj96CQd23g4ZwNAy6umVGFl3nXR9nGwBNNB45O5PKufzpxlyhcQXd4IBVeIy8ipXNmxgfa7uxfeFFd3Gxn1pNwQZ2609A2Pfyzf4PWKYNG+99Vdruig4xsaGQ706Axbn86l3aeOdAGHDDpLGjrFzO/N3Ea3Sgv5bbyUSEMyKyOOkHZ9rsH5ndZZvjAzYozS/wtB3ktoJpdK7jSmn7EZwRje1G2QXsZed/jluHduzZN9HKwzaNqDzrNdHjheAFHUYr90cqzvtRphRd8ty8TBHRFNsBP2WhNKfmXkVmm0Wv5kbzKG4egfFcl8se9dWNI8UVy7vuPlIq3+OTcH+RsHBfBz+quMoTpzK36omTaxKRVRjgcuPdguZDEIVHgl2cObLQb4Hgrd3Gu4qyL9HukT98HrcJa4ChS3xxCfwpOpg8kLNq+HYrZwJWClRnrJLQj9w7iY+dlwII+9Bn0VLAtazsRKKBoazeJrB/Lvl++QHwGn+QN4LR7nMl3RuYGmar972lLtifeIXR7TfsAqzkDWe1k8A3fhUVbV48YUTKVAqoYiyJ0nnqOfJmZa7snE6p7rY92y5KYnUfJGMUkA1CSWX9kIRE4EShhifATV0iRTpjKvJIFE93iT692POHm57mFSZTTxSLilyiP2Y7OF/HQb00h1UhfudLYPWbKT4+Fo349c+J2C4OkAFIyQqbKYZReATs4SxGFaiyrCOQ6HFIPVh4EVIYQoedMY9F8op0U5HdA4Potv6Z4DbeyZlmBJZF0+4EYp7hP8QCdgeN1RtwoVCrYlz7dreXcgQbTcS6XcREODOGpeSGdQ6VtRzTXuGZ05r7X2ObDyp476LBsCKP9xt1imtK5Y2BxzZq1Fe7zIitGJ2whTi893k9wE790sNCSUSa8qvqxkxIHaalBlu8aZMACH4kNUhESmFCCA1etBA8UAr/ha2vnJXThmIzzIIWESes3BGF43A/WHvUBXz3ygnASqUzgKGVbTyqksaPlmv+Wh2IhWg9hKZSQybOWnsLEvqgkE2mFY2gnropvFSc36IyYFdK4O7tl/Tw8t94ZJgcOqZNHONV8gBA2cOeAgX/roU9nkSllpUHzFVZnkK4YldsQI4vAcx02qUKLeJhBRWnHsoanRtoyE8BSBnlSXm/bg+9iYKjSrpQbvSZrTH0ra7cYr9IiHfL4u4JlOAAeBl/ExVD3no5+BXydUtRIv0ZWJwyAa6ZMj7pLKuA9sqiKsOO2DqNElT8OZyEiU2FS8V6GRf7kYfgFXcoabTUdMIZHLR1QllWEwGl0JwNJvTftJbMxO2w3t8WWeycn72JU2JbOGVBvbVOP0O6n0/1gUmbLgJUyuTdMwF+TxaAhntpF0COZ3N/k/ZVUSa/o1JeG0QaDEJ0S61y7F7wGuEsPfMnTl4A1HNfxXOddGWYSXepl3fIPj5BrmFblqIOsKO6UNWPRI8Y5a2jonb/1YkeibkgeYKnPvA4Pq8IjJ8lIdgcgLrVroCMTslt+e85SIWh1NumTT/5w+OnP/g87PpHR+uAvxpO4kYVkyJVkyEdjFsE7sih1XJieP88cwvCJssFvZLTaD4YsYnR8eM52p37sjAE7Ol6dOKOP0FFiwcnu2dKjayRAXnpfstYxyTIJttdVxiy768GUDcHyUs+pQJXR3BOnTPW0MJmyQslIq7Lo+1RnDCx0N83metbbF5jpC06O2BbxzRHLsU7R/9YRGNJvia/zIevWOe10RUcQ8uFyTWVBSuLcclCrZw6cxCs8JoHOH9M4W1XGn/Wm7NhM/VXPAZs2urnBMkroSEWRyzrws+vv8di79/oTvkjNXDSky1eMfuQINwV0ICc2nJRVbTb1B3zbheWuMQCud66Y6eaL0NIul67m28OVdad1LKIJXPMsePObaGWGP+MN/uYJ9SCcCI8oKGC599yCAEyiIAAn/R3tIAOZ1FV7JiySOAizX7C/VJc4A2j7z+wO/fSd+hw4NVCz7pUD+lL7GwuCthvfm7n1fS2w5tBoMoSmJjfCVPc6Q27BypjvT7ict7dZy6nQz+22n4AbXgdya1fUA+AKF9LFUUCVuZzSXXUaRxVh6rAckaqKiDVn68L6TA0AS5LCXy+BYx5pykFEjFNkWl1e/Q0wkeFrPzgIX2APIIBnHVroGKTp4eFD+S5PfVbpez6z5wDP8DY35vlAIK18EHfPdrFk49rVBTo1WYUATzKrJm4k8rocfdJnGfyQz/ItahE63iUL4mtM0E1a39nzxWPaMmW448sdfM3Xzd3wAxvwnK+3++V0ssZWEb5QYjMUoFynJlKcbcBAqvT7pb+kb8RNYCaSHuF5a15/vOGgLdIxIx4RLhOCINxG0VeCErq6t1NJRywMCSMnXII5dK5YInYQev+6UKWHsCNp6T2fsVTENYHxqDraRaX5gukx+5r74pjryGa8ROiuIgaaJrghQOImFRzVCYAm8XqKuoLOG/HoLJWYOzCs0ikr+oETYmmUNmKu9XqIvjBlsgY21GX06pR+CbQ5FT74Aygr0ReQLmiYev6FfoNXxJ1XVMziPEdhgH74qJBHyCinqMEYgx+uAcwacKVqziwBxpAvYtZaXXb8oJwsr4nBQfnw16UyWQoDvpl5sMMiKBCUFr54H+Gj3CgNvUHN4ImHBNrTObVOwc7hQyF5gSFvegpLeRiqLDnUUz1M8c338lyvgQMyDUGDPHdHyBX4H9jy3QNcevCSqMRFHizdSOrbVKYX/+Vgwy1+0CnCD6+j1Ig3r/fCUpl5He+mdQQQ8Qx8R1uEKrOdVQhoEnJyqNZM79WCb2QAJ+rYwQAffipeqViUY8tvuIKH1xrfKv/qyPGgEe9I/1ajAvg+kx7pqKDxepnlFDFMXEpFAzdfRvfg8q2BdNagyaTdjkwanWXghuYtjpDJvfviTzEu5ngT9RCr7F2+5NCam6QTlHCk2Y7Tzs57AyJsNcUwsSPyPReVr++/hMeksezecfg+hB8bc912tdvOK/NiROD1XGXrzrVVltOxJM8vTrp95upq8dkOOLTAHy5op9YTMCTZII88gaN05qU6OjH1iZ5vt351mcqOO67guX3M8pWDgycsw8Ewd+04ePdvJFTHD2zKsePQ4JQ2da2ed50gGWBb79QnCUmqxBQ6qSUZbZv0puGWBLkFdjMu5E/JKrJlHjNARK4FIezOKp9bpkWBWwauIMWlFRMchPDRRy/4CNfu8OrofemuxqTCsegShGB7XXH5OwXhmyeothzKzi3Gk8sstvAMu+uPL45P6BjlpTxy9kg8bU/5oiJpuyFvzUV/2X6kWZlLGUV4x9H6jwxDs0ZqNg8Qh7AeuEHOCBmCNrX9atkIK3Jbcuy3IdzW951LvWDuJfjPafs3KKwZs61Hx7wMiHd8lVlSB2s7vHOwzkBNY3tnl296MIOxh+zsITubyGrhykCXdty9/KmbxiQNzNLPjW/Gq4v4y4uBlO+Uu8Tb4zpI9F2IMENKoE8dd3JyTq8GXVd7fGyv3gEThny1fTkHrazH0LAhEOSZCcSxHBRyR8MJ3cMjd1fJrKaFEBG8kzPZwklSNBoLnjD9s20IS4MuNVVFAQY4tAdlW5nzXoeB1/YL1oUy47nSFHyAJXgSnn2KS0V0sGVQzSAps/c8zHIyq49Kl+e+fOu7JMK8uYZ3lMcohw/SbQxnnDX++sDIQkwnTGdf5fc1ttPmJnoSPl1dWjqcBdcbluSabiGTo5AJZhEsjxDetOvFw6V468XqX34YkJTHI7P2gUxehHTAgv7x8JsqlV3510lafVWVW2VUX1Tt7Qo+rKHrHTzax2SgYBujkMhF8G0/aTw+a/RxFlYGEtYx0TX7X7CzbTVtkFpcUMJlRNuzsbkpvCzPOnB23K+cl05VT7t01VUW8o/+njwx2LNFaOFeM5PgovzkANYSDR2B6Al5lPI9Y8vRblboK2bgqj2cgRL96pzB+SVtPV82dokY6dRVkUFRkYLoI/BVAYcgTwW3l7l87jhZrvQGnzFB6W3jasYPuY1JS42SnEMFTgG0Q6d2xMEyI4rE2TGHicSlUzUdcXbWpvaF0xLSUp5m1tiOMiCPeed67BQoBCedJIaRDDihoWko1VaFGtU0IInHC2CcL7ZV41FwCq8JCv8OJenZkGkjGIXdjyGvwMkqggQDn2aEbHEYxxPYEbw1rLXHXGckP/roPV4I4tepNKc7z+n4PXwJx6lrS601mg5o2NECulwK07dEE0/LqiOYFP+gJy918mQFb80pXy51fZpH1uor+HRWrovPLhZMX/pig44M2kMrE+xtiQ8DxVjB3TDVo5fpUs4ahHnmNTQZOn4yagGtcF2A7vekUDgehv64x3u/HLd8LYj2GDTjEYxigD5rYzlpB3f/3HN3bBVyaPFWeAIdQ0/TI7rSacqICip+YMA3A0Eg2XoJmJF38CrYVa5yXn/KWMmZ69ANY8mJ5x5F4P72Dk6PT455Xjy3THVc5Iu1xb3Nhx/US6+/7P5CpLMyIlGed5ds4VXGgMgAD5gatC4roFbjHek1KfXK4L3Q7nu8HWe+j0AiX3hb39FIxhPF4MI04uxXc698J0PKGUz5oZVP/uBjvNmnw7uz4ww25YnlSkOWzUCggzG9isUZDWsxhHaEWKPY548wgjWG9I6mtfIMc5T25B2dM/rBmYmsDXR2jOdT9vbfmGAU4Tn0I0d7LGU6BQ/Xcru1oTMGV3zUxZ2N7Bw2QE19lVkKyvFl7LQLO2xwsnN1BkSjfA+jdX9vl7XVT4b9x6wtJ97BlnzyZbQYkXLC9q8Oo5PIi9N04NLk+xW+2GbnYvuMbFrt8IX/4mGYD1K07zz3sQ9JYd3nxntZ2sP43AGP7dfOkc43acxXiU0mCHGRg5E1cAkwdCPSVQlIXh76KuDFs+esdX48fM6ymBV4aLIK7cJTw6ed8nhM1lI/PKWjQRaq5OXUNejcY0348xf71A2zryfMrLKT0pn4ktT1xt3oqY5NviNp8K0CiQISmQKpGHaar8XMERXz9KABI4PM1vMUw+Sp0+vOmlJv4mynS8j3LmbUJy+cZVCMwabDZsJWvivUOyvXBz4rNDxlS7npxh7tidmW3f20U7qdzLQ8fXKAsb6fGZnMVKFfhF4vTwqrcApBDf9lWtO+JEPcnQH2BWI7AzusQCIOGFHrpgN/VZdLYo5OLjBQa+CwO2XbX5ewQPwKHmdVp7PqJE/R3YAQhNca2Fl2aVk6A9yZCqfaHH3gLlUOyvPBJYuMgJCu8VsYRoXP/NgG4wUlznp1sJssPZ/pDT0jF2WISau1AoqeG6ykXfqxLU0ZwPsOie43l+i63lnjvJaqKCcO+pQ9DHv0iTO5KZD7KTuBXMOLvj5aA9Myg067ksca+cKMlx1nmzPvQA7sO77aFjtI2npovA3+JbDtyVKaxJiQUAnr+l769pwnDWRLU6fYLegE+wk/xnh3S70yoLTqbBPqq96OesaijTsuUj/qOLYOvYW+2HjwSzkyCF+brQzg3gbrWf+1DGVCdaTRb/0FDvnqBX7yk6bes5NnFO0BOAdZwg6OjVSvs0KDPtTvruicmtNO7eczIwwnkpRyfGfvFn3sboG1BFZchc+PBHLufwtONl7arnxqGo5s6kEMJPBeAnDgC2jzjAhsPSSIm4Ii9AxUyCe+5SgjDnhyKct6iF9OL9LmE0I/c5lrz8vxPu9hLR9aAVmDe0jqQdMrFrsMbIsMi9Vvo5GhcAI4UCourT5xIMioROEQpI3ECw2bUqIFT2h9iiXeKPJcYjG7akbl6Bc1hVNKhNS6t1MqJ68CXPaikBBOFZjr98QpTKKhlYfdwQLppYuOGcySJjuZmFs4YSndGArE8mR4GqBSTgifc0aQoD0eAiKDAwMFPSirNFo1JXZ88hdcaA1AgFoUMEjJn7jU6Nt0Gm3uJy6OHpvs1c4FHyXinoxZ/x6PD4KjZYdBIMrFg2DoD3g2nHLXfyzbkoWk8IGTdQquRS98FjmO+u35Ct7irmDkPgwxV/Gn0ixfE5PklElZKb4BshHnUc5cBR86LpUmhiCqlLPGRZWfxkM99EZkkamypFCKZITnmgJPND/yRoyCKo0N6cijDqd3+H7MKi8XVUtMJ6JsqDiyhhYAefkmOLhOM9IV2GJJ7SNnKHk7eWkpkoil7BBbnaiGVfZgxSt7zQidp8Eniilp5Qp4c6gQDf1z4BqTdpjOkLhtXGN/dUImBdT7w/fxOEcxIoS1Q0gvxbIKftVZ8TO8kx7440dhVtiyzjYkrlcqPUa9kwm70NxhrELLJmuyb+j8NfIYI8eA/4u/+A/DX/3VX1VejGN1g6VqGMt1l8f5ZT4l3zrJH+jImilwfDlU/DczUAcXHxDaibZEx0H7vkURT1GSa8DXC+dSoo8ePUPxs83ZbDL85u0hWzyyv75bGuL11rPpmnvXZrvMaY/tC5/g3dzE67lH3KPHj/Fyut3sVnZekccawXusNZdT8jHeOOiwLtVFfhgn08e0RXlmXWeGRBkBr1t0Dki2mq1OPRpeYpCRtFeexnNqITQMOMXFIghTQ8ZQMlw1VinMtBRsW94qEAbKUd3m0megk3d2sgygOpK829LTk1CDRc+18uI+4AcHLI9cei644F0X3JTUiOcYWpneJ9n4YPkCmlQEUQa0d3kGMPns+u9zdiDZYRmTS4ikQ8OrBnBNbpAhZUfe2D7lp6F4iq6k4PISIivFleXCeb5AUoM7hhr1HQMAT13eV1D/yDP4FWOM5U6mc7C2gcfcJV9up5qX/ZgZyva0tJcJh1vM7rhT14rydJLZF3f0EY6Gobtnbe0wKwN9rgEPDGgoowOjWYZy+MdFcA/OjU/KmyTItVyTgmqjEfLDhe8B2I9EdwDHe+u1xKv44xjIzQzOMKZiBONFJSV6joFR6gFjh/qxdJ/3/cZXGDT5wumM6f/ycJOGOrLudMTZdhTxhl3hGbyVFWu5zl6nr0fWIpvcl0Ot6BVCyYdyvcQDiFCfGIyVZ5ZdLFvK63PkXvlYR5dlnTNt3HdqdBRE9IDgQHrCsjgH6uXUkv9lJ7BJfQx2VxGoD1xOV7PkEgijLJSz8gtXo4vkhYZpHISIpR8msmxxsf3F9iGXEKTLowy6jvvyeem6DRYrJ5kfBp7br0ExaJlP2VA3WTfyWJlZLlX+qRdafGTKPKTpxQoFMklCPGmFpXPRCHgUb7kGPY6R8m4XUqazJINtV2dBBkRcq9PtF8Jv7JvUpfGVnPIsvMqqMi2/9BUnEFGe0ccY6xcspfYbPzpmHBTkXasIOQmRdx1jN7yn8YiliXtkBWNk2jOH9CLv+ViGRIIDNxwGzsQVGzmbxyh1MbREvulz7PvMpzNZXaRsmNf2oly5pl1OKBPSrdXqypAY7NogziiSzm/Q1MBVGQJGKw+gIiM3gGFt+Yg4cUk8NrpkUDOmy8nK7grE7I7EBRGsBUIBiom4+sipenmeaYMk86eUa++crMAe4tk1M0fhCkE8zLpeIvSm+wa8a9B0H/irQIhTGZxdQKvxBhHSiLflmF7m+xGiW3owmazJMGHbLT/k437gGUiYDmY4Wo4w0bA9h1R+HEn30DtRECCvuMMZ8DGFylePp8xWkWjEybMwHWxCnYzyIEiHirx/VdUCbUS+eRzjDPod4SvYQKo88CWeuI4SZ3lRoeB6bUxhVU/u/bbyzSc94af0CGeEdS/HvRvLT9ql2GRtsJaif4fLVpfAjFKgrsN7cjqzsBwywKCgKnvBw9SDCeVN6ODS+zFtHna2J38pkiVZJK0doAa/8EvxACX8tY65hj6/RqopOnF3IdBLHh51RWW5ZM+RKXfzcW/b0jugx/7g8cFweuryLxSeA7AEFZPlOxgTr5IFvXYqrUtmnlbwdieksSBjdNIXMz7qg4xMN5ARZGcHI8AlIn46/ALDcuaMjTDzW9m/9tv4ZDqTKTd2wHb6j1nu8l/+638efvrjnwzPnn4y/PxnPxs+/ewjaHg+/OTH/3v44Wd/yrK1GV5E9v9muv/NuzfQCrV4tuSJNQElsA/l5xl+pO1yrnu3d8UQwqh5+/YthgwfSooyNC+4WBd2EFTBLd6e7JZ0ec5a601o3cIDzo4qOBZeffUa/pGHNu2OKztsUbjF2W9AHDx5MvzlX/5l9nPXgDf40rfL+tw1I+2NdnhyzMwHMJxdc8mPhrwGj8tjxMP2LY86n+rKTgmPHB2zsxKJE3WqUqeHSz3iSID2yCe5O38pPnrC6qz64ckIvF8XD4Qb5Q9+SUIRPRhTbcKYxjd1U11Wm7AQoyhA/ju9Ha8sOcwrTAdF1pm659PvfX/467/9703rCvf/fwAzeJkehc4MgxLnhTMjwQmdbIi+ip4Bf2j0Pod00W7sO7KMEK+ihuvDUCypX9vZ2o1bJjIARddmZ7QNZGefAR3G+c4WO/Sw5/8GS1v0vmbPe+RJo893EVbVzQy8a5ME8AYXlytebDALRYcduci+574ESp/Dc3cfc0AUbzrXmWkiXm+/AwhlROyqPryiw7cPgy77hhhgRJdB5n11+HcMzvVX+KGfmtWp2esJspvBczo+AdcSHt8NY9Utz2rJhCVqkL3lGx5zYKivXBesTsquKdJDAeKgcLuEZIs2q1NP+BfAO4P2a1+sImis1J+4csVRwWv7eA1J45Q9qa10cVyY3nuLGvM68C3ZMK1B/qqjVlieEBjKNxmF5iGOfhQsdgb8tZ9FTCIjzjJMMeb1PKcPpm1bR9JWjoHaBjR9C3l6G1m0M5K2YFkB3NPZnnIID5x8zLHop41dDj411TeHXkbOX0vaiLbNE4rf2q1NbmRK46hBbQ8AAEAASURBVGPsEZP3OOosgzyMR/PFmOW8XCcali4rkaaiqAaEttG+KYR5izeFgxSnPTFAla/ROcApvpDGZCpAaUEORCehn9utp8gO8fFc6xDBQHfgOExOeXfCj0c666p+QCdIA2lsAw6+7BtLmMS85LD4U9fCfxiUkU6L4h6NC64lY3kY9CHqPj0AMp/tSB1k2zShH5l01YZuvjhOsEXdVtd0tp1+iL9BGLb5Kq/Rn7j7zNFdURnyWz+dWeGolMhZ/seUxhEyBdeUqnlq3FQEgYH/SRNjr0CHyTE+A01kURB0Xb5gk5GKCgCio3BUZgiI5ZtH5awOKqbBzIaHmFl+FDBZbPqwBpkgHwyCY5RLpQPbztRGbzC7I+nsCkNjVpiMk2mmkErLkE5A1XWe8oD7TI+hEFyKo9GQ/aQptwIJTETGUrp1LbzQAg51LUUKEp4OFKT1TTPKGrkYmHkKJiZIWBK6FpX64lnBCwEt7eLUn+VFHOkcBW+ktEEP1mJ+L8iLCourMKhH/w5n8bRh3bGHtsGOyOm7W6bBs3wCvAzLGFlacO+KKSmsYUVDzxLea5adFNaVtpLIJ+uiyio4slFZ8pxUudeZYRnWk9sTCl1lA5doZHQYyMYMxRPla0bhcoqccA6+DZ48iZFlyY1eP1CiAnOtaNrCEl4qpAALOvBHRQYeE5fKULayibuMrVB96XON5R8YpBgW+3iNNSbc2eWjj55HWSDew6uXGLEoLr2+Etm9rmKrYZCDsriqIL6Lu+RRDt3B5PWbz4c/+ZM/xlPuGt2XlHXGyzZHgP14+NWvfolRfEB9stMTaX0vo9OmgaLBy+iL9uX6WFo49WeHKd+odZTuOcsDNGTQGrxwaAfqM2XCa6cg91lWcPBkLztDfbTzeNjDcNrjy51PMMb1zvsdg3/z5/+WLfe2sye07VyZcKekvKQNHTccpyh3DW/54/p7l7zM3HkGD/sJX11+jMddpR9PHHTYrl0aIw3miwGj3KaOq15St63TMT4DB85ZMkHbXkFb9/eAzJg2D59rmYz1YNxYC1wrN4lOvdQzZbjSKFPyp4dFzh7TzksPvCx5qvJr6YIwVaGt1tF/1U5Yx/7xC2YiHg+vj47JuVRY7oCxLCetuK+fKHXMKga2ji5jVf/eiRcSQX0+Sp1enJ8Mr169zra5DoKiJ8gnn/2z7Ht/4t8P0ik3Dlatq8STegxcWqflGSuY6vp1t9Z8dDA8e/ExMryLPDIQ3GS/+w3Wn9PGNPrW2aNch4z9RHSCMuxMJyfx8exyTWcJ3ap4Zw/54Nq+Sh2rtzZf0aaNKNejfKSy1TmyS6MYGuFb6OVa4zbT+rQDaTKhfLDylLV4mUmXZVrw6wbvol7HW2Q23nV5AnrWtbzRwLFPXGUJmet6fbHQarJPfH98ymYQzpCxMw14iYv8jxELkC0M4Md8nMz2ol6AEdE7vms0552uGCXiZ11ZYM6WmxJSTs1M+8g4ArgtgjeLiJYi7UEnQu+vTR/HBm087cMsS4nlez5GyExIMguVNIGMTtUcsh7F37rwUC7UiToXrFbrtNqepRns1+uc2/4T2WvpTdXy5nHDKfXV03OuaH/FqPHKy9x7JrS8dbN4ogw40+pqAo1yeRvjMOmrPcW+oQ6Nj4xo+9jkECxSVzw62a0Iq+9EXkgP1PasClcOU4cal22WwZGh/ZK6ouTPRCCv3Zb0Wn9FU26FCWxnqjP7o1cceC41MX88zIh1rr0XSOJpT5ylzzTSKgwHCXfI8A30X/O13qk7mikber75q77b7y/YB5hP9MJcickfF/eDtMAPy7WvT3LQcLZU3b2KrZilmUGNa88N5+jMBl48xUXPv7j6YrND2Bjssgg9ssZyq2noRz9Ak92zhx95WpY324f0GLjs3XXujaV9UqMtROhGIo2UCJki7ZVOgFEE3Dql5dS23ikZD/gOKUgEFD/xIrSn8aZIXCoaRlOGWa1UqiYvWwqrN1IrT+OjxgUlFMEpBm8wDJ6RzIa7ONZhB7rAqSEXTGSKCrnWELYRuZAklmcrKMwyarthLQ/kRxnwSQcdFhkFR03mZaVFIbkyfRd0I4Qum6ojLnjG6oXN1LzGPwlK2bX04au8MuOivhINrXJO+fSJfKupGm6WQ3BHuINzp0kukEuYGgYSIz0cULPIbfw/IYQHoRlcwVepV/msUud5oQQd6nsNdoh62OvlmBptWrLx5YkqI9S6BRDphJcEoeshitZLQqPLpU62ZPEpbvnUaVKn1/DMcFhqOkPOo9ErU1RW4IwWyrXn8lgAwnL4j6KjIiJ7rUaUMWl89+YtRqjLWmjQJgQH09l2Kiiz7ZJT2gN4XbFe/Boj88kjOxg/NjMfnj/ZxzP8djh9z5o+DNI3L38jS0FhMrx5c4gn/wL92vADVpXgL4dFL4p5cFUDxRsMfnF+/uwp9TIf3r5+NXz22b8mH/zBI/vDf/HD4fMvPmeXlq2sZY3cwB/lzwHULh+WOTvXwL3LR2aiRKlfd1fR2NY7f4HBfP7+7fCMmYdjPHwbDsbT4W6yNOPxcPz+/fCf/uNfxFj6Xz/+n8O//5c/HNaZ7v7l3/9y+MGf/RkfXjsbzt68Hw6/fDlcMwUq62bwwh1PnM5HQ2ZXj10MwgtejHW5hZ2z3kHL8+U/PTIOAOyss+4UGFOWQhjvTjgaALYu70EvbXK5jsqj0/QB3FGuNPqvqXODravz2nO9I+OztOTwp2SRtE0OIttmJlRcKXT6y1Tc4rkUe/gAadYOobSF50b5qjbk8g3rU8PNPDFSuFIMVxkYZjaTtE4lP2ev8dfv+QBQYPMbuSo4llZhcZW6JzLqI9RKqc89F/W1fR7XRPet9DSe5YLvINy8PEcmzsC3vmh9jsc2H5NCJ2pgafSm3+C69x/Vfu1HoAfeach5oNEjRzGwo0spk7JcL51teNWzMdacxZJHzH49YcMDXlzewFDf4ljDSK8ZTsoFZj7Cx8yJBFhNLpkDJcqSIPtH46v8KTNAPqva8Eyd2NeBF6mCLw06HbrZExQq6gdk+Efi0Cd6uNUBxlmuuixfgOVWHaLOUmfeusyFwesJMn1xivcRWV+LEVJyYRWog+yDLnjPpTsC4Fj46nN5k/XGlKXR38vNIJbS9bpvYahvY7jblhMYyDowd0bJygd88BZbNYEqsa83LwpkHIcFtqD8+cwfZ+5bE+iPf6ezMpQAjqnznLmmni0qS75I4LKEbEphPRCfslJuZbelyuqOXW+PeWqGHJW2/5pGczEfxeHae7njIW2ipnwKU15atzk6zp6Fa4qcuazUXgCPerMBEsRNuYjBDLPzXgHyYbx58rzDJ13aeqsT60aEet6CU7jY12XZj7C1MGmDGsG2v8Ks9JtCnb6b2PAOkMItvOy/NarxMiM/LjVLH8pD9ZEy5e5JPnfnomudGejiWgJTbUI4MeK5EL98Gd1ryhs36MCZApC097R7cHRZa2wDkHU1RQ3MQU6Ajc+5yj1RBOvGOhKG8pGZYCJtpQZtTnViyYt00peBf5+ZcocancqpY3PJO3cfQ/aCO3Xp6g6d0HraxQXUuAe25Tp1TJB+7y03MTxXhmqZkNeVJon5kRfMylXmRPaaCBAFnMoBCS4aKaYqoZQ0OwgNV43EJSgmSsHdyI8HOrGoLdNSZhAjry9oKieRFRgT01PhSHrKkN78ESGDPfkLbrUdILiZJkxTxL4jOFKkmZnfztU1buJnexEnfqvSi7rEVbz1Ae6kzVm+EMZGGCGDpcSLYyAFnviars7JU8WkTOlNA0nHYGfC4AEvjly2geWriaYnhJ/AFJ86Kl74CkaULs8WRmA997cVKdQSUBqm3ZtkBM3gTX3wPFOXGvFc21kmv2U2mhPxgR95GD4uPbMeFTSPYoIeIxqAb3T7QgxVwUQsP6575o8Xu26zTh8vioLOn2uWQ2+oWADPFKdGHscMWQr8xePxStoNUVjAy72wzUNQufiyoMZedlpQ2RMyrYXCcZamvzCTs4a/jdhGm5TwtNhUjIYi/42LR4hE7owEkIzSjVMVWW/SZUejMeH3D6yMPphzi9AbthdjD9Dhy99+FeP38Pb18IbrTz/9FG/azfCHz18ML199OTz7+COWehwMPxt+MczsmMURGgu/IDn+WK71ZLu2PP7H4woDfY212D/7+S+G508/Hg5fH9Nhyxe3SmQZAd8neMPgQ1l8jUfUtoDNl7Jco2ed2cZdAgBjucfjDSpOU3p9C/xnGIYTlqW8/PKrYR0j+9MnT4E9yUusN5cY4nhS1sHtj54844XUo+GGDyL94sf/ffjs+z8Y3nz+2+Hd9z6F1qd8w4FA/WyyVGEdg/zuiJdXgbPqzANl72KMu+TNrdfEK50IvHb50DUeGnG/YBmMLwg6kKOyMuNjG7SjcS2qeZw9UFfIr3iI8MCkzkhn+49xQG16PQaYutB7xKZhVCcIY6yaUf7GPCYj3vroTa13rogtD3lGXn/ToqIc/x9vb/qlx43s6WWx9oXFfREX7VJL6m26Z+x77WP7+BzP/M3zaY49Mx+uxz19W1K31KIkUtx3VrH2vcrP84vE+75FkS21fc9FVb6ZicQSCAQCgUAAqDzDh8yTiF6eyKmgvoftsTNQLkpWcx1hzBSSVqXETG3avDbWV6681X317beUuzrLxsOJ8gZX8JhSXArgU//OU+MLFix9FVGkTNdPPX32nEHTFOsM5rvzZ85kW989IjigcotJZ5XcQcsBlfUxIFTScqrZP4V4zyIQaZbdtmTfUAoXo9C+iG+780RP6VOh3cWH7q3sTkCadUyjYVebbpktRvod8nCA7cxsSkW+ttlURrgTafEnj7JMCj/G7ROgtqpL9kCeMWaqckpx/z2pyOOlPegtwiWRrcsSdNhsAGGnFD4CxDfoMcJ6FhWSI1HdE31jcz3bY2ZWCLyW5lCYizHZN8xS5klmtKT/XJQVOaR7urQcnqENsFpC4RcHFtOLqNAL8MEj3fKYYgKXPBMhTT4oYqizoMWPvWvtQXxVmg13pkm96Z+7SVq+JM2zcOv08Orf0yfpbzqWizt/UVCRju+CJ7zu3JY24g4UZB4s+MPlF3+bE752VSHqm7RUdd1CDu/D8KQ0Gn8YJE/17RXPYKzyoHS4vpw+Wl7epaVAGVq0/Phb/7kVLysB2vCDz9VuoSlNLxQ0c2I8JBj0hB9X8IpSeSV7PIQ19VIVbnPCj7yD6wTgsdpYw03kBWhXWlCQdZe8KZ4jUFMA+Y3ftvm2Df1olphFsdBiXyq7RVoJdUT+ltw69LLlVBhewkTw4O7AvvWRqVArFcQ4C2kZANgi5Z7bT/4M6z+DFyILI4ly2b8BCeuo1PI7kPZy0KwZeOXFnfYf2Mg/8POllcEwcv7wBuvTMP13Yv1driQTorSCijzLbLHFUV585tK30NHQVAStUJmRTQWqcAb0icSsCJ3lG+0AQnxWEKnaQaRVmSnhE4MAgYG4Ekb9WRkVRkJKuABcmTcQyr+VAfRYp1RopUcKNmhGZ47KTK8HcXgPMEItLKbWk06IQl8Lk8/9F77nnR8+Nbj101tPGZiEbEM6QLOjf9qGLYPOqBaegks6lZTDAD1gSYPA4Vm85BO/hnO6LLjEMzjyJS6Y6p+5+b0i1te88xP89d/tqK0LmotBXbzrbgmmm0wS8/iPaUqcLdf2tfCmvw0Ym0NwnSlOFoa4CHh+hmkiFSFMKc/OYRcKDpzOOoFw+HKJwzxo5KImAyqYTQnYlLnPyNkRTRa8xk/UvrmhFL4XPQOJhdARKRp33lPvzb++8hkoye+QkbJbdhnfbKQ7S+BoW+YVBsZ7bH/9ZnqEcDrVxtdg4zFO2lfY86TEzXVZkOnh8KdoOOkGBmv5YLJUPe/gHm+P2R5nwdv0BIspoZmT2NdqQ+qC1HevX+9u3LjRvcV2fLtoJ9VeX7tyGXvzb7MneOiApCq3KmxoTzw0IPvnDAxDQ9QTMHRHU90Xn3/VncNU5IP3Pu4++OAzNI9nMTvZ7d5/94Pu4YNHsRdvgvs6QrVac+OKN//aFnNq4dxRYgthUdOZbQTkAwTyX372Wffw7r1ujee1pZfdE+zRd9nZZYoF3KfB1RzlXnv+tHv76pVu5b33urv37ncHl69kLcDjRw8RuLA1F2fQjJrwbQTwGhxxcBnCKUTBLhEsUILxWu9Ozzr49Fk8O0BT63waDbwCkDxMnqtArvBnm1KAyQDdMnFF4OdueDWNJdiRbuiWASZ57TMIdaaNYL1QXK1AlCuEVSdrXGumaqfdq16sH6iC/H1IeO6Vl+lWnBoseuicZiULSXsaXHsapwKsu65o4vGXP3+VcrRduazr0LZl4k/eayOrLmSMNQvnEl+b0TDNEKltoXCQ+rVwvA/oiLewDOsD8DRJ0gmzOzmogFDg9sTQdPTwE/memuxFtho8e26BemcxM0Kz0+YTLBxWiJ5kLUb6DnEp70uihS3pW1d3hvx9fUsD0oPwVUh5rMK6sGjPTFktr4xFmg/gBqcfIElfpZMKRxAK5MC94d1kTdlqaLjIuxFJz9mp4jNi10DWJ1s/Uh9HaCfUshlXjKvZU/uoDbrCesxQoMnSnvd26OCU4JUnd1+Cd+JGwKEualZS0wOFCdKTDtGyR7lAFMt/ht2Yzp1bhOe6naEDajTk1I0LUa2Lx0+XkrZpRigDBy5SNq406JoMVKfATz7wIk9cXcUcZpMZQDWP7s6iq19hlF5Syt6T8pNRcMZd/mBfYP0Ff8GJddJS8aFdhIiQxo1mEboMBqln+0qCiRPNzXpyTbpk5gfCFP3KoV1wKgyW03LrUpcG6/8KID4mHkmYjBdhc/XPiUuY5izLaJvwS10VRijCa+Nr+1Z4s+8uOmxrFCoN6IHwg5jQl1tYa1uu4BgbdPBuXRg+l2GgFy9ng7O7CnUYvEDHkRP81ofnkbrjB6Sl3snMZkG10FZS/DxDCYVyoHGwm/ZjuUGctKFGOoI5wroadi8Xb1te6dH9yqUT+wjXSkgvM5TdqhSvZmJJbUJqtt0efA+cQMHBQfCKfwnpRuojmgDlsv70qkoCVmmP9Os9YA7qmEQMybe6F357/NWHpGW5HIxmO0nvlMnBsHj3jAy7yeRbPySnh705OCEduWcNOMIF8kwq3MWXw3jDVb5V/mQeuBpJ9Un2H+oWgV0C1om0kAh5t2fvma6q8CH24Jh3RQ6FuRI9Ko0+WL7mWbyIPCWQ3lkBIiR/RDOIzrITcvguXNZi73y00my0FkbBsmA3jHnkP6Ez6vZJsKjUoIcMDFkmCe3ZADISbiOuyoSHEfpvdhoV1rvxq8NLmvgUVfhgVRDGfC1QKlWYK0+J2wUImd1IxhBsKNewMkobMjCRn9g1vQTjp5UrkMRTFFXlEzDfh5guOI0f15ffTtqiKGR7r0ZjyYQDGBEs9AwO/G5p9LeggQfPY85CvuoMU/CfRnt26vQ8+1gvdAvYYO+xOOPM6UW2BrxKWV3st94tnppHyEDrRoM4d/58d+Ovt7pvv7uDYK+ZgkAoNIsb64p775e6JCeFd88CKFf4qNkBy07Dpzxe2oxRnOC20b3fFXImsh8ojUntVcprnpSbzs+TAfVXYF9YQGimc9xaX+vzI72Wde+T0puVSOPFLcZgAcFlCLgP52fpWEaskIUaC+3yYXfujEfTY6/OAksqpHsL7ePG2kr329/+CmH6nxHK2S5yz23wNrpr1653t+/eZYeKOcxVPuAAly/IF+EweYgLcWYtwiz6K+0vDUp0tC8KgMx2IFgcskh7adnzEm6GSd+8+QPwKPCwYwpCtjBbB+JfAWF7V9OdylEhRNwqrFl+6+vShfPRmsrpvvn66+7B/Uc51MV01P5FAKYOZPSatiC9dDe//767wM4l77z9DrMIz4l6ojvL9oNqXGfYynEcLb6Q76i5QZigEumS0cZyz3oQGMUMCwjdTcbFZ24pO4V9666CB3SmsKug5DeFJXfLmGchrR2dYQE8W7oqANoaHCCkXvG3fbvtajSP3IVfgcQOlI+C4miXH2JCd9VR8yk0WvURwkgd9d9Dc3ao2mO7WJnWTxKWR1y7SPcMgyi1xTuYPlwApw5OrjF4e/ToQXefAZBmSsZ/8OBB98mnv8wMwyamEllfQ2JDmgfF1J3pp62Hj3fdWdI8vcjsxwv2YweeDGLlQoSjGoElEQoPPEu/vpSgV4PTaRbuzgHHAvAegsdFtsucZ1AxS52VwE4EIjoInp1bwPZ7FiFkm3USG9Sj3ZrttDgfIA7QBBp59icoDnyWp2iMOEgZsUvuBwyGq9DCr7DW8ynxDKm6Za5xBxd+oWsytf6CKxKIsA5OjS1sgQ+49LcHOCF/YMZwH6Fkg0XMasXNKnVuO+RSQTELXqb44EF44txBl8K2zbA584jgnrZp/VQdlclIlcZfYZDOMjiwEiyHcdsf7w4IZPLT0LxrE867O5L7I4B3+xZniSy7a2uM7KFD4/2z6UrvO8C3jaCytmGfhiBCWUr7zzbHG+wew8L4SdKbod32UHHHyWspq3xZyCht3qv6yBsfSUlzIeMBFRe4tMM0raSnn+91lybqnVvCIL4ATwYGPb3gEbp2vQY5VtICnvSFwZzLW1/r2L6t8Nm+2P+aEk4a51YXafd4znfDGGXEjbYvI7UUAYfAVe/8Jl/f4X5FJzz5V+n39GH8IEwYwRW85fCQU3BRfmgGJR+W76l4sB5jukGaCuwxJaYOiwahUp5L666feAfb0p9l57L9hg9zj5kzPHGc/jCHwLloH38XoW6JP+vByrM6kq9mLvQL0MkJFiKbl+s2/LzHjLnw7roNKHcFdggo8Fl6B7AR+IkjlhWGNWnco6ymmQGJ+OKzl7DzZFCuulv2NCICGKa+8aB/3tvz8D3yFq+D8ARs+E8OtA0/RikETFKB8PonLsIgaFvJm3DeAwafUpQGBndZfgR0AlT9VlgjRCYhSXMIpVkk6QRn3Q8VCvHShp0Q/cf2XJ9Gfq2c3qWAPIsrG32EStMg01fdm9ITtABjBOKJBDuPiZ6hDnOrZM2jnJmMZGS2/SfhavkFiX2MH9/6RtJ/SPQ+DYU2XTqf/nvdhnmGkQtPj7fAP/xsSVJBEqvOewicMsdZq1aU30ynvxrshkkHDaMrHJl4H9ePI06GKC7LtXDitghANkTmXDAFPIuBwYzwt1ssGHlzlCoCgSvMy7tURoAMKsygIbrP7W/fUsOOV6jTjqnuue6Xv3qfTqtDGDjbrb1cz37Eb108FfBevtR8YZaGe0DHgKkCJ/KNj2PHyn7b9HEwjh4+MrWO3J1jEr/MVNA5HnCagEJMY+yi2Ho5DjPhaQhpFOIlAbyDHnAjmuzwFdjWEcQtd2ssTq+fXjwPLJOYaLzs3nnn3e77W7e6L7/5K3iqzErzIN6P11bSJv0wx+T+agggEWCuIwYBDmw/fu/t7n/+h3+LwHofU5e3u2+++7b78BfXuj9/ifnAWbaIw56dzfC6t65fioZsBxg8sOXB46csCsXswbI5oMEJna6gTDblR35WcZiQeedP2Ayr9sOOZKxb4kAzYVOIsINXFlJDQoHCs+y8s4hNQbWPm23AiDM5O4WAeR5b+AvdOvvQ37l9t3v88BEDnS2RziK22jIysKVTVsONBgOzG7e7+ubGje6da1cQONiqEfOOjfUN9kY/y4Bktbv0FgtjMeFY31rvprfZuQKt+Cbbfo1Pqg08ZAB4ultmf/cD4sh01ajbrjfR2p7m2zqDRAcgmomozW319BL77VOnTzEoY2EqQrEDSN0hA7YZdrbR5roOW7GwmmxgVkAYaURGG42VBQK3shO80rbEc1yqxR9x3Qf0lYCAB90j9CJgKXi+9dYlFmI+Jd2j7r133g0MrgFQ0/OnP/2xO3/+bHbEcNegBw/vEfZxTn+9dOkSA5bt0OpFDuxZWWIRKVnRisIHUtYAww/16SCian6MXVLmsGU/1T1bWoFtQAMEcMbPFh0hGn6VATP30DzwFh/T1ARzIwZBdtYLLsBkUHkA3t3ffpaBek7RtpDiBHhMx+aTASBlcjcfy78GDesMkzs/pYlUYClIgzr9uYqO4TUKbcBVwj75iFcZNmUwL1mYHLP4O2UGlsRPGrYHBA8WQNsWTNTomhfWmQDhnomrdYx1Is+0fBu0kZeYbd25dwdzsefUT2kRNfmRJuzXzkJzF2gLi+B3QkCIHxcYfMYveXGzjP1nYY2QGdj7shsa/3LWh1ei42XEdtkmqT9wYF3Zdg2bc0JIqgRyBqfwUOtBkHK1FHhXy6hQ6KxecGu/BI7tP4qbgi0imaNFKAiBh8wcsNesRtWRGC1Y+zupHCJ46yd2TUXYHLTnPXeEcusVfwdd4uIEnco0zXKaUyc98dvzKMynTlm3vi1jwClUmK++4ilpAS3pCav9HR/yLXSRZ6mkEghvJtyPXEMUH1J2AwwehqEr5/7d7wKCOx7UN6CJp1ANA5qNDrDibZ9qJQXuPpV4tWe+2W+1dpK6MXyfbwHgi7yAWx/PJ/u80Jt9LO1Yk1NnrEBZ6lr8pW0FR0QmXaEt7bqadahivNpP9rOHBpqpzC6DWnmpbSInhxqXtqFyJDzW5JKW5jX0AV70hwrvDmyrb++RIbBxr76bBn6knasF+3vuwtFf4iwzc1hDmPIhOMkJxiq1bEx2DebV49Kn0YvXvPvb/MVXXaRH+hUiD778pIN32BAIZyU0aooHSZkLrhGtwWRyOpvFq84KfaNLh0yC5pNwEAyvjsZkHBn9hUOTBveWVhPWhcHRicKB2+z5LKISjkeR3HLXz7/4xdNw7XsLVZCaiq7i9HcDJ/36BjT8SczVkAcMPw2jGkiKVMHr12xGPUeyPZYnDMfUC0DhrMupeJ+rwQGOtWzFC5f/ufoxXxJMhuVfEAyIZKAVI5KMO82PZ9OMnGWDsCwKyjJEYk7wncnsdJqeuqrWLokn7corjSjUredIAX3VHyddY7iMiQM7niCxbyPweJiFp8VtM+q2E7cRe9qtzMBtPR+z04mHSUnmiIOpc4sYbQGwOk3tyLQtUgnuxAd/diPeBVzziiwccRoUQGx2zZRFcwlPmBUW87VTOn/+TPdvf/e77uHDh1wPMs1OrXePHz/kW5ka3Lr5TTrkceJncAM87g1e9En65CGeUnrpObSMP4gObOJdGIHf+i1n6awD2gECgN1hhyZlbWWpu3D5WrTBa+wzPjmz2H359fecqDvWffXND8TnVNynpdGTMX53+x64dDqSvAbt2gogH+ujZYdP0VUwxXPB710ti4wyMPCsLax7SlsPatEb0WiTrubEMigsH3DSn7QE5YCfLsLz3s5hd/nile7bb292P6ChFweaWqhV0vxpF428zNjONuAJJqjYo34Zr8XMZeUlwvlF7bEZLG2sgY8r3ThC+IvnS7HLVjDfRNs0n8HERDRPJ5n+zwI70p5BUFQbFaGFfORc2nPPIFA62NCUIm0KqGbYBYMCRXutMG+7UUPkwWNiylkQvzuw05mmnZp7BGcGRwSnTuVTasgd9FCvFg5nfhlwItBK86Zzit033E7y5OJpnk9mm8k5YNYs55PPPu2++NOfuvv3H2QHlxccavSQAc+FC+cyA/DFF593v/rVr5KH9eCswYulF92HH36A1v1at8TzhfPsgALuXAgmDzPckO4AShKlnDWFjL0/Wxwq5D988pz2M8vgpNYutHh2YDrfnXkQB/zTvrTjLqFwkvRmNLtgkeIRJydaFgUlcUhOwZFPrj2Zph7OnEKIVVBfXe+WWYcgTchpw2dJyyjVvqRT+wr5EamBWpoAz/U91Cz+LSP0kHLmtdqA77bnJJhSQGsMED0IbGd7DRxtgAciwAvzRz7iVJhtD+5c5LoR26nmXdqBW6frzGCI63s/3OqePHkCX9rLgMs2KH6nwI07/B9hojRBeScxU8B75LIslC0+5Z9egfj1N4TYMiSu5eJPShSzlsqYCnSyHZFDksGT/pajeIMzQ7Rmy0KYLcwVMrDl3aJXW6CIJice/QMOzziwHmfZ8tWzR3YwpVmdWO/WyOsA/Bmv+LHxgIbLOuABAE3D5KxVHnQpB5yQCjzUrIVvDgAY3uT9cIzBPKaAk9leE+GRttJmSUJ7zD6qnZ/Y4vwVUwXHFjsZecf5PswvXvmRXnR+k4ZUFladV/kVeFMXIazijZE3yK+PmnuUMJEB5GP2SRXWtBsecy9AyIc8+wSqvnpcGGHE6dvCWYrQrRGsIHA6Td/jTLUnE6+gCFmHn5lPwdNrpa38AbQt8aRM4t5JEJnMIgJ6TyvQDM+kFH8xZJq7zkQRpfW3lRf1nRkq66y+iQNbWGRK654276L2mMWhYhKnym/mQCsaaNc1gemXiKBZh1bJU5lQDbsKnPRPxPk5LlWWejAb47w+nhhoLlgZCVaP/Ib+FdrhbbyOY6p3OMWGBBPQO+VzIG8WLa3gRZrCwzRy8ZwSE5AWl/D2/YGTsrqGL/EDa0VSvinnl3oOrfKsGjeADYLIfZsjEYGQYHSGqSeee798+Dt+0oBs0CRWI0EJrQpQhPRKRiNpByHAY6W7/7QNZELtj52BWGoQCrfFElrgDKgDeFsJKmHTHDjDhrkAj3NGI863TLeSV+GDMNQEYBSO7Fh6F0bNc3z6fFv2g/wEjTh2eAGzRa5Y+R3gvS9bA5VqT+j8+q1d+OqXeGSYzpSOUElK7fYUGqQJNEh+d6HUBK0k09IyAba9VLs7hS3iPJ3RLELKHAx6lzmrZQSkHYQrG/PQWTpppb8Dg821Bcl6AQB2kcna+jbmFRtZCPdymYWB2Ki71/Fjpt0nAEzt5/gkHTXx1ZKuI8BswISWV9aZRmOqGSRbROvbDlKRz+3HBjtfkKkNvDmUQN3lty52v/nNb9ir+0m3vLycXULWGCyoNbyAyY2C02k0qS5ucy/wZ2jGZuemur9+82XPfHe6FbStZzBFWV9/iQYN22qEwzl2QJFRznFqYWaEgCmCOzCl7P4MkFAQWffaUnsP87EwdFShhfhVOFOQSd2+96i7CIxLK5wq+N1NmPJ298+ffwd2YI5Hm8EB4mwGX3ae6WCAI6eBUm/aUaezpHqkFfFaNUNmPOnM20vh5wAapHYJV6GF0e3b9pnm95CHCfafn52f7C69dwUN4rN0GO7i8otffIqQeRrYPufwJEx3KJNa8Jcva0/qWUxWVpbXk4fEU7Svlp78yIPsoD86aPDRIFNrWeGw+2XKd5ndLz746Bfd9LOlboVLwWMOLaVIXmKx3KlTZ8nXEsYr+7G7H7b1rLaWYAgbM0lTDfD2AXbyaOsVvp2VUcNeWqTxTNk6KLeTcoCyg7Bu5xjaIh0HHDEjsCwAbzvaRlgpEyDNnmbIF62SIxactGpZFGRn+y0p1dyrAV/B7v/p86esD/ig++Mf/0geO5iw/Dtszv+MUH4/9Hn1nbcZKJ7vbt68SbvYoJwcEnXvHgL72e79997rPgfv0u6FixdCp88QFs1bcxkHAmrnRcAZDo168uRpcKSJgq5oRkItzEdBwPMcC1Q/+uBjcMvMChrvsRMOTAe9ChF74lYBE6lCXPAnL+PuQiz5iruHTIHvQ0ZeURKQjS3UvkheXcK9HTr8G/89tbgM5sSpfMs25UzOERfIqbipG3BqWw8zqvr13UWGTp/n9E5hk77IJwK+j4QJ5PEjQ/OEt7xcWmLx8/3u7u3b+DB4tF0icJu8cNXGBK6TodPmXfiFfRK+MTWvsMmMDih1jfUYa04O9hjU6oAna17IT5oywYJbOIouSsMmPgJZ8kvUApT4JYg7cNGJZ51v4rJ8ufPd5/TzpsXV+lZ55NbmLgO55cy62CY0NwgsxNkFt27rqJbd1O1bYz4hiqlR14pIG7PMZs1h0jQD/7PtbmIKs8+OH9vOYGHlEM4h0qKYo7w4BbdmY+52uQV1vvBTpbAqYTLMxi3AT1Gy0LbnWFcyO7cYEz/bprNXRZ/WADGlNQagM5RNGKUTB7/V79o/i4LCUKvH4Bi/0D1paBoZuhFk8i06sexcCVf1dIh2ddhWkn1+TK9QXXGN7/uoqzBmwBWa5rEP0OqP2KNRBs+tbos27KcdHFfb4BYN9DyDJ5VOJbDXAKzqvcqp5vuAft3wxAQMuBZwqhyVp1VdUyvWNWAogOeQImjBxdi279K4Exf4bV8K0PJgNeCmUdC3fl+o61I+LAWrIawT6pAyOOgqHLd87Xu8jCeqTKsGAQMc23aKpBLmjT+UL3EInzo06wLweJS+oihegTvytbUlvfIM8lxvoWJmwt22uBBaOA2WcgCn9VetryVSib4u60F5AmeVNfAJT4jWTFs63ocAGtd8inuPhnnluTIxYrkUomcQzU9i1X80t3pvIY7fzdjGNUxV0ARauI9BnIjH/AhmWOGy4k1HQRoQcPrL330ZTd1XK5HvEhm139IwVjlhqsv30kRLyH063ARNxtC034nn5/4qhpFCDNIyToM/uDRnCZB0xYONcDTfpMlP/Hxp8eX5sRE2VsHi5+biZ4oQvNQtq5f4D+jAJ5lCvISGeBbh4wghRO2Qx/e6G4bf5uexL+21RTnxELMQd9ZQqF3dQPuN/LEBcwaD/OnMrbnRZ7LmtWxjafy2CBDwfGWz+/o7tgGE2Tct5QyavC2YvgLQHCdQZlGcwiNMwcV+HjPMuiZwBYlSHhmH9Z16Cw5lMIzA2a3ANMWnDr7SvXXlYvfpZx/SuYyx0Ard1ondCDXfI/ho5nBycQZhBiH9xePut7/5LeYEd2FQe+yQcRFN8J3slHHu3Jnu2cEThKtzCEVPKMYhi+MU2NmNhL8VBFaZgggJXR3DSeFGXLS6tXwyLgrDX9VhHyo+gi/ZjqHRXF497P7rf7tB3WAm9PxeGMU4QrOneCo4DOiJdMbVcpCQJ4qOY0qhq3YBbfmh0BL/V39Cj2kr/ReBAM+bdMKfffZxd+rkePfo8b3ud8w6/PWrr7vf/+bj7j/+x5vdO+9/1t3iIKOl509Ifj+mGDPzi2goD9GSbtL5IyQz8Nujf91EWPAkU9uGnQE38jA/fwTO9siTWdMWxqlr8WkHojC9hKmBApz7dT948IR909cRRk+V8IAQsY0N/3l2ynGg48zCJAKGhyLZyUvfzuLMccqkQuwOAwA7DDWFq+y/7sDG006lt5PsXONuGznWnPys2wha4KNoy8qhVQGjwmVrv9q/yytsK/IF61kB2rI8fvSIdoaWGdjOnD3VfYTm+/vvv89hU6d4f/DoHmY/X0PHewjimlN82F24dL67dev7wPmSQaTbLArjKmZAp7FDViB/wAzQ229f73744YcMND8iz3PnzjMonc3swePH7iJ0NWXXNOYi8CwhmCqIObMl7C4mdwDicwRk4JU+HUC/ff3t7u6Dxwhl7BoCXanHNa58y/ZZNFW0XB0j32zrrL9wO1ydNCqdG2/UhZ+CW/mTs0K2o50tQhLPDt3BmBo943kQiYuJd5jZcaChTfbhPguCgcHBkIPN0BGgH7llHMKEaxcU8nShI3JKM+3pXFM/aS2OellbWWZb1Mfdkwf34I+YmyEATdI5m66KIA9KGgdX6KWDJzXesfVl4by7RziwyBbAwGt7K6ru+TBhs35BUR/C9+AqlzWAmv8PrgEd0ILfxkXCY1J/lWxC8hO6Bb5daH9lBcGdtjJJ+ZwZidbQ2RKYlEK5GurY04ovkyGeYOZgwaM6HHCWga/aUnlo6oD6VugzHzFEC8mV+JRVZ3ujaWSQo0Kh98zANmaYDF487Iz9Xhn0uOc7M5/shT8+weA3aQgFl88gLmUWgao8Tc/2x3sOteJZWhZyQOICKh6sfxVwJXAWfaoktL5S09CuPLNoyvJUmaT3QkaB/epvj6l4Jz/Cm04u803eYgWnv/QA6EP+Tfq4DJ5M4E3O4kLT9snyNYVldx1SmaCNubNeaVeB1zKbKOWlfexDF1GCkLeKL+O5Y8uO38RJak4YeOfbHgfV7e9XHirwzDcHTTIId/BXpirUO20t+HkFZvl8LvxDlykwePZu7fHdftG4whwcge/0pQHb+hriwmgpziv5/K3Xit3SrvRCo8lvpG6FKHC11JTHis7M1W+2FZUPk8B0BK4n6DuO4An71APdB9Uq7VdZrGmrMfQm3H7vi2L+cYO7YUmzZf0z78cEdjMOq6OSg9SGLBIeIL8lTGFsGAJJsGJcljXvVoxPP3YN3le/jOZXzchKrlDm05JLES0oV0aEYCSLJAgs8wjGREOvvsiiWISACLHJhDSDSe8GF2WkFyonHwi7IbK+WLaEIBwAHSuWL1VhkCnPuHYT4ACtR++ZAPVjmoPrlc+CpwsODcd7iDv+QkWueOY7d/OuRmJ3MkwsjZCG6D7Cb5071Z1lseQ6HdQi02kehOFqcwVRtXE2/k0022oeLiw6zYh2nA5zBpvgcbXvNG2gMOtUT9BVb6/9NV0Xytnh2QE/frKc3UvUCHi88A6ChMTugqetbc1FnNKX8KEpbRepS7Vl4jdl6uuu6r+yhP/gZM7Eth751+RllpVVpxHAvvv+RsqxipB3BmH78uXL3Zd//ku0wFevvtX99a9/RQDapvwnGTxwEA87KMicHE2fv3Cmu3P3Fjb1atkXWST5kAWd74fh7SHQjjvaBvfuwXtAp+QUWQYVoSfbRsAJLcnc0rEHWmH1odpUVZdMhIvy7GO/zZCq292g3rAHdCHsNKifwbxAc7SpWabXF0qAOsV2hG5/6KzEpUuXo1VeoayPHmsjLk0Lg0gyQ5ykQRqhb5794sLJCS4XYmrLrfZNW1D3Sf/4g3e6Rw9vi2FoYw3TjTXsqt/q7t2/B/M/4ITTF5l5Eb9PXqwRB9tdErUT3EOAUoCbwE69aaClUTIntcKO4LS2XfzFztY6ND4DN8r+/NmL7s6dO9iVn8uiS4UPNe8K4y5ufInA56mmlknBdhO4tSt3YOOOAwqgOZyCdNOZU9Y9divwlElQAbyY/DAI22W7SetA0xs7XPEmHdjJu7e1grqdl8djt9Mvja8QvcGah6tuNYlw/dUXn3e//s2vWRM30T1Hw73CIkRNP5aXl6ClS93NH24F5//T//a/dieZ4blL2Wx7zggoiH/0wYcMoKXHrW4Z7flb0OwFdm5RUF9Aw+ms0CPMYq5dvdq9/c47CPe3MA96Qf1fzKDGgYimJfI7zbjE54WL57v7LEL1YCEHFeLqwPqxpihDeEfoxRe2hKTtLGpWtPU8/YGihuGiiUz9GLcEHwc1qVbf4bn1V+lau0YMvfVkKGZ9d9coB9yaoxxx8ugc6x0ccByh4VdwkB53tQVn9q34FHECexOI1BDCN9wnkrqxw9/b0RYbfgX9Bl6yr37IugZOKkwB2naKGEKpAIp4HjZ0AlrR1HKcd7dxrQV4JG17oFzK8C4WjbbNUjLIMqzC6xaDQhfTubOFWmWSoZRigkjBgMjjQX8bP7yRj74kbMFlyHLSlU7/TI+nbmzP1XZMWdfecifv+Jk5ZfHmTzSW3O0rrW9xPEObtI1Id9nveny6e/SCvfdNn2DSvn+2DXGvzzazEWNjG8Fvygz/ti04c2i8cYQa+xkHBG6x6g5FbpM5Ca+3TeXgGNosiaQdOgMYUxTyyZ7z4NDFu2mXKC2OGCgSmODSEuUVrz6LRF4dIAirOI6dMTw4s19BTV8OvtdhQgxMIU81w+ZVDhowPrAbxSt0Ch7tV/jUO9KStoPfSEftw+BeODNGxTIdgYtP4OGVO2RajpfQpQEGfkYHlkTiRxrRSa/cpFnN9JwdtM21PfCbiVqCkmPL2zJoymp7d1xr/yPP3qT8G+DBBaLy+gBmZJz8z/7ANUDjtEFBYTgAiADJiwK+aSr0y1stkzC3MhTEwGt9CbV3A3kzsd6N0m/xAz4ksZFwIxFMpq95S5g/k1IGMtnUmx64DOrxbfKSYqBJ98lDNzaPxBrALZwlTyWFgO2TcAurfD9jeGjW/l4F8attlhySRuK98tPnZpAeXhI2cS7bZw2ULUvRYgM2IUIQBYffjwnsSThA9gmTpIEqcW6vOsKGQPQXq3F1b2+958itUhzxGHk01jBmMb32ecTfgoN0VxerVZmS2dIpKtg5WqWfp2GSD/5FbFR3IwjLY5FwRRNW4UgpLccwSMLlJ/H7iEPfHz2Zn6GENpWa+0iwyjTf48t7XyeDQI240qjxFbr2Z2AZt2Cal4vzBs/xSc5EskOCuBBAnbyZhjudmuYbmtoFFmyeQfBbZxpem+lZbLw1idlmOleN3CECTHXsCt1l453cSLNEqlfxYHMy3/oNEwxQwEr50oCpi32m2Wz+cIE0Apm8WtE9hBMFokqVXxiKduESp4tV8iF441v+xUblF+bKt9AhcWSuG9iU2umrXZ3nFEyFcreUOofgo62s3NsDcxTIdinzAjuxbG2zkwa0pHCmkKZwp137NuriKexOPQnQbTen0XJPaFuJFshpPk851A6zBAIATiGEreCTHtUseUrgLo19CztZnVRXoYxgaapO9VU4i6A+N4H5DdomyncFE58Xz1e6X7z/Np3ibnf79p3uvesfdDsIaE+21rr3376MicVS9+wJCwyZ0q+ZJFImrlUh42r0ZP46sUi10CmzaBL4gkOBgsk/RVicmvklgiZ2qqvbdPKnsEW/Db6OMFnajaZ76eUGZjvbhGWvdGpWocXoOu+2PzXOatnUgoXO0+m+0uYS2hhiwQpWG+SUa9etUper2GmePXcR3E+nTuZmtQ+vLT2XV15G66Rd+pEzEAghdu4OwGYRfDfX3JOegQ5CgwLrDHbZmpcodCuY24GbpzNnamzdrs4tCMWfneE2QomDFLVV8wjMK5joXL12tTvH3vHfffdd9+TZkwx0XYz0zofvR8P97Y1vus+wLXemz07W9C2HAqjbLmqe8hIThXffZ4tMhO8c9ETpNZOxPsxHgd3BiDBp5+1iWWl6AVOMe/fuM5i8313mhNtbN2/GLEbh/f2PPiSfVeriCPMzdmFCG7q5ye4r4E8hynycDrdOAM1SUzdCJ87BPVUgDSgUnGMQ9IKDqSLn8b14DKglqJzFOtK5A4rRTceP8gcFE9OJhk9tXi98e86BwoYdZjTdQKrp1SIKg3mEyA0WnK9Azy+YDcgMCAoDAOYyP9o2VwZTZGWmtvZQje95kBc6gLBcBZ+A+2zf4DOUyI07YXZVFCSc7UBhv2hAzWum8KkMB3ua+SjQm6KnH3q41ll2uToFD9EuXOFe/ChE1kJWMKqHzrQAP+A1D+6+410PhvF5xA3eidyfszL4an2ZvMX2WeG6nvgF1rTj/u53HpOB+Je23BpWoUONLSTVTbKzR6XVw2EEcQ2d1Hat2LrTdjwVWCWLf5qMpa8lnSn44WVmhjRDdIH52bMXGFwu0o7Mx3VEViPtrC+UmPRZPKuptywnMJ1ylsqsrXLpyFkqka6ZGT2ZhQuACp/2IzWzBd1CHw7e7DM037L8wS3BjZP3Pi/h1zX8yXF8kSaayYbfmrOsJNJfzfc190q2PvCcehiJZZIJwkPJ4jz0sI1ESvuq9/6XwIjqoqEcZZUWIVbSqbvPph7zLJC3yYzhFH3eIYLQtjihn7N8tvsteNAy/eIGbSuDTAjgBDvWyavUwJ8gjLtudayTUpET+3J4o/DLjz0ASWWMaelSJn4KgngN8GkcXvLXf+lvYp2rxevvfjQd47gQ3u9xSahSM0D8+1eCpm+rxKgtaQZn1Kq79tzfiRz+Y4iWRmLwXTpIfD8IoX86aYMbPMMwms0d70ulMQIIW8LXzzE48Qo8faG89Y+JI71ax8ZvaXi3Hej8FZpjAnu+vPqTVEkOII+5EaqWOIcFqKTr91iMn/Wi4GZrrlHQm6OkEUJgOZoZAnNquho4I+6+6HYY+glbGhBwev97XMqWahOmFnNITFUJgDyCA/MbXFSyqDacHU6yFw4S+1uwFD77dIhrZRm3CMgkB08Byv4yXNCy05nacSibVk3TaKMRQjBDOIdNU/F0NHRSCq/aDrJGDMZrJ8ZUl5rR6YXuhLt1HGoag4TdsSg0Wg/L81NOGIQYRgFcEp0Dh9goQkZOL48xWJjmEA87bM1x1OTYmagZVYPq1N8GQso9BBo5uLiiuoeOd6fo3IrM7QTFp6RjriXwavvIslk8FSpcUDY7dxWtj37QDX52OwpFapYXWfTn4skT2OxazhkE8oX502xbthv7Y/3u3nlAXkd0XqvdBtsMSqNUaZyjcJ3V4gCltEECJNxccDs7BAVNYhmownMPLVA4hQdtTC+w+4ea5NnZE92peQQZhNLxAwYhG2xtuHW5m59i0SJbPB7ssN84NuZTc+Ps6vGEBZmXYcSb3XNOEHU/eUGTZqqH+HG92dFl2h/YxVkGafhZlqeU7z//1//Ojh0nuv/zv/wBGMEhHYG2sOJ9lfzVCjugcWefI8qm1sZyWZ7QPygpoThIScdbpU7RBz/DdiBmoF3rMvhx0KRNdi3QdIGoswmLi3QawOL6goePH1EnzKpgSqHW8AgBykOq3OJSc5lFtMXaYwampO0ACjonvkKLwuQiwrtaQIV6zVkWz57GTKJsvqXDT3/5y+7rr/7MriurCJcL2aHl3/+H/4AA7MBlLWW9d+9u92vMVt5BcP7LX/7SffLJJ5nRuX37hwh4zrJssJbjk08+67788kto6W73m3/zGxbUXsoMwjQDiXUGF5rtuGjWxYua/6wzmzOHrertH9hdh/awgPmadvAvMJf5xccfsqXntSx6dOGjpj7nzl2AZrcwH3qcQ6dW3SmHTnabDlqNti1EmpDWCu/UiDSCf85bkG9Ao65NyGyDJibQsPUSWjayDbGna3lsbFkdWHPFtIVGYVu3RahBt32ZngOPIR/jyTjEtw0uvwA/lH8T/rNO3WgOY9oFo3BDq6SrsBbBPYRtOYRdOpdm7EgR7lTe+CHt0K/SPuXyCTqN8M5zFdu2yssxJ781BhfScu2YVYEy+IMmzjDImIKXzNM+d6jbVepG9ihXsYyjzjeF03a1r6Dojc5Phqt7e6vgrW8ZjWwIceA9sfpnmlL8pHnrUxOt2gPddopABm04wyBehYcb/pSDB2ct6sRJ8O4f/Ypt0HYyBo6dzTKeO39df/d6ZiI1r3RweAI+bp7lFBjpn6nDgk+Y+JbMKGUGf77TNvmSWRBCS4/WlqmgJ054Ybb+D1As7bE70j7CZ+qP9KO0C381TemkaiI0QeGEx5lfnV8yawafib/ldXMC6Cf4JUzMNITxZzqD1uyceRedFv32CYQvDhNrKRvmTfJOaCQEU/WliauKrwPapfv3DwRn0ra9KGyvIax3O8yYE3liAiWKMxuUUz4p31uHp647M0QabmU7TjwH85PQ8dgB+Ia/H41h8sWKyAlG7G5BrROfsXGXbsxPuPGvrwnS465qTJ9qnxTAKulr33tkob4uW/9n+JxHIO7yUvWUCu6Js3Bm/EpP3FUt+86VuPmY5/TR0It5NBz3qZtDAzBwSw/V79Sn9hv09y8ll9VL/ElX8jXNwAQyHGA3nhI/y+7DTzhDjOb1uuCvFdgbUCZgISHhQUJWjswwPoHKyhHYuvQX+LiEq8fh7xtASqO1ZG/4TgKmmssgoYSqBO2qJicRMtF8NFeryoHlR4gSXhFTDTOf+bEzkIj8Qpul4DaQVnY8aMzioYrWQ5Iy45VEamQvWDb6nlLNyrZCIH961z+28oyGTQg+mGarh2CbRFraNQ3dMxZxHCZDQ+NZGCVhNe8FK42Mjlr73INDtlZD4+EokTYZ7VAI2fDgTk3yGPa/u9TFBNOkW+xfvYLGcZsRdY7TDQBAKODNJR8LVIXKE99tX7XlIQwBe+ZzZ07GHhxxDEaP3TGaGBeeuoDrNDbJz1+LI0o0AABAAElEQVQ8Y6HlOQQvDk1isacC9BKaWxeMuo2jU6WaoOhEt1dOKqTTz77H4oseWWGztF4T2KJfS7onWDg0PkYnQwAFJNOeRwM0NYlWmdZ1+dL1LOa7d+cRQv4sJ3iyQGtHG9pD8n8avG5v7Xdff30jAuQGQqO72riivUbk1DGdgVNbo8gpxk/nAhPV7jkdtrVTJMiTbQY8hUBStCz0/V/+8d91d259n7K8dfW97js0tlevnUcr+4JA+2hpLyOYsQAT5jrJWoBFtno8Qou/uo4ATz261CHaqiQpsoCrUDegqUZffI1doic8utjXfcqlFzviv964lXJpY214hXqaGneENDRZLmZztxOPmnamKwMT0ssgCdzgRbYOVIpWGwx84tE/sVWABQ90ptFW2rHyRUHQDuIpO5Z88CFtHBjFvcK62mjttjWp0nzi1CK7RhBWYdX9yrV9dgBSCNaWfjOaYzs1aURhX2H3zIXzIqv7b//3P6UzO/FirPv0t7/pHiBQP2EwYJ5XrzPQQ+usdn1GYYTwL6DLq8R/iJ26zlLcx6Tl6tVrCPdfYwL2pHv//fc6BXYXVbsrzbPnz6JNFtfumf7BB+9j1/4h9PY0Awdt718yOFs8yaJmhFzfH5GmgwjhOIEw8uFHH1EHe9iv3+7u3r3PoIQ6oAP/4os/Q8vgi/J5ff/9rWgqg+HgH9EHOosQYzsK3YlnXSgRPFgOBXnWICD8eznYydDPAS6dtzNy4t/92Z1ijxCgto5BkhlKys5wTsAvIYiYH+3vnwZG4jGYqo5aZQJ5MxO0xcm2e9uYfcEjxpnNc3Gj0+4CIW8qczIIGpgcNKpM8FwE046kwAB3hNWFF6ZEVbDi2Xj4Kp8kmfRpvodvm0+fV+7iggSj4Uu7LNyIk+LHztYofNoeNJVCoAFvant79tTnxu11TgB617MBEtZz+MFymx8IAlhDedFSyECa1vSjOUXg8Bm+pYztQ+74UZaYGRJOYTI7xZC+NIw+pmyaqbsmsJuegqo0ZHeo+SKSW9qMNuwK49JFcA6QCs7zrEGaQ8Hh+hEFbIFX8LJcpJawZIeTR1q2Kqv3aNipU4wNiFfKosjUPb+G6QcX0qBKlphIAZtnd6ytvOBe7XrMRcC2zZSzuEtyEWfUo2XXDOcEM8nCJDjygWjpCSPOC4/WMx/9IYEGryUJfURO6MvA9/LLVyKltJY412g5LXuSNI5/5MctOA69ETvv4CR9p++6RCJFeLCzpHvQsKc079pPw9MOebYt2K5MEn1SzF4O8Fc1NMbgSrMuZymsExVjW1zbCABN6OZDeK1x3VI02y5ioO0Bc/vMzAdvth1g2yGeh5sRjPdgMf68Bv70AQDi3XKo4ApPIp5KK2evpTX+C7emRVRucXztB4v4p0wOGqWhStOyiDtPHs4sHe2PEMkrdWHLJC1xbMLHZiFEULsqu9BmGk7eQXBfzlZ38a4Eh8HwlETab8KGXIRFzuDdrPpn75YZzyTls5d/oSfbc48AYVdQwEnF0saoe63APghg6hBMGmcStEAtaRNqiZlwIdbw+TNegIJUJbqf5X46XF+sgsmKo3UrSOwx8q+V4uQuDMUheoQMIRWMgNPAB8YQEcg0rdi8G99A/LfKKHxSJv8sV8o2fB4WTyLuy8Gtlb3ZylU4SwFBJ1Gr+MdOe/w0tDBnQwSr/I6kbwqJ7LfXOLKR0N0+7yn7Ki9ymMkYDXGLDm+Pk0FX2X1EEMbnfWcP9M397uUmjXJip1tAo77EAsKnLBjdQHgVHrUTmtfEtQxtlSlHQeg3vYSyisfWelOzMen45WfvI1CtZfeKyxfPRVvoKWjz7EAydjhLZ81BKlzdolp9OmVPRw1dKQza2KlvzHkKvzJiOi81ZjDeIyVJmSLX5voeGkkWuSL4rL5EC7GLMLvCVOCLTcLPs3PMCsIXmtgNbDPRlm9t3uB9NbRyiMZJhvDsKad3whQVXl2Qqp7HRXKexigzAmuEK+Zj+5LxxzW88BJa4e6AQ83WPlsfkknycShoKnF9HN81m5jDXn2ebTC10y6Kg/GB1DH8b91Fy0/4dRbq3b73jCKjYcecZWdnCXtad3XBBhtWHXMdErS2yLJQlsyEywzr8lc47ZjU1njqrIINWAjt5KRQ2oIMVYau3aMClQdcZMCk8A6O6qAiy0Z6wU/lK65sK3Y2siXv4st8yWLoKEfDiVO70rUmIHYQj9jpZ53BSGycj15GSARI8oG26KTX0USfOnk6ZiQeLLSKyYsCodpUNUqWN7vpmKEMmT/9v791q5th+87//d//H+lMhFM62ETj67qO+/fvRiv5/Xffdr/+7b9hzcPXCNMnszDy2aPH3f/wD/9j980336AJX01dPWWx54fvf8CA6nx37+7d7h/+8R+jWdZEy85HbfwPP6BxR0PrtpP37tyORv6Xn/0yg4EbN25k8PkuWnpNnhyIqH3WDMYdbW7d/D74XUGotxN0x5goByif7Uj4xawDUxFIs8APRMYb7MrXGp0OwokN64fLjpGw8kNnuqz7NWdygD17KKuRg9c6+7PHIWJ12iK0IP9VGAcm5O7Mmk1B8+5dr4DvzIdlcU2MAzJhtL/Q1CSzAmdPsl8/At8JTM+Yrdmnvl2XlBYlLfEvTwnPJV60cK2HJ42B+Ynp+md4CF8WzuPAUUJLHdpKeoMv9SBdam4wOoBOYi0R0ssaF/saZiPV5I9RJlGa9ToD3PbpcSuuYAItkfrmr5hoLmY8vY8d9qAPA18OeP0kv9PEStfqKmkgOFmu9Fn5qi+wGUkk4Bxke/YA1QLOWUekqYr+8E0HHq3NCma1Wdo83+Uf8ljt090KV6WY8Lj1a2Y4FcjCCzTDY9G72VlU7tkKmLCxI8fTqrduQm/sVubTCfjNwSF8loHbAYuLHQDEHJJyav8uvEmTsNKlA0Tj7ymwYsa4i5ZdSI/oP6qkBk/JwRf3Rv+k485y4lDcZTEheSR5cKRJTYgMwogCjDQsRmgud35eccIxcJYrZbNUdfmt2mR52BarOiqe8QftM3HL33jHHAnLrzRREuI9TpjdgpdssFZFRRAfSMlFw/BM0ySM0OsrzuW7ltPUMTbFn8t6gUGAfsISIjRGYPCjWUkJnoSRj8C0ozUGDpud/FS4vRu7UrespO+gAJ5tcprYOMBSoeAsqQfiyScwJCUd+Q2gk4705qUL7fGhBFnx01/EGQye5AEAVEK8dQoMwtX8SWsQr8XnG5ESpjCS7PJTObe6qXSGX5N0vRqwAvNguV/jzM9vwgMtBVeDSL5XAgSrMEnCl4ozmmx8K/ggo78hsNtUq5r7tEmTRHMJTPILYooIeReK9jLI4k0PLVXzKajCpIhvOkPm86b45W+nrfmHnUaOp6YztFGKALUREkW4TkC3Ukw7dJnn4In8bMQKpC3vlA/GGUYWxJMMQsUxV2CPeAE7aeu8WwZhiRgZmPATRxBU2CFMQrKv3qXHA/ECMuFcABJNlCnw7AQhJUi6aVjAJe4yVdzj0LwLBL8ZmsZJXAXvg8OnmQ5VeDyFMlatmMLW6v6Lbp5TLd2C0f11JzCrmF5BmIXJo2QGDqBEoD/hqDbSFngqKM2u4M+7ebb8yZuGPsYIXUajDePMtFtJsuD0JCYIaG0m+YaeGhgn2A3jDAKXtufu5HGE3fRLBGYWT1KVCifwpGqwNma4gUwlGhI6EDuRPQYlYX6WF63MX/78HWYRMxE0hGkPIf3pk7+ERmQK+0eYdJDOgbMIbB9pYxfzk5j/qMHS/COaYdSF1uFetqwBGOmTkKEPEc1LOttWv3gZRhoTEzIZtd0Klhvgc1hNRuwTIGSjF+2H7yDsad/vrMfyMgMHgt559BQb+ClwxFTm7cfUOXtbW/+AdPHSInf2uceswulqt9F00ZZ8TKFVya0GjrQHYBIuI/pnxk51SycgVYh9kqUKVeCC7YJHmK2nOdpR08EfMO3qlOwBDLjqR2G/2g9QJQfvMiiGW3SWDq4qbfGcugoo1TWICk+VtUxCIcePIADOlplxUdjNIkoSta06NaybQRP9Em372+++103QUThLIF2IZ08y3SSeBxFpjiGcbk9mG3fqWK25O6osE+baO9diD66g+pL97z3oRxMCO4NHaNF//fvfsej4Pb65laQ71jzofgsMb7P14rcI2jZrtfuarbi4+euvv2bGY6O7zm4uN765ERry0CNNPby7UNb91a9euRq4TjPQUPPuft5373IYU8/PFLIU5MWN5i0Ky5rySE+23XJBJI9i3Gf5HriWJvEStmobfuMrtFK8VlxUu5KqLasdqppzcejgMfuKU18O5iKYIzCp9XbWRb/il6RPW3cAK51lNg7eW7kly/xUyxn6CkPaMIKvbdgZEvGjUCb8pp0CpFzQl7CSh8KVNCkPis24NEyyr/YZiW12PPicnMPDGwxJAf/2TrjhY2B2gOll/DwDk4KjAisUGh6aRafw0maekIj8JE5ebEfDt/Y9BeKl8EALBGfWme81uKKeUle2SON70XPYf9iueU9/wtMxRzBxZ52rfUybJwn7xxkX96Ih90TjSfKyrne4PNUy/GQQNw+VLOEyOHE2A/z5F0FfngCdKpDJH/YZoMk8HHB40JXwuS5IHujaicCEbzTlaNOztggFzsYayoa1ZcKy5So4mIG+PR/DReUObiNAgz/JwUv8jLFLjzM0Y6SjZl6OpUAmiqQFcWldBu36gcfAHnw6c0BfxFUDyIrj6c4R8omXRLjFEb/4Z/P4172LNwfHbkM6pnKEWYV1zqfwTBPxH5wAIy1GLAR0JQv/FLYLX9Rd+LsyBG0HJEE9xCE8F9H5zi9Iq1ORpS++EGeIC9+9/Dc+OCZU2gXvyhm2gV3ahrs2SZsOFKUVZQt5i89WSoRrYktLjS6Eo7mAYj481B9f9PSW3+GP76Nxq9L97hcvSikhSJOhS78dd9KM5TyWTh/EFBxgWJ4MGoYQHU/kX+HtmMAuW6hygSIbXgCwAilyKzOFkqmIRAmEGBXHO6UVwRJIu5uEhSxHrDwWEZFMMkwnzUtDlvETkFtDod8qFdPgCablV53vMnmJ1w4g8QltMj6rPZK/SWL1LdEQfxVZ8MsX0qEy/TNMhGCTF8bKOPzAmCF2OjchlvxNxef4O7Q0DoxBoSOO9OwkAwFEnQVObFco3I1wA4OEHIKSiIGMMjogSZ0QLxqCwGuqAOUHmZRv4oQrGPFekQgFboBjE7Xs/orbKJ5Ag8vikwhQVfZd9s1+uUX6Pe7UcGyg6YhgjJYjDN+GSkMPTk1VuMgj77lbbksRpBMXcBTu8RMGj7BWUJ7ChMNDOBScHJA4QOhOoIkDaSto1yzDDsLx6uoWl1u6UT6EV3Ea3tyX03A+6kxfLFhvHqYxhsC+xkKqbdJWW2ZHpbZvTLtuOzv8pMnIdaQhzDMswp3BJvUMtrZjCMbub335rXMIZ2xxyWLGr/98o/sBQdmGa6HNOrQkXKIGD/0CEz+tPqTxqufyS337PXgigvcRp13oH/75y+6D996Fua1mlsMDG/ZeUh9k4E4Zh3RkUp3HnXsAkYMchcjtTbSTCDxu/2n1ixTrybZiGxjPAFT8wNbHYKoA55aLLq5UlEcCp5247zjDKJiuAq7CiWYI3vHoxsCpYefR0s0hNIrjNbTFdPvMIIT9Bg8Uu2gAOGR0lrspRaUZemcRQ13UtmzSUqaniZjPwGz7sStWo/8Um+2L7F9+kh19xDdVHG2/Glq3LLT9e/CRAy13CVGD7d7cs6yL0H7b/YOtewdj8gi1g0eTzOgw6/Tw9g8s4L3OrMzN7LH/8sVSd/nKlTqYhIGjmuHb33+PidXV7quvvsq2h+668pyDjN6+/m53h61AFW5FuXufXyGuO9vc+vbb7t333s3e8J6e+9GHH2VB5brH14NrZ3D++x//mAWlRpavun2jMwbSjHTpXeG47Qahtlq6y/cg0nhiTLzJU6hGcCFvs5yaBpZGyc6z6lT6jz9hHRRJzV4KybmgH2eFZqhjT1HV3MnUYyoB3OZtfLNVkPDBztry2zYES4jCA+LrF2n+uBMO6eLl8ktOv11LpTrY3AAvgYN8opAhTM8E8VdgVwiUj8I13EkK2rHc5mGa4ie9iXAER0JDXtyE3cCypqxjidJkCJdCCLmVEEJ46Tguadmk4I3Q1kvMoxyor6xyZgQw7yJMgcyUu0URJHP23q72zZ1nqpEKI/mAz0l2NLI96xGwLUV7Drzkb9slbgZgkZQocwovtZRzOJM/Bzbih3Q8FdjFvafPnEJYV1Nf5iCaLMztqHMlrx434ifw8qNXYCAVca9iZJfZFddaOPOo9nwLwXFNc7FpyiC9KZzjr4LJQZj20Q4ufZanuKC8+kDMuVDSbCKwK7SPoWk/Nc9CVezgbfk5zRoAUrIejiAmBYW3o+w5Yhb26AgzT+kB+nWBfmiArzVIBXBRjXJIWnFnHz3UsAfvMujQT8Merz6m7NC8fEgkGKsqJc8/70fq4QoSWwwT19/7MM98JVxhPm/HfqRbZ7wOoLMdFgA3s7SYfBjPi/IXn2WOlbrKO/CXLEC5LQp5iwGxqrxiqw1/Jq7O+MIQf8KoKGjPxkpfB9i5G8EiKKuQvwNJ+UCUZ3Ju/OQ59uea7rkeSQHe7lxasv3VRQ7mb12YXMpDfQqLqLcObLA/21m6KiWpDbA9iG6iwUv5ZDAGLsI1rGOu4IFwlr3wQXo9vA5KQs/BlcFfqcdBRj/jIWXty5YbeduucSbbzGPqxXmUUWcErsBMJVgEp5QaPEbWrqkENRIWKeGCiUbEPhcTycto4pV2/Ae1LVJxrbzJyJdAbu75nJ9Aj399GvGvRxtr08zoE+0S92J4dCh8T7kgwLIDhEXJ630nm+QlOH1FJjsTcuSSu2GqoSWd8s3vCJQJYTIFuzgyExpJhHffSYXyK7x4Gdb8JYoqnATGBTGEWhOIbxA+kgsNUbMUGazlMY6u3est9WMafZoK3ocU9hAtlnuw05PT4GF4PKvBcJGZHYbb+VnrEmvqnXf3DlZzFkc2LkDTSfM+FS341PuDIhmByFarJP5dtLrJZu537z8j/xPp8E6cUFPIIjOm94IV8nEnAvFmo3b/7g32gHdHEvbIIx07r4IjuQGAdeplpxGGRt25aDPfebZzcEcHG6QCzzyL9dyuboW9vcfpHK+z3/SDB/eBZ53TId/trly9gAkN+3OzgbiL5cYUase2E+fq9UvdrR8eAp31aRmpO66+2GnYPZbAHfgrIgjcwqbJiLvFOAhTeAbR5dJ+iq4cwFhOxyhLGbyACzLJwWKs2ucjcViIaWdIWMvOWAchVRMFOzBxZP1J09ZkOTFi+DE6Z9b5dlNopzhKiJ2B0PxT705dT2PP78FRnrKplllNvYuASxsr1aqVYo0I6bpY6SVmIJ6Q+ISdabYxDzl0QFYkEJTYXYsES+bgiK4mdE+/yXf+wIECugJKL6MAO/58JwtsoKk3wqlJNF3XMlhGd3eR8VMLsUt3gabCs6Ysp9m5xV0tjvYQUJhdkbE6izTJgEcciR9NhuQN0nymbsn8xo1vWDT3Dvv3v9U9vHcfPMxkXYWCsItZFcxu/3CH3WKuRaDeu7yfHYce3n/QXbn+HqZd89QF2+WxOFQzlWvvvtv9/ve/j5mLU9nSn9q8P/3xn8l7DFpgUEXZ3OPaxaLpmHrkpfMACVV3PT76OrU29bezs46t62impXNMHFxoa/ri6Ii6Noz07oJp8xQ3DjLklQ7WFEYcOHiXzWUGAmHYNqhAc0nbeWjBwVrsWCV4ZsYKf7bJaoPCtEnau85CDZyptFJQ59JGflqAarMHzNpsM+A8QLs5M+4+33UCaglUFX/QyIgaQRR4EPu4gCsCKTmBiwrX58prfMzTf+5gLX/CYfuMYEvZWy4Nsh97kFbSF2e1HmhqBQ0ttuyahdlGYlcO4VrMY+nxUl2IX97sYm4oD6b8OuF1oJy6sQw425Gs+ChlpgVoFjDoSwlgw9EZrh/UqPiRzpxhcjZKZQlVX+WRrtzlagQ0swqW4BfuEKIGPnvcO5hHu+7uVWaZtQ0MeqXrDWaobt1co228YFBwkvawmDUYzqaWIwI4km6SPmmrmHKBMgWkT4GOgUneKK9S2LJPDA8LOmSmOl/iwQ0/+WjSII54sSBkYHougo8CrS+ctJr1BuBYKpLPtrSs2qQqTKaJE8649tBn2/v+/FvSeTWy714tk0oub8e9BvkELL8FgVV0Ky5KPfykF+nDe4jENu53cc2V/Ki4tA6ytimbnF+k2jz38ZMG/g3VuYvv3hlW5334TNsgHwXZcHsycCCgsqO07A7cpCfqm3tMYgb5AQfP9g26pBv4C3ahq/bQcqtw1tub3N/4RJSisxByn2TC8+NdHB3PqeBzsOzs4h7KGdclWd5/cWfGPfAjj4DMm+2kVY5h7OIl42wVaCwau41TYhE5GQX5TmXY6HlKWJ90xubz3+f6BmLExCcjBYhikMeTil+fgXBLGm1bQ9+bll2Naosvk/C5riJOdyzxwCB5Y7ab61uDgzgsPxJWZhGiFmu4Sgemg6hQ2ojyF5xWvRJoTFdIQ98aEdg4KlSV0I6Ci7ouojWsCC4GdgJGqxmMDExvNQYzCE9uQSAoBzC+kyzMXGDrRQWdGoVKOP0VobYiy3wkPv8MR4lIi/julUuQKZ4VXEpwIhQIUKvmsceWfZ1R8ZqaIzNuZZDR5VnPERccCoMMsTnrcpx6ccu6bU5m/C6Cc+2NLR4oM0GLaqhPMtVum7ZKh+Do3IEWU6IIujJYmfiP3XE4Gj17V9CYYMFphH0Kce78GU4//VX3hz/8P9k7+dq1S93TZ4+63ZfMPDA4UUP78P5DduDgZFe0fGfYBvKHW3e6F8+WWRB7JYMat6A0x+onW97gOTT2Y+iaT+IAk3+GTbtK6VsI0uS7Cws9xMSdV7KrDIKYuwLYMXswkpqxAzRiITH3GCesdLYP7qRDBTZkiAwGe+Smo1VgZ2kq+MCM4/Jb3acfftAtQEd25HNsHan5R9VL0Y4MdAO7cRd1rbPWwb3W13jXfOQZx8e/ZE/2VQZYm8C25f7X5J+BWjJteCmqlM75rws6sQ81F3GuQGgHrXDirj4KFLsI5Gos3b98PEJJl4XIams0G9EsyPaomcxJZhbkA+4odHqMRaho3N29pp3cqEAhXj1pVE27YaVtp8JluvIxt/J8+uhB9jV/cPd29+De3RxM9NEvPu6++PzzlKhsSDEXg7c4+PrVr36NoP8te60/ixbfPa09SdddZ/7wT//EjBImZqSrlnuacgmX8Ns89ZOW5WB/t4N2XMBaAofnzZwH94cI1xdTPk/nVUgXydq/a2Jl2CX2gXd3GQfmKUvfITpoSW0BkJ1RBFDbGjR1Hvp3oWHwRLwDEKeGsjpmeTQ8BX8PO/K8hVVmhLRj18kmLF4bOIZP5YugVbt3+9FZdji6cvlqd5otEsf2xzkoa6N78ORZYI6gYbtKPKEkQepSoV16iuNj4+88FZH1Mfxu3Su4KEhY9x4Y5cI6Cy2/15HFG53tVHrR+WwUZ6XmF0+BT7ff5LRUtj5dYWAfe+mEfPWHWPJHhR5xpgRvWn0hvJVwVXXRhKzAzscMsMi8ylm9NClZGn574JJlhRnkDrHZJvfpT11sukM73WTxvPVmWuLENQmrrFVSMFc3VHn3lMl7DXodjDMopNOY45Rq93GfYq/07SNmQA+YXWNweAiTdy2H7diqn6BhHXmGB51UzHesA9Jr8MqrotmlCMrcFqUWCPJs4XCFntHymbJOP59H79KJ7/4Wfsm4gukr6v1LZVc6PqYOAld+Ur99teRb6sb4icfDK67qpgf4lW//oq/JX5wV3eZOBiGrPqOUvn1/JfOiNctPmfmxtFXi4UMr9/DD8USCiwSyF7OaqHf5AXfTtxpt2XilD0+7o/GkuSlLEsl+rIU39YIrD76aUvzsf3gcfs9X3w1UYfLc+//tm/VjxOZ8liBGZZX27cf3zB5SiMw40981057wMfCZ8oj8fwXn7ltpOBGayNRGZMc9kRFqISzVSzgZls+e7JYtwHiWSYUA3kDQP1kGE/05zmDBeYW3YvM0Ums2HncMyZSwnSJMQ2FUqI0siNFg2am40wCFTyoQk5qDEsQpG9sZZQqtr+ekQGQXdJyQ2ZliX14JziLI4hT+JQHtj2VUTg9KniWQIjwioERAZqQwMcE7CyvH2T5pDiF5munECNQwudPYeDuFuYWwpL354twCq8HR9tK5ah+2NDfZLWC+Acis9A+5QMMCCxziyDqFQcZuMsDW6JV1jN0pDgdanEUw4vkMh7A4OMi2eQgVattOsgD07WscuEJZXKi69+Rlt449msjTLhoMJH08kt/gJ/VYjDDfeC8cgTfQvYGmfBut+ThaKdASfB+hrVPQmUGocFeMSfbttaffR8NuFa0y3TyG4KbwUFX/Sp6DzAWvZ0bBQx8uFaM/wgYdydr6ErMI+900QsISNoBjnOo2h1ZZl4WD49eTzpWrV7KX+ym28POkT4US6URhcXwCswI6p5Q02YBb4iuA6Rc0tOx5bwzV+vDZcoRJ8a7EkD8rjX+ncl2Eo1AuU1Dz4X9mhCjfJAnEZpP6CG2zd7GCtoLtPiZM0n20uaTrgE+YtE8PBfKOiNWxIUd3h/21l9a+QqtOXEwsYiZCvUzSCSvMtU7bAU9rU053ZuEhlelC0O0D8nSDUEFMO6IkMGfLBqi9k0lLn5Y5RQEW25lhaBWUNQvabKeY4qjVP8vOL3fYoUWh2ziZZoW0td928HCWE2iX0LbPoTV3i0eZqKf9Pcdk5sq16wzEtqnT+WRozpbPg0AUlt19ZYMZHXf3Ocm0e+qB9qzW/QnbWH6Myc0Ci1eF4/PPv0RL/rvu048/zcBvGeH3a8xh5hnMar+ubbe4+vJPf7J0XCXw2u5ttyo3stUsyKjOR+GF2QJ7L2lVPBkHHKuxcas9U1Fk07ZeWnCwobBsGa5Ckx5U8wwN+S+ASW35AzT8Zzi4aQ3cmKZ2v9pTOxCam5pLx6lNuHzHvBxMOCjSnMGDooTLqjLfejIZOTy0A44WwONFhPZ1BDF7XRd2K5hp0iDd6kz70IXiONuJs13mpRvySDp1yqkiRrK30058nsepO0+ZdevKPWbU1GKJu4Tge+FJeEjQhma+4lDYxWN/+UUnvTl4dEBGyNCHg5CGdwV204D1mETgCM0CWOgBz5gj+k1J3X/8xJUaQNuUp306MynvcstM272X7funXGGGgOSfvpMIijwWSdzYh9jHOPB2ViNAEib1QluuHoYZEzYC2GF2ImUQZiOnxAb2ucrpd00UogDI4WbwiJ62rANNw+TN+wyWHJDZ3iyrZRdnMXkiNQfWc8xaLSx48BIzOOKPLnSPgal8JeZsxMue9bzb76npFRLlogg7pCecKVvKaT4weiV56CYISN2KD74JBxdB+3Kb2t92NWgSy9ZI4a3u1h3li2/9kLQJB8fkVOjzBp3an8crMEBL4CN8LpEqmqUUPkKSrrU4hJkP+WYiFUV+Z9pc8st8N0ay6d99Ew2tNTbw6l35JGn50+NSj4an43fh55v1CeGmnZi2wJprCLGPy3vah/eR9BJf5I+4gtdym7xv3AlisrabA66sC8h3aUj+V+H7VgJMiUV4yk+4DOaVN/kbzJoLd4Ct1iX8wp0y5qny990mXZA0P9PFn/QdnAdM0yLNABo+Igw/7YQBSEKf2WUHfhxLDtqNNKrJkMhsZTlSC4yXvl4pqvABhJfApLz9u36+W7cVzzA97SbdHv8pPn2CAKkFsQL1c4p6gZMiJ+nABVSi1Kk5cRSe6T8Ys6FzuImSlRnIXAyX30qrf3zNzTSrw67UeW0RXwldFaVnhbTeEtQfCT/hCxki0EVxLoZzV4VxpuQCv5H4l9kGYZTDMK40HpSnL0K0mphCKFaoGbeJK3bbCcp0JKvX1bdM3erxBLLTi+zhjRZCDYb2e+JxCqHcUxEVBqwk78Jk53TuJPaFaMUOgGkSrffli4vRoq0QxE7hJELCDoLGIYLsOqYlczRAF21CJmQpNVguixbKqJcU1Q8+0BFQvkVOOj3PbgzTUPg0+Lly8QwoRDuJ9nQKLZkC0AQ948lpTlJDaHAF+gsGBtvg1IYnwOJFYUuBvgpgIfpn8xo460QGI20pQKrNh8AR8xbonF385IFFxnRbx0ss1FOw3nUqH5LaYnr91s3bdDQcNATCxWE5Y/SuL15jRvqmUQQhhqMO+4Y/xQ4rqyxs2thciV360hKLSxnxzGEzaQeyvrZBJ6jJxRxtgLJPSkMOpGbppBYxyWD3EGCpRleYyHAsDZasBvcfo2OAHXCdA1ho1PZRYUhO6QTeamtFb/WsqO12XuZ2MLYDTcxFu6fgN6dmnDpbPMkBLmj7tGGfW2BrM2YJlpdWu1WE2po9EgtSLZinbhX0V9ES7LLYdhoaQl5CMGDAOqWgyCAToZ2gcYzP6LCxO0Qrr6DmtpoOELeI71752pZLcta/dCyzPeasHy+KeJgy045sJyAk3sbnYWHhFPmyexEa6nsI67HTFVfAZQfiu9syeqDORcw00vFGGPAERvZRp+wraP2lX00p1GxPgp9p8KQALw0sIKwbVoFVe3YFFW1wpxm8nmQXFgFaAHe//vWvu7v37rEd6Ivuyy++5ETRa2n3S9hZazdamm14H/jQ2bk3lybBS+M5CWtZKUPjY959t+6dAfPZjmAMvuFiQHnGNFrtX372WU6UVUB3oOhC1Y5/F6ESMWYvlmOTwYEC5BYHJBnGLfYc8O6iCDAvBzneNQ2i+MDNrALM4JB26ZqYoQNQ/lVcRGPKN4Xoa9eudt9gMuQAKvwsAjs0aXDLwuBRsx4Hc+JU0uETd77xvbmyF7fzlCc0AQI8AusSioEtZm8OtqjndflcdbINV0nD/KijpKsHddqE+fpOAIkKJy3KrsgmGmIHa9KotGEfEE2y4bz48fItTTievgN/vA3gA86AlMkZXAfKPqcN4x1F0Eh5kyZ5NZd6xtN7Sy9heMk3PfmfZKRdJ5GikAFe6b8AtEDyXuqB9Uirh+zZz44AQD1Iz4cSHIjTD0wCEq/ubvUSc79N1va4Fao7vnj+hTS67ywW6YDSas+QRcEJJcu3QZo0ubi4EL4tjC40tX3af4orET4oo3QlCGQuPJpEuOjQLQUtjnH85uJSBfzKi3sA6MtgHQZBRBhQldj0PTnm7k+CJa4vXNJGiEUaNMSo06PS8J643onThFVDS0MDuCrQIJHEBn4FLXlTBqPET/9r2oRPmHocxBs+5OvwtUIHrMQ0v1ScSaWGCUtdDMoyEt+gvvbXIL7xWjDvg7h9WG7NmV3AThmqHMmXD8EDGRfW/DaKp8JReLS4aAmlvnqQTDP0VADUYN2+onig7YfHBj53/alCr/Qr1qV0JI0STphGLmOKoQbfsYIaQRe46rFyas+vvw+jmZewwJ+Fk6vyToHybAsMDFgSSGv5DjQtjXwLdJVX/IcfB+BUKQxTeKrQI7/G4dPEEau3YhKHhzZe0zDseTS4LsCT6NPp0zDVJtlh2dhitkBD32WbOhedOQUfYHuKSpZyxh4wCyHSywEagoOvQz+QQuAsjAOqUf8Ih6aTtKpqQoj+mEaEC/zzShq9jZEDj0mEhBOURw1iHx34Ybh80/QjpiAwDRf7KNDFD8Ds0DQ1MI5CuhQ3joZBG2/NRirPvjjeDGilwiSn6NjeOneyO4ctn2YVWwi9qhhkeJcvn43mXH/tg9WerbEA7RTq7ouLnjQ5HfinUV2wpwVCowMohCwX6bCC3pX2IQXyySyHTDmVV7BIXOLaFiBxUYrwOierNLM4eXK2O3sKc5dshQXGWVwoqVtVamSdbnGbrG0WgE2dVuOvmEe5ctlZkE8uY/EQbqhHKiFADOuGEKl3tUZMpWLCM8fJnS4SusJiTvdbd2cMhasFTqTMqYHQ0hEHKk0gbKkB9AQ2L+E3K/E+ICNyE+3+NLjC8HtQ7ED1T4cBnh0cgFHs1znoBnjVWnpctwMTBWAXkd3C/CXC4cZyFp3evcdgZhM77cdLdDo9AMIijnHJg9RC32LLIOaZr/zkveCQpkfp2jgtXHWXmmkVzh2xTPG8iAmD2wueYpC1sDiNic6Z7ix7yJ9iZmSSWRy3vlODrjZ+i5mIl2zB9wNbBXro0fLScwtfwHC3bZmfFGQXe0Cl73OpELD+1frEXIC6boCJi+yzTkdrO6S7TcmkQWEeB06ZtLt2+CeuSQo3pAffKl9/RYh5Fc5k1G73t8yagozSaLsnFIbUAisQ98loUuM5Atpfj332aeqrCcxuSXfm9Bm+LSGwb4Cb0906wv0c6QjbLEL4JlpATw518LXBzi2n2YNdrban3a5h2mN+pv1//af/hCZ/BTrlNEhMaNRoa99u2T0tUA2ydWgH1Fzq3kpvrlDU3t54VxOvdtHdXmwHnsJ76dJFdo65D+0tRVOu6YszTw5W3Cnmww8/THrLmLdcxqzpNAukPcnU+IZ5/Php3i2rPKDRqRWgoN7epVtpngIlvXS4BApNgjNtnmV74vjq1asZSHjuwMBZRsJJ79a7OKX2MyubCjagVU2AAc0P8CIBBLy0n13Mux4/esZAFHrGfG1zkxksCaOCpV9IcsCctLhLFlJzwUtQwmZwZ7w+nzaAlIYtq9sSZjvNfbaylbYMl6s9mMvfdoYUV0mbdOsEV+CVIIRBQPowBWFe+x9iE/dHjjjOqHn66AKKGw9immEQqfmJfW0W5zGIq6i+2w4xa6EfSqc3KIgp90gzcCK0/ITLbw4AqFv6I/uGPerH/t1Wa/39CGaiCJsDh5wQDY9QBtjFXNFZGhfIy7+jFAGe1xVPqPwQCHr86GVd5rWBqOcxV/Ac83rlJfQwUs5Gv5ZDF3ofyfOV6P+/XpM22Zh9o8M8yz570BPm78hFmjZy/pJIH5ln8fdTrsUvbT9J/VSEN3wXbuk8SkjwV+WTfl4DRSs/af0I7pH0e5QkVAFmHrQnY5HXKK4Ct37ysHwnmlm/Lv+RPP4lHwNPgBZOWkhgrMoNvIKDn6WWkAtS316Do39BwNCwl8CmMCTTc+prGgF2OivJFW4ZYcPAd9j/msnkMCWPdE/XjLC/T8eThX8A3ypY+AYVEOy394hefZEsmkRAxo7OUyiKDVPgP1eFMBT50bmJDpniBIKqvhEIYWBqSkt4ksEokJCAQg9Ja+/t9m5qjdxH245yAU3kKYShdMQwGm2551hoNoc5iNORCsZ2ziCETlv7PrJGqtlmGtJBjXCoXW2dkQzLXkR4pkDkArYnp+aZtkRowLiB/GsbrVkAmmVrQyxa0eaxNzGL4/a3GRgxtZlTQBk0IH8kbQrMXd1oDTac1neGA2udCF8ZSJivNQHMCktF3AVfGDDoBaxyEhdpUnUcpsApdWjs15lKzw4k7i7BITzb4HIVs5Xn2E/vjDOYQCujFtVdKqAE8qFGZIBcTtnjictPn0ndcnQy8DqPjZUkVcxOBAjsJxfUqJPeLnVEB7XKsfYOLHbYT3dpGdtwYLRc7krhYhUHNta7OUgTFsGq9UHaaGWuXPtGA04clOkG9UMFegz5ifFZDsTBFAbbzgM6nT9//hdSISzpqdX7AY2+cbJIRo0QNpruLrOD5o+tWUhQOqSzt/xGI59M+Sn40AkmV+Frrn8uOuOrcfgmfUlPzakN9F3h/Pq1a90l9vFWCJtFyMhUMzS9zR7F+8w6PFh53H3/7S00kWgkFdYRcmx/asIcfNiBaiKxjrAp2eYK8lLMliVMiJoADPd3j9AuTrk00dD5bN3kKh/aJoDSJjyEY4xIJ2j/1qelMgubBv/lgM1zDVqZ88HvMhoFnAiLwA+djCEEKLDROBGiOQGA+jqgrRkn08eUYpq28YItDz0wZY7B7hY74jhF72FGFy5cRKhQ2NvsLiD0TkE/7sAif6cYGTBmxoh8HDi7L3qlgUkN9Q57QAPIFpXwjGnODLB+bD+N50hZmQhJSaW9cqEvy4Lz2QGgmk2fS1B0gC+dEh8/B+niUzg//uSTbEfpN4VyB4w5vIwZnm6MnWnUSsKvJoFnxgPGFPBJY4HZlH3yeYHG34V1nr7qIU7aGjs7aHr2hJkNBJ+BUS6AFt4BgjWWeqSsA35BuvLLCiu8lgd+QvhzDIYuYyp07x77/xPD6ivEWmgxwWXFgwYxUeYO0Ad5KgpWGNOzzXBJU+l4wRfPDhIdqJqm5Um+oRtjUwemjzMrm4mXzns6dIA1L/sRUkiMDE7xd8Dh7FE04lRyji2viZGkMfoj3oI7i1Mp9vRc/vIav+i09Xe20xMkVUZkwWlrF3wviBN08CNOW/p65pl8xInaegeWDt48idmDmU4wG9lcNLnil7ZC1tFuS0dWVJQUICP8mPQKRmjF9vdKnqYnL+InlzBZKusVqq2WTDkH8VISA9H3MBu1jrJDpBjatQ/baOtV5DlwT0q98ihlTSLiwj+bNr0ZOPIbmUOrDkiAg/wabQT8hBYvBabhsw4i/NLymQB1Li31lym+yRWe+VoZJ1iry2h7Gw0Hpj5N6tl+1/4XH2iWPInvLjOefBtazYyCNMrFcx+EMJRLWgyNCyl/liHYtZ8QBNuYmE9SJCflJov4vf6n0vGbZWqXiVdaptfCmD6vote8fASm7PpmGP+MB/QtnXaviETA9UnknjKbqGWjsFkHEhI0/UZrFa/9RhEgDOB4+Ge6/JkUf/7mSXhyiU9pMKH4JL775yCv2qB+SZ97JCQJZsQFG3ilbzWH4MKcTA7+yCXkjYbaXcJrKRkOFKVJSSayOZ3fkw4PLWw+5Ee4BlyLAMMQSY+Y+SNBk5Zuxq0b7lp0pI2EJs0DT56FTec7i06ttEKCwq42OWHslDCH0gAlfQWCO9NqRKBqQFBfChPkWSE2hE3C+sQBgUDoBhmaf969F2J69CdcBa9A9Z1fC8FfbMxh5LT5wBgBnUYcjTlSaPZrJc3YGQOwWoF5THvOYh+p+ckuDGZLO3AwdJKpXu23g0yYzSRCtIs4XQDlMbx29nYqdoCY9hVs4oWwtYp/pBJ47Kueh2oAe26JeDTL4AFYwY3T/fB2pgSx9wNWYRbv7riiFsXDBjJ136lll3HavJ2qdMrYY3DovEG5J5TJIHakPhietSARkAy+3BvX4N30LUPZb1NLdPJbCOJ7LNhz66wNFhKur3Fs+CKLGgm7j3YyWjhSzamoY+vdcwS/TQUf83NWJCUl0xAQFaE/vq+6DBZIswkNNo4VpuYVMAES+sHUhoVOAl7To8UYfbZxO3Vq3BzGQ+O1fCSXsqbzIl/LrabLTswBUzWGgiR01xOWHZQN2/25gwMEPU9eHWN7lVWEpGoLlb9T58YVD3ZEVBDaxTlMklh4hwC5hFlMmJyRAModKsRJ8sMvcPbo8Fkn81FwEM4wn/imgkjDwD5bNuqV/B+zLeCzF2rHzYI0oQND2Q40mcguJ9B3Tctz8iDCHOQlFEnPfXqzQwI78yT9Hh6rqn8MBP7oR6z+Ov5VxuFlvgo94tAEIijgl3iBX/ikDeO3y9SHzrCOA3o2U3DhJ8zWuW3VBNUyOlV/iEmam8+bZvIhb2fONtkCzhkpTWg2MQk4YJCpllNzM52aabdj1NRFjaogm34UCgBgWpqYWc9qCGfhA5arCXYOehqvqpLwa1kJI11W+Wo/a8OF/qhfv4sX09V0zjw0TXJXomXNeC5fwsb+BeY8F2O65NaQCu0uApUfKbAJj3AIk4ufpX/TzGwf+FebefPmzeThjIrtwe+pl4Cm0OCDYMK7B8J6eckvI6injgxiCUF7olAPvA/i15cIosL4/nvvc6Lrk5hF+cmolVP9xqTSUZ8ENer61z6r4RfbjnAQ3YHW1auXuzOYEW6v70bbvrVG/csj+ZOlxZGIyXkJawD342izqpD5TX3QjkPD+IQ/AKP+ltlkTT9/fR659R8rtwRKev4UjwF26iNCNoM/iXoDJYe04PcIxKZqYgKr846H3/0bugo0FGahIZQkwtjMpWohMEoMaCuL3Rgo7GOG5HaMBOtTEx/y43qv/lwG2HdeyZCPoeHKP8q1RBhECpgkGVo3VMCHn+zS9iInoKzwwCh3x1GkDW9I2sRJspX2aBlbGKss7blnOj6HBq1XP/YupiztJffht/L2vfIpACvv1A3ewbCfxXWivhq/UqlfA77y/djrsZdhxGSfnKpO+7q1/bS/BmLdX5NPS61lMUiTD6PBC7EJPYKmFnuYjXF6OPyYwcix9ijGy1nHccmzvfRer/E7HuI1b8QRTFpA7q+GMMlhsgY2vMRb4dMueJb/2feq7Gh+pluu79Db68+4D6K+Etby2zJe9z1YElGBzRANa33Z9MrVw85n25JwBt3te6L50sf3O28pu/c44nG3rMM2kFD99x/f0LDDHDGX0MzFaTi3WtrHvjVCWhqXHROZyh3CHauBCYbM0AVfky6YZBu2SPY05RK2akcGQgUgsx6CAvJJQGHkmLPUfQMOUyaEQouCrVoHF2dqP6f2wUFEHOnEtCU7iSAY0/kXaaK5IYxxPCHRExonxpnOo4P3mHvjWAa7cU1nnGI8RNPtDIOHPbifd0aGEbQEi9AiFlyMNpwg3E+mxQcHBjtoCOlq0+mMOdIBELdQVFt9gu8utIL1wWO9sNum41nFNn0cra/TwdNu34hGTJtciVjNmwdTrCtUA9fSSwQXBE8FYYXyMCvyzx2/EIDI8Tv15sDDdLfI4wjYXJA2OY7wTiegWYW70CiguhXcLHg+jZZzjOn4I+yCcyIeafApZWwjVpMfOjFZDnCG9Uwc+1Q79GVOZdsVlzjQHxMk10mo3fSwDGP5G00ANQPoEUocItvP8M9P5SOZ50/PvrwNBwZrzjprDUGadAHvNodCzSDMalI0nUNEACCUUIM8t/HbZ59hZzOmGfBReZjwXOlWOMBo8y/fIvhrE2wUf8KioB3yMQ29AhN3H3v8p2PlOZp24qm5RTmd8jigSkTKtoId/Qa7TsxgkuFphGlTJCotuBBxXzMe6su2uLHhAVcb3Xy0usktwqmLDPcY5Kl3CA0WVgmgUF0gGhoMg9dg1SdQ62UNDJ2ChE4aysEd0KD0WHtum0IV1zaep0rOKCMOGmeQJq1GG2jlB3eFH/dmdm/5WUyWbNsK5KM0FvMDctqDCGwPK+yLfubMuQiXMnaFcW3T1V5vMhh1AbPbP0ppgmPduC+99tVq2S2H2kEHP0MhK7U3AjNlFjfBR9WbGGvOdtOcfKrRmHvCu6XiORbOXmObyMcsTnWG7iTrDJaXlqMNN6580/3aP/n0UwThh93FCxeiYXXw4SyCbXGDAabvmuZIuztsM6rwLlgOQpx9mmRgIO5tC35ocAhbj+IGZu4lTBbeLU6ZrIilRIfewJWplVdKrALEdQMqRNxrvqVbeQ1xUsM2E0pyjSLyYnoR+Hzoo8CZSItaIkFnTabg6bsIvtrl6wxmHYT2qOPQK/Vhvq2cfnOwroYtMxnhL/U9C1x5F3fWvR2Gh/8IXlEuNOuLV/340Dv5avGj5hNZt39x1yZnNlQsbMKH15mtlKZ0kndo3bL2TupqdTTiXV/xsE1pfqVNekwuKaN1LFzCX7N61jvKHPLZQ2B3aYvmMfRkXCMuGfR553bsKwHhCgpLpO2ivBTdOODSij/Gv002FeFNO3a3haQP5gKbzCDvdpsodnY5/CgLNY2fy2Trz75HnHipbDE/szJZBz7KAH4rn4DAM7Dp9RNOGCxio60SAo0U37r52ojW538hV+VspSQ/cZhbjwNeXtcn/VT28sj8mR6u4WGQX8PxIH1bbDnvASMeeeu/eCPV4KGFHvk0SGHU7+c9Vy49zERxduu1Du9oninfobKWbRd6qHJVOzWeg9JaY+QgUR/StszC2MqeD/27+CI9g9bFcz6N3P024lchTfvNzrQMJyWmHuORRCqt/uv/S9u7NdmVXHd+u6pO3YACCnc0gG52UyLZZJOjGDnGssIOh/00IUd49KBHR4wfPV9pHA6F5wtIEbYfHA6PRp6xLGkoiZQoiWyym2Q3+gZ04w7U/ebf778y9zlVKKDRNJ1V++y9c2euXLly5cqVK2++FLcaoEqrwvPcC09QedFj6mnMyr8QSkaIZ5dvicZP4BmT8sM4R8OPMFthoeEqO4jMM8fYeaHbWLiOmAawxKU1z0ilcJTQVAmzPV9FoKvs17AVyi7+LnBysZzE7w6xQ4rEjVamb0e+lIQIWCp3LZRTmJYossfttJzzWJ7WOORkcYKFFgVbS3cpEgxNgptWLQWA0qBbvpRqCqclcjnHQp1DFIJDpqGokGcPWImEsJwjj973aUDYRCQN4wJTDZzfD4nAFdy9Y8UoAgPLgmqXWVHJUPjsgvc+O2jssJf3AfsLbyGEd9y+zB01EMpzHLLhwsbllRqedu6xyvTGHnOryb/VzwVe0jrWY2jotoam5wLWLToVbrW4heBOX0Icxr8pWdMYg0vIzV3lbZuOwDadgi3uR3TS3D1hF6G/DPx99uPd4l0Bu8HUiwUOsbAxdJjfxWY2X3WRBmnm4nG2HMOK8m1ywQOS2CJxZEHlb4vDmZx+NAc/kcHw3YSG2t1a3JVowkE22blkcs6SiYL3mGFXupCZMrG1PeUn000jTWpjOZg0rjN8+Yu7qDj0PJ8TJm/cvI5SB48yZuRhItn1BRqIox0+F8S+9957w63XbwyffXKfxaqPh/uP7zLdZMMshcdhmORSHjSdUtptrIsiHQ9x6RY0yzdKkXHEn2/lLB/g8uNF7ww4HEKi5ZkwdjY9ZXefuunC3VLmq0G3XJdRpoyoZTmDuZRtd4GbZEhPfoCH7RTNOiEh8yg2aJ6H+noAPJVflYQIV+/woCM5qf+kZp0ZnekIZ3Sm4/cSetW5bHXIxpqwRT/1qUlGtpy2tkxd39llpxX+wr/cHYVS2f3ii3tYfL8BSOBSR7JlIuV2+eIltuN8nwWQrL9AcXaqjbCtwVmICd7OcbcDuoriLqrb1MdFwkbxZSqR03z6qI7T6A7BxXnkF5nzroJ/9/O7YXt52gWZHth09cYNFPJzOeVUa7QjZe5Y8xpWdY0C4uAhXFrbnbZSa1luDHfu3mHXIna+YXrOT/ge1+hhXe+EdGRINnHNhVZ4d1Rxoebly9ei0Gff+YS3+Kos7BBYj+XLDmumlBrfWZ9VmsMcoZPh3SbXtAUlX1D4maZknXjKeg4+hYctG55IYwqZEmV413hSXQe/Cd+yArZcnnoS/lM2IS/pYN5n9OEJ8/LPr54Lz/cdXrocTz7guYIoH/Nk3qCtyq5GD/lW/q4wdr4xQlGG25RrNksAq0gw+c4rIU//Mb1klF/z4lX8Tiw+uQGDnSpz6T18Zjb5KyyJ2OiaFEwMXs036dASTyq8C0MjmaPITu9UBk2YgppypG1e9rA5OvCWlWGd97+NjN5yi8Yk8KIfvp6o68dDwsjtu4arkFgZAE6d5nYc3H3IEQU7ox665BkW2UVGW19kjXxuHKBXJtu7fvKY9PaP9MhD5sMTNLuJSN32vdNDXQCCj6gKV5mVefsmEZxLMqgnmOhUaQ8CY1z5X37pfD5++HU9BGlxChavANUI1pmeP/NxwiVPzT/MQv6gb9G45FoUe2nOZcrSMGUZRCx3YfKdupcaav3gqZdt4hN2Sje/eRGr1aMTWAkNtAmTNE3DPJiuj8p4+V+ZQFkl/cIpaYpFYBdePpsfR4r2uMymUdQ17Px6BkA8gKeBSyU/5Uidj15kfoGpPFlIuuJifr2ZL+4FwFzzHo/4GaRfhvoyZ5OYtL2/KPDLvo2pEbvTLHQzDzhR41N4lOcRV4MLrbM0uwAAQABJREFUNzxQ/myXWhbmzJ1jaoj7BLsY0RPuDvZZuEUlzWIrYGrhmbCLhI0ebQaKNMozFVnLklasPlfpQIt1zxk57VbgiDMLtn8TGZGV4N1P3Ju/MKJoKbScZ06HYjGMh6VYxqFFcTqHksY59+K5x6kzPcOHWAQ9/vjwgCWcPEfxoAHaZw61lMjcdpTyHTooLspUMZ4daoQ3oCW4ESZWO7TyYmaRnnHiDuP4Tbrcf6wV9iHMx9QKGpRFtj07sz+hgdX6yV7SiygKK88QWC4CQoyB9wLbOc6ztV3K1ukn+KWR0BoMHgo7cQyzgme2WAQN82r9CY1Bg5gigxjsDrxkeoi5AS6fsk/zlg0OeEqDrYdPh3mmykhGFWKnQz3Ze5jpCfupmKYtDMPzj1/oS1z+Z5wvpM73jNpYdsyDN65WOhUcO4XnsIS6M4tzlS8wLcmdB1R41thmzzmcsE7wUlnyIKVP7t5jxGIrnckdyq3+Qu4821GysZl1I+8FVPsG37iY69KVC8N3/wmWzU8/ZGu+T5misIZC7kjCAgsP72e7vHfe+ZaTkMgH8+iZO+7C18ssJP7Zu+5CgkAi0YgL6ChP9alEIw4z6KTRjZIQRCEmAkYFA+zLQXjo5mV5V7MOHS0QCCzlo+iAUSoJjZk7trgYTIubowE2cI50xYKI8DPNXsl7Ki2xl9xEul/yMs8pY/CgrpU1lLTpfCJmg9OYhWNQhUGqxBldq9zyZubp8cFQceRZRfYx06+yzzOK7RJ8oKJqmHSEGy4OzavobrLnuhZ1FVjzqRLjPHAt6B9/9PHwNvPDt1H43TPdOfmLnFyrM08q87oNtj+0k2/dU9FVIbKuOr3GDpZKilOmtCoL220Ve7rn4FmVcfnG6XPf+M3fHH7I9o5axL/19tssbH6EBf2LWKa1xFounl5qvj799FPwpb6BtwtJXfAacvE+EqXRzimJiw4T4lSMzl525GU5O+KouB89rl1ywhcGEkYKhTh5blQeiW2gGRcmrvd0JAmXqT/chSSOKqMeDLUGDT6/90U+VCr+hmsL7cSpiPIwEid/Zkq6589yjJOfSr5Zk9zC9jL5Obe6lr3+nzAqoVPZMm46i/ExW8b1RX+szfI/OC5xWYelk3uAO4q6eMh0P8pfmeW6C2V01QsAAAQIDerzt0JVfCufPYRpuwGBOzSFB51mOWxmxNM8RqkicK8/xj8OoUOqe/JHLz8HRjmKzNRMRx5V3p3K6ciafKzinCl9yMRt5Orevm0MBoxOUsEVYeI1kjrJnIIBXona74XOCM56R6IsAne7VdrdGMTa9DKtoLT3bqjgycLmGdISV7lReU+Z86wi6fqLct4pcfHkShzk56ybzc6s/8ue5ZPwSsrzV4FwErqI6yd/dNxPhjn93dQj7hL/9DBfxXcWjLArn5Vfn237KseG7NcLUjBgFK6S6fVs2GD9gkgv8u5pCauFaXfz3yE20Z8A4QnxBe9+aU2v8zBOtFmGSSzLgGeVMa/mb+fChL1p1c9UKr5pcOi80NPw3Xje8833r+LMT8vTy6KFtI0GJ8P1FGfpYRj908YR7wVRQyvDKrsQcSiuGOSWUETces/hNxXP9HpRDJ3XmYpoBWNo3t51LNlmmpRsuLxclWWDLFHTA2sYptfWUOmZfqkIEyywrSY2GNZ1T8d095pF5h7zj7BQCFNS1Pj01hXQ4J+54VHiSYHPNtbFEGxjhybtzhAq7goKFS0Fodnw8AsbBecQL9BWyEBi4HC9B07YA/TQlU0u4ckIOoq/mCBKKlSCVnvAuc/0D0+DTOOAwFr18J9lmAvFYZe4HuG+hBbuyAaBSMl8lGCT7ipcHpSk0p4ihRNsSBXadVAOTSLxqvGZMn8sPcCfKuuFpXhqhXIg/x7bpj3BQu80KIe557HWMCmxFAfSFZt9FmjuoKzaAKpgWXxhxnCCFYWStuPUlTLy7P7gi8RfTcfqHItrF2joUczZt3eNxabnbZBRxty+8izvKkg21FqRw2ukcehWZShhdmq83Lf92VOOLWfusu8uHGZVb7ipl0BVSvIX3DpNAHbMVWit6ttMI6HYoxxqUd1mqoFHbTsv8wzbXm7uPIPuzHUGPzsaLnZUMfj6b3x9+Ie//xnKGJZf6wfwHfk5hCHtLE0sx5FOxxKvF1BweFs8o8QDobCihCkzO0o22nOUu1ud0UuUA1P8WvjmnD/K99QL6p21bcFyo1EXrlOmtCoaoOAWXwTRU9CZJs7HFK6x+mWEwk/rRi2A89TMVejBHvYP2GmDODXf1DjyRHeVuvGPu1nY9bV8FKKyoIvtPNSHRbNYnu1Mu92hFTSGAMI41eAJ0yeesivJZazeu/CKSpNKsfu42wl0l5dtlHFpkelk0gQnNtZ3nQtMrSsq69LLcM4dt/7Ln8JzioILCrWAu0f/3NytLG5VhtiRVOZdZhtFreyLTakSjrtoyNePwWOLjoWLYjUqmJ6HO5XcKZzkA+E5791OglVNRB1tUnZdvHQh8FXSnWZz+/btzIO3s/aEk12tE1NKmrNGc2hVNaJKNGADXHJK9XJyk01+cTP+BKx63kNUfPeet/7Ko10e9BAtxQ6wIozM1UN5n0k3uPhenVc3AXDnHkd0trbYcQZZEjwNQt1K+8Ovr2l081yNr3RSRntpFFiCprZYqWPKuMh4ZTO1iTLwrpSz/ZC/quEH8DFnPQzVpr6pk2CAtx1uF4l6cNLSIguclaG44Mz3wCR8p438TYIJk3D+CN8GEVx9lF/F/9x5ZaMdD0V0dcqtZ9I+i3Rpk1SWrRplHReGV//lgQR7OSdpvKbY+Nwuokld33VlcCO6dIE+0toNAOaRN4fwqecK6Bzx9KRT68g2HRYi0CkVAP+5evqWQ9FSehZNhaByxkXg4AUewakiB/cyDAmPME0++blCei9XEPzQ6RtI/fNXuAf4THjgFVln/L78UXzEOWX+XPDCdta78jT1OYmFsGbR6LmTdcI+LWroNMNjU4hf9jRCPB7wJCLHv/LW4/mhAk99zCeulauPJ50hsnhboxf8ZhumDCxnjoUwU6bywEnh1ELPEui0KTmz9KvnWZ8O5MV3ZakGNO9pwaVzR+dVQRHOHHn9f3FsTuKUkEJALvPRYX3FmsOqKhAeqOBdRUalPBYLKyCVUUHipdBR0djjimICDFlNkueCu6T3KHAJV4wtcys4692CjLAQPuFjiXFrP16SBjg4PLaPoHDFdnUuhCvlUGQQBI6YHdKBcLeJJ+7rC+7CF6+9JqidD77tkD9WcJUST0ZEDoM04Wh4De/QszsyOLzudy1wvvMphWelDN4oU4co5TbwiNkcHe9BRwphFaoss2TeYSwNWMwt+My8FFfwFkb2RM4UHvLN9BsVWS0bmdZThMiOCrEUUTbm1Tnwis80pOTBxmuePKo5HkWCFk1slmU4pytt8p1ZMWDJYleioyM5L8oCj3VbQar0ZRp0aLFIJ22FBiQNxg4LH4lQVi4j6QCGUzC7v/pbr782XL+CxRxrtkq7c+Kth1kUrPDe3xi2WHB6yNzcowMW/TGCYxkXNHnOBZXuja4iikI8PEmj0Pmmd1JMtlC0PKQnDiDhSe45el0vvsk34qllp88NdqqDC0qX2Orv8Okm1tKNLAJccnEqtJlDAbSc19k679PPPmFag7t41PCc6YmPuFQnyudSBEyrOiA+mK5kbDiKpFf395EIWqhimeMuCzqNy3saapGgYyT/q7A6jKzFVqeCKY853UJkbWh3mTJFkz6GN72aKtDpkKhBQTQaKsHDL3JUEdM6Jd4Hw7/8l/8dWw5eZS/6h8P//Wd/Mfz7//AfEkjck1/TIJKKUk1a6pkMtAaQfFp3qMvyJ8CTTLr5yBcVg0OGfbSYqrybrz2t+dZ76zaglBOOdD1knve1K1eCp0rrU5TqN954c1jfuTA8/ug2Cjs7yKAEWt+1lKug6zKthOl6WtnNG4UX6/wSvGDn2C0s3af6tes3ObzpQ+i6kkZEZdvtE+UZT1e1M2d8F5G6B/n77/0sMkPL8Pf/6q+m5U0O7RSkA05aKnKOSMaqD276m0/hq6ypADqd5s033xw++fSj4S3mwRvGBapvvfU1lP+H4L5IJ+Xc8Nlnn0VxtAzkr1knnaTZ6A+9Q+0UVvkrZSx76xucE/4TRuIgRzItAThCBoXh6jXobXxw7fxX4f0lHuVk25BOnID18w8AwoysNAzfqv2QN/SHRvxZjjvbnIVAp1rFtOKKqxGqHXFHmfYaONZ1ZcA2cQ/gG9XmNYS4YZjImXTL6OMUE9cQoVyCj+hJ8yjtIhYfbs2Zze4K92BjVOL7a1uioo4BgG0oHVnREGT5JipBOu0tH2mW+k3c+PPdcELK9yAl7apUTEI+twNo/Sj5gB/nRDgNZmebep5pc+TBtEyjIR1+AJ40No8VwHStP17QjCsHAVnO0NDpoSlvaUIejKdRLGUCbW1zNHixH3DaGPOe7R1ZM3KEv7u2uVTLdtf8lbJtyfTkSRhXec1j/QR56rf5J12dXlNXeLdghAt1CW3ZyTvmr3CucvLZONFSAFPhA+844GkS4SCDknAMUN6BTVQxSvH53C55a9adeM0nsyAeUDXlpydY5VfxNwujy/jCG2gGM4zD6sFAuSEevvvR37oHuSAY7+RbukRYJqB1zAtn4UCPMsgW7Uq+d5oRhKjBw/RFMhfpk3nrtwFSZ8Al5yqAn7Q2TnS4nmPSqha94RkEpj8JD4+pqoiD5ZqiDA/zNhLV+D3fDdYMHTpE8Qa5/IkmGAUni1+eExfvtv/e+X9lF6jANI1gwoPJmYcvB2OIor9xTnd8T8XhDvIFu0bbfanyJGZLzNaiPClokQpiPO9p4WNu8QLf3XnCXKqION/abfHSCFGgNrDEqnegHmQFu4vTVCD5QkLJ6GzufObyW0dEQncnwUVES4j/diC2sVyt7jsdxyFk0GY+rzuoaHWd5925vQvMb/fgHfFxOoeC5R5zI5+xw4ILT7UYW2AHaKrdMqYVI9vUkU+VThUwrXVaOFUgNmn8nSajHQqQGhOCj7iGvI1hi9R4YgXVCnVIK7fP3eLS6r7NtJvJAQo4+dGwXpdfwR/clzi1kuRJm6FQFN1z57AY0oCLh3RI54ORgE3yFKUUvyjXYFaF5vAoFx0H935MR0phbLlRAvI51Qy6QCsaL4oylwt6V0ljhTiOUpi+CrZ7pq+xH/+SiisF6XSc3fXV4c7t88OPwLePQgSwZUV+sy0ZllEF8CGNY7d+TWBILfLZLYdpTUuLa1g7z2GJZLs6LGDZIUdlE+Gv8vWIxa5aOR89fjZ88eDR8NndhzQeKDvmBfzkFUvZn/BWXvQolxGghPBr8VDuVN0Jh2l9fvdB5qlbzivLzi2+F0XMLfTWz11mWsXd4cE9dsh5djsW/6co83c+++vMG3V+Xgk6eExrF8zp1Ccr8PPOtHslPO27MaCW+eBHIQkbprNWc0OJj/NgnG6BtdOwiMKoS8MITXZovHkhDIWaMkcFojyMLYdFIMxWMP2OOXEj4YThOcnKl0SFp5zy80d/9EfDu+/+LB0XCiG8qhxI4B7vGExfpL8YyBG8kTnEAiMx1t/yBf3IAZXlM1iqzzItolu599wthnDKCcvU6Q0q35466oI/+W3CiadOS5FvtHpaJ1Sql1LfsbITrjpVbNGKZVzl3I639BSW07GsI2ewIm/QiXfR+Z07d+NnGNd2uMDT8r3LQtFNLfxM5c5onaOR5OnOnTvJG1mMs8ZZR6ueJguZ066Ct8SoiPvOX75yGRq6xexarPAywZso6HYodZbtp59+ku09P+HuAUq3bt2CD+8Mb79NOEYZVO7TsCbG8R+V3tEBS9lmGtVglVxKMZPHbEc5Bp4+WF5ykfm4xtaZZ9nF5wmjH3BkAlnswpimZCnPXgabfvUtjohKVHHUWi185/Yz16vqN9+DG3hnnQ2yYYm6NodlQYPEhDo3wW9BmcHlDjqGs92oqRukQl5jkeZ76gwdNxnauup0O7GsjkGhdPLX9IPDiQ+Apez36ajRuYB/NplOuOGUQvxDY8KfJgtO8+ugxUXl+BlbtVrXsm0yMlllaB8alWJq/VGugjdTNA9irKq0ettj2eqEV7/1lNcTP9YpL0vHUL0sezBPDHdEyLJx7ZSH+rlGxnJT1sifh7SLc5RFGd5b2hDCvCa/AC7fgjqlgeVLebbETFuXeKTQ4/f3wrC+j5EqysyvibVrxveVHjsCCSwy7YpyGAn6SmAMpByPLA+MV472woBAI8uFQ5eV0kAMp66U+il9p19Of7LU+8Vj8m9p9BI5PdbpvscxMUx4i3uv+f19Nr64ZtMAO6boNK5hsj0JL5vR4DRbDuL2fFodZtJ48ece7Fe6mw9bsHRmScPyfTVSTXmno9Zp4Xt//ipIIQJBBKGgcpVKqAKiggpSC/TyXISlkpLm3wZaWvoX4SCjkB0uFQT3I40Cg3JVvXuRAunQuqN8Aj280eWqfPKpCgaUspOGFnObDRXWDaxcDplrEXex0hEWWJURe5+HbFGYLRdJzoOQUnGI6fxYD+GZuFAGy7Wr3BWIGW4nfy5wU4F15wvz6N7OSygBKgeHA6cKsrOKJ7oin6K0Q55TnVjPOoPJlJ686n7rvNWCShRU386iuHo6pVN6nGevADsLLlF6Ucgc6nebuxAPa/Mmw647R2xDyHC//VcVIeFbDFJoAWvkhE7MBC6YWAFQ8jgVixkkKMhIVE9gddrT8gp5RBFfA/YEWpxnAewFlJsVOkKZX85cVS1oy6xnWMUaKBzAo6AfDQ+Zh3t5nW0EyYAjKVUlk1Mqn7t1sCCWEQ0Pj+LkGmjGCaLk32lUEztTe88oLnhp7jHfoDHEdJGhvCY/aVEqayjKGeX9jCkxmzsoXSwAVmxZpk4pOEIxDb35kRes5J3+4c286cPVP0h/lLWbN99grvrj4O6hOZ9/7p7Xu7GWPXl8O43xAeVtA/rwAft0w4ipH/RL55jStMhaA3GwEbXOaMWlJEgGOihkJEccGJOnYCreNno0xqlnMkDqD8FhLCuuP5LUMj2WG8L5p/JoHRMXFVSf7byuMJfWfAl73wV2pKMz7cDL28yPaPra7+25QpA2+Ur6hVTmqN69+/nwwS8/ZFicEYdzlygz56/SmBsy4RqRk4+CVLxhRhV3LU3uGf6kw6cSVYhUGbqzElwYa+W9L+6F/uY5SiNhhSJ5tSw+ZA9yecX8O+XEstpCkb581YWecyjUT4YbN28xLY3TXOHtHeqDO3toWQdEeHUZ/n9KnA3kiwuPH7O2o3ZkwdrNNxX3XfhZ6/YB8X7wgx+G5irqTvGSuOJgh18F0GkwKnJVrPAqvAEywc0y+fpbbwXG1TeuUF7L6ZBevnR5ePj4EYrw2eHn77HI+daNyATL2FNLN9h9JCMH7L3uwtWbN29Eodf6/yTTdCA4GbKcfZB34pGSUVb73dJEwUsYlUo75WW4yLx10rKT43PqIRCIlYubUMNL60wV0oDwjDqT0ymrWFuahKNwEtZ0ghYP8NLoglrxJAFTf6gMhHXh6V4Ortp89oTyLzmezg51ww6XO3ttIT8wZg+LLrg8YtSEurjEnrtyu7sDZY0RebXjpdLu9sSWj+sb5phGJy2c4rbD8KI8Zf1wWpP301zQFdFOCR91BQo6UrfpAGSeOQr0BGOKdKwyqKCzv7OphE4dLoGMo0zRcq6RCTDBzVGBTENFnFZ6lWYOT8IwtoO1XUPGLofqZRQusHgMrrMpzmJSz5U/nlv+I3fAQ3kkH6ika6wS1yV4XuXKuuW6Dw0vGX2G+h6EF5lhB0JZJgyutL+RJbZPIdsxJAwT8h7zfcFLghYfnwxhPiqnPUdirKsvfpulhM/13TAvc1N4Lwv1qt+Cw6slHJCV2045aaqGUG7EDKCKX0dYagSAciF3zCdIHi2DOknWmKcnHt/I8Aa8hUz5xMu0fUgO4tN/EkZmI4C3Mn6L+dQFE75P4bVvFS11Me0pMyKUQUnM8AYTEID7c+4t+rGb0ZrHsXS657HAX+1lBGEawedV4htw1lXE2oUtrWbwPU6p2fAvfs4UcHd02bE3jSBTmFk5JZ4WbFnAQ2bKmgv6VFrpqqCLIuGd1Z8qYrS5xK+GWGHmsEmGSMNVxmmIjFQ4jlh2sLCUCG8xqSypuB0wT1iLwiYCaj4nmJiQylAp2SpFCmb1xMw9piF3UWZfzHAWJdRdHmSGFSwtzskUvwnDyyo8i9xdEKoSdpbTD90HeYdGZIMtu7QmSZMQN/nuleg47imB5jXbCGgVSacHmi6hnK8w3cP5+BdRfK9fWbdN5wAKyXqUveFXUBaWUBZsdKhuRVNonqkQjX6xuJAWaKWiOBx5hnn+66vMIV91m0a3smSLOSyWK+RN5fwMB0itnTHvqyzeBQeU8SWfyasKtiutXbhoZ4YNdXhmWgoHPGn1dmGRU4seY1rUSmnnxkalVaXwhGX/FAX7Dsrw48dkiIZHUZ3hc2gdRYEGyClCCwvMMVbw50ApLF/mS9oiahw9cXpErDqDUxfkAcu/GnuKEGdpEKEJAgUTKogfYhESktyRd/1ANl/p3D3Gau+iQBWxTB8hrryeYWULMQlY3mYQ5YZvh3RUD7G0KgwmWAJkZ4qEEOJBXUmcJHfsR/pUvVFRdXFqNcxHFJh1wauiGk6YlkEteuzCtitXdjBrUapKRinrKr1aZO28OnoEqepqGU/5jLiZmHXVS9xJ3zsXX8qZfZ5GoQfOLuB7ynzpCn80/Nb3voeF+Mnww7/9QehQP1DCTnOHc8pdShW/eK90Ele0+CYOTldD+ASnK+z6otVci6OnFSsLFshL7SryAKV8Y7iCwrs4z+gZCu0Glt+r116Dt5eHTTqWlo+jRc6JnofX3D/axeUejLQM39m5XGVKlGsmJpfosJNXL3lSi7oWfxf3rtKhFV+VeMtolbqzyzkLWQjISMMynfsdDtjaYbqCCqKKpvUuo3bUq138VUi9r3NKrQc1vXb1teHR/UeZh37rxq2MCFwkv5988hnTYb5GJ/JulGpPLP3ggw+QR3QuKIOfMCXJDs+dTz8LAS2n4m2pV+VWNObXwvV7/nw2TJUCRZoOk2VanKASS13VqmsmuRLSSh53FLlx6eI6C7VJG5nWGDf3sJgwCZtny5G6kxfD+tqjgEfC8C5G1nVlyg6GkTl6hPK/1l3rgqi4L/kuCrnawA7lc8Sc8fV5ymL1POuCxJswKLtOb/SMAg07xU2MBtNLUfZmHjtpKYOcmmcliQKUPk3ny2Q0P9LVvyid3KP06IO/oR39WqWTpYydn9uBV+hkiO8URMHp7/CEbYL5Vp7VnZfmjGc9t5NoB6CfvO2CUxe4Zo0Y5Wlbank7tWyDtvCQdD3krbuOd7U/QJWAL3V+F68KF4Wb8rKzqdIu/ewQZJTXEVJx5HINhXRf4PtM6lHYQzPips3kLgpdV4B0ceLpB2n8Ki6hWhyjpOzaXZzDbnwv+ZcPobEFUjmk7PUmscrpiVTl1ZmcTL8a46s54QvN6nfM8a7/qzi5TEwtlmrXVNblv8I+1a+CEKxkb30pHrOtCP0pR+/yFlQqmNApVZIf6SWhJG3KLX5AariHn/hoGRqmv6t7hdZGJ45xY7g1Iv+Vd/yCtQa1lzg/Jl2Qyb3wypQ+4UM16ZH2uDL5PLCkKQ6EVPALR5z84y5++o2X76/oTLKXZ/JlWsZtIPSzWPQrL59mLnnLV36Ofxfql3NE8pQCAD540+44V9ejht1NRau6ylVLkBRceGlvumfewlcpVlkwXC0+1GqDEuGEaBSuCRaHBRqvDRSJ7Alt18tcibHE6gRLRnzVz0zNOPxspHPqZLZydKoHCIP8BIHp7gmLpKkiK2wtaOZrFSHqQkcLzqkWCmm3g9SqlcYfFFc4Tc7hc+eT2vDGIoO/DfYc1j+3rjrCirPIlAkVe2zghbJJJQ8KXRgBfIpZTyI/zUfCaVml4GwoV9ke7Sx0usDJqhfAS4Vv6RDBDL6eyqoVSJwyBcDGhzS08NeiWZWK1DLoLPGqkXAf+QscXf8ac8cvM8R/zlNbVdKxvK4Cc4XyssxsCOyc2CiaBloe5ehQFLSFedDLsUrSQQP0FtbwrT06QpS9yu0jlLSHTFO5yx7wBx63mjIthkv5Ece5/k9pXHfcFtJ56eRpAevWPPldIA0wAGPTQ+CTnulYfHjiFAxWTp0e0Mv8kc+SU+1LwiYQwfiGd2+gcsev3lsYb0bF/969h0wteBCe4JWyUxDSIeTPNNRPalvRmbg8qijL3/KPjaa5tqKKn9yR987AhWYBCI8oPK0nlr9Tt6AdND+izCorMxkSKf5tEB31UfXIHOMGJ6D5kd5VH5OtVrVKIFQv/jj+s2/SZnqp/M+kT8CCjB/pKA+ywPHJQyy+a8P3vvvt4fd+718M//p//MNhlSPUVWY/u8MhT1/Byb06y02lUmUodQxGsP7dYF54FGZoXQHr5q9xdNtYXB/R6Vpnf3OdVu499qV39M0pJk+ZNuIOL2fofO/T2cpCUb6tn7uY55VFzmVAIbcOWB6PsHL77vQYF5n2+cNnsc4rG+R/5ynbod1jjYDKWSyOxNXf6X8aBbYY/VImOPVF66idHZXFZ1jy+5SWR+zH7l7/NqTKMTtadrpcePn5F3fIA51j6pmyQmZ4QHhhupVgFgOGCHxstDCULnImymD7gIZi2VqemcZoIMveO065KP865Skg+eDXbgww3MgbvNhRcVrMu+/+NHI5QNpPZ6GOUtWNKq+C0VOdxop/8AE/2oozLk5fXWebWeQHU+K6LFC+woaUCXuxQJtDhMYychF7L/xDPXKuL3BUMNMwmwTJWUa6GEzoLLlI0nwSKv4+9REyLXxxIUTlW0VEOLnwT53jLljbPRdFZztjDUjRXmwjxaWB95b0+DnhhCGtVcAsH9c0uDOMHYBV1/6wU0yNBCsrjVwwAp92xNOJ5zn4LUKITlYVYEukMsm3WUSmCOSz+QkdkEUNvZ4/PaRjKdxj0sE38hgvWVPFfY6tJ+dysiA4kJwwC07R2LTiwCX0rJf8Gs443RlUrDoe/Y7XsXA9vPfirZK+hdXs16/4HKX91eNUR/lE+J7fE95f9mq+839KfJqOKuaQtMnrVrbVLhZ06RuacbcucMBOytG1cZal9V2X0RBpL+9VsgXg1/CbMj0BJzilEE986K/mj/zICrNlXqxROBcDlE+Pdto9IchUwTktxMv9gsWXJ/McEDuDTYLMfAOQ5TnC86Vwmwn0lR8nKnLOTbPBcnFBbWumlU/loikYECEVGPAqlA4dq/yptGvFiiKoJQBY9gmVf1so6+qWB+wvq9BUNOkU5pUTX8rXPMX/WAYrmApq5ieCWywNcpnhSXcZ4eY+zMbfZPjYBs3tsLQea+FSAVD4qHRoYXfB5djoNaY3soqlDfOhi4hQ8lVooUT8TU3ZPTqeRaG82kO9zAYBaIURN5/SAwWQBxVltT3P0sW+rz1WaZFT7txrG/pZ6Rz+36O1OlpYjuIcSz2VTyeTqCzamJmGtFExj4KOssCW43ynsqJgbDGMrMUwu86oSCtsweMQRfQQQXXEiZGikT3XbfSBuHXEqANTUWgn/YQSwrxNTvtkTR7Mafiq8OIyOhVuGxS+qwxbusJcJJ/2CRQwGb6D3t7rKvwLhimXU5VWfU/eRMDrpOuBm3+v+HrnIo0saJVYeaZT6WgNCoKnZKqgW5jZIpR8y4MTRhas8PKDO0/IL1q6nNXkloYTno+O2FnGBVfQMpblnmBLt6GTW6bAMAKVeegUSqZmUVbZ3hCcooyJA5eWLUd6dHSxUERrrno8+IkgkiaEDVNaDMZLmc0QyO8zr7MvJBlXd2C193gaByJUdqhv1Omzy+vDH/zBH0ADDr9iPchf/sc/G+7dvzO8/vqN4Re/uE3+wd3IFm5iVsLT355A8+E2T51NIyKefJZT5BVprbK6idKsouu+z3Ns5al/z4Opec7DA6zNtzjQSvoKQXgen54911H2Vd4XduiM02l1iz9H0pw6sYQFXbkgbJVjFWYXVktHLbtOSehrXfRTgVehkk7uxGPcJWSfCrkGARX1fbbYswxU4PyuEm8D2cvWMF8w//2tt95KR8KDgkA5nQ7n22tJt+xN1yk+IEMn3bJRhsEPkk5aNZfyj9rUffpd3qjnoijPwDFupvzBrz2a4cwT/3XxYgfad/Ptg98r7Toh9rpTjmgTpHNOhW2fx7QMbJy4/iAgPPLa/VoQvUnEDtc6oySrbPv64BECBgekdAzmoUvQSVuDkSEGFOVM1Zlpgr0OldIo8ukIQkNl+gM6eBmhkgSgsQBdDpCJdsKz9SMJhpOT6cLAtsO068rXES8NSRMO7XAU2bw1kxYRWx7NQEKfkmfC6CvE5J88OaKpUUn5oJ98ROG1cAYuReyAdB2pcwT4CENOXAr9eB0ppI3XgngzP81De0u5FqC/+Zq67N1/fkA2nRTKwN3MHCVdIsw+nYYdy4cR+lg2Dfh8dhvkfjOB5wNJ46Dmvbt49pfp3SIqCuL3KklOo+Ypqbd0pPUxh3+nUdELQonHLF49AnGNPYVQgZ5DW2/lZO4tcoPXwx743avD7vd0JPzW0jHNIoBAe6jCOcAKjruldI4QaupLC93rTup5yvp4qr7l2xi+SDAmNj4IueHQQTQcEoRn0OiPIw0NYkx/0zRXkAoX3875ek3z6HMHH7DTn8Q99pNvU58Tr0k9kFP+LQ1usyWatARhZC5D2U6NTr8Wdda7f+8h0zHnpWiqby8Z78gyidTK/hj8ACUBoyQdDAVnOFVxe54hSYSaQ182bpkugWKi4mrDk5M/aciMVxbgmtpgA+MUihymoMWQS8VkhctFipsoeW6F2AdkitqVfpcJoqx/5sJ2Cnk3MQIdofBlegQNMvbwCocwo30sywQWY+Mu0Pg699PV7jbeS+IGDhkiRVvMQtKhwiDzMtXEU0szH5BtFlVTVTLdDeYZDfsETlKQ29ApuLXYiNIrOYiboui0JqKN7CENhI3EHJYUZr8yxAtcSmIL5dFdZTbZb3xx2e2NxIVdQGgYPTnVxbSb4OXuF9KjV4KOi0dVezz2A/Z/d0HSQxQMBasL3FQ2jigjLdyqwB5I4PSSNF5YfKEoyj6tGPRyvqRluoTisc8owx6NnU2GhyztcpKtOM+xDz9dIHDQAkq1SwHKTWV/kV9MK/zVfvMN2pagIS2ZlHDhdgM260YqC/iZP6Hl3+94qFu/zHXBm+FSAtooV0UBwRQc5clBVirpS8zd39uGb7H+r2HZ22KvdRvu69ev52Cau3c+H77zne8OH3/8ceYOv/POO8PtX37A4tfN4T/57d8afvqz95nP7zwm6AMv2d+y8yEOwh9d0hUP82ND51aRKIUUrrzWPue7YXoe5F/PNViwVc1IBjTjewlaOxYmAp3MGrRR0ZRm8juUDb+WKK00uqCoxbgdO1O38FxObXmG3LF450kP8FyarA5/8n/+X8NPfvJ3TNW4Q2fcRUJzwyMUa6eACGV05Em89MujT2YMrGqvXOqbH6BbrJo8Zh4xIZI+6Tlf2fUbKtR2rPp3MQ1siC3Ex5ke4oiTu3RQb+hcuHPF+sULrNFgrjXTYs5duBRlbQFZtuPuM6wF2WIdjPNwVbhX6BQskY5zzJfha3elURkxjx4UlHnv6aBBc8rWKXbKP63r2VpWXoXRVNTtaDkKQ7Dgb2fAvKjouMZApfFv/uqvo5yHbmTCb9LaONK61+3UA/w9/8FRRl3CWCHyUnWtveQWHgsT8UpgZVYrhMSKPV2/MCwygYobPiJdac+/mBTIgFDm6UsUvN0x7CI785xHsf7i/j1CKk0s12J48ZPPvEuTqgtwY0AIueq9vADESr+lZ6fLrTgPkMOOjDhCJ42NKjcpw5RJnj6tDFJeLeVq09N4Nj0XE0tn41uetkWym+W2+8QdwTy/gGmDGjZcp0QZue5gNOKQoPjH8Zy1K+YFfMVefKqdIA/kW7y820ZkcWgVVUJWLQik/ET5Ny+hl5CAZ1rSGDh+r846NGV6kvmp+k59DlzkNjTRaGMRSlenrIpUOnB68M8b7wDuz/HhJ++kbzjKPO/yHPkr6yxexPMSRpfJkWv4qBO4xukcnc8lRqgNJX9vsu3JrlNVmTIozhIQLqjkTNak+DH8r+KKjkF+Jnrxlx62N300peTcTDC/n4gqHqEPJWnZmd9M2zVa8l+0Ce31AndKgEudw/C8m6nRyR84CqlVl3xP/bPgpDXOXyEljC9EEsyYtt95z0gR4VJO+e4HpXqLE/4xTQEkN35pzlBeYRiAm8dw7Ihz4W8owgUoN/mAoNKi5EbB6Xm1WLPZgrLXMESselDJhRz+NL4yXrhAv9G/6KZhw9yEhiZaOSm6GJ8rOJi/E5egqoy4GxZihp4+R5aaXMFWyozl0UApx7wEo0vqvEvSksXlb/DgbUjp0t9Nh/98734NXuqN5eE1BhCMEWY8QjllG5XY50SBWskLuIs0/2qkKeUQX3wEE4X9TB4iIBAIDvuWwk5jRiXNzhNYW21gTTy9axpHFzE6PzkLPRthtdAfwiDzKHtR7PnuLiSkNbpkgIwrCEIpv5sprvS2fGyhRdhPsXxptgc35b1ZSUWz6LUYA8qdYrR2GiwnZxlORsc6pwCfTBB04OdCR4+TdhrIwiLKMIcFmQfxsXF0uH2XfchthLe0ooqXRG04mZv84S9u3T/Caszl8YfkFcFCezQ8RTFfWMJGvcXBQPeeJN92lrTKaVU8ywFC6AQBvIOVMFZ4TO67lA3tTfKggoVanL9DrOC7DEs+fMKUAA7w+PyZwpPvNGKLabRUsrkUbMZAeVfIOTJxFnKucndOvVZPFXZ++F/O3PYD3rfd9YdMWk0trzn8CK1HORksTmJYBVqxWjaJRyl6N1jeE6RVJoHw3QLEGUS4ne+TBu9+1m90CTi+jQ8pj1ReKgJWbRVfp+loVXca1I2bV4eVM/MM7bun9ecob0+H3/qtbw6/vP1x9rh+6+tfi5Xrk09uZ2j67BqLA5+qcKFu0GlygdU+287JL9aNfU/uwqWyjQQZ0cmDvAP1pQbSGAUXBdN64hSp6N2EUim1o2SZORoUxZs0kvFAKZ6ToOYxP+RTfcH1FjKoSqBzkC0nG/DUqcQ98QMxi97eKUfxnqVtglvWwnef+ifD++//eLhy9cLwjW9+DXq4i88GiyOvx8L+05//4kQCp78mzZRbHfaDWpL8mrM+vOyzipkySGXA6SrGc4qKxmEwhpZm/whLNHulo+Sp3Kscq1A6deUyZeucby3Vb32D8mO6ybIdV77bWKQzBO0cuZOvSq5hDHDKHMqbdXDEFTK47SspBsdMgSCSXK6ckAeycwZws9UddcWySZk0Mtg5i0WatLSmR8FAaYwLPepRf/OVutU+5l0kR9fizRRYD2OwPizuZ3FMMNKQ/4RivpQnKn7K9XSaA7v4RVheoyO88eRhG9FzdISuXbk63GNbze78LiFNP7g3GTB+T4AE6l7TO0nl7AosKG4Zuqj85lkcpIfzzaV5FsxDaxvbBZSmFfhC+bVCnUGqA0OciYtivrGxydQa1jUgRIVj58tRPmljGUkNy17DjvhmlJi0dPKfkKRT6CDuEUZFlyltVKJpV5Dlzr/31NE02KEBlCcf4pPpB1KQtLvr8H0PeO5+tuPgOgftZspoIodfxVu9z/dAyY/0ll8qrvepAyoeygDhz7qT773cZsPUMwApR1M0jgqxo4wu6PUQMTs91gK3n93bZf2H5DsmoE+BOCJZvHJKCNA2RdIlz/Us3OdDdh87P8/lSWaN7/GIx98KwvN+PW5P4SV3gqZ2nEBgyiOnxz0RPDROXkGmlfCJiEWL/tU0azRDojdo0i20a/e8y3++E4wfS9PQhV8Sa98N4JcTmOn9ii44RQYAw3+FAS53/XmWh3x/rsxa+GqLEm36k7rnK4FeEZ/Kb+W9AzoZNbKxf5y5F44zHqc8mpdR5Rm/6/sKDkSmuPg0fUvsVwDD2j+Hp2soWL1fxc5hT/0VmM5Vk14H+GuJMlMK01R2PoQBkKRa1GUJt5jbP2KuYat09lySSdGbwTFHDY9fZD4D9JD1KmWMbQV2HuoeODm3Vxzsp6mQgxKWMYSxz1zbWCaXEKSxYlIyKvCbLGg6OPJkOPJBhJ1djgTf4CAI4WmVJD8Z9kZB8Qj0TRaRmbKNR1kCwaGhlFvLR6a58Cwj9svvVSmmEYR1gMLgZIenLHZjdv/wFO09DB3IWlTo5DDv4tmux6djrQMm1S0MvuB2R9LRskBIFpWkjHRDcBN3x4W/TB8wngLV6QwT5po7l3yeRZuZFkQDp+VpDQvzGnPbL7LrwxJxhTLhkKNlhLFlvoL1aZ4pBJ4H8vjZNlNhWPRF4ZluOZ9amYGjjUO3CPjd8gJs5U/aVKTAKJqVClGVVxVs6kY6E6lo6rcGod0UPioQo2CnRSvWUQ2EPvIjf5ap5btCftfPrwxfe/M6aG8PN25czLzlB+w2cu7C0nBz/zpb830Kz2AVpVxUnje3nsIrbgmI5QsLvEqB042cU3wDS/zHH38e/rDyMiACrvAW/GbjavXQqUe4UNIRpjNMxXAxYs4pYBu4TD8CR/Mr/2VHCO4RxsBSwexCrh9YYlouDFdtjY5CgrucSGz8LE6D6JaSe+77vd5MYepCQn7Et7uZEsJL5I1TStMtpr7cuHFt+Id/+Lvhww8+ZCRni7pDB3P/fWB4XLrrH2AU4KUMjifHN13zJFF5Wiuh87vn6AS55WdCQCeH+zdRgFSiRM8Oa/iuI6snoFwE/YxF8vedD75yA885LL/MXaczoZLvPPYP6YS5c4wndLqI2jDSU0OCFm+ftbwqD+SnrtipiMkzzzy8iREoZZAjjdZpea5vu+hUQjtJdhZM03jWR6fiOa1HBScjGpRFTYsSjiNYyEng5I96UtN9QO85RQOkk9+iXdV18yFJjF13g8zKHgmUegHs7jL9Cnqn0M2HCqtpo1j2UHgXTsI1bmhWaQQU9PJ0Tw+LWoTPYvnvKPaEvDeAwbADz/ckYHHi4LgICGtrBXJ9xxoHX11md6qH8Nhddv3KOg/oYhsyIfySz6RpSwPFaZvgJ5hOaVJwy0ptx60r7HaoLAcPQFtAs7RT7Ba/TpGcsEh/k7U5juYEi0Il2PoTOgNY7yp/2j9Y3XbQ/fdti/rcePnJq5wqQWLlteJP4clHWnmDM3GktzzizPxxESn+vV5WO1GQwwd+S1L8VMb7x7qn8Dou/d6C8Np9Cm7z6HnnHjmWOzxiVnDGUWbZsShLs8o6BgxHjcHfkfmOZ2Q8fqGfACy0nqpCwtf89EQ7tYzjt3ofX8rrS3+lSUATUv0DytLuRyLG31Eb62lNoxOtSk9WNKOWdOosQNLZou7awROmsnfWjWUzplhfO/6zYX0eYXQEW4C8AjvwT6RhEL0ME7j8xAIPD2p80FNeCj/BP9URNQZXIlTEyAPqesJa9+3ACkMQ3OW8kl+VFrEKX347ut77le8tGZOyeJXYUsrNKzxttBPMMog7Frm8Aocfyd/D9fs0xFd9kme9umR5Pr6o6Pq93mZ/T3xJXls+uPnU8Wy+iTz7PAvN55LZ8psAOjH6/WToF7+zhhMAxAvTgopKihYCDwGyAiYB+VbGsLAVFloqiOOUEf1tpBw0pImnEVOoOWzuQh+tiSZeBV/KGh7CsJRJw7+q6BZ5FXaqGnjJYN05XBjFeo7TMbGYuuW4Wx1qAVOZV7l2SFyBvH+AMEXhCRuZBgJ74m4Q4BlLPF/2UBbcIiyLTlFuY1xGUdOioyVmpzXmpp88g5t4JeM+S3cZHp8sJlQBafQyHykgaaNfLgUh2+GB464Cjo6Nuxp4NLknubr14QH4JSxQo5aRB/WZRsISPtHUSBP6iI3O4Sq3v9xPnkvRKzVY7LQkKeZp5ED4DI3MpbOT4eo6je+Fc8nADjsxOHrhTjLZuQWl5gAlZAvhrHCTtma0SsgUe8ogN1M5/VKMKWGgNfSMADQ8tOg0CU8lMP5mDvrobJhrCoD41hXe8DNhKlRLIwVQzxFY0kM/aCwPyF7i7vQHT1h1+svdzz/DSsQCXfLtomUVcYfQV2m8XVtAhMwhvcAWdssoaR5170JEFUFPmvT+DCvpExbeRqmRJuAVvuS584OWwCjL3OUaa8dZOg0X2MZzDvrvHLHIkSlMxo2dD2TlA/On0J1XuDKqouKYfJsGX62qMAFeKuTUM97/6//yvxq+/Z3voEx/gCX8Fxkp8CAUlXbhfZmrumeoEpvkgmdi0gF0d57d7bnhz//sbxiNeMI0oW+xOPDs8Od/8R+pY+6OgayQ5qn7lC94PeeChGUv6vAgeXEfeQ0BSgyT1b/4g3oZJRgli28qyufWPb2U6TfQMEklgRoJc2vDhYU32E3GRZuOhLDugPnta1gC5f9dynaZxZwIkqQnRZx/7lSXTF+hoJy/vsWuL+b5HGFVQOQ0t3Y1nvyjQu4ImAs/nW+tjHN6mrSzU2jDN8GKr7yzofB5Au52ku0QECHPWSeUQjQ1acy/VYWM+R6Fr9HLbPpIkDifDZN30qg65Bu+0DDfWoTgxXNege3UDi3ZJTrkJb4RVVzjyEd3vY76noaeMIZS33eNzNXLl9MZcd49kMG5xUwZVhlV3bDMq9yVEX4ORnku5SF8Co+fv3BhuHbxPJZ0FG7KTHp35bcMP/AzdXkRPLW2ryD/l1odcOpYKSqCL4PLNiOjG4tuycooJvwQowwwlW0+p2woHy3E4qgC/mXOcMEFwrmNp6RbY9H1+TU6Aij9z+xokr40ec7hlfzDb8ZzhK3qnWG58JxiYOmUt19Vgvwzb5EC3KWjNLYNrTLIF0MZrGCPbauh/dIdb8KqgPHMd8tF3Lzj6/Qjp6+5A88O1xajCEsL0JJv8oF8vQEPyAeOHLqTk6OaySC4ZVtT6UrejjAcTXEAl9ZJD7IdrV/53mhYDUmghO9I10XzUtP2IeVMPuQJT9LVWV7Wg6JHKbz5YGH5zz1timEMz9Wqb4J9lZ+kc0qE+EPnKX2SdEaTTNPS6Kd3VocJPYd8yLPqX5m2S17dYS/5BmfInzLs9ZAPlFFrDxrP62faxUc8U/aFC/nEX2Oa+c2d59AIfnPgVxluHdWgscg0Q09m9lJn7FMYQ6/AAS7x8ie9kyfu8l+eSZiyM5/6xGjcnv3eqF6P0OlFLnkxP+YcAlSHi+dTXOEgbWdcYB/zaR+hAjQr3aL4SDpP0yAY70cQrdedYzgfT6XBJJ0XpjeD0ymPmseqgHwAjkLchmV/CWUbQh5KbPBTKGaXDOe74le9GEOAKFEnKn0AkJkW2HrLRm2LRg1wIEemAWKRdBJ6F+f+bho6Q9U8HiqbHBNHOhSCwuGAeabuEa4V1LnYNrwq6h2QfLDLvuZaJVXcYmEGX+fZ26ArbLQGyHAOPS560YjPczkVQau7hy+5f7qo6xQ3WqlKLJKVMJsCSsarDsGpQzrETbm0e7FmNRISphosFAJ2CHDXgUwxEjb4kdhYUcUhhSC1ZQwxs4b5zC4JWsoKtnHEFRWRe9KWiDPwEEsUFg0g03IW2FOcj8ytJ78oMUcex77AlB0skIjgdIgcptUaZJ5rziaIdWKLl4h2l0JsBWkWeDc7dUrbNJ4Mr/CZh0cUCDUELE8JyEI3kv/TityTmN7DKVNUTDbpC6f4VpXQBtrFXG4H+oBdYs6dv4FS4KJDlfKz8HotMF1ni0D7JSvwzAWe73x+n3Ac0vPg2fDxxl14xi0hXRCIhZfGy4VfsYZRmRX8sQqbxSBetA9K4GRHBHZLftxH1a1FV5eoT/hYa7S6LsMDNjC7XP5FcWd+qA2k9VHrfLmqRdYkYWp1fO8nPx7ee4/TNqkj8nmsL6RbJeGvhA1yDcar3Tx8awKP/NPf/t7wnW//5vC7v/s7wx/+4f8Mvlg74VcXRoZogn4F8Clr6pkjOSrrrumo3PILKHlFeWJHYJ290c9h0d3Ckg41okyUglJFrmX7/oMHUaTNjTTSev7kCfuaZ1rZJNt3vnHpyrCFNVRjwypTOrZYnO60G3lNmeLUFrd5zWFL+3WyqQc3aT21AXLRqQfk1AE/1Yi5xsS8OH2meLn4ONNzLCun19CgZmvIYupWnqNAawVQ9UqFOpZ2ytOO2SwtSwms4JZk2gqCpHR94VJRykgm9dQwcQlDHvWAsKEzOKfhCZXhvK448VXa6yLb4Cl5KLASH/lP5ZC+V9kpRku7sniM08K0W+IlbkHMbxozPPUX7eAd2mgcss7uD48eeljaw2HOhcHwnoEzAoJSDoEiI526dI7yclcVFxZvoJxXu0A9pI5qLdymvJbhD+eWO699njpFo5WdVxzxkhp2qI+Iv8m0ql0VTskOHv1KMfgOzBgAvOe7NEVmwP+ek2G+pL0lG4NUcpgsP/djtpN5y6x/5UEeCt1nCz7fwZQ0u8EIbFKWfqrwHUjdbTej3Nk2TFM4Fsh2KgoUOE9hjNgkHugkL8og5dPuPFtvzrMeg/KyQ2V7qYzdZD/iIxZFLzECLCzn3qsARqHpIPt9BgvbpcZu8T0lyEzo/tjxDScDwDy2fEbuGw5I4KGTbywbDUDhoXYvhd1cyQehaHBHjaDfwWgBRiqCHkdQgC9xwYJkzdev15FXYYZA6kAaQjH4sR7HBfC1mxUcbxtkwo2QL0IjHReRbQFh6bQ9GiljwJCOXNVu9zsyiXBeoYu8rl5F47OEHnbAYZC2X3XgonKI9hxiFj9QzzyQUT7SYGA89DY7Fy9z1k+4qeHZ77yO5fx87JH2BG+S6/lAL/WRao1y4a0KLEm9UDU7efPB99NdQvPJPBrI9xcG5tuXuzFvgJnsModb5UOLmsPbCvhdlO/tRYetzXolZqPiwpoFeqeRfyBEOUQoygjzKHoCVrYucEKqldbpJSohfleZEFZZkAvJgj2bmWJQBcasr6FlAHvGO1jFZVytn0dMXVEAOR9xtMrAvPsgItOtoFh05d5iXELIn2Hqh1aaVFaUJxWxJU/fZFhUhV0F7wiFjtklJCoiZIi07XWWMMyHyoCP+EdAlQ9h6z09vEol7SLBUnTJMzhqgbChtfOwCA6gSoNQrKal0h0bbLwjVLXISFzwJTg0JD4wcidfB+R/MsPMplWOwCKEc9qMTMZkJebRM/92i0q6hMWEnvEzFg1tU+ZzTH+xQmUnFCqxdMyJsWE+y09A/ugK7vPP5DCfCE9BWvmKju1uBOB6Sp4r4xdQSlmvlHxaJh3u2LAEmIlSDrhOa3lE0A2rfPNHwVKOtCk0G1PjrHKC5vbOU6zp67yzdRoLf69fvxGFfJdpSDvsgPPzn38UJUwFYBuLmWlESFFO29STOUZ3VGLT0eK+RGIeyjMPb2daDAlXA5uiMpvgh2pqtsBDC2wUHcrrLOnbsXI6V9QHEkvezFeoBv4NgTScWm1R6NyGr+MkT/71X3+f6Tm3h/UL65ye+RrKomtSHgaWFAufCCeu39trblOal6/v5Vwk+xmnfr719TfZDWVt+OM//uPh9kcfRGEvJaYa6vBoj/SSO1xLI3PEgVgs2FWWkPMzTFUonsZLHuY/iwcpg13LgI5z+Ag+8G5WDK9i5sFHKlwq1u6nvrzuNBXnnLOzD2sWHj95MLxOt8jOcGhsmjQmNto2CFJDC+3Tp/s5+EjGVRF3NM859C4QV0m1M2DDXyOE4KCQpCzcJSZFCx88Y6585vciWxy1ibzSwhiclY/IIhRRFZ2sNyCOYUJtflJOyMoD/LKegTs1O9RUfgrHxlCsR+tRvKuOmRfxV8E0jdGZgOH4y44mBrT+IT9KeRe0yqdiKIUAAEAASURBVABx+FbBS96EH5uP4Q1zAWv4GusG7rHw1GlbFabgi2OVUaNRQ0JyVQjTEDfpYTuBvYiPmxzGNLDg/mCXRfMo22KRRafmmzSVldLAhaYeULXMug2VjE3q0wbTXzQS6UIneMgRG5Vw8+ki/PAVipidKEg07GAZ3MECr8y0rF3cbFzpasfJeqnsjdiTcuKskiHj4aKUgItnAnjKqucFOE0rNE2I/tMb7f7uXRj9CmEkB44fkcs338tZuo1LmsdsOHDDN9Fb+OmtlNLp++lPkjgXn73rih+KJzLWxRRTRxW2QgLqCO2Q7aujvNYsFhZgIOOjBR06SrOC1X/DJ8lfEkheixOIphdxu7KfXM3gIoySMXhCIpIlgr51C+yeLvxy4LkZfI+iTkfTEXPLNVZp5InbJBs/hhbg2UbUYYp8c1cmPobmlPnJfCTR/kPchkZ8+vNzcfxwMqx+8OfYkSVSDGMGFKpAzKjhcNb7ffgwMxdQ2EsmoWdJPcO0cIYt+qizkAuu8RthhK4BMh18XjxMsXa9Iiyyo/x95qK8fO8XlIJmXiiOKOxOn93ryjpx3ZpaC3us7CBxSJgJ6+uONDzxrP+RFR/WBHorUzF+3oWG0YfMGHkEl8iWltlkmUD9z3x1EuSb7zwYZ/bb8ynpY4hZN0KI5+yb5RB5ki8N8siQhmywghvP/Ic/R/Dkoz0nPwFuKVYqSgyduFdBSqmpmzxkkY5ftTahR4TJD1hch22CgoLAIkj4Uh5lchncaTMysw2IhFRpZL4p4fWfV9E3lTAkN5FJZQ0WvAnXAP3incdY1g2Le74HU5VI9N2Lt6xDFjqLkFDeF9BeJIUZdd658mOJrehWOHFThrQBWGE/8CWmRixjhVQ4SKSlZXY/YDh2hVNGUZuBZ8cFoU6D7Xz8avxgsmOu0hUXK1xQNosSBye9FBgiY6MIGxPEoiAG4bP3NDRbQLjMgdchB7qQVJSJRXAWDxULr0Vguve86RAkFaySAW5LuhqbohtBmhMX0hp/fUBppIyfcCofk3NQNqWNuyW4E4+fsRwBhtFNcKxK0neBsAdtegXPLAu/OWlA5YqvgfgXG2ln+LzFu+NjAC4d0eSP4jJiSa+xAgRUaJhwyWK4KVHzlCg9vvyoxbvK0AohbbSWrjBqcPbM+vD53YfVcBPvETu93Lnrwt86cEWgdjwV5IeHTlcCDkXvnGuzBQkQPpQL06kWUPQ8WIfBCpQ5y9V8cPEQchDBP9ceqB6qmC+ikO3T+HnE+yJWymdY8D2cy52MdrAUSus5lAlJX6MtxacKTvn5wqUzw5tfuzHcvPH68Dd/+aNYqHdQflfocL799jdJY3746JP74ANOIBF8Gm2DiwUT3+TU3HK1ctArbvqeYW2Q+f5ffn/4BEVd/coDfj76+E7RQ+GLi0AysZc48yBdDGZdTAWRNvIId0tQGrrdnuXvDkkrKNoqiA8fPCIitVXGB46c5qOK0kNGPV67ejVK8rnzZyO/bBzWmLrzCfuxb0Mf7N8oyaSjEkd+l1jH4WJ0LUP7CD3pZUHbsDsyqDKoNX5fpR0/G34bexso03canVNnzIdpyed+830HnpDfzKdz1lXeq7FigSRxAgd/+TwCm3DeQx+edXb6VNydOqdsXQOXCxcvkgadGzKutV9r4CayO7uioCx6l29Ny7UumQYjXNMRpvTjuRyNp3SW6n7XP//8AEO5r9LrX1mVLSNoiNLr+RUXmcf+4Ue3E892o+Pe4QdmS6lulXaSCR6lGIuT2wjbAVhfY13B0RnK4oCzHGh7Fu4Hfngj7RC8yn2OIXjmlcWYsA0+2wgu8VSyWA6xRstP5MPc+sU8aTDyiiR2tFVZ7x9hgz9xq2PgHbkMDaO0SxcRb86wjqys0l64FkLZIG0qsR6ONE332DVCCE5RpHwimPDFhYfUkZGeeM22PIWH4cySeZzC9DEwupd3KxTXc/49TKuQti3p7AA4ZUd9sFw98VwBBzngXWhHHXHqJqaeyCPXFVgvnaokpuJkHmCe4FjJgKfwgofyRpT8bnkavMXRr6ef6J1n9CdOZTBhJJWXHaSkV75GJy1+SEsjh50xF3xbV5If6qc7BTl6bmANdOoG8/BUUG+JyEu22f6eRjuT7y5l0DxCu2P5gJ7ig8uvSg1ppESgXciQj9K9BRJ9sjWHDpVIoRHflXrmizyLv8ZL25oYtkwfRLyVfgHmecePuxqF38yRZFfuLbEl6W7jcWce1IFYaB58ywVPK2dKAbdsgUFHSMOiRkZHiu2k1Vk4paTX+jn8bTdDUNAqK1PuB8pF1um5BiKkBqeTrvJgPqQJPEC+6y7d2jtP0hqKkC8IxjOkSDif61vd8U1bM5YN359zz3npIXRkO79SbyblpBe4kR0EIDPJrkjEiZV/4k5+8U8e4AXrUsdR1EzHMEmIzJuOLvB4dHaCYDsfTp5iXTWMFdYGxwZ0EaG5i9nTHlMIAgALz0KysLTsyVWFZGVGr04LK4sFLOAwNE8ACk6GK2fRNDf1xMM4eHRgLUgYQCBJiGxpJeNwI7dmO8diJXc60fJuo+iUBYcsV1DGV7mcr0zWUNZV2KuSWpFk/jMcAHPuvEOsq4SpCrB6yDuWG05+SuWJYFBza85e5lhRuudz9xRX8u32fFLSHq8q5RINjqeLLsPMTmnwkAOpuIQAOcN0CZVL6a0wcfsxp/fssoWX8983oO0ySt2Su7XYUDQnNb0sm/hyLwpbebgMB2McMoS1t4tVnU7Pbk5+pGyBZUPvXHwVRsOr9PISxajJHNhXmPV3onjqS5DoZV/VCenNNxtH4lp23rlgY9JJaVNuKAR0RygRil0GlhpO/VXBUckiPJkyfOieuOCBR/nBpea3JSAfmCetAIbP1BaG21WOn6HQGk/rnosOtbYswiM601yARipku1j7fLbTVFN6xMtQPV3pUFV5zA84ZsoS5e3uRdJPQbGHsviMqRgD6ahIr7HoLduebjzC4s7caPjhgILzrnVVQidvJhe3P7zzvd8Y/vP/4rfZZpItJ99+e/gBWwRK1W9985vDO//kO8M3v/3t4e9//NPhp+//76kiKTjjNpqP9wL4Sr9ama/fuDT8D//qv6fh2x7+9E//lHjMNaaD7OFAKivWdWGD/SvBTKAUpjw/dT02XCGJUdiovyiHe/CondiDNuXOGFA3ypfTWTZQyJeX3wAXj4Z3Hjs7t2CBOs+Umg8//oS591hSobeFp4XbnWXm3YWJ8rH8V5le4RHsHlpDXyoyIGcWAEtezPkM8KeNmIsZVdb6VBfnt5umSqby09E6Gy1lqA2dVlfjy4fywWPm4muxN9+GMY7y0bzP5n+b3rvxrr12Y7h2/VoU2li5gK1yKDwYKfLLIXyVdRdBPnz0MNO2tOBLI/MsXJXSbhWK7C4K8sUglbJ078/5MGJUb8oj6aVcFScP3HN+eMmgykTSIrg0Me1ktMPxPWlViyJt7RR44vFZ1omcP8dhUkxl3HE9AdPwjCw+dqC0gKuk7GFgmPCsRd182znKtABkRHQh6qN8o7BwBxw7ZdJXPEJnBBlVMiMuTsuaEM8pkNJ6dEWOoJ46SNzcbQvJl1mzDMYL+eBzfYvkLVAGbG5aNxrw/uEr3I1pHkCjyNrj+j4mVfBteboL2XkZg/TywE/69hjT78ZUsaB84Ot5DBehX/ygOwHtDElmJbt8w/LqSiBI+qhcPOmmPmJnPmZdohYyeI8Px54rn/KFKQOlNygNUM9NCAJ/WQ9sQ2p6jFCrA2pd1rmmLWvY0AtSRyk+p3go8+2oBt4sKi2dkzeDyH9eX+bCJ6dQ59R4yR/Qc5dqXmBlgvyYnPCm9LJNKiRmODFh7JyUzlKyao96vMgWw/P7WNihh9tgq2g71dFplT7HaMi9+Jv6RPIHh36HXl7Eq0s6Fi0dzdSwoAt/iad8RvpR2JGfmDmCczdwJvDMT+XAvMpL3DsdyPuLXEiS8KRbAF4U9Ev8pTdpQsCU//hb5Rs5AoSXY1K4B4iwBNbcr4Jaz4/3iYtJJGz1sAFtTUK7nUPxtRDhXQqOO12rMLhMHoEla7AAS+UeAeqbLJQeBciZ2WKmwrRncLyTZigLlzPjYOpI3vLp4aYfwG3GUyGO9hllfI2T4VTOPUhid0fGZDoMDfd5LG4rKzIcjSjC28bGKTJu85bhUSs+YVXeTTMdFv3ALUwHLj3JXgTl06tFYadC28PpQ7Tx1y+xqMN4zt1aBPZ5h3VVzD31lCOuLU6FkNM0LmUfaRe8lYXuDErLIvhuYnV6hEVtn2tRpdokkmgJR9998p7fBKi3kJq0M4DJzh4qK4cqLAfcsa4vYVbXku/uD1E0geQUml5+JbpaDgEZFrH2NkasronlXTjJTyVczVc9Z0FKPFUltEpRLvxRhPAVU1bOYKGk/PR3mzSVll7hQ3vidph1JzHpnssf/jtKzT8KM4XzmJMTMzWLZ7f2VGmqzovxhQsu8PUuypzzm88w/UN+0eLmPRZPEorljWTTAQJPhkcggZY9iovvwUUSwEx595nv1pEtlMs55vOpZCxSX9x+7tET5sRbltQtbX8WXhcI5scGILvvcF9l0aoduH/3b/+P4d5dLMfb7DO+emG4devW8KO///vhR//4j4wYbMP3SxzIY2c24AAjUBDpxOPxVd0y08SuXHpt+Nsfvpt0nV98CQu7c3cfPaFDA82AjjOB6a1eTvklmDRagu9d6LuHoplhveBneMoC5pJ2dtRURB2yde3EkfOmkgw/5oWbddiFwNsoxnaqVZDdxWQbpc8Fq570u8m0mZuXr6KUcwYDYVTOtlC8XYRpHdcKJzD3AZcz5SHDqZyaOzsC0jDKPUpeOgakbSMXuamsBB8VeTMXC2+yoqWpTY9xFxK+Obdd3lPhNyudj1UyVY4ik8j/VXYhuvXG68gq5nLDL470SWsLNUPSzClWoZBeWjzXVy4wHerKcG37Oh26BzlV9dGjB5l+Jb2xyx8rfv20ONq5iOO91zW/uWDZu06a6Px11Mc0r1y+knxsaNXHR9rLt8LsHFEJWiGhCVD6X/gxvG7HvkaeHj3dzGLhg0xN2+ZwNjcRqPq/5zxz6oqjo9ESJ0znoy4tcQq1dTp4p16TNrwSqvCjzMqL6fsdTHQaIhxBUf46ZNbX5VjXDGNeYmk3LHW3t02hByClg4rgMxY6yzteTreQlOan6GjSYtKc8cJX3AGUa/opeAa+UUxAnAXoM2Xuty6LjSvoDt108oe/8ikLvxscR1nwLD8NAi2MncU5cHZdD6QxEZISdy9xVAWADtD3kOkMyukqt8pEpklSHSPBwe8Ai6lJVXoCrNBC7q5wrDef5RtuX9G1jCUiUIIv+VJG25CEYAXWjTBs7zUwxptbZLL00AP6ZiSZ787J1ziJWE5HO3RKgRV6hbtpe/1qbrbMT4dQdDv+Tb9K06egza06i+AML1e7ShkRTO6XTzQWGGa805ZrCJLqlu0ieVM+7rOO6sD8p9NKxxU5NEEuOvVM2ZARO9Lzmf/wpKMpWtXt4NSlgq6l3RFpnmnPIqtEV52DnZkyKk0c65odf9tErfXHHQwUPvOe3I7UHqle3sej6SduZMzLDI7hj4d8of+JYIQrOgo6uqExrShJo4XOR36SmBx1SqpdWW84GSKX0eDditF9Oxa+C/y408cvEy1YaQS0nkPwZZhcK4RWrRUXd0JgFXUVmRQUxLYiaGVz3+5NLFhPsO64UDMMAVCrRJINAUmIQlagd4IW8+oRGvCjoLAKW5DGxLVbvZjBesp3w1vxaNQdtFhEGDkfEf5l6EUF0IMeHBZn4BNmsse0vwd2PCrUVKDEMs9YCbUk2qxZJsioEj7BjXT4kuPefffZjOAKzY6kX/wGDnxIfuNReJszt088S6O+zlSIayjlKlZnzq5mv3PjuaWgBx1dpJOh9UrcYoWH1k4FkKauIfBS4NaagEpXZJKuRMuzN5/NTyHuuwtRLdzM0aRiRVmkbCVMTi7kbufM2m8J2iMnUwU7Vg0zJVjgQCxBlxO7SjPCMG9FaxVOw3tiY05zQyoekUYO0KH0Fsiru7j8Z7/7XZRBFlYC+sf/+P7wDz9mESVho5iAR0FpaZsN8mJaNsUjX5XIIi98I90+b9E55vKY+dFy4LPrNlQwICW8hJWIIW7nIWu9m6cerKKcuS2gtM6wPPBsqKwLsSoCq6yLLh0FIZz0kA5WclAxmWAo1gorGxHL7xELI59g1XUwP51J7uYmw48KPa5s08hdwUt7goK7Ovzpv/v34MOhRYwWZO0BSsMjpoS8++5PgI9F+uz5JCo2YGfidYlMw5GHV3fEf/envxz+4s//hrI5P/zeP/9vh3/2O789/OCHfzv8P3/+/eHnv/wUmgpOCvCQ59PBp4wsFypYLF/wn9NU5uikeU6Ao3ci67oXp7dJL62vdsLdBUolqraQrPSkmErFw8fsuCMM8m8HyMOvMP+HPirR9+7dH17/2m8MG0+eDmtMr7Gur7EodZcw1jE7H5axi04vXr4UP3nLBk5cVVrc9i+jjfir7FtmykzdAmmYt2Xuzr3PVBTKzIXwWQ9C/bVOOd9dXp61zlv+8qCdZEfPljAyvP32d4bXbt4Kjb744ovwssolG6jgyLVyDjhekmyf+yG7pmgznNBBuXHzZpR3T6WVLx5xwucRcnpZJhrLh3RptG00AhXYsmzKCFqEj/3BqeR0/pbfTddO2/r5C9D7KRj1cFXnTMMwUsf86QSlhPDKX8JohXO3n/3h83uPkAR0YjgxFqIPi9BbGtv2KKvF1fm7R5QZC2+GZWi5sHI2O/ickV/oXHm+hqlZx+X9TLvQh3hxZFC8bCTMdcKCmOWVeevUq2Q5UfC3wZEWxAldEsN48CgdrmwdSYcqcBo/RMEHeuCYSHOjIqysMU3TSMwewvKMZ/mKp+H4HPj1WoHzDdRa+G6lNJuB3eIYO9v3YQyRz2GoyKMwgeUufsqklNQYCSDgLyyu8Kb3sLo8T3gbWWKViFMBBENfEoc0fTcEeJpEy0Ha7zEtveujT6/sGrsGxxGAyYFs2sOWtrBNXz1lHmXUpAxW5Vxc6feacw2fNdmTk2Olu/QC5piXJPwrINxylnKx3IJF8zz2POtH2vn2fHqCiEKNrMkuZnZeqR9uPOHuY7GUIweXkK0q37nwjxXc9j4oqPdorEBHQq6gFkEnR6NrRDozKGzbwEIWgxty6WOdyOJSaYssKIXdjkHpiBlhxL8MAdCRcG6pq9yTT0vPpH6ixPfR8Mp5yQY0k5b34iHJIA65i08Ffu439E044keQPRckxt7Kz3E4gTkLWCIn/8qQStTPSQNZk4ohn8kn/JlccbqBddZ/PTvQop8aXDJiZpKTXj8M18P2e4fFpxNucrSzMcyrPDKv88wq0zRkcCqozK6V2samK+xpgCiQ9KQYXnY+odYoLS3Z6jFIWaFf7FKRI1SrwXtxyOe/mB1jyUTJN2nHAslLCAKhVO3c8k4lXcIdIsxDQFV7aOZ2bIcamSHogfNaCaf1enuPnSToNNhA6b/N+Hjmu6lUKNhkuv7XCzUl+jye+qS8xjhUDirOBRSF6xcuDtfZGg17Gg06iiJz6rXu7jP0GLmBsrLHPvYZxuN00UO31lMxYUrFA4b/3cd9i51ySoi2tF9cviBixanerBXoEKuKoyULDGGZrnfLVUtdFrtRvjY85le6eVdZ8rnoCBXw42Wa8fYYGuWbBKCsrLzQTiX5nHu+Mx2pFoJyGiS7tMzNr2bh2CKdqzOrjIicQ3nCYnnIeghPIaRFCZxpQhb7NN0qj4YrNSff+Jx7ykYe4OIvnQ8ZCPyiaOMvLo5sbHKA0nkUUgWPUyZUysqiaQRRCMeFN0IDYfDJ/ErD7EJhhk9xKu8OR3r65gp17CknbWZnC6YTxPpOfm3QJ0yHMZUoENA2jWyj+Tx8cOfOw+HzL+4NVy+9Ptx87evDZ7efkj51D6X9m9/4VhR3TxbWIpmyaTh2lFJ+sMERDbj5eRWXskAZ/he//8+H3//9/2b49NMPhz/5k3/LHuefDDdvvj68+94HKR/lRar+lwGlbKSbe1cfUN+0xtgp7bwVrPixhC21nL2AtTxbQEJD62+cvAcg6+omu8ioPJ1nS8YN6sg2iwBV9uS78+fODx+zaNbtHddR1t09xCHwHt558k9QOrUcO5Il7bXqd6cVV4u4h+PscUquFnLhuhjVzlXNd18BFcsrXBee11Junmygdp1vyrvwPRxohY6gZ1y4RgYgVhKmbHnC8RIHU32LTsOV4bGjBuCxozJKRdcSChNFAUv9AUEbQWVA6mrqJ+8orbG4Af/qa9cYwVse3n/v/eFzaODUkUy3suwhX9XpnlP5ueS2tA//9E8pjZTM6HOWDvYVDqj64OPbVVgBWXXEQNaLwDEtC7w560LKOu+Gse4CIo25IxSOfDECRT2JFRzaa/l2LYAwHeVYoAxVmKXtKngs0dHOAUbUp23Kk0qdsI7USXed7AKZk7ajqOkwAkMjT/Ee38SYgPkzQmUg8U/+KD8swzPMvRcPa9Q8fNRzKq5x3SMvswB9Jv+mg2tvwTseJ34qXJNhJ74JZ0wPQBF7hglsPMwTlzwJmXGGh0YoTa5jiCZjDhrOnR6xRuNfYNp34otr/HoeBYnTX2fnKi4B6/H/j1/xlfbeg09LRLnhZgBiMZ/1YH4QcfKC7DvQ4itueKlYqoC6eFa+mHXywa/D9TIeYZFmcJb2r+gMb+dCQ1dNOUEZRz9T0V6yfUNOaPRQL3NKSxRw711Z19jKexxtjSNurgM8cMEabWAPL2zrne9JE9pEN6AuFZ1R9u1Q810F37ujlNEdErfS1tikBDdO54fDfUYR0TG8HyH3Pd9EGRZlvt3T4aVwVO6N68XPC6kUXqWcCGlxpoPwkuAvhAMWY3pJV3gCOq2Iut9LEgoupDZi3h6UeC9y8pssYdCXgGYan/P4YOJFlCf3il5FSbcBsmFyq7lZpaueHV6xEaHAacwlmhUnFd+eqIm2FPs9SKaW+E3inEQbxZkCjrIt4lzH4hrcOOZ3zLONpItI6F1jFd2n8VPJyc405HwH5WWTBnwUUjR6jgiY9iGNqELXRnYv2yQ9IR9afRFs+Imq+fL7aMEI0ogBGA1E46oy2jiDsXFsXWDysI/hW0ZF3Qq3joC/uH4OZqfxYU76HjhaSVCXky1xcurEHvlQOVnArDbP3N0twj1gWscGnQgXWZnP0Af43kUnKPmcNAsHv/laXuSL51iOKF9X+rt3ruUhbiqeWoArTBe8Yi4tcstPwSqgedaXB8uu6EH4xqrCNq7z3f7Zf/rd4eqVs9B+g9Gb5WH93E0WLz4afvB3P6acng4/e/dnKBbLWEwf5FAiwWZnGwD05Me7frNIGbg5/c29kRLGcOBnGYlPWjTyLyz53PLdRYFUYE9ohLc5UGsHpWB1gWkMxNNyI1+Ex4nlu4Xjegf5A+kDoLI6iYLJCdu0o3QD3z+nYkRIUq7uyAPLVnyUbo0fiQcv76OwgBYxSBM4Ctpd0lPJvXn9DXwPh5+++wssxYxJE/AXP/8lDZMnkrKVHZ2CWKMFNuN87WU1/VRlm2B+71eL51fjXHvt6vA7v/NPh3/zb/6n4Wc//TFlucKI2vbwdz/6CUibdyNAxxlwDcQpNxIhiouc0jm0VdU6TiNQcsFRBhsH1mswcrcHUGXSMnPQJfUmnR2dtPEAKSu34TzM6Nq1aznsyK0e3XrQNQp2klw3Yid9hWN9VeC0QrnAPAoJPHGG6XQbfLfstbI7DciGKLKETrVDx5mqRaoq2VrpHF1U6euNoIfJqLzLSzb78oojW9lFRsLw73QdLV17lJNnHPS64e4bq4y6feM73852l4/AQVjBj0zTtcG6TmeOdMk2SpZklwsAK/3x27dQ9cA/fI4cUglZWzs/vPPOd5l2tzbc/uCX8AbYgUMaSaK0wgM9EBQWQIKXzCBg6wwFlrRaaPl6mTK5cuUyNHZtELjC/mKUyzkkga1EsIEvXFMXA1W/xvu8u25mFZqvM9o4HKJ00wHTmu4IEsjQWUM5hl+iRFjmOKcPaQ2VD87AG675WdphX3U6bm4lLAJlwQMnwi6QhqOWwRV8vGu5pxgKF+nHRSzuUINy7M4nKdOdtFKpWWM068L6hdTLDeqDoex4T9utEAF/7+LNvdM1fibVw1QoAiW+aQpn+tUv5TodjaF8MlTReBpasEiotM9zKGZJhrAaogxlOz5hob0lUxCEQbm0P/2hUr7rZycQhBI3vwLEb6QS34JPQkjHgmT+hCQnZPoK9TpxEhyYtpdTtHsGoSOe/vutfbddEtcxvqH5Vj7xbWGNgEyFb/wqlvkKsLSbfHNkzvxYzI7EiH6yUCGFDCxjFQwfg1Ljv3w3CJehCq+WVgGqIA13I9ejHMazwBKTO3Qfg+Hrs6MnYcGGV6ZPiK/lhlxztoPTelcwmu6AE60GqKJsw9DWyVjBkaP1XO/RE2R4MQAWerOigHxbx4xbnYI+6uAIpzqCemBkMqSQv+kyxMChkh6Dn8Y/8OpWduNoaZegsBvPJOIoDzhb1yN7oGut54NyZNirl5MU/1InkYzHzbh5OBYJT/35SblxD6tZjvFtnxMHHASEkxb9GoFadn4PvNE34asGlEzqxal6aHi/hV4UpHpM8sc368IUiw5Pv0LCp0qw8MqZDfrpCDIRWHYEALEQD98wsXi0YcawhIoF0IoA+GC1tbe6p8AmosgJMTeBn3BBRNiNKCZeiFdAvoRwI/EqwnEoxmkNi/m2YdP69ZTFhC7sUxHXkrC7A64c7CJ7RfCbGISbsLuHTM8GvOBZ+AafBRYERijZSEBcGDgVhngq+U3McJ/FuFCTHnHeg59hzA2vpFEKtCGKNs73R2PjRFYs+DQ6+3NMSRIn8SPd/QMaLRt1OMwFoOJj47JDY4tK0GA7e5BGn18ZPIpo3kzFdy+fdKFs3vOEvwJDhcN0U/60oO6gYaVL/s1U4nPn2b9UKl7DpD2RSiBpJGHClUuABoNyYrrPAgcBXbvOQi+oOJkvpe/Zs8fIK+jA6aKPGbp3l4j799nFBRqFnxo40enXmGTS6umVr/kqYWj4+ibuo+Nxlgalb0JJFDSnU2RuJ/lW0VrCmqqVTpXJxBU2lo8Km6CLvo225MpU+uVDr+Q2plpZHzCNxcMlNuDXbax74SXIFNpSiBE8xItAS32qxlTrskrdRx/dZpcbdvShM2HeFOKe4GpDu4XCoLVPi/KGBzI9g5+bq3ppFqSNvN/5ooeQJnXpM/sV0MP1a68N/+v/8r+x5eW7aQjkwDNMI3Fx9wILtWfDTyG++EnaRcGAjnZCMhoG7yv0YenkxzSogbGsrmrFTGMC7emAx5okvSgn03ZOuYs5ddZbrebi5vQyd1ZZWvoUKzrz/dcvpsasotxtbG2QXo0e2oh7OJZWWy3H0qms6oy07GzyrNXJ+ua+37uxsnu302HDbz3S2uo9Q+lgpRVcOaQzX+ZZZd1nO4eZB0/D6gE+ByyQfetrzFfHAv+Y0RIYTfZJPes8HMMCnYI0nHSy5RHD6JxidZSjXKkzNq4QBfLAX/APgVx8/fW33srI6QcffpCtMu1AW71tvnWVDjwVGUgkBT1OGtfUNd/l2HLKjYtM63PNzTPml5s/5073ulZ1lwSAl29GD0h50KsB4u7iUXfyOFQpp/zcYceyMLz4qzxLO+cZLy0wwkGH0fSd2jTHlLUJcSfUVRUDFZlt5KnKeqYtERcsUn6rKPZa6KV9ORpx6kI6DzL66Nuf6m784DJ64wNe5sHtj7fIv/v0C0L65RrDClc66EGEmSt0iH/7TCDpF7li4eDa5zzP/ghJV/SuePpF6VaBs0OCzHCvbktFa6b1fg4ZLHy3tZW4Bb/wElbg4Zn2vL13f2lqjLxLXxEQQEfG9/YMZStcCr/nQloUb1sq4YGGQw/RcySoep4C9yltj5+Ml0/GBFoMJgXbz7rQ0W/5I27DNdFIPGnykzvYSvK69OlXACVbRYfKojDMjfcqrwoXAM0vdE6IFg5/nZ2YKe5+a3/gJNUa5UYxXWkYk3oP31sX7MCuUG/O0GbvYuxgA5+q+1GuoZKilEs5oQLe86X8YSAXmaFBlnbPQA2umkRGHFJnih4aHqo9Mm35y+DAE06j15RUfuyunjsVLYOkRB5TTwKn0k4YYRG1ykp8fSu/PJz60+gILOl5rFnTT2TzL03z6Gucd69jeZBBkqx3cSunV+RjGLZ5Etm4oxfPRrdTYEYz5x/aOoUssjp6lfqaf7NYFLxwgPXT+Ljg5r2lM0bBb3JICdJsMoMQSyNKr9vVCdTDQeZQ2I0loAn3ecw75mUC1VVR9lG2XEQXqzbfVYJNvOWc+3EnnLpsdADkiy6e3kQaZpgRoBXgxC8M4/Cq+4RrfVZJgX9p/FDYaQCd5jDvbij7zHVEkIddiDPBYu27VFVRTa+QHiIZIl/kHarLxDYSFjIRyY0/4iWxp/cTGB1/lWakAWRjx7n/qLtkPdUChKV8k4bDRn2yRScCXKqBcV4ntg3iG1MBnBMKqaQQH/yASBx3L6lKX7D9TTpE6+lNv7SvxPFvDq4S+oELjmzsAcQNIa+f6fneOjaEi1IvPpKBd6+XuVS2FshnlQMP2/j5z39Bg0p5HG4MTx7bKVmDBrVNnfx89swCllFOPLx+Zbj38Nnw459gRd4qpacSLqBaEMMvIhF+qTIJbvKgtNd/rICFbfAiD3yq74bhT5IuUgdsyN01yLxrsVVpywIakKvFsFgiUOydrmSZHLJaXnrZsaKinEKSVEPKUOXtMKd1oiJi7TUd6A1+Cr7kgXfLE0gd2fLnTT43L1rOt7eABY+7GBEI7aoa537QW7t3qQPwD3XS7ypkBXOEjM/oWc8n3qVjDy1PPnu2OXz44YcoU871dptD051HaWdqBwumN7YeTOG85Ckw+fGucisUhWoEWiu3lDMBrA8qyVpx3I1GA4KGAS2E6VTOcKGLUx888JCrnWw5aCfw8v6l0Da7LqHwP2ae+41bt1LuKjNnwd1pJ1rPnYpCYWZo1/nlOk9Wtayl81OmOui0Mqqku1hYXrFe6LzHIm45gbsWKctIf5XKBZRaw8uXzoXXmp5v+HnwzyW2pLzEQtknKJ+uMTkwrLDkEfCSb1NPoZxlw8A3v/BO6i00Aa48ZtrS1t+wZEmwwJEOt954I/Lk048/QV6i6IKntbnKW9MGsoCX1B3yKiz7d07b84RXZaDhdT6J8xrTkFTYX+pEDGe9JVuhg1BMKyoW9z3otM+UOHdPWoDP3H3IMAnETfmgHFFRWWDXLKcwWe5HTn9CMT0Dn7rewcVvlRp1FZkpb2U3DBR5y1McPMAleSRkb0KVA5aPdGxZNPU8Bg+f88k3ygh6OK3Keq3CLu95FgYJ8hUMWp6PARNgXIfIC0D7W2qV8SqJFvb4LaMngV25PP6VqBDYum/HRB700hmlMIN7nHaER+RhA2C87qRDp4X37nws9Pwu3yen/XPuhk584OV+7Ouv9yVlCA5U9NCxCFfpm1LlDxzFuyX9PMbHcQrMRptSSl8cI0kXYSOf5TWv6A89QcB3Gs7S+3iqp7/18GKgTmSnSx1iXqOjo37LGvHcwICdmzRwMRJblnLXzGhkKEODz05r0Zihn7IEEGkn9tHxetmbFeWSl2nnTiazOYQ6EYRM/gzD947f6dh/ua/p6YTTL+E6PU4dJfB9LjFbgU/8hrbya4OTkgZPavKM34lIvBp+1pEK6Rm7yrCkiAgiV/kNqvzob1dV3GyH3Hq3ux43ncfokK49U7dGHhNW3TiKPO/TWD22d8ui3qO7zH6aeZ4cOHcWYbyNlXNrkRgoIeqwngjnCZpCN4F5FIFemB5249isAm6HRkerUV/0EWIYBwQj4zsAPoxW7WMog2hXiAkTYwDpRflXMjSXAhSGNQWi+e9nFfWnWBgn7CtqATpNxlo60ZogwWFK51vZ8KgowW8wLwWTBkviq9Djx49punuKgAmGE4KOpqUe8m1kFCjss4SWTbozrNa2+FB4FvsGisfHX9yPkqAwsMOQgkd51wpmg+KwlMOtWaBoAVPgMYoGaSsThS1sEQamDOT9VZxpJbR3rgh3Gp4MWQHAsky+eBZvnxNu5m66lfdECIzkv9NB3Mw8rtIqpcOOxh4HXu1xzP1jdjKx0/TmmzeG/7e1M23S67ju+8UMBjMABisJAgTAXaK80tYaO4ntF3alUqlUpSr2W6dS+SrxJ4hfJZX3KVfKdiWOnUhxUi5Ziy0pkiVTEimLlEiCALERg20Gs+f3+5/u+zyzgZDlnrnP7dvLOadPn+4+vT9YnRnu3L9DJDdSLpP+D4cXXnyekdelLCHIMiV5f0ASHW1N5QHK2mQG4kLfaAjBONlRU2DiPNJYsy8lx3aOzMfKa/Y1PHxEJ+I4n+QBCnlG/W3izbvAATZ8zC2ziYuj7sJwYoSMwrvxi3A2pnojF30JTRQtqTNqnsoDK2gVKuXRToQSpCAspyPB0g4ragqpI9QPtpaHi5cvDBeevYiMzw8/euc91koz4jw2whIhrSDHSGIqafW1ZuKlYEVp6zLPJ0S5lto8tXPpEpPFEyxdQF4/87lfHd59/8Zw9f/8hSlIGCVMKPsZ3RuKKF+OeFrvMJya4/wyOgh/PdtZfFGeKcunThynHFA5ohR5/4NKi2VHNiv/lpG7S3ezXOU0N5Qu3b4dvrh5mKYqS1yu37iJPxcsUX5UPpdJkzMXmVFBwZnnHHvzyw33diZcJuiaUKBHyVY5s+y59EWlO7JmPpomaIEoeIoc8V0XW3nKFCNhXFvvbE1fS+r6+q3tOgrRDapeUPb8Cy9yo7DrsumMANtz4R1h9pQU+WmnwXKYJWvKG4wEXfIw4yng1K1v4E1H0PCGMTcoI+t0tOwAXWBD7hyNx5s/+EGA9KUBNiQZ+fMNcHnRBUYbDkmbVo34T546xW20p4brN66Xm0JEuDLWfZH2pEG3bBolXvGoBeVb2XYPi7fELp48gQLMRtbtB5lJ8VKrbepxY8lmR9kPcxrYId+sT3YZk7MUHq85S71p/gjPeyuyCRhZycZ98tojdA/PMBKPn6di2CE/hOyNFJOo8Jb4qcP88AGvqYmVTysJ+RZctJWWrShDzNgojyMLTPSUEWafndOeASv8g79Fkq/JM/HsY3q2uGTMNoWf5JvxzBThKtM2inZ6ZmkTQx9pkIHKvEachi1ciZz48Yx/caWBVYSIg16gYkCZgAXZP2EJIWKPRoheBqwHlKUGVgvfNRBHO5YYuCVBY/SPtAQTvDqUDVzCK/zJt+Dyp3BaT4gzqIVMUHIg6TZHQ096tsBpaRBengSWyjDO2DGFv3/hKy0+hvff9jl5KV5xPMaoW2kUbJNBge1thiA6HWWXkiAAJ11r6t95zsc/MstlcdRZ83TCVArd6+Fsn/sQ3aujLlEDH+g/+Ku4y7s5ipTKOlFTzsxHZ49Tl4WkSHJLvbqQtMklc7X/SfzjjNwijY/J48hgmOpPC5/34+Du5wddgVOszGEBvX6WXlg35hV5lJkE3HejMoXCGeVAmDg4xHsI3cxO0RZ8PWSHiXyTGwaph1/+gcrpzdVBgqmeh0fe0FYjiKAOH4uDBMQYfqQ9mR3n8UceGV6jnbFliMDhEQ3GPaacbbCs0DjXkSCuB6xel8q62m4QADjCKTEQWSM6RYzEJwVSF4tEYS+cgRcOBqshWrINEsqLaYEjrB1GJkGDCQNgqi0Yl/N4IaLqI2lkRK710pBLvlVuEXQLB2nw7ZS7hSWj22GUBFihEZuCm1FuK+TgKyIs/L0YFn1FR3z1bEbGQkKUMwXFKcYNlL4Hnint6D+FI2ef06i78Ye+RLGKt4qBjbN1kWfeyithaFLFYk09Fb94hx9i131CRSIYbWIaHB1S0fBdvKxvfitse+WjxxlpwHVM6wRb8E9jDwx4afoQ3DOnn2L9/rlseDnKSJkbUR/cXkJ+UORdo8/a1XscRbfE6RbLKPc2ipsujg1N5FWnLUTVj7Rn3R48S75ARCe3B+t5YfzquRZNgjN+boMjcOQj9FdjaDnIteYIlWenR8758aZOZ3KcBncJFjUe7Khzr+WByZ4UQD7CIvMQDOSrMudmU+Ww+JgYBPSTJoWKJiNppMn87N+uU/ZoR79PnEaJBY4zAc+9/NLw27/zO7noR+X6xs0/SRkWr7xImUrj4EewBE8a62BVBibuoQkHnVSUHRG+dOny8C//xT9HLrc56/1vh8//7z8fvvvGD1iKVgp0pZdyS6QkN3D3/nSxUblN/tJZdVN4ToWBH9YE1kVWHa7PdrTCTstNThE5e+ZUljzYaTEvQjNv9O/MWjx4cJ/NuOcjD/exL9C5OMsabk+BccRxhQ3bXoZ0l1N1XGbjUjqXzFjOTa2nujhK61vYyqz0Wu/JBxs07a5z36Yz4Ghv8kvlHnc3ldoRMP3ms2l0f42wVLq95dYTHkzfCoMcM1T8z7/4AjBZJsWSHRXtWRR1G01hCDt/vMXrkqx8k/iUf8LY4YsfccxcZSM1NOH9Vun32EFP4lF2VGwvPPsssxar7H14yxqQUCVn4kydwDtlBmzCs6Ppm2ATQ6JM01OsY595Wz5RBuILLOMD2DpPaUg0rK7FNN8KkBZ9gM1rgRNflDOXe90j7+wca6TDMqsMmMTMglIlLBxjSQB5O7+wGIW9lHXKzbJKJTLLrIb1yzq3F8sP3dy7YOc7Sg28P2peEz6SDnxQQQ1/sWgjzfJad37SUZTxocX0cxEbcvTI+oFT0gxnfhxkhKG/HdNuwgF/YuGNfyBMgiRo6mjDdGMgvtuLjxZPGzBU2vuFX1XHIc8oefLS9sU0JE2Ec9+SdE0gFGx+C4EvM444yoJVWHCTDjvO9dEIhj+AqjTIKwVhlyFExeGtiPj1pKbHrPDFEJtoZ+oqPT0dHWp/EyP0NEwSKeZOP19Cq6f98opstCh56YWp/DAAIYARHltGmx3n0egnbYkzujaL4QpM3iFAvrQ/HUODpALbE1wYX0RxJJ2blGeV9Q2UdMrLhnkLrGoxtSdm8Iac/FAEGnEt54BfZpo+3eopPlmXRZnHsYq1BLVALf6eVzUKe5z3OhSOAA5tfgu+/vaG38eFKIklzsZvea6p5ErsXrPbdfpbUNatjA0wA0/5kfHoxZvU+zPUHWvUKY6wiyaDI7y1O5bt8d0ejWl9o6Pz3ZWr02ybxiZtRA5TtR9sbIVIlAJfm+Gcej7CeukklB//Mi1iI6DA+PincEKU0yw1Wg2xjQYrYYVH0wVEgApFfzJiFHgylVGPKAdu+KKiRQAdwVA5Go2VAR8pd61gmMiMioceGm+rZ3FLq/gJ54h5jkUUF+ksBYZKrc0eCC9pAn9umRShQDQg7NZ8m4vdYO1CIa6qKmxoLArgTSVHg0HGWp2pcKmOiHfbUx9kUGiicwCdKmDS6rm3W9RCUAtyc59YwVs0AaFw4Qak8Sn8NBrgstA+1pAo06wRhqnKGyft+cYeNnYGGFx6jdcfnB5n5E9GfNiIdu3q9eEQI8IP792hMUHRQ3a2c1mVCs3h4WlGUk+dPJpRtkecDX9v+R3WZjdFQNz7mNwNQKXldLkbjx3B0iQ/4WfPPJOgjDk6sccQLrfKVVRj880gFaO7MyhQ7OcsM8IohVsW5JIkG672Z5aNgSMHjQT4IE9V7MrZgl6K2TgzgL9KwSbLzDZYk7zJJTHOZGX2CXfXV1989tzwqU9+cvjF114b/uC//EEdEQjs//D7v4/ycpQlMxwd6AxN0ipC/5E7wohXmUqDXUTu+B1Jn3J1863l4xde+8XhtU9/cvjD//oHGS1W+fQyKq9mtx6InKR3aSo/2tSSAkdRLROKU3WQK3ek2HKKwklddOfOEnXCTEb6pT/1Dn6GsYytIktucvIIxI+/8hJ8cD15Kd1etqNS5a29dm4WWat+nM2NKunehPqItewzbNzaYvYra6fppIEAJddz3D1i1KWBVNpU0N5qu0aaVd5NpTM2XroljV5itgIs81f+hjbSZsdOt3QSGD3Pmka+LRcOijzNBUR2HHLUI/EcRJAXaRwPYqMMizBVfhqs8yWlOFkNDeBQYV+hI+zIpn/m5VHwX7jI7BaK8c3rN4JPGIKMlIIfDS7xo6jhKk1KeTdVljyP/anU/+6v6WT1MLvfiqBGuspeeS/ttjl3mCVZW32QE5rSiQKn5ZqLESMLqdOT/w7MoKgwO+EejkOcoCQk12vbifYkn2OcxFNtgLwkrxgZVobkq8qOJ1vY0Xfpv0sApT0cCI1FX9oZOYJbp1faNdIsfPmiMmPn3iU6qfMTgp8erzFmN4webPot9KJl2nVilyYD7AhXJE0CYUs9Ql3oyUCRNVdRkd4Y67spLD1Nj8csTMsbHUKVcB7t1n9ToAC/P/UhsXmF9mY3bzT7JKE8HvPbMdkCdrz7wgGJYf1N/vPR+RjhsLySJIlQrku2zdsqy35Pm3zjlIE14kYOaMvKveL38D1sYOOYOI2ehOk4gdPrNeNMHmgwUeDDFT2LbIT4KO2zzrI6kIDuAP05MWokdbR0Un6qtyRETsK4CahpdWjiepAtUPAkvzKAZL5RvmQOZjrN0dHMkyTjCdJCkE6aoUf7rrwTz0HGoPI4dEgTjJ9j/9JRHosP559DurOffHEwi/XP1uxyyljBdORemVGXA471A4832csnsnhMY6XrIEoe7364X8yi4ivzXMfutbc2VCrijk5EUiTCVMlfCOGj05nMlDgV9Z7oeJKAuCWs4X0E4DNlyECn+byoyXWis66vtsJBOVXvBWH0HMFE6Xa61VIWuJXpGZUEn25TVXCC9LQ5kmDTI41wFBt/jA4JP9RNSWBAx1X8+9CMmzj1k6a+FCfYyezQQDQF3XEeQW0QTjw48Fj5yWvwq6TBKCatQo8UzlAqUxkp30UMkWhwwhBhittm1Me/hqtaBr72mqIlpIABSlMJO0JsbMkCGnYVvI4zPobTv4VL4PYdmLoTwFeFKXg5go40e6PqzVs3hjVu9jzB6NfJ0xwL98z5YfboqeH7P3wLJerY8Ku/8pnhqTNs/oMnP3jrPWTAkTsU+z79CQtLmZFyRxJLaUq+V2qS15YO/VSHDUeoXTQlB+C96ccbA7eTh4a1MtHdkyiysQ1fO5NWqEJzdsTCnFMWoM8OiRWEvDPvY3wBxJfY5KVXunvT5kNmE+i3YJQJ42gMaRmQ8nKxQczGGT6PM5r4u//23w0//zMvDnfv3Bi+/a2vZQ2ty4zmZrkhEsI2GLVVTDzirkCAH7A9jWIpPOKaGPPLfo4ynCbdmgWju+Xfza7XPrjCeebXh4uXzg9f/eqXo7Q6vaoRZ2SlyWjsQRzvnT+C5rH6mOPIROf3RCdnc/FJCCEMHVapzF4UAui8wZIYkTlSCqmAscxCM2452x7F3g7EKZRyz6ZfYwnMxrp3Gnhj6sJwh3XuzzK67F4AZ0xcEuFpLy5LEa5r5SP74kAB98KlWTau9nWftS/ADame9OKxryyxgT/HUcTDK5TANZQ2R4mlLsoS9CmzNqweU7qwcCzy4ojwIst3PDnG2UFpcKOsS528l8ClWjN0ZjXiSI1lmmFcNQZi4HH6UE6Awylbp3I1KccIhctrpM11+y6fWs2SItNea9rtLDhjITDjmG1REAIDt4ArmMLOZlL8QMczO5w+fTYdnW3Kd3VAJZJw1lGIh9TtMTpStsTpcbny14uvHq3YgYN3uvNnmlTMPSXHNIjfYys96caL1WbnWTdOHTnj/iP+Vlhu5Jrt46yrz/GxYLc9OcQlXbl8C7T215Vy4ZmfqTux+yfdpgtQ9S0z6p938aYYAh3Io/mlDChzLkcqZb0BAIzJrPhCV1I7DJ21i3M6jJ/Axk069PLXGqF94F6uOmn8So0RZHHKT47shMfb8MPBqqBKXAOKt/DXyHlF7jRJl/nsjIjxfEJxLJRU0m7e6JE0BKM/O2nzW/kxum/TVqbctXe/5vHEr6pvBFDtVdE4Hd28bPhMQ/OStzK3xw9dfKucm351gszmGCb1YAhPbNOaNHS/BkdYpbw3BY0yOirx2m03ot8ISwj8NdJkSaezfAiPXpMlGcJtlOMKHOqSkOiSLtqgLWaRVhisgk4VRXI7spC6AMDJQ9MwIiMZybNihnj9kwfWtvLIoL59qgYmRDGJb/x5hGH9m5kNPkNTj2QY7BWuvUdoQIhnD+wbLLT32ooe3/XgFBNYhkg06Bz1H5wQ/loiTdAuBInvj1H4I14fFAsOeJXOEbypP/GJRTnoT3WC5qlTvYvoCO79rH6P992iXrFdWTV/iYeWKro84T/h82feMFhp++R3Ele2pO3v8+PKbuKlWkj8TJE1SElgE8CMWorMROGmybrgFjZMx94LQYgzFaOZfAAC73By9C0RqYQrnLLbV/KB8IFvvMTwSxFSadDuq8IHdhwa02IndPwp4GS4Z6+rDKgiZ+rQzgmlOT0iARS2FtNXwzHloqKvwq+fhdKGNVF1CdGm0YIjzY3qgIkYRfCa7EWgqqLsCCp8/4qfHwAzHX1zpGlxNKo/RU+C9ag73qFLgqYM5QWY1eAI27/wijCGLG5gi99UxGbt0PI28zE9XpRAd7jQITl/4cLw0qULw6XzT+VqcyavhyvX62QWlYa33357uMb61Hsc3XftA25p5GzqFObQW3wWthiSx1hUaqOA0fjGIDCR2R6uXPMrGFJGpEBIiMhqbK3Soxay46TgOatkVZLruZ06Mj5PKDGiiWxGq7RqlFmfCm+FwVIWLj16lvTr9oAGfvkhm+zUQg0GKBvYDU5cSuWr4mWlEhBEIICXm/3g+68Pf/XlLzDifH14xKlIC0dORna9POzoAhsiuSn28qUXh3evXI8yL4DIV2HhFweB7megPSP5U34mQYKVMUcRv/HNbw6rX2GfAfODKuuOVn/8Ez8//NXXvpVwCT71sx8qcif8cL/GIstT7JQrIxukb22lRgPD10IeaMl+Sbd88SfX0qH0jSA4wqRCusTG0vv37w3nnjozXP/gGjRzUyqj3sc5OefkycXhOvtH7DhqjJ+LjaDDy7JMj7LkZVluEFURO0E8Tw96yHIHl2u4JlQ+8INC6LGPlH++HV0FIrTQCUH5XOfIBusRT3YyF5UFw22iaK7PemQo4VlO8cx55IFwnlnszKmj7w8YDTe/HQF2BlI8As5RnWxyzslFyIcdALxRcMHvkhyQ+A3KGNlnneBbfhnGJTx2wOxgOqJ/hI7zWS6KWqGjovIqb21sKlbATH7MTAU1EHU2vYdQ2M/A21PDPfjcTeSZoJFu3zzyJgaC5KH1jbyxbOjvjCofKEnuJyo/26R0kgHYlUdPZVldp5Oxxp4FrlRfPM3lfsfosBF/hfP6zcd5Rr+iMAHXwR/T7abbPgAlT0yLx4KaN7Vk0jyDTh55cLDRT7rhIR1kOxTmrTDTUPO2zKW+HvlfbVq5Wc4MEDAjN/mKac4T++NIaXE6ENMCaXBP/urpTz0OhunXv+straS7VRIdVaIaFGN53WtMf8WNXCt3fJeb75Zfyedqq6pfWbCUj9FM20fHJ7Xsjbxf1ummbMdMRYlbeeJVHirrsQZQyfjoJy/jbcz2RziV9ZweRjsXWaDz1s8yd1O7ZSv7URIWmSb8dKdYoasVDNJQdEyItX4UF/IVBZM3ZKSs86POkc4CapD3NWg6hBqkjFO5tjyaDmNgnGN8mzd585u2lyWpdjZmclRrhYyctTj9Jc7pR3e/9zNIB84di+WhlX3TSSE0FcrryOMR0qRmKkqEshdLh94rncTCsdO3h6YRhBjBbz7hVvuOqIPh8zyKyVDzAABAAElEQVSPnScPMnFv0xr1vLN2yRPCypM9fBnh7sR4gPPOQI/5Yhi3Kq6c6QuxMe1lBnpygQnoplt9d3sxUNaQaBx9dEuYBrPc9a+nlGPDTNietZDQo0k4hZTaoODHeepHLhmWQtDi0IKBWCWeeDC54/KtsUBpjzDDYRu6nGlMS+da/p2mV3K4VnRgT1PSHHm5idWlPBpDKG6pmIIrzi0NlRbBhIaAE87Uk/m5KnwV0zwom283h+Uv9h5i8q48Kzomrn7XX19D2XmSQgosmx3JydNgj3YBdTfeMG5kiV77GwMSFCUYGR8uXX6GIwLPolTd5VSPW+yZGLgMypmcgVMrHg7f/vZ3IGKT4+1O1HGB8g6qksf7nsJCcMJbITodXnlTsiXepIYE9JESG0o7OqEq9OOpYFth8rhcPtO94a95Sh4YXzoY2VN2xCce86+U6uJDzy2C7mv69Jhims09g6OwAZK3S0TSIYaeOS+zMN36J/0eH/do+MpXvzh87JXnh+cvvzC88f03IICKlJbwMOE/89lfQoFZGZ566tzgOd7b76qAGV8jHh9hdkrjMflJmir/p5Ogcqds0wYVNOxeJubafjtUb7311gTGE9hUiuSB6XVNuZvVq8HDHRKlsFc2kcuMNuFhmaiM24FFJ5UOqfOq+CWWVZx76jQ8YdTWzZ7zx7Ip3tNMPriBzDEK64iueZqOAnLjXhLLRKBQ16j8e0TmI9I3T6fNzsUDlHYvJMlIHB0Blc6sjXe0Hn4ALORZi/jtUj7lQ5kzzdZ1C5z37qi75rDTrCiSrnl35Ntwc8y+OOqfZUJNkFS0bZRL2WzMgzHKooqWdBxCJi1DnhylyUgvjKncFDcdLAIo+z7OXGUZD+l66umns+Ro6e4dwqB8Ei/KhCwPX01aGI+l5F4c8cP5xIlF9hacGa7euEbeGS4RDVImUXWTv/VAeerGbEJVrliXklkD4FdjSb1tbPCaJ36Ib4OOUOoo6oIZHvdAyGM7IZ4yoxwcYwbDTk2UIvDMobybLjkTJZ6KKHyBd35XuQCLOMQGDJOtXdz+WnRi960nxk6aZ/L3s93Nh4oR76kfwyc1U26PswJFwRevfG/0VB1G3jZQvpp1L7ApD2GEt8DsipGwKx39XSBSn8nzMKD5BX/R0uUgAxNhSJU9QpK91o/Ku/Jnh8G6Vjf4Ehi4IXfTZorMaecnsicXpgFgl75O4w4g8hFjCW2S1drmimP9n1FaeDTKX2BNQTFhIsXdMA5UdnzKkR1FZ1wz8IWc5gAJ6gv3S6yzhCLlVVn1gQ9VUs1eeIebFEpfh2l7oZHi+JgGcfPl6X0zyL72jLrjZTfXFYnS9g9hzD/l3vRktN/EJ/3J7Z8ChTW8gIST2r5gQfeYfly0p7x+VHqabJHyylPplvB9DCIazBHSffxH3uPniTwOBLkk7zAb4o84k4e7y1s8Tz7u1DtZ1i2t5CEvcE/kwjRATlLqr6kVRkyyaX86e5CD3oeTEONaUci4PXkuc/XfWXANaMbW1fN4W5sYmbfKaBSeRrTMkHgJr8pCu8FxNzF4KtS52KECxq9CHfxr3ghB6ZIhkk7W5T3GkqZmxDOpNgqv3zXNYiDT38PzDs26d1ZPCVmwGNZHfzLL1s44YzzsMbpboUGt/OHPKj5Maen1NS00EzrKXTAKQeUXMAhvAR3jQIYCsxd3UaC76U/lagOK3UIh9ak4CDCdNy1WXoYRe0KHbFNQ8hCdt9PR2BTaE8kjHVHKaESvX+OKdI6wXGWpwclTi2z8WxyOQ8ddTmNxRPGVy5ezhv04F0utM5r49W++MSw9VEFmlJGLYwpjo9W0hCQTDVIqMMSH9IhU/vJO6xYiDNnSRkTzVz4gM/JTuy8fQclgFZvDnvrQ+CnPMwqIZZZ4nU8RFfwAErgGVyb91BhOXqgE3r3LUYEoiyoaqeQFahipFRCP75BTTIUe3Q21xbnXp7I598c/usLa4fOcjHIHr0PDB9fuDB/cvMHxivej9G1te6qIq+4S0cgfacQZGSgmVnhph0bTI551Og1bKJAn2Gtw/pznva8O585fGv78//5lwifdH4FJ2YO18LZOb5k97CZLIoHXUSjzVH6IUVkVr41pT4l+si1KpdG0yzf4vsro+bVrV4dXP/ZizqP3aManz1+M4u4560DMqLqbBR8yEm9cl6bYeRCfSr1LoBwV8+QrL1BazzIc9hrRIIvTU2bcaKQCnLPD4UcaYSDYkSFjs/TJ9fJ2JOdZjmF+O+LmiSeZtWE0+MyZs+Z6lHU7LfLe5TJnocHk++2SC/PdxBsvssFMVc7Sx9lL61wGpULmDNYhOicZdCEC/cvMDFEqWj2sMkHHD5gLwLLTaD7MM/Njul1CpDG/zYOel0SRGH8lYzSRa1zsYDzNsZTDmxYc85b40wVANyD6OCPp8j+X+kmLAKUznWE6ggTCCV4R3/XlVSbKP8tP6Nxs2oGjg7XA0Y4qywvMEmSPAZ0fed+/zSuLjvcedOXKMieOJtBlJ21JCwRVveibbhc8NX9sk6y3HY3vM2gywSUwj7gdm6EG8Dg7QxYgRr1+FaZP8RK7qE10c9fP9O9vQmTiWzgMlri8p6MUdPzg3YivpSN7a0yBsmF8/8StPWGsL6n/yyVhErQhsAOiV4fb4QSWtCcdfJFXfib9sUCvgERk/ZuOAnZ1C/0bPcJ5vGmEHBCo0yVY811Z7kb8tgPmoUYOag0nffPRT4az4uhKVniEX06g4i3I5B8x7YwKzxYwcJkJchO4p51ZF+TYU95UKNzmyRGxKOu2aasZ9Cl5dtnK2PkGksY8COlTdJieopE3YXxQ89FbqHfgocq5sm25j11AmMRJ6PqWR+bDBEZYVbzSi8efDIgmHyt8YAkv/oZpjw7mpwH+3sZ6osHoMiEs6Mhf3gV8B/17kOIgPQxCZY8cMNNWEl/eJHHwtnhnfosVTlu2LYymwv+kCYvGtMkPHz7NOvdGeaqW1VN0C5V4O2foBjm+0TSA0PDGso6IHsvb5Wi6Ursz4EU+Kz9JX9WHxWBzv3iC5YkMCnsp3SkEIBX5QUamSoTJ1ySp/BS7qzfW3QEbRiXgY37EmwssrBR9AlRhVZV29CoIHgMB/EEGFTJKhZga22iSGWYW0Ah1wnZogtbPsDEtUv/c/Y6QyWCfbsbIOIiw4AVvD8JbPKks89bDRkzeTwVq4Xa69C8hllBVOs1sK92iRo7thtVjiiJ5Bz5xpqIQtwEQJN2sDCCyR4ldQY9pzkkTYdKAIIRJbzistQJbcXSjdYHNkCoU3gz61NPnhpc/+UvDmbOnWQZwZPjbN380XOMEkOOLx4aXXn5lePb8mWGZKe8fv+NRcUROIaq3eRQe4iPmYAeBf/keaTd8C6uHYaWZZ9L7lo96OEqHnBFFk7IMTNcQe3yfyqCXFlnWGTeN4r1NoXXKTp5tkKZsOEMR8lsjqNgaTN1cVrPMsoFZFGlHpjcdDkklLW3kHxVDjb4I2xgY3r04W1m4Uffmjds0DjOsm14cPvWpTw5f/tI3GKlepdNzczh+8lhO4pk5zBnjS5wdPgIqcKY/fKnPRqQf8sZyBw7KX26p05n4jl7aybj83MXh5Veeyxp2bxT9sz/7/PDmm2+xKdgNjQT16XQb9wBjEB+V5H5cpPh7aZJEG38ryJ4nZcFjX6M8FwTrDkfC3RDrTZy3uIArexAgzI2opuNDbkE9w/nhbkxUeXWDrrEddTavDZ86mHT7LV/0U+kOP5JPEAdSl2HUyDyyALGRFWh56BGQyIh5buVtQ+LyiblDKO/yF0XTPQlukk6ZBJz2e8yMWEaUOxt2R+nkqY80brGvyHDicZnHKkvHVln3fZzR+kfL3JYK81Ta6yhUlWGUfvjsxlvPAxaenQhnieZQdDfoKNyh05fRdhRvl90okyoGkZXO7yKgf7V35YcdiQuczKPivoZcm94op7tDQ0t4xbtgV3zlW+71k5pSZ+O2TfnzMe9Ns7fDrsBT24nDLP+iZAanexO8NGmOOsb161UbhGGhQP5G+cRHObFuSiMtXw3Bd70TXDbH5NXt0tw9WjBZYl6ueSQvi0ozq0G4rvy1YFOvAtZATrnvtU54L2VgJtJ0nbo7xiS8Pp3oSageVxoNO6n/LfMT+MppDVBUuPIjvDIsn0y0GIyDW7Ud2IknjQWfMFWJTggIhyvulONHW/fA2RlF2YHjoQsSDjSS3XJ5TMckuLZ6bBuSTsq4ncA8KGelZKuYox5TLg2dARfLKHI/5wg65YpPRl9ZU84xpIZVsVMe5JdwU8dDaMed+kKc7a/oqGR010qhbj1WvXt9CeCx7EyH6vauD1QsfzscrOajAbvMxIqLmfk4s4+3Tnk+Km7gQkNwV5sz6lI9bnur3HaT9oWP/m7YdMngQ5dP22V502XV+GPakX/rvm2X+SC/mT2gthONmBKPt+UjeWbkZiJDks235b7X7SEROZ1hFUH6p/gL2/atDhmhDsZt3bKHXDE1knbDUfLO/YbiiV/jOhCJiSK2n/SbCPxNfIjMV+EwcZCJCwRhV/Dzp90gpnYfE+fuRQIAQbwq/IGJn5WIVyuL4UlN0UMMGlua/k7wY6NLr4zupgra5Lu7T96dIsMQO7gmvgqMDX9P3sTncTbhFNwO/XGhD/IT52680iJM3bvdHEu6wWnTOG2qYFT+ae9xDbMb9nS8HXbgZlQNheEI03jPPvvM8OqrHxu21h4O7737Y5ZwDMPtDz3CbZ1lMmvDW2+/Pbz/3ixHBT4a7txdztpiBTz5yGY5ETf27EDjh/RZ0LKBOr6Vts5PQ5Td/EKmqEjtnaeYKrbUbFagMyjDliunw9wIa6W9iWLjudgqcypArh82/irHoK6zrmeNkWGVdkdZpM9nK/CAiUJjebAAP2TJhg2i5yMzBkM+yElp2cnR8dtEJcEm3GUxbG5jDe8MMw5HubDoWc5dP8JZ1C997OJw7OSLw8/87KtcZnNu+PwX/oKILokhdTtBh0/yIc/IEwJOmVJwysF0feITrwwvvnhpeO/9t4bvfu9bKHYbw7vvXGMUmttXr3xAw+R67WrUp8DsazU50rTBem6fGL6VP/kun3K8Yc453Q+EtOtefDMdVrxbVJqO7C6zBtyOgCfqKN/K3xw3Y5oOzw03D7egPw2qy+eaUdnINDYNbvgGMcZx+YxG2uYY2XWJSpa/4a7c5khR8tQ8sxKXOJVX4zrCJszUDdZvUOTtqq6FX2TJzTJKvIXRuD7OwqQhafWQo3TyNp1M0uaooLNN80zRzsGfm9fuDffv3BpOX3gGpZZ13UuUs5PgoTMHtZIdufWUGE9jkpZszESWFYRl5PEeG3XluWv005g5U4UnWBP/oB9Tk4f0nn/mWUbpF+k0PoxcTcdJfU7aDOtPK5XgKIf6LnfLWsk+rghJ8g9euIwonaMUV0e45IEbhj3pxZFM8kwEkGzn2rw0vwJLnJERKLGOhhaFzQ5CZEgy5P9HpNdghu8meRYn3IAfuCCN+yRYD553dYpN8U9miicfHaexYIrKqTi7aAoNuwjpPDTWWEfAf2WylE2YGr/84k446lBZWctfKAN+7MKVSAf9mB+7Tejq7v29O1B9V/RJGdqXVwlUeZyyJIH53xnPAYueTsu9Mzhzc3UBmic66abybn1jh9xTpQ5TdrJOnTrFAxJSHyCThrPut01plCIbEcodCSk9Y4dTDx4FMBwPPyL88esQx1imRTx09n9y6Rqh/HQWy4AP5slo2JOKffEbKnLZfK1JEjPoLOdeZkeH3b0+uB2iTrceq1k1SZJvZcIdaAyZjVzh7aXXdEziJXYLb12ZPQnUSVkNgmeVeWUpJKCuuK+O9hc9QeOwTDrJLNU+NEM8Ow2NVwnwE/6wxx7yQFbEOxKB4CKQcKOEDH8RyBzDZh2kwkcMQhK3CgMOVIT8UGFaMHwmzKjwwSLTDGxs4/LoIousbL2ACa+4JWFWwNLXntQJfmCEE8WHbzGksQEv2Ra45WrIHr/oqpjl7u9YQQm8pSvUk+FVCbQ0NsWuaKlUjBJgClAcxCm98lQjXRpT6ZozmyLDkH0RRt3DM6KnV2n6eUIKYRJXVMQ1aG3Awl03URpWnvKYfm+kNWhDn/jmiymwtYKKUFDxdDc8lRDe5tmsdlwz6kW8bNAVijB85LWBfaYNhWVslA45M4I/4Z0+rlM31odvffN7w7X33uGIvXukD+Xm5FkqORWqVUZEP2R0l+UHTHerLN9GoaAJKMQND+DCbjEnPTiUW7iYhkOlXTfDyMPitrJrqnT3XX9xwE05VEmwiB22gSKgG0DJycC00UrvnQCMrQLUnjJnaausMTFZFQPEg1g5NpezFhVaxGHlnSUOEGT+eaKHRvrKls+pHyDAH9cn2yg60p2NTMfnh1/6hV8ePve5zw5f/OJfZMTnNFfEL54+Nrz+3e8NN1infe8up8WAz/KrkRs1mtBwkr/hmXJmepQX008aHQVIqAif+TwzvP76d4YP71wjYG3YdK2qV8Dfv89Nj6zXNImacNX0Yc+zf8LG9IY1hJFKSFLkobvkWK74F0gE9OKqYtYk70xX519oIL9cE36Lc/zPsJnSTUFuQj1zms2WLKk6zpKTd997FwWQThadpgU2mDqU/8iOA0Q84PZPR0v985x1R8+yTAfirKir9qP+c0kTbh4pKCzjhofg98ZcFUzLifLtxlYbEGFmxAV+Hp1fjMJ5b5mZFvMiDbmNO8ltpuABmnxxGY6dy9S/hM8MCDTc5oKoDTq3luizbDj+cOnesHEXTCwnW83maTa40inwJlIVg/mN2nTqDICdR0+tWWPD6TFG9E+ffGq4CZ2O8pc8mAMY8OeUiEaXazszsJEM9od17CjrLvG5duMGlBC+tQ1CyBLAZBKCBkBhZy218tY4SpLid4RLv9wnkJNi5B9h0xbgD/sDdwb/EKbQwF95W6f+1BIiO4HmlevYvYnXImCDaVqk1nywgPbOctFT9Sbe+xvp9yFu1hsLVGUMWryJ15rcDcYxBAsOP0BIMnnkQ/EqYcID+QBdplPQCasFQ/iS8nw0J3FX3dJdE80fHqEHTn0aBPg9TtVjLt0xOB7+5E/8Ea/QAj2RVf1lEvUcdbryVHWDpNUAROIDn5KRvLFM1F0VumFM+JQR20FG/vTHwpSOqZ3TEAY8cAo7S2/Du4IUDOIxXGP/bhxZJjE6Ek44whvpoVQLg//60R963PyMQu6JYK4nz7d26Kr9cjUgIt0ui5ljttgbpq1PZhlht6ymjRSq8DG6VdlIKnVJ/lvPi1OjfKVcNHap6ClPWWoL1bZH0RFQzosf5hMRrTw17RV+lsvO3+Q9TqIDpy0BoPjEZl2kf54KgwSB0fYQvEbiHxaOb9HZtuiguzYf3fsTP759K4mJLKApew9b5ZG40WkIYrqgJ+5ALDkSA7yApgUU9ePHFlKfZuSb+niTPTHJQygRi6aP1hf8SmfqMWWnJ8iAEtKMgz3hCTTkKG4G7taZUbPtcHbWut9ykaxzNqghi95HHAeGXAbpZLqPba3r323spCc6GfiSjxbEcIe0NRrC7w7UwM0ehV14OhVjsODZ4vkRo18Xvu5XNFbYshNUBrePYnCHNmIxUMcPpoovTEfqnKLVU3vHY/iOO3EJMQKI3c9CapwJLRW6x8179OwRjYojdFvZ80I5MtAE+wixZ27DZZhKY72nQe+GUNgKZgn/jiwpfHjL5xBh0GmAfE+hJYyePhQm8jmVb+LitMN0IFXoqgGmGBLf9VyOTrrZMmu7/EayqmB1FaUBG5F34B1u/+5vKxnh+V00WqY/uH5tuM3xgMcYFT537sxw6fmXOGN5Yfjhj99hFmWGM8YvDs9dPsfpFUe4DXV5uMUNqPdRKFzjWnCQ+Eww8UWl22Fj2ZFTXeaCXk9MVXvarDB4Rt5Bn+Wfl/EsSLlpE9lb4Up6FYYqmCpd3JzJSQCbbO40kjfrHkNZ8eb6ZZSfVKaE2sEV80z6aX881lGzucxGRXjZZVK3XbF0koPU/9K6lfOuf/O3fnN46YUXOGFmefjSl/5y+DF8Mw9f/+7r8OtDlHfGVensnFx8mgreUzvEEVD1kw9SmYwpee2+BkvZj/x0zjndiDpIw/Xrv/Frw1e/9NXh7R++PTzllfTHTw537y3nzoCVTW7uJP40qg5333cL2Mtcq5Mjv/ZjUnchh2nI4IH/I/Bmt5HYphbMUYbN08bNEWSXvaiULsDv2hh4GMXUG0rnU5HbkLokxrJupe3acU9M8aQiR2ZU9DxusQSYkXfS7+h0NqEST3mszaBuJqvjEh01N4x4XOcvmY7iOyvi4IejQN5kmuMkWUNv4+4oPMmEetPBiD4NgW427DWdLqMqn1JDWsiTd9zsfP9h9hAcIrxLgFgqPxylzlqhE/nw3t1hiY7UyTOLyVNplQ7PKB9H2fl2RP8kN4ueP/cMssm6fjYBu+5f/MqcBhvG1JSJbVdGS6vLpN586+84CafiJcMsY8rvaCo9+QSQ3pG5yKWbrbkAhlHNNdsA1+qTT6XkFICqF+tEGC9+Wiavj5BnMzTa5mUaUUc6FShgepHVtJHPIanJS6UF113pmY6jPUUijpOAKl59qURd8GWPQrTCmwpnPD+DrF7NutMxUSqev2WbvEcH/KaNsKailpeJ7DkH8U1kxmjBn0RZKxq//sYAjdjkDXmRzj5aiINpmQUxlukkQqQTgAWzQ8hXEdbChSedL0bUxK/a/nIoWiqiLnZFe+AeYvo98at8Lb+OK3lBfFu9jsu3xt/457vByYvQyL9yFyWVjtkkiHUSnOUnCmE8hNX++C6cQdGx9I+8g7ewE9ayoVKJa4NlINPcOJg4/Sf14r4+lZ4e7rHvKcApfwk85cj3Tnkpv6K75bNhfHDMu3/nPQXLSN1EJrtDh6bnxL4Tr34d+lT6WiDzx1k2y/jxoxzNS71hsd/g0ob1R3CwoYoMC0rTERAudQTfO/wbLeahcp3DA1TMqZc0W9SZGyzNs22wPq3BmF7fJcj4I9zQw8ClXTs12arLIKzJyRi4WSrXG+GjZ+en7mVHlejGlIzusSdBJqwFMTGafMsAPg3TTZYlGMY4UpxuRMXpYabfEfXmbRthT90ejO7BOgXbeGEE77EZsOGmlY/QN8DVUyQ++Le9eMauDUayCtX+9JiK3ogb3narkjsdvtIaF9NYnCD0hAfGfRITeuzhNaqME4imaVe6p+FVwZ24TFM3cZ2ypWSl2gqfsuvbHf1UGFtUxAqS/Wgb1/TwAViVRsUxX6xcSqCm4I5WhXbMEexSRGWLNkI7itJnTNfOrgyf+uxrw8svXGBz6RmWLVwY3vjR1eHHV64i/Cw34bIb9EN6sdx4+oD1x6xlj9RDf1WQncfkNigiIzipdGWkEkLTGenB4KGNjGc35zx4Z42AlbRUxia8PFfJ2kLZyHQaF6zo9oAOQ89Xp98XjqmgWfA4U501xK6XZtybEUy6OGRKnf5SMexll9QVDU6DnTzFumVw3F9dSiDpVzrl1rQRR8oP9BvP2+xUDt5BQf/KX34JxfLBcOL4CUY2Tw43bn3Ipl43SFJpoTgdRZE+POMNnOYZT7JFeapc8Q1Kvv3xXX6mNxUV7uJPw0N8gzuq+vn/9T+HD96/ydGUF4ff/d1/M3z9G1/n6MP1Yenew+HuAzswpCXAp1Oy197YHplLo0iDmM1TyKBTjZueugL+qiILf2oCaVKbxxxmRMtR4Tk6dg/uPygZgf+WC5dO3Lp5KxcfuSQlSrjKMPnr2nDTvUy+zbHZ0ptGnea28hW29JtnNYJcPLA+kBe6Cc9jKCufS+H2FIic9wN9Ks4alXNhCdeZCPPYjoQjnluM0OnvbIuwq9wgd9AtPyZLcEphgBrwmwuWUDmh1HgR031mqZZzA98K+XCcE2YO+0Crmza3KEvKiXQ7AOIyoXmn+Bfn4B0XR8FDl/R47KG0Ld25kwuLpD9lADiWOc1Y55OmHfWS/vIM+TzPBVA5l9h18DFFs3QnPuFSFqkqIAk+dFgFgxIMjSxXgg8eYTpHGTOtM065VRAHe8N/14t6e6t0H3aZGfi94Ev5yXIZOkQ25PIyeUeeSXdm0OzVhjR/qkz429MYxwN/Kg1QkY4VfYa0V7lPQBiBI7/2BxAaoGM/U3yVV/ruBLBzlHi/2JWkvT6dx4VT1B07PnuDT7sgz9KkHCtDoYE2wxli+dgptA+ZNj5xu2sHVHwtxVS+NH9f2Nur8qZH+QneggvM9tbecQhbBOVmyWltme1YC+dbpbwUKXhDXVj2kv0K12AAYcSnSFbFGr4YTk/jVj4+eSIOzFtAmkNpup8QXPLXn5/GJD4weMsPiYjcClM3+OBv+5z4J7xxDFblrQVL2Aqvf4dtKarvuCFvAguuFsY8HB95nKhSUEcuOgvvMbzWp97iKwROeqUdsIJxdgiHKQP0wLcDars6y1p2Z1umgyXPjYOcq4sa1uOXxem3dpfFrluvmmZ89Es+SaIf3cS/yo9DOHOmEf8KMo21RyC+acdEpibOO2zOPTVMKHAwJryBUIVSklJgm6AXOsOX4As+yhRkIPqkc1IgxJJTCyzUgVsCABdgaDG+UW9QhF+BR2Fz/Q+NrMqk+FrZGBNjmE0YGsVLAI0x0lIML5aMdKNwZAQasjWBaiJ3mXIJlNBRjamBEiPvHDupLbyZ+GX5g5+7TOgRV9JfGAItTmZ2uaVxJEw6GaYnaSreCjLwIa3Cw+MWj+xRth5j5LOjw4SjwnVZB6vwUJLIC4TPyM4mZFoGfm/Q+A+cNTrPSK0jq46+my8Z6RWZuEZ8jio1pnbH5jcKHOlIPoHvPJfWOIp+4gRLEQh/9erV4dr7V3NjpicuvPXWO8OVd95NJeqRjytcCoRAJq3KoXEAt8PYoLhRj/JHWOQHHjqg7RxBpoSxKwdZVhC3VhBhiDy34JoEj2nyuCwrmyNcbepyh22WUajkneJEG0f0nr98iRFIlXhoQ1lS0XRzp+vbpcvRWclT3KW38hD6beDw8yjEBBCAeZ0PY0zMdIVFoNYIDOGVMxRi8Ia1B1xl7xGOGeEF7CsvvTB89lc+O5x7+sLw9a99h3Psb4xAVZT8G2Vx9JlYen71dxFKHUANtMjlVr/2a58Zzj1zdHjl5VeHd398ffjhD94Ybt+6QVrZGAmYTJnD517hTCDvb7PTYyfI0Wul2WfVCtH8gpk+Yao8QlPzIpwjdKTc5Dt/FKWT20rdeOlG3i2WQZg+K1D9XRKzxLTHicVTXJa0xMbMFaATjzw+yWkxyt3HP/EJ9lDQGaKyX2M017XvTmsrbfdYRnOKs8UdnTffHPWWL5l5QT48QlDl3ZFzN3PKIzcSq7y7FMkOlOvYPV0gDYMdDYQssyq4qWB6i27qJ1NOGbT82RFIOSO/qi617CJNflOHKdPWi/JliXS5Np8eDmegc8cBS4DsALB4YTiOkrtIy7XELEMdbcuoE1OzK9B9nGMYXV61yqyIdC5z22nVH/IOhRcaPCVFfmlSb2A1/eaJ4y/msbRY5HQX3lnOY188doLNr9y0a0TC8MPTppWxkQz4YV1j2cRB4JjUfbjZ4XEfSL7hO4muAAS0023HY4ZZFdcOyzs7Z+nkA8fRLsv7ApuLvdnWcmta5L/0+nbpimiVvf7XEDzRKx1Z8gO1jnS7FAQo5GvuDIEPlZ6WqCeCWLKeoESLgmTOC6uZlCcrlGakfdqYH91onfpMuo0vr1MHpH6rEKZfPObf5Km8MG/jNwIj30FrfWeH1lyRRNt2s8jwDljUchlLctHYSR3hJx55r7d4eRU0gAQWfnbgkacs34G3UEKYkZCKIXJNls2AXSJsyoTJk5FxwyS+FAdhexedBVN34XccTeqJK431CMdS6MxzPca1hCZeElMQAm0nqYQ52FR+G0sUpJW0V1tZFFtg+mk/bpRMQRW+abUw5c03dVLkJHlNHP2wW151z0lf0YFwJ59wqvCBUWF1zGkx9mdbPOnSEKLCW1EkuGWK0t/xdn8Da+CJcVLgy6bjCDeyaNrks2+e0OqbcCrJmdUBSOqm9lbWI5vkp2Xb2bgF6vQFOujWxbU8BXV2verdnh/072PkrWmz7iilHb2AMlEZbZBeJsxb8jSig514quzW3xsItW9rSN1a9o8ggBZT+QlPwad4cjspYCw/lpUu+5WB+ECXMmS9UvGTnw1WXi0N2kmhaAzZ0emM8ZMnTEXhqnV/8fmIn4Y1MA3av7U3oFpHM4Vb5kB9BDJhJ3FDB3FkkklOosjRNCSTYIGajMFWJ590RFWgR6505/7eBaNo3eUoZzVwNilBuA42LS4Bpdev/CbDyiVuwpoETXoUXOWlYRttftvA93gFFccDjHyIMhVJaOvuCOvNXUcXavPazAxrsRH4eWUTd2/2OnmSKSaUsWU2Fip8MZ3ORms5Tiis76lfcUNpiiHB7rOE4t13bw7vvv0IZe8mijXjqEc4cx2JzhF6y3dzjN4z3IB6gptQN27dHh5l/W1Vj+EYuKUxnNQOaY7CzaIUZb1r0Le8KcwUg1Lo9Aot/NognTx9iqUA80xxLbMG9zQbNs/SMWckFiXOYwBV2HI04Lmnh6t0LO5w6ojrhh9xPf3KwxXsXO7ETZGum81UcRsBBnyMXBOPBdZ88Ki/IyqF0k/lpClZjrX9wDNlKpWhb+NaNVRBVyl0Q+zKI5Qxcsj1zF5e889+67eGH73zw+Frf/3XVAjHU1HIJY24U/HV54G/aeyA12WKaG2Ucma4dPG54Qd/963hj/7wT+ikqOw5Y7I9PP/i83D3fW6xXYIHKK8okMb7KJM1ryhgGZUmgjfJuj6QJOU24HWU93n4JJtc/3/sGAo6Srv8dimHCpqj1HZYSh66rKH4kz/LKI5uwLVDEL7TyXHdtiPzdzjC0OUn4ljH7dTZM4zQrmfUdgZFW/jLKLsuYXJZnkthTnL0oYq6eSH/F1C6zRwr/nkVSPLFUd55bm91Hba8N9wqFzAdYcbDcIfxc7lHz5eRRy2NpqNm+FRaKf+20QR2hipphE+eWPMIHshiz5qnjzrcXnownEOWT8IjpqUii/OUibX7j7hB1E4inVBmFO5wsZTLYux4uH7dNZaWFEfePeryGKNVy7MPMnNkHGVG+ZWIehkaR5HjGcVbF8KeYGnNaWaQbt2+OSZr2pL6GGE3fuokPJWTUkCFb2kpzphWG7c06A2I5TbrxNdZOsOsqaNVaeQJm82AW87J1LIa9x6oxFmHWr5KCbDMmxTKEfllDtk5WsXRtNVPIRvrYtyT1EaDL+kPbxiZy4wImVR1z1SgA6wdbvcWtkn2LU9inqSgVsjxd3eUfJumaQP8EUdz3x0kdRU8MV3WybXkx70zpUSnQxm7nQpIJ0FwgcdavuoouAl00xLuN97yrbOM9p93UstbXDPmBx1gy8ehOY4pRa7NI+9HUC6yeZNwUYIa7b4iJ8LgccYm3yDwbcMgytHwIZV4lpMJwEzypLn74jFsy5FyaO5GN04fhElgAenGawJPx5/UdIxCmpjuqsu0fRKibAf56Z6n0TiJ12LwSroM1+Skvy2kzpSX7FR5sgzkT5ml7Os3UozFOttHM7pjt56oAU87vRUvZRh3POKmUm5dKdyqgATEQ/4aIrw3r6kuogeBwEMAShZantveBp+/mv7GSvjeSYgXCTft9WBXLiIbdPKhQVocHTeOJ734rEHrOvs7/HN/WXT+AAv4DJJUWRKz9aS/yBNwBe3goapCJAw/0y4Bhuq8HHWuBnf6VQq7pRwgO4xOBQvn3Z47QoYnIYtgydzEgwiIsTCTijGCbnjHwKIwyxyuP50FUv5Tlu5w4Du4GuwU2h0hoUEV+COSsSNKiJAQ01ERFRppku7RiJPH4JkUGP0rrkGlR6VOWMb0MfM6HEMKuaALir8eEPfAx83RAyMrYEFIBkX4W/4Zf4chnAWlYSQqdsIuMhL16gvnUNrrRAvTl1FBGiCV1bNnnx4ebhwefvT+LRQezj9WoCRSop/USKdh5Q+MuXf34XDlvQ+GTZa8nKKB//irH2cTxtHh63/zt95QP7z6c68OF55hbfvFC8M9bgL94l99g1FC1mJDW42aTCphC6tMOMyoqxdW+e6ntIQvhRmxUlk3nssNyANHPgmvovCpT/8iNz2eGW7ReXBpgDK4dIebV1HAXXJw8/rNrBW++t51lEMu+kFRcvbHdcrmz7DNLIRTbxZaa5pybYnOZ3rzTp85jmwh9oKN8MQMNAn5Mm438e0fJF0/3bYYOURpZOnQs89eGH75tdcYPb7DJt7vZPr/2tV3hi984U+Hpxlhn2eGIKMNxiO7M1IQKF3aRvA7LdI0Gpph+OGG4ftsRPyP/+k/Z5nFEZZd0L3KxT/b3Ez6vTe/z5IgRjcd7SL6DhAjrLJM+9lQOxKaZSGMntrx0O4RflbiTju6ft7lQMcZUXe5wyp5aTzpUqGuih3YHXAKDEoYSmuUdBRR6dUu7w4dWs8IuxtzVfZn6TzNku8PGGWeZ926axa32WDnueTCd126FbiKu0tK8MySkzmU4RwhiJ90OSqY/Qlklcq+Gx5VLo1T+W0+bDOqzZIvOg6aXgdaNpVtl5P41l2YltEoM6TNjbAWuy1oVo6XLRMIz2FmKDYYSX8ArXfoDJ88zlGppNEp4SPwaouOhmvdj7AEZv7oSeI94vx5LoBCGVIW/XPWweVUCyj7p0j3PIqTcr7JmfuO+BlO/vbNwFlyxrejVJYBfEnzBrMwR+k4niaoLmWqruxfo+Muh8mnkp7BF+sLP/iphp0yDD5H1FXi7VR7OocdxpQh5OQweRlilA+i5kz8Rot0Ctc8ySyjfRiUkEzKNRhpxEUJ+cbX5D1JTjlO/ZpfDnTUCO+emncqZFmFlweYthPmadK5K6T06p4cegz+XdEa9L2uu12qLUm2jkUnYaQJ/pmmdGpUpOmE+2QmTD5jdzO3rM1ooSPjyrDNEgnKsjXerSgmXFo906G7L8P5B5AZ6kNEOrLsrcIDR59GeVdhB2g6DdJEnKKx3qUwCyPQg0eONUt7QaHxwJMWG+TpBEYudO8g8bXshSbdhGu0orEUQ32Te4lWfpMwiWD6FKonNsEoEGIU7IqqBJRLSAzd0t4cKxAyolzjzlNv5caYO40u089O38mXcXt034El4Ka6pWxAg7CU9sBMHOIRrujhLZ0hvFuKd9VmG5HYRE7e8FmmoMpXFVoHIiprgWfbyre8pXZssIOdqP1dUNJcam35XnQYpgw5GrzKUynV5BmIUoaNrDuPNY/1zRpr0NdmOSmIAmvbv84eoTWWG65R522gtGesnXhJLiisE+q0K2UWeKR1A4aEJ2jpFKEiDQyWGzd5N2GrNzACDZ2i5KLJ4iQJjrBPjOLvKSFZyjIyXdf48O6kAdj06e4WWJ15bIAgC0JkjQHEBAlUuGF6slqnSqSZNirDZjpPFTKCaCcD9xNCIOwwhhGVUxCNlMQVj379CecMoJG0ZhdPmQDBXZE0zZIqHSp+2hU24BFcurEmRaYavaPF0M3QwrThVUiwNmTKhejqbZhKoz26QxwNlagKJ42xiozhjGAcaRG6dterilDFZZz9wMnGYGKAzYdCE1URWkRwBOE5f/oojbzTSdzkdXghU0yOdGcNLrxfWWLDnGn1SSqtqE1IwZzgmLI13JEDR6EI79KHLTZqXn7u/PDaz36cpQKbKOyLw8LxU8M7124zMs6SBfj98Y+9OJx/+kyumHcEfj1KEkkkAeEzP5BV9OgAYxzd8lFJkQ8m7xBLWcIXU25DjxttTEZhHA09xq5yz6ZeYunDI0YaP2TU/AFKqTdleja1FYOjl3JM5ckkuTyrNuWWsq9yqb8NypoiQUF02j0CAFp5VJW6tDmFN5uj72qzrMffTeSrc088cDg80y1KEcR49q9KljMA/+hznx4+8+lPD3dZ9vGVL30ZWl33vQr8YfiNX//V4fSZc8M3v/nDxI18deAf8U6FRZjKa2kgBShsUJ88rzWCKPGkRWVVWVVucjwiF4WsUQdEhVMmp0yVqzAkruEJtiiMLaywNqkMHc02f238lThluqY6kV/SeWhNOCqLKPOswbZizHnk5KE81teRNkfOb9DZevTKSjozD1kec5gLlCiJnCjA7AMk2jGYX3BpBZ0EkKqgO8VqegHGDNPi8IBlMo46mw9kdY6XlS8q5cob1FGRm48og4ykZ+04tK+z90K5cEmMoz92BMQ5j0KySXkQXvYboEjbuZAnjhKb98qlYqRSekglHtjWabigNFUnys2htz68nYvHJGxrc2H48N7G8NxFOlIcG7aNYn+KeOfo6Nx/wNn0KOmzLJ8RjLNDm3ObLF8hXfBJKV71JIOk23OlOQMeuumfApkI0F9LPqoBsh7YJl6O84MqjXI2Pz83XOR4ye+g8MPQqh/Le8evXKMFBjJ8w6o9bYC44KnylfpMhbrxVgCp0wyPsex4/vkj1s0dZQbwMPtCvMTGxtxGdpnTd4y6PW+ZtdNJGYGvGTABzQaNsHWKzyayrEnHi0jCDrtVxENgvNMWKZNVpvEjz6RbxdYxZiuNlB0iG1+7HQrpzlIDwEz8DTN5TLom7V7crd/lUcGyxh2N4taNjNeIEFzTMLXvMNLLU22keYa//AwM8OGRMgky+eQAiDM7dk59tDuTmdmMpkATDF0BN3g218Iatyv71g0q3X1ZVvAbl7QV/6xLK3WOolvngg381L2E4ad4YvjMifiudBTPihkFi+DkR9mTMBOHlFlGGyds08mnOv2DchJo5L1hkAk7dbbhKQuyx8pIPjV7dAu+hW7uWCYlk8jhfTqQDdXBL+P5FK1pB5JWXMwfy4UPPI3RGhdkCdyFvbzyq1toJJT/Bsb4ks79DEWssl3PFsekWi9Zr9WSNXHxR1hKRN77wRNPHuQouI2gG3SHN9jVU7YZhlaXScdLmYt+ZUxMs5uOdBiVCeJYL8lbjceGBo9vH+oY6y+XQFK9Etx85Zs0mA9ZVUA4uZi6Q5SN5+KwbXMwRXlNOwNK2xrxKucpf8CxPlmlrlEbyL4j6hLlJ1lG+MgceKUyck1VYFtMRoIbqbV+w18V2UA1s6fmwKd5SxqUOPHmIZB/2uPkF7QWl3GGH8CQFUZsUMPpstvIKSS+WxWeUHzEyDwFjVcYmTVB+KRBS20lbkkQhwWowuUzEMQzcTPUtIkwTjs8xp6MlAmAdJ1QmQn8CCQJTvLN9B5kH5hhVgSrPAndQoHAWi9cAABAuuIuDyxUepliBZ3sGqFrK17EFvcOqWhH2Gw8EQjjMY5HTxOb/INu/2xA/eYn9GvPBi6cnHIRnumaTpu0x4eaqytm5uoWa3tXmCJfU8Bn5qOoe56yV6bf4Yi4u8sqIvALnEJQAFORRq5B8hhT6ZLOGRpWbnxkevPRstfZs252c3l4/9r7LFHYGG7eY3qfUU0bhSvvXh0+5Gi4GzeuM2rokgerTuUu8o99t4HDFlB6vJs0nFuOdnPOdWSSoGaFFbCVhzeNeaT7I+BuqVzi+O2/eYNC1vgJw+SNI3Dm3kw2pIixNrNkdCDc7VQo9z6EBpaFWMUTbEYfTfIRHtgYLTJz4RpfA/g3HW6MMGWxYjnDte+f4Oz6q1euBPuly5eH//Gnf8ZRi99mNuIZ0sulPCgdd5buDv/4n/zT4f33P2Dp0f1UvoE/RcsU6I+wmnsq5NANDd4geukSuEjfhfPPZrT67XfeGb73xt9lhKxGrfD+CFwl+4XasujIvcuJLDORx1Z25WmHqdK2mmUdKESUDSvYBZYxLXIOvZW/Gy+7sUG1Y+V6Z5cr3efEEzdYesqPy5tUolU4TnDD7h0U3vOMqrtx9jAnpGRk33xiBNxzy6OYED51BgSlYiX9XvalvCk3yluUGxSMrK+mnCjvKoF2gGXII8qYYeZ8mN25t7IaBd5TWQBG2h+UvCbRFG9wEpGlK6uksxR+G6OutKvYHD3GTbaIqdJmmZyBZu8ucPPvuUVGmuHTkblDw1OnTwzX2Otw+yEbVOmQmEazyA6XMxieBX+KZSzmy+226XTbGSQU/tRHSpz1Do91nnFL0WtyrpjgamfUUuP+FGdN7CClnkF20hgZbDSJdKDsBy9BojgnhcUTZyBmWRJFK6tD6HdmYX5lMbMW1ll2jtwnYl6ENymXNOh8R56VDWzZdwADrR/snFTDPTUaa0IxynNkun2Xa/2avi5PdjpSEei1J6zpLcdwTZgF4sBfeZBQ5MsecAfG+gk9ArvVQy2q+ZzpetMGXzzbup+QVEtUild2NpV/xd2c9xhhl7TNIXNHvMbdeDzZF0S+WfeZfxkAEC+8j9LEgI74lCzl2iUwUdgpo4Z19N1lS9KijGbgi2+sxOA7bv17Ov1ybcK5poaAh/qheZmvaROTG+bMJPw0pLK3/BACMpW2OFmufE+FAETgd8cneu+Vhr0uJTORxV2ekRX4X+Wm07kX8Q5Z3gVjR+jAEp8w8clPhQh+3CvHyr/KGQGNl+Da1Xyoq/mm2mPgwXx2sIHBrTX0AOXHuoFwMZWhJVP4eVqUfJyZY9ACABYvKh7Koh0qdBLqp9Rh6C71ZtBDOaKtyAw49ZyzftZx1t/SpSmZLXlKR1JZUtbBldkcUjaxI6P8IWUh0/RUZ4b6gzhbpInCQVtAfBCEROFBr0e9Kk5yBPTp1G4oq9RdHhXt42BIZqZQ2FPK8ZcNGn2rY4MdmDOO4MQQBlzUgDKZ0IkgE1VELCASjDN+AouAa5d4nkoQYVum+k7C6To4HVA9c5ICHHhoO4I14zZVERYV/2C/EVookw4zKdQnTaRIGlHazEBpJNhjTXkLZX+TTRfBYkjgwZcqNCSSaOmh4ZVro4OXDGqNntQJ2WUmZrQR7NXOEK7OviW+GcsRghkVh/bMWCAMfT1UMlfUZGggmL4pYzozCmoPL4qlmW4jVfRtIOxLS0vDNsrQPZSWTRQMpyRtcK1w18iwjU0a/1lO03C6OeCVAPE17gRns5vWKfxKicbOzDyXtjgS/P6Vm8PyPS5qWb+XJShzR9jhfeLp1HKOcL135SrnQS+k4T+M37def3O4dZfTNYQ8DbzhEb0jryrfPiBrOLHKS0iNtGIHPAXWAq8CiPKmDGC8KTFKP2HksSDs7Nnx5T9wUrkkOf4Qzg6b8JHzmubDHhqNgamkY9FdvMCDn3fht2f26l4SYPgxsEFj4kK+Scs8CuezFy9zVOEd1tPfHf7wj//b8MEHH+Sm2MPcarlKPlOtDX/9/749fO1b3wQ+FeKKFQflDECNsg76id/KcmYR5CvmX//2vxpe/djL7D34cLhylU4VCm+NHpfCHQWrknsgjumUCt8RC9NoXZNGGb66OdJKLputULwZG8Xf5THsrVDJJUWOrLiMxXhOn1uRJqUpg5U1niKiDHhZkjMnqxwPqmybly75unH71nDpxZezl2ONsPMs6fAiDOXQpWGLKvWs+bbi9NQqOy5W1C5J8gQT811FPPSAXwU/dYyjJSTKBkMlfZuyZIfEs9npquLHSA2dB9fF32epmXRKk3WVim8U08AXNLLmX/haEuOFSa7nl/fJXMs/9lUU7SUU9jMnzkRRGlgaY6fGsAOXkzmDEByEt8w46n98kcu3Ll7MaTYforArX1bSh+BvpmvBW9JatPBLuvMLVaIvvju6LY3OXpzg5Ib78E1DMlJMtCcJvBM977Qmeo0m/CNg5DYReiz4oIyg4G3DIwcx5IxLjh4ymj7LEqQF/OdQFjWe5OAJMnb2ejlPmbUhJE+OuiGVdsiGdt2ZEeo9lXZhdgqlxb/emeQz+Vt5jIyiDDhyr+yoaGrMK+vxMrvf5WqKeqrisuOjwkx+9exwJq5lm0TstAayGZERy4PiFURpjVHGrPuM5p+yCI+qw0onSWVLuVR5hmfKqN/KgbOi5HxGsOWz8azfMrKuUoaC4iyc7sKtOMbzCTZI8K0fv4Td5iZol9wknnESjzA9jvH8MGY5YrEcVj0Vj31+ipMVT7sPiHfmxT7xJk5jrInTAbbAPsDvQOcU8oqZkqG1yB2jPDkFY5Q9lv1pQ9JLwCfh9/3GOzQpL1VadnDQOJjAYjDDEWdnXtwzs0kZ2dpQWceNunIdN0HVowxQX1Bh1Iy5A0UqrSUXQZkfwlPXZiSd+svy5wi49zAoC5Z3FfgcAoHd2dMMoE7lcklbtfHV4YPbiI51lWLk225j5s1IzizluRRyPkif/tVWQRtlY3OT0ABQJdCEZuju1UDusCFeDhOARvq0w5zfhiUeEKrs9U4//lTAuGEBpmUMoIIeeeUG1iI4lCv4JguGOdIbZALmz6kAlBrLidMcrtt1d3gqd2NhP0rld+y4m5gYCWOaVMZ7VvQDRlfvPGATlJoQptETWDIqBEpsM1G4sFcFKewpzx5ox7s4Zjxhh4G8eyySQTZU5QRBZE6lo0D0UIXHjAxhxi6wE0wWLP/hVWCArAtvKk5ga0qRqxGdbUa2txm53YL5dnVK6ZU2M1bhl78oZ1RsXgTgelgbU0cCbUzuoXC4DtdRXDNKXpkvMZKu1e+G27eCKj2+FZKEMV0G49OGRiUyU/NUrKssI1mhAbQhclT3OFPm61y0ssImLxkqT4RlGpIXMplCUSPSAMToFFK0Q6d2NV9xLXD2uhveZthY9DOv/vxw6fKF4Tijew9WGOl+/Xt0Hu5zbvQzw8/97CdYs7w43Lx9LyOjYIR3wgo0IU6MSq3KBQJtg+HkdqafpdPGGp47guMyFP8OedNY5AiBI64NyTrrWeIUSSkc5q0nQMhTQpEuZB0hlQYLkHkbJSuCSzgNceKvLPNZnUY4De54A0ulyRNexFI4iSbM5EgVSnEm3wBiubly5drwR3/838F3CIWTTZAosRefe2G4fPlS1hpvs9ThAcsccslPloa4JIORBiqrOqKzyaC0khYxfpSJHEOg6dhA5l54/gXyf3b4vX//e8MH165D7ezw4iuvchIHyyqWVEKllR94YGUzbYSlMb2Gkf/hD28VY428VCF2dGSLJWE1KlJ0EzNgzYOscUc+VZSPsEnSk0DMd+XWowDNt7rxlLJGuAcca+hG1WzSxf4UG4ud3rR8qcSvoXzbMfVGOo8UVOEUnps6V+CXRd3Tkh6hFM6AzzSYWBUSpSEcVXHWVsmEXCxkudR7RCGkknDqyyiE7LHmDXGEr03I5v5R6knlypFfNxW7aVXF3LoTAW88owxapgDvBs8F6FpmScjs3FEUWGSP8NfYFH3p/FlmyGgcWWbmBVcqWm6QvcvMkuvT/XaDKcWDOoVLpm7dyWZZN6cu23kAAeMElFvzgvg0StvkfQYKrH9IDCwimdAD/ORv6nRPEzo6nKFMv//ee8ljWZInfJMRxJOvYaTl0u9KkwnT7siaJjKIrJvn6/AxeU8YL7QCLTz2NJvq9Nlwu0/Ee37MDt0jQ4R3tM6yoZLpuc0LdIAdjacmoH4gmWvSw0OipDUGGFWa+cKx9pFoqW/DOO0uTV6sVUOAumIIk5PS4I9w+Uo5jBAnQP0kfcDoJnyU7y39UtDLq7Zuqjbxy4S2+KIxEJ+ISPhYPJ7AN2xwGhM++9hGuu/HOir8QFh7x1NeuX/EJYTKjPKrouKAG9wivriEoabQyzXu8NEOXD2GlGKfkt/EBwZfwACWgDBz1IveLOqsVWZskpB45ceUSL/Ommq/GxygHWz06/6Np9D8kxnDy2Sff1iTfIIHtVTSuo6UWjjNW/OMTLKOwKf91vfBVECr/+ZN463UWy3tNuY/1U74aoBwJ3Ki9Fse9LR8KuNAyaMc4d/D5Q1t0o3ddi9wCWOdftT6F7Zt0J5uo9w+4kCLGeoq8891IkpIOAutDpTlG1B6Mv9QHAAAAHxJREFUC0el33pPd5NjPCXQpkZl3U67M6r4QK28cSbWW6aJo5wRKR1SfMNDYUFX9DMREKMb+aVeG4WdtFo/SPthikhoBEIMMA7ZBiCvDgC63FvshtFkdjiw/XLIQ8xiqnTo4mEo6QjAtyw5zEAPIcFv/Mh3YmI3sTHYef9/CELtogmxcccAAAAASUVORK5CYII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92" y="2700328"/>
            <a:ext cx="6839712" cy="44714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31896" y="6035404"/>
            <a:ext cx="64008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Онлайн-библиотека: 100 книг, поиск по названию, автору и жанру, фильтры, сортировка, избранное, аренда на 14 дней.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columns-3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bS9iYLlOHJkG2tW9bSe1PMk/YH+/+ueNF0Z29gxcwNBxo3MrJYeIi5BAL67YyHIy3v/H//xHx9Kd3ya7u/ve7ryh4cHn7+9vRn2/u7x7v6hcPd37293d6CBewt/EdpO4PkGXz7DM1yoijz39x8nPh/v1KetpCz/3bvJUPdwHyofyKePSNw96UMu6Tfsh7uPd2Al/8er8e4foI093iF11uU+dXfi1XR//+hT6Ly8vtw9Psguw78w5NAnVbZ30Y+9hPfyfvf0CN6H4GRIyWOdkFkqPD8/3729vZ70C4/4bdGST4JvVjp8iB8+qlVbD13p/gEffe6Q7f3u4QG9Uv/68qLze/PGn7Xx25v8AUladVJ9UpM6zt8HJsYWB8XN09PT3du7eGFi+dFxgo4TR9Hp/Q7ez8+/mSS6kY54CGF5O/hqW/YWLPX84+umxmNllZWHXmi1Hnii41V+xK/o+d44HBkfZBPqpbn9zZnL2AKexKfa3x4VU+C/vt39/vTNfhlS4j36qB3Y5zHWi0IJue0zuUyULSc6GVe2f5Psvz1/U9zSD5E46WqfXWf0xW9o1/or/Fdl6otD3nJ4I4OEpg89fBf9J8kFH8X28ilKjr7UY6ytXRFqm2O39ir0tx005hC5kuBOTrG+76L78nR39+3l4+5FjfISrXf35stJ+EEjOhHPst/0U0E4pQ253izro/xFen9vbLg4B8Wi6H/c/6EYfr57+a6xAv2GVyHRLR/5f+zdtnOu0VP8XkXn/lERtWTdobBj2mDzjr9loNiVGKVvBz423XGn/pMPqJd+NbRK9Sct0G5b+++uIn3DdpNojnVwdgCIbImmJ+lA/L6IsIYanLlwN9BFp3650r3WN75CQ3LJ3liM+heNH/BmDPlgvtoZXc7NR/HxpjggpikzHoB/P3NeUT5klJcXxYuC8/7hTTFAWMiYH0RpUu35cP9kWtR6OqCf3MeHClbFB+M8Kbgdg6AX/hgrqbq3vOeFpw75M88Et7rs8JzTVT48HxGviqPRs7EffodO4Dzqj1S/PI7cL9IF+2JlYoJ+R16ZoU+i3JgicNeY7TbGhTO/Nf8a/eGO7vldY0BEPWxTeQ5+aWvZzHW4wrUdeV+F8qT+9PYo2zOeSIG241vbUYzJqa+doJ35H9nxLTkfOioLIsYsOhtUYz/mWxJlaPVT+XYeQN3PnOyYE3/a9S8ZYld8x1yU6JedPRb/3XTv3jVQIo98VPrVK2Xpon7zjfUFCzilzncuzKG48O241rodjnPo0wasJRN9LIDadBPmuhf8+O1Z8RAdhCR9jL3kpERacrqdsuLg+/e7b9+++Zyy0G0P5p6OC5WvefUO1dKNvEddz6A39hB9kucTrPwWW7c/dBx0p3qUHqwRqZxgZ8wg3Uv5cX2bXM/8RYp8VTL+ou719V3j2DfDCOpkH+Yu6tD/7gNfNw0dFesPWmqbwKvfjvntL8Z+CfjOOlN/pI5Juw0bJ9Sx1iWVrs7sE+re3yLDzp/Oi79sEjn8nr7hfi884UTft7vffmO9KxkQcOIcmk6S0wk7kzyPvtw9PGq8bZvw7sXE+g0coRb7S8f334P78Hf3HAr37rupnkZnH+WzNVknEfc4IFvhn3eN55oZ9Kc1kPrso/GYK2Qj+f5RimPVD60HsV09hEyM4Y2NjY1PPS4KhvH25UXrj15vWLlAQ+/hWTOt9Kcfdf5DmvsNDmhk2JN9jN1EQ/8aP4642OEso5HT3pjYYW6dX+EaUzss9uS6BVGv8MsuEwe08/H8Y9uBa8ua5I4PXT4k6uH9oPUW40fmPBFg3BYMZeIe8Efx+kN9OOtyVaiNdj7M29j3+UkxpKAqj/iZuH+7e/7tN9vy+/cX+TX+3uWyQJs+lBkyoMU8+iZ/fJMfuYZAwmuilnXjq+jjc/6wE5o+Z9hyeYaeK/qpXPucKm8VRPz7y3f1zek7t2Bsv8PmVxCvmZkV8JvjDImTokfnsfiBFmBlHX0Ce5W35at9W257c6iRaN/rKAdHa1XW5WPXQAuecoT5hAvMTovylT51pDf1f2nnWDQ9jRPkpV06xFPPc02FDW6nmAi74nz0ShAUH6ysU2jtOuTwU+EaLx2bwGPcIpWmCzpUXsqcq2twJr+K98c39bPv6idaT2leGhKDQ7Tea72hviEMmfWUGGf2RJ81r7FT24ifPV31YvwPY/qfaBBvUV19Q3sMmldZQzi2JAjdEblIHAXtGMVfXPORNBs7p5WxIDIoZrcxBgDi5y9/+d39hXJtVbjW3esawYsirRPf3/+QPND83XTf2ScZ3OJTXv2G9YT5xg6Ma8CVR9adiSvq+fumNdfLi3gx32icWvqqnXXI8r8MAJ3yPdNNP9zbkOurdB3vr/4t3q/CFb45eMjqv5F5p3XiJ59hl+oJjbV+G4K5DsH36C/fSV3oneiApzqZzHHwqvWsLQwCabIUdCS28IFofgj2UXH3KnRijMBDhtqzOIwSTWnDv6ox/MFgX58AZzmNiq7QTXxkrS0ZKmOJT44NiQH6u2GQVW1eDYrdGgdUT1pldWDHnKodM3RosXTfsIlET3VeD6qpdjMR4TCn0A/Z4/yXf/nb3W+s6+UnjRqxI+zgr8OH6qHlKvKRxXwvelkmM8EGfDTmsG+jfgJBjiSvd1THvhIwD8SQ6GZNAWO4RR/a+3ngYkaJngPEOxMwttYHn5i/4JEbnOy1yqbCE6RTaeEnxhbnDN0PfwgHuL+ooAoFIbBN0EbuR41L0RMJkIfr48iV+hkjKis0JFuvyUvvR3npFYZYT5LNOJHdfnOVyr/ro/FSg4vlQmauk9Al/U5rKInw8Zix5/vfE5u/a71Pf7vZx8SiutcEf2jd87/+8leNZX/I8NJ3659RX318m0ceHTf0H2IG30QD7g9gLaYF4hNpgDGc2ryminPiM/BVpr/qMtBjA/PMkk8NjknZGLthq+ff8CEmgXpwKTOukLq+jb/C3/UjJPdHiHlS9wC8ShQ5hiDmj/IHBr7Qov8hJzrC6gH7AsCakvqh33VBy4A4ja6sZ590bcE8SOKa71GM6f/mo7rMNbJhQ9T2Tswiw54Wn4lJdKnNyTOnipbkr17k7jXk4vGqOey6N8dYusMvPsO8ba2nbLqSlfU8/BiHaO+H9saI71OJlnGUZ4k1fpFQD4rD6t88rG31kSK99EnXtt/lhCc537DLv0csVU5yeJaWy2NU6u/f2rZY+AS6llX6kV5nP2PRuoydHvd1Dwr6jtTpP41TE/nBofKWPvd6ep1FTDoeiYvRpXpR5uNrKs0B9X9Z1XrF6/XslV/agZa+ii23exz2gGoei4b4Fb98vsrPvjygGtfffD/gu67LxVN+BN5TgeIeXfgwt3HdTzuJIatzVylCD/n6WfXjv6td6IP0O/aXdl3qd+hc1y2QMh3ZpelpR24lOQTaRn4M/IeggUfoHfPzudBXKiwKu35y5tkau4MiSJZBDR7sFpWfnySMZ1NseDiYP8mqCi3AfXVgAIwTIGxwTbVJm1oWAd/UKe4VzwufrTJlIoFBWzfP7JRn2ZJOyKCoKn1qO4ZALy6wE53TkywwkRE4XwBaFzqaaHlqowOoUQk8+GKbV0/U4LIpQmsGPnJ4ddOx9IEgEUSViTK0gG9OnZOA4Id9HOwEfxEjssCkh89bMTK0OKTIrnK0fAN0YQWGAfRgvRrXiXiODqsKm6hAOHQA1P2edGxonZhe4r+DuXDdqU0plHc5fC46yFh6JuubBiykiAPR2Pd1HQLplzXlIfPtM3QDFn463ga6WQusEL/A2XUBxPQNnkL9U9IpH/yX/EdVQU+54Yj3JsFjVw901KkMWxZkpDG/bXpBC8DlmMUV41sWIpdmFRFQzh85X3TB8qgb+sR1bAD3IyFvdDvXHxCc0TYCl/AJYMelT8jndJUqJ1huiAF1tfOJzFaoTLtNaC6+9YFix8AOuFYSSJZgksNcKf88vWqR8cIGqCZBJki6OzI33n9OYSAi/BfgkmgLj2zOckOLq5Kt4QtsnFVr1xasjXjAQqvehYUI99pBwgb4gRu8vuCSXrOWMmxpuGAkLn4ZCyMP46/7yqL8k5NN953PT7B+oZlxi6Cu9kE55J+Ab/sZTLXZSOn6U/dOZ7w7s86GirhkxXxu/JOlrIWQG8SMg59JHIKiyzE/B/JWHTf3nuRTNtW5QMQmny3zmVNq4JcxthDEx+a2Vn+ZI1Pt7nNxf3hSnDjOgpZ4pr9SjnSIil1tW3UCLoqMz06nBIgcX/QBkSCeGEdZIay1V9iteW+KK8sichXNL2PhYWvKxPyb9eICW/qJl677716ftBGjrvD+h8ZRxgTpmYXx4beD+o/P2DRgbWH+6C57NWH/2Aq6R33b8TH1wBTW9pwLJQSuT8A5RgnognRQuhSH8tH+3zmLDAczZF1Jm+suWoFjrOIC6GcJlPrtZ7Bpjz3WZrj7yRmTvsOFpqxqGzkWMb0MxIXbPWOAcnlKAcCik5tq0FC8AKd632gfHam7qoKtSdUQPUx/6qHvKkPdOqSdG06eh4bXLchfqUPXJo91N+h588sSo+cAjCIaORz/0OlGSumt3CjYv1qvFp/gR+Y9aLBZ05Q4PQuEzk8zJLAJHRuor2qjh+TNMsHYriX0D+SJ219D3PsWMZB0lvszPdplM/3FlNhvMBdqTk64AvLNRiH5GkzsaOfCGDuSRPHuN21g4Co2wKjdaVw3RY3EAdET0BBxAq9/VFTXg97wHHgWsIxjDZNQOR+ts+DpG3iNsGD+hT3rYF93qP1R+nygW016JuOSmqU7NhHiSsKrPFP3rM0xM4g1FuSfPYHfbptuhHDTjPT8LfFrX0gn9w9p+egHpA3y//vB84j0z/x5McSFe2PmUn0UQZfO+BvY+Fb+tSFSfwD//OzqSshjo3ffhOKmgC/mf05oICoHRUT6qT6GO0sBjvcTHCD0qxDffZ2aeJPg5iG7ExWCmYofm9tkfkXG8NuOEoYN9MY1escno7MGwo/V6SQIcvyCLBuHdUpX2m9A2O82xgKZEzptGbFJKsT9YuYKPuX4bDfyLcAjxuDP/OBxY+TwPhDxeFOuz/T+IZt/JvNLNf8or6sutruCqvUz7VkGRany2v6XxPplIMa0+h/enmfgRlhxsxG+EoZds4bYcXawAbe2SC5d2kwg066/rbat7kvM5SAw332fGzjQZK6rTYrgehXouzwAxcP1fva0AJdcIJ7qRG71qYLca3OC8brJD2cjr/7fRTS7a+kj3HThoaJ/+7d/9RzEPOQ1iARHN26c1QYQEAmlZQWXvK8pqh23XXnjEJ0xiBohFGKmz9qKdnxX6h7/BUQ9NzRIhywuhsTo1rWUczWbHzpDE0NtCdbUgLoEoc4+Q0DSHrGpOY7GVjFK/KaHO/7zv/7um1gHDGdH/Ld+1+EqV2G+yg/4Y5z3+gIxHJPmaHTzOamtOZ7Fih5ysdQP/5+Hv4+PPGDTfgJy+48JbQez8DqYm7zEYGzUOac222kh0Z6iQ2NJLTHhDuLzo1pn5hkQ1list9CbzxHpBwl4oL9vguncffFo9hnXQawud3/s5xfwVbT8LPImgXP4pbWRjRLysdZHZuz3K4n7MZ6KkF3z0vOzqNjUaoBOQ/RCD7u/O9YvDT9givx+iEZ49H90qT5rXQo5waV3nv35A9I/bWIsXDw26MqAvX64fj4Cb8PmNNe5Ntm0YDJ88Krx8UkLd9Pd8Ov76j5ozuLjveZ/5rx6fnVtebWNbyDeYF2ZC/9VTO6oveZsXfVv2Tn9S7bCTLolglm/Ttr3coRwDwxAgpQHELe+AvJNPl9TvdlSfdv4lVjA/Yhf6fzZiGaOYfzzmmKLIZaTxOwb1wMzZj1qj+2rtG4A12EItISy8OIkiqdFBhyoZiDQeS7OVIf5aXOqSqkziuiRoM/GMR2Aej7XTmZFRA8Mb4wIAH345K733rUQh4HD5IXFnXfkAjb8MVaaB8h0FVlCen971k1QfePVAUTV7QEV6rf0y4JKHV43BaI+su1GP8sKnSZs0U6DhPyx2cui7UiCYeFoMiyIkFGQAuG8kx06oosyPaGObnQEgHKD9k2LKd+3MGGgwsMX4T7lQBcSrhPSAJVBOXRyczqyQAOMPOnwxAZ6DODAdGMAfIofQ5EijhRt6ykuimToIAu6e1E3AWzkrw7iB54XcKIOf8s89slN8JHxdHEVWOCNI5+z9kJ87Mq1GCllwZqefGAdarn4IJATz8IldjvmYKEsZpAK2tRAV7gQ1ydbH2rzXUwthuClhc2TiPjJQjQSHpoh1hsygLul9tnoEl40Rz+TNHT9tsPTcC4Tk4pDxQsL30zOY5ChaWLgceJvpQxPRMWAVCuH/+ekOJGf3T72+AwjuzE5Cx8SgHmwkwU8iarCqBd8nqOAe7oPCywl5KBzbKkypjbyVta0VV/4j4fUj4gRSQLJT8m2lswZo8RWQljPCCN4kOjEQX7UZm38U9nEi2YrPLDiRx1w9HP6kGEkABDpPzr5IsUH0DARxU5tI9xRAhqv32XrRx4aCa+SiyjEnRDVSAyScizUkT/rQoRv0COjZROgvymGXkro0cV9xy3kWHoMHGX7DHhxBc9vQpgLWcxIHXJUp7r4VXeYrLcaalkzv3EAd/dJZUr9gfBN3/Li27/R/KCa/iSbJjAcs6YoA0DLNz4WmcYUFfgeeqGlEXQbx/NGiGyqFQfDHHyhEFnantb6O+051kbRc+rGgcjdOGAe3xdlqZfviTuz3/irDOdnHZi7+RYtFxnPAunYV7pmNfxOcsnv9uHEdRcsODXf6A8S3QfOafeZSvQF/AzFwHHm+EJWpWchcoEVGL0dQ/MqGw77w2yMXZptQLTveBJ4bV6ojlSa3JxCBm5c8n0/mmnTUbhIkbmLcpOfsGX+ZfBSqk0+jUfCZuOk44X9gFi6EgNnRBmyoZ/5CpnoH2y6sLnDGAI/8TJu2gZxZVw3y/OB0xO1XltLRHh5LTYmjX5FoxL6Ii7bwh/b8m3NZ839rwoS+EKLJ+qdxnnQiQ3u737/i74hJ/4v+iZen+TNvIg80Rfc6B1d4UPKMMZ8v9OvjwPDsXJ7nmWuKPy0vekbQE+6qLWdTAp9GGvGdttTkqaHztAYttRBs2SRn6eE+fOANA0bOCgrtY8YXrWWr8TMJFc7D5KjseIxEYH3dCnuTZyf9O4AKRm7vrIO9ZW055sPFWPhqiIyqG0YrDaVKx9NHisqo/CA81pC84uxeTgBGz3sfZeRJAl4b5iJBpAYHJ5M88SlNxPJqVByv2P8oCAcZOGPh3WuKTEIpN7e0DWL6HDPv3pdcW6VrTvy6VvHvWkbKTdo9UfM3Tct6ExcIzdDAfECTv4oj96Mx/prKn2NLKpK/d5HCidLWG8eUAMOFzCn+CGLA+iOrba3MQ1jNZs1ttfB0tDI0z5ErPQc2mqyvAAe9UZbuJx0Lj1axM8TyVEDDGPub7//5psUbYEuOphZKyenjTcKYY77baMZuSIPiEn2lU7JoxPnibc3T956p45y1rl8q5g37Pgm6h8vd0+/6Zvd4OrDeAy+URgj9IeAuRZFjvDztUuAHPf30JXD3+TvB42TWVdUPsUADCZZRtGFH4kxglhxICnzOQ1KrOf8YA3xLjiup3mQ5nfvfcg+KhMRthEZxvmUUse3Nrt+CQi+j2CWSbh5KxJ2SyzU76Xb8icWWwUwzKGvmofBo4xduembhyoB5loSxXUq8YB78TedOy4felx5VhaotK353ra3c35ObPY/a+P2D8dv8ZoDC01/JOeqr1jIrcRYTVyTF4bYkFdPuvXBuMrZN0Z0EZVyiPsoe4igeUgIry8xlOdijxE0DQ9GHDbBnCYfVKoqF3n5c76PnKyF/us///Pud63r+w2G0Dsfe1PH5CUXHUcrJURL8hoI1ZeBVM+ISMp8vtosAWP0sTa1HjPmEzNdt1bu0Ll9xAf07Q91KOJYTvEb11gbeL4gDtWf0F2WVDtlre/GvwwX+8Yn+zwpE5Ojj1hzbhpyRuFbt8NVymP9Sg1vF0BfeJ1pFt60AVACAmmdTx3tXKf8odjlfE88GHSV4Qqzw3Ne2dEl40Fi+STHpv8VnzJz0J6ucwLzgfUYOkcM7Fg/PrceMkRxO8dceUVfR6WvJT1Xjp1ic6wZed1bKFIjGa+0zGPambFlIDkkNife+EbYNXn89g1gwfkalf0E+ZAii5BJ2EMMWxy/pY/SBfCLWdf2B+jCAcByO3a3cUoQjPd8c4nUb7Zx7usbTVAv0oOHxPrtX/Mzw/AGlgeknx4zP/KQlPsjuhC7ozr2dsxJvth+Yhb59QHn//nrP939y9/+th5ciZ2jkO3guXrmBMlEi4c0seE6/0lrMPuO/TLvvxKrV58JS3W+1pBs0PWDhlTKHzSmrNPV9yKDapxy7XKOZRr8TWHro4LihH4iqjaBr2GRiYfR0cNvaBAYAgoq3xq2lgjl8ElbxgErEo0FfyTbVYEQWPDu3edZw7QO3/CmJY9nRo2eZm0JD3q3zuqva9tRj03RQ9dxkoVwJWaIz1wf05y+faVhGVm/2CaHHjvctb/RBjtw6Wb/5+9/dw4H7/OrTdWTpq9M/AFvlQ0QKD8sDbToxYc6VZNBzUhtQqQvv2rfh71t91Xp+C65+Wa96YIRMzj2K1/uBfBQJn11+oFItr/xDXcipWWPIWpP9BA/lTO5mpyw/8NDvvntPQLVwrPzYcbqw6bcyGVfxvyU2/bCuX7zt35lzcl1luXSfgKS8GZKD0c4V7ZgT/bBe9WiR1hNqs/gSWKNCp3IfLx5B1mxOwn7knIP6bATOJXJueArO2+yYP1PuXXQAa512GGnYSaXQ3HJd9yCmZbEY68Ev3inSEHCNRN+dfiq1nN97WCZBC/+DwrMrPmGolQWqhIRoTS6c0qdj8oqlytoEc20Ja/RqYZO2w00h4GMHLI38UR8F5bxjtTyGlQHn75pu0+5cPbd1JFZ963cU+DBLzw5+259kAY46hrDxGNp7Xy5ZuJaBltzI/hsM+y56SGlmUef9CUD7K4QmfZYozrAu3ic/0pqvwDWuGNgHrxUReyoOlePTOiHTvA1b9YEXPDJEdCoD8x/7FW5ar/apHSA/VC/fMAoGpPof2sMEXNCCos8ai7oOrI0zEeHfHkppeNx8bZOjiAngzXA3T6dDU5E4Rcp+EcnDRh058wCq0Mp59sBdLIOIsLSoABTAlGB5itnM/yC27l6fDCVyEsnvibo01GV8Qo9BjjxRb444jO/bg6jm52EDqYiHAXeh15Ne3Aao3mygJaoe3e19L09LYfxKqLBE9jBX5RkHGT5+9+1Wao2xZQSA9BBmxrSg+R/fIZPeFUyXm/aVNsXJhuvaT38HXz4RRbJMYtg+BJQtCX1pHnrt1yi0op/kdyQjKo+Q29OydWivJ3A9XNoXHjhDaRGhF6UQAlrHBKIkwRkcXCvuNEUb3mvdBkk9JJrc2BRLBVFJBOH3UELYskI1p+CGUUHJtV+e6l2ha/HdeKVf/OAEDLrIFd4oWFhRUf+nblUE6sWuqqHJYMXseJJZhQzPjcJygyiN1J8BhXRSKYz0TKdVeH22wfJNDd/QZlbJN6T8IbhQVRkRU/xtfqLiuFzpRwlLLsNJLTR6wp5LgMUmbENJbOc8x2W+t6AYmAE3k+9KUdkyisxECvhydhrGvEbPhZPJk222fSiIiqUiJXI4qIOe0yZDjOFpTzDBT51XCS9ffCKdeQK3y6EEKYU3B4xTTF0jbYWTin9wnHoYvrKbJ4YSgzvH5CHGXPkrq0kHz7j27zmL3Bs9lX6T20W+eJSQeCFIKDC9/WwaGnokF1tYI/7Ewo3yfV1TTzAxDjI68vWpCmaJI7Viee/0vnogwg6ko7uRtDBIrUgDzd1jKFMDC/fqMBmwfNzXs9mCyh+IkGxwflslx3mR7oeVHKGrl4sOVaoy7y0w4Ud8seegTogqs8uQ1qjs8e/TeaOK7sejPX8PeiGyopREWFD21QGn1utbHQ/TDwjrxcgZY5pZAC6h12HfWvBwlT0a3nq0SfjPzdhhb/JvmTWZP6b5sA/PF/KLhMnzD6k19fvvqDLN2UOf/WbzMPqRsYcwFi4pB6YYzzGIq9vnaeZx84bhDeIusqyez7ExihPP0wMur+4LuXSiOod06sdayVuaCQemNu7wVy85Mwz6C7ZnTFfqqRXRu/rgQMHmQCcXLigx+ai0VadmKxy6jAY8xtjBze3fSGquNaLu0zu6XdttOubwNjpoEdjk6m0MHnrmodn/d8Ytt8rjGW/kFGxoYGN/Y1/QIRjtAs43LAAyRd1chGJqGKUWWHv2kO2emYhb33VoDcO6NBXMXccW8JWaPBmQ8m0GccZ87yIuUF0q2Lz40kfbBZyM7aocEt34B7mm2XI5k2+jd5+Cn5FZGOQUNS93rGPrMUbIZBTQnMTlhWwrTUG9noJHhtRn4Oik7OdqROsePpCDKoSwPRnHVdZSi7lN40DyEHc40FmehEHl0zjVNeZxfsq3/u44+ACmDf6aL6nHvdgIBJjgzI+JEqN4dR8PjL3edZR3jm09ui0veL/M3rshH7DFM1JSITsbITl5pzGudOrZwy2Dj+TE0DiFrgfyQMcmwJcrLJu4K1DfFPC6zQJx3g61lq2Kb2u5ViDVx7HpgxSGOj7m4a1ucp5wCEG4PqSnzBZ13T4oA4RY9NBAGw2ujSeiG0SawTzByYXZ7LzbE5BT9eDvnRVOxgPTFzU40P3QdlJ8Zaf3IkfTM+KV5jK4krYigLWURIutXz8YKRijJB2WUfmLDvecU4tFb7gVZ4EBfOccnVs+5/JZ6qyD5GvrwqFBm6wTSVCe/jKraoPn9h1HZMGqDIY3Eq38YGE765jz/dYCUVoYKdz+gw37Z9BF2I8k2L5ORQZdyQP6yNyPo3BhVzyRkiB612uy+JDpKSPYVc4ST8vriKQr1cVGyJ9SqtIQ5CXthSrZ3P6Jw9eNlWPlgt36AqH6Id8E6XLpMgJ3zyap3PLUWqA6U+dsGvvo+XwIf2GVN47DOeW0bbgWl4yyM4v7IG4MwTPP5XlfhJ7VS/iEZFOtAVHGfv8SurG3w5b+qkbHzLYQFMZfdI/32EmtN9OB53g2saWLcLxSl1ekckNX2BPeuwkq4t5yzQt7zBzDp2HmQ++pHcD71eriFXvKWEM/sXv0PPXqBhHyLfm7Xx5IjF5pobSY4DVwNhIYrTGD1+NNcAo2Q0W+kTplvye+9GNBSc2DbrwFFv6IyeBe5XKDfvB4/lekRg91xDy6gMsEsauaUevxhg2OHgSB9zgeR0Z6Ea+4aEcmSKbJFV73mbytX1OsQKbUcr6amzixu+//PM/e/5Dhj3VFkXKOmeEMJ3GiCCpHto7jet5r18Zk17lA0R60Nvc9C2ou++8lkg00J01q/lJx1t+BJB1GKvGIxFf2JQ+F/8G9xDMZWTFd1FIueJMtmgSS/uq5a/y23Id0PwcoW+OSxbbhoP5HjD/yFnHXu488EUU7OWegtzMTRMOvsFqxrIHbTYDhtXnPm+8zKNGgyAQ6w7oYTKVSK2AkK79da2cB3boq9icsXlfb9KfUlbjpMQJsNB/1wPAxPrj2L4cCu0cQAnFupuHgyOHpBZLfi6Kn41xtWU49OCa5u5NP8+hdW2SbCR+6Fe/fffDYbSK3sxnlIgp5EKra6I/nR5eHwBoMn7im73PQUf/kRez6zz9+UqZtsqPT6UpqgsMS/r2gSunDn403kjIgp5Yi1R9e77Ka/wKoVVvrBxu1fFTmX6wASakre9Ud/JbuEE4H4sDfM9jN5X1F1vQ15Vu6Owxxc4ajzGno7wvJKjbkHTKPhOvfubbrKYt+cvXwwZ+qm7Cri6+npJ/uWFKfzJ5tSMr7KD1VSI2mhbtgW+ZLx0uONtUccmTFUqFqZylxjgn9k5rXBh4YPe6riNLA5qcw2PxHVrNrJsYYHv0xXaY5ktdue5S47seusFOz3w7xevlw8al/aPc/h/5kLH6V+biop9fed+KG3nWsjcapsrz/vic/fI+MLHbCT61E3qBw/yTOMv4ZHLYR9XKnJ61Z2OZBch+h/21xRZAHaGCcTpidpRXhoAsUOHJAc4yNG1MhYkv6pMOOByWAWFaTKMi0nmYQPjmyh8MkJDQucZyj4DdaKIjsmB/0muNdZ/OingKRgwDh3qPDGa0s/lIZ4km4XpIiWxMBiioJ6V8F1i60AuVNAxKZzgfyQspVyTwbWwp700rkXnjAkMDG+7xb8FxU1nnrptHxPubHfw2QnjDEz2QA+JmMHYK77/7aSfa0d1HOLgMPLqSFCcczY9v5Tzpzgm+oYPVD0dgCVQKeLPM+NDnYyLKk7Av9KHHJi5/0PAmqM7bnrJ4jf1QwxI7F44vvlRjo5UX+vTmoSZTsX6n9zkdvnCx1UM/v8GBrsJRhln4fQ026N9moePXYBOnQ492ErZAz8QJMQA2m+/YsYsKnSp5sFHzizrQ4zd8poI+H+xqSheo+PcRtJkE3ScPOAJRPHGTBHWBb4KDnwycivqFYp4qizIeeoWG9Qli/ppY/EAxeiSvX5uzP7XTBhcxrLpoFa40rmXgGzdcAGC5DIzUw52ETJxLK+uIXCpLXgatPN0jyQUW+qoTLN+KJN69YaZz40Dukiy/60QT5rCRQ8wdHnxYSFkp1+rVRWOnyRlfSLx66JwOG1Df33RxvxJdEhc49r/6QMKSOBYdh1H71EHHYgjPA634r/Fr2ctkfXAY2wYUsRF0lLO61H8vVoIhnT3usdTGbuJxg2Zx6tPg3j4a1v2BRSNP28Ofb2Zk0uDJq1hujpIte5fwl33GzId8ghMNnkB3kt35RiCvj/G3JVXppw5BhaRgUeqBcRfeo091cDnGVxzBjCdGBWfiQjWJCAFO8em/iNdYNXjpq952ViXfJIMmcUmdF1iqcTUOsE+UTfKrT2fR2kn9hgsKrvw8fuFbRYx0wHmyOYsVQS1fEWMqVz9OWDSt9os8ZYT8x1zAaGSibl5jcYHNQeGbicK16aMLYJ3wQEyf1oMHNwaYfyPf9HNBKxpUp1rPD/QTjxT2cWwdjJzHL2jpTRDhN8qgIycu/mLpVvB2PTrf03zYxh1SIugBAZF4k315CIHXoDAv0Z0z/oi/2jPXQ57YlwTiwdiPJrVN5mbVRBDLwjqB5ReJaqEpST4FQs7dQqvr++0daGSeVUsGEvETX9dDS0LR933joHqlHT7MiXHZJo/0sk0BkAzMzYytTqJNHzNdWiVc9OhY2bIUcP9jtSN4bLX5AFrgeVxyp6VM/MAbuZj/4M85hlU7signDDSSpK/zUJoU4MKNqMfe+OS7NioNaArhFVmpYMGahvo5OrBe1JjCetFGGaChsWeMCR4bSmhvHJtA22R0AMyb8nRs6Vu+jI1jWVMwjM6kgucHaZTQlc42E/bBv9AxXeX6T8oFdksrF48mxkm/2mzWjDRhV+jFBgMpI7L9Im6WldyyIP5Gr3SbWy61Q8u0EU/+o5+VVmGTwzfyGbeNRo5l3AfQW3+s1blB2YffmGYS9synRAxxqAs/wVXMhBe4alUlQz++259u9ZheO4oOOoKPZPw+XLaiVNA4/QF97E+b9PITzUhnRtSjP0ciP+M+XmYzhjW65d/w238NzMHjXGhzXQDF6BN6Hgd1Ieq09Sl/E83+TNMaB5HFOmDrPdoCZ/uhL91MuTVQzkgcHsk40o79aMLWTejKWhmjeR2jHIhc5rtaZeYQ2T0OQUFBiBB2NrzJJs5NChq3E/G1j91AneJXZczImxl8gTuyIqf7ttZ2iVHJO2xGW13cP3p+5KcVkDcJIYktfRNmakRqneu2f+QRMcxQ2oBybtmEqLCzYF7/cmq9FRHk+i2YxA3rFjBHJ50zpzsJzn4VLWBJ/g04yca3fnKtJF9o09kP4jiw4RNYrg/qNbtBDf4tUl+jHrawPEIBHX8PKz8hzhrbvDCw5xXhKa7ov3nzQcpw7BhZ/0aK43jYSfJPnzhacwau30okIYjJzKnioWYiKvZNH6mt8RtvhwnNXgcKXg4oH8s7G6nwsD0JBr3dyuvJEcQ0azTqxpbTbOM4jmmCTtt1TkJO2qHD3OPrWumKbZyo3pOqV9ulnqLpYPqhHxAEDA/Pl6kcGCKSFEZLFTp8Ezz1QURD40/LK0sOH/pDHwDLWgl6pa1TDyTxEbGFz/AVKb8TmNgrWzcphhg38SOJ1/w/ORYpxbecJQUm59El5/TLwAJhuXXim9aUR01goktlLj0BeL2mdQWbwLzyfmBDN33viGV2ArB1uNOhPmbMPuYApA+fjrnIFZsKz6y11tA8RRw67MST9TYxToJH5BU4bcOwdQaaQ64bgtfY7YNnhpeNPS4bPnLtMeb+a/oYK+2sV/0wCnPHyN6fAVh6LP6Hr2oWdDRv6TehgVJLp9KoPs2v9cPiT2WdG0oLudsvat/yuxImdnstgA72D96QDYrDOX+dy3EnbehJ/Nh7tmetqXlDYZQwEZ7HocPWVxmIB8dEjakyctN3KsOOwxjtt7chh/6gXN2B56/J8ze0xheOT5r90WHWP9ax/I0cGqNWKKoKeuwvYd/2Y8DhaxlYvyuJ48RB5lWoeX5RM3m/rCAs0aLPYTC0FgN4eLxUScDUVSfnEc1++9//7/+++53fk1cd/Hd7UW5sIBMw2AH+EhcEV2B7rif44g342FYths8JhaTUR0fXTH/J3l1gPFVKftuc/gWSEWnnBOah8arfMPc3bgfA+gMmW3ifQsICSZ9nLWP9eSsN85b+bHPhZvyDdvozJMKHDLukHHjOkxwvabTuqZ39SXGmiYeRoRtc+UlsMvYNkZ9k4HUPgjHXNuYGFPbH75OknmPB18Zq8l4HN0glBD4i4bvqiKabJ5av6aek+j58QiA3SYkLlNB301m0qg8Yvnagyj461nehYTDrT7ljDG+rY9wwekhhIAPbb5wK3uOB4Eg+137UI/tjauu8gT0cn8SP9OgbJYQhkiK+vhYLDREmyJS4Rm6KjVpKjg2PxN6Wbh76IfO9HjGj165vaXMdhiPM0bEI/OE/ePCmKfuLeQ5I6xbOD4LlC3i0Izt/anbar4uoN6paun8CUOjK+wSKE97P+S4vTR6fBo5zcEmWSad+UEM5tcQE/d/tlneEck0OV/rXckGpr/2tocrwKDw3+4llTOkxnjapoUdJZBPspQYQdCB26PGHltQnEbKviCm9asO22bajb+uau0/gQ/ORNWBnGiJ2g5bDDT7DxNfilKkSLmuh5Tspwl994v15PxwbBNtGvghPxhNgj+Q1CO3ixYdxsX2sUB4r1bb8aWPbYJ4PgHP8kMt+7ktUyl6WQjoCDX0iFxmhtW6YBlR7lChHu3qk9pd4wKN6Vj6BrlR5qKj/OceleQOjaBGPops5OTzF3vH8qvW2TiXXfOY8sLUTjdCgUfnELGOZH6BBRn2e1Pahtx3x5RTkR17UIcq4pmWK9rpRbXn1PX0+sYZ/vc6hX6t9rS8RTIm1TO5/KS4hNEn2oiFArdxzmuxvC7LDWRsxqkIGEGqCQKJJ30w+u5GhTQC1jklDsunVjHl9hb+JCZtFLjTA21NFhk8T/JrW4tAVIWbpdcoiu/wzIdIeOtBwZwOuxCbfy6EoLAmPDXBUDAtUIZFHdN3jLsRUzDfccJucwh07Kw29OB5ZHrW4IfGERnWmHL8dulNHcDFQ2mc69EKaQSMxfNiy+ldv0OnIwaV0I0lJ/kjg197k6H+k6p8a2jIhUA9gc+hgo0F257joFBLCP9N0fJkMOjdlQ1FdSRVAcAOAOKQI3W51NUcuGpU0ASaRt1LWQXaa5QcPSkeTNt2JFfERTAekISIc+XCDpd4cpC6/jcgs4Fd+DgKwGYAEhcy2BY2WfuXEdTb6z8TxB4OBFzRHN1h4ULqV0J/YgM9uY1O37gCwvEnKplNkil+pb2tgYlMomMryPfoTNfQvLqrv9TuA3FQ8YtGsonJQaTQOmxSME3gzE3D8QSU3ffzGc9F/wfXQVEaKTXVSeq5tqyFck9e6KHLmSecOku8eyYkXMSFGRAd5GzfApd8cDNIuuWW3+GPnBxzlvU5wRj9oWCjDDLzACWF3lzR+eaxsB8BBF9m8AIU2IrhfyO5a4CPrLlb0YCzSgpd4lrMG/CCtsy4OW2m9FRKOVZFEHmg4zDj3nWQxZzcaGb5I0M1v50IrFyA1PKJWJtBja3hITldQyT/9QoYzcxqSHEsjV+tUVBKsErLnQkRj8MjoeYNGAcL/mvb+Q1sXRpyjP4jcSCV5gxRfWHBVDA9okwKf8/3IjY5nRJQj+J2mwLOQgFbkKiloM9d6TjD/UoqOlLiwu3UTeOdf2eV9/4UpgqYmVKEJ56Et2XKTPdLQDz0NTr70tS7Hk2iJkvIJ5a+O8VFa8ZHCJQ/dqCpc95PYFB/FFAvCBCy1qoiXW+lznwpUx+PQlNyyNxcELNhI4XebZij0yAI6cPBiTM4YVCePfyVoXdkn+4Wom6lsiDIPA8eYRI7/J6DKhtxzner1b3vPXJNFp/itubBI0DjGvMaG5RB90Dt28DAfjvBFJ52EjmZsUeBUB6g1pSowFmgaKnd5UU1/IvlmkQf2g9JVzYxxQJc250eyLCoyZ3K+YjwCqSV4tBGN17TkQj+YR7QFVnlysaT2kBPsBXBhXE/i79SCHBkWX2rEhJE5TZLy5LfKXMYX+hXQCgpXZWK5dmnzgVV6rdGFmDeDKNN7NE4CMj5CTjTl2R3WyDzXxE1Zr7x4m4Bgr3OJ2Btut2UupERIyeejzif5VJ8bsYp9EeJmrG1+096CGXXchyCOfAhM/+JNPjrhYTMu/H+WiI9cmIsGSqEbG2YoQl/0zWjkQUgsxRomcK5TDPLqqm96neH+th733zh3ieB+VSeJzphDZCInsvQmBEgZA8RLiQ1SvkGI7u96ONQSYocS4RT5dNg3VhxzwA2seV2dp+Y9tf/udbfPYQ7hSTrFD/Bg2kZGpw0ErYmrrAkZl9TY2Peim+uArvEHH184aITNghF60rMPhQ531c3Z5LUwObYl2R60q3hbT7xL32RsSZ96ZLNRMQn8bGGYFkTizvhvKpVRFp0b68vCQMv9LGItWajL+gI9WZurrLU2usLbOtlOyD/6lKjz0A39NhDjPb+d20YKLtYi5r9sphbZy7rPwskyiMwxTn9B0/NYnBEaIPFtLX6TGN0038rG7nabgPbRRrK2alXbqb+Vrmt6qZI5boCLfwu3dV/DEB3jB0aDBIDRiA7Gr0rFPN4UWccWAjBsx1sPaKwhgJ5YEqh9UmJqAceJDJ2S6WS1THPgwI98ahcM5+S9AZs545DRyPaJxjiEab/sOLyBOgbWmgc/asREH2Dmwq38oFsJ06ci194e3kIXHe/rwF+2sN14QLsAogSMU9Q0X/pabLwAD7ij6nS26KjW7E6tKUQedJtrEWyyxs9rvy8BBDskpvYsm2go8To/ekHTLk/rbuV8q5s1G9c40F3XybeAVVfev0r/CzI3q0/XSdIZP/+Ij8NqKCEXcdTYuMUAWm13zC0g4uTQTWcyee1e20+ALJzbJ6bjJvC+xsHbltf99QC96mt772REdtcz+5bSSv0F2JJDBGixt2hJRMM2QkCsACx9zJOsYDUX8m1Ir1WAlf6wxQwMPZxnDuYstMlBZ43gNcSMQdQ3WZ+guIpx3nshkuOf/umf/Pk0xhbZXMUD36ILawHP2YyN6MGoH1kM4xrq8edZTjd9Ogi7Y6z7IgBSCFz+O2ap9tiHU8FjGGMz43d+asNzD+iqiQ8jH+cpiwYyb7aw9COnWo0NDLok/gSucRGfwKt0DDgHw1rfvfZ8HppYKrIV5wz149KVd2gEx/Qlvm8YSZaJHOsKVz/srpyxhV1ubopi99ixfIG8nYhpTI5ZGKeIA2zHWoZ4SigAkHMsGRlCL+2x787B8b9VgGP3CLTj4CP9hEoRiYQjp3jDhY9bkMkxdPBh7WM8aJRPhEFUY+9xDMjef0M9iF3FpoSe099v9LnA/PkjPn3jG/BK+PS6JkMe7IIKyO0bYjUUjdYo8atWz/ujrukFYsYdCowcX8x/+CZxa8KGvsYglUsm4o4AuaTi3Gq7gLpouAqtGsa2+iQ2CZbdLZ4dZ6ZW2RbHY6tIKQ+y5mUwJc36FwWQ2rTF1ypwwL4u03pO1aWmR9w1jJxBV4nIxidN2BdJd5MZAmJKsdumi2vPB+ac9eCy0IA23RvrpzPmr5XQ87P2X+CKP6+ex6xvmvP4dnVlY/z09b3tGvzo9wWtqTZv+Qs7M7/VR/WLadSA+Et4fHaZ4ytZVkFkOWQzxjJ+FqZ+hF3ersE4kXFmb6OdxLyp97r4rS798h/xaZ7DlFhl681v6hxfBvs43tL9idfOeFy1QodwVaC/JxcysCRIEDecczGruhnp/KpmDYiBJD+GsCrnCRT0WblyYcoz22xusKl02+AZ+Bg4gj+aW550IOpJmSh8qmAgmAJbupSQ5TAI+Jlo0Y2L5g5QLofUOrK54I6ngIsSogVrXiuHF6K8KuCUm5HVXUxVR8BK+W3lTpC4Xp0IkGxM9iIRed28Dsju+VR59UV/3wT0Rb9+J+H//Kc65pM+oBHIRc+JF1ZrYg0MG7j7ayZyE4QOLhyEUPbMt6u0YVV7lyo5elZW+NbGGTCxM+3Igv2HZMTZyXw6X/abFsrpenRSmRK74UM9mfzIN8V1o4VJjd9BRGbiMPrDNESi29mwyG75mamV8oSez2zbzugZz9HliCNuzHphAkv5NjCipxNPJrASPPTxkxcB8LMlcVL7SnMEGOPMopStpdoUqUjQi48T/15oqwK4wtZ+zaknfngCuTHyqguBJl6tR3eKnWGiD6LoM6YxqOkQx+bnKh0UGZ6l1Gfxi5UfPQCVnnw7IbJBOKmLIvyK2pZVyrGRwKKDUYfXqvBNMhJkn+aRVL6tyytGeQ16U2V3Xju6cew0fT7w8SXPBbsvMg5gv7F31kfIET26UKGvQN+ylrFz7K8T3HpKhx3Q/8BjYRvAjKXoEV2oP+sguT7RBVdyQKOEqJp0WAVaGWPdpAbrpE15//a4xmL31bFXfCQYj3XwRc5QiwwasxVDz3p6m+TfaMT3wmfMQExuhvFtTJJ1tp7Ef0Xd7Dc2OOyCvcYOxMHIpcgyDx2g6om1YxV8bAIE1D8PFfF7ja4XDRJyddwEr7jl+8ADHxLZ7hZPSOWJMPiBTdAfsuVmnfiOjF0QMZ9xwypjLbyDl/FIMS3e6BS9FMNi1LlHwKZHTjs0uA7m9TE8Yf2g/sqFMSpB1ZOQYDA/fcNPeVpEFeQzHrKKnDHymFJPybE5jWyhAUztnEqNTJoXPGepAtDoCTwMIl91d1kHbOr5PyC2luEZrNQGR+ulPJsD8NG57Pvx3Rp50RQWGRPjp9yUH4lh57T/Jqcrhq/fXlEZNnmX7AK2+h7YoJqx0zRYtW3JsT9jsXH0jTDUkSb6ND4jGb5/fvrN2Miw22f3MTagTHthiJ+cx0bQh9+ILz8Kdr5xpujxjR2+FYdRwSMG8tQ2axmL8PkgPSxHdRQ94jy6hE5k+0xgxYeIMy4fugfPv3upNt8UVPOHbFG6sZfqFIbMP/yOZ/Tq+iA0ynvxEoX2s/rINpMt6OPA+TNjdPHIsVf7Ho+PU8cbD4IvAaV4ZRB3wSZ9HF95aNXkM1AxZ4Po9Yz6JDGkD3TRN5RUd0mrZmTtmFqwPunJ3Ln7b+EBKOKwcz9z7CJKIFgPMV5M0cClUxiTII7UQJ3VmG924a/ooIAgmCbtceun8sWD1+PnVWqCEy1ePZd5Epr6fWjx4GEVxq7NtAMDihRBDrUbTzbhBgNvHADhJHd1GrmxryBk6ZFRFV6zE1v6M9GRncz9ihPmudpeitM/WfezbnzQa3uxB7CkW9cAbtDh7/5pAG5GTY3IePzFfqpi7ZJXqCr+dY6fUz8bWuBJDi5UkedeyLSzbop9KUAn8VbfQYU/9DZF0YaU261HdIUmlwPA5XW80lVXzM/Sl9fY0Xt1MB4wTaYrmvS3p3kFLA+p8saO8ESd2Kk4zVUtknX2QZP2ys954ot86glAyct4Qpzxujd/c1awu/7WfNaq+CgPIsQWcGatmBug0Q0vytqqEyNdgJM8L6kohhycYI8sM5taPuRFzurj62UA9V972ITyay4KacIu5OAqJxYZH/Cv//jWa+Twg1uqI2by0BBxAsLoLLrQ43VesRMyWsjIPOfOWi9apPUQEqzu9WS5BIEtv4/NcJGbtKF30NT1Hz6f14cxjrPBi40RwPFi6nPAppN4VgJpYZ++ThuWy9gcOwYev2HbxAN2is68upLENwZqe1f4MIpNBfSws9VWHlpp/DSeYnuAlcj3hySCkXra+Mu3+Q8cYLj2kjpJ2FTJFtGYZKVTEf9MWPUGbuyLvMhAHzrkNU/VG0bj0gNrVZSyuMMI2peUB8hbiWAwJdKF6n4q6WycwpAf9GK/8EUPEtf29gF24EM1H8lCxgYWKXOLKi3jytwmROXMubr+Ju5dRqWRJ82GrXy7DXxOq/B4886rxthcLxrFfQeYyt/1avkE6sZRfB0XxPTIZCjVq2b1yR2zcFz/cH2KOf172H29ntYQ0R67jKE2AsWnqn3ei1qg7RuMkeR5xut59RmNz74OIx4Y47S3hDOgV5rOhf7tt/x++l6/eIk09bV9bcb8Ct3IUAk+5ztNWgvf/DPGUVNcYqWp43jLtHn9Ihl3mdtePtGBWmxMHGkem+tYYHa4hWu4PKzQ9r0Pmze+Rz7Pr8Qr2LI5a2KZHBuR8iDyoQe47PcwT+NGeQZCtnX7PHjly3nHf87tT+rA85wHjdup+tFHbQfFAfxTLyE/JdFUOPpG1LRZDuKesUf4lKHlSxnG+2/f9LvnuqkpIYBiFmZJxKtv8zuMgqdNdJmrwLdtDBO7mIf4Obc5dJgEryddf/77v//73e+//2YO3rOLwQtWaOW6dpi1KCDcTOQtfEnEc8Yh6FrioYMvzVWC4pckBI8skZHzNBJz6MH1Mvp9TuFDTFh5Xl8sO+odU5oTWSNC65ClNoCdr8G1VxxRWWspURhGkR3RIhs5+H6YUPEXf3+WqDWxwYF71LNWYM3AXhk/sSN/6nOrf4HT9lwvhl4f8KEd+xyyxUi2meqhSVsSfRL5RZPrJqqnKSCHgbENyWtl+YxEV/Obc7S2c7uQAAMXffqzaXoEvmRleWzP3kBlCGHrhG+mfy4RBWn5oDltOjM+bokkkcsreAF7PSr6tQEE3EN4sNNsdUAHrkHXn/bTNDfsfMXkU2q8VH77HyghOrasTuM9q9DMH/GJmJqm8ZDrBkPaeg1TfvmN6D40DomJYWyhNWd/uqNvYDKTWweBs17g51uCig2UfBAp2YU4JZZ5IylxExnSP2/Ja/SLHlc4aLAmXT65JdtP6moLcuTC5qwLKY/4pkBcdCyKdsR8IgVY1hTu3SNz97GhlX0HbFphdK4U3ozGlNs/w9c0hdu4BH5PfVulUXWAT/tT4YyuAmwZSRi377Vmob9q+JL82Q8F3jacnDK2eNM3UZ81J1gv1TE2vHgTnPWlYo+NOqV9nX341k2xaU7Nl1Ngrr4ckLEJpYwhrXc+HbO4mJpzvjXL3gJ6PWsp5jWT/RA/cg39QpzM+j92P1G+WWBu8r6t3AAf7Iv+1JGo++OPP5aOdi881OZrCzkgYiA4/o034d81NPO+lNYNbJTR1xVxkuq45sX7e9JdPAmguGP+UKOvrwTgeythob4mvDpeQBkbISmPTbyy1vL8MsS50tApFK6pIowiWzNM2PRP0obJp6etN+DtFKOBy/TZFIH4rqbEtRVj3LY3qHmABgAAQABJREFUNy4X2Urw47eUcCqDJEHoC1S1oXbTYYzUUOai3RvFBjt0BMKy2Wuiqb+484Y81Z+eJFV09M3f50ctCvRXqlR3se9zHOyEE+a0mZ2XQu30CaawyrkZwQbJNVl8SdRAPfEXsCxllAYEhS7K6djYkYvv3thCFpIXnLKtN8pULh836lBbIzNtlHOjt7DUBZr20h3ybvCFwPh44tULitoDoOKVFsaP/OJHHCguYUOdX4UEoPyUV2/W/sT0nM8meumlc6DzYdvq6k0cMXR/RRglQsAKI7f+2QQhuokgfyNF7dgCq1t2EaOdb1z6hpLK0amyqdFEQSAKJ+mkujNXyU1KaaU+bRpcPTIgFPY/cNDBNw2q6JCtnQWpGj5JWdiEg9eraopYSyIDuj95c+pcH0zZgEFuS704elwT0DFoZcLM5OpXOQgPqshOwqfv/L6Rvk3xxiucRJsnXjr5kdNnvfnNgxh/MnkPWGieRLCFbSX5xMPPEZhm7MqihkmHjxcPF16VGb/E5LWPNVrQaSd2p0rADK2J6fS7+Hah6ASZUj7sO/RhVuYCab/csTlP/yRGReuNG/LSUb+H85E73QaHNrrzxytXSSxuzvLQl0Sv8gtm8VQd5+jS31oxEQ7I6Qz8+CpHV58Op2//Cm80NQzy9SENxihoEdN+EkqA1nPHABlGwCnbJ0MTnPEx5wNKh1WCVkQlZlM3oqcAjIhWD8bgzksDreywn2VVGbrZEJBuQxBdsBswtJP8DS785RvT0rWbtIIxn5HJN91AmDLobOyxcUVi/CDRTwLDYJJFAvFM2mPai7YZ1VjsI1P6MRvJ4/iR28hzsB3GGPRNSa7+K500RjmOlqUiBnJykY++I6IpUX7XK7dsL/HhVckv3iCjOQy+q8yeTeiqXw4FvJz+PEJdMuLHqU6b9tq89C9oq4jMhdl9xfyJ/1+nP7Hp/qsJ3uWviAv5kQ92jMeYe/HT+V//+r/uXr7zOhoaywnfYMnxkc5C10IHyN+m0qvYnNjMvMiJUe/yWMydftKCmSzyYVdRh11RkEl/lnmEsDxlt+RaJ6NHuPdIbPUCpXZo2563jRs+LPQRlQf+Og9gDf41qCnm8mAEZbhnC17xq87CGLBoWTQOU3eIurOe+JdlJ37UG2G0YBIXJrPq/sxJ7bbY0++RffoZce4bLsPI8GKAHlys+iasYCgbZOBuydA4AqQ3fqlLfWiW7218YmRPvDqOi3P5RHMmYxqvF0UX1hX457CUKlXHQ3LmpyJt3vinDyEHvrUejANcggdWYE6Uc8K4NK8HFQ71tUsABkwZfYhvwx5+z41Nrg1y0/0k4Y5+Ov/rX/86r5NExoOelLH+PDjDA2sSZ6XKRF7Zvb7uWCTIys5vDCGj/TF2WIQ4GdV90YnlBIsO3HypboX3+g1fCElTvm2AlvGHbCsfcE6yjMM3G2XqV7ItD3JBtzeTA/3VcYS70QyNpZdk2mWF95vmGYFEb7V/ThGUcTY32KWzgOiPvkfFukxO9hoGI439paKIqlA9YXIjVZ4j7pH3BuAt0W6AmZ5k67oO/9qnN3UrAYiHaeKh9bg5MREbpXy09ky+mouVJz3kRQzy+6BcI2Er4iHjVuCh6fW8HubztQnybjFRqqc8g66qRBE/yrZ5G4nkJp6tX3wNHjeWVcmpkuh3DaIq7MG1Z1N1bBn4fKQIG/F26jj2ADqdeX0cE64YO3wKueCn/4CauXKnepIDOZf82/nw2JmztuBmOinrqRtAg1Aez6wZ/Oo6eUa2f7kZdIN0I/PGpOyIjszVifVlANXpfBOjfFv3X//nvzR3aIN9XEQ7c6vjBSDVa5gzfdjXFlmHD9LI5ZidMZHxjQR/6osXOQ+Z4BcXCELnrFm/Mw9o7KlMQ942tS9HX2TklXqmCZ2m8Zl5X4kAA3tf5BbhyFmXx0aaL1T9qHW0ecqvXqtb5fCC5S3yB7WcLZtfG6YMfd/ch6w+xMNOt/rl+pM1W9ItusAWHijOm2zrFrZ8h2n1V7Bt/1HeMe8WTNtu8QR+lz34jCXE3ZR2P0/dNdtl7zl+JSQdM4rv33TtyyYs86bHJBa14sODII1d6Hqedr8SpscOKChJDsYQ1hT95uOOB18ejq6+lK0bTKQN/cfXjpt/THcOxC6JfgPsy0euh4Kzj1ZBCFXECp5xRdtly12cZcnQFp/wSr3XDCKBlozcLkOMulk/YS9fI47s8eXgD3+uhf72L3+LLYULD9tnxkdIOoFGX1zjMvN41nJmSjMwAiHVjilJJjZPpEl++osbOvipcEHar22L98u5roHQz8/DYzHJggrU2Z+bvdW8kjmrjWZwClv/8LM2yI2wboM2JeS/pPIKDRqjV8Ei04e+APR3v0FyhweG8jVhE2RhH8HxP3C7X8Epbutry30/MvETDtifNcEr+8qKgd08gTiO2PFN1/bcuP7QfpO/yceiRYmfHWBuy0PO2qeyIbOfcVA4n9FPatPkaa/6V1lWbAOmxm4htg/UV+S2sWWILXNfAf3Ek/Z2r7B03e4lo7IYbWVdArrOWyx6c+bDvuK/dZWLcs/rp1sw1LGPwzWixVXvPuArUDHPOfT5dL1kNb2oDhz+Ni2RIRekcvaW5EOv6bENH1UI5mn2G9C514Y7x+rTmFz3NQRk+sgy4w94wB+6jB3Fi22q+pf2/VM8NOe6ujypJ1H2/hpOYV7Q+NT9UOJguHByMwld/NLEOal16d70GM0bxL0awl8548o1joL+y0fQaw/sZPrGzrji9eIGQxNwPPTr/cLpf+A96rrA85QEe/d7rEMbGuVR/3RcoL46FSb6jUEsy9cHx8kXzb60UR+3jrIr/n1h7oC0+MLvVeXEVeLiLMMXhFWNjMD24/08X7vgFDHgSwSGY22vj85jUc2TqgBk30fgwW7q/DMXCsbuCzscRmSemdHssoYEpIutdELMqZ3pjS+7mSF48FFzf+oSnK+SdTfDA+LJiqocQzPFkxQoHjyplxBznrYeQ4ntBBIwbOxmMx6RkmpwSg7oaSrEesWGGJm7yNI5DK+8+MsQ0LFzwpP7EjJtEHSsPAxE+wKsALQjh7BbtZydChyPQQVp5aGZhI1iC22gUAsJfchYsPvm7yjJRorxIAZY7Snn+Y9cevAKHzp/dTawDtX7qzILBi7S2WCqzrAyzem0xSWHXuxGLg9LzpSRPslyqfFNP2DPwiMyxA7Ak3oD7ywvuoTGqHuSP23pAIHKEftmwlDZG/pH8OeGrfiNnbnYin4HBTo2ziQChX5MnKp/ZndUveX8ijcgo4e0DKFD/YkLwcj3h/0DQNnshOVNMmJDiYvUnMTfqyhgJkm4BTO+kcPN2bbniSi1g5MbUdiRhQ6cmsKHEjjJnakCH8o/88A4vvng6X7DFZaNO+jF/0LyeexQmCyae1O8focOg+p6CkzgfTJsJMiFaguXvHpYV+nkCwj3A/wc3rEa8mUgZwImoRf4bAyjDotBBj5+N40nYbhAkPay32zsM/6onfGEntjfWT5sBr/43gzmwDxW/1AlEpYtWx7En+yPSHNXLeMc0SMsbUr4QkULW17pjTwk+2H6uyt8kMbDfkLHfkJH28luRj/iJoCfxi8ZgsnWv38JzbGVJa5qqy6c6wOXfLMuMtonOY3+0tEasDib+o5ZUYtKPokv+0Y8o4uEJ1bUyoM5XFxzEVzbE36NAcsxsD7X4VZb5U4PCSRvV/AbJgaxeFxYJ2pCixBxyANnu6iPWHz5Ddvq/GM9gAAs8uNnbhwGCbDa3+6QzApBjbe0m5gXlTCidMhLu5LoCUWxoGe3tGhsONQ9lo/xKdAg+MzxK2UaA1SWtnVUzPGtHMtqfwpTjNaCawgmhBhriBnlHgtzjh5JWXDCG7nCk0BkIyRA9EPrDXPYkgueuvv1e0bUgUcygPvC+9q0CyL9zNv0kO7VlXGOg2XVhh+G5hzdkugnBxxnNFUe66AJgde2IgKexCbMEfC9Juj6N68ZlWzH0kcP2viY1IEquPALvcBkHqn9La/Hrg1N4B4xjBx9KpPhBXq8sjTt2VwslNpVTQ+zXwnVkQ0IpMk8qTjYVIU2Y3pthD5OxPoprYA41cb+4iWbeiwYg1hvBQAXBEhFArZU4UcsAeefOxjGwDhNZ6DU3+ULSOIzQKUW+rGTdFVfgsz+rW5kKG2LyGIAdORQm21DcfSvxfY4D09RGpgSYL4z7xkfbAfixa8CA2qTT6deF9I+qi65vFgpF+W7o5BtK1sG2c/rTdH02kC55R+6vQCnbv2urBCp9w1T+YfxXAUrVb0qz4mf584hvGzZdURkzo0k4gTDdm2oU+QUaukGmgcQjxs5xkI2sCWvTYa+4uuhDN2gAbLqyX1Rr0p0IZV+X9lMfDE+5zLMIKKrcU4bTdgEPlkPjRzwVTrGVaQJX2A//G21jOUMGtix438EEhBCGgk67o16oAXC1GsckKjCjH6OOp3rn6Gu85hnGFAgBy3RWWThSZupqJ5+YjidA82gO4kyEvgC3rLQADJzpHwvO7qkNq/uMIrWllTCF7u7feLD1AQLS2jfC5a49/qW+IC8cuKdPysLHcGQ6p+Wh8uqN9AcgoLspupazvmzAO4LKqnY9b/bgAw7QSY+4ZeHDdQLwFM/ffCbDHjrxsz3sJHpsr6Vk3RtMGK7gW/1NvkNJxgnGgvuOLe42BEhxMex6QdIORcDw9KM1Ix/OtUh9mcNAi1rZP9ga0GMHZAJ/wITM9AmJTyHuVIH6EUiHYc+OLXlYf9geB0rvo4rjVm6hY8pbFsIrTWe6qhHxHt2cxVrHuY8jkAfe7Lx7QgXZG0GlhLAiMu5NsmRiZtqviYmfoSHjNikssanWCfJutnIIgGg0rnONTpggaQFNzyoNf2K5wodQk7hlXXBw7pOStODY8CekhIDDNomB+NB5YFO5Ieh4OJMuK3k8Xvq6ZP5xi424Jv0oZVxVXYVDUbsNz3ohhEZJ9ByV8M6UImN9A/PYxwHMr4AhL4e2cldQ63qkxUWDtURmvuN1vR0ybqtu9HZY4JgbedNb889ki38wwfe8fvEgMr2gfjucUCsVI7YGAsIR/BPehsP4xPJMBqf6f8crbEY2mUwFtgpxhgTHJo0qH1gyrs8u96Fx97mzWoqV1KMKNYDE5qRF2mU4EE2cVNaqa2t0RVoY6QJbd3/U3Q3UDN0+Bmw0BMPNYQ052p3WbZSP3VMSQDbyoGDTDuP0j7qKictu6w939uBabntzb+yHzhNhe282rm4NIErDMNs65G2H8eTyrQtWBsL7AMnpYNeabWevoi9+sCAZbHvqBcdxr90SsVrbrJH7rE7/Z81oeLQcz+EhW+58cEmE02kqwyU/SCf/W6HLRjCA1qlI6lMg7LrjMN8LP4bHDT5MNf14UQQ/SUdE4QOitJzxESM2IME1mOJqqEPBIn9M5auYFkl2t0ClUA5xixwWwZgMm4K/Nu//dvdX37/3Q/DeW1l1KPPI5oEkVg68V4L4wSV6MF6H3kjOWxxzZEYK9NHeEDNrzcXTOMLuNgRXdEEeF/IpyzYtMOvafgZXnWrSXMbtrdsyiQ4cyNjsfu0Y4J6toQgzHgBTfEVLDDCyOjl+hCOzyJH/Rc/R9HIB9vaLOuLo75yJ2ddqJWRClwvMe4kbneo4pJjY8R1HAg+beItfawGcXcYYdV7HSw85NJx4kR4rAeEYXuriesi03fcyhoxv+HjY94TIp2E9oxzkSWq++c+KmtEONYMjPuAWTbJmDUWFdhJmYO28n0uCxJgfbg+SQ6Kb9jYV4SlKww54iOpoR2vbhEMY4b+kDtvvxhcqI+c8W3o2WQ6JfEqWNtQZfc1/CYcEvNC8ehL8Rf2JQ1QCusYf1CEGno7Wwdo+AsAxafvkWYtHFsgV+gXnTgiVprsCWjZIpLGgPQJToTrf0GlIWOuRGI/yjO4jGA/iz+cPNaAY+PEX51boFk7wN8wis/GmO3idY+iXoM4InjsVjwzztM18Y9xaXQ7fhTdVLsNOg8SBBHMA76Ggqkso3rmhvR5U1MF6/ohMvahZggm5whfJas39KkadcPPEKIW1x11gift4zr7rO5KwyoQoreVB23kkybIL385NaAVJ35j4BDI/RR7yDWWUfu6zJmEiB+0t4AZK3Z/gbD7CXvyIXWdsuZUJlvX+2j6nPnB78GB1kGfViU5k6EVLfzzUrKCvwErPdYXPrCrgTE7/mxpKiGz1dFauJqv7ehtbr7O8VWVRMDyM26Bi7/pR/BSJ+Emue+HSlaug7hpzJ4jyeOW4Bz7IxZ+wW+VEt61GyOoPSYxkKRyQUvW0TH6AR+czA9ASxLAdKZzr9cPuk+zLTOKG+7TIRcy52p1EVf0phGFClUjum7ijFhJQMe0GMAXDHR8Fh8S3Gmy0krlD44Eh/6CjxEYmsPUFxphuggEriZONfCeIHGgErotcTBoB0e1QI4+Qzuxw8WQaarCVM2PszokskSMCeQZVOEV3jkzvTIONdOh9ZqwDzEJTiZb5ZXFp7VJMHd7ZhFE6CLbyBQwH3fYJc601++1cdHACWwCMAsJWmOLwpFjL2RwTlBiUE8AgnWABgZYdxBOJqHvIVNo4/F4rjGpep9mMLCNhM8AFzklowECj4iBgcrUWe5yPfK6brz9CartyI10pMOe4mpG8E9iMl1+dBX80xqZrn4ECMqh/iZ79SIGezL48fpleAYfeBI0K9EhEziHfAb0YeFKvt70pW6HBfdX0hUOfzXV2i1X96O8+zu1jBfoIu9aHtMnfiSOtWT2mouInc6tczxxjB/gH74pfNSEF2wlveybMUEVNasWBN6EKNIpFwdkGntZfhHrazQKSjdAtfbP3W49RwZgjgsg0RaehRv6x3iFuAK+kUxPxKBnL+qwLwBuoKjKkKemdN3UH60HT+p8P+ZoNH7EQvBDXxe2Q2MNWT3uimzxaqMdBmXa3n6ci8DEyUZap+FduDWGuj5RCa1P31zeiPBEFjEHNOFG/nrRk4vDyMRSmcaMfTq5pCCuqebSir5+BXNWsSYVKaWJBpEsULD16DWx0K5WO13ITvEQOnDnMQcgdymB8e0QYFjAk4ifW8lxVRkMMNLOgxS3cBZ4JssTSNoOOSmfeStGqBNW6jkLfPpOYh3Z25dg8FnfwB0XOWd4cG6l0t1pA+fYPcS+hXqzjteukay3XAqJahTb0oasIb6voWIro386RN/IRWPic2KGRXUnsLGd+4U39MUdfg5mbBJcb2abS+T1KWNxhYwzXN3D1UbUV64DZqPXSuXBTZt1vnQY6z6DI5ZpH4EEoWc7Kn9DFzV6tE8HBeRmgucNNQz7Vf1NQn+qElsLwQpJ4Ki8xvN9jC9Z28YCERdByIVeYqRw1xxaXLAkBbY+go437K5Iq6zNrO7mrLoRe8pe60/cMJBnnpaMdUZjTfCWG3XFt2Na5Bt9bA8ANx7UyViovPQeODcFdZPufNq1WlAU25s85S1pfeFsf8BnHML8gq34S53OJE4+sr7as9aFJ3KGd+3bHJjKHsjgQqd9PHNA9Iwwh77MZ+hv+DIRocgXnvuRbj5Dh6FHrPiGNogpLfnmQr31O63zOXhjA1ZoEigbTYFCPlKvD2jns9PlGq58o0qQwN3hoBNczuQfOfKJNT4ldXZ+J9hxoWwNazpfSQZIWB661oaRL3ItWRZi5EgfHIWsa+oDxsgTPZDZH9UQJx63iYUoF50EYz4XQcu7erccHudj7LPXKaYkA/0z8atvEiJnLLQDrnPTlzkcj8jPn8YHsCSg4WKt2oxxI3BpzIjrPhWQVGPoGYyZM7qp5xsbU1/dqmuZta+5jBxOgzSl+CKFHR+aLdMXOn9xa9qkmASUXFbuG37Vc/pAcGizNYzXV7bblMY/jxvQJHkMk+pca5vOssFmHMH51Zni6/1X5YSBI2Rk6LVFbWTiOuyyUZdxpJGl3Pj1G3FIm8bWMaPH9tEXfD9QwsmWaj+qbAOcO/gF883Lbd2Gf+2TLBMT2wW+lY85ygs9+SM1/4RGs+KKF4L653+kHOtf4KFT2xtvN7fw3B8ERwJ25+tKHa62bj10G7+t+9U8fOjrX2PsMds5EDzbZBAPeaHDJnjoMW7xIMyC3fUWyFc6gX3lQV1lKT/qrql41N+C2+uu/Nv2Vf2V13+3fOUHX/pM+zG2ZJzgjUO/f9MNy+9EyiR1yszBbIwz7tHWdVOBksOHPm/aqoLmjxL9xxCKLX7TEKbENO5u39/xl72WcHvr53PAjpCbQUh8kBJajCPuZweQiVAsblkZnnjUX61juwpgyQWeYLhh9c///M9rjZibkRltgfW8IjzfSBU9bjiNdObsfVkJwRdeaksLduNgerIfOeNAbq6nb+9y3UD9aRV6xjTxIzfGTRO/qmGffyDGeE57HpYJZpm4Xm1fpchKe2hgRz6pr43rjYOKfbCKsr3XbOVz4C8QnZRm626N/2kLP78N4iexbHjAy5pTnf+oD1Q/d8VRzdcNYW58TrlMWfccWMDmIk72ObFzOfDx11XPIWu64JJWP5symfE2PQ4ux7oCmKs7F64pc8CHOpbZ+HY16wQ6R3tbYD4CLZi2HfSqX/FbLmTt2zI5Mi9xpsFr5mlzlVhfaQ3oZLfj6uDnUcUaMJdBC/+ZpmizlHDSOZftlWfnuZ9XP3CoL3yIBB+9mrAcY0zHl5UDQKOzo59VrrSER+hJbgXIj0N/CO6BDxOE3NZGpU0e3ZYge9P/yPnVdof9wnNvh+Fqv1yHxJ+HSIzFwd2MveMfoOusa5munVpeAF+cwGfJtcF4jak2r/gkBpJwrUlu2SY4ev9iQ130rvoX5lirRz/mEo/pzE7jy+y/FeOcL3nHtWk9CuXrMUcsGMrW+LORWnRU52eNyR2Qkavtnp9UT1tph0zgOL81/urZQm3oaozk6+cvr38YZ9/PWRcYUhp7whD+ftpa0K0zooK9zMmB7Q1ZfhOgbcAyLJc2MDyBy1PrJE+mGbdNw3Uw3RK0q5CbZiJIHYY+w2+o22lg8lrjDErIeF1oVE4Q8b11QnGl2GPjtS4oUUCfKRtY9mHjPJusLHNqo7SWt5eOQq3Kn+QRXZ6IY36H/5H286OtdLLcgm+S6Ur0Vz2p4LWCbRbDH76qbpnAZpl64XvICuXKhGjlPSwdA9Sho4dm4oqngbxJIb1Gp+ljuRAWfPcnweVzlCW7d7IOZmoW/bMt4I9OyBb5iEcD0qRE4Uaq//xEW9rRqzqCZzo3UA9+NEYeHq7H1rSlndeY8O0FaEaGuBT4z52Z2EsSrIz0xO+4yRjUQq9pP6/OqcMGhUre9r02fM66Qd6wFeEIpRNv6NQ+uxylv6F9wivMNecJOWyYfSQUyFiz6NtPsgP2ESx91k/f3PQrCmQ8kob+UwlzQ1a23A2kkvwCH/PSKgUW1g94fXxzF6WQUTduwO83x9bYYfnDQsiKX71mQxdHuc+jmJS80OyF/NJLZJvSJ3jFlGqGHryXtHXs+MebNSVoIon/RU80HnRzZ8Cj08AVBpkypkZZjuVdmLOs3BDgKVnpUlv5G0nT34q05dD3RuBWx2nGSvUNaXi8mbrSBjiy4c1EVdSNb4Fo/YKbgeUoh06PHWsB43Wo3CDzoA8ts86jq7yG2DeU2OCSUdi44+avrTQOKY/Q/jyvuH4GMl8oqoLf9CWd+4+jUzFDzPMkGDa2JxIzGjy6qCJ3HHkSJ2ahFljy0qVWXNRO23FxzY8xAMfirAsscOCbh7Crf2idfQ/NpNYHF93FhXjQu0cxT21TeXb4ri2qExS7qRXqK+JTlLy9cRlLpdq3Ak6gimX59InfyrVNJM9Ef+XAJiTM8qJX732b3/B15To0BgN74IJXW8eHFNstF/p2ssNv1ZZuL3NuWBGDK7GADtGbRTCxCtQ51f7n2pSgZ/kmBinkt9vhxXg0u7d+7Zksq987ZmzzFGRmGm8tB+sHLZD1OpZ88VN0YYHuPsROuwzVGz6mIaK2E3SXHMjg4kJFH8NNTcb56ME345lCkdp6018412dfXDPawJNhSic6APVF6vwfZQQk6tQZJXx5AGssFSKD000h68rFI4JUz4bQxnaHl3QoseBtbhVV69TrM17ReqRs+mAT+tcxlglm+K1YvfCHlXmIGHKseUu6wJPfYPTZXLzvcbXDVwfrimBz4lgbO4Prhz8pj/wZt4CnCrvuekHoSDQd7dgoMSQL6zRjGm7NGBkfFbvzAeV9DDropd50xg5rvY9Iow+8SMRb+PoyVBqFn9/SYIiht+wd+WgK7Gc9Y59cjwCHH5EV20Z+xZvKJKSIqc56uvEnB2LIvp1Qa0xd0ew7MUGuW4m+hRaMt/Qr5GE9z7es+D0jv8pvENc1XoReNM1DVIgLbIxtmgbUxd1PnFcmYPCTsahnpIKO70TGTqGHDvTWvP2Cd1Lgv2x8kkMB2wd655eaqfeAUvijZYfvZjet7pMGQ7OsT5hjvc6WSPhX1AAUb/RgcMI7iWmPc9brzBN+a2wTHW5NCMUJ2vhDbkiZMU9t6AbeimHVOxFfjjHJA54QfYOwOALq/BAEeVxzQpZU6MQT7mO4AHx9hKVFRWti98CzbI4D+PE6Oj1EVxm/ppiWUQXa12Q+0q+0zFPrGoN63YUcY6wrssr4wLEiHY0rXo4/5fRRx5vof0qq6psLMq4St4Ha9XYNDbJFqbj9V3V3vEBlDTZjV2IodfY9EFMmYr5KlgIEZB151++XfYUEqHSA/pMmWL6VQUIPPqxvffMcukq2n3LgsSF9wnOI+NHWdgMXrnqKdO1Ee20KLfNS7NhfgiJ3UrasuyFf+QT450f7R2BX/NbfopA+cvTjygpsN0V3/NqBNs/p6CU91uY5iKNL18k7Ps23UmVuDs5+fgtnr6tc1IG747cOmF0WyuxW4INeX+w0r+fFrVzNW9/8inerDGzhocOH8tEXDixs7Z9Bk6yHTwi4vIHL36jVPOL1a41/oPvMvuIM30w8u4Eq8SVlLlAvpMhH8yW/aUh6ZB0pGQWcihvH7HEANv1sxp8pLgzr6/7C9RdrWPocpHVQWvIsXh0H04fafRyDgmdeCEd4x44e2yo787/ecPev//qvd3/5y++yJXszwJnd4ucHXlRFn4Ai4rz79ym4DkV/rv7TnxHa89EPxuj+hIBlkgx8IzjXMjEjsYcuvB3k6xQloAFwX9eJjfi2NPmy12W87/p3ka/CY63ilTdl+8a84ofWARMZjnzH3893GqEtWzOWfh06FWHlO2zp4f2sCRoPmev6ALgkXvg96fNB0GCdSg7tyku/4BuypKNvyQ4yGuMC8LkGkPyC4dO+5HlCcYF9sfWPvAgdUnFcmEPbBsS1jZPCIbNld0X0DwwxdMRA4Zt7PYa+rfhJjl36KWjmCOo1JPA67FOcYc/YqXnxbuXA7Kll24D+hRGgB6/GqRDg+XiaZHYqOS8tSrAJqfB79N4Z9ZHV447g/PCErMP1AmoB7XVpLbbpuu8BmY7kOXwG5hEB9pWqiJXqBA4/P/QmmvagXaexH9RJxBxtLxp7jzdX1cb4QK2GZ8SDn8ah0wU/Oqme5kmgMAa7XnVrnB3d6s+sB4PEFzzAaRu1u31DS3INnx2ufHacHbf1pUF+bu8YC+Q5Acsnr6nHV7ak6gTHhfYX/oJK+Zz6uWll3Vn/pp3xKo4Br4m61reOdsYg3rAoLpJJePgaw8sRjNk7z+KRgwvfazusw2uHHh0UAPicn0Fy7Oi6wQ63uBrPwj4xtqF3rZcq1gtG2CC+PgUWWXdbAF0azUvhWm69x9ttHBaFRVM/tZloemNAlmx2CFVysi/ge/EBnH2SxaeNTwef5Em6hckR6N5XnzIagTIJY7F5bp+R4xAMuHoQhQmAvaeWwCUXOr53IsfoyS+AN4p0Ik9wcqywlmFuG1POsKDYYuS70AQvTpuGmdQoYaOg0fmKGFlpLQzD0ZNXhIQYAUCnC3zNkQWfZBb9Q5RDpsqhNYC0Soc1hY4eKkRHBDnwxCmMLCu085tfvhEyLbcyNoedFDfA5umzVO0L7L6aNzd39PoCvUaS0Hh/n990Ent+N265n/Ithqe6MwQ39NeCWIZGTz503r6jnlcQuGPVDw5PdMe35NOw2Wtnic3jQ3iXyA5xnANXv1PLOf3MGwoq4KPW5yzH0K+fSuNo66AJ/1PMCWTxU8fnxk1epdhYgwZ9N7JHPs6TaruUEK46HjAD6iy89pr/ufPSjoyKFwZeG+bwj7RSnXyOnCcRgRm4c4Pjwf4XBLl/qwsyGg+45Ui/S/qaBiDwBjZL1UH5IvNYIxwuYkhH/KlcRVWffhlZukDoZO+y9Ke8zk3t1gE+yB9+O0R5eEO2Y/wOsJ3zmhHGcXAcZ8Bv8uIPz7tj68h26FfZ06k1ceM/upl40M+7uC9Lk9d8lN8oqezuoAX5B3I2T3a0oXepY+xiiOfD79t++ObXDTxVMRbrrR5WBDIdo4H+kUmhDaxhQFRq/FTb+ietOmLjgaUOPwBTnxSOJ6gPGgAatc2GX4Xxl51xVN48q7u7XgDoKiPjxrUOOGR903ir+6mRm/F9ZF/CAjhp1+kWvcI1j10wTjUn34xVQHIH6u02dKyev//+m2QU/I2wW3Mw5MoS2pN2+Vv3OS/ibVl4EGpPLgqUmIE+YxRRg4Duk1PP+SF07Fw6t+US0RjQGae1waIPRW7kcEO4yhOxAjasDoyf/X1HNti50d4YzasvIzeywGNYCoZ5WeX5PaJeECxfirYi3fCHXNLxKPj09UULfhH1Yld9kidBnzMoLVIe05GZjTvhew0q/95wcU0m2LZK6C3B3jfIydGXn3PA9DdSYI8G7NYxseP70Xo9Q3dbwONR5w5onBOxMHTFUGdj4yvcGYsSm4jdcOnNkQU16x9pJ8DaYlPUcuBQ/Q8r1vr91if+aP2iqROHkRrQA794HsJQouGf+ygLtVO9J2gnzuEZnxMlRhc+UmINVqTHFcpO4R87bzxj26QIVl+Q9/f/PnM4KxG7ZD79DHvU2I8uCl/04Yyu/JNU9d9KrMf5tixx9SyneN4r8Qvl6nmpXkXWmH5FnWhyPcm680nzqeUV1GE3PFR74KlrSpxhb19AC5QHlInR/Vpix8L3H1qjOO40D73zu5kGID6i1w5/nDNnUVKfUT/ojeCjPW1Ifx4p2HgQlvi2f2Kfyoeu6B2b6ax+qtrI60h19IsIDYfeBp/Jxet8up9pEvvCHXqAdD1hgfYDJCe1v/hnVFp5I+d12nikmyPYzqorNznZ1mWPB9RIN8Y/qqevY0f3FREyOLgIPQnaXIsZd6vHVoXzORxrtyL/Sn4LBzWgL1mTYsf4p0SRe65jbYXWC7frbVUZR/SO6y/5QN8YZAObkXdPYimaZzWWbhVlEO7Z6NWTjtixcykg/RjsghOOB8/aD9hPMkNr7N019zKHifeQOERqy7r5CAiPXZ/01KbriIFMTioTs2cbp+nW0X0HVLHvWyVu8SfeSdiWXRu+tfQoRT4UV08z57NeaV+sPMhNHfN/8AlQov1/NtkOlXHzV21vbtQPzM7dv/erWEPv9sGFp/qXlxdFJlZFdB1FBzvcIma7b7675YdbdfDjt1QlgcnegqnMtC35WnkzZ4CQsPPqdfzA9V19dMRjY+8mkZ9WIgt222Wy3xVU3nNhQMJ+kvtHesHoWIte2Cpm+E1T9rywfX7GLY7+RFPt8daFxla0DRuGzKFb2zh3r/nHzzG/N66Vr7j5MTnrI1j8tHRzvEFLH6HfWvey5v/b3/7mOAXoSeWuXeFIH4aMdZcwpkUsQY/+77Os4YB3THJCWuvQFHsEho3/+C1W5O0A0HTSSceoVv0shxYy9tW73v/9GdKpvY7N/vrPxpvE7blPLbsvup/bwTvDxUnnukVgnRAH5wSe/LHoAcD68Lp/csaidItX9IFG5PmMddTQT7z+Eu/Oo5/EG/A/48eOLQenI+72uq/OsRH9PAkZE4+rhnH4v5FioxDwGOVT2Vt95hqwhh1+zN2Nri/Zdy9bP9eVJLrCy/6CRnj1ax7CYO3iNNkAyyMHB+Dm+wltJjLWOSd7DLzqGoAyMnNNyNRMuX2Jc8/dw5MHRdlHYF7rgxz7WB47nWP/xPxaEF2Thr9oevoZ3+FTkuVzfKtBMOVRj1b+PPh2jIGBO+urUoiGcr7wMIyOdWdB6K8YdMqsX86mLOCfzukbDJEeU+lJ0hU96AeP+h1b1j+OsxrhT3LI+Cr6wuf6US7LnAvfjVZtRBU4+BI5bqXS3GGKc4WHbn5TPNdgacd4PzcguPAon11G6FzLoT1xJO38k6Kef8qvDgwkq8vOh9D6St/S3XW8BQ8+H9r29tZDh/om85N+Tdys95p3g2kbuS1oAnhRBgQ3ztC5n44eo85vnlUYXM1FeX/YG2IMFuYzF4DUkTqI4PqKmqDkRkuCEVp0wCQUZrNxOgl4FwWQQ240eBeRwT42nL6IteFBFmk8QegUWcIntG3ME3QuHBqsNDWQOrGDz6BIDn/0cEff6LTXd2IKfKQPProLoQpYzMOpJYUcZxkD4w0J4e5yGkeBG/1CoSZNvMC/PORzOSgbGyyk8EdwKvPbaREWeENo1AHUryt1xXhFldZNhPztBZW5SfzB74ViMW0UOfYEbgyP1gLSzVzrSP3SKQuF0At9WCFvcvGKUpYllSYV2qrNQm7iDFzHnvRgwtQiOU9u6HQwTGMOdQvFs/13qJzTXtsVLziiLNOiw77pCgyf3IStbslbD37OYxtga9vKlJjDF7GJN/DHJubvO1eREVzj+UB/l0dcFz7nJ9BUJxMBBZbhZHc/rQp+Qygk3R59D1uFnWSGCOZGGSdslX4TDkN/WsmwWZK5C0AxpL/cmMKvLLSRsXRio3NfiJDUIYLTJjexLQqKR8mlCa62RuNO0udBvkTIhSuihNE+6aNhcRjn+P0gLoi4mF8y7GR+4fyrmwj4x78/A2GMPbqhk4yjf43tqrettapjoQAIG+9Lxo2/XakNFecxRvqwa7gVpRaGRshPgrZ/5wFDKJ40W6iPzyLUhHBTR/BiJcfsD0/PmlsgOsBnkFXqeJSYZmyhibkrE18Bgat4oThGKYByftMhbYoLrUyh6fiWHbEpyeWcrqMXXKvUk8MglbEbVzDJnAW3SlW8c15c+8pCjISs/p2YsyOca9hg2WyGbLCYoTEoa+wWLr+F7FhMFIaUbOf1wG19Q+R6lO3Xk6rRiVDhgwDYkj3fxvrR5690jvIZZnzhZmI3tEtfkpoPdkpb+j3gO53/S9ubaElyI8mWZC5kdVf1dJ935v9/s6uYTObIFVEBYObuEUG+GmSGGxbdVaGALW6uL917HHjgHks6//nPf3k9Ot1jWz4i/IWex5xfIiu+RrbaKxN0oPC9XJ6L1ace3Q9k7ScuFr1BrS1iJzbDk+c0ji1r1xPPLnSIUXNLsNqE++n6IsITGsmXn2TokwbsY2/klS+BmznFmKnyIXlYDxla+dPrmwbD2oSgjS7NgTgLk/FqZ3KAN73IMPnba6z6f3AGq3g3KcUrOJJIn/fC/KVkwXHubGInipGJmFYfz+rxsAhUoZt5HuWsA51eOKjwt4sv0luIWQ81hF0c1/4QquzFfETOPOlKVITOiknRqC385H99LzshQ31R/5vvJKQfP3TzwoTE2Efx6kJnT8AuscWT+4mRzEdO7L1OCgQa0PWNQJQQDezude50NuQkby4KqtGCPW0LjatuH0tnaFTu7vWbF4tK+7uQeUrXsDKP90WVfwCLXzyOi9fYGy8ihh9yVQU5aj/zFVwgxGTcCQ3vuQSfOupDJfiWya39UZq7JzXDypbm64wJE8UAF50tY9qivFCf0V+Dq5KY3FmYmmggp3TET7K0oRMPtY1swd1clfQPjA740X+qW5+xlR+iU2zkt49IV9KHOSK9fPF3bI1eLZq50o9WdEenrVfkK2x1AN52suyczvY7DJnj8dPGcuJ0U/HsEA3/ffNXMsBfMJ0D0K+4OdaOEEpsAA+WbeBetUc2RhTZpqmKjpxfsBApWDGGyaGr8Gdq//hJbwZSI9+qDX+8I1E8Rbu78F5J/qN/FZGMt9QjIb5xM0dH2PgivMYBoM9yQ0SFT+8lRh6LIgDmZG+M/sEibmbh0AeDyfemYFLkD2Smr+fUqk6JjZD5FDqD9z4s59xd5FdHK6LBqHKBagxFJumMvQwq4NuG1z/vguMoOgB74ts+08/FyuxgiTkSD1SV86Q3O16K/Sk9y7s5WlRD31D5IB79DTPw9AeFSJpxPu/5C/tQ7rmmfBhLro8epgfxpwWflnMA6o/aoGirXx2l7zkue3FWhVyn7cCzDZBX/4tfej2CV9lL1/DQlX3zIHOgK1PCVXEi2f0WkIkrcjX2WmuF8g8O6X65PN86lkf3w4Vtf/Wg7aVTAPbbyFD/nPjAfvvt209ff/n6IMv5sBy0+weOf9+e9dVu0hjqaIo11k7ZiicDOH4rb2E4tq/H6pIxW/UEf6h3f8nR+xPJCy3+dlvx5HnRoEP40MY32MfwKKNSGe4y3fs7bqTjAzho8h8ZgPOfnBM5A9z+A/VW3fqLjEppEYOyuXTGz9TteKnH3KpclYGjeY1MUKIQk4WtZRw3GV6fxDQpqvO+Z8xyq4sf0FHNeV3H3Y49V+xLfgq/dy+T6C/tyuDB24fH5Dv7Ge3wq+xrzbEr8NAaPOYrOL/88utP/6+++Uud+VrZAKsfSZcg/g79wYcuyyGXDH5w/i0luQeWt78BFJnjj9Da8odK9ief9SCICGEkdVtS11kDtQ576G4fkfe1Ch1lmyUnbFU812SDltpva9+RHP3aUSuCXOIlnibi4cgayP3pHI7+vvYtlLFnIdA1cpEXqGcEVbsOF/YjR2h1jwP8vk49ccx5koIPmJiT3ClA28kKaQxYcE+OlbP9iYvGInpwb8FlxXFsYq+oDx/V2sR/d3XE0+N1qs47ZC0WvCPU2XeR8hA6ttjypr1pnXjUS7M87uNtG85ksEF7ISA9hjz90mCuXW2ZeQMd+2XjCdanayAldA9ir6qxaWSVbVg/AVUO4M0cjCZu1C+y2JwbwugEnL+spb2j5yQd4utpa7nZ29Verk7bHFYdT7Pvr8g7xjw1UXwVYPyNcbZSyKC/5Qdfr6avCNHtPWNwbkq+4E1E0kzsEivOYeK3903zsKqdApQgbHjEA0ec7IAY4szHlRVISvYv5JC009lG7MPaxJYZuujIOtK5GBFGv6q5SMkG7sNa0Aw96HidcC/ST94VsXL+rvP86pSYCO+QDqPKvFSHwzRsxwhnFPg5ZuBZPsB2cQphj1HtwznQQ/+zVB76WW8K0/4TljHykM/ZuK4sHK41e01FKNkEGpTKTh1asXuuTT3IAMysE1jVuGM81rDwY0VugUf4mK1tIxr8mzqQdxmKbbkle8eLQ7t/9PHHQxPe/81Y+04dkjNxSmzrva/u23ofHjHLevHU+ywmkCDMBBEzL/iHAmDl5PwabKQDYwn3LBXaitkfMdk2nOgNCgnBCQZDeoJhMBj6Q5XSJvW8Lpx2dAGHr2XwlL9pPiQYNxzqi8U2ZPldeQEPXI4xMLrfC3Js013HSYaf/E3Zx/5sOqC/KfLqAvMQOE/fYB4wyYFJpAG2nTeaavGhA2YCtMP4sYWTzczDqzwex/7T7SSOfV+W2BLwbvaqR0Oj30xDdn9LAvLSSddgzSdw4mTdYmfTKIGnvOEYG2R4BIakquC3p2kw0Ni1ZeKjAdnupW8WutX9FypVwfIMY/r46+/1bj0CcPrUMSe+9J39iMJY/+5jERX9pK8OlYP+n+dRrpwQJJJro+Dtz+CN4Bd7Q4j/SujT/2nm8MZ+v2Y/GwzvEBBXm6PfqRvyZKOPg70l0ZHOyhietRtz+8RnlLb/jkgIVvRZdSsPXWQTjsNFlprpYLpW4Mq7+OexNqLvhGYzwpNwfCvN8Qk983VrSEwdW/iOAzAZyoZjwHToiQQ95CNuNrscTGsbNtY9qQzQ889KsmRcYBhCF98FoKXGvXzuPQD0fxnoZbRpCw698cVGsFq2q+lBDcHRYfAX9scrUMBuvDL7MIMMFNuYvZIPsUwYdTPmVyLroudnnzizrjzy9J70QhSYdPSk58RymI6Pu5/dG+PoeMfzYs5a2cA7CbYOS6nDK/Z44hFR7xeHujEqio/sARbdiZULgGg6Hm+d5nAoPnPlCtpxHfkvoc4U0SlbqDuH53zxT2XSmoFdHBvkQvrvVNrOnG/st7dHx6GQvSfRiY9pdRC6qutg+b3hY0x2ppO4OcvmAcZ17IR7Lms5JeqBb5wUF9koPaY1n97TcYLxWTdp90htuWXLGCdJsRt8iT826ORcxh1Q6oEhJ63DGCgBtB1Y7L91faZb+IyfiNOSOxT0DcUjHxhHMkKvJ2z21cidG5DeASKwVBBRiysE/hPeim8eemFy+waMYub3D+WT2S9ttczCck+f7cC02Vsrw6wPAVuHwluXNGq/BftQAc7KSBXZH4VolpYqyVWaAdKbtS4nQpxEAafxw5ZX8sk1+MywKwecUIFJ7Ay8pYgA64LgCFQ97auh+0xH5ovjjnyMPuCDBFkbNzJ8l+xc1GysdcjygjWV8ABWa5EIdgfRXLPma8g+fIb+iAA/Gzlg5e3cWcYHheZu4IIXfwOSHuwWex1ol+ppI9MReHTdeKJqeiBGjPi+/EuwPmj7raP3JLI/PnhLytodWpFPvBXzxFxtTZtYYypQajeOhzk1IE7dk6w5WCogMl69HRzX+VMrSyjTHl5cdNWv2Zg/FwmNeWN9FQREaOho/8S+1s/YuVDhtoEOGf1TCZzrEZv0px76EKRdS4i65jx5KX7GUMDMRVCpy4XN7K2aRPDGLqf90cvoMY2BHnyuMXh1b0jdlMUWfZgPoNd+m1NqB2mvd237wjeiu6hSHbHPfLsslB/33MV664g8l7mA3T5SDjDyim8aW8Egx4dyARtVSseQv7ge0kfbgfTnstMxlrkdf/3MCbqIMsxNiwWmiiwhGw7fg+ZZxZ8rZjUQfNFDnJtIzLH69aTxrF64Hq039MfOvWF0wfX+wUAIdRl61YA+/7IP2/RfwV/6xcJ7VuwnufjXUjnbxsbMDM6ZiBNuDtnyxLrH3rZz9r/ABL8PDm/6f762YmNQfU4zYuBTSjVqbMuFl4JcvQZ1p3cBxD4KCKm7iLq+gNBrNVyBp+0q3PIvxJ3Xe+PF6/HEP+sZJ7Hl4RPfqbaHxh5jF9Y0/v+7yl1P605sKo5rB3g9yvq2BMA71wtspySiUP1M0NHB5yL3fVSd/4SF13TtWSgnWO3y3r7lCcmhdVLbUHpsU3yGHz7oXFcetE3URX7xPwJJ+8nazbKK1LnHL+Xa85dffvnpv/Wbv84Hoj9uLthxxGB6LHzsxgA31bvCsotYN6wOLFeP/cOO1x3j8MzqycOZ0dUPfgr5g+nsznG1oX3Or9oGgLO+EEaS2Kx2Dyww2K22q8+Dq9bY5oQp3YVDIpFMKam8tnnhXh0PZxwg3PhYwkx/7XDyWjItMlSQSRE3fgj6Ahhqrw/kUkPfULqv99TT2O/rN8IUU3Pzp1SRa8dJeresEL4Rf2iDA8wy9NVvdRRg93InfR93e5Q0efLJ5qSrEObVPGByjA/d2qfz5pG8AO0kzt05NxSE2malIW7OUnfsqg2fAXGdnxjy21uFA6/KsW1mSpfwMLtHQazH2Q3P7j+UZeYf4rF/k6zyIzDxXWZ0c9dJ58269EEhy42otJ8UUvbPXzXc7feCuc7Ddl/jOb2XEB/AyF6sHKvTPS7v7SvW6xb0bDNA4o4H4Mgxyjt46jf5wHZ+QLl0QJ/i9e4YmUhylkt8SBaNV6ZTp9ZL6yBzqeJ78PstcAYjf8DAzz5ObeIX5/KAskVMPj3hg3X9fG/8Cp1W5C6f5PJncNDm7z09T9xX8kCj+nI/r3pjo5M+9VzLZw8un+Jq/Xleyd/368DlPWegbcqGIlThfRQqR77RGYfEOWDQzxOL3jBcFCYdiTtCUNOYj/rAR9x7+l3244IcCnEBozCGE7jEMHT7T2UDE5q9IA5cTg00OnyptO+csMCCBwve+c7rA0/6wJ7t0nYihDmbE3Syc9zhD9PlTo4K+PmdkO0oxumLTHpyARqzQQAHvj2Bom1KSxd6rgUep5wd7be6vugXnrFFbYD8WATbkkgz0YCZjYlvCso5KhENJykeCCN3IO2Mq7fFcmCT+QdyE3tgRGHOePzaIliqjTQfKdBHVgp139wAVXT8jRiP5CNy4lt8JA6yt8Ciz4IjbWE76EWG6rdA3qk8s/srFExX+jEjCQypNn8r4zb96Jp5WDzfypHAnLDaBiK0x6ATekJ0CR+qSUSFDW7kAeZnfSuzFxARSTnGOHxCErzzqevQwboa5FWuQJeZxPYTXOLZ38BbFx4gqNINBNdhjOu4SEx6Pqif35HMoqTGlCa8pTvxIL5AWPXJx745Kso1h+Vvo8R05MY7WpzlbkNf3DSuuQi08mAY+QF0jfP7Nl/Wrk101U98U6K/6lyZbMHQ/GEAFfjm2x/EeeCYTb5iN7L3t37JW1/0b294ZS++lQEd88Usm1d9e+rGyQjfdPii15b+zBwxtvDFm3phLXumXSBE19/ed0u3jSU/4iYHMzaEfBjlzi7bW0AXuMibmxgB5qSNXIXP/dp2bKA/bgbIcJfc0vzfm9jIBAw60Mf0XrQ9rQRg+zB/mGlR0DbDR+DDH/+O7emKTZVLOPl8ozi+5wTED+0gskoX5OZiog871Fftjwe2XF4TJKjj33QhaCFlB+Vw5W7biYd5NPJZ8nEDBH5LfsE50oUG7LUc+mug45ULXqWDXVNyc9QKqCPjOvFiLyBZC4/5bOrB6sG2QAWVwna+lG/7A9XP+Cx46QO+PoysgSl+6RUHec4+6sDmD/218VQQfZ9+j8sGxJlvRKnf8otgeRhXtvmuk1BuulLKA37M7cJ60P6jf1qtKCBwz2ce8FAB968UsD9//ipa1DaRylSakQmYwOF768++QX1rv6PmEpER2af69AhN5DXOAJ84jCPL2edct8SD55WPO9wHP48iluvZc4bfz7I5duvcIUr5HXJyh19lKIf5BovWNuDIeJ+814HYEqDsnh6ZJY3+ANBC4RyvZDbkWv8gMMWxPiC1nyQSrcjSuRBwSatubjIlVhdYDCGgvG6Z+GRVjq1OO595fMUA8kwu+1mvuTdP38CJTpVrRDZv6vTzj/lgf+soawdMY/G/4NjXe4HAbtseAPpeieYZmM7N1o+RxAA15HQ8ir7fDiTazK/mJykrKPSVb0ce9g/I1/zStQ+ywFBOWbp2oAdzO2+tyR7ctlSfOoUVupz/fNdbKYizxhrBmLUiuQ9fwMsySMboQbxhO4vw8GEY2zEA6ERBl/qrdm+bI3yRnd86jjWpf9ZvWX2b+I+fHhhe/BFejzDXHvjfCzEfu468R4wDWxxkdb005nzjTq9ttlL8UTqvHCfYVTFOOe3gDn1wgtx++GEb73WorHLW08nwEk1dWBO98jM1qmnQ8kNPOmLr+B+FkQdfQHf0nPbKMVBUHAHDH3P5Z/kp8/yw61mtQKJ6LwdYaBzyA2s3CMgy04Hclk99njd0MmulI4NTzJJ5OV3Z0p7cCnk9Ap55H8Sud5mrr/Hjo9ps02z/7vlY7cSjbv4SifpDqX3mmFf8PcJiL/sJowrWb1ISPdPsXtBqZ4KHkz2wWGLy3jSJz3FJbAVQ5QtNdTCkPILL6LMfps4Yr1b8+kkvN2Vs/AqdeyldwwjPsYcSlkcdKn6A55l97sT+RJvcFztwChNbnHk3fGe9Km+LlXzFHO88hxC4/u1gNbJeZMfnB4j0zSDmKnb1689tHQAAAEAASURBVM1lj2SILXDzvKAEyfWX7l+RMnbY0B+vYU/+OFcl1krJeREdvF8fH05uqk/+4z9+NSP7ZGxw1k8pitM+60uDnMLRSbIWn9jjG1OiSw5i3cxDKgBfy1pPpxsZWhpfd/4dB/Yu8wlL/WwTFSf9hSvRK8cJX9gFJ8Yd71jblYlj9iZbj3PsXi+dez/t0vY1SsnOvNvnGuwZsuZryAW/8J8cYRxNXHtILoGWxwNqGXGe+/Swae87mKfyyrIHWXriY1Avh8Z25wtt6rzqk9J8UyTmUullLajwOTIWmpJMdXIP9CwPumFWXQtGbi/jij3gmIt/+9vffvr73//rp19+/cV95VPeOUL31tOOecuISGeF1UT2cvXClZZv4tUySM4U1rAgOXdCf/YclQk7UNoO3nwKFhEbG+jfb+Y7FgsmHsBxHtPr4JBdNOeNZ4iSN0vgk8wZjnj/hAevezrTGBDzrI2Gdw9dzyOr5BAOuP4Tfa4FPJbkiJCEZ2UKpHkLl/2zr3fIHtn3AMf+1loY+E3ZRuZT9JyrIKNo2EdQS6GvfmkfR/NDFtWzD3z0Xa+BdT4UPzyI28d1qGOF5WiRzo6ppz+2jH0qf+R7gjJdW78F0/MuG6Exu0YvlfKic9n6cOkzHUrA17Z9Tof/9CUG9p3i+V1rwhclHG5V+DrH0C4PSyRzcfOXf0z6XkrAij63cfyW07ZFehJ/1GP35Ah4M5egyd6aPVGvp1UPYPij3RzodXTmr/OPmSTPUQW+P+kI7JmjuaZZmsBClz/TpGOKSDhXRqb4LDIhBzS20SsfxxbDJsTcJTXNt+PVhW8iO6dKzm/aE/invACegj3CNx1n/u5cD98rb/fZX9rXS95v5OUtMoo7UE2bKvqOLeBUncIVRUo/6wh+45rzV7+ZMbQ2bGqOC/jg4bENPFoPVPi23mNh6hfsxV/7az/gC3Pa6ezjGlzhT/7QAq5j0Cr91CHuTmvPWK1At+dAhvWZcn5xqX3n8ZSR/pMfcrbdY3HB6x99tUX7eqwu4PscRvrhgT1PwpM4OuMHfMq6AUxHheBYBhiA9hddUOSVf704CbKJmBAOvzp2JdwjuAl8pJsDJNwITYLumEHL9IbSx54k7TmPiMGTP3kVFRcD8qq6E+ZZ/ZxgjBPolBoI3WOP2IQ6pcfCCUGqHRPnBlecBW8q+aAP8NqsQ75QRkO6fdJk4PdtsCGuk6qwdKnMNKCBHFwMoUAXOOQl+Dnyl8BBF/0VyAgQlTyEhhaMcDv9AtBjeaZXoSonssOKidQboLiVp27obyk87dq5Y5ejAeUX6HH3yTcg0FcWkP75jZnBOIiWJl1cIKY0gQz0v/UQ3YifrWd9HkYoj90fS2VlRCEgGteHFToeeocRTWrTPOEkxUEHoca/FjR5oBcsIAPu6V/mDDcCeaqWseVLAwsehzwp1l/9Jy3ASEzYn5nHbyBhi8Yv4y3Fsy4ihnarLhWOVFOUB9k7gKrYs0nRc2/MZZoFnKNNY7vRse0qCmqzwcKOm96gpV8N8xGMMYGljz/dhHUd4bkpof9+ZYran1U3kA5gBA14bt5+FW0AbgUjv1PQ77Nu8pDPz9zxDtoxnPzC0/fQ4u/OVl3vFp9MyO/ocQf3gjWdbFJJEtzUsSVovkv9CuATByVU5yAPIXdhyItcqoKq+udkYZo98LyD4h77P7F7STEqfNt1hIQ3vhvvi8WeT7HdqU1k6HzOmpDxfCI09leO07yt/Z33Rx/6cAg08lt7h3C3aqJPeql/2+YGpCb6JP568Qz6VmUBRxaaIwg1ixLJF+BRYZMKXzaP3WAxfJnrB/ydZ2Gts+FOvx6IqxpZtu+3rKGtkxP7f/ebB1EgQRMj6gFYxTpb3yu8B/0B3NXfdG/+p67akCkf5HWryau1g0m98RFxIhNx9of2P5Su+c/o0Mc6KQmUC8HSgzvcmAgZ4/uDjhGYPFZbc3ygC9wQMJrg3yrwDI8cSptWc/ODPB4MXevAdDQzBhKrn2VH8hvlGHIDuu6zTndljfLmh/cv4llMbqJExrd1fUY09hs82w5lTjqNZ831nHmLMT6bmctJ/Y7K8c2JL/BM3Gfs3Zd0J5wr2sBXy0d0m++x27b4PraX9CteCkof3+5wzE3c3dcy37x9EEmvF/yqx7SVi2IqZAsdaJ+xU14cd4xuBXffhqTv1MlthtV5p932aR1iGQ4c6UdPKuyPgM9N5uvaEX7ABRN2YF5L4lWaymbBL81nelS2K41/X+vP0jf8aagnokSPd4CEFxvHPvFX6vC42gKbC94+vdvziQDTlQuMojXt+CcNLgL94Hcf9Y8Laj/x5wdJnsdeLhw5fEQvMRBK40MedERudUZ2vp1VziPAi0NTgYelHjKZn9LCoy1GPuDEL/6QLthm5Wfa0Jmium8OrvEOvDja2BpbBDbc5pG+i09Q9wnOxp6a4K7yRhfbbWhQb85nv/Ll617LDDekLM91Gm52L2QxbwlK/LkIzir75FV8WFOckzVH5YNcNgsoGFz2vMgA8pT6gx6u12qXSs2j+ORegP/2u34LlnMm58JNa/FAv4mFO/7ZJv7MqmpZridMT6Q/Ufc++B149LFdy1ay/+5vKua8sOjAffKDXQH0TR7247xGLIuYQBnb9iguR/vQQxmn7Zi3zqypwAjb1z3cNM6yaboun15bT2evUdal0EQeSel594xW5DrzwyKyKraRhZsu3Ga5K3P6AaGcFsA0/pZqhvz5TI4MD4ELhQPxRRVZKs8GmetNRLRuhu1rF2pXUAFXf46tbxofrxWXI4X50fUSdXxdQseOf5RyaXA9yf6eWMPG5xu00B+ef6Y0nzBPKhd0+u0nlvtX+7fqe86x1s88+OiXq4ToZ7wzaAaEdaX45sf8kD/JoYBX/v/4j//46f/RN3958JQSF7CfSt4rDTXfLD4PBF9wUt083kFZ8kHYfECYp9HZq8OzUf10qoI4pT6gCR55m3PrP5RjyJXRAwYp6Olzb/Hrw78dyzHn6CbmLIBWucnjc3s1nccVN7aV+elah+Ih2ofKKRc9tWdjgL7CtM/03zM4iEfZ+uHZfV0Gmtl/ktNyA60yHOirerIFl4cSKeBsHvQkRqi1WO42ZIdeG/ARR475rWfhnhwZbyG+uel44sKn86Vw5X32I29pRa9DCCEebGgNqQh52qE87kfm0n2O17ble8dpG5uw9+i8aX+PtpFF4YNrOPKjqswDJOV6hmmMEpEanTRKqE4Y+ssh4vOsvC1j7RFM7MsbCcMuY8R/44Jc1Hz7jNfZF/+dPY/16H/NQfRV5to5Pn6Gj53YvV/LFS96jAmlyxWWVuFNSwDo/K9//VOO+CV7uMO2d1lIBbPkXAijA7Zq3oH2tmuEcFxQlYjlfSEyjdopzUcFai9uArO2cH0lwcFhGICM8uK19B2jdF2sb0sPlFelMoHT+gnbfsZKv/cNGGvfndczWvTFixJ/ZA6vbYv2F47xPbolq+7x4wm9YUqrsHvkeQ34O73a8sQw3WcBeAId9S8VhL4y8bgmaYXzCZPavgCPceaGkeEDvIzGInHa70yoBGPLaTg2FBTzKcAcq8s9QZZuwZGVPp6w8AZFn5W/MD3SX/7RmYDFmZEDuF6MLn9G/9BMDJycgRnU6I2y0surdWnJEiww1c2wBFntw4288Px9ThRonwVz1T/irLqSo/qAU3z7CPzdFnbR0MoFDeiAw0WCbEiYHPW3YcrbF6JWA+pOUOEMtxTkSZEgp19tuAgX2ZvsY11fVCiuSPANXt96Md8QQr/YFR7hY1urun1HUpZNgKVfqNw4Y2X7pDNww5ME5DNfGIFSDSzY8BC4nsKoHUahy6H2v3ROo/TMa4K+8B0DNGyJR/RqO/WgRW9srVFTtzmEcD6R5AuIf/Da7lxqMCA2MHqSf2RhJAljw9BOK2PdCiseYasCmcqdJ57o2Scm8Cnsl35LzReXIRx+/uavJ0dgPW81rZj70d8zwMysj1DhiU6UPmm5Ympk3nKtDiV4MLiRySsOgk8bWC4g1xdmBugq0AidNeMTsoaIncYoA8fApgd67I6djrV7beQumzoZjleB/cw3627fBGY7HX6ErqTRFaDfzCv8efWwY0F9mw++zma2dkE2xwEkgG0CU50SbVPHVDzNDE7n9bnhpR+6+O6is9FjMZ4s//r1l3XBrXIMh3VApv72b95+D01JI/l5Gp94+R3fqytvTIi3Eg5Ivf3quB9FLJ+Ie36TFxuYwrAuIjCglsUbIWlLFsLmglr2DC96NCfEjjzieqByd1R1JIkP2EjHP6d94GEYccGuPGHZNU+zTNhS0zDIFnxSVh6gyPi6EcKNOP2zXU1UxKyQ4kF0PvvpAPGTHNjYZeAiR+aBJlbsAQAXy1zCmxa5kqeEQbUdiFPTi/Xq1+hbfHwYSnzWBsRx+vcg+KVhuhpyPI9/qHOuzgkG19PRMfxDf9NGHmgNbTmCtaS0a6vFeZx68hdnzKECXtby0udY2NTFDYXMT0gS8ofWac0Kx0c3CHyTy0Vw/ZZm90fg1z+9qFh+Qbp+YrvkQUXpTHbLcAWbVnyIiJSu86577kefvoY06ynWASFH+woVZQvYhRa+BVcwJQ7WUYcHpTZLCxge3FELWM8PeD0vjaSTB5A2tyvYDjlLTjIJKWKUfnUETrnAgaWa5ZB9wGcIcNXXm0NMM7Itv0y8aMgF2HuBnGa1Z+48t6M6a89cpND4sz0sdB7747/ysMmQ0QKr99h/b/zo+12JBTjNBg0pp2HMyfenn+57ZuicJfYVDdnL85tcMXrbXoc88IJ26bOvNYxlWEa2f7qWn7zA20uS4PXf37AcVJ5OJwgrc/VDS+xOPGGj0E4Ghz50YzPJJkC3o9K0w0dnrBYn8qOvsEzY3c59HaOb/L3WROeq5JtAn3l9epBP1dqJBm+sID74hjoj9ridBf3ITrx/0l7K3xxGwSnIhjyRaeJXffUP9Pjzt0whMrGPH41jn2K4j5Xy4Yj+ybOVh2PWmYxHtkVZfsOeFOIcaD+0paN/C0/H+EjrpklCK7TDF1xBpAtl1U5j20Fd6mOotDBXxyOzJ8LCNYb1iWy0z7J1SW/jITTlF88Fzh/y6i28OZAay9sFaJdO65bQDg407bVuSck8yOFEabuhh3HGhuJsvYy9EmVp5dhu81YX52PErOMPEHyi+DPc2BXY8uKhFbdNDruqzZ/+scP4nbpo4Mf60KC3D75NScFWvAnHeQEqYTT84icDjmvh1/3lFz+xHx9ZH41JhIZA0OhTAccxJvqnv4Cn3TnLPNA9UsklC4z+JnDYov3WHXn1v/TLyzjHR/XyuAM2nrDczEMRwRfUSpfjiL8osUdDD/OzTKln/6cOjXF+1HkUfkS+9Fc/eloW44ZsRuPDMoI3wji/wxM9VXr0oNp53apkkA75lqyoKYaNp3H8epbVLzmWnjCyHaO/ecBfLKPn5n3Sq4w+wovFNdPDLLETU48Ihw6nUP0ZKWjnYeTwDk/MN/Jqgw3d5JvxlXRJvk2bvdPau2FhwW/7nFo/1mHDRUfg7X6BOCwkZwsmaat0q2uPG3bPnfZxBI9rNzzupQafOEV7HvFGdc5dVNbRfsl5ke3nUcmBPygcTARyU3H/6nQ/8AuH8SlnH3Vo9AgIbf/xDW0Fu/fdyGk47F1KqzJj4YcNPT+QF+AijF9/zkbefoZv47EyJN+ipGygc10KqH7YWOR6rknO/EhhTpMfXca2xM1EkGWvPXvhGVjrOzElzYKvT0VlcAyjNYYROdJrjJT3z5XQp33giecuyVE9/bY/UMc+9FOchWzaxL876a8d6TAo65v0mNMY4w8eVAwmmuAl9oonHHKUEP/+97//9D//8z+GAT8ykBc2v8plgrcPxiyXcvW+qB3bPv0ygc9jY/mqs/KhBdYHuRW6qi76qjefdi3HTpTYBUtHfvb0yI8NfJ1Kvt7XLiMvONBmvLYCg8LD2S3M1pxPKKlBFPAsm0s2P/AIQkxe1Icj+c/l8uCZZBiyfEedWCVuyHFfyAtqdt9Vgs5RapgcejAwR19X8/widoTsuARg9paGZgwUBB7/je2ApNQ+qTcusBk9iibjUk/Bh53H9MCaV4Q7r8Km5Zj7J/waZuG6lb0eiJ7G8D/LytqXDTx2dFm6TVuH7AfZq2s/aHnifyBqB2yeWEzfmXuxX5RXLhc+rCJLdIUOBX1Dn4YZGXCmKFQStYLjDZcQwud8Y5cHutHByyeEZNM5CA4E+Up/+JVY8n2ABAGsLZOvx4iWY4qn2SSC5TQfg118Vz+f/mReUM6+YMIDDTKO5LhzVrTplcyjNjhxNzjYJfOSb/yG9r5+zzXWQBk08LlI7HrzAHiVi2/mp3ROc8Q+mCoyLl8Ucvr7ZUjezsg5HIXLsg1YeKyfgNBw/BI4TP7ly6/LCt4fmVHykWMFqyzmmm9VziCRzTwkj3WqzBwRQ3+oBxq/if7HerBt5jUQwu25GNeUq7NQTLM2az9fEPij1x4lG+ftzFO+oMiRhFLbnjR2Xqc3tFOrvmmRt5jTlal4J832DYb5Ecf0n0fGiZ0zrzQPZH4QdQgtP2GlsR+8mgd+TGXSte3DfGpp9ZSPsbZZNe1b0aRM6ADh9rMPYLz3IUiGWekBjy9YT/wTZiWj44IRntcAYKGhsuMo+IXNVRGD5KMOP7pWVXPPQdhgYKDwELRgDqiFsoXaXQmYsVxfqeRhktJYSCpOnWOUq/MOUg/VwD50P3R04c8CQhhcAzEnBSSbCWgSqW7OJGCSOCEKP/+t1FOPhGU3GgR24Lc+7hB4dBblK6oTtWeyAHvCHhrG9MeSb7ratj+I6cqv8fDJkckCDHrD976Q1ta4aekwPJ4dQvumwALcScHxPDIBDR8uqZ66Y89nJbKI1gw6iAVMv1KGk5ED9CD2jJbxhBOwLdsznv+ePiSOUhWtvniPvn1UpAsw9DpfQt8LxDWMjRF0YFkKMpfApb/2OeMEnnf57m3wU+KVaYgmuIyFV/s5QgM/jSnWUGSIfQKnuJjRRyoZSEKLDtFe/QImR1GqV1qPn7aJgUBITC0dL3QSH2vMtGN7qGLSZS/Ro36W4mUfsiSVfDqh8E0lXQoRDje+WWSg3MUHOjaljqaLvNjXrxHZct15gvdmGeOA13leGpX3FT77EV47vDfO2O+Vl15Rab805lVl0Zq9w1F6srG7eEUnF9WR9ZR9Q7yu+YK/h3FY8g5NPBKdkOOqR20DHAX5gH1ZGBMMNozfBph2bb7mzXMqyw8zvPDwu+TzjUtmx8zlUimcTYkYY0syfMvVvun1iYgViy02dLFOp3SDmHlXiB7Ls+1nR/TjosuSa2zKfNZqa/EFsuSHRv190qtU1bt2O2Fe1ZGTV7mKMP9NH1hohXeOJz70u0Fe++jBCRy0sF4ku8vzSs7H/sQ3dMLzlOJ1vXQKUf7RJ7ph1OZH4CzuHKnzx4b5TgvY+rbnU20jZwq6x5bBTztjH//cdEsLXHgoNpi6noDT1sF6GunKrzoQUcY7RFi2eXMyHwhThStc+KNue6oCL86T2XSf8gNSG1M/S+Wjr/JQp/9snxt3cxBBMkH4hJ8v+p5nJaYjutKPE4CT5ln3jJP8nEyT6/4gac0+FVk4mYIG8nBh4dSt8jOWfuQGCzzB46t2pHt9ogEPTnBjzXtL1hNOoCUDD1BCz1qqYt5HrsOfZ9ly0DsCXADsposNGD51CfjV7vSxJ+YBJXiSd23L4b8u2N3WjLvO4LK+849Sean7RBf/aB8AXnxwXYOAS6neoVM+fcDjNHXHinke4YEM/HtW7naB1r0PvNCIn57RedYXucL3KuN1D4Eu8ORve1QWdP9zuSMTnxujMlx5tTfH+FHWGCU5Ruf43Ha1LGlLKiEiL8JxHhh+z3j45BvQkckwJUi3C/aFRvY7I8aMfewASUeYaauu9jMrzbDtCuXqbHj0Rk9/fIzvFSp2aF/tSDv0O5KjbSHb+KdNDmEr04kfGthpA17qaLuHbG5uMC4/yjqmN76yBFdxjVMJe9Gk7afH8tN8cvFDg1dIi8sHfzX+gDSv91j5yIuNJfas+JWxNV9F6tyXNq+cnMkrvsG61stz9Fo3f4uoD5Vn9K4Yf66FLvztl9xe8Zde127746UsFpVHD4Stc6G/6QEC9nO9SHfa5yR77/dDtJ53BCKXwjjqZuFx88a2xw83/0GXPr6RTLlflKTvGQ79FPv7oHlvB2p/RnbJxnohvHhrj3+kBg8KcvXBd+x/9vOwErHDHr39H6H9DAab6DGMdbMLvqjM8U67tjr7R9xnpFcf8KcOa0AV9i/88Y2lfqP2GW9wiDXovCySmZX5njaIQfqUbYxaXo6HF+Sso/IseR97PCuV03uEF/EHHjZqCqJdO2okwr6QAdizIJN5Kr5ezrtBIGc4lcq23Pz97//+78W3/LOmoSN/kYu10rqLTvU7ZaDe+zEsQy4v7DOjPmRuFCE2IStLldjgAO61leaKY8jVyuccehr2Dnhp40fphu3ONcYwkkRj63qJ7RFb58Eq5Ubtrfljn8jPnVBf/jj8cmE5jcLZTHxIZ66xoT8PO/g30j+sB3NGRNClfHEefxBWqX/deOPjGdyzPkg0L2Pzs/g+kxT5rr8vGvK1CsSLKN4/n/DP6tUjvJ9HNmPAvSoaVgkMcM6dsu0dh73kF13HIwY+tIcQVXJO9XnF/61+u1wyfUOeXNKw/4xznMt1TUNmm9mIxEjmKPD1zxnDlu8d+4DbG2+lQd+zcrdZYXwe2MYHjvFJfIbr0v4A4hOQu/+h95ECHHOYjEl8dI6cuMxB3kprvQUS20pbJ6ex+Qf5nXTP+t2mzBPm/0dL8V/ZkHH+sFP/oM0ah98Q336f8Tvf4tJPnFCe7Zc88Cc/zHdwGoN3El1D6WdH0nxDO7L1GP3of1Zqh3Ps5E8/MC2Mne32c2z/Hf+EeVYvnmmw3tRp+OdJ3jnn8kmvYuqdJvtECYA+WeGLSmp7IfeqTPLEedwE3U9dOO5BnLIEmnaNffajRJO95T9kSD8ThKAKEY6lUz7PjicMgUmJzI/QlccnSsCV2YCeeMgbGXjaBsH4FmboP1LePRdn+fQEhQiywJAEOAkx7Zmx6IDsGQPunHgJHJxXGiePrYNw5KPv6ymZrV90eSvQd+p47osRPirsz7XYgP++bUBED09IBW70eUFbNrCeIsvNYl717WAXDXT+ogtovwn1hzb6bPB4OmLbAk7PCzR7UxQIcNIXmwfrlUzPaT7rLc3Tb8/grn3bD9Z97Ju4QG7JK5DoidzY5JQ71E47+Ldp/KSSotvkwUtMnXDwqy2g0rYpjlgf2eDs5JObPqwU+McLFEc69D93PGtn+ui8ln5TC6zqLO0FxIYseoBhuUZGYsq2u5IyjvOLNmsp4X3aoCg9oXtOp1DPj9Z/TYXRD5kEnm5uOnIqoovh3NQlgWuwJynYiT8/eSsoLpJz05i9g0CXX5Ct8jUv8WTwM31EhqBRJle8uJH2rq7edj0c4f2Hbtw6nlx/AFkd6MMD/ejsQhxPgzG0b6z5ARv1+Xrolm4QAwcyfj1z/QJ4UuFJcWyTjRq0pbllrmOIgdZD4LNff5+6bSj8vBYY2wt5Sm1OEzg28v4GBwxoixf5Td9zlk/nJwmQXboB6/jY5Eo2tHQhkJ8xwAyCXmPvVdbJBPQB1kf2mj3lpTdxj9b+tqTWtC/kD4CF5+UeXJVTx1A01Qz+6c/wlWIWwU9Hih8nepzkXWJSdiM+rjEsGfUQ1r2/MnJsPU9lR8D20SJ2XOQb6mm3U37Wt5j4/SzWBfASm5JNPuUbTvR95TVnap9y+ElSXziU0L6wU5qj87A9ZZku86COLOy3gOkFlMp7tUMx3zpuvqUxyl6QTrrkxOgUkOgufVQqd35XuLJWTtqZl8BaD8dScOn7SIF39le1XeSxUNDzcGkyv9xVYTKf1NVu1oJVp18+O67teq3Ya9TQeuNA6uLNCl8kgmazhfvEHg7aGqTGTc3O11zwigQnH/TEnqfty5aTmNqaPutAPplCfFKq+6Kb7oGSJJLrE3EsVLBLExmRL/wDTi61z4SjCFdoh59xVjwO6aEVrZkGiTNg7T+No9cz3UqBee99gAIObPOWTSQVLbU1D523M1a8jx6bA5HRFC1jdC6N8mw7fHeLWnWLvWr36pt2T2iL2fMat237K9/CccRG7GV/+/abbeDf7VN84QXG6jN5D2jD7L5QesvOgdif1ce5TPuI0N3jqaEX/j9iwAObf3myYiCP13DmluCIu9icdr7BSD/r51fdLDEMQTmltGRt/RcmQcRbT4gnKDHpgmWM5/oL0qjdG5a6MHH0myXrTOkWPkfoar7M/LNMave3ffPU/2v6xSv70Eqr+3j4RMTQ6flI5ZBaT0tjnEF0P+POb1QZLPxBgR57x5bqxZFifqr/YI3Dl+jMf4TbaEV/OLLvdHxFDY+XtllAQ2N4s6kK2s13lbOEazvzVyexQDxRgF39Iu7+g69hZKDFf3DLw7gD3z4T1kf5tv30KF26z0Yk+H8I7xkx0UJO/42vAMOW7kNz9eNf28u5+qbs0LUcyCK7LvsI1//m2OsdRkH2mYvgAsf/syDHGVvn2LN6+Z5j6HHKRB37wW/xH5mB5WYuMB7niOzqR7ja/YfXScWc8oNtwyh9mGYCzHLLbimxmb/pKzop13wBBPiVtbzga/aDxaE6UQf+LORF/kfmjHSd2DTTX1xgT/jSax+vXuRbz+wz+Q1HFx3gHJjRSXQai5x/MBbpaoegwheayEW9crkuA57tYPy5T+jw11I92n7raBmQ20lu03iGQ4xYx4MXcPT1Rhpt9KmunNNr4aXbhdjHZsRd/dSxrpn3OfDz4PebyIm1mbeK186n6o1O1GtXvHUVGT3GRz7H2d/NOe2IXLRN38EqHH9LD3vFVtjED49onK72g1t5WmesOneeFb5xxHRBbug6H+j49ZevP+W1z/8QKdZQeIU/9DhPgJf/nHtkG63/6rJM8C98ZcKGrXcMuPfK8g3E70VyU/Kg1+bJFZDHUh2ejz7Cb3rPxtpXndqOARrXs9+W7fhHQXf895n4t48X5qVSuhyNK/BeO8InoJfmBdEnQeRN7BU/XewNvfElR4NdCHy8UTp3jNCFP2+jy7UJWNLfOUe7v7rtG8By2c+KrdNzy/d3BtM+6fnmLERV0MkxrUpfoTso61D7pkOWZO1FBtGI5KkzTp+omi4PJamHbtywi/NZO5ObIcS8Aj40NvirWvUnNORE2yPXT8bbkmW9rQDKym3sNy3c6A9t+pnzJ9815yFtFSygYbha2VLbBBe+rE25rnPSK1zxzrH2vXVsLBQGf6cvcdvf/vW3miWv57nPGYRBnLdeAnM81wO6kOsuq/v3hBrMHDq3yHN5eFn9NjG+VBHrPwTkL6wMDfuA67zMOccyBmb9xTWKAmjN2k58rodGGksm/Pyjsr+yr0PP/gS/ESQe7POnWAYxDt8Nw3DpYjd/C3hy9WhrCvCoHCcOdfpN4+aP1S8Yry2zBpafjQqBF6VrF3JR1jq0+GRNgd7Sj7j3t51D1PP6mBfpzeepDz1brhNqw+LD5iTO7SnlHah8vkWncJ6fY+DaqXjsFUq3fcbrF6pe6FPazHuKdxklThdT2QSHcYIhjV6cNOb62AGUQF4DH6zwxOsZbLnAG8dHFgKjypqoJ3Yz64l7ZZlJdO1rq47VVikkdZG+fYEZ+qdsTph6OSjm0B/7LqqeXEF6+ESGluc+2QBNdsDV7nIzTglPETI/tUsXu7xn9zNAzjpyVf/K2GP6s6AN1xmqvBLiQwU7blhyIQuLFy9GVM/ohnlJVvb+GWT7TAuO/EEo0MNFrfd+kDt0T3mqS0bw/zUG0v/+Z+1UyJMHC339Bb/39axtoDaX14KGfI6A8rke7741vlhiY0o5k/y4B/OXSgPvLyHH96DajVTkt2tRW07Fgm+X4gFPflCiX0jYGZ+8zg2MU4wnnfwmFQi8wGlc3G3cTZSJfeSD+So4TubZHNQr9HmDoIq25qaUz+gQPrLLVtIw50cXwbNv1fHbBAIpjacFaSe9wSPc+EaGS4MmrYfPuu0teUAyGZQT2VlzFq3YEr4BsIiCQwLwfO6z/BH5Agv8q8LJby6WAMFFIZSFNjH3iFm6V3rI6mclhIg8eKUP63R+ul+AjQnH9Mhdat4EPGGBP1n3etJfkNLy8VHYkn04Fq8DtJvP4EF+pJxuRY859bLRDWG51Jw4S9gwgp70Q8OQptd54ca7H6xmieflCUhJedtUmzh/K1598CifsNMcF6ikiBzv8hqAxo8uqoAN39INxKkL+sXbc/BJIjheX0am4G+84fSXDpWFI3qy7vfm712+yn9nVJnv/aVdXRg/67HrHetFu4hL7VZiL2wUkLSti+beK9lecDE8tvYGdQkYvz3DYR65LNhnUOmrCq8hOiJ+neTqIgPIOx6kJq38D4U9hzUUW3MynvgmL+ZkpDSfH4FmT4SG5BxODynOVaKbqIc3ccEIH5HFa0LAGZgSOPh/4vWLAkXmyKobjv7teC6O5icAoO9/euAE7qFcWjo6D5y96Kyb4PNKZT/wApjkaLzVFpGzch800UE0vN99kD+0Gjd3G54niSfFXT8vU9CbByz3+LVWmek9affkbUw3qyMwwW++bjaj1yF404cLVhlTTKP3jFPvzQ/GbT9yrwnHNt+9SBubD5dT3vZ97CjCkn3jdwNYDVAsvkIP4OqD0L8pNkxfwaFP5oBoskaim56Exzv//Of/6htZ1MY2E3WeckKEE5+2yfDpIfJnLH2RC1m3boXWUXzZF3Xs8VxNcjnnbhz7cTdXjX5kslyYy/JH2gWkCuOdSOW7xyMv7Wdj975nermvNjv05oa095Cb2a5Z3t20kY9mq9op5cKxlCV2rzFQqBfH4YEOd7y7HtiSUE8O2zY5Kd9tYZULWn2m3XWgFza4MNQ6NDte+pXR/Em8LUfVXeVzjJ+6yUod+UtHaPHP5eC9zoDUhy5+Rb5YeS49sW+ZP9isAzr2+kK7mBfl4zHoH/FUuL96PGk9q2O7nj+cdsQebS/bjBC94Edzz2UJ3sSs/r5+lWsYhUE/+5wdr+2s6GNvSJwz/71O6Magx64+Pa9PJW66pgiv+8uR788e/HCveLLuO/UPgbX90FhtB+9P+oYgaxp9OR+5ysoCoiE/nGtlpNs9Jox7xvwhdHm1izblTqPj16Nn9HQFT5hXkHday7/Wz+55E+MuX9sn0il7z5E5Ll4Cbrz5+vsh8hl/+IRY8JcQEijLZ6xk8OanlSjQLs3yp6/9vf6x5SUOZy2Gf81narcPNgnal/2sh7yJAXzOrhQtxHmAR3LH+NavZ3wnxcpJH7LyRYLINYZAb/WllSj9P//nf3wT+H69BPzatTeBT15nnQcNfaManKmf4x+rx4/4MzJnnoOb/Vz8McKr974/LJcaHD9I04n7jvahyLaXg5pgZsBfxDjxqT8rdJelhLMP1NdYyfEF7o1e5E0ncYXo33WjiZv0LmqH1TAUADenWsqTtszo0ihKi88Z2B1v1vDFSfdN4JGOn/Dx+ZQvsCMLMae1T0J9k9sQmXOlv1oyv5gXx36QuBulG7d3+tgz1+MzQpty0c95lwH2PopB/d4ZX8Jy8Xx9tChjm1ZA/8ynua04SgzBBU9FEvLQxFCUMPmHqJoO9LnoBJ0KaMzXHw7zRfhZrLytP5ShkTyG/I80TlFOOR9kJI/aR9Dgb+eEwnLkD5HhS6xB33qo71Vhfl1jUEhWDeGZV0MDmhICPbxHgDYt5BKc5TczOlR8ns1BPlimEhFLyAG4gW1c0S0aS5cRPn0aPMraTxx9r6q2vFgTOmY7gPDhoTHWgnuB512WzivevtE6eN3z3Wm0fcpa/vDmQY2TTuHfOyLXWSzrrJO9zsn4gmM9lYrwzB6xcVQqy0HtCKxa6OaZeONZwNqo7adH8kX9/hTg453Vybpc0OLDLwSkgZx86SRpSQCEQAlvcAkysPneA8bk4gE3TBETYXdhAr/QfQHBj+ToV1Qo+fqbCvZ66HJThlLhi0jgEQCcBKFQx3tik8lWaAL40VGMgstNggYTbX5TsfRMYexCINC/TyZ1yqQ+b+YEmF+EM8bDh/EwksqF9kBe+5htlSGTCVNzkajBiNVEyNjRfwipPxcxtk0ciNg54AV8kAM6KVfA3X+VPRcYwu/UL/DYG3rIycaUZpIvsM0bdPNqEpIl2fO7fqzp1eIbGxlQdtATmtBHKcntpy+9wc04P2QSba4xCZeU6V/xpd4IUYA/dayN9oMReXL5TmT7YOQ8AEqDLlKHN5peDGQ/rxaMcHoavfGzo3piG3zobx7A78J4XCzd5YDyu8behr/XCk8/dPA/Yn3W6nC/qHLC4vzNg6VPUiN7HPRgdntm/AIvnuxOufuSi1KMkCuw52FTdGWEB3zdTQwe4xpbZfHa45aXyebSC0i8QmphxT9uShdUkh+S9NUpXssGd7EHx+Ni+VkX0H/79k8dcTMXeCT3j286ioZongvTKOxvRaFvYiQy+WFDVenLCQ91RNl6gc83cLg50d+qcA7DWphIua83fnv/1/NMdN9brCPFq8+sBY4bx3Rti2yRrzmaC1GODXV7BZINCHFFkfolP0/b3NaaR66iovUB3cnLfu0XvtPdfehje18ckhiLr+W6UkJnYPmtMczI70Xhn9/UxwvSbFuN/f79m77dHD2W39X2UibYPB2eOK4/eEgFmn/oaWiPTPxcJdBckyPyze+hj8MoE7d8wzs5nnk5Y4FYn/CE1y5HfNKJfvqwvMAJmHSIbf7FtzCY4+5nCGn5w7LS4TlLjV/LXTZZVbQiVD4Fr4qf4MTbcj6xjErF5fzs0yd/5zLA/iQyoo+PtQ92hz7EnUOQOZOR3Jn4IMLQ6WaPdPrk2cYx1P74rG/+5kQB5WOA3KwVLTtTnBynstHEId84qb6b0rXWcXQe01h/lEg7cmY8fBmj0EfpGxJ8gdh+27qVLkf2XOVRoWljY3RaY7RKnKEn5bRfYZ/yr2+e0Zj5kyHWFvKU/COZIjcn6OiHotEZ2C7buycU+ok7uj5ZDea5K68wwMxaiS7dgyYXiBbf+Kj9mDBKVl980xTZ1B7a5ile7NuiSwMjkq05xc1Z0TO88ZVPvL+R39RGSujmOP4RXeIPcAo5gnr60ll5Eba/XWr5NMxvffMz9L9xkVK0vn75RevCrKOSvzc90Z9/w33xgye8TBve/BM9y1mhAAK7E0IwvGXA3zYAlYIdwWMBlXObi1cM2ZYFBkHA/gy/3HTO2gIueDvEiG/1jVw//ESs2Dh+TCYfIt8nmaOnYIiRKb9nQgxndSKrSt4EMbKrzTxHhqifNdiA+sAuxKntT1tC+UWl2Nc2Vqf62PtCxznDyKOnYIrr7j/xwe/Y34t74BtzWgacgezYwif3VgSLSFY90d8LSPH7lSI49pnwt+8CA5nEhdqe46Lnhw7++OmXr4o7f+sjMmZHq7rCEj4/5jXgrAP+Z5lO3uqVP6WK4cNnlBow+x/vCRea2asRiyPfEV7EC/sw6LHvAr4s0eukf/Zju6W3cUr8lPVaD23kP+VFGM6DvusBjckX6rEtdITH3Q/i7HNS6FCXovrbBXjzOvJreVqn6a9uxJ6lgB6y2RbSnc6PFsEyh7i5jy0fimyUGJRsMJAM9oeq1mFwKmfxkdfn/IJyPJw6HXXgjTum4GdViltabx2RwXxG+NJaPCUfdnIRj9X/gii53euh7Jl1IfZBdQyBbBT7A5sfpXh1q/UQPN9q/Pr1a3CFfrfV2S59yJ79ZUPewl/o8e8opw/9kzZ8o1I8KIxhA9sPtWGpY8ebe+/tPiRj+XtOOLmNPoWUfzMYup/m5BLyMhCf6ut8SnzXfXaAZPjBfk142V9gp4Vqm9WG8ErOGf+bBXjAh1dt3Db8qbf/tDN7+7MNLOKzXiRHhSb9lNCQv/rktiamL8QKOGOFH33HFjF08SMPMvVG5Ypn8ajc+5i1FP6nHrSfFwlvx15tBGxtUNq7vSnZIjIoMFpRw3OGoUzZ3ty60A8923P5o5CKPJsmb/Dx3LOMW6dgxn5Zr6GY4pieOjeo7BuddHP9ShQcRgx7zzay0048okUkt97jImhyRScyb9uA59I4V6PzIQPoBJGsZ/CIHbF39a3tMQRyaX9npTgPGQFCbHDFf+XQ4kam+mrADf/rr7/+9I9//EPrpXKQ6NoMAwA85yHMsTOuGM7cj+xq2bcX5DJZR12rmNyBInkjDL6EBnzz7fU9vyOzlbZ9sIcEuaosoOjIm3x2Ya8sm0oZ/owzikUn8Zs80vWBlcz+ExwwkQsZlGfguWwD7uZlOI0HPrpsOdKP7fxWu4kR6J00gM+NovpcbdYaAPXnV0vzWi3t7b9bHfpPLpJJcImdsx/02EcMZ6CyT//EM7YtPset/7YHN2xYryiFHaIL/hzjPIHrA3yzCvcgAfIgQduOAw38vL41XPlKucfKn7bls2+2IbrvBsK/pb2HSmQdY9oAeB55Lm2EjGMj5hnnA8QBPkA+bB17xU6KbaPKVmNPeQSwXV6ptSEy42V7f9tXAoAea0sftT031AlPx7XG64fmDuKKPv+JovcDw1uzQeLH7/Xvwf6oZn5iF5G6lI1XyQqQvdkJHLtFxt8VN8gUeXZMtQ9l+81t+n7XPQRClj5+F9nntRJdmdp2bZ4AlkLbddtHdpuNAaM77xh0fayUARB4dq90ZsD+Vb/yLW8J5I1gFNuQTYqKP8NAvIXHvkNwtREx5Psm4DuGuE6F/Ykd2U+4P/7otas599KoCOQPAOsHk9pbVZoRQZVrqT3oBcMP5AghXO6wIrL2FXvM8SV7cqwu3K/wOYv6OGeWpkJAvvDwNR56Jr6ghhmfiXnSBe4sXWc8fzVgfxsg9if1dm9ZXS2vGNGWlGEqOfn29Y4JdBEhXx+BID6JdKVjNoCgt4Qvny/sz9WOLfKwXnG8Ds5b3Ex14tG0DluU9quj3YDM4CMo8WIDEi/qYjJQxl/AAcb6pU+BC09F168H0M18BDjKEtguTmTwmn5MZ9y2DwJPqhsvhsf0Fs7BDgIXcXCA/khE+lfZkAeBF2tkGnlwOUGVi71XxgSd+RzdpxxNChwJpHNsXdiNnUwBW2KN32Uyjl/1gfWSeg9AQ/+1D2RIIpXsbEqgrr7vTDCxgN/EoRk4AF6wOmPrBciy6R122fpAhBcXfSgJ9o/5viSIT/hwpPhBr6nD7y5DoPKZsQEmdux0xtiME0odC/zLT8cz+BP3K76n/RLxrQHo8ddCdDSFUqd8UD5B1j6RSGkZEvK/DXSygexRLvN29QeBxWqLcDY+rrf9r4s7ySlvCLJ43ytKkkcSzWaz/EMvLeWC8cu+EVxaW5+dukjAGc9ay4ITSu9bfRCFwaLbeV9uzUGNl0cbk2M+UiIjsMQ6J/LZwHDSIddIXN3jmj5tImb9JhMCwIKSGKu9yrPyZ0OTG98dC7OxmOas+Ah8222iVn2BAW/TO6j85Sr2i0/IYyHTeV7bZvzGQsBchCdH5Cnhu943eDXJ49nYwSi//UTuTE7VfMTOj2hPerY1wEA+HngwsoRPvqGZOjQd1qqA2fES9sliG+uInQ/b0C/aO7cz/jFpgxpYdD3bbhwfxG8LsIqaxJc6Lbf8ZRh1F1QW1MXpWZvdv2mU1kePiMdfNm7iL5+Zz1L3GW18mP7KdEbs27wbz+wfhtcbCKEfGxaMvsSQ5qrD8DpeuL9y3P4oTcWAggB9t66xGTrXDvB6JmtlKF1s3Y1rcehzPYcPfXbDWLpFOtuNPcbCA59Vr2Jcj+Dnpgj9XPQhJnQyovzH+kBe59W4wAzRUfwNuoAOm7sNz/ZVkrTQgX/MbWT7zGtrdeTm7M+66QldbqR6nqKexmyDhCcdgiFIJoGr9qyYDpyU43xzVPnl81c91CEeSA995gjRC1d+ixbZzesgiF34h7yWHXR6pAc33L7rChA45FrvSDSe9TtzQQ+qm67QtS5IbmwuGPsPPRk4CrxSwhd9C4N8FHB//+Ob65+4Sbhw3LU/BN81YHeqT3Lwj4IePbEKzFWe9BkSaP0Fb/fXD/f+QMAfuR1fGwm1XJa2t3Z3d6Qln+DqojB2rq1B5iZn8Xng67QDNnNb+NS/6pvZvJoSe+ViTWh5VDDYgXL3vzs/8uGFv4AnrdS5+cu3uteFkDrTPHODFDnxxZYlvi5VZOP8ANResK0hGRsVpCN0iitgLBExTOqsl3aPm87WAX7gZOwgBGUG5XovL1Svw4LIvPF6xJhgoNNCLCJfS3m17aOG7csBA/+kcYE9GpU3smuuLb7sQxu3QSA+P+uGZtaGTQRf4Bf+U6DBVuVe6F/kBXz68IRlD1D0RfsAoA+bFP8YOqpQ2DY7BqaKtYj/x9l6wiIvtqHYNm+RHJhncj1bu07a0Lf/OGLPbShJWWsAtQv9pbt7VTtlfI56AadRfj2esWR6pSPahbkTqfym90pm6XW3j/Mv9E87H+07n/fa5IfMmQ2JrXgY06/eVbdzLjLqf+W5rwNtN/fXD9Z/9GCNtB/5UB7vmstFa9/gmDyDJH6wVr7d8yp+Zm9uQS7rxulEeIi7/vJQheBF3zdg4PvO+dLpr9NHvmEDZ7MKP+Ye6wl/zVPUyZW+qSMZP/MEF1x//JbQAPC4iLzlCU1mWGXgWHubiD6e9XWMtYhx/tUPHXs8dn1lZcSmtDnyhyzITf11gQc/K0QxX9v3Nfw5Yinl71zg3COnfsSl4fTwbB5AkmSKCa418PMu/v1Vycq/WFl0ML4KmPRzpItxchP0KT0+rRvYYKZB7fRDcXvsODBLjqDPp+JP/5BCUZl9G7ZFFt944NqpxuQC5yjz/2Z5TcAwF4LCM7np3Gt8oYh99uP/+Md//vS3v/3yMMeBQ95vv2nfJ37xR2ICGaIbTHbxvldN4x03Ck87FBpb7yLtsY1tn3jBt3ypB/3P/MNDIeUT/O7cNrXWgHOEILYZxvrwIi7TAnrX7vnkHDvr0OAvryVXPMkmzXHlz3HrJeyJrXN81bcIhgOPwqfXcOFedxAefvoBn+I/BfiTndDj2lbz/Zt6HLTJdZRfdN7DjPuXXEV+xh37OqD8HpcD+pcKcdIbRn+WgNc3okSynnYjDqpnXcPc5AEM5s13ndc5/wixcH+G9xkXZx0asRbzPZxDX3mKOTVyAld5OVaG9gWWNQ5rEw+kvrwligbnhsWB1mPpfNTI6aCJS/z5oSK+yW2Bblz2eNJofNHHQ4eR3dGSvI2TVM584I7bB3p99Zs1Mv8YfsbP/Qcu1FkLMt+wWu5FBC5ByhdGTn8R45FKULLNyh/eCDB7Uzgf8X0g5S9fv1lIhRAdyV053/ZNZNyYz2usGayBlhE/WD5VyN9bNMWC5F5zMLH07ZtuwI+9L9Qvfbqmq3NcHmDkZuWrPQX2ZFtDQRZX9fGUfsDe/CTPet56jxjQ0uoxvcnROceK/ROLiqkfvHmFNypojTmNEUR/wodrVd99Hi8d7bPto4A+ceRBI/7EuIV7Pm+Qu74/0F9W1zSE8uQJgKUVWdbW1YELFvoTfycvLL8mcwUiHvzmaPBfOtGD+sAoJPFhke7ZgJgH/Fi4Rf4PXYR4b7KagPEdFmXjI/T8BIWI5Q68+I6zTjkIqWU8DKnFHZsQeFb5IN2EPwxsFxybbyGInfTjQpvzJkrcyjXAMtiFjpamz8LIRfE2Wei2IExOy2dParMqMMLErxcoyjqiH2PIFxrP5FjgH6xgMy1lQ7uyHYkfOviGmOnxoI3e/oKU+pjg6PeDK5C2QWQ+wC/V+Gt4yhD4AEFsFyjYPqKhhZaLpdD8wd2ww4ab4DGpJhYlkYdNdwOKRfU8Ot+tHvQH9iP2JwaBy4vyZEPJ/0kXcH+QcEXnmSg+4TnYfUxeELBR+HEErzJyfEaHPjYK2Kgbgmdw0KN0zPBhp76piL9/z5ZXpQig88DXv2kVLKRELEr+oW8vMeTfXfCY5jjhNsZJbntvs1KiHEuXpy6pb387UR60zVcgfFODvOmn09n4yU97QYTmrdhuY2splhyXb5DZfxrPDZ+70qFj3azf4zh5jbJ8l6bnQb6tREfmbJ5KVFvzp2vAwhuD98K7if7//LE3ANj8qhuZZt4EtHR7T5zmTz8FKHth5/ZVz9oL3o2Z0i0MsmQT0BFlPSWuxii5C/n4NrVpSHRwCW02+3mVUcbYFBIcxAoaZh4n1/GUIviYntzuVC2AyoGs20aV5d93LJ/IgHQptDlBpRRG14LSvvkpvX/uE33xDRslePVmJ/Vd8MHYEIRbKWxRKucFzCdf0+OFB5pqz5q4aWy+T+kIJTeI4isRWHaJaOgQn5omvs6GwMzLh8Zz+oomr1PQTR7uuu1z4USNeIgAieaJPcxofcRe4btlZRgapwwbhtHiASdA/Z2bRSDOAh3gevRJiwAQcYUJdF4V4wMvBG58KTXx9G6LJFd/ZCrRymO+Gi9/4yDy/GvuONcbzAa+RRohyb+lWb49hkf86hMSCIw6XCyyviaKvzfdymT5S+x2JFcwjiy+uAZpNX4+jOf8pTZwpbXjIoKgbwt+EEU1RYxPtaFfbI9q7fpi5oJh3zsYhhfwpmYSb35AnxyFCYhfeLVYlpkDf4hnZItcwFBz33T1xmPzs9tWZRNFuuTz8Cyv61HnErOmc2R/TiEvn4WfYKAgA07NRcLEsvOuBfQQYCjoQ+UrPdMXbG1sGQ9etSjnCFYaKsPT/jBZ8de/yBpZWIeRrfzyKMDEiPHDE3LlQf1l0f7JsYC/BMR53r189+srGSU0FBueexPX5oKwkjoghiFmKbFj8NJ2t3hu/wHDfEyuy3g/i087+19VBvWkEXjiIL5KG5lkBfFadEZGfa3ZMQ7cpP2grM+cm5ZXuxcddyD3ps/0WWWrt7oULKqTzLRHdOKIvACcdEtzIYou5soakBgnzugj7nMDOPZHF+87GVRZ8080WEp8gRn/0VAJL1cvH0GP3Ygj4s6w2Jecpn9LZpFijJwce19ISSC03nuu2+hjUzzGUkSV8U+g+hj+lgMYFefsCULLoz7DSDa3JWLbgyIk/utjYG0v8XcfY8IFh7+XhSGLKTjPjRuk6Dg/DYl+e/UGtZpLRsgefO+2qI4gkg+s/2EvdPBaVGWRcXSpXuBaZucbWimIilX87Stw1PInAYY+Ry4blMfD6As8/Jqz+jMBIPTG3h35tMF9rLyh2fzn8xNyiPloz6Aj9gCGf/4/OY56/QQMNgKOctq7fSd/+3E6gLXdZ7++9xQBCK0aIbRPms90XPRB0x9SAUfTGVp1aDDPvD+YetYp7Aw81+4Er3V20YtI63PUXe175ZTz2dhb48BH9ytm3yCgQcmHRrH5FeqxZf3B+ROl/O17xTZ2OOnEhrLr0HWUHEZpPzY0jZusHSd+KLXzyaPi4j3Tsa9oEafssbKWA2d5RCtrqzq4lirStjMyzvVWqcGghjJhM6dUVzzwz7nRNeYrOh/7Zsw+JucIFT6JJeh27+K5BBv3QTX7NHfQrwJddP3ll1/8zd+//e1v1tHXP+yqyOeoVZvzRNM3/+RU6DSO2ONADzsiG7/L+s3XlCSNcip6tXT+08Y0z+bdhkeO7OnqI/DYgmK75ccxTOdR7Ioi4Wt/cTJ+K1xnpNSui4fOMUMD+yOkGOoQfuAk5zj/KBbo99vzTA/PaB/Wa5DGbf4MXuWG91kaZ9g1sVm7wfyErCzpqx9iK2ICYHJN/Fh+wFEP/I3glfzTVr/5y+DmuUFrx/LbI9Tix0/zMMgnYgI9UU0y5cshd5mCc6WTln3KujlM46+l8dfPAABAAElEQVTM5cSUru/YN4mVZzTaB67pSaTczI/d+2UOC8k3ObhhpG+pyzmS+ZPjHPbrhp/z4l2Hcrkekds+1vzlukLOl0df09zzLJj4VbrMG1BKzXTGBpe+mXPb30PFsaH6HGs/Rp/7LXj+nJjub9pmHUD/2Eu1Azj0GPtd94JKO/Jio/xFvn3eUnkzF+RP2Zq39f0gn4gWDzDd+XTeFpe4elY6vuVF9kA606jOmGapKvIFY7KTr/uc+WNwygO6FOumi91nm/62eQNATlikLyi2J3zoB/KxeL+OL33OscdvzT2gmvVDbqEZXzqppREeuufc6VoiH3E4/Y7jKwyt5svqYwjHWQ2Cr/DZxiUHeX2YnMkI5jINHc+cUizkLw+OmmkeIhZScmQdIBcHVvOpeBOnAxy/WA5sUNrUq/DYbBCgx1/V+MMP3J9xx9oDTuKW2PQaP3idF5BzTEgu+NovqpV+5A5M+4hl/GZD6pBryCdvdU4hf+Cz5bfpX3dyzVwGakHolihoLdq1jiuZLoOvoVsFpULUtGejQ6AwjfrkOGPe9M6dQvPGKBJNFBbNGmR1TCXwaoSJKjthBAQ5BrhgLDS++bP7zxryUUAD97NIUuf1Gtv1QPzfl9Px/LA7BSfzRg9yAjfIzvwSiMfP6IiU11K7lc919P3Wth2BH3s8w3I8iT32CVy8h+wkJN/chhjzQX2ULVv6QuNRh0Dnk8BOWA3cHCBpsiL+yhaxwTA/iR71FU9H7B3DqxrZn9MKn7f1KKHA0hL8gQLlo1nwdYT/aT8mDFOyJ8AL8I3K5o1fm/yuCNEw0uxYuMI8a4X2qUWWGcOiWAirEi3JFe524lqDy6cgNKmVX/W/TPAZrB28kSrCcVy4R1+rHUvyZFJyQSCj3MRm3PZiRHWeLubJLzVWPwsdp5h9BTPYW3500fzmPYQup52mS4fm2t2za8/8BTw+koQCjF2LUZ1oxzcdyRGM7+84uJvhKyYtbJScuRfi2OYRFv6MYUdeaxI8omPtLUZ08zPdJMarVpvnXZ9T12f8P9Y3mweYUiQ0/07abD8kdcb16THpg07REeSZp4oNfEI/fy7qcvdhvxnJcHmrVbtW1x43fGizrv4xmw9432PokzYR0mxeFTWekzxZlzc1/AF7Nryp7bHntfA/x2or9OVkf98kxQBbudjqxHysL5s9Dh09osurc/z0Ht3ECLyQjeMulW33pEYMcpGh0aXLIR4oPv7KRYgt/53Gx9qyx0ECeeBB38kL648ADZZF3jpI0NJBRTa+pWVAkph1lw3eWB9Mo4SE+Mo+j/2SL0JvuaaGxbv+1wf7whWj2wYn/+q/CNYGwdj61VYiVfeS9y0OCVjlVf734JOP0ukQ+lo22U4WROIOzTE+Q5d8yyTjfr2yc1vaPSnzb86xmNg4+oCuciHfEGKuuV+Ua4PYGx6h0/6bEB5vvozMgTc94fKNIj1+stFkH1or5+6RxfvoeloNBXLHvuAWQI1YlfBDHmrYzjcas7AeucmSAPBQ4DGqP4zZeOr1a+S0Asd44fkE2F2wQDZo8uAOq49zq+dJsLom0Wq9dq8sPeFtfzChGyXcbz5ojf6RK8OBKa3iNleDu+Mwa3puFouSzqPuPIv/1rFyAQP+KUfwkA/6lX/bqY55zjd6bXlDrZ/xfWnTm7prBxJsj2bRH46V72FgOvgdwlzcL71e5A4APEzDaTGy3/0A5HNdh4lk9cX0mAro+ZvxJ4eTXnXoEfCO05c6MVD5Ho1DXBK7jZmyfGbHkw91X0h4pvQQKV+axX3pm7HBhovMlafz5H5WXnjgTn5tZ1y0UFIFGK8laT7FYah0TVPovcjVdcBzkb3nxDpwxRnSPpzwdKw2ufssakLrXgo/0/4ib/n1HAUY54er6UyysHf6lZ/c9Yy/4Q+6b9G506ZdnzCXWNfK70JXDdNFfXhNkKBL64Z/8QFu4agzp7rPvaM0zoG7xi9G2/bH7vX5nQbtk+ezcfQ9yynf2X/WofmqlN+5znr/KBxf9zLiiT/GVD+8VxxxUUjlGa/KaIDjo/3gFK99pXW2D9QPVDk/QiZNUF/bq91mwh4+gdjmc+oaNq/kA6cPAmz84JgmQXcr0HoGe4Ixzr4eP/QMvOOluI6Cre2AaRxSLx/G2/9yLoJwFOYIsMTyPeYAW/MA/jWt4IEVuyWTb2xaRjTRgASnj9nk65jeg9YnEaDzs8fehGaU3x5HL177zM3f6s4Rvhq6ldintrgNusnYiWd7TR6FJqX47JuRH/jcIO5YAMHFZqzAxF7lA99jOvpcdtrQfquAV+t0rQJe3S+K+JvHMWzYkU96RZeTAGNb/jvt5KvQqx6lXn15oNC2UiKpzqVZWI7hLctws2CM2+MJ939TL487Dfi8GrvD0iZ9AP+bT4rU1rU1vOpzJY1xvf1Z8Zp0XEd+BrP7xrtzQy2voA3hztnCMufoO+2FfIHLPL3clIKmlPC+RGzI8ezT7/6FBnOd+cZx3FK2PjbPrz0B0ISQPjg61SI2f/RHBVUoA6vagw8Gtjpt/4TACV+Ys8/k1wf+jT0Lu4amcsctnHU5gG2TwxCFuykmfigQvTji+/hfZ7PkAdYeHrwUrVgYqMQ/cOBzPMud5jn2Xt37i/ui8R6SxsvzBK3OHPvGx53rPRPAPFHUpF9z2yrhC3A53ODoOuyr5i5yPfdjnEZVJ1cgX79IswFnLh4dsGo56T9yFxQ5HveIduMGXNrF9dVIYNS/Ypy6ZMdvyfVgpSw85qqzReK44+exsPSd9RPmWp+HsywNX/Kcb8SbTyC3H5nH8L5rnn0F/eXJsXWolAZzPbGZNe20S2EKf+LT1xIXP7OBLWowcEvvCxdL5I7i65iAuie/r1/zSk3uQHYMpBJr8uxGxa/IkUK0EcpzUx6t4A42c00ixbEOOGVPxYOTKLDe0FgfZMwmxklRQQJP6IcWoTgJG7pLya0P3dBOES0N5cV4elKH1WVer8M4MlPgwZaAzaHnmvryDYrcIAkcwEnkGHbziH2gY4MzAVSyKCDvvWQz51kiyaBteqBJbn87RHXswoSnGypMlNq1jgUhfTvYoMdGEEQm4IYNn9IANzqUxlXO6Jw+ntZ3ErQ09EkiyeNvcAA4SZcRTI+sHH0BgGEaU+DpGwPqv0/0gCSB1z7GFQ+O3Cy3LYTrJ691pPh1UBytkDpnke679INl0JcfqJEY2/bYtgpa6HezgCSVlfERJqCXz9MHGAa6OTmUQpKZ35oJjAY1oN7laxPCnQh4K3KvSzcSaYCtMg9fpDF99go9+B56mYelbbmQb77tCv0sOqHy+DkCQFF4j0U8JHe/qRUgxSq2knzf/fSfZNN/x9dsCsFx7OvIK4LxPbJVTvNRGxrYbY9FCHDpZ7mgcNJq+SKOBnXDTDZgtLZbPmKTqScxuKlGX/vXEXoQxYY+hCefTH3Gfve3h4n+5LtieGKoN7TkZ514uYRE6vo89Szf5mO3IS39QQPWD8Fpjv6uH7Sd9LNoFZ+O0qBuHhL2h7+5pVvZqjNOAcd0ZchnfQbSR0/aaOMOffLh0rWCBjQYtw+k8s968MfhN6+fab6oTOxu2L/5tzOMj23rS17tJZr+JlP6eFvFg25mNr4ZfSzY+khMmKf6Sp9hb47wr9aD2rNwlk0w3MDx77KozprGDVi/+nxyj5+qhpgKuNhUmWMslCPS9TVlheMo6rZV8dxjfUKLdu3pp+ncGPsKtxdQvAdmzcVekldeIPSd5+xvzmKGbmjiP+nlMJB00L2VLVNkPONrj4kKr0bFh9a98sYf9J0lbclXvjNYuJPHiZc6VlXRR1QhJ9Ah+dSXG7fyrxR2N3DiA83Pzgvq1X8iifGJMgiopAU9Tjx+1kRboq9KaFVWjtWn6+8eg0NscnK76gd+4OQJ8R2cBuLCL1+OUC1t6rSCi5imMb7wWBBU1aDxfv7p27ff/A2ADlW9UzbqbF6jY+KIB0i4iMIDcxj2d55gm8L+gEj3XNndHg0fZLTTEyBAj572j2WTJthU/36TjH61EP3oJQfzgAGyAkOEn/JT99jQhDY4n7TOZP2rpPtYX8UuioDJO7bDiGrmoMBTTPBzZOCJWvXHFa4gA7FHqR+EoZYV6JJgO4AKP2jGxplj4FKai6kDd7ZTP6JX5H3zt0fR/FL5JSz5AJkpzZ2lZ10ztMfJXkLgH3CGRbeR1xfy8fcQhTR6NhdZJ3Segl2gBUxtfOdfWu2PYcWfmxPIwjxxsjr0LgMdy1tSupdMgd7mjSiSt7am02uSust3pqHhIFDzUT9L4dDHBfcSE4Px7KQ2gNuHxJCXNA185veFtMj5d3LVzo6QvQKTTKRRwJXwq7yVcMJNiFkXA79tH2TRWeKSLdQQIj8DAL7ti3ll5/K7Hzu2+R+ylQkxoBz2Va/Nonzzq7NgrJxxvELQg/NRPqVLm7BaarfCPgK76R9PhSfX68G8AcZK0CgdyFPnm4qkVX6Ll4t76M40ZwybsK+xPQZejdgAsb2oybcOKRGxLDSSA1RxQebGy1p7OqgjcW9y4COoYtE/cSPBLK/pBsFyQU8IlSs6RmZePf5Nv49GMW7Qpu1e8zBPdDxoM0peat61UMZkniDY2IU6TYTmIDqUwlxoCC6yBgXrGB759Yefim8i+sAPxIPP98TLsalARGbnxYhiPPJB7eCcjjNVkAW6F1k8MnnKCjzKfpdlUJ4f0KET54BYvJEY+fWvee0Ac9UyMq5/wL1XStu2P/ivfhFonWNJug/ysiOWxI70kUUavqpaTmxqu45f6ce2wcxr/chj1QkbW/ZD/FPn2tTyiBa0u1aY9sGHfs/hTCqGXYiha0E3S644kTaz3rCWc77Gg/NVvvzdg00YmaMbx4ftJHmQUVorhshVjjpDlRbnBdTb7vEgda2KH7ShhFx+xayU+nneQsV6xD/z19FQfpBTOnpdo29oiIi0NO8+dFZ9KkfbJnT7KAzdZ/0G9rJZHD+4hh2tVDSrm7qnqpkXjjqoW8/Dfp1G4x3Fm+JAubn0rP3gItgD/jCCNn+NzSpBTIFTu7AfssVhKHg5PDHMgueucnbTH6V5yi+k6EN+GhlYhyjk8F6z2gtsxlAsMaZ57+AezYeGCegjvHLMDUriLnEfGNHTPPju6x+McRG7sou2NyRctate4ZNmZPY115lgv/7y5af/+q//+uk///O/1mtSiTv279GPdRYaQ4fa2K7XSSIXfqCGzVOPmZXrnDsiz+/O14kJdKVEZ+zUtqjoZJWXqqSr+iMLGJmL1LAlqsDjasrIP9YH1KU8aTQvIXPaW8fJkh6CNgU7REI302d9qBKD19F8+xc+5Hu+iyX69f3kMhMRGr+5zOtT8XVzDec7rJfE14RY8rL4bF1VF8x60FYsGMs3MwOHzj2vtAxIOzG17XGVHf3LI/6pbQKXOMMTKTONpqVDwXeP0hq4zbXkObVFwF9EsIl5/2Rw4Wm7YyfT0gxGL/olO1+0YyBvYMHGSELATBGs1xb1n2807XB9X/1zjNDmoxnkB6HmAQl88oWLbYptMgfCsBdw7NlW4NKfc1LrqXOVL/7Sh/SM2QwyH7FvDTgA+DKFI36DH0Ah0JxTuYE961nc6e38BSA0Yz/8yvzJNU4gn9G84AN08JcH0oP/JJ1lFIscw+usOz4nX9LvMeOCHXwIojq7eagKSn7rjV5wsEHsD0DmGvEdGYwvH3WuwsOlJ2huMJcqLwIHpJ9otS2thuwE/S/gGFhHn3dsme80Sov1mlJ/xh61UaGI/QgxpkQxhRgxS/+nn/73f//3p19+/UXUxq5ZYEQX3UNn63oqZGOansxiq6LDdxkZC3OO6XNpKU0u8HV28fY8KmFLEB7cp6BED2iPDcaeomjb2nswVGlcpZ75K4vKntJb14q4NmmDAzD06z+6KEMqdc/x0N6IiUUA6lsDz0d2vIfc6t+xL0E0X/0FGtn888869x7de+yeE3Kh37VH+rOuif1v//tPxx05EPvUH6GhRDVugbTPOa0r+S0xsmw6MuewfYLrPS9EB+15K87Wf/ySk6fhjW9ily9cZBudvHhA/NzYSC26vPj4YjYXb4vgkavxputPHFjQAA8fjvG1BCwfJpogxk6mXRndePJBMDPJdNnxyWi6zHGMPUwfYEmuiGHneoGSk5CRfxDQYOTdqLQrOr0ZZwq8VR5HQz84w9oNO48kfSF3xW+Q9QgoOmTRuiAejec0DgDrhT5L5yuKQbGNFzYBJYFl8mOAytMYYp0GPkUnk9+4gEeneheTGXa3B1dH6TD3yZWMsmj4BjQdusO46S+08Q/C85dkebJrHRlyUQJcqF9L/XyXtf05PjHSlcxqoU/XeKZo9Tt5l/ZCUgX+/C1+VKrECXirX2nJcpwpY0cxb5IAJeTwo/gwNSVkF+4byafNrQd0kVN+MZ1HcMb5TQcLgjdrEHrIokdhqPcV9hhyHkBTLd9zJHrRw+IG0hPEQcA0P77Nk5eCf5aDnFcVi8iFqN1ImoME/eKNPjH1zcl+SHuBQL53y02xmiYbXLC1MIwO2JhrBhkjmnaJnPFDaBB3bCzYAGr+6Ozqi046Tr9t7NSABectuYNPbO515U6HjRvXPfw7hL7AwuKXjejpSPjQz2Y7J0FQki312Tn6TJbIGa5slF57ODD5TAxBL/aJbRjjZh8xh7egtW3vUSCopLDhZ3smQGhhD+uxbCcaDKpwjF7bptHnUeLigIdtu4aGR2j9zLdfFQ2R0pCrjr045eS5J6hbF1VY70LrGi9gQ4tXmcBvl2LvHmqodM5biyEuvEL+i37rlBI64Mc2rqyP9LcJbC4cxIbtf/84evgEYUOj/1mwG2qxtlO8X1KP/UWHuru+sBbH/mDgM90wvpgr8b5hIEB55Jn+5/pPWBRk7IVMz2mdsVL9rr5apN6tBC+8/v73v+smcG4ioEP4o3uL+saenQvgc5JiC+nDw5Lbm2B9fPnE76nEHj5JE1Ho8hc9NAyRdgId8DJdcMDzirq9ed407FeEOMpJ56wfIKu6ZFk9qmju5kbx2XkKF/+D29dg8rMB/L4OOmOr8lXNRIgt8hg/W0Hs8bzTz5qIP5TvmMXAc9GSb0Q4rtQBJhYuDROaj65NzdEdMx/l7Nwci53IUL4Ihb31h7lOmvVpadyPifN7Lz5HI2V38qX+IP87N9WoHAVeyEl/aVGPJAfgG9XQxN66UaT48v7vBn/aylaXGGtfDW/g5RvONnpdIPk48i65DRjrI+/qP/jhL9SsDqc9DzDrC3717ti1rcdUNV3iUz34BpDk9A2uh3xcCm8foY+MZ3kmB+P2o2DJ2/6tMPW9gi29q/ztvR+1Miqe//Xbbz/9+uuvMxhbc7GT3w1lH3KX807l6bjXPqyueNNW8qtu6DrPaBMX2XbCPv3HHG3e8rwjKjRpwNlvrIgE9AHrMZztmQPdxP1dzrbNb4TeuB3Nkf7mVMdQzDKyB6ZyE++f9Fvl8O/NBiCgwc1fcje/MW3xgLKsQIjy0KX1rDjGJtYYBxe675XyeIB9wg89mWfIh67GBU5d/EwG1x1aOl8Z7jOhHXs43sREFssvfq33nGHJq7H/m1J60Fj+e2Lk5sbmafMk1Ii3J8V0GX9h+yX/C3xIQht8/pVvZcz+LIzv8Ubupizd7CrFHGuV406DIzZ0od+2EfVRfrQ93oHb2Ktx++2g6/bYIhes93wuaesqUYgtaz3+7zjHZbehdW8D01ih3lK4ts8j9rvreBlXPICPXGNZxXhkYX3+aKlc1u8m/53GXV7axS9s+9r+80d8QCC8rwS8n5Ulp+2zYQyv5rLrHnpG5qHvFb87YPKLuMwGAE1e+fNuP2gt+e+E1Ub29yxjOQ+g0sPH9Q/ykPM7drICPz+pl8hy3Vwf50fxNp3EBGvaJ9ZBrc3c/P373/8hmn/oIcv9INHGKZV9JE+QM9jz7ocw93hi5Gynpz4qbc5heDWv1zT8fZxk2Sfqk6guvmmuc7ziXqknB9xvHtxh2iZXNT+3j/3xM3+XJv6hNM9Vrme6huYOYHzpaZOBh0+20b/L9uydOc+hfOM6lP7xm5NEKPH6TPfm947Vxibyxkd1fTFNL5gfpXlBmsZJv+fV3XsDkrdgHhPiIGIZj3Z1PLqu1fUmsN2NvzYePt5jrWW8A5LFAmYNJU4Yx4fIA1Ruvn33A5O8Dv+7X2u8YwMe3FTqzV/wOHetLMRObPqod/oZ37FfOT2GDBprPGzdCvWxI7TAJX7Wuj+ojHFzsKU8emw/R3TKGVV1Qm5shW5YS23inyOKK5bB6T7Pm0CPipbykeeb4Ph2eM7xQgO4zkXk4wtE+hTNzMtNv3yG6JOD7fik/7ErNrLY4ha8R5894kUG4Guz0NiQpoWNjpyXB78OGPnmV9385Vp58lV0JV+I9Miz4ckXr4qvfdeUAqo80GKj/U325kst0Bh3mZTvhQ1wdXnFo/59ZV/m0Bdu6iM7fnMFYV5RTHyhe2m+J0MpAVcc+l7VbXPsouu4idnHdbRrBXF70uJ1zywLvQZ0xrIB9XGXg/a9D9kqH2Pm8WRe0s8wPsL/z0rpMAbsFz6HpuGrBMICLHe7n8nkJ5DURoil9IxvoZOAzpNlhDl5gOtJ7ugyebepkRiBJ2lQ0IMbUY0BvgXLePmfChnLCzHQEJnAOFaUGhDaLiLGE9PIBy9hpKJ6aIcWeIbRcGlsnU/YSsrkjt7YEH3OG2ph3k8SKtyDW16Mlhf16k2i8xMa9OnMAazZf5gnsM8LF8jiz9ovcPAPfdpL7qqivl5QtgzKzv7mJuOIfSuKAM1d8bFKTwAO+FM/ujOHIuNp3wNF1YzTR2SQJ8Gz3GLHtR8SiV8ZIt9bTARvQTaV+Je6vM7dvWY2I/ChLl1X8e/eyubQPwv4J9nqwu8y50IMPG9IJ4EX9a3dFSCzgHmxdfEUGgT7RknHZYTt4nqlNCcHTiKZZ7EpsgrfSp02Anvm44A/p3vlcm/VPvR7Ywqfu1E9prk2T6xgP3h1I7toSjx+S+U6/9fopQLM/8famyjKkRtJtlVcSlKr36jn/39zZloqbs+OGQzwiIxLskoN8mYADt/dscSSkc2l4vsoc/PE/s/FiPToKXtTZQoyF75pq4S0WStMHWu/ejcrXXThBH0Yx9Mnk9dbddL0Whq/QmkndvBmXPCWA7+qWj1Oc/KHNKEfPdT+6g2Z7NtzMhfRVy7BMQNT9l/lzXn80K4UEt33SvG5qRiukolu5IX0wJ+YWx81dtno0WuPZ9g6X2iztiS/1Rj2wAn76cu64DQ39Pmj8nAW8x/fCrJvNVlKyiK6+gNgfseTCr8drJNmn5jaEtmC/NCycSOv2azyBC7rw3tPrPRHX1VUmufhEdj8JI7Br84cef2lTh3lzvgJnszzCrmKHrYh/ksO7vNeeYit348kNtmiFA78w6e8A6t8+vg2Q9vhobGh9WrCLGPNx0zcWcekJ4mKfuKTccIxsctaNBQ9Cv7pGjrhJs8zOn7RAEc2tu6bY4P7bx//8st//7//J3s+rBt76azPOPKNBS6Swqfr67udp/EXVNMfRwS2rr2U6J9K5+DKBL/r9BN+YejD0EEutLZ5pfOeZ1cbmt91g+aUKJNpIslkfgth7/vgLd/Bxg8ZqGKWhA3ZTkTVRxgje66pQixzBBIMF+DRnyYnz5TjBzf94biWbIGLZ/unAjDVX0UeLqnV31uNgXD1u/LcvI6O8XPmEchkpan7jbHqNFj6Ihrv5/EcqxlHmqmbeZlbgNBnTwKcHH1L7zlHl7/nyBVj6D1nLT9xIvZZ46/8OvdDe5//7d8y1bE0BUEbHPIB/U+pXuUPXtcEYPbZk7MPi0vt8AkYfi3lh9vwvadZ1asvrmALzmzOH4Wh2iebHU+1W2SNq09xQyz7P47hnziVdh574fDOp/H0vCxZ2MIJ+Bf9rtg7PRoN7+ZA6uF653NkrWB7b1o/d365xuXQYAd5sNafVXe+SCf2B8zJ9SF6ZN97dCn95Dnr0sQ3+HwB7LapyjdeJO1t9azf5Dfr0P3GvsUXg5S5xGPFDbzqxjF1oGcs+TwLo8gYETOXkzv1Meu2L/zBWGJe1Vw+h8p8hFYbYQtndBJhfRxdtLcVsL/xi2zPPcKNnpGELuWBjk8FvnxTaJbqsmmWfOPMugB7PZgM/kDdvpIbyof5jJIcUgV/6D+/V0fpzazOFfiG8Ugv25nEUP4RG25UUDxmvT4svoIzj9jO5ZbGzAxEs+NgDke/zvF7ElA/MMdgyUPfxqR2oclTBEqLGOeeEGcOOu5Q+j/rxvJD7ZHMrRNySRj9rz0XevXR3n34dk1mjbn7pQH+YW7ht9A739Hn7QnKrlJe5JptFU0LezQ/ECh+9BeXft9AG7imQX8CuOAT/2f68dudb+ZZGMaKXGORF7ELH0oYOdV5FjmV2yMw/NM2x/qrR3AoacuQZURp2nfHp7/86DtzCjmYtXH2Y6NLD6KnbP19LhH9+q2+hWK8+wcyq8OFzx1RbXCLP7ufYO0vjduMc4UCebOA0/K9PnC2nSWwP1Y8xLb0U0JhkFC/8wBGft6L4Us36s4vMG+w9pWefueWlKDOmE2uFUPHfY2po+v0zTH2dZyrBuN8YaX7GXijAznOsd8MAj/w6CElpA948UH6WJ+nt6ASvtRiaXQf3cs9tD9+/E3f+P1P3fj9u64X6oaj+7hKAGcK8YAW2LlG4K71cWJwqGY/dfuR+WAVZF9VJXerq3xs3ORz5EsPn+N27GJr5DWG5f2zR/TmPJ/9nm+KmDAOevJj7ey3SDsmfySf/j2vSwbz2Fd9ezDnh8cnzSs08uuw2XPI7zxLSk4jP37Dd4lO4qMAHzaP5lsH0dx1pU1+wJ+Al/8Tk/KgD7zZBsYaffwI5FrmfhFhsaF2XHHbguaLTiqjV+ZUv75MZBkzr2MutFlbU2cAFI95uNwXJoNDpb7pkTm7+1Jk8ecYMd613vqcV7w+0wQGX9ZhxS8lMqGzr4yQByHTf8bwIvAhfoFZfGNfMx5Wvi82xg3f6A7Fa1Gcxjoy+2tn5M2ea332t17aiclpPrZ3nS4ujun6N+l2CpfJmkdpOka40RXynmr8gQyud+0bvgKrVS5vHqdskI5+zyRclXGBteL6TnnY3Ikuzx5fVCFdRh5ZnQuy//KUtlLTY3AQd+1APHPdN22Efc9Mc4d2c9IFwuhw+IfB3qs6HyVLTPjGLy7kLtJ1Jpf3jBefvPMJc5S6rFlrvYkEtFqKo0Udk87l265lC7jwrKvUZiwR8ryZUHOHbIErvOYD/uTOz5SiMU+WBlnVbdbht+fzEgoGHfD+0a5vMTFzTrQpX1rg+J/p8+B76dq/jxi9xiQwCrzMT32ejjwW8MYpvyr/yJdvTQx1odPWw/kQXTYMciuu+2R+XY75YRQLepAZUClAflwOc5l81dHE0/A7N2g/j5sNpseoO+JD+8p3CrYlDxQHtC1UgCLrJO/BmlpgG+3CprxDgf74l8KRtmEBfedz8k3dr/4SBUH2xAC/xYGx1/pdp6tfwgtdPuviIROVTH6Jk/1e3sIlLp5QbEQu9BRHPU5ujhQSvXXas07758s1f2pH8+ve9vxzZ16nrABDC115BD1IfF0++0rZofDbp8TYhkIjfZoosjHjbFnLRmTZzxTawjj9wg0M/dc1IxU+1NhHYC1Vlv6n0v7Zd2DodnxycDp5H8i91kUnemFuwiybPQwi4847vqiuyyZuqv3K06HQHN3uEi9tCVvUFzCN5jn1+I/ac6l+z70Heo294DWBV35aZ+KH7tdl0E45bLKXG+27/OTaTpjr4lA6/CtRd9p2f/94naPm4gMduczfWrvDivy/MbXvHXBymYLOV94dN+7+zsfeBG8c+MTB2JiTolyA3Si7ErzdvFWg78LdLi/mvNpKpfaevDuWelwvIkylZIN4l4m+xB84f+Fx4hP8K9XVVyIaZcVfBM47sdMW3/1pi1awbBiPvmFAm79Ka1xoT9z0Z9ziY/iFA5/VfcJGr6oaf+rs/GmpojfM9Ac7NfCpVVbayL2Xwq43xY5OxU9uLD47YXkATDaLSfmgU3jpCWhdnPjyS+caOC1fl+nLEaWvStYnXASGL+3KAtU5h/+BAxAC+1/PS4v/58+/+8bvphtygSXnWWvbkQoxZ7OGRjwdzG+vtGAnFx7ynAh1kNQvvPKpvMRXfFYfcHAW+mKJlLfK8e9bGE/wyCF/pV1Uu6BVv+rLKMFvWOlzCNpqfNEa+34lX9cq0+ijtOalBv3ALnDxie1wvhZ+P5fE9s0Zr8OT59Un5WnfI0f/grE+4TWK8Uu04NAmHgcRlPvcLI0JpexAxuJfh4mUvYW3l+Doj4sIVODNE8+nhFaehMpg2MAT/X+mmOdChAJ9DcMHZf8TjDhxnAWN3ir2rRT1zWdOdoRo90o2PvE/67E4YBRwlNugq7wNx/aBt+HiAdiyh64dy95fiOUnLqTpJpQfPCnxkAmP3nCCF96G61uluuSGBDYQx4ONr4tzoLNWGQf2zd9qlWQlip6ZWqUeTx4UOo/oXtnIjP7oNLFmvTyBRWn0neXenn1/pN41wg9xSB++0XIVNZW86vBdOX7QSxiLGXtaLidkgN0pIyN+qryMOzBnnDxGlk8Kf9sX+HHERax5w5F5KvGh8xwlQH8ywp23j86PppOSbVdu9biRufm9vvDDRW/7tbKeeE8Ycph/lmvUVT9OrAG+iUSHrSukqx+efhiCc3TJ4DpXv/nLXHmZq3pBV7z6EyHmsy6C3DS5NG1nVe5xYGw/rL620ZtzwK5tgyRV4de/tg+7Hvjbf8Rh2c0F/178f+H5BqBydveSw3iHF76848yRXrriMEfu/cnQmWsH3PgxngKCyqUpGrLcUaY6Zt7JsecMXiOXzUUtL9o8GMCFS2A7P+DFYH1y5IYdpr2oB797Qc/qRd+UPXF3fBbwLbxJUxxoq/s80j9xJu1b9TtN6Xss/0kPjH7Gyh4vxz1G9b5jEt3qpXuR04AL3yG50z0BjXu9AWD9wPVFTh2Yqj0eutAdX91EvNmsrm8iqGPikAf1X31mWnw17ARWvNc9njoZIA8FFh5vbHqe/GLboS09gjNuM5aOD6beiEIf2O7rhcDwnwjZt/w6rq+Cnx590geeRAqTLo85bv7ybdM9dqQ8NEc3N14+4OUwsp/y5g4R17EL0TG/Y9tQfRwbg6N+r5Xt5xgdfUPDcz6e5RoU3o2W4Pyo3H0YfOj5uwX8xix7QeFV3EZvvsaXncPvecKa5v0+vrfN3Py9CVHzSldhpoDKBM3FQ72VOaBR+6oFtLZbvPrQ5ZQj55seUPA6iyxwtActbYy/EIKw/g63WYOWb25m1Zg9p374H9i0kXz4TQ9ecx7ZPOJ0NL7KdaZcp0SXo5/P93kaufuEdf5UHpX2dfeTVblu0z6OfLuduPKHTP7Qmexzykskayfh3PsQCG/FclHPcdcY0ZH1tjFx5agvxGUP+hmJzvt+GbT2y/qe6Ajcktd/t/V6fPL/KxYqoE8K8ZntwueR/iecwnr84vOc5fcRC/O6+GO5QR2JIfM3850dGfSFD+/7dcTqVrltT5ddx0UxzpGcosz8PL1v1zo38iC8H5DQF4esBz41S+3ZjnufGck3oJ8Yh2DGwuykY2/+vjLCQeoX6ffEoVvWk5Xby6+MQVzgOcI58CrhDqmv6nfzHvnjWIqvdYK5hNxp7jxnu3uVCZuxL6/2V37b81gdS99jcdpPu3wbN3zP/SXHgI8xF4FbuZ733Q9OSnm1zT5gTRQGkT/f9JNMjUn6D/aZ4w5Peis3uugLoSfBYZZAasXlv0ufsOrG7CiBQqcoXcVc9OLhAFph6mfBqMEoUeoa2sUvtEsPsWcw5+mRI4unVputXWDTi9JwXkZ7gJCpxwmVZ3x1eTEERYXAsag6FmpXX/oSaOlNxi9+/dYV/fdSO3C0hri6RceullJj09Jn9KtcaNGT2CDN3Qq4l00Cf5h74G02t0rxig5/EviLXgv29SsLx5Fb2RYncHQIQ9R+L2W64QD3iwmknVnEZ/UNXSevbkqNZuXDJLquSXDhADs4g3BViRfLhOMmVVbKbsTwlPL0ye5uZoHLeuFJrv51M8fCz5P3K0rqJ96w0+IhGrbiX5YwcRMYCIUNwFEAmF5EaOV6YsXC9F4ns/ltW+Gq1DaOkRO4O/fH0QY98kdnNnGxMVo4JNvxxKR+3cxWRbbogjIX20KP3MSQuHt4heUbPMSXjYpzImPRwwJVl8HmgzTp4MXOgMXUdnSjDFIKrr2XLlzRc/QutwCvH0dvkqL+Eg4WoiPrCSW5Iib6b7/5BIlOMPt5jgbOD8WeEuxtdmx1DxtDxRW7wVtHruP7cRPlw6PeC89E+rjOb+h/z/JiSgdVuaDthzz8gl9dpvEDxfg6v+WL/eBZD+o3eYdbatO/6MuFKUr1uurDGlCPhB5pH/Tb6p8/W2qB44gf8BU6oWz8xrH5Kwzzjd74Hb/G/ycC8bHHkU4OHFhHB6rn0ovzxB+9r7pPOnTUmPFV9wl/5hso/ODLWNFphO80nFzoXIQtzr9lI7R5dXPlcEPUULNNzvA0nHjL2G4kw8Mox28CNsdqW9v4l+Lf+5QrGzaOlXFwmQejO7DKin1n/B18OMt+gkFsO+gAqxSvv9sCb9Z0JLTvigccHdc3qhdebeoRmlNPftCOzvEnfgfmm1CS6+kKHOnof5aD9uScvESffMV5IxeefXNRcsxdLoxXkHwK+6ieNlYf5jEvHULzbx3JIPjDwCctks+bJtjQOYfRQH1onTmQOSwxq4+gh7+Py9eJTcaLmS+1SrOaO286vxZ+P77QKU6MBZ7ATsET0etOi3lSXh/xLbY5hkaUV9WGi30Jlhr4giO+UqRswgfWbsYR7YXH09X2nzg0xnv9EEN4+Bt6QiK/Ssv8FZvkX2QQFzNSDq7X1qEvKQve3T+NZ06y0Vc6gXvf0/VCpvrvPsxJBHSv/KWMbc9N7NDykCY6oi/y/E0AxoK/gSjvo6zZ5XjmRrvLH9d5WnYTF9wpvbnowL9EKn5Lp/j9oGyffwfP9lc/OctzKcK8V0n8ojMK0Sb2vGsjF1poY/v3StfZ4oBfv5e2fiHrmg88bEGbecGvmmWelm6+oaNq9n3oRZ6UO8e3FfJDk2IS+Riagh0U4Hzbw5IXm51XxmD+UIftFp4I2W7wOvB3qvgBGZSEw+0bRPc4w5dvjPdbQ4myrB+6LJGCsdYk5zz3SE+1rIdx1MeYhZZX89Y+xmxLff5Wu3COPq+TU3m1NGOiPmBMlg/1lsaxfYU/Htmbo5YfTsRPyDNgo5cfe2G+3Zt4cAR3ylWGEIZMzEqKg+N1XM36IsTpz+JCnGiLnw4fPmZlsI2Cev6Bni0aMnTgHGTKF8gFGDnMHIYOW8OBjx7OAfH8rFdwQrP9tWxivvC6V8bjuHEHbFarF3jU/acY+Ui24OOk7CZjDu0+ZaWt8Y3Q4SEaCmPR7krTn6wb6Hte6y4cFUR5/tmOAArDj7JZ85oUIacd/JVH1WPrJLj36bDUH3D+oUdx4WpnL5y20Yk1KmmFn9kniN/Spz6Za8jdv+BQgPsfR+xSTha3OlWuj+sDesdCcqGnoD//yU33Cad1cFjnnEOgg6ojtshZqx2bcBn02GM+uunrfFcb71pcRBqHWNBUd+Ki4yw21XEOEW9IIVfOt72xfTEUoWVzsV3nZnu9Wgz3jWnwkIpQioWsuKz65OmYLHh9H0JIZffqmzDqtl995fWEW5ri0r7zKwy4fSkA+OVL/1tl4pVvj6WZfGafZeFagrrmr9L0eKE9YUBBo7SfI25i/qYn+5ljK/lnNwpnsqkc69V4LeDWNYnoMVkeoIy0KJt93LQLEv1uAjb2a4X8ic4n/rUVOPnZvUOpsRk68PwnnJ4bbBz7SH4RgDEWjTQ/OKeV+xjIPG4EJPHzUngsmOxprqGSTM0xEi2ahbPGeB8w1hUdz4DM8bmhxH4BMYnEjocqzG/hgn/pyU+p/OMf+r1frVO5dtuJuZRQMNf0DEfNN4rnHHyktTXqRhp1Xk2NDcjN3iT1qEkckMfxiTlrnH7ewOfjKzfW9RhGfktsSn6iS8db+5+OyCevr/tJ9Igu9NdXHLd6S/7ZC0WP7seqS2V6/oWYeVsxhX/yQj99of0Qr89+Ko1735BX/1iXrYwo7T+xXwnEGuJr3YoF/8qnMtht74LrE4i1LmjtNZV00v8PH0PPG8w+fTr+FpHJIKdyl6FuFBL87EvufoE0dJMv7ExMt4rqNJl/xC8l+H1rHfj4nukOHzEe/HMFyjtgFLZz9HEdAly+TUmxfxZS3GBhxvX+i7eVrPB0XiCeTF3msHhWjmMN323DyiXwiI/+k2/kDnudXJsWwWLWGPecEx0p5mec8MleB3bom4LI+BM58VFsTnyiE7j1Y+jMi6pZlV+PCJW/xK75FT+FNkTMO0s52Ahh7vFtq/qPfEZunOq3cZJxZiocqfbr13zh44zv6FsZ56hM1jf4ie1y4EVG5fXbpG1z9LUXGTX3a8TlgnOzqXKLk3OX+iG+h6T+KR7nEmWFH52fcm9lkzt4Q142s+4py8htTfDn/Jv8yRx3ZEUPzyvsVO0U2Qlz5QL8RWXl+gbIee6BXi5NDeWnQaL9KtmA3SV+nve8dpMj0Rna2ksdX9Vfbbe/cOQTcGsHG+Ky6MDt330uB+4pj2QhhmoAw+ScD529MLLpo1Ru+XUv034j3T4sSzrdcVj//Wr0ZT7xVdZvGVYQufIfcvmSIOvgx9/0ImbrgiDmxuhGrmd+O23ObeCKj8VF3G2g5p617ktm3Lbm86WLGFlmrskeP35gUXDxBSvVlwO/6O7y8pGNCNLbnxhLwWDoOjECq1Op1+HUW+rIyLP67uriefCgbyvHO86Ru+y6oj+2Oojq5uXCR9wAq8ShAI4uyL/rSB+w+tMJqjCFen1eWW0eDFBP6KLnGoUvojboMF6lPmw7NkTuqRN4YRxFSu3jBheKPAYSubRMri7ZuJzBSWLl9Z4Q1z+L0b9xuPvy3m7spogJY817yrnieM4SMa/62xcC8O+KDlMcvmWwAeXbW/xOHz9Ubj9aIYQwFSaI4NpP4AvEIvlB/fyGhyD6S/EJMNWVHF1MV/c6hOdbsNe4F/OJrn3RtPE+Ew66YcfRMf5eeUOPu9qvRVkO/Pbtk76RQp0TGPXJuZZeAUfsqglHfW9paJ8tEfc4vbD6AQCfcjHlzAteskLFb4IoLt+kN7qnsIAMnB/wf+mua+Qo3fdzToHD9V4WVBb0t+x+4SXAfX6747zGHwWmhOYyx9gVFdOuutJwsCbnWYgG6DvVbnQ3igbdxw/5TT9elyPL3fXELymi30sRkw963/pdJJb0hsHi0uHywpPFkocsvuqCd/ievK2fMkdDil7LJ9/4XZ3/Vnzwj2xfuy1oOnekHl2ENMr09QDfqtgendTBpKRtfngrH8xi8jn16bPYgBe4oaxZRrld/RAHn+DD89hOX/HACZ/klrcJGgb7tUa+yZB1DDoKPKt/dIWKDfrha8SXj2MHXfFhohhUdGS25DeNxO9deGJfdTw04MbexIdYMZ/iy/hElZdSPrMjME5IwpM+/MOff+tW7D74tZkaw9io3ISG+tWiyfVel17spR4KFnOSZ5mj3/5U2zEpHB1V35tx6tIvF4HcU0x3MLt4DhYUfv/jBT/xFDgPmHjxJAZvF+u6uruvrX200fcUtcjpTiiyU9LsdHthoh4ix2Y0s+YKAK1XXOmJqte5tP5XBzKsR16X6rhYB+CnYAt9zanua2mbBoTHsuDKB0xgr8Rvm1HQqfxoM6bBsWs5YsWNLXHl9Otb9+7gCQj8jquuHxbbwQVNyebCEyeSPypWyYryMcpSoPrjl10873FDkpMfydNDBAyR5Ct44RV//vLLv/753z6ZDzx9jeFZz8Md259KvKlZQnpMnKglO3Wegz7tY4zPUXtic+JQWI9TLieS2IxPY8ewfyHGJ4GfvdfkMurixT9FVn9Sjv2Ku6eWA39VsTc/kdG+RQ+3MGjH65E47T1Qc+Eur0zecPwr10cIOcc/a6ekQbcnvz4S/wDIxZhv/ASDCnJ8UbxqC5b+r77geslTU/RjECxQ4qE8YRJW+b6+r/TEkXxjjGB5xgp43/clcvzPxMGdeuM7f5Naexsu+nCBtjeBf6wnGMwfR1/LWwNjwoP5+oluP1u+77NykW/Kc7HG41R7XlBMH73AsK9iTOv6BXs5IS8TLqj3Bvpgo2M7QmE4eaQ+6zz6FrZ2IJrPtM/97W9/WxeAjg9JbPOUwM5d0/bpV+BbV4wctNRnKU+cQW6zDeLYtbO2NF/4PW3K9meZefylYZ7IQS4s9de1uug+an7wBUD09f4L3IyFqea07UJPZIT/5viRXAr0/9QaYN0nY/ruDjFFaKhOH6+uC6y6Fe+pTR86ouvnPElrVuCSYyyTMZu4LaWFUV6V+3Sc+E/9d9jEL3+OE36naRu8PlBkt6G3Jh2iV7c+jqcyWEdwfEESU71msmfQnMNYE6OjC/5YEaqAwatxz1yVjtCutYbzLyWgfc8cqyZr9FN58sHR4+iErbM0f+ID4nn4X+jx0eibPFxfbMtPEhno2W8IgaUUFD8vKfh7XUz7pLnCMkAtQxzoG5o6Ojarxwkm7ss1nKfhEnxz0RMdlYM+hZVE7xIcVPhKiPaKNKm6KRw/wM86LzjiKX/5y1/8xYC0+FyCN2BrvCGzMl1193nxWId7jtcbMfiYv+bEr3rDF0Mqwwr8U4xrrwJjh09/cXqk71oax/oNHyp1L4U+9k7XIkusyBlv1g07vObosGjykHjiYx57H3XneZXgGCjv3+sayGd+39dm6IP/anRev1H9qSav0a+JlsMHfgAYwWroPIAxp/+6uvfLXxSPPLMI4nMOnBtQzCs8vGAjLjoCeYVeUB4b9W87nQPLiKuYK3fmbmW+4qzfMf30f/2QZ+OPHTZdJn3hGqbs5eHaPDOoo8bjPzXvk68f/FBZXUQ+pH5d0+NXUqLjqfr+6Eh2lA7b/PMqWVwc/ys9MVgrs8+p6J0r9YiRFSGO0y+DfjDG/n3uJ7rjp4H0J6vwynjL+dH32HCNPZfgpIPnCrDR+cdl6gyPrmv3+bL5BL79zcP3ksU/aCIfqVknm/HgThl3jciLe+HOATPytQjCDR0VbdXH+EZpwsUI0lF/DyyXXlBzrQy8XIfJ3Ao8pfowp8CRh/+qP0f8Qmp85YETCaP9veJelBIy19XxB8OQh6cra9J/z1/VY+I3c2ON+GoM6JGNrfNZHzonT+rUnerWUVpim/58Y/kVdUPudqM35a7jvb0ZjMolfySb0nxK63zGZ+wlg5ioLyLQrMZrTOpr7DN2NxplvRFeaRMTxU8yP5AWLgx4VfbvFwq+fKBaF9lyl0H7FZy5cdKJsBdmaJP4nGTfC068O7j00FDahp/rMtCDSEc9D7pZen7bLflrRn/AW2UjvHzt5PA3NS/+/qrNvmQ+DoQg1rfwrB0dpvTNp0BmwmxcXMKfcD2/keR6ypVBryVpD6Sva/ID5gRarvTJ1tJ580SZUc7GZvqfoIOUhe+qG7aEATbExggBzkS4EcxBN1uERPSz2WfBhH4xofqDgu7RgSPIGdTwiV2HV/oLr36nbVELvVSwrH/6hIfx1gd98rpbTMLcBI7F+aRj+ohvX1CS8cLRU0nKFkGULyjtG7xYYYhjCb5dJxxsAK0lixsAKPj7UQlnMxQq+vOHjvy1DRffWPFYeOIpPvrP0yo9iY1eVx3CGznYnb5uRNfexMy/aJPUC5n+xtzqzOHwLC1E9PWkxkzGxxzTtksOzDQS/3duMB+c+kahBwo29NjCVEh77ylU/58u+8k5bpBw45ngSyD+xWbPYfrM01j/09KJqWQ4H8IbX3UOxR9SSUVaSaHzLZ7kEnT1LU+E3V0LzZzfqafdHI5sNiXgUtgYpJ7YGTg+iodn0IfjLmahD/Ymi9+lH+y7krItm6DwOfZM+dlQkNe+oBFVt9jvVaLHIbg+oTUpMyaTcdV/jVcyUepV99pm/8P6sPfKW66VnW8Is+GqTRDEXnBwVW6qlPJ6bI4m/nqibNEgGHd2ya5eHIGjX3ifuaw2ICGyJT+qeEM9N17hszo3vnj98pvyRAAuUkh45MQmYsk3HYHxbTfbpZzuXFIdkf9WOfwmRtbC/OZSxg29199LzJx6TkIm/XfqUp2Rj89yUiXfyQ4s7wb9si8CT47N+nOerf+mb86DZx8yeanEbm4gZg0n7l5/177H/QjCR9Kj8kzsDzqJZWRStw9XKm1/NrWWXPAo5EZinpwgSj9bjCu53QwrU5zqe88pnR1n5kuvTVEiOZdYICueVJ/w3Y5J9q8BIjBnCeTIGD1mdJ9iSn0gAx/i2+wG0DM38qQrHatE28q/+a9I41hfnljzgIP46c83cJd+4HWeGuSuQhsb0sN8yzdSoktzIH31kzoVp8SHnq4Bwcrnljd0wBWRdWwGu3M+9drUGNo94sGa3Wtde3/tOECV4m++f9N8o3nr3TtuzMX3+UZrZCa3wJedygO8/e+U+gE9a3NtCG/FwsmRtc37uJtAaNnf2NbVh56HT3gD0wwmfnNuvjF7aeIDytXO7lcVYfciy9/URq4gbi+FaheIjRX0nKO1bSamvNoR+O2zgRT42KnMQPAua8xcgcnvjfP9CuMy5w62SMjwPHLq3871ZxDXZ/A/I/suDd3frTnUsVlrS/HaP325ZS672gcu7mY8dtmda1t55hidoIVN1gDGI/mBT4PFbEP1nXhyrgcVf5UZrPPJ2PQFGzNduojBUlV95mYCeHDzl4LcWbChXpt91ld9FMPNO3pP+nsdvcgzHuCbBR62xfP5le/Em3WPeaE6//Ed/+wUdpVczA0faHZeqK7o6F/6XdPDZOICmv3TdbA0c033Bf/FFtpcIF8Xg/GjLwJLCbFDH/5HXpgjlbHmN2sJ1LkR2ZQ5Pqe/6ZttfPVFrwKk2Kcaw9YHgavACzzrQM7sNVB6K3aOofr9T0fmI+u6csC04jXlbt7CZCKHPcV2jNSBJn/yxZLrmwLkr4gQ4XM35w0cjt601Lv+1CP86u6u1e34DDLkdS4s3gtdO3ScdlGvvUV56i9e+9ouDTxmH3WfZ61r7lNG6uAnTqWbOJN/+yvrrWPx6ovJ73s04EHLP0pdq+EquAD6iz45JzQuflPeiFQjatHp4HwQIV9CyNjCv8kJIyNABRpoTRnydOgTfap75C6NPMhXbrOB0H968HPKwmtzHMtvXrO78BYu4+GpdJyUB3SUTa8mPp/w8jFMbDtfxKfytwYFe9rtA/hZ/BqPS0b53I/Zc6JHcj8+O3oFLj/Dx+OV8bds5BwJSvkwFOpg/l36oAau9lwhjHUPwq97/vvf/+YjdHd/CLQLIelrZLsWtpPrGj7X8VoUaPa/doAB4X3yoBf1yyNH8GNB2tZqoWie1LW2uDH5V30Xwo7XzIn2/dEjcnwGYXWql3zKfLvyqvlReR2nnavu+m3bFIz6gzdA2SjJIXf0aQ9QL332c1pvRFeZHNsPlYfPun5tlQGuAp3XhI5b9C//CDUmucU3t6HnjXI6C7fKndeQx8PS1WHz50KqSq9NcJNhEVoOV++xMZyN+lMf0z4IPvsLavDO/FYmxKrFD6aoXf/ddS0eruIchN/FpfhtLGvdHGlc9Lypy/HZoFWRVWP9vPfe276uygKKEPsEDBhrXEqpo+81vuWDT4rjdXPZ/nSuYprtnLVwldE6ek/k5IkOt+7HJnK7l6ouE7E6cmTMnjhG99OW1Z6nAs9uGE57AZhsd/0uU2ntvagtcRWiWQAAQABJREFU3PZu9JcK45QxCx+HVDpAq6hYV3aRxIn5FZy5FmSsL6cvztWndgPuHLBQzNf965yy8yXrq/dT0BRZWqFX5ZYv+y3X9YDrhw/5Vuhr7pE3oY2NYcrWbcIR0Hlri/XIT8u5dTpUw2Z8BpBzEjRUA+dnoaNjF/Sk1Dc9Tthb9Wn3xJk8gM+CCpGIzBXblUa0KdumB33pb17U38DuxXYt2+izF8Q/uXfHjv3o7esdovMD2ovQ6zNzjn36ShtIx63Wex6e1zkH86zHn3w/5W7/DIbMudGxe2qds2Uz53BaxnYcwbwVg4TQnvrunuCTDEVidDmndyuoJvRsjSjoewZ/+vZFjPtuwxT/3kd5320grsN3W8gTzBorr2LnRn2zkpxhAMeTLMhvlR0G6eMJos5/i2DDr/7eYHmak+EOSuCzHrwjpDadCUmDw2mEvcwkTJH11avMV97xU+SYUvKxnzx50gWe6l8XDn03yNPj0dFcRNyY1b/AZ5l5iF+zaT76dAGCRtOGSau/fS+7eRW2f6Bc3x5FDgu1lLMDmKq5wXbPEXggKwW+u6H61Y6FtA9znABszsRnG+2lgkvXXHfp64LtSUM9xQn8oNZuIOG1dK6THS/ixgaWb4N9yUKnjRQmeVFzTKathz9ITp/jGHfiQyaqe2GPhCzK7EVPfBQ76HmWx40dYvgF/fVnLH/zNzbwSsb37z6qK/lsQX/iY0uX07xZrr6SqfsLygP4c+GGfJ+WPAsrzozHxCzceMuuzmXA6G976zYZuM4ieeyOVvga37xd4Mv8KRGiD14iJBevhyE02XgxdbyLJNTq/cw9mvKa3s7Pz3hvQY9foUfP+uBKsWwkD/zYJ3Kx+dBPfNTP+GPu7gYWjNRdwxkqjVs2HJrh7cr0GeHhA57xZeJWHhN1sRfoxOuu73HzW3bM+Z/4Hb1Snbyn9NQn/j1HnPNrB+aLroe1ieO3w9PjndxjHpXi/navaGp7ZMEktqSNzrQ1pnRAXH+DD/2BVceOgdlGeuzE3+ELr5S2V/NPHupSryma4zy/8uqoW8FH/lkA2c6cYC2WKhw8j27bITY0BjjQq43apls5RAN+VQRSlVszwIfPTae8tY/Rzwz0YRfBX3XLfGDwBojpnhse9otweAU5PJibWWg4seFkxCcseiqAh4ssQ7K8Lhhd9PAX7lxn0LnxptsFg+0nDvijHTl6XjAzs1sk8Ecg2RkC8Ay7ku9W/dXjxG0ub2RVekMC57KWLxV8DjXxKv8Jhlmd12o7eMhbmbTJwAPniR9Ib8E3g1uFnEjBv6qt9qut0+Hg/r7oQnR/hTGd0Z4cUC6IxOM5Ha47VxaXHuqHtue6EX7RY8LNsnoru7+/2pWz9JN/LU+0fS2t/Yd5+F7wnQdqNDaFpX34+YZcNjgHeKvd/Trbd5ua45G3DCTC6CYd6z/7Vd3A/t0ybZy6EU3nN055KH4Vv+DJP30+6MIY/16p7GccxUoTVy5CP2HceUeH+C74px7ctq92vvKm37pJf/Kl7WLW1K4KtO/agFt51DvfkWRPdp1zuydOcLgW63eLjS+6oPO6yDzlh7p7pCWjhtxE3umIMbD7WIVnL8g01tZreQO2XjeoVBZEt+Iu7+PWfOo9LfPeTbEb3b3p+WINip2PDU7l31kqGB6Hd/hg3nypjXTV7qLVZ/v4YPDOI8LAPXfGx7pxXD7ziN/7muUJp751wa5t7B2LLiM4hwnCnCv9JhoCRE5u0sQ6+98NdMV+MHrGR3vxBf9mqc+cD7c8Ld73+opzP5Zvj/f+tuHtfzpOXOrxSTHnMUlQ/In7Fk1xfsaWt3hMDe71rtf2Luqp4p9/8b4m7QsN8QF55TP1xobhtMCLcDGkNXKo9jOfUGgXZoA+Nv6+treEsl/RCfMd/752MTHccTx+b3l0l1eaLb8IOraP41P/y/yFyqsk3y8A8ygEfsd3zGv0tJdLuFyc1fhiPGmUwY8L+xrkq019clBTJVkaTr4QLL7sWL3GL5l7GV2DlxfI9CYfv/n7l7/w6nx4z9Ft9n/qo3489qlme2H3Gjegh4bWLPVRYPajdU37rVhNDtQrf8qZvGb9TjvbP4tXmsS5LabsawzrFqD8ZayRf/jk+KU3oqf+h+sfqzWT0OX1jL9JooeidX7yhf2A2UNVyld5NcvX2dx9tfN5HxaLJ7d7nF7tLd+rLh2b2ZenLzdT0T7jee6X80U2HqjGA9jcmyxHG+aTWeBdOdUrR0UNkSrt9zAO6OXzaW08SMisXJjCW2NG1X1dRfXkycEsff3Xdk4sl3JwbqA2Qir8lNFb10DL08fbnsr7GFy89ox+SjKLxpYAHX932bTL23Um+deE3Hw8LzobpatiVp/jBZu1zDSb5cLe0BtMXMUMZzo6qJ4cv2N9p911q/7k+vcqtclhtL9if/tzlFwrcN1TXXHSqu/KF1+9081fv73vfW8CP1LaL/hp+v7F78eR26cT/4kz/cFprl6xqvMVelq1BUhxu18ojOPUY9bpm+V+XyRtcvqM2YlfWa83wIN1z5vqOHn8TH3qnHHP2o7vyJfMtU2hO7/ITF4df52x7LH37P47q4sf6fzwfiasmPgpW5gtht1wbU4L/lXvrmaS84K0O18rXODh681MVMmvZcjigwOYkI858OAXCdYJ1WAZNw2AqjMg6DNvph5nhYZn44CxMeK3epDJuGQM8/QPS1xo1kSy+If6+lneDWyO4Q9m+0uVfjZ2v/zym25GfdLv8OLb6sOTH5JKpmuSRzPVdQhdJmXPidCU6Tp23JJA8IMmdGmDdocHJwxYlInDTED6awPwnFKHN35G5ueHm2WhY/7O92SXij4cmVggpvrjIgbvQqfAs/TIPL91Rs504aA+dQsfXm1A6StYeoPgfoFx2yhZPMG/1xknOrmh4oWrMuAvHZUo+Oibnoaj/Or81wabOjmO8vqf34xjHMljnvTN0TSgGMmt5w/sfyr1S/rwxdyoKK/4EXke50RPdvqDzctFBuK9zwbC8d7m95BxAxsCNnPyRhBzdiH7sFk48gnL5nvuwNjeoPHZnHPdngq/Ytz1Qn3fJJVgwmFfWHYo0GD7R/Cl0WJH/hKz1YTXcsOv3HhRB5sx3Is1jDGj6uZ1NoT4TRAlRFksTj5007g3dmsyars03SZv/8vP+IF+5Mcn6MLTt4nhxfeL75Rd3cVhgz3XzUVNMhwK3Xg1bz/aK5jspdyfsiVu1Z3+/gYEdXQlPdC3hXpSBuBiujrxu4fPnj/Ji4wJcog1ohcgojdx4GnAMNgxdVO+Mlw8/FsrtTnIxX2mXQrpMFOxb4zw/C4fEg30uhbGN/FBr+bSQSJuvFIxTzGePGyOc5wlcHwmGsUJr8I3N35od62BSrLl4OTv4QMP5ij0tdarq7LQt/7IHE4bfgfe/kDZLOupL20a+zRmeJ08id5hUjmhxTdRIDwTl/KnLz7XRkv26KXewmceXAqJSemBkx9bf8YIC6NRmU/iH+SaBrEKWOhWv4TxrSmevv917WEc0+WAPmW3khYGsDMPV9ZHdSrs3i6cY211Pa6Y3bc6Y2Dpv5Kt3xgjlrzaprFCpqyw//DhXpOUE+eCPvLFL0z3/D11ggfZQtGjSGktPcGzHMlKPf4Hd/JIXflGPuJwvsEPP+hUgb/rC5ZX16gvk4PiGIHgUMqbfl8EEVzY4WkHqIVuCY96NC6g40O47APjPgEWLDrA2yg+2k/rqXDG23K5/Ww6jzc0uhfyiZJ8prZ1ljZPxfoq5/JaQumo3xxnJ4DPcqFHVkgB8IKbOgZknBIn8cZu0WUNvUq6rzfX3mvLcRUnjsyv+IW9R+0ottt2oz564ro6V/iKKlVf99+eu4efQG7cNiExcjn5Xz04ct6Qr/ShJ6/ez4Nj2Ju1Yc3PywY/ICAsIoHKXuPMX2xWjtEkq8gB/Ot/6kOefaEPcOtTyICHK3N0coB7KfxUvX9PR0fWtFxABRfD4tPiA81DGzEauZSLXkNH9KGv/qh8z31Sof3w6HppNdUmn+vrrLXB994sxkC2ZRfkPDMcC2Ai3lHT2rbfxIw1C8z8Gz9VgzM+gpvP2CLOsF629bjt2zbDCz7hyRy4BEK8eZT/8VN5L8XhsHxZX/c4aeBTeHm2fccLrtUo6p7LADB/MbeV3jDvsaLLJhoVcCuH+qUtF5A75KsqgyoeYmc4ZSG7cyzI5AOxa5yNuwILt3LsfFzatqfMyrGuIvRY1AmpNJZuwz6vs6xOFi4d2OPRL92UnB1/6NdsKW8UArfnDIzl3QfBKtUPXeo7ZaVxuy7WlvZ7XIu3nbL2HfGLlJfOri8f1y+9AN9xVvnmbT01X6zzUo+REiKmTmcPwzor3j7XE1yrgjAkd5WNW4COtXGAdhV8/H73zZxz8CVtHrJkb80Z6Tvtn7iGwBxh29Ywg0916BFhE942ck0rHj4/ghe+WPoQO5c5EcuBQhM/Pmt79pld12zT0AMe2h1y2J7q3Azsrhuw6l4/cISmfuqxeOXTY3WYvEoDjFK5hfdYnrPtb32KxuNXxzOEcR7M9LfKnW/h88j1i75mesqZOK1XH9rlXdhbtH57BHlKfiVgS0eiey3w6K9LsBq3EGlozctg4dVY+DLAbyXZcQVah4VbvYuRm53kLDsj9rDnrQLkIiPOY1a5zl6LOQcVy8fjQnAu3FZO+5DR+v0mh9RfhbEH3rm+UhqOzb/yqs30wQL9PnEu47qUFJA8te8EY95ugTbnwQA7ZzCH6J/M9quAfV2L/jX2xGnqkL1U8g+/yDtmjz2+qSXSUuIn9tMUfiqJi95/+8+//fIf//EfanM+gAWUY7sNCHDtScpt4iwEHTo3A4l95Ulbf3sd4/xX+GvvdTi01jnkmlfVsXTXOEWGPsVEHseezv9Ln/YhmzA1fj0ivXrXz+BCd27iMk+iPzD68H/sLM55Q2b9FbzzueZlkaHnN73lyvk88mDbqhz3mqF5N2KQlfxu3oBL/GsH538puQ6D/vzkis+X5ZsUnAAd16IEsU3Vl3WT0a1r8e9+8/Vyu3VRZpzSWA5YcPyODuQwpTZ84x3o0j9wYpuHOxq/nhdFf3gkfvi+PLYIV5b/VIfG9nd9stzYwZrFOCC/Kec3gmmjY/Cg1w8A2RzfC/BeB2tUMFEVdOk61SP2EJP6/X5zmF1UZRxbZJ8mM3LHe3l1RATS6GMOQC/mInqo6ogc6o5TcAMABk5ykkmmr5S9+G7ZRBzop89sL/kFDH8uudKkOgR/weEBnuaK7mcytnmnLHnDP/kXvUbBVynYp4ZQbP2GC6SfB6rMZBGowl/6v1M+1u5MtdGJ3A48zLh27S8GJMQr0rCRd9f09TyLRUPs7Xx532vQ55uDfhPuUD6k8a2UyW/CZs4ODb6VOfrgj6Jw2od40xCM1vDFL/iwX27wb3hjopImvoeR/KXfDAd7FseXtdEF/FWjQuzlAxO33z4qPkD0TPvM6eKjpIUF61bgpcGe0OS+TQT2TQDmuJRobMu/fbRt1zoCb5k0xZl90DZllZnOQOcjNqx5gRh2Xur4LY+nY28O0zdvBF91CSXyfe9HMtgjrVPD7cPjzwaitpZeR3Rday8yvKf2Zi1jLXZkRHR8KsPCYLGdPk3H+STPvEgckG4AMwJXWTzafDnWwe5QAnW7f4FvXlHM/peSK/abZxfwAmSuc/jJgDoc/Z76y+PPHtHNf0tPNpXIuSfa5D/1cF2B2sF4U09tDn//p3rP4IKn7es4AqASnaSYZ7gs/FNmsObnSpgJWvU7HTFZe1RjeAJXGgDnT5+L8hwKhxf68vu1Tijh3vkfqmUbHMPAXalDFzg/+p79dniHHh2a3JrgeGUgT3ezCLwknF5H4tedkSHQQBv+qqxSm8A5hey3PgIXg15g2EkcJBQAFXFncZIMFiRkrPFT/NgWGY6rqdJ29QcfkXeQhtuWCuhF/5WnW8tdoQaCzgfPC83lK8rHR0fXRS0hWIc90y/p7SfLJzczyM8kkHPJ3ZGPrtjw8bfffvk//+f//vLXv3LR922O9DzK3HrEnmOVNJAQfrswm1jpuxa+zil2GEqw4+rMjI7dEDmGzGbf2w5A8OOC7OODhS/ZbAQ4aZCnfsxkYWBX8gnAJbibRxcy8tApaf7JUU7w7nHdhKMSjRgJPWkYnarCg9/V9XzvuXH2Q6eTl2VWh2blcqGnNmA/aISnJ07tC8foQKiSN9qAcQPK8p/tn5o81aG1DB3Z2NPmLydsS2nHvxmFDteCPv5tHj20Q4EfPFq2jAI85sK7EnbXHo83eiFUt+JaDvj5X7Dky39yhy8+eS6KTh1X9WmPJaSNP/t7v4UPUwyathVnHtOfueHg1l6O/F1zqbqAbz10YYMHLjjpNY+QbzHgAD/80+W513BJkQ/wRUm9VyoH4VA8FkFabRMIDuiPFlj8GbopxzYxSKKe+F0VcZdAZxwFlTaoRtdHdalZyKAvF2Ij8e47oIVxYr8W8CDfPuV5b2T9Sn/19QIHg9dr3tK/ZNjRi6GFzSN6+ga4bpZSNBJt2NX6QbEMy1w+hZETweNkvvXffuPtDYKvP+r21WD5VK3/ywec0KHZkVW8yYNX+MgzepiCV6RlPHywfawBna/I98XUepPzuijBBKgOb2dYO1sW3fRLY1aUeUQv/q44wCYWogAce6697RfGdMQd6aHdPH3oMgi5fbrWOuhnM6TFihsXeKNrT8wOH+WTmPu16NKJk2CbpOMc57ErVKgO75aewHEBCB2M627kx0G4xfHgZgrx9IlxOeQIzpNb4A8tPit/ZBQX+NTvyhVF+Ise177XFuOPNbbxmXwDO3aHWviWr5a68Mt7n6PI3pVuXHzir2v3q9Q/Djk2Rx/i+1bxg1HS8Xrx74qN7xljzBjxF+1rYY7vnu/a8zMt9Dwxg8L+jPpXBtKFC+fgN7cOQglqb8Z9c6F4jZ+lxri9rzKObDHO6gN2308m9sg5MpJ31UEall7q3uktZ33YdwvXY2epv+mR0jxmwbUI7SudNKwhkcUNUGydetTWyqOP6Q28rONHz+JOudA579EBWxHWIh7EIGuAcpv9hHMkCFZTOg2KUv74KCJf4G8soIDhndkKbsB8DgRVp29h8VSmXdt3Vv5gowulvsFXzGkf2MvpPJy/D4QCPFQY9KWB3vGFz9Jzjhn3xWmX+RU6SmnTyohcHepMbOyOqGpdzJ8YKO6Nb+nnsX09VmefL7G//UGBjvmXfCgtJOXXOjjA+CvexCkex1mKU5r0YaiuBmjNuOx75H/wCAPHJ1mTX/u5+ctbqn7//fet29SBeukmvDZN2GNdCmX+l+2KyX3/dd2tv3LwOkFiySay4XuletoPxj/Y8Q1OeranmeWbT2tzAQ2Fz2YDXb4w7v2ou/3R8+FCDm14NI8Lr67F/9HR8fK+Dy8kl0rTcRX/4GN5WXMIcxN0/CsO9Vl6QdfnTT5P1r5JlyOUQfrTQ+q/ct3wA9vvS05NHsSoRSHevrLOy4fAkf3p0++//Nc//uGbv/zu73xAfOKX39NxnXq6q2vMnFOeaID9IdzbeH2L59vxlLUYvUvqB58OHMc8dfdtHNqbuviFAi15ts+JDB3Of2wb+J0PxXvF6I5kudMEI3S9vWNf26aVaqhum8sHdYHT9joKABz9rT0wa7RvYBlOJi4eIL5ROgc3h3oEHfnWZ9UbA/VEt82TmEWfgDiHqOJFurdrY/qZF5vT8Oq8iswjl0WTGUVzOSdiNrD8F5+19nZe6VrcNljc9M1+cPHGhyuWHK+2lH/yzYEpaB+n7QF2PPuB2I9axz4JBzn6R5zY/fxPlOpdXrNdO3osDkfDvD9ED33l4kseKMEN/mLNRB516Mi3ni/XX4Yv320dzF9x1VO62Kyo2s99iMAOcRCXAIU2q7RSHPzOA6oDT7zja9q5ba3KD10JdpAs23xLRD7xJ/Yc9AUj66+3DCJJZzuiXL9vbiWCl3SXL7A55LB4Ke4Xl+2TF4wAkrax7ZlfctV+lDzweeDxR3zv4ja+fRB5d5y32vc8mjEvzVs47eeIDt0rGr+hUN+kB2+OW2jbn/GrHFhzH30t7Wv7zxzrp8pr/pRX1s235opinePh8xyz9stkl+cc0I6CBOjN2CrJRT8SlaTsmJGL9RoItcUOnrwGN0WTnwD0U3pBAQVML4L4NBNe4c3ynLRo6KHhCJx5KSsJWPW691vgdz6gqyNAo97TxM1TcF+IXicPwHEauhdn8pji2g++kwTnfLd8842wiYI+3CRBXrybAzzh30mL9lNBt+KBA371BV4doQ0esoITmdgPHgogJIOJ+FPkllXql+B91MlnThqO0eUPQes9lsv9yMkT9yT5Dg24LbFhzZC8NlCvgPYNHKRqsZ64ocEPsZ/2YLVxoYk9R+fKez2iS25wPvdF17uv8Skx7YDLb6Ucu1553SHb4e5o/IOVGHCzs/Z34pj2+sIDFy8UUywFd2/MlyrG0WAt/27Kqw2UXCj0j8MbGNntN+PmrYWHceSIlsUEJPqUX7//63d/852b/ep4LPaZ8HsiA6+pF77uN7xh0s0YzD7ot95SOGIXf8xheEDfuv+gpxj1ewk8G9Q5zR36YG/JN2B5CjPY7YnvaPUCdf3e9sFcZslnn3UxGTz0cwZHgE7olH+fBVuqoht4dxstT7ifP+mmNhe28KFvVnPSscbEEGxb9T0ARUhQ5KaTG31d0HqkJwsavkyu+duIgnMhySlvPoyl4w3m8NiuR4bEv7TxdeT508LPjfSlirtCU54zn7CJ2QR9oAgO+lOm7gb8wY/4RzyxR/9jR+Jz7HhmalrRfNE3185JenjQ5/gtP7XOkXnN4HfYcGxl/on81T/EAvc0LHkuYtBcVc10oYVHkBhlFNOSJ6PM+MWOxJuTnjylF+TyxDlzfiy8x8FaqGza0UH5az/oIgd8rcO5MQdN6Yljv3nMNwH5narMPyfmFxmlVXpEFnkimfipY0sXQik639gF1/h1p8Md9hPzgXRGReTuOXFTvl1JiONzsGrT2xSnB1x8xLhrTIgnPO2ulR/lvkJr3F0/7EzHCRP4ppcvwkdtjT/zXXlRsuqwxxLzneNXjHmUb/SPk03yz6+KIwbiTQblm3tL/yUPanSqPZOb656LVVvzFxfHKMhpiU/86YuV1pl4eU4p1vMxa6L6JIcTOda+zpXoRF5bN+8daJMHJII6Fn+3F/vGqfa86BD1EWgb6t+5NiO/F4ffyYnEBeso+yILEHRYpTqT6cxN/EH3VHrBCB25qFv9nWuiK6/qBg/qju16kwn5UDr6oa3ttGeJLstv6ij/4kQuyuZv8uVZasCWTjxUo7Ce58TTzS3b5yUCfXQCKu90440qgWRMIKv84UmpftRrg32Dzcvud+LD+pzzHvAYL7mA816v0fI3+cxL4zVsrTNRbpkxCX+idfqBEbPqVzqOwOwnxp7+Y0xzC/jRe/EDR6W6pHX/ZG5Z/OgSKTpEQNpuwd/wxXvpcnRFfnVfgiGUos1jN8dHbITfiQfdwQ/s+AGeSzYUCBulvhkgVYkdED6eaes/sGaZ/KvDhIGLnvDv+U9lyRPedzzhY+u1HP+EV/gyqsmMXUQGP9spYHn34iZwzgV5oOQ9P3nDnEtcR4kdyZPyarf5Lv6tt+/pCG94sC7ZhxLFWPqocYD9wCKvuq71i598cT/zPfkcPOt6QnQRWT59oI+Ti/g6ctZyYJnwYYzxMA3ztgRYr3uc4elv9qB3mFkmumePG3vct6bY+rxenXQXhVej+LOvsHybSjLELPuehSUfMDd++qbfSFz/Jn3r8DEv8HORJPGQ7S3wuetImzMLdgD2k9DZ/3ANBV0OdbjAA7zObVIpcZu5tRySn8hJv8/DwF3/QKmemYO1xgxhnqOQLxpKcjc25huogd/t8XotXyCptF1begyleA/fFAY//uHLxp36lMMD6+huf4uwx/L43hE+xS/PpFsMJXTMI4zj9IMfxxTfMViRKQyZsz5/U7Nw6JCN3Rz5o6/95VH97u2NL//4v8aq915y94Vm7YEK696CbTXjyXzEgPPRTzov602x+CF2oFPpW0cWcyDeoK/96Pm94jlJts/C9ccWrj9yDuA5TLqDP3lP/0CDDU/ljveEU5j5y43J60LPERk8kMLYmH6x3erzl21IGf6kP/lIXB3jpV/zPbasOVLXv959+0324Xc8efK4+EeLU6MP/LuNjJV/6Obvf/3v/635MzFrvOrDHj984KfOiBs5h+zGkfMufJoTr+1f4rJyCdxZ8AkUb/VPXOrV6a7/He+tNnovjW1DYwI++d0H5ISmgo2R6damjb3AWuqb8A6046E4bWccEfCnUocgFzlHfrGRtal3hd42MigSI0FpigZe0TN1KNj78uY+5irWDpAUfQv35SWQ1GzB7x5jMFOp3dSfYhIdzrzL2uxf8EEO3/BxLsILnfKXmACLPXPetDx1fVs/5XBkBpdXO2c8RLel5uCVPZz10J7/XniI7QsPpKIfXzCSVzhP6RvFOraQO6/3obPXX49FcknjdH2xxDrfBB29oyfd8agqa6ws6wmJbALjZBf01kHHPHSsbpTgIFxuQAceWK4VbgnGu3ysYNtu8WE+y5jMPBp9I3PSAS9N4cFVy+rybWAnoPjhb3az0mknV6k4rhyg2+dj5MjS/4IGP8F985e5Rnq9+5eIdPQ3tqFZc5yqPFjN/Sv6Pfrphlz/8IhlqMLexrYMPzNW+XYwpbpA81owVjkBrm7s4rt73HmrKaLf+Skl/CpcX3uIrs7VBNoxr4zOG7S5j2Cl26lj9kfREfBd7kYdilvW6sCuzr/siSqA8Zlv9YIouSf9buud6DFMhfTXirf40Vgd6kNOdeuxPu3RPKZyAP5Asf/l084BjEMejGRMYMLUYdbRpzr0WB27fzRvsaHdelW70rCOsMdJTM6ckQBcceUiyTbP7cSlrK9/px85R8fjR3h1fgTHvMsHwCi1RwSGtl19eszXMYTiJWEFkMHSwtTnpBMf1QJW/Zu++h7WKMUNj3T5wqzqOKUnSOjQ/vL92WMd2iD/LN1beD3BaH/UXp86eDKXsrx+hhLdTxA23TII/PjO2G8mVumcmctzwO76HLzUftZvb+El0Ey22FDuVFb0RHjgq58L+T7zph3frB4fOEmk37qL3heE1dOLKRO3iVbYSexCNNF5EbzKCR35Jrh/Y3bl3hpoh/rUrnaUHwMu+voiD4v1cFbrOW4HvfpEXek9OEgufQcYo0SeaOJ4kpTIW4luvmD+slmu3jeS0TQGxsoO5M9JATTigsirppNBfQmnyMuigJ+C10ViuGowuFaLe4WqtYmHJhum/mXDpAuv6gdd9ANn1jpOr4E6GF5b1SwHlmNe+/4SiiU843g1/q1DF0jlnYQnvGhBQ9Lf84rm2scinxMoi5Q/sifQpoJvuyuPvmqBKwY6PpXkAD2arQfOfeECowsc9Ra0ozSX07p+Zl6P/Kn/HHNePuRz599iCp3Lmk/AB69pwElxbJ7y2IxUqwn/Xn3inzzYFFufubrRi37n5ODug9M+m4bN05Upt3YhP/D45+DkG5XqFwis+/y/luCriFurvoPDqRepsh58IBTPU89dZfDDo0eRTdBc6lxuXnLkhvfJb5iRc2d+xEdZT89aAH71hoIy2xKGzgvkmMixNgOYdUl3NalfIqv8ysSUAH++IE+D+eTDlTRxPrDKL6Q2077yCN/ivRz3XCGd70yNjPGs7/DBenS83oAvzyn3rm9xegSXv1zAiK/tasNZUxvjePxRtTLzcfl8CZ66FE0SFWJJETO4d95r//3IxUhK1x9fDMQPop/5dqdLuzmA/ljGPpeTR1Whl33h46ZJ0AlscHijGWSYU1u4APxOj7I5H9ekZnuEut2lOqUXzqcW8O90aaT9gVKvxdAlvzqA5Vg8k7wy+YOQKeeM37eZsAaFZjgMHeWp+ib+rycGLxniN8fRJX8SZ0608kp9cjMXQuFvXZw/0E/jD1/k8U0rvwLfF7GJMf4KLyjLizqFnAwHPg/f/XCdemWhcbv2osvBdNfzR8iWf55Rsj6QdaxROvoiLO0Wyaqwxa89HGd+cg2CZZXf4OZCyWcbr4fnskkRdmxMvCaX79e9ZsFj6WF/ei6K/HSgZxUNv1vTQGhRK3t20ax9QOHf1+T0Thvucg/WqcVPtJF/fBq5yS/zwYTh58gRUP+971Gfuw3SPEluHTFCUy99iiN2zotj1fOvf/2bHhTMw28lva89xd39YXZyAUmIkqzpC+eQiTTboMPQrpnuNJtGVgiK+w9/iBw7LEdzp4z0BfVBl9ARQ3vEXPAtcyHryvbd5p+KfV4+4vtOCXa3tyTW+bAveB/N6yL/O8iLinmYwkVdbkI37hyvvoQXPqFAlbrp1TXtNsrDB/7z/8V77q3v6JVtfcR/64lktVmXHBPUWqVzEs3St4/23a/WB9zl/912vJLJliF9vVYKFx70sBrzCn3KWZNp4TddHN4aT11ivxBgBPKZ1zsvBbz7XNEHvqpNHFunf9bdjupU3TftvuMez6LS8dHEox51h3Lmfj6QsWlGTA7GqW28A3INHv63fANecXsEccrKuZOoLH/FjHiiM/+0br7XxV/mpp5/vKUeN4o4R2M6/6b3BfIQoFPjbbOt39TNN0tYt0RTOLr9qBS3R+RyS8F5LmKO8rCyKj6589x0yz/IK6zHOw04/24pb/h0/CGHfO2+2fsi6e1+XOpF9EgG39EC7hsoeZBYHI1UvjSMq1ju4j3Cat3dbLSvv/zXf/0v+YIcCd5bfuhDCb/6em+QsQ/8sqbtB3HQ2AzbszXalc4LG/BY6cz22PmHgHe7Zmx+xOhOe8en/8f8RlzuDC5tcngCrr5Oz9WvF9l0XegXxYVEb6D8pJtnLpLn+TVEm9cDD/qat4t4xfmMp8LnURKUI3oIyoYhT2NXc0/XOPzndJlEqlcXrh217slj4YWOscR9h+CEz3ECdDM+5QNsF99YxmBgjCvqGV+qaI887wEAgSe5mViVZ3pufgT4U+Xog2puMU9YjrRZ+2jWXNz4jTdd6qToHTcTPRdLlxBJWnT4kdjO+eC9dY5d2+rHybN9F5hzSb7pia7nLGlk+MS81q26QD3eLbjIIl7my/XBYLKniI5iAgi4/vM9oxn/KbX7Fu9jgq5u8dFcy81//LOn4yq2GFQueZJnCpIP+Z1pEaokx5gbfAt3tdFTq6nTS3LA0wfXd0/GmfwPfVzyeVJuAw4wuk+DMv7isugeJ8aN0lC6F374zJqH05quNRR3eVMvYUyWeOJ7uIntmWeLy5E5ifmEv+JFgcQk9aN/ceKHraord1jnO8bfrINcHa4c2lpOWPNM97ylsc7imT1aac4xYxnPKzekuqQLV22fvBOX2FN+UNaucnH+0hATPUIbf8vpwO/j/QMTKEr6qbaldN6PvjYn4tMBEwE4F7VQUez4Ta9VqryP6CkUgl148TgWdnImeuybiNANY+eGB0MovfFVZ2jafAkOfZsPk5EufHgTi/rwUT9mI4rfa6RA4wsQCw6sPKhTpkzaUVXpvHXO4nHaGSWr2zL92wsQS6/3yJRCSo3oBVylctJ6/rzjRCbyYhv9xaEv/RhPXS7hSRAnJYsqjklUoAFXB/PyHl4nxVByUm5i1eEBDk/yaCe4wCQ5dKdEBzYTdMA0CP02zMFMzbkJY+uAP6s7oDNxhK+V3DjI5m+ewLGmEuLYVfzwQh94erB7hmJzgX7IgVn8STu667BK5OMzePIHvv53UTRsIdMrvnwDL7+tCyo8r4URdi3BcXx85iP/rsGzf6sK0WvB7cKLqxlrHt8sQOgCHqiKeSb4BUAT8cZP75hwVMrHjZ/+wKLknG3F72YWG9D76CzZ9jPCsDk4b4s68xJ+d7oK+f3tm8VrqIe3kOpNsmi5zSIS47elJbZMG+HQ5Xq3GwSxsBf9VBU2cKLKvCofixTqr2xgHIw35BHX9aQi35RMnvBrqvEJ31Ke8yD16gFuF0IucrP5wAe2T37CPdGC3Kv8VJg3Kf0mSnrXwiPk+Ei4i9/XT+EPXvpCgZa+CCjUisgNQrXFx8NISoHH2KbQ4tLQl3XD20BZvEa7m+grLdLVz2PEwkHPdoZvOhYM9UHoUeBs8Lemh/ihFt/Ud2edmWokV5r32Cx/xLVZeGnDexGhT3/71+NU6nVdrApc8KDUz5GBoaLFnMEL4zJ/09f8CX3xzMzzW+DQzBIfwj+lcmmZzOAYZVydjORCAjD9iZ1vpIXRYZ+d75hPIqP+mXIQAbwseoxzoDs56ewRKFAoU8qPI/qx5mBpPnUkD9V38UuJH45zHkSf6B09CEEemFq+dG6Hfxygsal05xv9b611iOy8FO9GCfPWxxyb9od0WKGXXRo/mnc+yM6cMOKN0i+dNvfV4ZPfYr0epbFf2Wxb9YAflwE1YjLfEmZE0Bmn6saafIwBFidsK/nKt5DuKadfmcu54UMfv6ELs8TRTMPcpoHI2pUxz/yKX/3tC2E19syNzIn4aasju+FGiCyCzIFeT+oCZxz6IQ0RlA86+ilpzBWS5ybWSesHDEq0RY4VpAZolz7Z2+6O6+w4F+3G/rkKci2ZeOhfb4hDLe29NsR+xWb5wn1SwjeqaYgB6h8b0PuqO2izhLeIcCCHGjWRnG/sp4gluugVWMLdk8jKP9YpSuJNKJhb4QnyQBfwHYuY9yysTYm3daVPMtBjj/KasHTD/7ExPoP71NsxFk7XQsi2f0kQcSYvyXv+yAFK8zitP/45dXilvs8IlQpm9+qHavLqb6zRu+HSW//lK9zoU8NffudG43rLiMwXLn4aNIf9S237gx77Pv7AW7lJf0iYn5pjQGsZEXNhPMJjxYsDOB0n/gahYJ53lMsHb9GHiz9nHzJpT9kD9X+8mkxZeSLuF+3UyH6IVUvW4WgV26nfL3ed4GjQVOfOPe58+Kh96dLudL1pAMntI+O9/5ekjDf2pfKL5zDJsgbhcObj6HNyAV1rjdYBfOqm+AiJ8yaWeOoMXbrID/vDTKCPXVwWCy0ysZ6+a2kMDRUzj+xu9q+oLy1w/U86Xvi8YF4BsfjAULt50+PppXalYO3om1XwBzns+fXBvsmnsXacJLRxA+55e8WHfpd1wHNeyFShbnmSGTjzg/5YHFWyL0jd8lSFH356q0DLRdEjN9+GYH/HPjPnr6LXf9b+GUXPi9ACzIUD7QmQpI8iiof/EVf3SU9V9xws+ve66chbNZ4KaxsFf1lXOaC+A779GiUufe3neMo1nvAyqbRkvfG1gSIPVFS3/7cZ6FMjZY/iMAt6tcw6sMbDfhGPxs99y77WObbM+BYW3pHlHZxUYtz5T0jkK4sB4xVbKdXH3wQ3RHOw4uehhxn6Q/2s6cfGhbrp3WbTW9uhkWDLYo77A6W6IY03xVGYa5oV+Kp6b1zZ0zr47adO6XWhhqn9PULLX9vQtN68AzbjQ3uWjSeVO46IU2O8aYcb536t+r/zg444P/k+ZZRHcDM+3b/Ot+pqXzvQ4PrP//yPX/7+978HZdhYWXTYzkUfRPyV+QT9333UvCSfcw2Hf2vCESqG1Jjm/DXWJ/VfbXFyWeD5qM+fbD9YP1cj1tjBkfWLwuHIoL/6h+fsC6Sfz/a192f0RRb8szYfSnzItzrp47yP+YMbTPvyvedTtW1P9CWf8wYI8fPke/gtU2Ubez3sllzHCdqegRx8ap2/vA9Hx5VIlobeEWt/oef0U+zijXJ6c+Mar6wB6PhFb8Wgv3+T7s7HBlqtK3+DpH94JJ6Hz8o3fWOeGHDej/25zskx1OENbvzsCYWuGkYVu4UPPX8pydvTLvz5iI6zdLza/erwvLoQLEd1zxtrbQMPFuaiCe9XLbTrlCl5I30zZ6Dgdb5abPfB8/1uxT4Ynz2mfOU8a25Lv87fonuNz2DWKrlJ8fyBr6y5QXwczvFjc9/XA4WKP8j5+bYBE7NoOe/hp7rbuffEnst+FozZ1V2WlasW0KO7Mx0ZjqUqApil+z9onZP/lsr25oodPsj6CqdTgH/TdUt4W2/J5jyXYk1QWX+5vQLj7Md8oxk9ZWdy2CSPH/Bu6TX5L+vpcXpYh13mfA2g4JF/zUW/hTNUIcUnusYDUePhN/SJ99sxT/wa0HPeoNBIZviI8RhPzb9FuTVARnUDWJsLa7sEhdP2N35F7+vyCmauGzBvRspIX5Obl+3NuIfXnT+IlTF/Li/xPvhey5fsPa7lkEyVmVfzUzn4V+NUKkUvRkH6K5tjp232alLRf/jMcBJVOLsoyaP78jc+97g5/rMHVgi+ignkytjwW/nibwDjPi05olxSdTCy2oD4Frv4+2l8qaN/fNLTrTrKZmifC/viqURFeTBbMLTOLez1GAqSKl9Tf8VQhkmmjHro+h4Ih04a7OJvXmCFLzCsOtgGPLB+hjewDwQX0F2f0xm+0UNaTKWFRDt9dLytA77uYID33ffoyaQ3+TsXVoJwISnF6ZSqRNo+RPPnIh0mkwWtH47cV13xffuxCTbWy0fkSiO//wdaBL7yUDq4YAu8vvH0lvWJgllPhw1B9ycDmycYTRenjt7QI3PKAKG2BTn9kSPIC59g7c+y3YBUMq5uwNWsj5CbCRYmit/q93hRgwWQiyz5ltLxVfXNhfJSJb5cGIrKwe+Eblk13HJKt4ReYkHfkicdL5iOhbT17Jhxa8wFL7ccCeaKFRMfxQMlE33tiD/Sryy/yguVPyMicxU6DS1/HKfBx7OemDUOl67VyI1WdF96dZ4SHZsEQ5kXfbdEc+pazN8rWMqgcPGuZG1qBIk82TccejaOmo8XnFdMwwI8QPUTJ/M5YX81NzjI1QaJi8KL8ZnPw7yLHbrw14U2Cp/Psd4HGPKDoBqhzPKXOvnqXZLtfyC4UD810OnA46cBUBd21h/EMfNa6A4cu5CfGB84vBvT8G0OZL2rrKkHfOCX+PmEU3Veexz94Bn7aUeWvA7ZLGJdPcKLzsjrWlv04rV/wqtvYfcjvNksTd3uOG2jYzcrrPGUxD25IU4CrEs1DcxRvmz2Mfn0YLizODr5BHejUJGMuh1OqKEQIW6jARfSVCE7fHf8iY/Gjg2mYhXTF58hB8UeHHlAU8NpxFUlxtzax8qGO151udprPAXjjj7bR4+rvGsLeRkzfJPJ32bCLBhpfvqqEx92jT6DEqbjw7gxDE6y0evGsrVCq0jboLYIlZMjb0qFp7fl243NtaLNo9VZk8706sRJnZxk009LW+x9wiSAJyBZY/lXyq6DhuISFfL/N7Hrt50CzeeJkwVp3mXeID0vyWIIq9l9vAfbJPvjjOsNulTweeW448m3F4rXhuP2Cn6B5GLDcoR60c0nN9+RiU8S9h5DV+bKMvHholf4wspxBb6Q0I8HofpLD+5pZxn95LGxQPfEC/lvEUdn+h2rHpcLIEsOHnp0vZeTF+nJnveOdW/rprlzW3r6qdylp/IYmWTUfNDi5Mkbfl5qnUxk15SS+FD/ni8W8jrgD0b8Gn6mvedzKdCNv/yGrnzGDWHF+zK+jIyS0QE9TaPK7xLyQV3LhLL9zpHIQC8/XSfqTeOYmGe4gttCnX5pIpnxd/uux+Nr4MQeqhc9ARC3NQ/8ui5QMr/vm/Vb/qF2TBsk+DtQGxGRoxw6NKHc8+4ECx7rYV0bq+ZbbGE0C/OoF1vitJTTJvRXPbRIXClfZdgX/cHS87fUSayZg7X7W3Ou95FnM2taiGx3Wn/qE/ryQG4vbDXfnHtvcJ7rABdjKFhpfjcflW9Go1E9T2AzvmkOP61hxOYyb1dG2Lx8kosUzwlRK20pd+G/dKwP3sr/zW9ka/WBlis9zR/P+wsvdOS5dJFscKtO3QOdc2TNX/E7vaGzHOLCO0K3vsklzme4oOYHNHV6+unz75o3+P1TzoEqwaZbP8tH3urrEYxZD8UVdu2vIoqaDLMN0p9j6kc2dMCeCn1cT7CNIuGV7tlbH/o73Wc9VAu3jx/3S/mMUv2qA0jN4cnDMalvND67seiXJMjgzs1o8ateB8sx0ZicTp2cIv+/wFf/9Xtx6TQDcQS+QIcq/kUfeFcK48BjyFLDD5q3fFh+tZ82r32Gh3UyM0nBHwu5MZk0q+vlULnfw733YZN9X2PElf0qpX6s3QbyYVPjizRTB68FXe6yjLvimRiKYpE0r4wj+ZVdfp6LFi63PRwHEf/XP/7XL3/562+//OUvH9eaSPDOGK9MdGmoD8/WQhOv44iWh0Ro13ePyML+iTQcPMGjjn7Q8Qrr75X6NfGWJ6wmH/Hntf97nEQxlAyfg8+5GjIiZ42N071qkUs8ZvzTacU2hcfWMq08d+dLBdorfVGuOrNuU6Z/G8PMveBPedG43NYRPywHTP6zfii6dzpxmn46eKf2yueqRcIQflNf+B7aWX/ljf+JQ2YUHZgzXY6eNEfI03vtNuzpI7xfe5o35dsjmIzrcyPplRZITluHEjJh8nimukLn/iZ7ePEYKPf41KdX/w4CVYPD2hU/gpt6ONe7fY1/dfAXyWAlI8jAXn8MSLTis+Xuc3ZxM9vkbBrIMxtvLS0fcnE1KtciQHHDmPpgf6Z+9q7UlQP+8oIQOdfwog3qKNMXgHMdNLIxmT/i0T8Ekml8fmFj85kzAPbAXeeXLdu2Ieyharu6X2b/JIHVKejRBbk/KpPWl2oGATyvfEfnYxXj+Y8+ios2D7n5WX0WETjq9rYQ0LIB2ntBvu1VR3Vpe+IC8zl9jfBYTm4Qn9BwnTww67j8U769R/bWXhl5b8luX3JBLVxPArjYKZa9+4XQOvlCqR57jwbcfRk5+PTJHwspfebEqAtTKPXCf0N9LiKVtt8XLrtqG8ZTZn46SsS/vdPTM/LV59/1BI8M+cTVeinw3kmKYQiAMX/UV6BorgvCxheTnvCqx4WBxpNIfsoDIaPQl28uBcjNX+jj+DiUIPKkkycKiU7C1dmD2aqyAYqewvWrqnvrAXCSgyD4GoHeW99A5MT88L1fQ2h8C2/7VYO3IchNguoi2hrUaz9pm0/CRY/q1mN0xK6rjLSb+Okrr9Iu6Jrjjp30Zxwd+tKkT/CDbjbwJnfe+SYqSXDVN7KeP6de8QHGkE/4Bhp4t84FcU2k6yJDOVq/ayrZBlGaHjb9jQZwfbIsptwY85NhQtMz7WCpDQ3yyNOboe7ho8LoZzKHToMasGc3TlHUUEzvT1RBDb0XeuOrOcREDwZuSvVZzV/276LySh7dbXynVwovR5kPPtMIKfo+5qRx2cZmVT78pAs25wJifAVPY8kdtke89rd14bZYw88XP5a/LEh96Esqq9t+MQmNVeorPO64CY6cyI1+iTljnJi0aKqSZtAUH66d1MvL2NYBWuaK6JIneTSHLV24kYG03LA11fjIU1y+6el4MjMRrOj6RYs4vIdZ7sPu3FiM3riGi13SOG4DrDzh9S3Qu3ABROULrznXGHK8nXfIOGXaVznAPuhE/tMnjT3mb3V88W87Mo8uWnyhhyHef9Tvuknvycf+ERrfGOaG1q+6AYx/4EP+1v/4oXX0y2IpmyTknp9X/vg+dnqBlk7gYxnzesYYTgN+Yr11P+b/oIYu8VfkY3NI4LXlCIQ+3LCwHjqqN77TmgQNfqDUjmNf4mQS4ik+tZ8jcxd9U/fZH56aEjSwczNefhQye5XoqDgojt6MLibV4a5PdNcFGVImCknvBjy615/lkVd0HXxpsWmrNw/N/Oo3OBxe5Y8O8Yz4q9L61k1Mai+vNd8bDdliHvQPHUMX27H7G+PkiKV76yesSx++d3zRAxodnV9+iCKw2p08mNrGPxbwkx92sZ0kOdqhse6i0/TN91k1H6Ws+Ext7jbDZ80MxmWsU+549SXpyo0xTQM5eUFP/We8dlMLPRch5UXnCWtVtaifwKH0zQOsYzyF6xOkIRy+jrP6eJVgbgjfAic+kOQ3xYWD3D2+F+5qd43Fnrg1Dy4xfN9pjbINQz463kvjc7+p1rkHcsYnepuV9PZ6I0LfjFjJmjzFn9KfeVBHXpdLoY9cA/WDlPuXzhDzYGT6jfSTH+iLPh94m8rNtvsFgMxXeOPtUjs3hnybJ/iZZUM7cbDlLrfr2+YxKuBPfh5z8gUPBRDNr7y1IoMi/jU0DJBrvxoG9vEX45hSF+SVbsHBRx8+QGuUbQc5lRgyfzKXq73kUY8spCwbV9wRCx7eYO8Dj4374I/IFRfRgWddpa4v0wuWuVtw64dceHu0rDHkDtFhT3mkboB1Dk7a+OH0Wzf2Ccuv/NaUPC0kfBa/ec5fLCatLX1TbqWhM+yZS2FC1h8dyo8jtvWbpYWDKw7eK0QbtVWhH59MPGxB1wmjfc9q8NBJ3gofu0PzgdbMj1LP/OnW+mL/qDZc5h4+wifzFPaxn7FektkCzt7TaBPo+dR7PXwSXb/ojQ0Ok8g8fiAvC+lpHuIDb9fp8xm8YPi0jlEVWbFND0aJP69GxE5eAZdzhvjMeiLEFzEqLFojQySWtfWASxgHaX0mpheQ5OKT6PuVK3EeyMKxrCsuLfjWNo6zMJYo+Ao8v6ZZuUlblDJJeWWM64fnW9HWFvA/sf9cc0GJ3L8YODZiu3XAn6wfOm7YVcwF7v3s8pHDIjoxgHwXy1gt8rehY1Qgo+bDq2XTEMNR1hbyosPovlTnfI8PPKfVCQvzbiO+5yZwYwDabG+9BO8+oOv2YindOi+fOJ8+cVZcyt/jRGajB3V+F/SrzjNoP7/mWjdvNaY+8LQOOaZzm181fzFT43Rs5psbv+m3ptWBAjpIH/2rTPzgb3cI4pu/yif6nBdVdBybP13vwJu41nXlQOGFcbyUFc/Zv0iV3+Q4c6Ykse6ZVJotHvBuHZ7gkap+5qFMlrDJH3//pnM04z/gQcJNYtbhjzr39+9jw1gFmcmjNWAEq0lHl863Gquao76w90Av4UJbvOkbP6OseP225glowHUkGCSi9o2qpYMOLkcfYpsH+hghxJc1Qy65lMq+ANUo3HsTsfqqdPEbUJkv/iU/M9dIj68cF35pDHj4wL8U8O641lv9sw/Y9sm62fiZ3Jddj/QrJvSRi+Bht/+tOOE5Px479LZS68PyR67f5RhNTAzH9Fl3Z+Yj96uPfP37f/x/v/z1b39beyqIBg4spFtL6vHpgbUtS7R/UiLk2tEhW6gNbo9cyZrzY+Ggs6/41W9GUkX2LBbrULs5nrcGppO9Yq7p/MU8rpRplZ4W62F/cg04smZ/zM/YpY4PwOGI/+4F2vqs/b025z7LwCDRrzp7V8btZyVx1kk8E94eVwhU6b5YAvQ/50DotLrFEprQvcZKeoMbRohPAwa3gl7ew+t4H5OgTh9MUnjXdz0Wvz4pfts9Fr9H782UA2nj0+RH+8u3/HqMbvEX6xEx+Oc//yk7Mn5znpD+0vTodVb4n5m/VbZfi/AnjnmbXOTB7+wTkmuHZQOiCGqNuxdgmcvvPROfvDh646uH8L4yWBBP3arXhxybj9F7jUULQVZyJ3JueaS+7Ddq5/L5Mq1+aCQ4d3YBsBwPX8dbfewC+tZAULin8Flvx7Eqxi+Dk4Pst0TFlKTj8o3q6JWxp7ObT7FDkoTR9U7zOHpal7wT6ytv4hHwM/nB2JNM1runQs513DSWE5M5B5WtthhwvYBLx5zPIBa9e/0dPsXDF6VtjKb8XD8Wfu8Wbv1YW5GJFmLOpxwX38H/xOiJrwn0YZ+M9S38wqs8e74YSyRD+lf2ewdZejgH6hH2m1oR9feem9/L4OZWZf+RY2hjZ+hiO7GIrYyL1a85k3rGabDBQafaxzExJd8O31kPzemDE7Cc14Qvpu18UF/CI+CKSXnAl8RLPlMAAEAASURBVN3UOxEgjgcEuHPka2qCxQ6RCb6YbF3bnpqUL2Kot2RsJ/a5jtMe7UNqnAcxTtKkSOAYuMoB/UkhJRr8vuJY4Sg91UbVLG4YjAEWuTTiN46GDy3ROEsv5JonmbNKnCZZHh4BQhM6GDPIkR2YPku6jifZbx0vzdqdjvDZFyOXjpNo+HOCVa8OD0Q3zHuT5ONEibIXfdWxl0IyIreBLZyBNhMX3Bnw+qd09Lccu6tvBs3dvoNXyhyh8rge4OoVueU7EFQ9ffXXtT/5kAFIDxeifX51UUwDWJsobmbgg+P7Ky9aPOHqFWF3kcNX3Zh8v3iywOdXfqQl4wAZ8aPo17gAGlj6+RQkB3/qRiPyvdImJwHXRkQhjUy/69R0Ymw9lY/cyBMDnq7JMVhe7ESiUWdKfz6wQB5/eaWMaIUT25+kXWGwO1aG+RTBxOWwSIuZJcwl2SRUlto6merQ53jhYyEnF6zFQNh0V/VuLU2sS1nsZeOdsvTO3m/jvLXpArs29zgFQdfJHjiyiC9HV4qs5ME3jFsb7rzLpsV09lnpo2NJn45hr8uInz/98rs2N+/1ePR7dhgqjS1xjUw9Rf/pk54u/+hxNfnhI00z0heovnWniwwxWBkkeuzoSfOke65Dg3yNz2UCbN+yJnOY5jgp8f5Xnd2LONMht7Ss0EWM81Tge99T/qJHQ8Ax9jElkJuJUZnjA+RO/PYlnrGrsLeOlTH7gXVj1BsmfDOfqcGLseqss5wmbyUnA4OFcCnKZ90c4UQS/s419+tbB+/Wq1YXfn3TG3vgBv8pKvXLU99FgUuDueauIQjIQa7rJJlLeKMX662mcudZ47WQXg7gHzvLSbyqKvy2EtjRjiur8kj3M86V4rTi6+hrPuSSFwkE49eD+1Qjz31CNHX7EVFxb3g9sUKou/RBHGo3+k2fMWYCIy5P2gUGjm1rRCXfbfQQ3emP7/ic7NwvCOiLxIypUyr7uc2GeK0c5I2SwzEtsjm88WEcNFmCbmhs0HnA4TN7WW4g6V8u1E/toSaXj+/qT9j1xJnxu6bao+9N3r3ZNaL7Vy5q8+ANb13oyfedpu3Stv10TMzoIQdeMe7rWy88vWK+QvDJ9woxRWZjO3GP3Pi5+wBwOv8Xv/Ts/9k/5acMOm8UC12uMcP2GScwm6dXzPBojEsXuXe/QQlfMpKifhCXK5w7qnNkhnOXcDnB//hB6+zXvOrOpOujOp5YRc/NdCJT7xV66h4I+OLqj8kLtJbCkVm57csxnqkPrn204o/yee0PxO6oi66qbZJnHuzvTtyedPzMvlEnl2jKyTH/8Pe+7rElPFdqu+XH3OMLFLfytlRjW7roX/yReNbVyLUSNzHVuUfPD0LNGbJIPChEJBivsk2exUlf9SSYfzbA60cYw4f10uMdkSFYOkXZLWv1VaW34O3nSC5z4Ty7Db6hKB14KNp9a54H8aGUf4/TH/GZ6LUnwXYXxe69/uYFh9qDQ6ZPf2Z+e1DpAuq8stfFS+9zw3Y/d2Wdpk9I2OxQyufOkdq4aOsTp5R8PM/lzYJYwWAV/NB5cdpen7x3XJCJtEHX/UMZDX7VARD7dW7QtnAdgVKcxqFxmza1r7Qc0WvqYZhsADf7Zi6uTQquW3RSEJw+D47kG5hctP+scxLLEx/PszqiK6+Pr25csAP3j8TVfrsqhMhd6H+ycyOoUh7Vgz5g9q2uQdinCmtjXX6lA58bgJTmphsPH9Vn2giMUvm8Bvvjbx99Hss537yQ+cDybRB8NS7ZwzCX8n2NqV/lWTYq6K/f2uKhFmeSaEXFh33iyu3DfIKwvLAQ4CnS2jzJLrKVCz3v5EEAKyLCd3pogIdN3n1kPmUcnTwvL+CU+rDwp2PHX/ZloZt4b/ECfh8XwPwzHGJT3ee4MQ26Kcd/VQ7hiu+Vyj44a0zBwz+ZhL6cA3JMqVxa5GjfuMFrnz/KZ8z3P+OXxe5yYBpBVl9rSefMnQvyrVGZQ1VjTN0BBC+JR/3QJd5h+6uvZTgCd4ZB8Geuk4YXgLd0rYyShiXzW/Sh/65ncTnic3wNDnMVR67rlo41kLWePkr4u7rbWTdPHOExfy4I+ur5PV3KdeMCWIlmfda4BewvwCgPwy/6A5+lNlxganBjbJbKmzDqP9L1GpMfjQjiAdeDB//mfB9yB6M4NzWtD2OSc4uPigc50rU4dP/OZ/Q69xGuPmKuwV50wl/YcvVPYD+rAa8Jb3zM+27szzJ6wEOvu68r647OuvWFL/WJJvZd7S5+9+0+lRGQtYRzAGSxjqJ+fzqm+cR1y/ea8190ES4PKPFWCNJBHFLRZws8Pn3hQUvJOSnTbqD6Ex19COcpLd3XYt1m7+79O33SsaV6tf107JrSvsYYWq4b+NFPsfQ1P7Xxx9M1AOh6n6M8yvPpiO/3tV/lRmhjGv7DRH1mHlTMgBlyzAsAHCHzh853mwtfyDqEAXiRgawDO3gLLjyvZDre5xFw7/LeggGvHOotjGffyC/AR/SJTtCUrsfO4SUpPDaFrn09mmafv621ee92yC0Ka+51/ah9yCBe78WDULAnS0i0vxGMnO1YMSt9bNoCxpE+xiJ5YJnLXt6sxh6KbRR99QOkvSuiSVDEUp6Hi/6lDeYHlFpB9OBZyvnd4CJE5ZzcRRjMGOD8fhrHnlBnYYviGJzJFiVksDb3dTTtTsQc5yBCDbFViSO3E5Z+8LDxCye4mBnn40V+78gcvJlMcO580h88jR/pZhLrWNxA6FtO3rJDd/qbAOWRY/SUr+FtAcLDPpr6s09V4XwpuEDPwFLDZGw40JG++iZ9JDe1bpiiF7CJV3um/4lqChvuU8DlhG5Cq28VDz82E5Xn6c02hBN6oevVb/Q1XtjCxgmdqtfsAxd4J0XaLcVv279hMybu/5+3d9GW40iOLUkQZEtqSff+/3dqrRk1QXBsm7lFRGZlHQBsaQI4GS9/u8cjI7OqRNFd/i2xlEyrk3B0g68iG98rXmJHgNFp9LKJ6OOmFCzRFeC+eZuYlq4sXiQGOZu5fMIOObQQCM822wpmcC6mil0N3CbAOrDNUx3oHN+EPwsisvPSBqhgMx6jCKNbMpgfvoyv84F9dIBTcorneGnZEIaDz8hP4yTzc39ohxfsI1/hLvkcFHAwtTcxeCVxcLnZqL7uvVC5VgQn61l/mxCdVfALvOpzUk6pMnq+kSzdTPoGf6gWBv00k4Llv7qn85Zc7JS3VWVr1RkOnhex92zY+OScv87QvhgkI+Mfgo+BnXbwSZWBzUkSsUo5b45bLX9KCFULM5BSlP4+jBsCyngTHz6xSX7TR1Xx/KT4zs11+jZO6o092isbZcY4qtieksPxODqkH7mFI+N1zILPZtaMLYsWQNt4eAufEgvZ2iiJCHgnb+jvOkzhBWbmSBcBYiRofAeWscIhAvCVib7xC+BKlTW1XMuL3DodegbHV/Oh37EgHqyJBbV/VWE9iHzIS7nyUIusyND5ldCpTOSpJx5CJ/Mv2KTrQVXsEbnjjwFSlj7Xj4t5j9CWdcoGURn+4iI+rDtUkCl190QtxaBq2Gvm5uABsRNtbh+42rkQwck+g2U9s3AMOKNG+PFJcBIr2CW0EGZm/BirpI+8cyW2E570aaLuA1bpmW8VUYPK8UNy9H/5+Qrzim2gVRuULvk555/tLZ/9lcg2oKKY1YhTfCkOJn6xFWzzV4zAQjP90y4g/omEU/VJDY34F//+wmIjE+Z3bDZ8Ye0jnCFaspIkypzEyHbSxLD2eAgnBOZJJ+YGdEF2waNfUmOzgHuu6wPNzn2LthCjY8YGDz1I3kNYPllM5AhZbkYWK+OdXjeaL8DzFi6woSbZJSz/Tr4bY8vZMYdV9ktJG7L4tUWstvv7QDLyxpYem970iypy2PinJhv/LHWfXZvRV/6U225yaIfZt+lt2FhIcXG2g3yk4PdQfwARz0UOJDN/pUGN+h8dGIOqDspBUkVF1KxzsXzGHfbBHghbNHRq/DmWFm9oh3f4ha/xpS+CpAxn1eUMLO6DDndrjKt9cwK+a1kONEq/azWUSLFl4w0ZJtYkNPTocdvoaAQOfWe/hGEsG/DWAYFSJt/rV9ppe5eKb3oCsvkGrXZRq9ufaHjOQQYGrMeUoQ268a+Yd6nK+4Sa6JYuGbvovH+7L959R/+kI9GdTljK1fuM+eqgbnvhQodKBR+7d3wi67CRDZiNFNfqxDYYLnRBVssMpHwNnIBALF0V7+mU+2nNOOFPWNqXXW3M3hOKnffvWQPB4R/xbRyvzYlfyw2d3kthGOqTuzIX9jUk23UUWvzToz7waymsM34gX+3wo91IK69uxiHQ1L/kCmjqqILxI6p7qGN2rytq6TcB0clcyzyeeIsZbA/hI27jBFjTHL7Yxrar/YA1iF7GhJrarf/0V7/oMX430blI4WUvCUXZdYiSRN9yqQgtdK8M7TOOpcAbgy88UuOc9tqyc2hzIhcai65496Ar92KzL/L+gt2AZGLcT/AkTLwDSYxlBKgfmvG3bcYDEuRHLmKJAnYSwfJjfeSMiIeftoNAVuo8uBpAxx+ML1N1z4lnvdR3th3oKu4I6BitRxuL3Bf2JdnrnjqUnmi3rfnJs36gbfkW+1uHQFLWEma7fOE7KI4+aO76ln/rkuAxDZNTXf9ZwwzNkhI2i05pslYyZhZ9zEoa/k/6BCBXxo7xiQ/mFmQN+wUGDf7wuV8cXnHEiwDclzWGPaK0/GGLxI5PpKBneYhbBIwNtv8yqVl/dJb/iH/NzvNv9gvIJjpQQJ5zP7n09JTCPah6cQi2cezHRsDFzsKn/0iML+zJp8p4EEiZxOMGi53q2tNM9ZaFfs6/OM2RAEfa45Pxkhnt3/7t7/rd37/7DKqyrrEuPcBB7kVp5DrIumjbCs4GSsuAYF/oxC80xg7on/3bgST7wA8m3IPTr3MfiZoH02CTaM84jR7gpKe+IF4y98tnh8yBqzbtoE657fCDXvrhdabwSFv5VZ4NCy38EX19fCG5ybtUFtexQLhIOOzUhzSdPyrHksHiSi9iS2V4dE4EJrIkrmsXbJZBBgBIqgmRz6FQsYo0Q/tI9TyyWT4Bmj4IsJ847jq77CAagc8eApLto0wfibYztZ01l6ThYFhkdRM2UjvRSzrxQ6r0rrF1P9tKjIFfO1We1KH7D33DS+VpHq77Wv7tv9dn+AshMUo/qmf+CZ1zLqAfPay/4MZMi2GkU/uoeeIWCHzSiivXop+LulTe1slrU3h3/rGx1Ve9In/iNPuL6yxz0rUYI4z1GBGio3r1v36Gf2OvutlOzBvIw7yvNd3ntkIiChz+mseIfRIye/+vwhcdXDvitQ+p5vQ7GtVAGxFl2haFe4fQMXXJjS4Wn7MGwTIP+WdLBAZLfc/GwrEADxdNYU6cB2VdoBo+7kAApdoEm/INedgm9hABlUmxreJDZUmrup4xSCNWo/pl2d+6RIcSaFyY12l404YDKcxMvxPV0Q59RM7vKtMx8uOnFTTIFsXL0/MDz/P4JkqzmD3g0g1a4AhGY3LdP3gfSV9S9aS2dFWZ9ntKP7JExsrqsy/sE0WcM7/IimlDv4mp0oRG46xt5Jv2bm0b/obkk2w1/yc98f/jC9++pzhdcqose/o3e4l1BQI0iBq+OSnfOqcdCv5pgG32qxS+OzZwj+lYdejOeBEG40nV8LW5Mvd9XpuBY8NiInIS7kIR/ijDIAcp1EjNUzuvFk54EbI9mfzqF1rZzNQu20CF33lgYijKtr3kOXGIEf7od7vKTcVv/eb/Nr/NTz53oKe+6kUfvJGL1Dy1yNryc14lRORtAqaBABA8aYttT10v9gH0lvDX1Wc3gDdV9DzxnvTMolh97oQ6aV713HRpD+465LuTOOrrQdHRNuir5ZR35jn1yXYO6/LKJFsfFwf9XAbMoglOu61ssk8bGtA8WdD2A1mhic/sT5ZM98IdBngmW98EjcmQw3aausWBmQpLPPrO4UrHd6Tq+wJ6OHh75gXKDZWPSunxe7XWZeKGybS+Jq+9VXghWp14FrvWMOQZ2NhMNNS2+uEdATZt1RcfweYhZNhVltRyxaT3dOpGH3jo8tXfnzUOUTvzLN+KwBGIJ+pXte6kRet9gHjzBz2x8OL7gr1tXR3vsgZlL6BdC2pyx7JEKD7w7TvZ0XaEg8q8AfuPPOyTvuCbxgOyx7IDc68Nof0dBjqFGNkSBsxFt07J0bbqs+Qy7o65xuiVwklwy1bY0No2L27lqeqZlkVrC2PQZ9+USvLyoha67Y+NM8B7aEIfcmpjQYxskY1U9q4AJZHQwTyOznexVTxywCtbbRsSsVnbkOWegDvnaurIGvwN3VikZdNjXL3SNBbjTXH4Tv7au/nm9FQiNuBDzp7lVd/K1PyJyj/T9lbNG1H48w9Z65PYVK2aDLM+3ZCmim5W8LnbrdGPeHv1EQD0w7dzSZCQJotP7cPc1jLOth/GlWS+OfLeUH0m8s9frF9uEb+lpuTJ3N05/7wRJxQsn0Xa88opYe2DXu80qK3qp2WPk9CPlHG0EnQSAxu5PNrSB6L9JNHHvN97gDUz3/gQe5V+8ztf2vF9bncCVftUBtTYbcRZ57dS3fkTfXqhhc/ofwcD3JjsBSayXPnid4YIAfneIkBcexMLxgT7kszH9K44AOXws+BYhMOAZzoLSmTgl/RKsz3Na3PqkTM9tXnzaU3mqyQZ8mTcI5qt952UaBXMyFI7G/VHLkwb3CT/CM4Be8rvOJBYzg+Y2uC+VrQdUMrFO2mWjOcD0Wbb91WvVesDJjYosH4Zlao2rD1k8GHRcXMPXGPeNJHTNiyHI8e0TbXvTFR3HQq288zDktJN5ive1rVGPukPIutGaVsuwdgmRzsvRwJjMtjLvjuIqQiuY4ILf34hW8UPPHzam/IlUZ0mf6vQ0X/67IIzFZ9nIG/1LhA0hqb5qZ/1rA+FrIMcXv+QX+S6EXS/x8UwQO3aXE22fXkrpw/2yyapLIjVvlpeC+d69dr72nKnaRmQY/66XoAZ2ff9WqmVp/PRMWZkw0QwjFFVOunRbBvpet6vQdc+pFdylD7tJPoYT3f7pTdX8EiFMb1poz263AOAnveJ2zLSSTMtoXcvF67tT3nlal6YLX+Ydv6497f+PTlzFbFPqt+x/yknfH0AqbzzfDC23tS3fFcbnnpsr4fC2XfSOMuNj1MmrzFmI1sgl/nrcmUNmcgF40N4ZOVru83f4z6ItO/96PM+BpzK1DjEdvxz7IqGk4VKkSt9hVfRyTZzWZcH2QP1dM2Dg+DoUYdxdTkO0RMf8Pz5p//4j//Qw+b90o9HnVhG32H8nfzRA5vDtHt56/MB/unn3nesNUS0eGhnW0B15szWT+2nazUhRs3dxnf4GxdB9xouCovGxR5DsPR6jls+8C3N6leZF85dOJDVlocOkQP+lkFX9gL0LVOe+glv3+OmvOIJuiuF3qpOgf39M/wVEh2qR3uqX/Vqe/cCJ/xZLhz5Hffsu/ejwbLBHXDq5fOO7rv2N+Remkufjida9J97N84CApu8V2Lkye7rvriLSBH+Ys5o/HY6LUuZ9Izn2KarYIZ9vjC1Asa8/KsufBU/9ZPyaUOTlf1IPgcfWOgwX0EnSXEOJRaq1RY+NnfbICV67K/5FOWZTrucPjUMDwfXnKmy6jzw5Ft5eEguD3uMc1570gG36y8x8C6h850ndf8J6QmzOHwyPbhSEmEkgfeeN/3e8T75nrY3pbFb5+KTBnh3eCwxxyCRacHUAaGAaOD2j9YZFicLl4FBnz4AVvUlvdPhbC8S9PBF/dJ2O5DKMLDNVQb+KZV2+5vf7VI4aLzwPAjnGVU8HRxZxM8EAoQUHgmyKbcGLquNcWEJZyyxLnh9UPvJe2PE9u3z/DKxgg6lS9mqw+xI6xPAR9ul2EksBtFA00DxuNSbGT7GaYQM1h7EEmx4wbgTJWDXOorFKSiRcZUg2YKkP7hnWWYQDqk5tOu8T3og9/O8Na93RhaMIAQD3qZlIrTYSlcjte+el095tx+R0kZwwoULkwz0gULIQN9x83bfniTKo7TJSz+qRw/oQqsPWVM2tC5hFtvQttMT/Rw8vRvCwR2XLUK+mR6daIR/da1stLetep/8CaVznsuDgRCNXTKx+uts+TqVEIPsS7rFufsZjuvTG4Px9a4Ii8Okytic5l1m84oINrwWIb3ZqRl7P5jVwFWf6VtODkqRv2Kjl+JQhuuE3LybZOIXGH4zO21Ctl15yyZv3tV+yNUyfNdn+23T2BAaGYdaWdK0THjn3QNwdH5KjjrrpV7xXhsbVTtnPOHRFjk1Knhgjm6iw59ty8Is2RILCAmna6LVhz36umLNSOKnAzchcEDDg2WS7QEclaFd+9DUVDjqTOhMtnyVDLDcoHjsqo/D16TQn8pjdvLJfDg+Vqx51hRt1oLYKfFWe8ePbEDwfWEk2yyptpHaXZdp8kldbgzFwxgdd9o/zFcxr08puv97LqOj5Dx12WX8VntAr/MppiamxZvfNPYGJjd5tN89GV1pz0ZLIPEbhUnVF/x8xQ9Udj9gpYOX+EQ7MQBVrns0D8HJti7XdmqWFXuKVeAkoSeU8GXt+Ai/FJGL8fZLPnre5m/mzKVMS+ec+spvxouoISexhNn4CRPsAHxwkBkfUKfvn09d1+sbKEK7MoZXmAFTOOQ0LAPWKTYWpnApSyfGoA4trMPAmW6GQ7CgORM8c1qpkQNbPgb+4FK5AAGv8lM//U09/PKJ+VNX+kilddJIz8fXymt8CY4+ll/zGfmix4ToVG2npq/w4qtjPAmmScLEWKE9RlcfOtzlbL2oT/mmk5jz3HyI0TjlrcY/WD/F0ocdgmH+83r04JST97l+IAN98KU9n/1Q28HzSc6P2rqvKkztyicwkJe1A0u1nRZSww45uq5te0ROWdWwvZSGY1N6sK7kEOc6b+Th61ZK1l08SqvrQutrXVADcZgku2vgwzdtrFqR/G7XYjSvrK3/UI6fZRcfnjJ2b3a404q/iWtiObLWpsDSj7zk/PEJsG/RvPM46/aZZMT+1fOMocgDr9PvoUBfcTZNDI7s9Tf1OiHjFdjikUP7i75RiZ9fuCShVc/iMJPZX+qj3Pbi8Um4X/Q1u42Btl/poM+M00cdinXNt8y0R7/awPSZb6uqIHbsaX2jom7vdZTjM/Tu/j20t32unN/XYr/Mie+hvr/H9CRbdTUm7lTyWLW/JLjSmiulmucGFHqT1gtMgiXW+GmGeNBHSbYHqPi0B0eUzUO9/CdhZ9L6pILksay1O6CC4V8Tb4/fU/VLHl/cYaibkugB17+Ov8IjJ7Y5E218y1DjA3GYbTi8+szve03yuANf9EuX317/+dO8yFB9RgbQInMIWFf19QCE1tpIhU2XdU3/Puvr9LNOj/UFQ/I8oP0R8Wk9aSaetdeXaJa9eL4nYZxx4y587jDwPzp7bAoVm3/NVydB3n267AT9ow5u60u/+hZQ7KO4Ie1PMnXlQUzxF8+sJyFMuTIvPwi/9imf1k38zWXNwSKNHLYjFh37vaDN/qLt5hVTS83MPctWtIz/T/jSdp9U/ayveeSrjUnct+BPErKVVnPawIMG8jK3klOn3TRlzq5N0KHP93aiXT6VAdziAUtE5HwotV7LbzlTHcZD57EXdRI0/0p6woNmZYVm6+X1ysc3Xm4uvTvs2X72lU95pJ6A7tz1yu+vt5Qf35bz+5/xf3ljZ/rNd+yaT7lGHr5VLd+skVjZsmIjBZVdEX8gIf36T0n+yX0Zbaf+9DYRb8HZMMA2Dl++4UeIlmFY1safWLOZp7lvtE5irvmH+chxHvHL9pK/k+0CdKvwlan/8R//+dO//Mu/zD1zAZhTiPWcmeTz+xJLdvR+vWC3HBnRhSkRA/LvSS7rPriXfs8XVTI5/fi19j1xT/ah0/gvDfwLVAxdXj5vU+s7WiddY4sIsMVvf2VqHT6FCV/4h/eGeV8iXrj/AIU9bX7aZMsOrcYKVHJueOhqXCJHNitftTmkXNf+3w96bzR1fuWvpB47WQCLiSMnQUSp9xnRi7bafOzJdEYz/kc01e/7ArU6QaM+eLXT8B71unfqdFm8al/8tt/rEmjxPPmOKD+Uvfr9il4ZiFuN6KVjobxW+f4gLfh9ra3CIHUrhTn/t1PlrY3CT3Eok93t6z6HQuLhnW9PmWsvfvL1v7Xk9Pd9F232KELAx73/jo8yHpDC8Uy/bMWc6MhznImg8q8+3BCk928669C+yx/sARYjam6hnk+nCgFcJX46xvMrfarjr8aOXaG4t5y6cH5B31d9UlMT5hpj3EV3rjfRh0vH7bk2YpfF6wVHcbD2T1sm21ISMcaRy2e3HhSW0lQ+phtG5csZmu8vPFjRT38TfJwVnOfkYEL7TLhDrfobg1JbtM7Ypz915prCqNGp8nBP6kljaO5xMYBvsuqMfbs3Ls2i1Aetg6OV21WPOiu/9aADGpW1eemevixt2vKb8+ytNm5sFHpmOJfQVLyuc5mZ92YeQDzc+0mG5luJqCMmJo6ZmWe77madRJZTtpPfkj2Rbnqs04f7dI4muQ8zQH/drdlkgm/yzbwqFbtGwokWGOKOkgOpyB749GfgudC+S17c5jFKQU6/VcHKEQduo6Ep8E30s0Hzgwq1y3/LeDGwpNpsi6Z8Frij5b38AO1BTA35evBBnYnPX28r/tWB9g/THKIGZm/mT5zIXgXEQ7ryO1O0I8O9P7gx0ClH4KZX3bv+fhJjAWlatBQLxU0bQPBDlvAtDvnCOxtvZWwXf7NpJRL12x88+P1G8tz1AcxVnIF+FdEUzng7SfJ1uSt55GqJudgvOuZYWVYQm960/8mhvcdONnTvbIE9+droT2tihQgbZw4KYtslw1Fg4ucmlzjkKy/tLwung6mFxk02AgvxeOh9kHkpIudvv/3203/9139pI/vb6rdr9ENBs76sdgp33ajzMJWJ8Uzr9zukdG7y6D1sfADzm0REAwyXOtM/ZmUvYXnoj3wD8CYDht86J+FzFhsWtP/+bz7KwdzB9TrH0EK6xlPaXq74Uv/CIb2wYy5l7iWx4eBh3UoAP5tggaQgIPnQ4PAxXWbqQfd8DK/waX9wrdiFHjcDbHz8GymDEwDFreM+b1Hjy/iXcQoEEujBuX4I8Y/5DTLCLu3kP5quynuDfZEn9CpDqafe2muOf5mTO7ZfIfA3v+Vz76k8Lx03QOxcmIzBbCSLr94h/lYGocdbN9K3auzOb9o0bq7zNnGcTUN9dCUQ/GtbN4rX1o9r1WdDoWttoDi06lv/3ae2sYXHmA7outEDZtMtLWjIMrMI/akXvF79hBTCfZqQ6JoEbUWB8c+H+v56Fg2SHAKWL0gqEzvcMShx8+KbqScjWndsfvWHEY/LsssjjQ3Y7upq3dhboCOT3SR0AqaHw9t+AbjXi/et3HgizEHRVyldOv0t3DGJJxzmOauPLCLMSzq5QWMdVx83bXTQV8VSfbluzQSLXoJYvCh7ct9oniME17FT2Mq7If9nSr75FCnfbI5OjPXe8K4DG8GcMiDn/m27yjIEVLUN2/wmz29AVVMd52mtd7LdM97xwPfQOll072/bl/wJ8FJG7tNTGwCd4+PqJmlUtP/x3YEWOTMeCSD2L1/OfdYmeyl1jDWWoGOJRJvxvfgdWDvsMl6Orluxcp/NT21X/xaaB2WzeXDcdpZe/SOI7TTGsD7WIHzw4edf2fdaq6IeuXQUndgaOVI/AD4oQnNuVEWfF+s6NovU/eS//O1fNdXwIm17XvPKQU9vnlHrW3PxK6X/f1rQ3vM4uuuff4dpFPQLxIylieHG110yj3Xt6ZkXmW8+6e2+7BcHEvyZo/lpJdIX8XBcspSpv7yCof3T7I+9PkkuJ2X+KrPT/tMVAF3Vh5zMQRxT8h/6T8n7AkA0zqxD6TYHCdTWVbYfh8dJ82ob9onZI1rJAcS+/McWspZbGy/k51xem595+UUfBINcaMIPuv43+iK2/XGsEeYXRK5g6yL9D3losm/kRH1Zqw9+aLvIF0zzq4xee2Z/an0uQQCF1wTcmaDlv7w9mbkTEARVHt1TBg9978n3FTFPt0l3kEs961X8YfrDq0Dlia1tX8lM28m7eGcb+NTtoxJ7k3O/ym+nk0xLapVW+RaVcUYvIwn/Op7Yl7htFKdPe0lo1S/YGj6/68XhXz2fCnd0sT5Tho9lUH76p233vHKCRzpx0vLj1/I4adH2Uf3OuzTu3IntRs22VqCgX7zzsHHN5QJrf2FPme68qHc/QfkOW1pZ3/aaUbj2g5vEhGmnm5ZM8t0JWuXDiG+SytIpNcpOB91XGV71GCxnp+wul6Z6oUWb9yWD9ET/pLfLnN8o2jyf6atRNbKyv90MOEfhk7//qb/Tf+XBmMlSxKGyXn8U6ie/zM2e/FB6M12lxMDzOc8CuhWsL9GmefHcA2ADDtRJlE9ZTxL4I/dhZ+suW38B/W5/aqZAQelhPVWk3zJAyF2CkZr2i1teLwPqDnDvdjnrJ+1XSteWjRc7U8dfebCwbU9seL4XOqG+8UIvn0ykk3oeSOQ+ozSaLzJBfLhaV50deb/AV86aXwBjpztS7NdW7Fj5yG1vdeJZ5pnn0+tifzs/fbGhuY/cNWQgNuHfv937faUzHvZ8xZ4kjNjHh/b4SwOHvq+8THE7Z2DZ3/MlkUhivkn5lF1Wcu95oX+RfO0+QVU+AQ6jrHbNF4dPlz3RZ1Gaku0Yeuh0/gb1An0osGf2w1/IILh8gYMSD7KTAsEfeFE3+0zvo+bgABTwsY5P9pGBoO/+h7NpDOJ9FVBJHhcU6dKlP1cKPaxsLbhEnRkI44u2qZsO/pG8f6BPVWQnJpiXti8N9sMX6JzxpapVCqEtDPHEWT9zmH+OD8Cn9I3zenjxsjC7bGyNLpwP8osKmJK9T1/4eCKftjHEA8CpDy9gIaaOUyV3x0jseaIigyC24m9UO3Fahh8+wBenHelvnTw8BusUHwHNvxT/el5+J4ULX3X43mFi6v6yNng5X7c1bLucCSi217OAxFzpwvNHYjBnbZEQ1T9KnwkQAkWnURbcwBrEvnlUhYWBxKFok8RTu+Bpx6fKmTT54w1fEV3jrjg/locXwucgjckkFJYDtLJMk0d8B3EDwTfcnuQ0APy2bgkwCaATPMInlFVDJzWFRh6m0vf0AJN26+7JaklC8+CTp+xGSbtkV4PRyLcWqrGIIZPoXUmqbafa4gRiEsRW4TE0NspjqfqenRzwehMleujdIDxhKHdjhQmB+Z0Di376coS/6PtGnw0jXnLNM7+ZuMXsd79df5cm9UTqta/0kRer+OEhBceArlH2QCqV8KytHU+CwqekyplNrY+4x/bRI1C6lpyK0Ai8Nn6ybd8o2Rtj+Y9xODi2hw8RYKqJVu205SFcOFQ/5KEPfFJvphEYmXPwnsWR9+8hBqRj2zDBq7xnzFdXEZHMTMS/jofNyjQ+NaDVtODTva+zcElS4fzpN7d7EwBd3kwlhKKH5iXNjNwqNTG/YCtCCZ1InZ+iGe1Mlu5RH7kuX7INZaZ7ki1govtzP6UTByDbL/4Udm2oeRHhJqFyP/FG01cebFD4WYtt500fyqtVc1AfluBL3PSL7Pgn8YzvFl1TML5/r2zolO95UAUOB7L0+WAQGfARthVZfaOJ52R+r/In/T7wn/OphZ+Pr6Jo/CA2KfZBHtlxeKeHKwebWCt2xAcbv3LLVvJZ7SxxlOJvMEnkbHbAXfhqLE7bgmsUX17lSR/wqAZnaO8HiOIzTCczAnT79ZrlRUf5e8iZEq3FzA0GLWljfWhfWjN30xbdaIXmVwXyho2dgrF5UvfGQehAiJsa2DxLH9Vri8gYu4X99gVy5/enQUWOyEJ+E1V9SVuu8Cif9tcmrZ/5vQ/crNfwTwwBD++8YR55LIvGyJloQ3Y2eXxiOmM4ENANL0X/2UE38xi8mBcEuPShPHsWhhY0dHW//aRxiTTr9+fogxxgKvNgL3IOLvSWzCZmSPiZp2QIvIWVHtJHDdtGomzi6bfcli+0ltxMPRF24Xp9yJQUXnCeurHZb4kW8dN1rmtKbWBh/8kL4nvqUKHjijAlkUkCnOgKsqAGtpZH847Rz/+vZBwE4G0w7JQbFerYDEr2pUA9742u6vgwsT40Lfmm4VieCuJ8zavMdWLtOdVyh1hJdj8MUuSUzGMH73tpF7BF9SV68A0g6HKoTXS5Dp30lYtFil0c54GrjPQ2/rdJwA0d7JhPBHKwB39S8h2H0zr9Z7vlFzn7kX79j9yRz5wmzkIl/cgEDnol5tPb3zrrJx6gn3kBvXJjGspaMaBhmYaXGFOF/4halpP3ZhB4cRdx06fXeGMT6iJS/wODzuwFSLWnK5eLBrDTtrQw1cLfmei/t1PPPRKQUMKHf/zxu+MfnS4vEAJUsqNs5Iy9EP6Lfq/MigH7P5BqB5OSbH8SzKNGLLOZMJf8qk8V9aWu9MhfA7/OI6QoB2WxXPxr+1a3TXKV4vNV/e4CvLvWFKkHcR5Xcotpjxsb5807P1gHESA+iGHA/Ttjou+5k1z/PLbGSdhjzasqkzL3EFcxI/081CVZHsfc8DGQaOifAiO8GVfUJ1GCj0ELQ2xoYTlttjGCyL4THS1VRDM88nRNsA0immHBpA3+zHMXOcRz1cVsKCc/6QuONS/fDCMo6CEvf9CPRF7fKQIXPYaIoeQ0ZNefXxJSm/d8IsEnGmhWyZBDzmV/qlid/jYHdfhg1vPn6DUy4HMOFzPVa67C6QxfkWTnbkl18W/Tyl72ObbnX+US+NLtKNvH9lPsCO6ypQlb1HXh03f4xCYyHQkh/ZAd+tZbsnW/308ALwJTQDb+w58YxMfKxrbuuqM81vsAhnkqcyL3eeI/dkw/tmOuh74spsGzYkNtWXvUF0uaz7l23Rnbz2o0T2l67tvb19z29RjBh0KSEPogudZgyasXTqM7h0LU861S8LP80sP4sis2/9XfMCNQ1c8ELG1ulx2dgLH/4ivaDKM2aJZu22uv1sm/J0GHVJlap63le37nRT9/J42z3LkOfdpOuXThRWq9eVpfr9Aov9I7ZTppneWTbsvFP2mCQ50/Xth1kn/Vqv8MXNKs8+2fevpyLQ9qi75o7PbY3tAT735gQSzpH3DgnWnj7ta2VWZ6aPNYpnwlEd02+mPpHD9fOVdAPsSFmGMUopGfMfr3f/83/ebvv/vBIgQr+16zNCuNHPkkcHAza4DxmugLK2yvxARqH4S+mJiPZVp+wdYZT4YdptwPIFNtBbnOPXcb02d9F+7pM8Y+lGMHvoWEOYDxLYPngROxAxGlO+3WmwdqX3Mvj374f+NHdup5ueTUY2NfS8zpXmMUT8Bnn8L8inTQ57xEfSOsv87W82v4Q41+R6NgGvm0o3NGhK7g253ZT6Nb5bOenAORxkf9oAXnE7wsA67PRehHaUCRnXx8IM8ND2XYWt3lYX+4WxfgxQ6Q7LWGt6nRNvUZb/4WGfUJ3Kk02xI5Ts0DRzt/hW99yKz21p/y4npdQWzR8zxGjr9cjyJ+4Tcmsayc6fVeS9/9smKZmOZsjnM3DPHHF+TUmZ/3hNJDetvE5rf9kpPKJylf27rH2D213vbJ7qOUfvDwHbZifmGdt3BypstGkk0FU9u4icvNBdAgBrx/Vk4Ch/Gj2Yqa6LBQ4yNVBUPm2FeBeOIfdPxSJEAAzBkicU/SiDaMfpVX1ozPTYtB4//JsV+OwGfciq/3fd4gQJv5LzQTl4Ljn3SFLrtfE4SpEnGAPl3Xao/WO3dRbxldCkeeP8nnBDfpAjerymk8sSJ8yyU5pJOf5bwYW8bH3krdK9mHOG3GE3Vx13jlq9+BRR89n9CZ2pYJ/4eOfSII2xl5rH5lVfuM+4iSOe8MAviR9MUGSuEBH3bjbvH5N6UJHMu5g8iwyDx0KiP1lguDjQsHxfbfy9TtYekCfPCIOXl34h6Ykxb1pvq29Mk5Xxiq5sv+PbY5dNlmK6mVe5/qdVPw0KOHi4LQa4wqfCDA8nrNQX+AODdgDsoHH/EuqbK5Mpc8gKcinUcWk2i/2lpP7OulC4IRRsAvgygQAeSP9giiAmUFhGy4CKV1X4H/SkDKWUDlbY7df5bg96TIHSZ1pEHGqVnoVDBKJwpJFwB1We5jQxJe0feJb+Uhry0CF94hfF7jpG4Wzp7TZpX57P+4jA6ZpNbAmTdiPsLbOo2RBFw9TrzKlnzr5iBXI5MDc9ErLnQJ2JMacJX12r5rIFxlwiaECHkelu3+jZf+s77tcW09a14TbjKe/R0ctGXz9cSbtg+ILIKBWRPlav+4UI584uJbafsVyG/LZWvLSf6a5PEleParHcsExATNBoWN3/YfvPz1EOp+1b7j9VXmM1Zg4bkOaYe0H0wLDbh87XPmBzQiBV9jk7ifIYyUT6n+Je6Yv0jdODE3LQIUba8hCG2C9xiQe6rSIulNiih67jLyXJgPUgz91ayCHm+IJHH0Rf/+YIHxhloLfJEGnMz6LyLyguhW9gMsRXg+m+AGyuYhsPYffF2Pro53FNVc+EmfVMFqf3ADY9qxjW3pgQ1iEwCtx5E/+yFYyxvOqFOF/VnPXJYNQTHueUwF3Q13pVGMV4M8mLnAsfeDEZ9wdpuNt2hQePXllmPjBYWFWCHgtG94Y8fClt4e24l2Nn+Ii8+0OGdoNnxDUlfiUfCHv0oXEJqpn/lCvRdOIw+RynYHPeuFqfypb5ugRB72gEU7dcmlQK1s7+iFVuwFDJth/3bX7Fqy3qaf8R/46yiyKrqw4XtKfRlD0kQueCj8ImkwkNX4omN6U/cb2DNndi1hLNUm5cdDLX6DC3+ZSTsmr39iG80bZnICMR6yX2nrHaba0W70Ngihsht3/Nx1Kg/kS/V78sQn9oIRIdlN5Iltndyn2xqpzk9wfNINoB/WaL6WRW3jWBqzsLnNfMJN4flgjKGAfdObsnnZ1uGar68jtqI4djDe+H3JKDqXdNjpbPfNvOT43rT8D4KMstY77HRL6NnDQMeE+1/hioY/sXcPIdr+mm8atW7tW9gxT2LEjcRbboax3cYbm0sXt7FuKJ0vgLphXeJR0/eCgmG3PNfy6KNuv+iFbsxjQ8u+EyHyxsRi80EB3uBYYir8tIThRfsY/4G5EvJNoYVPLNIbOOnl9lOX4ratkqcdvMgCLcXtmrfjQ46CsJbn+JJ6k8Pb/rdeaLaIGWOaXbaYKgUnMrwhe2lmn1NcOp7ssxA6CKfBtjmEADdWebVJaAcRfuEj31xBF6vvKcQ3V8g+EPbhkuLKMkmuOyx1P+QVukNWOXMGCmDl6BY5V/wga92u4rvEfIBZ4J3fJmNePmTQ3AIZx8Hh0lNG4D+Do35lEkq6GIMysZAxquxtMhdwJ0HzKcH37oe9RsSGlQ0a7pMAbTtpbh4oNvy4/0YXGZixFj1Ct7hPtIru7aBIAcN8VTUWzvgF3oHRWJvRD30OIZG581fx+iLSk1WQ0/cA6Cv61pvysS6gB8n0VFy2QXWl1lf8pFnSIPBOwJFWDo8B6cNf5sLK3b5FIeirSsGxXBrtv7K9wL9UgC2eitjjTLEzYl6Jtl7bnDjfKr+b70sTfP8mrQvhu8XMHoJzJz/8FQz2jJzJQXOyXlu52j2dB0UVcc0eG9KKOuuJJ43QuOIPjx/IKiMo/yytsvXhrsbdSc/lUdtzFKoqOVaUdx504//ipfqessGu7eRNwPB3bVNEGOaqX3G+lZ+0CnuXhXaP/wn7p/7iPuUn/H3sFL6x/C7uF9xhD81katammvlM7dwHda7T3bwe/v79p7///d/9NcPge75i+vW8JRzp4/h1bFPXn/69nncITpR5MLET5ZncnE8wrbMjM7rEHLixNz5F3sGZdur9A/avJOLXVMmJFf7JLuhF8vkKfGcfWBm6VzhEMvw9PgpPp+mPP8hOWN+7sE6HrWntC/vZ6AoOPt/3AZlfveYMgq0sOlg8PthjAhB+fuCTFPOZDeMcXXEuScXKFdkrEDRSrk6hiiLcqEEPL+khBE3pfNHHuMCNPeFFm/9Ev/O1o2VoWK7/0Yt0dkyL6Exg1an5j7KzX9ifSJc/MIBybEAdf1gVLtIde6s5c+aYHX7b7sxRHABlvHzVwULsSfvY+SDYWKhKOd8I4bXvX+MMTjsVl5bMJfDY/U8lvl4Y+a2MNcOhqkmAb+E+0QO36kDXow/6ihEswIeuflXBcxVzzsjn8xaV+bAKeL+rj29Xmy2jXctX5CZp3GB8wUN6pTHafO7JZ7Gx38BJIVMw0wtmzhZKXgQZg4y3Ee+v2WIJlkJj4tocDh0rkZBahOHlupaLh1/iM1oC11j3GCygMAO7dQXOMEOAMjDvE53yk0OwgGl7xakBj4HwCvTDLcjoOVH3qNXzHZHoUzmxU3Qnb/kd7rfaod0ErbNOO/U7D59ZbbSiO7/j02gLWtYNWprdH7S+IXbplCv0uysA5mO/fOZ1iR0qmygl2r0AaURm/pEB1IiCtsso6UVYZeD/5GSHNz7aN+34hL8+W6FMYuMCPVLpuDyGjUIBAGfVp7yVJ1CkrP6AzkPFCAHPTgoIhux1xGnYlkMTKT5OpeEHpwNavYpZmq3f89JIO7Ihc/+QO7rf8c669RnDelP3FqcBHLucNKKzln91zWejlo2As22VV16LOQQ4nPdX6wiXBalTQvAif/FoY2AT2H7pTJ+A/F1v8PIcEs8RA2c68Wj/yB6zFgR96NzjjY2Lw0Q24i2ak17L5MXrRmdtOEY55GIPxAGzWemyYA4F7m2lBz58/Pb6eggsC/yisVYellUxMXXkTmyQR0HTGGcYDppeePlNYn1Sd07ArZM2JT/L6DK10b3QgDuy+EELDy/1aQ/Iw+Fq/8SnxRWfe4p8xjLeaR8v0LI3X3ljcW3jeUo2hNbGWJPNp/Vpu05gO6pYy6MWmzX1q56NkApjF0iGHnkYII8gBa+HtmrcviHuFcN8ysWfMIcnMpRu8HOtzBCVv5RR4muPmSP5eo0v/1Cb7UMPKXZDb79pKRksNl/bPvJmvoq9wfXmXg6FgmNtRlUXBEZZypnvsG9n8k+q/CEn0eP41HjDRtDkLbvPX/RW0a/KkQc8G0hfKfX1d/lHDUrEglVQObqgN9JUJxVXQl7wdh919EV2XnrEe6EcnoBC1+PAdESD3Ey3vcLbALpozB1ywS80wEP7k/8uF/spP+m3nPxj/M4PsRFyhDo303wVa/SPHvRgi/cpevlQUoDo4fgmRkUYn2CnkwbttOFaeCMP/bSdqTqdbf9suTSbQ2/zjSFcV/xKarNDLOCRFb/5OjqkfeP5QMILgXQcnPAiJqEhpaEsomk3udGfrqsN0vt6Na7lQkp8MDCXueEBL5shzTmRAQh81gR372kQ8xupdlt6cPdj+p6lo6NtuOm/I5k5Ub22q96o1W8yqjjzxGCNjjycJiH34j0g9wwZ/Yc+pxhj5tXkCVY+l+/o+vmP6PD1Zz75qBYOGrjrYz9JVZfyTs7hSHA7z3laGYE8V0EXpZT8e42iw+9fuWXa3Xm/ZPLfrQO7aGm27Pr3q76ZQdJFxsGofMDwD/kmDLze+kAOfRTz+D7kl2VMhTXKeIKzzG/kNS/iX3+sUX/Ijx7oolK7QBB6wDaGzOTNhfUFdtmrsr/RJ6Fm3wGN6iWqmXsEy89HkKL7HsunT+gvf3x6psbYasPn2M4rU3SbZU0g+H3HAzhZ0xf22wLyoRs24uc1PnvuGPwRqqLVXqXtT3Lge9mnqYc0/SaC6oeM2ActdqItCRvDjvlfuyjJRDwIQ5d83XdsaWwLrPqQKo8ln8YnP0PQ9uZwGlQz7eGt97XqwIYk1xU74MV/br5clt3Uiv8/SpWr+1em4L6YUPrIhTUii/Kx/epXL5826fz9Eb+P+qAL70VXTGFVW0C/XkEmXiohlMs3v4GVyZmHtAp071FsAexAoQQ+EuToqyw0UeZAmN8C5l7HSfSyc5QsaqC1OL3/DWCvshX3J6KDNsTWf//jH/7WHCEW6CUvze5tqbOn7aeR278QrfTUIPtA+gVHMBpxy7/EHOOH+Tn6Rt7iWQZePJQtuOdyTArY94Fq45t2zjil7P2whhrjxr+HZvwIh88Cw1yidOiADJ7L5t4uUwF7+eD+wqStouUFW/DuEU1/5aEq0H5KK/ZFq/MFdiDhZr9MjED66h1skpesmC9oDF3ruXA0X8F3ZMNni4dg/Fu4Iwu2gtcXPlU0qWsJVWhAxrKjkyrv9Cj+P5tDvzzgh7yk6hMb+LrgyrMw53rWvjPHHvwj4Ut/Os7xothAX7XXBwou+/4zzpiEfOXVtua0tz/59hMTc0wf/4IDjP0uxiyd+IS2prNc+PZ9lIf35nOHrZxtb/2u166LloNB+nSBKfKP5h4vWRvzUOOq8+b5Stj2kHlkNYmzfVJIx+/4lrkb+LstOqcXhzz6xx8pnz5+teMpo2UaYk/tbYNvedPW9srRuvsUgf5E1sQE8diYLfyZny7pPHL2z/bFTac2yJ61IG7Fol07+OTv3//+d90rHjEct3lOwQdOO1yzTiuG0bPzCzDI/gdnEwryjq3om/GtxqTZABte4/Qzg0LCr3mMOYv7mX8idR2DhONDfNr2h+ZLkiLyp19sCH1DoJqwPlp4Kdf9Br/j3k+Y1qfMzZYTecHhApZQ7dNUzZP29jcHDlqtm6v3kGMjkCZ5reF+AaRJtvfEFWVS9uiyGXoRBIL3OohMlE1acw+8tab/8hv2lbZWFNr8Ibj2DGpnj5TE/YZih32RbRa8n3RfBgqfLotdGIPsz6qD4qK/EnlzY3WpL+CDnUXMqx0vXEGlLzpEjuM6cVE67dn2bEty4MZF8Rs6OzWfqrJ342dDnKX4xfHgl7XxqdZv7p0B8wX7X+kSdba9SbGOYCDF3IylfKGxPhCC33geklNXrx94O7oMcdM4L4mHs+WpjD87f3Qd5Z6L/c9nnbOSsu9BhtiJaRjefXFapSfSP9hGnA6K+Ji+LsyJ/ERV7qe6n/2kPexv+kYjnQncuUg2Tqe5b/I32Rkg6wKg91gx+ogf+2tcgKM/ckmlAvrOeLBgim/7Q13IqL++HMj9Ljjokm/tM1ezeXeRuZ38CU3h5Wwj6xHyMrY75xhQc+YZn53A8UtT54vWK4/HlPyKPnywoPZoDrz3vpLjPPenv+OKcup7PjI/j9pyxKixXVuQoW35avCegx+CF9igaTcvt9sbgTgXwBNnypUX2/HXbwmlvQl9+Cvs2U4Zm+dZQ3R/gr3jUD953MvlGTi+jSMUKkOkEz8VjCv5JInkPGzU/dTkfMtnx3HMojmX+Zj7qRMvrHL13Dk+hY5S9Js9C+drYu374BkfwCAT80DnbHDyueIhUEFRBKMDOOSFLAKSsG/OAnOopVqS+dHZBKIN0YadI4AJ76aXUoyOQ9PVesOvCFZOi5djRGS7hKUfgQiWQn9/Dr86mMH1rEoGVRfyj6jfzUGdwwIHzEeI3+q7E36ErwGS2/63BQC70d4HU7xB3VR3uX9tWqK7H5wB6kPFMzLQbZx30PrH73pKptTfxHLlOy8ObvGC3RHf34kdMOzNJMHvvDZRrx9sAfnlKTEu6NEWwLZKbCENf6/pHHTtBb83+JQDwwAtRPJVl7ycA+cAjRtQ2fg5GDVxcHCCD2qhyJWJXps+Ri67Sf/NsZToV/puFq6SHPIcfH3Yra6feQKJ7A4g5ASeBi00FF0WS+JUqZPbGjMzkblz8FL++MqBDwxMl9yhlwe8tL26kHjVp3VRWzJnXmGhxgv6qsNf9bXM0OGg6oH1iD9MgdHXM6r2698+O5Z9uDg5IhMXAABAAElEQVS0NjpxEneZiyrkyJcxSB8+4b8EQwnV07YPfKCHD5t2GaWnHUaiG8sHkg0oX0+DsvEymiHBPVkq2Uy/fCY/phae6B23X3GzeEHnnJEjD/BsqvLVkapA8CEhlYDUw41obAVw+F0R2rblqVwbrjalpfF25b1pr/6NDtbCO2ldQAwjyFlQiePKdoV7V4MHsmMUjWdu3IkB+Wq5WADcuDmOXwPZ/PwpM5HgphDfcsNxLvCv3MP3tT0tyERCLGR7sg9t7/rAK42htOnNuLjDrDlAkOUHDeBMzIXIA7HCUP44oQxEmkY5VTk8FCU9GFBBk5jfRnVL+DKNkbClx5JQP5oXC7tgLD/joOmUo23fly9bCLy+XXzeksBHaB++V5s39rDAtslbUuoIHNRC7z2edB61mRHy0wCy4Khfbpid2ObnQlYn8X+ZR1S9Jced5jFudH+WE3nxzBSkYGnfUFy9y7v0uAZrYg5tPyI2DADJ+qf1gzYaRk+qT6lzdulPaL+Apl0ER44zBgAunRibNR3G7GWI1mvCZuw1uHHjoVIfnhFLleOKkdr5O+nsN7BZxBmhFpL8MPOXH1avdolvBlqP9R1R7Nv+4PBevmPOtw7qZ53joIJ/1at5SUXOO9/0woO9G/f15ocpBhTdm85y24CvTuEhSw4KNLGvY86dA3mIUdgw1P2SbPq7Nmrk66uEYaZY95wi3MsBwAhS2chNU3sAZKNcuQZUukpm/TXhx84LpUNAUmY9ULcOSAudmN016IfP2fauXD7Rd0Olfcu0e0KfFx35h0x8NThj/07jxHkuxx/4xPcUekkw+s6EcyAtOyimSNhw2RKb0safykBkTGT0IGfvf9TltOm15TtzmEQE8/NeR038ZhojasWC4By7Q/brZw6nMq9gqt+0L/Wc+cD2lK00iA/abXUp/7sO3NireZ9CQEwqPNWTjssy6z3OiveU32mZP4ZX4j7LZwrSOXwkmfpOnAvNsdtnvQTByzLG19egI391Ap45g//SLGdpYbd06ZnGhfatwnj6+pV5iX0YG99tH/O41S3z8Al7ZNg4jIXs4Qp0ZYj8vf85bX7a+orBWpn9NbzBsd53oFXHrlS4bLnaDf/7/Nq+H80rf3Pw0eN84cVxx/ogcb5g54mJk1fx733I2lSYakQP6y8RgQ+Z69hHw399ZfDoD25plw7zu8eDYOBzwlTEw63q1+OQz5lrclhXyf56Xn9C4eR/UjxhTh1O+LafeGfZOstWOy7O3h8rn3zBfMd77+v3IbjlGJx+UrM+PukU7s6rkra/9e/Nn+idbaX7Od9p6bg45brzyR5B8xvwCg3GJfoQg+BBL/fIxwIsIh3/3xqHF94T+N4viUZkzU9p/du/7a99PmUEnzFC8llJiutafc/5hLZ//dd//en3f/CQRjroX1Pmtj0m0x49Ke/9AfOA9ui9kSqBycv31ryqtd1qeCoQz2qXqaWbZFDuh0cqbPrxg382TfDocsoYCp0b1CcY9m77zLJ2jgCl6wds/lpOMdUiLitrztl2uot7+rm+r2+h2TJ4xA5yNOEDEg+BJZ1qKOomAacPPShuvDz0ChTlgb9nIKxNyFVXj98LzTvytQ4Zv+irUMft9ofwMcupX214Yp/9tLceWMYOekYJ7POjqfTe4oW0uzkf7AtjHbWteywQX8sBoQh9m1J515UQq00PBm+F2LS+AfK2m1uWyuEzpZpqmQ85FG9jw4tdqizUBVaYk5n1JJhKd3WGgWPQ40fxqJwY8F2pAuLr79r96s/7Xliojz99HkVJ9tMRJeMuYuS+a5H/wUL8Jf7IIINYTz8420oSrzyAizKevCWkajxAQ5EfSB3fmOYprZjHOT+YjOIxyhhHLu11eBgwaa+zbdm5/XXjaVmw/bRjg5aBr+725cCUjvsw4ahRWDiWBvndfOyHbW/Te7XtnQ46cb9AHnqMr++33Ql7lqvHttD7UnmDz09UPqWT9tkPtMNauWP6VWWDIw8R3zVhx9HW+6T7veXvue+B1ueuWfFLBGFQ8gk5UhyZxQWn+20Jug6FJKqfWXSDkYFl9IAJtoZigW5ab16oia8JIF1wxRy8U4bWsxiuOAwufODI/yNYyttAc9lvOe1W+OQTEmebGkU1NFoGjnJS5YOlz4wkQOTcMNTpBw/4bYd542hO/cOH5bPhUy7P+ZJj6RsZT2hgIg+tHUiE6JYvvtPE4lk5coJDO3kOLnA8f5q0rQeLXW7OfW6rQ4vYStkx8fLpSNBkgdhNh5ANA1nDFPlNXHwPv8akbXUs9t58Yjz/nwG59BZ9tZMSQ9ooCbZW7GJ2bv78G6wi0zZIbb+gy07gezFZM3z6Y39kmfrIa1kP2csfirqP1OIqa0BLqO1zCGBXYA69CJg/3EkM5XdyVYCU0wV22iLmGERttgV8RSs/3J43iSy36YPIgdrAgKO/k3blBJLUMcsOvNJ81YO8HnIB0wmNchcqaEYO8uFR53FQqDb/ti5IotbJDDzmDMfHuF/GMxRre+PH/pcBeBgbLQwyF2xIMXic90QG5GAT39+ien+YvqnZQkS1qf0s3aHNDURSb/5CG2j/yQ/gYDR0SowiDyW92eW4iXy0maZgE056QAgRpe2b6BmuzB367WJDsJGBCf306phMuDzsyu8CyxZqDTniAlsw1iNL1fANrNvim2LAIrC0j1Bqy1u/6MKDGj7BwRtNnM5HZkQaZdZGO4/bSz8+Okia/tYXOleepimyPbhtfGUuCV30C43IRj2JeYxSdaAjsUme1HyqgrUM07/1z7yTdQQapVne5Ng5dCqnbzgbywKAG2sYD9CgFfggge+3AW3QymMFfEjM+PNbrGUiEPQGj6YLrToZfpDnAn0BV/bm5XT2neXdPyUYvqTos+SzSshWHSkjQ/TxnAsdXCbBGBt5uzHj4kpeeFFOzRC2IgbxmBKditSHYG4XqOMEtgLo2+KNJfp+VoAwUiMVn9zPCFv8JZ/7DntCiz+SpDbv8ItslWXRGJ2tu29MkAc+4Wo6mQQWSgrQI8Vn5oge2jxnsUn/yY8bJHnCG88Vg6JdX1fu0J0rNtDiFToYBXNDZZI6oOr/dAPoPztPsKoLwl8ywMMIz/nCGZst15Wect9Mx/meK7AEMvDpBBKHTKSwSpsb5pLxD8DZqnC61b1O0TZjTSuudeuaZQaQ0QRqVJS2PcDRH0lEyy9v0ocJNHpQCFjsjV+zPlBfD6A0B9iKQ5NPj9aM4J7raXwFYAU4lFo2xT/Mb9qnIQewAjt5RJ600Y2bPAQNyO5eqoke/rF/uY6zisunzTNIkTdyFAb5ePBrPwuPf4bgpTFKrLsq3VNoA8kfsLoKH/r3nJjw0Rhy+f+WAzyHmtqXbBNT9IEAWsYaddbNPFwkj160C0iyoF7500obdfrxc3gIyDbbOIa0M4O/6mAanxYSY6Jt6N4yMsIf2i3TZ5DLBRjHIrCTbAPJRBOti2fxRSiyq3PwCrP4Di2+Pcbzo3DN35Mk+4sQL53iW15x7Vhoe+Eg6zbTi0CdF4AJPDmQzL8qiOeCUSv7FODQkxhrKg/63C85PAdBafQ0jlCYqfzJgDDa98Fedw5bzvhqy4CHJRXbec8HlQW5+hXg7Hk8upB3CKzc/Ijo+Nmf/ERWwbGHI1X31HJlHhmk6Coc9Pc/5fCn7HXoRFS5bdBdZXjSJ7q0meeDvOEgee0TeGQfa7XgL8PyMLfzF/3ImTUhcww0aDMPB2v4tp0QKz4yoVfWA3fYLrRhNa4k+Nf/bphLD1x4NZKUbxoRPY1f+tDaeBRuCRuu9QHFSOYzenudm0Yy5re1Tkkb29QzsfAGH7jvSL9+/lXfmPW7bIQvNi4kWVHYb3v/J3nuCdut9UydHguWJWPnhB9x1cTalX7g045RHhiUALKwb1FevbkvxGqkJ3/QbrsSZwNH25kcg5ZXesumpWOqwvN9l2I0Or6uuaW18AgOJer8O+2Bhk4XNfFveoAlNadsOmNPyyqY8qL/KZ39d1pn/Szf6ew+Yjn7Cv9MCeNYLb1Picgzf+jlucwfsWPHFbSQySFMbOJDVT7pTdPIine2vTbvbYvqVFqNAdMtfeVtR5/9wC32LSx9Z9r8lofcXZ6Fvd8f0l6azSsf+aY7cEcM3mmHVmMnHP/kG8tibNPKh0UiI7Y96YPRHU/XLKw6M8KKMfY0f87vSDAdVmPm/9T/9ItB//f//J+8+DC29ThnXtJYKBL8vG4g48wb/hSgcPrJ/SWjYPrwF53sccZI17xjfQgOkkFYV3iS6x9R0j2/W9SFLRkifjgsOr7XM0Yu9BMX0A1stR6gPeVpCoALlEnELPE/tZEDGWDYKfnUwVgIs1Jwo9NmJFGczjgwzMhIufeTAHJv5XU4aKseuhJHevt99wAPFLaQv9n/K+dnxDwmEV/0kZ/tsu939DIn8eaXvcXLGiggUKXjCPW7xqUd+mKFLoaLfVtn90z6OuvRJ9YX4Ak0t0kGcO9p4OkzeeNEf+wgy9uX0YtOdAzv2iP7ihC/8gCW/fes0eYl29hOFWb0QC7ic5Rk/OUhIB0Pab6twi8iCs2vZ4q5qGmcxJ+mJ9Tsc5FdyTqRAyvJ3FwZqPDXuS37CGiSWLPRRx52Hf903qWha66Hp3Q9+6oa9qF9x/P4zRTFg+kf+tI/1hes1281pefF/oPqdmMLHRvDJ2eZkRe94jv5Be3rgtEnuIKlXfhMXbaPZVa7bI5FdPxv32QOC3ePS8ls/8/Qg5f5BEQyVQ6xMKDYaL9zpn7inLkBeO/vxH/hyq7+li4MaFGxkv4Jlntk5IX0oj8sWy+vzGvQbQtCs8+jvvdZqUeh+MwARRIBjEUKoY5Zfj+6ezVkQ2Zy5CC2GUfZ6YqedMJOhrNAqumQV5Ce6it7+6n/qRsgt2MPvdQWKYj7GEDeNz0RTw7OyKAG0Y+8lSm5tFhry8QbeL7PV594ssb1XM1qH5fKSVP3Bmcb7fA5071+9lF+wqcNvN6LvoOjvXKELXgeYHTdkuwlI9oOEtH3lxhV9qyMlqX+9lpFv2JDbR5rjBm/VBTSd9nZ87pt+ADFfUjpE8ekfhrdssw4oL2yjbNNi6ccbxLEEhYnAPLTivwYJUFtHU6wh/IrrQegD5uq6BPQi7GegB7aFAszyeHsDAraSCe/W9wF4OX6ajMbfeiVrigLcwbg8Dl5QXbDUtvpXXshmOxZy8OXwacA4a3YB8STJwPTIBIt01UoMs5P3XcZpTQglBmPFWoCEF58/RmJNyO9wM+BLW30A03yRsm4qX90HdX81sI/NA7Z0PKXSRt5JknIJ33bTW47Ke+GcPdVst1yL9Vu5QGtPJQI7p2m9d2Ggyvro1Ng8ZP+7oymzqfU9PlS17rBfgG1E4rA5CYb8EDSdhdtjMdCARPLgtCSdzEFIPJ3MjK1k64b9iVzQGiwOCxSIbMBH0q1YRc5bFR7OnaF0w3xA/qedyZav+pH7xEg6xKS8IdOTe+Fqizw74R/xS2Nex6aXorFCo60+PBreHutPtC8Qbf9gd4pOqtNMiQ2Km91SMDUHQknbHbS0HgQGt+8WmyvN6oUjHaPaRpUib1g2wU/9M4hedUhPGszZgs2tcgRmU58WUZi5+EAC2H6rtcrvU0X+Kt+GUc20UXvK71dc0ypCs2Td3TLBtd2P41odOIg+vhG4pwQx7KhF4Uob/q01dpblnspLNlQBP5FBCHQxUazdqhtgPUDc/VbtAPZvl3CXGUBrGMMeao77aCE37Yv9diB+XRrcNJoa/tLq3ll3nAQOohNR/ErQ+HJ29e2kz/w98Scmq9aj74LvkIJgXUDwp5/0Z2NmOQ65TUIfe4Z+E7cqjbd5aN98RygJzmL/zZnc+UB/AqhkSFZJfMwJ04vPKyrxh/C62KwQ1D05N+ZbAvReaEFiQPWpK+oi0xvYNzAnAIeNxnyib0+c8U6ux6h7/ItgreC6YlkXwCMLAjzRqAb/r3KWncm7JK21xg94Vru/HqlgskjT9e3wt/jou1P+ZAQrcsENC6vfHCGFzDXm+HSxGa/6BN4v/PbBErIVH+ia8Oi/Ipn2KOR4s+z4Sf+SNUzMqSt9AwgONeFy97F+sc06W4/Eh3ttdOmNXQG6ymrLJUNmLYdpI1KOzzK54ne2ddyHoSf3kbnZzqOjXGToRDiLsgwXnKOEaj3q68ot79y7vrVbu0n51aVXVmnEE8nJ4DKtgFzx7ng32DO6uZ7toYOjKB3wtRutFHmm4LcLzuccFdqb2r+xhrZ/pNeNhCvn3/WV7X7Bnr88UDT++Wx+ZIFXccvXgdgR2wC98YOb+0zdCDhOU50SJlDh7FbcmHPLE6ws/7ef6lMG/87H3F4xiglOSRcF4hgvidVV29DRaYHvGYzMr6j8/YeQwjv+nqYsnwqnvY5diUmMC5T1LjK+iKA6sxFq07bLUF76XPrg4ftAw3iDwUnuT2dbVr5nd6SWxDLB3gA+qxdh82QF6YnziKsgtvR2Xhnz/QNTGUoPyAv6+cV1XaiyTJJhCbbV/I0d5f4t1645rQ3Pt/BFPae33Vu/S73vb0PvO70LnUPgfdyM4/xyZfEw2EAEXH8ObhP/wcGHatn5Tr50keir+Xmd/i2n/j38knn3vdX66cc9/KrTNs2gd028UyjqmP4LwpjmjebVQb6+Gu9eVlFntaYzyJbt2GfdF5xh9nQz6U7z2eotJY2fFu+wz/1Ya9zbilOaVSP1tv/RKt9/0yeLeHPP/3f//t/fvrtt98eSTHldm7xN+1R1z+mYXTxV9PK8Exte9k79ppn2AwH9IvLdidtfuHjQQrmzdv21VBdT5/sEx6b/gPZ1VRpfT+MThIumHsMAFx+C/FWuMtBnXT684TpA97yv8MaWZfMi5lvsXpScvOYwL/y8aJYEi95z2rIP/lBz1XOFwQ1yEWT8Dv8aWhj7xvYJUgjbVJ+np9gsy/ArOiUH1LWOuGxvoss4Oxtzscl0Tfr4p1E7X1t78ONyknvvl+hdtoNn/DyNv+4v2SN68Om03fg3RN01tkfC80t0c+ejPOYJWvNeIO987KMwrerRxXCq5F6Q99yqOOkBU7HMzj3+8KzjQeG8QKtz8n8b6qe9gQLnn1JwzIX3jmX0zebj8c9vlA39yD+ynI/dBdXaJZOKTgm4cU8+z65HwLfSHc9ruCM2lj/lB5b3ynX1x/Tu1KnVjzihTnAdjiY+Rz4Fe1tC/sbUmO0+60nU5w2Qo7ilrj7VYlOCKX7Mj0ngpZhJSwv7FEura1PLRRlaG9f6I0PLdirjYHh34nTcuU783vfvV6eJw7lyn1vB/8dzh32rIN3tyP9pWV1T4SjfJf56HKxMjG269fCdLzn/q22b2/y4lOrjJWLtvaT80dq/+cWAkQoZAannd+BINf/hYBLHYreMciYDxPAZXCDDFUNcHi7eggALBuVd6kCk6McdKBXud/h3dv7oPBsR54splmmkI03rDx5aSPKW+6Rt7LHFicNyhrigmUBiWztr4ymO4YHuvVTt8K2rfXSIq+86A+de+omB/r8ffmdX2XQ1yyuZRi89wmenKcQAaM40hqh8jRfVObhMrLBkwQM/9Alh1iSImE1fQrUgK6FwP4x8nS0/3bzLY+IQWyBQWpxeC3Z7IcR5kruf63mt1wQbe+kv8mr8mI7q6VCXpZhkx4LAYPt8oD5DUnjYeDg+NMRIsinhv17eJjCTN7g4zgcL8/fJ6B5eecREZ9JuvT5q9N0g47tj4msE9gjATU63sUb8bKphh6+jDxPeOvQDshxMzMR/5GfB45f+NQ50jnwVDLcAB9EM6c44r24dvwBcrfFgbaKp371J6b4qo9Hp6+b66D0EyfUmPsaLv4NoUWVQmSqT2kBltbTleVJP8mftFUODDr3xYTGBFZRq6+nrh0/0Dv1jg6xZfFiS+gDK5+fApnycZHA8aVHrjyrNUXkIgdydm7dekE3sqUPavgJG1Xfytu8HNcDbTUAG03TW9zTZ+FT7GvOJkhExHfjdzNcSHU79YExddaCpvKk3jIwvGF7+rYPeYFDJsIWiOXHTRIQJ+C+YMzpY+6xbUESNtm6AXMb8aGRApyEMB9AVxIh/uuPtYw8SX42TtoXw+mFdD6JmXU+b40iuwhkSiohwW2GyGFcN6U9ulMOc8OruGVR18xVUmToTryMbjR2La49Oi+Xf+shgD3E0/TCGzl8qKAqNvyCDNKHst8WJl+6gCOeEdllLkQf+l1kX73vCoxwYl3X0buyQovAIOeTPr/+qnkTO7njgZ7an7uib/uIhfCAIfOWvvpNylh+cWA+YPwBU52xz/ekBYdaooVf+LdfHkKf+M++V19T9wQdTn7oK77EcNaKbVvWy4WpQvZ1alXZsb5iJdQb/+h2zgflfebIxY0XOXgk22RofoTfG7ba4cQHr7iQxd7WS7H4FDNir8SFP+SwUZXzchj1fi1Ux4WaSE/E1AzvyGXC9oPBTYvSTpkPJGFp2SnB21CVabdH5g1BiaEGi9rEbWo8583Ymh4SdF8TMKWR+TNwpj/gz5gHLf+wWuUduxmptt2wVT1zyyG/0CuHoQ/zt52c6ULDKF5TJQ+Td0yVk8ed4P11tG10HjlPm5b+BWwqxL5u8FzjWz9IzGmnfWjr/EL5ryTmPcuBybAF/yqk6sQZ8wdpxQ+ghXEPDYEldxK9i2yC93jRWCw9aNQvpW260ED1qG/aptm6K//chbmQf6TumSpvVXjigJzfFEMEoA1s51xolT7ltlcG2kYcF3txPI3Ti0Nf7VW4v5xLGWjhG3hxP/yY5M/Oh/TbZuCy0B3DzXa1X0WrzhV8y2fcpCx8wTsWhrHtrznKD56xoUCSOOhKHJVefVeIe155aAeHP5FwQp/GohvyhN8W4MXI7BezftJf/YvjeFa7t4MALDmpXBN+Ljw9tYP1YQM6iZ22ZnbLVR3bR05b92hn+7fK1l20bWfR+JH0zsanDo3jJ5nLK/dz3C/GAZZpZKnetfHG2XNs8egDt7AnT2D4o615af1P5sTkfS4+6Zc/bZSxYf3PKCNhsxOONuq6UKKq9GY8pvMbV3AVxzJ3qbVgPgf2Wa9MtTd1/mrvoi0cD4BwKA4wZ7k4Z05/x9JH9OFbWpUFOov/EC1MeRhWCpOf9+gZ14GCdulQxmI8eOqIhGb7S7dtnTPbfs/7kGd5EPoy07/87V9++vu///2n3/SNAPiGNfg+xno/4t89F4xvmwRXGcNLc5PmLO9NYn7LWjsg353uKeOpF/N415fG57leFU/mWHD3AVB6zSvHwkXQIz3RP0LpgPxrxTv/O5X6mPZ+8rf3JrSt8WrbxsD8fA0JHdHG/mO+VmVcsPDsdxyuBBax7lxNJ+/KiW+T9lyRk5dpnix+LTcaKScOyC3L2T14j9nAoVc+dbsRiUFiofJxV53FOGPK9N46jHEFRD+n1vub1G0/rbGkRV/B1a8e9lm+5kzgGk8Gvlw6sprHfhapoWYHsSbwYYY5DPJ9A74LfOkjR8bsnq/By857rMy+UXj91pHibrEqi+BjgBUPoY8+G2bjpUQP/YaVeJgQFQgjRDFJlTnf8reEqQ0ZHROevejsnBa9BWIYcp+LmRK1bye+8YaX8/hk9VjvBQl7d7566ZyG6k5Oqm2a09a+d3yAcWyLhH8GjDkLcmNnbNVUWs1PPoURtRSZXI2ceGAcgsc5yi86p8Fc2r0ttNKEeeme63vXNBCAXTBzH9VxTp9GrelyBhL48GIf3t9gz8nVXgNROTyiMfHCXDpTjWPT68SNH/SRxf+ULz3oeElASfYhKmsYojjVifzU8YXMBw2lVRBkPum2XDjqbauPwG1b6RSeOuXW840EhaIvZfpLg5/L+uo3YXb/xtgl4MH3tyHOuvZVb5mc623LXkdmrolLcrIbGiPEJu1SZX7yY+NLM+lG9uEcn9DQUx8+NcoBhGQcIUu9AUM9Cpw0CnXmKBlDwSv47d83Zm15zYOL4177/kpLFiXJBL31hIuK5GMg+Aezws+TBTJrjGHyGd6B1bX6xPlMO+g4kwK9Qq3+lKtDnSOQbMjk1QaQJ0LIKDFxX1Ma4nikQW5dO3JTW3yQpzK463Y55cAeUCRPeEUbUMIlupwk3gUgQ9+/UzuE/Jt9i0ooWF8RRobyDZ9YOdy3LSnRwyD55SuPtL54oJ0Hh6ds31e+G7iaFnv4+404YIn5Eyb46QnOo00IgjrfYEwqjWnlCrTZy5TxJZ+xf2l7rdRuyIyMbAKURcQNfpmcol/CZ3TdkCqV5qXRFcYGtP9U7GISm0UkeCvxh5KEtLRMnFLUm1wUZiweY6k0LxuFugKeovO7fmOKTzuxgfHkCQ3ZPb8596xLJ0Mmyp26geYGabfu+48alTxBzkMZH1BoGnBsW6sil3bxNs2zNOst4k9KoV/NE7/yNdWhkwdzbIiBI6ZAK0/KmsetQOZyNrDnmDf0xGVkBj2LaG54u0gB2RSZ4PVFgvIp//zOL/2Rq3biq4xo4TfWcCUePYdB5K299iJqSkLMwX5oZvEFH12iY3Pg36UrTGi9g20ckxNnbFpJzK+n3K/4wG2Z7jYOfPUI3CuNgWL4LDGf6Vq+k4BIQtVjkIJcZHkXnQBnnQh/4j620fw7DqPeMhjUMQG/HQpBaF7tGbpD3f2CcPW6JtEEciAnUG1X+OVhSGA0ZPcBAU0IAOMjuQkjHe2bX+IT8HOupvVKJQRDIrrld5xiNG2XPftYfyEyysFPb3C50v+YDHyV8RHuqZEfxPHXzTxJDMK79idi17bMn8LnfwcqFFWPvTZt5lBi2eu3EP21Xrv7SvixRjCTipSb+G0z2rPB1tWQ56Ub4LYhC/GnqHTTvb9wvUF+H6uF/L78eTwHFxm8QT9IPa8pB8AUa4cjjBdQdYP3PlRCb2IVu2kP1E0DBxLEjCN2SLyaczruWXxTW8W6Qa7e+Ib21/Sttu8V4lt0iM87zKaNHXf3Of5nA/oquFqgxx/ITJjQa7yq+JBqA2TxH/j6fz0cTt8D+nc1EUvei0gcPhEVGZvvG1yI1T8nYa8B7oxK1L1eKJ+t3wKvTU86C19Q1XchPIzR3Rd5lm2YyAXPwcTaW0mG7Z1vWfukrDLf8oKbftInniAi8j/zsQwc8CYhS3Ujr74F717SD8QOMne4wr/khAwJ28KLZVLr6idkle733wX8Fl2Pee+/hvDpDDN6vZw+us+hHbfAuLwHSQhNQFQubKSd87IZHjzpl/udD/rbzoitP8qfdIZAOToVM322lQet2s+AGLDK09y0b31UFx3Ryr8AcW/SuL/fRLNP4BuVwM3ByhB+k5mu6JuXlduAned3CyWNUVSXDHdzX+Ei43mPv/S5A7Y+9rzui3dcg096litEgPn8OfMi47IPbdJ7vZ6+rw/4ytj7enfFel8rjdq0dWSq7I3V91Ree4ix0rr3lm7bgbu3te9Hc98DC4l5hHi7+/IdvQ7r5vFaofeA8MGsbOPDXYDkf3zGITyu/pmvDKTAKFVOzJ3pXqcPuO6VTzuc5U2D++irdI7rATCtW/87/939A+72BTPNayrMa89u8fpyTiLY4CryBj5Kp7532QBLf2Kdh0mfP/8mspll/JvhMsSWH//LT9zA8+Kw0vLtzSfufLxE6K3zgyLYWn88/P3bb39bVIj/4LHuNG2b4m/LowcVPg4oiHLupz/PPiMv8tKJDsBuGrQmsciNUn6q3PYfz08fFLttsW1bkzdur60/UmtgXJ1SnlB6GjPvOJz+Z49+1vtAuLjxD+vrnn9qxn6ddeWAjhP+fkh7hnjovDXte4d2BDu3fvHvHuPEz5WnZbmaq4RW3vut1XArVPdbs6vV+bVv5JgYW8eKkuWz/ujlAxX8TM6f+sAH4w9dmX/4Rzr98SzDacmzbHTT8zk2vlUT8733jPMJ6but3usiyFGHveYnvr1m0n0tvY8533sPLvTpR1LoNUxKa+X0CQiZSYx546gMTmVx58Nl0x3Ggrni7PY7evfUtHd95IUYx9GVyB31m/Un+3astI95bundwkHZa/Wq1+ev94ndQ5Gf93cL1YXgL97XTq+zXhd6zjJmA/6MTdC2zbE153DXe72TtGNADgau8VIZeIGfxNRNm9sPOwSuDc0FGyzBJ9ZdnUtt4f3iCBr5w+OE3eVNe7ddS9CAdn147f3xGrqVVsvR9yM5v80HGsiJ/iR48PdEuzDfpiqZPEBkJ9m8tN7NB/VBRnKoV9ePeBWvOpywn0cfMY+B/KlXjwVuXnkYQ1hso1ImxQDXoHXH4wXl6AhuQRiInVBZCBm45PcU3PDU9dJdo10aVVkTjso2kogQt/6Req1xrCk+eJZMfNIZ2eCTg2h9Vz3ORV79d9IA9u+qQGPtoMB7nTgGI2iOl+o/sqjHT/0RSPqQ+cUiSHX/1pkTkEuqQJog9BAoP2WQtm0LaOoBLDd5UjRvzRavxGhHHtqjf0wrreE5+77lD4EFfmBNJsJxA3luzLD3L0I0X+tfKwUeOf/U7ISFrXKD0A/9YIR9MnHBc9EeXfyWhA48ocF3/MdXooQDlbYdkDk83XG/qI+fEOjc3LO2k5+oCStK5LCVwNk0W7rzdF2gvbnmeR0aO4kcv7XM2zm8oc5DMdzufY76SjPA33FFbyE3LMFXdLieB5/ijRrr9C+29Y+sj51P+U+O3Fy9S4zfFR8AiTG/5WyTDdIVv3ZEGCXJbL5Tzdd66nfCeFjo/sCXBhvnKKLcdsJ+kg98/yme2CUqnvD7HzqNY5w5cMeHIcx19LLR05pFNSzg/EXzwmcdYq0NjdnyQFMFj1MimMMUQoJ4V7sTwlBuPa1P1y4Wxe2BYeuWH44+6IdelOU+k2EDS87ZNv/4dvPSb8XYjOABv2U6fR4+sTt0u9jxVbobjg0HVELLJTV0wYJ2yLOo6zcfkW+g2YwQGsiZqe2kEZrg581q+iinHf7QRUb6c/h11xPYbyXWtMoIvfwVy1OhKrUQfHuzhp+3HYJRW0burc9Zp4zsUO3DyOiYtlDK9aQfHc/ea5m4Z+6szO3teMTG4tjmmdM11yAPvlB+fdALKJsc9SkA+lsebkU1OpTiExfXhba8zaomCRQ9wvvUCYSsr/CnFpt91Sf2OcgqbduJLgF1Lu48itzGHOCsPZXLge5+Lt5bKDepae2eY6rOShO+Lg+PaCwxhgbA/rS7GiqXCcylS3bni9AVzXO9GNrFu9tHUquLcYbUzGNksVNwsK/WV/kDupX9lc6W0TR4qDQ2I5b91ih6iKhpMFZVAeQzX2FAUtn2VWNtwVhnzXriF6Reg8F4J/Gb44o4jX9qLlEQ3cBBj39PCZkSq5vv+eZyce72p/2dfdreuas0dj4aS26keqdv8XsTVvzO6/EnrbFDLB6omIZ2/mrh9HEt7cAR25ZkA9CCcdzejSM6qykX9eif6sy/5dA5AkLgYwvyU4fYe88g9gH7s5VgQjrbKkt6uNZuzdtDnb/64YRF9Mx/4QFvtRR1yiff8rm2BeGpbUj1Lf65x4kfeEGKfviBi9ViHxXkk9g5c7gFje1qXIAEz3zoNDoeU4ApQhkb9/fGgT3t8Yteqvry+++CkQSmjVDQPO0A1k6M3zPpS0gyR6jRNoUEc8YA1SeIap2xgyoXMjHGIts1o7j1X+sryMwz+wXzxg5DOKaKX85YRDJEME0WqUnU1zyvtn3Y6F0zLYasLK4ML3T74wv3sRrHIh46mv/UbplHv06xkcoUQvN03G6+lKBj3tp74i8O02HPb4oxV7Ku1Koj1gW/Fb8EKnmgt+yJAkdC/qaXNUhd9u4Gsb51qOWUwSMLQCCo1vh3vGjNkdz1M7ZlXljyGIu9g3zLP8nneWN4es6SDcih635+Ywwf6h84/Ce5jn1ov+nZe5WuH6YTtCyHrCfQtP+UTyA1nmR5q8dKl593gCl8rKThwT3lGfIr2/QnVkSi8zp4lnl04Z4l45QGGQDZugE+9OthDHSkutKO86w07DG2bWuXrpNdE/KSbZjbP2PUxkftds7pVQyTWTb8pH/LDgVQ7rbGodhwAIosthdSy47IAhwJH1Y316d9ySt4YB0X42vTU9m2GPjKC2xlgF7tgP/OdvpIpivpet8CTFP5UG9788KceXmVzztY7zcYj4wf5hZy6jfeJ23K+D2+F5rAG7OOmzvw1LmX5Z6zsvS+0ONQ9HzCotxzHLCWQw4m3olHxVn0mr0dKErBn1hOk6/IRIxo5tQ/XZkg5e+v0FO+hTbzhWn55NN9r0M5vgSI8umP2pq8ugF3r9P2lID7orFH3j/ONX7Rv9jiYW55IFS5yL1W6H4k52bMh8iv8wB9o55jHLtgAts2spok9sdadGo8xOxX+5ysl74Dwtc0o4NNLR8yB2efAVbmif/8j//86V//7V9/+pVDB/DEpgl6nPdAw4nxyT/8xbkI8/EA9xNKxe3c42VXNOCdh8KFwHest6EAj8oPDyfUnuQ2mqcta0w6Ee8Quygrh+6ijT6Mq+9KxKYoM+8+pGUX6QDYqxTVCRs+ELg0hUdkFctB2PVffK9ocUTL9kJvKy/6Y4DOdx5Tok/8kJZ9VsGd6lD/KdvZb8zrZdGnedmFES1Sjg8XxG85KnDmgx84H9d44sNgF8YQhIZ0Uc5ehzJUNEPTNfG/BayN3GWbEJKK9zjDKL3kXo65HopMfPKNBgZnvj7DGLJw55kFEyn0OV/gHx/GwImnzPFN4PrJXR7u0r4CFQ1KWwdnzNPA/K5/yORPF1dI5wMsTk32tZq9jo+emQ8LK27S676GWn7xOlNsFj9wz9v1VN+pbDHPNffEw05OnotsQVdtK0oaV5fYcO/1Et7x8bVn1wpDi/fQtjkxkBTbxs9f4EmkCeavJHhlbr3SLi341/+MJ6xd+RqbwDpGdWjKz2Pi+sQac9tO+Asc5t/nh79QwTbRdD10nYENX+7t/lA/cyEjA613BES2WgJehlGD5wDxR1d8hLnGjUsfeN/9x7Mg4uH3/0e8dP/I2g1Dw0GXmIAWPR5WxPp4Sgzohxd//I4sEvEfXWILRpM9uOIXOUjAdJ62LszbIMOwSWsQ/kECw3jcKTbth4zLgu5nbG255vFZ+LYHmqTT55W9MO2jXvjmhTn7rNfo39jDxpRbL82TV9tOmtcyNqAla37h1wv9B7D9lZsLt7L3u3/rJj4jjQl8NvyRPOWnXUSMVkeVEPUQwKCbcPvLaONHgG9dS7PCZrMTHh/hnngfwX2zTzHPwzeWM5KHsZTxw7/RufpiGeAcrGNg5PXH6pcBoNBNtalB9ki179F0KQ5h/KA5iGnLi87IR5nUDcPU7JM60f3jmKudEFYe8iYqmK9X5KsMhGPSlV/9D+y39BkCpgTstklk2/jENNMEJL3OR9zBiU33QSCSBTCDX5iqxo9L6jL/rpxPuTOl+XcjEEM+fZ0MRn4coYFnOW/UTz+0K+GxdY0dKqeg2iWyXqpaL4EfzO975MpJezYNB28F2p88QEdIrQQ87OmPul/Yrhi/tF4qZ3yKFUbc/Z0sdstrCXjBZb+i5UVPyhWuHyczCogXTS1iaEfzHxPB/IZJRNnx9zHR9J52jPgIczB0TXUFnzd1q6tCr4Yru9XceDr9EdDEEe2vPGkbUw1dNrvhaTx1XvvLHj/PA/ViXvwi26EOfdpBeLMzN7gZC/Dg75CXG4luHNwXOSARWF0VGEtltSKj584HOZGbxdS/F9754jicJ5ZDT4BUxB96qAHut1OAgC38iUu5Ce9QJa7BQgtvKlU5cQpPHr+dLZTDs63w3TfzB8MCvMmvtK80QbnP04uMWCA7PownhGsZsi2zHWoME6pMsWvtW3qnjdpGXhL0Fyd2Kr0NjSwcxoeW+HiwRSfLqQ76CGt/PU8ATaCby4bHprpL8HfMYhQ5MDeWoc9K4bmq1UGr/KmCdwNQBy3dcA7aJbv6CDsc3a/kjs73xdBInFuCNd7AiZ3eY996bjplHOKwWXsELutEd03Emkk0DzASsinPw9YohX35JwluTO5V8Jvgpbrl+DGDxLYbB/6+iciCISnSZ7+XnfLlk5vuB8j/aPHO/3uI83JRE2I+0Yj46LjtjW61P7fUeDFp08N34K5YNCH6Y69BcAa93GjCI3iBO2E3/8hUCrt9tQzTJ30K85pvOqB7vvcauyHr0/JvviFa2vbKARLtp20GzgQKKxsiglXesgzkykCJHAa0z570xD8eKe+FXDRfC/KHGjvnlUTMCt/qkvHJ2lnbQItoKATnvqSuE5E6bW43UUmr8dk+zw+zCasM39qULRuUyJiwsm+OlS+C+UHUId8J91rWfl1ovSfow6BXuLNFghzuXPoIBJnXyOnGb/RmjvEBvPI+VDupPpZRloXCcxNMealJdZpk59roo/kTOHD6cOHD+L0LAUvxOtMZF7R33iBCACXSeJGY89I/Jbvt8+kzrYsMpd7hrkYVqkf1os9xX6cfsvyulxl+JNVezeFx6tL20MRm42RnkoyfgKENWewDlbGr/jlVtql+JNviXRwBd2zn4RCy0VlivosXa8aljlg+SIy1X4auy4vGB0jf0bX0fAcrnhwsfZR8yHWDwc6n7ZfdRQibkE7erCuX+KifgB+f9kDNyODbb5O3cfKT363L1fKqjOR3nPI98YtHW+Gbn3D3MntKvI77OVStRb+Fi69Jj/vK4/4qcSXLToyAY9qMVduSA0QOJPOAPhIMMDwonrnxZ+51fI4gpQvKyUwahQ9j530CBrziQqJt77DaH/qB76EqOO1/h39vL3/TexC2fJ7w2teckwSHoW8akCVYX3UvTXxXT+5ZSZyx8HDvq9aL4MmOwnkQI4RuV48Z2YyH2cPSED5joDSEePj7t7/9lsPncXNIaTRf6mk1Xc53NgnTuqyDQryjYgdgntc+orwbC8UHrC73JzQ8p/j3vVVq12KfctK2/ROIO3zxnnI+NW94sccuJ23o7rC/WOuJ1A+0bVrhEUs7NlxMfRO813fPRyVijsSJJunpoao70qurzn38UFdF5g/tAWIbxrt8WzGWUWh49Zt10hyBbT/rpQSfNY8wsW8JmbEvwUn9YzmBgafiTTKxV/lZG1r2qkTg9KRQNsobzfDh35loO9PTA5ez/4S/P5TCXpmfweh59Ul/2wy2GcsVdOaMXV1syxM9+Dk7n4uNH/rQL7zZo+phnsY3OPbfopJC15k2z6g9Yh15H4QogvpuJls9j4WR0zPEQuTcR3eqvt/9iNcjxZfGd7qiP99ISEDA2nB1x8EWCM45edGddTP6P+1wX1g/NEANXtcu+0KNnK3jAz6xjgid27u/93nmQgUihCp/u3qnkjvD6EZf46Bl9Pr1V30jo/WVbHwAypyh+/NP7MN50dSvc4hJ8RtX0CFFn60UMRY67nbZZ++MyQC3Y+CYT0LHorg3JdsGqIkVus7ySa/xavTvuNxjo/rRftItqZNv2srx+kJAcTvW7vTaX7rfm3d/F/sSl+8x/yqP9xQVlyVaQ7R+ItWItJ1wbW9bcRzk8jU3NucEtGgrJv2GseKLwOPtWZ5qK5SI0cdUHqVx8m7bEyJwxTVt+bcPf3uTX7wF1wblHKAQp54nKp43OwRzBv8B/kNFnB75QNPXujLZ8g/Sb+xQXcE7NzBQaB9j1fbNlEPXYyq8ab0M4o2ScYqusqVV3rwfN4jYh5tt0QS3fEoxdtb0sczHRHkqLfwjhQ7LoRCQk4dD+rpDYsa/VSjcyBWCOTx8Y8CDrjcrbHIlZHQ8Oin6KxWVO6AJBBq5hM9dL3p30mYTsEfCgYodbmXHGCPh2/JvXq82PvvuZd5a6g1jJ55rLMnS8yBW5vn+hB3lVL8lDJZi4OrJTcoxLlMy33nc88TH//UIl0VzguO+MJmC/RBasSGfA9fSqLmk8n6Vzz4IaSOXNiquBTNk7XLeTiTqli+QT7zL3g8iVPPN3wd+NskiHRY5/Z83ugkXAPlDqiSanshnE0HsBt5D4wD0nCoyv0s55oS16Shh57LdxDdvVjrNzVznp5c4Fxz+aXvzC9mHCkN8OLz0Ip+2iWrfegNEGHhq0E3qHxxSE1Nq2xvvK3wIe+CNzXYEoh42Slxo88wnT/tpRxDVVxnxs78WCfL8qc7XbgcXGsQXHfjmVSvkprt/fLJ7wBdecUuHfmjdydEOvcpvpnN54h26VxmRX9Zb8WtZKtAiiF9V8eCML9YBxILZBc/9QyP2QM7QeCE9aNE19urXjblt9IZftuIaz2o79w+b8y6d8xa2MC3Jj62oM0b5tz65K8GQba9bd9+p8ztTeW9aQXS8fieNZzA21emJvVRWAzqxqDh/Rry0Vq4VI0MzIyJzGwjMcf7kgOzEUZEtho08L4Rv5cirNvJzFlzPuRemt0peUsm4cVjJoajRufcG/mE18ywxphdamDCUfpkXRSqPG8Wgc13bK7f7dWl769/KvyXv/SCj/itejiywqayNbdlDSE4+9YE/Kw942H/Tw1pJ9QG19pfPgDijLXugaZXhu56mhUHetOdHBOLrxizjBBnzLLZED9ojZ8bXKU+oiTGzjEQGnrfws0bS/prufM65pn2vPF7pXFvQB/2q1wd3VEYErjbWmqYNv8OeVungmDXcj122P6P7hKtsmXpeOH1HU36QEQtbKGxC6qEV/ZDj8I3DlfMA+PQwOLXGSfP/4+1d1OQ2kmRNSaTUPdPT39n3f9KdFkWt/WZhEQ4ksljqmbNBVsbN7+5xQQCJPOXQbZ3XEfrm53Jb26Hjg15uUDiRLyCRqM9o4hv/4FVmwCNfJOl4qIE7Z+44Xfozh73MsyJxpw39ymmeSx74MJ4qJnBOUfm1ffc3LqprO15z+Fkebhqo29ezWsX2/kGvg7Y91Yt+lg+RsA/64cRLio1qu+izfNQNruD3/L7jl8YLIVfu9JnvCfKEU/VjXpYs/KNDMhUv/Add0JfOtIZe9KFuvdTPGIDeH98yBicOcJ0bgbePRXf6HxjzHjltyFa48nK7Prx/E51e1/haUXWndV26ammKEWbTLncM01A52ons1m/YqX3k1kkPAFTOykM7ydc4Lp0Pxt0fPJDLvwV3ev9CacUWGMQI/2rrv0Bl2xB57GMhT3vXBuYjCE+7VAZ/qqRpS/CwJ+vD/J1z0xad6j/jpXYMtcjRcuGs6fAnNq4dJ/7Uof2lAU3Kn0nsTYHEVZx1KfN0xpsXmrp+EJdzL9v2wl3ydf1V2WZf29AtcjK2crMycImdfjPJbYvepPPZ8lBFymYXNfUoHezb9dtyMb/gyxXHtPH3VJ/t0Jswpf8uN69bZ9cLmttfmrRRjrxHnvYX/sQLjsWz9jTovsnA3M4XCGZce97UWkz8EgimyfWHptjSNQF93PkhM238tBk0gafO7Mwe6m+//fbT//l//p+ffuWbXVykIc5IfdNb6dI1xzztHsNr306Wvdkam31SbNH0GNXc8VEyzTFW0KFrUmxwxfZc5G8Rr6iyWcPjTgtMt91luATklf6ueZ6H+DU5LjCdurhZD+dca17hZg0ZZjr1a3v92/57HRr2KQV4Yzf9x7+kqlX7tc6ZcBMl9jOnhZ5All+vC4pzH6uBLnWL4HkL+F4zFZez1a5xNlpV3vs/QcrWXDVyjGLdbxNb7VGa5MiKDrXHM0wwTp/GhhXHeV9++kaGPJ5YAws97Il2NB/c9M/P2mu23cvgo51vmo04KG7y6xzSvmnLDBHmP7s+vjczFLBSd9arVzqv8ynPV2qtGNVtrnHc/Cv8I8GHxspLF2O+dKlXP8ofJuY67XVYhxiulXFNNeqTnjhEutoWqH1Llzi9xNcN8Fad8pqv2EyLMh68DxeeRVj44KFf/dTz1zMiK+SkdmP+QRXa6MoDrlBCDmKTNg+RpWPtXz1cVx9f0MIfWQviG9gZzv2ZObD3PtuAuFPGF8zsA+0Vev3JzWEkmT/9BQprAeebgYvu2DM2oi5bCQYb+v6BaMz1xWz3R5VEHmbY5XdKPmgPfWmj/9Gj+jcvqfv03/bOYNN+4B55r5AxDWtsbATchC0dZCXd5Sg1xlj7wg+exjCIY1Al7++1Tlem4s+8dAp7ZDhQhaFl9jdeexZwME6p8Mwd8CB1X9P6V4AOkzoGA8DwELuXwAuDGKCKA2elMeQD/u67EKwRpywXgJcKsvFXh94Bjny3ngq6VLVZEoMXQC8uajEYOF5RxFMRSR9xlA0PQFE08lzIPFTQ9TCs7X1g9wDdptBGmvCi3bakQ+nqx9jGHdJA84hhC7fbRW6hG5/2I0/otg7fIXZIAK9J4THti473B3CJn+pz1S19kefoKViDFZYFC+6yp4TzK0KkUJ40oknt9fcSshusI3P5n5ZrSfLzFI3BiJZXfRIHVzq1VVs7WR57XrnEEVKG/8hcxDoIcLWzUM6F7EblVAfeXtiFX7t2o3CNm+Vj4WbiJU4zcRzCH5dEQQCN78/ghgevuOpC1knqiVPlb9+2Z+2lDplICd6VgzZdMLtOGxDelmwzq+E1rdjJk/xLF7WZfpjIJR/reJcXJpW5PqCeJ3+GvIs+8E80aL8mEGR92SFz4iAQiQ0+/V26UTO8uxiVdmVtvflrO4tre9/n4D2DdR3BkYJYv7Fit7pJi6kuuLkkznTLAQi6vufVHuC2rmxIPIHTy+bkJKjT5e41p1feXFhZkIOgUuleGl0JLFNQLrSpT3njKzeuD+S8p9iZdfHec60zrzHvvZcnsr767UpHUOKFLw9DaL+f55fQC9463Bzzgs+YYb4WKnw6X6uG550gl9rVKJXjdR4/eoBXLOhFl0P7QGKTU7PePsToOKw0JhLAibBQO/9XtkMRNQeD2bHL7T+8mP+m/QEd7nB8+tsmMuMK003tqRBa8MEuix/sVHSfm+ihgK9/0UHTr7YNa6hjqgJYf+Y83ipwHT9q2IlvSpC67tVsmYPd4/6/+oEYHN48e/NQmwdztHZc3O16MFJ6B0c7/6rPHc/GvDTGn3c5zP+4OjaGtn1xIWCf1274znOQcKEhrxgYUtR/FAeRveMCfgt/yMJNqjSnL9IwH4DNUVTaI6t44oyxxs59bebLUHj6xH/TNqFZyCNfW/7v5Yz1YYS/yKh2fEGzbV5a/1ID9n2kjxskMn32wQfiA/NF68La0F34b3z51bwuvdAnthafW9+9uuUU/Edjc8MBdYsfaKbNJbPonNqceItpkRnZjvKb9gxfaI5rFOuJYkqGFxFmM8bPPIRq/D7N35NG5Q0P6J54YurnITPWOuAMu+155EaWe0I2/kp/94vm1rONsH2TeviFVJiq1w68FYbxfH7qoXYVkA173UsYdo0T1uu9ZqPjutjht2GbPE8iF/rChwL8H/bL1kcCAgct6CACiT6uuLi5knnfzZePq42WzdYNjfbVnxfEp8riK1GcnnxQHciRF93gkwfZSyCyP7G4t3nPucLGhzXDRqa77HvHow5/5KieyAuNXkPR3r4n/LbZP6uCH5qsm/dEp6195LUFcoBne8keXMuVL22kuy3pt77abxS2cEbQB/y5UVwawE3YwrW/9cLd29t/z4G/XOfdAZ7qsgtj3FGPikvPO6hlcTdOlk7Sd09Jb3AM+PCBPjm8y3ilXhLw6YPdvS6lr/MfbV2jybMvD5PP2gnowMan1OHbvLLQ25EQ2x54A+sDOsVtG3lledc/YZ/K0HyiC+zn25evTKuuTXzbd25X3EoH/pGQl3+aFaI7Z2B7T2WQ/VEdi+ef41qHtMQ8//Ezf3yzkpu/PS9Y7Date6Fjknb0tVR1DNIxn4h+/F8vqWmNc1re2UlSDXaZtAwrPib6gXDI4fGygt+H18Y7JOvz8q9MB+J/VjK9QWL6YTS/FO9wiD3bKu8L4psG4LHYoUFN9W2/1FdjTZljmwAAQABJREFUTKsK6zn7lOJhz6xDXG/hj/gHOB7mZO/RhMxPqbTaF9kS04pw+ex5nBae/OgvvVYc0X6nveuQRw+AUKKyLSFbpXsm2iOZclXewRWn/JCPcvP2/yg/ekXHSSN9leZjSgy/qFaJwfsErkA8fj8gP2UqGGOcN3fxz+O9HX8x39PGG7zoNPWQtHKMZVo4sRPxnrnoTgpY0rT1HebTdZmXuHBS/u66+M6La18S17r3vtqX/neyFufSb5J8SG9kqlwQepfWwyt/8JC7PM+rmKf/Qj97vOwDDqHyBq/M8A81zxMupWvLu9HxDTvts4enCzjoms6yEe1zz0m9yddLD0YPDUWA5MnDxTHGluMWaEeXUC7chY8qbb/DA1e5N4552Cnbj3c8L41eh6/3eQrX/NC/XSfZVuzDzrxb/k/53YeFQS9oVL+2v8vv16lTznc4tPv9JQCXUfxAgCWIcFj7SggYcPoNHlUUN9qorAsXns4Rkgff/BYPlwhxe/qhN3m3PnPKpMKRJ9XAWfDajqyA2H1i5nblhDV9xCbf+uqF8DeeSBuDftORpNFbFzPQBEFPZdD/cx3jUQ0n7EcgwA8+yJaBVHlKl9jKIAlsdLHBNFULWcma7QkpA/CbXp35H3//20+/+2nqBAY063gvusgmWUnJUnbD+qhO9OfAD578BbZyFufUZY+592OTi10GT28+PIGhW3TxAY02BOUbXpEbma+pDLAA5SwmGSRq2zeVIy+/VUWyrnyIJ2bj2xXE5u/ffv/pq15nBkDlqX2MqI/ar/VrLjzHQe0p4ixuVyDXqsudXvlNO2HHLxI9WtQP6KInvjj8oCSYfguXaP7FN6G5uJAt1c8XZh2Sy84WArxlhycZ87QeQNOWksPAC0OVlHKAb2YlPvPliy5ObDQYW+iPCPnmfI+pxRKi+uN7/vfUmwWlFd9fodwnfG921RUq180NMPTDShL40wuVStw8ZAx906tIeKjOh1USlAs4P5SUYybjQP1nzQvYpf6TYu7D9qTwSJnPDbebAoktgPYFtwgCl1iU7CZJH9T4C84XxWzhOPx4pQ1NYSw8j0v542d/Y71jBggdBLmdcvkWj7ak0BH0OAE1admBHP7YEfG8sGG3JSu4/EXeUkzehxXI7f/mg295Y6dDI/bw9IoA0De/5QMr7OZSWnIq3pa8oQWdpe+KV0nrf5gbGO/M1jz+RWOMBxH65gprGRKChdKxYelOPrSRaMtfeLM25JuQJmJaPEl2Utsn/UR4bdsHnRozB7d2qK7qkRF4FZkKniPQAxWZO/pNWPA7Z9kONKwxg54k+zYm3/Nkcei/lIUS2ehJmnOh5wXWAf0tl8ZGcw2QysjIzc0cT0snzSdoVl6b5npysLKWJ3luCkAMarlgxppWBXoIMNLWf/mNNSQpcV3e8HLXwN/yCKFl67iIlFd5NIe+7SuC5MQXx6aqeYz1Cb/zW7dwzr4sFpFuapr0oPkucejoOBAOF/SsHfFyMDiygpZVU5/lXhXKuIkDG48efUshA1qA3ud0o3qVD8rdCLOGR1/JQaysuTrc339aDnVbNk8iyI2dkrpmeH5SU+vtb552WyBz2erweiH9coMAfZJQnX0fssKxdJuXX3OezL8nZI9NF90V6z2cBb72CZ9ld/FsPfiirm+WMI9+EQ04df9qngiLrJYTXle+lcNvWQFWcLVrc+QHXxKpD3KhASwyICewpWW+cDI94PGrvvXLWxWMCz68SOClxCf0eP3cv37/l29OTnsECp6rZBpBnjRCB/6RL9DsuZET5ODAi3S96EydfZV2XIJnLlaM+6YRY0N7AuIVxCXHydMg7ejdza4II9dNqomGee88ELSTjt3iC2DbtiB3vTaPKolF+0oiWK8lRX9P2Ooz/+i/D+8owlbwhxbyLzsLQZILeHFW1x5hncfo0hpqGWHAJC0s31BYa2v0FdU5py+S4PpaEBwp4vitUKYUQGKhdiid+jACivfavwLXGxre23qSio5QK74pL/3dLhI5YEED2UCqYE9eJsDckt+MPXS2PJK7NA2/fGn6/mAMiDjUlHU9AL86bDzAgOycgE31l7oEwqbQh2dIqk4TiiTNcttmztBhf2u3ig8sKP9i/4mWfJtX4AWL37ojsQ/EV5VZVg5v5T2wAJd/6MM//wbvES0E1yf9+Y8i18R82jkYGFJtaB7ak32XIr/KHpwreE5GrxspXwstOaGh3bXpdF7m+sSO3kEOlHRd+3pkqL7kbUeGL1/zrbxgXD87/4Pjb0wJvvOe27C1EnujwMoa8oVmKav7xT6WHxSEHhOiw/uMuE7C1r/oYvZf/29eAwk96wE9yd24qg3NCFeJZtiGlxhq3+coMAgf8zrMdNkfoDeC4sfhC/zHP/xdu1Tv1p9icbZBF/qk4riijwlHmyNrxV9xaKfcv7NunkB4oYNtle7ttEHH9l1+5zrr2++SkTlgyQnexKW9dcsh8nvOFSy/bZh+yak+87AAMJTnZANfC6nMSuVrQuXEgqyvUuc+bMW6pCalyBP/9TW25m85zzgNNDTAWXiZaNMlPkZRhHnetOkqc0CqH1KhA3HE75iDxxjvb8/xLaDIBT68Inv2rdHIr/dXXBPpVoW5bsnMN4HAh1/zJaSzytF89j2VS4e+yHWgSmPyucMU+rTzEAry5TrNNJiS5SNS4ZxLucQ0fY7e6GsH0nYde+DPVPl41avpYHfj/vTT33799ad//vOfP/32q177zBiWnWfqWGJ8kjouC1M6lQH/AGlS0JJ6mQvkT4JzpaxD6L/OgWiXz7O3wo/ZM6ngeS9iyZdrPSu/8o86RIHiSnMNXIkB2i27bJ3QQHl1u6Kc4qZJc2V8Y1PHu7GMy/xd/P0KX1CZPw1WempCFlcTlyZw+0Af4Dhf9DWVEHjAu3oWHDqBNRfLjZ3rr9qHcGKcecQAGsfgltiFuhP2EVEBk0cGLMdKFxjMyrzIWSFzEedal3UcPnYUa018D+nIGi6uuyja2J05S9cePEOYtzQG4q4vdm5qObaPHXre0YcY2JcgPYmHH9CJPlqip7v0IcYj9SdDAMRu7AcA+VOvXTAunxaFtQxfxTbQtm0ce5FpkHXRfFVqnv7Mc7Ah1Vb8xFwSM3nS9PcSwrSKC5TFlQ98c16CXnkdOpSIlY7n0sDvKWs9wZfL7GlHxysNaqWRno8/735tvN5pRG7mg7x9Ajw8oFUwISw2zITA9QECRKVei9leSxzMyztQ0x9jVxZy2ltfKDu79ClmiRhiA9uAg0kaRYfWGk+AAeP1SJCOjyBPfrMsFOPAl3Th75Z8eL6RD0XeYwloY+iDOSN7oqybps+YlKSZWwDW2PP8G+lzg1Z20ngE3uNlwwgzk7D6pBtMnYghFXRtu8cvdlm9SNRYpMmyWsjoWLCSg2/1bl9zr5UPuPQTR7y94hfd3/j+Xa+hFlzmZXRTpHisYqgQ4LN8DHcEhhxir7QCvtWV582wsZv9440XdgMxOFOX2h89M5OAu/ZJK3oMo9bk9C9ZkRnfyRf2n3St7N0/nHoUod5rqfaRlwd9s9z9rhg4rWnMsUJDaW04AexyUB4/9zeArbgihYsXB5CEmQK9YmvAsyoovcJhmLvHDJoPdcV0qRYfGSj/KAHzi26SYCBwaqiJl7arDF4QWNC02c+mJ/pOvFnOYQ5OBS6y/aKLQQ9M0YEHwTkH5GeM3gXyZ13cmYZpw/kEwJQDfb+K7zffNHgX8JJl0Qsd5A3N5KEIPxZFZPYEuRgVJoNSXWtBb33KM8vIxl/sPXtaVoxo0Imr4PBHfFK6hw/wT76/+jBUkR266oP3k0nU/ve//10HkhrEo79yIvOnkvjA5o8//7XAFTkvqE8yXqmXX/Q+8MzZHOr+8l03/W6EGV+8quFnYh2VEUR/34TzVRMacxnz2t7zDpa4r+TsI+GQagvvHbCL6CGN5VOZTWMnSEr/k4R8dvkniNQvBa29Vhi22QuJ9fZiiY5RrBuVDTgKqPSHNplfv/7qRZPFngt+Uvm48vBRuQoHv+/rovAKbsOtppcA2aDQKy0aVXVKnj508fhUTy4uAnP/hA6bfeaFE8533mcxAr/6TFpTntk+y/ZDg2d0gBuamSPbVT70H9k8XA1SvV95YxB00Lzqz6MPm33NulKCtmlvVX+QvFHVgOj2c/vBBxRCPgKFkhTmwCPcjwx3NtWT9qlL9OaiRrHneRs7aKMpuvSxYJODXxrN7zxSrwxH7+JjX8Sn/mSXjPBnqrRW9Tsu8nCRyxzN3FS48Aq9tq1ash9+3mMiuvEasz/1gBMXCN+1lvVwDXKVYcrxMRvsHIidQ8cCHxtOGsDFhrMV3ro04cpKcQdMxuQivkBtq8UoNnnmMSnP/ZP3GsOYpcc8xZxjXwsZql8lyjc91/RFOSx/xAn/8xpOot/6dWHYwlz9gaOxs32vMuuT+WjO/UUxzMNweW08BK7coc+/Mx+v+VmyMlfl4bjNeBfil1SffLABl41dl2yd/3f/Q8H2Q2fh4sv3CZ+yrztx4P0JOltNYurV7+/pyTpCrC+B46AUGlPfd/hZa3Kg8yXvP7usp8jmqVAEmr+jRXt5zrzqoJ+oGT06omf8Hlx36QN/0s5hjeYG48imf/6q9h4KovN13Sk2Ofw59OGbLXB9SsfOz/1POHdaofEeP/0zHq6w1K7efub6zDewse+VLj1HvzvNV9gJAZ5xl2Cua66cCfvOFmDq2ysc10LitxQ13QVgHIJCqXPv6rpkxmkQqWfSaJxdEMyO+Cjs2piui3IEnzSKGxZeGdSkw2M6ILL2gYZT1fPOpu3Wl4/y7nk3tKqCy6pfZMeYdDyk7tkr8zKZIIkr/MBcWh3Fh7nUhxEPxEYTegjyxfb24xtZBvouNrpRwffs2zPtdm9bweM4WoahzL+9L13zWFGRlf8Xu7VTee0zmjZs1wpuNDmtTJO7YKIBD7xCn/0f1ztP9CZu+y2XOo5fDPX4wVpb+cHnZusvv/Lg6Dqg5vDqYQ9s1ZdfeXMGhgaHVDku65TkL58piOMxwelmzhJYrvrNavt+IXht8FqVYCi/SbcxPXncy9gHnfb1EMqsBH/f2Fe9erTvXV7+ktxr87RX+4oLzXtb+3b7Ecdd4NSnhW3+JOOmU6CR276S0zShyx7hlp5oFiSyxJcZ7QSm/x+9iGn9ZwboWASfB6UUygGm4YNUHeDHwwjkbet6bHSHwuQi8guWvPuJyerQeY7JCUu59NoOPm2vfWqz7onPwicH/rrPoh1aU57SDc7//HPK+llquaEd6M4hR67jQMuum0LaKkqH2MMVDoXVdnBKK3ahnT/rDZqa6yfi85//9V/6TcdfPUYfwvNBjav/C8AyD77XH23Twr292pPyTwDeU6qX6wXzA2f5N9Clv3RcJLxPXuWncbQ57bUQfNY41nTJIwE/wjMQcFvwFK6yFerz+ZZ7L9FXvUrpHpecA0/eLU+44pInPrbwvv6n/f5gDm1NeeNZrhe+6wyBG2nM83m5xRddH59ZJesL5wryF/+WGvb78nZkrAzkATo2DWfWXF/vKk5Ye+iPb4pbCX+c1x7Z68cOxaLvN73aHLl6A6PwhZl592u0+QYyShKO6CxbzIfZoJk/reGcYSwlydsHnbZTfkqBv/bEtrXd522CCMjIvynDlfq1hh/CL/PCu3hhnYUmCT5L3Suxf6OWuHpCRO+pO7zXWiA5atfaGwqdX6549KiFQM1UYNzqQt8sU2+CdvkAwyy2xzNAamM+jlVe6VQ2cP1ggm/gRa/SbV4Z7vXKcs8L73ZIVog74Es986v9p3XkQkewrAmVt3u+wtB3Tx1Xjg9srIQO1QOjZ73Bd8WmP+XCUT/9r7bcmEVsg3PuX331lxd5XIXfuf/1Z71hTufwuqKQz660QSnf6PZkwCXg4nOFX43O0GUpJhTDERQrFW/XmWS4nn5geYGVno5n8mEYYKgmX3xL/IMcP9V/0Js0n9AK276P6o2Bws66fwM4PiN4MgJRgIOBHFYXLXmNgIApJwfnJR07v3S1YdKj7V4v3MyRdypc3kemBtQRCu2o+du/yuGTG5IY+5Vv5QhWuXPwye6pukOoCww0ziRcjGuOTZEhh+rXvlPbe5HTZBnF4RIYDpIBHJ0imw861cfT3vvJN9EDxpPk8k0DrZuv1n3FMvg/FS/8HEQi6pwFF4tL1zqHgU43+o+dbBcFvxt+uescmKSh89rBkx1zp9IbgWUcmEls+sKbJ6mXGE/i/8W2jI0hum1pIpx7Nm192/AmR1b7bg12n85kI/Tt93V44FkImwlGjLmJKSVVFyJ+hPSy2RsuaRYs9zsBBYeDFllGsZyLgo277Jcd1W79sNANAn5mU6bb2LopzeGwfOBDpvgCIsD66SZvXEOWBzG84XzLpcY9imb+TntvRFSOHji0Psn2ogYXSdrV1QFUPhPjXmaLkbkRGsf4sqWMmbbgnLhPPbDl2VytRrJXBMhilT/bU2CqLpjSueb48C4LdfCg589UXL7LBb/XhHyzHZlyk9ljfslZPGiWTvPyOd6XnCK5olaoK+5NpHJSoV0XoGwOFPNIsvaFP/1LsiJunig04uaLzuU55TFFOutmbfKoQsiyrs0Bc+LvGl8Zk+rWt8UBZD8waYcr6NM+h/fmZxaFQadgIhvl4jcv3af8CvO6BiBKb9aZT5mJ2LxoMu2KpMreLC/Z1HJhv+1poyS+g4PtihQcnv9U4xVf/iuPzN2JE/xr/CXnRT8mWIJaybiUiQPaV4r9YHf4VVZAaO+8z7eGzpPt8Xnx6ovShR8XWMd85akLBF0I841Fbv7q7rRQdEBimQpz5JGWng+gO+Uqn+bWT8wsz9KFjNf+SFKDzXmM0QDnb1+VM70iiuAyH5bqcw5uEw8VHcu19eTI813xv+3DvA3Cms9/1m9a/vzHb6LBorIEMTqxjY0PLUpTh6e6+dlhkRH7Nd1xu6+gf+pU+Hte/O4XqzntrBVdL+pzfnvH8UUsYFvWZYtz7Fce4EZXwSz7Tn9TRrfZFvk7GZXS+xw5HR8FQbgI6DEx+5gXiYi7LMDkj76TplwHr3rG53YLKFrTnZl9/IMt144rMtJnO6z+m+4msD8CU1l3swpTLqs0Ox/K0wbEaOYKfAOP6FOz+YYnUtKw07ELrZWM7o6tQu9pDzjo838JCc0rXVmV+Qs6F35uemg/88bEmXThhX7ObzS3HLBEYP3t+KkCai4cPJzUN+XbOot++aUfIsTuuc55oRV1Q5fPwVdMxDzffvO8caDel7Av/xiXhkocmu9wRp9u901EAXa9YI51mbalD2Qo8+0YkrfTyp8epERf+P6pw33zPKEC6l7f9v5i6Y/MJPtqxYBtCd9uMgyRj8qbmo+ydq/XCdVsB9EqbQA6v23gUchBsWSQKHgt9oNO0h23MYCF5zd6PaZtBNlKE0LhoHL3f+fTcIDv5+a6ygI95mp0Zrnhm0xMweiCHv1mw3LdRRbk3DouO+2WBnUFW3n5Vu7qVp3J+WZeU+Fbdy65ur5wuJX9xqve0Ea/+K9eQGK1o6dKI6RDWvDFw3GVj05k4UZrbcYhm223cExAH6w5HJDPBBy6QY8335Cgs3mp3jgFbsacgfVRm1kn4ZIoN/UmMG3QKv32N69OtW3h6YcHuJZ32U/i7PSOZgFKu/WZt6/6Ua/OwFGHPn9NxaFen1M2jOBJ/v12nUHY5HKox3YPMdTPq8KdBO6Yrl5qDH1uuoTn5Nc28soGnbab5vpoG3DI+asefr6n0rm3z3pmP8ls1fSxeEvSDQYd82PAepwhH/4eazC6LvuIiPshQFtlNB2NW+xVWHLTFix52zfzHxTu8KVVtHv/bC9s8/ZFDvyIjyTTssXP0he78P19mn7xmY5gbmMPOjvWGdRKyOFzK+F90e80/vrLrz/9n//zf3xjAn7w4nr4i2j2pjTtngPM12Q0XpK/+/RPEqjTly4LqDbYa+Vtjdu09rceJSS+tt7MDGIKXzU7Cf9BZeuIzPzp9F+gxAjXEGtuesd3kSXbD3C+mc+rC8LA57quLkLIuezU6+PMgKt/ZJZV9UM3nfiDcM5fFR+IC6f4wHPzDzrgJHYEhD0W2jeXiSdZRo3c9AXe/fBaOtHAZdfXX5ctvXIwUitHxt0XfyEoMsICOrYfAuADtTQO6T+JODvrhekQWMPmtYfJHMSX0oGDH7JUxpS5iWUdF6Haq4QGeJvsV+8PbAiiKLHofRLkF4vyKs05t29iL4XG9UvHY0N5NC/QU9021VrLbwojEzDNi5dvY7ZGjt2OzWZP19/ZRrk2g9azf+8Yf70ed80Be2Ss7rV7c02M1jc6xf/lzHRSuLtd2l7Y5uajAcwI8u7JIS0mywDsFY2LaHPCU3XTXPOYo1MfuSfUcRVO8KlOF96rAq17f+kbFziNJ+TpnqF54UzKb3A0sAQkDvVnXWLnKUfx7nxN5/GDOeF0MBaMaz5ioy5sGLrsGdAJ9vXrQS7vQ62lVzs4fNXttUUcoNL9dPiLx/B9KZFvPrgUc4zksU79YU4yXWgyZ1kzcvTVn9fk6gSBJmwNuYxJYUd/4ma1QbcydV3RTAmoEgzJP3MfATjWgOxtoUmZfP4B077ugam3vb5p7o7xcZ/vymPqsa9sbCyvgkPJJzsNBpNQDN1OCcl/8CNvO+5Vu2d3Am6ecxDfPG9gjFzC9P9AUOPkI/HMgAp+vpI+AG7FHf9glOXmXWA2ZSnXQdRoOzhu0ccmQsNj4nVQTXrOq8W/lHtQcZNUAXyVQYHtyTAC74H0l6j/CPjIX8ixR3WTg1bieVJUiz0ikXoI06BG9mnT0mNse2yqYZn+0KXNYSOglUqv9b+a22TvkOr8d/0fth/p8YWmgb2Jhyd68qXzJCklXl/VxreAsVXtVYinHCtks6CtkmieOtA21BPap9rqBwOLuG/IohIbSJwuB/aCBRg23MjQeZvxrmlQPuSAzVQuH227m/hd+wUZfoNmrHvVF1lIvZGcWj6v85uhGliqLMSBcJWpjIHjL3XPb0VV3gMtyBSfcuBfNx7paz85Iyf0wc++HV7lf9UXjL+aoJsxGJqmrsbPjKnCdAxXx/qTnJuB9GfzlbIvDDGWNsx+tVrtJzi/9kdKvPonmpXXVU8Odyy5jJTFNgMhg6sLOvJZRgkWGbHtx6k6Jg+PyAYeeh38WX6W88D+qMQNyG7UEgM/wnjtr97pGYKqIfokBo9d1IGKOy0cG02NU8EFAw+67V8VZBGvQbHRhZh9C7zJCJbfrzxbqsoXnMi3BbkVgBG8+a0uyq6Hog+p1MVG6eKLskHRtUFGoGyopMsyAHE71Y088KjtbiI9VQE2vc1UNDMGXsBRR3+9+Us/86jn1MHzossi8s5W73gtL0UXzzEQ0liJYyxI7IEtj+xAAdKD/3mRCq+2B27qCQ1sQbrSS9v6tL1W2bLAj3HAZlp4i4Q843rB67MLrUFykRItxYJoNRV/999koz1xkBgHD5zCl87O1Zc3C0RHYDkYqJ2mn/Bj6zw1DlHHqqZ0tojo7I0OcJvBKe0m9y7DnMZLacr8Mw8grA1bYon1OXS9r/Th3Tq4scFReD20tpYb6P17KReqiS0ozBj5axTjg8RG7QgFxhDrptvmBoE+ula6rpzpiZ2ebCxJL82Re/ItXfIr7Oz5cXnSzJopuX23TxLLNzNurrAXAc1o9pdz7LNq0yBuOmODavBDt/NOc/evuOmgePcGAJN++Ni6cIGscQIneU5+4k97gc5Nnae7Wiy5O49BespF3bLL//45FZmOn2XpgTD9pLw2HdzUf/QJj8i1okcCe/0bceYxPOqvNLGx5iHHqBhv3V4h24IuzAfTn4iMPr18YPtz16/4M4fG3Vbt3/Tj8jb/r+U8aIWMU2VefsCDXLz54s62cqKr56g1sLAdTjMdkAD4dJIdvZEG6fpNr/J7ISVQ+Mf7YdZ65EKEJYSylmtPxF69F9Lt3/DLAvURB7z08dMlfzWx5vT6n5i0vCt+J63yOm3LEV4jrrPkgflcqfoB/WTb2rD9r7KEz6RT2PQ8fzLHOSz0gebwPmvOwSndJ9k+4sM6yUPqeUgwsYGP6+cVpsubh99fLX1kD/ryT7LIV/ebAdXtRzwLhw1ajvWOz2wf95caMfIU0e3HFnjgmrL3l9Srz/tdfUD/j7G/K1bhWv9M7vUN0RwAU6dXbOZMsfacJI0UK0m07evV+8j13CE8PSjJq3azp4ThSejpBFEl9Kh9+TbaP//5X8Zrn6gZrh+dDyRZm5zbD5eWaefsMxsH5unZY9CGnDaXS4UbJZQWAL+V4IQOWnd4OEpyfFmT9nddoNQv9xBo+yKgTBZd7PfbBv7Ho+JQv5fw5/ruiLt8JEDpEooYoTapxw3uD69PCoB1cnA6VmnvyQiSRfiEetpyvfJK+26f+rPt5A6dmF708Ye4MOE4OlkHiA43qpx1gX5Q9Atoikn1uvuitHpnOn2Nl9lbucQ4zSEYs43z6+pf3I2nBsroM9sKd89fYaQAGimjj3m2otA2/fmKe6jXrqcFeqe2aZ6m/1lp0H4m9EOAZzS14qen68i3CJ/oqH3uNgwfPcypsIsPGTNJntt29egTGom9DYuBCaFpdFXLF7jQP3RmW/ocBmoWjOitl2VlHwntxaI0ty6Q9A1B5d4YS2jh7341fzb9CMfX6p8h5vkVwI7nq94lAT/04W/u+9nD8MbB6lr4e97+5vNcJrTvGP+TenSQqD+Uq1yQqzZ1aOx4EoRs5PmN4hzoRXbuoFKp9sO3LV8AVwV7dj4u7hPc0SG2W4JBevnO+wtQPyazieO/6mq9wcNYZEvkGT/1mfsXnIHffExbUp513wA2Dene9/SHwZhQB+H0paFBWOHZBjhhAa2yLD1TPpTpBYfhbO/wgQbv94c+B/6aySKoirRh27PZiXFMYwTAkUd8HDWhEbjiB9c0l3B+0koXnmx6qkv1bP3QaGnKEBlhmYMz+mIL2mCzWJk+1017AwikZWUOyiFmlurFJ2TK9CWvnPcObzp1UZhvhWBbJEIuDmFPqhyl07y2rmwHo6VQWaLLr7QjLF7PgTq0+upVuiYv2r2BUjsbmu/aifGPeTibMj0FSwzgE3Zsy4CmYaboxmZoaoMMhw+6coBzibmAqCsD9+jbjuYcBK8YrJLtWvl73AOI/QqH7FsW8yf2M/htZ3xkQ8qGeu0zZ0T8LsIf/FQ3MniTgw8l/pLJtFXOplbxs7ybp0+FzyGxUuTgG0+uqh46PKVNKl569bk285Xd7YNP40OA9gO/m8aD8r/o23F/aix9+fl3vZpYr3uQKnqDEQzCqfzFHtpI4aMuycPGGTmXamb5ow/bTUDVY9ajc3QnFkiFI27SggakxhHxi03SW/1Ll1elEYoJx1KI7MWBYnSgPbStG3hQ1wcxbt/QoDKv8/FrWjUJsZkNv0hWGaCUJJsvR+6LUNvtLPwTZ5arRyl9lE9YysRmaFW/g12fTRxgqU/+xVjhJ0tHx3yrV/S3V45HxM10COXe5Cntye/YPzFdXsDaD76qVR/M//xN3b/rD53yxD0wpUc5hzc46LSf/mu7gSQnfsEW5hfMdL18Bv/JNhP0qR/6/DYTP4Mw16zgxZ5Yr7LuOUcAnYMnj1PuGLjaj/7YUPMMw4N6JunNw21SOhdibEqHzRyrsQv2cXxLvmMjk/QItGtStaxIgqWiQ+VSC99akSHQ0XRUJ6fOFOr9PHgYa8UYvs4wz2xX+zzZWEihZfzI4MNpEX9dcyIHv2va36UHn/SONn3lT/5ii4d1De39G4jSc88hGEf68c1lXnFP+kNPGH81vjvd9vghpvBl3mmqbs250Nuv5tQvMzNOibn4v2O785XkEjwmgy40+LvbYNYpA5vf4PlYXg7TCKX9O1AVmvnBPmZOlyz6Zzk9Bphh9G/5sSisA6eNfuKHC1q98lPBe8ZJD7uYJ5A1f+Dm9Wgou3y51i/80fW1/Jx7biAeMQ5GpBW6kluBj5wkdOC3fwIZm8B3jw3oBNDwi6LoIAfyRZ76kP1V9gev4xu698TccmwDjiJvwSFb1sDFlX2Mikf2dSwmnWJy6Ecm1ruQeeUZGeQVJg5o+it/al37kPR//Gldtj7bKpk7eOiHPpuAviWfirWBWWFbwXGtEnqIozb97TkF120+p9wLyOjZsRFf3CU/63d6Qg+7HDx6jh8C18+0S0gOYyWszI1nPO9Ca8/51vfICH54ycZKkz7xddJCXA2B4+YyQPi8snZ8HMyWwGlc0JZ55ErXtIrwJo8upcUYn6n0IlceNkwc9TDMv/+23gpk3U0geIwNSlxjyMXLHuyjqpcaP5sWPnp/V7x1/IFuO0AqZh/zyyBOAPq6QLGq+Ddn1tkMJAMiP/8uSVXa0Zdvc8a/ufELJH/Y0LM85Bb8hcaoeA4n5vVvXhdAF93K//dvv2sayxw/0Hex+lee3TEKkz7fcEPn8gFM2qhBvwGsk2s8z9nA7MeypGVWH26nnnEk8MiLEZx2YflauLKbZbXtAdI6wzxEiYE10pMuttSyV0GLT903FpeAjgMasaOEI/6wJ9eyu4/+IyY1J+Bqf2TuGkU7tOBJP4n5y3kyx/gqmvbPukZznHq9FmfwFs/SMD5039gncMF9sgv4lrOEtwDXgvWy9kvo1V35qFKGx122Upr2Bq7yTHjTWToyl8taji9kbJp02ma8ZVfKlqP+Ea8mipAiYr7oYpj5uN+ubpwWtnnlu8vbeuGe8sLMG9fIv+VDHv4pyPzqUI1V5rgpS+36Sj9xj9pffBaRtfvY5+or43v8xB7+FEjWi8Z6YrS8yhua/WYisqNP+wgdaDE6mL+q86TR8r2P9trXZWgx4KRU9odQDsyEg47lkPxMv2d3bPD9AU6tAPyfvibBbsLXzV9RNn+um4/dgs681zbzUh29f/vbb/7psr4yF2j6m+M/VobG7JS7MAZ++NjjePVxBpd4KLDmQcmAUpWtvggEtoss2BDLIBv/HPX4f8laijt/2MfZZqYj+1ivQDPTeyBt5FPonJfV7dimELVV91dtJ59vPupD5Ff7MQ8s/RZi6U04RG47YKcvY4827MY3PdlHHD1DO/DEOHGWccZ9KEc4xBV0/FYvFi6ffkHB1wpqZ+7yW9IET3z9Qryth4Dwc3+7+U//lFJ4IBfvlrJv1/7mHhPAzFT+lrm+l5/7KuK4G724HootkHsdD9g2pTHpHpvN1qPvbAXWe8DlGtPzApd5Bd7RCc5t61pB23O6yoWNwCEGhLMecuDNL+9S8ZM3bt7zi1/SDw56NS+P0uw1ru20xhQPKvJQCXJy3sreBJpN05d9dfRsKxz5/JLZbG/ZvxHdykMO7+n7yM08LiHXPOC5QwPb/iOuRwLX+M7ZY1Bnh8eYGIAqPuH7ulA4oi5l9MmaIRfyxlOCr/eioEei2X+U3SC7uWtdrzpgaVjr55K3/gDlo2Q/DYCJd5d/9g0UFRlAswXfRn637jlUdqZZ9iJFL8WSbPCdtV7XMtwE92utAZNBPa8bOh+0VS5Uvdv8Hh8aYfYP2MzBxEd1bo4geYNe4hoeQ3rLAR9+svArZ2XLxuS1ScvUieH5M3C5NhpK3IrFDV3sAYDkJLiYMW3OztFtl/0sh95eqjfrETng0ZZmNEgMQ61y5tydduJVMMS89xYwURWWpkHBIek8RKGjP8F3nQ3QmRO6LkToyAOfwx+5Pk7Q7vo9+VBu3a+AhkwWKpnJxloCigdG4A+BP5MMK0AGYMLzjkgoJeVSHgMFxkZT8RcvYCrwX2XCSO5cWICLgkcATYfaAfhByfiRToTkiDjpB1if7J60kPnoVz1/RMg3gtdg70LAhP9Rwu5NDi6ChQb8qUCj+7sMHJsPW7qnmP9bOT6Zej/TReYequF7xg+pQU6ZQftCSbrxe4KkqYkb9PGnDnuyQWGRDL2zcQzUtFfxrjlclX4MuCaaBd5wTPXDz0w8sFi8BN2HMIqIfnhSQzZ2UQNj4RcWvQJ9Ip82Bfxe/wQJkDQe4Xs8EtE1pnVo/O2/OSDkpc7ff/rt72vEEowjMWy3z1Vm6AWC+H7ebD3J2rZpu8FmFyPfVQY6uQDU57Z9JtzrGLtvsMA79O40Zz0TeWQjIPDdsrnyPqGGBN6wLE96YZUI6MbNhaa5yWvbycM3ZpZ/zIhBU3kakFfdDv7nSrF3aS5dhFo/fEwFTZMK3xZi29+Ik9zY1uJrMvjqpwZ4YlWRz+SgVXnODz/ye/mRA8u65ptMbAj0hDIXXP6WBzcGBIMcgY0MuZF5Njnu/OAjerEhCL5H6dLpA7S/2IWkiUEuLknd5LmyPljcu4FIvM7ee/n49N5DHX/MZD3dFlm2P8UIO5/568SviVgQ4hNqIfokG/QIXc/bYhEYeMW2xlY/dIpP3thoG3A7RdRdzf5BVeJKiW+G8/vDm2Ba/Xk2nbqQ1wabsXvn0bplCpbki46r+mHGfNr4ew+otXvpsWbWPY8W5/Mci0H+MVYPwM8chB/AWa/A1r6EGqI9jcm3drCxmJsy7jmQwQ7/XtJ8qQPXvE4MitR1I1e/s/eW/2CE/yLO959+197hV72Cz3GMTGxAVkI/v+JTCjO+crOlvWoUnWpQvlebEP9AALtyo9eCxPGbOUd7VqDOLM7FP8iSzwqs/RBAK/FzJXQhAxcCR6ZCLDFOdZc2LPSdIIz8hwF0tRNxLwe47lM3OXxP4oKDcYZutF46D5hL6KP/spPHBHt10pv9b+Q5c0OA+ykakqUwbWX/wTWGEzKpsKYCazs0pMdglvt0uK0f2IE5l5jBf/xOY/QMD0yWejFio1OjFJtE3sBfY+cK7Zpv/sr+EF/fwom80rkT4kA7rnujyILNGU7WzMig9XjvR5bdBt27nJu3QC99ZvuKP0g9FrMvUkw5rjRXj4uCjAqOg5dOvrYLGeKN9ZEHXL7+yvggLomV2BqTOxbUQ9NqDXLjLrUVi6uysjlf7YdkJAZxyz/+3xM47rt3UN885dON/kDkCbdtKDFQ9pox2gr6Nr8Y4g3UgnnS5TKH/RW+iC4fEyEZs+FtlfTBNVAONpnLArN9uXEN7T0EQKxO0JpwUK3v7u2HY0rbJ70ev0bJAkqGLaCL/r9wGq7EumkeD3aYBzGenxf+tOmUb9MSXXT64mstVbDNg47wf0qTL/219eT1hHfa5himjM3Hfu8A/rA0Y6X8K8/db/S3bxKmDTqks0+ZECmzbfFvSavaa7AHt7wiqqV8K+Mj0Gr0taUPOdeD2zIP+PBSZmsFFLv9z1LoRgs4MEZIbvdeotcC02fpf2fPu0SmJeN57kKBkWoPYK7pyu/ad2rGlxn4+Z2///3v/pkrv0Ibel3DVPSs6VyyL7N9Vv7DbZU0Nr8mXNzgPd4bcf0zROaXQ3VvfYW19Z0u9Byh/YRo+wYj9kfmrjdDkLaVTvN//Oc/fBO4oLRjhq5ztDfG7zSK89mcM19+7hAe7JWhx9zgOU/tHVNXestwWqswGTR+VQEVf6dLeOD3vLJnPV2HrrRaAxFqoR1bTMMW7jW/mlZ7Ax5mRSf+NX4WGhxI+CR755SJJ8Q+yZqtarDY7xOXJN7ABzxvpYBF49Gd+uB6sv605zw3SR7ZOefrYGs0QYfiTG4In9lMGXziivkFMPzVGxDEcHnm5nbm4++6YZhrjmp/p/rv1ZGwoiMLccDvmluGvY9J++TQmCXOcj0wbTUh72Vx3IPv3pd69b/3vmsH7vSxR5iYl8rs+LfL0Ef/w/OVVGXot+FfIf5ay/MYfqXREfja85EdiOli5FqTWmI8MUqUJFYLd7U5rdygO3QgSFxf+b7YbHR7nHsgJkQ850Jl0MjMAreTQvOvjYsf+e9Qv5Y+j7ck3WNoG3gTtF4yGF82wAy8xZa1mQT0K4a73n5o1hfO1UKdO3Pz9C3qpQN7+jpRE+K0/QWIeLjxuvanxpT5czdrLwD4rAHwo32ndBOtKU98cYg29hoPzPUjdA7gYwlZMrfXB72mNHjFfMS9NkYu+ZWzmuL5zEQ8WhcK82aT1+tWPsgnDmCtf0VR6PmAXHxiDC5aMBp/hxmILwORxpViNBZ/bgJlILdv5psiqzCBLMRcwKvsryrEoN4TgKh+m3lFtmVYeJMu7XV09HgzFHoxF4GXTgTt0a90mk8+H5fD8yM7fYwvf9xs/iN45PYB3DIsmwKrpknRA1h29kZM/QKVkv402Z6D3cfkZ/Xeem6nLmmJJfFn49dvXuBDwKDNHxso5MRiwPUQp5tG8LM4vPrxF3au0ILoPcn5RKBTAuEOsetv9Vx0j6U2yi5s3Hnf8gf8NvIqbBqr3oFp9laRDZ9q2HHNAuR3c9/pzjo050SRumzujemE/HEZ9XjCKHPQGqdC6w0nX/3oFZLfv/+u37HRobyljvxQ33AqR/dX3wJH2rGV6uNnYWrHp3r7rgSWgz/J54r7Wivf9Jyoabtv9NJ8unTxxULD5odb5vIHmxiPBi5QGlRP9sHuma/gh096IUAdH8C3eicP48pjOEAZgD9IpXVws+FoO+jTr9Shy9/BedIDSDRWn/Qhz5PZRHhuJoIfPpk7si8S7BJ77hGqS2U5vJEDFtCCYWiaeQRY88iCU3/MEh0MYsSNsXWrfIUJGHTe63uofLaEHNjUonvs/aob5PCY45o6NsiNiKUrtv0g1WZXkDO7hGf1gSaGtxGN8owvWXWBxw3TvZFcF2+2y7KNcWEwU1mjr9rd7Y/qE+C5MbUddOMOXiatj0etF9+uNMBw0/C71hJjLCTketTrJkfhmJ+ZS3mTiEGmPh+U668P52HGub4N5ot+ZgmPE216pw3hofof61tulCPHzbZ3WQCSzrWWfTNgKp/JC0qSuNd6U0Ic8OFXOoAgs/JfdMrm3zUzVuBSNJCfBL3zXKA762FXG2KrFSQiQz/jmrmzN5GRk6dMSfXjnU/bgbH860SIsi9gUcx9yEqaNqWsccYF2OoGHNmwEhc4tdWdb2YxkRNeYjhjuPBhJcOWrRueP7quW/4KskDThm4Zu1MODms4MALlvJI3+t45TTyEyg0YRcwCz8MA0OmFGL5HeNagUgOeduo/Uow5AxuK3o9AS17QoS+E2mHzJkiRD88ksde8p8gMVwFDgz0XSXqxH0UX0CYdymp24oGDsj4PwaxOZVc73ts5eI1Q2QMgwhHSfI4xBzKHnXr1tuL/+3duNujPg3LJrtqeJzVkDknGxoG5y2b7iB+//Va5YGq4NfQoc21oOSsqxqhBKLKfOWwg8ZdSZc8axx5pMZIitY+G3EplrJyis4xTbsZFj65jxy72YFFL6p4PWnR5rEqUykAb3/iFlv+hd2kWrqL7mheEZR+QdwJINtf3dL7/8i8x0A1sxoHGzkcJefqwC8fyXD/effqEP+V3PzKL1X3Onbhdq7zmsb4zBkZs6tanwXsdQ+WFzyQ4ysD1gRtmAJLjzKXYgD3zrhLQtbMaz5w25rwH02GvuW9CJ+vsMQ99buIylkgngCPflaD9PW2gbq9JEgw+E6d2Mj/Rte0E55zxpH9+WEG/5Uvs828m4MBtu2Ve4j0dGF/4dT5bBP32ikX/s/45smCjyA9u5T/98VvryDvt3Xby3rB81w/t8gB+ytp28hlvpsuNrFvCmm1ljmNYrW2pdSh47db65Dn7KtuBU0nxqFER2uuAlv7ytVgrhGkvvfJ4Vwf2KRlPPLEfuP1D144lNauMHZGCniRgy7dtM28/tBtzbSsc9dfE/uLKB5jZNnGg/ev6/Wpfu4mk6WoMkPubb8gt8e/8ofksQzhc+mwHwXtsVQLk5y/yTvi+kYDzKx64NwgZ87tyy7LwSg0hMwcCWPu+yjjl5kHCX3/77ad//OMfP/3t73970RHWTdOGU9b2kzemKX+0dISWrL98ZX1sT/aynf+g8heT/OSHIISGZUXsLYHasEOCeq4Zn3GQ1eeDlXnOa7JTrwGMjeEWb8Z7eUyXTdseIYGM0a+2yXUeIe92FdCz55bF/0MOkOd/+lkPAtIHbMQlDgJFnTKxaGhgtmCzHPieaWBRbrT+yr5AYvb8Y8ZCbhKrW+uzdY4qXpcu50QV+J7vm0/oGatN+kjs2JYC/YeChrF+V5yJW1bI1vbm9NXehVPLKsZwPU+YOAf2WgpM8OiB9iteZA0m+2J0G20tD5sE9tCbMqfMPLvk3ddFaoG0B+eTHKFaWt1352Z+OT7l8ELeyNxv/jbOnjD8gMfqGJouCp5mNxpx+i5VVlzUMtcvvPnxq/bcncvB7/XftD84WAkeh4/WmgY10fV0sbYEglb5riafA0DMY6CN8OBP7Z2XatcpzwDfxUnf+FoLeTvDbAf4Tof+thHrE36WGyeb4QcFbASuY8hxhPXW2kwnte4DVvy5UR9THiAxazAK8Zx3vOmCZAN4b8o34+28M44BsBiSjdz+EZfGYvXOONjkXgrWUWHda+EXAEfqZ6SP3uDXF6XVa8vUUSSwPDD8++//etlPVnbgrNey9wWPB2DUwP7vMyl2DGTpo9XP3m8dCvQ1Xmn1fmzxv+t1sD5X8iovfsthNdTnFLiziGM1aFU4Tg9U6+8EjgHiVHOXgjbGQnTAvhErDilPTUBSCIM94dTQSFVZgr+Cdw0L4Np/1/OjOjzZoFgT5I1KA0XhAdCP0nKwp/ca7yMc7LXunOYaeQUNhzjqW3vWF50KG0EzoaI3f51M7mxrL9qPPdFJ+GNH5fKL7Ed3SjzDoq+hm30vyCZ9eDhhD8FBk0kpMJSFOngWHFhSPjPhUV8mouh05G9L8r3hWn649l5rR6PD7wqR2l3O6vAE2zbLAYMqMpkVSHn2uWeSHl0udsN1Diffw4LgwwXlfoUVsWUq+Pv84TR0YMozfznjuxaKOQH6taj6dnDTuSgNf+z/5D5o5w/a64CmRJyDz+j4cXqy83Er8te40Io+72h36BbjHk+RJr0JQRbstM5PX5gJLPZLfOYpfuyLXSWBDPO6CJZe5rvEb/ll/MKH9tBJ3+T975Qj56FZuZ9se6eP/ms4bn1FaYMhIfsZaeSlPX6PDgCV10YAfuC3/Q531R8Ga76wj0fsHFFKynlsm6aWrzRPX+yQ+infCcdn3dxjk8YG5VkPpdigMGiNlUj3TSVtU7bIG370NU1fuO0QL8jJ7bTD83S8L20fCNfoA3RvJqWD5Xvg/Sn5hqEYR+XTtXewvBTjl8xZsWK6Y6sL6Gtl8HztLJ3XntLedlkgr+2MrVf8tGAvxauUZV+D7E+g33Xg2JQ1/+M5HtjYe1qjFJ7zqQdjMNIcWPdLOPqYu/jW/eFRqcXPytKXOKk9oHThsVDq48PplODVg41Dp7wCBztsB+xTOrEZ2YHJpjsXb8VDtsrXg/xJjzbSkeP0to8WLtThxFoZ2ndLHrynEnsz0uHzzofv2kPVblDxbt/qGPrYDDrPtMAtnVB99zltj8/qa+imL3wn3Dtan2svD8YPFotPr7jWyn5Vu1hrRxJNEeNZ5W13vBaZyYWpNTue4TGTanX4YStgat/dc+F17LH7HwuKNRseeC7IDx708R1xfd93Qsp9hg9hw7v4bPu7vCfuQgvUwjTn4Q/TtYzpn3gTx3a+sd6yqx0dfOax+PD6ypOm8TL+7JdsigMGDeRYUyJjDpi7HQ7N11LlMR74sl/3yf4GsMzfeWTrfVxiguV7p24fcciIknpwMq7BvzcCd0TqqH9LtXN9cet+W914O64Fil761zmnNDuf3W1IPa+Jtxd2XEymwPDP+5jbeJj0KN9T7e++FcOVKdcX8WsNY17QwbT4THE5edzp/6h+kWnZ5o5j7cSzct37W3+Kh+oHTHmVDjn/Ttwt+xAmb1JhZzd8SaU/++7t8AxccCoLcLP8VKft/490j80nnuwVf9Vf5xHn+C9qGaX6TLu0DYDZfucx6RBrXQd6zRgG0AjmpHun9aN65YBGyx/hBK4QBIsiYAlC/k4W2mf8UJ+wpVHKH9FqH3nwMMQKXNEldf50RR/Y7pumQWZ7v30HMP0hOnKYDoaXsZ+uiUpn5kttNy22s3uXiQ++jcPN35xqaF5b46Y22DJsLArodU3RNzLTA15poM8//vGfP/3tb7n5OzHB23CrY7bN8sT7bLk3RO7wjCfs2dTxNdvoxfR88xebGlr5XrK695D9PkrMZ94JY5O1Zk97tfxIo6SJCwUBD8uWBi21Xccit0tm6pg1+uwYZWhwLcNbw7x+SFEutXzO5UA8wJZV8KxDrI9+tfnpHqXF0fZiNpaf6QUXYcUDvpU/a21k915IAwO7BSXjIK9VpSVw8aFBdltrzaHb8d31HJ4f2lzIUzZkV4v/773mojHjxTx7Q9WDEJzXtfgz/Cv/uzx2q9cj75NObTv6YNNX/UPvcCuelVZzzx6W6w7grSSzKPnj1pNq9i8fgjzjiXEuPZcvblD4uP6ly2OVQm/wCy3r4bEZ3ffYoI1Ue9QOXM9y0zd9zhxDidHEY3GaAxX8az/x6/AgrlSY8KF8/aQ/oyHXXzwiVy2wdKiX1xW38rfVvGCrBnA5353r9x2+eOTtu8vb9sLe+9v+UY4fsMkjrRgr6LWXlZY/lOMbQPh5K483QUKnMcGpa2W60/9Ipqe+4kOPcvIjd8+0GQe9Dn7ijbxPqfSf+mZb4SrH7JvluVY01isPcLP8VL/QCsBs+nTZchJwSpU9tevnR31XyGutetzx9Q1gnISiIDBslhRX/JfaJFTi4FIOLb4dcbxI8cBBbk9BgssGj5tdX5iFvChEDh/cqMiQ3q/Z6o1OMwodL9AsuMJlwwasJ7Qh+XmaSQOC2TKCIvZPf+o3htQKIyeoxjaVY3UsevsbBwvORChrowAGunRzVTpll6eAxM2TduhD1k9uC9vbTD/2qG0RkyqsDZZBRQP8SdjUi4ZnqbYhPbZQP5svNi9qwbuXd6qrHh+JhjdpoivY+Gp9AwM7AbcOHP3aVLfwkWnWGxa3hT9F6PawzU9cShY2Ct/Ex69fEt3IIhyLiLDrYmM5zvFi9vINVwCiaX2tk6qWmebDF94zztrj1wqNDa2/BSN8zFr/gHtPpVUenSTmYjpxCvfUZtmXDiy8iH0TfceM3OB0JmnFlWzhA8YEjvvLz3qo5cgbvwGE65AXXjzZGVfqQLTGEUz1qX7gkUo/sPF3zBhfCFO4gUWnlEV7xQtB3u4FlWwFTSi2J5A5SHU4aOOdhUqSCKiU0G3F3jBgxpe35YKeB4Sl/5xXR74NhR2g84e/dcfCOYwEV0TQnyI1fasbu7PZ3XoDK6N1XPG7yNDt06IO8UXbTxpT5r/y6hGdYQBTUjdGgUvbvQwstsFGlDsfq0jNxKFzpdXYDNSy7mIryDQL1zdaRJ/vppBiH9obDwWtzKkHLmU+T++KqdWV2TNPkGPPPojBxZeRpjnUxLSH7PNGPCryIgmrqjIosXeYGIdGp4yLQKUlsr4eXq9e6UoJvBCp7eDHX5o3g6Dps/0LQHLhmz/9W0G8/iz0Dh71+qtEDs/EKe3wC2xskd+FLEbzRZfMhmn7yC18DX3ay5OWlp9I9MlIw6xJwfFvYEWRSPtbwdjI84MKSt2E2W76IG+b1yPGkRpNhkkQHH/qY/FhjfFDiuinNtYWcKBFMr21rliQND8+zekuz882ljfKf/ubftPpX7ziytQMUr937lwkd1ZbpcFKofiRKcQkHAZZWQUGSfMRPBIDuinwCw/SRKZflm6IEz60r7JwqHXtcMebjznfV4/wK93QAZ3+0jQe49P/1ImcZPrDzMx9rPWehdmr0MYrcvWEJTDerqhk1S06H/SEb2zr2moLbOWtrO4cH23vN4tMQaTZI/3M7/JJOMeF52/EzjwWEsQ+8cXpjuAkjrGDApMAAEAASURBVPdqtqf68A12R9d14Ry8hb3WtMow+yhXdiyF3uiLHb5R0f8vov1Hb2zJ90lLvvLzOk5cd42VvKLhb82G6MJDt+hKAzofv9JSGSg/pxlXQEA+JhBD4x8a2Y+iVP+QnzKpclSG1JHnyIROpcdaWZzKjh00xhVTpogwSsnOOGfMzBT69GtvAqr+gLjvgx2V2NT/EgXMJ4vNXl+IiR4awkeUyZygT/RMCaDL2hRbQg9/gRVbtB1TRefDs7aBeOHaZti96EELObIn8YOgCKLUPXJq4ZFy4gq80Py6bljrjQgShp/eIWmVc47fSUcOrdHLF+kJL8/XC7iwxdvXMtARrvnGjSFBGT7bFoJhfl8Grc+ociAPLD9J0j1CiKgZ/tLLGeNbVcaetAoI3ats+rBc68iWq8TIBQ9N/jy2kU+273i+gKIXcwfMQb3ZaM4N5gVf6PufdEJE5gAHHjRCB1r3tHksXu1HrvIpzF1W268Iyh1PSwqaqScuAlQ/WE7xw36lCa/yKe7+CROJP+nQHxr8hAB7GI1prxI+hjLs79ob8Mac4oX2qZsGMmAj0beumAnb6WP7UHZgvF4SsoKkBF1oVI+MXnrW4DHQKQNbHLpItTM0sAkw/HMd+ZQsp0sHflWdAYs/oO2/JR+dE3fiwJch3zc4MJo9z4gl7U2Vt9cllm/JRRt1YEjl1TptlPElMur/gseu+C62mTR8FiE8/xAQCIvGpN1yc2BmedYrP22fSZW9uRxktNpkrwFdJ6T60t5wG2/EQGVAxsppe8o2PeM4eJGSOn3Q5voOvvvmocqmE8aRb/kk2Fd7lGf77rxonzDuv9EmJnkow/GKScSP/ZgTcq4YyJxEa+zm0pCtcMbTR+sv/KFww6Ne+M6L2becOCo/1uElkh0ELuQ4U3N5zRlmobbSpU65+7q2my5217+5hlMniZvzfvgBI8MrhumSiJaHcWDQrJ+FJ5dFA0iu/3l4u/Tpq2xpY8x/0U8T/Nd//ddPf/uNm7/pN+D4qA61Z/O27zxkrSPojM8zew2C7ow8a3iszpxfZJxLBeZhfxMYnbE/AkI31+ceU1yYq5ku1sQk5gaVBGtTuZhYq+wL0LRcjjiZu70mRvLYmnHEOrESMvhAQPU1sNln+UYHaJZR14BaX5i04MleLnZaEq39dNf9UGYOpgSn8I+80au/y0ys8HYjn2vKLrU/D/B7PvC8l/m88zpChTb0oaffX9bewDoteeHFH98g5ne3X1PGML/f7mtd5EBeEcYMP/NWRMen2pf89qHs4PmKyIgqIDk+Hf/WWVrrixpPPyk15Yiukg8djKcPBpQrUFO5c6tFW3NM7WmB1bFihb0qOmMbfFH5uq7FF/RViiXsorf3UOruHjiQ+dKJr98Wav0Un0pi5ObP8iZOVHG9cpTrPYcG+1H8Z3p2LuMFCvpou3Lm3D7wW94GWB+gXmITHMVn6IqDacMnewzfVDcL+MUw/IQVDz84bhUM0AOfdbsJ/3rPxU6fPWavKRcAMeTIwR71odrKA5ssUQSX3/8GI4nfTiXmJdP2FfDpTxaZKs/J8XvpLHuKrnEkI/ndbvAHg12jMaVPrsullwTtW1SLR/xTxmy1S/qOfZDH65KAgIOuvAA549SmwJ0UZaNf5gK/khkfCMiyQW1MtKULDWg+0W0beaQxNB+WBcLI33NYd+jj+Ft2War5S1+y46/q/1PnL36S5VtWPA9DidepO/JCCAssvZVbm/VFLkLuD+JTOnU4R06jWC5s1p9V8z5IhDuDfxftzDPEAzbgb3MOkfUZH61+zzNCUGxO+xQGlEmn7YWdhP9cvwGCXnjQv7Eun1H2fs0RMDFey5Ou51dUQA9Md1On9rXCt27kNC3hWH7mwYFPm1V/FeGlxfijNfO+XD4GZdsA0yoDJySOs2s0N6TVn+fg5fTcSziTP9JkSL1MD/0FSKdSBee+Jxun7E0TIIE4n4U9tBRseqr3mwLDhwyaA7RGntdjDGOiL/j+hoxf/bjoyvO/yEv9cXv7UXKQ31P4pqMykDc+wSG+GBxc/9f5oZXJ7olu+TCRMukGBnnbswtt2Ln5H0C303bxCf55COzyyWYokzR42ElahQdANCqFlwahJpjpCyYGXuE9pbSdF543ZLI5tvHkIEhsBF7mquiaxeDZ9pbJ9BaXm84RVnIgfyvNJTDfksIG+1Vi7bvltUUn0Vv3v1WtrbxYr4PemEYTKUZ4k3LxjdFi+wkWj6hFhHbZVez3YoGJap5dMG7nVBsu7ddFMv4PiIbIioePeQX6xDI0SJWxddoo8/pBvyJZ9cgg5VeC57O82hZ802+jYoslV3E+kyNLf+MReC6goNPQR0P+GM++/FMnOKo6dY5LLTr8qQCHhvYfgVnAU98TqbEP/FinycMbrikDS1tT7Uc9m1068wcPy4cAYzRMfPD+/TQE+ctEwK3lglybTJ3oibyCX+yukR5cPou/AY0rpCsbtZ6xNnkVv/aZfS2TFw6epPZNRqYBLME6UnCRKTEaXj//9N///S/5PJt+YNI+aQ8iKrbfrl1dbWPstEwXMjSWu44vlP+1jA0dr1Mmj44r9sSbTTXyTFkn40vfssvsb9kXzH/+bvrMl/Cpddm0kQgRStCcNggP9yz56Ac6+fRr5HfX/uDm77/+9S8/pb8bP1Fgfr3M7cit1Q5dYo8VB2rt4ekhixLxpWUVTn76QHpM5YQQ/Qzub7lAg29OMFd1k37ofr7U9aEYsTsjSIcKq9GbVUw7E3zlE/ZxnRe5+ZvXZOtQed14jRraj217ECchxn7BPhYdYuvfTVyA/MzPEYgGF2d3UaGbw+wz/8rqJ2ATJmEPLfmQf4hJTpp2otzYqi5Bzqe4uMDnf2sH/kUXY7/o7xuOkq5POBO/5X0xr4bSpJT0qmVlKv6P8t7EQc8cYGRs2TR7Ci2f8s38mIctaaMfu85588DmYBFJ0Lvt1F8TdmddFKTtDc3QvcIib+JqtIu0Ydc80Z4pF3h+yHQh9wC/sDMHjzR9xVijGY1JQHTv74b1UZ7NZ1/K01avvbulhzRqMF/ZB67OFtB9/ancmwYY33Wg+9O/lCumIbF9O6Gu5R7gX1uvNfPCpvr3Vb+r7fEH8UWfeaHj5qseztiGE5knOU0doy6azmvsK+tTi5t2/TNyTzmKyPgC9/euP1yjab1mHrOs4lOZP8XjED74jhg6uEb5hBMWDc+RT0KXxydy9Ct7/OXrd2yrZnxEm2EeaNF/WeMEAzyJVxMXr23u0EffRjQfHCMmfNDO4rJ4A3+nT1sT/LvGdDzWF+rZsvtQ8JNmLX55/Civfe46Vu7G+Z1O+SAnyfJL78+mH4V/6XR8EZv+t+av8i/cYy4mxscfY8zG5ggbKVjvs47KdeLz2WSbLUU+Jc8nCO84eAM790TAdi9zB0eeTUvl6rz1XHYEbx7S+YsMMgHhxlH13RqT7p0ndcskWzfP2xTUPg7ygPuRvYoPLGP6j7WP+qLXWDqNAALWN7awh3g3TR7APKXCfKRX+6DxRa/HJRWvNOmjDbOyFtVu+It27JmzW+RYsCr1dCC44B/538lcnh/le0si20HbX0R4g0D/NE9s+DzhIBNr8z//+c+f/vM//nPvr0Lj2Phev7P+uB8b3Pkfu9xpzXrpeu6XONSdhoLEO9X6xhB8LJiNMwl/ouw5avG7++7UIw91+PBwA+tG96llY0uqf/8kzA/318Youmg7yn769ntucJX/d73uk5Rr64UjWXLeudE1jpAzsp7W1BmPveFKrNzt5ZvJnlsbV9pHMW6Fnp+fWXSVgdu/wyelOZbvfdxpQMY8rKBvc/+u8zMlZPMeYCMsXquOi7EN1pnJ6xz7AeHXN8D0hm5wQCueiKjcBzZKq7aovdv+Lj/wQCjm9dMouSEa2xxZDgWmiC3Gak49MXUggau8aYUfD6phBOajb9oLMqMCNdcBoOfaj/43UoA4wcPrrGr4t+nOu+2irGLG9xNdZHzE5boB343rB8awr1Wuah5Wf7GEPGES2z3KcaFJDJS5kUcdM6dtoxR0N8AuMIZtmdVXDoE27Z7PBJo6hUMX/Xu99BXTKjlbvBrTOUdIfAcqn1cZQSrt5gtO423PU/Dcek9q1/Jcz64972qJjUOaXQjjQrKIv7+AobnQdLXQZj7DTshz1gxLPmxPH9fpo+mNALE39JgTSeyFvUfU3IBt1i0Q8wSEvyOvUS4f9eGl8U0FXwD/IxwkwVIRUfGxcLbrFv3S4ZqFMqk55c6xPqdiLhg2pL/yUL4n4qp0E6PyVEy2dbjj/NV65SteY1XLSTY2OUBdXAUFQIReF7g2E069Kl6CzWPI1pKHToxWxuKwDUg8jIcRhQTskQUqdQDlazpwNpoO0v7Q3lLLaV7ZIVqdkPFbbpJw4CG3c7NSvBUmMBBZlEsGDzYi53XNCSbamxoA5Pz5m8fqRCJkiC1EkAF3MQwQwiH6npJmIgaNRVI/+cSPLTw1GTv1fJOM34YMbOyCHSwQkBTR75bMZ8nSwd+L877GDSEyOaKL6EgnF0QL/knK839z8MIixh5kwuGmXsqR37Ky1i0Ssx7b0yHeCF8+EmCsj0blG3+az3bqALIPhYd66P49Djcc+rQfvugRn8j+eqAAFUuzOt4PfHuBvxl/ogDN77mFKOjjxyfUTV84qFc9p6zS7HLjHTieBuT3pPAVqQcMm57aOMD67n0sMnTDAXZSbBIa8AN3bmbiF33KuNkPH116MzJ2S8wgZ7QoB9XqUzfRH1ia0ZWEveQOJXzUA3w8Gn6HBgeNzFHQWMigfZAOboHCn03xb7/y5B4Gku7eRGShRAIOohd3x9D3sZGAUtjbE8afh9vleeypuPOimpz+2F502JWsp11/rFJ1XoMZQZw0XghmR9CZV+iqLM0NXsjBcPdbz6wZwAJycWEJfJhHnv5u4tVfHAxgBwhwEEHO1kUN/EeN/qm4tjWem7aMxBBzu2nIfAog6NG/L3bG5hcOB5eyfGt70XP6Jkx6zufsi+xGXADxJ4JjL8ugseekBj8YQ0Vl+pmsyDcdA14/7vFdWH6fm5T6MoDqprvywhpOtvFcTsVAA2fYwBMoIG1bE2zlYIOBDVqHVGFpo++sHzhDMRTnyq3o3X4Eic1LKy1p6/xbe9fHC4kQcTKu9YlNzaOGZUJxSk6fpPV/040Jtz6MU2zGK9ruMi1Cjxm0Kq+kNw0AvRH3hUlq2IkL715gzDmaWLEtpSirKN88VRQ7htSjVUTBIj58e5Sh8lVwfyi22Ni7b+kCp7+aKn/n/ObcJKv9WSRtPT4kgNlJJG60IrtpsMFbQNYNsxsQiaILpXvyxRoOhq59eSC6np2Wa6k2hAYSRhbJYcbL7zhViT0Phy08mco3PzoX85i9rXrjjW2lmnwx7GBKrx93ue8Qv/K8kmh914Hot686xNJyA879QGTiMdYCI/mjwrJn9ASWN2dsH03kv1DOIQQMPAkrDzM/ZFk6+MfNzNuC1Hr5lQdQbGe3SFZ3WeaU6k/sRycEQruwTIK4J/YLgZRDe+u/CB46abjWGSO5cMMmXmGUTxqhba5aN8RP8yiH7ezD0b4HZJ67kRbhbglTkL4sc/Ewqw8E1Vb4zpPAta3lysDB1DIHXR+m4mDuY/MPUGLKQ1+/G6zZR3Mx10SyEfOJg/sDGp/oYk7rfIYu7EXl7cgo/bwWKGecAusLVMEBI6Btm62feALHvz3uBGrgJc+EXU1SJTcATbeNH+RZow4APEng01c65O6zDJLiBO5BHqXp6zaDY5/BAt0dkwmekmtenHsenDr13vv5em0LRmmiI37Bhpc5RzD2A9ZY4wCYzrnFr+23FMtWrRMfHIDzYBUH2+A5ZgSA2cEnYSfm+0n/rKsGYeAiTezZJsVWEzR4uwJv+iJV7vafnNlB/AQf/0YG+pHtMS3fEePIUTkn7FPb7J/l6j3bHstr/4ScjtubfcGpno5Pqe54G+2TLrCdn4Avrn3fcSAYZtCeT+RwdflIpmLeNZ3luylDeZXutAll9PjGt0y0x/Gy4rWhWMnBRTbro6bSukKdWvsxTfESu5Gz/QfjfQnYwD8YWmhsiSvyHw0V2tR3oij0K8s7/rTn0Jd1UONCezriq5cNUPmMDQoDvH27Ypj2fGPrOh4qF/Cku3yT3lP/bLvj0keaNO4wyEhiDHzxLRXkw9+xY/rSxu6srR2bR/7QYW9XfpuX4gxMEn20t691+mgrbuUqXHPgmvyGG30zFOKFx/Oe0wYtaHJO95//+Z8//cd//AfaiVeoPNEt/ad8wlP2vIWxlBKLsUPGms5GmStgtsZn7fZKmwBW3DGHrjENDNMAdu8c1XM29DUtWHsfLb7CzT4MzOfkOVZdF7tzfRaxNxKzDs3RTKSXwTAbZf5xk5ezmeinDvwMwC2Z12rbc6fqubnBXgWkckJhnStJF45iaDc+wjgtfipjMW4gYCPjq5wYpZ6EvUIn9drtxEv0gQdvLVyulG3RX7xsF5WVV8LS9jf6aZRotU/7nvLcdAA2vfgPvk2WDf8rnfYAp14bFKO5bLXG8Yl9iDCegElswdcULHP4Hj6h1fpH+iSGPIqC9LMuqr6zr9V6zHmv/hDHcVJlkYLrZNp9RaA33+hQOfEanUPs/WfG188//a7Cr3L6dy8ARGJSZD/2pLX6UL7rVNP/ri+x1G7LQoC7jfskvVciaqJBQGSNMD3pR5x8sy7hVz7QjE/zJizwMn5jo19E6zs3zvvteigv/8O/8lEm3XWhPtuAgXfjvSe3tJMmvK+vZLjOB9V70qse1dNE7ITYuHZ3uz/kE5nni+Zk0xFYHqqg8xUaW+ThItkYWRZIbFSqnBWg12uMVD7zeiVfAtmr7dr/rNB5uFS2v+TLzr2/6i0TGhBS6A/Hju+NFUG5ReUbky27hH8SW5zTMWyOzoq3pX79U90Xqu3NueZdPseQ6JH3mhoJoC+OG97nXMuG0L7QZ3/IePPaWo7ItxDURHnOQcg5+40lGTg/JkFtFVNPs3Gmjn1gp23NS/vcfzOZxJ2K9N9lKC6QlNtvTxxVQujls/G3BH3pPw2TD63IUnnzGCDC1dgHbwPFUQG9E7NDF47IvKQ7/B0gwiBUekKPwOOP9EA0HfuzNDAFT1bMiQYqkwJ84OFpukFcStTLdrWtfdIOeDdrBqjeWQSQXwGH53wALwaiw8RxJYeEH6fQPTfjehD4zo6zfZbDGc2n9lfetsPupqAlUzfQs4E5F9xXrNgPA0xtOiHcYTv50458v/+hb3BpAGcSXcyX833DNwYQMH0VTpwaIItBJpbQWU2XbMsGIyX7oSQ3rQUlnugsD+qAYHoMhA40k/GHBw8bi5t36azEyNtvOTMRXn3DQmRSy9Ypf/RpngIQpQ3G7yuy4UeOPfHv3i3JbnkqAAWFmr2mgR4T7JF7XYhKAttKB6osEJ5AfRN58ps2LFcmOOwju61NC9PvsFgBtyx6rs5lhhRy1QZUsEPk2GjbBprqBYJ8p+/zJXDDb+J8lz3Q8LscR94RahY4czFDRmwGDdKW2TWgV4c0oGQ7m0goTvjQOlFGfD7FI6SLV3+1njx8kYlhZXYgKVWaa2v63I8+EwOEScCVQ+VgvpYqUwigyxNeibev9dDrOrVbd+GV31PL2XRIihvuVb4n7Pdt0KrPJxQ0y4ecv8gQQ3pT5adVWTyOQKVVmerXTbtEC9gOt9d2aaSJzWAeyphtywbQKL3SeZOXcjfFexy84BfyDaHRHPnSEH2JDWyBzMyz0y6iy4VKL1Lcj37hZ0j0XQt3xTIPj5/hD+iLOsPXU5LKNoXy1/R5fSZu5Tpt0NGECUMzY179RQ+b/GaQq58z9rw5tYDY49iiNBkTUPW3Q9TN/oebzB0r3aMAP/FfZdsUW1g51A9frJZZ8Aa2qtwk06WGa8BZLpGItUPHFF1UPxWlXrCgjH+iw1PE4YuWNtmTDUYbelVP+130wMuqATP+oMs83VjjBkR61KEuSYvhSmDQd78+3tuvEJ/Lv2now/vvOnjSivchUh/Mg3f0fAX/35IrlIm5lJCR1EMS21jrbNakdFouw8R0wP8olf4VDr7QvNvjXgfrDnevXym/q9nVq/MP+V73sTOGCJGRqPoibbRdihURMZ6S2t/5qAcg8m7UesJ/aMMXtr3jQnsGNkdP6SKTNMGpugns18uzWWc+7WT4hP+JNusGqWnQN3jV82KPzo3C2YcOSx3bBx34I5P8HetpuX2Cty5OAtsV6wY3qtPdi83utby7tnQc9R8VmQN90Fr/LL1iB3QJzYs9fkD0I9gPbTPoItdOsn9uDmGJWKDx1esMrr8m37ZDY9Ka5bvtDCuFbQ8UV+qT8O/2uQaaH8tBuhJ0652HfS6J/M1+wSIPPxO142o62xQSHz78WrSrZ20A2NZXMHeeJvNvflhe2aI8PyLT6ZGbv/xWqU0gv3TdB7dr//TDRzTbB//KkGuUGApdmSJ+kZng4zJta791j5fSaz5t2DKxxAPXXOkQBr5GJBwsPIX4tjSSJ14ML1nZ83j6WnFU2QN1MHMeIS0WHNevxJ8ZHzDrXvnaTP0pFY7e2t5Xd4IvRmEOPj3Y7XO+Rp+8/eVQ+HdKtQu4s1xa1dH8OMDdGiyIKlSEkTcee23g+MCHa4xBs/QH2mPxi94I8YeeKsc3QpNhOVrDVx5wDg2TdWgQMQCdtMNRwjzpWcinvvrQJB/0tV6LQCOzen37XT8Tsxr3HCNY+PDHoTSw//jHP37iZ3+2cbadP9xZVOxLXh22qKLvZMNdQF2JrK926YF56MmmUuRyfhfTSxnOm17pBj8zMcsbZkASfFb7NAe7clP+KPUV6t6Qdd1c9iqNqKorJfGqaJWx9QuP2mg0Iht/fDvd++xlRuKMvSDph/JDQwiOgcUDGVNcBEPKcwVy962Tq/liF/ojVyKFsRVdC33yyuZX4T4ozViqj4tVnNYj61XO9N0Jpl5Zlqolc8nhYT+t+RwZsn4ums4GfbHvzFn/Xgg+VOCfaznZWquBb/5KuJ/zruwE4mBREv2CV+wQvT2vLIXODcNinJx5AJK87YFxYvLC69vILLt0TdozhaqGXO1PWeaIzh9enwQW373DffLZoR17Rxa/6ntNUqvFYzVjvfIe3M+UkPEeSxuvAxERL2ISF4Gy/1wE4Oj4Ph6D96NP6F9pHNpPuNz4BcJ/MgVxOEVOWLyn8dl4/RHc6T+8TlskXyG6bUir7dizMS28jkvZnzDUpxG9v2o4rjg4XEK7n73527ofgpVR8bU9xbWa03XdehcLaZ/cZnnJrybOvCynaccDfsjRQTo9stg/ZB032O1Jnp7D0t83RNjGJh8eT3iwKk36W545MBO3cLTfk3neG/8v1O98kOnrNz0V8EW7eAI/r8XFIbm4qwIEVcsMqKRMUq2RnwNmNjsNiLuzrvXSTd6Lr1C9C1wD00s5/Vsgj9psBA8P/dKCJ+jiJNemhNl7byZoJbF0qB2Sg6x7BNu1JItwvhmNbbAXT+UwFFxX2xduQNF1DEbtB6kT/2Ee+qCh70TXhCuZGL9sOHiaqU8nRJJMyN0Id+DGhshpaYfPwgM6P2u26G+g0sqWznjmhxDSDPtTkoD2nV2nZVddne+B8e8kaOH/2XfxhKZY82YKfADX/OGyLRYlqfvbjwBghKE8bmu8gP6LYg1SiQc1kNbElEWNTYFkULPWKZNS2PtbxNBK4oZheMt7aopgfYKlBwzUeU0Hv8GIZWYqfz9Zhl10s5vkA3Dx26wm0g/KT/xBqTw2oWxa3iX3py+oFc17gm7Pyb/5ZvdywGneJV8ALDvAJzbH3rKObBWe1aq2yI3XqzyxKy7M4TH+4gZ56+lXzbzrajZAgc8EHpqMEW5CIze8i4tMU5eMl8pceU49cp+Di6hdOBaH0Kue59AITJYnOOcTPSoHiy1P8IVePjNGEsbLXpofeF41N3eAAp8acap/gNmvypl4th/R8UJ880YEYriiIBP6kmNHy6j63NQuabZvRdzJMiCTAChDJ/IXYsGVmaqBWXxUn/wDPf0jtTTPHH90vQhkxj5EIiE3RrAQ83P0QDT1yU9c8FBcHxSWjtXZTfsD8Iz7Z50AzEVE8COBG5cNxtakEwjCKVk258Ui7x860wncoq0um5APxYS/4e4GwSlhc/Az14eJeawQ6A0DoEiZR1Omz/4H33P4aTfN1QaP+sE0Bv9Nb+nZ2OlYQ6JoV30scHQKu7efjQ8AzN/jV7bV4OmNLi9u6rfOewxg/9jCy045iDUHe9Diopr5q/5IrEHHzDy2GVbEDt+axZz8RfoS/F/KYSp55lzTzakkGkw0/uccJmGCk3FTezFLWDdwgREF6uTRN/OIfU/7YkEUQI/xDLBGjvEqAPD+t4YpYvMa4D/XWxAKR87DQdDgRm2HQPlAnz1lZQEu6TwUVVkjIwKKs2h1zrOc1JWu69AveU2/vJUNvFAkd+dq4NGLNmiS/PuvUoZvJfMlLc+lbOL0Z/uynii2kD/zjjSgWwFiHVSubaCHPJiQVH8dPa7yBur9JzwddzKijg7Fj9qcFxejQcK6Me/534kNCyV0tLaPB86/U2y8xY9QCC+bFt6OaV4P6khyHfmBmnM7mKURv1zrWeOxMe1Ax97RJLDFS+/BTz0at68WmPXyb156qTNfMEPmwS7LrznoZ54cXw8ErmXIMIfuQ0kKrLB1fp+fHzAuTZUL3zrO1FuZAWz/BemjCqYhvYaRGtEY+vhS+qoaXwAsn9rRKuMXxZu/xSsgrwmTnvo9DoDThvvnr8Lt+rYmh72OmKNIrnZ4VL8exsGbRLtFcMVNG7b4PIK48QXvQzLpkrTG76rBK/ujGOUuU6J7Af9fyPAp8vmwDKPeEr8pyHUp3yL630iNFXzTWCrdzlttz5x2LGA7CjgPmMYXxcXeXH+80CVU8CtxAAxzwVrPyqc08tuSwNMiP61YLBz4xS3OPd9+Z6/OxurVpEbxXIhsa/9QXnROGTO/ETvs9bufEbZkmXFaGfEjMtavZgY2bStwvU4uPu0nL9/Snn2fLrNP8oZSGCtk/gq9O+zUERkaA34tsOKyN025pv4qW/OAc66TVLEfcfyRBfw7jwtdyV870U4CnoXY+Vpv0nP7bKh6DRd70MT+Tk+EjMg6S5kQAOZP9jWLZEwYuB663+m0To5skS+0KLtfcUhyn2zjNYN12rHA3APHwDSftCjX5rFd57HqVVyz2TKk9vxpWUZXZBgNt+KE9xmD9n61k0El47uEvsAGXp+yQXVn70Wa9Knf5aGfP8+R2qvZhiEI+E7eK1JbfbL26mPOV9GH4KF150k9b3oBMP7E3sRI1gSIEpt4KXT9QBXu6OK+xp2vPWlmLAjW656DDdLEWf0vGPH97bfffPP3H//4j4stjowNbOE7IUtkSL4UXvMlINuGyIvQKw6NfvnANqWf80vU2Phoi+2rI7gCwAdg+aHaGHdTjS27Vznx2t8Oxm7czOfblfiK9aTizbOKTfChgG0lmG2sUlLXeLWjstcKzSdJSMvcrI7F7Oc/E380gcC+gWSXLltWF9tDcLY6/jOKfKmcfSJnmsdfw34GEG8h9jqCuOLnL6DJJQeJ/JtsjCxcjVnqNT68DxV9xxIAK4HTKKDJ40J55rUAMQdOudK6+iQH58Nes3C6UvRtP3uT4h++6X34XHG0ISvcWu9jWeFtP21IyQA91s30g5oyDSsVr1rLJvfUPSC2RRdsaYva1yqbxuHruulE/zMHRO/v/JwHTHQ4jHSWSwaOTe/8GScZ26jzh8uiAzq+btwtGP+muPpCCy7Xtc9iiSs3ooAJXGjlLIT4PXNJdFMbT2Ihq42KXtpxiHzoqaqEPPlGMHS5bmbtDqxdIRju/5CIvzU0tgzpuX3aUGI/54obiKuia5qqJIZtIcd+rHWQej1Z2bFBfXugok8Cv/acvavcvZ7Y8VYqp6Wjyyu+amfaPH5kPGzRsWpYffjewNLZbcW/ASJv+pNN+mnpZ2Kwtdc8nsk5yImHwGEX8CtQFIMX82CneO6LfJF8f2ru/UX+Btr35TAwcFDwIXyo1peowAwJgsPYOTOSMGArBr0u6AM3nt9Dxp/9aZzuc0dXihVyORt9LHtUEV+tGci454HclUG2hbJiTzCrgRz784cvVUgfSLe0tgeeD7mu7ThY7M3kbewtWuVLtX6vDOSz/8be1fbvs84HoEO361d0qQ3aX9TSbL35vR08/vgpexsUg9XZE+nYrkbcJjLYFODOpHR+lMMjCnXAIxxYfNQ1h8rkUzxDM/M5QqlFTt/QpXpLxYv8ZrYdFt6O9I3FxjBQ4WB3qKFPb33Riqwp3Ww9WdRDS47ossm5gB7Tfu3NwpQNWr4FSSDnG9iFaa4xYhq8QpLN5UswdaB5wQEWf6MJE4PEfTVvSf+lvLaJddhoio9shhVncoxt2yz+RdY3EWxCy6eFkMlLfZZ5EIHGWp7Veo3HAeZi/R+f3nupV0LoxBjcoOZ+9T05vNwo3ZTfQfrbvhyCfdVThKgZvk/Qd+r/ft02vaEjG+1H5hsA/tdGp2OpeaHueLN+5YduP+K1qaoA/O/agOSBhexF8cG7QAz9Urjm97565N5+xbrXqvsciw3R5KGLDTZlO1Y1N2jToIWUpq+8AkqNobmhHQuTLwtonypte6XfdaHT5ldKqvCHC1yWhy7ysqEPVNpycAWF1imvG6f/H3VvoiW5sSRZkrmQb6up7g/o0///gT2n6jGTHLkiJjAFHO4RkaxXM2OZ4TBT013VFiwOF8wyGPeCsUnt5gzdvWgaW/0htx3IoX/DmtcLeRzAywY/wPqWFnX7mG+NwZ9xvk6WoXtZlgLoiB7ZF2Qcbrozkym7OIENvGnYGtFv6lJmOl4vIm/abD7OObWcuuiNKx8cNBjluY/82ULov8oRJL7caE9r0M+YgGiezAEOREjv/FWmw2MF+bjCJ4bwjM0nhA824NHNJPpgN8f92iMYMl9kQ6TT/EjgpA+jVgydGcOH5Lq7wVgVlsbP8F/GwQkSZIbVM6uF9N7iZL3yQdKa79b6zBpXvR5Z702ux7vy5IiVFGVMxBtQShYXFziLu4pdjHfUh4PaZ5oQeh9zMClu+yRGIOtM5VKqX4/t9klzGzpyg5mNfvYlWKGIKiA/8ypI7dKB8/aFqnEjanCrwehTncjJtOJfTpgB0C/8cYKRnFl08mv8tNpDyqxCA95/d1naOw+aN6ecx7QPqVU730FEzhqND+xP8cUFxY6LfodOl4Bd8wHK6hnUjAPo73CXqHceot/byPEmo7J/norVYm6oZ97ic8wjIrD9YrZG+VukR//V5mv7QLxU5vpQfxrlDeUbJwdx6X2VaRz8oABd+y5qLGe9IfSBKLxXUqmXKHSOSy7xsCL5fdVh6nPY4vzE8/CpLolEzn0EpjxJD9a0GUtQ53WeW5kgvaN4jE481JMeh+6z7x31t+ae9/LFJtzhG08yNq9FRAF8SNG+U/Ow/c+aiV+ZSlcJPRwwB/r6fSGsA/r45s5KUrfXSah5o8cpgc/0s3X8Th7jbPCYONUlemtd1NzE20N0acxovvHjcd6RKmbOn+hPvvgm59wcLwGca2ftylyFjP/uglqNS/SUTsASiowAtf1zEFIOfe/K1P3qf2KJHz0u4D0YdH684zp5lgTehV/lBGcpTmPEofQcvQfShpZLmuVxyG8MBpvSsi65mxxbwI7z4nz0iC2HTWUqG6niL3WaJWvjgXcRAtw/tSXH9gZ0Ucqfdv3Wvn/VsbmTOOtz5YxNUfNmKFgV6MDxm/AE+ezTvPi6ujdeEADjjzE4i3EEmr7Aldx4OwK36CfdrJcW/nd+rz49Tto5fnqDF8OwDRXQlqOLgOXho3HaeVLXc+Lf/qZv/v76F9OA7336YhV+8XpB4BgP4R8s1SdkZx/fsTI+HVLfFoiEWRLJ/CZmxz8eKO5Wq3o/ytk46eM6CkXLyLsKr2XlNbtc/kAKNx1awpvxtpjap6lXx+IeR4J3oG9e9EOTHA1c0Y0zUBphAx1cPxhgunRbBvzfU4SGT3ngi58PvJbqP8cMeq/ZhcpJn9J73lkq3M1vzJ/XMRdmcAih51iaS62a1FhuP0l/jd8DXySuj/Mq2GQyzHHSuksylro0LyVG3o3hM+JyhuR6784g1n98QU/ntDON+o71EHz9qdh/Zpfr14D3+fWVA/FbeSlE9Cy936Lit7uJmYHIg/Ehiprb6llHQays2ghedOkHd+OF4Pm4OxiqEtOgrbz09vpfcd/2czHff6zEXvPEBVOOzcRvV9MebH2/zB/B9PolwpkrR7zeyXDa9R6S2zEuwo6R9sOr9emnwGZeaL+6cgYoWyhuovphCfJTc2fmT+WNxm3ygqqcr8liyqCve8v6AT2o8897fL5JZyaNMhi7mN9DXHf/rN3NS4d+vka0R2Gu5+VcAhlTv9gQoRM+ZeHDSReaM2ziv7eOvPJ6RjNxqsN7aCa/2lX/zL5ZLx6wztGd+5H5pYL9VNMRKBxKoFdsJ8dRL21BNSxCw2wqAN6kOfdlo4OSk768eyw9xxjU4HORWBcNJbavygEnvEjO3KCBT3lM+YWlX+e2+q2gvDseSGwh6Vzwuv73aZ0A+Uw/56Lwy1/g6Na1phe13QOvVZqULDfVBx1TP0+Qho25v7+LNWVuvpxg6E+8PjMj8I0NJobaU0SGtSaCbEqFoNIntQ+UVTlog3Z0+/bUYRO6E0/5Qrs337/CdWuGBY2+b/INF4LxM219SDA+DNv64hCiSr6t3sjMHviHBdAZ4zNWWr1wQMtyHATE17nB2yfOsoe7EVIO9SZ/3MmlBQq/QQoX28jNQUM//lH96oPq1XY5Tj2Atb/4xeNoPYnJ8u/s2/Ve3bGVspObxenl278tUz+en/uuGzE8ZQq8PrNu3hASVILz1b7jNxfxmIPtI15KnqP/tKl1f0PSwolPky800M5SH0zYtV4c5hL/gPtCYEH8+uWrblTn6THOUT99Wk+SWfvtAxmlpyubL7lgxBju8IofolvkyU/KCV5T7bZyzpaTeypuqZrNu57eW+teL1otFUPrxvZVYpR268jwsBIuLu8rlYiwX42n40p7c+PDNOi1/sIrcPoTj85NQMIjk9z5YRVoy4fFhxQov1CWH6349fCu8wZ48nHnwZIHhZCJz3Kf2+UPfnwe3Se9Za2wRb9Kxfn8rx8DzwU2dEmpj3qEwr9ra+Erlkv+fiMGtF2LWK/gLX/pRMFnLmzW+HeMsfBZEpffhS6y3/k6oyqHfUo45m/mZuuKEcQP51C/FPvGmXeZC2DuDZcI1hCr3/qkKDNavw0M2+rQutsdEo6N7NCRk6Kwjw9Cp/EgHf/gSTz3x+/dCxgHfywT/Dr2VT9OcKsvumh9oRs5JfJ6dyCrQ+rwFgeWQ4rHh8DQfJEOeaCDNTMInUennaYTj2el/s2FR5TJeAL/dCNCbdZmWEVnMFKaN5ln5dAbcT1hQR4ndDyEQu7W9oNXYdhZ4Muj7OfEYK1joCYvgRE/xUk1f6qyXAnaUTq/AMB3/DVv4I1/m1s8GMTZF/PcH3/84qdTfRLNSQbOUfnmeRNm2c/gl+ZHfWfb1c8TsI2fH9SDj2OgkyAnMrSxpdr3wqE6ECf6zDturI/yRI6iNrse6tu2h64ToHkVfPw0Bs8JM35EPzRMzoAfffF3dGo07iLdPhgv/6W2Hnx7bZPnKUhXyd4Af2fNhzonaMV4fsRedK/+tAuDqvDnHOjJ2CkOrsAv4RMo9VloZz+//YNX8tuN8gl5/0/ZIWZEwifQMFiLevnd6Uef52EU4b+OV/xrG9aUY1+d5unTNMuudoBf/j2eo1vMdawbavZqk9M9hyB/alft9u9P6qHG24KNc37m2z6r1J7ymfD6yP5iHKEDPpPTOHCDjT5gXz5pjWT683xULjnS35Pao6cTu/kBlVfQ0byFv+adzk/VE8wuE40RMMrEQV3DxP+Kl57HT1mFeOlhLXRORENz2jd+fy5RY83rWuPONz7u/DFJiOVbpbFGNnrAU7Or12JgLsc+bMegdPTXB8D41zkyxPkEBzj2tQ4+9UMOqHKL9RDcTeFk/XPzoE0rn5V39Z31wu1LL76h97iPXj5POMRQflj5U72u8utX8102TH3+u+pTL3zmvYaip1EjP5Hzyi/BP6+fmDjmaPnWvsFaxdhRkx34EZsoHMNTOQHHlR98e+K7pgKPHXJl+a105VseZnbzMfF29xEE6a7cIw6XFGa98c8ziMj7I2zZDE41xrJjJAt/++d/+MFsXWw44Txr8KYvrk3UrvrjGf5b8PKZeIXx1rCWwtp+dqz/XuEXpzxe4RYn0cbtygW9zYFzWfKAUn6dIw1cH/npVF4rGMB30RpvBKfy4deH/zrG4F3+/i1osSl+4XAuLFJef4Lrb/jwZruV1+EVpagDd59Mpc1ooMxvLbM/B2x89WVfzHWozF+h2LrBr1lpnho7f//H33/6q177/EnfxFyqiOVlTV2M8E/1RZdZp91S/WkfOPW3dQ7D/BxZqYJb/B7be8R66cJWNK+1XQDxlwXOiZwTJzeg55uv2bqiROZtp451IseDyzxUuV5XN4usP+gOBznqn8zZ2lLwxibDhNu1OOe2SJJujcXkXUevfZstWLy9l4sY88WXLcx1ujhuu7lm8rt+l5WHAdCneuOnY/1d+zB4IqM4vJo/ubJ5HzLQWvw4f/OOSfJ7bjTjGr1WPsFGf4euj2zL/nREzuTJmLvmWAkyp674yPe45ZBn63a7udJjx3J55cj5fWyrX3rcfM8UbbUfn6JH497+HsGrK7JkWGl1O+JFOx3Du1SLP/E1zYJ73yMegqeMRBWgdqQPPP1Xon7nfU66ps14YMtK6taW4O49D2PheJNHOoXMHqkNjuSKDuub7FYRaAabcPee29hL3ymzOfBd5765Lk9stz30154eoW+9evYtAo71oeMe28inlM5zh/h4Py8Z8Ekp7+RmaVAdudjPX0v59Qh86pewiWAtTuBN+8vnzx2r++LSfbGSzjqT53yP7VCcoP1rSv0Qf+3xza0HjwbnxFpH1rmGtZGOHBM/zQP4Wuds32UDPIHDc8dpx5KHLvvWJWQIW7ZmHWSebPHDmZL5mfz3Wia/tZ8BeimN1TF/iOeUP+th1PGzeW2fR9/Zvohzc/bPOp20rzB0rM/Lr9fn7ARSrxfjFkLtKq+26W69R2DFo34uYu5SJ9Im5tVp+2Eh+tC3AhMD/vAvf/2iKFu0sGWWIuqrJH9xQiH/6uMWNBW8k4qTMAYjmMxY2/ndBmz58ot+z0pE2fBkgokN27Y7nmeYEpffgeCCtAdOnHxoKIYeQmKZ2uZNMFvQkSCxvI95tt3HcQZ91g+Em8rEY1H88vmrLiTo93WX/NkPOeFl86VhwyGJpuPDgoqzpPIciFA+Fll+n3Mn1OpxxS1ckoSvP+T6h4XUxGVK7NPvP9rn6sK+4WOjQnsp5MZhw+qrb9wUj0lLHzr1hI82k04vLJQ9uWZpS2b7O0HRT+k3w4FP7RoHcHoTm/pbZfsrmNf2lf6t/it+9a89del2NXNBjNuwK5f7tvG9kWSRzJjIxuW8aSl149Tj8vjqTg7Hz4/xQe/q9xEfIGvLW3m2JJbno0+qMcdEecvklRbpDwz+bYONP7MQg0abUh2Mqg/LVpfmbHr1p0ZQASx85kPqC39t2tNvNJ9ksECzN+ICDvIYAVvf4PUTuPWr0uo4dEONpyV21legtV5+0TNGwNM6LCRvTKeBb8gJ/zqkx7OC5v+Uz+wo/YS9rtcnwYJefxzOKmwmSlxfQAPCJp/JmNj5OoCCvDavx4ntmlDip7DBVfiQubu+3QLEVonnTaAvxEeR+n7iUS8vcTvWgjue4Dp/oIGldJgbvu576o/nPiev7p3TXOBYPsi9FqixPxc7sYH818p2nAxlfwAdDzBtXktx05P9bF/tftvEPcHL5RhY/FCxTprrfLFbzkIWpX7ZOgUWn7xKnKgx6QL54GfUeDeR5wnReB2Tn/mX8jpGFVB8coob65Tm7SclDXukcGRtkCAQ0VGDJKpqcIxC3NV5QLpeBR6wfSQ29Jm/eOZmH7yZ/KBnv6ijcOamvSfEDxfmlsTmGLxr26HMiwo6ZT8YpPfGce6F72jIq0MPnCBbk2uCYq7HRB9c4sGc1OHVXMRmxg+rMfDZdzUJGnQqbXCDJS5X9GPsFf8B4QRAp0ceJ5TVKD/kXwt2t//aN9vxj5BvitdJse7rB29Q3gShw51+d4TV9z34D3t2MYQOV+A+8oE2Ob+Wk+2PR3dFHdwA/dL50If1B3/y8aQcF0HpX/wLu9MVNPori7bZD90O+Y3vGvLY1T7I3vJXce0f80AuOXaxC78J9BY/ZHp9XTe5mQ9e0WC/v9237AAXnfzPD+XqFZFfGJfiC1x++UiZ/D5Cd8VNnHh4iNdVcuN9BOOKPNrsAbr2D/DT6vRVdTds5Z8JP+CC67rEvNw5Gr60Mx9ulfDxs7zcWG/XiNe0544CL9ocrXNzv3SH+yMw7KP4xncHu9qkG3M/Mr9qvWsXYXXOsnfUv2N95AbZGhNmCE/WDpbIWLA+xVcGmc+KE4erH67t8uRIny9MiZALhXOMqldy8NrzYt5LdnIvYwpbK7c6wwX+yPnylRtv5/PxA184LdZPF++5FkDxuFx+Rj/6q/OkucLaxxGaO7ri0HdXXvEMvr1/kLJezTx7xvcgWBXkTFy0+V3XUHhZE8W6c3Tr/sN5oa7jRp1UIz58w3Ha0XqPyUHtp5TKjMupRyUVVhqOhRVnHmcfaTwL3yjlZjVgvHdf2K9hvDIJO6blg+hOD2T3X/dE/Obv3/76N/9UW0PNPmruCa96dGzC73ot64pLG13qn2k/fbTbR7ulc2Xa0la2FQ8bKMwtnWeCp8+VCFvH9NTXiSUwJpDhMCBFUh02zhEdKT4bKPqSwTkZD+QcrwNdcBNcPuz75eCrDw5U9bevR/oOu03P3Mi8Ibjk/aKHQTht8AvRq9/BcFcmP6BRZRPQn9aKlfnfG4Q+V36d13psjKqBbYjQgmwXfIhV8432lXcJ4PFNX3woDvHyAxBC6A3q8pk05cfxEnKjwcNfNGPtIdHeKPDhxigy4afD05IHNDZC5Zfm1XofHNEWGSmjjj+q7QCfdInfN8iaaBBsSlhiRzkppzn3VZsfg6MP3hyVcZsRLeHwGmPjcN5qnBPKm40zDfyt4Zt0V4SPikb3437fIp57tLjjbG9lpq+t50fLgLfYlB/2As+5vmitBHulLAbkA/vyRXD4dO6TWEePeX+pePYj5NVdkVb9mX+Kd6W/WhUe5zy54rS9cdFD8+MUbl3iEyLNH5rK7IfC+PpZX3aiq+tVkeDJX/UHfpKzEN0/5S84IPZcN10LY/tw8q1bC5vyW+c43xb4njUSofDE1vIGBq87euATr7gcKdOuLmvVL/3b4cC5L9Wbsmagjylj0rafI+sp5ZChduvpefyEV7/UZpuHsrXpCwh+ikupzgU5kkR0+tsXimBdJekLs76iWDSazDvBtj/fCsB4OO5Cf0oGYg2OQsBItkyM4FXR0Dx+rgcbrLMHtXTxhQ/7PYmL3ZzQDvvNCN6VX/sigcHMzV9aKEx7VQGJH78pwY+/u7lGVXUFF08y/S+MzjvGh1V+Q9bNwLwgoo94EwdVyg+Euyd8zjg7ga3rmuig5VsuvKJaGDTN2xXqI3ZozW6M4VG/TB1KA14TcsNSM34U0Dd4JNsBwiGiYRNnn7OhAx9Z6pOfc/ExdX2ue8ErZtCG/Umv2n/VMd++5XdH1qgxrfI7wcAhHjx8K5riBWn5Jk99gshmeNIb9RZWHsE4f5ZHNlHG1IfssZGS40ouVMyN8Vwk0QZVq3/b6DhpzpLvW9WnvaW/wunffmUg9CJyKd8+xmZ8qBMYzVY8id6nx3Y+szhgEYXNDRcEpmzg7ac+YnbMgOQJPu0xOPDdvKGdfCdPcXVC7oWKoe1fAkE3/W+ueVwAWjp2nIT7+bN9oU2oqw8noUomB9VjYPHDPHDIeP9mmRRh7HIW8ofGJt++zig+y+LeilNJ4Phv9yO/vyvHbQ/rI5bC9MmNa4s4+rnTDGpDcaybdQQSXq6tGOYbe8Y+9KErOqniwrjv+hFI1w9yGizLFVHh9VuPUFW3qH6vc7jvT9u+dAVafuVVTF/4px9A9WBtKYLBlYkf2sHcApVPW52X9hPzLL8xwxjgxq9QfDIlOl6ZZnLBIk8wx1xcOgUtwVE9uQ52v0l6+GmsRf/kLRZqY2PpfOSjfJfapXdTxmx7ggCPWCSpKMsdax3xE32H/yxAcPKRPvQRTBhlHYanT/rBYI7GUHIgJzrwQBf493e/sJl+ToqYokvzu/YsbOIaU0SYTrTZ3Flx+6L69kEdcUGiL0a4b8394S2N1KZO38nekx1plDetzqs+SrzfqMHJiG9CBp+YZ1509AMcn9Vhym0dCnIKH1m/Rde9yWADpuZgh8P55wvEE4HYwUh+8Nw0+4AecTzrWf0u6EcTf7AbsuMFbV4QRfOUSIUZ76tXf2Lv3xsTVXx5jmkZNxa0Z70+B56Tj8YMRKCWYnV84jRikV4+15XPMVCSQ6xh0tt5CTN0Rk580hyxGysMO/UvtgR31qFvmzrF9og3dIfSrkMviNyZghdV8J8H5oYuldwZ/cjf9NPmZKR6f9ZjyzxA+Mnf+AnO4yc2bP1DuxjaVvrrt72Wwqe4XFS7K7ZXhlSfO5wJY/508ZG5I3zrx3ZPmmu9MiX16OLxUVqOqlgSATh7OlaHlmDvXavnIW87OzbARH/F67GCZrs86Jv14sD68Bt8XY4EOGLCrOkLpcK5jsnyKv+jvfzWdteBjlGLWvwMkzLwAI/2tVxh1zb4jVVpkW29PA4lzOcJrDbkeWQVd/o0sDgkUTuwzKO2Aq197POsNXFcczr94BJrnMlW0K8bRa9lY/0CbsuUOWXRj7xDJv6ivdZmFIBvaXqeAj9gpeux8u6OBz489e8a92kj/CpTC6LZ8a2m+AM/k2fM0+JzDLA7qRvmfZIY+NsDOl7lb8z4pPKnLsBmTrgtGOWZD6Yc4wi9PGzzsu+Ep8B+Uo55jPgNEIQ7cgj9sSYr/443X61uK7M+qvvUbdZBa5s4c0PM63FS9WCFbPCKe3Socug1gapfL9C122uedCWq/qaa6lx/II7sD8hpxDNr4JN547U86j9kT78ddXxBkvg/3PWnXKkd5ZMjmjyWw17xKl2Pgpgg53JGWKANv/MVRL5JMPwLHnM1b0ThyN4OD/iVl2ofs+dSs2MTSfjh93Xzd8sLIrpufZEcOziCe9dXHqUF90fL5EWdaxhds82f/b50bAFGmXRpB95+YCUDN+fS8hnzgQrrz2eNKfKoBdryBZa1kTUo8lgzJz44lcfROQtQxfu0TPkBrM/iFxjdtu6VX11me9Os2KE78y4d3ssnL5oL6AuKrNK3P3W9ojlgfPVBqD+mxuRTbA5DkHZZUgz4x9//8dPf9epnvlRCiY7ykwRf7fPgWjjgdW2ofRvfVhz+b78F6KPtHoHXN9Q7pmcMgFMmnl8dL1F5hXzOW3MzJbjoKzVdWN56o5Bpws7iYKdyPW3L9VuaFh0zCTi2jSQ0vnJNpHiMdZH8MFqFwVel4zatJpA46uLtsWdKZ3ClBDSsA8izTPg45yW7RX3dyQJi3uWNdV4tlw72U1LLVOUVFsmq6Uu+CdnfaPaDFbIzbtIYxjkU7OdwzFA4Q192UvLBa4sDvstpnMFrdZPLNBZbLfvjYTPQijfqyGGsU4jnY46gY8+Fqcd/rujDfvBgKYS4r7rgPkdQO/7i5rKhF4srAABAAElEQVTW22mZ5NdvzVOojX8MVlUWT2xg7sFP0HHtpJnAYG2O7POjzG94uTDoqjL5yM/4Od/qcPam2hfkwTjkIA+d4BUfFBUVuZrAwu89JYiwGzpWroXQrX50MK+Vm5C1rHAsfSOPvsa1eD1Wp2u7fgWe+uGpovpYvsV3HLwvolsxk5H8zfgAT8ED6KbciRtpKQ7kDL5jbOvocRhb6k/wgMTP1RFuu0zbqNdveZA7/Mix49uZJZX+Zm49Vae9ksh8RJo1LATM878rFsCaQ+QYpTKDmU/vW9A/KhxdV33p2A+dx/+TX2yKnNKmP3LtI/tRCjrTa3MFA8eHjAPFBP3lYEPJ41UyrsnpxNExET6xmGO+OvDTKY4O/MpmvSETAO70PMQ8txIW3swl9okQ0INiXwmYL/kthcaB2Tc2o4/4Lbr4ZtvX64QmlSzkgIou59w8MZd+5Rk/d50FCxlTTmW3z5zqx6gimcRx5fbv91/ELJ/603z0AbywK86Rw5ngSuJjzo0f8+2EtBrlWzsr78uXX746QT55MDySFvGxZ0P24Niwj9bOchTFS8GAKk/X4TTBSUaCzqTx7Te9Tlg3HZOAKzrGvzBczfAhCXYQ7jE3FGy/PvJY1dLnJF9oXkTW5LIpRXfAYqN/hFsItdiLYRuT8FKf/mpwD58YV4khRRsb34hVe9JdWJ6a5XkodvQu5TrSDviojITWTOKOq0lJXsWUiQzfI4iFT/9oxyOJCwzCZt/wfGUHsrIAJKaxxVGD1VHO/grYN2VU7X7sQH6onAfe4a+FV/2ucOxKnlw98iDgArjqnxulTNqUTnbZgO+8v6TohedHm+jc2EBL/JD9Fp9O4sQlyGe/lG8WI8ZyCjeEiEVsBIbvavNCWgdljTeXZyhxOMs69xMPCq/6nHhbh+DPvkDOn433hBaW42HUYpgVlDlt8qZOLG2jdM9NBz8e4ZMH1oHyBbf1KfdVvScK5Am+xPzaSnv6kBOofHMuOMa/MD/r3s7meOIF/8oIPuP9vsSm6HEQ3aKGQ3R6xk3y50DupmXxQ6c7m+juvHmiv9UDHpLvHL3E+IIvr+zRAwn9Gg/ZDGoDsZQBD56eFzlKUbrqQ9UgDMBMLoLcn43XprninNvlj72W/cQ33YegY/S9z8F8g3nrDX/rvI5pbx2wkX+U5shqWE78kQCSoy5WQR+iZV3ds4Rs12vWEpcZE3y9dLL/xEUDgrXam3xggDQmr/q54/hY8o/2YyXz8FtzzyPd+yHRobEqnXNl5rw7ilssXHYZDLtr1eSr6bpLf9ebgpF73Z/Rh37OFdXh5/zCz0vHKeO4eciYcC48KlC5XRMc4ypxcwz/xc/rAxt14oJP9DRmnvLzk+Yhfx2z5OYWFD3hGB/vnnPNdEpQ48n1tK+8zhSz1fhBU/iUB5D20bnqwPgj1vTtS1pZV9Sr+PSByc55QszYgWoLBOxyB6PjrViE+qOf085N27XpTqZ9u1FPtSt+xnlk2Ev34k483tWYoRgEU/7Jj5L70CcewTkrFVgETBpxGJJSJXz4qrL2UXA9IMQ3PSjkQ3M5lPefZ3nBAVa+pSreFX70L53uaIvDcebkhB/1ZXLH32EDJ+jSa59fqIe5n1ViuKnzCPx8ue4m3w9Zq4JNnYee2Vea9qNfXzdNH3bzz3xqQ9e1RWya05gu132E/4E37NoY51rjooCdO9TasWCeucsvXBchh59Fx2vTee1rXp/+wPYEwN5DB/X0NbDwnfDKn8S2NQN2g1FTKtHHv8bbatK3+q238JBBDvQ8pIy27YX8+SOij/227ZN8AS9h/lOCps9gNP3Gw4POeNn93Rsc8jbrdOlqN+sytPN8hDZjglJ8N/C1/ejWSWYgb3923FU+FNEdryHPh9uPaSNxdmwd6K1nccJtsyn87XPWTTNtL317Zx8w5tG7fVDx/+zxKi/XvpbPVvzIuZljieBZcv1ee658D+x1IZeA6IqDvLw9WtriNtctmwBKnyvf2Z718ihP+vhru/3X4x2PiQN9+dyl1B3M9NvMN3WY8lonJ8mFf/z17z/94x//cJ0+r7PS6VpqR7uqM/jt6/FK2zb9xbn6retVx11p3jquyzVvoa3+XK/RrNftfeBy8truq82kxHU+jVXcQJ60qA0eN4m4ceFzTcGMMdCKzvF6fn7ceJCYoywZecg/NH5F6YGQuYdxi78fimRzjjhS/wFlAuL7xxgDJ76Y0mPOE9l73BfiGbpHfvcUQD+CK31GDKgmB8sDbWfZ7eSyVlPuBP6Liv20Rf6wlMP3Ry7Ir14E7ucYx5BYNXEzqTkWKNG4VKHpQyIsrmC5e/tzy5r4lrV4lh9H4MUrzuz//0OdsdwH63A3t/pn+XH7ZlJQ374qf3g3iw37Iw8/zP7W69+uYcCPL1+QB2OMlMYwwyOll1SKO+MHjfVJMpTFLay4B9KoTN4D7GptmPDa0/kfTVH5rAb5mjF8hj/q7PXfeel3IRzRZF3x3t4zZXeNomckCB++RAn9M8fu+E2/1Ge1pcdpU30wYdSxK32JRyTOeig87oXMebF3Na5rzek1wyvjS9syRGNdxWOfo1ZW9cgYhvzOjrKd9hf2X3VE7lX29J++JrkDYfX1QbD06W8I3C6IS7syLsO2c4wzCns0KP1XeHjRpwFNTq4rzvC5yuEbDF+/6qvrQif4BJxE/vnT16MdW+i7K9HBT1H6QYx7naYN6LBUGgyhQ9n6kmHyyKs3U6wwr//SKwjifl2I5AkCKeuhAxvdkEfWlD0EfrAaXXyjwfeSti9hNBe5+rgCrlb427U4dTl2J38pzHFea5wdp7rlahdI1HCXj6pyrCerT07YdHK1Jpoyaj9+YgLObx0nFlxc4C0PXnbUiS3+Ji3c5YfKKK/3H/V8lxTq66Khqx7l0bgdE6/00y0JyeebbQSBp7DR4OrhcpDWx6QKLAun+SbZD0RkZGOfSY08az6BdNXtIHyjAl3s0Hdh7UfCfvYatuRbqegAw/ON6YjQE4x+LxST0dnmq27ntl6OsmxF/kq5pdMbyq/u6I/vnPgLmnYujJ75NG5Aq0uPwHLhmU5arwu8oJ08oagdoT7HH/ze4ObpH2+adDGTV11AhzvKr3oFFnjkhTPw+6Lxpc5zv+Z7fotOQjiJ4iEa38TTGIo87Ng+uecb/awPM5l/1yobg5xwkZ9TT2wnFtUlCkcOfY++Qy78qz+4r8r9/BSK9/B5RQ+XIxbYsRw651NutAUsRfWtE65L/6a5nSd+2Zwxbr/6KT6YyQ8MIhH0CfP63vAVG+RGBv66c0D8Ce0z/YHDozmklurhVZsSh8QEmS3QZL7JeO4c135p5xtqwM1RjBg3FHhSQk/0if+5cKLON2LrN2lmfM9pQv1Dc4n1Ni/W+/VUs/K3usORenic+eeGV2j8W7/65iNjjgv0PSGvnqXEFuccfhpz0exv3X4XHrG5+sZ22xWZUNvfY3n0WD+1zbE2oiP5hJHk0tWTje1xtE4SLiJ48Io/Jhj+UfBzcblQjE538o08Puwr+OEYFzgm3vF/fOFXLqn/N75pum68hhZPUfJpUuyRfECJY/hVRvU0lZmA2vgF1yzXhzx08C8/+8A6kyc8iAPy1YuLwTogt/SAqJuPJjb8d8BqhCHJd8/rQiHPMK248VHzPTzTqRt0bFhkV+RKx57RVQ8WCBXG7vSJgeS0jdJDntZnv8WjdoS39FN/cMMv9NdPbNU0xlK6Smho7NyJHtsXxUVW9Bg2rs7y6REwfPDN1nUhr8N1ToF20pcHR+Dw8Q0OMoW8v8EvPXa6OF5khXJLgFi1+nQofmx+hG/Iskfz4EGzfE6b3CkcIej5RSekbxX2CPVTplgUV6apkfON+Hz6MLZpbOs3tz3/KhfnWLNMwVgf0MkX+MSGbzDNi31dQ6w/gRrlsGXAWpXnkwoC3OIxqaH2KOBFb/y4fYnf0Kn2YUd5cuz6Yr0VwPbBes5vtn/JOy48x6FDi1VFN/6WHkAnX9qJiWKgfy7E1BkE6cq9Gile9vWCA/b6jkuRw6HGp3l81m7w2G95TZdiPU5/2FdrjsYzzx8Cis7wZq1gzl3TTPSyQlGBPqupPSNzWvNj+vNQ9lIpjvNBfehHAd553gA+bvxgHytG/Kudh79Fgi71W/1hVrKpsmhTzEX2+qI2Z2qcp0SdIFw+73TEjhNffCId/MpZDeXf//lNryHWvmPZcmH5Q83aV+LELKpXDDjSZN2MZl3nm7Ccp2V802+9ZW+v99Qf8AWPeFSW/b7ahVV+4/8kXY0W+u3czWONFTs+6/U5RzPWK8v6a90jFtZ36Qo/fzNdR35uhYIvkIiELqGqnmyi3YKPrnq279nR+piuuofHxN+2TujzOjxfF1lGnusfq0WuTbEPyn4COyhy06nAtxc8K+OVbu3zOaF4ERf7GR+r3m+UT17U267w8mmb/sI4Ft912aXOox+a4l+P9EHT/KM9C/h8G57I8KAKF/fJAy5LXC5pqC2919o3ebR+xS+8x+r2Vb+7/T/+5/8wuLCJAyznXMpr7/MUv3XXgf1oXsf/Ov7woPQ4fTllde0p3rVd3OuxeCe4RBLztwqySr/lKl8EtQ/t43DxdEusxdtverqYXbumzGNOl69agFG4sA/Nz/yUn74UFGBgnoO5/qr8OvQSi7z1YfMKkfLD/HIsjGNpK7N7yuK0n/ahv9aE77/9Jki+U13c9x6PuUu2Ua4y/GYihQZ4ZXLMXnk7tXRzD00q8cewY+K8i3HPj/vgLH72muE926PvrOSTD/RCHnKYrzhaZzs8utL/nlJbwT1dn/cX2yKnEfS+4Dj/3HNO5XjOXP7tiRrjlMztZFH/1o+V37aPPsdgnCRWfqU+ewLbvdde5JaOOv395l/fmAj8rkBX2chJ+4xZ3sVrXLumt/9M9cGW46/rh4rXPpcWj5j+lFl16vFArP8PwKyM60tP8fA7e1Mncyb6slBOzLFf2XON7BzPvqIFP5GPO1fpYdXN3ij9Z3x489efeeGelYuExe/wzE+v/KZ54dAFQasURjM06Si8R6DUB6kRgem/+7JOn8MSmp1HbsttnbvZUwMzf+U0c8AfTGEq/V10e1sqi4sWWLyeOZdv+P6iL5l2fcsrkH/+6T/+I7by1uHuOc1PExz657op3t9+oL96GHcZyhy21HNseMNi2ugcevx20Ap/kdoRwF/thabPtw7LH9y3swh5gD2X7zOA9b5Sne5kpC9yTvrDWn4by96tsPJuZ2VMXl/q4IiRDXZ+SEpQBvO48ZJcr3An3et6AgZvDxM1vzTxnhy5acHv9PZEoZPbDnwte5TMzSic9BwjNNjmReOiA73Qoy+lAeneiAswXWDp5/cMvFmQQF4JRdJ9MbE2BcgQ3BOPFy0oPlbQ83kclpXI4GxeA7wXcD4kZfkAmtr5SI+QR+gdJBM06EwhRK2biLSvNDu+6fF+T6io5anYsVgBsRK5OAAeZvOXmBXnKuHcrjwm/V24oalJm98FIW5i1VcXg9OBV9pN11pOms4823d/tN50EeOFUjmb4vNPXF8Qik/wg0gg7n256d6qSV8mHNsJLjxbZr2wu2MXyXPf1YZrG5kU4rv7sEfLUx1hjFcfM3bg7Xb5Ax2pTfO25KJqu1DgvfaXJsfYsheuc29afCPO84LVvZeVmNSe3KzFjsd5oM7qcUv0vKG5iQu8PZmht/5gDvPNIvH1BbJ2CAf5+KTysmFVfATnN9SZ0HiVtva9xom/zzpEX+TFl96IuYoh0XPGCYjbfAxdgvn2JzZ683ugSs6Fz6HLVfBB8yMVTnzlK2yT6h7JZ1ek44E161sROYYBquU36s8EzQYmO2MK72Je/CcNJlvm80opx+bpdAM58ImND0UdjX0AkqV+fu8VGi4YOQ/U2fkQXeyHB2nlYLZuWG8Lx5JV4AutQWv9Xt3o0tiB3brXPJMnV9mIJg/YfOuBMTbmEqbehUUtdQPWh1UxfOgzEX6wPn1YnR9ZRR/vI471iNx4xCykvCZ/+pbXivZwbD8xe886FR1QRF4jqapUHObmmQ9ZqnXFg4H9XsbFkY/q3U/pE1Nt6vWv5c6uu3gVHzWqUmHHcYW5OG/ZzN4UWaw//akUZbf5Tz+XT3MG/eObSMaG5R4DalP1Kt253VaO1fkM3X2cjPOXeXsZqm5++oWTUj8AYfB53NzxAxYdN59p7zOawENztfEVTU8M8eN3Xve+xZ7ICm98keFMVAf16ki9J+KFbUbkI/sKCnWEKfdJyPx3ArFHJ2VLT1a+KsUrjnN02TF1a/9xNNvwrn3tgye0lCv/4nD0us1vX/o3ZpWvx4ZJ/lkD7ZgXn5hh/upzrmg9t9wnuFP2j9ThfesT+cvz9XKEX6WI/fxXqMgPP2ym9ty/TB06NyQzZs99HT7Tz1cs80HeNTgXRPNgfyR+h2zRHWXWD2AqjXHBtq0pKmD5cW7q/YySE180JV0v8TpO/97ZV5649862Oz9yz+KbtgMvTDm0mDKtiwYXMq+yqkflMQbJ1a4hD/34Q0obn/GquPDvDg9lKo9xwIX/8GXcU3JRZ+pafHqvcQF2V9bUIWHqlW5///vffvrPf/7zDvW/GBY78o1szVCSz03oT/rG/2+6csf6dWeDPXYztxReJaGd9MzT5OD7C7g4hZKEfubr6fdNs+MXHvtz6gV0bS9MSj26q+ONZPUcD5rUrA7l3WN1bj/yWorT9o8ey6cyeizcR3SUon2dO56td1mvKHfmQlsbgnX/CV7l+UROaND1z2NnCDhw79m9C0o+ffbvkdeSkJX39Xhiuu4AkbekZfcR3BxDzXKc9RO9cYS7/HPtO7XFhDmmcXGfYL/88qte+/w3wbVm8iD0mo+Ya8TWa7FAKpHjm5K0BORiuf8FISwhWv2u/H/0Q9rLG4zpPR9o2ja0PiJfGhObiGn6w8TG5i3zvD6Drf/d1ni9U9txg6dKfg4uuqDXF24If/unajunrdcS3LwK9f7stdJjv7S7bmpL+E0PeY08bH1Pfj3Tp6zDgxbjkb0Qa2AKv3LAT5rclcpeaWWUyFp7PAdE4DI7MeH6Z3zaOD5BPFHRYD6d5dKcXaqj+2uMEtSeto+jb0yWR278Zc3p9cj0JSbTV5Gtlc2s/CUX5tiVN9id39fkvG/nEsjN8/AMf+YI/58OP5R8Vpn6PMO5g++x1/X1DgvYmGKeobwP/vN+uPhq4pqOE873cXuJxbWAL5pTOyZBrs+Tw7udeSh7jBn34k3antv1m7/onXP9qOM4azLj9fGS8OA7+skLbgNyrsU/rpKhGzd3KZbLhKhClJBBf/V3x/iYeg7wkXN+gEhfKqsyzL8tkzZxnnLuc8t4/oKad4liVd9hcQp8P/PFSzWZz2gzrj3zRJARsUk7dqmGTlse8F9//fXW7ukH+M52pD9+7jUnfW1bvnhQotaywOM4dY9L9U9fmeC9H32XP+x0Moqpb/KSSo0S+XFXtt3ZHzzylOYOzbLpjolgnZ+7P998Q5CvwajOCUJYNYVYLH+5BKDOJDAs4n0iPEqedRiJM5Ji45BgBGYb6E2sEoqByF18X9xemwUMmU6ALhc24sIGGBz6fLIs/vtd6xY3PhgMKzGOGWo6c+sP0b7xEx8MRrdVpgEucvNs6qmUrQeNbNdEwYmaNxYkkJKzF0VPdJ50TpA0bG/h6JYkLCTH6Y9AbjcyyMApb9yAJvHYWGlvK9yzpPK9Ts6J3brBJP78xlaSUZ4ixotNN3NXvlMKIr/r9x6PwSOFOPlBmc968sRqHfx7o1B5TTwyavRgexS3DoLt34KMpM8Lb8o915Gu+OnTG1zxtgoLqXJyYYFpNBZGLIsXcT5z9MWIwla8Sx/Mw0tqxn/4FRzs8Ldx9YOiqG7NGAeuZayZx1KSCZtS/ugb3+cbvB1rhYesykn6YtBxwe9xtoBLGlHKJ63HduDlW5sW9MKjT8XRm9xhs0orsaQ2S3BOkNmwbsV50BPZVavHRY3M5mn8cCc/U3z0m2LDLPLOdIlhfUA+tb79OTnx+DInmJ++LgV91UI8H8avcl/qEJPKyHwamBcHkTlmS2Hv75UT8Q884+VehEQ34/gEN8tIFvqThmKKDdwCFgNyFsdpECRvYh8UiEX9u2K9EbZ0M+56tJ/8vivZpEGymdZ+DA1Un+oHJb7GB3YSA/bPF8awxkmfZvNNLOY+OK/5RxJ/+sM3yqODtLE+FW7rbLD6F01fr9ybv7Wx/qvq3oQ6USVjdXpehimvRpCt9R/zHfjur/DjiE4QLV9aH9qB0eyG1/McqS+g9dK67b0FqAaHBzTY+lZp/vm3jKUfbf8ekqmVPzryJoZuMv3tYTkYPP4OGejkwlyZeY+jTVk3f+nuvE39oKVue1TBbTpMPDUfSvs7vxah8LY5omfwlm8koXgcbYtgmuatb2i3HyevWW9eYGOsYTuOI+ClExLWXeVo8cBiHYyt4X/VHxyXMcc4tDiTMalj+GVswwX9Z2k/6x+56ouUUnINF59MgA9eSMMLLrGF3pSNs2WEfzH2sXB8Gj+UCXlCIWeTG8bB4SrOI3XEN9IYpdRmOH7SyZe8aRzA2T1rFKgf38V2+kUCQVi6DXb+kM5fC/UVJ1BU+kaA+jLjUXoLDZ079sENDp6NPfKecGAE3zDEFzkp2DB1vrNkPSly9wCJFVB4zgK+5FYFdTUWE2vXF74A8NZWc/lrY3SO2xDxjGmHdGQ0dttvofCFWfdfdYGz1islJ2tVvnFNhFGfPAlPz5XQA9Pxrljm0sn9Quuc0rlc5CmTBXgKaE/aQOj5DPXYJT2R66SLfmGhnNOci2z+sKbfvIeW4j7WJf7Bg//LBusMDvFaBTx0OXRux584XuUxVnigkmL7lnzLlH6+sBIDUdelutKgDt2Djmu8df8dyv3ZeXZDdq06bsiuIcf5IZlTj42xa/ivSts2Bf2YV+VmdLAsoZmnkCu7RyLM67p9Til8l/pDOtQ++FIv3dYicpj33Cf/5tuByQPjaQJOJp1mR+tXPg/+Uq45h5UfZEz7D/sWIXD8BBx/EE/a/jNlJWT+XWETMHFlB5mUSF6ydlSG+arf56Q3vOAMTn2CLljIQ60u64ApFPOTnq33WHr64WE+C884N7LjFYVfyv/nf/znaZ62gMtHZRSMrFfl3L9iu5KN9PA3NDh2PK1xDk9kQc9f5c52/QsuZeIp0o4j+eLzALUp5ePGw8eOavEwD76UOd/RrryeV+x99Nkn3DzzT39JI2jYT3hPId1WSA+/By49F4vK9o2TNZ6Ms/zVfvR5Vbr/3GvqK2z6ti/uMaN55ddfxbWdashizwmMKWLBPiC2UdH/FW/wW4cH59LfWVhBUlkhcD3tOAgaaPljzLaUl/skl/+Uwq91d+oD/PcU3kD1/Xu+JTR5Qks7p4PRPW2NNDZDW0VZln5oLJf9l8RnL8R8gt6FnXGf/jbh0r86XWUA/6qL2//4v/Sbv1wk91uw0CB6W0eJ5cFuWDk8i6eRqMsGPyC74IcsI5992D7T6mP7t3NB5HaP5n2Y8PoA73mmLxeOyc/SzR7Xpea1MF+Q/191k5UwMNPT/uR1HX0gSh4ZrnxiXk9M+OaC9Job2auA1SbP+R8dMw8XdfqD+P6saw+4kbmDC248SGins9YxxjsRlAEnIbeFcYCuivhKFWTh77nn2P4vnz3uOAfH7lzHSvxvRRm41/Bp0xXf8qUP4+GzdMF9mOSfuFebuSwm2mEn8uoPMDJYE6U342jpugmwR/BVej0BuSnif4hYfNRR3dEB3bZ/QtVvFLOWUmyPx62QX5URp/o/bw3Dr1wXXFeHZQtvDON6K3mQgtK9d1HYPqLDJ11fZu3mijKFHYOsEZx5pnFER/KhunJMvPnaQ/ybi+SITv4Xzv5HQNs6j/iAdpQ9WAO6KVs2nb0euhGnv1uf17rDv/pvutZK43kiKqlLPljObPjjY8XdcWzu+0yqrC5H4Sghui85WC8sP3ir+tm+slg3Vo81Gp+Jg5NfthBz60dsti7NX/rKt3bA2XvKitDR+4CTYuKtdvb+6FbeyhHdAPdcxislKKix/tFEjscirlad/Yb330uXzAs7l8g9CXAWgNc3YSqLxfWzrwfkTXhYpbjrn4t88LOuw9Q+jhKhtW5fnw8i7EPjfazzmzVR+UrKcn6jAzb67gHwZRtjyddC0ETzBbbZ9Wozf1OnmL9ixMO70z7mju++ZrfjkLcvoGcySncfFw8fjo8ZrwLnPrzzyOaTeNhU5UVt7rE8PnxkjlTpzwp07DHu7Tj1XWV0rMSxJrfvqIFb23pcGDmsz3Nf8grayqJ/tk/ENw17+VgDFTgLWIkB/lTsTL+ivIAk2SA7UIE/6zuQVJlynUxkH4ULQPIYr83gG7MkEqWGurHa1LMYMAiUlEJd+VS0fVxGP3dW7asibW8W1LCtpQtR27apjSfHLNTqFHsulMc6Ppu4OzGesBjg2DwAqi7YKQjYMhQ/ExzJZPAF7Zjz6LwL+MzuC9+7phN3yOgAvsMFFvwQeJ7SBMQ6wN6ewsUv74bk0E4C8aWnMdM7TvIH/95b7vSyS8UgotmI3nEjjonqXe9bsExuYMHjzKe/n1Ue5Nt3foCclUbK1FfTyqoYvvikkHI5H9caK3ayQ6hpo8eevM8Uad2mxkCc/iROGc+bZ8dOxieELJiSKmO0lKqNVRkb2eydfQNFSvDa+ugRO5DZYp+OvHEOvHZhSV8eK+PRb8SxfrnMBdxw0Uk8G4LQS1Fvfh4VOvqtsMigs23Bvc5d+Jd+7A0Jc+ojX2IwC5sP7uRE3sz94sWZ5nksPIuDUDxn6wglxZsJSFWxviQglQ8U040YhjQ8JqujflSeC4n+UuvKd9JeO9mAoL7Y2i7qpsfXtfhRplkuvleW9b+XxcUC3uXGVADNOh2KvgLEr/KpK8JhvkA0MV4+RqTlXYUG6L5p7klzcEQfHnDGRo4qOiqrwjuQNz/DRyO/C/rixQFun9fNAwvV/HDIsn8jEyE94aC+WAhbG3K4LPWMVzoaq2CSVw1V0GNeECsOx8xlg9nsfFGv/BWJEx+7XNJj39b9Bbt0wdS24O9t1DMd5x4LBszTftr7DXPCT+Ne3uTkjZMpCum1tQ7siI2aPsnSEfZMHSDjYyCoXp9U9fqmPI58eJAiFk9K/cCx65Cy09jI8YnZop24KOP469ipi3GDtussyTnNfG1YOGo7ktz3TQ/1YVPsISbbxtqUvuIsRZ4ekBTdoa++oIcfTgQH5zIr7H1QcEOrjh8qkYmu2+LaMRky7lg/ajtHyiDz3p4LjoYts/DdJydG8O8+K688N87WqbAprzAfOaEzOorpb82LvvCxEMkRpsfJ1V6FZAIXPoc3/bIU8jzcSVt0p7XWqiVX4cefbR3GcMF6vi6uchkvrQ+1tr7o/pFSOz9K90KG7ZGeyaUKuBAMeYSm46/zh9e3kg7cC5ejWZ80d9oxRy6+++HyJ0gPmeJx6FPb1FnY1M92CN97f2QL/+pPbGa+23Nm8PxWggpFzgd07zw/dSmru6Nj7UkgvVcdS7PH8lmZxu1OSfzS/hnXwsr72sbePedvHsXnOGkm74lzVydPPZX0eIf0Xw3zXJbJ5Oe1X+KnXVyIr8pHbMD2K37jzbH5GM7v+Bz6ZV3Cv+c4V178nr6txzJCosjn6oJk6Jxea27s/HBoNebMA/aqwoSv0vmG+swF90lg2VbHs/5g/blyJxOhh+0o0Bi/IQrdyq/HSVLdJ4x6r71RnzxoU4BN2jvewXzfJ/STX2WE72O+NA//0KTEg43GUz0XyDMeDJOryAv7bqeSlQrv9+lXrOkLvtn017/9PT9Nxyv5uXq5Ng3ox6V7ZBAuZZL+lh0BlOXh3/Ku72lffXIQ/TdWWEOwY+pC+tkMTFp+db/a9v5xjrvPnTquxtbnZEVjCrC5ztFr1rgJ6H4UAE/+5jXeLZxbp6cQdm0qFi7JAzcdj59mfWbyiLQgSw23YL3Zy5q1D35KjG0iKA/897BmD2L6J367fNNo6bvlt1emH3RBAocvdHH5lGj1xixenyXnvNoVy46U0qfteE+CVWd6Z8zhee+ZiyMYNOECcNfcUvNO/5L3GHva4phrAPjGLP/gZ3CItR589rdV0QI/ZzxCQWlOc88hJbnic1ox8k+krZ7YisPmOKj+OU5/tB4ZdvTi9OxQHZ71P4HfrK/YXvnou0v13ZAfqvWbkCJGjv0OI8beO2J42pMuOg7PyjUntm2h2O1lHz4Z5dBvwKh2P7u3IzM3g2xas52GRY7nK88/SbvuPzrPkczhHfz2c/7i6wM1DKep5NPVtA3HFh4817m8EMDhGjDFsEW1fZC8Juw5B79yNen+sK96xTDjhP2Zst84vobmcZUHIXodLHmt2CNoFd+Hk56eg6X7zA3q0+aaXtq3jtO+/dpn2Ygc1v+l7yOfmQvvGYePHApBxtbjLb+Givg3Hxr/Tx81fimwZVejfWxcuneg54rvG8A72Tfxq5pzUAi5sEVygc2G4OwAEuJIFj3RJ/EgrpIkOQ1EQGLu1Fsbb5D5xpP/EMSFDvcxybiXj2NhrYFOWOb7Y6Ey2rs+yqP6nnR84EAyXW2bdj4QHAAH/3Amxmghwaiswkew/N508Ip7cHhdsd6aI3jQ0y6DN3OG3nHAeaEng+Fnc8McBnvhEjt9eP8bwBoGfppUtFxfRNXSm+nlwxs3Bj9+kk56soQw8ZNnPGXH4KUIlAvta+NIXBoLkhtV+fNrTlThWxu/iydPwPfJtF7g7bd/uwc1HwSgwp8o9e00F5Zxh53pPJ0XEhHXhYbB2YH6TA14syFLvktl+WFuCrElOcuNEIyKX+qrK188hI65uErvvRNCz5NDTP06dZEiLDvfGI/ESXpELnGLXHM75Wn0Lh79jQn1nkhMeuC0N0306+/IVlRpeO31784Zku9cyIPeQEWtblyn7meK3TKOfMVrPjMkt737ldj3vttc7mvbNvrxUZJx2l37Gp+6tXDb5aHigSMuxCX8ihvp6B3+MseFfnD/0CsiKfNJZQPGh3UaCV7d8QkXns3HcuXf9UTL9IrnGQGQ+R18hoUaJhkbM56m8lwjPFCOp4/VPm4MqG6c7k+GntdqYgy08wY5RZOPWehvm76jUeDpGL+RWID1Ab8YZT1pOs8izLT4wGNefYQANzEKmY9+0W/YenwPud0Y9NuzOSFDLxGugh+8ARHY9S/xqee/jSb11LBJwl/rISBe1Wy76V4VThwZk9AEN+MXkb6xNVzTPKg+12NlwRue6IVMZDMuDeuEfCW+tPvKKcCk8kpj54l1FezQZ60fEiOzM48gUxggLVtpi8+Sb5u17nW7wIY1F4WXL2yDttfr1dHJacU0E0OYSVZez4ykOKr8F4Jtbp0j/dZ77Z3IEdsjB0X/if0Ddfmd0GIfx/jhnk/951yQk3/md5JMp9VL+u2L5Pf0+Nq0iu28qRD7Hmmy/8FX8gM6ymZ+WsFh0njpQxH4aK6f4GMPhT7kZv4XrUpy2dXjwz51t7XUWqZ3hfjbAPF3zsrwEXZrPEqX+CxyagP7s/qpzKWpmMAczVLg07/COIaWHMxGacajeicVyCDJElvzWUyKI+jBlrhWNP2VcSCcKh056Lp5nFDebIS2fsAG67Doto4BWH8h8LTwZ/nWbayzrtVBMdRbCfL732uMqgsZc82eqlX+hj36v33FrW5t0x/9oF2bV77VjUFc1FgXUxjv1ZR5m9yN/ujH7kibkLmWTYeIM/SUHqnP+ZHf5Pz6Wa+iv9Cx7n3TGu194hckL9/AQKX4O4+EY322L4J5/1kdOqG2vfkOPnIAepBrfXCoOkx/FsbxCgd2LcYRT8se4ibeV72m/z/12+EUDzWOy2h09d+KELq17/B3hrHpGVfge9xOPoJjX+G2czvWtPPDOaH5Cln1F/2057qAXdXH/ZawdUSOcYAjr75owokInekrn64rnQfh629Qr+GNHbYR3fSP/xTTD77Qz1imv3NEaF59Qu81jPla/5BZ2B0d/LNkroBoreafY7KUhB/fpvD8LztqK92/q89l2HAnB1h9gPFdS4y7cix7NOxfsha8PkInZNfHM8Zdj+pj+Nr+ZQNt03qHQuu+TJ73GK+h1vVAaR7KOZd5pM3i91jS6lF42/QXNnHrk/YVv+3i3h7X/uy2bwDL68q736Azqkzt6xUPPMFWKD1PD5a3VeRA25RifrnKviW8AEszwVdYdTwG5EQ+1avNCXhqsDZY1xM0javciYIOrLX+yZ+VGOC/ooG+Gnmvxrd6DMy8xCv4S8/R6wQ0TTxwVYqT1vkTXPqtH/Ow6pTJY9fTVxzTBdsPwRDN9qECdJvWiP4oDo2Jg2jz9D5t4zezwE1/vfLTT3/5y19++rd/+7efvv6F11vq55tsQ/p9o0lsBNIHvDOP9S0EXdPWacBpTkZ69ewRGKU29dj+5boD5xqPOX8Z6eEjepdurmdFrSza4LH+5LoItMRn+cYH7G1MibGaKgff1TZw7aPgydrQotl4+wH++u9RO2mLLAegn+O0hHl/YXY7F3jg9RvfjjvmpDtm0lzjhfn96lfEma+O7AemT5CdvhqrfuFQJp4BgcoffDuOtTuy4EGszEtsbM+hBHzrZ+GX0apwgBdvn/gkOyGr3K5N4Ys/iCEMssfMW2OiQ3R25zGuK6pr8+ot+N3HjgPsiBzNHbyRSwV9V+je5LftwCcEGes7ByTfgFSGqocvqFPgMY/UjxvBxEVtOM8YVD+uC1Dwb31swPiY/IvT40B7RzXeBjE3sKvTIsVvnEe7P2MA2Yy1nEud+z6ug72whOUwedRO4tdrBtSl1aJZ+ttXHpDya44LQafjJmjzY8djLBPvynxkgZ7HNzgtjhx8jp+UUv+Bgh2bJt+GZe2DmXgjck3o3WNzHc/X0YSimhDEY9iKH5n3oDYXfASfUfAp122nz4+foDx02wSOhxN1c4K2Y5d6Lqes8aJ2rjfCI7EyTgzym3asw9Ky5+dggxeNQ/dJ5/suS3TXE/0Y0zI7a4JtFv89H4Rs31PcetDDvYAv5p25S2JdkE/hIAtdf/VR/J2zoafdvh7h45yxL19xfX9f5U6WU17rxducE+ip5+5Lrb4uDryufFZ0rqSv25vJzjYSqOdmUB9C/QoUgrRxJ/caCIyk64RRHOiySWhgcmz/8yN49zKf06QHmf7BdppyWhftO7ppd22pqfXBHR0wUhocXr/ZJwCyjDyj+Bi8AV97DhPbIxlLaXNxwmfkw1fS6ZteSzoniEoGyxHASBJqLTQckNP+wrHveWGQMUi31fEhjF7RbY5smEwufMwiVvAgj3idQfVi6eakNW8qXpMzsX3HJIG0xraSfaF6TY7ZFsQvaN174cFFn1LtYwcnkNazQI/gqM8btRtX9AR8c2ytwm6IirKOd3pdUByG3DxkE8oG/IxxF1/s8X1FIfsk9Up0YoGe0XWl1Kk3ft85wmsvXHSSwMnG509ftRjkJvWJ8GjAe098dzIOVFWu9sD7s+cw2bRyvfpOuubHlX7inOtduMgPXRjXvRZy0a/guNHjTLtb+NebGDYaPnHqNjWBuupTPeHgseMHczLcgpt8LV1OBISsGEILvH20CW3bW6vH3AOPIgrfHPIIFFrh9FCAgzMLbfDIQ5+kqGH6iXRTd7yys1lz3A2SQDxcRM7aHs2F9imJ8ka55hJ+4FV09is6Mze9KPR/1m9C8Ru5tvkGfW/E8DvM9saEluOpDkibntx8Mz8QborjyDzJH/36+K7fh7PdGl7sX31/HadHqP0PKjZaJo3bwvg019W75zPmrD++pb3jfsvkBETeF98cIVbKb2J1wnjesK3Sub9DjMVTf+r9rVlyqq8ggz9/vSCDBNaUT/xesPjx2ulpQ8dA3EWg3qshnIUtdOb6K9UeD2/5PXz6WX1oU3+PXuDVN+D320O28w2TvIYN5Su//KrXPOJbnqz+vJz8RTdlmWo56ebftcCTWMHz4DtkXvHv2lwM4fyQy5cztsHNbws1tqzHleUb/0K6uiGvfryPtulXvuViIHhRuCe49vMHbbjaxc4nb3QIo/qGI6eSlPqzopITO94PPFFMpbx2vzit0MCje3OvX5KX38Xa2EdtCf5NN/HYG0Jr32oOynyLsCWPI/+Yn9gbi2/H6MFvVOBTe1ivsDV6DaQXVWjPBWWRLV7oaT2k57KhuIdvuHo7fNL+dx/F97gAUlWWrO+aL/mNco0UrS2a+wTHN/+vFInlpoHc7b1Q9/gf0eWq+TY3MTx8emH6f/7v/5NXaiL8VXEoyIBw7oWXkgDHf/0taOBXOw7a4efikAt3NAauD3KG9eZ6/mS+UqvzCujO3SZPmSynVI+Cn/kGOdyAYewxDzf3gTe3OVY+F+p9/nAj55pbvpZVBdbRN4DWvgqQ1/W1+XimI3j08eANp5vMpwcuLpUulQ2/jrnrBSH4vLfUD+B7HD/JHdzQrDIebeHyz36Cgcqhb5qnT3w9cem8tk8E72xUZuP4TrKXaOX5Ekmd4L2S+8qnV97hsxJu8b7iPGtPfWf9Gf4r+LTnPbyK4xRd60R5HH1P8uqVHs/6nvn0VmaUesbqJVzp6vjyYA28r7la22BS2QwSljrE+jodbTGauBP/oAP4zjJprnxhsft3LpV158tX4YC+fHss/fVY3C0TjDlbbIpffv3lp7/pN3/5BjATXG8IbYzUmCbl+g+X6lpdXtkI842nWWwhFzb736uI9/dCPnRnbVGbfKBYhvKBG6pzbq/sYO3PwqdOuzc15m8tZ0fp/itrsOYmnwfqqH8HP7QSDXv7wlTBIebjdVxKVy5r5m86Z+f80g+8jmuRh+BVOdb+Sw7p6oHXiuIjd4kTaDmoPF4EDp3Y4/FKe/bztMOLOgz4OPNrG7asV9BwzcA3kYULPXpPXnBC55b4CVwg/lhHZLWdyPenU8B0aYDIB3QQiXVYcPKBAhwOD/fXBOd1st+wVZuNr3ptektsbqvHqVNhksnAqqoHuNmqI9/85YCcgRfbA4esfmLfU98DL033Q1yvBxe5/TIMePs60qavDPqh+Ugp/uQx+VSvj/D8EdzqAe1Vl8mPdaT7Xs55D395nZiY76tX7paZsVA3cu7Idb5ec7vDfyWpfKG78+Uc8x16lQ1faHz9UPca4HHc8FQfeJMnsnItmfNkHmYlyUQzkKo/sjyeEDLKxtX4tfC5/iYX4ZuH5AahcGsrUOR0DugX7gof6gwGqTrfB/QV7kA7yQYOnfU5GNz7vzzAPXxTIHxYFBj7j4N/YP25auXWf890QUpxrhKBd/3ymGDeWPOzY805z+GLzaeyr/yu9l7xaE89r/3l9/P/+l//2zMSF8Y66dFJmzJhCA1jd626AqByLwAenYTDz8injyxEVdhd8hQLRkt4ZyGRpID7lMd6Wqy4OaLTYHDuPLW8cJwgq7FGbyeAohz4S+4MWnFyjN3Fv/LhN924VMUFqy8skr5wFX/nd0I0sM1CPlefonlmv1pXvhOpsk++PejiHxYsFmlw4ueF0Jn7Ti645UP/aFf+TL65KPREIxctiL2ewNPNB46f1jcu8vX9CtgDA55s2Hpi79cvKk/Xl17zuxdwEl5x17ZDUGRxMRFXc/EefzIom59qvqOYTvbO31GArHwybJLTkx396WOhIJyJ511sJl3rp9gA7GxShMux4+dKV7no04vpF9JTs/RRtzqvhX0lATyNR7dgXpBVVRT4OGyFceUnLuRc/EEfZffftbXJ1DVQli6/alj54u8kH1fy4Rc69CkvdGc/ulx+wIP56jP8oCvfK3ZlvIZL4zWfgh99omjpqxt6Iwt4fQ/v4k27IlOG6Xefzc2vtgG65p7hA6DleeZFT/q+6WIzfdUFeHUIbdqzf/ICv+OsT9TOJ+qgy3mBbFz+gII5rHzwE/MiJwoTbrxBX/ypHzhtH/yr7Apg58v2H+2E42Q7/J4VNn3S8KE78QEsm27GqC+eLjKrRIyEzcaOf14Tlq6b+c7rwhwP/CZc85TfvmkZwQzWlvqv+LU3GNGNeZSh4xNGXbD2xX2Z5acLuUqrsunCqf6t/wMV3jEGA2l/8ZMX4C1HCw2cuR6UF8f1/QLhSA/pyBr57Z/6GYhjPzGxxXf5tFD7Z8kiBTi5/6afkUB6UwJ/44Nvuhj9xd/gO+sHr9rxXb8tDz5F0ZAdK2ZlBlxA/hnnkH1WbNoPXvnXLp9MSk790v5v2iBy4Z6TKjQoHB6Urj9pnT+RmQcJHukmJvbBFxnkI7bMdSJrGPLvyzJZOSwc5SO8+leKq/3EzRcH5LbgcmGJ9TW/WQNsFtr2s90c/rP/Wr/Kaz98WMO1yypoHWknhgCsk+OBPUGJzmc/PMrJ+Ck9NuHfljzos9vArzls3DFP0mZcz8LNchcOYmd5+Ki63uQhuqIdXeA/FtarfaMdnNq3j9v3u38pMRge+OTDZT48bvxaF3lo4Py+9tfNa68Ky1TY8yrFu4I8TFpmG2XyLc3WuZDGkyj1qWX2JsC1b7Tu+ApNVIgL5yDWU+vmT7qQ7p4+gAWSUFb8avu1fcXxBSRxA/+qI33d+9IX2kv8bs+HjPqhj6ueDz7EfDm58S3z6tV2jxctCz7803y90ttvkuWLyvhE/zg1YY+PTod8wdwnH02/UT/aKCFebqtCbh30S6NewKuC4D4rV9qJW5mMe/63MK/PG7ClKS/6scN0JXpy7NgQegqiVuKXvjZWDrjmPwfI4G+9JZ31ojR2G77m35LV84uSwrMFuq5fh450KjfNf+VNdGUG1r/6WWyINXTACq9dlXH3m2btyzHz7xl2XifNg/GyriX4dXU97z0Iwwf51Z0j+7SW6MnNCuxLfrGPrUnFm8er/2bfs/rZB52vIg8a9Ng3X+K/8mpeg0Mhjmd+xcQu+X2b147jCF1py6/HwhVA4x/tg5qK/NTrNyf4Y6N8H3vuIVd5tK88ilN4j3CkrzlOe/apNzdW5Bvmn8d+g24/yqeyr7SWK9ktxadNX9s9lg9t9gS0Z+oWr/yKX14cvf8fMosLbfHLhzZ+of2ZuUB/vMXoZz1A/PCQzQ3P8r4ep6zqdsWZ7azH8T3waUPpuX5GflX3M318/KovfHYsJj3jiNIL/bR//eVX3fz9q179/Nf1sFbiEcSzvJ4n/TweZAev+iB7tt0YH5U/QK6WfsKBFV6+s7/+Atb+jc8+ZusFnJnQ55pyP1de8ITPW6Uy9DzcQzlfV9rzVPcuRlofXL9pUUa1uvWeSa3e6oco5jpKYdSnTbQptS2t9en5xxaIQXhwrhlcDAredd8GtDAIkf1d1yQ5ds+2JPiQN/0EUj057jlG64a6/WbFChVfzoIooSHfl0KG7o9pL7jEB69knLBNZZ+z8wDK6hEujU/GC7iUb7rm7Cp+Wuv2xCePe52BEJHOng9Y96RDZazLCEfb+2Yxot9rqPh7r7D2u9KUcEj/x1xAfmNp6aLpPpU+fJTz4+yTO0ahgV/ONxJz5EfHxNx8h4sb4/72KtzBZwyELn7reAws+pUvNNdyjde1/3W7sdpYlVsI7dgbY3ojED3n+Humh/1QZuu4piTZfe6obPZqd9clvPcrDeqw11qltN17XeXWjo2/ckb51YI+jFke2PY9FGVO+Rz0S+YhT8S2fc07xddMpp6l38j3fMNaMi2WPIp05irz7Doz5HCthrHxtNBVusoUqDqik3VcDj9sueAYf+gKDd+PML5kZG2MHr3+jE6Mg/1wf/q3H8BIeSaXXsteeK8OM+fAO+xiXqEsvwHnr78FnE7mL+WtYgwfv80g6joOOScvZo61Q6ykY2CHrksWcd7LSvQoTukbP9rtO0uKLYWBw1/xuS4z6TqvGh9bmSeroIDQVXZ5hXf0M/7aU1dO+veYqmzgV96zTX9lHd8ADgLMVsLIAL6ZKlTwT6XEJ+Cl0Yl53gC4oLhZY04KEr2lx5b1qMcdv8A+gvuEywjOE4w/BSYBMXPlqOaDtSACWOor99N4qQvI5VLiwFjEjkSzT+GnMvixMPQprXSuz4FzgqsB957gM5GtvNxJN5L5wLsygY/w7sQs828oziCf+MBHZnshFuF1wlnaLkJeMakLMHp1wH5F85kn68u0Bx0nbGMzYHFlfY9P6M0NzcK9CG6io7bzOn44Ot5ZKf0n/YYFRVq+kzJoxCU6ron4DXpsjS85rk3aStTqYgzjUVPZrkn79Kntn5iG7+x4xgC4/sQzC5vqelUjbUIwdZjcWm9/bH4mI3waO5gnvNUzdO3vERmtV07lcsRG/poqsw0+tMCKm+MCBPzCPm1gj4VtIV8OW3bH2+at4WC9qhvH6LNxTuzErLp6fmnjhHRuxCdirAL/nAQT/8gq9tYhfq9P2x98cynoOF7V6Aa+CNf+wjnOvlmnrzpRP5fYc4a1tfuw4enFQAvDzxvfHOIkV5sf1aNtOk2pDqiVQcYHmtqF5+q1LNEQA/OClhxgQ6K/rttXP0TaweSm0vmn80lQ+BYdb0voBuga0xtGtyB8KA2PE+deoNwn0mey5NyE1T+BMS/jU+eJNs2sx25fYnHwF3k9C4frSfWURP29dh7rA+otp0855WvdnoXUpGf7yuPgX0YvjtAkv7at82IOfaiILtfSfKFPOwLPSXd4V7rGcfvfWlzRbtpnJSq/iHeyiSVeYt/wSRsANvnI5W+Xsx+Bo9EdP/dJ8H2s4cMY4xCerLnzgsEznvD9UImokx71aySTWqkp653hmZPWHHDYf1QsPrkQnOpTPt6baqjH9ubNmb40HOd8fO+v4Dz2Re9rfCdv6tUV+qkTfch+5EvPtWTuOk7u8dXaX4mLeWQeYiYSRLISX/hs2+fJ2lWCMZeO9eXhG0zVX9/g0H5ozHPIAHYUlPizyRQ3h+U25RBBZdo1dTshPWmU/ZX1Mb8+oSvYPoLJlcFCUHQcj8aZMUtBT+ajWap7cWZf6SeMemna37b30Ut2+aFLC/XCS+Pu5ZD2FZ/jHWz239YXv+pXHXr+1XaPtzwWkDjzDZeD1zJHYJTzfFlbNs62+RXvuz7snXrB+xgDCPwTBV7o2HWw+lb/M/tHG4pXHn646Uaf8u0RlMpOPUNU6rg8Sgr8+olfnuXDlAXdlDf51IbC8EUfsCssR7Ta/ob/lfaM/6oFrfaEi10eQFv4Wpz2bZ9XPGLTK4yrD664b/WD/zEbFZF3BO/P+e5qxW7Xno/pvOmpQftKv8l71qHpv1xvUGYS3yb1Wcyp9UreRKxuwN5DM/WDxu13xKd0yLgr1/7qUnz6uQ7Bzd+//PUvfv3zZz2gWVeQ+r58esf8vwGGftWV61nnt9J9TIHajm2+LUfM5Tf44j3WcPKiaw03glufkq43oWbfs3plP+u/gzd29EFfP9CefZypuGAXd0587W6vF5MuiAtdC+GxZwOEEz5Q4Mv8y178vmhcLRmJ4z3Wa6gj45/26rkA+NP+s2+IJ4EkuPKMTpKM+6AiPsu5Pv1HPigJOK9if9wC/2cx974PfPGHgvwxP8eByGR8zRjQ/5QfyQmNbdj7vd5IDh23O3KjGx1tXxcotU8xBUHFnJZJsL6W6scRfr3+bHUWcvtoUp/tK79rOzqGrn0TRh1+Le2jPeGVOWGleesIe/jWJniUT/dVV3nlGc3km+Hn9uW4nHsGqhV455G5h5+w/iwZeZeHDaDb/riynf6hr3ZAU/smjfHFctLF3c9lTPq7OqNnZ2gwJv9Js/Wb0FH3jdTkXvSP30rHEd69Wcq8wl/9Ozi5Ci40pb/2X9vN98IZZ6/KM76HzKjvWOBn8is6qa4FJ9ctiFticuWHD3ovRDPSK1Xe3dfYVBbHwq5MaseRHcuew98oimKBSwAAQABJREFUflOe8UusJsEehydogn+A4rPIqt5HpyqF9VH3XAjjNZBrZ+4nktx7r3CZVfEuWMDN/AO+B//gQwIyGPWvSlaWj31yYAGPd7hrUeoEfkt3YpKGnaSkenTyDfK/CMRv1jo5SAxmsDVAn+TJSQv7jBVYpHmNszgxuEmGGTa1843VBIXF1Tgi7bd/YXzy20kBRYNXkoCkEhFp8e55vo9xpc1G4PVkYP3R9Q/9dgj6Xr7BaFmaUJhkOtFMfR2/dSrZhej3vOPZr3gzf9jalmy3sAJftK8n9NDHLrZmer5sTTxZbDSlrCtVeyFikkTDXbABvCt8YzzWTn577D70vOmKXZJpHnoErxPfxL3yr5/AsfpWVj7xE6mP8TrTy3uKl0M2hBQHfvwOM08Ed9PZvoF+VNvnOC49kjfWTHY140hX5gM9deUUZhOnb70yVkDxDdDQJK6ZO8of1olJ9Q8uiiBj4214+jovEVMLAuxSmrbvjtGlugejsOhzhtG658vGtzaEpp/ll/Z50i0vZIF3XZu3DtiZBRY+4J75hrv56GPTBX7+XDqsmID7+2+Zm3nIBZ2Y5vgtYGb5lsgL73MUivH6WH2vunVu79ow284fBv3Q4yrleGLbE9TuvfLbPbMWe/xtYS2s2N0Tn3yDWLmXUah5gwCEFvu3P87e6Dyv5N84moK5mcXTqv7mjlhZzhjO9Q8S8LvHGWupHIbPiAv+8A0/65QnZsHGPzw4g4r1b+fBnWPF+6clMAdk08mmTQoyh2fwWhZ6UMqnm/pAJQdnqZQ/+uNz3yi0Bctdjl+p7o/ozVs0lNXmVz2wjTjE/tByWu7yKc4bU9CJefWaQMOQpX8UnxCfwzfQ5R8Jrj/Rwyep9vf+hskO4d78ove1nC6wqrN8r3g/0m7uxCryIPLrA3LYPhRzvMx/f3Pbws5zSWmqh+M6lI0dkVScHsGtLkQfMmKZ3ESv0JF3Vx3NA7X5Yy4l9a0nulbC45EYzuL8W7Dqw55knvgEDt8SRwC290RMvZPt0/qDvy5kzKJ3r5Cv3p5lPQCSldhqG5bR1RUFAEUeYyBPONMPjD/qFMPW+Aws/e68+Zg2gL/5VN4N0QI1r31hZ6B1Hi/I7TV0gVVG+zlOG6469UZv+eKt4pQOnryxx3D5ijbfQvnylZNUJMQ/zFOl7XRy1/a39VYeeD0htsRA/8gnjpUF92tBPjdZrOtlTF5xX7altvMX+SrzG131x3W9a5uxNMvV74fdC+mCPkmf1/EJ9i39nNs0WZMXw0MfcGTP9B31lt5YbPt6vOp77Z/trln4H7sPv0mcYyK50x/wpn38rIaYHf5l8KnstcnNNz/QAbkf0fvKFJ34R8l8qreBaILcXrtSvK992II/vFfPuRzU6Gud1/l8fcl+oOd6wD5xeklZyjB3UYqTVj7tW+9T9pyFjOpBvfGIvF5cYuJQIt2cA1lH5OEPeK0BrShaaPkxDtWtwkd8aYT1QZ/cvPrIlxhS/hN31h2ZEB7g0IQeIG3HUHjlx/6uuoEz65zzNt70ReeOTPjCL+tp+RltfRR2lVk4aJia15CG+/YNnSy+YP35gg5T7iuO0wfgtX2lZ9le4bmwI5eUJkNmeVwQnZ/s6a6ZMPGpV/aEA+NvwuBfXOaz9oPDEGH+my59Rls921+ehb86QsP86dGi/PC1K+VZvw39jLYyGLOsM/Ap7BkNcMsTrmoLTf5XYDoHwIO/2gKS+b5jPqwOPS4Bt4fqOvWHjjc5cPP3r3/5q66j6ebvmuMOJlIUf1E6bzj3DwRV1vz3s/xCWU35KXQyz6U6ZOBs/03b7arlq+K7X0zy7VzFbLkS+N0cWjrk7Hp08PQYbRySn3VNEP1Qsd94+swAUemc23ndwMuH+Q99msBXubMdezQGa4h4Th/MfXi/2DLptwrLsQvwmetJ+ud9FzbJsGNPsYkutbUfxFeMP9FwPbpfeorcLad6su9jfiGPl7sufN/fnLbB/1guLZb1SjqJXWTvvEEC+UL8vA/leg17+hUPMpa+luqe9rKViYAiGt5g5WsaqpPJpb3LMdPcfHDO+Jk3Cvhf5okpt3MHR+dXl6yD11J4jX/v1TFp5Hr9tfnGJ4WX1dF/+KM966hr1vF257P9Fk14aXo85c+Vf9s9XrivpuJn/bEhcjoHgQDtlR697+B3/It72Lp4XnHJE0pjOmV2fLcPPGLDOTn/Mu9pnKD/urnP+NCPLYEqw0aSBRLwxe/Qdw7t3FJE37JiXeEauHPyQoyYZUSPgixpyXPO/yyD+Zr4LXxGD1Xad37NWC+v4PXbo0vAw4HzF68V4g395HuVUz16LLO32sU7H5UvnXDWekP/5FVdyDPetjrb4HZ+7bhumz5K4Wn92Cf+5g1p/qKecgb9ftO9yb5hojlHHtCHjncl8QxO+hsn4huIWLj0OkM5TZ8E4+3P6mJaMZo8eACLeU1QM6JW35WudvR4lZhzReiX8iCs/cXE9fzIxPGOskZhMGs8LeoEk4G8yxC8gT9Q2zwbiMmkDpmwo+4bC2p14+SrAfRu7e94HvQPlY/YhIyP4E9h0J11xAvMf1y49wTPxSX94/ep/NrnSf6k7tduSCdeQAct37ZiY7ElTcL6fSfHs2TbVNKtZAuYTV5SZyZ5J5ck6ubwvMbgZMGYGBJ23AgWfLn7aU7A4MkEUK74toOtC2r75hE9HBPisXTKYsbF0IFJDh5O2b4cGKfq2Ksa/rbPT+RPG54Ilx5s9M5K3pNtXXAsi+ZyMNlzMvKeHmh98xzjVU/lbZyrXNQgrNdCHG2mtgIpHInYR8tkTmBnGzcm2MSeTczuD3xlifF6Iec9GlztQs4cP+/hkXSvvtXnOeWU6foRb9EAcNxD/x59TPJcnPmlOzo6OownN9lOabzrI6LVnvosvvW/9Q2b1fPisBKGWbA3WTxnaFA/yFg3p714ah1ZpLfMn9mLjj4JLcItE1u7+OIDxljFxCe7HThsAluIC2HjAV/+hL2aPTFnveaNAOwJnFfWCaRzASwOxrEUMY/Pg1v/m/kiZW2B8WnzfWbrfoP0oAa/F67Hj9Vkg5a1CRu2mx71urK7ttGLuQdKbPTItAHJqSt+2/iiG7zCpo21ya+d1Qmo+WOvSk9aDCzxzbHxsX3dfMHoWCduiGBqMZLp3JC/vCN9/H6ObRf+9p9Ql+3hjLBd4Pe5ehzrVefNjfeRWuJ3EmpyfHt9ZbDnTtuObWfdpswdh0CfyaDXPhCv0jgnF7MpA3Fn3yzegnNfnxxi38TRcV34z+iWiKcH9KluIPnCk/I/tihPTznw6L8w3rGtfU8FHh26BKHX9vPq9mm/v8kvnEQ7+cycy8WhzhVlMfUujGN16PHE/8a5ATXWnvUXu2f2TmlbXqG94Xsdt+2/Hrv3DBz5O7ic3Fe/fVNeDlmlNraNrWdY5sr2r6nBSaYe407/HHgvK/d+mTlt8oV2tk9pS7LWBI5lN+rYcOC1/5VO5XfBvco2i+K+4odaY/3lvITCuGP+dj0H7wlW9ccOix/+47WkD2v+4vrg34s04tnyFNf7B+F5XO+LEKU1HWwufoRv15rKONEU+MaxfgStF8UeSJAtHdClMh5wFuCunxh1roCVx6Eqjp3yyksKOfieMtDIx/7+OaR3K9JeO7YOVzEdb+dxGqw7GLHATstfl8nDoxpwxNLnpfTGWKiVBa/Ut7Ht48J2L4xxUc24z8WoZ8+fr84v4BkbwqzyyrrtrVt6aPOv/cXvEdOwgv7j8srqnLl3Rz9l0Z9XM4qfxsq8aVNZbx2nfeDCs7A7+eB4Xaei0nnG9UHrzvHxFs8DVc7x2rTDvLvwl/fgySm9++apjw+iS+XOpsLQ8XfdPOrDkRfS/8Lmk/yTfVwOtOnroo3PtW58cSijPnKt+Q+89hw4l8qMX4Sdx+VBjw7iD2+u7xzwC7+7Jrj487004BWX4y9f881fbv5+/UVX33QeCz9FSLNI55QbyV47BF/XL/PwupqiTamt1/bqdTd99/0sSb2oDQW6+prg+mIE8aotuI/T7y07Mp59WqqIfP6OHADw0J/lmp9u1Ezzq+YTpp6HPO/OnHsjLhLGz/ZQHJMlELHNhZlvRlwfxqcuv1C6T2Cfwr9P/gYUvG2tjtMYKB7L7f7IaLlpNymuOWerj9iDGXk/f+IncPDD+kbWZDLWh+Kfuj/QqL+cu0uPw0dv8MFDxN4aipbzTee+fpOPm8rx4dl/Hdv1bnAq6D5Zeu22WK+ODqsTE9+J+8m3ocS+Ay6RzsGVDwfvqyoet40FUZt2xd755aSDjypRoQyTd0iNHhPzXOfby8ogA31999z9Zust/m8yWAhX1wDuPpb7Q+0vbPLdN+HWWHUn1wuYJ/jSVcb9lbbwyetat329fkgcFSOaV15XurbjH+QTE8Vj+br9HG/Sx+jMFX+m4LNb3n+GqWixiT8HxUI2Q3zua+gCaecYvN39J2trPHRdW9zQhRzhjQIfK9hRCpwVu/zb2+WtY+eTYnJ8b/wnjRMnxAZ3frAvT4i7QV/xNnTVlrmnfsIy8mauUSe8wey8tmimUrrOvNk+GrEf9G9V+xiGX/+IQZ3itHP34oiA8wQWQTCu0iyiU1HgdVxxokgG+zOligtt/zZuE2gl2trZT2fg3pw8FXdTP6ut+edZd3xgkZG77UTW+4u/Ub1IwoMnWrj5u3iozyeKuOgtpSBhshMDTsy/yF9cgPWTJxpoxOw0MhxEbg5AmBLpqld+O9aRgeai4xOUbDS1A2CDqTvWemKDjXA2PZG1J/gL+8VbBnhhxWj+4uMTrvvFfk0s5Eg2BBs3kxmZi1VfpFc0Bo8nM8mLr/qWxm+/salKbp1kjAY3UL5ps9yFy66TzJzEwzc5fAzey4Q3Jx94ZCGrBwnACMKQ+1iNnGcB8m/cmFd5i0NjRnUx7Djc/LNx3m0ni5sdf7svtYOHN6PZ2JGizrOF3BPtbFQUIymwfbdtfpSx+xQu0WgLuW68Hj4+rFGkjSREG6hYrqSGL+ZHpz0xH7pfjVrt0EWHLFJbn7wWqITAExN4hi4yi8Fx2jfr1QMYOrbdY3lMmsI4QoN92P99LYb7YvbE3HV45QISzlp2cViOQnZulnIDgQtTW/+rXuV6hU9924euv2teYPPKCwKIEX3MVZZhVazIEb9N607hTd0r/a2jaFiL+E11FWSdCwn2ADyjvKul+Gv64RsOO0cF8z8Y6IKHxMhq2/HJ+mDPlI1PLsI8jwqPDv7srOSc42gYbXhltvST1yu25q4Os9UA9eZ89eHf+hip88JxT4Kj8VZq6gstF75qwuR1WCGn8Mrnn3/WnGv1pZFg/K5H8NEhfugGHx/d8Tr2i0sgJ5ouy4VcaKEcq0D7DdXHmJfhT3Ss1OrHNuDbxvDjt1HySvWDczm+PHJxM6e/+p36pQtLF3Ycup84MEdqcLCD1W94/y5d0JnMjbbxE9+ab8EVbOBBpZATd75Tz7KLV9IxCkvDBWPxX2PA86z63ypXGbPduRoYenGcfLd/H6Vc+8oXPn/wev9LzPAL45ej5xL1J67ys/y0UuVR0IDgOjIBtyOff16sBNs82AeDGRyOuAwajokn9ipevvikXIFpPjT3qUbgHTCg7gThqK8Q2F9A58VxUrcxMtHtB/kpPb8kT/EZBT6s0GkmJn9wYQalzHchGhsV1zgQXfVMHJMr4aSew4TIW+TWf8cNvJ1Pgc8xFqril8fdsb8RmZlcejI3jnLLQ44j17lw8vNPv0r1/I40ZPEv402N5QJ4hM/wv/qAIY9/rF0O45I/5f7++2/iy9giI8GmPPoHaHO99OzXGSenIgYHnvKHOEThE1Yal/ktmNJBelof65227SB5VbpfcqMfdGF3HQPc83hoTjqsxPWbbqBAyaJBt8NvWayP7KPQod/eau6D3nFWHrWfPpfBr6DZURf6LRPqyHq8g/zA78wk+i8YOjqeVWbYFTvJLSkk9rSRxbD6M+UhB14wu19H7gk6XrDpWekaXB/ZRqF3T+NzueUD5xB5Lod7TRNf+2AFoLwqq3ZN+B/CZRixM6TAq/0P+J5XhXRx8EpjxSCKdV6CHgg6YY9tURs47djITcjKzkorlFVo08eYPAcVWlFq7t+jfObwMfqrzOKyY5B557dvvy2fjcQS7i5nucBrR3Gqv71o9PKqPxJvhmVLfUI7fnBFEVxzhXEzls1fbY9LYrUYdR9jLw3e8Cv/8jZMIvzN0Pq7bR0ppUsrn6WvTKDl3TpH77U8dQ5FBCclYj1Y9+WOH5iV2aMUNIOzBLy+IMgatoNMG//xjxyyf6GYwTg0zNx/tbm4E946On3XBaOvPOBS/Rbvtq20Psqn7fb3eO0P3mP+lZ5j1lD2F7FpbE0n2lHnG3iV9+kXxuf25p38Su+qaJzlZ5g6J9Vm7DEXmjf2rzgcgl9UptxcSxD9bakWyYPa4YfJZMevf/nlp3//93/32xw6zs17rctTTthfrDuua4X/9YG3R3q4dB8fnatT1Wf/GinKPNyif8bUx6e1T4zPYKU4SjQ03/yGLriwpoUb5++4duuhPvWTdnY5QYC5AIZbEPGGvraG192nMYxsgoyKVM2/P0FwtTH6fNZ1PSm65pZey3R+ya6sBVJI/PBBdEJdK3naA3U/5BiOPU/lruF1Z8KxJ238xViyJJTk1N7T515rnYIButef5HLopJ/sIA45Z5U35VtckXMAPNVcfPQr/BAZfaGKnHk08OGDWMcf3qOxRIUcDpJ9lXV0Lk6yQKBDM4hZJFQ2n4VqGGto8M15IbEnRB7zZn0jDvq34D6fqBT4ISN60zoV6WwN9FFePYLXmPZYGNysTtmKPmdRmw+4yeuti+Mk/fcDpgNfvpjnQqE/fyLz/gZ/8EijnsuRu1wdCE0VjU3TxrOEt1vTF3fY5d0jOOjw/Y/fdMzaLytCutVSmy8BBOy90+jjehDnBMS8v/nafWAolCcaSxTgrbcPXWDH+MkYkx7IEtwpOGSVpsfakbElIsXPPtB4Fbl4LKUXQf1TOtts6TsPyvvdx6XfJ63jyakdxyln8rvC2+4R3NY5dm5hxNUd7Mf6JlPbugQYf8WyPNhnZLQuO31RYs0JGmedc48FY80EWvJd7EpJRk7Oza7+CuKagpYmi1Y00Ge/4bB67ZdVaRyzjpH0ofMIaNYfXGg/lupwaH+Eu1Fv+NuePJoLE1Z/TZjrzGf/D3Hvoii3rSRb2pLc59nz/396+x5L8sSKQBBJFqt2SXbPQNoFIJFvJB4EWSwKaxAYzz5+wDz67bHlColR9umyr28YARO4/cnaKAPu9L1yXDeAIdZhkv74x/R7fPP36CFcsqReufxwfUWJ6dIpV2Wv9S1i0qJ3O/XwtYJ/Y/8VJW7eMuF5Y4GPDp+8z/3qveq4tV++Vda2j7ibVozbK15LEXSTfkJlc3nCLm3Lz8xjfIs5wDMFPrtO7kGcn4uRN8/bI+GnQ7zRx5sKOVgObTZex8N7ghA/PchQ1Zhsbhkk53S+Mc44CI42LBLhMWEaPmpbZJpPN0rjQA44tEksUilV9lzQPvZN+TzLHwx6hmh4dTkj/SCPM/EP1a7y6xMfPIgTT2DaP/LZjp3qhy8bH3PDGBXgdeV/p9zdpA0df9XnTEcHEhfRg83hfjKfNlKPqlN75/NdfR94WVGg9csDxgGIjMb0Ai87uEDPhR7xfME5OLzyy0BSkTHnjTxgxiz9ob8v66qSG2Mel4esbL7wKyY1LfVUHcA2PslzUC8bPB+EL6iT7ybF3tVfGr+Wd8TVxpol+HDBlHWJy5PYd8TERRA8A8omWfuBALZxZu+bqm5atpKJdtOrckpB2GxYrZ8n9GOOwTPvJPBrE/ixF30EZxGxIeFF29YjMD9CJoXKA+2OeRhk0UCHb1xV+7u6oc+6xhQxtb86aTws3YkjdPwZQcR8aLd+2OhvUW2QefPaoiYvczhFf96AU2zjyMsb1Kb6m3puDI/5Ubta96PtKcXu2w15XcKGC4vwFdlZfvr3Nbf71si4SgmuYxCPYPe60tjz8D2/+qqtXFDbCImwNcorrbjTr6W7y7n4/MpGn7EtbtMHDQB54o70L4Q1CMi3LEr+W82EGXFZ7CoQna9ahk/8kHLGemwEzsVZ7WXO9wWn51LhMEiP+dQTn8TtOK/s8qReXo7Tm3ppnuWml1658MVK9L5aK6g6ubLC6z5WwakusMJDxKb/rzbmNd7Wk287PNr3TNcD/qjebpKMqUN1rk7NS8DczA0qLs0f0p0rgJGWDrYtkLc+D/wXNoQRo6zCsp+eAq52zLZZPvwvYHyxeYIHn/rIefuv+k10YLMOg5Gq72HjaEsRH3e/t/YPcuTc11eXB9K/AMDxha6qzKkHHce6uPhX/jv+BXfi8WpTX5fIR8f1icq4zVGuwrwZ+mMmaY8o+urLnPQyrb3jR4ep6In/+Wv/Tb6xL50e39Bv5zcnTPyW4feNB7WU4Fs/1b+WtxaOa9v0a/yI/I8MBkV9u+bPHFQS32/QoeRI1XGAHvS/wwE/B2rMKaFunDUvzys9PgBW+L6uWzdHSvgDeXlBwpzLDZOe+8y2smRkdDau22pHcf438qsu3fcCxy+Njyn7SvMMx3Dx6U2byeMvL9/EHx7Fp+xhO/sddik07/z7iYPIkRg/V3vbjH25CSYZApbS/Uc8EYcrFksDHl9+8I3cBXzGvzTNjSdaErLfpTO+FPm7vvn7n//8x6+BNpMPPtatKWHpwa8xBzSOa9tHelhXv8amc1ed0vprRcq/Nsv0kYjRVik8zjm86lcO942pzgV2Y+kUO8RIb+yszbFo2qPl3xw4PZmEXu5o5nGXH3UAM2uzcNTs9yUJ/zP4Ype28KMcPiYK8MNP9Knc6tb6h8QXBOgfba9OM3ZDGNm5qYjulT/ZTp6U8dmjjEnxrMz8zDzFw+zvpsYQ+B33xHdt8lkzc4hT9PI1glz4Xf3ktUVySdSdZMK8PjaPtCiWtu/LdTU9ycBKv9/dYK3+6Es5uUhw49METz/+pPwRsTyfkv9Mg7t1zX2DvjoP0FGceqQ/tu8OpB8oeAgKf3SBy8CnrDuW1bN+7nrYPQE03bfd0QNjf9VUfqmr72j6pg+vV499Ujry6hqf7BauVQ8/PXFVafFB/IEsVcB/LXYLGiXb8Qbh2d7B4E8Ua8tVce+rVmfjj92/y9afkrlpw+99JrPfXZbzc0/l7PCsQZkVfCYrEdg44/Xa53dabL+k9Vp/RnPHuzDyd/jc8X4GI+Zvl4RB4PnSffix/C9ciB0LJgGN8wTjmw0YoK32Yn12PECMs5EcPrgMlMMgZXvcArxJPOkUehpnuY4jb5sLNx/F2U3S5UPZGzsHRrt+W5Ke3vio8Wdu/t7y/AuA7AO9mcRN6gMPA+nqHlN+ShkjB6i9+ei/oCzXnyZo+uiafONFvL/7iRG+nWhVTv15pTnVn24Mg9VFgxq/r+FvTbmpunCDmTZ+s/I3dRAX65nUd0zyQMO6iLfhDAyYcLPRzGwnpVzmAOSPb9ERTAtJpXeS9fGhAcKe0/Zw5b4PrOg74l7iXHnPenzwXD8YT3wvtCLSG1707XP5cNmGn69c+DYtMXQXM3cKm4f4IC+HmMofZjrJWTvO8o1+SI8GqZ8nPmD8YW/p0IFy4a2nnT7nJm/6gOx4Ykwt4qY2KM78Atmf5Q+kvNBh1ssn0Gf85AuPXytiO8pj2lMezduGzMqXBNNzrqafVVi8UOrcX9UduqljeVbGNe8FrWWqcZlrtOXVY32AV+RIOgbWOYMp61MvNHEBPJ6l2Kk5QgOw9pqlPnKDonGxL5Zr51OemiBsv2MROmHiE8UhcwVyHn2Sy31RSq401v/qUTnHOkIfCOiLH8p7QvLDJ9h+yEf2yaPMYNvD8c2qaxHkKWnkftMT3tKkop13bGW+Q7/QHTl2Z8dlfPtTHZAHw/iZAr0p4XdecYdGiakKKI/Wj74wgEMsFcSrOt1dBFS/8qj6xIDTmhvm+tCmu3xuKGm/6gjMM48WMH57BNv5h23P0tSRdZh9Bxc3v6rTJn94cLjF6/uSypNv6C6I57U87JQbuMCLV5zkV3ihzekTeMTvOFtxutY/xic7BeLN9p1FlMUpb/9FVcXSOlXFxly004LNyBVX5b0RtaZr86tPjr4A7zLHb34nFVxpnJzHd2RX/g3VI2hA0PnOn9iBvjyhjp+MpWyZ7npkpg1A/eTGgs1/oT/NQBrziGgNcR+FCF0O//nABniFBKefQOl16yoerNff9JQefZHeB5ORVOWE7X1TbBDJKVU2vspTuVsXEK0XAsWv45G+qg9ph2f1n34qDtTXVLw7nLZNGh+WSY6/Pf7pdxVQKr4tXufX6hJ7hKrxTlvhGRtjDsQny12WbTnj4ZYKWHB3QGHKj7nUfhr1hWO94K8/aQHFOZ4W3l1WmyDrmtT56zZEpONxCHPIe+SMnfVz/dJcjjLBYdciP3RRnTYfFUsedG2jXL6PUh8h9AX6Mm84viS6ulUf8x983a/DNtbr+DX8/eS09JqJdv9bts22c3l1ooDoU92KU52o/6it5fEqH9KFdl1TXlGe2zoPM1arJ/O24RffnCnfq13n9uwNJWtNopkTYk3jsTp9u6wL3VdW8vZB1hD3wbrhRJ9gj+egtY4n3vYcO/soB7tw5oB3vzWgcxm04KNb17XqWX2a5zwlNXT+tg7Cw2NqXYqbfF0TVz4YnafQ46x75gvGSPUMfuZfypMmfgCa2C1N/V9c6rT5d17BZXIZCbzyKo/R7OLkCYAHTq83Ba80s147K4c2y/IGcmKey/TSTsSCaornyWe379KzdvSoLWB/1ZvEeO1vfVA9yyn1+Kttz3iX5kfyyavlyimfwltve6+naMdL/pZ2kZo/O5OxH7OXjVNfz2/IQC7rMjeYrmMYcdWLtYJvRInkunRWq4ecLx6AX1sj6zxxlf+VePbnbIN6Rg8zQu0A77cvv/3y3//Pv3/529/+btk9j6DNaRIvkPUbanFN15tac3+80B+y2Mh4zJkE1xfM+9hW++qDB2IBEP1wfS2m8EX/+p1xUn7wKX8ecOvv6T7O6ehSus6vgbnhiKVXcx9te78obhpv+EhwdBpzz8lOxZXdjTiVscdpiUd/zgxfJb64wpjQYiFB8onVzNxmerVPn0xe7Gfm/mfGSfBgFqUmj9pgfK85i2vfWMOb9qyIdGetPG6mVrqVdKW86Ds7qyjK2+aW1W6ZRk7/MzYZCx2bW8/IIOZCbwbGJRbon8k/5djKlwpyDZs1eK5j8MLfwTTr00fGpeiE8UXrOTHg30nVjxzaD76GXnGPSjeMuOmLTOJ26oht2z6xIz5En/zMqHvVrVx9vvu0vJtv3Pimstp+leN29XPfWJmZp3LSm3SVzfQ+phKwI3gP889C2TJLc59Xx7aWjnrLkaVz37Hu8lBcaevrr8DkRs6kWFe+MnYGnzwoG0k5n8D3fLmO+Au8n8wz3WNFTvY3hrNC0G8afwj02zA1RnjDjNNgVhvKt/mEw3/WwaltVeyoe54Kl6h8UbwCXuTMGcjjn2Nb8ssfOOXWr3nZPoPTbt4EttJwhevzo3Lov9q/aeMTcIB5pvUcC1/+bhY6QfvzFI1i7rtEzpT8XrlrDXn6WFLpZ5u24v8Fq9ieOYgY3j2VtxeE9N6OF2xPTe2H7ica4/UtyJTbXmJg+LV54TNPu6KEtelI24oDNAqcnx17iyVjND8U/Q1gHOzXtajZ7DWwYMIkvCAPhFcAyr6TYvDGpE660tc5d23ASkf5nHCY2pkc3khexHn6aenxiiTeeM536vyKz2xDPr5/Zk/nNGy6S93Q0+aHYaSkF9gVNB/6oebcdB869QbBnezC0BH3+TXXCzj7sxN58WfuCd0MMHAbGfW1CPhyoNPJpDyXayesGopMbN2oBBZjn/m6HBMK6e1ugNDtGMSscuoQ+DfBOYcWGyavuHmHFm2xsZNb6f+/zGu/++ym39GF/ot9ZwQi4ts4JHmmd2W0fcZDYVecwl/l9GP07uT51tA9De8pN2V4PZdKW/Fsx1F/TvO0ZV0QwQfPdvOHDA55osfjhqT8XulZnJlPfrU7OQazuWezscdMaWd/fSSzCxRj8DUuMs9pynELfqGP35y/z9xKJwYwIb1WaKFIrwueyRcPmjQajFu+jYN8KzhNfNq3EJwW7d3+IyXfDBMvePam2x09uoDD/MRaIi00dtcmUhMia3n6/I76R2CSs+Y0qMTWiUie8EKT57O4EzbLbW+3tY21wxvAJTejpq3JsX/G0ZyXz5i7NvEPqENGvNR3lgNfbGNRWeluLYPXV9YDhtNYE0pDP9IvXz7/tn67asUmCMwHvsAXzDfhcOpybBmc8vu2q15s2HMz9fHiyraZJ3rc8zuJPCqiRE2TpHw0qVCflj8xd8f99do3fDOYV65pdSiCrIyL6jOQRxG6d1P4/QCBGG/+0edOVnW9ayvsOj7ry7aTM76Bc5HRbwjs9q2352E9yHB8uZyyOuJzpgY5rH1XnUNbHabswiqHOv2/7U5L8O56e7aXy4Yha8qjDK8JO1O9qmVv9euv/6X1Q4MRB2Br7Ya06y+RiRHs5Ua6yj3WobAemE+KYnv12R3mwXc11mbG8VUHUO5gd3wxi1EHvnPNXy8Tzc+77akt1Rc7uv7fybm2QVfaO/xnMGwh2a4VHy2XZvKt/ZBNHYGb1Qu3MMdc51N4Zz6NNPNZgr3ewFY4TZUJ3h2/4qEL4/oq72gfhWlfwVuPLZu24sJ3zrcbvxxwh/rwozjZ6OqEWUkZHsipD+7kPFI9h9BNFVSez7HTgsza/fVbfmuXFmDhER9NfrNc/oWR+wr4dk1/d0LYY7d8K+dZXt+dD7C5kXnu49LTd6Vp3raZY00TMevYGNfcbXOuqbNDhXrOgjbGPE7b0HMJfac+Yxt1Rhy1aSO0s160Oxi4N2Epi7mZQgtrJvney5Uf1iVt/0zZ0wbwesi5iI5s6jXLRZg8CyMH9ypjts9y143yL13ziXstW/4BxBfb3gN8KVSOceW/Hi4WDZ5ct97eSBYS7V5/IfCdtthb+ua1y/W1RvfG1yv+oY8tyOLmg2WyLsm8Wghspln/yP/1ATT//u9/6+FX3YxStDEc5/p2smEKo8z14M01bXknRrdvpn6QI8drysUO2t5JFt8R4nmEOTGUsb8H61uHzTeIqA+fd1LWHM0xmmeOc7NF6PqNL275St79yBZ29Vcx54Tl0PHc+s7NazW/6i98Er+8afASsUJ8+Um0S8etQUrt30cdUK5zFDk3MaHhI7ocMQP4SSpO5dyhzbbi3+FNGHi5DnlimJAZd2j6ScHCdUfwBWnATYYP5R2X7LeYb7D/m3/DOh0XmMaDadcnvBd/7GLtzI3qXDM9iBEAPObyOYbv8Aqzv1DGB+zY05bXOT6rr+vn1qG0Hkv3K6dfGfcsnJjnRj4l2zXyc2r/nKE/V6veU7UN28b3phdq4Z76xbFt/TfuvSaDaCHAhzOM3HTWqKV+LCSbi+dEvnX2g+mVz4lZbKabrXkdQEUwdAHU/AdFh8kiahw0Ll7xKu4rnB9pgx9jk/5jnm7fwuOqT2RvP1eXMx67xHXetFHFjQqPUt0ndPA11H2zoe57d4biQMOBLz+SmGtI8zIe3ZDIDJFnQheSMe8/asfVrtbvqc5QcMunLdT7B+wOp/DSkJcPIU+cNTUUW/8oP/hMJouIti+HgXxDYDWwuffCrcDYnk2rJ8uuTwu/mxNcLgJNqjSsHlo4zeCb94sfEBXgLVntTSBrg1DenaQP+HJK28NNE+3aoTQHXprIQa/YwsSK/cwf+m6XwPVAuB2fwlni8tsTavif//kfdxKLDI6sH498sapJ0Jc9Tf6zn7hw5jWpyJ+OvfhvRjiKrU2yX70sUv9u5OouZHXzfPT7xbRPoo9fEqDfv2qjITIGGheGDRyzquJUnib5wG3orU3fklffOAdDo5dJYk/mq6wmhUY4HKYDyFvKow8SqH89cM0ygtUHxBAsiGA2DaqPNG0Chxj9Lj8k1JJbz0M+zFpJHzNZkbq5cMV1tcuH/e0MXEYs7FeQRCdzXAtZ2uP/xk113K86roRrXr2u8NZnLBVGDKZjktPPZz7RIwtuqFZHqvLrCibU/+x4BE8WiSd2lXfokA80fnBhfQQPuWkHHLWKDyT05TlpIjL90fb4snziU7gk1eatY/1dDPLdZ+tJWytV/0S3yOM3O1vPwnZYEkMO04KviP+2dTjJZhwSrbr5w5yl5VN6HNysXtxeebs/aCyv+sEECw4dT/5++Y0nIvHXtt9xbAA8Nrz05PHpo5+LM+dY47PZk5xDFxgr5TMl22qoRhYPviy9cH79L20kW2MJQgGZGu0+mU5vUE98kL+XMtd1E8ImRTO+9F0qikl0h5th1Z3JGR2q5xLnjblgTN6+IHG3rPGw9AY1csUTPiMVzjxpURhvdhsPP5otHqSd5LljQbfy4hG6/QkOtWxKQr54wGetNV43Fibg9jkXb9ax4U+jktUUG+xhnSh+WvNZXahR5l8u0KMd8NiWQ2OvN5781e/ac3RtwK/gYTL+J+WbMPBpHSjxkvihxhS90A9ewGdCJmnLkob+3Vl4KT68vi5/LbVLUz7UQw+erBRL+8f6aF+B3bKLqMOOr7KN9uruGJ51MUiYXJwO99HX5hBGFE+p9qRfsv7l7RzYy8UwvKPvifBS6b5lKbxb5QsuzBmbW4VlvzLLFX/svSb3JbSr7WrT1iu0Gw9OjC1kqn/sV/opEmJraMqztM0X5oqf1PikfeK0nP0LMR5c7K1PmH8ybpcCi11ll6/rQjGLpSwxTer6gS1OSw7x7Yc3HH/Rr7abBUoYN/2Ivsjhz1tItcHTT7yKtduE4zYJop7lRbn+ccmGSrUbXdjbJFbgm1iEDsEbz0qA7mS+ng/gBc/OtcWYeFvnc+sZh1r4RhZ6ZvzfUSGXXTxGS2fmg84ZjGd+hxwyfdjjy2ft1DUdbMYx96jbbtHW/vjYHBfDhTpwSnzYsNDhEX8WI7nh7g/8nPnpDi/YtuKw8eCE+fTxRcbBJ90pQ/DJUigeOVhQ0FXAqV7cSNXM5XiQrExYB+5DfelSBERWlytu7Ucd5jHm19rizoOWf7pg+ya5xtdAJO/6IAL+C5a+qt7Ir1z4U+Zf1qXgBhILO49CZxxc5QcKgBBfnfupZ705+AMABUVWqj2uYsfyW9cUcNH1Vl8RuQ2mWk3om0/eL1Lndc1fBYu/4D95UCfVnsprPa35LF32hpumupWPtFz6ZP12XWPtD71SJnqqzL9hv3lrYcaNnsKWa44oGwPQ8gatGImv/pAhv/EPy2c6dFfcVG5hG69j6uqj7PclxKjcNDStdMSvTfisvAurjOxJt93A+e2zrhlX/CuftCfe5SHN0faq1xl42SfmGX0qFzrayq+4lTdz/Dbp5vUx8NmG2fZGXHKwydqBhunAyp351OHEMxzN6wwP+ztY+VYB6lf+B8663mdt5kYgI1dmKdEvKvCAndVOHHi9UJ82ec51cO65sfKKQ55rgdhfncGrHtHPggdZdRmgVYSOfSI9jl/LZ2JWzoS1DP61vTwmnBjlm7hu49u2+scOEW8Er6PxMc5zPpeYwPJftVe23EV/lde6mh/WqNlGOwn5x/mCeg9v/PH9/6q/PNtZFrrSr9mbEffoQf8ldj0GmVflemR490u3o/Al1S/k1ac/Y0YIsJPIlISffv3l7//1X7/885///OU3X0trXuDaNcF1cO6cfgBU4JzNc5b04boEmkRclNKPvRj9mCcOXTtXqZdEgI6ftL8hRvogw5R/UUUE0YIo5M918YCGusNcZfj6D90ksr6ApIk3SXndEKFWPa0laYn8WFPcXAShsK96BM6c9o21QR30WW/p49r+u98elXWbbZrXc5hIHyf8tMZm1yzghVl/jZnMuyE5zjzFsPDpI+LdfrBDJHPJQiIg9xWMTRz/41f6r3vJ2cezbHoCTfR+60m8vGIPHywdncnvIkA3vFfeRB2agJr5a/s2stR3rIHyy7TLLFdUUU4bcYJWSe3XwqhTvu7TZ3soG4fha3+cjTEadLwtCf1+ly5+44oM4eo3VkgXG2sXyS/hu7gffQF/eEXftLrTGPSu7vhjjiBVZxDSV4H9/rt+tpF5FaYnPHFs369gLo4R+aCDZuKc1DpnvLhD3YmB1yXtyyVSsk8df+gS1hkb8pz6PG8eyXls4OhoEZqre8NLlh1aIbN2oD9/PZ8+kFQoHu3Bb76xan9zWsrrs36W7/hJUMFTjl0T/+Amn9Lv3whn+ozxsxyy9Q124aXtWOfLVNG7LTtnDggecyK+w08rVphMlCpnuGszUGnKBZc/x5PIaTM9/oWB2oxvk/HzidVPVBgnGRXYSKq+1Ys3F2SsZ30gjtsf1a95OOSzfDYsclrfuscIfsKIcVK6ys9gvdELhRnn9UF9o8FtfRhPGiu+r8L8rG75+pXfV047NmwZxFg0A46NvS5FH7oSeHRTG0MtvaS4CmHW/8Wj6wVyAaGKxuwXj8Hl6KDq0xiH3Qf4jQL63Pm+sGlf/Vq2bbvC2958tpeGtswv8oL8TFf0nKB0brep7aDlp8Y0PI7O6901ATuZwmgi2IvPRhHIK3Ux7Dgs/L0cjQl4sGWYn+iIAZ1Qy2fLqYFHSws3efibt/yRb91BT0feoE8QgUskytt0ylcNFhID5+ynSWRJWHQG3tQO+UfBvWdM5PHXwTHl4Ssf7C4RxPiU1gCaNFfxbGIZr6Q1b7oMzBtg3rHT3bZb7j/QAzndnIGVTcpa4A7bHunRc+uYQemRvgZoB6pvHPcVKRc20R1Z6qvRxuIwdWpTF5nYXh9Itojd17YHG8KtOqJnDkfL6XVeu9KH+ZF5YPy1f8qhuNf6FY/20Bfzx/PIYlMvT+9we2Bk/3EbY+BM/0Jw1Xszwc7EL93fg9uJHzsG802sEnCkNU8jusCvfRLobtv1TtKBQHOX4l9tsNbcE5kbc+oL9OiPZww36VGy/45F6HIwzsby0G374pBzcPnxAip+Wq/q/aw8KtMnw44nbKf8qw+uJMV9hnd8c+bGZ+f5vI5Yc8IMvKvQS/3MZzdOFlP8hp/jq5TcOM/ak/GKbdebjweu/Zm4rA/qk+Jc80P+UbhipI5d6IHuRX3Fe76mx/jQT8MvYhQNCr/6/dJ4VHdcblaBPeN9N+8e7C4FcL//jp6y0eN9I2Q+3vWWkHv2A3EdO8ynzirBJX+uH3z3OoKMaWPLZ9npewYy/6zGdpnmWOmmePriV2dpQ3vYmM19VEP3j/rhYsQH1auOG30ot4GPJdBuVLIPHvyL/88swLshP/Xb1b9nDrMWZWLTHdeJ+3Nl9H3us/A82ocKnntUb2wsTGfFP7e9p9+kKR8cGvjZ2WmPUqVjyQGLeGOZOShAc5s+bHP0CV0OEb7rifuDDwMKEnUwe1GSv1l16GLQ7Qc05TMRgNUm+29t/TrfPaObPJ6V81otft5DMoQU+Rpr2LEOnjZt7MEip+WkKd+6bu9t0pZguzZS4CKGtWLaWNTm0Sk+BWbVluzizPzgPzfqA6HtBwhz3L3LrqMhhcq/gB+qT/Fe6PrAZAHQ8Xc9JEmCL3/Tz46HJ3yrR/F5FSddBk9g3xZf9qzFnTe4kNnrgeLcz05gBpfca5NOHr5/1fytaz58Csy6gvBBul1nxMNjsjH3AQ+awXc82z8dO+SbuL4Bt+mq560+RV65fbp4XOlB+VHdL+xfVpF31b/9OQmrV9vITTkdMgiKV7rR9FB0/47x3LiZiI987scZNOBW/uRxVw5f4bOJGCyf0YN/5W9fLD9QfkZ7J/8K82WLgNGLvk96xrPw4pffVcfCrzn0pZ00s3yloV6aa9sJ/gdnNmDUscz9WNS6yjUYtJUmj6lf26/5R7pO/PLmWzjw7l/hzaGhbeZtmzoVx4jjA1zmD366hfT72OMOtLeLld38SvhMjyverHf/rhlWYGzNH/NRrsUm9i5XlmOzXalmfvqi1auepSmXa3vh5BxM/+Mf//jlv3QTeCZo+igKN3GuPMHt+jTpfrYc/lhkS3+WjemqK3nPZu4Y1i9f/Q1M4nPH4R1+YF2XdF4qOr4x7Z8jUr92jj7OT2XKmmqfsvtozTpsWb392jus3WuzucbTveBEjl+dfY9wgiKTG8pHvMlS95Q/TqinCnHNuOwZiX8yShh/sGEnaT5qDGFnxkKaXn0ePoFmrQV3+N2nHg/Q3SENGGvh73q7Bvz1/5T+kC34gfvnWM9NYB6CNlDw6nQiulTAsT8WnHih/skPpWbvRRM24aFsh2nPDTJiBfmvZNUf5BcTltRnmbSpL6Et8Ys+towD8Z5vcO7beCimSxLzY84p6VPw/RFfrOsyoOmbKFd1gV/T9BF4VzVzcykykIWezIUTF9hHNk45Vx1e1dHH/amY603nB17tg1eM3miDby3F349d2tY3mBml+B8r+Mx/jPUGaL/RfnzbWjKe0T3T8Efx4XP197V+lWUZ694NZwX8+bpJiLTdpXf0Km292TFxx69nFL1pPnX+z3/+88u//vWvX37/zzx7u+PyczBk8XfoSxArVYfCr9yv8OJf8X60Xh9c+cMHGV9YeJhgC3BBH3Vi63d5DZ2bMwctyKuHroYQwPDmAIlw6CtQVVoi9EzcH7/rq8mqL71Ww9PMMj0rwW+jaS1IR9DXi70d0fp6TIz7nCdZa/HdT+/00ALeQp5PAgFaCVvrNxYuUh0//QCsCy7lz8ehjhY1bj5CuHSD7nrTMby4ufm7vokpg4VTOZCSZp8E8vgJH56f8TyjspgIib9v6gMdoFUX2m5SfK1F3u95ZzG+3Ny6obkDVff6LkFLR3Jzdm2E4k7DGtTwYkOSBC4lbwsO2CrcZvvCnkWMuNTg1T/W0s8OipC17+iHOQHTGi3lMcX1Xapt5YeLgZXnHc2EnfHUVzKSJ7Jk7UOfT7pX5ej0VX0MVias4GMNT6IBIy6QkRY+rbtiox5vCzrCs7YC5+n3blaIKWgJo/6ZFx+XtPlwwzLtDT82QClv/1Vm87JjHH35jQv+yC78mm//at7hG9xSOmMzMX/lW/16DYGvSJvPllDa5kHU3CeSwLAvG6rUw2tz+PMl+Po1N8r3Bfbyq+ad6n3SUWI/gluzBsIaosw50JWW2cC/wbPMojs/jxve4B/rhRmil5DFg9jJt4CldzrdGNeP0ne+m/WsC0s5ETp+kKnO48LOvrG+D1w1NrRx+ZXf+WobMQcP/uI//4iy+DkEGCueO7fvoKw+lWVuYuQbzOYNPYwz1rrhrdTa1fpfkxML9cvur/ZbZfCAEOmwtw0jv9K0ac/LhTzmx9yuJnwnTfJvOd3zjw/25W/1V2bYxAiYrDuf9Xu9jNf4ibUoftTstQSqzX5+lA+keu65TuOTwb1osG/2XcrxCTpv3yBHuPr3yQ9NpV9rIzqwvrV+r81z6NXPW25oWA9Ihz2rHrwO1OB+9OkYX7bhZ1LlO3cXrDHwEbM/2b7tXB1ifisGBqj6VVzrm74tP5ezHYWX+amsrlzrBAc/eSK5MolmL66o+YHrN030Yt4DhmnkH+k/21v29CT9GBPmJT3Y5xODlUecIgSYC9T1R/s33ezqvFN8sEiz3nLzYOCnobfYWtagrZ7Fr56uL39Nnhs/9oC3YeWSfNJlrGFXUmhyeAXUe4M1TTBP22b7Y/HHh/SBfVMuyacc+LYOn+xDM95N7w7ZvjvpvtR7dQh7lvx+rX3YNeh9yo3ZPfmGnEudH87QXatfCmEPjf31Ad9AweWsnvz/zlt8lDqPXelpoz+A82Q51wKU+7uyE988YA5rySQeyhc+4FYP16UJ/679DY3xFp8MalWUym/yvvI98KQLfeF/xITq9e/U24zHB7yxLz6KxxPb6I+/ogv80LO+gMXVlsHWxdp26AQUn610Z0vbyEtfO4BV5jOb1rYe1FNqHwGs3Gc8ToQvKqVvPz+rTxbY1PUUOL6+0k/8WeayneWfnJ5pfsVJlE/oLH+waExUlWtTc5odB4rva6odbW9+xWu9+JM3bYUX72dz+JZX8/Kire2VX1hxyNvmISWankL4+oFvynvxZp7ItdY+c+rkvyj4hrDH0nP/Wx/WinU+UJ2rQ/Uq/Fq/4tE+YbP8jMeEg0990pUn8I3LqJRdTBXEp26YtI3xeKbHH88jFPyDdvQfcn80lQ+Kpee49qPPECI91Hf9thS85/cRrvOIu1n6iHjfBIIN12iXNO09ytAJN1EhQqVPOmv597//ddz8RS/+PEdoXkjC/6t4k5V/caz3C/zJwrSEowzPvozWxCd6lPekuStHdoSWjpzkNrGEV9sC30oCb1vpTHz5cFvYuoU+ZW3gG4HcEPRatuSET+LwakdlXOEXcY4HbvSTeEFHEv1yVApUfMm+BbetR8u5wJkFty6dakuniuWzFSTeM3ZNBz/f5MRv8JDE0pvZ44f3i0tVwqkPH3N9kVfNr9hKB1pe5rHod+cffIfPQ8Ic+igXCHjeG2oPhVn2CTCXH2nMV4b37LoY1YHxh6jPfsujZpCeYV988OgTdIySyPjK/KqqddOczBiszez3OH/f6zNCI6B7EPtOenzirT9DGLxnsswzaDafy/vAT/LxlXT0vJK1Q14zHCLLKd8hfzKMvegOPX0V+9kNf19lwoIY4my5b0cgrov7yG9CUnY8iV/lpY7+GeubAoWLFyhqsHbmTEUjQv77pD795NhSjK159aqPuz3mnH2BhGVb5eKrwuacWjRgpNQX00VMd9rXLBPL32eMhfhmxjkj/ei334nRemmj1hLG05lJdT5DWwM/MQzkNW5pPs57j+Eax5PyTlbxm4NfvHw799zvtINbHOp3qe3kHXuUZx262Tb59D4O+B7XqxHZpQFEuz7T6jClMzJuMs9fOsdzvGYIdRp8p92//fbbL9wEPh4EvwSM537JOOa4J+MXZSZf6ugJbMJnuTjkTW2PjYKuecZzn6o2vcg/mVfGHblOTz39qG0HrGyQ5LUQ1PFHvkbaHbc3YK+UwVjLdgdaidX5Ypx5IIvCjZxg00CProCQDSwedaZbh0eP/duAgYMv8reiw+2CscJdUu1pBzbozOIR/UKdahYS+btxXHm32Pgog9OyNQkzR65zE22wQpRl6QmDC9jzOIF7wPFblXnNCZ3jvtVB8PDXTULfV4yYOy5s3yxZ9dshWoUMfpzHX/jE5q1h8Wtv60goDbD2z25/VoIOBbkBGDnYlXgMzYe8cGRIb4R0wlpyjvEU1C50OdhRuK+Fr/UyRJ/q1AmnbR/nyMank8dUuH1OnwbPyJePtIWuOkzf+ElAkcMt18ksCvA8M0qfXoBCOctmcVHU+GaU4p4NoDmXLnFXmvhGul2FnUWP5vAx/aLhh+ZJ0rp7y4O6du4+SFNHDzSFHESG4S/4apHwTVAtTPq3X2EhSsZyyQ8+cJl9RH2n+n9DMF2c12TiA1bxrL7lVX9NulkG33vt56I3+qF0lYco5amf7d1UL0umE8arm79msPrqlz/4XSYSsnccb7vxC35Qu/4eY68614bmZmr/mV7j0vEhdCLPWOYX/mBzSAE30ppKUuEzSqy6EFV3Xy2CjvsSTP2tRBvKAX5KjUv8ZvmLMI9ZLeRTTAW247U49/lxA2nwWKJN4CeYZQOwj2LrToKf8lX8W+2jTznylpeZV9WlkRd72aDxyinUYY485gf1T2IOvL2nuZP5szAuDLxPo8/a0W8wI/7vUvSdLfd4E+N/t5zx8VSGXctH+tp9JpV7w+mIKTpsxSFxvdeyPT7zlPG9pEV6aYzcq+M3btaH3BgpadaI1soas98AAEAASURBVO5zbGZujk3d9/umC1F4s/cLH6zlAmbrhS7UbP5FWOeD9rAkgnm3tazr3J7YvzBT9dhvrib0Zr+LTnBmXuBAwfRVsbjGuQDVlvFbDRdyaZYi2980POImplmvpccZ+czwg1r5fID2tNmiDxMTd11//fCrQsP6MaAxY+ESr4YftFPEvCHE4RS+FrH/Jy/2R7a3PT4v1WNuPz5udg/ESV+ebey4pD6vhdr+Kp98J17Hx4TdlZGd/XxaiUunlWVO3E6+rn+Vf7XpKgs8cMJvt3oceFAM2IphIKVrK3XriErqyuoL/Ji/2s+gSCZtp+T1S0gkZYdNCr/qV5pDXrBvP20DjJBljPDOHm/PbdWlMu6YnefhO4yfh9WmVxwOWxZS+/VMyzgVpoxtu3dbuAA/PE2hM65xPr6hV1ZT/pbZ1sc42S3nEnsvknOpSt4YSstua/1VPvUCj/oVVvgdH3Abf0f8HvtjlF0K3xEPWGNrgG6LyKv/3qUpozu7aCvPZ+3P6I8bvV67sZOxsuduoin2v+eDyulSges6D9bm4rybT5tmedKHN/MMUNapde3om9v4Jw/VHDSsuVwzB3uBd784Hj1vMb4Oqh8sxHft46v905Zr2xQEXtrJZYvOna5nRBP/VZlu5s+vopXx7ht88YJo6rb3cCX49Zd/6eYv3/71EnJxFg/i0ym2QYfN8Jp2l8tfk9P58flfw+/MhYPy9kXziRG7Xnky2NMH5uPxxpynLxboOm36G4prfcr8K8pzvbjOw38F/8mjq4+nGWJZseHrYiF13z/xZznHNSJSDHHm4aF+idy5j0t/hMP0+ebJ2gcX5rxw2227BE+JQ6ySZK980gSGPa/7y9dyMoSxgkTOAWv/lngtWeABbJyRawsu+jZlbB3Vgo/8bGN1Ppr/dAHJ8RWsZl/csw7+XVtjHn+yHt0nrdtfeGyC/vvll//8/p/T+LzSNB7Ku+2Fp372XttK0zq4039t9wMcIybNTTZ0DaxM9jzRupDm5z4COmUW61l+t3etbptGWlmhs627/b6EHlCEis+la8+i1OJrbT1UcJ/O8tK3j/be0/48FPuf+XC2PfrpfZnP+MNh3mC9k/GK9n0NBubRHx03zYODPvN6c1AeRVMsPndxmr470I9Cbbmz80AaBfDfxR1kt0Xmm1fX7pmPGoPTJ+cHRqY+lL/kBt0I+BvxNdyDQoq8lXxCKsyrNwnYweAwihVQd4ucYSwq8bF6qHiHAcvG1q2jOhWS6nvkRy/HiSwspCy6KfvzCC407B+I4FagJmbf1UJHlNyDYB7G+bl2N8fa6KIFVt9MBNzzxHacX+cs+OGb+g/cJUdFJxbFP/74H5frXvgHL3r2VSL1wSI9ZeWbC0NrdWo3z70Cn9qo9KZztNYEWYBYYccXnjJFHenPt2RIh32u3X+g1/fvWfByA0tU7huoxUevciKB96uf2m0H085f6t/8qhJB6iSIbhM08ONbZvkthol2+KkxYFwOhUWjWEVarFNdrK4LIvIzbD75lTjw9m9kCN4D8MM/vsGpp48anFENEhGF/1fp6PiSrTGNjVs3b9vebTf+TPt8Ig6WmNQb3hZB302ZAG9TfBy5a7zKSGSaXBdymnpEKYZO3ZCWOfmiWximtfOCE96xLTd+4bGfloMMnNpZvTnIz83L0IJXnOLjdzYU/fY6MfPrF74FztN24it/MTZ9MVnGMFqpG/pa0+5q5zNsSkaOTnjkk5gzA6IHiW+jBq9+Cl37qXhLrPAbafgfO8WXm+PujjzxBG58Gf9Srj/8LfelNPAr/y2HcaDtp/hOnLP8ymkOY30zx7+9whitd2K/PsULmPowA+LIBbTPyYWkpx6lm+T7sQmRQIXLEnXG0gevTcNvfchn+RK7LvNWbfXTlPhDfQ8sSfI0EH5brxkCxtyFQNvuBSPPp6eXUEi9SFeAQ1W8ZNVit2O0dqoRJP57LFr2ko9OPkwI9aEXsvHC/HbY1nmJwilKlg9v6vpPHfozbeD63HENbljZFuIpLBNn5ms+3375Lz09lyQ7iqc29O/rNn2QAH/7rIzv827oyflGAnHBOtsNnPtabRqVBwN8zZhEx4xh+d1zmwBKuNQzEP2jaGG0fZTwk/vZiPRR9N8HpuHQw90rP/BJyMX/++nkYG7e6Fdvb5voML8iTW19yvMa6ZOHZS0+V3gk/twnPkUXeFbLa35wlnzwDvmqMxQ9vEu0kPEL6v6hufU+QVB/UG4dhSgn1Xcauf6CLbruVPo8sJaxWPqB13lngLCBOZQDY8ahpxQxVjT6j1MIj3EHpD+Eg+1Il68WT8odb9iL3dWx60XNad2vjVtotg+e8FYGj9gvGSpHXuDM49SzfssjMh99ndwJwpfefCuCJ5itv5j0QKYqH/0XSn3WjyIUu8VR8mN38dsX1NGj9YONCoWRBw87bNREO5Xv2if9CfnNykEvG7x+2T+1rDB8zuMm8iVzm/5Bd9YH32Cv5jzlpP1kPhVaoeVSRvllDQJ/prbbp3V7EeJu87Ae0snz0cJrzMGDsv8kn/izvU9kWxYyVoyc7avw6+yz4T9SKu/O54yH7zxYatcxN6uoD/vafse3MlzBnLEjBNlkPpCBTFIGT+NArwF7zNX1z4qz0sDD/xY8jPJJW/EOPuJ74NOv+FP/SehLajv0xE02BGpXc23Gk/Cmf77qeoTEGul8jSlXbj5s94LDww+oKPKqSPReBt/QX0Hoy3/muupw2CvkKW/S2j6PHSxHD+bFR7nRJ/EH/d0ewL6QEsilTIKOf7jlV8ct5RzklKdHnNA3Teb51s1IuoF/PAyYDVqa3vhEh2Vhh4epmPvgy5u6+L00/G9fqmR5yvt7kox7UvXiOq3lwI8APeG5oo/yC5d8ds8KTtuLTw7/KWO2UcbX9EX2yho3S8cr3kf1OxnwKrx5+cw2YJXbHNiV5ohLFrbVPvENvPmIrIw1WWxZ7NjhH3p82Zhr7KoXvdgnDm/YnkBMmYl7FdI1p/Z3K9OeaT/lWS8/Yi2/ec64Recvmo9Y7bn+af+jGftWA9b4EofR1z6rYG5Cd4+lV2ZkjqoOj3l8Nm254tzZcodTHt47ie3hWtYBVw7IlfxUV4RjVnygG47WUB/klVECph70A55rWskAUf7F8k96s9Df//73X/75t79nXwuB0/ZL1lz6g7mdmUNxtc7trvIg7Z4v/g+fcg3v+ZmWOz4T693yHR9g9YH3vavu2V3zcNsqY/JY24c2Hbm1liv3bzMvO9fZYMbbnjOu+8oymrIKmzn8eRCbdbc+7NFI4kBWaIzMNcgPE5eJaTMWiC6WYvgc53KOAtWXH0r2Kmeup28Zr/wntc9T25+GE3+KNw1W/xFBmY5UN0KY2BchWAyA16+iYjqDDzOA+jB52l/5kbY9RulvkY7Utiv8FU/IZ2yAGysG41WEP6pnzyqXWXftnVn71ZbWfU1sE5fdawsFtf7k9++/ix4bqJNif8p/9lMz7YolfkoNeVuO7MVB6Iv/LJ5ynZk5prbtfSE68aYDn3DZaZ+kO79lyzWFTlR8vu5TU7PiI3NNhLCeY2PiHG6VQfmctr7ex4ose5qlu5ADbzxEf2woT3LqvCXRHlh9dZajmjob0z3HrcbyoLr9svVljOJfzrzLlhgCt/tMzn/tWtsMozBH1pE0pl2dsKPxXOg5S/cbtFqmxuLXpQfycgIZ2uA2vrL/TAt9gK9Sc78caxew5wrVN83rH+wqLFwfP8EFpzTFt9+sy5JLeSlXTap9aZpfpTyDF494Rl51KJz8SgtOYfja/b0Gsr80JhrfZ8N4/gaPrBtAruN611m5mW3QiT7wz+GJTWX62hOejqRFx9xLOtZtRAfmfE1mPOvVBL/ilDf1CWu97ZP2bj/vN2Ua6Ww3MwFxR/fx4PpSTZiBQeI1ZNHOeQnZ5/kmvph6fvldr9Fi0H7BwvpSOvioTnDshum8QfmrD2st8Qc+lqNFgcKecAa1W9fYumsvah1aHL/Kpp1YpNnBmTYkT6GhRbTOuso/SF1AkTpjtawASW13UvVZWD+dYYIXOHXaRzrmldF5PenX9ephJlFuTOsnr6UD/s3APBTakUMUHOBdABa7GJO1C585YE72bypKyLb+okvAET1rxDARyrAv1kvtOnyYhw5zAm6wIptXxdEWWCfX6OeDFsUkeSCOVlndPtv9d2vqWf2HGjZzIYWem2cmhvqlRNOTLHrep7Vx5fiP30KBFpu84K24fFgblokXFkfV9oCDLPt9DZoD43nh3hf0b6y4b3/OLy1sShbOKngTvHRU50tXbpa3bzY//NHJaEA3PwEVxkcs2mgQ1e97wkZ/LoyJt83v2k+QNSGTuOICYuMpxvgnW7gIQGfM8mtBVKBfH3UtR3IMJtUZdUCg+3NdsHQ8yi2mLLkQ2Uz0G2zot3XcXFqyy+1HIIozzecsln1wopvinD1KCP0hHRnj4NveIRso7X3d+UfywbY/mYfEjBtZ8H30VeajZ7Y8zsfR7XV02wjrix7ynP7qfwNOH2wiv8Rw202j5conX/S05e//+R3NPa5iN7bB0R/Clt/E3t9KxmeIf1h7Auo3b6u/tWIdFYCLiPoneeL2ztfIR6cmYvQ+bSzPQ6YSnReVxO+kaz84fmbDTZn15vMn/Y6TfgORCwB0/vY7/c3/9Lmfnpe4zsg3bE6g2g+Qeda/AczT/3a4nLTmC296kKM6I/wrY5P/wqsvPKeufvWc7aCWzYIxzrdnTipcKmKKQW8kMJs8dVq/Qn4u7wUJ1OiNG/7/ST8u+LO666s65zPOEDkX718JdCWPNwfZ8O3N/H3ne4fCIPM+VOON1f46VuIv5nPkoof2QcQQD4gZhjb3CfV86SDdmefNWwwrOpbILsn2TxvgIs1zewyByR8NSY1NcIhVxiRp7YpS+eDTe58lnFdOVt4hZ4u7cCLiJZD/6Mz4dR8IDRo3LYWulKvd4HuUC8V9deqavnnE6xxQ3NbBLAy1n9GDU5rmk3ZKNK6Nz/rLNEKye5k7Vryaz1O/hib7j+WcxtbN/gZs7+XFb+q3uBwZun2E5+7DF+7Zc8ewhnlPLTBx1+uHQ8Ao1K8DdBQnb3gQf+wxX6VXdl3pzH/tNdsGjIRFbscXkml7gHGwrgBgTjwlkdlvdkxarO/Cww+v0pZ7xqu9xzoymJQGnDywpMbbvu2MwVwOA2yMHP92MSAl84v5Adx8Vqbx5Yf03+Y/Sdq3tYG2+rF4H/mleH9V3vhAN3T5xv509ZHXbfmStuB1srvk9t87Myc+lsM7JrNBe8sUfFZdnY+4yrqjMxFdu3YuOkfNFtF5vt2K1ts+VdrwjMFmJVT5S/HPXtz7GAnPg0qMkVxLDvS3it5bsIIe8xW+Xn57wSG+QX5ikPnhZBdchs9esHrZhH2og7wrvzvYK2ahz7yh7rUP0wHT+TNegM+2R+7uf9nedExnmoNnmrrPMjjYYTtVRi8fGA/itgGqn/ntXvC4VsfNv2kM6ZFV1dmPG9Mc8oBX7ABvjaRj/T/iEx1EcewLTP3XfSRePuZX32TPywMyzAWJrY+pzxj2q36+gsNkbMd3H+lBu6Yl90O5oRM3f//xj38aNHnMudVfMNAcgyc1GvMn2olfnuTW5xIns/3/rzL6+hxYCjDPyHtWhfNE2tpH7+j3iNsI7PgI73d4vYvTvdxS+0Q23T2G7e4jAkXpGMcq4wP+SKHJHGLA5WOeW7BW/6H5y7H3Az+HBw/+8f/9tP3IHPI81f8bf+LSX+0zdbXSVgJ4Yrmwex7l51flCrVzDKxeU2QujMyNyTyXUYXu8owVU5+IW3+usjLJuXY++mvtLWb7x2Xs2/If8bdcHgDzQziM984vdc+JMPzqw+oHSv3tsi4443fmas5Jx3iDv2IDTtCUV3jw+XEKzXO86pIHH9If8fdZz3JAx+7E8nBxW3ZO/zMGSB6bq8zc+ZUv2Kw67XM+vcYB7YdzzLPx6BZ/dH9bPvaz9n+tez+40V3CPv6wHfzrtcUfiiG1+CyAvaTtaSep35+lojAeO4c+w/0r4O27yat9h98+iupbuglU+eB3gd9Vr/rUx3e4B8wxrpg4oupoeVLofNbm5/1RjGvOXN83bzKnkBrTlLGjtvTGfv3AXEPZ1y4/MddwPs9vIsOjPJH5V6b89Al28ZfrK/hf5VHn3HslbWOGbx3A8Y3aNQHKQ2yUZirDuQgyKT4mNrxrIvO3Z1Vek1t52Om3tI/cPCABC99mLhtkj1N4pgJf6m7zyeHESWcHMj/DsLrR0gEtM3SmqA9N3A2SUp7qS5f64/CRg4sLyeXM7wm9afqBK8ZTh8oBht3YxMYTWsRxWJKSshHEIOYbpbGLxdX+Xr45JsvVdWimJqc8kZ3y9bOTL3B4HPZDLFWqe/TFZg4Brlyy4QJa/PIhv07OTNiZtKHggJ/8MVnmsuGxdUNqO9sLvOnkg+PcqMXG6lP9sllkidiLIXQcHqPTTPXj0S9qxAeZnsEkKJUWYm/8tZ7G9Wkc+h498eUT409EVEShldjxshV6wIrPttNq7wPiDcDfHBQcn8zXZfIgAgc++LD8kp/9BMu2lz19C/0nXfwyEeO19gU4LScm0u4DEmz05IzdW275kvuGlXJk4hdfSOu3h/Ctv9WzNvD0E5uYyA/+5INOd6m6XW0CF8t9YxnBNyk6b/tuUBaofVqM3XfwwC+kk7+xV7D13Ij8Y5TDl6llTN7ZUBgxFd+JXwe1GHNg1TahJNlMYgB97mO28+SiuM0eIkZPT9a/PLRBX3heZWeKYRof1lFwLimsjuC1+RBin7DGRULUXp/ggygbv1IQrt8A4UlAsaHJtzrYs7YVK8tlAUSH7zIOWQ+jG6zRJ21qNz/kxE/vjnHi09OW5OIKdHFfqZx81cX6m+cC5rXcVEUHU6Dq0T029rAN3/zf//sfzfOy1//E13R2iXkxULoGZT5VrLMbviT8FbsQiE/CE37xg27e4ROalTKvxibmg36L0UjqhzysE2R8CW9kvPOb9Nu/0cPypHPh8LH/rMnST2VLQ9h2mL1i0MI94kI8HtMjDHz+cuALxcaZOrhl8Sy8fp56P8p8DUF3Pww0u2yr8JTYN38VN8Sf0dUnHCxuX7C3PAIriE+57Yba5n62n9kP0L7nnmLH15JOl0h+piStHUW4yTd/+R3dsV/BRg4bjLGb7ZgwkFVHOzI3D9otPDEM3uqjUOazhyPkzJumGHgPNCDwd5cEp9+hQX8QGSuRET25OY/nD77QYBfGme+jnth04N/JHbDan5x+Ft+R7vgcsIWKLuzzeLgEPpaPfkrDNQfXygRgXOzHlyvgbJtpz7pkjWFekOG2PSzR2ftMoROnXc/s26VHeVumLhflIf8Lh3wedi3gsaZZ3BbIGkBii8F4qzx0cnxdjIYvw4e2Z+nYJz9HOUgbgwB8A6B2Ixf6pccxZl8Molc6oTd/xcGHzE+dq6iXNX3g7YF9s2n6jZxDeRVO+q+GO7/RdJXXPgJuvbB1xc1i9VaGbyyT+MBt4qHM9uLGoz8Wt8Zn35QxffJMYP3nSIOpkuVaX3G40b2+veMJH+inbu6fZX9pLVe4s+2OH7CJA33Xfdq6FhWP/Lff/stw6EjGSVHMxhrhVn14YhbCsY9Y10ttP+VcSxPAfEuXxP6QCGOvAzz6krdO+VWqnuHLHjbKtv9e0f7ZNmSgdsehddbkTT71p7z1lNR1mICmsTqaFM+HbWqYffdM1/KNPFEuFwN/h/4Z38KrE/XJL/KCNWVRLi75xNtlbpbiE6MeOJN/Wv78Z9e7643Uyto6bV1oO64/b1TwNQDz4Zoc4RE+imfWp1//x2u6jy2Jb02ctK9uXxyZa4cc8ZsJfLqy/pxtlAuP3Gtr/A5O8K6R9oh/B4E39DvvavCx/Gf8uE5hfsuN8XOsTBqJPdKxTgvC8P67vvX73//69xE3Rez8WJ/wLWGmLN+YZ4GGXp3APoZrD8be9mNsox2/v5sOepPLX46LjOrq8S6vK155A1dXSFcV+NCDuOFN3P2ItpFgWvE584/OhVX3az0cpt9CV/jM6asZ87joWEE0LrwerTWlfRd6rVKrvzgXwOzqM/lTzrDhOiL9x3qV64PU+ZSX/A/8rq2ynuoBd+XJh+MPxU+m7vkVH131o7+a8sAEtQFs4w/kiQH6XJz00b65ssD+plxfxFbOR5aXTBu9Ez/hFcLyr4za5n04Dv9NXNinqJjfYc35YWVec3xeHshxH4g2sOgGTe0p7oZtnNl2yMEfyzLHAWNEsOzb6acDcxXiQ3Cw9S5NOZTDS3O2ghq7HdjyBTpP/rVB0oXUvzsJtZ+21ZdCZ53yFxhES57tjKzznBl5HUXRMT1K2WNNPFR0mZ71TeA16A5TW5D+tqUGeJ3aes3xCc/qWd/8Om460RxfdIRHL6gektfE+/b5oP2kq5+RY5/UhtXv0W9Q4Poj0d8B+AEQf8EjXrzX4iB8q+D4kA/rF4jQd8Kj/1bKc9SD0s/FQZ+0+5v6cT9itd5l6DF1C93Wj/q13XyWfjxYaRz5WpxA1l/72U1vfejqRtMGcwF/8r/mamKstmWMiZX6qtaqcuLt8y9D9FYPPUzGfjd+zppRO+BJLFHvnG88XZzGleGLTtdUHsCrGzrPBNzuUSxvnI7jC64XKVmEXUc/Tm7Py/qV9DOz56jgPRrziC8lhDY3VVecrMlbWbtKigf+mha+4HcDvVboPCm+BiGOuzpiOh19Wu9hAhMV5HNxm3oTMJZrZTf/8iG/ypz0anTQTXy3w/gnUslsq+h7sX1sdEYgLJUt5dgwVZ/KhtFHNhT3Jp8yaO6CUtRvdnS0nhN/28mvPmSAzcG1cRWLTPJOxGTLABqj5wnTqDcf9du16dggamFseeLQm1ebZ/tjOdiJER1iLOKjHxfBtX7lk+i/Qt+pM0m/g7dxwM/haCc12tBwM2o8mwrwiLtjPDCwibfR5hvGgoc+PCMLTuHPq6n9QLgVr2caJ5aYmBH6ZzUTYub31FB0gC7ywqGfaYM0OkUH/I3ewKb+pXqVw2uY/IAaOQ9gA9rW/B4r/Kduwd++Kh3zpufX+qaKtV7ED/Ltg6uM+Otk8Aml4/K1gC7Sc/24g20uXZcQNp7wAcFr2+XAUHbX9M2DPpcvpeJLfy9CLzPCZ7vS2LA46p4XYLa4L7ccstiQ9LBAQrtJOdpVSH8yXhV3WpDg+VEyDmgYwn8WMtWnPbvvwi18oyBjL6+I06ZdPLjw8ts6YXP4jD7Umxnwa8gOtYLzqOecX4+16aDaTKw2H5fE3GtTlm329xIeP9U7e74/+tcBf2H4J6uWf6Pnle2hgxpmH1zxZv2wx8SPvpi4d2XU6oXkub39MnnKbwUL+SMdwZ1mn2jV5rkXPvqD7eTn2Fgwyh+n6ka8XdctJGRsPLJSXPrhDw4BGPeVNe2+k86DELl1kVc7i26RXinnvHTHadp9bSeOv6/9dvxA7GZenDuYE51oXvF81Xbic1fBxtx1W/YyrqNP+ba/ml/ZPINf8R7quFgdaH/a1/KExqvnCNUr/4HuAjjJH50FnLEw+4s5jnSiufCjyppPsn4r6EOz5xgjjI/ynHpP+djGnFx9im9pXNNIzoYNxqPo12StoK+p7KPoMSxzDKnwEZ/Bcs0XoSEaa/thB/Gnf1eeRzuy6cc5OZwE/EBfLvmT3yG7Bk/eo4z8Ox0e15xNNO3d0JRKB0/wHhJ+Lly6obP/rf4pvunbZ6uPn+lampkfMibwSZnXeHKDubqDRnmuwdXxzlfFe4iBJ/LuwKV9Jcc6rXmvcXWnz9OL8TvBJ1jmMN8gO8HPlRln55bHWsP70r2PiD8IeWm/eM34Cev7gTD9dxOtH2pVPUCcvB4I78U/oP1ZQHWYev1If1U+NJsOz5znicm/NH9lXtntR+sjAT4Y54HTm4Cy7UbYzo6ejCrFtve1tO35+kFnNftBp4eGM6B+PkN/tHb2KdS1u5yeyZlwyrGzVB/npZ90lGf9Iy6TB9/6/de//nmMAZ8LMofKn+zf1hFj+Ksrup6LYInBF44y1c8j8bl90EpnrsFUYg5lmzj3D4v5Q4ZOpJ5dVr9AxeNZfAmBttoOvs9kfICec5nZRvtz/WlNmjST/50epZn5xJu8Js5fWeb6smeM5YvcjB3WEe+q2pT1tF0NNB3mdmKBf+lHNfg/CPEduXs4IKq6IFCb6P5MOkLvhsn258cysLtnnQ2b9sHmcyNEIPD8czayrfo80tbwjPO2w5EyMuIf4fn/OT4jGR6PtpRXc+M+ooXF5dMPylRpuI/+8BikrbwYox10wq2fLixpkU3EzrbhlQ9p89hdN5wIjIos70m/y+E/7Z7l0Nbv5ZTc560DtHmmP0bT06JGisYPX/zY52yP8kNu/sOo7jevzPGp4+DGB1fc1uE1uq3gI0c2ejHWifGrjo57DFGi/5/1a/kcjI8ChsXPHf95AOs8f/yMjxFRfSu/9et9lrYfaq0C8xlt95FwxZYlzxzwiHqCoNekneULIkIMsue4Nh83fUeYnMhmJbImhB6gb8+wH6lB69e9e95HvzCrHTO/2nqV4z4Sw86p1D+iKQ/jKnTyhZr0h/kV4ZLHlY+9W30v6EeV9wUfqaHKsteUTUgCkIDGHdl/DiwBq5wFqn78Bq1HpZdFkMyW3zMBXBqA0KUV2kdDGJRInC2dwHCSv5S7GMToOBveyFmxdkzuHqTCP2RZNzwOgSStG4zTgW4KQ03W3Jk3c/FEhiaW0yQIYtMaeOIbHlHU9luuoJo/aZupsjO5tXc2RuFzIm15HgLEN3kqokKih3itPoGrplDVAUlP37BVeSx2WzJ0mXAb3N4ctwftuxw87AMIFgjsjh1bv2zAyid9FU+c4mPp8+n2R9jRpf7BBp7WiI9POq9KffTYVh47tqsXuHYFbKUeGtKr3CRBVJ+U1O0Rm7lDePOCR1NfQdA+bj8cWj958vLwiQchm3YWtGhjjRKUhz6R1/Zwp8uRC+rBbykGHFjCgnGD/sQO+KFBTnAObU3N4bl/nxPw8j8yeCoXn1PGOfBm4wAsT051rCKrPLNIf/6CDsRO/Gh91RGWb9XA52lb4alE6NGLkWWBqsVeF4xFfW9YAhed0OHGTAQPZPjpShBk/7aZp38sjZZTOvuvPKKHeapoS3Jn2wIt58SFCti1w0V/XJ8UgnanVQaGLdZ/653FcfHVhBPatJtgM1Lb/nbtMUeq/WFzrHl5wjaL9JcNBEjHeF6BCfNL9Ji0u8/k9z2ADpaFTRq8uX0AT8VqWJsHuGys7Sb7Bb2mz6hSp6/xhYqrnRA2q3QfDU7GU7AYDL7pFDMYoDoXQv3tkOqWuYO4ZbMchovDcUD72WM+OCyQDD3wBVmSqe/yASRiJYAb0rTKIyqvsYpOK3VKrFywrbKvPGQGN6blPPuZ139NUYNP+ZE/zqVbXsdC8cFlnrYNZr78oKy/12FcxQfxMt9aYVmyCRtJ9cM1hz/2sVdhXqytJnrxUT6gTJsKty0cFoi/V3F8pVQXTVvt14xy49x/rCC9NCIvF5jxzZR/QlV8kIwlGr2YxnVevcxBTv2EXk2ZayO38OptNN7OYrMmTWIESZsVslVXlrEVXbYcta7+hX9l/fZZrxC3nsy9tb+0rA+RS866ix/9bftD9pyr1FrSCiZfcru+pukOER03P782UHIIvTyzHsqOGWrpm+jYcnWOLuwJExc8QEHsMY1Zjui5CPuVVzZq7vBbMnBB0B/iGXkkaKtnZaUlnzZXRXxFcmwqt5+RLXBjCB0ZE9iEFejnb8mrE7OHyAN3tK0p4aA9ZLtRCEqFeb5odwqOvPqnuQkGDer24pU5mjcEeQ+HzmhXv6w4Lz155R4wodfGCTPuWEcYFyRYoy56I5vcZuGgoIC21zUaSRr7QVBsLidWLmRzXTreRALdQU+MAxhCqK5kXwm5PAtvbirR+xkHAf00PzG87PpE30ZASU75jOXZgPX8s//VQCzVx9Wl+YluyLriF+9K12/S0AshX4HDwFP6/sdX61F+5UPd+t+7zvpeZZUWOPT8uYyPNTCKb95r3NYHnghgQCyTa8xu0VxfsGZlprD34G8MZPFKQogy5u1REcMpj5mkrfJTe/ykHX+xHqEjadLUHuAuEweS23V2rmPgkMoHHeGl//7zfEsFHP3xPbXaBeyqt9dB6QWP8gSn/pu6YXd5TT7wzZpEKfZRYu3/zn7RKTJWRfhzdj77Y41qocYOtA7+5l3/VefmUy/btOaNctp5S9Go9NWveeWsMEBRN2WeVXH1Z/GvfL4vfNqnj/HThbQszvu1A5qCY0FuyLocv/z22xf/ZMy8xgUbXar/hc1RbTtzeA9/gXnec9cRW/k7iFQoXWG1e8q84oA7YaUpD/LCms+2tjPECZ/i3OnXtmNdXf1QOLxs3oqPfvOX9urYvDrQ5rUOmhU+jAkRqM8EO4KkFORBhNeWrb4Xj873qBZZi+kKDK4/OnquzLduHRMb8yT9JLdyNsa0d+v3iJfzicxfWzZ8zkaXR/Pl5UPg9MOUXYRrO/SbF/5ZPloE+O6a/va3v/3y3//97/UGHu2FFASfuZ5Y66smN83rmuOWn83fZuw++v7td9H/JtbrfGHhekfWoLLg+l1zvPnr98VFC0/mUPZlHrNa9LztWMq27/EfrB1HagPuUFrrmDbOi+IxYy62XcSj6LovYi7+9fj2b8dJ4oR+nAlZ6c+LI4Pu2Tztm273B5wudJM5rZcOyrqiWVr84dNzEJuwQol9EeKBXeMLyE5bJ/M1/lmfT3yjgLV3LeTo4y1fmEt+/Fuq3S9Livphobo/bTvIlrU1oeT9s/Ly8H6U/Qk+ktyrL0yz4io+vccB71Wa/WH7lsLxL5SxrvK7f6z3iAFjQadXif6h+P2meOKngDxmpKP3o2LzRdd+X/U7ZJ6/VPc7dNQeWew29CdaWNl+jR/HdB224o+f4CHlpw5dPD4IGfhlD/z9ly/8Vvrwd+0oQeyPjd0zLZOLcuqTtOFrNa/96kOHulHRp5gkQiIj7JA/6xViGDzlWK7b8XMeSSZntOqfHGP9ra4/Fq+sLVfbWoe3+csPrFXA+cfv3OIa9hmc2wLvmWjKgU0+MRw96SfNG0xMUoW9dOwqH6HAcxlIm2OFuUZCI1l0knmfQOr55MJb81opzqtHuGSo5oZ0x+2ct6KjdBtz2cSr3ezR2He7TkAq5ZMC6wo6Ra/yrI2ykE4XPv24z2Vsq+jkqpEk52A8wBSJr+GfyqGJMuOL8wTWehx9sBGMst8/QVN5GE06yUm2Cw3BhV6p81nrBurjuA+0FC2/idfy5Ad9fVtepXV9+VUa4WkbgGvKK1oN/ReTttOHlH0+v3xKPF6veVqnrfOWY+c4/k8k+be35Y9cjwSWn4xFsLSpQkvH2lI9mMFwZfVLOz6WnrDjp8hWAsdz6ei3vB1TCIov/wSpr3/UV/I7+CffHnNPOeInyssRnnnQZbfPUnnB93QDeCK1zBgPY4JFg0c3ZEjPmKeN8G9aWuBcxsbyvieQNciA8xuVTHakOrccXuVMjOs8/RXaMZEXyYuLB3oGgRd3NkD610ApbvOp1/QtNn3XBTW/7cgF0F0i3jVmbdvkc4f7IzACvAFyR5cBoNeXyknI5dCCvsn40zGh1AWeyXz32h2vj2DocU0dgDQlSBXUR09vbAbSdcKgFRivxLxhvYiXv/+U6uh9ZlBbnvbVE4Xi16XayMqnfEfTx8XtvNcDT5yQU1lCfsl7453R0NE3qWrjuJaYqmyqTFKpbz+CC6/8FZt6YoGclLiALrTRK4tV6cGbC7d5CMZmzxcwCgPGV0Yw2Em1ceoQuRHe9uala17doIGHX1ehvJv14s2cDQQ300p7xUXfLrjQwfd/O2Efcr7+zmt8s8g8s/mVLsy376XipU+15NE5r5P0w3f4beuWeIFwwxYbFkLRpM+RQwBISBz/yxe9Sohq/jafRX3KFskJ9m6lepHjY/f3mpae8SAG2Lx0ftx4OEmHAeonVkT08ty8EZ6WvBawC6Z/WVSV0KmvnXzlfo8j4fsgVHPxb0Jmy8K62As99MphAb7Grxp7kmO5OPkmzdiun0CLv+OvG7IDZHqxNvsQ2SbWaRJ6L7Agk5/KHwbcIebDQnW3rRIY6a/I8EewSgv29McdNbgf4VzpmGu6dn7Roa61E6x84Ol1f/HmCcdzWn1334ULddsTgPx+vpo5sZSo9NmCsoZff/+HpoTNWTAx9km/Oa1W/z0JLcgf09ocd36tDx4R7yHcOJ39dcWiLe1380lon8uM39nnCnOxjl+xsXLL/7hZcFHC/EPmPi7dBe2o8oBk5xlwmZ8g9xGFLzQQzmtTA2XemQmarL2syfLQ6BAf1lD3tBObaKf/SRM3kPOn9YG/DpA4cOVGcGP5jPlYOx+KbP8hs3I7BzAmunYRtjWhMLhbb0bPobyAyw77D/foT7sAgcemCGIl9J6680BPdbQcXcyVd/U7RB0KhVflrtpxUIAKvHbP0qUb87MPVNIFR7lySv8srx7Z/wsLAUr81tlvvzEGk6afgHSNgx7fXNeo6Xd0qZzF7mU2+TVur/wng0NWnTka7/xALFz9W5LKvqMrTnPbtOIDHahD9xHt4esyGnltAWQ9Rz7QnhbrZ6/jT7HODdW5tFN/yoWfqd6rYcOf5fGeJLB6yDLnr/2N6MYSmLVp2gr8ncQYn/RXHvRv22d/vsMbnMlvluHZfd27vJ7hYcP/+T//x9fWxanOU2bbnuXc/OU3zfhtMxJnINDPeXDSvisDHsWd9D9ajs82r9bh0/JfIWf6bPKrDMvT7MyeiV0ApzDapatMrGZfAE7Tnf0cTn7WOsneZvv3kbY83snv5LxDN3HgMe2fbcQHez/S9Etx7mBt+9n8Z3ii4z//+Q+vebkGZebStY2U8E1+zfMafX4otZfAHecyP0n5Z70W+ptuhOUavw3bksYD62n15J7WJ8lH4meNpVxjbZq7Um8cIIHrM7a9fn2s6uhcHSXkkVwKew/KfHJpnWcsNE1ybRvfOmudZ3mlr60XcQ/V+gdZ3YfOebsE+F6PWdEpbya80jTXh8J2jg78Vj2p/rD++LloNWxD2rLyjGuv9acWrczi8wiXKUenhaDnRoeoE59d8fWfD3I5C8uZQVvr9yNG23DJe+5Sh0LnB8IXnnV5wYT5n/3i1+/xm8mMr7lXe/qverDP68QvPOAnL45+s7/Xjd2LWsd6V/T2x6an5egVk8Of8bQfRrpyfVF/ZLeRq8SGPC0xn/gLYRqc2Md8nb456woD5s5PnMuriXH91R3+KAw+nWcpe3A+srO8KmZWyNCA4h/J84X3KOvegWDmRxtKjNyVmw/2NbzqPq+RRtfoO3W8kl3brvUr/o/UP+J1539ojnh6U1ivD56h/+qfOH3WKi9pjHdc29ftoOckp5arncT63gucUG8ryOQPPq/SdS56hftu25TZOKs95P2DX9vveIPX/WbCNfP5a4vuON3B8A1raK5peaAfXYgT5OLrV7o9cBQvdMw5ZcYWfAx8QP7fAVieWF/1pv6lGwlE+6608r08RmGRCprNJ3hNML4ybVvzfoUZg1mjogyvkSwGg4IFMfWP+B1UXvslXzpM2uikjYpuxD6bcMvDg8c2RK8EEIHIIKmuSy9lmjPzqmmVuynpcwXo7X5dzsNu81v7jupY2btTIrXwmYdnDtkn/FrePovwygJe/VhZsBc3M0l9tn5ZdOCHFtWJx1QOnhj1k4lNTv3UA1mG1jfdLE9M7X6/E3Hos7CvmrCQHckHmSAuhx8N7xTOE2Iussu8uVgTFCRnDpBjzBi8UfPVfaHw+7dJ93qV58nWyhEhcP7VVuOJb59CnZN/eSEPPM1VGgPUUHjHdJ4Cv9qcdmgQ/9kLGXTwQveUDVgfW+fIAuwnaJYfYkboKKMf/MVRN6XYKDLW4I+ePPGVMnD+5uK8ZYETOjjgF76F/btouYTiwc0+sYs8cOHblLEd+sLqt+gnZvDwBimyAJRH/VI/Tb02P5VWv5eubc61Cehe/7Z9ID8sxA2ngUMxeqDnMFZwxh3+zcKl5yY5oLH/zgf5F3ZwNOhB/gXxafsK2D7ZhA6OjaFeN0Jq8cVG+ioI7TfonqVDtuIzMb38oC6ENw8xmN7xCxd4DwXKWEjpz/v2UnDjgPBlzTyNx/JRbr3Vnv4QAIImyUGfax/tZjUqMPTpG3aBV3qxPsqZ8UPTuQeZzP0SfEscnYSjf9jIpt43YqQ8baTY0/G0+TC/p682bOOb1B9Xm3sBfHtQveZyrx/LgehFgg86qceo2SR9ym34LcrWVOCFmfjmo3rQhB3wgXvT1LtyfAqy9Gk/T7zI3P4oDjxnmfqko35Nxb/iRc+NnW+Pa850vEl/LjTUnG8S6bDEE04eStlhkP7Ej6RDlv2ZjW5g2xYjrg/a0Kt0s22Wg4OtQPnY8pgTeuC2aWgv79KldcqqT5pvemgiY8KuZXiVX/A1AuRAQiD16LHpqmsm4YoIH7DQmfzsE3j5m7YrrP7Q14Mz/2uPCgw9iGexnYd/HGB4DVymVFfC0xeijFekqb3jI3zNCkWSlhnQo4vnTTaJv2oFNW/p9wc3+2AkjmMPFT8A3hOZeYC3EvXO5fDO/LNGAcp9mLQfWA9OVsfye0XKYTg6I/9hHySx3nsuNf1bsjE2Pr9hbD5rPmtzH3Jg7JOsF/taFoztgrQJ54sOgEE99r1rMw4drrCv7nyyeB107VBzvv/gKX463r87hU4aS8zdeKWxgrxX6dqOn6DlGxvH+ioG1/6YbXMORRY9T7ttdZzFbuuxw8jVHVeXBrcqjmXXR8l9g29XH038+qF+7fXQUR/872SVfvKkXFzs9L81tmjrwwHArwk6eJYvOjcmwPc+rXa87jqzPvion/sb2jRUvynfuOJJ3n6f5cKgqe7lP/m0jAz8OOnq1/KFT/tl4pXHx3n7vw9c9Cbva8rI180UNmqNDRVrz8/pEpnzugQIPMu3fod/Ya813a13OsEDeP+mrLZtDu+WcpOAA3lS9Sy/mbf9TjcT64ObfHf6tf0unzJpn/xpa/sd7YQVb9LTDrw6FZ85zPOWF90Mrj3/HFgusI6yFpdPW380r169/oKeiObPezji881UW5s/I/s0zkIqv7jX+iteV9zy+JEcHg9r85sMKp986tn6zN9keYuWm7///OUff/+n25mv6JWeh0r82qcRV4IPLujgtXEBfdMpK/BJZ0j4NhX7PNvyh+YmnbF4W8WcnIMR+Yrr8oxP3pz2LPF7q8xrLK8kX0etUDJ/708EQPmV0JUEDTjwH80L6+eyxLdWPr55vOIPGdZFLCv7I+7v4BXH+x6ds7Sf6LRt7VkS1z+lO/fgGc81mCxfNnaZ8xdoEaTD8xvzAq3+9z5vzTPda0CAbNZC0lwjDNBH26gTf45BJiGn5qt6yUL76y9/+9t/5cYIe7hF22/wXTe9bfecSD95wsPw7UHHp0QTI8Q1WjjWh/xMX7ENG+M6HpDM2uIIVpwvb/l6xhIYSPBbAWg+NNBPbsiYe7YN7j4DVJ9tUDgS40oSxajxdzRdCpMPTcZ/7e4Lh/sqfGybjeE8tfuXbfOkZB3iOtjf6KRh+YU8fOz9lN0sxsZpHG6lkV27Of+DvnWuzfAppLx1DZlqnKoc+O2bNnapYrxFG7VcaItLbnr3Z65J0DTnNBMr5cqKro/tzyC1q/Tg0fX7TaHxz3XPBl5kzXkhsN1TQupaCoFT+LU2c8YGW4t++322uYzf14RdfavDA64A2Nb22rlztQuHdnzqkSf+d6k0s63yJ8zlw97EBN9AJTnUlJdXc/hcec029YTpwwMFn/vvQByF8iqo8oD/qtiCW/dwlNGTaMu4PvdteWDS1mLrV1keF16YS5Ec2V4HVswX/4xVfhlznGtwz4B5mLWk9IvFmZSazl7StjW8+veR6DUEenS90/fJN4DlIZwkhXvQyI0DXIuDnyp/o4fO4J18P2m1c8i202m4bfBRWgxc3xHu5ShqpkWKoduPJCYyvzYEEVKJ1wZ6ceYAbPE7FlAzRwCDjURHTzuAwQg95GxFmfGYbZfDGrxgNt3EWZtu88iOpImA3rTV3w2adr5v/t45SAuEk2/KYk8DOOC/4vPY8IgZCxzuuFPluSwF8Gqkz/J2FkG8eBHC6Qdidc2vgnHQkgvT53yFtQ6AvuvJNO8ZTorBtx4/czEU3Cq2mvsaDXqff9Vhy4muKyTOTGdtIkiGXxW1ZMH3QfCibb9jCzh9mGE1nzKeOusrVU4NrtTuc39h8slFwo2qdUToqkdxqaccvGne1jMT1aMuyAzfTmKuC8TGNS3qy6owGIRs86Xem4UD7eAPDBlLnPNMntU/uW9mTgancm60BPRsPFXZan9i8NOV+odOqc9ghr8ZO4wP4qde83j6aWmLME7dXOq8o1kXhppmeLCCNeXQcVO4tPVNzJ1j5II8quClP9I38P/2VX0gHHhGneHnqV+FaCIOmH4ZuKq1pw6RvkFyxjna3ihMO6/oVaff9Hjmq023tfMcI7Vq3rb70aZNv0t+tahQmV+/ruWNMXW6CDMrf2zCSwk9bm/sXvBmddq5/TMxdhm70ucblhJ6oTh9o7lfxY/W18r9SCY2gVvZkbc/r/qUX/lvzNcl6LKhbXxhD4+6cIOOSV3jh0GcCV716JWLYMY1PpgRDA08SH3wqj5SCwcbJgEv86QvZOCrf9HHxH/y41nMdHxe2TMH1AfXtv+9+u7HziXoEJ/Gq3oQUj7Lt6gF54LJDly6au/n/V9Jquq4qWo+DcxF5tiSvbDKwTNsdYEjPD+YUR3gKxrfmFy0FfE0B19x1Zg88NCdgCatOY2HgxDVtbRdYBOD+fTTWw61Om6wBdbIRucX6R3ed+Q8pGJlaVw2Hniqez70hpAbaxoyS1BtM1ntPwhhheKPafrveqDQA7WSwqMX+1dOd3PCAauvpIL9uBiyTttafTBPM5Ljb92spZFW+vgQpjoElzRtcNPyiXWF5M3OgE8PR6cIdCY5X/wsc+kybQKPtndlgv9uKk/ruXz3LA7BmYe1OHHqBS/qp6Tqnf1dg494OBE9VuqP+gsMl5XP3gR+6LAvcghqmpzKq/Xm1b82kWPOhLdt0rT8Ku+6WJ3r91c0jVzjnOZFQY4DqNccnrcyKljfSGv+1NpNfPuh7Lu+DPLt5+Hz29YA67viMmc7NtQ1yC28LM7XDtF1+g38xtakdTysMJw45fujefv/R+n+DH7snA8NXMbVG8yzvjbuH/1HfGW4gpP2w4+a/Fl62RuSugyntuGtezobE0f40LFnvYG3D1/5FSrWRc0oxzg/ZB2FzOxgaTd+QO8KlZm2HfvW86ziHfkBm/ofwB8onPV4Tgge+9v5oNtz7J9vST/Jgx+sZ735++9//ds3RJGIfj5Exn/6Y4olBPyzInTJ8mtlQPNOsi6i7bWqo8BxuMe7u5wPxdOrPjEZaEswbwWZezXvdS4xetXxqv8rX9GGV5Ian63Hz/DDV5980XiVhknBfyUHKuMxZ+vfM1xwPujaBwXKq3oEIbbw2CLJMtlZ+bpIh/edKII8PtcEsnZh13E65+pBJAGxC1j3h8degdgiLbd6zRrre9rqe9fiK/Z/+t81IzGU9utn975nLhsrXbT93rp12WhHqTF39BUEsqOmgIgsvIX/Mc1nG1r32x8CWX/zgBwkpWVWKutz9x3zyHlfNuOB8lLlRH+teL92BU5GaLz0uaK9rNsBEMYTW+97qsQANqX9EPlYODG443v4TQ5gzoov+OIHa87irzZJyzx8BIPwcdpK8W9rM4egdnUchC59uhgiY/EzBShVYLK7lEMSflOfC9pfUv1R/owf6yf17OeLPT5D8/zRGeVRTWQectvhj2hvQczrRYB2jM2xUtitgO7HD73SD7e4N0BP/cMnnFVN2VeSqy6HX66Io+75QT5EjOeMQ9dAivoOL3BZ65uu+hQ+ebV8j9vBtP3mawDG3qFnuT7PfwT3ORdidetRnoWRn28AoyD/lfdGot0j/3DgwRPGLIxOin5P5MI/L1R0SXjsp2uY2DQBKTqiz1aqE0KVmsZY4fHAL7TI0jNy0VP54DQcbA3MqkarcbI+ygSTA4oDY50SfdfNaRYF9IG2OU+QfYZHDFDIwC94MLMcNo6mAy30wL0psko5bO1TFaHZepXmUO5SoJ3kPYk6CD3rYx8Uqi73WDaTk/mbwGRV3b7zDWGs8CwmvdWtudRgo4ee0SsSQ3/6XBfqXUC7+eiTN9ULmu5h4LXYnljdVxJnmHz8tDIM9OdX3fAjewxd+Zw6vvnOe8Sle/6EJ8HejJ6iRM1O6Sv7jZiWudwM/fLlb6udb8cwmPcFWK8DiZfZV/FVAvX4prN3WtmkwJAbIvUVwjjcHuG0ythEUl5H0Q3uitUfsjNYO0ZN4aCArHj4ZPsQeA7UGbfB+6Jv0HzVjbJDlEhpI4Gf8sanjt3TdnCpz9R68VpfhhyoGx5QZJZXxgo04bN1wy7jWt89sRLKpHIgJlHNT7nFiUEApw8+GLL7ok90wj8XqcSVty+e+zr9xWfx9cGUhf/NtA+ByqN5tU/OfDfT9llllW7H2jleJnXKcOQ3DP/gqRzIL/33SHEPmbqpl05smO8dWOIdXyXPAzWxiU1veEgJdAgiCqmouNS/PWbudSiUPibc/Zohvb4y/ccYASPyIkN+G3Kq9HERZobxqcf7yTeKJ9HW4+Z8tGesHbyXSLN78kFfng6eL3jYQJpz6RXf40B8dlxAIeGeuxIjxBprTkOp48SYyximK+YozEEsYEzgjzI60EavwJpyU8an4AK2v/ybvkLo64YLL01z4NgQG8NUvX/wuaMDH50eE/O4/g7dOkZW31wIwgdO+hMdNsWug4F1g6zztzztmK3Otd2eyUbCfriIerNq7v62LnPP7FPk2fHuxLRZf+ArnXzlTlKfsR7q2wZ6aY6wtl2lOeUaQzxV/8t/3fvrhAu3FQTNz+31ffVrXqy9d1psjqFTu3h7wLU/Sk0OXv1/1cH+OnDAljx9zrEEtDwoq+Y6Ls03gaEA5kbL4sAQnaoXuyVwFkDls4970Ln1C372JUL3/ktU3lREn+i++Ajde1L6EdBg7zlL8eB9jppI/U3C1PJZG52vSaBsfuWK1fqjF3+qaUymRCXGlwft2xZVVqgAY9zyD2KGIRf/6HirkxTIugxH/B2NkIasvety88OH9RMJuCSko2v50B9eXwTj5q9vbAsPN+Nyb89Un/EAD/OB4UpenzBJTGyb4B1n2HzIR//iSabbtEc/fKU277/wU4VXiPJjLcV3/Ft2zW8uY6nDBF4Oh8gHftAXB2WkEtya3NPqD8//MFA6VLFDIRER/2VP10TrstqhqU34rjfCu/8njttuH2DHsgla8xT/PHiydaPto1Rd5/pVmsqkXv8V33GITFyiP3xIoh8nHXZbP6uM/fAi4WcX0vfCu8ZJWt/7PPwidHTAv0d/L0FTL/qCdd9rr+Lnmkr/25ffrBdrFYrP2C5/aBu/n/UNMMPpM8HLGtj3P3glPLDKa26wPhI/xakOxW880G59KKDXJc39YJqWo+v5Q/6F8LZa/vBYtskyj132h+J11fOWzQLWFqrTHuDXtsIMrwlyWeXBw/uwqxtpWAlcUvPyXM2O6+rBOmS7Rrzs61PiKf2Z/Gx3+U9ZlKdNrYM74aFFzxhybaNe/lda+j/d+eiE+dDb5IkeOymSNA+zx6+M3Uap/X+GnmvqO4Vu57Zz2645uhUzDCQ/G8/IkvKcm/j3Wf2mkPQXVFOf6QPKtYe8/VdJno9aeUv/A/kkABj+AABAAElEQVS2wPXptzVBxqf4JGO1etwR0sb53vVbp9OuSVf4K54Tf5a/fVVM6ed5oNX/k+/wN8laN0zAmQwoDwC6TD1m2aj0Y1zwgPePf/zzl3/961/L7szz/GQOfmTHyB5F76w7pNunUppzrsollq7+6NlL5GMjsS/+HjdbeeaE+wcdNdsvtPI+lDDTGJQHP8VfCnMT2G8FkQy3in7uC+oXeb3D13pv/nX4HkfRrfqiU8rk8Dt4jjeNmYYYZKAN31X/0rY+c/h5fZIYeWY2ncq0HXu9U8vrSvUFCz24QnJisY9LU9fn7EM2XG3u/oM+zZuVtO/WG+zMYLvu4NOC/X5U0r/Wx5OAbK375QNv8Io787Vv81y69szdT/Imhulb8144umoJl5XVlrp4R/gWtnnRD3qIH9oUVcBfskh1TOZsHH/ku11665zPzPBxrrssfsnO2YSIRnK4qH3/VKY01L7k0Au5Ssscj0u7yX14dXqQLbkyQ/7ys/zEUop0Tln54INf0I3sFCMi2+tKdIDns2Q+OFSMUgbznmCO48lv95Ggco6/BAWPGGPU8P7mEwD2wL4p+137B8bQwYyxzO0gdJlvB6wfQKyf0XFT0pILEtr5kx6gyC76APn2BrKJGZr4IE/2YHbfotPmZ3nH8/QD80f3vn+sV4sXr9crV36sy7Ot63TvZxT/m8zm2pS4JxYP/QVjnfDPGGEba0KJyK/uIniUlhtcvvtI3wnvEki+tnHcSO8SToH1r3CgLX35QVIY+fHFtTW5Nd4Kr6alqcjQRrD7GT3tmEMB93/jI+OlcST/1Q8X+yb/lrGT+bZTIBJKD85R9rnRlkHb2dFwWv29mDVeQO31EeUm4qG2Xn2Q2Amm1HPqavGr94kL1psHqvbaNC36XH446k/8cbT/RYXLDWBxxcGrDyvD/YlhVnJGWTHuc//unKNTF2NyoBgsRMorbDmoJLVXUzs+SwGghziw8fCajQdFCh3M1866oKUjxIeXVvibNUZgcc6gYYuANHfoB51yLMBymF+FAi/sY3NxuddO07uJoEofcGGuJVHs/EpBMWCrFzfo4mjhwfeYfmhcYxH4Qzr8LyRv2B4wbgFlGdm3KAeQSSQTqrR1t5f6QHlRABf/cUGvRUwXD5+Uf9YCdtjlG1lMdLCJRhQzIbwrSx67DkLYeQvy+jiSGNtxhq6kembLz+SAHHQrTtonD8roAk7g6ndNzNi38WBgJjD6wcRvwbK12rpNBsipjpSbGMIsqCwOW4+2nvPQafl3fL3Ws/LKYdann7ZO3ZTER6xZazYpiyOPD+vv+I/Ga1+DxwVFXosG32w9sVPYgx/l4ZSjZRYSr4E0Hp5pOOn+XBld7+wqVzTfliSyP7KktK/zs4/inykJ6ms9HNs/drM/hJmB8lrkpVU9Zjp+G+J3/fHt9iTptvhukm01Te7j9RssfHP4wYebMG2K6T47BW5iZCCNImOlr/cKeMseaD9cRGa/hajRaPrqgU7f9DAMOevg8wOzs1gilHmaw0WuZ/Hp2g+eEIFXZjdLHPK2bHfzIfncCFb2Ziri9pF5iRoe7RfslFfNs3pQsf0mpY2xQKU8wTin/C4usBzMYdddql/xdw9yCqtt5NUVHr0IAa963/G+wsoXnfIXW8Dj4u77Vx3MK6Y+619j3POxHoiacuJBaLdN+6ETuN2nQ74Y2Leb/J7gp6G1K5pOPWF56GE//LQQE3KI94d+csA8sWt2lDDw2wFaarU/yZvAY3zwoFjxiYckectAyTJR7Sp1864DZdy87eSB9SLM/TDYWc5ic0c9OVEG32P2UBrgwur+TwAOBv5f5t5ESY5c6c5sLr3cX8sDzNi8/wtKZtJtkj3nO+4H8EBGZlWx+zcJZCUAh+/uWCIil/qUbHH1zcXpgCaJfqvbDabb3It9HTEULD9H8JV6jp3xuWK+7pmPUOoCWQ3kywakWhW9DJUEf9TnQT4o+pu44Ey8ivkjniAPZdr6MNiAhYOyrSIhTzhSoxOXTkYTXuDP+JbejDbTZwTtpLs10bppDborzrPwngiDn3WWXHRZfpu4f7PNnuc/ySSfvykZ1jS94W098ODUUckb21csREs7OrNP5ub/BffO/pYb2hs1Ft+7MWDJN272k99ee4gDeveZ6d/f/m3yXP/SmfrT52aHr8fqiGu+8M7+DU5k0X5ZSIP228RD/il3jlebOcQ5LWsi+2vW1vv8euRxQFjPePOhCrHx+Yscfyc7ctO0MqquWbf/4pPU4AXHRO988Q37vt+R/YMbY3e5ER9mbMp+KY78EELMDv1LmncMIt/uVH1XIid63+HUPZEd88LhWnHzTDv8wsfwtWcBrf03Z72Mc0Iq2uzPJS98mUCsCdljw/+xLp1Cx5uBf3D+l678IePUER7Bp20cLp7FKg8M2CeBZ55eeDC518H7qj/8Zpl0Od/ZjcqnL16j63fc35OnH7j9s1R45oNp/0JOg7vnXab+gb23ztfSgs+bWaLLpLceSbUe8N6g9ek3/Wbpf/0v/+HrnU1DPCs2htFRSRQ401RGXGNspJuXc98JbT0kFYGfmG1/3LB4CSJN4mt/JkIKEsesfS+J3zW4dduxwhvAyf/rvAVeLstKuoUkB78qVmxXm9/GedbCxknj35b2Nb7m41bxGfnyUfa4ecMfIusixT0/+QosO1Nw5hD7SAIn3DQ/+Z5BC7/RQZ4QbmHTptCn7d+HVZ9cTPxSG1EvuQ/iNerh/jiPdMW718LcrypaEj4ZW5De6r3Tjum3lpmSHcumMXew4slrpEA/qTZGoOGzR+5auD2+Tp08QUZdn0yc53zBfXJMXaIjA0BP9ZKhiZvYIP+MzWLwzkZsCPriZ/dsG9AnegT3wzX3wzsw7FXkG/cLKH4AKyGP+vAmhnyzFTq8sJkEWkpeF1fbRU52vn7n/rnNK7xt6Yet+kcJshZl/4X5HWwKZa3FrdjAg7PMo2Q4uOwPhdVrxsO8BQkclX/IGfj8jGcJ2K8v47nRpNOa0RP6rja5ZdMUah6E+9pIlB8xM/PilT3TfayCOUudShLbxPQce6tPHOHLm9fR5dTnuZ7tvzb6PbFBl/AP37f0+5nxO9717WGEjTnbO2neVUbkmOee6zwQwRnZbdWmvHWArkO2JoNX4jhTW1c76JUhcV6JxLHKLB4AivYt8jtjn8pCGU/UfleAnJGgk0DeCGyr0PSufhKQA0QOE7ZN6nFDGbronbYXGfuxx8isOPepUiWjhnVgUEaWvC/6fS7IWVDhw2Gi3on2SW+f+qGLX2khPQho6ZpDiP1XDBlS4WEeLIgLPoAfXLGt2sXB4PUS35rWYsxsjZ8N8DmgU5Ab+hPvPf2v6KWbBouH+JEfPuBw4Z9V+R3MMulqkfj0y6+/Hu+HIE72w7YPuRFRBzBs2uN3YjNOfGgXeuUC+LGlag6EhVfvcCQOPDgnJ1sdYi6j0y86dCAxePCzeZbs4oEpJV/x4LdgASeHel5HF/CCH5jxtaiaqojdvuuXnNKlSZrO2N22At1Gf9aFgnExm08I+dq5nR79GY8KoTEjveQwXHAnuGDwLgzq3DAAYp6y/9OX3+RnPVjzOykL3pmleVJ8+DR6LrSL291r+ehu5KOwtd6GcLHGX+hSB7uyCQif9JPuzl1aulkhmxhXZvlNNM4PwaBk3jzIgOwdBTp44z8xaZ+KED+z/qgRnKfsmm7tDwo2/Igd/14Vy0YH4a53XIngV/+2WdGaF5ubra0cO3laf3TFDq/uJ8buWy+cOYrpTCvqrhkutDyoxRv616SVm+BceQ22T5sm0cuSdbBgfOoJHn+RxaFp0bYU+qyD1PUpx/L/eaH8TKl84jfrUuhiXvbKO3rrNeZncKIvfd6VnyLt09Taj13xdeGgOfulhjTGhCH+j8V7OLPCa4mYCL8uMIv/9CHUZUtNwO2/rMNHEIQfm3WL4lH4LUQP7hWDbXet+eQuewJv+uLeIIXKDyJpi70/yYnBKSirrrX6S+uw1N7DG2/bQW4KrvnsDXXySfuooUXXzWMibBkTug/k+B2dyjfbZvxcPFNP+okH/F72hmd80gVm+l4//HXCOEt/wQUvbXDF1b6ufYnVFEidRbyayn+sd4riossnBNg+wit1+LvG7yqMVZz65rDcGH1DZ8Q3XpInPmouvtFPdvVZjyM1Za0J+MP/BMQe5IPg/KmYAis9uy8a86FiHmMr/8ATKfp7X9Wba/IJI0hmsRy9kBMuSovpl4k726dPiI1hoq9UPgRN4qMNHWuC5aK/GBBX4slcps6NDUgTF9r2B55qcade4KzCZFyGLqhpyR7+hz71wHrarLUXBeTvVuSO3rnRekaPaQsCmKehpT7HWdLwCR6iUAeffta+CQOeEn62N8B31sltoydfBm3NwfIj9qElHgG1zhnST/8o6OF/yptTF2wgH6YNxnKeimdyTYz9jSoksdqxzQLGC/CVXx3/uTdMOYPsoRn766Eh6yfXBxWjOx53sHnjCwHWrfepxPWZHVOh+Hqv69KmbUsNn7QX7brRtPd1xogRb1j7oY9a4KsPl77hhjzeLF2f4IBrlQc9MqA6OYsSxJMS/GkfcGw6/UM/8QzdiQPtXEPc7xdoJn7JZKLW3ApP0KPPhDWbXtsr/5PTwZv8wQ88tGfN+EdpwGc9IMeutOXT+S1LW/41Rle6q1bjKLj41zkva1Ae/s65eOagcGsJuDJ/o2d/EhKVVzoWRuFgY10/FpR9MXEB8uDjbNphMmru9ZTesXUMyudatlU0ptdq1xx6pmutIXX2h26WZzTBSezye5snffDO+hNvnEFUOeIcXn32s+u6Jq/pG0uY1/5WEd0TKY2veuMj7m9QsCF6hjFz57fffvvlP/jaZ+7ZsY77/EVgkFkBvrefpEFe1fn0ZY74i6aXrsgvHTSXRMuyxrfV8emg5nLRcelihYUhnVZZ66a04Hyi3EpxE4Yq2efmeI2UT9K+r5uJB4fshcy4YqEhZJbNpYfPwYbPPvtenYlLH+iv+yoxia5ZQ7P/OjRIHKoUrjAHbKmXYBignT4THZUa33tc75kACRdz0lqzh+i/97YW4K//bgFlGQRCUsezbQELCV5+SK1cp2S9xpY7nWN7UUcXcY7xjnsnVduHKcj2ciEbcy7AtxhQ8WH9xhada/XPHAia/pDJh6qoiaHvB6nOfPC4UbknVteiRdNaCnc/kBXiiEXuS01g5kLq2PpYl531E3X4rnS0VySj1Je8d5T4/R2oC8X5IvbQsodR1wdDpIFsroL/FsmbjdCFJwT4Eib292BGM/gd6p0HlpQ8aB4tnVjYt1ym0EZG/6M/z3zI/ty2RNY33/eENwqQ26eBglFMB3dwGzbWJZNn3iwexSuyMgdY3/9OCT/7shlxbsycX2uJ799uSdMXQO/6Z+7wvpCvfQn4XZPFcYK2UyI6VO7L38TgsM9v/GCuCu6v5O4YbM2urdgX6Owjj37kBuesQ7Pqdjl7cHQ/adIP79SLR8uNfH6Pd/FycGstLddojQrDD9aRBxmu8pvaWv9aWauTNIue4F/i19cF+wE389pYvChlK4/JHf5xXtPTNAv1b81LwMkb3aZ+ZvTkZdLeoZzjk+85Bv0cT3/ipX3igcsYcP72E6/MSDBU8gCQb4irjbDg732NAu/Ffx9e0qiCFUOgxZgkweS1HODxzpyJ0G3P0xwUxjgLA3KyEddXY0ePDsTuriRJ8r3lBxIuD46H2KO59UZPQlXvIKuLZ5km+yEhSQcpnRoYwNH0oi1CHiKxGnjRH8YMVGRmLcOn9UlkTRv5DJFZcAfJ0SzFLvoJI346kLuLUUUHID0gshSQYECrVIyqb9xTWBCPunJny5nDGTvriXMXY2DYhvszfhujZgROfMjigzxK/KtHwsFUXe1tHpMZOfexa8JLKpROdzZHTqiu9ZZ5hZ+9WlzDq+QUDD03dvl196vF/J65fW5y8GURK+zEpnp3rwiMLnfjG8aDpjyEqcOJMk1vXuCrspfAacAm/T/SSp4gPDENrHKi1PIaLjcM1/9z+iYQ4Xj2BTfogDNfuRjO2tqautpzZscNu9iX1kFDmJUlRVmvrIG1wdE3Hx5kIKeNv8or3Xj45YukLW4y/el27IABaxXzmXWhdHkVjXtFKrbygaYIPA6XWgqykBvZyQfkZr1lX+OPseCFruor76xNuSkLHf/WN11A5FLw+DrQ1KEPv8CpT12Yi2XfdR2VdYMMP1W/5itroGzTN0TUmzygvdo4iN1EBjiUu7g4ZiTQGt++aTKPffQFv0fups2NkLLLeemLDhK4rjp8s7P1sW3opb+yABumfzZ8y9it8g3rbeTtsX+yVXJKr7L7NffYcO8jaJVnMZje6IT2IkGiA7/g5lDTyMGZtBN/w5VX6nBkNA03M1XI/rfKPb9HKvjCj/pOL8OG3Y8c7iHi9jDATSRYYRWj/Pmrwpr/Hc0DkxcAbuK4UD2Kd/yudr7tx2fi8C+fJPBX/zYb2yMC33hWnT3kshdEpGp/9bLPxJp3irH90wI/+zB8I110rBV3OYBtwD2GnFpO1t7H/nxXVq4w/Y9cZcx8O0aFKwn0b3wMf+eMBd2tPVsD9DxjHhs0VBzGOhO+5/XM0n+zvrbuzb7i3PQiJ0MP+oovbkD+FJFzUOhcCwH9+Zf96TI+OvCLrQO8mrE3OCe/SR+cRfysMQ1YOB1n9R0G4SDr3TwXn+cNeMWeE+u06xx/s983ZPItFoWvCCjHv+lbLohFzgjocOsCEU1/XmVCUddg6w1egjDvnz1fw6acj+A1fUk7/bfypM53TyYgjG8KvL0k9EMxr09af34Qg2F9ziLP7b5h3iBkhC71c+znI+ETjMmLtqLSSVk+LFiw7+v49n50Q9/Cm7pAdeoaToGf/E5dz/HQhU/wn+FNeNqh4c1v3+uGktixroRr1cGf0HrjduX1hIO76YsRZxOOiZE38e/apzz676K1uEP5OwENy01/UuW9VK/12FzsB46zXU4beJDzVQ/l/vjjX3qoU7eQg5ua66K5DgT+92vmhtYgrr30dav19ZAc7q+c2aO8ljc4cWFt9PQ64JM6uKe/Zj84k+4/v10xupONbmVXOeIOx7avuVLaPjky3ZoCT/NoIj4kkDeieOJMx4rDeR4rsjq0oW895OEBPhcAtyKFwwA2sZexP4NH7A2icymxe8ZqIfje7OqNBsl+JBA63ZQ6D3Oua5VbJ2aB/ePDscatoLjKTt5MkTLhjzILK/trztnslXelYo4fr+NH16Tl7+CVPxnIXnjH/72w+PrUI/SsA+DwzXLg0Gb+qvGge2hmHf7AzjXFY/Bpf4NTMFrvK+E/9U82+F4ZuqI3P9+pErzQXaWEckNPPKmr0niE5CCxjwSOHLBflVwXoiblLbqpzx0u43dwfO+4lRi/Bgb+5Bv43Ad8XSd7v2myMF/I8/Pn4GB6Jxt41hPOcv5dZh6sERoGP1Ce8X+LRfxiWyXU9jqY9xrEH5GXfuQAN69KiPWgGzxS4oFr50nxuY8RvE85kfeqliqiQ+KRjINoXa/oQHTmAWjFo2pi/U3stGrrA58176GJvbYRO9v2IeYfa07etBOH1Aia8In/DGfCF/3/+//8f/baZDY3ylwsRUCY8MSfkv457jEtbEl8I+vFeHpQVZ8/6/7gE7z9wKshiOusQqaOaOaVRfUMqt+5fxOg6Bs5fle/OiefLAI8FA0NB2q+gljYIfcmtDrd+MEnbpSQJJXTCMKbUi7kd2f1eyI63JRHHxFJXpJyFjTQ9iw53LKrEhzfILaKW89JO9teeH0xXvzRnZXJv/eglq21gOKFDPzxkC+8Q0z49pX8Xme1t+VHl+JHry7884mv8qE++SRfftfXOHKI4RoZOTlsQPWYf/LOkaOJI1aRXzmcFBxd28fSv/I2N1SAM+HbPgSqbH7V36/gf/M7AAObCwgwZsCkjw65uY/8gnFgVLZzJTeK4770KVu/fOHrnvZDk4G+4rX9dF78ED38WFQbryZd6YIcY9UOqOa0oSjxlIrOGxkLLV+vy8Ptimmwd73x0WPfjKncuPqLWEXHzSHx2hDwkBe7MhLaLbPszDoAHmNFRz5guHAEg1/owAPH/NSow9zIJRBuCl/NQskbbU6UT32DLHqe4/SdI+PwOHGWvgPIWk5m+h6TLoC8toveN5sGnpstfx5OH1B6fkmTi3/jb3xU9OwDZS/22K/P9C6HHzrJwayPovFzlqbFd3kH6umnig/WSi6+1u+g7rZyQjzm3sQn07792V8TK8wV3ydvqrANDvxdHsJg5yK6Ja9Y63lncPY/Ya6yZZa/zjn/p37b+Kt+5y8He/jGnzCJ3xfD0Qivdq8e3Naakj2DcXmXSHoseIPFalqu8EK79D7yYBGoEfkTRhse9s+xvoUnYymBoSdxx15K9KCdd+T/xW/cCId1xHFnUCU8qrflY7fH8YLz6nHPDU3pW+vsyY8xw0Z+TxssQ/ydx2HYNaaWvtFTc1MpzJtP6lMJ2gvIW+yu6bQ4KKN/+VOH1ZyD0KFucgilvxKTH1gqnzEvShYy/VWmNr/yibHYlTo27H5dUIJL2fDyI9l0V5Z/7gYH7M4/DJcc9NzIp257BBs7HhOodmgmODakPnGu/R0A8Mk75nTmOSst8CtNSZvwjJ8yJ050DCy4wEMfnLOeuMbXmg1N1vWsgV4PQeDcQU2eUavQj2yAd/TgeX+RzbxTmsJFFLh8upj/+Ia5mxId3D/4Bueso2/gFx4AkY0smjNJAFfy17mRdUG4gYXP5K/ZJ6pi+ZfmTiZt/W6yhx78WNCSPXmH7zOdSg5OCIdrHV5AacOHv7Tt1jdoY2NieJWAaP0jP0BQ8boqX3KT85vO3l+/7N/ezPXZ1At9iLE/LaGaNjzu1v65Zp96uN/7buyLvaxv1daPMLQ+1nfaLp1jh+XTZ38TTuRGp/RPHTJ+wtOfdNanfZZxauDRP34CRkkfPqE/x4wIrv5hY2T+wJB19grWtV64va+e/WBHPtdb6MQfsNj/TKfQpw5e+mcdewvO7Ky5Fb2qL3jH7oqPuXW9H/idPMbq23963rIgjXNYdMJ9zAVyJFfP9XMQfFsL+3rFDfxT3tkPz4mbT35Fx9QbZ9s/+bGvew0lT1mHWaIaBq2vIeWgxArYW+VRdtmUfSry7/hM2rQnfmB3tOBN3CsOsZRhKuER3NQTnvbmUf6b8NAVjua63iwHLHaGNniTNmMfqU/68A0P+uAE7xyvc9720ez7TX/tn/CDzyOP61oCnaIrvHzt8/82eXwdXqnDL7qmz3j0PnHTz3hoAz/r8AQfk2YfXKt8Ej3r65p0ye2vTl59+TsFWM7BWWcy9tuvv/3y3/77f9O3vdXvpQfuWhMu/Hx29prbn5Hp6+Gsi/ltyPL55gK9bez9i5Hw3B+wYDUnRqx3W+/NRVqv6/+sy7pf0zzrXK9P7/BNCVowYLFkTCZqV3w0znpSy6IxovdJl/icfruyZf5V2Z/0rP4zfsCJCet96cQb7St/ocw8ZSw6FF75k/WZn3aKu4JTUvO69QoEO7LHhAbvR16Nha73DR1gP/VXQG8+tPZv/tL78rliGD2BpSwYOa9/p18Sy+iUOvT+Bjc6inmNdfDIC/JAte/bqO2HFdrPvuiI6n0SMvVN3g7Lg1z2Fz49D886Rigu4BMKaFR/V4dxhUxF3nLuFD8gp64TdrknK5K7+V18oSo5tKrE1uqVz3QW4bqh7WAk7dJx80ic4bs+DXunQLHv1/arepu+/AgCOkReE1zwrmPylfBzTwr84okjy3/EZ8q50IMi+u2fYavjmTyF8/NSx57SO/yzB9DnL2tIuGw8B13g7ZeM2QYt4nWPRbp0HpaPuJ/8qB/rA/ZULMO7pJ6+3XKw+4oLBfibpvQLTfEvvrwCx89ZrzMCjFTiQz5uHzc/Obtdy/aDFjDPOc8tzYlTw+iCf6Kr1/zBMPqsHFjzu3QeqG7GrvBOP3iBp58a+NJBQPeVQ8A6zQTkYfZ+DmDe9nHhY2f4T7mBlax9LgeH8zShyyefs49Fr7sc2WP3PjjHczRKitgmgqoSPbMvpR8eW/edq6Ff15bi9aM3y0/8dJjs8dkbuPJmysk5I/DICTz9yE196hW81M/GQx+81MHPePyf8cBXv/fe/QngjLynlq/L3c+RswE9xzhGlDyXcgo4+0KeRhGAi9NJRrO8LrjKkC2mkyaABDl9amRgiy8W/VSTBUIwLZBwupUBoUbzEBgcr9+G372Iv7nVGKaGd9Fxw/uwo5HqgWHZlBtWcCm6Wryy6BT347UPmteJ+V03k68bSGl0DUId4Dh1IEcHEOs0LTlkrS74TCR8tIBqwKAOiBzQGeerGUt/Dv+NouqtAu7Mj8K/CDPIXwHETRIP1TivRV9UpMlzfuWT6wSsAwsw58/Is6kTniKTZskDgMDc92KE/XUx0FqJd7BKv2sM91ha0TH9s8ZG/vR647sTu/rlsYrcPcaEBnvDotP2CzlRhmU+Mxa81JuDtNUEe7XelE1FcUsvBD5RD1708JxvQqpqPsZz6vF/oo3tKVcfjOQQAnaDyd8X5ZOXshD+7ZqDwpUJ/as+NR7/0vPDrFbfdgweoY19HGp1S5mrLiebDxmCxfocBq5aRAfyxxL1whHlnHfkHLwKftpy8qS/8ygaPGJxmAxe7CanAw/sQinhyA9dxmo9DHw76uQBXWDFJxxwm+gOR829ATr+la9K1uQFp4yZ12b9oG/ozoNR7Mr4YPHTzQtPrx3SjoO1lOXfewp24S8K9fn1PPnUAuPlA/apF7wZgt8TFMvD1wdC6dCKmAVyyCNsgp9q7gX1GrniF+WJoPBKR+FDos5Tfy/9VqOI+nXziUGXYXee8Z5y0waXv8Tskds9ZJmnYXQK/ZINrH25YIMV+NlPjNnmnrhnf7A4fLhjBO8ffmNgvYFk82ghk4n1v4cfaLfdzft2+G2g1J48vM62Or6E18GxLnG4OCTP1knNvOP3twXt9DeN+Cjyz8kOvZ4jvjHSIjhh7twtmlP69MMxDb13sUc6b0TOG169nojJzDPWN+yKXy48oyq2d86DF3puApgOxYRDCZ/qFV3g5gGi/xdB3igZenS50wGZWTOWDrA4nSJQbk54bREOD389d1rP6D/lxL5lSBsAD+Qxzj9K6sAN++CaYD+JHbxsT8uwgPFi+d2PXXRnm35sMV8AXRKj2Ax40lp2nB+iFzVyJv1EjQ4TRjuyl243Mcs+S5wmf/sHDkcMwvOU9d5+dLnTGdir8TsZXNu4KN8mz/AKv5M2dp1w+nWG3M7qLfMXfbt03TyvO+gmxR/4asq+4/kWzHrK1x8tkcvXBuZYgb7A9X8VdKS8snshqxH/BWZ+P2Fn9DvjkGuvjEcO9dRx0k17Jv5de9Kd46dt5zj96PWKzx3dW7C3+EZe8B75XXPN93EaqWhH0Ac8/MJ/8s1Y7djwZ3+5PjyZ+GmHV+rA31O/hwa9Nl7PDea5L+Xm2JZ4palcEpON8KK1/bCRAuOhKX6peYSPiyf6zbwEv3A2j7/TKvmSZyG12qhTLLFrChcU/NJp5kHpG1uiz/ZtIHe1ZPbBrn6G432+vOP0EdjUFT05S0zYvZ2PEmq/Qufpj0e85xCu+yvu6BGf+Z6CiOaeyZrGeGDRUViWXvfkdOb/5d+Nsx+iXORL1eTQtNk4I97RBfgDnmAeJ0dctE9287tgyhKIPOVfeSb3U/ztNULMc6+8WZO+0wOdWzcqxIa2FVi+ox9c2uxXf8Jbbb4ql32MBxG+PQyCSmylLv7UInpSgv9k+CW4+EqJd5TE+hVqPnCQa+6ieeT/yGvbd46VH/b4K/l3Y/EPtp68Zp92rn9p8/ee4vtvrNMdI9NyLeTgwqP4wO5FGJ+KOvWYciBKP+2JP8cigPEJx9887C36wpqmn/hgBFayyj54Zs5gckE1Z7So3sUUWj+TYpMb5cTN0NQ5sLs6eKXbHcYVFvwJRXfWU9YmxzfpZ6METR+89qflaXyvBRtpymCFhPfy1eARHcKTPrTTltnOeOju6hP/xCn+2JG7GtecusXXmpUcwUrmDXxi51syT57/V/STsIcyX1dAt3+cFBgZg1NDm/bnr5XY5Qx9olIfHK2HjpUkTqxD2Or6XUyr58Z3Byha2u1iVIHjwEZCRfZQdS1qk1suhtmK5oSDa8kp3XU8Xgm9g+zbXn6XlJMAHfpAUAt/6fblKzVj6FgJQtbUgxX6jPKytY3+jFB4YPqXPp0D/2wqPJyh0Me3bPLowR8PP+JjI/ULE47rZ78hDZhwoeddc/NddpPmdVuLXa9bOw/2jYvA8F/91mLZ2JfwYl2+ie9lnvSv0es7MzBqTyziRYE/n4j+tz7x9kVOwm/YQ11urUWDr8eiIOc8yKVfujZPxLkUT3nTqubdcfvKW2Cz5gJq06yWxqzjGgO/dAFeRZ984bduup/x8ODBtmHaSM+xhaONq97hCU/5wP0fevfq76KpB5bBhQfjJ6/05xiwq15sVpVnmBGa8A4u/TITpPIBDuIfgNCx2PJ7lZRJy9dX9V7sMV5CQxvcchc+KT9mPHXwqIFBs9YwgB8s0e+T5goRND9sI2lV4G2bGbSNwTEAYI1fGj15PPr65fJuwRJpgvJp6bHta3tbNBdy652iUDkMNRdDEzsY5iY2l0E/WLuxC98NmeB8pNzJmPTILhwJwYkVXMMQ69+VsdJFxQ3qxHnqPXl+tG0+MhI/8ZVblLzLTxDH20Dp5q8zrgRfunrs5iW5yqf+5ho/UdlTnF/9JhveGRjZxJexrJGhi/3TX4zx6V9wv/za76j0XGeEZKj5Sxt6TGA+17tgy/VLjhyf3Fow2Ixi2xKXzg942V+CT7ql76BPM3yoX+F5zHdnH/EmXeQ6RAplfNgqEk3lc9mPDtACWw9Po9iTuvSV77yJV64E9euX38VHMuV39kZwwJ8lusZuib6123SinXMfPnWBhv57nte+x3pSvsHmz7qDzd7y7z//LXjZ+62/qsZekQ9Yg5d6vFPXTiNX+Kvim47KSevbyBcbFoPghzL9zQsIfMhTytff/lAO6rfa+mv26icrPGS8fDvHfLBeo4+v0Qndy65Hv+MXysYtPvGlx5wN7KnC1X/vz6yIV3ZFOHg5Xgt6bWRsyi0Yfi3cOXal/rkeoYz/fo7DlYo1Gh29aym/k/msnZjAnsFZCbtib5CyB8CRlRCadQ7ExxxYr2kC6qXMGCFwybhgVWfKA1L7hDVXL5oXLq/GF8+cpw2TQvy7jMtu5KKLfaFJ7jme9R2nd0AZp+AdzlX1iVeDlu4LB59hFEWV+Q+HeH73vod8+inej+i0/xj3nxiFP2siNOhhVPTXv6yVwEKnz9wYJ3geYy50sW5tGyB4QIsejDm2fFIUhYhrl+jyhTdnqaAL12vRLePU6zeg9a0G9oz4W2ONYYf1FuvoXGti+004m5fk8PWEW43WZlfhYbmy5Q43/MClxP/Tf8bRcOIYnOhtf2yxu9W67RlVPoHfKW8ToabG9S8l/QXbKbL4gIs/4q/Yalryhn+qsQv5xAjYsqV9G/9r6MI7uiTP6Md3Zzv96E0/saCGjj00PgaGHotfm45+/A99xuEbvWt0vmYtALYdRT6Gl9cpjXlNExC+foOhdECXWWJvZJ/9iRsb50/4MB5a2sWfxCi59DPO8dQ8NIo+jiFpO3yQORwaYb1ZwI1uRhbvEzb5lY6bbcai6xyf63F4Qjlx0t98emJoILDUoUsdODx22TE+x+lzzYx/4ZHx1OFx9gM/6+hxwtMPH+YeSwzFDxilByX04NGe/YyHhwn8su27wwflpAGv7Ga03igukOTpCkXrcvKW0Y+UyIcmMlMzVuMkaNmbseDPPjBNMc1d8PlmkK9aA+QXJTj6wSv41N/1taXZL6Ctgm/2vPan0daHGIJzreHFuvjH73/88vsfv3vQv0lbJx5pgmydWRNAY9T9i82p7Ps8fjWPsbq2YIz4q96qLVuQbf9zDncpG5ZvcUrr0ghkr5vwr6JaoPr0XcXCX0srfS5qh8GoZb5Iiw/nZ/zx3vOjQ2VepU/FZ+fnyQdZKYXLOs9914Ku/SlIqoM3QKuZMfxHO/34Lv1FQAM/j5xgr6jc6nui/Sm/0LIPXfYT6Zq9CXbQ1rjsli1cN7B/sTD7jKwz1IVeQ763CC2eH05xv2OhYfOeNe0qw5EBjRqe/I40cwdp1MTYDylvSJcOO3QluwPsCreJtkM1pP1kU0zhm6+5RwdcwTWfwuk2nJdu0j9xnRL3eEErlmVk8eQ3imuteIiDAzW5VTv3YUZoHpEEmbLP63Vk6TQ16GjP/hh60gx/1o472+/J9noBPXShtW8IIM8kmHjtU38Dn/twfH+Es7+bv5Kj1qOSV/doK7//8jeHlu3RCUnIIgdYdyixN+3oPeHgR0fb47ypNZyRWk9pvS6Jba15mpFjnsPX53JiqByJ/KzV0Qv/wed+PXgi35PoY3kAJ9bzqQuw6BU/AEvZOm68jFFDe8HhWk9nI45HnFG8dlVwmqzW18QcIPTmMVKmeB7rmvCia+QWXl1zIibjtX7WnghO4K3ElhmtEsj0hy6heav21/2jhC8Eag1C7jwXpS2NvJY6Y+UrXy9AqwLNqe9bsuc49iInsog3f//ZhbUKC1gHuD7JG38+9Alg32ypqyctuNcJ7U9/HoF6r1E4lK/zimPxNQ9qKzmGczoI60z0REBNYiZ8IbhCN9Pj8NJ9jLqJvGwMCnXRC4bjcp+kFhEma26mtJzWDUZZLJwsunkCLy/AAwc8im02HCmlsA90YS8YC+0kBQu6IiNd1e7Ehqe08yuBngdSA9/9UrpkIabGB/EpwuOTsIyOSYMLvr3Y9okAa2OvmxyZNAxN8a0DH2PwhWfyo4yCA/xGfoB8lKIpaad+COSf2YSuUN0rH2/Alr/5xdaQz3rjT2i1GXtFe6WY8mhXfMuL+OD0j0FPX6JXHcJiH/q0HFgWW5+lg38yzMIFag5HebdVcE/at22OPsWBOZlFE0j5rZWLkH+gfluv5zKTV6caydsTXvl7hSKf9XX6i1Xq/gGJR2r+56JyXPDA+U4n85Z7z/Xkqsm1d8dnYqD3PDDMMdoX+nay3wyCvUYYfnUz8zl5UGs1B23/Y11sFNDDP9iwvC32U9Z9OB1FjLL+8+lRcnvG4sA2LrIxyfebhKAjjRSK/kUBn/2QvmTAN3pPvhwKap8QtOdi9hLwvIn/ec2Rdulkc2nPcdp3cicBB6X6iknZwv7Rb9wxXesE/uQ76Web/YebKtD6E/a96lf+JwLlr+IX2OaSSMlzC/hoQ8bkV/0LTQiiK3DGoQ8sOLsuXlMGuPVgk4sQnCjXCKgdSrwie3N4q2X9jj09NOSGzxiXjfvRL//jf/yPX377XV9jJ/xtz8ZDZ1lpttERXP4oE2bA33gpHSov80n1b7og943H/hR85P6MGHT12RPiNjFrJfGsNbIHhDLPh6RsxvNpybN/1e2M5/bZVff72McXwb3yDjTrEP2td0Zf1YTvJ1JuxfvkHX25gf3N5yHdCCWv9Q8t8Ubla9XADTwZ/c1+/OQ1sAXU2nnG4yqIs3LfW9CAcAn4sQaHwnakozoyATnHRB8caj6Nx5qOBvzlkwxZ4dGPv3XhLhoX9pqeZ3d31CIXmXN9h9cXf7y/bgbAa+LSd777AqHGzAM9gCEeRW+K4zbgsXPyW8MjJYOHHuDSr/aWX2/KIFsg5I92vKRmF/avH3rwe1dip8nvEA5Y9LK9Q9+gWVfpbF3lZ/MXXuhOf4QuNX7lXMM/4974Nf4IzW0tmYqO82vp0LmBjFmSC34LRY/VG8wm1rU97eu08DnBD8eFynhwoMwnsIB5n9mTZzNutSYdg+D7gYxs8jw99A+D2AH9nM+MA+OPYh+PtoHA9Q+64KXO+Efq0NYsLkrvD0rDH7pm5lxJVlQOd558QEBiGDmpP8DCqMm05DMh4FtIz8dQIH9EBrjREdrpc/opz+DQRx41cTnLHLcsTf16E12toTWuqCbd+wwFn8qEK0fiU/cAlHMieuB/Rb/00M/7RgubtocPBIEHlj5jwGY/MOqC79zcD+g01q7p9z4vvTcdrWv8Ij9w+PM34SZ68gJeYhKdT/1Zf/if8ZyPLEcxCfyJCOty1Yd7c8kD+UrNrD3wCH+Ce8Y39wl405T3Td33e1burysj9xnVPZyHv3/8619tCzYTh8JVlvqMyG+PkzvTf1e7wY98ren6J+sFO60svsQlvoXvtTDj4SBd9HflgIxAGKXQ3/BHvYz09IX4rDP0U6w9AH9+sosH5WhYv1l8HXf+SK3YWKPRW9p6Ev/Qp0LZa0jBPRZOwClcS81y5XnKmJgfaztm0ufk/z4urC3CVEh4hkzeuENrToB5r+HJWXTKy5o1Ycn9Xsbm0G7bZbLo6ro9PlrP+OTehVFv+TC/FZ0EavCcTWLNddVX+UZflK1v2VD+6CzutccpvPP453w/pV3bzKSsJ47Keshzzrkr3T/Ry3oGL+4JOB+ovYZv+afNd/MXDxFLuDiFqGGl+j0FGZsvVHBCFeDNS+1TFyO96wUmrHnURbDlvYvBu5GutpQNwLK35wNGXFO8XazxBS16P67LiqMmeZ4DOaRNWe3r2sG8d4wcpIqU1HSZa0LkRYkzBowHdtoemrM+ec5xeOQP+LSTrPRlcusZfW2f86SCGz0e943sa/JrOcWip7wJ92C/xM58UID+K9xJ+zNtYsActUV+SYza+DumOET/8RPLHnsGJbo/09dIb7zEpzwE/zt8XonxA/4DwRawH2ObavrI/7qCK2AW+bq5WRz4vYCa7drI/X3Ypbh9OYXMREBAZ9VbRmb8L9+Aapma0+jAPwfP2teYn4vqhfehU2rRrbG8MpL9CpspHNd491wuKKIftTfgTzmIWoLof5XsLC7A9ibvTzX0xh7VeIcbMiMXmfD+7q8GpHdf0KtK8XfPOzoLS8nHlRw8Fm/5pj49XLTYi690d+UiJBcGF+DqtG0Qz7JsPjcv+U+fOuUTv9JEGxX0kk/cR+xhZd+aj/A7TuAWmr4CRsZAjl2JPxGtWJVC8PBhC8tEaJ4+ACNh0pHPOpj1ASwxO/tFtV9ZABV4aaWbbpKBLhQOMmXS6ZgaP19Lrw3d/diRsSs/v2FC0i3XjgAvOFlgy7XEsXTC59KVB8B8clx0uRDjq6zNoZysZvWjD5+83r5GjmTo0xy6o6M2PuaGb+tsHwAr+fEN/FP+0t2JdplB4b2+879NKThzLPEOh/s6fNBpFn9aTYCYtw69ARhZPnEtS6Zyk9HRjrz4Keth1sKgn33gi0ayphorpuDYt+FC/Kpc3q8hEDf6eEDhA45MDyY1F07IYv5FTsUkc6qZdsWYv+nA8cv8QZfKI3123N6N7SZ7dqGy1oOrjPTmDZDArvUIxAgKTdZi2JceWMm/Kpuq16HPytUAe1H3u1/jkKtQMcVz04vkq/riUetq8Y0PHEvRfPU3O2Ru4d9odBUA3Lkufn+x9hAb61drSr0Ds+jz7mcbaza6LOr1ii6y/U81fGGD1OAAI/9+8PBXdVQizslB44ioLrrBwZfsn/EBuNj+CEcH1gvmlB/O2w6BmLRoYoW6LQgyySGX5mffFsSvX8gn4eUCqer6ZAI814G02cTWsEBv1rbPn3tfFt60JXiv6uJRAsK//MW6WT4CB488lu039GV95AaR30ko5HyTBf5MDKj5s48lljpugr/7qoXikn716hV6vzNV3fAtJlkDKqY8/EUveFlML4jhWfYVD2DwwufYSq4FhtTonDY14xMH2LXoDNB2xJdzXJdQmg9CAEd/ObtUfirbUJrSPKrz/PVzbZid36Rm3ehFR/wAI1xgvScb6YAaeXNT2XTtT/ToB8y8PKlb14nYvmd64U/nl9Hwm2BxzoVm5tRl4LZTtl2Hpn6MZL+6Yo1eL5/g8Y/4u3h9pFV9L0dsSqjoeClPNPVsh9db4fk/zsQ3zdjMnr+8pR/r2fKVWLMHJh+dr0mcFjH51Tc6aN2Sfj7/5I2dnVu2ufeKZbf44NesDflaZMdahsXnfrMArmHbka/2jTLyXoqqwB++XssE4neC65ywbcr6Bz45Ev700469RVvwxbNlZe3LOhbaVa/54YQ07+gJbeiQSwnsApe99m+ZZ7zwp2Mf4hMVn184lwa311MhaZ2UDolFoV9e4ZkHm+jIP/Qxf2FWzXm15vkk5noPl5gG+epzk9F6tv7QT7tYT83fC4QFaP3or6JEFwSR9BQmtArXOV/1z9opzvxLMe+eP/C5L5UnxXv7jnULXtGX/DN3GaW3YJiVY69WfHPyx77ok9wBJ9cA1a75aR7ivfTA3qbHJ7OAm70nOKEDb8WoXXEZk12rZGmIS1s++OELbuymHV6puUGS69dpY+iCRz9l4oX2HCMF2AXzZg76zNHlT7Uo4FAiB953fQP1MmWHhrHQBe9ZjW9x2zqGW0/Jbx8+o3sLHj/UdaK8rxgEBm30Ax4b0g7v4FDDZ6bNXr91JkwKWOer/5gBDPvNVxrnjcLIye9RmnfHghCAl73umV7Rb9ZT99BlPH3L6nieY/T3OIaUHYXHmdTGVdevbadzfuNOvM1v55MWqMULO2tdYx1kLxOfFjPtGUJX0+PsQ6KhnYJM+vx9z5s493DQXtaTH4i+R8D6dbgg+5bjO2SgQ/Y/+0N0xJs59+0732hEjOtTT9zr4UMV+fR09DedZYuIycAE0dpbOshGz5rnZrDe/EsPf//jv/zHA1LWP9Zz5Ph3fRHBKtjrWXyYe3HIA/eHPvEm9VUcePP2eYC4yhH1pl+kF7/9JmCjCl6TxSzggU/XmazaZTs3sGttqHjUvGGsdCt+r17xlc9CNFR4sOsPh9wSVc6UrD5XSVtsLXupS+vUk82EcWeJCPlSUG3ODIQwZyn70R4SXtsTXuFTPtgyd79sKceFquu1iF7hpu3Fi1wuM1BKeHNRM1nFNXr4QabiQ5+9gje4JCeYri4zfgHFaem3vd11lf0+sMikb3kdt4xTez3v8ySeAK8yamJVu+KvOeNolLL8DELZrbigI//hUc1mIltFzFmY3wrNPJ/6gQh/vu2pzqxIkX8Q4z/lDucnzjmHHemmhqB4b0tOWa3YQ1XzteJTgh9QLoDJl/mftSBI8/xIjmUdY9zrlpTGnsknPHhgztiv+ZZQ/HPkl/NJvCY97bXffykf4MsqODOlcjP+dO2cnz62UK21qs2Ctbb0gsvj9VvxJxVSwp++9SS/nSD4ue4bB/dVXTwH44E87Q+48Ov+NeOVH8pDzTn2Rj58SA1edLzjkw8jGU9OqDNHpBRtPsgIlDPnLOFJLqRN7fU4c6+UMywhRt6kgWf0DP/wwwjajAdnjQ26wO5wwnPWwQMG7Sfywz7rjFIc+ce1bXi7Jl3apvDLvFfwBXIyLZoHXIzvwnrAOH+RwdCkSXuO0/ZqZT9Kx6ah9rJle+BUtoVHQR5fi3fpzWjh4/PyPSoTL8z2PKXBH7jatHx9oP48E5xrtpFvXmJXdIRHYKlvyH4KRHSG+y88/IlfDWoGGR7Zeep5QX7syBnNGcIQT7wkiW8g9IDWfW4rL9qJn7b87qL9Q96uNu98RRwHBhZbbiQ69Zhhgl9LXao1aQ1BQ0t0bM61+G7D62Ygi6HGxJJgrnXyQUDhoY/tYRLpz5MdBqtwk6Fk+OHsgK/mbaMdMMdab2kmnhyKGfSLscpn0AFDB2LCUOvDQi1dkrCMwOvvlJhaGwfRUCmh1X7j9TFnojOELBKww4jS8/K7hydvH7SyWLcu77DvUQf8ReJFl/bfkAcNapX913HGMrEHyUPzUW65LjfpV9weKOOTkp+HDp4GrVM2cvTjIqp4ORkeuD3qy6EAulqgc5PchzUuKmUf3vXcJvkvJTEL8F7mtA0/niWw5Nc5nn7wdr98H7pzHDxicwcPj9TghE/BsC05EawXNcQPgvBXM34Yw6vX+QiK/zQST3Oh7AclSfGo4MWKvEXvzAPZ6jxmbWLN0kaDDPFIKRkA2IRqc86YLHaz0MVJa5zXjygTxKN+MO0Yn34Ft9Yk4tLz3LknIiMiLPaEUYzvebi8U+PDvBDc114zaqg271eUyIzhpz6bPfGhZNp5l8KukGqMOVtfj1PxNb5w8MX0zWxPnzIHa299pS9c7ws5kdieGLnIYZ7oeOxh8H9oIanoYAi5pHi1TdYzmyUqAZgKH0K27OmUkf8dl3mDZK9TnSOHrw4RqxtVsiZXf6/RVrODhgxKHfy2boFfJo7wHIcXdm46s336snXsfAbwRgkNaBu99N8qVX+zmuOKgsQk3o6xDzAb++Ot6I0c+GdOF3wfkIGDU3gflXPalz5fLe0bpeK7fF8m+xqVsyMlc5Q5ufCAH30j37z45iyHSJdmqnbiYJ4b3HhXWQuYRp/Pqpv17fk6s8hkfHI7sHfV0s/zED3blOmL8MgS6Wt88LTnewbG6UH8T6qdQygYd78hx7rpQaNuPTVmfHlPeNrMPDhL1is/mFOQ/c068hv55HVYCbVuquDXLIwXRugR3tFp3ERY+SQ0YjILPPUP3ZYcjWfuGlWsF07jhoVt6vELTJ2ao6VX+MUn2e/TD63rwS/jzsOhu+HF+kKaTtYD6KxHQhYequFxF5Pw+GgdXbGVcwc+439kTH98lPd78e0nIVuXtjWxmzxK10KovTgOGvkjzV8Vvqr7vNEIfvzg9gse4NlXnB07Fic/+/CVEjdj4Wv54gsPx0O5MHU7Sa0D+FlsT4QP9CPH0/XOjXK9H75J3l0JfcboT72iK+PxYXDfU5ufRC9T8Q2E9+oslqcOa+AdjUlLOzZRpwSevs/t2VwDVM1xYn0L2aQPq859SLK/cG/H+zM4Pe4bvMsJnD6rZHeMjkBP3Rr1Uk0bJ20JjHLXObIZ1Pj0h9vev0MbDdPf1M9a1kODV33Iv3qjDvBwm/o/5aelwnpdEDTL5NOLjGaKxlldyv+SN+JzYQNu3VhQq5Fk/z6vhzAcK2bpmX9QmrF1bSWwNHGMDWVzEV30hz6HlOb1qoL2X3/8yw9/r7zvqSJr+jy6LQrLl25eI2XlYdvCU4PrQa7B82m1OZb2lBVYeZBgibkqjgt1bwZhe92JTZvusVVTqZTc+MXnEfuEKDrkYufNHA2v6J8pO3GZ55TkAiGf44yFnjYlR6OH2001/K5X8rXuMzyiwxfdo+8jxhVy2e90T9WeVFLn4W+w7Y9lHNfMbXzyte8NB//tejvdOfhAULGp+5cPgw+A2ME5L/foUydOS/2DmphAL4kaqT9w0Qs/+mG0azIeD2kd6/tS3EEs2cmCg7m79moPwP+jpejXOhWfW5fsHPc8/fD7fuinoMnn5FfqnLefMV0xblfYi+2Kc7s17pNgzQfVX3yfppjUPSRJj6t/xs0ov3y7GcTm2Db7sT9jP1uHJ3X9Pa4lz3hzLvYbem186U08+JBM1jFoWTOSQ4HvuOE40fr/tn2GIe3Q1Bx5plUCUfMILGRG7jOqCQc3fpnwO9gcR/tIjyXpT7zZLp6FlecENV73kaP31Cl6ZAz8wMJ7jgXmWradc9PPAnHqKCe/MeRm8q/kyF9aj3Yhl4ofls2xrFavzkWbz/ta6Ioe02bab9nwPu4bC1uuXtpjZ2v/BvAY8RPvYwfmvvavX/WpEwdAjuNjTR2MualwY+77n/XuuL94d/T6ZO0Q0E14lqpsLXUD+sTyO9eCLwKW88KsE6QNxamTkEVC/TJhBzwBIOh8hUccn+SAR37jA1jdBtdhwklTUk0jltSTf/EunO/a/OrQFh5Tufs2i8bmVyGMfqQmJe/O/vGNr4rT5mHvogAAQABJREFUbS/TbPsW5w8fNhblpRH5ZRuJWwe0b3oHjjcUAYIDYfYbfMc/FlO31efrfihZYLNIYvN3vRuU3/olF8pvgulUwkLDDdivvBvcMUiUeahSPjFTvcQ3gdNPu3BCKylqMjZZVA5wU1m/qyHWjJeuHOClj97xufHhVfyKrvCRM/uxveRfX+GPHsXn+jCOLEzMr1SAa2mqdw0rZ7Qh95vFlD+ySTx9s1LMy8byE+2UgkuyDKOd3xmO7p/F8y/dWCU2XLyY1vqWzfDx4bEMWDYDDw/aFB4wg9aoBezX4FZNvC7DTzvwAjW/Ics8zXmbGwjr+/4VI3jeyYY5cmus6vJLKSHKoiX4Twr00KzDVePBMxvLOVYoFUPa8QF68vvfzBsfWRvFcTZeUfpVxpYMEdlp6Kw4ab6grQ/kA/1sWqZI+JqTvOst74SD7xdf8NcDYPSJjieft/rOm0YqHtKPiyjyS/PbD3CkM7GzBfZn/YZo3qHMjaW/U0qHfpg9GGX9ubftxfxrHtD5N8ileD7sxINT7NjRJRaCAFSRpa6TEyuGht6/mN77DROJdzHypiainPx1xL1OCuJYMUzeUCLTbemSfuwHbh+gJqxkTH+YjCGnFzlQbXiKg3GdGYZ/+IU1rFia1Bct0vev2CUZ+d1JIwj+SeuvsuZB1DXH0I2ZWwU/sYbzdcTI8PzyHCFOwdoskwveV73fYH/hcXGQ8dSh3H38D/4wLkiq4RV+sIVu0xbi7NMGf8LY6Yo/tEUDL7/hQ/1ad6BjPd208DjfATv5R6/ISr8knK+1LwNFB/54R3x9mx9Klc/CY9bsG5ZhurLv5J5+dImewAtWPi4f4tNQVO0QqBm5GQ0/9Mv82LBg7RpdfVPW35Kh/bDn1MZQCzuOeE+epw4X2jc6k7Yedmt6SpfE9g3yPYyOTG79p9T6U3GYMmp0v+arjYEwj8Bd+KfTmyxr2+byuuVzxEDJ+ZD5yW8Awm/69y/1WV/rpggG1ZpLnD5xJ4vgD92sj0CMR/fiWM5Y+rLGOi/ER//4rc3Qrnh6gcSNylvJ8Q0D0SGWNQPdfGgCoyfn9pvoBEMPprDHS4VlPb7gn/93roHHn3VvfPC4oQHc6zhw8UyJHVnjwbNcEMQ+OrnbvvKeorFZoKOEH3b7f8MnbiNaTtFtZolp+HHu4Jsm0j/52Avkmv7Zr93GBznnQ/OMfvJz/nhPKH7OE+InXqH/rna+kWD7JmtTvVkLv1H49h37UnEEN7bV6HjVHhddkeV/qikrLu1PeDOOPsYloQB2KXjhBEYN7qyRFxhw6GKjEfWCnFmCHzzXQln50sjWS/IueIMRfsjX5uXmO3s48pa9nTeMh1/kD1ZuIudOVvAzlv5Jf9eHJrKl1ECpdR53cr1CaVWXDgW9vkaHwi9+zBF8F/uuFI85O3mA+xF7Tlz6k1/Gq776M2PRz+swxzIZzhh/J6+MTXjoWZTJrOxTV/8W37jcb5BXvuBjfG5daMh3XnP5KDHrfAgQ0niRzSfOWEpz2A4c1JToSz/jZXfFp2Dzm7Fal4EfXpe6r8GLV/RnV5Ic6RzfpY5sxkNj420UUBX5gtyrDyERq4373A5ocELlnvmsl4JFB8D2l2pG8PYtGfBR5u+Kb166Qs0ha+GyF1WnPIFuliKg1gAJww77ArD09ptjS5Pll/jHP4UjNG2rvPJyU7TnHnqky3XtH3/88ct/+6//3TL5IAUpNmMBQ+RlneY+Qo1v37Guld5clSu2skmvglW8YjO8vNdoIGssJ5VTHnizXMZh6kINbenXQPNC3x0H7MnoY+05bTAOZ2494txBEgPw7/jbZ+t8go7664WT0xOyKD4XaSwPsLytyY3pgzNtoc/1LYXcyfzHR0unVij3OOI/5gHt3M/I/RdJML/zJXQlaz/4CV7NK/XQ3+bgDPRivl0L6z25s2XVPjPPBuSEIrAIY88CjAZjPh9B0TE76csN+KX82W4ZXHbTsRFe2QxP0ckOePJfE6BKyxqUzndJWLoTk7zRLPd0bVf7ZvoVPmWLJMVvQ0ZwUwc/+UP/pV0YrxL13dELZ1li4vsKfWafsQAPvZALTu6nhH7W5zmIMfNVDf0Zx9iiZcPX2zn7TJ6PbfzTOiVHfBPwijll+Q04ks/9BsPlf+JQeQgd12voWD66cnpfb9oX2V5TJGt9U9x6IHzlGT+c8/SK9bwXejBkJq+82FbGym6Dnr5cfQ/99gX3QrjP6blLrf7MEdrAwMN2ZILv517i5LwQu8hIPZUhT0rrCa02selWGpaxOt2IH+L/Ob5gfR7h4XzWp/LRIV1rat64tfhOhmpDMddn1mzkeN/LWqQ5BX3JL0OiS/wWtvUBGOHEXul4q1sIus6czPyMvp94FsSzpPA76M4ucSJ/cj+5bnKWTYVbjGoNec50yYfZBwo/iTa/7trPbyTG/KjlU9bR7FsfYP0U9U7D6H8Sra+AviVio1gUeLEUr821HnYyvA8aMkYPf7/o9z389bIiYD+vDXQxcsNJJRa1mGryZae7or2rN0lZSCl1jji3hgp8nEGdxFUD44r4eEW3+gpC4eviBJo7/pnU+YrRxfvgd9ctfowMj0uf+OW6EX3/5U9/BQn4NRlpnZMP2N8pF/8MRriJrUbLghN52sl+gxfZd/0Om2xsT3yrSAl7+/3b93rzQMWIRZffitHDbj7DrsWDr13lE+J4iYWK+iOl+BbVjlc4XPOFxZQNzAdXoRQtteS+QzB+CU0klMbknSy3OGQQux3HjTtaWeQnSG1/gTXzVH6zSq0XshMX+PNHCYz29gWDFQNg3Cz+oZwXV9AeCjhff+VGdA1Nng/I5rF5T1za9Vc+hRbexbeYl45Xrh4XS2nqf3p5KOAQp+3vx1jU76SVnM/aWMqu+lKEbKQPjG8ByZtxur3Few7ED1a3bWFNbfc+J2JERsaOuvkAqGJ35ztIStbON9utN+54rJLSbXu3nGjf4MuKjYff9cJ64LVAtOQ4fpbC/DevZm9eHCr3jWGslzPaH3njw7uE/icg4SP8RrH/puIv5PkAHBtsjHhAq3Xl9OWzeAl5yYY0eFOnqFA6lsCZQT4IST7jl4erJqy4cruW38XTyt0ylM9Kbb+xwItg5makPa+v+9XGi++YX9mvyA9fp5Ta9sufelNQivPGSIHsOr7YEFoVJ/bUPSPrJi+jd34zlXxz8pv92QZ/loztGw9zNO3EsQ0N+KauON4MsNTIKGZrVp1gkU8zLaMT49WuOAe/6uaSbxIwg5PzleLsoWv+zrHZJ97oji5P7RsEcw2GZtoDffE5bMYH4VFpkF7XGxh+mIzvHorg9ZMGidsDRulAvt3RP6KX3RbGeriz8wb1AuKGGHrmt7S9Nt8crJftTY2N7A+2FTv7oLltr1gkHoFDHv2APYy/096LEW90kGGZ0pMzyDf9w8674gtD6UCm3mPcUEXnJmC/nAVZOW8Dp6/IL5SFD0h/XkfVZH2q/XrjLiI17NOsX0LBznpHumjZqwlsSrO4wMJDNfqgx29ffjOF19nmOWmmHTjoa//WIrmA/ODShse3/91fxSl9KBl3p18sG5+I5lUp2isOMP5Ce8cfnmu8ffpsH7mVfxVplBmXCoFirKQBld+oS4lc+qWnckt+iR8J0Z3ZWaMyV1a//Rj+r2r7xrm2r6nv8KNjfFd6bhtOGvDBwYb48Y5H6J7NNcZDF9yzhvbUZ86d4JP34TXxad+V+P9O//C5ozth4T9lglM8uAksHykrmMsuh1tPukKq1/CmF5vfqxt4k37y/Uj7LT6RkfrkzZrC2OSTNjUl9Un73n7mUOZR6vfSR37q99I9w4MP+yn3dnzN9CQHn9EDhwd/99n7ipIxqHaiFY96zTryFgdzeUPv+Ot6qpNcLYjJ9zMvQnMuY4G/R6/gOM7DQZGVfLP/ZEP6oaPWEuybpBP2Vhs+v//+ux8Am4djdE8VXYzni526rzWx0Y8PKYArj416Yj22lV0yAHz21B1nMHOW8P5kBwEtnDOcltvA0/85z02etHe5yt3w+xaXf1iJHN0R8fnqHjN8iZvOMbp/gJ7k7dJRKOScb90xZjcwX+45Blr0hQfPxS8Io84YdeRnLx5oP92Er07P2h82i8jakH+utXjLR+wl3/VwgN+3zYMbJBmu+33R6VV+1L0hxVR+rJzD+fKp/jnOqlPIpeRlYNTQUhhn//7Oh4/8ptjKFcbK532dIc7/J0s9U5C+Mm1qsnwr5WhT2jS3/8mX+Cw8z37kpyaqBNRa0dQf84Yz61lsB0BykzMqDyZBNPGJXf1nsb3HfgN6Iyf2pX6Dw98avsjgvvgnPlyGo/ybRWrWTpcz472w7Tv4PV8zMLYMzptuJz/7vzfJrVetXf6AUueZ72GNzTS6ZQ7D87kOU+LrNusvDxOjC/XOsU3L/LdZI7+CV94jHWvQvHSt5LxrWHA3x2o9gwcveqX/kdo/HSoCy5D6r3iV2ytulRu8Mr+wKfAp/Q42x3+u/T//5//8hYfAr8q0Y12Stjp38/8Vr1djd7FZXwGdRdPKyHvcuP76+VfdCi5N1kGj7g/gfcuC6cUAJ5xu8PuGVR0OThwI6z5UXWDz1cmeSH27Fn7Is2SJWU6BUDPmi2R+Fw2TBxwCW0UtXd3702Ue2Re+nnBC5kLPB7NQ0M8TPmdN2QtXuGei/qVP3fKuk+rjhOhe02X6ANa2Z0x4YLNEpGESWb+pS69s8e/nqVd+0rh106j9jl/bcvVzkYzJvpDVp6Xg0yQwVdlxKvwOZMwVBrK2HBP5JbbBr60tfo2PxsZRg997QPBfX+R79ZHCtOOVsp8vZZlBL0gY18NW3aD69dffpAtPiATTYMU3+KUDE5kbOX63V7E2/+jqTr9sm/AJulDwYdkbWPV7lI4KX48c3SHd/NFnCw68auWJhsM/Y5KGa1QqFrn44k0TG4fxKaf6axKw4aUwAXhHjWTBNpt87AlamyLZ15t/jEeua662xAi322zZt921bQWp4oVU/DjHIvWxRi/+gk/NPXB8FZ13LXqED3M3R8lUntXmWXFcYyJBm7lwbp7oWzZbDzMoAejCJ44+K28nzlr3DBVtCS19E4ssUBJa/lJMhOc1rCdw0fHQHB3I7Tas+cHe80Xj1NiQm9ylNbJZqzAQh4le6wt64/7vP/7NHU21fzXeFzm1/Cxc4sU/0YJr7sigIz7MJRfJLprqhrfxDYI/MWxaweLbori+4hbWQfTnnYk/9HvoP3RYyw1Y55jMQMMksT8hbEhsk34wEKxq2vCtG9YMbT23Pn/lR97atrVGmvrxpezWYzUzlKwVl34w3iS1/tfaU5+4xndYQF2WNqr83X5l1HuBDUFJ21K8CrviEsr7utZ2e8s2x/fU/Kv/oxab4GAf+UT/Iku5VPSqi7WfLvrTdHAVTFH3P2SUn8pay5OJfsjdKkdehGRqQFdfV44OnZvZDKQTylN5yVet72JYTuBhEPQVCXnbMqF5u0Sf1NH/kTIxJLdol/zQgR9avCFvXdcYfNNw47Z6oZl8aANPDf4sdofzfft7jTNf5NQv+hEn1hTSfGTZ0hF8+ET+or80tA4RIK0BXp+8JnUSdP5H7/Aps5A4dSM+yANWciMm9PRppx9+qQM/6bJHhj7jbFD8g56aklyrvavWjTEFhYF8o5ousoHMHKZf65yQVxqWbYxVWQMXHRgrW9qPjb3hjOMk/fUnixmbuoTEtkVhAedeVPtJMDVfcLxKzvGfcYZAnCN1Wlaj9K0KJ2Qvgi/D2x4zEjFnK9sCq+TDZT8rzFevU2fwwic0qy8ZXGDvd7DLPa0TOPBxLGUPKqAtc1Dae61+1D4SVNsPvGzYJycJ9FXaPWLXMM+FGsMHjkXbDtQwoVoHLxfoSC7Kb4IypyiIJAIOj/BZI/ypJa8xhbC10Pjy81a28qlwoacAC5z1ir0hfesqmaugZ6+14Jx5hZ/5y83bczx84RdZ2bue76tlv8etiuymZq3x74ct7W4bXkulc3Jg6jAJIh997Fu8LUHAnU8d2IqBfKdA+PqRd5HK15oZPuvyhkdK1oHsNplPjifnLu9CpvK5tTIR/5pcL8WH8wkl/lZr+b18R6bL58kDY2MB57HiH9vMRzlFXFIYs82ZoxpA1vRT4qirKpM5dzYL+yjypyzjiQL6Wj8JHHYx99oOtSleZtAhfbWnnkbql+iW8fgmcPMTPSWw6G7geOHTxuGTetIFNmUAW/CsY+guU5DqNbTMsqTgUkef1BmbMmkHd46b2YuX6DhRTvpTbvqhCX7g9PmbvNOHJni+Jug1B3hwUgeP2JeXNk7wU3M+I3dyhtu0RWMW5Kicnb0a2oVHIJSqUtvxmHuHpY84gNFTFhZPC3ZQyh5yBnnVB+7rvcahnxKdQl/95I9WfYxASzFza/gwPKjDJ7Dw00QqkOiZWfijfu6n3oSwlpMQfrBecgZdzs9Irk8ylQ72Tc/fge5mXbeUHctmBYk2dJGDnYmpXSP7aiUUm+Hf+OOz3tgffhWT6JJ9TPye+NSKrTG8vwuyv/76VfeQ/tCN8Mcbr5EfvaHMWsrarxWumWl1Zp8qtQTDZta+x5gWXHlPTGO09grnhZ3Cen4tYuXidbN5ypsFs29r3PuQcAsfjMLZehUer5kv8Vvq2mIkKaYJd4+VIuaKTzFQ//kAj2WO2G1JoFWcYrvlt1Hx7QoRujWxc4b+gRv6DYdCOqsKv8LhFXprvMYKBxjKF82dbibWi08LbRu2DNcY5TM3KcDzPIWhu5KbNzDthyxr78yZkXOC8hsOK16l1tb3R2ajrdSLdjqJgVe7xrj8LrXPlcNf8Pyi8+te/0TYFiQ/c++BONcaX4lZn8QVbRsU38ZXM4fSzlh5QK8SZ1h4zEAvpGqAR0m+RV6NVpzSNt6TfFt8enz3K0cutIpDxuMk8oUPEuWTdvMMmjPQ1CPnt5w/c34Ojn8vXJ1n55PgwXvlBzkkf+CS8AdvyehZUu6s/Ii/KhaVhLyWP9VSkmFbYgU/Sj0fqDYBIwrOLdYj/juvM87gaKuJ3PgQ3MQvWOljS3RMHRzqO9hHxqPDycdwriV6nhae1tly0dIduvC4letcsaZzeLWTjvAIr1OXxDg4pQT4xQYfUYJHe+VEz9vkV3IhMu50h77grDAKXASIF9cOn/pbd60PPtI/Z4AU4ro3//AV1xskxKe5OTAguK992gi+nY9vZeWegO+NCIPCm4Rui+S6IEM0nAbqg5FFf0vzBIgefhit2nlre0tufJ46MfI9dvOrtQDZhKHMeaKzx8kXCCveeGjzLFfT39d7xKAKsUscUwNDt+xXWSoVJRMh6y+dM/yFyuEDy34OsZ8L1mCnUj+fQZ9Aagozvblm83M4kaArJXjxEzDG1gPgIDJAycFPLfW2kR5kPBuLmEymjCeXdpKHatfliEoS2ud6FEyk87fNzMiueWhYi3hhz6+wRIcaK/yahHKWAkPhh8URMCdnYV5fORj6q2WtSfnjmc6hvOOJn/M1J8ZDZQqB7GDVpKwD2P6tiXggBKmLnFcgmHOWM7ZT7yRkwcquiU87yVN8rzciTlnpk4h+B9OK3I1iQh5mm9Tv8pAh2OLJwYNgm6p4iQUacu+OMSe6x0x688LE2+AzTxnB5Uxm6pJHbkymabMQQEHelJ+KH7Dg0K5SuNW+k7vw4CdkZF837Y2RlmvfhKKljBTdPkZesG472OkF1CKvC9tJkLinnuPl03LstHPivL9dGwJfIcqaUvKgHoF7YFZxDS46JIYPqA24O8QwBG3+aFQcNpescxsyWisW5ISKD1ev9S4BjT7yzHExj8ol95NWKFhOL8LxyhB686YJyrKzeeMj/vL1fEYCT/yA2803vM2H8S72A6bd4AbnrPWMyjMFN31SgL6KnjnLHwV2fR51H4BvwO4rm4Zf5zFqyaoa+096xUybbyVrTWBfw2/lA90g6GYdLdCp7JkqsQdwseEDjOY69BwOZNFEcxub7uC2ts1lP7NeemGd4k0Lk8bhwakqbrtVL+hQ+wMO1J8Qcmuir6crHsRLvG1r0zuPhs+x61UJ7bM4eVw6UCObm1/WAdXE+BndKdM5PICRWyD5euiZMS7aaEM7x6EpHDRIfKjpH8V6Xn0043Bgr+6p7+YdeYUaXRfhaFg7vTjvNJmKEih/O+6E+CxXvngZpKxftbfXYfWqz8nnwQ6x2b5LWxrdKXEye9KftGcu35GQP6Q+6wtz866gI3yLN23m5B1m6Q5+DvOhiw9T31PfQ6HhD68TwW3jvRKMsxZPWXdzI2vqStsWz3UYeyMRNq82dvJr1McKfx7xY124LVP9Jyi3dE+A0S/n9BMNnyhyngO+VpnyhVzrLR7+eCmbe25jy8F7ckwsXskB55O/93RTzlhs6J43cvwCk3++lkKPDV7jNFjHwLHfhDP5e6znOGsUOOY3OOTi9Rw/18fIGqSl042PThnhjW4ZO/nTx1/oM224yFMn9BMO/7Ng64Jr2GHAt77+2/h58HvSv9VPnqIrZfeLMvDqXV+De4VW7Ooa8BzZ/We0G6N0eSUf3OTv5HfSvBqDR8aTQ8BSGMtN0jNmyGGc+pQZ+rsaXOeHtE9OnXjhfcLpz7HofsoPPPSv9DxxQ/OeGlpsecX/FZ/o/bM6ZD0PH2TNtqK77ufQDv4rne7GYl/Gnulb8F57H3TZuRY+H6mxK3os+YKlAFvwBgb/6pOdQz4nzxsqYfbBOnIgy3ljwj7I7iW6b+z2vGMfZWs47ZuyaadUm/72W8Y+Up/yJq3H+kg64e9pQ/v77//Sz9V9XXsEe8q0YfIh/KxQ7yvPbV78fRDb/pp8F84EPmmDW+vCzPlaKyfJyRP7xyWP5mthB+/0e+azz5hC5c1pefMzVuT+Ul9S3vrxKe92Ay5BrlW5d8006aEN/1PvIEX27HOCoDyjCe7P1vAN73NPe5PnmEt3uOTq5Jn9+cRNXE/4XZ8YO8/f8P0rP4fvzpeaM49vHJXfuXfw3ikVxn+zJh6sm4lLathiFx+y+fW3X2/z92+K/iB5xYIYoy+6+XyvM4DvgXR+JFTPV5wS6w+FiGbGN7ZXHJpT84UqMaTt9Z/GTxbWqFki+5yXE+cfa+eTv3/Vvc9fPulDMC5bp+ylW68tHZ99pGR+pIZ2uXXxwt+r0/mYaD6XdvrxOebjSMVeecQ+p/0cW+/9z2m5dGb9AKdsKZ5XmuuaC8/4y9ZczVxKFT/ZH+TIa4yKw/WcdepbOItl2dL8/NMfGtoe3nizFVuiRq6nzr0eWXPdWPFsZqcukbHxrn7KeOptW2lMjCjQM3fzhlru4hoOmmITve/uY03bo9/yu7ncv8Qnc/RrbhxdBCFdGub7z00QjSa12pOpk0p3mJ0bwp9jkHnhGRtDxs9NDziGLX6ez2V2aHIfCrx6lxYSkCy9ddcr91vicEbXxlq+tvO58Ldpojn1gHe9SxtqbpWjfEfIfWAzHOq+KGCWTRVu25h3Srygw+aykQvfx4TbNuIoHhyXTvC/lhovWxjhBridK5p6FBASb1Dv2MUjAx19A1aO57CYdyCIcT4McVXFPRYVHk5VUvBAg4egZQ/xz+MJdFQ+9Vc8fG69+PSTc63jeRWgPOChovjHput49eqNDpEjfhwi+JpalZ1XwdW4/cQCVjChW+eSs3MemcEpTF7LPtuCX/xX+VftM17F25SHEfG7OOoTla3PI/kW7dajo8IH+eVNEPntA3INv5cP1zshGe4CLXThEfh765JZfqZNzt377Z6jv95GBPowwCrRJfUakCmBpc4Yppcd4ARa+IZnsdHQ5cDUD4D1+NVE/lSR35GmGzrHTYH0zU+rSg5hgafvN4dIH/rOwtZHXjZP6OtJGRB8x71M4tT2qfnnv/kaft6hWnbxrsf1APgd642Z9QsyyIx/ruSSsoPGJDao1oApp2yteZK1ObFLPTdvaAOffD7c1kK2HkRrPWKO3RV0mjeOSYeRKoMEW+sm316r97oEfw4C/Jv5BwPbI6A0Mj/moW/gaI5+/dp51/QsvNCHnwmaBzCP6YVf0zU7tS0V8zrQZJKyU+NcoPA+NejQ7xqf7KU5PyxZB55j2IPwYW+q3wXRPsUcQe6LsuLJGte4eCLwyR82gU+WEtulbKETvE1fSBM+14VJYxzQQXijhH/4TnRgnLvqIWRdDHoPtSr4qviDM/3Mb77z5goFRe6DAVyzdspP5NLSjZwo28Ca7X17hxG+hQKm5LB+Nzl7rGR4X0aI/ueCKrZf+Zl8vWQs9Rp4Z4P1fdEiftjxjEVyxD8TgWvKhRd0fAMv5lK903/nRRAzr+NL7M5X+USP738qELjWrqGhUi4U/+rO19BR4+vv33SzR+/0BNf7K7o2XeEUNefwi4zBNPtGeOeLD1LzCeDsD7EFcovRS/afwXI14bnzaIEfG9LbeRHdmeO9EKYO0Skv48jJmgIustmz0N22ya+w13cLec58Ef9P+dpy1jMXDGrZxB7H9rrZCK685smnyCycOcq0HklzaarTfehgz9zkN2TVa6eqWnoV39gIinmLpujR71qW7NYNPPu284rrkVmyLxqGLqzZ8kG+5h9++DXrd3ycfuiobQO1/eaRly/wCm59qrnQI4PeGm+f0uffRf4hhfgwHtpj+JInjIE7ZQZmSS3PnwZWmnBzmyMQGSPta961vVn/HGTpi+/2e6RFROzXm/6Qsu2r3uyDXGXOPyAVY5KgEUaFLV9Y7H2Y2LHGPuiW35JLi18xeeazIWI1wytruuea1kRNOuMwjhWl7yK7xqXjyqj9NXLn7JsfPh04odvcq/VK5kl/0mY8v1XIeGzMGLDICIz6xDtxoEvJWPofrZHHH7H99kM/4fPCN9ExMs9+4FOHwFhzswaFDryMA6P9OKY50Esr4/VVyaXzlHO2zz03vJc8kupGZvjkCiH9a711Ah67rji7F5kFudq4se5b0x9XjD0vr/DqQRda5F91uKMoGHihAzL5hCq8EtOTJnjPavC1knj9c5v7NR2LSRM9Io+xwK7nxklVbeJPiM8SXe95FvaWcVK/3Wf9/te//vXLv/Tbv3xt7q0Sg83UQ9ZtP7QBrFfZV/KJv0HeTdZIzhL4hzmlfYs9eqztaz4MP0d27KXmL3COfF/0sw2f9CkKfkMQuD+YoM0rNAu3Jyny62bb9n7f1ntUW5Atr5Q1P/bIofskZDwy1dDcE+5YWybue9uLXxPEtjjwHH8v338KL3t3+G2fBXJTc8C486F8VsspZ9haQ7a9N3wEiv3By3o3r0+iE3X+lLhmGLrwiRRFkowvHHDHOm9g92mb58HPKT7k8YB1XWzp/LLllZ3m+RMv4XPakb48tOYD7MGfMaNf9y4JSZ07BRJN2QVN5jjtVco1q/uzjckbnfG7iyr0zHkDGLrGLs8r8N8xv8y3bSrmso1zLmc58+W1zjbhD4Sy8mnIKX6tZ+Msug7n6scec/v4S+L7jDJyTryCZ83MPCmdiS0ltNUDhxaJXQjODeeP1lp9Gxd09cwL2lBd+Uw9ql2I33ytysqPg0oPYs8ecuqxOT9vTTnPsNDRemot4aMc5Pfv2vtmSJDtnJPxZb+Gmcv6z73mr1zAUrqiy/o/ay5HeEM1HziDR33omj64RfjURl0L/+Dr6pHZjFm7sA8a62fdWoHSZgVAVLoPUL/XDI3vfUKHASqhT23g8VJyCveHboywChvmWEktXTNnPfP+3XqZv4z8oWsx8FPwQdbfAfZcZk5bTzZwlUlX9Hs99LMm8DVA/FzaDX/1NRgwZywPOZYw6bLaTSaluM+P7M8oqBLZ1PnGJNr8gcefThjFIPx8luDiU6dwEmc9TCy0l699DrngRIkrsB2KEmTRXdHYN90gsxaowwS9wzMGeHEsjuRQxuU9icskVONJKbvBfIH0hFYqnnF4wJyyvYeiqj0rWv1zMi7dH8gNwIf11RXYaAb3iNh9Y0Y2oegSnLK9fLf9AOvpsxuGli4P65NtLHCzEE4++UvJhUDkFXS/koDY80U3QYNT+TJkkovq6gwsXysHtDJlzQon1hUiWKVozQ/dRPO88JC4vjO/dBGtHbHzYesVLkM3g+hv/J1HTDT1wiDkQ1NAV78vpJvGlFvW1lajDEIOvJxgxfMUu+ZhpslFAvMcwD6A0PNDQx9UBR8LEmPXMnW7jrzVi57E1X8i4E0OLNQ1p6/5tfDLBTh4iyhnuv8IzqIH/yvZYNDsejHeA7ulpN5LlnLHb0ooZbIpbOS3W/Ogdo+tDcjRrSw7cYbJrbt00W+0VCm9/tf/+l8+bJ60H+07x95DxJxVYeZ9YcOVGvyV3zJ/a33u04Txzxfwz7luHBnttbODPOfYyvOT2Zv9kUfgXhwr/VmGjrXuRHtLBIcDHxDFm80/Nxi2/vFw57zDlwf5nb/KhZ3b8qXmfC5wHuVvm/BLmUQwCs7XulTZeItHoy2UNTBjOYDvbMLPsTvxZYe18bgGD5XIn79X3maQ3Jn6BTZlO16wk46Feyg7kY92+MHDF38izeGdMUITnwcXFt7jWkyLRrinD9kSmnIckEKeX3UFn+cFwVxEcIjcWOQXuv6pQ3z0AZb2xrxvgcffzvF7vKfQm7Bh61DRpPRBzdqcN6CxdlpXH34OZiIqf1+5RVfocjPhm36LC7h5SY7XAq6E2B8j3JrUCU0ucsnNv/AECI/wwZa7smUJ4QnOpAPf66yA1HVZoQ4CkGdbt53h7zMDYP15L8IhdLuujl/vX9Ct/yTlHuedUPtksEAH/M75lTGvARpHw5nz9XMpg1CjyQOu7eCTOE5VEoMJg+8st8elRsBevo7duk2iv9HefpeV+s+Ft09CNliMp5mHHOL3q362xw85ZTN+Sv4dqI9dId/54xHxCkGK446wLrHB+WQtMlI1JxqMsm8Vn8TqgmXb6wbKBU5nXJA/vX4UGvtrboKZzM4jN8RXvvqiNYFTyFAdtGvps0w588yOK+rubby7vAsefsLnuVGkJNXqywrMnq43YSKUcVXgVkQ/Fqe3YppYoVO1d4J5vglODvGGI/R4i19se28Nv6lD0eE/CXO5Xr9N+fFHI64K38GTGzeVZLJJ8e5MXXiTF8BHPRaqGyf+e2jCIbxtb7vYNwdlZj4hHdyfqe90I/cMlwvnjWZ/hZ/PsuTf1b9btrwr93l/AOiULsXrm6oqPrk/FLrYmT61be5cD/wOL2OznnaFZunUvCc+bWuWNFbnjsdJ86G+Fy5RaOGymOMiBT39VavRobBuRUzdbhH+ASBnle/6+R3Kl6/SWetf/yT8P8D9vSyQvxxSQRrd93J5hlcPf//45T/0APjLePirVeAZieEK1coPYlHxEFW56yXtdVAx7wVTbFbhhjXpUTfQWWPKCyuXW2b6IYQHf6Wfvta63+w797Pgpq6TguhGPt7vjyQw9wg093WDnq9RtcroCTPlCuYD4wY/Ppn62UcmALlK9Jx92tjwf395nSOn/tife6rn2Nt99qaNVZ6u/slzjm0KWq/15TwVGazuuc6E0meyjyc3pC7hS8cfwCiwX2vuDMDRvBtP3ky+b+cM9u/Eyt6WsxbXfH7TrJh+0dfhmh83/VRKTrLbIKBp/KfWmUPcd/kbIXjQMXzXAPHXGcifDpag8idA/l9tvYvJ4vOORujRgb/EAjh/WYrISaJGFMAL3RQR2I7RHL1p/6U3+XA4/axP/tqhFeMbzAUq2aurBnoTD70pQ/8i+24tn1Rpl2/TQ439pqENPVq5phjgbXvFJ35MTg/U1eRNrazjxJrfvKf8+U2/Vc8VRCsGt7JpzxcjnoobKP2FBmZqrkE45XgfE019eKR4IcM/R2aKZjAqxuvBJpFHV7TpvOizafJmkLmZHLE3WnVgNuaJ7ieP9KH787seIKnYn31zhu26HoCWXsFPbR9agYLwdcykG8+ryGTbJ96JFVjWsdBXDLrbVdbu5Gr1PU9aVuaMCYQGJv5vN8iFq7VkWFfhTfkt8BbGGLhfQ+BfLGKzb72ixAPj6C9iysO4ofWSsYD49GQd3pU4Slr+eGddbvBIo/6KyppEhos4Ivn6yo5dWC7jAv+hqK6NVI7yJyDkr7ngRi++coF3QeCDok9Qin18Uxpsp6c/4rD0mQ3oP62HMeggHrIB10WHiX+2Nw7+ku/WwlGTCPxlaxPfXUyyKO0C7e6VjowDxP5aVIKBro+FpJfPfO3o9DQKk4O/FMyVtIu8jFGjR9kIThGiz0UmTFR+1e+6cPjloj7+g4KFilw1mgaYKB4XjA2w9v3iAZ8dU3oUDrexv3RKH92CXzV8ilf1p87AK5egw54dP+T8XCke5e/IDm9cxmHHGpVaJRN/4ATGZrBbhehXdhZu7ASlLiSKtrg386ZPFZpsloHP+kZ8D9ebQLae6NHvIvQNX/KKDWQXTPLBRuogcx5m502B4AlLLIoPevCJK8vrnKqxzb9yf/fju9SQObcWChdQ5WdFXm1s6sE1VxdyN9AJJE+ec/DSJ6+JL5ssBQo3s9gZOl+Yu5oPfdidGxMPKrAjMau5jirFe3JJe5kiQLD803npBDH1YTNo4cE8xRrkZh1bYQg/1Z7Lg9AHkYzDIsXBGGt9w7fNtead62PIr3VdMCijDMZ/vImFMLHm4CO+opzi3+kSXg56Z22kJy/43qFXHTpQ/e44qStotb0ObyboAC00iR+xPC/ANsVjy/Lse43JFPwCfR1qMLbykXTAUn4vhxZtZBq/g0nluao6JWmU3PvEg3/pWxkZrKrh6k8BF6MGqsN/BKok5+0v9YFXDnn4HS8V/yCGT1kHlHXhfWXNf/mBgv5/yT+B5+tmM2akHKTckf6twIof+6dg8HKOEmP982+2en63fsIpNzlBzO07vIiJen5IILX8GyetH7Iip8U/VPXbIvgofkAX5YPOZMxTPkWYggaIpNiOjlFBXr+eesQPtRZgRsUp8Mxfv9lLn04JPePBQWIu1so7deHDpz6SP4sOXfEL/6nbDuf+gpddoQGXvcHDtCl+I5S0ln+4web9Bz9rKDp4rTIyL/FrycVM6y/51KzrfE0N1tP3V++pHR3qIRDclRNRWr2nRajYTthct75tLkL4jwC1Va+B4ohdX/0O0pYAL+Hy766gE3uudRceORzdL3ux8nqWOfYKDq98gi9rF5yyDtgE8bat9pH05UamjGTNwX8U1iN4Aackv4gvNsyS+MWHxm/7vfcK3zdEqcXzu4TDxXoJmZr96yxev5tPqpVPnf+hySeNsIuCvuQ62eRcEXxMzcIJj15zQmu7odO415huQ5Q+7VflLbzYljxBZtzqvbM7+N/vpJYwv29CrsdE+LPcoSMl8tI3cL0UDnNv7QXEVTy+xweN+wVfjPCanwSSjn9p38Obvh4DXzzsswsPcqaZGadkn2fEgaFmcK5Q9/xGESzOn1ryFX+fvyqLsEnyOWZwjDKWlxD2/cKFT/L4bNOnzPGCCKZ/NZPhOvotP3jOXdwpNN5/+Zd8yPrMmYcYMc711SzTRRP+nrbnpoxznhKDJO4M3MEo9pEn9znSPkB/VLW6Nf+J59QfXpFN/ZHi/RPj24fRK/PgU6+/8IS3+SNP/7LuQJOzQ+T/+e8//Rum0WXxbf3OfvDu6vAMTeWn8qx9XuNl98YJJ+nW+6/HFPy67mT8Z6LePmj2a6o5xyPzWkcnatbB0rdkZywU9Fmb/ZNeBF3z6fGNahG256np2rfw95rl81dxBhZZK0Mg1yT1/icgebz1K7pPdXOkdY6Ws669igQ9dQCLVZ8SVZK3vlYQPBGIbkZ+8sLDUZ6JIis27Njf+zPfCFcslzTzKFheMxbOJ5y+1jB/G5v0Vk5ReHM531JVegijY+BBvaT/zL4sFdkLf9PXu/7+u373l2tf3StLhMP25ON7kcqZKqW7UmyVnEsDShwWAhKanCr+rOsfjWn+o4XHZLvXU8WU2c+ZIfscAUFH4pv1rzDko/4ADP01X7YCK28WL3Jy2RSdal8xjq/P0Yhk4FPFrH/687Vt+aBsQQhrFTwEkUu3fHVA6sIcYM5Qyle0gdEr2qkTeLNkrN7E3HliZ7MfgBlhqUNdMtP7aO382cnR5GUBnd0K55qPdkZA4G3HDKiarR5zj1J2yi9jX/CA6cEJf5D1Bxxctb1/o6sPBuUH+JFzq9aJl0/oVdCoywLyzR/kQILnhhpdFr3it87lbfjd/PNZD76wlyzOLe5aF65oSje8V/dJhIfa6DVKuf0av5K38UKTusaT32U7LBnnj3GfCYu5z/+ffT1T435DsHKy73I4vtCQ3m3y0FC+OoA5lwfpadyDIK5ZC0q/4R+Z3mrKT16YHWNI11ySY+vUL6B0KfsX8wXDtTW2fWdfyNZfiTdgGUl8yQP4+8yhCVC+Lf/UhUvFBN1440hyIv5FetFEJpDQVA0kBZ+3+PK3cH2+jfFChF94LjrbZMpl94lTNutKj9/SFqrH1zcvVfBOn+ErI7dceuDEhzw7qTb5BA8TPOgHHYX4Fv3Ox7UWF8pe5+l7/b0mVq5Ho2vsrNxpJk8qchJ8v6HAnxBF4/3wN7y810pXrw/wIr6+Maf8YAIUyPPX6yI8DWWAc1uhgapoecRylVPuL+QQQaZcA07uiST7qRcMsy0i+ERPqPGD/2h3n/Gcf8wMxC7xP93wiS+BpR0eNlcyaq+VBNZnG514IxUbNfu0/nJiovabSRU/6Nna4Gc9bSSSqhBPxqLLQxyP9T/xFzMzyP2DT75GLZ7tcTvk5DftO/VJP/pEJ+A5r/J+wFadqpRgdeFd0hSZ7ppDSJSkDuakNuLx0mwS9x7V0agPDTUpANfSfJDjaUmuhcOrHnoc5Zx0l2GCcQRpjoc26jDG+cNOipGT4MPtq4fgSyDez7rsFYlK8YI+er9WBylX+c/xcyOm8NHzVUEf63SgeS6JcN2gecXEY9GPuphN0TlAceOFXPJNCFA7DdaEIUt8QKoF3dw0W+FVvrtXhLGNw8Sd/U2TSVTxk3jJ9+EYra12O8LMoLMGm8FNKxNSHG5Gr6DSMXjw3iW+Dr87ezO2qR5bdzh3vB4po9fjyHvyz3KdOPBpv/n3HXQ4GqzB+6yLRsqr/HQMrXgFUxnheIVZ+bLGzCwvy63ZpBtwcYLWPoHXDR4tFlqdlJ7wY6BpwvOorz4Gdxh44NLFTtgutyDPBsoq2iI/RVYfG+Ctee1kVfNSGO9JdIE/79QB+/n4Hhm89SQV9b/4Yib2bpszhxg5C1g2XS/zgRRGY/dduVsXa87eSYBD8TK/LF6CJk7lauF0nK77pTyoRcl5+U5fPtMbTfbmPvzHoUNEc3+KbtC8KuC9mifQcjPCNx8eGD1xsPDIg4xm/X0gb8DbOpRHzTNMb5hljcsQfqw8J64vCEPwpC79GKw8cLwHv3tff1zes7g/53/NVzLiaxlsS4jbjO32h4aVM5svlJRnc32M26zYVvI3n+KS18CnDhmbNeNDbQ1d7Zq4d+3I2WOl36M/iy9WeixmNGH0DL/0N98gQo/OW0/afFVznT/B274BzRc342Dv9TrsGE978I2MKafRLrKBeZ2fC0AQRx171gOF4HOYVcn46X7ke20zGi/xb2sd5c1lv/hBqAyFNjxsC/ihKdGb6CdarA5Ze09y1gRuNK2bjQuBN55Uvn/xXNAAunbSxOenX1nLUH1sA7vdtsz13238G18v+TeN+OQYutuvQFk5BG9ENN2CH3x2V96ST2LDXKs3zj/Xcuzbr+E6/ZzY4StcyB/n9M96QGJ/507bE/+E56x/6I2CP76Jk/7X/vtsbWuBqriZ5lw1I7VwKMq8WXyn5E0sENi/fUEv+/KAH1+sfCNX1ecPXOC+YSBF0M2xZbylUZfXxG7wSc68fROy/APtu4tQ/WaUQcKnf79ikpjw6XLMq94919hr22Tjs8LNyNh3wbH/QmdhGr7eH3jLJp8Xh93oZFmB0X+hW/R5hhM24D3DCQ/HmhjLd7yRmzmZc1Osi7Wvv2kpHB/rUwffSG6mzslJgnClddFEg6t/gx6+dR1eZ1Funm37kyg1B2dcQhtennPdyc3ljL2nhl/mAe30r7TMI90GTWy59iFze40u/facvNI+9i42tD+xvZp6Fft44IL7yOoWEjsYnL67Rf47wP+fuHNRcBtHsmyVne6u6u75/0/d2Sk/9p4buEAQIill2jULOwUgEO8IPEhRkhX2DDCXc989CviITY9cHiG/mu+ff/6rvvZZolZuPso9g8x1+2zwCjZy4WoYeGaWz+rq8CYw5SzOpKtOmYWg1/JPZVZvT4TbBpIHL/Za80Zh/oBnnD4yksEaEaj7L/dvoeWcW7pAh47C95vH9BYP98SkpmDhAnutdD7vpX1Nwo614jFkt/37V+UpuzqzD35LnvwnkcSHElnrBCAgKj244RQICxf274SDN7U4V/g8uJFFXuheq5U7vpdT2M4P8y8l8wZm55V84uEV2uRFwSpHaPssMNO/eMGDsdBNno4PxlBq3+p+9f6KLPTSP5+XoNmKdUBUKXMYDehjPjqwmp3E3fqNiRWtsvt2OybhTaP0LH8tXcs3lhc3iYdNVc39nuRcdLoRcTu00y8diizXK1510AWFqUvlOR+gK9uha0rTvSuO61rr7lAT0zucPlbrV4c8ttGZ/GKe1bXIaTpthFl/F3j32xp53vJ5DJ/p//Jj+RBJfJ0wOdftIW4lM1lRchKvSOXqp+jgV0z8EFeceSQPmXk7N+bCU/qYx8RaDXTpuTSkGeHKN+MYO+mu8KaU4QB7H/s1wAcoap0orAMPH1jRhPziARPeDFZfhLGmxop2f+Vc8VC2dYjr0n4dR5woidUJh0I4ee3+y/DBngBbPb8CHFiEXxo1gsQFeIzLE00WJOdwHsjiAk+eLluwuI03JaodBbNxFO1yCg6idHgugENrhPES/IzFKdAHxtqLXtGGTbieCCwmPBkeugrEiEoX9EI7n2DwAuFk4qK/noyYuliZM2bIlDXorZbe/pROywYoeuLQj19IT3Ap9aTDvf7Yil71RDz+zpMwZnHyUvz8NRtDVuxZfiuc9E+YGPQ4zkZQ2Iwdxxmo8cQOTMvWEBepTFAdecDS4VS3AfWUWi+58A5s5Xwgj3VsY+TYJm/wnTzmlVbtSlTDeXMrthTXHpeVY2JxWSp+yC2ULh+I19dBnfYNu4FZFbziX+Zz2mVTjiQHEnfQN/qE5hHrNciyR/LMFEPxKVHU145qDuRNwsrr4YjBPv7u0mCTJ6WLFr8rFjyVPZ7QAX+/Adx5MPfKTvmI2KqQK3OODTXyZFI9VUe8a56CH98Ai53lW4grN0ov4Y4bFLGHvsUCH7LSwD4yvGjKNuSxlLhWo2RfZULN8cLO/BhGFvD0lbnzHAvS8Dxls41rU21oPPcYc2sq2dhKDeFhF3EY3tHxv1M3RmpmfXQcRUGZ8Rvj9ckbxmpuVvwKt7eh3Qv84Zc47+PP+tGPPavyo+R2/3HzDv6ZA8kj5IYeOeSEMkow8dBCQL/g1YjdqRnjaXn8yM8LeP0yRV7QCd9qDR2yoh3rDLA81Wf7MzgYlc/H11nqaUAOT8B6wRb0hFd9nU1HKL3j29gNfflDen/St0L43+IafOJJ6XQL69hipdMX/DKjpp/xZuXE0mnxWvP5yOmxF33iq/BgvcgYVM51wYgpLsQvVUonfvN0mCQwg2smwpN9grp8g87FIPLSj0z8Rjl+BSTxBr54g/PRwqdskT9vEkml2JX6PbzRPTwxb9mmNyiUy+RlWbXGYu+VHNbQrLnsGTyYaL4w2mSUPPlIMWJuYANx9Q126RbZNHKugKfphEvxuq5xLjrQLdcIeSCy20T7mf4TfyyDe7+Eliw0lDYG8eL9b0xK4A9vFEzMkwY2YKj+zyVYbfMYIlhb49twqD0rvdJh9apF9rH7E1B52f+81snnlE+sJZ4khKieoAc+baezlWlbdPOE25DUHW6cA30mTHs1iqzIS4zIPwEnbW8Et8Noh3aHp//DDx6kh36Lv/Nn+AQM+01vML1xzhlo4JCrsT/rf987Fnd8u3ugj563bZtst3+E0m0NP+TF5d+133zi+ks62mXnbC+h7CpYi4nlP+bjygMIY6/TSJjoFl0sdNCiq+Omfsbh6X/23fI3fHsp2QXhWg+d6hxd8jKeGv5kc+0F5Wfkoyvy0AN/9IKPgHefli+5NqwzQB+LLHiYN2uV/r1SuBniEwGJJPVy9PQDh4YVJ1I85+rIxoa0IwtdgOdegfV1lrb4CDl0U3cZnXbGwjM1PgDnaryu84oPOP4EEG4Qb96Isc9FnwJOZO4wxnb89RGh576F7zf9xu93PSTKvq//GD3EZIWpfq5bokN0ip29n3bq0JBEfOrjjW/NajZm3A+vKqnOxoJzVoNfvsi8W7Hb8e1/4eebXBSuWbInxKY5cNIAp7Iug+id9tIDSIHjV3SrPVotjZW9JXN9SmZxeq3luaiFjDM7hf3szI+BXdu49Nxx6ScPQv9wThjnFnCD85oFhcWc5NPSoY0O4RE4/bTB6XiBh+a6rpxnaznTt/Pp7Wt+a+SLvsv6P//5r9/+8eXLAr7Yii6Z25GNbzhevKdkjes0fAsF+cK+QPmdNUs1f2RQL/SRH5362FU7scheTpZXIbcqtrGpvgpanxjzxNRtfX99Knrx0yYrF1HV50IfYMOvYHwiGa3r02M6c2t9KWtUfbBgg/57HsEL2dE5/vgg64+TtYc5P86kU65rOn7XmfuS2PysZJ+fOcFa6G/qUh45PkR8fBMV/PAlTFmTRs5FTs5e4ZU1NTk00Nd5feT/Ya0WE18vcZ4gVzkgjMLcBiag84kzQ41bMWPxjSLElL/6poYihkwbozuJPR3mIL/P+UnX+cZhHXeywOM4f0w8Xmrvxx3KJ/hIp2Cbv1SqM9ijzPCpkfQ+VufsM30+mNpV1mzxtV8Zl6Hg85c3FRfWsYUt4FG634itx1p8fJgTXj0gjKARYIhVwmvyy4ajMesTXsORM/a1wB3km6Fe+EwMZkJCTEA1mySj4KiPn/j7ojWcmoI+3abo5cExHjx41Lga2xj9Gj8/L0ZG6qKHpnwL3PZvfg5+rhlSYzBfqR+beEBBLHxWh3d/eML9i5d8aj9yztCy50RH44y1y+ctyeVhkHL3yhUHZcu/M/7Aco4Tp7qnIWaE1UZRK6C45kzP6NXHehtyyh5b91tuF9bxFb0Kb9HDG78f43Wko8e1gM+lUlwUtmVYpVGyFR5cDfE9YlxLj9xh2xSEeFIcc61DyOt5W6OV14lRYL0uXygunhSLLzgrn2o+nPGx/Yr3SE2z7j//EFnxC/34P/q+ZYGfEzpUo0YIRIWn7cbfFb0hpSs8famLe1ZuwNt8D+as/fF03RDAp0U5hw4N+2hbtA4I0vOOPrjWi8caTkocmTfdQAGWgHeSBCiHrz7W28ErGMGsQL+ia/jsuOFJfS4fGVCNTDWj3q8kD3/qZWclHH4qWOexKJJI4FTp/IEU/Rj8cBXfL/0eWaHrt5GYnAtk/UBiYmoyYe4HS+ysGkbHw1vBmSMairJT1vIJOjLc7YDW+XibubFlMnWj6I4welfwHbPjoUf+sjDs+L1ftJXHHf6edpc/6XwhMnLT+Sv/Yf78ag8wZ8JNsr1RPo7fKg+R5/CQDLTvFqWdYevnDd8Gum1WfhzjYtu9wUTHGxbW89rmnk+dS+QGBt5ZWXE4QRBo+kkMTjDOWH4Ihr4c9uvmbiQRO8VKHIkdNlhfOvrzPBcsF0oI7nbnJs03vlp8XgKAtQpWwU6UC/gTLXThZnD8yhqd9jO29sEWqDPa5+t/STrbH7CVB3cYo+agM7AP6vkAqYMs+Od7zAHdfj/T9c6trD4+t3oAAEAASURBVDXw/0sXxD1uxblyoMOJd82/GkPes6yMTp0P/He4OeqlcuFo211v53uHezY26cskowCLHrUbF6Uun8cbh2ecFgw/hV3slMULwa3K94znoLsh/VSXtSPnyrmODI5TbgwVPLAuFF/0Pcn+KtU72kn+HIbXOnYEH3rb1PMYOqFixenoQ/ALfmBz6OSN3cMyvum/2+2bv76wQnb50OvUyWTaaQ/CRwcczxPUb7KJTeKS+oz+AQaP5orOx/6KkCZr5zH1UYJfy14MvI4exR5YEqOm0hyLfxIr7xnwqQuKibckTZAbPobQGgi2D2GjOD4wV+ntMfw0P/b8SZy5/DwrgXMB3Pe9hat8Gfos2K9vIYN/3uvQ9UTd7FORji854jEnPmmDIQT0/XXNA2n3b2j3ukKw4rCPp29fnKDtfgf/3J/hdF6f8Qms9rdH4f3mP7ieC+fsJ3T3yyt7cogdqZ4TUsl+CYLq6OygWGW9UCtI/BwGnwL2zynpxrOP6Y22N3c9GQsMndN+40a4DxlHXRg/u9mxywCvl/Sxwzet2mD6Nse2tcEXmuHdUSO+LQV9+NDu9Jxf6iZsoYSPHOMYzDg0DmewzrOhVnPYeIsjTPg+w9l5B5+601/7oZThurwXaDt9H6N94C8Wd7ihzV5bvOGhb4LgQRPpOj8RPJBjB7h35TCOHkJmPu03aIMXvnc8n43B65jdzyjeP84+GJ2fUf8Sm3QA6vLqG1WeSX4+zpu/f/7xx3iA9ByfECfMc76do/4t0PotznWSR4fog8Dul96+U4aYZL/KdR6wnX7ByCjlldZv3qCgTSb77OWPJlfG1VkMnMIvHYhdvyld0LO8YEk/uwl9hltchgSvD+h0XkK/27f3O/WyvUOft+94hhqc7/PaOdDX6vL8wk0cF+SxVfYrJk6eHpuFCzR+6vc7nGsMnpRXbPVZecRHmVA54wsayfM5uukjYYkiubSfs6PCK3Ktd+RY/wsjwvTdNXOoHh7GbyVinD/w80nJmeVk6MMg56moHdo47x3c8KV54DDT62pe9zmL32J48DlxGnRnohK362uzMyqJRwcV+5Om/vAxZ0fO/5x91kpoTOHWfSD0nXYwpEL/rliOUQov+F2PV/jcyXhlLHlRP3VQFi7/slYIpr95TTQfMjl6I7Kif/pnNdcXfHgjNp/hFIxAcA4avQqRO3e0fcy0ovO36ZI3Cqrnt7g0dlOX2J66JJ+/Iif3eF6x29eR0KDUyDc4w6PrfC5NJKxLwxdUPo+P/pFG/ARYK9o22uN5HHraQ0/+/JMVBw+ek8Y/Z9dG8oTtKV5H+vgz9e6ft0x0yD6N7yj5rgNCPWEk43W1Zz9zFSh3fFbNp34XQ2JQKcAh33QiYNKPtdsaFY7eTbdHxV9PMtkJAvjrptsFgpdiXXGGvrivieINE1niHNmmUR9H4aR8MjkT0xNv0wtadEDOmLKlkxiXSSu1wYusTOLw7mM2Vi8dJ23GwHVhQaCMj4RbErr43cq6OYJW3+dCUei82n45u8s3fC6tOHP5S9pILjf6sUFP32PvkN/mj8fhg47f2xOAsTv+AielxsgJIGUbPGNm8D5S11OwiUHxjv/2SZn08Vd/oYkUyNdp0c5NANsmlvQxET7c0Ej+sDjMm35D6diPT8/tWjou3CKe+jrXKq92nL1/5qsrnOKvmx7MBylX+pWvOp/okfrxCbqyIXIWXmyLPZLDGzfaeCjBr9Hja+mzdAGXP3T0M3mq86QzEPK0itYXPaHan9I7cl69yI++1CWj5AYOBXLJTV7mG1/DvOhVeOhJq3xaLZGZXpu5xvhdAI+z0FGG6lMeayRwhmFWgQmgDtH0vGmpkdKm7eAs1tKXfzGAAexcC9fgN5SWL7lRXBudaqF/J+GZ88MwrQjVj9yTmnkBrfUAXQ74PIDTzkHnNWk4gQvA7B/TbMsb+m1fg5EYfpPP/DkerVF8Atw3y5wXI2fIcfyN7eOOUtax1HnTF56e/7I5OmB68GIua3OHna7VQu5waPc+MHxiWciWvUsu+qNz2U8dPZHNH/zwWb3BSX99oqn4kBjFRxRSYOQfgkeRRAeMeJGr4Ztxi0cOPtE/tOSTU9Yb2l781BsAcEqu2dOWGaUT89QiTQl/3W9TwdZRo4fbfjFevbBPF+xN39KQA04QNC1mcSylR5XSE/7YUHoUbBK4MSZkqM5QNBZwycCuQIoQ+HkJ/xoPXcgvyQYz7z3EkIO0kJ2DEu1PWxkHvuQJNqKTcNSumJWeJSO+BgWnlf451+36R8/5fXSQiVHxIgf1rQtjbnXa3haJSgJU8ooeePrkmXQbMWak8/AyIqKyDDfITiVTUdcXexVPBxrzq6RWb9oyhs6qg8wEZ0O0rxJOKTD1lok/+GYUxYin0EuJoXEZIJj2Qh57ZG1ESQ17fziR4bPFMEQZX/7AR3BmIrnAgIbmlgb48++bDrGMeF0f+073L2PxCXbTxjb+kTdDNGhlIzjkn2I082XEa/LFB/wDT/jxp2M1/GlZ0QeFVYLnTnsxX9kSeQylzVekpjgcwgsfRvjqYGxibYh+7OP4rn5ftmz2J4/DSnuK7R99x3boGFnUuJcSsurptenUfRg/E6voOGlaY+I1WG+GFh29pwxF6pHYyqXgW/cRT6dIBkZdZ9zyQfxXZ6iF6HVmdW9bO272PPSIvrZPTjNE8NgT3C7AewMxlXK+PhMdaT9SxzkaPp0ubc8zJBFznsxWsTx8pj3trEQfxvp+CNz+HLmQdre5097xJi/A5WebbDfrsM+HXOB/+e2rHk5FjH0lRsldeE7Y0MMww7leE1/WGZecY0oW60NoGY6uqYH1cdoZo13zd+mCC4mFv+LZxEiACXDNL3Wwk+KlSrDqjEr6R15kRR4YgdFmrx+3Gsov9h84WkeZUNoXf/e5eOmc6xtoi1fFP7ypKYzZc9KH+YAOZAY1GvsBiqE6+NERur0EVvISh4HF+V487R9ksCiNEp50w0OS7M/oYV9LJlyNg35Dh9DT5497Ap3/EDPx06c2f/gOfuFVdW4Wyodjjx8htW+gz5uoxL7rU23OBzi18nuo63z2J6yRD5MnJTqF/zl62T6ysOnirHwg2Xll3WP5np/2kE/03yWfeux01muw7zqmrYjLT/Kt9/5j/n0a8zRzJAqurCh/hlfsiseWHkPBtSiaVfyaN7K9vGhk8YvEY53xxb/GsSMlOOlXXfn4OFZ0Cx7NFr+iX31wu/y938egpc9fZKQuvvX67eu33/7rP//R7/7+w+t6cDqvwOZeJFWTF8v/R3tyg5X1hpJp3fcFD4hs8hWAdatmuEfV10pjG4oRH9xM7vlIsdxjPKjQt+sfWHFcr+Agr8uvtmTBV/PT++OQIfTBtx60de5rvyz/KGOtYsUxPlt+Krnw8HU9DYoSkG/j6aW2YOmmAzB8ss+VH5InRRE7jee4MD54GwXe8Cl81j9wrQe8s37VsF+jO53wT50x/MR+nDg3cjUzp/v1N9fnR6wcCZdfK3Zg7fKKEgfX/p2zrtelxtdnk9pxMXsV1loKuPI5ka88q7zCIRUS4CJVELifnr3vXB/h1WERztY5/ilBjNdaH32N2OLDA3wuQ1dXUsT3JjTAfWZkzxyQE0uXiukPP5QPXjFInCM/sWA8NjBnzVObZ9WMhV58hz8NGkHjnEOZv39KB5K6KaGpwv7K9bfw9AffepNyyYCkSvEqfTJ/pNXZ/uzrRaLeSId+QIhe8RnqyJ95Iyq2DcqJlz51cOy/OkwIBi8ZVy5ZvpV9xzgKhQWpGJlOwtXTH0woI+/SDc/ZT66ujajoBiLx9LdxLgKdOcQeOYLZdokiPtbZ1GqvRCicwXX6aoynP4YPuMD6OCp0vjVeH3xYcOk1StFWP3yCRz9t1pK+L3zXvRPG3976J5nxJ39EfOCra3cPea9UWa9yDowesx75XLKwF3mcgctO+yCC3Bn5u8wWzUTQQVlRIW8GiNyEjHxGJsX1oAnMAxkbnfgrY72O/rEvY5nLs68GJpJD/gSv+pkvzO3If5RVMxA4GY+6Wonn+qiuXVb0dc+FNQVfQMl1OHI9xdQvmVmHWDcWf1jtJfEKHDuRFX2HKz0MLPqH735dCz/zkFLEWJyIsvlBy3U139BMiU/DExj0Xc68yxyFOjIEFJyGnc4pQ7YXrMBjwjQO/co7I57xDAenUuVTQA/1k2Hj745+YDIB9VXH/fBUQ+jfy95fY+wtnz3MJKsEWKOPLYIZ/z6OPoPAPwmzdJoJorHzgm610NReCA8S4C+FRimjA8BZXNDzTteiKV5Hueix9CudSYsOO1I863ExGn3YpF/ntWw4E98XF3iy+Z/hoV/By8f4D7u4KAh+dKr+ta3YEVy4/GzpMaL99a/Kw+iRg9eVnNB/RCdoi74WSmSUb0pafHMl23D5UlzmBVatsOVnxrnYziHQ+O94QbfdrnkAekm5e2HkpZ+EukfzqDdRzEKu/QZYl4f6OiVVM4+yMZiovUBfm0/5xrZt463rpmMzUtHVkH3Es1LKfTDaYt2QWCPtNw4CPcANBz+/vvY2wq1Z8cIhDJBffi251tFg+2wuM8KVd8Ce3KKnw2xw5aj7E+vYeNwLjuO9F/7A9hwrvNIl7tpdD/0zXWJPZJWNXQu5gQvi3KU4Dr3c6/pHVunnIEw+GZuAk4ZzRbZF96DUG9rpHWv4hnfX5YhVPfjWmgBN+T60Z/iBBWfnP+FChN/MqRD+4nqX7+xWXvtAuclCt/5VxxxCs2dZ1w2/d5ET24CvduVlx+3jHCJLSNGXvp0mOdFhO7djv+uy288a+lmHqOLKHK4bJEcOxHlARozCZ9m1U5z3i8/wzY0JnS+/dYNfkMme/1AUDP55rz0bF8Hcd0Ise8qGGJaBY511d9p/gu69pQ53pcORBSlWZfjuYVj6o8uDjhuio0R6JFrQtESknbhspMfu0Ad8/0lBHoQ5o7WsZjPzpF/ohXFkn/EAh/G9dFjoHEfZZ1cN+4DdldjQcda5vKDP9hZk4H++Ah9d+EQtn45KTNp9OmvDxetdQZ5T8R7tjsUvH+v+NnNNJj/0OyRZ53Eh/R7hid17aHp8dnr03GHPeJOn0PBnO5knauvF8++vr3/99mXcEEo+TdxnzG/GOXNZjnCo73wY/6eG7Z4e8GC6Bce8mac6+9V5F5qdCk7nBT7woN7bRRFe+O7Io9a14ccxFD7UlNTWe8gZqLOa98QEmTIidmLdNyLnHut+9BUe4NjnGyvbN9bdPvSMZ79XE77Uz+i6jLSf0Xitmg5ecbuyKXzv6rkc9AXwjuBqTLnFubGnWPmhcii+uSK/gndfmsfIq/gqfDveFa//H/BXYxN70DE2fURfaEMPz7x56Ovbljvwzo3LyOk6RO//+q//+u1f//5XUG5r1nzWMEpdMvVsuCX9qcG8Scm6eczA5cvdtiuBHQ8c+pyZWffvcix0+ABc+j7r+5SAH47r74rRoyYZq5HyofnN+GWtLwzmcNah6PHIdXAzu/P1CdrQH3VYfrziu8N58/dNH154dl361Q/Clo27THji/Y+UsqPuzebeMbAzGZ1/pW9dZNSZuY+OtlQyntSG3+11iWRSjDfjN/hslf0vxuTwmq/n9nc70i5RhQ+vXEtlfBPn7lBv5Hb2+3OZZ/TPYJgcGcGlv8Mylrril95dHV0rh3bM8Mm8ZG46q6RAtXeKm75EVT7rmtp8Rt62+3bOhcYC3/f7dtGnoXyoufOZmT5ysjMFl5xSFhq80+79Tpu2eZDrI4c7TcUycQjFz9Toec4vesAdXbKHxcdLr7J1mCzs8lA+kBQ7dnr4nhX4F27xJZ9Yd31/EL/o/HSVT0un0nnn73OdcqgXaKYHhs/38fSxpfsl8LM6du869X6nc2x5kX6dNu2Ou7eNczRrokQetX/VB2euYE08GuC8Iq8Tdf7QWo7mLHG7K89k2R8wGMEhJ17R7Y0nCn1TgaSZTlFSwjH9EWiUKANQtp7wqYXnEz3BBoHxhyYotReeGhEqCn4aTwrtKOTd0Sna9qKPkHnaAiOfOWbn2/tlS8nJJMkTTBnrTlywb/pURp4WKzu6HvA66t6lPm/XolG2LexmvBeN9WRHcLp+gdUbPPSYKMQPfSt5DR2xDX5geQoC+x0nwqm/uqhevCIT/imVjOAEcl0v+kcc6JH97f/qCfo3fVKtvWnd43JCebCxj/tGOnxlCzfWMSuL6Jm+R/3KF8m9zvd/s41/7WO91IFM0qevZ8MqHfUvf3Zd48fgpQ6841ZbCyNXUZINLp9Yw29nNwHgEX7Q9jb6inKxz5NkC/JSKzxzw3QS1b46b6TmABS82bcjJ9VqnOnjBJHO3/7SxkPmNP0X5UPLZILWcafmIL3auMXFi7XY6qlmbgDvvkcKX8CAxLtiU/wCBb6HhpfxF+Kx/pb+52/+TlSxipW7yeUO7R/ZJINo391o232rJw0TQ2TqF1/0hJf2l0/yhc0oplzA2xZ1c2FN/lgHiUquRRe+ioU3DYCDX7hRMNYVHV7yTU4zA8aaUPKyL0CBnuFPv1YPWr3IH/zGD35Xyb4OT+gJBdfejHfeRh4vPKuGHHQGx5o0d8Ljm57s8+/CFuNOftm2bPjah8sXzjdv/utAUzkIThMc/RooNpRfynf2jIVdquKBkqFQK/9Zg9Pv+RAO9r1VJp6B/po6b67+Gm6vcal80yf1h0053NDFPk5YKX4C0R3yp/7WJ0aD9f66/Mw5Q/LkhE8IQrCqPefi8xWbihf9xC01mmDfVYEme65ljVyPDNOJHL2sEE75yRJ9WP/5x9yiTHuGw3vfeFr0gOUbDZStQ5Oyr26myWX+Wr0aWidD4I/Kl4xBfzB6sI4E6Ro3Zv3yPJOuZ3y7/60zeuvfzxTLgUVjA2/7jzypIJ2K6DrG70YUL3TtMaAfnRGWT1SFMeHBFtNJbmyN/9e+XhRLr0f/h2dq+DoftdZmT166BKvqyJ3Q5pcJe7HhNV7rLjVypz8S9I1PeYxd516o9+mN9iPdrO07rX0gFay3fBZ1gOO37iPn685gzCH4Z9z73Mil3feT3wgln14gXvmphWf+eBB/ApgyTsbuQMh2rilB0QdfcO3k37SXvsTVOHHSxixy42uuPzke+fpLvPbstSzxmGegrB9CzJsqiAjfvU3fZWcsIEeAZFaG2RsDG5SzuooTsokPJXosvYvz1Q14zPn2VTk0cqHTh8dU4IZ/x/mZdpff+QSeuo/RJp7MV90p2IfynJV9g007j93Ou/wOba9pD/cfZEeWP31PUEeQQwuy0tXl8kzkceV5EqTQbetoFv3IAa/j4Irx1790z2b8pjkyS8/Kk05Lm2XlPQVefaslv3z+b8kbO8lN0kvLrvQqKRlLHdl7LPJJZ8YxC3xw/KeZkjU89M/q8KeO7NR3tK/g3NHvY7EDeHTpsMhLHfr36B9caJMH4dNr8ILb5QX2j3/847c///WnSeocvag7/oJqba5PbIgvMVvnUz7pCs0VXeext/veNc8hWr9pw8/f7iWiSkESjmlQY1lUjYdSNwW7kYXelJJFvl9MknF9H39BG9yyk5xV8mfqbWxQJ7Qlcb1OP0WZwSP4GacPij8NvPEPt+BS1/l8zQFw4HHGl7GIzziwV4plYaDKTlt6YFDlQ/Qzcnvx8Uz+gz444dVh8Tmkvd1YvbvZvxmsiOPcBFOyMC+50hfFIc1n8eEDQLFhDJ9X2Eu+IcY8KzYv0YpE2CPf5DPtAc/o4s8oU/EeRg3jMCF8DvhX8DBDn2E/fJkfFbdCSL+hj2blReGWLrleCC5j5j3mpmZahg41OUROHPOirgXe3vRuytijDkRbx3IeYAk96w+yM4fiO4FGk32Q/co+nPnQ8EDNRNvkaGCHlN2IHEPQ8jd9MvkJQT4377ARHXidJgKMNzrd5uAGjzrn4voGgzU/O86zNnw5f+M7SpcDPDr4m7kaDi70eV+NnH/NoL3kPoI+hii+lQMM7+87hT75FR+kP8f5pkCryTrgyVl8uQmBTx2MGgsPoJDAI/zUPS0JD4O05ydiUV7lV1xrxp9mqJel52pHjlc5yc71ATTQ7zzS77wmf/slva3W3lnfIYSHFGvs9KeokYkfu0c22he6+BydohdrDaXcWXs6eVRwdOCv+WGcH8TGNle+l65fdd30m76x7vM4Y8cH0NOOXGr6/L3lKVkuUzBvLybSwNDTKYYP3pZuItECyqHHypaDOG+VWhrGoq14fgF70Z/sOVEcsp64V4m830d51AJHw+19BXN+l6OZDvEaX1ma8hGek5bItoLNvbBhhP+JW43av76lEqTz6O3ijC+zoEQWYu1v6gBV8/RZFqsGfqnZ41cEJOVobXHANnLEZw29gOZcVeN4cQohf4NRsfMr8uI/Rj0hbFih+5wMDv8eyc3j6OMhR0A2Arlt4lzRF8aOB5+fLEfFZD6TtPjmxuujv89klk3g5iY5WGF/ahdALwjUbCb2rtqDv8ZDfybxPbBdr1N93sNww01+dHDBRkJshlTMGRvjnfC2XTnmG3tK4Hy1H7KubEL01VhERX/ntoCzRgY6Dv2TExW22oTA/ewvXR5rjvrfjpNriElg6fZ29Lu2YTA4Vm2tzAC6+FNebLa4Voucv47wBTfHB+EVHdEUH/RDNv78Jt7ImkVtHdmMC2y4bA4/NuKDxmMgwZYZsUq1pYXXItZO9E2cFl61yhZxICQjhiUF+oGttefR5p1T9c/k4JPAw6d4Fzyw4gCs4hyaLukM1sdfacPjKJP9veTe0+PbOOUe8250nkXukC7G9lwpO6IXdlU+LfsqH0IX3x7Zg1Nzcn5V00B41d+R9wx/vZEsf1umZI/5WTzOToVHbfdeyXwSFw0nn2sHecRHfnLjmR37eOzfdQPOP/77zOPmkm0623+M08qznM+GX07Wsl3mz/RtPxpzECqVDuyyrgOMDyqmxJF9RnoO84KLBdnrOcEeyi4DWv3ZZ2pGxoHmrgM/VE/CgwvPXQ4g4ygbXIO0ygn6GvxFLeRGT7elJGsDW2IuQPHD2XoRuveqknzse9QdD+en9HF9h/iTY3f2WOfMow/KST5x7WGftvyA/538KfIij+b4ScOyzpKv4fb4nh6HOu7Qm08MUXJdiv4zRr8weeN7xE7+kht/Won/5Zduq/XzBP+oEudB3a9PIzN190UkM5ZyNp6xn627HHjR5wG9X1V22+F7Z8+Ov+vX9brj0/He1WbN1BwmDXJ/id1y3BM3Kx52rb4yF9yHcgZ7QJrrBDz4O7P1nP8jr0AO87/lMrxPtRLQ82+lW1i9XL9Xx1cZW+dT/x45nPntiHHf6/qf8opvTh14zzujyODN33//698zZ14wLeSuCx9lcr7+CYUOnFtnnAnP7qsFK2exPLgWOHXmDG3OZ/Zt/AfwnSVnC/hUPnQGMMYHGuPGoo+17xOGLfWmItfQbzWvxzG5z/ku9aNt28BZeBT25z3f7C+Nx97gpi4fFI/eZjy0wU0dkbn3Gty6H5trgp0e+LhOCKOT+iizeOWNgUd6zhnwzMl9ySaMlkb+OdGJi1amEZ9ddOTu/jPe2Du5NqPM1LDb1jnZg9uLf35shMgfsnlIp9K5y6d9qsfG+1d3d7nVX3v34xvuuPbBoKnWtCFnj1pw5vjeiA8KTjIHg/3sMbcz+npdfj2oYTEVw8jf1Q38dTmV++TLe2iD6/csfLGFRN6Qr/tkj/l/ptFINg/hN2zb5+IZ3SMs8Su9jjnJXOcnoerNYWgTrJIPTc7/O+fYqafs21C94Z/1mYGJN7D2fiO+aeI7vTHs/Knrkhvkl4awtO9Ly/ZHcnSOHxnt7UfsewgyufbmHcbkKIb54T54N/IrX3X4U120dnKWiyznEjK6oCaz8+tygsJ44Pt5AHjkLPy0kgsrt6Ff8kQrr6xRKdjuRUUm+F2HklkwJM3fAGaDw9leKDA2zIaSbCJeFtX35325iW6nMClEy4TV7/aikTd9BiX82/aG5jTvW337dDbWCW+Nu4nBY9LrXXLEro1WKugCrDFSc22ojPZ+JVbe1IzM8345jqBxA+0felKHrwnkZv23/KiRvYSnSo6Fnb5E3ys8JjGEy5BKoEzo9obA5F9PMnEBmKAT8OIDUi2Obvk3AHhSRRPMASs/RG9ociGkEULpG2Hff9P33F8EzTQgNtuTsPm9x0pM5DIx0ETYagSPPix4AopDB09gHN6sAcGleEAHft6MLf7wRA9K1c5t6R2v+8faJYBPFX/WX6KQpzavNh70/vRZh9xBEPklq2xJOzbNQ/6kiTTwg/2eWjZlfjqmMAEWHmrr0whYjg97SejiHuKPrxyD6lin6N5p00bnbILzQmYkiw+bksn8IW9YTBOT5ADx8pPUNC6KRyTIstBL5Si3aKMnsg7lex2QMy51XKLvelJs0RX/kqNX43t06Mk4qrzxafTtN0z6QxcQ/o7/ya8EQLTQlxGjbQnyJXjTF0Zy/jO8MnMgj8r5bITlB3zApkD5xG84DJn2f8yEvWJF/PnReJ6UZ/1iXvAVm3zSOG8CZ82s31SEEPuLkfOFpvrwWfqTG9JCTLOWlt9kSW0Y0ouHDWqN6gcmxiuteTItFzgW65fk7MrzNUar7Cy7jyPVI/Y8HfXXf//3bz80hy0b5bAZJ2jMdkj/svbI5Rn/I/bqQZc/HqCh4Jv4N5jgxI95oCg4qEkpfylm2mv5PeaM1+jj69UnbYLJMaIX2yhAYgd/ZNPPTe6On3yT9zu4YiFI7DkMuvPpt2/zN6Tk7+Yj5LF6hCUa2jfQMSgA63R1Per2R17QT//9Z5Hwf1cpPaayomVtSXzhbYXNE978YS8yy+7UWJ2SOKRfdc/tridteYxFQYWYoMO174WkieY32RFpm8faMTbIXX71y1fVzvwsmOXaVlpdN/qPhRsDrB3mpcMac5N2bl5L/Sclvqo5k/UEHswRf8ppcAjMsgSTJJv8f7QOvPFbTVPW4hnh04fZb/0UKKOPuKF5rS6hlR9Q6HzNN0BwpiQeWgvn3hGGAv/gYCtSbCg78b/OJPLfV33dLKXWCOGIT/jj32gMTnxBzveyryd5UMl+kPzy3Vh3RBs+8VPvo2vganlOZBw5gUV+bhaxD0XX7KufOe9LugtrdRJkGFgPSjAHhKFYRU7sj4yz2jZhGXLHuoJuPtIzl7FTfInYfvbt9p3xvoPlE6yOV/PlFY11soG1dlzhAc/ZPS7bcedeug9AK6c5PqrjR9DSLpu3p8eHXqIGU3/1wJMfGJ1jcKmCLfCp39NkKUjEazzn95I14t6Mce5zbrK8cL2vZ+4qxrElFMip34uTLMcCO+7KcX3NnIPCdjGHR8E29gPLiN1jvOxjNSn7068HBWv+RtfU+Jd5EVzg5C01sOBlPHoc6i3fprYxewIOVIfOLo9ByxTtrsPezzXdwxo3JMgKt2TOKHORnhg0YmPq6DSQZpV5HT0y0OkCo76CL5zy/9JvjdDKg1vhcxylV/FuaTJlQqOMMUn81FLf8Mzf2BM5zgMhs97Xm6y1rpmovdi7+HY3YPTj9vBvpKfNcfRYYyPnM6vL/yup+BSYi0CRtYjVOgUeMEYHxJH3EoYE1j6+WY5yrj800cxofplr5gJdtpa9Q1EEt2DyWAuln7/Rhb/EirrrR7zevtR9MRP/xIt/QmScqZ6xQY/oFB1D0/UL7NW68+LT3yn9078lt2KY8av6s766l69+5hqu7h+Vj7uOsQMegROWutZYexb5NyJncWknK/bV5kqnA5xDgufP0ot9gdyfbyRZ0MqBTr9yqkOr7XsOZl8aiq1Kte09xboXttPYH59Qs7KgInfC6INjXPH7xrcq6pxVdKo3nvCf67XeCAGPYxhnT/T7b52n+eYuuNcfFFdl6CEexDI6LrpEoNklObZV/MEXmfRdcwh9Fq+hn2AUbO6FbxpDTduvAdusPsc/KDJ/F03hcwpllFK00kPXsaY3dMDRz5wqRrmeHiiuco1Ix+PKn2/69rBesm8F9k1Jwr0BQqNWwEN/+XRA0Ofr16+6pfHFMbN/B7pzkm+wHL75pq/FBv/Ab3AyTHS5bwH7yoERHyUAbKDn26x+cE0vJfzbrsTLjh+CpXf5SVyFn5hT1/Va4VkXbXAdZxr6zkbJK/2ek1asgle0Tdfhd7wRTO4b4fNvutb58uWLBGG/rnVGbLrfwhcHQVX8sX2NsN+/8unfUOTcnPzyWRPp8n1sR9n4OnTENTSMBTdznjXhvpTSwQ8ufPjrPDN2VpNLxUN0vj8I36a7el336BleNbYcGLk7XvBXPfJ3xAmZxCHn6lx/7Hz8LT9iwjf8IIs9ibr0YM6hS609yFr0ceiYCxorGs15PSy48KCqkmsKxgo3I9TR/wj7RP6Rn6p97SxxfNrYvNQuXYWhdZ74kweUua67J73Jn9HGIvYmzkd17lT+SozUUhav3AGd9Yu9oOt8Zttgfag6nvW0AsN2FntySxTIdWF9UTtdYNgJH/To/Iqg7Kedsfi1+ljKvlhrMPfTvvFBz7knHunLl9CsEr5A+nhiCRwc1nXGc50AnML8xT7+iE/1y8LQgJf7w+jr4g+kgkf89Q1Z5lE5zThaWq7WZ+cFya4yPwF8NMNjDy/coPHTPQPZN0NGXmcxgciLR+n8wGMBBmEMWAOnLd6U+BwSYWDM5xzy5YPDgjWMK2ecspvAiTohzxosTnannfr1L266AcPgCgY83X3GyuPx/LnDeuK8xA4t9C4OT+KlOOAXfkZX5lb8EL3TJ5F4U4jiyfKgJoMPQOP3l/IJ/qnJhZy8mQTfvDkIjdt6A4jDJQuT9wXBkcTfuLQTHi0mqCbUIQEEHqXiUh3k/MXKpQI8Y6kL6/oVPGRq3ZE8LatsXnZY6uILB/tqZ1VOYLSNvOq7RYJ//IQPnODZatroFAngxs+MPRY2L+zaRgZfMdsGXuuyMViJj5FPIYjnD3Wm++bor2iUgvEjHMk5LobkZfsy+cHBjAdaDFdSBn6nRQ5I3mCbL2NT0WpDVf72NTRGH/EuJCXYDIuAf8x5t9THNnR1XtiJIuBrFM1OcMXetmDfzJwly5u8uFEcV9XwTnnFD8GtWnPWayiK74nXFvlJhO516PABecBLr4nkBv66KsTgq+bt2+cv3iCD90kP8fBJ6G+6YIqfMtbzosYy8oHasSm6XNgdc7oH8sg/B5tA/fXP6dzW1zyL7NxhB7uJtvMHCvgtGvSn3Pm9MB5f8yY/3JJXYDEPuESiTD02M5LTR/+Z5N0v7HEfLbv9+And/uJr4kcBZgsFJwetu9fwC8G+iKwx8r58sM+TcL+vo88VVi66SkbmXsU4ehct+pAHV5zIgTVofi1Vuh6Fd7IuNdaJKyzj4zb80NxlN1Xsv4evRxXfNx7kYjNXKfuHDVw8KU5Vlk3u+wJrDFH5Rkr1u40N4+Vmt+FlIiH2sxN0XMDkwiIP3RC74Mk63aco/yf3c8by9O7CY77qvuZ3lLv2mU+A+W+sI6/YHT3vZP3MWHQ4rEOaDt4bRyowO+S1RxfJHq5F4MG6fnUWPdVPfvWF3ljvdpxHaZWr0XfH/1V9+Ptmx4i7v9L4g8zJmzM7YIcc5l5yK3iB34kM7h1OHwOf+OSN907v+S9dkEuu5SvGuMFA8XGlmvN119Fx5NwlHn9XueKNLVdj6MIYfzl3pJ917+/S9+/i2229sqHDO/6v1gk5nT99fgbEaTD8vsuMbp1ux6GfNxDnG8ED6YwOGOfE5GGhKjOylW204EePMfTLKp8ktmlw0Hkb+2WCN0bdvoP8Da930X2etnw+kAMFLF7ninfekdnXl87/rP0r3/w9438H87WFV2DdwB7fZHCH/2wM+5NbWW/ypm98Ex6Fl959/cc//+kb7mB5brlWzrNJq2TfTb7nPp0H9RKd/KAxN4oFu7htFJIP1pVBsdX38LY5eMeY/SfnMdrmo2vTKsveOx59rB4G9Yw0GP/Ef0c8yVKiczX8WLRWzDPxcRT9/tJ9UN4Mwcf8KShHpHf21gOscVzxg/d3rp30hhsiUMmibF5wU5fvEndUsG40VpJMGKC5zi4W9n++0aHoc/O+1lvYpUz+AuCX3vcislaWkEhm5S+4vHkCXt5gyt3OiexzYvmiVJwr1UJpLd3JKh0wTm9kpMAB/b7rjazPug5aH3wpjHneKVGbHQNnxphzhWAQwVM0kUT7sYC851hz+CPB/y7E199684X7YT/+r23/pAeFp7m+h730J24jhAc9E9cDsHcchA6gzZ68w/6ePnrvOUr/oyX8sEGJYDYf4+dkGmp4YqudjBrgViG3l9VfevTxs3aZXTov+oXJOGtA9jNwWO/448EXP/TvBDn6L/aDRwl94EtCtbxXDLw8DOL9mRzb7NxpZ3/eo8B3136b+C80LBt36q/WBux89G907fb19i7qziZ7EnkhUhAsVX5gXTlzR3wGSXhT3+kQ9lWv6zdotMIfhy96kRGZQet92vjnXpf4tTj0vImM8HbtWLPP8Ofl1+Ajl/IFcnMmjV5v+U2TbHzZ5HOz6CBMXD/lEMAbCBLIb8fxO8I2atTelHOCOTA4drJAEmA+2FAbpGS01dQbCAsxTI0Dtgoz0kWTcAzFqDHwUhWaBKWexB5PTMBBvGMyqVg3ZAlksa8bbejEZKuFqwJR+oV/YT++Rm5GnuEH76ou+vXmL3gFG35rhLiwdK2nWRYexumTvhrnmOy0KXNMHZ2hxScpFZLVD5yaNyE/fapDbNHx9Ax507GOtCw0BanFj68V9ycWJw1vJtOZgM7soY19WWAfBi8AsZVh+0M2VK7Gr/KRk6F0iD3lS2he0+1MfGg7i8TIb/CVI89IDQMXHn0u583gLGvRkyfYsoIgLzfGr5jv472PWvlkR/jDJ7Jpe69EvzW5AB+LFPnuBaDmnbgex9Xr/PvghI/zA34IjPrBt+1KEPvPCzdFM/HPMTr04BMZDN86aI9Duc3hYCD7+EcfPXPS9Dp4qcyyQfk/OEzxrKHmJwiHjpX3XKRVLhcywa6nN79dGz75/t2NpeeILRct0o9/9fCI1nu1Zi7FyAvFclNgDmOu/tVGWLH0xYsQkE1eOFcsr9ab0EK1l75X7WPITq6xr3hLhIVMKb2kidrwMK7uNidHOy/0ChzdeAPns9544sk+SnK50/xMmzRAShUpqIW4Dq7E4Fi6XmlTv6JTQkc84E9/P3CZp/TpcQTWZR01+liPveZXFXTLmpsptfJVNo5xxmLHLjtwanwTfwYe/MDxnG94gUuCySC/eXGzvi5axRu84QRkMNbHd7mRT72Pidywr3/pOXvWy5E2+fQqi3+ya6ymZhd54Vc5MYi7wJM2NPxNXw3HZy2t+V6EyPG8FevI7PbjuEH+YFsXDe2ct2PNju7gHXirH12ucDocevAP+yMhEox/lMlfcNqhx//ppzbBeCHM+v+0LH4wXOjm6RxbsLsWfKDBV/OJeLGMHZ0W3HVrRSv+uBYIDxSp2JQPsv7C3xwBD3nFt/C6jLN2bJ36wQaWOT+ITd4MlCGTxdSL8WHjHHzS4CYfPpi/Eyoe0QNS+JVdxWiOkReD95iyo/drqtiU3OYaGD0zhzJ3kBZc2ug6dVT/1TeNQxN765O4shB/8I+EVoms8kl5IGNGeOFl8pgeLCLDB70e8bTszo7pjVzWF0o9iLbsjU8493JNnNKaAR3q6J88zieBg1S2lu3BzRj1tEe69QI8Yzvd3u907213XtE1tXnhOJX9jczgdHojbi/B28CX3brtUOsNQTx7oPGS+GQg8nc966HqyomdzLje2Fbu7jjhu8PpQ5/7MfPccIYoWPj0OjnkvWLMnTwAlT0IdtDsdu1ino3v+OlHn4/Sh89H6qs5F3s5k3gaX9yjejiTMLW0d3GJmD0gs+3MPmBz3670PzUjtNR880d8BnLawdkZrHgy8phnY9vcyU77yOKBZ+zjjdr46QzZn3acDsK48sR6w+5Iteu/98EGxnxCPksvpePJut/++cc/f/vjT37393gW5pPeWpWFUde7xDW+497BehO4dIUvNJffTGjpr71kzQa7dIjeWX/SP/Lr/o2uHYO0TGqSb0NzS+kyO81ZO7xl8vInn2bS15B+59O+vt4tv5Gv+HAvlcfyo4b8CWE+AOE1Ha2Wr3u8Sm7lZHTY+aaf8dCn78sGKV7bLeuUKPwi30jX+m3Gce+ZvDGikKRb8Sr9wjfyzurIPIwpBtAy1nmkH1iuUdKvc4DuV49PBdc6Xtf3xR9lUfPR18BLl+O5T9gMjVIfoEGur618QO3jtIkvMurN5CIsHNsk/3GVCB4u3d/8HYJmtV+H9H5oORt6JRBDr7/mK98pHvaZsgtZyMf0uT5KSvkOvNKlmxt/o0x8bDxeSiJDc8wdvZQf03usMx6eB4zxRnkf442l7MWeN3rjhTWPP8qb7PKclVpORS1m/pYBOSNnn4MMdboPDmPzDTyQiv9hvHU8F3UvqO6PkBPyBSsGvrSPqu62QB6/7nAHwfzFY+C5cfVS6TzjjE18TXJKl7NkSTmSgWqcD6vOXEsdLtSP+sBv8SzcxKPOZ2d8Os9ql5uGISNPd6zyJfwqHsj1vQbZ6w+FDTuKLns5Opcv8sbko75lV81lcmftb9EBGG8EogNtSr6BM1ofxA9CdMW21Dhc6g5PAi/ZA/2yAk9kRSeG5a9LdOtZ/rrGYQS+0QF7vP97IFZRs7+rSCja0j7jfQULf1j86tJ5005sEkvkJe6Jne9u2KCyBnj4sCdwds8Zk/u77HWMByd16JCJvMB5P5IUwVv24lg++GYGr9CWJ6CcDZ32p8W8OwgB/KW4rX4/mPDeTBZ442k8C1HoXqmXlBts6TlS0EioVurZ2iFXDh+n/7MJccPdQ+XE4bEDcr1BWqD4qxZdNvg7WbsfD2zVWXYcR57REeIenyM1fPfx6u9wbL7lYzkoOpRtgsr/DXDbRH7ZC9pKWPx9jG1nk9wA46x0nmfjZ7D44M7u0JWeS7/Iqzragb1w6L3CG7xnBTlrZQz2iiWQLDwZLdgx/hxecoDpeKvNQrN6aWF/YhVYr3OB0GG/ti29PMGiXPn8Ff9e6W2fKl7lW/FzI/Ere1mM+8K6bAregvTWM70YP8NBVulV9pXfpVqCIjBL21jeukghre5ZvA7ykM8pQERsCWwSY2vwxsPmkw1ocf37W+h4lseWjGPsB8WmLbayZCrGsP88Dyf4tNHpQGDPso+GryWl0ZWvGLq6aGvIF032CG46aXtH1vD/IXCi3PWC2R7PuhBBX2/vF/J+DjzcgHR7Avej29V8eo80/LzzMX9eVM58AJy165DHAD9QSvaKb/R5nffKOcRXfKS39K+/KIWMJafwam2JDlUH/3n9XvznHM8xXvfFkT421g0L7etHF0x3xFecna5kXcGPEsvvwJ75hkzu/3Y+H+3DM6XrsOvvsZY68UFoqbO27bQdZ2+zVueGYf1mugBjAj/j0/UNX2APcFhq3Y1+E7etxYExf/mXEn7eT7UGxl3x284zfkkdPld1x3vQ+4roHfBcDeBnf8WdaGNjt9MmL7NflrDz6vbAZB/Hj1zQYyu4f0eJDiVLhktMbAX2SqnrwMI803Pmw8asZG/ArZuc+mi8Y8vG9jHvheA3JrTXsnfHL6F78IX8VLrd++hMb/zVfRYZwY3s1BmnDs4OA/eqQMO4Hgec60eu7aG5o73i2eHwP9Or47ynvfN7D+9XcOPX1K/qtuu16DRvnpRX9JosWijl2oey83o1fq/YC+8rvF3urtireux09J/xPqPZYe+Rf399/Lj/dVndP5GZuuOdtV/FO6NlQ8VP+QsOewTXlK+Ukl/2vaILlx65/Ej7FbquS/DvYmybZB9v/v773/+eN8E7n75mhie7FXOk/mqy9Han39t9vb+8Ht2JLvrRJ3y42kZf7GIs4xfkBhdervVOJv4d8c3YWW48i0XX90r/jnMj/tL+6PDtq95E1R9vMPYS/nii3lxlBqzCG2Jse8FbI8cWl+Bn870tswceHHWz38f2ZzKOEp/rFH49p3ce+KfHzrcSpBvnaNPHAOVZ+IQvvGhXn/MMEN13oropdb+iZAQt5/bUZsIkS5lyCjDx1E18HvTaYr1YoWHxxn7EVA1szaXY1vmGx15Hh0d4+Se81viybeePbZUby5PRs978JYePeQzfxKdkaHUYMct6UfCz1yWnj+ah8w6LrrEn/Y7T2+WXDnmtHf6Krv+7IjmHquTQwimePSe6lMQGH75Skgvx+Ss04HT+yy/nvo0hlXvQFr2scnuX2XXax+768RF150EbGHO/5v9rvnkm6248Y8s3gVQdHTs0enbYXRsenT9W5R73vA89fI2j4X9X4rOOExldTh+nfYZzJyv44RNc4Mzf/HV9PKY5zjlgFdnUn3hZA25BQ4EfbfhRp80Jzz7j/QOtQ5Oz5Lh4gyB7mYsrt8kheL3VJNSwPgG4hkU6njwJTQQjzm24i3mCRbfoeZVKPGkmAdk0j4vd2kwLjhlT9bkwkgA4Bx68G+7+UBLeKfkkFF9fw8HXOuoVOr6qFxs6vun2w/EIDGz5/U5so1BxUADefXHUF0yCQl0lgYvcBIzRwAaqq8BCx8ZMyZ4YP5ZN6LKesgGv6OITfFn0+GLXLfiRiW0lp+xkHDqOBnYD7GAjRN9kVHPpqc5Jf/GOTmDl8AurBS/fLv/1MQ55hLRyQTQkHP+7s2E9yoK3YGRQ9Rov/4RNZDa1TAX+48bKJLc7JufwTc0A7Wx84R+CvR/4qnE6NuhPZtfXOuIzFgA8qegQHFCc86pTBLN1Dl4Bkw1BuarnpsyJVwX2Ls0x9pllo2P5oZ5Imtj+VgAPvvgSv8UvU49hg79lQLz47Wa0+p35S9MHXzUzUQQyD+kLT/jgp/B1284Arnz0Qgj90l0sBC85bh9sH3jb+mifgDzik4Ux8msIedJlzk3JRUeHlXhmfiBD+klPDpAs66Q9ajsrgA01yq7HjXFunnJSFvvoYJlC4Pdz+CpoF/NEFnKlUIV/PvCT9Tvr0Ow3W4pRvQaP30SxNfZ5RGlvUNN2y0j0KXN4imrRox5Bto1qw3OoJWhRgJHYwpDfRsCGlOiZfurf2SD1R/xZY8BDD72YX/0mTcmY/EU87RqMrvhHDjV28odISul+jNnOl6d3oXEptRRz9AGoGKlNr9ZFY20vQ9gGXbZUQGxzw2Gcf8kZxr/qN4KqRKFGkJGhbPinPvKXzvgX/UXntuiwpNZY7Br+AcFYVVtbwcp6wZo8aJgZ1FNuVB14oDBmVI3xkK3XEuMVcvTR6OQHZ0rxRX96lSPmV4BpS+m8+IGdEt3or/U8o8DMXA3oi0fVbfIsdLfCkxqb5EnNWR1Ax/mG2XdNvZjVepvPXpI7Iz9YO73GZl6Ujl0uXNIvHxbOmz7VUmen4Q+xtIka9u8VS8eymXzj93PqE8NxA3zjk/AHVqX2v7m+smatRU9Wjzwb63rnU7aWzhMO/fzsaa3DkTMEPlSkFvT2PbmldvjhwbQtT7j2BXEVXmJS+5FiZ/kQ6Q+UbT+ycMHzm7y1E7BuiRfCVHxWckuIYhL5QlHBH1WQla+4lfIGBnegzHjS33WZugZ51PDgQgV/eK1WbVzJB9ZlAIdvePexzjZvSqElZmQN9bOydHL2cc16DiZ5XOfjXGwlfyLn+DljoY8SPLq4JjcJ2ZtZE3XBpO/GkRz+gbCVfR3P/vAMDh5/wbMvY+yQ4S9DmfJK9pUeE21rRJ8NPLsZj5+o+ZfSdQTm8UqwQ4xxTXjET9gW/qljr3l5UmARpfxLu+OQBV2fPhZdI9dcTmIEPAV646Mvax34CB1zSpk8xgGSE6WXtRh2Q6/oSVFwVS93mSYv5q2x0r8EkFP8Vl/4Ltyx/oo3Y7attcEzv1HH5sAYBxbawKn9h60gYS4w9ckvpCbP7niaVHQpXRawthQbJfLzaZhFWRwiq3qlU2CpGett+vAFlnUiuRF5/vkifD7W10U/AgyTk/LD68kaCN9AyIv7UkmAvOjS8fMV/R3WcXO+57qHYr3FEl78W3Z0DqvNb8BR8ibJj/E7TrDDlt/H9UsozvhZ1pAfvNR9zF93rTymhM+ZzaGljn3gn+IOuRmjDu/QVL/y2TwvdM1YeIRPeDMOzBYwD9Q/+F390GZudFroU8LbeE0f4OGRGpoOpx++qYGdFdKzPtlTeRacnW7vB6/XwYnufWxv17RYs/fqLLDTPfaVhQfVFccxpdAnf//U1z7nzV8WZevqg26ty1zvwSes4k95Z/qSNd7rM4udCmeUfJNXrjcf9XsO6Xuh1wMpcdAPqZ6Ga9+Lpsmjw4O80GOL1FQaVkltC+s61Xvew/w919f6aMixxW8rdMM/DSC84MPN5zOcK6VcOS4jSDvuMZiQu3R+gQU1Y6kZn/Gbc4c4DsqxZ7F+5ecAGYLmE07TGs8dAq552MlKThHXfeHhB0Y1iFz8TW3/IGYpN31RWwcTDoRjmXQGL//GpoojObrWOefjONsBr9y0+ubCtX+dj8rX2L+uowrGuYFCdfyUu4Cy6XvyA1eoHM9b0lOJiTljWzTO8aX4d71zVi+8ssltMUJHedE+w//2qwY5VyCHEp+Q4JjvawDrR1+AQyEmMgV6KWn+vKgUH2TVGuDr+IETFrk/PmVOLZIDtT4c7LPPUAhd6v0L+MGDNWPB5DvQZITjQJANEOW4V8JP9H3T78F+eiNA+F/XI8NuLtSXXkhQDjjvjnnCCGXFrnT+Oj5dbj2lM3t8/eZ93afBpl4W/UlMhdt1SXv+dNDGq/OlTUgO8hwiyWc+Dp8nbxLLojMiTRfjDB/ij4gN7xH6qSvRcAjQf/CIPI80u2ITPFlv6decie3Iw/fYE73LV7A+5ghSq0S39JE/eUBOfjo3SlfwQi0Npi1eD5RfpV/xAHf+bvwg5B57fr6mfgMWXTNvEDjazonRtnNWvok73JRTrpTly86C1Cu2TV3lE/tAQ64b6/ggPk4Nl4yZJgEs9rJe1+gRMGGyWbDvPgiwihRK/S49SAjmOkXzzrQYV/p3uWCufuwrYclBfF1Fto01JpCKYejK2NgCTm8vmsqlPrZ0ACv8oKdf+Fm/Wd+/8a27WO3xYZcwa+05ykUOecO3ZYHOesoeiNfok1/m4BQpiJyikVGUI+ih74gIEKRV/PVkenMgG8Q0DHRRMlcRUIk0MqKGDnIWx7vWou9YVpsX/f3QV9N4fdDi1wsHKVT6pDeGGP+hu2Esg+sCywp3kuu26PmaE66A/WS0N9mamBCxaNRBAsu5wVQHsgQX/1Zwwa4y/RbAZY2h1yUTNhhnsjJGjVwSsGpDPFz61RiAygktA76LCD6wtWCQZPD5ffzouZn80hcl7KnpAEt/9l42MT4Nyb6Si7OPqLHiUUKPk/SRY3zor1ySfG5Ul88KN/z2+pHTERKbO68jhrJqHPKAZxGgjawpT5ODyU7JG9Xw9sajRi7Q3BdO+s/sNkNeirUXGHdHf46DIljs6fCrNrh3dp/RES3b3Ij9xp3gttu/zfzJv0VT9FCgLPWxcNiETX3tFmPLTwvzxNA1eNkiT5kzKfgdvZ/5+3FcNMp7LlRY3CnHla9gz1532eSRZeEAFXtIbTZUg5Tfjx57JuXXjpPP6DhzXIpVjvFm5HqgJz4DL1/plQv792iET+IXeJbs4kA78Sx4eSe6vSKn5mdyEf7D14P4jBdSas66JZpP+trnlZPef8Xo2VccovN7CxcjP9p6/+Xty/Dvr8kM6+RkO9OMiyHgNUfBte06L3JxX19T/hN67M6XJH5P+fOnL843WV7z4Ew1wYjV0acjrlIJ2mL/6POiGbgnvM9yALTkJW3rvKkVAABAAElEQVR40O/rPPC74v3qxl1Xcu94PhvjMLvvN/Fbl4c9+KzK8BndR/ddiowcava2N//WTi7YG9lYPLP/MdJ1aZjvaobf5DXMWXaVHHzC73sRP0r0Dn0XmrEOO2t7Odj8Bczn5DMCYMJ3LC7Go8+rOhh/8OS8wm/hEr8D/Yin58DATdjtJ2z4ycIa27Zdc5sxUa+3GUx8oNsLY8BRK0vuvFDe0Dtf57PWB/zQ4Tv/s372mLOxDkNG5JQVYz2KD4fv7etO+IH25EHM+DfWvqqLIe1ua3TrsFdE+3z/AiL55pjFXtHssqber/BjTeXaQnZQXKu/hXmO37HsN/PDz7qG7yAGFvV58zdf7wbNrvveh0V8PNi5OsMjallMo09oODdAw6MSlLwhkXrHB+dMLvBeph7iTTnjs+M/w+n4tKeMMeD+iN+OG/z4u493ex502BOgE7Z2dHmgHzgZbySHZtfhMPDQWbF8GBIgcq70OKMBFvzQdzzWcH0Ob4DKIWd4IPz1l/J4XK9mD+m8frYdPe/4gHOl336OeuSjdUxbs3+r9iKX4H2lxw6/0gO5O+7ef9TtDHKMR+TlfJF7B+/hfWff0uDFibEITlv4mv0a/aJ7RwT2pt/d/Ne//qX1cV1Pdxza0POXMzF0LD383e2pyy9Hexa8JJ3p1nVghoxbrR180RY2OYY57DkXWOfgsusiNc9JbqDP7Oqk7Gtf9WncN10H4tfdRx03beLb7nmbLmN7fccPeb0YdweCELzUAoDW7UybszgFX+72BAYu+cPZAHS+MvusgFe4wnlfQM0uOp3xBuYclh1v/P7dKLxVcFqcHMGr9ex7nowaBLk/NZbqUzYdeKafz/btIgMc4pK6rktWH3jnA65dRY6o9HN77R3LBsaRB0/ysL6CvviFp7l5YoUOqmN5zLFHXKkpGVnjNVfbew35DfMj1/texYl3EmDMSYuE25Pk2H/Uc8mo+zKah/k6YPg18tJ/4ae18rgcvq+LiV3wqe/0+AheaIglMT6TOXGGTYlv4Le1J64wRm75YWgcUiDPc3fGyy6/y6qxjv1ae4gzcr1PpKaAd75EbfLXNW0aJuN9F5tT1yfyG/cP/kfnrJLDHDDqu1+wNQ8GvkKMTiMkXuP84RkRkkflqw8qIh7L3uKR6w/0qqVLkpuhzKVog6vaECSnxfrbwafDBnpNG8M5v+KnEY5rwjESO+j2ds+rfYyzWs5rxtO8uCrhWTpVNHhexXuOuvYVtRjEh6/4h19/l8Y40svUlM9vGPgNkgmphj+Ad4CNVfwA+zUdFjxucWMkxvCbHjyBb6PZBAX7hxZsNPgu52E4Lqw1dumFbbUIole9gWC7wR27T9Uc5lYQCA4bwtosMwbvahOY9TQG/NeNa3pnJcHsYwsWGYdR6cHvhhaMp32+S6/qZ/GoDReMevNbzlEpvhAWcZ4WW/LAr3Eq4PgaGDlg2wX3Gw2qwfxIiYxOGx3Yu8uWGo0OBNg6+cDM7X8Wnc4huh9h1dsQPTXKJ2fYdzB0OB5MChs9sSt2dB6Bmw77huIFl2XN6PJNp37kHxzq4lFyk6+5AIISfe0sN4pX5Nf40TexozDr1b+5TXO4TEuVPMgTJ/Avej496cOZ8wXkI18gvZBX9aQfORYegybTtSb3JMvC7N+FQxfsb0lQvii+39qn4uugIfjQfzJ0Ax9yMVb5dRx7Xy+xj0/mjeLGJmOAept+6YcP6saxYfgAO+0w6YjfhDJc9niGhOhJ0ft58lvl6xlq7Dgb+1tg2r24GGG9pJDHB9/Ifr7uOAc5X7TJB340xylzDCw3CQw2N/YKjglHnDH0ctX16W18VbrDCr3vWaIHewk8fPgWPZdw8fm9ljCvuQ6e9ynlP78NAQ94nos/h4pklim/knDCaWBTbK431++1PBBfdspX7+VXenISQIejHrFB2lpn+tE7NeoA9x/rrgpzKr935gsr+4Cx+O0Y18jZeaKPSQcZ7ZwHdtzsvVZALzn8pd/xz2Dgc1H6STfGKCvvyjYUqbWCDfO1ciZTb4mb2L5sa+0Zx9DHP6n7Gh0Yyxr7FLe+vJfYccUV2zw34v4hLOu/t++mQK3vcfoaYN5zZsmbcJHd9TF20miTV5xe99+UPPjNdWEEp/snvwcDTd+vzUP00XXyPGksOxRz5QLqf9ULqwBP21N4ba41zHCN84+FozCLjrHwjb/Tn8RmoJxlza4pVDQwQv6wFxvQxbVgM07C6/ZNP0WRg6DVCV8g8K3/WM2DG/W7SODU3DLYxiErOgCN7PCLnfCjALdvoueA12i9Wj7mk6ucfTYnR2Zy2/w6g9s2OTccO/A8HxpNRpk/qMdegB2+thm0tP/68ZfnFzZNP1/x9B7chIym/THsSzs1wjnHzX6joVnrWq3D4KSgC/rZT3hb/DlX9tLxgR98IFbJAdNe6N753bXhHXnwo+0/HbR67DoO/Kz/wKfPuGF0RgmNGLl0fsGh7nkUPjVehOGz112H6A5d+b445Nq2emsO0A+/r2wYFGKttZluxgo8xo30+IJsSqehz55Kybg7egle5S/RXDmaMXDTDn29uV7xCS/qjOeGVu53+7wIArkqXboVxbvyMnJAPZSRt+F/GGudjHObt84nJe+Sb6OlGXranabgaF16pg7+etgg43BYPI6nYUJ7xCvshb/Lsy6Q+KKj5kbnDz5/4HEd+IV5zT/2GPahsYV2m6CvG/i0kL3mX0GOr0unwq3+ESf8o0twAg92+qkDXzV26I0W3WTVu9mHuCycx9aVvMDlwEFUawSdrkNvM7bo6B1xC1Kv0C1cri8KnrxIPzQLN5BjfaXHDt/7Ry6v9/A1JfxSF7TWxX/++U/nCLbU/r7yMHiLB2sDveVvetn/vO9or8EP3HuIfw7nBuHvesDjrpif+GYvsZ/HhXr2rugg7raDNxPz0077Gj3cMmf9YLVU0FPhix/zOhQL5Ve3dLUp1bn24Ipz+Ei+Tk5Rd7/ZJ9qbczvGNsJirEFV1XoUHvUGGcxLhpjPMyl0tZ4POQkxymitgRPrPuei73qjGgAyIg+0tHlIxedw4XM/RGJcMh7cftmz21cUOx18/xpAzoftYc/NPzkHgVxtm3HYuxlbsc1viqIsijO6Svl7+M3f6KYPbmk3+i6fzyPS+FDP4ln03e7FkdYmZAzKY9XabIJP6aF4DBRzETxjg4UrQV2b31i7uOaIPubFPjLKN32yNjTRLWcd4KfXK4MWXr3k4Rj4kCd78XojO31/QE7Mp2FXTnF9XEpHh8xCzgEuEsna8ruu0fiWPX4nltwu/HXtMEyfKmA/8sCLnoeYiWeZw70k3gcQqd9chsX5QwphfuAzgPF3cH5dvRxLbHwmiGtKaWeS7cWxdmD2NIyq+39j4FYtxxen8If/4Kf2invxgyel4MCqvfvgrB9eGUsfHsD4w7/fNOFKfEW2pID1WCoX9M1nujlbZyFw4MW5qMzJWu9ckE31gHutG0eOeyYdR30vVWtf9Of+A+6SlFEf8dMLvu8ICd/3pLc9Z/dFaF3zLqUFle/9qaaGEP7Eee51Y9Hymj50xDpSpN7jy2yr+MGu86H/K0u3D77ICmx90BQ4+rQ9UrjBU8sqFX5Zw33COoeMXJGfyo5m3zioxD740XZf35j3RV7BJ19FQv3pm1Yg8a1v2BNfr1/F3wrwQkxG0RvAaabmkMTFjIQItFBrvG+MQNYaXZh183NQVYYV4Qde4TLVkw3oU6UWOt4U0nOnAY4nBmb30Fh64jxvO4dxBCErjo7gBPDhht2RWj1Tw0E8HgbbOGPB7XhHokceTNSB4yqRGRt/Z/XQLnmdZ3gRIuBlNzzxLfjZ5JrcB77vAcDzuky/GyWLUukNqOuurGuMVvwXsMbDMzFc43etrieOTv8xruF/x63Gyo4jvmAGj5g2Jj80gWc5mUNlT9Ed8vLAqvQ9t505zo1yDiIHoik2jcwUcSO1ZylbtBiZxx4fmTbclriBn4tTM8rA5Hje8OFBzGDHa3wInNvfS6UhsLGxDnrJ4TD9QhGl+S4OjdTS6Efecey696JZk0HnPw9KjKK3Km3ZvrFEmPgNQjbFo8a1Dtg2ewlirQkDSUudZ8v8yk+NWmYR2Kc07WHF8mcKtpvtyF/k/OAq5IWy8rHieOZHePNpTUpuMIY10KLsjYzijqJLPmfkbH4sWB3qeoygSzaWk5FavMPzrIaGA6J5YYM275QzWzOWeoTLPPxNCEqEomtrhZCDh5bI2nXPBUv4Bm/10+o2Tc9m8Gm99Diilj6L3xUeVEfdF82R41kvPpEN7bBzhomM0oE1EZlnWNewrj+8oL/icwXfuS+d9hH1L/QjZxmayznuGrjlx+4/Y5p519+Ak5fSJ/l2ocCBrt4cAnS+v2henS0Lr7A+yBmdZY4B8XPZXTgV1zq4z/ktOtbTXjhE9/JsPLiTZ/htfLouoaGOb4kVa9Tk05Fu2qzv3hfkz89aUvImhLlpnfGFN3LSjn7huekZ8FxML8ZZz/jZmH6BOtfYllSQ40M+uU97ip+NKdGNKz8dsaqHDuCb5kTPzit+DQxaSnQujuSrLXuAhy5vWDpW+KDbKl1CH/7he1dDs11TN0cVZeHUpDFvqc+Ngu8/9IXUXDCz5MkHjEXXM5nmU5PhbHjCOg/a7F3ZO4pH+WoSjEan28c+0kdWCm10QEaXE5zA+o2ujF3GQ+xj15QzcoP+XZyD//46+9PrlN02bEr/jgM4sX/HY59gXLueh6rPebNSb59OO59Xddjl7v3X7dgpz/tZv1fWPOKVLbn+ucN8pD2DeM+9YHMXgzNexp83K/YoFAU3mRKP5b/gpj7jfg0rPSsnHrGOPLEXc9l7WNu/k2cF0Tqm1tP0jrOYy3lz41EqkMlr34jP0Z3T+Cb+CdryUyA3tewRAyPsdHv/houHon9f39HtvXzu5dQ8Xzz3/j31rx/tCXB20EPiMae6Dtjx559//vbHH38MPGJxjr9sBkOPXn3iuuoRVztHQmpRhPhXFNJk8YJpcntx996ZRACD9iS68s+i31t9f9vHfkm/3X/Cp85X7wyLe/y+z7OFUS3wkvtjSmlgXfuCVfw5A+G/ERhV00UgXZTsY+HNOmSZyD1jcAZrvNdwdsI2eNt8jPst+hisWNZ8mb60H1hXuQvL2oq/eONf622cuTO3eO4WsaPTQX+tr6zHcc6gqTc0h58Fs/+X4SMehZx7Z/RyLWH2i7wQL1532Q9oqEqsZXPFK4wrH85kNlXNrutY/Pv6Qx7VehjZ6MRPfMGnu4a+/6QQ9zUppRM5RQ++x/vN075CAMmlYiCKEUsis5eSXfnKGPdj6yzqYO7oo//IhzeW/ZDFCVnmwNkHU3YBWZe8v0s5/Pritruzqj6qRie1j3FIvCv/wqD0hfDETqDys300/G184jlEmQrdNT5jE+YndXBK7kKo2CBvwVaLPIhhrI9jRLgP+HNwUfdW4SMEJtQlMPPcZ0tByR9WgZd2i7Z+i8QFO/Eb3zZUtsr/kvlEvZC/q875EItez5+6soaWGcbZksJ7dXzYkXJ3KzlxxI97LE38zhf44ZvEM/zDmzqw97Be74HUGlUPoJV98CmeRLrWmTVylIJ876IjIQg5vq73X4XrHGAdKzkHasbGfdH6KMkYtdFKCz+V5Mhxc+FNm86B3J1+oeXFR1A7hRSVImshK+LdWbmRssO7JCiJPXxxB9+Cka/isK6OkAIl+NkC23nVoYOvetQEkIr8boDtFBIba71zX4uS137LkpY1+NuXt3+CpBtZcD06tWzwwEwYsCqBxEgOqTfy66Lz61/6ZNv4WhtsOysrUfpoJTc3ffqN1Z3H9A2SpQS4K9FKXvVHzIRTPLAr+tQnjrEB/SOjbC06Rl4r2A+j4v1JuQWf4qmY+OtNasIVv65vl3D0ex+p9hrn0+KfPyt3NQHIxfIDeh838COPo574CPsJUf4qjtWHNn458lk9+0/Ez/CgOLzxO1jE31n6kQ8vFm8/1T30i16QoWvCCC46FB9i2vsDF25WdAhV5d/cjfHqcxCD77RD7cW36DJm+FCIN6uAQ2sebTEpPPKi5FFnkUcfH4gE4yDiTzsN+e6TT+qvUjLSh95ymzzrIDhyU8Q5za0u5n2egbBoi27ZXP4xk3FIj82TsRdd9E7uL3456Ha9mTPwiIosyV6WJ0P5y19NhK+GM0bFJ34pHPy+K+X1PKr+aZVEbfJ64CGXf/jST8eytoEzSuzLAXLvgxYYm471hRm2WtZQZGw44UvNIYc1GJ9+l8L1QELpwx4FX+uGemrz+yq8Aez9Zvg4M954soWfLuCrqsqf5eccptCNtDSufEGp+QR/LrXY+1CaP72il71WuMBK31on4DdtZ/CF4vgOvFdoozt6YCuawIP9gb5UmAV9gaMXI+Tunr+Lom4iwuvLF33F83i6ezIb/ln911vRA4rock0dK1CaP/qUbllBzl4zX0zh5K7Y0axPqRHjNd8610ULTa0fzjmz2G8YdcqKATLh4Voy/Hs/6mBzngT0oGFFX2PEj/7iidyeD2vvASf7kuKvw0lkwrtoSndYsj74TUDpJZUqXwQ/0ow+qg8Vumz4UjoMudU/+qUw80rshj8GXxFl0LrUOWBFec2sifZLG+jMnOD3mD7r0z05V1luqWp5zhepiv9ytmWgt88UK/6sKCLU/+kznK8S8+f6PJhkvccp4UEsHKciHfTLf4N0VMRDTcXZumuZRSTpCL9+UyQ6wZu/9GfN/jr0TZ5wZvK4ZIibZdpK8IZKjLMvmGeARyWdDfjQOm5jdKNDhiI//X2cPnr4+sKqlK35bWTbjX7bfjPX0XEu8RnfQsZ6gzPxz1x/LjJT6NHJ+9fEj8aKg2R0PxtPOdhL/c5bzdGoociIDr9LD3w29jgp5n2Hz3WYL0FWybrG2g3cc9TrytLRiHphPDjUlPjEnRde7HPhOQb4eCt4z3lETg89IiuotWuVjwKjhic5Qhmk1RbPlPBKbT2GLcE51NIRG9GLMLluCJwV8lup4RXe+JJim4bvrCN5okI7BRqPDQD6h0/mTg0dcwBY8Gqlhu/KO8YyDv+eR/QzNsQ+VPt41zmy83M69rnloQM+X3aGz173fEg7SkTWil6NJMYEROL0Wvleox07N6qWj2Jz1fFl6clDMJScj6euORfXsH1WunGzFWDsXH4HmvVwsAX0ULLXet1lVMj4kZhH1+ixEyfHSxfFuZmjrNRMj15Vsy7U2nCEF/3yUeT0T/yWDmPtaHkb3NThlT50gVGjs8/HxE1G4zEiRkx/6BreK7M/cYA9I5bDrcVHsU6AIuRJnX0setgP+OrAVzoMu6j5pCJvSrPnFjjn+iXs00rEASx963qKnAzusCPdWZcCkbvHOfBdzyv9J9vZaAkxYb1R57HInfK2vFnwTrv8Ffrj6Ed70fk5/Z1ef/7Bm79/thgkGCPjxt5ePEYiSCS/s8maUrGTLpCNiQX8aOuie67tGUbZiqw62yGP+VK4zOBDsc7CQREp9jnr/JZeMy19A1fonmHFCXuLPXw2/gdhqxOby1fj3pd4T/hClVplUwfRhhbfctqzDl5Tl+LAwi+07GOZu9jr9eD39gnF8ZW4OW8t3GUXPMO7/FrrKjL8QCG+Hx7JeuoPXNrHFW/rPtaiwxk8b5rJvyWDOV/rBbJynY+s2MY4pXjGloLlmzGNK2VyrgitCZ+8xIZ1E5/7vPKHY62TtvX6+nBuq723YvdJd3psj2JZntQ+p38UjjTs7bED3aKfPzEGkmR81cPpb0oVP5wj363YgDCKdBqpLP2GXxAAz5GznnoaAi+ZG/LJc6Rczo2MJ9aiXLIHHnTo3G0IT0VtNnPdZl6oR76p84MH70ld3UNHp7zROwnVyL15/G7/gO83UmhwP4t5MMbEAxxmh8vIkdrmQq8s58EU4XGu5NyxHuKCjnvVdd6pc2fdFyOutY8P3iVhvTovlIeKNf7gWxuH+ImT+Pq9jrHmgHv2YMD/fNc3BymWfFrZ9llPWGG3dBhyys+VXUtQ2eG+1RUNZPjH8y+5hmx8hh/Ld8Y6KL7xBsGlZMCPN7bwle0TeOZc1vvxBhrjyZVwqRpa4kCv+Aav4Mkl6Tt1A2bjzKJ8CwNsM8ht+zf91Blu9eJbPOFXPCv+nPfnfiCXPD06XazfiGQu+1rIJuD32NcUOmmWPmtg6Txg0zfyAgsUuaUhs1cuLXpiKpnkLHruugqOfaVVdKvVHZm2fUxq5658Hl3sN42VKhWL+T7PdOCyobcqNwsy1yR11ze0PgYwMaqYj/HY5VX3eP1f3Mum/X5sv95DVdtiAs7KlRfYGT92m2nziXPniTznb4Vscxw2dY1TGhxfSx9+bb7g440xH6JY4JhcGpkHlRGaUkkDjjIVE0lbzFisfvdXHcAygchkZsJ/vDgBIpyFyI6Gn9ooevvGHo4FlzcItGAmv2wEcJGbdwnoDufNBLL5q3/cPUkXRYqWV/gvHthcb7YVxuexoepgQEQKsYbGa0Cl52HIna5TjdroR8RTSHCrjiwp0rAZq8J47LnSJ7jvq0sGPrAfREwcyRnODiu5y0WXslk8vPkhPcFMnsE0MH2b0/8oDwHJqGU3dHclvsA/pj5Fjr41GJqle24i9dhlIsvoS33qR87Lnhxk5uKfwAyNFu8ln0UGWxPHXfla/Cv2ayOo/o6bPotRySpIfJk6eLMewjPuul6UW5qHnk/a1OyHa9nIhOzTP3SAk4nceLClWRynwJPG8BU8KD2f0GEeIE5IAxqk6d7W6Mb6yQGRN1N/3367iE2lvqa6fs/BtsmOOtCwyIt0KOlKwtGT8zVr3MFLXvRYYyvX7RO0Gw0q8H/8rgsCd6SPavMCb5TvHhwdfDqmDrpxaExJ3sYf6TMeGG3gvoAZc1BcyiT30Uh/c+5CsUrRKt76h/0cfvNJX2Q4jraFl61A0BSBNlh85TB+quHK40VthqurFnL8e2bKTWIWvagRIwOMY30OlM878LAPGir2XpXCX6PWQehZF9ZItcIfW9Fvp1+ylw3gZS484u8S3tu/tg1OW9gOzM/1P6Ccd9r+UPMDn4+bH+cUPw21D5UveYCAPmX3Z/oZfxTsBBt59jh6TVe4zgtYtDSzzJM+8Gf84Are/ttLsaOk7q+sG/F31pC2P+/of0u//Ahrcqx2jQXL/Mm+yrpICbx6czlMd9Y5j8YPnsPMOdZQ5CH0g+U0Jp3d0BX2gGODVqolkSb6jDx0Pfp9vTG8kYXBpLtZm3bc9KnxZ3yKumnHL2SD2wy+oziOTd+pf/i0sZwxqf3gJ+uc5miV5GX10CX4UQdY/FD5I531D15nBb9mHQ3dkndGUbDyg2RVwOQX6TbiFqroUjeOJtT6ZQwo+sHHPIM2anQ64LYcRc++32+ksxu7ANRNsKMf0cCJNyne30CtmL/b0eVnrMOQBtzxEh+3Rxx3vOC+oiG0nZ525L9EP2JrXO1P84brK8QDZ5f3Xh3ORLUU0DA2nscvsuMD+mmf8X0PbLejeB85dFmlSyb8ES/rN1ZQzrAOtpybW8QvvnptEx9kRe4rpMnxiSsGsTM1Y9F34uWQDiBMrERfN87XqMVjteL/vnaxFnYdFnbtibF5h5/5u+PQ9pvA4xpgPSiXdXlhR68FMTWXzpe6GddKVGDJb7uIWnTHfD9yple5t+Z2fJAYrP4j7RUkNDWuOfZo6hXpS/DO/6r9EqNfhaT1TVdQ5pbrU66JXym8+fvv//x7pXWbUEn1I59ah4jPHtvELPjxTWIMfMcJ7qs1c6aXyS8TYVcKZF8LDzq3Bbu5Jg7/6J/+q7VONht/fLX89siXPV36odPQ73e1H/GWBg9jI27A+Zs/KWYS5YfOyTX2D0PQ58xVS8J5i/W+y47bg809GRmycNTljeDciA9t6tAljqkDp+aI/4mvildhnSzdmwyPvPqyzk/RgXO8s0O6elQxGNmCKfeFeOFzsPTCOWOdQSOLenK0DYWT33qWbU1Of5PEbLeJSCw7DtJ9/gI5fPbAMHZaICA3GFzr8CnqJfBonzLXPvE3pw3d122vKFjy/DpwyMfo4TdqeIAhFzJDduEcjQOWc4jRPIcGjuZRz5/HB+8H41kdeU/woTFi/gqq6Wr+dxY9z3kATR+d8pypa0pWczEfful09+2uUG9fU2UOdH0WdmJVNTjgd9zQTxpQJbpwJ3Q1xjgA4lZlrY+BHGriOfKgzsvQlh64aPE5UF10KtfLBnyEErJL/Ohxbc8fbbKasqVgAQ+vx/w/DEEvBVm39r1rx/tQH94k+CiZB09Po54ja1V6bmPZETlJTXzvGGhgaRGs1+tP44EMzqfJKeqs93AK/Ipr5dyuRaIYqkfPkAGUnRJ50aEwhDPshWv5OvwLN/tc8Pf6LcL4wYYfPFUhqbwBxT0IPkH5O/BEUdR50inZ6MOF4Nxwn++6Wwp94OUonsx638QoVb14V3MmrXK3JCDgScnml6egpIUpShe0x2Zufixe/PZtuX88dcVm6Td2wFl4NWkrEZMMFfTQZ0xLKmL1h9z+ZKqVYWg6Z/FnLHzT5nfeKhx6c0KoJAC0JbdoOw10lMIhJigCXscVT/HFnaEtfPpQ/2yJrPAZv4mgbsyug1rG16RbS0LGjjV6VqEebceSBxNkL+ccgXUMquGx0Ayirdr13IYvu+U/SxnnqvIf+sCTH27PBVHpGL/G30fWg4mA9QQYXEYgNNRpIqcfwIJq+0UWWaULfXyDzmMioeV2VRq/5s1J9MPVfjJGDv0h/NIjNjIe24auxoGyxiq/kMU4h8ySb12MtezNDOKri31w0ye4MkWZP8kXeJVYDuLF2/NjCBuaDO5VWZ5ka3ZLF3Q7DL+r0222WXzcVsV6edIvdjxU44OUQcRADb34AG3dIRy+Grl8qdv83Y+hvJ0jr3l+A6sVD20+C/zNstXw+rHd3LHihEN0kEoH8q3esGbNWG/EZt3PG7PCRpQLN3bIKcdX88xvwg71CqO/Vo6zPyiyLIqmG6o4voaLhLpyWeu02p7CELaS/H3Tp1lrrizBxbPkhX8jPW3W79RWToEgbwy+1cvB75T4AlhPFWuwAl8V3Qv8Do7e9ns9PNmH3V43W+iWfxyLB8w1ToscBs9xnmtC0Se/T1lcAKPrZe5e0H0E3O2LHX5qujHrOA1ceWoAtq5YFw6wPTILD55L3pjDxodmTIhiNF7Jv4IvugOC+eWNVkYiI+1VZ78Bskpilb0ge8fC+FjL/qvp03xWvCKzfFw5w5u/PKF/KKOfp/C9TAkh9Afc1vEbquoX/zYgfWIn64PXK3JYKJ+Qpf9ftZ6xLLKHMNL3u4Q2nxwLZ+iRlTdVWT+9B1IP84hi1rncyELwtMVMxAegyn6DJDAP6gW62BKajNl+2WLdh/x8unLyGePwQXfzw0D9n/ykdNrxKTK9JqmOf1NH/rRpABgPjvmMVN/x/MlCVDBvbmjJ/1IIeZDw0B+fwPxdm3X0sj3if1WIc2JoqqYLNIwjL37w2V/scg1wxTfwXBBDP98MxYf4dPgotk+a7dxkWyQTHvx7pbB39b3SMg58K3exvZZnxUusM7+7TgfdJZyx/HVdoh9j8VP9vviY6EKOD8i32BJZ7EOf9YAb+hz3nS6l/BAaRrjh9YWHapm/4rEXw4BLr2el8wUX35fXF19wdrzwBY681IFTd3gfB54x8MIb2CxqJjaB2X/ByULS6NGecuDT+jscufnrdLs+9EObuuOscwzyH30eGmTshbHwD8/ghO7BD/HBNjcmvs6BdVN0LCxheFFHbuiDFr06HFjwjSdduNb/rI87dTzG0j/gh3mrGfcXWGl9EHOPADuj/6ZPH61PFyFD6NkIRQo5MOYVE6t46DoB3pQtPLU3jOsw85EdxpXvBl90KX3gvzEorlNX1pe8CTyGJg26oAXXXaQv6zvcpm6IBKA/j6xlJKxcWwfWE/G70udAsHWg4Wwxj//DN+GFDUMz61pv9vDgv25qa88h3/FxL4lV6j72rB2ayA9+7Nvh9EMDbm/TX/g48+dL+KfeOUZexlMHvuO/0s+bv8GFp3MjgIua31/+488/Zg5Ct8fKCSb6+JF8fHs7+qroKpcR1ff10mXFYLeT8V728T4WvtGl5BY9s4V9Ec0491ROcm3MxGDfPF/fcu6EihIZtDt/9QQRV8+388mW/du4/b6XSGPm0XNIGUVvVJUv4o/CrLPjUXfubfl85ElZ69Y8Y5o8PIp3fBp7ag2JDUfenBOCHz/DJfmUsaH1hJfuR3ng4pO6f/RoefgX7bA3giJAtZcc8YkM6uiROjfeV3/haItT/PMJ4ti9BPibXvw9TrrQl+tybwNePR9C0WFZwxkDn7/o2XWp/CkOprccfVDpTWdRKZh13bTDVeQw/+ZDAfAe7w0Qb2hKFjEsu44yS54fAIKPyg/u+4iOHrk/2HmMl9APdhN+3zj6lLMqqVk/g4akYz5e8eq+A4d1reZU0TOHmOP+fV+N1z3JtWZF986n3m9YcQlO4rbWhbJhzeErLYXHfup9b9xTvEANL67FFDqX5IblEwUNOP9kW3DCLrqS26FjrODQqmOn0OCvSnIjoDz0FR7QL97DtzOvwqXq8g/ya52Iv8IjPDuVc1nqeAz9hiLotdYp4CUb2uhDG7rqD7vdH+euMV546LTsBrb7EFgvxbvjlS/0rpvfh4Odb/cd2XZVO7vLdq6ByQH2I+bEF8+9SxIPJGeCxT3zYymf4R9scY83CXl4yCU1Hdrb+m6c9eIYqTt9Ph6YWBgaU24w1/DtukymAyG08uHYddUxr6oHl6ZC5HkkcPGZ8sui4jHIy9bqrDxBPgpQUhefgtXrwq/+QT6U4lHvIKjz/4h71203bmVL07Zk78vp/zWqR7//M1ZtS3bHNycmEEBmcnHJPlWQFgEE4h6BSyaTpF2rWLHpfPnVI+Q8ePz1tZ9+9KZ2e3KzwOP1ayaSNpkErWpMKJG1OJN+vdhLQ7c1UMKb3QW3At/GQScKL4JrCxal90Nhcas3Uh8OTg9EY8HuownOElS+bQW9WyzHyKnbdDDhktKDbz9oFW2C0gQI1vu0YzdyKNClICtPCn0l49tYcIyfhSrQVXd+gd7pFtutD45ZeoTuR+pT5fRTL3k/wv1KA1/8RpGMLcZX/A33OnyBdH1p86eLy3oD8BfecdPsZcG7F9zjgezevwiDi9jc87rgW5kh+z5+T/LihwtPAZA/5gd23bOepIktAKu0CDRWuczmvOEJ13b64MaiBtCXUfDKEqCL+33yMnwp8Z3rDJcuCN6BGVT95KMNaeuwKG+AS4etCR8Oo6pd9mFDEe6qhJF9cWE0N9KxPmsnBDe7mMNTe6HvBaFYDYFx5pt1YmzIooLOLwPusYEx7YRXYDFAOcQhkSsdeFBQZBbgq+DnqUMxe/Ihn8rlQGKJnd/ihTL8Njw3HvmXA8wTz0b50LR1uqAbN9WMaPmfz5HprSbvDtaG1Yy9wU3f8cy8lS+xvf449AG3D4DVEUx5UgwHOfvp3Z7qXIysU5d3+pZ3YkZP4Fff7fI67snnR/vwvMr9DDfs2vUMP3ibv22LLGoKU0DtqouL4kG/4+WCJDyjWXiIz+CXsa3eVduG/krn1OfkZRtO6H9vPxeW+LIX+tKHmxLlq3McXK4v+xjtFLjpIcBq6IKnaubOxKjG9Ee1tR4Jh5g+ywx/aq35VSveg0f0TA50fLW73Mtg04mxwlUpvSjxh3sA3JLMm2PK9O2wZ9K1RmzovsswezcllxTelVBmXULGh6lF8OYLNHd06MK/6Utyo/5HR2gYZ83rF09PYsMrNXji0fIltNEHXP7Pgtm9Pwf2hpbm+grV0m4fqJ51NRPkwJIy1/NqY2P2Ow0eL+BmHNzYQaxpP/lD9iBL+/nB9INuZISW/quSOL3CeRqLnp1H5GE7DxykBH72O21vg8+/+C90T3X3NTjmtZLglL9wnjjew7lpyr6SG6fSE9hNft5xCBphcWhGfDIwiE59z37knfDIzHj6TzV4J4872IkDP2Bdztm/yCSmNvoy9FkAkU10uw69ffLM9U3guFxvDNT5Yj0omtGbeiyulsEifl03bqhuQfDAF6yLn/WJ/Dzy53vd/Ps61olXtndZr+SJ95GLeYisGxL9BSOmnab8mjB3MLivdAz/d3CC+6qOjnc2vaL70bE7vePr1PC+w7uTGf3vxk5Y5/kkq8Np//tf/643oPhkZWZSjxsw5uuS5FjWqj/QPeYcButOX+R03Ra3z7dyhuj8ZjvLaLHVzsHmHkXfEJU3/ZYnTqJxfQf/gaQzbcnNm8hrD8Jm+zIqpO7+XBJK4zoT8DN5vLE09+6C3RXdwxljll3ydK/B5xHOM/zkRfd9Ym9/YUDOI10C8HuZG9YwBp6L77I3sE4DbMYKKaMf2L1fzGHp7BzrfEN/6t116Nfb4PcxeOX8hw+f9AiPxKbrcLYX/5EoJ8Lo6/xUKMRz0ytkIxSLX+k34p4c0DVBDv0PcnYwcVh7jujH7SHkLH+aKnJ2Hu/3dMbWjPwEjYIQJzhXFjXzkHNhH1+jdy3h1oNnm49vENf8vRkcIN3nqrgg3nFZejxRRf6ZOz2unRZ4eJ/x6Hht2d7AdGaebH66xvdC2ADIVn402NmMDU2MUaZbnMTR56T/bB95iaP0K8FKl8mor1+9HYWoA09tSNZ1WPE2nil8zvvMSU/7lBNfeWJxloWuF18hcBRyMEUfilkqBrzVic/ugw1FnVd5lDH59UpaEHtCesvfpdShF2Oy7Xh/IPkRtulHppUbo/JNZGV/cn/uz8N5h/iwv60jK7JvkTYgMpce29DReZ+nCb8qs2Bv/rWQMUB61Y2aul4eYC8AQnICgriEAQM5aemkwUn8sUfsF84ez5MgSAyvPKGZvpKg6OHxXW8iDPlFE0eaPrLpUSzD7R0X2Hw/QpEr2rIttpJMAg9i688iOLmVQfAvCnA1MPSqzS8beLBf1bEzOOknHob/rCez5PMSyMLA963zlAi6obk2i4oJWjg5Ga0yjTIngYo5clgYLC+Llg2Mz3cvLPq7VvQ+x8LfckudYVjHB8QfXx1r+FpUycWFmwDUcjia4We5eSrH+UuQMx4e+XTYhOe0fCge/IDTT37K6923NkDyiD+/UfCnciR5aTv4rVPz8pMZ85NScoKN4jeSyV/wvAnAcQlD9+gTO6LnWWfcC3PxI2Hk0/XUu8ae/CD8spaFQXm+5gEw81u6IX/KxKajRG9q2VH8LZ++iEfe1npSY/yWk0o5gplFKQ3qtTIdnapYTNEXqEuUHqLnQGtEavlVz1WVjGIVEeY1fNturkRnEPWk3SCIDdC9W+IbNJX9kl8vtXbaDusXfpERHUIfeCzOb+gaj9zxAXPy4RsMynavFVxkOx8rC2ab0azT+Bgvqy57eW6M0g8E9K9wcqL4FDp/6xMgrEwU+JiXemPP6HwVo+KB/FzoqANB8Ed8oi9Dkwd2FhP9G06N/8CjBPfUvyJ8GTcL4oVGIz+E9fmXU4/E811Onb7TAqefcccNruSWbaKKvcPMGudNYvCMAz4xY8XpJbIm/3E6DTy4Q1R1E++MUOPDpWNoUzOtui6xCcrIXbjE4izILMuV+9TnOPKRUWtJrS3hCZaeGjzwu3xozE+e3fwTnZLXtiGymYujTf6UW7Wa8xtUtX7xTQoU8zdi/BD99JDe0PvWrYO99C3uoQOcdkkS1uqzDzE+iMd4evfxW6O9Ffs9NWFaa0vekZiIpRd7CXvGEjpHnxraGxgsN4UutXw29g94ey+S+M0aVIEGD8TP0TlyA9c2WAHkIhma75XnkTfUKGYwGvrQbiV8RZMxYgdBaDr+2MPIKkpsCMq0v4afcEQK+Q3/8KFe+3WHjvagjx+m3BvU2HgzdAGVStP3+KRSQzGY+TjshrD7OenTb6yIOTkEDe4cMRJc0ILrPzgu0TX7xHr7ueZlXfwkLsE33qLPPpE6OlKHd2ipBRvk0AgPZTOmFssAv+9muMZ+qm+uwDmFK1k1FFnoWFmoucMbQ6GLToPlYwU+vOIDEKM/NTmXfTY5Vo+cSk50OJl/4S0qBQkb+1o/9o1SV7SscS3HI5elMNZLvwhQfAnjcGLgD3Vsi0/u0MQLecPf0eEWt/yhMvSgPfWkFfgAdp7CbTkZ3YDbjz7zaxM4FvLwAbcX01n3fsNO+OXXfN0a2YzmLaUmm25v+LF9QxG5sroRBz6ZPDSCF77pd/Q72Npfhr+Hl63CvieGNzzVLt3hiT/COzipI//sB/5RHbrUkdPpskYBA08pQa4nhzoyOG2aYHW+JWGh1aeR5Q77RDxrU1108RWMcm4bsuW4iqhQkmdwXj7ChtizZLrV4eAxP2OTxpQvxW3YwHUwov6sDdOrU8kmHvUJf9HJDSu/LCUOYI2oNg6TvoEb6/T11A2SIuXTH5zf9Olt/F591rBOV5oUs/orfOjV59obqOyLj6TAoIWHdVivjHfe+Nh+ho9tvRAVja/nont0W/x3m5e8tDweupOP42zc6BFK6sBCDyw8XO/Xh4xTwjd6hiZ8wte49p0I9WKf+r7ess80wcJXy+fwZx/717/+9dM//vnP5k+uT20HlLSjGzT+tB0weC2edK372HtriOtQF3ApmSedf8YGxhAWu0U1YJYBPsJGnEa8ldcgc2+tKmxj3zUW91zwO3+WF/9CQmFNgUYWLWPG3u3cw76JA9HYk5CBqUPNkgEXF/Ap3terAQ1yQK4/4UolOOSbygDwaWWjE1frix18HW7RlwjJY91jDmqmcV+liGoQsaV1zddaJYY6uY4u5lVqVPoz6Hnt+MoSYTh/+hwUa+HzJvUvXjSLv+cjRDZrxRlY/GEbyA+g5NniHR6x1deFQtzw8Iv5DKNgdRSP45aRA+WLnLOiCzbHL/iJgg8r4OoJwqLX9rqIgUf45WyQOrKJ9yxTVbgmGM4L4QhEbhoWX0x6nU/x44TIh6y/4CbHGI38YKo/6DPG78ajHt84ygpN8jomplo+Gn1yrIrOk4UOn8lLSsWW2kfHGxs5e+YpCe25xeO7ftNX7OYL+5jvfZTv8UH0Gnrja/KBvSef9kVfrlHsK3xj3/oh8eQj48mz+AZdgVs8dnidsg3xZeqpZGvYV8hbfrM/rA96hd51ZYOFlN8yr3d58GLm6QG00o17FeQlesbX1ao2mFXwE3iF0PVx30jZn+EcHH3LLPYXLxiEXRq+B46AwWM6Knp4r5l6wKXpyLfZKn8KbdNFepb+Fadlj3EkbTBcNIkbXkmxz+jxYMv3P3+XXfCDLrT0u4xQU09zhjzTAkfO9IbjUBC+lpt7E/iNtcd/VSla9Qpd/WX+a2TEWu0aU2pK9bUeR49+bQh+8ob2ULFaONjaQed9zb6gj9bQaQ+rvvwADaW+JSL3pPkE771fwK2xeo0PIaV9FnQihzVGRyjBq7rOp/S0rkjv5Cd1xQkd2K9YU+A15HS9vHZkLx4xl6HEOetqdOBsCZfkyYCX7K4/8WEdcbzRZfA9Day+420+3Kng4UrFUHsP8JLWYhzdkbdk4oVVghMI7wQcJQbwhmt9ZRE2/WDpSWQWfjOY9plwGSfVt4TzgF6dBw7kMrAh3DTfxQupHGRBApEf9sHuyPo1T+nJZmmnDr+NzSL8Pq5JgCTTK+xKZRK36easNY2+pg0VwZlJuPgl8Bt9Dacfn6cfSuDL78jPyLs1ybhwo8eCXFvgnHpcsZ4gEVbx6Lk7DezAxSPy3tFvUa0W9FoAiD85wSI9fWe8yKDXfbK43Lc6rn1jvA6flLFzAtzwIXsBQ5s6IzkwnfgaP5EL+IQfeJvMs5mcSpy7LHykNB4Kya/NpunDwtMCDrI2zaqq6UV4EE8exunqsxCfvHcq97Z8QGbTxRLvqF7DbOPI01Syex3YprOGba859tFsPIZxo49NI7Wc1NFv2tHvun4v5MROG37T0f4ZRi30avlAtvtvQ1An+8KrfQcehCGH2XAJbfqfqT/OhTubrhLIP7955DFyLhcVV+y/F2K/rPVN+V4v8+tStB6t8aFhVcC8TuNXW5r+if9XdLaccEBf/J7SmgL1seDc1/D4MT1PmbHecnaeugCsA4FyuIZUR6FSwSvXAc941brmFF7hVoJ/5+Kktot+BAxP4rDr0hg9NBW75c4HrL8KXgK2+BSY+cc3lXDx+8sv9cQ//24m8kb3F9RJ/tzJYIyz9dNxLH6W7zFJf2PvgZY//hV8zwIrHPpH9UNU9Hf2BvbIB32Ognb9Ak/DAw9d7xQNzdyPISoaYiWa6lL33NW+Om62SMbf+KJYcUTCllz8DF/hi6zhzMt738SxD0oxfOO7Exv/v2Nn4gR91yf+Ao7O2BIYvuZf9+9JT/+dIp7NF+gQvnf0Odfcjb2ElYwZj0Ls/pdMYnNcbMo3Mxz3Ttf5oPb+6Ayv+Cn6dL8CU/+eXUi2Gj0Sp5MXiIqFr5w3ut4JXfhgP6XUHb5w/zOv4RXen6E9cb/9/m3O/XyNMHuILjNKV750iLWqglhXk+c51dzQI7pEt1POU/+kow+P1ND5JmffzXZuwe/QOz06z44722X2l7qh9O3b8MnMwYmhxqnzPuqe1oBhxzmObtYPxy7fnXjyewN2O3f7HhRttHfN2NHHkp/AJGPcsO44c+wEvuhHX933YP9UnMXpBVWtgbU2fKs3WNn13ymxifPP+HWkD8m6zT7TWpb2lBfUz/EYvntBy5B94hy4RUUxFooXxX5c87Lb8oLsMhQ+l4EbQLc7w9Db99YXnDu84K+68IjVcZ6zb4xlvo3ixkh4lEeFBC/2h3//+18//evf/671bb8eAKnzRFb2IL52OHYgJu73DV9usErEfImepnkRy0lx34AvMnyPrV5t0D1yQcE7dXlEPgais2V5ENnhp5W2OjykSPlSexxvi7gn0NzTsTv84je7CLhx89pd5xvltlNvCgWp1eJb/POwnt4AsHLak7j+1T90reuDV4WvyafkxniOiKGxrn9q7S92ZR9vRqPxmlum57xCzto43iS23YWpPAJ/5Q008Q/tv7dwPtw5Jh5dJ+Snv2Nfe9H1iSbjV8q/F5KzLvNADwWy/jdbKwISSPzPorQlCFX6eGKmvXnEL7TwCy65MMgz7HgX4xMeBOcP2TL0ekIMwaVmzao5Y+U12n1tdthk/hfyAcg9mafxHX7lBQQeKayjr3OHOWz813jhuHhPSJwXwFGf8XjKTcjQIePdfwfLS/dJ9wuPM91i++D4xOci8G1ABF79BgviwzcQrf1rrUeMP7mWtTTFb/5WT79F7XO231BEZkMMwajt5wUUpvzPZjz4jIW272dXHxVlE4VNH5UVZzCtoz9Ed+8nzx/nR2jvZYSXa83ojaU7ybE+H50rg64qy6G+ShI9es8x9pTqlum+F8N7msQWX24KiNnVh5ax9LrKfILw4TM+EMf6c1fIreQX40+yO+1X6S2ITmYyxggJruGdKG07EkHgoBQ0bODu92SywfwWrpVftKu/+JQrNSNwqA8o6w1Xw+Lsd4wsJi+LDnRlA4HUExjl4LkJ1Sd10HlfsJm8ZsknPfcyBnbgbQ8eHAx+r983Db8gxj/pU8slHGqKJqkWvG/1Zj1tfJ4NUr4Z6gQv/kp/1SAW7+IRXYxbtnNoKyC/D+HJu7QK/YJcW9L7ChYEGfD8YzwV4n5FZDwpAVJk6LdG7ISC+okSMWkvzmdiwlGYm9FlF/nJjMVx9LlYHmXxxn6GXQc+0EZl/7jjHAiefs+uHtnQDTg9XYIMfufDb3zlqTpoTYOfsdP5Hbg0q08Ol/nKQe/xK+d5KkS4Y/Mf00mwXJzBN3oZ+3xdbxLKXPAHv/A4+4HDKTrk08uSNaZB8KjFo18gVQwkT2vF8mVkSctCUASMKB/Fll6DQyqA9q2ejKme3lQRj3pJHOmD4yc5MzqAqpav4N/pwJYdYk8czQu4Li6qX1Lp1srnnMqal74G20vGzYsc8h8ow3LFjsWe8hF/b0JC1QsbQPy0oM+ti73Rx2Y9E9YItMhi3dz51Neg64BscnD0D//FX8zHKjlExC+zP34jJ/ZlY0sfWj8tl5wCci3Ry2t7DsFVj3kZCsyNboGh0/LlilPGqdc4Pc/nP77nZi3rWn2dX/3moQ/rV6dGP6g/W0K762AuOuzPp9SsJzn3S9uv6EP75Ysvoj1P0LGidVX1s+rd4Htdx0/IoMQGdY6X2JW640MHPH/ovsrWWeAh1zLZ031zxnu7aXZZjbSaonPabnpLl4s9A1EsSs98G0SZPdfIUlrtyhF4WC/LjF30BNdF7cgv1mr+E6QSY1phVtv0ee08AxPmidgHX7Sdx4VQolPiM60D3GgZa3/sDJ7qRqf+oe+GW53w0B7RXHpnFzmPS0h7zBtb0sYydOy7FJapoqoG/5cywVMcurEbN+gXzTGkrnifNiN3+P+WuvCz3kUl+lrDyJWhOz7Rv5E/CAxf2oyJjoed6h//4xRsTdyooeu0iSF83iny460xV2rkRDZrbHz4XW9dlS4YXbEmlj9Uijz+y35y8vn65es4nxRuO6N0fK3/cpqp0Tn7emjYj/jtXM3DyoXpx6H79C3+bryiT8Z93bQ7kDH9DTp0i9zQKyfAa7wTx8U72KsODhC9kdb2cHglP7Lfgp9cks3zfMIcIK14qb/MqxFj5qRyqekXLaIDelLSz/g79UmTfuIfHjzMnBIc+pEd/DXG6kE867eqtZ87NhlPpO7ogX0b5xfawYl8116d4Jc/4NEjuJH362+/bnxEUyx445cl6DvzBSLNp9e+JLbJo/A/dQQeWGqxH7GKfoyFB5/GqqMEbvt06Z98CL9XTMjZr79+vfgrNMxJxinoaBvw0BHHsvOpLD2ecUKbG3WLxiNnP/ip9/FnOX7Dy3b0ePRrWbWZjEfZ8MdYYLv8nZC9nutQXfM7XeM+zXmwoQ+vvPnrHG6b9c62euv6k6HEPrqk9lhi5+UFWPZu2lpz1IguKLpiHN0GyqcrdMv2MC5Zpr1hxrJH2r8q/jTHim+3sdM96YsedfrTb0jrfswgCp+TLvDOOzDjLr92nLO9+NaqoVxYNhDn8IQOXPq5T9PHwtc+XDyYo/snf4N5rTu/3DdZ+hmf67qMAQmN68wf4J4nJ/3ZP7XgDUedv1h3yQ2tLSfW6o9tsnRi/7HdfGoMPZ+K1+boh65gLp/R4wqW/2XRvO/B6ST2iuJY23hTtVZ+hmoSJWNLTtkwhGgIyazlz6Vs+RN64m0+ehNWPrX/+1kAPtnXol/qbpfV8HriNQHCYfdYTjIXv/CAqWDrmqjHTnEZpua8jB5n6TRLJ7BYo07saz80d3wCY+ZSOBr5PMWN+lozarPEL/08Bd6XMkyfkJQCMXzUdS8TvmvuAedsBiX8XcffPs8OIEO6V2+cyytqjg80IQPbUoO7bEWHQT0aOptyDgavXZ9UilQpfNauAQeSdZv85fPmFLSEQ6dn/Ldff/vpP7//p6wc/4oP1z7Ev9/X0/UQeit21j862xbwS5eiZf4gB/WCU81raf5yrhdl882VYIckTsjgL3GxPnEieqHHrkvOaDvHa+/pDaGF2T/561xkzLmxsNJir8JD0Tnwv68myty/x27LufJ2zqJDCrj8KWgDqBgCJx8GPxrCC44H1JPHwe9MaiRyQpd+6sGqqswl60WM8rBKFOs08PtSay0q+OGX+u3dymfyILIWb/uj92db71lkzR7zpZjqW6zq2xi+MLfqf/LLMwnq1/dHJ//RSE5gw6kfP8FHIQSvSt4fyHz/VuvCuo6EHt8xjwruRfxg5znGQ54tdAeOfSVfE0/9dZSRv1LmXmFyBj1kDyql3KNndNaW+c1rq7Hy3wAAQABJREFUFooexXmw5zc0PT8OktsuOc57/sT3o5K4vSvj5hPAETF2lHQfagRp8c/OPPHwIok6NgUpHwtISt6wnMiHU0i0dWACy7jQL6J3jYQ+JQ5KX3Wx9Vc+jLqAdQlfr0yCep2HRVM51vFPbPLY0i8LReB3dSb03dg97Ol+4z5Zu26nfvd80Tv+7D7ia5Y4pOs38eYW/cTjCu8xZjQydn2vdHeQjRdpcGta8mPd8HEM8QkEn/e5dfFCYV7YsWzJeA4I7tcrhweps+eCzrTFCG04ksNr3lgvGL759jsbC5xqnAVgtJP+sJUPPQCiNkGeRGHh1T82hVEufscQSqM34BOv6A2LuLzaJ9v0xbUW3N/rCU+++iUL/+6ZT8geqLrRU78bxEVxsv5DLu1Q1/MwPnpNj09t8HmIgC524VbF4maDA+eXepiC2MLLGxHUq9zxXqPPLex5WiOgin5PHOIPNPtcaUlwQ+g8AOcNznPe3DAaIDjB88fSN2sBXJKB5bdyHPzIZ523qEf/ThNfpD7ZA+/70uPzRN0pu529TSx9AD0Pa9iHPbav57VAg3liDZ/v2r+tc8fpevzVtmO1nxeiw0e8weMQiS2v/f6aU/cFmN1W6YILXgTlpH8tzaPI4Ku4tD5VurEkkHXcvBfsksSJ3c7dB2oupOsGQrtBg97szzUixj+i4y7p495d3LRPsfOU/2TXYBN9RPPCtx9LvWJsesC7fP1HTWDvgLQ9n0/Kb+OTBl8JBji8PBVPi/vRO7K2v8wbWPfU91DoBw8u8PCf94sb9NIt/qUmBtxcrAwa879o0P+FDeDGfp811nrC2KuCTPm45SP40QnBiZFgN+wuMsp2aHxhzUx5r8CHN4Yo8gWJeFPgnd+DXXquvTH3HLk+vJMee8S62SNeJVJfD4Voyfeb79Jn5Fjo0bfLv3N1903obkyaIOV9yRXujfnZ/3NzKfLvLsYzBvMuW9k1fJuzn/bMqQX4w/yCwSf04cn4Kii6ALremgh3EViUd63IyljvI59/3a/B67X1RyfmBoX2jUM1ZhtHU1Xs7LCP2pmDT3jhGXvyK0TCL/VkFUk7YpPzQfjF9vSp4RW+Hf5uu9Oq/eyiW5ax5fRt53tHyLJNAW/xMEzwS9pUxFlWL/BF8/e1+u73WuC7/tf1TX+IgX0B1tlr2kPN3Y473zD+6Df5s66dZxx5OLD20TEfn242h99HcYtu0Yv95keLZDXy8PxRfnd0/bYWUeVbS3+pAzyyuPWHW75+eR3juujCgTq/RsfhzjuRtzDnLmtR8Rrz+xbxAJ7xiPy+3h4kn+oufs6pj4hzsxw6dPvtt3/ojbCP6VqghUzfPLoODNnmCsxNsd/7vcXgfXxfCDnf6mEgffuxEqOioXCcui3BK1TPOAt7tdAzdri9xmgBY8qjRm64kxr69odJ22mQb1uh/eOP3zWo+096M7jrh11+s8rzs3JXi43pzTVtr3X6SlUYV+G9bp2dqqtr3QE3nV8Ts+WfjNqnGQ+UGknscRT0yg18PgCgb8UAVmPIVhnT8qK6OJkbZw3G+aTz31Hw27nvLluWjLwhkhoc0c43WWLEVStwoQvNFWNBFIcldg3ctLy2lC/wY4lHg5zvbtANqv1HeXrsP3pDrviIZ+1V/kDDbpP8Iv/XlWvdtyQi7C/OqMGepK5iPobtr9JSIH6CYO1PlrWnnmHO6eJ7Tb6SbRzmFMPQU8vGITh+ByYbdoXe7u30yLWtynSaWmP2h6VO5tZLyHNot3mCZyPXABNwNiqmvJEI3rPfT6LW15nEflw+PtZXJdhwLqRResQkPk4Nyu4vIHuZLHaw6DTPijfXh/LZUO9AHV2vDe4kJveYyFx6lbdu0Lm2+jrmtbjcygYI/Q0DiOTTxNkMyHfjm1a8f/CFn+2jzHwuPVClr4vqG024y251x8tC8P1U2/P7t9/HG+GD70LrxLNdWLijFJigtxvyifS37DtC7x9jpUEUxlWZ9t8RBTZi8RZuaEZ90pz9jq58jl6od2POHX32lM7rqd3eAGa3jEOqHgt6bhTo5mJh1JrOa2F6gZjjtVhk441SfKI3i03HgwOfqh220VUJLh00wQHhJQTBkhH2SAKX8Ve15ZWe9XS256PSrISMG05hLU/b2+HvN4FXBPLk2/TZFDxOHfHlhLsRe36pQxc3iobHhy/WhhK5IafPYYrc0w230pElVQesqm2P3zQ8aZEZWOSnH/6pgeOn3GTHbuJg/txcgxcTJnaG8r6OvPtR5Njp8CSvyHLLRuZ181uLCqnL76jljd7wgVF5prrKn2rw6dt88txyCmWU+ebbYc7SC32sp1TlpZgwHhxYff36W71WcOaJyfoMMcWgdJCNBRlD0Nc+q8LvQbIoxf91jCydSwboNeZ5t7INVorh4BUv6EkgxgbBad+M+2GvlPjgBVVjglBxZuk4eQLUoQXwhikc7NfX1oFXiWwf0gZwlBwoS4bE4J/yxvy0nnxVNEpMO8GHNt+QPri5q4X7dgTFHgZeg7NmbT4QCfnBcdIxPbnoU0MFVA7Ih8YIv9ShC/+sw/R7/oFn32JH+YPEKhzW3SsvhvEmKHZ+eK15sujAidy5jmuuFp/Ee+QxelAGW8mGfkjzYHsNvXSs+LA2o1g2sTzRlnzKfMG30b2xuzRju+Wshypibwjoe60bmpYg+UfxC5ZrWYOLdeEJLAnsJy2tl2H4IV8PckyJnelNb+lILi0ZtLErvrPujDOnHAj5vISDu/jsQoyz9NtHV250P0eWd5+i0P6Apz4uoU0sTPFE2+ZjoYi25jyXJL+zHurAOtZgxhWtpUPXeUGXTcDAiU6zP/g80XdevW38XOQQA69v4CCDve3Psf7Q5SukFFHWnSzuI8RCh3AU0ReN3vStB+co5jkQqkqen3qfeI1iNT/RmvxbeHAZ85RcL6+Km37rvtrZhzRiBI3zcqsbrhp+mLJAbvJMt/zLMAVS8OzmMY8FtCzoFk8LIhfzCVTIP1PCa9mYRXAYALPD5vBvGAKRzjz1z83leU4YyNJ7OiUcijV5UyJj1x/1YAA6IZJc0e/Vl0N48jjzI+t4dF/cVgt6xr99Yw3sPls4tDjqMI4nWXewnmUKeOTUji1e4GctZ/3kH/+Dx/gIHA3d1ET/5LXG33hB7/jjCV0+QvgokbH8XjbVuVIPXGitqbUWXXTWcJ6PZdb7a8Ftj3F+r4f3KNEF/ngpcoBTeMJ5ruFgjIkvXoMe/wDPPxEeL5EDWHjnAjLwIx/TlfPLBcJIfOjknDVUNYeyk/f5+e1fpqP4FQ/0I3+/0y5/KQe0L4w4F25sMyMBZpOGfJKz/CZ0Q3vsxKfy1WH/5p8ay6eBgYcujNMf28tPf9SDInKTQorxxiSvX5e2YL1A3PxSvCP/jqTjql3q/IGi9V9f7EGfzijY2WkEjv7lh1ey4CTGIoLnIJz8s9cJQbzy1dSGLFuQw36gOcP63OJLOzp2eHg81/B8FYM1bv4V6xmSih6JXMWwax5wPn8aE92wIbqL2Yc5YSxeQ9ftXz7Grihbfi9Vdd7lTV91GWf/w5fgjdiw8fHJPNWm97eqFcpNib+XLs4J5j6fQlOxm5Y2o49zQremG3oMXW7knSDyBR6nHh1vjdXaevD2Q29gW6msyVbdfkmqRdfct0i/y7prr72d9W7kCWfq8r/OGcNNV9rh/9K53Fkq1tffVniKwxX1TQhs8uBSSGJH/NThwE7/Gn8GUej4JHxCf+VX+TbSMmN392c6PTyXvDXHoOcbOP5Zv/n7j3/8tukY+pX/gcRv0X3sw8qf8usYzvXPul4yvXVGn9wpCd/UGEcJf69voWOpQQa5rmPAnBHQRDfae+l+nfvvjnLTs9/45BjXDJI55uP0/RDJ+v+zfMD9JXCH/vqELjpnfS2eY81A4M9lkOJT49wzMl+Y2m6wXdoZrK5VxB45WevGfZOhHtkunPzWah4cid6D6dJzyGEc/9qt1RjhUFXdX1FH47y4MDfJyXPfAY9zdELEnJOtvHNfRboULadilP31518hkN6xmzPsj5Zc38qexqR/yMPrt9c+62aB+Yrsym5Rluaqp9+9mNRonQw5/8/CelPOIB5tYVo5d45PwtnAH/INwsSjhnDENCTy0MqeUgzgUPihJWacLzkL4ntyw793b/o/2rkELjIDGfWfbxUUn7IFOnzz+7f/rTHDEYZPBn9yYNJkzHTqyV/V0qQ1HfS/6Om54lL0/HOBp7SXdbiBfr5phH5cwX0q9MnfYNDOJPibAu/FP214UVxHL9Ym4+Zsg20flVxDDGYDHTuqDNF+/wI3ABh5IoT2kpgXKPffdt823NGc+6Pc5jV5Ci2cxGxfd+Nnxgcj5qtK6sqMuKXg3rdHbghl2FeREg8d2AcL4jvWP0GKjz+1zepW61tz6dIP4Mjhctrp97WfNGIx97eMxo5Oh/7wZ97/r7qWjqzvevgm+WGdMxYaQ/cxejoHjm9dUGqP/FYOlDzrGd80/xZt1jS7euDE3SNRlh6xcyJYmQ9e93SFB5+Atq3x0Qcsaph5JWOcAy8Ilr+huSI+52/dr6h1iDyHLucGcYBP9rXBVO+jMD+GjMiNv2rGXIXDZnfIpY9/nopWgxomxOGeOjSdP7pEn0yn9IM/9+Mhtr0BHJRRZzEYiDD6Xppo/WiobDCMdUU8bEIpP5yWzchdTCEJh4CamCOXG3cncPfhaZDpFbFGNwQ2SJrofz0CogMLjulGzEMy6ieeZ0gOsqOLn2JD/GZ5T/x3Busm1YJ7K159bd4ksFwbH/tg17DUjC67Xt4AgGUjCN5J/04/drK3fvmSeL9DecXZYnPDaubKiKX6ase/qa+8X0HM50bgIPLGysZWOau7MWw05AY0FXMdNKpVjFBn+jMsZdjSraay5lq+Zjm6QU+Z9BmY9eIhvGPCDvKJ/fc3dvmLf8vSspUFl0X1j6Hftn8voucWhmjtYd4+++PeXuaE5+2W96WLFvomtdNvuQcHTqhHyYGITV+0hzuIK3zC114hpjviGWfwoH1VwpM1Yj4JWRucrHXajLxxp/OkLXt0lQ89D6isteqVXI8NARPxta4TrTVic7+AWcMnP8s7Y7LwX7TY28b64D2I/KmL2xIBVySxTFHju4labYpjVo1TJY3Caw24vftG8Rmg8M7hbLDYKuIalmkndtElcAj1NF8Y61ALdOU7vb3s+jEWG1J3fOKUr7hk/A6n4/c2erp8lFv4sKyTYaVP/eNCX57VBj4ZheGDHh1vxQWO8MevS6fJ6pO5v+ieW3UjpamivBrIROYtHzb1L/ht7FmHv2dkztPG7oT1taqPJY8nKT75C7p33gpmsbs9I12CbKFdT3TK+k1bNzAuCjOySsdfUK247s5z9HWvUOIVf63Vm37rYjHrUx7M8RpdrLvPRttzkaxG/igllgudL/XrjHdFNKwVjd9UReAx1nK384EUf+uT1DWgta0h5Ib7BBUf/37WhGwN9PHNgmJKeeU/Y8xXYnmZF3PUjS1fjrF08Z6l1ytngvrb3qgO4qhzDkiq+GZL4s3NUvbu/fxtO73nzhs4B993u92mtJ/8EHj2DXRHfugiM3jpa1wGkghFPYwFbvuCWb6LIxbosXWP6/nDtUduhOlrM8fZ5JHZGLjn6UH0fTX+Ee+n8fCMH9M/8bv8tD+iCQ94BjewTHXN+ErXvp4FN3ImzdG45XvgPHW7nU98rEdpVlOi43eeT/CO09sf4fdx2vGF4cxrrj/g6JneeafN+M0RX8P8VqXHbtYcnS/X/De/9Cf3alivrmtGt5q4Frn0LVsSY9vk+Xgx49ksxSD+2OSgEfy3w6icVLBd/zv6D+04hQ15gO/4dXSdz+fG1Eew38ZaRfp/b8Eu6cf1ar2L+2244h8F5yjK2Cvb8eAvWifRlGB+Xr/7c8Z7fHbf1mrtkD7m9ntcP4O1G8y6rjd///mPeX+J0JY7XxTH+TXOM7npIgAHpB2afX8O9Kx3PufotZ+8yBnhivEEKf1QcaQze3R4KJ5Rv8aVX0FPnmW8WCR/OcWgv8+Ha+2Jjl0T8u3nJEoN6GGN2xu0SSYLHOquM3gAg/mei0si8b8r6PFrifj+FX2u60SWJV2vc/jsjJicRU/xW79qzhfucXA6420h/W4Mh9lJP+ya2P89DfzBX4+BfMQbEzcijccqwnXDQlih+Yt6o0/x5QMpCIAbOdOvXZG6wpVrlbY/SBmCVbCmI3R5A4I2NvDGMNdZ13vyYKzS/bOgr1oIXlqqXV3nCwbd0+qab47tynvu39N9Fqp5qLhDucvxNY/Xo7UXT6VuRZ3z6q/p2nPotdxbZZQ18X1sS71TrNzfx8s1yjtCyPUFP6tmmypreuLjvWbs6YcpDXWGCPAf8USA/dH/vX1hyjkase9rfUslhf4r2d0W44vMc7CSl/cD4ptcuzXzjfzwGrr74R5zMOKsAR9viO608dGCnteyuW6u5Uw80YG/Xu7jQYw61vtt+XA45fQnXIDl732uHROf7PPiLqZPsjuntsV28GqPMOSeFjwjK/VCdkty9+nUUDJg537lwpry66+//vSf//wv3QyYJ0SNYKiN5cYMP/We+ZdDCYrIoVWzwBM4K0rNO+1OfD4joCdLCc58CsiK8JXQvcQ4eJ0Fcj2oMyep+QNPkRPSGTW8+C3hJOMxLMda76vQO37QR8+T11MfPpaBb4wVWKcxjvXoMrZ2OTZnFnhBo1JPN9WIvEPkOq/gwCftkC355pPxBd9b0SX1Pmq5ncf373ztTP12RwmMzHvaYUdhB4831DjAUtjE+QSjO67yeuF3DWVQTT6Seb7xZxHTN2TMuvitzWDckIxdlueY+muyiy1xKbqU4KoufaR51bxpzHyh5riHrX/qUzdVD+LliXD7a3X8E7/G7myq9HFt+h/JTyzDZwasVrbMXWRqXSg7hY9xQ8b0TYGim+oQLzeKaOpd43/yyaaBN/kUQg6rGqurBuWOCJPzI8hwDEPkk2Olo1gO/asnuSNqF3nZ8LLRJezcuIQ3dptHXWbUE72/1O++sP58J86H7iVIBXj4MsFREd1Yo/8Yn8qKvNwghZAb1fmHf22IWH74wmECOcj4Ut9z9q1+l/x7fV1KPlH+xCAXpf7818IKPBD6tgt/ln3DUcHDV8wfat3s9QIvGmB6grRq/AIfYO+U+NE0phD/msfAevlSviYzgOrTTNXhojP3w4y+aPxwjOMDH/m+9PITftWXjivXFBPwSvVoP3VYbGG1lW5r2tCZJITNL2wKVYRTeOjph5uCu9h7brgf3me9sFfLD7zQjyVr7LlVOpc+Cd20/YYAnMxb+YtFv9T/NvIichnDE8wPviZ3mw8O2ORuPsTLOhNte3F4ktwqPhRwGAvuZPJWg5g7LzgzhUfsVV389cZf1Rknf8hX2T3WooxZT+sVGKqEZ9Q6+x03OL0+8ftYb8Nn4uKim7CzpkneGBN+rd9dB38afnHG5j7OSJb8Ws60lwI7cbYnNsd45qmOBg7jODGgrpUK78lv4EmGBFoWumcPTE6A00vGgZV7yj+Jh3N8+qsTVVuxxC8lLw/qoE/a5md94cEfOUHxXC7+9S9jkiP5KFANreXMh/qdW+zgBheG1/C0u7ppf/m6LnJlq0VrPDZqXlkF1JgFn7cVbsKfGtJ18JH8IQu5xNRrqvei6PfE6w7OJ4v4mkZK9paOl3kUWPYl4LiYOIqORhXsl5/HumP9TC3fFl72GH2Li+iWR7BBf8m/spGCDODyh9ldXjMmP0i34ayBqbVi8AuxcEcn9HRPeZEND/A6LmP6I8uGjsIrPvRT+DSa+rVv55MbY+sRisZ6rENYdecT8IItvywY+4F9B4xPTxNnHjzgwxyyQbGzfrGn00cOdeCdJ/CzHzzGKOGryVT9jJ906YuovUCv359mbyEn6r9yn/wr++AXno1sNiM/OOnr0/7skbAcMYMo45NBNZA715ERz/ALnh7QLF176Ti93XF6u8vuOj3hADcN66fPi/jZ35a169J5vNeG3rkBvq7p6kIhdqxP/GqUl7n+q3O8XD511sfHzbJuP3ZQIq/rsuMJq14Gfh4cqYnlB4vNA5rEEIpe8u1k9nnNJS1snjvgdXln2znonx1IzE4cdHN8OC9ZcvcH+MvOrtne7njSsYZZbzstcWF/6ri4hj6nt+5H67tkbDQL/Har60GbT1qW0/nvMj5F/hFDrke171TN+Ue8hp3o2EuXCbyPM3baFPyOB12H9zb+YplIyVj6Z734mq7jr7GTyv3gnjpzjfnPf/2zdGSOr7yEKjQnR5Z+3gxhnCWLPL2Tv+j7XC8aTinj3k3nnfMNGC52TuaQD06dgvbSOR8aOTHOfq53A4/uS9+MUGMjezI20vf572e+f1y5VDkEuEo/j2z9wlu8wV55hi+Ko756m9+h5WtRwwca/b56yZLPYDoKDxICE3zkbf/q0MijPu0DlpglHyIT9mv+W1jWAR1nl+rNpqIZOkBLRIic/EKC1Jj0oU0ZuO4kftyPLl1/+t9Fbw7l8Tor1Xl4+C8yTFcyCm18eNRH7abbjusB5v7MMfJ9qEM+I6RfH8Z/+GleC7Q3XjJftHeJPcx8dv9znHm/a09jsE1yRL1VygvoW7hiX53oDnns454W5Us9kK2YkhHD33+UP7W+1EUY/3rRPUAEAK/1j7p2Gl3Tyy8Fgsb7lWV0+vfbxUUXg5FTn0Ikz3+vPO+LXzGMTXe8lTqlp6+90PdzOiWezn1oycmysV5ybyNy0SP4d2+cB8918pfec5zhSXz4C2/aojr8IOB8yRqIza/Lpvdr1H20Ak4+zL2UUbmYOUHHs5n1Bd3z0DC5kfwAHrugoDz2m5vQWTwgGHDTZd1C5romBm0WPdRQPhy18VY84MM3jv7Zv22giJFJSa3OzYvpwQtP6KwkP9Nmet4rK//Vv3P/sR277hYdvxZpsSw1VXIN19dij6zXpZNhxEQ+VLc5dpHMFteNvp4eePh++AI48n+db45Psrcb4XUl8PnY/vB5ITjS/c14hOZVLR3EzzGeN4yV0IvSflzzHDrW15mLC3VrxcOxJfuA6D+eouLFcsi+rb0LXYf982MBv//+e33Vwu/1VbYTtCmxOt4kyCJtlGNATrWomVyLxi1wvo2JgTouvV5JOvQ7WYwJjhPDk2RedEAzdiEugPlG5h3Gu7Bd5rtUT3gJJrrnZl9wbc+zPNPuNikVZewOD8/UTipSLM/ILTlJ2OD2GpnvFhI2v5MTO0ObpP6Yn+0o7caEeZA/9TJ++Efe/6n6jIn0KJW61sRZbwKzqQ29WbpfR+w9C7Ko9AOcKOOfV5PklYgyIAdAoR183GUT3Jmoz8vAn/pxUXNT8Af/eKPzVQzBoczDZvH3zTAzRSQ4c9zg29c7POkdGfAuQNeHTYxNbi9Dp2FrxnT44kBGHsgV97aLv07E5utN/uONYjCNuE/X6MQnG7iW4I1qiuJ0r6bGr7YLvPnkPHQbY8dDDntP5kHHAfatLj4p+Kb7v+O904ZXDsHhZ7oysk6jvAk986DcfzWd2BoaPZITmhelJ3boa1dL1pECL1Tc+d75wXLBc4E3MaNQu7/yE/248GFv90H7ak1sMI/FW0zF9wrz2JVXaD6qrfPS8w6fGKF7boLwFZL66s4S23UO7R2MsQ53LCq6pUC/AOs44XcTeA2dcbmlnUxeN3QB1NyoN1lGQPu6fcqU/jwsgZK1dW86EK7Bc4MPVU5eFw0b/WUMQI3D4+Q99W32gDPhoYtyB3Pm/8QdY9ofR7vrfco+WP0t3ciQrbpZYbbZt+jRZjxrYG5QcprixpKe1m3+MIf2SqzxEYk54t5GZ5Pxr+NN2n5DfGxLa70qirl2DWpoYf8zF6UhmJwLPi5A8tWSfa0Gfz5w9PKGQTEsPpgqWVUnXvEjIgOLHqL4KN8gbAV+Wb87b1Dg65uXtY/UP/73gm32h3msuGVf79ilXYt7H3lqK1dKv34xja78xXZoNf6B3eDHT6fegUePyE3/rha3lqsnTnwZPYkNes5+AjsIlbrVlmzq+LvwwuuUcdcPbuTc4ZwwcPkGCl2rlm8poi/Z0ueTOnT+6PMZXTrtU3vnqUhIBnJ07mkPLTzxiE7xV8cDxsMexExxqEHxJkitAOtzZ+Gwnl/P2cQ/8iI/7M4+8OAG56wZ5y+0qU+84iQc4/sm8xPvzu/KxzpZzlqIQ9N5enkrudqHiu6Tc/9OdmDIL7PfLl0vptVdCU5sCQ6y/uTr/6fM+/lon4TqWnN+DW9qfoOYErk8ZXu57Lmy+csQ4hI9dmaWn/GM3eNm9Lkm7vqUY/ntqejB6Irj10IB6ztvkj2jX9igGw8p/rCOQ7ceO3i9KhnvNOAH/or2R8a6nMhIDb/ffvtNn/7Vm1hbcuPIZ1vCd61f944PXucF7BtfQV/3Hq1Lxe2D+U0+ULwu4C919bJkCEOwbiOAHUcoty95Q5A8qik1PzkLv2sqcta0XnmDIGeN+CX9Xdh+Xkc38x/npdo7Qs+8175aYoKz8/rYtjvbOwy+/O3Fdp1xw/Hf6tO/X2pN04OdO9Ho1Vi1eGib+2n4FH/KpvG5IvqJJS7MW+h8IMlHCO5782bF/uZJFye/NYD7px1GWPbu4/FzaSrE+IE6sVs4TZiarB14iHsUfphk/pQBcPmUkR8t8MeTfgPLc/TKi7mDLP+eqnW6Yu2Q5C3QzL35MwNBRfXdXRl5u/b0KP+M+RtCnRd/vb+/FBzq6BZYfOp6nUt4KI14EavE2jih9DwBlvE1cm1FzjkSGbkuyzXLypWT4to/9bpiVOazmfNmnW8UCUX5rZy6oxiwilm3z+2Vg2vs48De+Upx9FSxHNgs9lKi27fk3eus8YMeTODd1PDpvK3fPd+/Gxq51gOFmXNI4cW+9JjbjFDu9DZcr/Wy4wOlPK055AM8M3/Jw8iAJnlpLtdX5VPde+C+hUV7fQmm7USnm6AEadTY7/m9BkzPeXfB0kLP6NphtKHjL+Pms/wX/I/q0Fv/+HbfbzuPyA0MvVlzzvXqXIeC32vrfDVcdg9E54w7PMD1ffw8FQ8YSZf/93/+f5NDuWs6pAuiTaBh0MuXX+pGtxZaJ4LXXA5adnDHXW2cVAbzpQ83AYBYCuUA1i1YTKpFIu0BSxBde9VYARL6fMnBawKORg724bkP46cd8ukeQR9MqCOHmk/S1MNVVRwkkitvCp+44RH55rNPsozttf0XueGz+C//BYdQRA9gV5pdQnodNzDqwM0XyNWpka1RDfNSf/mtIwbeKJ3PHXpsyZjxk2PYyupjnXmSNPz8dYWGn4uoF0/8KMWrLj61aPpC0ouFvWyppAO+oCz+oTWci4RecijeFxAjwa8/md3p7tq2doyMT0hGXtfHc6M0rxymMOY3VEyrtK7DhGqDfMCotjYQDpDH/M6CZztqdfCpfNtgnCf7XOlxY/zn2rD0RGtO+0P+VnHI5QmuUeTzwv9e73zyKd0UeHMwyiYHXrcJvHkgG/Lip2+sT4V8HqLH6lZfMTwCXTwsB1xLlo+K1k9nrQO2fhNoKJBfD4c2MiMLGfFvdD/1TB+JwUE+63l4cpHJmOJb7b9aKupjD7Gh0XuYVL53THjCrD6AvDl7O2wUedbn6BSf+aCyfIItZ/EDQ/VoQRmceED/vZgyPynwPy/IgYcfuqcN3GXQtrE/R14E46xtBz73CDEkDpTOf/kKGdkXFk5wjQfOyu+MwfOuIM/zdwguJPto+bHTmd+IVZTtCDft6GD0XMIuxGWfHWHuvNJf+1/w0I8SvtQ5rGqg2U8/dDs+9trmCWddGm4IjfktWen3+sRNP3zBVbvYB8aaF7zwylj6s8bcFZ5isvrhAW32gfB+5DfOT6FFjuhHIvJkK2OhD17vpy3a8lvWcPpdP/XHS/TrsLTz+/DkSOaDntBPJ4hHHZ7ZCxme+9bYo/pc9iw1k8yS8Og2BAZm4KxDrGOcX7t/atbqxlN88uuX3/QQCLdqwL8r5umzhD5dVDGNDdKXeHIzhtexjmg/qnVSZw1y4CjoxG8B99+4KnLvU1UnjgeZ+RUQnWRf8zk2hU42oxH7BIyrsJV95Q3mqoMXP6QvvIMOWOyiPcuxPy944ZftPKQU2Sc9eyYw5ErXYUf2O12QFsNzPzntqds7UyyNSU8cyk75v+DIwlb9m37a11/RZ18ZesnLJPpRIucA209NLuM9Lqe/z374dfjZjr8SM2zr+oCfMdqh77rg3053+udOj8Cozd/+63wYi8/BYf0nQuyX6OGMcD56a9jj1/WGF/2u/wnLWOgYDyx1aO5wMkadEronfPD6WO/H9vB6qkMfWU9478Lhxx/ywxta+PPXYXc8Tz1O/Dsed7DQhV/qwCM78PTP8cArm9Q88de415Dn8YV5bV3nf3BOfTr/PpbLg1xvhz61vhGnOp0+YwWt9dk9recVv16giayT3vC6Rt1v9YicpS98wy/7In1oFz8rEDnBX/U+P/2GlnNt4di+fq5b/DuW27v8BbtiLoj52V+5Vj5lhC8W4Xf2ZuKTvXocRcU09oYHNXS8aQz+Ob40cSvjgYdP+mcd/BMPOH+Bx7/Qh+bkRT/4d2PAXtE+0QTOG4v/9V//9dNvv/42z1PvyCsXll4joTmdlF2UUYX9Vl/5QpOkrrVsnAvXfQDnY+j4bCIln3AtDarHdci+Dj5+UkzUr17KHpthpGJPFyl3Bb0yD2hHrvbXyjDrbYbAeul50OG02d91JkJ+OVSf8tVE3zGZG3ooZFO6cDirHSXyFCfdZ7Fl07cKXMVR68mTxcU6MRqeQVIsi4wuXR+mGLr8wqTU3KMuukPMn+NjvL9sH0CwhFz7mlUk1tyvSV8rhcDfCyz7qmdRhk8Y15GjANMaMexhHYgv2IcYVwwKn/xyfB3Lef8AP5av5z2eipvwSoyu3cszyVXrEM/4PBZdZrza/S/GoJFt8CvRp7/A2dcvzyW8Y3lgtDL4E8N+tgajvDF1pZ+zjXRQbuMg7DEtOCkrJwyB94LhM/u9w1e75NqtYTfr2JD7mNh6V/LJ7NJO/u+f4O74a52Qh2poz4eOS3vlA/5c83vHS0wX9P4ToGv8bGVt0LzPOlHy+jmD23Don5yMb+CV3Nz1tS8YD27G02esl4yXmHm9xjQnVr080Qun8PmQACX80u735YVw4AB7yTtEzKunpBHONSaA0cd0xP+5PPEu8ir2BTj8JS7wDv/sA93+Li38z/HAJUVisjeaOnzDC338cEjFqxTJnK2eUHpeAVCfOWQThi9Gh7kz9+KdX/T6s01AYIHDULqMBeq0C9ngclyQD8f+FPrUoUsfupRzTPzEbOVMcNb5oagPWa/4ZYx68urA2bZ/u54d/y772Ae130weqxHa8Ktnq2aMWJZx78JuLd8IAJtiHDNxe90oIFjG4pVE8Jy2qllA+TIRShTRxlasemIIYbzA08o35o2+47p9b8cV7yPIE5+RiN3Yj1i9GJdtZZpiUMnGVxwz4V1YYO9C7VFNiN0tIVTN4r54AXpGToIQicQmzMYcUHfhZfS5Bje0uAu+oadtGH62Xsa9+h08b3jXsSfpsSHywYPP312wZ8myfrazS1p6x/6ujP3wdygHD8vKhroOSV0f/Nn6b4qW7oMwfO98avu7AMuCnnxmbYjfNj0KLWvRdlBpqr5qwot1LPF4hcsY86PectSTr/bX8J30rMvG0hX7+DTyuwX9e2xDJ3g6o0Z6fzMSMLp3n8ZXB+ljFx9Aj3/ZEEqEfDp52kRv1IMLNCCazusNuineD5Iydvr6CY4WvYB3Szv0C65wQmoFM3TUV37QRh9qck91wdl3sifp6500XixrrJ1BDhn33djRZR3mTkLygNzGJPwOjemrrjzLE3eToBrQMNpLtw24ZcPLWNGl0/R2ZAJbOoSPLwTAMZ7hxsNFuy6d73P7XZrMteAfCXEIQJc7W6OjxyEyn8APNjM978bN47Uei997ePH5qftFVtwQAa3faaV3Gwv6rKPWwIn8OV6N2N759vG7NvuAnr4v/p3u5JX9ovNgzYWGeRD8jE9eje/GI/aE4C/WH+6XHGbx3fDf1Jf8q385pf3JRZLWGWfc3Q2VTdVXdmB78pY1AB0G/vQPKv3QfLQWoWWNUalKNwFqfcwY8OhBWxd5wCCJPmmA8HeVqdJah8K62w8MXbu+wZv10HP2ocFm/fea3Mdu242H8vYNm7loBje64cfp61sh5VImRJXQBC3w9N+pQ5P6pJHfhh/6WM4d0nfkFzzCBzrap47hETz6wemwV7TrmtK+CH14U3deCqJuhiNrYd3RrdG9FVzqdZNj4VgecWkCxjA0uz4eCDy8X9m8JF1bP0p35fQ5yJ1N4ZAxbIudGaOOzR321A595soT3it4eHxW7pVn4tsmu5ACv1K8hoTPe/TkL9NfZ/fGuN+obeDZzP41AW827Dd2rzGfdfPdxNlv5dMXG1ly4U2RB9q9XxLPIO/9+JTR+7kXurt66Qutb3g/z3mu/1xyXXB3k23xXBJDB+RufGFiz70fEtd8Spk+cYGf4jKY9Dag+Gu9cWSfBe+1PoPpJyrfp7INkRFy3vjNm7/k9o8U5kXmBjxo9/Jkj/EGcnWiW+ZT+AR+3dKh3X3d5eYsFFjfuwzrBluPPpXIKb6Dj6/ElaTDQeiFbbGPGljk3PkiuoRm9nnTcWZzQZtqfAL2xIdO+VZUnHCRFXvBPdfrW3qIqqBz1hMBXrwk541S9tLgXkaVwU51Ygc8c00+rL7etA0yCLNYnwwl7nqwmBv5eQJn4uOm5qiCY2foGtrLJjSdyx09sOlDm/uSJ/YTgzqxCw8XcYmwl1yZBDr6db7n3ZKKogeKdhM5OszrLWeEjZCma1iPMTJ5xrDoiQ62Of5W8Ed8uIk5OlkXLQPluyOYP8s6/Eb8zz12sgzCBKzGjE+BsmcklrIR2lmsg+PqOdDpJ9pDo/sodJH1QDLBmadZJ+bAbJRu/L/JZV3/7W8cTKreiE7Aevuu3+l6W/L3zNPwya/bbX+uOdhxO554k3f113EiHzi2njSMb2GUfo5laJ/qzusJ5xXccu/15U1vHsahkL9dx9j3Gfl88CbfABY6+CoxqEaJH5PvgT/WPMTBIUlvjFath0LWOgUd8qLzI58XA0tfKbxhivcG+bjzWV3iEzhHl7Tf5XXng/ByHJbe4ZlxJcAaVkvv9w3YxHvof9XvStTa3D/J2/k9LRwoxldGnwI6bRYfHrLKj1fXs6VGGetjDMrmVQy9DLT1s08GJdTNQgFTdIHf4imo5f3ga3jpSZWxR5YkpNW/PZnvRTgxE8hX/mIhxj88lca8iWwm4txIkTyeWout4b3ks9ilB2199LtOmHw6kuInjBb/vvhFv9TgLz2gFQdeVBjruIH3Ghr++OTGz+OJHcZDi/6Mxw7a+FuA4XNkAKfoO/blrJI9DoQeub7aR0WjBZ7xYtJoonvqKwd0Q7n647CU/L1DFIxFD3m8iW+7JDP4xWJ9xnTwzljV3dcNPJu5+JyAx8by1xOKc8r5CU5507YOAtvt8U2v8h9fPaMLYOJUNoFL/PIJSmwODWtI1gKtJ4WXvv3u/Aafvv/gsHgMlV5Wyp8RZ/M9/UtMWB9g43UIPXx4Boa88eYgc86IDNSI4yp6cm+U3Y4Vv7wVkAvv4Pd6ra3FvXz6ja/JqJI18hVt53PXJgcpo5r+NnT5XziFFLtic/wX+0J31tH1xAsc/G2s5lF0Y6zLAZ74lPcZnkV4BQJOjlU0NBZ6OoSLtYzf2KPgX+xBvrmFJ/OYXAPLksg14wNbJfxPv6QfTOOZP23GVQeh1cgqpX764/foswah43KstK+/3capqcEiOvUwJ+z7uMS2UqbyD1+teCB72lADXY7a2Kevqbja0CWHLrJmv63B4E94kgNdhv3YHZ8G1zeaLCm83VuvgXfasCfPKOmf8tMPt1wkmleg9zW0+DIleqT/bh26U5fQ62I3BhSQvdA5YgzGOy3j+qv88d608iuH+shUChabST9SyntGDRx95P7yy6/lT+cRGgj3JhUjQ34aOgLDZZbXEzwwOLpEB9F0Rweh1bnJxl6FKuf+OXmd+TjyI6wmXvN3xtAD/3n1Lmjx+qP9BtD0YQhGDU9dE7EmMuur/qO+hYLfyMMD6PvqZwbX/mGGyOEhpZ/5LrzmQto/6/wyBLcquoUX9KHVuZCcaTajM/0O01l1yHvlpyb2dVNOMUrkkF/8y4UvHgsszLTPjHkXuozd1disvaH8Fvvlj+Lxx3iad9u7Dibg6l/V8Qmwvm+7b+fkGzxe6RZ56AOe9DnkfqYb+tSRnTrwVzyjB7jBDz10GU/NTAgusOAmZsF7lnmzaDwg/1L5yId55OF6YQ6RrtEzZ7v0U9+xy5h0Jr9aXMH3+Eiw6sc2wQus39IuXbKWht+irTld12CBxy+Mp2SMfvx0hxf8pzo0nd8T7rvwd3hFZ3DzW8ehS/0kj3G+Ku5r+6rG047wCPyOVx8L/hVvzdnrmCHQ1jRUvKqpM3r1Przm9MrduWKX5VXLl5FZZBtadJUPS64uNzW+1oGcQ0qNv63EX9ZxnTv/NgFvMJr7Rt3bIAf0adyyEZ/kTc+wQV9w+JYoHt60/vdxiU9DSw1+eOBj1uv8znDHox29JvyyNCUQXuPJDxf3rVtBqxuM8HJ+GR8bv9XX89WHZK+I4ThkX3TKOAtfFWSKN0l7lOhzgP/G7q6D/fHzT//6179++te//6W5g1o+v6Nf4ocKWXOtTnTFrKzrti30C24K25429V38fejKnPKehgzx1n0yOkXL+WwcGM/f346M8G+nPw0Fbhtq1hcvMeW1DkwjVGGjOnt/iVaBR/avAZp7C7wig7HwC4/gnzW5zhmK6z3uaXR8yas85OvefW/zpN77rGXsdZuO7ewWe6HSusfZ8ofKNY/nHNBNqHisJA5UIJVZJdfrbhdrv9Wo1CH/kieDWGcI8zynUD/rdp5PbelTTEQH+8zhydgyc2aIL9Nn1DIrXupYks+Y2pxKf3R1LPhd3r2wkdR1BDGVoT6DcL8f//CFd0pNnYUHb1Xc77IPuGb8Vt9KyX3pqI0Ufi6L3/yVzjZDskRe/LgaQTZypuHVInb4vucvNJFHm2I862CIYWl/VMvc0gv9Kc6ZKFr9weDnul/k+cl8R+8q9VX9KTPXCpDff+a60vp7/QCX/mlDeKRm/2bPYpftxX61Rqx1yzeLJ37W127rorbfRTYnZHcdmNvbdU2hZZ0Cj5/Uir6ptR5ImWU/3KNP8CLLktfrzLMCJZfX6LV1rj+5JgPzSUbnEr2o04Yuf8Ayl4ClZLzDMuZ65X/46iGIxsN4yaJQ7367oAdt1OF9gGc3+oHHfKNgT+D0Gev9wKhfle57vyuBLZ7PzNlv43fFLzz0gIztjP49r8BPf2CZRelZ2uoveZkcSYxmX7iVQ5XDkWEmYXX6feWL8fc4dNq047PUgZ919290gabDT5r/m33WGPYK64gmtRIPd533v77+5z+8iWtkgv9cnHy//FyLpZj7q57v8cfyVuz4qg0OvyOeF3Qk8mknv7FbnT/rBPwzz8Kh8UoynM1XTvMJ4Xdu/r62pViPgnyepfhS4tDzLOiNI/PGs7/ygcUXgqpuaMzDhz7Zzeba3vjUuAZgAZNWju4ckQ6zp8ZgUUyKiCBupStXYxoP8zWWhN5IX3ZOOc/IV7Ve09oEcMaCdkEnDmwsLIZ3Nt/roovmOulAW2tnLU7xw3ozdvqyWFiPO15FrBuD5PdFuY0gh44N+KIT3V6gvD9UzGKD7OrGHVy2IUyarnntX9+IsA8WD4j5MzyLZDYadOJGNHBKauPvm5jHFi8RvPGCLpF3RUcuawrxY9bD3xuMvnJah2TTl5a+QPBJtfAKexmq/uOLNkhkUD7eiOxzdOMPnVywIxtlYGe9fAjlorWqWi3LVHw71lImALZVDOBPKLpZnd8p61X/yTf4sZcReoHOOKFHt6HT9bbWYil99S368xd9kCebupHFzHYu3fIEXJfz3MaH8fU6KJpnZRdsvUkutGdmm75G4zCLjoso6geW/sKwTWsPKx+gY9TsiJd2vv6lCWw42MVThxzOOKjh2+/1Hd3A4+eG/peb8PyTi0vuvlYhh+Tbe/U+Ic/OiO+44clZAnm6ef/Eqci+/e6LJdZ1r31GDq8LKaL+sr7mmryid/H3ISO4XLSeuMDmwfw6dSRsvsFWfM+5a22uryvPfOa5YuyQU6999Lk399TyLTze4ZMDL+am/SzhOoJtb/mhfDvzAj//XmdYJmv95RsGJvfx5iJ9HmZjkvIbvdD/UmdcLvJ/rfPKY25NRm7ED4n9NuyULwluvGXLYHDHb4O1HIkOp5z0u07nut/H7trkLb/hhWz+Qh+Z0NDmn/Qrve7k3vE+YbEvMs7x3v/C78WVLP0NP2d+dTza4tf8dY6jf2TrjDnWPjM3dm5EgddtP3n1/uTZgZ9oQ8/eGHknv/QzHtbdnuwZ4PLHG+H8FqbWKCJ1SXSv+95vwvG+5qufyenh/kIiIPYlfL2e0V/79D2nHRpdO9Q3J7xw5obFHEfsG4U80G/ZF25818lOGP345xzrdP+n29EluiH/1DX94ILT8em/UzqNee3nr/CIHGrik36nD+47NfRffq05TnJVfOGTv3fowbEO5L1zGhhTexzH6V4KMsD+RddKDENvNNuyeEkxD83XudetSTHHPmpYrz2Z40doe5u+9aH19xRucs43MUoNrwHjDanqIx+ZnAW+6pp+6fqjunAGzBv0WDHPGUf73sIl3+P0iU+cf71Rf88H2xgZyfaE9ALe7cCGHqu0f9RHL8R+MPTzT//4xz9++q9//3t+XeciOH23RtKqUKsk/wNffnrPX/DpPFgfuKaJX3RZXMz5Gl3f62Nv5xTB9UFFtO4NIJN8DA26RD/az8V2It/+d59viZn3MkvGL5WH3IfQ3K8xykfx6rq8c2ZhHet+uOps3bj5D2/+rnxLQ9DK+OB8qGfdB+m6zuPNVYE3IcT9WhKPJxujJ+tc1+fK6R6yrq/vx09o8LUiVD6VR4WCnujIT3Xx0zcdD4T09aZv9VN7bRGL7aVYFI15OzZrOGcVbMdm9yuzq//n9y8//fr1V73ZU6rMAj++Dlz+LOWZK7/XdcmX8XA91yj6reiigJ+zFZqw4OGCatMfamXk/1bNmqgzdNuL/TCINZKt1eT+8J98WAlw+euaJ0STYmOv4x69e2V/YyWBZl4vHoiMJU+PoU92ZzAe6ZITIGSec52Mhe7HVrMI/p1+6J2cAPsOx1z+3lfk5NpInBXfa9Kdccq8eEcb2TJzeffJO/SfxyEHOMNmZq1Yogu6Y89p0+flmIJPAefNd/izD/EA57ex7z3xPeXv/fIT+uehIIWkYMuUydbXVrM7c3FB3KpIe3kbk3WX17DHHGe9Veza0H9n85R19tEX2KPeD8qxH6w9wEjaI258ycMsP1f8SsiHOfK1cFTsT447Pbn95ogORPWmLGcS/zYMSQlz067XTssTQix1tZzuYKGXG1zjEJI5SQK0hv7EWiyU5SQ7of92CeZyMMrkT6xfvsAebDmxGvr6z6rRqjs6gaL2wdAB5MlA+j/zSBDEl5IFvvSu36u1r5A4CklAE4G3xRMcBGTzpmcKvPiK6JR+wQKMWMYv4PqTv/BZPMCD70pGYvr5Yv+wIEFrXZHPJqox1BxyctAhkii55GMPug2fFn58DdeU6MoTUi67PcE7a/vCT11J9oEgf40JkyHbhU8c2/y+Bjr6L5ipD/+NfGZG9WK+QAzPBQAL/R/jJqfwB/0Z286rt4O3bYTDn/j/roimqcfvEOIrPeVWPtanhtp4eCwbwK9Qlu9ymKHfxa0YW4eMhQc6iKZywrTgDb4FCB6y13h1aoFX9O9NK2THw7GHmlIXIboQqabmgtcncHOTHjuQQ5E8S6l2+eVuITOqX7XpmHhOtQeauBW++OQzhxGETf60619++1Zj+ER+YcQOKo8yVHb6hgR97Il66MCBD1in+dBmcS3947TRT5z1cM+U7ZhITvlq7jWFrHlQPKae2+fkKxZsavXwEQrrZprMYn9C4OBVMPui8rFsoc243twfOgz1VNn3I/+kw55vHddtomZ/0nduIsX+L2qjMbfjgAHplWwse/SGjy6dKg6l59LHsQqNx7AbHGTYX8EHT/OshqjZGn4msBCWy4W3sywKbsCX5rpKYx5A+7X+8KkuUdQ23D76X//rP3XAJ3/8hjC/md3nJ7hnyTg6UGZf6/3CzvxTnMHjWy7yuC2kmD0KPPzG2eKXsV7HP9T5y3jWyX7whG/0I6co0rtk171GevrzXkf/Xr7iNBRe/IzfX2Wr1pvS7/CH0uKBv3nwUJnzwP7AxsVdOUYeoEwrrNWUP/8ogxR7euB4bubmK2+4aWTghM+f4xzypc1P8h95/bdZgWVPEqPSTb6sTngJPvqMacbij1IntgDf+ECEXcgM0mCUIxL5n+ORV7vVt/WDAFbDvtP/2e+/jxsdWZ+D/1Od6bKkSA3W1eF/1uaaRirRQ51xUaL22J9kC3kn/6MdN8pqPcNuBqskvuqMF/1ecvHQujlijPjIm3aPBX7aZ5YzBolF7YDinL78jl5H/hipTGU9rn+c06PnUG2rptyCwmvy677YKEYn/qFbqkU/35QwTtrKg7KLHJTe83xomFiMgGQ/C605Pb+e+L1Pm0+i/fb1N/kh+dh5Z48T3ciPrg9t6BhnFmU9GrMUpzmtyj7eiOVGHAX3QReZ8evZF/KPvgyf9psN8O+y+hjwOU90QLHBPhs68f4oG7ipwIMOZ2HfKfbiHz+cOKtfZ5Xq4B2eBZXdlSd+wJB5YV9aH8s+dYdXbFl8Rzza+i/eHaG1w5Na+dA3hxv+yRniGN81dpdm/JmB6Iu8yM7Y311HFjWyUu76jAUn4/3BgdAGJ/3ImP2KYbd5x/esCO5ZgxvZtMmhwE7cPPr7PL4ouNmtT6QOUNcZ+qfS8Vh+xlI895wnOuCFXo7QZKBBrwprxF66DEbYzr7U8e33ml7iUSx8pRQ94VC5yqSpIr2qqfW84izYEe/Y2GUZBo9TI7GoF0l/MR6bjM9+C0+fAxlz7MZoaXzuMwUx2oy5cT9+nfZIRevv8x20yx7sBbfbfXIPL8N3m4Dt4yf16uc+gKLyIBN79cxR6Z1cWhxo1SlibPy+f7J0D//Y8iJtd5Zbz3mTsw3ywi9ovU+br3z+r//6f0ovf7UwsPpffrGvjO9chAdjLtwPAQdA6jGkCtvcT00vfFf+GcdxCHOut5ZMMLi3CQywh3iATxbCtWT5gTyP53op9u/rI/zWvTbHIPfvrB90dU+wzjj2gq2s3dP7/8/Ff6i39IzumVc1zyvYOjdkCMFV5NNxvlr0HrP80qmd3z0yxnUdwv1Gy+m+HYeOiY4c+CtO/bwmDOhRrNYsmuNgyvmZ0KNHURbGsse5UFSFk29gEav2wjpAGepVq/qlh87+4ksMy74/fL7QObmwrGthj5ya53iYzbJ0nqDWwATkUHN9rWMmMgsnus/8GxMx1yTOpcIt2/AK+vPmr/xRfXyo+6N1Bqqr8OLfBIM/5P5Z63bO+GBwz47yx1DGn5S3T/fYAxt5r9zgOsP5y5v9/cxqfr7+o23fff/p1/p0MWc0cjZv9PW9GtxeyE34KkcIepWc420EnljFc2v50rmyO+KMW7++WJxWK3EBovsaXK/0pK72/PRvucjurHxai5zy13HM/ksCxC+7fti6+30fRw/Ekye+h08M6KNXs31LAHig5xgn1vWfstli0JSPx72fsrIM/w+76EdPat4AZAp7Lpu9dOQa+D0AAEAASURBVCSGa7LpPZ3I7HBE2wYrFt5Dpf+WqsdesitI0Y1+chNY1u/puNIofl/KDaeOsfAyDc6v+Atl4S1az7nZn+uh/T7hbzWSE9YREi1bI+jsLfieP3Ko2xG/L92fBTI/z8K9Uvjpm9xqUHX5civTtg16dMzbMbBvOJtSmMO/jPW5tDfwfNU3ElouPDIf8wGFL/q2uaItlNifvQH/5D2i+ONkT185U8Qd5/RbH7vj0WHIlEsrT6Znm3k1w6Qs34bMB05PWRuvQaftuAbwIN7IfsIeMGV0wrRxyijYkBDCo5faJRdiH3AbEfU3FiMn4RXrAmGDGUmijb6knz8qHRp92qG+8k5fmScam8XBgAOColvI68Y0ncU/fAo4m832afgcPBvlkTl1FZQTAdnwHq7T4WzdvCDpluQrLXp1fYKRgKSfOrjn+H2yrAUP+kVTWulwAbQ8WRPOY7EBH+cWITjvlegGNvr4sPNgfYmSbxqRbwRdZaEbfz40m198vmza6WDrST5s2odvem0SFG32V/ZScYieVmTog4zFX288FedcrEqIDl434v4Pg5qacWZpsHTXQxbayPHvgt+p+bgoN2QfzgAQZXwL3/syc7d8XFlTSAN3+DyxTAjgokWrcN/R5V7qA5S1g4K+/ZDXhHd9lQiy77XPzNR6a32KjWOZXm9YBdN1ZOFDDmtZ8BntubdTrV4O2IZER/s3myZj4TXlzYRZNOBAgys4FNO+OyQQE/jsY+ET3UaMW7yjQzAkyMoZNHSSjsXuKp9PYVbYdDGOvPxNjtJr9cBlnTp16xir/Tau9p/YVwdpsXBm09TDSyP+fIqD2N4VDnBah/SAkG8q3OFhp23A72Ckv2NLfw6GBf6DQxAxvBdtQs0FGC5b7NOdL73f65tCvtanYXCl1umxgKKX4jVIrF9xeSW3sQ9+A4XTsFXWzuF3YzkJhu8f6Ybpy4Y3FV8CXrZO/7xEfjH4pD96R/fgpL5jF9wzJSe8iESPXz7pik1uUupGieDpYv6TMk523oeemYzV/iR7u8+NDs6o3c8hfpKtrXAk9pMb9AazzrtDd02s4lxdxaJqrxtPHKyFz8UvrAz7EUzWbop5M/NfrE9tf7S0er1RJ7zA6XsO/T4W2bJv+Ce5INxjLQGW8qhn6aOxooWX9y+v+V12+HxUR390DD/2ObU5Pw1/dj7zcq90yQ2uvjc+6j6YKLeIw7wg7/GkjdO9L68A3CjSlRrt2BMdu799DbBu9N2QT3uhk56sN+g6HBE/UfeS/i7PGJ2mjwfu85OvynC5byLs/COr3wxdvqnW0Ic9FhldTmif6tBOfZ4QGzw0DXTbRA/h3psz9Yb41DkyPqPXrRIfAE/+px4fkGs4up64T/CFd3XM9Fkhib7OLflqVt2fELHzJbrq5uDnL3GXGn9TC335072Tl4exJbD7KPZ02H7/I2uF7Y/3vgxwLsuytJxLOvAOYz/psiIf7XocWBhO2mXBj7Ui13LMQ/JrzpRSAkQf6VnxpR/YZ6SaJt6CsrcXJ3SKXkBPWRkLXP2Wn76nAd3iHxpJqZzAj/LlsHFJl8Stu/R+Wv8j5348ej7Zu4SxTnntXLDyhXI4MtbIXYu199/1tc+/tq90J5SUzQcGPbxC8J68BwYDfOWzfGGU9FMD9XzwOOFhHu+6f6wb+Px1vubIDryusceURWqGW30HW+ct3Stt2K+axOXuHGOaijvyuX4sl3Ef9lJ03WioeB0I6HLS6azf8MBRLgxeO/69rY38sRkfl/YD546Xc+EpJo/Ma2A/byzMJ14nPtpEx++Eof54M4CHdrj5IxhI5ExMWGLcyiRqcHiig0vLpAELiXCUiyFeuIF8pk78o2ve5Mn9/ydeiY9y7Qnpb4Rv9uuenPPa6zPOH3mOv/gfV97p0PKf+4j4NPFPbNM/yc23M2eemT64pnXviU9wP6p5kDgP1z/hIkMf4Cg9SDm2KpZ51j58QYYM78jOJz7AY/8rHMb+ql1P/JGv5W349CN90ONVgf6KsubMGbtXvN4d83tmtSbUQ1Ncv/VryfBAb/8FsuqPbFqYdy0ywD7JG+h3WIHN60sOMFXOvvHir2SRof01Oide6YOTNSb4fewam2BF5uv4Bjt15NPvcjL+WJcY8L2v1ZweYitKGwk4HdLlbYhHB2vuvIecrL2d5F3d6xPAXZ19ArM4/vzLuDGtm1WocKdGF11t4RqGgTby3M0MR/7vv/8+ggwON/n5DTQWpf9Um5WoZDIRvgfvkDe6mGJ5fXy3r48oSMWeiyU2XomqPlr0svRHZ9sfv7k+KTr1fTv05m2cwMLTtpg3beD5g6Lje3zYz7tIiqttNx8oxiEBG4ZbwmMCQDvKwjF/sS4G+hrm4vmlPonEm7t+kmqILh5Pb/h6S8GXCIo/oYt9hVE2MG5Zh0IlMzbdjy/87SmhpELxlehC40AvPTXGIZ2bCzUwcPMVjQKWqj48exJ3n0+JLfeBXW5U2FxGRAIPCk+2xM+qPzJMVH6BBW/wWp+hODZU0U3qGuf3ZesHv0t/QTWml+qHXiNFngVFtGJXy1rFI/qB1/2aTYp66t6diC30ZSoC0ieOEiBV1gt5QAjuxhbWO62uM2uL8kqEGF63aw8RttMqWl/brk9kDdxscrDJ5uwbv87LfihkE3Wu+smquwMDduoAxno77C5O+veOja9wpn6soVUufR3vyhWVBISHLQxb4rduqxiMF8b1BuOIeW4wByc5IbyR4+Jf9qEDGyXSKNgPHk9G5bAaesaT1/5kavX59KLsyc1r2wbujxVbDm3sDh9kLzjrQ/UrZ4OXcYFDVL/ByTj/ioDXrfzJBUT91AE+EA5xLwx4hG8Iwj/wsx+81Bzcueikht/rQm6i47hTysNNKl7LlYvEufjwCZisAebrBSZ6QQZ+veqf44sOViJ4vW/bTdM//QUkeBo1Y8HIOf5Jih5sYs5IMKiXEp2DI/rSKTckJnzoqWULLmMRzPiF8QsAusNHtM+qPXJAt8iVH3ocGz+NsYCVPN2XK6/oK1GbP7ofERi+1ZB8reM1fYAD0vrIWg9f/g+8zEtHnSHPBe0RhX9XxPtmIL7PODpGDjDZP+jgHLyJM2KVPp80Y19GJ4p9oeY8iLt3fZ28sbcVX4St3EUWf9E1NqQey+jkEHj4z4FqRG+pWyI4g5SVdV8fHWpNUEyZmyAzdl+WPs/rX2Tljclwkp+xqc5u3+rrqk+8c5+40I28iH2hD95na+hzwdl5JX+B6V/VWgHGOlAdlRkX9NJ/48eOJ30yHjnZx+KvjFNrXyzmyE/pegdGHVvgy1fsQQLd034KnE/dhw4zMMR6cQYhSV4kA+g3JfrHPt/wKkv0Uz5r3t2QSufQM44Ois3wr+Iw5uLiX36X8stHk654eOxaW/6YX8PuJ98at9RrssW3RFLzLzGKX0+5ncfTmHgVv8gJzVMNHjTBTw1+b2dt6Ljh2fEC+3ydVRp/PK8N8D3l9d/gPcfiJ9YoJUe9hv8ag+teMpa68+3tncqxZBw6442cauevRWOc4FHzDSXFZaEcLfhGp2No6xaazX1mteH3jvUx5E7WR+N3NP3+SpelM18B9OUeFSK2k/MNiI5/tsnLrs85/t/ZX3aOfK1rM7v7D1+7tt9k/Iwe2Z+eaDIX78bxBXp1n+h6fr4BwDywvtZ/4IpuwRnzHr+khK/mTz+wLBTLZd9YS2kb/bHmsuXV2l/7TX3S0N/2WitpmYmfrPM+L6MF68ZaauqrQIv4n//6Z/Go65xhgKusHcso+86c4nN6nOnod1jknTRXuLMnsjPumuud2uk1OXLN45HOF0iPG+uA1oIt5qVnGZ5zg7mgu+WbBzZ7rYV/ZOQaSYM3L9jP3ul7Tv5AjP1h5PyGJ/J5AzV8b1g9gnSuGYGDPv4yv0eyGrjfV3g4Wz7TNS0+KDyuMeec6Tw519in+CJnri/lO3lspUgnetkel23F1GiZWlKhYJX1ylPiaF9aSHzn2p9WfymoBiMrtP2cA218GT7xb+Bab0sjJdXQNw8BopU+IVyK8gWT6qNz/YUPl13jyj0iRk1sxlltQKyjhejsV/GIHqDwm8Ap4Z8+ePnmGWA98vFBcM/acqHpVMw9YzJN8uEwrcUDzqiuUdo8CsyU77+y7uj+6PQJa989vda5NpT9w94ZPiIIo8RXxP4szgfPS33yfLgA2ZEf/4QWX6MvEcfn7g+5BQ3+um+61nGu0b9x/bzUE1vmeGKddYp+eAmpXnTWB17ikMgahi7kZEsPoWtNCuFN3e9nn7iRCw7vHfAPfbgHqrrixCeSKeBaV/S4CmKMIt3ZgwqfbxdC98zH4FypX0Og67TRZXhnjNmPE2/e/7derKMqt+sfNt0YVQTIIqV0r7Ci4ZgmsI6LvmBXkVr4fPXvz3VW4j5ORf2nLyZ8behl9MzlPnejr2Hye9HHDufXyjezHrhi6/1M97trcF8XzCcPmeGDlPAPLEOGg8e+anrugVVX5aP1KXwjR4k+1hyOB/Ff8CI/fWpggUswOZA1oinAV/RrnQB/5Dxyw2PqcNPoEcgwsHNeZux1veK7Pso6KGxIFiGAEY1Hc+MABosJWE8ljkl9h8fYdIIcxpuLdVOvFkDetClt7sgmzLxHxMFu6MX6sYCm8TIFa3CGFr8bGvNsjB+5/vgAPmDiUvKVMeHW/QcehepcXIHxlc8sgPFrYcq/4ZU6fOi/8lPwwck+Rxv+/DbK90p29OCv8wzdZ+rQ20TsdDACDy+Ny9ibYAXpqDXpPsglTofdF7StiycqE/gzdioGyMSUVk57MtTjHNg7Nfz4h429+AAT4fvc2PCK3rKLw1gA1zjxdS++WGM3rRPp7A8SwN3XuVmBqOyXWUdvpAh0+uvJr0au1/Fd72zM3pz3tUxeLMV0YAOn3Nl9is45RHHhlYJc5ly+GkfxALkKOvL75fDSGyxEqsb4CifrX/N+fCWbLuaUc14T0edVYQOOfqcvsjm/ot/HkLXyB34v/fmBbjtvejv/TCzF+DDzle5+Ez3cTYir8W8K9Ev3yAXhEBSCT9aL9zMhsWsq3SIuPhXFj5BvOSygeXHsK19koV7DL1oVZ2jqDx49j9y/+sz+3hX2m4fjwrOG9nUyEpYaitHY7yJz+WPhnS3y/bpGnVh7f9pVeqn9EJnI/6uxkD27e3aFXvXKVZx/KPFL0M9+4NH7zqwnmtBSQ09Mf2R6nBfune+rNnS6yH/h7ODAZ9p4MM36d4A/7MLvnRDd+S83J3KD4BT2BAePM4QuBDhba2MlKWvgHWVOQZe+Gcm2F37VvlKo3f99PzvZ9vUYfytfSumTJr56itXJl358wdc6RS9/pR2jdR1w7LNAU2IncoVXPqTWHo0rRun6B9br6N1hvX2Oh1/gsTf90NYOT+LqtEGAv9e+1Mu07cPYe13ODcKO3mX2dpdztn0BDhf+mqNOxOqzjjtGa1B7W/k8dq+Rj1uvdNSYLsKSF8/8MgeDEb7KoQKiG2+q82aE9prqJ1+gCX7oM4atsQucEy/479R3tK94Rm5439G/MxYc6tjVYU/tNtU2lFd6bIg3HeSTtzpzH9cW8D1tDosneMbv65JVU0x8NdVq3hwyO118E1mbnTUtch8i46nhseF2pv+X2/X8ITvLvAf136MOZ7D/Hs7yceUM6xJfT8onSJ/Kc/44D066lQv34yd+j7fH+sp7Yu99aBe93wgQxsgr2vbhPU9s415O+Lw6U+ySP+5xnTr5ytedhjWv91dbOrVB2+f9Q/Ou5ho4v/72W8XtN+0di5rWmJ8td+ABzVnM+5hnucF+Qd/31ZNX529RMLDeJ+7e7zgW2nmBm7NAp+v7ZezI+NpfakWsdyhPfh0v7b9SxzO4HFnWzetx53vq2cfeafOWA5ed3OuAF39PtsGPMd0DqZzhAQKOIrzpxQOJf/Kx2IGjxpsv8IxshbfeYOrlXLNe6dfpXrWRh0/zht1HuBnnmKOPOtUc/14ftGLdZuXW8ad4UmSLWrhnt6UGceKjj7v/aZPv3d7eHiJUGdexABCfdpy0LzymirMR1Cmb07BO6DLRC0FlS02kiTob5xlvDoyGdCV1xh6fWmtlse769XZshM0GF69Tynt9eHZetP1X9NGvYB8XOUaxB7frSr/LoN/LW+yLoPPgjWOuB9DMkoXQ2c421wKvCvMAnNwHBffUP/Rdhw9hpVz33Mkz136Bpw7fpzoPiGQ896DTv9OxjzHu9bTt70H4wRrdvdfXGq391Pehr+xmtK5Db0KQdWdj958fNgDP7yvZ3tcCwrPzeU2xRqHRuXvkWniBsfLP2VCoVYYf3AEwC7Rdh96eSKMBLj+BRg6A9453rVvu30PhOf9EC5z5pnWt6tj2kU+5t+qHIp44n9a81//5f/yP/1lvTNuZunEyb1CwgY+bueLliQ8O2Dx9hr9Du4tjJQcfHvyt0Tt8cPxkuh1fx0caFQxu49RvRrFhlI6/1JskyPYk7QtRkngP9pL63EIfFoFvtev2jfdOT3OJbdXjMJp3qp5FaORMPPgHZvsdgxGKwW3hhH18aRr7P7w8Zmf7CRhTdVwg+Ho9QRTOrmN3dMvoCWciMkkls168UF31DZ354DuX8M8nZLNx7/jOh9BQM45Mv0FX/bGxesFcmMA7bOIVLW+RZOEP3JTEwLlkny17wgv85Co08WMfBx47pp2ExQFi+FIij4FT98CoTznpRw44lMh3rxZUDqhaUJ1nhq/X0Ieu+yUxDq9uRvBDD45ymMlUJXZlPPh3T7Fr4S319P34Rc4TkGQMvzqSG6W52NI6NCbLnb8imzoF9G/1LQLayPiWAeUSeq68DG70pQ+ebyDSy1pDm8V8XKAXXAW9Sa5aG2qWGVavlTVqi1fZxe+Z90MSG0B8oxr6crT+Gp/J8EUDWTrQ3Yf6BeUair8XZG/lhiq6Rt7um3UTNZTgsm5gk5++Xr7kWyDsj+LW9E4c7Jvw5M10kHiTDB95r4kcvE3JzXLa+aQKv0HovnHMR6Dt5XzwYMOrvY+7a8yDwLueoj3e2CQl1r7FJ1O4qUXe8bf2ss6nBuQr6ncKunS94eXd+ol65H19AlgPHtUngO37pU8o4RVbU0fX1MIl5cu14ATPMQonxsrq8s8aX3YGtvGEpRXT+iddtA6v9Xlx31vQnby42cAnmvvY5E9Qq6Tv+Ow8ey/rf/BPWYFDo7Fi33GyzrKOpy3+VsOinKpuz9c6GxWcc1Ex/IkPb/N7UFlD81R10NGjy99kBanq7CcZj17QTx7gDT81UjeHfaHP+B1fxsCLjOCmDg2y4sfwzRh9rZ1jzof2rg4tY52+90P3aN9AiC+iV3QMXeDhlzrj9MHhH9Of308OTWpwOn5oqO8Ku0ouJLJ+wwu4fFxtFVJGe1CtD7V/sZZLk4wfzNGBfxThDZ9HRkeP7noKtw1kLc46zBuj8M1+Pnnr6/1Lv1oXGQ8+a718NXhGH+zVvjHmS7dXWhcP8X6wLTZEj/SHGFWxn70LedbLvgSfPp9Cjxx00Kc3SmP4Qsc6XJTC0RxtesX34XHuCSI6Xljn42vL9ZodP/PVkr3Yvpxz0J2btOmvs0do4of4JXnFuOwb/pRvFCf7I/SKw7AxsL22TOjvyv9P3XluSbLr2Pm2OVZL0g9Ja97/Naed8GFjkyCDkZlV3edqxO5KkiA8QBMRaX5wndlituLFOSKIuP7oupiPZK/x6PqD5/URvuAzvsqb9Oa71qt/1zHNW/Mzf3AM2/HdX+00dNamN577wnA81RPOqqfxTW/OvU++unT4eS+cuKbp9UneCdZpaCPXePsYevT49XHrm+tdrFNvLZZpPu6bj+bM63x3evO5q7vd1gFc8xFMuQqs4+RlR/iN9eVTnIn1QOFWElyXvXfnB+W+T5rbjrvjWV/j39XzWnpe7yRunenxdywFUWKVrPXAsrvtHhMsVv6aCt7zez6Y/k6nW3jqpNHv+c1457ULjHF/IfYzSteV/qovEBXD3Xe903su7vgDr36DVOPlD9IWlaOuy/NkD83Ox2fkwa8U6Xgew7e0P/JprgjW7/Hw9++//1yub4u8VVo3elwUY6FYJ+QF6/xD9y4/Mev+m/GBiUaxMX4fl4TXXqGjdHp4mq+5GM/9roPG5HzB4Td/VmTwClt8P4xD4YCbaenRugPH+/WgwS95xot9EtFR+G1ZsvE/86wi/5suzykRO+/33gLYF/f9wDKyjjmBfZzX2JWpP/IpYM49mrjLdY1zZcgxTs1tcoAk7f5Gd89j2qdinfRGetGDZ/hOb7h57X3gjmnXxbCJr/Ogcewr493FEf7wyHUiQqHTRuWZUg6US7Hcyf+CEnyxv4J+Hc7xvOjYxszTMjysbVT5YpjrHddw3xe3XwY8Gikn57I+4QoPyzbeHV8yjf+9GFcxlt3ML4rHzH/IqrV8zQvlHlsH1poWPmuZ5yzj+HxpOeSB2vrgB22n+NAhmJoe/rXUJJ5oWWfW/Or4al/nsXSdOoq3nDbpeabS5nso509l5n2FQGccf9s203pewzd/ulMCxyu2r9I1hK+Z/xQ+WZkP+eKbiCheD2jDn3uolgeMYt9m7fiVUzUWuoYTf8ufKluTxLTiFPLrs/OWwX7I9Rl/GYBoMQada2iNb36cQ902744nWnQXP+HAd/WQ/eJ8hC/feMsbwCyz89/b4LCWeL3ONb+WgL7X73S977OY7qeyIim3sI+//CYrCGrPpRnbQyu1V0RslBfnNQNPu/BtBKMEX+sfd+rDbj4gNT8F7zwkv+yT7vvJdXAsC2Z/p3MfjPST8yl85yXU9yoSx+Phj1Pp+pg3teGGQQus90/8iAF4SPscb46yD3KNr/iGswd/eIinfGS5gkse4+ZT3oc9CwBoBI1Fx21LqYkJGFB4p3wB5KaI9hmeFE6BwSfkk2CZZEHPRI+KiZ0bkdFKYjonYD/iUMPkgZf43ah0AcekD/6eJG+j7cy6YrJ7jvYxQwWTnw2j7rSTbvVRx1ci9UAzKr6ix//2i/E8DhzYtHvK3KREd+rmBS1pdUJY0bee5QGeslakO3jHsv5eKPvYXXviov/JPsM9QfAffpGuKRMnBiAX6lhpp8/kkylDWshe0wNb5Q474PsPFsvRpi07rRtiX/F5qph5EgSd+EZvULpZ1uGKjk+m/bldACpXeUHvB47ehp/nvFd6baQrX/Bc5oYDd9YKFliPzvrkl3znTqDs9oE7bAxz1F6ZaglPiekby1xo0ag7rvqD91RvtBgzjX1j/D42CH5BA76W8RZ2O531njzmnrLyD3j8+z4OfewF5I0uNEW/x1wHZ8YsJ7ls/hXtC69rOJPAOpr/C1yeovwMr/TvUwkdIWdcOIj9Vv7bc9s2dqqH7QgLNvjP9NQn23a48W9lNP63OKeBil+u06TOVna57r83XWyr+XRx+17Rx2hD6/XCa+GAE6BDAf9gltbS9Jn4fvtaq6rCPTj5AmQAqpF8OQk35otNjY/1tu07r7v+M3/c0QFHb+b1W4v8FX6G/oXzy+BfouyD/Prp2EP24vGnvvAUfCXRQjZ8TzwzX1pq9Btwu2693/Eyfjf5Bc0ue9Dik5KdenQBb2grJiKw/3yj1Gx2/ujM41V+d93/rItpqM3v5DvGvXfSzoKvyY2KC+N9jnRfgGM8k/+InMqp8V0BzhsLMZgPxlucwE+9K67W03z2eoy3fJFsMbUe1tX9K59YB/LaqtaDDWHI2eDu7vYb7voZPXjPcLoM813r9PAKOvDtctzGfblukLtVurw7vxmXcV9EA7vDB86/eUPQHH6uvpN34trtOo13GHzfgt9pT237u4+dYH3c7Ud63PEY+r9lTbfAqO/4GkX37WquhYw9Ds/ozedR3Xlc96e5eHQ8+PX7GH7ocy+nJf490sMR+xqkN+2hjeu0wXbFaphLkvsRk+j7awEb6YMmtk36jFE+abmfp3fMvI5qfO4H6qPode+/4/Ue+PTPa9Q9JkcK1j0Wv9rn7/gTz7uxztf+SZ4xwDr3xx9/xk34+BBHlGc81ryJ2Nd9xdWOimdeo5y/9DaFPXixfg9QHg6JvueV8uvuuITdtp0al1NkFw8DuLldQA2Fs1bbTO/hHb3T8+giy7hGDnbFfmRo9L/DZMyvVX5/CGOZb605jUlv2Z/2lmo+JnPPJXbPwDtxn0D5bdXxRNFhyNBD9Mmnj+/t7sN97NW+efSas4H7d3zAwTU8q/Q3NvpMssf+jgdw5Nzhn+HKR1Khx+CkL/RhSUiZD/Qf6fJorPMPDRJ1wsIXEbL9HI78iXPlntcgkXOPcKDKh5LtaVVkZxgfAxGAvgbletbODqt/rvINQX739dR71f9OT9Ou43MN6fBdlnR4Ld+t7+7n8ELeU8OfRIbx96wH2EFe5y2D4KHnBGMFsvj0FTFp23SOXfVSfpvQfpW/5ll1+KcCdvanubAOqu0V12sl5DWUCIPvJH2pNfW8Rz/HUfjMzUjqe+KbkcHzHbT2Gaylv4XgZyaKfONMQxb3YU95oti+L4ck9Zwz742HLek2GrbUnvDp+tf8P3wejKzfMznPxhedosN6ZdX2Mcvc4bsM+r5mhYa/zx3pQ/0GIII6HMYgK9AM4hjeQRITSaf1TfY1eBvC6CJHBngRd3qFGHaEF2IQqrHCJ0/xGuyfNqadLwhKbs22fEgNEMeit3jwdB49zBt/po5Jr5e5F01757CCfaUjaGsiWMZu9/SruHrcNVDaHDy+6s1SqaP1Ql/zBlcHc2RL33lQFx/zo94LJPmJ3TzA76NBHzp0vXYMxiTX/t1040Zd27ShJ3c6TDzE+WMoJN92frIDOXr4i9LRjn8qwqXtd2mCl4viHCpc6ScfHgYLyzannu0gkvCWZpIpPWyTL7wcD/OyAoYnbdjBGyj0SRnb0+KWE1mUg46T6bEQq+PAEbjrZST5mXkiCHg9PVJLf31Pzi1TrrUObIKFiZkn8DZf1qd5qFh11yF9+mPlvPbgAV9/ipob/8Et5SCXtnOF99nib+uwclIvN8hoDn9HW/qUQ0ot8zzxeAUmX4in/QAM/UJ66PhaMK3nSR9gYqN5ap58JVIeBlOWtLWNxrFfP8fvJMIDP1Jkfjkh+uDnm3y4wqsy9x7wuh3qs7bJfggClvzxufgVm6cVPLrdvMOZ8iO+XtL3f2xP+in4864xIakit635d/+oT17+GSq8/dV8d/ja1/4DLnLwoz9hq9h036yU6jH+ei6YQ9fNe3XqgAJwbHE3Ta/tK/u28+v0yxz3WlBu6zSDX8llrew6ZDvPsQd/hN+yeIh+tKHpMmYUp32P9KtEnrzNX5DJu6UBMuGZ+gb+h9hnvO5PXTh8DyacxlAo9vPIhYInDxTAlnojXfKkG//g62L+7ls++N/jnMM8JaxJb9+gI8zjf85jGlsZ+pZ96avAgQ9j9HfZZpHxYxy8wM9S+5JpzM80b6m7Dm5Dn7xLzpALvPKacdYx293hOaXfoMSwP3zrtW8nN398nV+JyW/KtgI89QmY9R00+G2GuVGp6T2BHrR9vzSPnAcVh4S1MIOf+Vm+GfEYyXkROQDwIm+7TD7KDqsPsb8q5PfKozu30NiLMw8H59kYNhTI/qHL2CLbZBULeCMjH/Izvw7F9PCCt+UNv372dVMQY1Dz3YFdgc6yGDR/2NgW+alIqxocAtE0OcQ1Czea29xfKdXDLspCq6H/J6+7Hjlvck26z4+uqH0FHz55EDtk3hTsOKf2LtfzjBzV717GrK3YQ29818D6/Oxwxp4V6/0MT+Pn5EKm5ZoftWGu4eHx1+T9c1hdp6sUZbd0xWblADR5o5dvpsqJ9jg3wO9+sJxHPoiUW+Rl7xB/87qr8ytP4VT87uwd+9yY5NiE3ucHDN777+S+FW751g+5uTSMBebMMW8Y5tCMTcecsZt5mLBYm8KdWejnNTa92H/4iItjBsg67W36+mjdzHvniGPrfcq/8ZY08bL7z/bnOOewPPuzLygOqLWUegBn2C7PcG8nY/+PAdvW7crVo84i0HZ9zNs8TadrrOlHj/e6y9r5dLy1HecDvoVvxL4CFUjoBc+///o7HgD/HpDdMSun+x4PBsVLn0LWJ+gGft2jHP1Hh5uJ9O6WfWoGvjfE8U95iq4eXevuY40IEX8Pvnku7wz8WVBRGNf46itXwOCcEVGp6z28rm/FwP383ASc670P//qeD1w8h7TWc8Yxn2zUy3eubaP4PkWBF71Zku5sBz/PRpnolQsxuciTXD/M8BfX6afIT76k62dLj5/nSI8D/LHfMGq3X5FtXHiY/05nHMZPOB0GrvBmPpl+5avrF4+5XnHU89g4z56Q3glDV/OPTItcfjsj65V+yFRmfToz6r56JMnLW/qyL/CDb4/z/Ton+xRb22kdXu8rv8QLubr3RM70wjc89vno8V2e57PPsfafz/t7HxnW1fKMS9/8xljokWewAGQc6g2wjLPX6dwiD8MXne+KbXYtfBNsDoBJ8EN/1mZ1DziJ5vjFs4+2T3EtGjNDxPFq33VehvVPplq/QVi0hqO3fOhz24wpNPsZABjfVCgaevfFOMjCl1jApV3e36U/cvaeR2hTtsq3PAd0nnHfCC/yVf202WuIK9dQ+TwhBvPeE+yRm84PH+Y5CF/WbII1jJp/sxebgXMOW2Y+cb8dDOukNStzq3IMfO61OyZH/k6G4JS8sSfoZpnxBsZe6TOg4yffSg/TwSM/wV7PHQ3vdae3TOvqfsd/1E69IidGugKI/3d8LBueE6fHWe3PczD4NRs7vCuWOBFTfKjw/sxT/s6ZdlNgH3rSX2L6BFfDkmWbZxxJjr7Z9mSBsut4N3aCn2DS5PQ6k3+nYzGZFD2h3J6jahFL04BjmxnlYcbHD3HYGzxt3wAUO+hIGsVefrjiFHJWEze6qcOO37FBYRz5J//Lhqm7eVnfldfak94jdrFJBKQMEZ8132OsBFme/We+w7ZqmH7EYCIEiXU19c/WMfP8tJTV/sWCDbbnRZIjmhdIBn1xcUR8AMw8jBiwhPcyFuAA8y72D7Fgs4fZr3wlCmXaobw0cOfL5jLt9oEztjEOIwf5yefwYr5f8qs6QSCDdEGcvcyp1Rbg3tysv3DD6rngABpl4r2S14Ps3Y3px7CoqW89yGs2dW6CUz7GQYCH4L5w3AWDz7+T9vD0PEle4bNTSZy8SoTLzBD048ZLyoiag0c/jJ54CSbDZCv095h3I7vu8Li70DjxmNO03m1TB6F8s1D7JLP9Y/+feAnGmna+CXhPcz9iuTvGGd6jK39in+MSs7OxeeLsJ8ONUTV9oCxCr4NGLD3c7bXjZZu6j93WWFxMxb+ZeZ3L29rmC5Xlun6FU9eBnCOHf9TdDXyOpz+m85WPefDHNQ5B1bYHfVI+cPCelMQtPM2fIGh0Q78GS9m9v8lg/0jxUef+YV03vFe73o/u9iJsyDg8sHmJyY0+8Mj1hu2Xf20hwb9M6ayb4sM/Bes0gPgqci4A+z7hWDHe8bmA4aLry9f4uvz4nTWurTr/mWvskeFcYsCFWKgGT2RMnCC/WX+Ruxfk7LaBY7j1AEfpiPDXytArH04Gz5rTyveyxReSB5YnvQ5oDQRPCjoe9qCWJ2lPxJ1PGNtG64dX5zeKoLdtjt3RzQwSndKycPZlC20o8NAN/MFAAw9frwnLXIUXUq33wgIFCNRNIU+SvmrQpn03RP9m8Kv69JzvdnQbrbph7p9qy2X6HH0bRJ1Pl++2eZz4d9iOt/fNr9P8V2rv+u36v1fXyfc+h0+8Ld/09A0DX/B+rtr57/2rlD6tLvOctWQhufK76rMQjA66dtwxcGxY6lXeEf2NQOthv/ohz3mLYf0NP7Q1hn6Wur7TDUTWHOutYdOoN18td0LWmYl+V5yJvbdsD/CVbuq+0zzq++y54wC/0w2504/EbfXFTkd//A1B+DmOJvGSt3KDDXy/1zfBKD5vy4mpk4TYBmT/+deflZOrrkOdS8Oyja++7CD++tMbAbgGjThmjmjf5mdPKPqpCGjNJ8Hvfim2Q37KNTDliTX6PSp9LQjVYaOXvEEe8fINevphlx4szKeX+OGu9KGmWqL3MdNn5ga7cY8lBu65m+pxvc6NFffufJn75jfZu1K83ttzcKdUPsxcAH+uRXjCluuB2krPuIvx3KdOTxZA4553AB/5pIiOVafrce/wnbDjMUbf+L19R7fT73jP+n03W1fcldI6rdB39nD5DO2RyTO7UtcWWj2EI0cmEFgv058zf67zbtJ3Wj+H8rzc6db+5G8efjCmNx5pPfcYtejR9yy/4/7/1HbeuLbu8uPM9QX+xA3w+vqdnwJkL+H+snyW12xBC7l2F3O9zumuz22u3erh9eUkacqkdeZtejDW9WvZbxg+ljP9VRb7EzpS8JHosL3bn8O3LyUrF98u95ZgGUDOrpfnQuqQ4yIhjNH9qTKv219n84ovdpze3+2zZHAqNQNk45Sr4DBuPnc8jEdNZgtvOqkeAAtg54Ek4VNYktOdGgVO3OgIUisBzl4ejSFHfzYG6inTwfBkRMs9wWXQlLrL28eFqQdAavOugzQsutwg4/DFeI3WBYj4mA58vUNj8u8XjWiqr3ixHyee+PJqXXOjsZE17Adddvd8R60Q/A4U+Dpu/tSXaYoVktIe8CwTOv64oclNSL8jaNIQ6rnA0u6l981T79xEBpi68KBl3KlzIjAULp988T28+DMN+SCY+KKG7BA5fV+ACFKv5U9t4uYZY7EQpSnx0vW0PNdjB6g8sI2W4a/4yz76WmzZE54NiOxQ7MJmI4EbiWw70TH5e30M3X346AeS8bXoJYvK+u76dTht3MGnsGWzGFzkN37ItQ7m7fkYZkUZE0TMBKx2VMvXGSkXLA+kjNviEJEOGWgcfsnftUzXRT8ukL7nO8oiT9CPuQqjeiCSh7r0PzD5Zugeea5PKolE0l57hYcfNCJOx4P9HVqshemYjIkuQDBB73Bi01p86liXCryTSbxD9ZQHrz4PCvGNlfMAMttAO92W6k5FNH81L8Ji0EKFmbTwso4alK5uW1bWEX99KwKZR4EfvPwHTCWyIxqVI4AinqKtWAWJdJ+6CF804uIxy4HWMOffXKPnmKj3137fibxKV8WLbJPGj3jMPBZnXXRPXwOFPv+CP/8ozlfgbrtOhHiRWTHOuhGKmo/HSUNgLju94dTGc93HaHdaWOYbJ9IZ1p8OdtDPVrwzjgeoc38U7xkXsCjA4e+6y0qEetG8mTSAB104OvnnzZPps0Ev9SxygDOgYin6TFPyA5QaKGzp5Twu4+sGjh/GTsavttZcIJ/XEmt2PRz0HuDfrwbv29fyGz+YnkU7TnxAQ1Mt5ptzqhCGz+grJlHXfuW13rjAkx5+5Y41Ppwbur+lBzgZG6//5TbkKSsCL/5bfuJfbEcLzVXrF0xTtXEO+h7rZanmJcpzVpjTNginXjLmh5J1kZw6cvALWeKeIpcX+9T6m7fXVo8DB6c/OFwY1Tgwzl79ogZdMQ567M+zWYCIEfzz3bgxnjGTOcl63iwXcD/TpT7whn1e2K1zD7nSAx+sD4tTl/R4igo81TD7xlfIAIi/sW/UAcrx8m/S2j9pY7Ggjf80tp5RtNc2Iy221dxohN43HM2bVdqwRM/zQxjf7ADu2CVOvfjT8fhw+C3o70rKGeNyTvo/44efiWfA4Yf8wLWe5okcitYUXT94bK+d66bZx3VWxFbZh6zEjbhyvfOdDUriAqNyLLHRMzQcuoiH+6DQ5hNCpFKHF3lVI0FW8Og9Hrd9KWTQNHmbfg2lmo6B423fMjxl73OEUcVFPvA5BDi2cg1jm33G8xg1BXpdyzR9NTRe9Ttb13HzNuKeI4a7XvF9M2jmKTG6K84J1x3Pclf+9tvk32lO7ZXevp2Y+7hHnn1C1nS77sSzMtasRm0aAL09EPKMWvtXxpr9bY52OvRjfUmY3cL8HnNqpbM95JM/lZF7bOWxsa2Xa+COhXFUD6EruHRagbG+8snNlBV1zH+X3kZO7jFtHLzcZywuDEwzS++zbrHmlAhLEsuWN+G6bmNQlEolKNZH/DSvSay/0PAneuBw87H+QDk7fYs363767DkBdBbrZQjrDecItkWuLSnwhaf586br2GZiIK4/OX+F/MCo8eGgpPUDbK3DAu2v5g/cbcuSX5VfpmO9cR59jG9XUpk4ytXQPdb4tICh/AsdI+9knGwzT+zx12t3n2bMA6nnB9aK4YR7/H/+z/+RX/2s6wN8Yn9M/SxzrR33qRc+IL0+xZvdXOh/icv9T3He1d0MjTg/6IFDP/Og4rbEz8xaLT83QDTlR/TSXok+tmtiXvWeY8Gj7A9LOjjCQRzwZAYm8sl+iuulwCQW3/IQj62MBUWgWk9spLjv85bhzh9wcg9t4pN/C0fiog55lYkNlcp4Y1vD91ivkU88HJO9v+BiSLmN34hM+THPqX1ONL7zCvtVpiHYTpwpugUU7XIjvPAFbl38Vv5OmUHn2dP3d+7p7oX9fhaUn3oYLn2sZ2CkDsKzPOPuteO4483rSuWz6dDXuL3m02h87brOq8oP7D8V0fHgK/x0g3Oi22F55m7AfIsJtuf6WX4jVimEmDVhJCcuIlizyrZejBt0BUVvYZMV0fJAo5pNJYTXMaGSFNIPXdCT8fyDWYRXv7kaTe/vAWatlZrkKhKshfycEHSLv8XGUgbYd751JsjyPuCCJ824N8vcTxtr3G1qJ/jX0CsNr/sPH/g2uSiJ0vQyvuBTzxCTxddv/qS/9Y67mDnu+SXZojm97ufntLWEsCb44arh+gZFcZLM6cuFf9oHpPxTuSN9giavtRiLPxsJerILGPQdDn3SgDSvt5N98a4lJVmk/ZDUWcD+sT/ouw3HXoATZ67T89upUCfWV57pWCXzg855mDyUtje8K3hNmPkgM/WPfObsxTeb0M89YOCf6dFJepXw8A/rT/Ic38jiZ31zjST2zqcUkXYSAOQIb66flu1aSvXrc75ZNd+oZjWEknPK90f4Vslshyx9GCtiWYu/lpTYy0acNd+SDfkQNBT7jLb3LXLD/ko/ghum5G0SELdiHtQ9Dwzf0B92TWM+7kPE2pQ5iFtDoRxLO+o5FjiZv3PtgY+eH25rLhwy0NPB+hhBBry8g5zw1ER0wGK8UL7HpPiE0PgDZMcl6U+8wFKJ+BNMLqSldMLxIk6ZSMjDgdy0ng91H+shHbXgm5OD5/61bkLbYNJFPJ7TTyL09c0+2/LMb8KDTnyodfiRP+jrrxCmuDe0sFH0KY+XEoh908bpiwlTHJTMxEI3WnwwnBcUUqfYvqib5KU6ZGwceGWrZHYm8lOHWN7ql2kBJs4x00/IldfPQ/BPSfBil6vWPWd0tG73WK+NsMF4YRwX+t0hGxvkElf+RRZso7O7sIgNk6/q5iAj92od0sIWtpisG7XEQbmu2Ai7x8nkb6/JY6hkh3nq4L3ahq3YzEE5vwI93vXKAaip+UC8dMa81/AfsHowdOO+oEA+9qjGTutBzQ3yjGd0NGclhA2d8c538sCW6SPnRKcXbvgprh/sP4+bVn3JFz6yra/02F/NY4f/TB99XuXreTLlcchiDSavORiyKXffGBO7riUxJ/oV4WVI539laJ+LXcctSIAIqfCy8bLktyFq/s9L96Jm/Ws51fXN2DSTPLbHrPdFY1nImIelt+krbF9AdFrJky+tUx/v7UEf6J5vnOo/xVfLUn5wgyLG0JjxUcAPvJ3/3h/4d43mvzsUDuS+EOy+vMNnLvi2iueF95NBU3Lhd6ezra1r4G79YDMagXzHB5xnY+nbGx62OevmL9avVKrD6oLSepG6nY52xrnWgkxtYokfgPEfHk2XpDfDNCayoS6gudBXbDhkdqTHNndMfNNlpC6NF+OJE0R5kxodQ7+3FskQr0n7GiP7BjraXd/Jq1qsGeMGg+f6Os89l0588KnXhXGjLvhlrFIEPIsfX+WVsYvzbNSpHYibT5OM0fKl+667HuC8WvrcXGls9wp91HuL3Ed8+hg8T2enjkMb+30TYB971D/pfIKZB3IejRuPGn16XPrYXdv4DqH74J/k7rC93+nvZP5Xgu/6P9ftca7v/Lo/GOt9riV5EMrcgysPCSkTR7GPz4fE/YC60RTjkrGuD0lo2trEfsQmxg3PnP21bI2bSUXguLOG77qbJ2u7vqY8ZG/7BTi7XXcw82NN/lTP0qatHv1n6lvbUhwekoPmDULp4et99fAR6+pdDkz4ya5O18cTHhtULscStLw6T8C7xCn2julPraGd98KodbougE2zwydJ6FdL9EWHok/9QkfzMt+eM8tY8MvLjCkkW8jhxr8eOE7dNrSHXW6k3vnzIeF+KKm9++sXGa8HMhXnqD7wxuKox2yMBpkUWVJiauJV796/91rpDRo6oerBLzE3f9Ht/Z3bp4pdpXlql5rBpvPy/RsYxBhvBPfc8INZ7vV130JOn7/OChaXEjhWxWP6ZjX1WJ9y+UrljPF6/UgHfNTzz1wNo37mR9Pc1Ts9+vSyjnsQj/gKxA80RkbFGOPu23sEzgWYeekrSH+FLebea/uqw3p7ta+PzPYJx9sKdT6fneg3LfuBYftmpYUX5+Yfscf6DQV+wLPLsPwbYW8DE5oIB7K1s5/J+5jXSOp8SFz037/FJ0NNXnuP5xh+VDy4d+P4T19AZl/PccHmm1lEB8+OY5FZ5/VJ4CWS+OtBaqyymbY8r3hAvzD7/71TwQ0z/C0WfvaBZfb3m610UGOuZ0RiIez5ceHncDs56Lu9IRNXrml8T+SqI3MppGU+eV7dMNt4qwuN8870tV+9wqZd//qDhuJ3IuZDeUcl8oy6n9+umNbvOvJWCP76Gm82p/78iZ+Z6Prij5+Xlef1FxQjxo5rb0O69w2j7jT0Kb6OhO5UeHagN/4wqrzpePA8yew4d+24LOCd3BwwujOFrt8EBk5CB07lHPnD70tkieGHE0dYx1crLbsxzA5Cn+nIhzeTUGocotBp2rHbpYOUnSx5VgzZFNfqWZ/Rc2PUDugA3DSWd0oEDnIceL3TVYST37TDLLGHQm1+1tfvGiRWoJmPatHRts8NF8uZzJbl2nze0sfP/oQBEeFBXtz+QvF8s4AWG3O81sjscmlLT/kEm22Hqe0b90UTduUGjz/wQW3gYmZUHQAqtxlKb5X7qXxI8KEBnBwunMEoGnmYgOYw1vFo28bkG44y/4Rbnzo5aaz0D+m2Dz7yRREAiLL7Q9D1dZe/0IU+5uHDnK8eM5YvnOAu9Kv4p73Uj3dbZ0AKva1TXIj7hgFtl8iyhOtbi/nEFJeHCohs7gxNdV8nDQeEQ0x989K+hAtt5id6TBqIY17Eutl/M3H4NkZ9WM53ZOcbUuCGXQfBDL1QlBuiN39g/rSyWaz6E3vRdDh64O94Y32Vsx9zfoTh/ENW/oZi5kvxDDjy+YdPZiFu+I867M56jtKy3jPafRxe01fOP2AzDh3/9fbqh0lnuGXd9SdFtLyRRrPje40SLisn5aw7voNW9Ky3cw3HVvpJ/cBwdMbfLqBaH8Me1bYZHNP5U6pTt3sOSR/ysaXzOFJUwMeBNRSXTPsAKvmh04930HVgtedajeENofmkQdVssQPgA7BiF4Chpxh2HyUDeDdZHqe2D7Ou9dWwjLcJ+xoIv/jTeQA7gk/86/iDh2V0+c6TbT1ffIPiprFvou+1zxc6ieZ8KzzzwS+A0IVLFWrbbB9A30sftw0eh69uBI73cObxH9dcHiYHEetsfm1ytLu83oa35aR+yCi6HQ9cSuLjG6Yrsts+NMZpHAo2fIs/eOSnb6KmzT8KMn2uSznFI+Mbce5+ryFVlaOmAY93IyMPnoaDbLtSbskHZjzjUpNTlslFiR/IubYOJ/8z5hu3OUXI2coJ7c6y2TzeUnsPHbnWiD2WoIjl0LXiZHsayQtNTfKVNrwzfKLxzsi448wf5gIb+gSy/Q6d/U7bcMMcG8YeFeNbtvvMQ2KUN34bA4830D/aRF7mcuQb5U7+sD+wycFX7f8Vyp90Qr6L2x1Pba1vxnPd8XY79j405m/6vT6Pz7m0j3f5J/77+C5P/Wt+n/HuoDrbSDd44U/pbPlMz5iuo/icv+MZQbzExzwY620uPn1+yPsZ9SmHuWQrrh8/xG+slwsXeguDb+nnca7PRlZEg9/ko0SK82p2qQ+4pmP0Uiy74cn+TidbsRte/PGJV9lSDBpj1pkvX74s600bPjbhmfw3PTIuWwrs8TFDxYW1LiCxZ+lGNg91jXGtTaMRedUw+80xs+2DS9t8MiY1V9kbut+JyL0OvtFeGvT5HnzWA4b0G/K38yGfasnS9KKfe1X5cNhU/hZB6Lf5GLhhuZfPjEvbRMdr7NP1KdK7fJi4aulNTUHZbN1x6OPDXvjU4X/7++94eMyDsDZhO9Kb2rxZ2nYqT4hTXt/ULNrdknlKXKJYf/v0TaILWTy6nZpfnZdt/Rk5nR9tXM+DeMeCswu2cy2OTrQtz3bG6M7m5b54wjvOh06sou7npn6mjcyKKMwI9LGXBf8kYsb7wEPpp4dzfIo/8dJv9l+P6YHBAWQ/6/6S+OBzxwGSu/aB3S3I1+tGINYUx4h2l+MxagpjnPOsr2E5uL2wF5yuKza0pevrFAEjRyNf+HOeKA94UCGdwfvtc3wimaC8P0WDduYa+0cv3R9xpZRy+BQy12Jep3IPqLWh0961x33EEBUZlGjyKW3J13w0hzUXDHVt2h7P2EAiXqxpfOpfMqRv8Wevqjd220b/xq++MUBrQcqwf8YzkNAyzjVzGeeDVDN3PF/3T/5ajvPHfnAfWcYxj5Qv9bPJS7+mAb/Tk3fmATxxt3VnMFoaEqKzA+d/Bu/97i0XRD4Jey0zp1Kf8Df+/czehs5BkLKi62tK59Oxn2SbnJCNnqaT3b52kS/tG2r/JGD3D3q7v9qw6R+D5mX87GPI0f6VGz10xacUYm+y8QbnHDm9iMYjku831wCNyfigsD44n6DNT/N2lpXX2JO/OVy86M9Pk9sf1MGvyfO1LyDJmTkotHv9OLJFxBItz3HLHBPc/hav6+sxLoFmOsZpG2/nkOtXiFI8rjlvevMzvfndwb2ufj4jYhwTNJzWD3yyOT9ZQsKkUsC23LcSrqcSnrwamXBjXmtwCOJzXCknR02Hqi++6Gy9O7xL9TgwZO7+Md1JHwej85tt6ae+HGbecqDGDbOcSa+Wxz1Z7Xzw0f1ZQe/5x4K9y30SzGcCXhy3Hbsf1Z+G7ONmbxvMx3DVJxsarAcZgu7sGOMmsjdm82UiItOkZ7lEZep+h2Oep9oXht5ojJP9OgDtfNNHU6xJsrZpe27IFhaU0Lmtgcmr2bAwe7GTvCOv+uLO4ove1l1yHjBsi23qWAaM8wJBiuKDSueUsSvDd3nud/xX2mw2PMh8pLdv5k4ZBMV551o5sudX1wEZ3ux4iN1zynhThiHPax/WO+YjezreasdNsgXBLqPbeZV15SO78BUHg7ipcDlAiOZK2bWdeZYzuXKhY7zSRl9f6E/7H1O+Jy7m6LVF/ZkvHt/rqz93jLf3d/13Ge4bz/0uSYfeqb9xO85oBxo8jOP6xJecGBeB6aw46sUnAkwzeD5ppLzILK0TT5BfHH6rDp3tI9q7McP31MYm+5N1gz64bkf3TWXKEeHsi4379M4xK7zYD2rJTkCnE8b7X+9M8h7a9cr1KRaP0/rR8dBm779fw0bJxWYpzGWS39DSMK5N8DeFiasvnC5rbptP2HDdl4Jd7acWRp8/4xpOnRchdU6kDx5554t9aJK+cBOnnSnou2Qm3owZ566GtpduN/J7cezsI8ZY+HMwAABAAElEQVR2+o7/3vaUK58842N8q0vfukK7982v4xj2Sg2d/4yPp/Y581b+4NsW831rbVufyc7xUJqcd8xflW3ext/7r+q80+90p3HL2nF/Rb/ztuz38O183kP/MzTI9jzoesieiHa7k8M1is4VU+Jqd8zuxJnj4t/WhUh6X8fpkzSab94nOFt0np2e9a6XvO7YHuqt4/Q8R9iHkR3ybtY+y7UfrGdyaX6if1fkr03RQs57KKnFHXXoh5xtjTU2+nXdDHdtuxwz7hvlQ7vUvcXABFvdfc2QZdG2b9a21rUVRm/av/M0LvDTGOP5xtSmru1hzMW20j+NJzxkULruCTi8GKfbfEArEHyloGNypwMEnhOeO04/n8V0gxx+zlWoVEzj/l6j799//f2v33//wxoNFNs0AKMhWXRtb8edviVGIlrWiLYmmGX6IToLXuNvvF6Dy59l9DG10VPlHscY15qfuH1UtmdZC6r9AjAftrZ7IQkLv8SRK4ttVm+++sa3fbvynHjOJvQhJ7jeTpkT5WHL+zFI61krMs0Pp2LMeP66zsSvB0LomDF8g6Ox50Rne+FPsd2qZ0x3PGH/86+2s8u3LXjf+j7TxDTm9yrdfr43/SN5xJU3JljnkyzHFz5j3Mn1iHmMma/RBr0BrR76Ekr4t8IlCo8r2MO8p8cq0jCeNAN14BcZa6B4wTyuj6Ji6FvkLLheR815t0VwlO2FPtSv66Z5Dp1X8Hta/Df81MWOtuYbb9rxN42MoXc0vNbsudVZPYppx5ttdAyX8zNY6WuPyDZ6j200/lrbN45T6lWuVFRW/L2nfNCblMbYkfA+PtBZ/uDxixr47A3LaM7VqQuGUKbu3V++zheOXyOLJ7qBx/qUHzxjdJl6GDLruzF/AMOYmifqobtlTjk8S/x88b/5Zz4E+d43/39nbV2QKR/Hw2vWozAy9SPWLHgvFNvTUaH98B//8R+Oeh8LAQRWzKl1I1z9XPTqhpBxFuLsKLIsDjzMGEoPRJ1grNjOBzji+WORkg4ynLb+4hZaHjICngujHhRzcSZ5Q1g24KVEOJocONinsV0fc5Je4KGbatq2g3Yvwgntwh0NPfD3/mO55tPfuQU/ySXRw098NC9sTztLieUBfsC4KAPm8yl65ENgGlEyKYLBaufqN9tNfbIbVsC9Oaa8eEeqD5njHTrIq5Nw52P+6ONPItLuxTh3dGRf6lB2dVrauZG3yQNaLOuJlrzr0H1/jW8PTs4pqq5g+N0I8tYLEFge7yrZjsnlQSv8TWy/xdeU8HAsvNeQ0b36IFlI0XyP3LB9vLvpA79PwPeIROHhJr5adWGuhU9sT7vKJH75KeCgPfuffGdORq41OmSZX2iwyWP0WvT7ROSfDqDjt2k21JPuoFgebeuSeVGxBv6oQIM7KV+/xW8d1rv3EhAv3W+dv27sy6eGw8c3RUxPjY6JEzmHndgy7In1DRnm1+loD7x9oPqn+Cg1lOs7mfmZzn3jdXuBGc/jO75wmI1yIuOSTzyv+sPPPHkH6beb3xq0HOO6ljzyjwvZ+Mcm5wBaSbQpWKdjGPg6plw2zCzcN736Exc4MOOZTjX+WPc/4MalNl/h37++infP4fGIdbIc3Kb4TTrjCKJ1Y46uObLidqwVzyPeH9zPmrW5bi7Yz/gzdYycsq6dxgcly3ftd8K6Dw30uUflFFGcbLflLas/eLVG5LLidilALgJHRv/aSV+kFlpW1rPDru2ZPx5zvrs/fBC6RBYanPUjGbtOb8IN+1jLUl67aWWfITx9GzUH96FjaqUXx4FbDr0Yblj+XgxmRaz8FdDjE6UZN/kbfPYh/JOfgt2TN8bN+2Jr8PEeDg/+78W0J1t2XPrsvV8reT7G7whyNoKt6Ts/t9HLOXTiudPm79mEnaZnnD/6hpGSFPadHG/GET/sZcz44IKnPVA+Y8x7m/dZ+jl3LADCKpwHGefrEfm0bN4k9Z1MI426FCw+1t/D/frEsL1O3SIP0RN6StoabZ/LdjW7nLSlzj8rb3Rb12/7yTK9Ptkvlt/5GGZa6pzHUVO63qazfqYx/FrLf9iZuRMItPPrpIL9p5gsxImYyDXn/fh0o9qy7/0jvrtOi5yaS9bPPHca+h6zHe4zZh/S3gt4+Rf57Dfv9T74nRf9R/wYp3Qa8B0Tje6vlcc7ePTnTgLfXb5ldTiw/Au7yC/rAEuP+dqr03k86/L/Ps4YxXDLF/T6ajyP7PjruOaicRm73sApxQqJ/aivy+b/7JMJ5tvlm5bacNcSF7EkXO18scs2j/B6kuS1c7T26+wITN04Fuf+Gktg2D3jvuow88uyqL/ltUdfF1LRZMu455F5mbb3+ZaJcf4IVtYdJv7Ei2FTu675623kS7Z82v0YkjNPxW2VZH1flyR/3dFNP0TEwmXoMXWTlMyxEujsk6djHrygiG2zrE5yp5dx9vwG/gqfK93uZzS3FZJGxpCn1ORnL7EzKPcDaHsYP+kCHLt+/+33f/2P//7f//XhU8Q6mTKi4t9Rdp86JAyH6hOnqw4d1+2TfNa2fV9CH3Cjivpeb/iS4+yDFOeD5Therg1PZPBLhsaROW0wbuKU6/mMH4V4UfyJNPOPE1bC717M0/j01303bJkqTDacK7cB80qJ+CtcwBnsR/D8jTeaxy0lvCKTYq04nM28B0cmJf+0FV7BI/4P/1s0usbpu3SZ50UryjrI7wF3fMas68ALe3oh37g3kOethm+bfd8IGuvY6ef+MN/U32V6//QbNHN97AwqnubTh/Y2tvEbsOmj8Cl+oizy7AANjTHvcx2XNvp9jU8HcD9s9YwYOC07XbGuSvmPv4zjPcR49Ln+4f697xWOsZA7S9y3qhw0P8KFbzznfQ52vPY+mWceyMs8a3ltHb/nt3ZMyfo+KfKuIScv2cdDTorpJ6X2Hc/LCQc5/oKdvn4+rlOIXZyX57oI73XfikAsLNzp6zQ6SE/miu71gQfc+tl/hvnTxqKTjcZ1bVmaveJnPnfXSayBn8M3XzMvRdPXFckTHP57f+LKz1MH9pjpm6uO4tXXEdMuc6wS2PS2h75pPUbNeF53BrPsVyd/C5fcqPwgptzzAcf00Hb+1udUQ5P5EDWl81j6Jd/rkPHAQdYs8pXHPbb3Jz6tmX/GA2raj3zbV8qY+5PxjENfbdbxpOblUtjfwOOPuWTfgwgP5vjMhYh9O9dqjs/8IC+sB/Tw7Pz29Qccl55TwKBLWNwHFE/8OD/5TnhyvtZCDj76oN+nz+Gf6GN3fnOAhbQ6MLPX9R3DMXfvnwsNrKVhPvL5zBuQGDN879/Rge8xauxz/46X4eAZd6ziBixaj44SFqfiNMoZn8F1IQSPQO0bSDJJPpOnYaca5Z0E8LQeiRtBZqNBPxUa1nkAB6yQHlZ2cHeaCfqY/MAEYXQGxbin2n407xNOh8ku+fbzZyUmD+QXH2x+N/2KIyiLfyZMdP0bK37AnxuiRJjFP1KPjXebSee8uqrQ7eptMPGXfXyl/DmIY28uKTte5uFAI8CxkfVH8TPF43rPCfsj5ZLTtcASw3HT4WgsMWZWZGKmUC/O0z+aM10mdtimx5o+GA0BLLbI8aKbdgTgc+ofMuLwmnIesMmheoOH3+ixoyPjWgDK7ljqhg+0IV2xX4McBYWNE979CE+P6etb5I+AxkWgDqV3cjPWjS94HI6waJdxx+MEP9Fax5diEUyNf+IP7CoD/7CgcBAgt7BCPnuNFxu81lXpOPM5GKU+u0zmBYcgl1dt2/F5YET5GPLJnV2Oc8x0WYd6fc4tY0878o30dV51e9322FOGb0boNhIf+mucODzMOGvMekmcUxc7Or+TMuY98IpmX08X2nr4K9h6gE19by7GzAMcboZmGbk17TzZZNrbenXBRAs46y43ybjZYd9Ro0HuERcfN/JYwykP/cF4zalE7i+Qb+mCTPu9ox7bd3Ydka9Ax9W1Mfa+4W+pOTpkjpV9EcrF1C6DGNDf9wDvicjFLzwoooy5H2fXzicHf+KFG0rceMvCPHrAy7pkogRe19VkGUf4VJ4Y3mtwsIG/Pe7en7uNff3qbXhyBu+4ps+x3Nu75Gs7L7xs/3X4IWTXf+/fEdv+u/EO7/7pdnacV9p3tDu8y3vG9y24nZevmzrsZ9rYwF9cUmc+vVcvdIDPM3quVSi2w/IT2F7Mh/Fe9hze+x33rn3S03Is9472Efw9tMjtF/zij83bQn9cXeQbuwj5tuORnr9qrPux285+7LG+1y1tNs2tWPfOa0MZXdbIXH8Dkqwu/OA/c6fLNpOhI2tuoI5rMCNUnfrEsbevyyyPcYzMYj50FIOwP8a6TNPGLegaE21/td3dD253vJTXzkWis628sQfhOkWYZ6fvbelr2j6ytj1fOfuQr3d6QbXL7DLwg/1in7gPrfl2miPPst/44FDg5dsQfLLrV5Zdp513t2Mfe7V/lrHOFXDyaibMo7aVwCm7T4B5jHYvhv/191+ZM87pjmN+xvUYa6+yDA0033p8jffW2nJkDmuaOJR5ow/0E/m4XIPbG2+Veo/PWZTiW2nvkWCbxGl9zfNs7L/6gMSVu/1PvfNJ7HjB+3lmzkbxT8fNnNhpVy3Wnn0uKFLEh77GJNRnxrweYk2MN0KqTPwCPKnIpjiDDC+f0e2LPup1pKnYh39pmxz8/JtutVsX1/jXPj7F6qQIeOxjn/P+xOP923LMx7Lc77XPWYb1Pmt57xvHdZezXKc4tEY81nr4+4r9n/LH7OfD0yO72Gg/1Vr/yN6dVn6dZ02y0fQ/4qIt7rjGvy1H256687vvR95G/Mz7Hu/9I/BWzO54vBSYO+IF7ti/Yo9xOwPyhTWBnP4W5xDmS6Rb6r/7CRn8dT693fnSzrGDqZ3GervuPHa8Lt96nOg6j97u/Dr8V7R9f6n/DJv57nLdD5dHkYNsR4eZnvrRGrDM+UaEHPNl/eCPvt+Y4TOixxrpIu/R2iP9mVN63gAPfgJDsmPO1iZ8p2OX+f+i7VjYT3c6MM6f8btvoTG80xvmuo/BK78CmgaBWH8jRl6DEMdSs/jm7wIrX5IXtAQgHzYF3O+IA8wYf+KhgEwFSAx64FyVF1/GZwLBhyRHH+j0UCj0jMU5uCQuONxaFc6Jb9FSRRHPVKT60ic7L7xIHraCLHvRWfcspqM0LoboZnzTJ3UhTVzrJf+C8zGvVPCpeOm15IVvJm2N7DcGi6UWC/MPfSL++0HcvsGW1NNCa0J1De7a9QaMjM4djuAw1eb7GE+jU5/pCKv3Az981kPI/MqZaeZgbT+NgyAjhaeYzLxjyL5wXlpWDwQ8dSAXPnPKcuBxKpI1R9gIXViwLBdYyuRimEu4lFU65kAzsvope7rHbJPPD2+0IcMldRni4RdHnhjvOoFbKZhk8sfMT4BQ6oGlhOeBP49OWkvA8cPpZ4uy/YMc/iWvpjN8KNjq2KA3eLjhmf+fyYc3fPwGiRM/6RW2xT+KdMnm6IdHWnuOHVv5hGDGZdiFHkEA/54XRx5vAKL/5S3Vb6B/jEpCkRH+c4LRxxavZXPNHvbmOJQxD8q3snuFJaPiRVs801PRY44APRfJ2vK3rt7zpljSS8epF3k8Y402khmC4jerjef6KlmxNY9Zozt/4i06lEeeYg7M9tzzF6Vwu/GrnRNrtnae1k28pg6mYLzjGD7qrndcLIHbZZjWNWnCuHE07wa3S6Mtl3kj7+6GmvntDAQnHuQfvqr8jGZ+WsLd1Alq+ZMLwa9f9Q50yyQuXo/AzCL0tNvv5vYQ9Z1exjHv7JcvyY7wZIKWcRNV/Yj3vqabNNcCd6K+wwPFuMhJvFAJmPrSr7EaTXlbXX+ThN+96zzwfN9tYJy/up351H/mN4Q/aCAr94OKGb7N80H0qa2T94yuW293EV2+beQTsBQ+sRxZp28jIXmiGB9+vFHIFz53/JPo8oKH9SD7MrQBRgzDo7YPGG0eQKOPL9K63ejFGHrFZd3ycJrzgVf5TVx2y73Z5ntJfPN9xRUH/86P/WBddL5eKfYeOYklvPnU5zIyNP/Gm0iumtp++2Pn670c+Cku+en0PH9c17oeX9OmD8sg2u7bv8ih3fv2R+cB3l6MN+DkcaTHh6i/5zESefBXPfBebFgv0K07eeJcf7Z+vygmbb/YEsT2if1gPYCD3+FdV8sF1suOz5hl0LaN1oX+zgO854U5uvJ2n9pyaJ/KVU/ljem8Hme6NwbeL5kF8ofzv89KyW9ko7nP1ddWGZF3nYGoL7m5j5UqxrNf6ZNH7gfl0Me4rmUTMVVcl+s7ZBZlhj1e+v6ZPJgb9RVxkjvnMLwNW7NmqLM0zA8dLKdduiy4aMZY6tsusEQbo7EXSTZ+gFT9bG05aB03AVtXeZvra9D7PjY3Ye/KlA+OPXmHrfxidMbEuOS+6Z/Jk+8cR/vRfTjaN+Iu3a4+sLzAr3zKe0nJAB1F7aO389zrmEavr10PRv3GwhnnKfdKvUKs18xzxkXPGCXnQcwT+0Gwsrnyx2NXH8TOVXbaXt+fSeYvvvDNTL///lt8gmx8fuQlysjYgae8jr3Iy88Yed5wjK6YXovLyIYgn9qHzB0N7rlpPzfSNzZ7bpNrK/mFf1NVMRHAbyxZc0G8WNvZYx3DVcLaszxqVOG8mUtjEH+LSc91zKcAfYnE+BjJQJ//8N59A2efv3SIkKx8OBb42CoaJPGnklzjuhhY7ksFz1wOMN9m1+E1/KTi3lS+peEJ3ivDxIxEdN1ofE4cgVwT1vGxnxtlNjW+5hsDGY/Bc1L5+tHrij9BaIzxieN0r/Pdo9fa+h1GBugeRygeH7EPsM8/viYYzN7VkN/tw+Qd+USJrTOL8jKyNwGKAXhH+eSu9/9IZPMVp3qtycNaCU/j20ZmS35bToxAH6/5j282+B6/4ZNxiBjESXdhu3e8FgPHj1r35tzo+Kuer83vTu92zOzQ1d/wiG9V0o6y23PxkIJGz9qxt272d5+vHjOhc4O+/UkbePqgYgKd+amOOc2nMwO33yuBxjI67103ZFAkY7bVKp+n/bQjFo2v+Qt3p519yze+605315ZeSmjo+Et17ghu4TOmKwo2yc5drx+5js17k/Yda7B1MS9ygnVI+k3fnz7ECR+u/8XPshUD8+u1f9rQMMuwPsCB9bwx7l47FvpZAd5AYD2E6T3UOQYU2/TtH+g6bUM+ckeJMC39094wkO8b5mH7ep927xvnxM14jIG34zL+CG6eu8zPJrQzOyIMPQ5cLhMG8L3sIPN03XkVl51F9VlUxT9UWHSgT5myrguwcYSpV8MmneBnO+TMTv/etuVZ/s7HPqEWrmoHWPoRcGzWBDfPlRexMiR8MtrnxQJc/sSXOuQO1O7Ttx2y8gIjdIUDocr9GjnRHioxOk7xE2rtT7XjZL+k4oF48qv9oIXhwI0HbCiUZcoPD6SSQ4YxgiEw/qzHUXDhu+qbv2G/okaHRUdMGPasEoa+AbZfwGCBZ2E0n4l3w2hlG73CI2myeaWDfz8o9FiFN5OjdepjF1EN0BfzjIn5ZHaJJ7zEj/6Mb2Pz5ib6Th9N8u7D4ZPSiU2s7usuvu8+d3tyXFuMIxc/UeudTWqTr/bjSvW2HjFijZYcZP0an0kL8Zt2xlE+2Nsu4Shu1pozTNoaawQXpYkfd2KmtWoBOd2wmrnU+fb21T7brJq5Xpp1MisYtfUHT/ZocOXTCC5NZGw5FbyIp2WLFyvpNt/rwJU3sPZY5YIr/11E/gLARecnPMF/T+l0btu3Oz98RvlQh99w120Rr8h1lq3Uzfvb2PxuadeBiAm+LnLxeiS4UXc02puLiDiFIQ9zkwZ42gq+eWy0MZLFvvIepAtnj0ZddMZrI0tznXU1A5t881/4WengZP6OoZkbbjrDH9XwMJ8R83AEbfQ8lqYL433/ML7pzdvwXbedtusADTaljjf6cDbihvJJU/NK2fluc2nBHP+nis/l8Gevsn3dD7YpdQjFB844v03tFtwJLlLFidTRirYhvLOLPv2MITaeQcxxQVyPvLuRBz/bT/0Mf2fj+JtHH9957f2OS/vZ+I7/lv7jBxvTfxHxI1vrdrIzYackP3J6DrSsjgkMOX2st096dfrHbdtP8nBekTGuT7zXMdM/lrKPmofrfbz3wTnpIRzkx1+qvcbP56UJ/YWB6go+aHf7bEfC6ukUa5FvNnXcfeU07QNRl7W2loNbEnh2mb0N0fR5+a25jzWmUmXhrz2SXJ1eXxCiM+SED+I43q7FwWxCdsLoT53moPmdxrQC8y0X4px7fLRZEzhn+Gem4GY+k3PIu+jXR//rtNG923+yBdcC3z08+88yBnvBWWXJR5PLnVeOOl20WanJJ9N1+8Aa57GVZDz4FZj1QXZ95Ht/o7zljRz8vNVvv/0RXycOLQ9lksWbX95L5/yVQJ/fp/jTHNSobOYrj0d5JbwDmblGB28Vr6gcC0a0Bkyms8UoVDtEcL/uawi81xiLntvuKo/5kUo8PAOrY6bO9kMMMIZXONb9OJztJGt9RQcewvKwyXZNvfBLx186gS/9eTj8SnGuaAkN2tAR/rzZ7q0lSfJN9uEb3oWZLPzALRwQ84s3aerrseWTt8jwZWjS4Fi8k/VzLnpAaPvubWNkzYvnvB9hmJdzmb7bXCc8eyBjXPNBlnPikdx9TNcX5IbzgnYVfBiGX/QJWO5hzckXnGJBavv3ueu4Ye7DXn1FkwKm+RgCIqjElfU1YawBzM3oU3hDpX1A335AhneXb05iELbS/c2QTVnn0Eb0Utf+kz9lT6o+dERvPrCzX0cBtx2LqLx/br7LyG2nX2vCN2XGOS+SJNvI+R7wUbiui46zYMCjsetEX/kZzAhbY7N1Sh48xBFadHGhT5yTTdS5Hm44xn1Y1/pykd+IZMeU3YZ+ook9aF8GhjMkx/1HrK3LFbf7aOeAL/nzB1d4lmTbmmt3stF/xJu49twZRK3R89a8LnIjHh5jXVJ72ukxs4WeP+xSeVu+m+qfqnd9dzkeVxw0aljH/YyD+SQLDyr0tZmanCshjmCB0DERRh4XU2i0yakfk7keKCAMmGk0ntCuR7UfOXlbCvzOrGQVwc1ZTwKDh3wGFL1MUOsT9vqdAYkxI5zB5t0BH/Jgq+BbX9fQUGyPenrtMCWQdBYtD1nAk07SQX40XT6EzcmLHfy9tUz/7ZvbiRMxbOYHyvoOCtFIX+wJoxc2zgEDsSMPV2G2DmYszBGZmkS8U3Cc1xy/hSf+QobsEP/wETfa5cr0e8qrfqFahVlHqrI3J23J18YeKNE3CPsVH+HT/kKgcrcPBr5oL0cRI4ptN61g+Rov5Lv4Go+RU+mLF+O+wWrczt8w11ZxGOOBqict82HGGjh/lp0+CCZ5MxVfU2rBzAX4a/hDZmssXnlHkfiAG/wCxfx48G7Ztsd9M+g4edEaPl9z0ZjXGt/mWoRORYTs0CKR8blutmxKX1n9Yojy1s7SxuVEBYrP2X7wMe/Sk37a5OL3hQNMO15z/US59HMMjIdblfDD2hsTmXPOPdfw64WYyFe840qM9jh1WsbyX9R8rXUq3BlubfMHvPPVfiF/WUZNreKi37HInApb/I40Yk+BJrI6avXFXznud7VpRK+WQQ8eqz5hVe1fwt77gu6vK08UgQ6s6cuOY/rU3YqDHUR3eNBkSiQePUrgh754L+NhhOD5vX4QNeFeNJNGfAhzv0m0PxjsY5DlBWnQaO+Kr7KK+y3Y6D6imyklaVY/lo0o9G4Lti/+4SF+jmnUYVzO6YyLguyYucZnWjumvHK9AJUbXht4N7X9zE0L5zzIfockc49c4LYStnPzhBKgsruYhs4pO4YznqyboMZfxpMFsQq5m3ksVoGCdN24AjfHApe9ETmU5EEdfwmKF7bMXAeKD3imheepOL6pa/BI/KjtwxPNDmNNAp+4U77G78lnfp3WjMBJ3LIP5WVL+CPalBwHrm7oRNxlP7/Zo5SpG3tFkw8ucoEQlWMPL86v/srmZBko3nccb+CpBzlThngsfVTK4B/7OONa+KYx/6Qp3TBE63blQtAM45JgfTFZh0qHkL3pVmp11NfakSx+2COCSJ4onre07Y9so3D87xdb1oVxCr6xX03bcfCX89F4SZis2TPit95yTsXNNgyLvMoo074U66t5xG+dUaxf8i+6/G1LFpG2tjCPR3wzhkn+8ktKhf9RtwBvQbReCMAn3S8W2mHpqwqG8anNx7iuTzwMO9fy3xKHQGR/IMX4S4yyQ+uH16xp9GbmEOW9uo8zi1nhs8RxxnaZCK6YPLl75FRbF/Hx4oHf5BP52DE+cXgFtvqX88Scg5ZjmfQdnxUWv8X3kfwUfcqV+7PJclDezj4ve/54gHUkbYq1FTLbd9qXPZb8Qjf2LfyEPPPvOOD5NyhpPyrQMVd9+QO/zBESpxVv7+O6ro1dm3YKeqp0fyKBwnwen6TErtxnplzioJtMYJunxyNvIjkNdRahZ+6vQZHSx/5sOnwdGiRv8cUH6sNl4qWP4yvmKPjHD3a/sy/yVDWKRrOZPd64ye/+8Ru8xJjfoXNskDGLfM75h9LjLnzh5nDoN343r7OAblUgeZGfMZLtH/GtCNqzJmHGEjrOMmUXuvFHnCwfm3O/gludAZLpP/AyfCO3pi4ppvoWaV8O+yp2ps9PGxLgLNhMDkU/4x11DYkP+xgYzr0i2yrLVKyKQeG86hf0mkV6zf7080hodKqYGM96uM+47MU8xVdfbR35V2oOuA1PW81BNXyN55Hff//9X3/Ep391dl5tNg71lNOh0S59QtzDYq+s6WVosCnR3XZYm72ZyxfVq5zZ7RLOaovt7vyZP2vfUqj1AJHxmFpRysA6xtpcp+DsTx9zhPkeixQ2rPsQcNnu62DeeQq++SGxl1yvk1FoFhNW3+Yi/6S9EXdw0DdaWkcCEBYGsHNy285TzZqXb9L5yLWArg/gZf8n32Q1Y2ZOCChzAh9nId985RnoKTMOwYc12wePHH3wwv2pSh54sP5+D11V4IM84WgKYgW+CLvijPSJB8OU9E/UPDXMPQP9Wh6UnkGWq2u/poR86r/bs/bB5VOPRAAboTMtY+jaC79JS9k/ITxwnGADoMbkufp5Q4su/M2E9f+KMSHgCgH+4xogEVa9J83a0nkeHiWo9mfPf/KffKfQ9lfIksSZf4H4LfbfWQKZHNj8ODTFNGLHQh8lvB0vVyPJw9wnY0GDRL9BHDSVhzz4peR1Tfw8I/MzejE7y3eugjW/A83+L7/KGO+jyMEm5T1nOM0l329GxlrQtZivAyE+eMcQtosfCOQsMCNLfs+H/tXBnbbziJMZ5g2+k158vU4B38fA6HwzpjHvzV8a4WPmYfGrhs858zeLKy7FM7Hj3Ji8IlF8JsNcYKlLxtecxX/oEz4jpIyyHuCnD3zFenwLFvlFSdyKd/QSloi00rnEhHKOzZAVGLY56SAp450P7jOUutMImet5ofHJccunI4Y80/v2jd88xjJ05m+uX/bT0CdGg2v4ImTRTDOnz7y+JTuGwath+5labRisxW/sBOp8n/atuG/tsYaMexQRa+ciex8ydN5dua52z7G0Puxy3mlOlX+nOybBv7Eln1+V6H40jmvUs634we38BDCDmfAtmMBmwXmzR4JcCxP+AA1gV6xjgO/k6fBciM0sN+pldO0cFu0VIYIYm4Me6h4U3JGzT1KTxPLLEeUFoBPQfBQM6TBhMR3HvMWv1rEWLSZj6nH271kNGDpgZl4n0T12VqQYKVYnevM7SwTqs1kupJgReptqvUEQ/B1f3yi+ZzsOcikDFz0pYl2IxySb9ukAFbiZZ5WrFYLwfBwq4k5WFOfwUHvTATfeJDMDG/av6fKsh3kJ9/hWkqxR3RdfkjJl2wZL56a5D8n523yBis1ZwiDmADnM1zZoPkxeLLRslB8rsIPOzKNWvk+aNpRNP0TkfSX+qscdZ+/LBvH0IgZOX9zBmXNq5/Br+12H4V/WpFq3ONQL7pmA/Huf7NqRb97YIjtjGD5lf9SC7VSzP3SaoKU1x+H9uHD4+OYDcyg2aR/RBd9YEJwf1td9UyavUiFv1JWLmKlrAYk/HWjXMfXgZd1G3sKv+K80HoCGEV7I/YkluMcEB+bYr+MSwsEBGzk85v6TG6jGRMvFCrHkwiYO/uFXdPYBS1LqdVwc2xtxuGGRRQf2tlRAh14+wYEhH2ICrA+AyCPJL0PFvBsKxDgaDQHI5KJODjGPtd+cZbqqx3m5+uOAC9e6uqPSTRNlBVoypoOKLursa9ewU5vDjP2C+vIp6rIGCId1/Fvk7pf45MJvCQMOjswNf5GjIdh5M/nTanjlQvzAvAQ/eUWs+T/6PiEncbLI8WwVjxxC37wJItqkj/FgNW5ymQYyRSMhegGR0nhmt3w7/G08UFuMexs6+YuWSuoTQWQf4F94Kn/PCrw83zS+vCnhR/32CtSfeLdAFT9UpZsyQ99cJtNSYz2om5zBIxurPYCw+cuPL8POvLnAQBRkO+9wpmOHXS5koddc2h6zr4BRXDNuv5lfoQwdzJu9mTyjkCKWmrzCp5Ix17YP9YYO7yei/HWv3jfTTitW7NMuG3IQaX/0IfzWfcGY+5/jqyMp+IDckf/sgRx684tjsxAqsQJEnFgPrsU67SMdfrJvx6dvmlfwweEfc+lZeYXfMx534+t5fMdCN/vNerq/4q46RkRxeRRHFd+sOBp/62v6LXzXbyB0HoxbluPRx09t8PygkRtzwULleH6bc/zCK2z+8p+x3nCTkPjGxP7Cw8Bsx436wfhCuQDQxzcx2cegf0ux3alHxI++bvzA5Ry/Z/zb1hq8nmG/Nm49hS2mu630Vzyt3auEe4VGflc+ul/dlc3T3iqn+yTbI+4r3h1b2/XQxghXl3PHi3PY6cxo3q5XeuY0eRrzKff04BEPFLQ3sTapcK4aOqRp076xh66M/+09bKDYp7RtMzCPA5+rUvXIMTXba6xh5QBYX3k01Gjihzy7t/OWfWM9Voq9N33qEeucsg95ADy/xnCQjsZm71V/zQPe5FJnMxv7wvrA2fmvP/+Kr3/+vfw2fWXdX6vR9+r5TrvkNPFYlq8J4E0VKh1h+iNclSVjWZhQ+GQ6jjyP1SlKVaypepATVoRDiccs1TZjj1WeBrKZZO1Y0/GQEK6vxnVe3T8cEq0fRvHJQ4vXHJjzAl74g7Po2LRr/7OcqyZAZEfqHPhnXWYcVh49/nc4olh9ay4z/vOhnSNqnDhjxgMhSuzysQfP8Yie/BEmgEGoMPl7OkG+cPgwMzPrRk3N/xSTL3m9G7jOxs5nYp1b+Js/tMr9P5i85xPOZ+6PoZI7cdx3vcfBcFP4GssPf4Hji1oWjfZirbgJ2Z4E5nbEaPjqJjA3knwO4AyemREJbFuoZaflxxu146EsZ07LY4/MiZK5QifOWWEo/xKeNR/vUHHWZR6EyJA2plmhjMrzVYDO797GHhfbMRjS8Pr44DmKz6defzIFIR3+WDjGeSNmVKwpwreF4Ym4x8UfdPs5HXjeLyi+vu4sd2n9Sd9qbWZbkk+lB06D729xL5oSJ+Wss10xXPWdnga+FuK7w0I492Ki4j6GRjkfITd0Sh7RIO5jUq9c155zSP5xnLqOwHYtVh7qgYfvEjf0uNqzU1l2zEG/kSVQOl1vx0iM4nz+ZmEPzvVsgi4t5UDYIeVyXHs31z08kNXzkwthALCJPLBvTjhvhSFTodL9Q+cc88Brk+5R2B+vRCC08Dx6q0K/GP/kK8McU9cWTd84hrn+zNf9+JO/JAKHG5BN0JnhWI1BPh1nXDPtY4Z1noIp2ZRAQaGoFbpuiNNJcEGz8kJm8aNP0nuDkB1dD+TIts5MbSdx9kIgSWObONhcdCgWu2Ntoy+6odMnJWXHzkdyxKyPiQ9wYgOP6Ycej1LjYWU74EXpcnbC3R7h29GuVyrzZ2P0HAETnZFo2FyuoSdO0odeFuJo5AI5JywDsNsnO3zhxQFq4sUCPJBtA7Xa4KWcxGGhjcW+LfBuisWcSJc4jA1R4vLGe55+uuXpkbJOlQ9OBl74euBQf/+kDSqWvHjHIofGunhH2dLH9nW+DOuwEUzrxEo//9kfMeTNHB72Z1dDPhEkZon82BCgGYvumJtCMFx0jWhrgmcfYYP1oJ321iYC2WJj9LHnWbEed3jI5tCYkTuw4wYMflh98Z7ftNk1iMNUbqDazIcPsIo1KdCf2Wd/uN4lvL3PpmoqNHhcWN/wCw+NfUHvB8jmQzytHzX9XEu6QxGziNM8AsX5IE3ICfxjvWirE64c8N9++xwXh8KLDA3WMmqKDD4xt3QTVnk1eQafkGtclizblgfIEo0t0q8Aoca4GIqBj5/+zAH0y2+dCIeYxryRKbk2SLmQ6xsGuaRv6iBefvJnTG2/Ufea337v5YKfypCLslnjoX/JEa316pzUdt6qF7Yyk+zMaOJnykcO1g4yskov50YigRH68MfalL/By7s0/+XfIsOX0c29JGpiHhVL3OfPtPQAKhqVF5FvGT98EOMf/ogqAKkLWEFbyzfUvaDeJy5GiF/kUObTQIjLkySI3I5/5MuneHeweWCxcw65eQhGybRL/sj1GD8FDNXzDehRfw7Hp4m1Xg+RTxqsc+jCv1729e84HnKx0mP94o588L7LeMZ3EVC0YUcXnftj2ccFaPoo6OAH2MXxp4Z33myFV5SUx9rCXEj2BY/x1LXxMb9X6qQNxLStKa3cF4fMwzbmCw3bn/5G5zBmnQOrBva/bTAfcuKfLrwBzHlB7YeS6Vd5+1YF22T9OyK+6XD77Xu9mY78zUJetblm8FJXMli3wYtZEPQZ6cqHQVfXBJkz4OS4/alaqcGrWqZ1/HaWHu81ulifDpe8Dplt+y19XLalvzh4RqHtfudtns4P9yfnc6vHAYzkGSbbassQv7InNuAPpduZ6x005l/Q5UOpQnlVzzuOwNERPq4N22l03tAa4DHbR988PJbrbss/888caLGBzudl87NdGY8YZ31nX84SPD9/8l5Tebdf3zhHOey04rMEUMtqw0uz2yPdNZztaKZ9YccdH9HgV/Re/QZv9mbToiZ+wQ/j+jbFeV5J9qNX89KbtB5haswPWWTnvKaTrtI39xHQhxqhd7Qdn3LzEDatVMt4A6E1PObaD0SnHZMbDxu8DzYW1WROh06hl2kZcNu15YhIdhSDm4rYytYeQvjYL+a9MsBZEcvQ+RP5Eb0vcZCljtt2qad8PHVcdZvcdrh95Hjs45PyUWvmox8smY/tcX9yQXv87JiEXbDJ+QXM8PJXDGqKE5jJpbfyTY74Uoh9aGkT9yF3m88L4qEDuh9KZJKkXtjiojzIc08dupGlqEV8wkZfCiR86Cqjhl5m986atYQHv/lm8Fznbpx25F+xiDGf68k/6X7lI/vEyPclPuCkWFf1sGJM9k2aY9X9J5SRFtHt1MM/pcazWItb3BOI64LV36VKW3A0rtzwmiksXRdnm2v5kK3t33qffQI+PM0XXWnfFe8lQTVyGBrd05y0sBBc8kNCrgXmnzLKLp8nkGo65Ht/1LE1R1Mtn3eyUy9cL1FGqhb8VBl3Xi+B1SN4ohJMfgo7N/yrx2o9DLyI7L8+h3pfAwnoR+w2QbalOxLs+4+xT+b1X+RnouLGmqv2i795A592WvcNg6fuO8R1baIKP4l4afmVXd9evFl3Ov/BIxuT7/BTyyXUNBx022oezg3y4RRj472vnvG1XF8Pcd7ym7gZ4x+Fvcw6dZlpf4XM6yxvkmdu/Gd+OIO7pyqmZ34kXeSCPpFPTIzVuaud+37I4MNCPgPkG3Ri+At7A2i85AduZJvHwc+9Osb5hLDpLY/6bp6go/REgIrp6Gls9WU/Ixs397lINvof4Vm8uCa3f8WL8x8P7chNfca5y9eYHuj1eNG2rA4vMVlx7pgFwcwlnNaLNWO9mfMQjJ1/3vQJS2pGjnFzM777fBjJH0JCE3zOt7Twqej8gEbA0N2xcJxMf62nPd1HHS91mCb1oUvb+rq+ICwAyUYuH0D6Ld54rZ/1OPlMPvY6BRtkzL1jYbx0nBPhraTpuuEnfeW5xiDEf9yz63iOY4eB61zyOLBT6b71G51YxdHJBd6cS6lZq9SPb1tIlM/Vn3pCxxtvpNPqM/N8tbZ+4kVeSa+9Dz/DaBuPtssOo3+hif1BIpATfmjP1IyPT6Hj7zOB16aNGBLG4tZagjQITtBm2ZUylQW4f6q7LPFBFy0gJ/xHsK6HdL1id3nXUUGwq+PZzh2/y2OMvuTi2BnAlV5j+Nnr1zrepdjX5ega2uV2ilN790Xv90lv2hwPpTicn0qXv/AKNW2Lp59YlF8yZ2TLzkN6BF4I1JhsRz48kTNoHBwLOyl5gGmTFd9OyjaW8kNp9I3sG5twXnQN2dL9wDpBVquP68FOhzxv287u2zsqvn7ECzWbNdbllteU0RYo3SfP6V9QfXHC4siN1sjS5IXc2IezUNHOQ0E6UAOTp/BefZUMz5lXqSYefrKvgD7Tw4dUX8BMTo9bie8r7CNqeiZH9rULnbqOJ/JX9TYtfiMQul1jaNRTjQQqBeJrZfIBWcOr5p0frK/rq37neSBbYa68oGX751iP0yF/wl/ceEZ35HfZmXIwxf5WlLva2AcYF3Hwrrhx04B5wlyg5IEo5g6C+Kdc5OuNORywaRI3L4BxnGBtcBcGqFDPW/mAnnVb9G0HWmR8q3cjJ3nQY6PbCDAP4L0NjnGjlTR6aW2aEyn3/YnY8CZwtDqZgKuhuMGfQswLI24AbxebfOrzrnzgx5SqwMt5ZVguuqGEOeR6Q8cOr2e7zC2K6anzIBOBsD7mT2gj3KOonUkxYNngYppwFzRvePNVCot9HuVK220UjC9xTttoR4785jd9oCerKF/nRcR4vZYP8UQXG8izcTDOnI1sDFu5+CCfaCOGN/tQS1rwq0+G8nXMLxUIS/1x0Qnhrp5NNNMa77ndaVLHYkwbe5lPLsP+AJlH2g2T+E+u++Yme8upgD9oiw6f2Q6PddrUAd5Beyp5HtgG4KOLh9CLpJmpu2Feu8POGjrpxNCw/criXZA7+15l5n2xx+xV2hMedqcvmtsTlrne4ui4kABvKLtfM99ueMg39/x1kbkKh2aXAYZhu78NN5e9b/ipNu7Os+OCw3jXy3Qd79W2ZZmHa9Or34Lngaq7HoA6fYY0FnD221zHN9pHXeu189xpJl7IKN8YZ89hjXsSOw+wzW3pP3ma06wZ07j2n26vsR7B0idGPNQX2Te5bFLjTwumDWOsBmcfgICGXfiV3H3ceL3usjv81fZJxu7DXH+DYYezv1N0rIu4RN94Gpmv3ksgIeK5TrAzVWoTTXijS5cxOahlnA6/wsT0Cu9UtF/33B0v75XmrLDBtwyjhU1GuKnhT+H0kPh5wwsIfJ5Ry3dg/9PFelrO3jccnftYnuPz6SrrkbAY90MA0+WbVcoXhZX55SOgVw/jU3c5hgM75bXH72roLN4RdJ5D0y89V7mOkanuJAgu2uGIni6PCdEhFPzzjz//9ccf8QbJKJp32Ty++Fy2DLIQlq34qdu44LlTTmGe6iTtgbWePsH/HhuNBEwcj8/aMbM358j7Wo9knTgKf9X3hAes85Z73qs18u5pWSs9nrEKx/qciB4U+RoegR3oFa6lnYiHF07Z3MGAhj/HANTeVj8uddok2MfNHnj3j/E6zLi3dejCtSNvuM37XLghSlXqHF7Tfq7dDmMGWQ/rZbhr6R+2cp3LTftnQotwoCkgwwd3cizPtfHQD9l+4GJ9qY1jmn9nvcvu/dQxHEC+cj/LOt/pl9sBORcItKnznDCcOCnJS2FM2F3rei0ZPouDBmxhM/Yc3lAXgFw/G7NH15oXe5MulWsc3GS1tDFaOT1C3Xl1OOd1HoCmzSbvCJe2LbsMZP5kDl+HFkjPNQYyDs0s5mEvadkG6+O7bXqozdrRmHaCrW085xQHRa1rnb7WmA7a+Lyli86PWOV46P8sr7tM45oWG/RGto4Vedn8UktHIgg+tcIv9mXnYPrp91g/Yp2e95WvwfLa0vk8ar8FH31sR+rw4IBhnft9QujFQ3qPflOwjzfwu5uOUWeADOx+JKvT2RZ4QOOCL1o3wYz7z3gf/vf/+j+RhXoqrodJSvyBUFzEnLF1YnQFTNNr0+l+7rpJdzy3+Yj/129fhhNiCnvoWHf+u8EQdGcxbj3MTPTgrQ7rfeME1qA3bLVfgfOY5M+gWCa8pZcgHd84rs1/x9FvugRWe8JvGmpfwBjW6d3un+QBz3DTqJb/Gdv1XvGqFwehxIvZxT+/823lrXdWhcS4ic47p+Zlli/oeecKZaUrGVmd8kLvAutY0luTeofHahV+ikUrQsQGhEQWvM75url3LorjCqlexOVe98DJd2pILxYsFs8ea+Uyvpy6T37koeYS+iZG6h+t+J+xr7xgMfGGvPiChx9RLDs77UX5qdxNuX21hC74Et9+OG/kl+bcGJjRsRDFYZPfc0D/adeF7AhAN/71gh6TTzxw00RPFOuIT/GbaGfOdT7T3/EoABFB9K0e9n3m4VBQjwNdJwQ1/t3xdgzmppZeGDqPA1jwsb72GX3a5q+UQH/FR3X3h/REPfvEPIFhozb1TpMjvOT8pTYttf1i2N4Hn6IHp9bLsMfrfvKskzi/18AExDt8bRMx07vGxRPchEUXP7CG/f7b77GONJnhLwo3gayP9RZ82qY3n8gnfjMFuCf7UsXkPF98Q9F854harCbh7XoH3vSDYhh2xnr5la+PjIXQ8kWp/LQeO990UgDHPhBt6KUPvtD6udN3P8BzH6cvHHwIn55ngc868EK5myOQMkd4mMlaz++sfP3ylZArmx3HXUzgJm3JHzeZQl9QbZftadmQdH7xJ47RgpL4oayeYbNWFmatj9XL+UebN1RwPiEHe2F+6xPJYuBProCDbsw/SGyW5vbUwW9WAP8rh1cjhn28SekL70RlMIvyE92NZt75O1IBd3EzbxznxJE+9tOzeBrP/Lwm0U+bgqf3bGDws1b4xPyNgy/8bm3wyVfPK3LG5xbwdtn0cx2MMcs2juMPT4rh1tfr38CL/TH51f5ouOn4BL3b4vj6K3T822UCm+v/ys+4CWXv3vJvxV57lgd04RP93X5T7vC933ma5lFtufajzwePaPoY8kwLL+tjHPPvcGhcoDUOXw/Wtn+jZA1e/ov6a/w2kvdl87IOuz4i3vK76Ym9pgXXb6pLuvZiecQXW5Bj2aLbFpaiNY5luG6sj81O12VBz18fZ63PPmfXS/7rfNXz96SD+dmWHaePW+ETbKezrsY9jVs3j2W/ckRnCEukZl+7FtP6UyDug+m2dBD9nT4xE1fmfT7X2XxFeFtv/rTISjf14ew042ssj9O3PdRuc57KvaL2W/YeSuZqLNZ9vRb/NV/Nx/7t8pLReNHe4H0B8KQdSKOx8mHO7PNt1cP+r2Plcj3wKX+Hr/aI2Pj9SeMhrBrItE5TfsiO0IfL4sUU4efY9+Dj8yYj8s9co4zda9aJLqePSebcQ/sYbftu19H9jo9eqTdnLoIY+emzI2+6TBAEFfdOe2qfZIA3/XSikk880nHhZ1+s/tA8sjzT0Hfb/KiNx5ujGffZgnMFP5fiaPj+QqcxH/Fd5XrMteXQB58+600/77g9aJpvwU+dgjZ5oFvkE9cjSO60e5zNL+mKvuvjcdmhdYpx/gSbfurnVNPt9Z/xtc9///1X7pXWC53ctv3Ws9NLJhCvt7Hv5SfdZPdJb8Hm+mmdJ1/zmnbMMeegJujOP/VhiOvMB6X7BRrz0X0XrT3JywlWvLquGp9rCPlNjpiXatnZ6WBlHMN7P9SJovymdS6sRYzwgv7iaX6Oh/maB+PAdvs97jNWP4d5rNf7/jTOPUZiP0Sn+Mc5TDbNMxz8Lcsko479k/Pd7fhAnA3biX1cZ3hfmxihS81PvgHwS/gt18WC6auYI3ajX/lb/c6H7PR9T/sT+fzlGpE+Fn2nk99nvjDW40B/2BE2OJa+h5HX/yUnNmzQB052ji9rPprnRFV+Wu6En1s7/U63x+ycR3N+c39bNNKD84l+/1f3z6a8yIkweee/a8kekD+TFQOxWseeEOttC4X1NV/3dz7kUOK0cx24zg//NrAt2fm57zzZ+a99zV9g1kcxX3NF42XMj3jnfPiu73Od3m19NXrkZcw368wYv4Pdr8eB4S/+80nZlEIeN/vBsX60e+G+ic9G4aYonvfZSVSW0n4fRPjys+6eNI7jRo08bNxBzwIR5bLuNBbZbPr7HAjlh3j+4BhlXKX0AuuswLXt1Kbdcdzfx03rcfRmrfgU3yQUrOPPmWSMtV7pwZ1n0Y8f4iccY0VLGEGNvFjx5WPDqJGZwaZqhTHjATZehwmeDKJ51nvbNhee0Ps8aj/t/B3XCjMkWa76XOXbtxCYD9e72Cv6ZLW86N7sjCv3GB6Wyit/OMW4tsN27XDrBh5/O95tv+WxeHrdVhxMl3xjDbQe8bNcvKuPhYI/B81q9freOR3rWRsRYVeWbuCQHYMk/tvL1C+NLOcpwHPsjq918rj7qle/2HnGpeYwHPeD0rHdro5zbmtxx2TLPOEN/5wGH8Csq2uj9n5ve/yRvEyTCuRFZ+zQ9pCTGD5siqB7zU56C8ra/g08dvHGNOlbfyGrTqlyGhqwbk+3NzdynRzi0BboId7aDOJ3Nl7RHdY+tLDI+DAnkeSttOk6d3V4kJdjgcYSBj0bdbB6c5ky4BF+GPM02pnbYhkZ+2benQD9fsSh//MnPt73fG522kdt++qEoxSqAJ8QbmDoSka/Wnou4k/r5LrzycNvEIgGGZonARlojMVRLHGYUPSVodJJMlaYiKU3crseGuNVPGfMi2qKnqit5dhbR+mO5tKnk1s3y+ATtvGkM9cB6OQT6Zmfvo1DInHiZi0HPvFaOKYtiRN48OBmwm/xAPh7HtikqOWB9yO+qoZCu5e41Az+PPBTjExjHOneZXvkvkafvUgHoHPQMK+HPJTc5e987vo6mNyNYvdm+D3qZUR6vp/+wrAAmSuwLda5VoUwPOQLc8276bVbLezMXdhP2L2zmn0fqtAm1tg6pDOOn7uvaXvucfA+F1nV6cDTuhiNGOaDvuS2viJJ+OQN54WRPxw80pmsD7VWwCjKPEoBj4znqypDN114B36wzLnI+cU+A8ae+EJhHfDcN7r7PsdlH3bB1w9/7R9o0MV7oHmcavydKwNzNvTj33uL1p6V2vYzdsfbdMZdOajHmH1wwjMPsE/jJ553NIrjieIe1nkZKzVmIpZLbcOr/AfPYOGSPCunzIc4u2086u6HwasjVNt5cuJhuoxes+PAZpF3GgcGP/RClnMZuK4paJHSrFsSZnyNnF+tY3PTGbGg9kvnbdidL+8YQudvBLH/zMs02Sdmm/9YI14pO79XaMDp9t3RnPS3P0/0jhN0jBv3jv8zOPTwhJ/zwbxNaxm48JUCPjxeLebf8dHJ+nT4CbePuw0eX3UXaZ7FNzE93uvU9A36dtpTe9ln4k7suIF3QD75Gtgr/pPKyoPJmn4ZPYFPWnFybOc1fMefrnGjHexyO37CpQ8/0j/H8vgg3tD1+Ji2xzr1aTHqY10uN58Zi/+e7mzR//Yy9vLDjUkrs9uw943nmm9MwS4KRxk+RYpt6ZYna5l8+sAT8MuHmHBX/jH/llxmKEqPlSDveUVhxcrnN9+sfgs37LLfXMP3rrCu8Knfv//6W/n94pmwyznxhk29p/o0/A/AsFFBz1yP7r3VEn+aV21K3epoOiPsfeCGUTtHjb/Wmpui9rUc1QAAQABJREFUkf60oUEX0U/4Sss5BSv1UNX7/Y5z6is3pofoW+cTPrDTuewZHWsvPwnF9Y6v35/pmeO5Zq/XVFzLc03vsvcNf1R7K/jGPvTituA5/2ie4wd/A1ieiUNN+XjmgvuP9Hs2xr0/+xxPPLs38IzfPzPeHTvjdScr/TJTsR7+BjZp3+Bh7Uv3PHnY6xmTsbiZgM73HhfDLrp6QiavUGosFJZ0oXgZQH7pPKF9Zs558bZoM8w+P4n1IX57lYfAMS+mxcZSzZ6Vo8GKXFncuaJmLx/CBlL3yQHtCOrnLO5Z02feU/sTpjz0q0fLyYN9gnLWrAaF8ubX1Y/4NuxKX08v3Ma7STv54gSDZMqc7V2GcThf8HMLGp/7QBN9bApf+0qepePGPQ9/f3yPHZec2A6nV12n/UcBBfS1Z/rt50LxSMzLY95/9LXTj8lO10rMkZy+B1L2nG9fMZLrZ13/HdDeDML3e/zNJM+X4VzG73CM+2qdvJjnBK1KrBC804GeJoEH1poLRCZ+YE3aFeVhD944OBITRqGEN6euDCz+Mz4NxTKwwx+yr6XLupmWA6wS3PKt/zTiOgFWSf0dWPC3jBXr3LNsy5h6xbIcTx7TF8Ez5vooxhmAX9TYk943Mjp7ycZnQCNeEasPdRLK2GfyM8YCo4Swf3QBDFluKYkDJiUPSYud0UkhHIyinfyYDNHKQ2sNM/LA4T58BXawgzgVR+RS7njwbrAgzXxEC9ppV3Q4TEEn8Tm68HTnjncRGu1YQ3vNDWSFPfHqmOGq0zvFWJhY+OAhPaRvvEKdMj0HjGN96X/6HO/KyoUtUZcXfcMo8eeQFvwjF35E/LPEKUrvHueYXXK2jcXMfKD3Aj3gQaf8v/ctuKY3HXXyCp/YFmA7HjiGUX+I/CCW/uSr4hq8bBNMotjnwT29mEmhocurbcKXyTfyD768m+j7j68tLpNv15k2sdU78sk9og6vLko4wHMYvZJOMRcN+N2PMFDfMojUhAkfXSc9esB70iYWSFU0Xv2mI5/ipvDgVn7Gd3WjDD1yXDis+177WecpefhM2eiTIMU4mtL7Cs+YBsvP8Xu+FN7J+GO7assLwrZ+JWK9cMG5F+yjUEH7bXsX4I5Pv/tvHy92efGXPONF+PjZNhHH5xdCO2/31yXP/HGiHGmbjP9YX9nfcXf6CplRtLaP3rVxoS8U+8bvUJUL4l2hlQDOEWvktX7sDzVJHtlz1Sa84q+r5krQJdr89s2j0uc62WH/QuM1ttv6KQz6lu8S1IWp1iJk2CIobwpnpHK01lfmTD8TBc+PrC/kqnWBt95A4d+ygfv3+qpo7dOBE2s+7LkBx9JHGx/y+0WUvLEYvv32kU9RBj6qtMID2F6Y55lqUaUuDEPGfmGfJkrkOXt0FPuJmp0OnvjHvBNetL2d/OAVevGXfJDLvzo3pABeyq6+D4yxanitp/Y+gIyU0+SbDrjWnZCX8mPvlUlGudTJa4Om3hts6W7v5uxywaPf7aJ/4omulk8e4Sf8vRfz/+3Db4GF4yaG8x4IePkvahfLtV88Ty0XmRT6jpdvYgM3fbZLv5OOjO8FWsvJumJBrnt92Wnow5+Yd9knvA5zfkDnvMmveWu+6Ph37aEvfq7yih7GoXZMHN/h2+BnvJ23cYb80nvHT7rKP41pvuNP8wCHdu9bXq+N02Fud7m9zTh9aN2mts+9/Ix+Yq12W27na36FvlQdzwPAuh7Q00fuPmaapd7msNbzGXPjwotinvB/TVfpt/Nx3/qat+F7bVmcQeIIlcWwHZc+b5itKa3huRSo/4bXvGZkj4mSMrkmZp3KlIs2a2xtN+sZafrsJXGgt70n97UixO95zRdGORadp32xjxkOrnnEcrvsQx2n83y1bZniD++VUvB1nhhjyo55uqWdzwKDf9s7DTOfvcZXyW/oUvHbZFz2451R9K0/uPxb8uqA/wiEvYNfm1P2Q2gd7OMvcszXK6YxX266eZ2PhDH4WDtHu792m/WJ8KteMEQ2Sxzn90dniNQ/J13w4dqJNx94ESzNcs8d80Rzw0rbfvp9zUS2ihrdDo9wA5qvfkau93WPvadWHsanmlYVL6wUF4G7/hMRY5Vwfdw2KA/A0R4FXaWE1hku/Z7oAA3FPGlnvJIO3qwbQJ8XZMeyHkW5YArrvvORrj/ym5H87VfcL6TYDvN4VNuPfrgqehuu2jqYz7QX+1YD+5nTZxDTcRahmGbyMca1Jo/ryxjSl53WsrBXcOkruZXswRK5wDwncv8Ivu5bj86bba733SY+WcrXtJ33nu+zbz+KpL9O7Rq0fOlvoJoylWPoaV2hUr6Ivsd87F0lZPSHKOU84jjxk6edfqAxkgOW6/uIR+072bvatpfL72nn3VkHvf8ve2+6JEmOY2tmbJlVNf9b7vs/ZUvFNvhweAiQSjUz94is7pE7zAwnCWIHuOhiZsqnD/ktcONgElDzMQ/Xd0oZ/278ERzaO3rPDOTTnnjjzIJrPX0Ys57Gc/+R/H0Mfrn/olfI4T92g5gAiZq6/Ij4fYxnKD/i4SHX/lZiZ8YcGTpmGozxZ/tR3W96W574IW8olJK0B3M9bU9Kgb1/UXsAwMPqrvsd7g6379nvf8Y5Pe9JJrfADJelN+XS27g5jp13h5G3Kuu62PHrrEGYKkeA0+cfL2a+vRAb+TU/+Zu5EHx+fgnj7vWR/sjtc/QqHTw/aMX/mXcQtWIf606TZLbh4eQF8uaOzjPyle6ToQtsYvUfh2XvS8+Yo37H5VPTKtpf/PvCwLDfZz35bKD+hip5hxE9Nzrb8mvlzKrDPi/V93M8eFkG7c9b3IBtRQkB8D2TbWO2MKnE6cnT2xfqA0D4eyLCOw8RMaNXBx1YPACdbO4PbLgwTR9m4l11f+rfjtCEdXBXT/CYzGPR72O0fXEz1q99ePZ7EkzgodH1gKcTUMvvgSAXntiWbvSbFN3WmLDaRj16WDA8dKjRsbE7YJxBXHghKZfq4MEzAQ4o8f+0M1pn4t8EtT9T6li0UAB/6EZ+yMe4DASaVfEiV5DR2h6EAfUcQF7OjXgQ4N+PLAuLP77J3B4sv8U64gs35b83Jm105g/68rUHxXJwqoqLco7q7ym2o8t9xIfDEv/3crfILjihH5bqBpQYON9enUPmlz6NDlzItbrwLx/0+Qad7CR+/OOQAFRw1898oPQh7uIR1MmDP9zEdsm4xidmvYYAZx5j+/f4rVGm9Of4rVMON38WUeSplRqbTYz5oS5CsUEyMcKE55oLuF58IbfDjeNx+rR3PI/vcNO7lo7uBa+w+cMHvxxV8Pe1yt+il43I1MOKGnduWY5w7p3W9a7cKfxn9G/NYev1u+q8bzDyA6+gec0L+rKljjVl23t0mNTDWd1/r/LjwWlkeKKzhvjGWm/nUj62aUUX/DW3k8H8YwuN43oiRMPar2OOez/kdapqS5P+demf4vuwuNnw8U991VCGIpb0j/H2sPjustChwSJY4OnCrdanWDjKL9F2nnmt8k1F5+e+l/W4GCftGC4gL2JlkUswy64pY19ueR9AN//ra6AZJV7Yki9jxSep7XePu/7R9l9+YuJ3lem7DNKVa/rjCr5A4INPu8/T3wc/5g02Ev6Jf60bwhyvXid/Bgef2QcWBV3Mo399oL6aSTinv+YDremNZ/nu9zrz58aPHc9tfAvNrxbr+AbRKdJ2quNrGvTRnH5Fr5T9OrpEbXY/8umdDraZ8cWOjcBjj2R0Xhv5bfcRDbK6vMJdY23dGHf7VuAxJrFmznWhrZ9jH+GbTEQmfcy79DGkau87QGxHjT5qdfnXhPD1LRx0E3lO20dMf3ls2spDOi42WHa40Rk+54VK1uS00+fNN0j0C2X7DfNn16l46rSCW9eeC894lbqP/V941UIOMru8Gr1vjecyR4Sdn206It8Azd+0b9Vvsr2mYQ6Z78RrDcuSb7Qfq80LfUbUVUGkT36LFcFEVK6cYxG2Hx7JMreqzwpbJ+P5bGG9DHfdz7qG9Xrnl9qfRTcy55ec0HmUjZFPgRbb7rGg95cvX/JGpB96HRGXnJQ8vWAg7BiOIrjpeQhWehi61qJbYe/tjTAnudr2j9ZNBnZ97LMd/poOnT/3R1b7WbfNVw+4rgHFfq0nK23G/zUlEus9fiQn0SglkyNX9aYG+3W1/Fb2k0e2ldp+nQyQk0rudkqu9L9XoJ9hO89HbZ7vWpruXgm7dJvWP2LzcGz3e/F+SHYZvPremvPNNBf0AwCk3X+Oj/ZTYuQHzmytj/hmbjyVa/6oUz+lcxf/g9ILCN85h6Yfn+owWNj0jj/PYYuYd3cs4jhR9kR4txQR1nyIuTTjigYYyMtzLOjx8IpPe87xaD4pVvPZfvSEze3wJX6hm2V2IuEpfxTreEAbm1R/OIedSZx5wTpxs4l1xlsb3jOXYoz7F6drfutt8rt+5yXcPgdMXfUuv/PN90+wLdDb7dkiftpCNtT4Jf7lp8H98Jext/sriLI4ZnWNoPsIfFimCjLIybfLmdfYof7VpyXBLdJd367QV3KPvl6v+QXdGr8IxyzEh36dMefQLzd6HsCs+2AfOwuz3va9+x3b8ckHwCTKuUgglmvj7sqcKe6hSvh4cyDzRJNfb97OuZzEJeOkeOevg4UPm7nuxXDRR2KMtyfsOCVv2SudWmQ7+0ObpNfhTYOW5eTgMGcZyOQfY+goHSybxScW68hZ6yaOjAtXvzlBF9wxOj6RlnrHLm35Gh22Bwvgnkjm79q415oHHhKEL398j340/Akt48Mn8cCl3S7GBRrKBkHqETjPyqQLnxjd+vqrEKY/JrPia711hYfga+5MnEnvCRz6xv9MFza/n3FjNwH8DcWsRyN7rTl20uVhKJSnG8Ihl0WMqFGQmzdeY2PTQzlcrXzyuO1xLcLgEbysP63SfyyQKV+SeHCHv6Hhxoh9D0/zjc+BwSZuescmHH5NPyVNCsox6HQhINx8y3pMSB/Q9wXWcMlhXlU+T32GP1LI4Y9ts686ykme8BXfvLH85LSTG3EwzU+mEZow3r8tnOsOLgB+LPibQfmYDUV+kt8QzeZ+R644En/Exp94VfZ7fG22eR5F3gAjmikMn7MuMGeJZf4WGl8NMuawD1J0P8aDYPDSZ6HsX399CV3CAWEEv9tK7tAn7txicQycN44N426jHrhZDnMU+FDl3jGing8JyU/rzW/25CfTU39YKB8hQQfrlgfKNraPyx59ItI04PgwprQZuR6yzkV24hfFEh2+Tx2gkV+KQeZH3lELDXLtNedTlti2osdi/YMO+eRP/9QScPNSXLp9jP6uEhmRrDL3jkwjd8aVZvoh0LEktEoVPTXzBYUA/RhOdC75q6Ktv+Gzn69tXAXP/Wp8Nbjd0b0YgckXgdDG65SMsc/Fd8oicMyBtEdx5/fNsYj487WrOfNi7Q3OsF/ywDIw8Ttv8LbctF2uJRl5zL+Vj8aCOnPIPdXW1VDx05ovfeDlUbXFf+wbOeS51mFaI759xa64iMo1A2TWl8CLQPY1gIss8LoPHJP+G8rWxHajP2uX33wOQeklwUPMZjP5kWPoFOuU7Tc/QjXf8hzxgD+K+ULQ9NYlLMzczLePo0nJNXz4rT/41eg1Fo61x2/rtj5mHMZcEX54NNde1EX5+B+/RyN9FDAyDll+M5a2bceuroft5JO5vZBHnHd9Ey/9Ewj2Zcc17FSzBqAfZzn0MQ701kl6jjUD/cb5YS70XdihbT4Mwd8yXB9I3gTCF7sMyzoz0jqwjxHLXp7pt8pU0tX1hDideayxzMRNdCnw04os+ljniNHIb+eTde4PHQ27q9EL/c/6rVTG2Wvbb/jeX7moJ1zsH0ackGJ+UJg+OYGYO9FRP+rIe3IWXvzrctXGcXYeTHqb7ub/ce4Xbek1w+B8D9JebLdh1gN5PvfUmO2JUTOOwaLx3At7Qt2EB17uW6yfI+j5oDVUXHUNgqlj2dbloEfJsj9cW8u11tofwnzYjmHBhg3cZYkxXrqJJYzRZFCfsEBmgrY/A9j8sCGEOcEr1lXbcLE3CBCZKkTDc6Lz0b6DTqud5aGG3XLiLTePyqfYCmf7YJXZJL3UxG7/Y167bWLLpbaPkK04CMuxys3YhK0uOgHNs6Fks/ZvbHKe7lj3/bwWYb+KN7jRL09f0eCbXeCYx71IiTxzZh6t589PnwOYSGBLh3tpjCSTlu9BNXKN+t5O8pL1JayM/OOcQuqDzxafv10cGNOviDqsY+IvPomSfyo36FoftXVmy2/dCgAPd7/95KshxzyROZOGT//65wKgPxXuTXyLvMmv8uSFuHkPOBr2RSR6pmww6DZlvFJdfL0Xrb9A+5zvWLoT0SERkSEzZZMH7k80BK7FcfJ9xBqVXzxu+N5fZdzzlypy8vqi5tV+1jPJ0fxEtuW45huvOJPAd9fJunY6wwrXcl0HH5rBUBXzI36bl/8CVufFiE3op/MaXEf+JNVqv89w0EeaZIGWwtJL0bUBLeRQq9i2PMM6gTwYNddR9gVg7KIvFpzVBvLYd1OHGMwXVWNs3pdLOtFbAXB/5nWYmQxeS7Xa2ofSx+M+G/mbem7ziwejLuiaMkctOLKv8o2X+1aooPlhTthR7Wur64xCeCv+DZrUM9a1HxF3n/l3HulhOTmH5vqRPa/bdb6IbMn/GGb+p6ig/xAxRYaumZN4+8MHEdAxYplngya0YVY+N6CbyBkZgRZ5JutJFngP6c0navmmAN6/kx35gmGIABBuTqtZW8NmNLcc83E/CIrp0lKsFN/gNngb/YM/Oi/uMZ5SgkPEIL69C/58utXyrvsVCqNXVvmHL+PELr4Zk9/2HSmbY/vZx/bnt2gWi5RLN9WJGvmISGtC2OQ55vT0A0TongauPmEtyFyI85Oev4xrdOse4/7WM1+feO1Jtoc/yOX+xHc+8RWl1reBPNaNsGQArNPWnw6M8Xm+w9o+v2O1imtf60TtuNh++pnm8MuDgOQ5f4cSTyrkWk9Q8Scej1xI5mzQ6ls+WG8p/ZwGj/JbyJ1BV+7CV/bZZ03SAZSjw593w+aQlvINpgEghh8jIfFVPq8C+IyBGY3alzbEiWILyr6BGBW5/yH3h+jM+Nd4b2G/fU3teINjOG3DDctwJU4OTnNYV7DT88h0M/dG3vpelPkhAxz3nZ3+nHOOn//Ik8xLiKfAUOSJ7clONHIn+PThtRZkwJvxdeR5T/pBv+snWo+P3pDRdX8k8zSWh4fhaL8JsR8gy0/PLdgx0g4Es0ii/lDCCwhf7ZAHqlxElQq2/bS4wJ/xV4t9Q7JVId4bjxueOugbV/WOahni3+UAqUnDhUhenGbKm2dpNVsISH+sOI7Dbr/hPogy4VKnoaj1hc4Xx1PW72ykIE1q6wjIX5eJTuQY+joeLAAU41/VYb55idAoPJfFTMaO1JL/d/5QciOZAr2/hnp9KYBFBd9p/iXuOB2g87zY2UOcXH/9j+P4CifbBy5tLhh9AL3zJb6OI2jYEUbmMhZ1FONT3+lQOPIPnvzElIZVdPysx4cr46eAlBFy+M+7U8AybANBfsexdi7YPGRSPoGmT+J+jN+TQG89NuOrv7mA41MWPGCzXGo2tpwTsb5lzoXA5BF88wA/bhiIJngO0ehShY51KuivtMhdLhYprnd+U2I08NOqU2Gv9JOqEEYLG7u/LwgvAgifL4CThIPiPGAOm7Jfulj/olOe7Tadcm/GJoQVfmTFvn6/qP9/Em1eWDif5B4mggouijbn2rzZVwa+TU0H9l30KMVsVpG/aVvJanvNBYd1fHvGlgz0cEmG9tjl4PhTMjqUduXMPqJ+12nFsAvE4x5vpYrekr/IjzUiLkiVs6xBxCf8MwVoLcm44e+A5wtP6RPh5lucI7Z5Yz6Qndv7g0npI2Rw7n0jzKd/UQk/5v9aO82T2nrAh3MC6zU2kgFOT8Zc+Nrtj+MCwV9LzwX131GspzS6l4ANaWNHwQhsxofN3x3F7QutB16oof0UNyz1leihafiUeaGbfCihMn0d+eV1j7MG+n38+Hk9v5gGvTGilbSH3DqMNbQ3NeH5Sql4vIL9Tpycf/abM/Dvya9X7X6nJX872cypG0nneGli9DG3d3/s/RsxkfTEyWdl2o5Xxc8yOo9X+EP3Ct7km7o0+Sxoy/lD+sHXL4AyborJ57c1xkJ04JeXdBPunJ+A1mAfGPtMg86lYZDm3hLm6hsrtBYt6CMcnC9cvgXtl4D7pozh1Ohn3NfjMIQkI9+K6Vyrvce1yyusa8u6WLfVj8KH935D78rp74WgJ4WzHMX6ZufJH3S3XZ3OMO7UzRcHgxdLONcw9o1/R9c6PBH3S8OWGVpMnWF4yqkuSLqt8zvj5ge3HdntnN+jM878vKBH0dkqtQhnBEBuzzH/YW/+Ej+t8yl+o/F5YaIohp2VIIM6Hd8hV8HyD/iDy6Ahlj22g+Mbq01ernfSB7l6aMBN+TeyvUPP/dkLCA8jsanP8/LUI5mK/S5EtHUNW7w6ZvFl/G2G8SDI2rItPLpsTNOQMEToHiU2C6C4XnVE/7xXEUPQms9iw9hxfFbsY/i0+6e3jVe3yQ1RzZyzfZ5/Ef0VafT6PY8jwg1Q+jHI3C2k3i5o2W8/qj7rBJ3WuGtsde+1OJ/8EqvOQIA/LxIU/qmFLfOFaxAavu2xH5N+P18kgeYD+rBP+77rSd4KE91+xl9xzj0/DPRoybT9jNz72HSv1Pa7c3l9MP4Kh9dwKu/PeiveDhB2OtPv+BuX8VgLg+2Z8x39Ckd+3lMdTJK7k2RFzd6an4OorZ/z1mdTUy9vDMDNdTV88dWpAPeDPl4kZH1Z9SgqsyCulL0vaI5UM/GUY3oAy77r/WBBu3bQO2RxHww9nalQk1POsythg6T/ZLvX4TZ6bHb7ZePZd52Y+WUfi344Ca1x2E1sOo9Tu+tyGl9heIh/z/J8pXre654XNnFhfnxmKGr2SY4Sv6PYj+Z19EHIYyllLSRGZ5yhN7hZTn4JnJHQn49MBiljpVi1meB+k5CEvOMhGZHE2w5zVV68lXgSPvQbmpyrrh8y+MAJ5Uce8MJROKkzjTH4AtLvj4IdgNoZACylTyBu4MrWYPCw4P3YMkcQ9ACAjujk08c8OKjzgb8+4R2Ln/m7uSgwBNAKYfmWyWA7N0wrAfqTkvzHpLWscE5Sff/xNaTpYVD8xYEJt3+sJ3W6PMZLB/Fwnkz/4w9O9wFAHqoKp3JN8Bhop9B+2MgHBkEILTcN9bD0wx9fv37Vg6uA98UX/vCc9qUdQZ95HCYhKtT6lnfqf8aDs/hdvABggfVPw8efE6yPd70XuDuWnzaE8FGwhyL+j3NFmNe/tjF5NP8ZXvyvtB4DF130EFILfm6aflITiOAoD8gPNtP40XTeCE5aGTI/bTVE+a0u8z9rwNRU7vTxlDfmEvDTBUKnA18PWfCj9AHGp/SoKWzU2Ol+AuNPbsFx7UwGKO+Ua5YJX0r6KHjnjaVcJxKcusETKTxs/fYl6KPDg2A00edM8d+wVeolcaoGTX7yF934ByfefmXeBC/+Q/focpP8r7/+jN8O+hp5G78BEkA+5Uvs2KzTJ6EoIubN+G3tQ0dkMNexCS3nhRTyY7PVhZvG88EPLkAtqtQPe4UHbp8jXieMm75BnoQlj7s/8JK/Q1jDr5tYQRk6p08GE+kDOsbIz1onhJDqQhbDxs2H4zh0wB3jBAAbttI3jceqFtIrdskHyiO0pwArPYmxYMyzZvoiH1mrvMid/I1v2Q3fTgtu1196VCz28dRr28uB7SXnicyIg2xzVkds8C7H+u83aK2nx2FFXPIFlW5Ul3Fo++CfX5MU47xWQOl8ExAzBBXJBUpfTzTuGPW4KWeYUugGTbdNebTGz7xK/nCcB57U9ssZDV539slm6Ev2mcsFup0RfAONM4tvMOabtTMuYfNkolz0b3cjO+WHmh9izXJJPuE/vhqVT6LwO2a+sMSP9rr39m6DbcoLpi3HzZ9a8Qi5Y29k1YI25/9Yt3b/tm2vs1rafvgLMNfpqP34xDJNcMorj/XadhqG/R/DL7t+IXH607jUts2w9KBSw6Db2hd69vFJ54pIsUE36/ctvoMTeveNDy98Aty5w5vrLtDw7yQTHNtlPGDWtyUd4F8q8H9WjEO226YJ2+jtG4/bL8gAZrj71PYPbTYhaApP+mkuanYwZr7+xOT8TanInfvS/X+P9cpI6fcK9hXH9GWH7HTfFMbrfXB2PI+favNgOch2uMFrwwn/vTDHAnrmdX7zATEf57TOd9ffOu44O3ynE/6Y8GFgfrNGAL3PMj4/QTcmTvI4pr3yA5kMUyvv4PK+0s+FcFjOdNHfx1cpsWbHA0SeV6GLbWf9/+kFO2ye8yeUjp15ZXHTg18ekYN/Xy6BZ6mpknInPNc06XNl3YiugwvE/Pyws/sBO2u8tAPmfzAjNtw0DZWymIZOsOAvf6bfstP+dPzebig49M2l8+K4bf1g5BiGBx/wZc7YbuG5L17M/4rB4jvOsUHL/ows9hd+GiOiPUQ+kotKyjPf6Dfv/H37TJjiDTYyZJN0PumHC20NNIt/Rr45D+yfjgNNlmX/FOjzFxzMNUXoFfpxbcEnnn/yO5E04x/zg7PWn1/+zPseXZdE2v+Ezz7mwx7u9VwLMSUxvscnjfUiuX2qh9G6kOI+2YhdVOknVDIsfXnlbcic0wZQ58sEccIIMY7LYKcYhLLuIxuZ7nc2tK3b7m/RmNZ2DertfCza7qF0jJGztpwBvMg1POMWHT7xRAnVL8W8qPmZL17+RgdwPXYhAjD8z/Xtj/j5o8TdTAMJX538QRax1rCnERfJHLD4TcVoZf5ZNnx8rotHMqlfqhEDhvu8fOmHDIrloSv/vA/lPI5x25u6jD4nn37/OjbBQ/7iWBmftnrtHPno/cn8A3mWhGFclFofNLz3hcPfTPp4QVjzc5CLaPubH6rY1j1QkIuuJ51WFvIduPIfAeU+EefWoI82nxgkX3hxDTxuOetcJE3rwyDDS+BuZdVH/gAlfRddxyr9u9EGlq7DWJ9pO/EveI8BhIulXn7xvHMN7UHxxvKRL2ssfGX9BmuvOz5fGde2ut9EPW1C639WW/dlZYN5Z6BG7t4ynXvEWIsPiKwDxLyXmXYD6D73fPIDNakj+4GueNP+TKTO5Ul76OZrXnyV37zYDwgPWJiOez35LWQbLvy4P5qFXEe/0P8YkzHv7VvjuG/W6isOmrtbTAYi9DuteZh3ujz+cJb4RBBY60JHvtH2yyd+qkt54BxI+sw7wSVDOQ9d2hazSfyT+9QB2JQ7dEN/P7Pz2KojTvGe6bnEuUa8efaV6xzXGbmuyRfmsde7DoxjI/A7X4GTP5vDy/bYgJ3oJGNH9jH3RwAheKHI3rApvzbb95trn4L/93gCzHzPD3NxXrwpKXvIP+XhDZnsJghR+EYYCjbiC+6qj/8T/qt/5h03O9oBd/8kIA9dYwNmPH1/Qhwwxoc9D7CEY/kE862FTcJykIkNTsmdl/DuRju2ErFDpOOZFpl+KNppXm3b77jXtrxKi14hPdBJlkE11Cy/Cm45J97iMfzXlACeDyCyFmUb3liBO3CMP+aK4BpH418uMcnYfz/mGwCK+Z9/xq+UImjcKLuTkShLKLWQfY4AYJsfuOz+u+N3B89cPDjL8uHvBTRh9tlgmPLDHGJAW3lWual4Vn/XI/kPun3srg9PLWKBERdVfPLcm2unEW/2KS+G6Pfawgv/RzfZ+gLuiwBk229dD7dZpE1nGumjQNt/1P6aKw4Y8qG5qEYOxS8WEAHmFwXelgMesemlj4eooAq/jPPWyTu6mBXv5BP80ZGim4TkODrHw93wNTcseAiQNgQabXh8jXnwJV5cIJ9MXw++Qs8QDtdV2wDopCw79pMf+HZGtJ+VHh/orIfpOq/TuPGu9VhXmps6Dj5+VGRCxbC8UHTo8238fIBSeh0T/6tNd3Il8250hSvcmt/SreY6D/NZ50rnldY9+Vp08LP8kUpG+/9EzZzyHJ4KZzgUE1LW586EhLGZ1xqeJG6wRuli0jNQa1bPR+Eyd0z1uM51Ly4kQM97T1FbZ/h6jXjM5SxsnzfmYX0dW8OpTdNj38d727jmt/c7Lm3jGX7tewR7NEfEU/OW/PU+Z1lQ8CKJPkWsVcljPCzBxk9xAwl+tFnL43ZRrlcn32qOwHUtIzNWYPSQBZ9cr+OI3WN3QX4nAD/lf1HbtneymmS77+Uf+U/zwvsxPhMcYstPe9kMovTxBMQf8Pi3j+0+t79M55p54fXYtnus10kfqn7/Hi8ZkrRRLNP9jt/bxgPGvKbP3sfFMu1n9J0XuOgCHf9ROv+O+6y90/U+cnq/t5/xxcb0a/CAj9Yy6WlbXT/jxbhln2gYO8Ff4XvCgZflncbfC+s6dp3fIm/Xy2vUe3Uyv66b29SOG+cyrlX8CT3L2+nd9/gv1yyfI8fhpbNnrRGWR229d5m85Dl2zxhSPu447+3nGZWNPR5EvPJJgjsdQ/0s4fJRa18qSwV/9JcbPV+DrFbTR9g1dqdTYVTL/n4LzR0uvOpBZMlwy7Low8M+8vjfXUtmrLAhmLWs62PZhhE343tsrUdgJ1DxpascmgPZsM9imc9xPQTm5flvcT0V3zY29sOV6vUees8979ax0vGk36uSbAf42OKS8p3sBkY9/ZmH5fB93ljULPCNe9B5+PvPf/4zz7KvzJGMjY/SQd/1gp9KU9CgVuMmVO7u+tX1t7GPJpbsebJiMN7dZn/tWKd+4T7ymMbO/nmmW5cqPo/uMXLznjMyMcaP3a+d08P2MMW5/BB3G/Q5DLDzkRf+Vv+y/9RZ2yzwTz9P5nksdyrOdsZaa++lhub1WHROvq5YGVu19Vyh1WO8f2MAujyjadTRdIxthPvCEq9GYf93p9Xwbetk8y1yDpAr0s4Pp5dANWKeRaF13HbitqqK64b3K83Sv+XBkJHHgbgepLx+vtdLKlyX42MKMtxOwIM/Ha90e0CwDfkBqcOICvogyYb4oMvymnzWlEkK+OpnDw6DgVH6Dyc+kPPSEH6M/+wL84d72waK1fA5ewwlfU8DPjHm+68AcktibBTmtec29wHsQ4+/t+7rU26HjfGcA8Hce5BtfCSPB93JayBBYx+5fkTPmGlyPz7cxHjGx3oaTx8M0gtW/glN43RdLLfDXm2X63ymCMq5OLzGxTpZb6h6e+UyzhKZTpFxN2n9q+c4y+x7EYtfvugQg4jNW+TRwFzaOUY/2qQ9X0uuFzTMreyyzTVSLca+fdNsik/oTl+kT2JMtOmAInpjy3n+4b/+6/+Eqm8rCrrI7g1RoMDV2wTPDlgYVJPGGq2JEItE+uWsMkO6kDV11PuqMobsALqe6JZF8H6OTywYlnhhTNlr+6T3nV6dfoielXjpptWORz8Xv/mmTukZRk09/DZ5TPN8S8YLrYX4O/pL7zFiv/RVy0RRd/8ARhd02vVsJMem5e50d3DFIiO58EMfJthOt7yJRijyiKI8Em75amE4OiyMUzeSNS8Ak9HMi/4VlIWrCWp9Lrxb3PYxeJhu8rsgiX8HQ8MNI36/R1+ZFXrmG7gdS+3JN/Vg3tTcwsy8SIj5tixwQXpaOJkPFHIrD9chs2+iGtVfX9A/ukAxPvZYz4iCeI9Bxk66WF+P5QVC4sILHXVDQW/eOQ9gqguI3BQV3iEpOkEf0qhmsV4TMBsgtZyJnugaMRgjxq4nuTf22Bxih8h0jS/bku4xF/WJMfHnd3ZzYOR0bihhny7qwjZ8Bo8ovujRWovd3ihqzkwdaIz85OtKe/kwv11A0O7nBQ9nR0ldgsWPWC+7/zquY5b4g46250DH3dtd/h6jHfeV/isy4ePf693zwOtgeDzF7eOlQ607Z5miNz6+a64xOGDys8cdX0dt3+8YB3Z3BjM/BFgvaq/3fS/0uJWBdodpLOjjCsupYxnUq5XmRG0LBoeWPCkn7vty0cYU0Is94c8gsX6az8pxy4PT1M/5HUTOv+Q75Gj7qzFpob8a02fzPa/6OG3f+t7hfvGl+x+dCCOiu6477d633tCFdzd6+W/auxF3OZKvPDLaK+szuDt/8b2Xbbnmrz5xkv1YQgFu3ATkH/YpzQOPWb5r4zIOjPmovcgj5Iwe6DoWyEYs+Jk/0fYLMe4XdbSIVdsv+9g85MuMyxvS4PL7Kx/b/o9c/qN0O3zxO20FK+QaF3y2CcrcNsbd3h/jBZ2PkWiskewFne7w/o4Yjb/6RE7wzfOOgNZN+tT6xSgw+1zY15m96+D8BZ8bNnux3eB1PfyyVcYr5N4V62s8ah5K/RUP1OBnOPTGtcy9bxmpc4i8O98Y767e+YN3J6vz6Lp2uPl1WGgXXfnfvDW+2gyt5+FKT09zeIdb3sp3x6J/jf+O1Xn0dbTDd5rqn/VjvNOjr3VmjLhR+DYU8PwPmPwxJu7oA3fJi/iYf95Tk682A6O8XGvtkW5dPzEgTspr9PM4Pup5Z7iFdtxnsDnOOsYmGqX4lXzj1RiQa36t4xWDHW5+rtH5LSXX3aEvdDqXcOZl/cAO2cJYL+D1F4j6GO2rnmt+XfUc+f3gLLXTIOMKs/3il9eSsT/ohuYV33pbX/PUAx2NEk+P7/Lsv4gwVsc/5oC5DvrQc5+9pgNDMq/r9cpFHKzHOla9rl/H7fMDbOGtMRH+qqn94E/6lqS1ldf1Le+th3XAJXwDlOa6/Mle698E9H0F48PdPFyvEhMjr8v5iZ07HPPzzyhVX0Eyne/rwBUcwy2zx0uwiHO4T3NdfhRv+c9+Mz3nGMY5P3hK/fXXP/741//zr4T7kye+TjSda+vt/l57zSH/8gFFyOJehemoWet8vWv6q10eea02f/sLfhTro3HNP3Ckx/hGrSbC9AbtfHvfbeN6b73jAT7rf6djjuIiCrW2Meku2BhMjOd/zMvXg14Duky4cN6JCGV+GSe3JvttMNrpHmvAmdz6yseitz3KZ2BdfliebPMMNgSAgx/7+bDLNi42uPTVresNH/DA9PWZ6SetHWdA1NDBZ113WSv8LYO2tRHN5rp+TfDW2PPUw11/55XHVK/8rSt1L+YjuPK/j9MGZ6fbcbjPbFxqf5NcAl/4Yz2M2uV5rJ8VmQcs4yMdsw1t9Vf77/IEOb7eWu6Ztus06+QaXr7+Msw6Vl+fdiSz+N/j7B/+9K9xqdmXI5MS5DWpj/d2ZnQY2rNrpdEawstLrKPsZRVfU63+6f7usty2/lyD7WWlFV/jd1zWnD6NjOMaXHi5r+v1Ls/rBzDNa3D5ZzrXzpU695e9wPZPXkJnXPQwvXUxX8Zoe/9zXu3rBXizzP1NOgPv+/jEOzQsFz1ybw4fpvw4qdlu1gjf7z2wSHzh9FH8gR3x4kTo59LPH/C3/Ywj19cnHU4s1j7Y5W96KpbDmNseq1r2qd/50rY/CpsW/MSTefnj57+z74fbYLgUP/AfFennPOA+9h8/4+em8r54fOigpaV/V3f5Bok/9Bnab+Hbn6EU6yMva+QHFEIs51TmO+sDtQta2X7XHus1dpQtGnmEP2kv6xp5FDrkmVj7PbhPPwFs4aFHlpwT6ZTmGQ0d/+ogw0TYhw0QH42Xsc+MRA/p9poeF+nj4oCPcuswtmNUn+S412eVv2/k6Em52i/4zrf3sc/0wq6/GmOiDj6RYCykdO3ZxCmSl1rQ6CHDig78PeWOboHD24a8Q8hOuvDe+DHWfVzD4bn0ZdlpvuLXPVtUu6wzbxar88OGZYWZkSv+vYWsLk88heFNzQtZpzu1k0/au45iM3mEF74PBxAeSpdtXSxXGGGnJ/wTW4xvf3XeHqP2OO0TDuP814vUZWF3rJXTpmcT94bOhbGsFQfjdH69LZdI3oqruYivpHMu8SOtmZvxqdw/4w3zeKrFDQJ0ywd1QZCHCnw+/Fw3JWLRjv8oWrhDRhwCsm/k7FkmndUXY/i+GvwSYayJ98jXEW46IJOLLlSyXzvmKfd7XDuuuBGTdeM+8QV3P5CtePhiOBXkN5Q1tiuhdA+btxisWOqB88hW0zxjxfiYjiZ5c32nb8Knu/GX5s5bBez8NS/f539k86YxD4G5mOJrYeum3znHke8He3te2JbU8YkjcxrEGuHCmvbSunpQy7F/ItKiLnV6L/48ot/9fmHyAGBa67n3d1Ln/g5333z2eSf95SDLME3VrIEHJxbCbMGPf7rwpR55lsA4iOcnho3udRMCxZU88UUQa5hyNeqxHtJnLZk3DczqwfqK7VOPia+Gx1xvwy937V/WR3ScD1aH+T1X8Y1utK/s86Zr+g4uOtvCa9edvuV1DoIFg1F2OsNtK7X5GNc1uOuaTVzhPQwyswd151U3QVaCjrOOVC/32k3srndhn1vG76PI3uG9z/gr+sETuryZnz5qeR9jPk+c5HV9ett67PJ3+N7vPF5pQ8+aTJ79arF91P5n/cyb/gnmcWrGbTdtpr7OXsLK8U6wta3HBs4ua4q3kF2PkBw4SrSuf52di2PXr6D3rV3WesOw05UOHfq/rY3+vIz9x8/4Rie+lu2m4Ota67ZJfKDZY3fn5xe3o8yji+8jPxXrgwIDdCf3nmId2e2oUfuAOVLQ/22tnGMvKrj795dswSdNLs1YAi7lbTLl6x5Tnyfu5+FF5AVw0sH8uiwIked1pzPSdVpBNPtlMOcBfjroH//4RyIkj2gpt4rmlZb1Mm6ug83PhnOezrN6qhB/cP6CJ1+ebDeP31GL/69NkKuO8iv6OT7Wlb5gknnKu3MemsPmpgJnS7yRD3/tbyd+JuOB6Gl81xt89u/9rGY+qi236yg77SPzdb3LX1IgmJoOW2STeJ90Rof9vkHRMyp+4rTG3PoIa/1bY47Z9Txnii4Puj7vTvPSdHuteSw5JX/HOvfRoa87nV7t1XZz6bobttd+rj/jhDN/Y9mvs7kW77eoELX3XxXv3E2e4z7l3X2CO574z+c02vbzjo+flKMxB8dZb8d51venh8Hj5XrHrkfPcdDYleMrMYXqjr5zTHu3iXfib512Wu4rU3gwPn3TkOG167H3wTnhdVkpY9yzucMlz4ij+YPX6To/502Hre37SWC+4FvWSls94ya3oc+kCSDtO3saFyQlHjC5t/Sb+dqSyHKLx9tbK49rHB9xXGkfYTKWN5wHUt2jMw/7q/qP+RnvDsvpSTgsDW+ihfvQcp3wKf6Bzz/wcXH6eyCSb/wEU2TwH3/GV3k/K7al4z3Tt+O+0v5shha292HiMdXnA8OdMDlwTVz46C3/5J6klms+lul+r3NuxB9dHKab+/DLbYJDMNml86ZYo7R819bPfcILjH2EWvCrLqYza/BSf9IgEwaa8rHTasppu0DSiTgfIn39N2/+aBH7KUfHThFJFjvcp3HagNybtnVImDtLPQ7dGDWK9XBt+O+quQjg9wCHWYNtTS0vWPiRWFkP6oTlaSCjGP3wpdw51bP/eRPn27d/53f/I7O/GZR8gn/sCUE/HmSFH3k5wA/jLoynhLVhXitUOaJ3D4lwHaT71x87hLYRHraTNryrH0fdJFCs9oOT31wq+7tjFGfLMY5qbI73QoJ3LA4ZFzbA5aDEwxjeeInxXym2JeucD8UP3mLveYL9LLyVm8j2J31pz/HBBh6yUbXbfUMXjOgq7pZpOHxdGNMDCvxX/swXL+INK35WL3HCFl8I82ntv/78K/PoWzzN+vxP5XZwCB6jHVXPc+SZvy8aPG6+UyefhsVq8tF3xqBP+dQ0rvex/dO/xrurRb/yxy1dpPPG9limY+BxZNTFIHN9jfNJB9PC23yBQeuXWByvE/17YbKl4n/HhzmJXvthE3q9Ib367sTHdnlMacfcFyRtpxm5FTNyrFca22kFXf923zEL6H+P3w0ml58V52TiSbFs5hvkJAH/DxP3vAVx18+6JHwkfj4y8Pemh34pE6ZtX0yhf8MfX+jB2u3LOstgmhr5il7hB+b1mI5kYtqJbW8tmiNyoP248zBf9MrYxd7mQt/w//7v/85xxmSD9HEMXJt27xuuGuuez8+V5llv7DWx71L8aS5swPaeazr3saaLJ199Lz/EHEhyjckG0QuT2Kj1OV/CGW9vx8mdT44yxlue0M0Hv7g/4Jafb8DDY/ChytVqnJlS5qBBktc58/RvbzLGw1v05gzg+QGvR8XjX+LM9PUrb8BeS2ZffDOE7CdW+KX8ZYr58NiAUYc2qQX0/JNvN6ToGi58NJPuS/9gjunM8XQh7hcBZIMxrzW8Ok720YSkORTg/Nt1SHyCGfnjMdcHNhN0J8cI8DAfasvXw6oaM/5e7/zFT+/tek0yf+Ls9Yl0hDZEjlIrkiHURduhK9w6W/9OIxkSArzH0vhwTh5xlUz9q2WX32Wat+W4Nnyv+0NDP/y1zx6pmr/PlWuI/TwdnSLYvnLNiLrrK/mORWnTfdXbXf8rH9GDw2+afY/fezwV8evn9dLV65o3LMm46nfH13DraR3VJ9Yly7i9LvzQj7nng81ASv0eswjMWN/i/GNe9M3HMGrrWLopNoYjsuMNFZaqaKWU+YNETrBviQf+ht9Crk6+nY+PYzD2m18pu+6Oo3mS0z4LG9brqX8LOTzNd44PIs+1vH+D6ss5bF3PzAPSzkfwckzHG2KyElxxzZdeHrjqyqP4d55u536YnXs8eDqWpsuYVWexK8HhR+uSNg+/nudZ4S40wcj+MryJfKHpYJZtWo+Cb86vsCtyk0tH8vPPeDH5c1ynIutnnB+R/eGVC4AXNLlDQQZ7lb7JbJyTQp+8pst1gBxc8+mO18lH8AeOvdP3k4H8M3EG7hyOBmO9WIbh7necasO/Hi50OUUPtmykzp6qbPc/YUYUkr90Mh/jMQ2BJRZ1BBe6zQyjZ20bOCt0vFjB0GzB9bivufsgV54lD7rSs+Pt7av8ITPP4MoFeMt+8bR8vhEJOZyv0S3nc9TgG8djlss9Hmg8OwRnvbat5AwexB/dhgFnwkziOGvl19KaVnO5fxpNI+KXTONGrPel7P8Nf6beoedsX+RMIzRHhq2ZP+064Z7+wvC3AMgHn2mLYemaS1csZD/iE6/znDviZXzH3n1q8sC5lv2IQ19bbGfmfOASZop4jfvroZvxrKN0CPj4L6q53rDmaA6FLOChd35inIV4lL4unfIi79uP2HwJnXydyLd6WgftYz1XYY4Mwyo/h9hLZbtcC+FK18fzXvu2RlwYB8A0GduBQLtPL+7hev6CwrziXBHgKOV3ei7maz9In5q7zg/jmY6aMeDSY607Xc+ZTu+2r+3d5wDLcwXJ9PX3HJ3yCqI1g771TJ2IdXMQMOtCVPHLKV/MR2tQrTX5KeRc44J6pp/2VuTwL1/GgsEovjft/l099Wr6xqPQoS8BzCDekU+7CqHnLta29dMvgHJ+jk/p5r8k7Nc9im3xu29Zd2ryyLGXk9jTtJfw85BpXltrJi4DYeKnH6FTqJrnrADkeTVE8zON375+zfNVxozYzbl5rxuyM5fShYp/5kSI23PjngsjM+ATrdPHV0wzATTmemKOhhwkJPDTGTvSG/p5WAgD03Phsa6Qdeib8s4afH4L81tc8JKoXR/TQ9PhO48cj4WATQW8TseYk8MTQ3YH4iy1QPGg8NtIEr6mlRDPYsaLMnz6ZDi9406iZw346wD96bPk8ZU9uZDmiOjR2R9F7xzZWCy+aRoo2KQFEfwel07/lvbdQmUen+NhIxfOcs+qjXGe140uDAtPXEiQkb8LHCMnu6D6zqadk1wLCng/Y6Fx6LClb9oXIQ8Au0wfVPom4oVBG7+Y7c9hpFPkzjy03gl1fl3HWVwkV3PZusCbeHyLAxb5QZ9/Hu+cyF/+TX364G9tE9t7W05jj7CvqtXCjy36CrCWT4OA2MRw+C3WG+aeGUVO8JAXGDfhdAMI3wmD5cA++sgrQnnzR8QDJTqW90hzjwnXPPf5VX3jW9FzTZxdsG8vp9iD4/WLuWZvoBP28VvR5JjK9NToP6tQqHKuz497ShRXLv6Ih4XYxL9UZ9T3tG8bmX6fvkLfc2HvsJ9M5z6HpJO/z5zuoV26b2B37IxJBxzaK445uj4QtHz1GgCW+bCWZolKOW5nAXdbKM/+wpObRMSVootuxXuntW/zcDZUuMvfnXbXapAnmm2ch76dmH4k3Mk65MdsOFE8gBWnPj+L4MqP3win4C/+oTP/mIfW3/Tqu/e/o9bLbIpCxjz2YuYHumbO0KGkXaoTIZthpx98h7+NCnoQJI3a+tu9x5zxfxDG9dssnOsorEE/x1flc3bNMqreLj8H3VCXi3bPhx4b6OhTGPfDG+XYomHiXP8wHzqeMD7H7xiyf3/8wbnFucBYVxiXrH0wPFdOY4zfFfQv22WP+4zh314Yy3OUfTT8gL6mA9/9TntqG8/2nnCwDd53+wljWUKnXd8Tv7fCUjf8wP95dvO+eL1R8CpveO7F68Dpwm/HfbXvdY/a68mrtB1v+rgDD23hKR4nGyEx/I6n4cY7iBlzQGd67VPm228YOk4rB/DhbTnrKL3IooFzHROk0+98Hul94kfcOX9W/EtG4V/zBR3bfY1CfXOLeHX+zPGAnN135F5n122Ymz0fvzb+fd27Crjls7F9X/dgV5ieLxWPFwK0LuOPwI3qUSz3sT0P9v4rOnfvgO9zYb9kzJvSoZvrle/OQaPo6huceZ8g9p+eOxVr0+ODa3xKFuM9Z2qkWsxFelxXFBTf7gVf7f7ccXr/FjcfyqMX8Yv12eYERDo0QJzje7nl2ZH+pnblvfXDBjtN65FERzuGOJlgz6e44e5PZ+2qYc/bcvAal50nfV5IZL2yv+qVSWF77fC2fOIBLO14oiN+kR2D9wsqIpd58zbbz1raRo/m/TfCEjI+HA10/KBw/LrS6DW4xXBijH6onGMaB0gO9GJCwcDDh3sxzHKMFyeo4BhzYpw9fe1/J0/n6zg35CSy7HWeWhY6WJ5hXZbPpxddQ5/P+cO0Qe/z+UAyP7rmudPnGI5jPevPEhIReOktfxIfHAdcznOe2D9J+uCP15R1TXtA8MKQYwSq8x2b1ZYNzkXr+wLbAwr2y+7D4LtB1g0G1u8Us453FdbnDqPc449/eZ88IjzvSxVlrPLVgWIEJeWEAl0ebZ+HIYrRhdb5F5mUXNP/QkyXIYk9d3lvCljLW6/jEyfwWTPgGQb88SFylN8WlW9Yw6VDz/XZhiSGP49aynYfaX3BLv7Z78K7/rUvJv8ryi3kGe9JyLwa64XlMYbf+Wc9eyyFJz9MPjcN9OC81s/LPaYrWejyYjEP+eYx3cu+2GTDW3HfBqIrv1zhd5Cr/+4w3wof6+NbyV7CD97MhcgP/cxHvKw/btpgv3/C4xVW+ZL/0Zk1P2rfuuZWYsVZkRnENT3zNWZj6vcB/eK/uBWTD3+tDw/jr5w8qhq+zvN5vyLnQ0g66rvSV09zm5VDxfNb+Q8sHwCjfD6UfZJcEFj+zyc7V+6NELTSk77/ODI8vaAYx8mpiV1Mpvw4mDvwHs0AxIM+fxo2L27awmq8qiNEwVAy1kOJb9BrwoEjqr5/pK5D8c/jtziJPgtyX9BLHoGwPEFtn95gwb8SRHLLF7WQJF/SJ2TaP/OGJJsDpPEPHrn9BMgpgJpsBBRpofb+lwel0HoT3Mf/jn5tZqz7Ze8ui/higu3ATtw1afrb1AQ/i2pynE+2QeCFeiC0ioeB4L9wU24+yCt9M1e2BztzAsP1yZyZdqGR+WNg9omaZdF2ZHO08EdXn4yFomIJK/IFv3HBJdaDv+nS/x4bwFFlXo1852G5yprPK8XzHjwpu28ytjI5CvwAAEAASURBVGgfcRwoR2bSiaHIW6uUmCud5bjWLBBL5hI5wXyLStTxFaLGBRbcYl7rYj/7sZDrU2QspmxCOmjqMEaO1Rz1mgY/P8iKWymZt8LnEIdYAiT5/mSAbRJepm8iTHjwNP9BOaphiBHXweyhD3nwnsKFDgX2tGeMRjrBO/0X49TW0fNhjze80MZ8s/9EP3gh12/tMme8j6FV+hNGx2JHHwcDaL8MgxKNfEQeMPi7nc3tDzjki/C2wfLXPjD7j/X7MNYH1j58QOrsotL/kx8NxSHx6UXDcXENE1idCjjmiR++xdVyfwHLdKrjr3M6mOUaDdFA6ms+MvkNYe3bzLOBPxRF5md/IgGdcU3YL52xIUTF/NPNb94MXG072bLDQvxSPC8sI2M5+ILo236MsxSmWaOemTP8e8p1z+8ulHVI8oCay4IRneHADs42/rDdAAoPN8KXei+WV3ENJlH2/k531u+K9Srky5/jEyihp+wQZeZ3uEK6E+sIPghhn8Y2owZ9d5/XTtLG+6L1SlZ7Zzgqz6ghj1zwrPAWvvvyU+Tjt288pKDw0F9+nBtKwL7m7+CGFsHE0Z25kTZiu/aiuf8PNtgbjxmSO5vEv0NWesEX/zHCXGQOfYy9i7NSTgTg+Q/fDWYho/vBsfbaDKXi23MmuMx1T3wmv8CmzT/z0tdrjz0gnYX3KSNemwNNt9eiuf9rHUy39+8p1xHTA8UP6N/tWbGrt5lRAzPC5Rtv7pw1fH7vchtxNOWvfXzudYO/7YVW4SWz7GvJZmwMhvtHDow47PwdH9sFf/iCx7WP9r4Rw2R894e9GTzLA6+3PQOKvtvi9UU2Sb4xgRUuMvwPDMmw/qY51egHH9aH1DXiDjlp7vnhdf5KX5/CkJ0rxgm2YoSMcCh4fC2YXxjccV7pWxY3tWjLN8oB+0987BtwBqRS5RVRC076bjga16Xzch0L/oPvcY1uXJTPPX5tkCbXdKmr8+WkMPHb6Ea38qTG8VGuleEE+UHEhVvMar4ZFrRWxSxjSDHQ/u14MNzb6a+kDQLyDOEjEJad5yQIhwzoNbbKTV6b0fxkD9evrP1aw8gxmHk110zBnfPyLTqI6vqfeIOFqtJHujNvrK/2WF78rD0AuR7XhiQfwoP7DCpoE3xzH7NjPSYM/d1hxh04oVxyF7tOeGybWnZbz/jURfoUn8Ot7JOX0GHVw3G7ChGex2Uf/hOm+CNXfd8Pm/qMvLjyXSHr/BEzxUj7cUhYCaLHuNa1D/nVz5/jE8B5DkG3iB8fYnAOWP8LkxsA5/hZQo7myjB6XPMyp22n/ZJuPdq8+nvyHo0isQxj6NqQnmxgzrtNPTywkyV5+I4JktccIDSbcvyVP5ov5BDvJmZMglVokexSLP5ZWNnWyLs5MBrfI2NH0uZ1EneWc98SMP0cOuP/9UMfk1H6ofwVD/1zzqGA7PMY/vLPo1i9HOPGR2JbTyidc/aRal0XYt/QL9Qg58U7VM8DqnTTC3GMWxp+Ep3PpD4nI094op1wgI0eTozt9MaXJMnAsT9/hD/RMfkjXbTkDAWIfoII36ArdQnM+7VDN3hwBlexfwajAOqYoRd2aZMbngfeb3yvCR4lxzzK/8rpxNJakiaFthHb7/FS2Md8OLLq2nl6Hhpme6tvmUBKLr1fLWWXfHDiB451ZErKSDDPuiROMnJsiUVgB7rTPfNi0JMfxiQP9C8ZLH+sg/XpunfE8HToiD3xL+q8DowOLxNnDgWyj+DEnHXGNORfltA18yH6uQ6JZQ7XukBMB35Ufll55tHY+K136jIeVhVVtWyP6zQihk0PJmM1Xl4rLm9vmZ/yjpjqOgNOyPa9es7K/PN9WsxjPen6ETvgWluki/mrp7/Q+NkR7RNOwUIHKZfEXk+IrHXrvKFbdZIdHU6797sOpvUanimBjm29JOx31yWOv+aHdWmJQnJm0T1+9FBZfbnrJxx/spc4qUzy7Ha4ZNseX++a7lrf5ZPhBDzaY46k3pHUyOfb2+pe67Bn3B+tn427Ssy57znn4UGXz2JCXNpH/HODLV2w62MMct619KQZ/PwNvOgbns54o/Met/K/ImY14N9f5rXkHhfjVo0mKA02exp6a59JHM5dqYtyElg8AJaRaSh/AIyCElawgT18rJNPjBSXI9oUY76mk8evDNDFF8xnjgWNtMgOxj4tafM91kW/OYGCZiiNbjXx7nnNkbyoHYl6SYmJVQ2UmLICPJRCpsDDXsyNMTYJNkK6fOjw5AY/bOwJCS/izQaJTRTbNS/kEsqAxiPLAmccdjnNbMKG2kllkhWHhcJM314n/8bA+RqWSOb0r/UdjtlE5cFw6sHFg6acDqc4xgf6lbDb5xH7zr7UQuMpLCxwPG46vEchfj4kGDZVE0r89cjK18OeA+7vdebs0KGPQdfc2YdmWz5Go+e4k+iXGsiRncQJ+fkfoZyOYQNDCH/wjTY4IIoR+RBUeWgACm3gjotRDod6u/2T6sgbDtHMI2r5S/Mi6ZIe3swXePeCHMF8cZOjgVdf+R0CB06nfNaGr+Ubl37Jw37p5fFHtXmZ3riGu7+P76rTdyxks/TwRVNd0eIXjZn3Xi/rT7Ntx6PPoVoXbUS334Ab8q3UifgBbCXrOpMLFYPdL2gETPTKmy5myYc+8GLb8kq/0q3ngdn1OO4xM85ah87xNrXpLG/FiV64F9/3wpx0oa3HXMQh4CG8NAWrcE1zqse0jyH4jJgyWaGPaV76wU88rfvJH4F0LMnyOGKgLuDcw5614LMVcsXZxt/YtV16ENh3bjGSfPTaFWENszCvFbv+Hn9c3/nUtl/c8pjdGO264Mfq+/xh2/PFw6OQq81ddCdZ9tdBpgemVgf51kFxtX3CuMoi13kJKEu8ov01bvrlTW5QQ2DuJbllA2gzJ8SQw7qY5NzBeCBaxLgggW+eUWjE2HfOXYkzA8vInA+cOfLmwjAcvvah8Xo/iR/8Ceqkr/n2APmFoS67tyHtfdq/QyY8+K/zfqTmSeYO880I63x3fbLTcYu2ApxJEf01jo9062O/6h/r9swvxuuy3WbsGb1xX6m7rFf5dpou4xG99b7SctNwxCOvaeC4xge+5n2l7xrct01PLliXe+xfHyl55sUC4nXOsLfXu/17/xFH3GtXo9+Ftq1/OtfDjTnjeHj+RDzGJr7zsd073HrtMo0v+Gs+wobig04xJ9Anrzewy9Jy0XbnUncbGCyeF9TbMXtkp0h4iGev4xNBtsz3AgofzOv5gvFH+pheD4/GPQTudUAXX5HnOJsHtX1t2mst+vwawzZofzqm4h1+5oLtV0ven1Gc/GBWF+XTYyFhzz/33y/8uS+uvPf5Uxj4grkl/5W+4R9yMnLzy+cvf3z588984Ovr69OLicXzecvel/eu+Mgldv3medrN/AlVMydAiLUgegm7crlCKrc8VrkFf+eJR+GtYk17X7JRwXlWdHvL9Iabz94XHqOcP5mDqdPQox15Y4CYcV0bNuRaF8h1gDfjwJMVYR1cBU/fFcreqjkHvulcF3bGpLoZF8/b7ssdr5FkExsovk7PNnoHOEOc4yUffnPvhW7gQkfp8eh4Gv2Fv6gQvkZ+O51PedJj+DjwSn/yWb6EDry9JE/y3lOxITzzH55jTXN+N9KlKd7SYxkYnV2O+6jOtQnF8R0k9xX5aTuX/fme5JWRvibwMttdke6ORWFBzxlcdmgcXLYEYFzBn4q3jOGGzAHjlZ9KnmGJU2CRbP2c52ZGLD1PJwxXBpx7SvHfXfFIPox05w65wwdurjkB18qiv0KjDdKv71/id/2Lv065dQdf9yDF1FzrQeKqrx7SEut6UAxN4ZPnonH80OlWBwt8oTY/UOFpWzv8BTYXlDXMa++C/E6AdXRtNr9mAznFREBnnSPhb56W8UrN+qSiWOnhJhBk9DIRO/Bp2/nh3JCO8SLtg7nYmcZr/1pfxgJddENf9vEyYllbOp+lzULEuhUmLvelBhL89ngt9Nkh14dPxhmceOy0+RvA6Bfy8o82mzDjHfkGHxyKE1hwetDV1gTh90NRBqf7Tcgpb8xr3oQyvYODXbsBwFzgwdtxfBuIy/vSQtT2BTLzDR5sCp3tfG6UM1bFgjusRmklfjinyIQ7DwcjkcpOTaCf4bP94kY4xd++BC/lhC/wRyVl4Z5a+C+Q848vRI2391P/UJrvR/8SXxsM7fd4iy7x+qFgGobtgYQ+KcOcH9dT7pjvaXO4rHiUr9lcmTTe5jggAlO8SKzBZBPpPHNccYLzbzgkKEJOGl3Kp4/hOmxEXvGQkLwRG3SxLS1SuWEMveaAbJi0ZVLiQJhRLKPDTuXe2NMW3nT2NxCBof6Ukf0mCISt+IDdaUChH9JpbRS/t4t/Mt4hhg0eudhAse/9QNe5Dx6/tcu9eB7oij4OEXw6YqwtfI3sp89af/A/XwXCugUuNMA+5CeAR8jTVqSec3fmKCitOLborXURvoo5NzS+xm8DsFD6AJ6kKDnWR+cxetles/cFu+FzbRg2zr4JDrX1Tp/asYEnPzNvYLbliDeTOa+HwMBk7unhjXLDfBDtT9Qgpj/g0VjdcHXOAafYPvXG36HDp3FRxYVXvvccvMHH779S0Du0TBbws87A0V12nSQolryRpt8lXXHgo/UJ/zwqtVYc7R+k0rP4gCvd6qunfQADC/nklOcKvfeWXPPs5nBV6jnMYnX4xFofAv1G82JxwPkwJBdeuVfjb3wb/PKTwPnm2vD/8omCQEuZGrPu8PmQeHyVXUCdoyCgx28o2MclKZlG6ReNyOSr4fGtxhy/WOXfIJ689TqkONa89xqhfECW9HAOCI7LlaOpyPgjnIhJfKKBefg9Pj0gl4MLEvWqqOW7TqyBIlmmDepBq5r8GoKfVKUzetueKxF8xfvK2Ouc1zJTGz77wZ+faQlOcaiO9ZhYBTvrbjzV4SNN1IhfJlz4TedaxjH3RFeweBgcgcffEcHBWnxm4qDPkKG9ITSL+OMHvnaSkj6hH/9pPzevwXKrmGuBngUO1mfWYXtyC6QJ2+K+scwuuP43zRmIFTclR+9bxonnDiMufHW1aeDjtuudhn7H6+Pp05k3hDr+GzytY8ffZfR+x6ftvvd3+IBvuPgqEMD7WPLNOdql37dXnhXTaCUR450/Lx0oZYf/+ln8IKbTw8c52VFT5w4Y7a6b28LV+meY0Ef+H/i8FWS+Zas4+Ez0Vn7gi6dixvmQfvp1T/jBHNmf43e4rUvRKy53PjvptuPu/S5jHzvx22HQwMN8NK54XNbNea6THTuvvZ9rjre7GNzX3Z3/Tt/H0c/27XxXumsumY/pXZvOZ8I9v7tPdhr3Q60o4b+w03LMV+cbfMU8Vx6JZ+iY89zz3xS/ty4dtfaPLWXq80wa54G0L13qNcu/Yyd7HvHY/ZG44QfOf3wi2QU8dO1xpX+kj1MWZyn50XnYeOHoKNP2OIyNbfrCzzhJ8MY/0nfIySd0yMWGYjTzJ4Do4DWIT4ZQLH/iDVLjpakNr+Mzl87+GUyOlXx3HIoc1s+pxNfFx3Xul399iduzEYNQdZ5Tx7WT9TjzeQzN6Bxjq7jlN2aFs/LeVKiLb7CVWvdS8u6I3nMcsX4s0aPi41yAX7ejt2Moi+OiuW0+5CXnM+kE1LTC171JYXNNrxZj5ivI4W9cp6R+0+FhP2hJOJSiCxR+gzdC3Ez08SeyMXEYg2Xeuu6I4I1iG+jSLn3xk7E85lo6mXavi2ptYY74i560AoacNDXQLd/3A8zbnCICbo68EA14PpdPhJvGK3i8sIJeko8j5BtolY9ijr4U5q7soC+Y4NDJkWWLX6TRXJ6f1ITBCyXlEOO4JnZecxXaS7JKkHl+j9wNLIseyPa/acH5GRfiH+P+LQWd9Q0Owigb1K+/rCPS4ZEZ9pdr6L0P0+57sa99k2skS+oSdkcL1Nti3vAy77JDtBnHLZegs317jphnCh0xX2C32jiHyArnyqp/zuJxf0Kshx9Zh2MC9zXfZ6lFdk2J1OLR/oAGSOdlr2/RQFI+UKpESh7yheZWAh78sc/E+TENuMaXreUTw11LpOYd3vODvh/hq8X+qZteEPjBi2Vh2w/mXeBmLGkGEDrn1SRrjY5jsHMSOo175Fo757p+3R751TbJV4wbp493GJJSd35ShDkafY9ftXgNYh1dh4DMN6jhPeFml0Ld2WvlLFB8TxG94ovG1rfzNUwU+tvHE5LXq2JKztQeIN47j+oPRbw2ujvXj23idCVGm3iiDzzzPBA8fE7TOb+I6l5FnFUyV6Sf7cl9I0B6MaHoGLcmzN08VtZwag8n4H/Gz3k5H41X9jai2ay4TFBytETFCR5pY+gSD4ALNZkHDw0CH84YTqHf8YtSLZKBr0UN9oGqC5KOo2Qp4bzlkze7ApevvNC4eRWeA+MHOnJyU7wJ6TwA56IK6iPFG/2piT8+YhdmncUm2bPxDD67bhR4pr+zd/8nbQ25d8X6nHlFsoW+kIvPA0ZTQOg1D6dJOUdo5EE98oCHHDo4sXhoM/8YCXv86pjJAbp6s4uvGsJn8y3biVcNb4IFWVu2P6EvmHfNncPiF8zsT2rRKPboq3JOBHBF28cnkYmzZpHggGNZncKIZ9kevdbJc9vgT7Ar5T3EOoCRC9s96hwxjW2bAy82kAMtN9E7D/k/PLUFHrg3f27wf4r5+jnecObBLw94f8bv9HLRCxx+vuhAHfr98CiYFIVviSJC51gK+/q36+5RfMPXhfLbwbT9T+Nn/uB0XvTfUoy/8IjFga/OpZhbbk/zAUTkZ4yf5qD9NZazqYr0PM+fjA/7y9jmrNMkbo1HY0YTzuqvjGXL/7fkq33j/cZysFV21Vy1x6CxrtSsi+xT+lqSWOuJE0k0ig8U7j+rrZPxdNjQmntKAcXD0TRVr0uXDnW7y7NdHqO2TCTsF04ax15aozT/GOSabQY+Hd1jsx6+S13w77faP4SjmwHSZ1IdG/Do9nWkHW7bO3xui0noQ5Xmj8bWGwac3tl/Xbq/fLCbY5FjLl2m2/i9pZFRZ+7hxdO46GNWhyLkZJ7PGqL52l4zvvYVe6sJC3iDlzfKSLzoG37Hp+C0HI8wDkUoMGjF9htkmZZ1WpuMW/XgTbWyL5StFZaECCFT880N7m+oD7vwURm1kyj8xe/1YvanuCpn3fVFRpeTbm03lfa4XIUPW6fcK8ZbIeRqf4Gt69fb8K2+9ZC0gt9Lv8PBZo/ZfvfhpvWa+agY9THTggPcffO51+Y6YprOv2PdwTvOr7atg1bO8rfh2vqcc4+loW/uJ+G373EjcPIYfnpMHev/WAzI8Uf7LHyD5eRvvm/xl3UzbdVlq+RUv3Aet6yHlyCwDXPdx3J8zGPGpVvMYZbAWsZT6L3eJSMR25/32tFYzGbpV/63TX1M+RS2jG3tzg7Tgm/cKex/cYOXnqo8zpHVL4rTfRzFS35Z1zzk1T7vG4pXnNKrcsI6uO44tL3v8RL6q4XU5EYSGvhTv7SZm6ey2ywbgz4DX0SGB6ecC6QQzx523Xd+J5knmOlKTmH1s3lB0ZH8jHXniX/M27T0scy6v3pez3smQfs1vnaV9ZAHiCd9LedUI5sXS1KHu6CcCC+wiHSeVxj4NvjRZn/k3P5HfPXzX3H9+Wf0+8NMcFTKLxVnjz2r813MnzHfIsk4837UW55BltkW9bZIAg/bKf2MbOwcePVP8NFXH179n+eYOAcgipd8fJ+LOPEbofiG8xZ6DnUeSsVHP2NdQU/O+ZipfMM+oNcS0vOej/hLx+QT6JeQGxB8uZFca4ny80pwlfccIh2Uq2V3+iT2d8usfHjOccWwjUPnGMQs87OJnYazsK6fRfPKPPL5o+dP5/lKWzqFcrkCnOPX+aBX2cGcD1ovrA0RPNkZ+A1Os/PYhrLL9S73rCzHNCfcE8z+tRzyrmBB4c6BGJnQPSqv4Ji+83JeMWbdPN7HbLfHzGuvPe4zKXlgvjvuuV/X6nsOWQfoLOfMI1eOXP933JhZE77Teh0K7jEUmP2mQUDSjhv63ON8TQk1e57PptHPvThijvy0I0RENsZIlac2abFKgvLpnsnFzy37rfjLPo/jZ89bw/baPHa4+6Rn6hSG9lR9Rmf6R7V4rL56hH8a63qUH4TZ+x2PUeZ8vuDKXhmG9fFOd5JpGDTvoYO/9sNVrvn+Z+vnefa79GHt8PrBXUbOua+e/7qfd316vPL517huzrkayKx3lgst8K/jeoV7yafySN6OLxvOfvzwX//1fy4jTCTfjIKZDaCuB3j7IU540FLamiFA/OWhC4rDB6OpeQBsmok4GjYyefEnEO9wTYvzXLwQBmE4lRsc0nEflx6io02xbOOmDtGxfNP0BRc5QWmSrLs+GkCJwrl8tVHTf2G0d8ZbRB286B5+la/BGEGh1TaLTnvVE+Tydx+Hb/onvuowf9T6wxcFnF+nx34eIB30Q175NeIOwH+HXpYTt6s1usXDNuormfFlnthTJqh6gw3OPgDsDwySbf7x5uMNX19XK376JFX5rb2KGbTYH7IOd0DMCwHYqk8+rgcpNmA+0cVbJJ/G23ep0PjDGTK2xsvCwLDttx91wdKp1dYnxkL+AcGLjXMYCuN5zH3GDOt4aHhXNFd0oWV9Xd/R3Pot5IS3w0+KJ/T0c3Mc+amXR/Apuo6vcObCM3NK6ww2oIP/2X/Wp/olx2PneuTdeTCg9o/XuTFnsCdIc3NJnRqDMWeBfPhI3uLDloMN1f7Mi93EX/E8j5jvltfIc97YF8Cxn3+OO5tGeDRJLGvOtYHvt/S6rSJovmEtaCUkRI8ZcL1pTA4gq2Kxz7HGN7hkXuKz9BNCsAG4fEHbvGyD+669J0Ht0v2CrvDpxTrCw3w9LvnMJ0E6LesTxbV6/W+zb6xrjq/olL+0rb/zQ32tGdZfekqo9UQf5O8v6lgL0WAwB4/N8PDFDhM+1JGrXX3H4G4/syJB2feknrdwpRhG2y9u8B7REFFaei9IvOFs8i9kcVPK+PB5WgYvzwevgfajblDEDBk5m/yGHHxBOeUH+HKJziPgmWdoGL0VLh5pQssb4qL9HfoYxcTkY5ksG44lNQ8wAyux2bc4gngcoHVQHgUgnDV5BR2fHKEwt5DFzS5qCnhu77ktGYk1ZYDDPv2sWCfrad75EkD4cQoNRuSQ8dHlet5DnnIi99en4gNhyNAaqv0MnVNOyzVgl7Kve3bQBVEAYiIUFCN/hq7NT+Qi6yZlxil79ed0JmGUvMs4Za5Ihv3l3FYciSXjWrft+5RNHo1/lmg9zGvvG4+aMeN1uNuM7zh737h7bb7Gp6YY7nns/k7vvsdNb7j7rsHDb73/SEbHU3zLv8jw+C7PfddTP6WBwaPmJQ/Zrd+y3IZf7CIDfSyrk+169jGve53O+9OK13tt0+jgkX+W13mCZv322iyMb3rD9xo886jf4kWn8zmw8zMtPDucvuXTflQsu9O/SvuIL2Pied2LOn/FJ+ZdCwPrXesexXxo69IRYQD73r7iPZbAq7EU+4c2e0/uG7H2ftzW126T6agN7/49wY3H2Kns9M51cE+04CfN0LPvT9CY34mW8b0Yv5+FwDn5F8/Ke6Wb6fkEEPsfn8617OFpuMEy4Oju9nWh4dpr/3RZEvIn+H4Pki/xG6txksk8gj9653Y6wo4+ln+ywfwe2Qs9/2yb+6zDXF+R0494WwZ1yom8kk5Rk2thp+5v4AOsuOas/QQPCpjoU/ch0CEoY10W71Unw5I4/iCzl3v9N7zwAzpOX8T5XfvRjvfHH//45z//+Mc//pEvV/Nwts/9lE0McxspWs4PFOsbGEs/O+OP7A9tggZ8bHD88VC30fxMP/VPewytWv6I/ETBgWP+hdV9LBt8ny1Mi2/e+vcfXz79hSrxzzbSEUtw+KRm3oTPdS6dEaPGTdT8s38y02rDI7hMf2UvYbxKFy+o4xcjg5kE5k+9+pv7Gt++abyR4eQ8y+cn++ATfRf70n3ouC41PfKNk3GKcc4Pfdy0d3WnB8d917bRdeejayHZpPmCbtZfPsctBevUyq9H590Ve+s57t5H5twX3rzuHngRsRzArrxPOOhsJ4N3enoOM+7rKHKjF+N0GO1aw9ZcMl6Xf8pP5VFoHy/yf/s6vqExiNHFObqf/8W7HkoIV/uZbWQPcaSsS6+5vkQ3r4/QmRa8/azMmHM4EGOP0gqjWVCcOw+gyKEgi29dqmOJ8grbLEuY/ivOWtfq4a9Hqb3mJSztlcWn9QacsJY/Qg8bKMbNODmXYox+2hJ51GN/2u86zLgdloIOf8DFCx/DKbEbRrxGxEaud1/2tljVXnJgHfoDrZw0fdrJyLAPOP8M9zxnOuHf/pwpOYrxjKvylxGKYpprNn5Lvmte9ZixNkT4RRkLn/N81UfjptvXE+DJZ+x/wr7+hSd6yU6dG65YjyH2EVjJL+vx8kf6ZcQPeFvnwXfpeQFOfUgvaEduCnfsL3PSmYNr+dp6GFo6DnpPQCNcauEVnRB2vjtZjY+Y7wizPwI8+2r4/lf2Rp5N7xHLPGeRv+UU8sPPN0v+mX+Jk37Orb7WACs+kb2hQF6/XA5cEc+hhvnkRh1C9gfQ41g++c59CoXG+uL78l02Y/SJg2tI/Ev1tCdTcjkVXWDTfYl7+qMgP8ZblEr+knuXIAkfi0Joz/9L2SdC78vQQqffxxnZ9TF/1/giywUw4FF50j1ZIwYBDDcjitWhZVwrckAJULdjtVvyUN/wadOZVUIzUUJPb+BGdZxSHv5M9tbRtbGv9dTTmXxFOUIm3XEU2xiQrTcoCd4X+Ee4tjVx5gXxI4qYN2Nyh2fwXiLvuqeqMZ6bIZcD6UdBH3N/PppxU1AmcsEm6NJg4bG9ro3UF7UaO9tmGk8X91+t4Z//hR8xg6NLPojMBA4uMcnYlPn0rBZYDhL6vV5/kpw+JWmHb3sMyoZEyz81/r44dJ7FS/z7mNJjHJw0KQMpcmWeXJGPbx/rUTwf40kD+QJxPuhMeAB3fRmbqhlxq0WjDWUbWrrEwIU4whdtTjKNJwwOUx1ybfe81KjWo6J7wmBjaZ1crzyLF74v/69MMmcDNadgDLlesV7vrboQl9Jj5wIub4xR3+G9ro9uoCFj3TORr5yzbvBkn+DC+HC22dVUfyhSvB/YxUHW82Nssh/bwRVt7uztwl85yFuMz9c+kNnW4je+bhrAiMnJgq5X5+EwepwxZPJVRroBK0miIZ77DTekkYeF1/kLSv6xE8UhNkOmvBXMGKqth6F7Hxpg7Fl+wYIQSr50Nq1r07hPbX13GLyeFWj5lzqwxJcCSVq8cQo6DY7ZQH/2EgPH2G016M0k8i443GK/OoBPKLt/WZcjOjES46DEBS598tx+VC5KB5/P4cUSK1roErL8sc0TZxktXXadjIZ8622Y6x2+941H/Wjs0Th6mdY64gvWf8MtZ+8DN81pzHSv1uZBbb6W4bFXeb0HzzId5lVmzHRfrxrhRSHmC7+V52MGnW7H1Jj8ZJ664aM5YNhOd+pbzj72Vn13evrFQ3rtOIzvZw1g1sn1Tvdqf6fvfeT8aun83svLPKSPkgvY79DPOpmXZRn+H6/DPK+V1ulOB4+7vtOdcf7djd/x/91wbkJR/ILIvd7E+Jp7xk8m4w822a4+np9arE359bNhZ97anBU7f9rINYw2L3G8cgY1rTbM4JsHvmYvvNlMh/7RfVisA0i0P/NgtdkeX/YxS4dP4GhwvF3111zTcLdfCh158XAqhmWjNgQ9tApfxQbBtbP1RRa2z/P1VKiu2yboxYZ4d4fJBtlV8Tqxs16nMcG6P6T7Pe555CzDfKX3K9clcK+8wa6ExB/zon8ujpt1UaqUbwyHmnae4fNamrkm2JnzW6DSM/mj+3O138J84toWP0yZA9HwvKI2nsZHHFR1ktn2vTYAuz8n0pMGMk3rWiQPBDee1nmlbQhb0/Pb+Kbf0GYX/D0wpoFH138SHRrgpszYAFIHJdyFvvMzf9h1ePYPMgA5hew960rttkjpj5Yb0V1xXo8rdL52h2vaGvV+bmPsrphm1wF8ZmDWuU9k8+YP66bX3L6u1npqOTsD1mDtORqxHuf1WTg9RkCgt6700SRjEn+Sd/Sbu0HJcqfTPo5OSh1H2hjX2jzBRya0qkuXK9XbIPBczxnSyz859zZuhW3deV3nP1GQR672+03AUg9iJ6enKorBc/+DDO6vlC73VT6d5i3i32LXq7pc8GLxwyMn7/W1wja8qn+n3WVWDJibUbSoR0zfn1vWL5jt4i79lN8MKdrtATADCsKaOMAfGXiReAOAj/+VU26QBzjxtJ4+RjyMSlYM5OQpR8nGUwq0iTaCsz8A7WLerRsH9FHQsZc6eALVgglK4m24ne7Unl/fGgnHJ2IosXwHr+D7dCMbbtumyhK3kciVRnzNVm2AKfDJH+vhCxD7w/An5DXMxI4Qf4g3j3uJX+NT129HjM2549CWXcSC2OhTWNaFcRc+ScUNcGTFo0jl8+YjP2TjrU1yb+eTesaFGOMxs2JcN5cnHWoEf3/lufO1+543EuFLGPtB2Hq+p4Y/8xy+lnXVPQRmcX2VhH2UN6Zr0iRt+Bjb+fpnfmft86f4hPko2Ju5EYjyV+Wy4qIDvfTHR8RynWPmpbrm4gp/vQf/XUb5oPsJXeFbMPuZr9zgFaH8LYvICd78qbe37vWfcre9BDi8Na9KXrdq4gz/gO9/PIB49NURnU+1Ma4U0Z5Rssn1XnxB6LxPffFlzgl86nnZqaot28s30KuIlrZAzhW0W3XIh0L4qflgMHmpMp1kSX7pMdbtlzg1JNaqsUd0/sK4z1fjUncdGudLs+Pa/0JSrnpdvhA2AK5LPAVsjpjWeuEdfyXffBN6hAMcLuDmtrSGacbH4Zs8Z8yn2GhAvO4DffSujXzNueAQHR/GwfebgbSB+7c9oKmyKt392eORa3YQ4a69MBcSHt+mUbHRmsy+rQffylfR+8x2ZWYfsZ9RwJiwK3rinP5EJkTgIFB+6+Eja4XnF/5K5knO+tztNU9kl83win46ELh4933f9otu0Ma5LHnDKBQwfvIRCzkW5QJnjgc6MWRP0SVAkIeezlHr2GvrJpiZF4Z9aT0ZMSx9Vqhzj+bMQOkvI9hXrvMM0sQl/yDDZNN9jHiw3wFj3F/hyyfjfB5Ah7R/0Fk3q/Wsbzxq6wYN/+gb1vHe2n6mg2UYz33kdD369YlxGDdd18vj5tHH/jPtWsOtn3WyHe57/E6vfdx0LX3uSCccHpMu4tp59jYExpvEoyEeGgcn14OxXiTN2M/8TTr6tp2dy9/Tt84+Z0RW5DkXabZP+str/rSYx42zawffTreP/45+3SRwRGMyZ3G/YmJ9ur69LTpyr9MCjf7HeuGLdW8sxzPe9qF4QD/WADazXyi7/3Ybulz2ncQfa6hxXxHf+XR8w7seuU/w0yeBiP/7fRrvJ+ax+9f8WMMjPWZ+gQ+u8a27+o6pufZa/p18a+lIpAlvJD75lDz4n+Ok/GJM63na670YAxgZtflxDWM7EiH+zLNS2Jhno/gkIVM+r8kQv+ntc9zuT/NzfRpffbfqkt9clJfda9zMj9r2oLNtuozHtdjHD/XbmLyUB2+tax37HDv7x7Vlut853LUT10/sAwm/U2R/tWmJb+jIuTfCdpLzMa6p//HXP/MnkUQ98NZjKwJiAGFxQ3oI3fX3GcNx97j5ellIPTh+jhzyuOuTnh6j3vnOT/46J8cBfM8T1jBUh575nDkZbZ3pmNsRN0IX+bqU9LHmw3e+zjty5FpwGPNb5y9U4fwqWxiDXrKB2Qbh512jHL+zHVukJzy4h0Ek9Du1ee9O7CVjqO80aUNTLoY6b9GVf/ThK91rHFzBbU+Kuf1j22yLa8NvCWOAM6vkSw/jOufoO8889tvruNbOb/4Y69/O3+cx65Tn7/jd0dA41zy9mIvXtbaf7FYulj9zSjlgu8A39JVPJMDIl1yjegaYmeKba+OWzo6XMLEpzm5888GGZ1me74GRCdQ/QYcmeZs5g0pMS5feRpaHOpw273X/CB1EWXNH+r3+t/N9nertmJ6r5UetC3Ai7l5ncpkaBwn78Jm05DnW5mzjlN5/xmCMW0d7NQ93kSul84nRyfdEWLHr6xC+Ni/X9r/7lkDcNYb8YYwHl3pLwD42riXEO3K7jfUHv4z7RWnrYb3Y37y2JN7gMuf5wrUJ2Jrmoet65IU2sab4On/K2+hOXeeFabRvgUngNSOm79LoU4yEB5XWHVrD5zUUg+4opsK6/rXfPGLd3O+1cMf9qzngnJE8cHRfGYTKQcPi4yuiHGr9hmVyakJD55KQEf+zz/2dhVwgpvYh4vo5JZ/hsEbEPJixHzo5f3puP9V1zAvjpdx87oWxygHrAg6xbO8lmuxadyKP4jzdgBoae+CmlrMr4CvaiYdgz4L0LCFZcMxDzudCB5jqVQ+cIgjjp2JepzFgfdy87nCfwfkamriMyYnsBHlGs4/n4p+2yh70+1W9dhn8zsxSMukWyO/vpAznCAtv6aBFfGwgT3Rx/uigf5efpX5gxME1FjH+u3Ekm0JubnFQ9FcX9zlEDL7Hb8D++acebOYmlTQlxy1k3MkBp/M1zSN4x+lty7jj13Ffa2t+mW+nwXe9kKN+4Atcv9Mbvhu/T8vYXnyBxFdYrTJ4QKC1yYf3nfZX+jW/T5tvcS68gp1awoucit96iVsnulAFcTD4PfHQPPHh5qSHYfYleR4Lz+ZbY+31/TbV/XAzXSaz1VblD4PQrXzqwDmJtwb4prvKRV/5xGTYzT+vs39H7ljWo3r6IAxwLB7h/2fG8BVzlr0oWvnpW2IgH6cO0TGWvook8POCNG5g8LVigcRF0A++hirglJzXsTdhc14g5aE71m3WbAdtO9Qk4d/0h681jh8/yYtfbgo8KqBSOFD6IkCQV//CgRgXPnzIO/yq+04elL/S/+PcUnTGKT57y9TAlVN5+Z5od+ecnQcBRBK6Ubp8x1Mj61/kzZxmCAaTOOZchJucuiuWZzKf2/pB2rRmS7bRVtZ5lFq6vGVeWb5sPPsa+8zTthI/03YN3t52jmBTtMe5VPJkp2zVhRcvlWWcmKuhgPXp17PctOI6lbLgCJR/7UuDun1ue2yvh4ri05NvRzz073h3OO38byg5bTzwMyhpdqM8+H95bd++4seOYzrcp7aCLZzzXPmfcHXeiGNtHS/CMEFip+fPpdgmbHAbJNt9gl2Y/EaA10bfkN371o1rCMwRXk26ru9vVOtvY2V9seAQnr9Nbmec5xvOKKyfcQdqzwVwrWene6V9pUPGPaXjvmNc+XQMM8SLsS9Ed+cD/Svz9CyHyFSOdcnJl9FAOWOAHeePmH4q5vU82vD2P89HeJzjEwLat8QMYVmBnzdHETl4atw6SPO0ZeyhnMsk+3ot2nm73fUDtveN955aeikHT3zxvTOANM5rmjhTc97+8ufNLb+wc5bwiW6UziBhwBym4eukBXjXwceDlXM970uxZsUYvDt3otD7nS1wR8k8+rjaJLwxB3ZWISdkyTZyMOaAHbUwkV5ckwRGk7ggZSf1X8AIMlPytfnwaBXXnJxmQlYcGrnpf7Ie90sW+lQRvPrX1orfx3F9lXu8wvm1VlzlBQPklGD0VyHnYq0KHOEZ/vfW1/hZnRHDqd+uR4yHGaKPLLm5XOw5dlqHd67uOy+X9InB5/E2B9fOxXgw2VPRw1tte/YctJ+YP2qzHoq4RzT1m3mu9XoTkV3z62OsyV8xPBYwPWOvPOl4z9rk0evX5PaPY9m5MyaneYXyfUewmLXV33DDKd3GvPcW5rCP8K+vn8Wjyz60h6N/5Mt6Ssz4mMwBUSD4kn8UrTCCv/ZX/JNyhmE2Zuy7jcUXXxiXeigOdCTN94jzp1cSspjetionmR/I0l6NXM0X5SFj33ipJ3ToL3neMn5hYL+n2uP6AvlDlOTlMExM2YRtPOyOWT1HaKR7l2ce6/hEDpz020Y/x0cDX8mn+4jmjf3r0cTtOjfx9j8vY336fD2HZG6w6bo0WoPeWsPtw1hMkf/1qxZqZnX66ilD2el14Cn6hsBcn0U39eZcZE3J+ZmLnbB876RRTfJHDWzJfNjWeOKzF89B4NcoDGy9eUay8Y8JU2xg+vMnEwnyVUK91SFNlECBNR0R8JGgmSw5SVf+SJroG//S4nnLyetFMJ0RyfA9vUwiaGEQp9UOHSBJkjJcvtAGmN+9HQtYGw6fyE7DXr65ejCFBEBNtMp74KVGYvs3kOTDAFlojgYNyowsynU26TcmA/fdFYotiw2ctgw087feyJ/4LS55qIdhbKIYNWzOMwPGZh94oMQDNcrPgYNWuCNfWmBgFPzEwRs0cv57/C4vn8jd89j4rnPyhiDqcxFPx2c/kLAW9IfWyWcLT+oWilFzYeBczDpg8CTMyhL0FwPw19wD3pgP34qWT53GgWTQemP0xsZts15szy6z49BGF/OANWrmG4jR4bc6OI0SCza5z/GD99IvNrSPfD0VuHBRKZnAx0CGvyEFKjfI80I9Dkj6KSXGifx96bxPWFNeDOIvrWOD79ABlXTYEgfyUdkW60vTU/R4IoMm5PzrPrnHmhoM2BRsa8PsTek+4rfZmfkWbGcMxrjtYZ9Fn4q78kxv0OHH+E0VnohFrpgmF6I+37MNo+bjNk5sax3vmq9tzw3MjYzIf6wrtF1iBkSTB+T4RYcXj1k/2xraRx6FXiPngUtG0UGD/3oNv8yf4XeNW8q5tuw++iynhLvOK2DQJS2qjxyxfqxJgknn6fPhC+nhi4Gy0z6A41rk255iys+gGBcNxtdb9+qlfto6A6+tM8HoQ8Y+lU9kdJL+4vmRC5d4GPzXX3/lepaHoxDq+GfeM7VamboMd82+Jln4SwOCm1jfjpBsMCqKTBq5HLDvcX45FtCTZeUeeDoDDf4RizAjC3ydd4Ksf/f1k1HNPRjwTzzxK75iTQSmg+MQMnCIlXwqfbSHjHwIql7mVtmArI+WA0u3M6YNj6bph3a5vuFKdOhrxkb2chc+lNynou2+oPVXOtZ4fSIjbGkXCzMvghReHgvviHfkCXD892pBtnOTB68LPetiMAIn4z9C5Vz4/PlL/tacfPa6zKnbmNepQ1tEPZ/4dJJ8A+/QLf5T7kgnj9le0elMxLmdcc4UyjOkcuap/DA99anAr9ZVYeSxekO+o9/QHnal+5rnoWnGcudve2FoOjMHt+Mz3vHB87jrfdy8fldt/rs89+/kzPm55XPl/R3lCu8+8N4HbMayhR+d+O1zRCr7xSvxY8zXjFpATTjW0dwbNDdXDdZ1dh173EMfy77z14RvU5D8GVvsUQifguHbZ/ZimcjlpT2OIyoSANxFsu0HoDXW8Yx/qvu6lhy2vdk07AUPDSJixDXWwdTLZzYnEisI+/nYZzk+7bItK+sbPRach53huJyTAzFA/AYl19Y+yYSyU4/Uv/GcsW2w3sy5kOdAQ2u+fxtrqsKltZNzI4Xf0ey891ipL14dL2l7uJPb+U//HdQzRvkfeWl7+IIYZ4yG+1bdRvAGQ9GID75wPItXcGvwkx67feBIpiJU48rtMn+0gj8t0Vi/gUvs5x4ufOt40gWY5alOzgvqHXxBio5eYoQf88H6GSvOX54XoSrnHb5ZjLku3Ki/yQbPf+s1OSixpr6Gv6X2N7jhE/sJfZW67Ndwkx6hUWYvZ+x5bcBoTuRYy+KG67/+9a84I4xrqKFIxiUYcUOeVZ3CY7i99PNujo31Q3ENyEbyAT1GwRXG+znONT/4prYBxw6yJLycFLCKK7ZBva7xyg8IQsuWu+mfscdA6PsYxOUDuuY3w+n8k9eW8aJn4m3rmP3MNyI4Ry7GDT9VriWr+COdbauhGHrCJRb5Ul+YzYOJ+X5SOKzySY41T+r0V8arJFxb0iXtDxrHQOc99aEx36uNisWV79shZUt4KNTCZnwlW2QfPuKsDa7+ab+y3ndSzdt2+Pztc/sd3czXEJ/3pTKmzjnqscCagXMLv+OaJf+Uo0bNOvClU4zlukGGh7B5sNr4N2JE+LqWb4Xzmph+iTE+gOLi9Ue1d03038sOO8mX7+Hl+YOx5Jt+G3rkZdjG/Wf7PhHi3ilu+TTWzdzBUdPr6K7OnN81wC0vlo0fsWbFKjVDVBj3LZ9d895ioHF95HzqVM4Tw5orDQra0CF059/HjHsoNuab8cFZ10ScFiwCjxzHN5/79/7DPXyWy03gVe6HkMFbCgSfVuxj8Hnwm/M3+Dsn7EZyi/WT/yiZazT2sAPLIjm7Pzzq2vJl3IS6MXNAeM750CL0BeYaAvrkEtqx1n34Ih1KhoaEkYhJT1/FvimjrP8u37InZT6riniO9X6/djXey7XXgyOB9ZTNR5QHwO6P/QWi7+PcCrnXOvsg97UMv3JgFVE+g3/M4Bgm94Q1eQwi5p8La7D9CyzPIACjTEnssfQAxD8/n9oTkA/EmajLzJUrJldft8lla/HWTwLnQ19sI+dQaejrVaXWtxh8qZT/hG7NXiIWUsQOi/iol4v9Z+7m6m3idvkcDPAX5wic+v37v6PNhwpjnTDjWMxLms6In+ODdR/GQna9wrVmrR6+mxD1JQHH9oSdSMeGtdoHM0QbsNTeBkbXck+0NxQhnmWyF+tOjS1OlI5zboOrERa1apc+hp3pX4MyCY56IfRNZbX7lhSllw3pFrMNOH0Nou9UNux99WqmYkQU9dUr+J0LCWxLT0U9IhxgvvbaH3LfNeza/IgbofHcd7DxJiYML7J9Yeq0d23H/i6f2Mh5I9f5d8cHeMdxu6J5lwd38Ksk29hHLKfD1jYaeEOvEdudF82B8iE+kcQneVmk8us3YwPWA3fyWgfWXL8Gi91f6HGFdXmaH4JgMxcREe3YkDjIOk9+Vz6WHFoVBR3ANeq/J5jHqq44abtzpha8cH+tVX4svc1xjTc+VWwdT+Md64eHoSNFZI42wz7a19Ha+o2BTm6rxp6+Pmh7I+Yr3qWHvsksEPPgAk3l2eqLC/X/dQDc2V3vPtPsnOPksOY28/HjJ/s2LgtjzfMnsTIfI8/yHi1xmEJWejl8Dv6P+L/mTliU+YWOtGufG9cWD/Ur2rv5hZ3c/NCNSTPzhYv18FwA/pZ8lc+Da9hAWzcaMKjssMy11ppgGPL5h+xH820f04XrGkvbYt5LDf9IDMnzGqB5n4fkRYD5ZoCSjXQUx9M+t8h60BlaPMBYhxL/oWEr/l3veWxlq/Oi+ACXPxhbxln/4oZozsV5QSmf6gZh5PWAW75r+C+8SuBscfHh5y6vXsiYeOdtuWlD2INfXYxrHMOpO8x4ffz/b5cH8JV8FN6d7RrPxSK64PAgIcvMG3W7j888hPc/99drw+saOIdc75S5tmgbuNkHw3NjHNrzXrlzfW8f+zw3SqjP2F4L4L7o9Ha3HBUk/tpL3sZw3shkZqfakYttI50PZI5SnwMXW49b3FVfvl5/3qj32bbt813q/0vdmy7IjSPZmtozs3v+zdyeef+nvJVShMY+OziAAQTp9FAoqy6kcGy2m2Ej6XTHPTGSf+3CCjfvdkl2sp8EUfVdcSr9te+0nvO7+SsWxoNTM9YV7xnyuVq/ALVDa/KlbrFQ5Pg6se8OXeNR8bKOKdl3h7Vvs333va21uEvwNPBHzHvuvKTw5k78IzuZxDFe3eP8Ne0rofE+w4mbv7xxjJ9eIUTLEGtowHvecOyYIvncZ7sh3089bc0CkQj4JMzSEzbK11nGQd/2cnd4scM9KpjnIzjJKln0RY1msxCMezJcVEcO9ihcIdol+t+SJGNaPdF1jh71StN7LNpsl9p/p9xM3kHhn2+DsMorQIfEDnvdC8i7FmVS7HrOt8r0e8Tjgc04g5aF4XitAbUd7ycmYIylgD7n7uGsT42n9PUefGoF9zg/r3F5bksRsx67MT2xy8pVHCJP1yP0R/0cX0cyb24pX4Z7igaxhTw5t6HqaqYTalXfcT60zRq9RhcS1p+rV67nlSxVs4251TeHs4EP+ncyRVvbMiTocV5GLxE3i59xPYX9SfojyxBxb5LRB/w2zQXiRnEQSX/fmhexn8cFZdb4eEAgZaE8hLI90SXfhLlIVNk1MywQm2r8fFamFFjXnuEILa5L+0suG8yLJuzgNOS3b6oeQLle53hj11w372rLKCftynZ0nZbEdyDNN5Armh626eeDE0NnjNW+IEFbzAT5L37TrcVn2CTgBufKq5TBxS9Lwk62xa5/Af/nqszzpCf2p0LYf2Y8VPWXDaxnHs/WHiqXN4IxeqOZD1cFsNc0ncmQRRQBq+wvbwDbEQSVy5AiHqg7yGm7Svg7v4kJnZzhPDlcYalvewAMgtw0yqdoIV41WkjSPRLBJ2uhwyq/61XXgSudXffCLPnGpGZc54Y/y03H/dbXjnc7ORd7PUmCB+yVH+w306y0tuUwFvR+8JQ//1q9wqaNPCiiY/3NXcGGczxgCmyl47Jl63bweMNBm6QBFPZOtxODdjABTrkTyMNOPhEbrWz2WSP1TToR9iZQfk+Ng4KeZLP+QBJDfANond6ML2r7T8OMzUXIEX6jnQuwV/5DV/fbF7R1v57YaC/JsRWaJOk/97NI0r32pRxhJSbrH3HXXPWwT5hfZQ5Z8bu98a1ev/6a3x5iAmrsej5zFD5t0DFfyjWl/uFiz5srnNqD34xWSBAnNe3jrEK4nPYIwubtdnLJHAV8Rp1/PeYGD+FuhPPMD7FIGg88INA2M2qePs2T2FrtVJ/gmpA2FW6cOpQWcx+hGdcPxnRFqnEPH89fwFCv/bR5vFBWwnZhyzAZi1r2R5MO8eTHGLUucMAu4ChOmKcDmb8WBo4fcn/L3rZ0bknW3P3OU6P0IzIrjT63kC/Ozi7f9JPMFpAFXDJGnmg50AKjzf258cc4g6dwaz0ZbD+QT/YS/T4Pw6GeTCo2/sfwma7X8m5fZG8ycsHI36ilP20U4iKx7YUvSMwzQ8ZoaKZDznxqvsEAOyWvP1Pjr1YIGuTiz/qP8anf7w6ZywRRy5hT45k4vC+LbSK/zmOG2B79M81u+85MTJmbSO6fsXY1xh8yDzyVrQQ+DLweE6ZNo2HkW/lb/YhVUA6Me/zlGAhaYX7FTRvHsMz9ZLRjXIkHkAhH3mlE58pr9B1YZwN2fTSPyvYxkwV//tnfuU9BvsbUdNY6jPZ+mO2WAi0f6fvwiddqus1/AZ2rZWxYHoyLqIw35MnDWIiQc2fo9nKxDs3Eg8YQfe061Pe6CwzZ8i98J+uKMPFL3WnooBZo8md8Wg3jduO+Lc/JrKG2heRthLrvLd8aN1f2geXabzrPiiO+2ndlmfNF2DBTN3XYtDjXvMgtN/BcVDBuC/88q41pUX4V8Xuf3r/fg74PZR2M0eXOuWbE0ThIFxtlfGIcTzymojxpb8Mj5ot2hfB0PziTerK2ZSoaZezTMC7gtoU12jynrrZJeObiADUMbYZT+7k9gK0JPOytHJq1t9EtbcAyZ5u38WesUQPOc7xx3Ku4lN/6ubrvoeIU6MCdEbKmGCE2Rhw7buqNX9sFJPd3cqnXPm4MM+N5EAbPwLVe3sdWXpy9V37Qkr3Ye80+Gu0JdQlnOuQ1TfyCvGhK5pQ19W06pN0Gdsq+2nt09xI8EjZbZIfeWQpdnyVOC0gv1nmFrXSf3mzD2OvmFjuC+1PencBn/EmX/k233BN2su9ScKzbttZd+jVbIkmzC1shn6/8wCCC/Nd//feHr1+/5tt3WM+Rve9VHUBtDlv3D+bp/Yvw2S3EfgHi8alvD6uNn2QirTKv9Qrjpfwe8iQ/AABAAElEQVQn488hEoVVzyS8fHgcaHyLNzcfzC9DPXGg9/rhR9D/HI34GVaHByP6fGNaC8NeFaDto2avmVDmb6Q63wyZav+YS9Q629GQ8NPDoZ6v6/nLOPKxZSP3+ix81R03pr3LTWPXR5vtvMKdta90Kh7lIZN0qf0r7vN17dPjOwlhQ2Q/o9CDIPbBgrEcuS+OJh6Ey/Nn0GA+1loDTfkF+qShDzyln2wj5lwXx4PEY3upQPJkuw0EN6zyTSPBZF0fob9PCO34GLrsYK2X++w318kN47w/HJVAdU6OBu8vmv6uh+UTmg/mU9unL7m9dxRyOjCd0Zwl5Ez7yIydXsqfPogZKgwWs/fkg4XML1dtE+ZFzZHD9vzGdZ9Po58jaqbI8WtYIf6GXdQ5f5p+xhc46c7F5jPKu9ccE4wX3oDovRSyuU9ytjmM9q6sxMk3J8YCxXW7VD3KzEngWUeNHeoNZzNABTtimrMv3xpn7XuJ5ninVdTDPjmqGqEgh5y68SvaurykfsZV+om1PmQizXoF3SarsDnnt1KT0XieHxoZAb3bZ1yPCOOkzm0ysO1mFg60ox7ACUcxFNYGKGna7loYh+1MGzz+mspRxpcFjn72TUlAWPIDLHSdrMLbxvJN+C1wP0eAuz15FVqW4z8rH7Eoua7HMzDTnFfMJ/xGzy7kWuuD5LnH1264apVTS8HzeGTs5vWi5sR+Axg/qo2DTcGMYnUaPfL5QfIZaakljhCnHgumiU284E97vgKnBIAnHghAikGXvxO6yDsxmHgq6Ff9JvioOADXdtdlj6Y/WSG42so4a151WfvW+l2aFe8SJ4MqBI+ncupgBV8XemOTnPtKPh4HYOXrMjZM/930TZqw2NF0CFZe6+Gubvtc5FPIENrQJUe9FjtMcv2VTgXERdvKuXnRr2+rRuHBb0ImbPAxT+q7pEWIMSbDON/B0uZ+ZLN8Z7BvaTf9FZdhg91yE5OrnYxMW6aYxf7686/cDPDNXsYh3/ZlgUJOux06V8k6WQ7XnYPrjYLoBP1+SleLcfF4TgxqftdPuSvmj3W+Dy6WFTn4o77qTbhW3AzfkPdsHujz4gP7vYeSLBirvPk6EU/KGybD5pvOiybxmZXKBawap+Bjd3DS/jlvEVljPljlSLiCf7doH96Fr3D2eW27W7b81f5qI44UbMiWFxvzqsVsu7t83gqX8XmyBNyxmfWb+Y946zTydePWjdwziDATDufGHz0v8co0HqAhwaPy6TSz930+8jDZREIM+4uyk9t8kYz2fgDMcsgd8APf+pqCcwx+nEOYhjlXXY0XU6j2qG3Ypvb54IK9q90M4zZy9gbjYGPF0eHoL/E0jCXAbtI57TYMMQA2pRkMX7fxP3fIsA0/2aDrchDdkM85OOWhsxeOkCl7k3+FS/ukz2QLDrxdPHAu6B453W/RaMDOsius9Io41e9TMrzXL+qsDBpj8d2hUEH+zCyKWT+6+JKlaTgOnF8ilc7Eb6KaVunuxUrXZeBd7oA3CzOebXVEtkyG/xWeR+q/pwUZLfeWQ6jrGwvc5+Dmgi3wEHciCNZ9H1gmZsPNtmui/H4VAjuohai+ICU5rPHghI/bkBiND0rMR3Wrs+4LH6A/3W0b7uxOn+N0R3jg7npHG3ZCD9/8vIsHBfOXLefJ5IpOzuu/EBR9XT66Nc8wGQNNvp0c9ht9VYdhFeJn1sdwghHjua1iq2wa8CPV2FHL+eeZbJbdmObhunP5VHKuMGvdOB9DZ9RmHQIzb5668z8wx/7ISmJ/1YoZA+x18GDqyoNWUcujcELro9vBiKXvTrHjJ3DYrvmZ6tnZ8A5d5mvmab75y0+ujH0QGnEheQwetki1fof+DAOtInizYo1tXxgHL20eMLLrTMlz79Ka1UpvGVo78CMOIoaftGfSGoY1/ulEvFX50WuOAySyf2YJBYdv1c9eWFFatRht1WaGOPJyzzE3rMaI6FbZjQGceTl336Pc+pMbFx6Vj2Ee0eoHFMxDjPcDi+0oHpX2Q5oLgGVUs8bsOlZtN2BmvZgfsdVCdKmKxwOgwPG4Xvkv5B5WrVOVuyKp3TbEN6Nc4SibltvlhgX+sWpG3+ZJLe3ocTLANJ+pbjnJV7kGxqPSmNtMw/NlPet3KqGwfg4rwi8mdGCRySnXmQiAvLYajbrpxc1Qbp7JfpYbnNW3KUMAkueN1U0wMbvlAzUQuJEqP8Ct50CVAqsso/+8lHJmN2NPtF/zYSqNBUKJdu2NR2Ak3hRno8/c8v5AW2+yDTHjT3P80EPX3Y1F/IrnaNmXmF4/tYc1uYfAzTvbZpWPOdl9KcSe5O3W9EmNW9QPgfTwwJ6M/IgRlBwaq3+JwQElWJvavsjWZXh1Oibc+GRmArUtyonTXGf8YafWv+BQrXib7ltNlc8thAdAlt/Wey/66Yu2+fN13weiTN05z2T8jeYhq6RtLhgAUfr4P//z/7WfSVX3hFQciqKrsoZ1PlG+UfHiZdA6uTCx8c1BNrLHWAtZIzC/+we96wTQiI3fEDH1MXBpyW+CMrjajt6TT82Bcz/lmrAFegNv/bt9UuDxzaCKR1lwY7LAzEmj2PuA0+R0+2q7gwwN0O2qMprRmQUNpvwWHLz1+7J6GjJ+KP3v+M2Yb4DwNAZx0b5lFDdgTK/rGr2Z/OQXlYDLJy151A76/Ku6BUkWverXM31e47caedpuXKgWOz9ZZjlWOYHnj9+CAIaJO1UJdB1KtahjkZV2woeEmYfdyXlNdFWhSZEZiwv6fckbEpRH77pB8BOCBDDfkAWPf+epydk2/Kus0tsxdU5l7dGmJOwTBlhp+nBBOz+a/scf3z58jd80jMCJmy4sQLINF3z4rUP7ETs5Tf5245IDnxupQOMbf+CkzaPdMQmKv5lpdNHmwjR2a7HpzsyxGZ4dyXZyi59MuvNtVvlz56OQv41LhhR+ZL6yP71Qg8/Fg5GwU61HTUxS/4TLm50D41Cq4+3QORoOdFtXfKcrS9jbdjcWdcThzxtdASsWDUdufOFIJ8dP9i1XgNbxUGlRXuW9qruPXH6IcVrWC8kmPQ1L28xn3ESk3f147E6C7sCp8s90RWtHc8Rp2jzGHL6BLk/tf4o5lPaMKwqRmgoi+eDTej8A6wdJw+3XvZjXY83Fv9XH4JiPc+bniQbxGq/m4ZtPLAsen1pvAz8PBG19idhn7oFHH6egRDJ95lw9DUnrsGuNV/lfNgNqTdiRNe9H/Jajx+prrIXNzAlu35ruGr+Wp9JOvgqzRgPd8ZvGGjevddRTG0CVjngCO/or/Vo2nuV0faVZcWQvrT1zu2WUPGmf+IC26OP/ECoEw7fmSU58Rkdvq3KsPIJLwh7bR4s9ajrm5fnWJ2q3G877CMfeo7o5Qif+x4MF5hxSho7G73A538uPefhuHeBKLzUgT8rW6PqGcAO/nbH/IXV6UfbYoz2GSU+hQfb9ePkebfJPxaOfcaOLE9p/VJnxH08625YQtn07kygQl6+v8FBirHoPATwHCv8G0DpeDAemaScOREtbVuKDcYc8+a/BuK/mVWba2evJJ55fRd9w7AdJlkG1R5/D2N5Lsq8YNIgLwZi+KRqm85dw7n5DLj6mdyRgvY89d1tWmSsv+lQPz4Qon+ONL6QKM9eJO515Bm6iHD6gwR/PO7F9QNMvpVw1s4wHItGwyrLja3zBRvzH/Oa1xXON55LKY8YbPb0duXNOPMoBNLrt6A5Kc8nzkHGouyy9YtwqJKK9BXeSqNYyzdDR30BucWhaHaLJ7jp5uK/wyAmvxH6FHGX74CjvkFHyq17hBhWVVj1rv+W3/ek7402f4TpMGs9jGUMOu/GmMXQPLD6mZHlNj05oStZZxwmxVcz/2NeceexoLUO+I8gs/7F/bdEYrja0XOjB32s+AD373DBQy3gOOP9GnfZm2qPRPx8D7stnu/phDGjRxrdO63JAm8drLBb9tcTWCbw1SWb5CPkoQVfvANNc1XXcnLfoY6wRA07mN+QefYZRrnUWuM6jAPjVjKZTuh4Wk2Po8eXz1w///X/9d9iF73nY5oorzv0kr8d+mLK/eaf9ZmLyDz01XTRcDYb0A/oyPjABD+pT175ojBW1BUDQQTZ6PsV68SOuLcRMhBj9nOn9AvJZd9torg/6SWD6sK7Bsvkm5WwwqF6nyBqbHs8TuVaxHKpKbstk+OFLGdj9zoEjbjN2mgrU5R81sL8THerZ2erjWof9xf5P+Jpz4JNnRdhHR+ULl6QbMB9vfKFh6BL2CpmgNdqkn+vm47zzajzdXuFpcxzSXvtcDs6Qyod9X/ob59qbwLJnfPC7hrnvIiYD7RWZw0B+KMWQfGGBc57nc/aYyJIyZDzGtbz2DV/a6POfaWAPxg5v0KDPacjdWtp1HNvP44teIohvzBGLzJd8A5g4Tde1uOUam9ZqxQH9JMd1VsqH+92kN1661vw/qiG7ruW5yfI7r7oZRpK7NuJgha02gx575pVuWN6EMnf/zGOAmIf33XluD9t5HhuQg1dtM/4Z/QE79KJt4AmiXg9w2TA5y8X8iwvdN+gan3mT6+7iw2fGA/Mn5bxGP2NhqfQ7MZLXS2K9inFMrK7xoDhIjCTifsfHWp85jVrXKfznRNv6jU77bcCPceE24YmO4U2T3G3AVdgKM8phrTYWvmC4kO/vUDf3AJ7zg060HGhBO/fm5eymPTOESPIG8hCzn7nmEel7HHHYG4D/OdZUm4Q1y35OlgHrvkS88QFNEjyhh3w0MVdlX5TJ7bdO8snrxLYxb+kMbslPNNFRcyC0LQ/xkjjN/YqfsXfZ2df45kWdRB1e0MbemTdf+cxlvvJBjIOm32gXrTuf4MCT3PM184Rpuf8OrSOMxm1vz+ubpu046r2nBeQisY7PSW8w0Kww90y14n/00V/EUKNXfeD+ip/fAAaY30vNlEQGSDqsDbTROkrPBvrAVKkKyAyogFOflRk4GiTUuWj7NW8MKogHzHnJwQBEqNk+BO+JkdphkAlk+kTv1B17ZY9HCE5ofROGKuhEkm7ncIIen3dkGtDNjm2wBRfJmkuMoWJijNjThW9usCI/UZONXQfkvO9jaEg/uDAZ+0IDdSf8wOuD4Y3dtQhKRtsHWEz1JX60xTcd1Dboe5KsPIGBvge67Bw65LJK7zF5cnCP4oRBGRPdGBbpM8PUnIMPdmMxJhqqDhWOPg5j6MVB2YedCvNPldGRlDpG2RtU2pCfAwZtf/31+cOff/6ZYw0M8BKVj9ADXZxM0/VHOfA/2rxD2bRMhxw5/KpX+5LcExw8DE/5zPb0vT2FzjmhKr7bni3a4oZInIzzEMvclfbQhgNeY1ELGftYlBSW+UzeR/3P6mJ6Ha/4rcpwgAsE9HsJPblx4Dghbijv4DuPTcEbJboc/9CoMmzQDnzAGXiaoxw/O/xHbY/4X+EPOa6g9n3gkuDPHxdGuOn7r3/9K/X7/v1Hxo43mXrF2rL52JBuZDc9zzXZLpaT8eiy+84parzUfsIOPD2QId01tioUa8eso9ZnLtADNzbcTL36HV4d6G2nx7IxBwf/Vz1gFALFnCJ5Zkmua3f4sLdiLsAnxOhnfogs+J4lxRPzyICwzd1y5DvLvsIbb83rvqLugbqwHWHQNxw80InJ0W0d/LIwaF2CvWNnylnouZ42DnG0drOWhI+IPQMUHGZC9p11jZevMqrlXOADl3ZdDEdXxnbEtBeOieaoeE4dLY9L0IRPjRVhleA5IQOefDjmUtEZuNUMlYfHJ3HoOcG0uKz7MS6MUecAS04a8z3yanyDzz/+71LSDHpOpnWMf0MoP/YPGjPkvZroDSHDYok42vf0kdeykFv+e1yPUAN/0D1CjRbzHnij727pTG77Pa+XXBCTDLIdMZ6lGkxb3JiPMWnA5TkBO27h3q+RmOQ5RxLxjayk6sNfsWMSi49UfR8uBnm3/HR+v8HhoGu9U3ID/y5I5bOuI7lvzvNVW2vuEr2Ag1/+fFTAmB97EE/PincR8Pi5IHfoquNlyH8A+49osHzoXuVmrcMmnrPps30Q3D4zPqGxDmnG7W8Kma3t6v7tLXMFsfBFj6ZP58sts6VRcfT8oMaOtqVJOuacu11wOSlm09pvOOUfP/zx5x8xj1VLaD5jz8CNIfC9joMD/V6/qUr6HzrEC7r0B0s8nip/4inagxevWEe0Bi6RLz6RlfnYeyQeDD3afOYFOY/vHWluFnKB/24K9Q4JnZFNvjl094YdriwxE4VW/I8kwYwnHmPcjWsievDKjHxN7FIeEzXSSQ7PHg8NxnQl40C0HULCtId7YAUdp1p225qbR23n5q9uusz2qjBpI/jTGGCfI9xXaMEwDiTTuidXJL/klw7qTWB/CYE9T9IoNhy6D2k8b+YkijgBv+qObMMyA7eWEo/jiIZu7ZpibqU9AT6o5LjiIafwE+NlR8s+cd+oH4kDQ3/fP4Xsed2ixMER6/kWePxgP9noOq+ULCdtu/4Ku5YzNlgX4x83PJm7+nSK42p9Rb6qgxuE2F7G/f2kn+M22jImOpOZCH3Z35rx1Ze4nsxcwDmLRBt257Xhmufl04ZymjGP13Q2bz5rQw2Tut8a10crv+ont8Nr1+5+9ha87hkLPkrIsYbfI128NjjPeyVBxHMG9KSfuDPmud9BO7QN90i2tZ8vhumeAj2sq1x/VZzbpyvOo7rtiIzo8fLjexkP2A+hk12SAj7tv8RFxkl7ulkw2CBkbHC7uMk9QsRlriWRy6/z9a+0Ley7QVs8ItPULtuqdXwOvLkfXvx9/64H1in/JybUPoq2mfQvhMcGjP2P+RvYeWt3gqafuaLaKqGScb/g2gzfUO1QI8mgsZELh8tXM/zE8UElaW90RB4uEGtDL4eJv3jRXwfXwakBBrxkrfgPBHqiW/SFEJyCYUOOAYZdwjrZUGVzmRx8FoC0fUCmzkkHg0jmRjFhXV5z01zbqXffJR8kkrF/vrbg+KRvO+XTpim3DgafY+f085UrIZF/YKDO8kB7TejTbRK+42IK79lPnukP8R543AANuJjFWfZWPVxn8ssLTXnCrDQiPvi21os2ZGzcJObs95zw2hWq3WHUm5R1o+t2+xHi6Ffjzrrg7zxQBYzlps+bQPBI+dnKDpgKn0Dbj9CNxNOCragGxqFL93MsDl9uRHyKJ3HQ3frTzsaXXHJ/+vDtW3zLlyNeyM5vARKr+rZ4iNT1uc+/QhofmjW5nY03slF3G3CyG0gzomBok80FB0ZLfpLbaL1+NKT5eXGDQj6J3gKJ8cWBF9v44khEo1kPGaPJDzlIimO8N+l+W+axbwZWn3rXc7Kxn0DCwnzzG/to80as13gxvmn/U7l969jReoHfq3b/lDR7PpZRvU0untrKty8QB83+7Qky1j3HPDjETTykG08JB2Cie1w2ilZe1fxkSPrbiYrLxrfAuNjlW+YVt9u31D3U/VSx+6Cl/hHXjJl8OjoftTd/6SA8jU/LcZZ3Hm14xpCLpDikRD9t/TfNsFexieUCdk15gTLWlx/9W58wYW5cIUd9nf89xw+ITSkIpnlN957qG0Jzk21D7nXAstsGhpkx5eyEWfwOHDT4FmfOe0u/6A4/BySrd7e5+V3zn6W5qpmOYRjj9aKm+XmO9p4HPPpyjuZwEn5Wak5odT2I4KFF7DT9QyfTNG+g8uZ92lv0LF/yamtOdKc9uMhp+Qw3aM0l4LgJjQA+DDm2kBG5iHv2ZE6mqW9HRV/My9q3GN6Qay6nEst84wk6og/cCM7UqR32siflEKx1pJ21wBfIklZ0/oxBCX3ZRbaMFSXiCl/IB/TxR7IuzmnLvgDVoUY4tR+YmmofD1ykKsFP7caHZ8W6Lpum5ByIjrOQPAkojuCF3IOm8WmBhuvWe0DuS4Y3/jM0jEt+l1+VouLUMvRMs7aD63bTob4mZgz+7/qAhSbDM+d6ZA8SwTHg1VZCciU91VdZoGuejJmcAnJ9Ak02cn/f/1dnTtQfV/IB2Jh7TLNi+JuDI45q7yh7DjLcWt/R1jzR7Nv1GzTTmsUtfY4sILTxz/xK11TU3DM1TZW0cbRYfjpnP5TBMmGOypBBsJa30hzQj0tps2YX0844ZmrNqdHjBX6xJrS2HWXLUHUSnGKYcvLo/LAFrcRzcQJN75Y0v98hZ/kNi0xpC+SDTFtuJLOgrGvmESfolz5h3AYOcQNa6rcdP/fls1xnuW1Y9wRnsLt2POAIlF48+FEgfT4sTS7muTTe1qOfuoJKGS/p72v/2tbWwXSp+4825Mo/9jGZhr2NO76lDsDHOLN/06ufc62VQuveFZpOPnOYXpui3X2dBx32KrJf7JEiWFJetjOa6IUfekVPlvWNcuZzxYL5skcg+YzhdtqYk7E5bfzluCo6BLOMQ89/4Hh8Z7m5I60RH8kp6DxKpqFviQEvf4CXcjT/VDor2WrrxA9f8rCv9nbQk05YjL+0X15rGWPFvDQoR7v5Cke0uHL31jFheuZHXlOtG4Z+8Zd9qIPGX3UR7TWtPqVv6MHaKejKp+LXsr4UmREX1xWjJ/bTecYLIoon7UkTJwBWucyDhwsIU94GgiwkX++gbPkoy18qnX0a1/RXOG7d4c35loigRuzJENBgfsr9S8yyjKhfTdDU9Sn81QzeiFp/t6s+4K94g4P5GOJZ3gCbvrtGXXY332O/5LRt3f+eOXOazyyeenloPGWiL0SgPfepzzAOnL6/DLyIsiSCxmiFzz8uv6W+I99jY3JZVPqma4f1XJv9YT+s9StqwKaM7CW7kRhTYDU7dgLEVK/cKkCfc16O9cDgIQPqOndrXAx5FYO+Rpi8Qo6895EEqDCwxniKlSbH+mvzBeeOFBETpw6I2Qtay9o3t72u3VJkARJtJjDZhLHJmzfhTZ91EtrgT91+Ut/4dLvXV3qghR2Gb6IxD1ep5UBeS81GxkvazWyOyTotGU5kJC846OF8ZVHrs77qsT7U6F9hTLfmLpv2Ds99u9w8lctGXONUCgOg2t3DacMa100cd+GhIMm9M9YzDRv6iIfrNGgdb/4ak3tpNXVIDz6CYk1WXO0Yu03sIegOHji3m+5K86wO3gjKtGgHHbTCGM3eWegQc4FJFicj/7svFBY0WKZcbHrbtxlnKUbNstCS9ik0BlQYFYIJoNZh/7AHc1R0nyc5UBekhi1zgOTCAO2ZwGBFkHFDNbYieZIjn31wxjcHE5N6/Mt7tXZWoEfEHNC84aCDfk1vDcwz+gFrbkid2uQtdsgv3bAZ/b8yEc/cHtfYcMtcirvUrCwo1EmSbfZBpf6z6M8rYkiaaMBXPGfj5gN90TsXxsKC3+jl29RMUPDnj8nATzQyPmgjOU86L6FTxpx1Gv2GTT8k5uMPzsXEByEIt9zoeHd1go48z/A4IaPmbts2Efb6JVZ25kKWIcYHSXZUKRvaNK3+lDlm8fBGgA77CvKf/cy4LCybq0tLiHjTztBCtxV+nWPlM8XUxOgdK9aDQ5HK8Bv+eUdWnVTGbjDjgPDket9pHAo9DsccAQw6YefXV+IVvWxPwQFTk/zMlRf182rlCL1Ihq/2oZ1X2biPurh4v+6h2a5fCmDzWWlUvzN36MKJkBhDHF59gWdD6qkmbBME86ITxrIc6Axv+mrq+tiMaU/HS4V8XIbW2frifWG/QI6cLTEfjJpbfy1vZvglItgy7RlUYjmIJClpw65WQfXozW5wZhv/khANuV68woXpV9gEz7wJ/CQTh4F1WOvW9ZysmIOP/3jgWjLJRsJTGXsM+rX/nLp7EtpzQQYwjoB3OsRgJcf+o5p7qdowuralFdRyG7jWV1jD+GKG6xrjETPR0MdHiJ8X+3jkvSUOi7lHD0hsqRhDGY1H+FX+xiNP27cGx2ztz3Kxi/poQKpfT8hle0hG6Ip2ytME99h5jmOdj+YDG3Sk+/k+0OMT2FPb0PmG9IheyhYuztANc69Tg/CHY6ofLU7KX/yUcRAok+eo2J2DnElc5pVnygmpEZaJW2EuiT3ZmfNaC5WV5xUp253xfZbmCy2GqvCa3/uaFCB7HOM+zm2/x5AVgvi205yr33pSwwdex7PsAQd27CMyTto4E/Yzn+Yr+0Cr2kK0PdYM+wx9wZpmvzCWzS0A0gZvp/28NHuMavM9BK1VTvsPPby/7LN2nO10WyItG2XOosvwOmfzRM89uXcEx/waETYBEE61RXGQmgw4r8/ETIO2LB6fjIvz8T34Q3TLI9rnOWiRYUjTSx6LXAj/M373N68F5HzxvPXHNYjj+tMZUgiDWTL04NtLxDw3zzhD0FftadyUNeDBz+TcACe57dy7ofGWBJoFv4kvnx6RZj/tiVUx82ZvHKiInWE94QmOay1xhovkn8LiRkU1EWftPd832kPsb3/aD5YB2Wqb9ODcQPtws9pD61RmlnXQOtr41o3OGHDxtZIPnzmgh7Ny79FZ9ELXUbL0ahaqDnPPdc2yi4huDlLmugTJdFXTZ+4F4qCItvK27FT9XOEpqy+uy4ZyqdHRVAE15hfZ/6j7Svd8rlohn6vvbLyjMNsH+fcy28536e54Pd222BgZkFfn//BJ2Jv47GM54H2d4YwXccqiaE9ZH1jtNRel7FuI17FhOmd81R5c+8b8wfx+TejpXvZB+glKUNGG+w2UFyPT9CChAvFtG1Zw22GOqwoR3OGbazm8K/9Bkete39vy+Q1523VyxyF7m6tkOR6AHUjknimQwYOG9xkpp/cfC9ZeV+wdsbnEzEBN449qKbGOn+MVwAdF22qAcf1PfPNeQHTcub5oHOiYZm2rZY9R57VvyPF8KemEPRm8eR0zBE9ZCIP0y7k9H3Hr10oKYD6EspLc+J+bvyTbpZC4LPYbwEeo4SQPDpT3xZ58cuKI1FvSOFFj69983ftqIYMsjNe/scQ0Ggt4PzjFCMgBkEYYA5PfeyCxyTykaOM3ftNZzBJ5imQg1IAWvvmsNHwBd0ceI38KJ3hQO7he4rWOvsPOjTv1Q0GvA2QQEzsckAKbUY2gnbXoRGP+j4/om2WONjaOwwyi0SnEZGi7fHZAqFO+CwmCNxNwbkwQIUj2BGEvDB//zuaUKdpyw45fsGXq3uzXCAAnvTq1EB9fBs2m6ugZpSnok38TaLpxCnwQybbgE9ull5e/U3axR5ZmlGac1JNOiZkMPcnIt21Wzx7IL/VGL/U3zEkuGYJX8taE4HECyo4GByUnBjlpHLqojX5CRGpQwAdNV8AKnG2ZN6Ljm6nf4jdEHV5fvn6Jp4L1zV58/EXvHgl65xsA5NZTVRGtLNxSNLk+O9EkUnywsKGLv0GcMb7Qhc9xfiEuEtOknsxts2bXyYbXpMYcETTCdtUOxkz/BE0PH9qBE9c2Fxk4O9XTaTVHdVPkDb8ATMIVcS6/1Q8j3sPWhaQuGiBbbGvb708i48pHY1vC1YcHTMrwlbb7nMMrb6IW+raHD8CGPebyo2/8ym7DpnljwcEfyIOuZF7rR/qS3HD0c67MFDlW46n78OxojNJgqfm34jfAAEJ22VhtyMQ4lPxqmz/Rj98nHb+1OPdTw2a2O/ngHb7km+ptAhzt2AW6+haDF9OUrl2AyLkkxj6vWtIiEIzCb3E5IgUwLfP1RoTfXu/GSFMEPGMn5j1geDIby4kKpCg1meVMGiPJvqa/8st6gc966M6zWCyFdX9AXRdU6Iu5jbXsDQk69hWvn648TK6vNQnr1pqL99BrlsXtxljru3bMMOC8fzsTQPxsT9MjH+Yc415wogUPxRqw8o/9JD/GJ19bjyRbZXH6mLWdukQzWEE79YFtEoqCB2Ezug8oXW8PoWBQ+yyn4VwXZ/RBAxgFnnmok5Z8zXIu2dHX5YoebdDX+R252eGxT7zStDMQLKC5LrFuRCUY5v4JG8d4Yt/DY6H5rd0QNS8C5kYOmQatWqp6Ik+F876jwtdy1bPSAUYXJGUv7IPNMJvhOp8E0YVh74mASbhQMV54H29DZ62J11zl7worbumvc3j1G2XV0Qcbad4wTspXFLFpkCnXi9L3qFhlHnutCLIg1LVv/Act9aSO0Uhu+YFxu8uuv7bXwrtOf01z+37fxjlK3ywK+bqdKpXBH3pnMMaw3Obt3O2GI89hg+r82eh0nCTT8Dhln2X6DJvwanwEsSQsIuyvGBP+aRngjddxoy3e65CoKUfg2Fvsu3/Ezyp8iSc4xr4uaHqiYgxGgtYkX2tf4QR9/PQ+kG8j1AR+ytnazaPCrOUqJ+UuQwDm/JBKDj6SfdjI9PwNtmo7+hI+xzCOm+OjHC+y79kPy556l/3H0HvIDW3pIy7tWJR+SJtFM/Ssn2jM+MIcn9VWo5VSWyjYk3RfO/6wg+b0IeeMfadm3VP21N3zlvlcUWkBdwXyD/RZhzP/yXYIEnZkWgx3RIR+4Gfz8Axfnhl75OcFrvE9/H6k6fFmDopk15x7c6A6sn6K+SWvB8Q+jikgVhMGQKgj++N/xwDXTfTguvb+0ZOExhKPxkqz3dQ+HpQbc0vGBijBz3zgH1IlIdEGn3kum7YfhoPeX3/9FbAxz7XfTAXhsA9p+pmY3jqiNYOxwTrpm4xDK0NHHs5G+7qH0LUv2ctvMen6NdS1bopxPMnUtnVxRmB/3pGYGKLCb126LeKtzYU1b72RNcASGJgv4zN5RS3w0/cZqaFPoNhvprPOH/mK67Dxaxi8+yvWJ/SqurECKVkJU1R4veSaBsNojyx/NiMKjBX+kUxPfjA9ekZsQiD3pdGKiRxjn1AGlJCrJvslXyuVOM3wFYh20IzbcuL9p181W+DTNdGX/o/KjzgXaw8t2nk9N8UgrtRm3SBTx5jrJm8bB6abMnd7pZNBG3K8hAy5O2oBhPjigUlER9EbpOJ1mbL4Mrh6oE1sTysar21tL1D4jmR52U/ShtyEJvHXPYCNgi/25A06NWWNMUdnVMacWuDa2aHiSe+jXIaxXLbjWd3wa77C00/bSo/2HIroVkTO9hZfmIr4QEWnQV/73QbaeVRexnFuGVyvuc94VzCeM4HRNyeJniF8+jZk5fXkyO4IIsQtt+PNtCRD+LFPeI5reTQ/YRHzH8lzQVbaB2+K+hn7Cfrgk2dQIiLkzDdBxNmbRyEyllgYoqh5jfgRvyu9xUZw1iODLjpcjytRVaRcb2jw+O773maUnEcjPj2/QscyOMfvol8CYOJSK+GRAONbkh6quX6jb0E3bckFz9AEOxFneJN10OMqybPGh2UBjIS80pT5Pvil38TAMAm4+XB/6sx5schlcK+fii/JRp/rlG1z5Ez4hY7nkwmWSiT0/EJwok7gWabspCmVUk2+Cd3L3EN5XQM7btDO/qBhGOOaD/R1vS9k6L9rLdtCx7qxntbUjgrZZFpUKIOjdTvqUUb/yLLPN+S5PwiccX2ON42aU76TtCYGZAacxkfOxMRKTm7Ipuu+pmf+rq/56G++bbOIzTHNGzm/rxRUNx3bm3rOT3vw3npxA7jDdCOOFpUwemgef3NEwvxLvN6EBIydnA0PPuTIAYRtDwljx38pPRwx4wqx32jaEjpQftiw04W2O8ZmysnNUAp/wopYQlaUacmDKmI6pqwI/jCtBwigOXQaODxIRocW8jEA2KBJ/jbJgQm4TJV47/HB4KzLAzKtC9kU2Aem4VPLtBxUAFV8KXStW4cfhYlqhoxpTj3PV+Cp2BMukyyvo8Y7tPMte37rl9TlawM7G+ODhwWUWLjdqhz75QY+cPqk4zDv/pWfKy7lj7FB/xo3e+H7RzwFzLd+gXyNmy5fv/H7olFOWRvTnLhCTs+osyhdT8WT4hw+WlDliwXltAoLFmzi9TOLR/zjk5jeJcfuru/tbTIkB3nGxPFG8zVl+R0a7QDY7McBnqTNrfqp+0B22PXS+Q+m6/GGIC0e0iOhW38mVTFMPNXkeh0HLruPvMZnxX+/MnJJ9s4/ZPcCehbXv8I/LREMFL/BPTZJ6/z2vN59gJ+Khgv4LQtesaZXBNlnKwpxrXjkoi920Y1jNqFIP+IzNyy5sRA8lOj1IY0x63I3Kv3p2zP+UBkp7UVcJW/VWMvKPnMAP1uCZugndWM+CcJw8MZas42I6ndV4iGYUJUDGHB1XCCTtBd8/VRflRlg9GfjNmxXcf7Jco/9EIvYez7+wAk7pkuHX72v8ZiWTqP/d+k4dICXdzVv42vbIGstU/fexPN0Cye6zlPbfwLAeqqYiUXfRs84p/25JPtbxzFGr6ik/OZ7Bfgb+6q6xIklRx/mDjSinA+T5BirwkT7F11giR+kUAcH3dhOQetL9LFO1ws20NKBTntb6qQao24TQX3W/tr+1rLoSSHTXvm67v4dL+lCLEn/XHv7nII1SfMcc0rX4SOk7WfOkRxi8U1bJ7aA0Wg+7r/SA5g8gOPrhuC1w9sk0yGH9iN6hq/bU2TmZTZOpoFe2tOFHLHu9YvdBsw8/LVZeHzGmkANf2x8c8tqzzs2SL1OLtylGz1s2jiwcNhl5UffHZ6m8Sg/t9sFJvsNB0bOFsA6YmoAh/z4qg0B8YoZr80hVfeVG7pjt7sJm/wOW600kw+H91P970r8b4Rb/EfY2Se+8Ku9XsjYYhK9x83c+7Jf+Vg07/t4cPWcGqG1mf+Qc31IAlxk+RHndh7ATj+iUx5qFbMbUorfwbiV4N9wmn2qFp7PUr8A3dE9kGz0/vzzrw9/xV/+PFYlekTIFminjaNWwb0W+aFR35A4IdPXLvcje08ER63T0QKmQEUjdvE8oDIyAUM+TduJH+tMPMie5POCmDWYqQbqIQFZ15QDQGuotu83bdyH/5seCMn+xtdFzui5HdiaOD+6STso5jldTH554RqR7SKsYV/gKq1RzvgJ+fBll7MyvSgnbvRDLThEPugKzbbGtSF78PjRfmeRLxuc2SHlZv7Ao8RE3+dE0bYUgzd8Bk1IB+3XoA15krJRT97qOurFYGgpz4ar2u6MHHndLdG93mp+AHT2TUGOIrZIuwYRr1VY1TRn6Fob160UK9Hn60/IFJutlC1toOtceRMmfJQ8bZhK8t9YRlb2bfzOKXGUc07oYx3I15RxtDa+oW4eV6jEfwusDlavG7jx/nYDP7Q4a6ppdMdji0EE3aC/1fFxcIT94vZh4DsmHVuWU7r4Cr3j/QbhQeDpkvZu5lGuT6UdmEfpO/r5DqM78/iOjoaB9S8QKZPsQ6/PLtj1S46p+E3Z+A3dR7GTP+kU+Ezj8FLMVB1tj8L7TtGxA2yZP43KWPL67bY7pt2Ns11bpxkFYvQRzPEcxnm+RXwzQS7flXArn9ImuOHd4OCR4ybq/SYwRo9UaWzHVELd/yDeLK+/tOcYuU/lDHKNx3ndF1aFGf05dzY7+JrCGRe3l2O0m0a+Gi4NHIOA9vxjxkuGA4eS+u8Hd/opwc9wHGRydy6bDdQBqEkOuc5ozDK+teYAyoW7EUFfXXiovAlIc0mJM0CN7x5wd225GQwCnrwhxaGKG2f+9pVOBoEfwB4IpuvcctlObke2zjvoBvWUQ20KqhXHuDnpJA5ozScQ9MYjZPxZNqzQqU+0QGfVOWlD4zQhUw38AejJzn7oegWIF+qzsHD/uGEgum4fXGQv4FDdFgeu64cJQofsjzK2Rxb+AruSauW9vp5cOkJ8+4dNXU6kOfnLDvDi+SRyfcP3W7yC6XNMgK/9d3yJI4apLr7yLRvjyjatmjJLbvfPsuEa6YYe6KgcvWifU/XTmKAqVMZ10GAytW9MR7RF0WWxUIzSowMGMvA3kmmMFpeO8TPTFhy294YCLcDyGCS+hw3k1z2/wGoLHJtZ+PA3YGU/0xrtlvWfzWWHkDHGl8uWIMdW6BKXRLIppv9MjpuwlkH/I3ItfJoTEcg2fk/hmPJiJOW8+4iu7LmDwpDEgQ75Rwht4Il7aPDHGOYBjxaVJZ4GtmJJc5BbhwweK1qv6Afe8Tcf2hts8GfcMveYzmvI8fqD1mjPb0WorLoCRH4ArwVMdCbFOOQl3EDJ+lkc6eAQIC3Mugz9oM7KEpQxY9CkX3O0xhtly0AfbDG5LdGYZ6a5EluPVttGDEIMT1ZJSfw+xlPk5+mg6Dnokz22hdGIFf5kLPFF/nlPdD5e03bRze+0ik74r9nCvNyuqICf+Ix+1fmtpLcmxoR90B/QgQ/+w0kl9foSH46X3BudyMKFXtbDr/mmjEY/dLcusJF+rLOMk8Y4YqCXowl4/sLSCYDs4PHvbsoY3YD7wt/P9jaGSlJjbIyvu7yegbN/dzj0pd7NGGGFXJep2vsJk+04yBc+joqK1uDCusMfOmZfLMr2C0srdknejGUMfpHA93x0AbbtApc088D/6DJ8D4xhU94WE7Svifg2bBV9yAhP8fWDCZWGcWkzL/cj16Dj1mOuGJX8ld4R8rql8mf9OFzYDiPNtgueC0mPYWgNWZp/08gLQlRFE0qyU0K0om3qCwEVO3/DrQFX2SsMZX9Toi8zK8DNetXd+vEwZto/h26Rf0PTthnzGUBh05M5rZLImyMBN+bAwWvY2bZULFX8Knttf6ZsOaWHPM9NM/O/4mHdvYUwrWME7SUaeu/7zdt5hSLsSLs+9egTmeBjfQaOCNQ4sh6cDTxGK16l+0+V06Ze5Pucw5iNs0DZKjzyX/q0rc2pE+eehm8duamqLxCOOPwVPe0b6TBTcqw4hube/ZqZre3c9qnZxHOJ8fPNXUV862Y+zg1PDkzasxMTAeMmDMx98KShpR0999UcWjzszU896QFv8fXet8K6nPaL9ZMvNdVtleQ9zgfGcw6c12jHM31+Cx5leDBV5R496qlztCXP0FnrRaz1+QrDdtMjrnHI/LH2T18lgCJ78PyM7wNrjcDX8OluiYLHWvJLLH3kZX0A2wC3rgWkF+nTOh+vtI5zy8vP9vAt471DqUBLrn+t3UPKxwXHakcLAvW8FZpHV+iQckW85ITvmzTzPCSZsb0e9F9pQ0IwskvnebsAgYiLeDMUerGOIJuTfIq8JLVzPYCzKdcH8mpfnAsJ91U2oUCPPuQcMNI9u8r8qPq9T/yFPOSSr8d/xBT8lKIPuF5vzTFh6QE23lxg/Ywz59DXTdW00Ny51tqckq9IWPpkCTUSM0PGYRf1xkiIuNOUGleANQiyK22ciFYIv2tsEWPImtdxAtp2Ec3Hn4a3H9f6jkLGvM1nkQogpu/dXeHhs6GPkMzTJKgDs7a7/71yrh1kCnnNzzntnvOeliOUz+vhGKHZx9cpPvMtSSavwjNlaB/4nZgm6s5TzB5MsO+QrFv6JOi57r2161esgDE+cPXtUbTrj5HwvMxx9bsHE7NlrgUwaYnwCvbtT3M0fGgjWX7B2aZ7OfCRf9/eeKJy/Yl+wIPvsjD2fCq1HoM0Br7GcZk1LHJB8lh3E98Kd9rJjUwkkcJX5XqW5y4TqHkiAE/MypZ9Xmoiqs7YFqL4l3XJHZVuKxNj/Numhie7MiZGjGUZzGZ346+602/dDXOVY0XUqkvHSvMKf98Xe5iwzecgru3f8NUeft9afc685Lmptu8wL28ArwjVWCiuTQqe5W911FpfqdV64Lcd21k80N7itCIuDkSO35Os+5XDr/oeOeJMavPFmmmDYoedrfqGp20VwN/LNQbljnfn2/A7rxNHAF8Hq/F7WLzZNY6jmUCnvxF+r+8G8EbTNAEHPDFoW9jWwGTZHQn3aHKRPgUlpdGFzZgEYEQKMCA5eBJDn+KQx7di0FEHLR2aOPz5sBi/7JuofHifCHwnWUwJTU8WyHLfdvv4qXzwUdWPifNrm+j4/jMXA1ggglKXtxZ2Pt61VZxHZckk+z2CTeFttAJsHe/bqiC3YsXl9U+fwzY+LB6h39YiOVscBYnK03bsecwXqMqfffbWOWuVto+P0rGOq9L1pqJlNrLqI+bdTl7tUNufKqedRtweY1h23/mA8bbKe8VbIRjjpF9gA3rwpuYLjZRJ1tHxHhDqUG+/SGP/Q4/NTURBgZuLpjla582K+wfNAekS1DOuGhs2eRxspaOhnsmRQZeXeECqznc7KtbO8ec5HNjZosOG9CEf49N+Yy4bCczRUHUx/IB9v5Ltbd7wVZs0wQ86jMda0Vy1ucY4CZTyroYI3URboMBUHScCv6kiuQ6C3eLGuOkHkyCU8rPuUIg/YgbK2MYX7iph9jXoexXXwP/TNqkyMv8opqVf7duVPV+h21vSmS1kUvlpxCcRqr3A/DACcOK/owe+16AetwHey4HtB6zQ3fsY62P+Z7QzJiSqUd6Uw8c8zPMRIeDvwu5oGdd8dzCnbcR5XtQ9hegdKx/zc3sHbAX8T6pjAdj0tBurzUv4mbYoPPqMiIo5zRf6DZ3XzuZlyV2Zw4O99Mdls2V9LAO0f1tKY4SNNvJrPFQDrVKc91n2isHcl7r5ggxxV+fDAvzIdgW0F2233lAKyHPGq4BNxT09jS/JVwJmwlRlZ4MKdtXvPmRI2R3MlcCDsmkY7FEcvZWP6dteY/93Hh/GWXPLuI6lFW6tr7rWfs6x62JqWSsc5TwDRkzW1Nfr2vhEmbj7tWT863iDxxWvqrPtVdt+TUZhs0Zy/ufNX7p+EDJF7Na97Rkfacdk1yaIBlhllNy2xxml0Z4xzVy/GT8aw0ErLjJz01A3QeGNvIPG45Kue7zGTcqeGj/547HfOt5JQTftoxNSOTiC52ymE8w3NAfdanNTcJtjx+1zvuoqQ4JrPOejbcWZKbJi60WyARe+PEKvLd7PeB8qeoPfTN81y+W69XXudsO5/SS8DH7Iga8pdyS7eIs2+jgNJ68lhi2H80rzTtn7WWChsZA/J2GFV0UWDNlHdCXjiAXzJLcdF/TTal8j2qVF4z9rB+OtjO7YAVzgZIqd8wbVZ+UamOelSpPzBvUzfSqVdR6eYi/1qcEZcRf/diPONO/w9Jr01nXUuk68uBmYFz7IefKWPCbxq5uETWjRGfMRdf7MJ4hYvXfOoatYGbyOLIirO+ls+Pl6kmnUeqVte57FzpWMpv1sjixrDO5p3DTCiqwBubb2unW+42Prz47EybZy7var3POs6VkG51e4/2f08bBS7NqWDQn6ch2k2gqdbYdVt4//63/9v7dGHkQqIco8Faf2cO3ZyFg59rpwqULDaVzEicmlJcUXMBz6Q9z8FuTAq7xNa3315zohGsfw5nU3X+md4T0NZ2+E0pax0q4Xv2jPJ2AKgHGsl+uAuM0yGS1dlwtaa2n2xRcMJHJuNnpQ8eSbJ33RJOhYsiR8fuaHh3G8so2LLuFCP5GGD8Gt8lmezGNR8SQq/x+DHTjDUGYwmB43MvjHcuq+ajtf6K34CXjxYTk6Pe+KCk4OyLIoPkPfg5nf/9A2IMwcP6KEnb59/Ra/4Rs/Q4/Ngl8/LIWJsat9Y/3lF8alDki0uy0vmvo3Zi17GIfXGQgmrCezwckQc844jGSaKquNch3HE0w8mfYjZInpK7+1nHIFmmEsv3No1QQcfmAuEI5izPCdzjIxJkbg6cD548PXODAjY/+GWQA4JoDFahlDgcPvRJHy1TRZclxj32aotglKOYr/LU+iJQ3Bf/ny5cOPf/0dPIIG/g67ZHxSFjujXOTQEnB95RdxJDsFzRajji3Lg5z00Y43UDGGaPMbDxukYB1/FmLo77ib+1VTDJzED+SbXY1rmV0nt7y1zWXhSxbg+Mu5qeBVHpUWZfVpznCf4de6eZLjct8ABC7+97SoFH3NPxFrJOxVZRz8dLJy3Rv3da62XJ1hRtDRlqYz4GRL2mcaCI8Onp950j1glvE9Ik0UK50hY8y4Ecc1fGdeRRrGSCRswVjgla9e17OjjSfjW5+17hgGhz7DuX2Nf9eBrzowDlBZ37RULAHjdmYE9IoemrMd18ZlrFGPEr/PukuWa5V/B3vVVmWe4ZAubJ8ByJhjDo91N8RB8rRNiK5wZLw7DjRXQIu4XuVMo9B5mvb6DvB5/Ju++4nzET9VLvtT9q7wlOta7r6aM4earuMiTZMfDTLihd9v4q0Z6dbsm/kB+eOF1z0hT8yLgZPfYor4XHWp/M/K8n/MuKF3HSmenzteGx8JX3j5d9kjAhNUMoRM6BKDyOPYy1KnVwqpB+ESqY4HxfrRnzKZ1gjJL1w+qw1s5xCmz48DUiXgQ1Qwe1elQaN4jDWMNtYSJBMufFXmmxrf/47XcrYNkfcdjFPrttKHnufh+m0l2msynvPa92xZtuGbn9LbdnQ++xNN53FjuBUfOdzXdbeRos/wwJGAXdvUc/wEzrSn3lABXth87ceuOY9snjpXTDJHDWpeR3UD6zj2BuRVKWiGyXxTu+pX5xdk5Wl4w1VbGOds3TV397vu3PFne1R6tS95EsteX1vcio70WGlSN1/T8r7esOTmTdnnX8PTNieN81MfcwK5ESuV50x/xN7qg4ieiIHHvl5pI+tqh5mnAqsuwdb/Cs990DL8ytt88qaQTOemzMGTvUK36Dcd03ZdSMAEfBnilnnADf+Ac5QHfiKQc9mPeKS2m7QXxO6JT/OxnjU+rGP13wpvGMe/Wds2qg/5bJ8Ol+PhOA6As21Ey74ek8lVv/uSXz/nwrU4wUKQ9zWXWN3Pg6YJuO1AuabVDurDt+JrvD1cpbQvg8/NX64NfP3m73OMefmwr2hkfJY95dv234BrqpqDfqWrtTb8Fu5AJvrxsr6IJlzaPvGj0NHzM+ZhPKdvknEOZQ/m6w+aO9I2IQdh/oMflS577ajkPG46GVHB1z4B17qtMQauk+FdH/msL7T4S5kCyNcNOCuR1m+M+gzvfarxEjg+LJvrc79ijj63r/PlaBf/Cjv64MMry4ct2O/U8+dZHPpawCrnkFfnVfNye5XjDNd+tD0NZ1rO1b4fn6zj/KxRjUOuY7xkwOEn2cW0qnwqH+lCizg2zcRt+3BwkKfKmnsgYi7+9qldX/qpb2p/+KiffePWOnQqnumajvuSZ+gVIyqvl2nfwGFZ8ju2k14LOusuHvN1BdN3bj6uC0f6qE982uWLkJmYBHoeH7TMS7rwvL+j37zI2b9UXvSTaFNq+MW24HGtgJ/BMn/TbEgHfNpXGMM+k1uuQWuM0T0PzorSYcfH86/7Vvrev7n/bo58dU4jPrqdeyy3uJyIDlkTh2sGOYMLKKiEc2ZbWgfPhRO5qFgnt1fbrd8CPsK45SxX/A2aK5z0mWUgcB1fY60B03Q6fB7yV5rAiS5DrZ4vV3zGYLf7kUy0zNcdDeKYMW3X3Z959+OQe+ovla5Pa7OcBsl9qMdYW3+Nk/KXL5MZp+bE2s+cHDRnuG/E4HGeMAz5GufEWXrJbmrAzPW8kUI/ZTdiy/o4r7STfp9P1p5d3bI6B2aMC2rwYZ6r85rbyW27M3mAUYr5IXTk2hz0PsdvY76G/UVbOXCm47ijDdN8bBPyp3g7bE3EjVTWW8Y4G5gGcF2+5tcZu1LalEHuBDBEMPvxgwUzlicYTYfZDYGTJmjWixdp5BYAWuDiplEs+ExI9MX/TJaFSlVSvb/n8606Gs8L9k46BhJ6kvJVQxsgguZK17VvrUOyjgnbcmVlf5Bj5x8cMCOxgcybV9/rICEom8MAaiP4c2zqU28mzWRaYIB7kPLCbMBAA9tUua9QpXNbwJ5jeSBbY0ydOtxQ9uTsTaNhyVuIdnrIjk89QFe7Z2xHP7b9FJPd17Tz17zP7pvnGJZXVvr3ldCTbwMzSXnB6AxLATj8Ro5sW9joo58/+Ez+LLRcFJxrypN2i5dBa4Z5CfL0fY3XF718j0kqdD4Ya0aZarbx1FgqafvUoTS2Iq+bytfofvz64e///S/NWWE74quiEDL8xoNMwQIgb17RNre0ixDdtM2///09x9SnL2wEtMjA5W6MQ5SbAcDv0vAubAAAQABJREFU5Frt5BhdhdnFguJa45vyDmalc1W/km/Xd0Vr1wcNz1drXK518Gvb3t6KB/WlV3Zse1vezMkreGMMIRN/PqgAXPl25FYYcoCzS7QrDt0LjuMW2uKneBgwMRcZqDUaLnHSzYx2PSiSIDMbk/otea4lsbbETJZj07LdZeY5OOGHEfvcPPULaAKFH3ZQjHuzZANoXEqWmDsCluM0JssLO1HB7WwG/ZvusrXxhXn3U24afnyEJ17EmSBX2+W3fqMTLfjt9QQL0dbNa+vpK7jo0npcxx7JVPtl29ryz5exje0j7lghximV6MjXCMYhOW1Ej+1Ed/zLBxQ+f42OwAh4dMqbVTNRqE3JvrAtp87fUEGfu/ZGfv8UBKLUw8Vd0azfCp/6hq3SvtG5g9N8qQMK+OAYbm8vjdF6vNBYEfd69vgSeydcg98+EfSReKV5XR/MIy90xIbadVGbPy3X3Pq2GnKS4Od99V1KV3KkbqH0p9jjkazrGe1V3yvaOxrsl9ibQwfcio/dmR/R1Hx6f3Pa8N0YU/DBH3leoFLSgU7po0j8cv+Ai8KM32jhY0nIqSb8sMq9AJ9WV/muznM7Isl317Ft01y17do0djtn384GG6TSZH+WpncoNqO/gRL+lJ/i7BT75IwDDaFTaqzH4DhmVkD7q/qRsttX+GM95raYM3K7t3SmrAT/zcRrGvM1d2GiLze/kW/SqSc3BsIeL3EN5nOcG0nPzium93yu2HTM2R5pRy5SLGNQPmHcVQMpNnb+2rU9I6Nj+cq3gnmG6h72LNb20HOr7Te3Pl/jJ6A+5sVAbqw8j3+G8dzZjzlH6wGPa9VzJPShFT+hHImbI+RcQ2HvfT1XTSEjtBzfvvmbTUFHYzryICcbHOOwoZ9k1/C/4ucThr+5WfNgjTHWZ64FPdojrOOv0ngkdIVd6ay49Ff4auM6Pg3jft8QiEs5MdM8WBSC6Yo/y9HmoRaz5gGM8Sq8+72fq31rOePQ47GFl2mSm9aKV+uzfs1eptkARcf02At+jN9kBshtAjRv8yV3W+VZy8BwnZExy09oVLkf4VY6wPrVxB+Xn46qcGdl8Ln5++N7PLTb3oJ4Bvu725GFP9vxit8dG1/hv7UP+d6cWqxO+Nx4zKmaCTb2Gz91NSQsMYHVCvuButdCpDE/V8i3la3jzg9H9Wc57/pvlmym4T7LQV2yxBhs5wzDkHvOiMvk2/Tcerslcdq4s1EFftRfYV3Gv/ap23b50T5HKOJEewYe1NX1SOPp5i973L39KzXJQ6AC67xC/HoZW7GG2maW05Rdd7/bz3KuyaWkfJTkscV9C63ZC0CBpaiYl418FkAG4m4ny8MbwP1g1NZY1+NoFgTZyI1JcB3si2yHKkayUGxKqPsP2tkfirMBHDdEwwB5m1wjyPjA1pQ3lkqD5Tac8erkVMB70Xi94XcWQmd+HN6qIGPaoORmb7kT1gjuPMuDThqzwwd9zegzRt6Qig18BA1BhG+ckIlN5HzRkAt+0IpJr/kN7xAjn8JX2dN4go8YOvgO/5t+zaU7ImuSqX27MpMnbODHboV//CedzLfqvPh0nBgEmfRdFGJSMUtsJt9QTDKg4+BIHwffvFAV9gjwkEuTHfSxLxc4eJKX9PnL12jTgPPZCBpBRepgwJbCNKEqeidAkFXfWtfkgRyG0yHshTuymYJfdKFdFtzceu9mOY4//IgJXLwQxzyhYdFpY4zqN4AGjGGtxyO+hjec68SXaWdfxHTqFgLwMAG/n5Pxoc6QkUK0RA5vbkytNku7NPjM8mMYijGZcyBXI30oqXEQpq3zyaf47cn0cjjxJQpcN5HXC/WgeZbiUYygh1R8o2TEGzFoOxt3vRGGjmH97PamAxraoEDUkhAnlPmDR/xVkTpckoq+IYfmD9nTfmlQaWPaHvl5xTN+zVOXHFQhXehA3U8l1m/K0E5/pSk7hd8UAJM89LXmym66gTbwPEdqDZMMXrRlA4jYT/TPSXbjG7SZMoYoUQ8PR3uiMK9FQRfSxCvhy8dKu9ZHWf5N1yYufBS/ef3OYjQxafPT7Oic807KFmjD5Sg6h8fOgI2f9IibcDHWbEfbBxCvJUPmRDx8IKLNdjFccs3h5hN2RCzFOuSwBRtOFIGa63EzIydgjYFmCukXYyyHHISarQKxxctoeCQ7eg8YrQk/dJWst0terYEDVrFEH3KQO+np0/imeajBLWvmnK8vOqwxPqsfgfC3C1ivkedr3ETzhelC1uQf5vIlNiROZ9lWZO9j3C798IP2f8xvNTlObOFqjwpHOW8IpX28FqBN/IWxcp0GKL+RIs9TNf0cA1HvMdicnHNlMpdg67xqGpqDGQuyIHT55zkXud0HzlmSPMRh49fmOeZn8wAmv7Vfg6ARrPs0+AdSyiGpmj0aLPSgdbQpCoe0QkroI0wjQpY8Sn0pCrdJUIkucGkz7FZkokwa/EOuGPSMZdoEi78j/oh/xnv2h89jkvgR3/hO/NCH/YHpOTftWk+EN35YTujVmx+0u+9IGsEZP5HKepo0Uh86Wn+UJGvMyTkh0afkdvlO/GgzX3LBGONebhznK5a/DVV5AUOd+ZeL/iTiDS28J/JcYPkSqH2krKHf4VyXdpVOWstKkDZc0w9OgR98g45l3/GqfB+VV5lNd/CcKRCXXMDcJ2JZ8c1w50/1o057/GOr5bCcR4hfa6kxvaOEDseUXj82Ly0pc+B7ylu6N1XsNOIbgDP9abdNMgbacDL8GF7yh5h5zAYffuNyq5sgrz+lP3y/eMOSLj762fHpvNNteGofY9/x1+F+sQD9aifTz/iMD8vl9mSXG4zZvsRJDNVInoeG8UxjiAqMavDO/uYfWuHV/TSQ7pdYO8P/eqhA9A7IMe8iA3oe5RO0Y2jS/UAoQqWFkPddde7egD/VhGx//vVnrmUxswXusN0VIa7hkMYeeA+929/sIIELk4atoKt97ApnGH0JWA7Gdjsetrltq3AfQUB7HS0Jh6/C2Oxn2fuReNsDb0bJNclBtQrGjghwArTH3QHotCH92/DsawP7DX3+prDbrZ/r1lN1fChd3X4Nbyp3cs4BCMsDXCexX8jA1zLQ/IwcwK7wIi3dxH9+EJBzu+NBe178Oeb0KgvjN13WbF/EPhR3cpgWNEj87nfMpDH1lziLFqdzfQwRufdtNNm+KX/1Z8wtjYdlWOWzzrQbhpsgKqOw4hs2I1nWuEYbW4waQ6ZhPjWv+0a3Q1M42B/b6IzNvBk97Q+o51JdS8C0XKYy+O+dmuf3fPhQup7h26drv/ms+eC79qi+69+1Vezc38Y4RgbF8uj1PGEazgfE20usS/zL1LJzaiPWDYOPkkbGrfwQIzm6ud7IOQuiBBhvxor29qCt8de8rpOUY4AHCGP66P8V91F99S92VJsVP1sPkUH8jbPLK38o5rddU/DRs/Od11X66vgaWL9QmuYY63mkl3HXzoS+h1Nlpb/WjxQetIQJ0fOlvX3G882KBZ/Kq5YrrOKWRTx81mKwyscestYrLuVgw2fzv+P63D5A75Nx972Ef+4r2h4KmdCJZPmso/M9pWi1L8kzJOd5XfMtD4iyp9FaCQ/Hl4f5jj4w8Ce3XCvcwxvAK8Koh8KN+Gh7vrQa7pyCBux5/+/r8aIlDpbjLYH1WEY2P33yzkky+DEgCqrkccu1HFX2FqO4LVOQ1ajJQmFQimvwjIA2X8lBgFlKlevGfp4ATP4sKN1PzgCQDOJn2SsMZR0uNHgkR8iV+q2Q71tP04XPYngm4TxI5KiUXWi0eXlqkW++cuGRyZJvq3yOgc0NECe2hiS0zbEhgtkmew262RgfuSdzJXNkmf3jcUY3dHINjk3o5/iaGPha2HxhLBosdNJ79kMTVOU5U2h+SlV842yGuK4J3zAjJt1ynnsDqw14LIDLXJ/3e5ArClxslA9kS8erc7jUeMRVfWzmJukoxyRr8Mn9EHQaaLI+okXLrLNAWHhCEx4WgAA3dxpYletArl9UDqRYeHD1Dp7DEPKMtJNh9P5zpXM5qm+Qp9ZrPNZ2y+02bhp74Y2ZZaJh2DX3cJEdkU+WM80Kv2sz/DC4dZw9IDpcZNnPqZXPW8qMhxHHg8K4eBVtzB8tYq1L4nEX1oYYqLdKpnMPGNtoxPA6LYKX+Yyx5LlQ81u3aoeWeNhU+Kwb1F5y4GsdqXXJ8xI3jtBN/TlpRPVLiKHLaECB5WTfUX9uftuZbx6byF15sZZIF3Mnhw6HzJgREpw8LtH1m7+2t2g3/MjYe8QqkNbJ8bIIRPU1XzVcZaicVYauUKF9DXvEPm9B7jqOzyHdg30yRIY8yEa3c4OWHKmdxO/tOpi/6e1y2Upy7vrvtGEb01nh8Wj0pmfJbUfg3T5wavwuC+QA+qWS48/53qfVC2LnsVD1ZH+IFo5lw4DxMS4SktBIZ6y4wBhkWTPh7Qsz8LdNKFsey5dE2kdtM1ztf5dyX6NFzXy8X6FuOZTv4/PsUH5HRtO/A2uYikPZcqsfGbkYZuhjDs4RL/yIw/cqJhHx2QOwJ8sLTwkpmepFqaTNZNAY/PyMbZts08LX5GhdZLN+peOi6DV2DwLjYSCtxXvIt7eO8S3dZ0rt/l2sF3eSDbWHdbzue2+2dmfchH9HsHL8yrnTF2Gmh0s3/BzD3deMV58nKvx76GYaI2wqh99W3sXOyuwKptp2xaNer13M/XEu6cGp+HtEa8b/99XGyJMMXY1JpAq1h8CurHt//fVX/jyU17GJzEmF8f07QkV78Ov5IPfljtcmX56Br9ESsscS63O07HXQXI89dMYHdSb+Gg9vOMUVGBUbzYTMtXfGMTw59nOvb+TkXrs10u92ft4p14i9sJXsO5at39gjVOKhakkIPTWUPhW73Q899xrA9zopWr7O9Kv0ZXBOLCT0Umjt9Ra3+VPyWP/mwLL3GvsG4b3FFvU6iuzAWtDk8A2AWaypxh5OD9BYzqn7lyr39GE/bDa94Ian8mXoP4Vr4Nzutwr2RAfnhhmv4LWh3fMeueLNfK8pAusvUVRIx6zsaT94nIwZpuI8UU6y4m2se/IKmjNhn+RMIK526AEfbBoxmTd+pUcHuV0gptp4O+AMmrwd0TEz5B/9K6rtV+eCjSIr2u16WjSIi/6Z/PxkQXvQOIS3b28zeQRY5id0W2P/DH3YbweBTs+M7YAN/+1x5J8q110bpF0Rj/Cbzm07mY9tQ577ulQ5jxR/cwu+DF1ZBvgJzjX5YenwjvY8YSA/YC1/rhhz/dTujde48zTj9Zo34Z2Q59NwDn1cKK8GtNkN1gkdCkwgAd1GNzfTxeN8UE0k2sLpmHXeYZaLotaj7RXCmO3S7ekkJHm0UFsrNhkq+xtmnd9aaAZe5ZIbA7jJ3+0aTWmKVL9dmMI88U+HzWEXbUo8yFbGS32KqdiK4K8MpVyWLiYnInJ4ET3YVFv/6IyL7kxuC79W1SLNDam48BxGxI7A6mkYtOLC/R7XrfCCJ+85hx6yc6N1tSnUoI1dkldU/Mpoy0f7W9LQV9i1zpOlyMK34En4En4cPPImbzyphty62fvlw1e+8dlencc3hIGvN9jzYBE6kCsFvVHJpnGxv+kz2RBnd+RG4yRLMPwTdgsl2KTiD9FPiybiautBbQqs3ox/wbGcNb7Dg83/AqcP3jNMJ7UpzDyNnzEWhtaFYKFxs4P/I4VQyBX2lY3YhM+24n38HNyYEujing+T7ZgiLCs0ZDdoKSaW+SRfjxK9JeyynP4UXx0SJQf8aOWbd5m8GAzmai+fOZZDR179BW3b/XRjBU0CtCXZPeqM8+jLV1FHmblRv4UaXQbuxgwa2WjFbGTq7nMbdoynBqOdODNr+W3cOjML5B/xoAv0sq0hBl23jNzyDIlHX0iWcSn/rfEGD/40x4iHY2uFrTSPZXBn/uf4HOqQRzrbB0kTP5W5NyxHlIWPoY3d5EPLmDi0NgM7F32PMV3o8IHWcel6CBMU4i9oMC5or+MD1p6KkAV46Cd84/sSryT3a/stv2WxjCPX/F95JP94yjTjiM+c+2UnyrTnPI4s4U/Gu3X0a/G5eY84fHMXWMYwaQz1YTvazSMgOoxQFM/QYEzmmznwVaLHWzEwYJQ/plxQIil2skMNslGUbYe0Wak3sMzo0++4jlbDu0XjSBKaZjN/8NIY0MWCtr60tpe46KURF+3NJqItX0Mf1YiS1/i9Nf5BH5jBpyEGTG2PaiSPP3SlPsPSQjIt22rVT1DWAxqSQbhRC5/nKy+TSTAabIRaPs1r2KfFbNMtQXM9kF/Zz4S2ivv2G1W+8DLi2j4e+haWWUy+F/O2gEyn2oSybOvxs9Ku7YpN+dlwOT6otPXjtX2bnP3Ql9h/vIbzsTnz8kvoGIDp97xRGDisKU7yjeBtS/fdzVf/Djqaj0zH7cDH/7ADcade+vIvqmmfaDe8/C8Zk1cT3+ZvJBTzSUe+JnC4Ccw/aORF4ci1p2tELFzLO8+lvVb55hGv42R+Ill/5ZZm+H7ganQOHprbTGO0i0Z+wylEH+2DkkrERWJnVXDoJfsyXpGp4ktGYJq9g4DlTyJPflR6oCIOo8ba57lmWWeA2/HEns/fzJYfU8dYwJiqvd7Bg7dt1L7XT7F2tDcCIMdV8jfMOkybDro9W938DOe4oO61r+MYCEu1b5gapne5MO0P3Pgot+VnOPgz5vQQFKcXTlnxLxopvy3tecFHqRnI1XfKZa/YcbaF/2jbtzHyK/Ohl3Hb5tdBrdkp5y2VxTvKActPO31lg8n4C9Oc+rUTlH0cP91srZ95nASnPIfHBud7fEOsSdFvQD3mk2S2H8Y92pA1UnoYcYUxrvufzY2f+ue+F83mmBLPFkflpp550c84h5btKLphu9jM7uYZ4zq3HK4/kyNtjXLqrEvNdRtSs34bgKnp27eveU2BPax1GX5otBwQgdmp50SIIFy/I36qlBOLpyudlscHvJwsS/BlH4PM2teT06ZYZrzYd4pwRDVyEEu5if92Hmj0dc0h9uu8fixSsokLi/7Gcb3x21BaFrT5nzJrXLl/2DXeijOgQ8QZjq56RuL3/LItPthDHlM7j7UJcdIvcY70jzTWFvORrWaa8BNNdMprBBmM1dbYQLhNrF6v5l+5PqqLH7yRz/S19pofI8VlxUTEBwfO88HSY978sTM0LDvt1X+Gc25+zjOeco4WhNdq06CV8oAf9qr7cvUzpviWdYzN0Fk66cwKHWj7ehXwlQf95qG5i5YbKfcE2Mxx8BjHbwIAEp6WpctjY7YpwvNoPyxXFi1kxV0V36yoYCqLYOfTARQfjlXbwd2Ow9eIjbzG2sBp7297Q/+2P7I+xl/zlf/Kb4bnfKQYM5xz4rcm6NLHNDGuPTQIXBSxwduIgKHf1+z69b822/T5tBKnfObjoAdvxRuALc4wUHCVvPPZC6hbCRLYlZjOAxb7DRrvJ6+niqOw0WScMT9AET3yi0kBo70/tqdnx9PxlJhgB35ANnvQOifRAMb00MnXUIR8xLDlZMe5v9Z4wyTJN/Dwa/qlDM1HNCq9LC8+N77eyMp4mGPQ+L5ORt1x6T7qSpG7eDHnGtb7Yd7wmvbDdnGFabW3+a15Y/ow0/wnwbQXFIrvL4y1Vf5UfOB3x4OVOrKy7s7RQzaNcb4LsSDhcLXN7YMj9WHrQb9CveT1OGIu5wiuN9Eda5hydBhC/Iy9PfsL2rj26LVp/Q3gwYH9leC1xwtaET+JF3l8/TBBH94AHgTPS1XQcygMEgYMC/aYQ9VRQdor9Lf1/Q6aIUkV+22CzViDHkHIxCdzRCl4qW1gVBuq1WoOOoYOGy/Ji4r8poXqiDcjjSBGFvUhW9RmwKV2NikBBp1HfAMq7fH97/i908DRTecdT7XVHsu5iPRL1UETaeDGYitdsOvX+L1ALgCSvsY3e7ExF63zN9Pa7CG7e8LWYmq6ry4khVi+26Tfp/a2sWndPYNmt2Xi2O9esgQqOP2WBi0pHzJWw3WqzxdGnFzhsgpaIy/6zwjQVtFEQXbhVt4uuw9pGFO01zb5MHv50MRvf+KvzUEvAcvHTK915KuwKA/7mz8xw4Xm7I0HAjB+XuPIlrOPpvPUjd7SnVyLYuRhW28APdYntNxcNvs7VhwuBVC22vEtQP+OYhsTyfpkPKxiOR7cXn3mcTPa2Gj6Nw6tv+PVFK7ywHFMLjsJ5KhzonnLjeG7drErZpXGoMVP0rOT6HPZ/r+S53HfSo2NF/aw3WY1xHPY6zH9HcS47iTujI97qQASC2mbmGMZV4WAhq5gX8uBsIBEkbGiFuej3z7HFtEacN3avTCgewmZelxa1jEPdLhNQfFwRRxhRz9y6TDWlGg07ZufbWLxDXKz7P0zWtJmXXdyfMKnbzpTFfYlAdf1NIZz2czxg8yU044GuZMHQmB2SOTWMjps0DtLoR8cAEPMRsK6QZWU55csMdXr4MxDV4xDePn15NbDdgPRtBr6lKHnfu6dwLLCYUK2kUz1wNb5HdEuW8AzTecVAfk4PHEj6zXHOm8DaRBL/AJbY67S+dWy5Azq7HmHm5PsXJ87uz/sxwbsdr96cVoqAobhwOsYf8SpCP95X2Zf5ds0gjux7ng/09F2NU/gxpx2hnW3nXkDnceFUTC7Xz010XiRHsXPJHvGjHhckHyySzH9JFIHt7694ckC/pANohDO9wVM22VcgCrxxdhn1qEp4pJI+bTMc44TxBkXIe4JlxcnNjesVuwh29rzq3ViSwFkO1SKXrHQ3+v+Wbjt8EVr9rvjzLnmlMr1P7eMH760B3fla3Qb8+sqOToydyQUhouC15sV9m7dduvwJwbMkO1Av6cgn4dGfWvKjcRYw1rgeA48jw3J1dfoB2JC1zQFqv05NuFBVWzNhbAZ5ooontFc8DvGWNc7JxDJkfsM2Eai7GusHmvz+KLVLUcI6LMv+dx+MiqJnnx4Datnjte4HvEpvr2VZ4woJ7cy/Z2Q2jbXPbP2ZVuwB43NMI+gmkkcZyu4r5Oxrmvt1Gf3R0PgmzYf23zu6yvz+MQi3gytXFRnXmQvsUvpMfqjc+V9hL+n+xHvoqVsevKLFgFaQlHlJyeKin8y9VwIZDs0XbF/Fllnq52LQRvDyveMwQrD3v1TTE45Bwejw9xZCHnfl03dFW3MYcey7kMHf1Z6O/++xsV89tWpYwx0eOTY6BNUufmbQRR614NIkU+xXuzS+hi76FhlKWhPFXc6PEXg3wLM3K+4Wn0yi+NY83w6enf+HL3nJT1kzpeSxo2YHbTp03dlY+ZQz53kdU7d0f2VNsvkuNE4HBS9Px4tpRRjQWs2tiRmIwt5r9bQS3qF9Fxk/DV/xRisfs4xHWMmHw6ZkVoNof6TEpPKe8vU5ieMH3ayT73WP9J++B58pfHgQdRj0qn7BUHMOnAfRjiDRiOV8554gCP5Rt8R3n3kOU4KiGWtMI/Kz+B4XF7PIXuOxqW3lnf1PQVaw5ehrz26g7Ns5LzKu9a5zj+tYTsC2zZxfHgDuA/gNh5dn8Nhy6E35gKdHxEOMWmS8tuc8QQ+zlJ/DHRsETOgFQTO/Cjvkp0NzpxisU5e3GiLiz48EZy8JLknrSNeyNZIAekn/Q5wWpmBmNm+qcaEhh20wYCE1cG5tDPYvEl1n1mpHnIgCrBFJMsvmrKt8Txh8H7xnT8dXEFSAZ4GGZB3Aw/bmRdl1eX3g10tXOQJG5Lp9cTc1mpyFBiKAdHox29fhF+wU/5bDbXg3ake5fuYr3cgjrnBSwKGm75//PFHDkYs5N/wdT95TR4HXuiwMX/oWA8XHNZIPjDmN1ZoiMXYN/mo4gv/diQWsdweP70Ok0j+TQCPn2zMD/FrYKP5Zsl8hl7iJ3TLVTf96E27+JrNUS56TIs8xkXc7alwoqMNem0fMpk6Od9tCJ55GAEHWvEXFxMyIU7WNS7VCF+SBtg9maEJjuiwcUc2/jyZ07tLllt5GdQNmEX4Jf4yDsIYhqeb0NeIodxwnWeUiYjtBCzdiinpCd6I08bUmQ/QNkm2Y7RmvwbnGIW25Ug+bZfrNpNd87l/1sOyK5cgboOOcKWXnu4OL+DklqQbOjI/xc3D9hsLHP4rnOFHPnT0myAsQ/IMBT3uCrtEBw6Y/PZ2itLkIWOzyzq1ubKg9crjhznU0jR8VyO37FPeBHHb+N2WI34hlbIKdazPxPIuTXPKqnhBQH8P97STZQsYHYTmuaCgtuIxzgYMhmGM4SPGBLC0+dZwN1y0kdyu2vqp3wCmVTb3mue47vZMRNsl8gv9zWPGdbzS2+aKIKMYZn1Tu+qiAL6nqxEP4Ch+BTtiVVjzZ8Is5vbsnCrEh7UCVjJH2+Z3f6SyoPPCTsqv+Q75tAcw9RGnVSLoS25uSHpeDn2aouoPgYmhoOlxVmlkR/grb6zmfDTGS/Wfy+InCh/LhRjZV/ajzHzh+ZADKP/OkmnTj13gkf8QOizKfs40bVePH+yU+72Ow2olJznuzvjSrodIGs+gIbu3fWSzI99IY2x8jNfd5lrY/CP7ijrygEsbMlsP9eqz2i7BcuxViOfLWFzzQOgA60j+ZnLaMdokZwhtAIFtPzOCgyikMH/SiAJvZMnfVYu53+cB4ol/+Kp/6zvwkkYQqPa332amtrdaZTvxHHBjffGTzKNvlGRbjTkuKPITIoMncVTsMNAOJXAUA5IDmbpPwy4+c4nfQLfso+W50pBVeKLnXUm0tT3AI6qMfZ3lHkGu/cNG9KR+ubZqfbbPjWV5iQFPiRH97s683uwlRtQbJQIrkm22nZcS4vrD+CHtNeAv9Vq7PRF6Nevt+2trtUdt12hrNp873qXmLVI96w7C+KPUYjJZ/VF9j83d73bHAnX62EZofpOvmTsZU6vfzbUd26KKIKxp4Ec03TVsI2R5Dg4pCrJW8DwBc6ZktBS/lkvv0L8Qpe1T/vam5hD0z5u/vDXENk+nxMiwk9IGslvaIAeNgLt+J6K6X3aWLOsDb7kmz8P0hNr7N9v/ppw3ftpbBPKb4m2O68tUqN3LRjrk1+MTnjo7ak0/oG8ach2Hd8RtfiuplZfpbYN53qS1cBjeb905x5h70IN9DXTqfkk33SJeAjyiKpEyBttWnRbtDwau/YD9Ha+xi5rpNva++duqmSnO4EhyrtqjzzPoHOq82rAly0gVGVP/UIT8JeRGW6cKS5t1WvvX9uxvZ3P6fL0BejmM+yBtlBIWDYac5uEcPM3zQ1PLt+VvxMgNV5qmovcl/YZ7l0+20PkN/pLP9MzX9YloqaQNpHi2rvB1P3ecnDUOK475Qox25PeZQGx1XelT7quJJNusTvxjfJue9RQN+RvZgkUmVPAYwafshz/FPON+4ymOxxlrXcnNz/DkvoaBPqudzaDboInu+o7e0K5y2ZdNx72iV20lXWhn7WQdrqnyl/xaaw0z+sfYch/56K+t5+WUtxl9xO45PD05v/UdpWHH3sEtmvCYn3U+7Lir0jyYcJGQkZissZn2y3EgRN9AzYdhiNK2z5E9oD8MbR8ZBgrE9c+Qk3/jQYSjjRWP4lk/z9oFI97mS1ud1zk3oAqyGsbjwHXzWutuJze+82ihNWmDJ1tUDMaKx7PadzDGAFZr24zj/rfnso/cGfYfm80tScdBlXXVY0YM+m0NyZgMm/CN39w3BKDnqs+5CKMbNpvHHfTEb/hIMOe2cHyl7XPfhD/O4eFRk/VTrjFypSd2k0zYU3IKF56N74OxVvm/tdy3yQuBqo/18JzjuteEBfVGVTH0xQcfMFJl7axuEHgWRJPDj++xkMfAQIFlLHWCVrw3vKGQE0TbDPKtSvE6BpN52aBnrAznfg0+atLrEb7xDDfw3YNZZBecHKWsu7fWgavysBngqTM8mHqWBYMJ2gka4FmGT3GBj0PK9+/xKgqwZSSDH/KULyEPXZcNVVYAVQ9ZGHQP6BHg2MqTzxkjDsH2BTApa7FT3ejdHTT2kc2CrDz5/+eff+bi+u3bH3qtcwAweeW3SeAZ/zxQV92RTfzHIu4Jmr48IFNoC3C/8B0tHJdMN0GWjyv/rXKs9YVU89HjmFjx1rr38xx6KT8+/K4UHtfP9D5rN0XZEj/gP1o9PxBLLtN+neCDPZ3voG1vxVQ8MNC/brWDPm8znYQIvsSSYnuM64pdbTDhVqDfWIYn44LD+FWqcl7BvVcfcumbd1r8oRvm7H58hg+0ZFviJlKvxyj2AFBPP2YHCICtVXypqnnvyw78Dxak1zXDOzCVwgsb+H6znQNP7b1f9ryZ/GXQPh4cTzTLr6JLmTTGjRrOdDC8sN7v84zfWfs5Z8fQbETrf473uIe9gQ4XzG+6sJYHy3x11RX+LAuQjDXf4LzCrH16aK9d7CiHnOvD46Bgv9uHd9b9YTfZ1XVyfOP1lxvc7hsc317a0SJ2c960iwt5x8keT3Mb4KN/3AQUGeung0Ah3YvWtTdkgbmu0p1731rzDd4z/KGHIFz3+Hbd1y18OTPXdZaeUBONbUofmsGzLTX/BgRALYQda7lPNYFGJPECrvOGfgjU6UWdVPvVcvwEp8KZhmNX+5OIhzgbkAxrfrWu/gQ7yGO6KMkFtTVBZ8Csvcc6sOZ97JWcz9Db0bAvtn03G4decix+neTO+GiODdv4xm8/d9jnxWZhwdz33xThpl1h1GR80hd35XhPuF0MJf3Y6Nvmk53fk/kNWh6/N0AvQdaLz9bp77//7g9yuk2E2gSSFWItRlyJnUtmb+jU+Vd8QPe88QZSFygaBKyj+vmANt8VvaoNrK/nrgvC79il9QmCVZZ3ZHBJCl3hy5yXN2kKNCut16XSfLtoupynvn75GnHnC5j2e405kfXcW22RUA4Q4hJZm7O8R1rr50IOnsatsF5nvW7VPpd3eO6ruWfn2lZxeZiK+6jWtfZVnFq2fWrbWhY99NTazisY2wsbV9DTumUa/IiR2N3FgxMk/fTAsOUpoRsd8DC/HfjanzI11kO+LWZr/HU5kQ9exIcevLZ379G+0g8ha7w9gt1p+kwbvNZYixE5kUgZms5Tx0UFmh6HK5iHb0ROdNl2K9Sx/lZbrHGx1o+c3q8lwqStnegpu6IHf3fkEMxsI2hyvl3tYXpre9Um+2Zy2Q3uFV6lkfe3akOUM2ZCPUjHzB5z2ZEe8cCNN8u5kJiqnntpzBhtZ+hhj3YoaqGq9piTsE1rqwTrvaLa/k+WkfGO7r8qk+PjjNdZu/mCjyeJB+3N1FPx7sQK/l7nFvMgr/NcbX9UHnJsHH2CbD14vu0o+xgQmpugS5yGFWSMxKnlHZuxX9c+TrR2kPs201973b7K7bpEROamRzRQOuO/0ht0hh1WGX5H3evDLkYsU+WL3Ojk+eDj//N//89TEg8HiawnBbef1bsQwV1G1anBhuz9UUBw/R5RbZ3LZ3fNZyiIxR/ODC13BqnwPLhqGMvlb9Cu7eDZ+Ezc+bQnu/8YsPByMh71bqPs12v/sl0GMUpuiM7e7V3pgWA5yflSTi4inVJM5EUWYPhXgwXWHFRWuiZRJyBgzM/9d3LzNSwyanix0HAsGrZc68Zx7n7XyVP3sLuTdTGs+hX4hnGf64ecuInEoYIL1yym/FHm9Uvw0AVtbmBIB2H4Uwupa2sOjuJHF9Yt889CC7n9DZFHN069kYaP8JoCviK6COC40Jvo0bM+NQiRptMbn4DRBd0RV/PNX3wl+shKsv5ZiY/Dk4juWHI9Db40gt92WB5zhhjttDAvzPyH7Zp8jY7xMy82qXIPXOQ33fYEY6NDe15ejG7GHjf1SZVONvij8HKT8+RhP0VjbBnjU4uuYYgzaFse8R72N5zyMYbcXjeRbpvyzp8ta7ymHf1SdcU1sH6NKnJ4w1L9Zt2xh+R07IItmZBDtOUz41Q6QK9pwMkf3Q7N/oZ3u+CHfWb8YR/ajQMNlw3vdcNxnuPXu+rYQeXNrbCY4Y0/4rPaIOgzR7cDC3MC8B1HBk9VTK/rtf+KTIQJ9pBNDFvzeT4ATvJYPvMGp/NEpkqk9FV4QPoXSI0QObFJym8pRB26Kx79r/HaP8kjmfr8W8aK48z2B29OI64GbPXjPB9aDus66lZA1Gkffcin8dd6m9+GbqY3ywaN0UIZmowP0h5HffWzwlkm5+47r0sAw2Ejyvzpgo3KipPwXJgT+ZDVcpp2xkzDXfssr/mAAw3vo9RO7Lf1qCE4Do2/5nwLFlo/frTfWWr45sMb+AMi0Rw/yNb3QhFLwFoH03edG8CXqcTiFq7Nm/MeEh2lP+3ihdOP84RpWp/UofDMnxhI+dltBQ2RUR7jzPsJ62N6x1wymUD6pgGZ95WdTM+w5tf3Nc3GxFedqniqnGQ5Tecsx3ck7Tui0OZa1+m37HMkRftujU9qwd9zdqtXWOInx0WbG9HR/qxzSkPNbOjfBDbd3L9qTLHWrfjgrTYE1W2NzO3Mchih0qFc+RnGOM7d7rzScNsZrPvXfE+DuXq214q3r4eHArW+rtlw3vf2G7ytwxc5eOXzKsuVLobNB2W0tJhVz0csSS46RlsH2xYcd4Zf61ukTWPiMU+0+cf0DIoe+czaxZgwLLnlcNtKz+3HXEbCprZd8o562hn7t7FHu/dT3T/RRqpzxpHHseWRvJYFTPu74iBTyoOdwkYep5bVHB+dX+KyXoLmdQMjRe75ynNU5Q3Yyqegbosrfgdq6xv1avehvyXoGFGIE0bcsPr2x9e4k+n1Sf32CzWtqkNW0cff8tlaF4VnPqG1l4/xXm10qn9jV2F3EoBvGNupwg17qbXGs+PHZ21iVVG/l37QPdNPb+76r//6K65FzA+gIYf3MYNO8Mt1ZbQAgxyB3eN7hRnQLKOys2FGnT34SD4n2h7+htmAUKn3t8V4pWt4v8XEddvS461eHzNNYA1nvNrnNn4LmFdgZyp7JveTDzzBqR5739hP8iYOxnflNeBNZY5P+qWyR4fgHJ81xszf9MnvxiGw3lsJP87NJYYtneUVvMal+2puOO2LR4/b3SJew26j3uZzA7YcfNHQeYKIrFv8gT/LZr7r/HqE1/UC4Okz3iLG5MPR51FKy9GPA07xVml7fBhmG99l/TWcaVQ9XDZMzTkDXz5Qu13fx5wtfooN6Dr+Mh7L2uBxPPUX+CpT0gl713SlwxG+2l1Udtd3bCtyx0HlSXk8d1/Hr/zF1uZTxAT2O5dPspgXcC6Ll+jK3695s3aVwXXjjdjQteFKc/RpDMWo6eds6GR/+IX5T363rSSH9TAv173PW2Vxv+FDueD3ox2b9ntfYDueF7Ug3GmYSclrH7jGt1z734hGN+lV93fD16Pf9OfrVUOA/5+7N1ubI8e59ao0VHX/+9De2/d/me7SYLxYXATIYOQgqbr7cUhfkgQxAxxiyEj3F8Q1+c/6GK90/Bh+5jyM+Xqds+EAvmndNg/a375pfQRmXOMLb81LaJ4dnKtonyXdc80d49y0nm/cdtnzy/bAa4Ub+1Tig3Vspx1j/cQ22VX5kPaGfrbbXI3ntkvmGM0/Abm6fM5Rpj/xLZh8ZN69NH2H7XXmncIj1roeJDz8sCpYuNEzu6iUHiuOkDps1+HU7vjY2vOeWH7JL9YQA/H3vsy8uHbHYT6fvjqmQ2t3eGBmQEzdSqFPS1vP42rk8NNDQXwB8cip6ZQ3PxyQAbcCw14njO0+sgyg8U79Oy0iBvsDOonFRHjoChC89Ed/TTJTxtS/EisxoaPiI3VAyAJNubGMJBYJgx6Tt2lvy7PSSsRVTmeR9mx6bNp29KWOfkx8LIjvHqtebH6kI/ow+e0ap54xCX2MnejHuMmbv+Eb87Q3WvaTy8f69G+2acE3Ptc1PFHveaVJuTSb/SNOsx3Muh5sDNzuOJZpGDiJlwtb8ECZ0+EEvek+kRiGLO8PIPdFXG/K+qJumh8tseVbvDZ3nKembWo/U1z5ZJ9Z/t7ufjPOXhpnh9Pezr8bCnNA6MhmOzY7nceuQyNa8DqcOnQOW1/YzZsbbNTVPtu/8zSt+e/9tOEb0meX9Fee9bycCIdKqB5H8Tig/CAIO098O5x++QN7pctjcfK1fVm49pdz3eMgQx1ovI1CW7+ieaXWx6llvEJ3jyN7n/U7f/cLMs5RdPkRfTz/8xqhPKLwq2WmTk7mCVgryEUPz6UMNm94XHJj8tHhC0rGsV1uV4msHjm3n/mxOPTanc/u4ORk182uca5y8cSwKuWfLrfzMLzDql52WSf723QqhWc9XE4arzM5BME9jcWVo1rMH4bPSgLQMceXDTValtIH+fx57aarbCsC5knkwIo/cLI9UE402SUxxegna2kTClwOjy/pJTx01XoPyX4TK1lgxDiCQxCo4XHnvmel42h21W78D2rbb8Z/JudZf8kXZsbINqUq0meOg9HnEZt2B0rXxz733JoXSmEsVkeVjJudMbd4nkn/Bl3s+lKGebu/yz0xZp7t04vx7UeXvsG46BEMq1+GW/7OZ8rOZHfrep4BvXkY61mJLOvxDPfVfun/ICAvMrqzZebVg3UC2n2dOIm1r3ufY0p8786lO/7fXZc+ynF00sQg//7q2P2dtljXGb/j3Pn3aOA457z694j4Ya72CwxyPLIveJDb7wrihnXyvSHMi5SRTj3Xwdf8xtwkeufePo/dsJ1g2QePCbpULPtd3hdGAWC8INMxP+F0mP1/N0933Nfq8pn5/vOf/4wHauMGfJ5F1A0deDGKz24RD3DOB3sM9VhOxph5LwPlVZTrFisHr2+mW3vlO2C7/8AXrF8n2amvbcuzobvcS5t81deCr8yaXjvdisyDD1zDYSA9ffSvkZbf5V/aHgsN7YVqz2XH6o7MsVv7NcefMqTjO067PzzPmqd1KPh99kFzz5f4xPWipz9GaMkq0a/raP7G6u2O5/67UvY4Nwur7CyYa8h6RwZ0Pmft12nMzyU8ux2GUzIOfkTuK3quOOgQeb+tIXdzrPOi6/p31K3jIx89lssDM5ilcWE/u9zjbXnwxPd1XaGu7fZ4GN/8Huuy9nY+a49asvk83n7cH57Ya67fZd/Zcge3LvaF2ztf2lz35rr7HS9wOr15An90kI97LB/h9z7GZtza76BZt56UJ10MN54Jq32mM55L83H7V5X4m4N56NEcVPI0TqqtOf0V34IzxEle7F3KZ+ix8U7VpF/vsy/Kh9Zho+9KjnqnKdm1LoF2Dy+G0qHoOg1YspP9lPR/xT/F/fWa+btED2Ipefgj1lQuhrSDc1jpr3UFmk9/jivVTOj5/TFoxk2hNG7lMTb2gcsNJ/4Fk8Rrgt6p3tHC28ZZ6ed8Sy9w+d1HXSikLmrLyw16xKjaEbQhABpfVDPd6FqKTx8/hT+0KcThir4EJX+CkBt1ydGiqZXU0izfjMvWobA7XOYmNAbuvLB6wAuQ/EfAy0ZkhVeTkwe9NyJm30tw+MMHyOu8wDNtwje+nc+junns+tDWJMXvOMbuEPcOGTu/9OEINHWNPbAhIj+hkJ/s73yCM70UNsY38vKVSvFkJzd9P3/6o35fI21fT7R2+c/bDCLF3XbSVn57gEm/eAwrnzCFJyPM+y7r7RtKnBCQT/1mKjgMep7yqME/+A4lzUevHHKeKCdA4Yk/+U8Evw8B+w2gwe5SYBN/frBkm4MGfuTUEGl95ItiZ3hB9lotIvlkWDzRi0+gq/ZOE/aOuS0T6tq9QLzJzRucfCNBiRSkLWYxx9jf+Nx2SA98EXHOSJoGnwfeiKzr+Nzs4T9lLRo9aUAXKL5Ic48tXSxj5uRMFbKOTa5zVJywrfIq8jPnPvoI5vqtTFFgky6eWpbhvYSvWLEp6j3NJys4W/I18V43U/jS8dWTXCPZArrr4bbwki1YrtyW0En+LUp2fJv5Jjya6Cc7n8vp3Esm+UEPdnmG6Jg/X8/fIobNCMjeflWCfeR5ftJ5DGECtnRXRJ18wFcJHjqYNt7BEG8IQbU1P/FH5aSxa9wZ8n4JX24mmtfX0RYn26iWY6OW8+t9mcVbce8OCkvH2PsevpEM/z4o62WNJ8vtYwR3Qk75TL/dn36CkPmB6Aw1Bi/4ElD0U+n51nLsq70/aYLEcBiinw/5QHZ/+DRsHv053plnodfgj3le8tG/z1nmRznnvag7Pycs6OAQUV98FNuScUi45Rn6bml5lm964Dyo57jhC+Oyrxm7b0Iw5ntTupSi5UO+UetvreAo4z0uHTf5n/2F/Gy49IPZCMZjdk97ve/eEZ1Xlku7vj2HbNbanary23GSHeG/uCj86XPs3wcRvL5EzM3fnPa24ZTsoZI+5BI/ctf4GatQi1j1g1z0mLLs5BXhMi39cxxkHnuMJ2belMjaCC505mUebls2bfcB6w/JVU4b+/8vpfICa2x/94tyTb71N4K75eRI0saH9rH3OZ77vG0pXuY+xs3W32Xd1Z0H5rW37+gMNz5tePghJvkhsjN1irE01jZyJL22mWr7rIf5/2zZcxKdenxS55rApijPEYyxyPz8xytZsWXXr9uf/NhUvHigG/rsPCHHH7/i8LxmXrZ/TEtDtmzLvmaj9TMt5a7XIzXTtm3uMAxeV/6ZGYrRUNAXEvMbpdFNmy77zP6X7qKXnpqP6Dcu8EdH5Yr2WMlzISj+r/Ls8ou/5gtYM14M777xeBiXdyZOqRPjaOwV+jn63D4U4qEmLPsutMm1hp+e4nfrvQ8YW6ykRzeu3/X0zjUp41RrEHuKYBeXRUqTWkvP68jvv+eVwaHn+YJ47QuF5m/oOkaLDwOFtZObqrZlMJ/Fhd/5QsLEP1VkYsiJQRDfLyWYiTa//XsiGjDWYH1DcNDE9unD9/gpo3B6xj79es8gY5cDYeB4IA4d8nwq6tax+6dztf8EQxfmHeIpvQTfP4kt/Yo7Y0FiiS+4glOz3ISOvlS10oOuy7HrRXj0ViuhFl+N8wuDAUCfz3/+MfdEO94qp3r53fEcC2M/hTzjUo/wxVF2FuV9zTprjdQ+F2zDydW+T7c8l+Dm+IrSee2y06GW4dD8Zw4F2N8g0zd9sZkxqWs26EV+jp9ffknNmrOErvx+ifTfhsQcyejgFcs+HEPHWuPFvSrp441S7OHhAT3nYdCaHkzz2OviUp/G2/MKDO4buL8oVCP3laNYcT2Yu7SLux/E5m29wfd5MvUJPzniKvIhxLIoeZOL9wwmyj1DwL1mc9fk7lC+lt3O346/z3H0WYeOd1cXboyBGAsyv+R1Gnz0iK/7XXZc6sClK/qtOvocMaBDhy55+MfX0HrXS3XsUe7/qnnIttmuVQ3k8aBERHZMCPIJWOVb5g7gdfS6MLO7SBb/28/ya9Gik3Mbv1L3/sI04NiG1GrIMC/b1dulp2ro5r1B57XjuW0cl+btfkr3dZjx3EcJTIfyhbb3MMCxF1jR6A1rn76wOQiE3BDChJktD5hSyV6Bxiev4/sUf+7bJ/0FuTfI8jxyde49v7QeaSR+UWA0SQfE0p38v0Ro8MasvKDiu1ohCUfLs6sU+XRRZkWgC4YTce022DaeZUQvic6ri4PANJ1TJUyHPq47eXxCkz6ND9T1wN450Hd3oBf625Ydj43I7x8+x9fadXPpES/1SRh128xNAh1oy8Iar2+Oix0ffo8TqfAPNv0RN30/xonVH59jUASt7cRH9lOHid+Ln6gk0ZMA/wHib6bM7I2Fh3xlF36gnWijgl7oaP0Ae7Lbcd0G3xcevscFRtGOSST8lb704jL9hzLPD/vdSzj2AWO6cd4840LEPA1d/fOM+r1+31A3VdeReQ49vseJn+Y4InY9uu+vvbI/fepOfJpnWQDsKXJNPv49LhYqCCZ4rbQeuZHCiXE4f9X6+c8TP8fcNuZcMNKFRYjFp38T76yFfQshOTgYnJEfQiGVL8ntKypu7tLAEM3rbudEgFdbeyOxSxmh3MFzDLyf116PYclifmH9SwFmb/ftbXKMMUGcTjnxWJmRnIEEXx6C4HDM+3qg/uyuDwZt5JQOa1jd79Ssu2V77oy03Y7QMkTpRB6t2EhyQWhD+8VN9NJfMZbO5Tlq37/ETenQL7dlA9U2FaXzW/rjeeYf8HY/9Pyiz7xcwlM4zFvhjbhZwhiCJzdfxz4/20A7P9o+2aN+OsxLGbJicNObdYsp1LOnMcgd5h/o0dvxdP9epj2JK9/wZkAuZqfCyIl/7FH+nQdzh/cIOUBCODqU78PhYVs+hImOeaKqtepeT4+Xe4zegyznRIef6sQWf/fD9C57X69bBnGCh9sd565+knuHe4EPfdEPucxBH8akDKwfr+pkOvG850Hu9wuC4r/iM360RVjhXS/Xu3697v5T+ZG97jigQWfTuuywjsvcV8c+Aqvnv6GW61TYl2tVqlrjyBee0FPjnDwuf/umaPaTbA+OuZ1rOMjsvmxdL1f3eXJvv8woENFHF7XKxk5/ijf9tqHj/p116XEvIS8gEtMYr99ZlP8Dxyne/wE1DiJ3fzzO251Bz/+9j7bHk6X4Zryl5M0Dd24MyKNn/CG5m11Y53SdRQJ+Zixsqh2akVuhSB8vZ3lYfmPwgetroOEB1qNxHs76+Mcff/zG78/a11de0PX5WJhMXW1am2SMI24mfIyvX0ZtwnvlGi/beq9Fp7+vw0e6Ulu4xfmxryfVhXBxsj7Y9Mohu7tPgmpe04j6gQ8y8DeyRY+G8cf/+MuxD+jREQrC2mgWk+2QTy9yvueD6zsjYmFKlYk7mCC/9tc77bU95324xo13GW3+m2/AYf/u7qnHzrdbFHvReCL3U1xPY0+qETwZ7ISzjX+1tiBP5yHIfeecivNwxank1TxTsCn0QQU6XxfD3/aB4d9iPAKjzwenolyd/Bhlv3bk/v/60mMhL1hoDuj26dqNv+j0ijXOC+OWrwyRFLVqF+reV0o4XPk+okQr1ibl2xrDR3Tuq/lAcn0d4HvMz1eeuskE7ZrLsjy2YS8dzIHI8VwIkR5K8YO8VzbW5drzHBIZ/xzpTQyNnVi3wxGZVzHGjnKYhhA/fAMuc4nnedZe5SVl+fyZOm2oPkQ9+Y254FX6zvzEq/dTt13gSsbZ94/lv5hIu/CfbXvOSD6r3kfbW1y7aHxwso84O97wS57d1F5fxQ/2fYbB18zryj/Gj38WDGTGtXU2nphoPSIfve9T/gU/BnDIdXsInUXqPw3ryk6UH65YVzOwDvblFBsI4PIHzk5neh6BH8YEQTgj22Gdv2FChDpTCOUARZU+HJSw6LOz3AbfMDYGXRErD443g6qPFornbBlCXvJj6Mq/rrDpomTT9X1cOM7FGhMGY3SkCS2l9UwU0A6HdCO5wrKYqNmY5U3LIJIKV+rSbSx9qd+4mDd0h1YbqeAzYAfxFxCbEQ5eM8p5Q9pr+9WViwm26XcUZS+D4HKME49cgGKjjt77BiefQsLocaB3PiEZkr1oeUNlnL2Uv+uC2KQbfOOyXMjm4px8qYW3uBjfJT0ZuzFJYdv+xyTAE6oZ8+A9v9k1wuXfGlCsKp88iZR04n3wXUcIO7zgs8eKy/SZcpzbEVtixJFPRkW/vlWyjpOFHbELvI9xPfd7buah4bcsmOB00kIeDHelLOgZ5hwyEbk6Mm+jU68lpxy/izH8V/k6CGZRcZ+gqPjd84xg4pC/3RXCvoabuK9ZF2xEP8dZKOybZnj020i2e++G59IoxUdh0FjMnLonTHX5jTeOvJgUJT5LkVHKN3wSHXnMUGjqEKbHT9o7HG+7wJ050hZO0yCMi8+heWDWxrFkvF6zfOYlj1VpOHhEw/DfI19wH76aY2pBli7kPLo692dJrto1tnmIIccxFbA2a9wEDj+kyx2YRVjqgf34ec857EIuh0vq8rHzAIjsmXoxvlKMeDq/jJcE0RBRUwIAAEAASURBVA9O8ZJR1kFw99tgbSbsC+NAM+vDvC4z5fHVVY7BynIEjM/hHsPNz76ZeK1iXECFbwTr7LbKiOoK2Fp/z3VVxRBRls7c6PrUNGDcrsq1p82vXJjAPv48fkZaDO39mz4lp3JhoMxCUt3vMer8sh/tW/BYMw33mJjsphWChIaqMNH7iGoffwPBvaM0vtZcy6MTHWiTrzw5lLrTjnXg9/htPsD4A51zbU6a6VV6o1/8y67eHyjzQL5kfvlLgzflZb/zXDqkvFiDFLUx1kIv4Klr9NiO4iFB1oMWfdzc5fAanI38GPuPyIG8cOlXTAR+0sVAo2S/kEfM73CyXAHFO6D0CA09o5YXB0j6AHNjIV6Ok7RwC68lLh/z2yP5rZgAmOXEGJWxvuzgve25l/ybuRFI+QDYQE4/hmK2RT5lX2M7pESNhdDXjp8CZYn2UYF/p/fAJ7//+uuvjOFkETo4fwp2X1P8nQfyt+ONerYHDnwD93diGHXPme6nLLqVj/Sp/ntt1h4k1fwdMokxbhn5B7blkxO3Bwr7L/A6fafBn/DjHzjxC1Oze386d8qdGNdKZuSIccYUHTiGrjQ7n5Ne6g+Nghk3hPl9Q8iN67kQthyMyc4TWHMXzXk4ht77zo5RGaN0B1/a1uXSMQC7PoWXHppN3vKjAwtjdh7js85T1V/nqvLfM/kW0OkMy3JVY3b1sT6BrfKqfxrJS9XyA/NlzeMQ40vnhJI6oZkfd8x3u8ufotj7i48s7Pjg6vwhStb6vjnwhmTkN68A0Q0s7cWKr2vD8X39zS7nwVV+dr/oeHS17umzLc5+mNMDZPdDzPZWdCmZH3Q8UwT6HOULfTWe0Ht9Ogxg5YXPQe2v4kzN+WsoS9EOc9+r5dkjnTrOlOa0qXHce6nXdvGs9xW/8Na5hBysUdBrnQdzJ/NJnkAu8Si+Hf9xffWA1gyN0z/++DNusOnNN+xI9Ac35YvmqaiHWM3bFf/jHMYJWijPOdn3vIVlzcQvVgQDbkv044C/60YOrbO6+lS9KSHGNkNa+x+u78BotR9s8/XexteBjjaJ/fzM2MRFB/EOAQf+E7lVrLNkyI7WrarHz+jwXODxjvmdMnml/B6vwWrOc57LgjKVjv6xkNa3FekL+FhY93llqHMpNO8j2/G9oITqHvPq2+1nuyHfXHnkef6Slyv/U7wEc56y9pBLYVpcLPg9BvpIr4WRaDj/+xR5jj6Mj9hNBb6/KAKBr2ctxEvDchdg0ClqnhbdztObQC0fNDr2FnEXmJQQdeu7q+65aIGOz97e+Xj/cg3FwBwdy5Aa2qVszrDjGHyY6/JbwHFew8182w2Fx0Pitw/nnnGz6+zW7FpUGXxW3vZeYer6EboFLPSWLO1bqK/0pVxf9olZZFVeJ+WsMGksqki22mqIck0+/fb9r+Ax9vPBfIYKGdGoOQs7hAdzX/rpgsBnDtzt+BYJBR9NA+WP5JPx0XW5yWvmA7wYE6v+E2+ryJ/h2hDEHJb7jzDT9wd8XcSxNvn8begy3l2zzLFCC33CD5zfaX8j5zOX554BHmHiFwgycJx96/wsB9TolzOIAfTXACrOilHGO+gg1WG42/aP4KINrgOfeFCXL02zlj3/wDePoAraff0UY/GELzGVfo7BmgPVl34K5vNadTD5FudiYwlYlZot2zcBS8VxXYDPGvucdYNvO2zXDdpDsHmAlHwyFiOGLZTkrHNTc77GykV25B55mNPIiI1xFJOIHw4d42b2jXVYbcUkrxWM/DOe9CSu0tfwyomrudgI3sXWK2pCOp5RDMMGDreZd+CNveTPNR+FP24AQx0XJaL4hqNyEcLLUZdFwu6ftsySe9/TOkHSxGhHPSV5EWHnt7d9wc2BfpHtLZrdw+SmycuotIf/DMqyZe9IIsDpzrzwGDSjneTEIpMqwS9/RMgVxgcUu2/uUGdSMRhCFybtvPYYBGl2DBppPSatblfmEpnEpKVJtctJPTvgUPemv3ftdOhoe7iY+OHj53xa6mMkNTd4WRBzQY2NIzeAWZA40Mn2ceKkTafyk37a9LMQQL9fFAPn0dEnaadD+i+ImITz1Vn4KF83JxvoD5F53E3joRFDXAqCOSYuNPeEmAzuPhSw2WsfaOGc4KhsiL3rhbpsCbviH/U7bsinP482p2APx50fSMjV3r0t+v1zyhp+dtuLrHMJ/v1AT74ZMk/4ohPc8l/HvqtXfs2T0kVMRnEQ31t+x/1XwvXEISdctZGdtrY43cl0HtNP/QWSQIqN9MgUxh3yKh5XSepz8tAf1O0MoOtAL7Hu8xdzWN5xTLrOp8YhdKfDuk2fBFLPB9TodjNudaxyTrwLFlSZEvaDRwUYvzY/pp83p034VGrYseG5u1tni92nnJfenm+/8SR88Br7rUS936S28ZMXHUD/OT8wT0u2+NSbI+BNPlHKkuzzBv9iHHi/7sDv5ftVWKZ4KM0/dNMn2uoQ3UqjHvznExTlUskAY6XB9hq3ltJhrmusskGuE9CRqznIrCX48mlPH8sxzGNLOksGfOM2lEGKfjRtMx2rLRP1pUrODQOTOSIfipw59hKLIxK2sC+xbUekAUSHOX1Bg6/GRgIf1T7qNX6w1cnRI6nVp9gQn+7V6u+1O5xX7ISP6cFXvWK7ynHruU7GXMrBlvk35bTpos/dvZ705MADY6x/jsGDat6bJB46jOHQ4cxzungpjcHNE9UYoo9k2z7ywXtk718+Pomd+ea6Ykapf3go9EQH4/S6UDHCDvT8wVtSov5E7hQ18CyDmUHHwYkm+g+U0g/d3tHrXfx7wzJvott+2tv3lHc9qx2KrXBtKzkxTieiIzI7Qt33u3ecfw1c847tveM5lpNMG3Dtlzv8V+HyBzm9+ulV+v80XvlB41exe12roifmPQ/OPIwfl50TwW3HT/Nc9PkEK7Ayt1p750xsvf4RCQ7PNhUXyVPv3/n5OA+ce/aV59MaP490u5snsFoWs26zb+Dbv1qG9Paf59Os5vE76f06hm24w2V9mtfNZiQcmRsqKXvTqfmMXImrMsGbPU3sSHN/hE/YP2p/6jy6nAsM/rlvD7o8DjK5UeGcBIf693iQs/LocXyT7wsfaM2xc/M6717ZU/Gd5/9zPw4m/W1/nnbVCABj5Qvk2YFm1nLjn6TFn5xjny1fOc7OR5B3KwMSIMcq9XeCjhtTKeLwMdGs2lhvDD+QpPze3+sdv8cdeOlXWLJxCk87qld2idY2F64fesm5Krop8416MYHlOdAcK53jtY5eu65XrL8JMm/qaJ3PC7pNVOp1GFfk35zzyiWN8r76eH4/08lH7lNOSq3KW/eeS8fv3PsM6ty55kuNj4ohMOtFHQdx7Zg4S1Lhqv3os8ukbto+h3t+ZD7Mw+a6PcCc//gITq7+baVluOyC8lxlOGTuE4yAaqlefITKPJTNtHic9zBpmOIbgt1PZknpOFJ3LKhfDzN1ecW4QsA9H45ZySeOK65xBH0+JxSv4rPyKLhy0O1NsMEvl855CLxOifikU0u5RcK9roF2cDv4r52H9PFnkeHvsU8oufYDeyXFrvrID/YKioNL9ZvOJXklOfR3HPOwFj9TmlfJKLmv8rWe4JN/8eOqwYRZIxr55dixgxXiMH7OKoHmzRaET47ClSMVVYg8OWLA8JzLJzyfdcv591hsODmcwsafegxSLqA42fa+gZKBNr0u7g1bAiET5pLF9U1feBAA05tnLy03uQ6FH+Gb1jc33N7L5BFMU8dQoi8kHXeGJHc44JMmsWkvM0P/4c+xuGETWBxT/8BP/8TrhtyXCPHhb9fUAiZD3TZeL9EBG5DVv5HCTaqP8Tu+3PD1SdOnz9wm5eaz+WbKB7sgTjv6RGvDZFPaG/Z9zVdQu69r8rhumWBhjzSIm8zBCr/B0d90Sl/Jbdl/Jw1bmHLTz4xL2xUwzqnRfKSK4hsX5Rzn6JqHY4MbfuToOUMszK/np+E1D1wlGQd+aUrML9hGLDl6fK/UPw8Zz0EORiwEnHxGM05cui0gYCMx5ba9juvCcfFDMhvoo/7NN48C7LGUF3BnLLB9NgbxTxQ4dozTzsX22ddp38gXFnZylhMZ4OD6L3kc+HXe1Ct279liPeDBDWCVfZwmKPVhjHLgWvSDVn+CBwdXbkskBPf8NJJ50eNNpftclizppjY3yksXyUcn2WFal9BwzNJrbaSA15/B0CRRamw0wC+pYrMPwpvj0YCt9G8Cn7xrPoz79F3Q6kLPyCViEqLKx9jPbT3+BWYI9zZD423YG76qV26P+XzME36SWeuJx+em9MMmT1TG2hay0etr3JD23AyZbBrWpp9CfjT9gAKNxGHesPIQOu7zRBvgawc50X0kKh5EilEZkz0ewDMf44ngr/GgE8t0vopssNccrZiismyIzmjwT/kqm3TBR2NW+Ytt/IUO6WPGf43pdEGwyhyVCFqJj198BXfKHLmQT/dLmURLpoHeD30TQfqaXhcEmcdCGK+bDsszX0I//uVrm4OJ8aXL0N/KdiE39ZyPhz3wgjM++BBzNnppTVfsYZFzZ7/IdYhz+jk4Ea39Riz5xgFfRUKu874qO+MDlTIWgS99ZH/qSKCWA56CIY8DPXn10X6Uv8YYCwTYsVWTz6En9uQLuccYpm8GfWc52mQnxz0eOsmmITN/2yrwB39yNP+HrJIn+eL9XA/4c7iUHTWuEi4Us1xLVHhqa+D0Mb9ymK3kgzswMffLGoMg8A0WDuvp1w+TF95rdT1iizvwVXqtZd/LMdcOdQ8/qy+iC8aQpfkKGbknDX9ZDjysB7DhyqCtXBnss2DpemXmTR2Hz8U3bBzfOskLp8neunYJv77+KG6rD6XwI/z0qdN+juaf09n5MGMygrC376Ts+nabyK3J56Cv+5J3TIyP9gN38p/BpZ94T91G/MfU+JDFouMBc++3P1syX6iwk28g50C99P5awK7f5D7mnOkTtGEebPPMtGUS1fyhMc480DoPVfibJ/zhKZIYfxGHZ6PQOtiOcxsu+/jZ26XcWLIK8DfWdvstivNA+273j3CIRdSGfydOxgeg7DvPlX0snf1gf7JG/vOf/4x1N2KTwlgL0WDQjTwB4gOamM4HnqG99NwvmONOy3IVR/aZMad/wlAbW2fMXpegQ2Y/+LYbrkhVR17RD3/WKr7B9PlzXIsZ7Nhr103f+o2+na9lwB/noyevsGb9YP3pR8pnvhw+sm1c55xvfRt+9HkF8ozXeT2rLzRjDyiY9i7ruMAr6ZnJ1rj2O/OTH+ZKEybmr6isseocrQcw6zx1SkTln/tst3GyTbxHMIbru4gHdfKNIJZvLOeOyPLJJ+gkj3lMa5vjSXyNK17G5bq39jy7ruBznkEZ7zAjJMvBW+3ynCvGiOu/5zeBhRjWTHzv8w349u1L8kU/67bqZ8zHJfJ9ipnX/zYdj9TtfEXrXMXaOpTfKxbFS/mb58cIbcdLa/ZTHe/zU6Ke9TeFouq4YlPZJRzba4q93/ClHP5bafFDGeb5xHTCZb6qvKPP8lZewLXv3+e/mnPtg8oxy8prGLkTD53iG92WwXzJfJ5LFMjjOiRrF+OVfyx6DMFdrnn7OksQD1DZPHEOFXgzmvjH4baEmZcI/bOV2BEeSyB25xjCXMbdONNgjH358lf+HnjGeRon33a/4ofyRde7x6Tg4ELPuPd5Vflfur7yaR24xvslnOt8xArq7u+8TrDe/27dPxclOq5nOH/e5XTGL79Wf8JwXh4xk4axnHNkfg4n2Meg5B6qpXOuIT01gtVJDtOs91/iJ4n+TNjYn8ivWh/IQh8JD1neD3b/Q6+/sYYMPF5pinngGkd0MsJwy1CJ3zHKedDOwYacjt/1AE67w84yxCHtHj4Hgq7MK5IvHN8NU2/C7PFyjlDPn17o3WsHur2XXWEruOO824bP3dGddYdzgmPHq/o5+XIlDgdbHcqR5yECfsPN4wzHk+FJ/goL2gF4ZOtK87j1zC/oxrdnOcvBhq/xG4MpuwxaBKAhNN1mBjuHSVwuhC808kJFDhoho4d4ayDx2yOf4jd8P3/+I36XUzeuuJ7GtxfxuzaHmyA7dAOvzedItnGle6cVi1z4yaPuKWVDRLv/lyv+HOFcppZPdX4WoIBxpTBQ8NnP5o7pnTuUhqUOP/jBZoM/NrJfyZnnbn9TEpNmbH901pgn7srMYNP8mTdBQo8cz/FK1ZMi8Pl3HParfe32j8hmE/XBYxGDsWHzMfyRxe/aUv+S9lfeWI9dvvXa+4GbJ31af99zXv4Gc2Q1ufFs48WNJYKMLOmyGbgr3trSE4Bp1alNX4yfGGOcmNrWRjqrtrUcW7bieu+35nrJYI1j95ugwYVd+DioFTdDf31ZNiD/Mf/STrr1Nnxyzv3GXFw2aj6mTV6Jv+OVF7gY+u4Y4vtGde97rOGzXuJZukls5P04MbdelkmJ3sDz5CxuQor+/oKRaBQ583mm1X2/9KUfPTjYUOfJP34L2Mcot/PxiSuK8ye65fiJ7rmXaRnnHKX8lBcDiRMnk+GTcfL4iiDG86dx5wqZuVcctpw1Uz7I5wTrBqsn30AhNhzQ4i+3340D89bv/DDwODIfg9+z+cj4lJ5HvoyLUPmwT0d4UE/bl8kaww4GH3hAC658UHNb8rRDDnSAIjpJ9wQtcRJ/Q3QzVbiR0cF7XPY2vzFN/G3L3m9e9O+xAfYh81Zj90KLm/7mY8pssoDRDMty70ZU0bUfH+MiTV//3A+NjqoZ8moJL8cpddlk0/c1Xv/OGPf6dcf7a8SHvfe08w4x4DlvjPUNkcixXZD19fIBm2OX181n+h6JXwDmfcGGt8+3reu/rJrZlTrhm2fr+6vK7/5opx+vsrjgVQzXsXBBDECtV6fegu35bTrLMibnuTxEzPFKLpvuR8tfLWPyy43Be1pN2gdkmjOYc57HBn5zXLcb6gmL9q/IQdh+Gcvzp1Drx8dj31+tts0cqW3AAw+93oV//IBNp8r5dvj3H//4R17cziV/VauT/K1132yVECnx/II4OcJDamumYDMwjnyINBYA3vwTiSLgzWf2Bo5zVNf54+ZZ3viLuCfTfS1c5S/52OSQj5z3+rAMtylnDnTgD9Slw7uE9ljReVyddC2sX1dziAiTZZ+4pz4g/8QBf+TUQeMxT+vXs419oPeC7KHePdincOOXQ+SLUnnzdz//+hrXdkP7sacpiVzj6+ey7nH8lBfF33DjncqMww/62vxL4knCCRZ+5Odvvsd1InauPPC8MFkaJwY/BFPOPc4BGNsu6j1PXXdJP0fHF2T97P3dTvPp/SuleBuPG8J+m94jmp0H7R1f5wPCnHndXJPXpEde5Lf58+yiOI+t95idA04YfzCPiuu5xlr2I3Mnq0Re3wi74PEhLujjS93AWmX1uKw9ZZfjUP04TLmqaxlcg49/nOtsDPFN/gwWFDER5LWqW385/1tASuis7TLoYH7QPMGN0nv6R31TwFaxPGyhnjkyZG6olybueKDOxGeunfk4oY8r1usW694NtyR3HchSnr/OdNKYJHwxYUMQPJMvOA7/jRLyI4jab8q3Zl5EJ7+cYEXxTs3yItf/9//+f7J1N0gZEP3oeE4mOVVYVpKNOPXaKFpo4MUTcr/7N9w680Pd8rtc0IAD67IP5BNkvSbgYUW6EizT7XIMt35mt+spuIIND/55IwAP890HpNvutzzLcWlebr9bWs6JjgnR8fNvEoOXF5u3RaXTk9ThuPlj2/DhkCwm2GwuH8/s+Mq3Q+IfT6PyWzgf4ubuxyj/8Y8/M0b4qfuINq8UQqb7XCL4bqLKDSNPcMbGBhzHiCenkm5cWXrkN2Eyaa46MZRYfPHfeAbAqLOEpp+781ut/eg2AufmXj/p5YS48/74XRflyDuOC/14WhW5vb/a54shoBNH4yXxwl967/3G4+SQw/rYz8C6f+7pwSx6te4/4f/1CzrJTmN23wH7YOf7Nx6NOEr0IS/8Gxhb96XZ9S9Z6CH7/c01CMFlU82G5GF+Qq0zEkYEpPPo8gDmKUxcnNU41tgboZ7zEHjK58pXcHJMjvxgPEi30HG4EFmOHzyqHpgZfiEC19+wcQmB8gT608FvrXCc5gzjo482hugj/Nk35prSzT1jXlh0cR/ynPeGgXjVtfxdcpH11XnUaIhu+iyiluO0ra2ndWP3rzXJ9XM6pOTO/lHZeeaFX67mTFoh2obFR+HU7hr3GRdKw5JLw0+48yY6j3aMuCYtHwSRIj/F27JqrsVWYsCf7H60bpjOfErfyOVx4ahgQ3BpkADjudcl64Ro1xvAgtUYMb7Kgpdc5ZR1NH75TCfYwz3uniX7D14PnGEFqeUUMooPJLogkk99h/+tg3DwiWI1mV8q7AcEtD673uqt+FxYRO4PDteu0O/Cz+M/7dL89TVe4RfaJ/0Ff+c686x8L3utx0rAHL2soSF3kTH2BozBeho6PDvWac+ZvvDkPA3NGf2rsJtWX/96flsPyXL+rUzKtnV8AOd3nTLmTfe7NxOsXO9bzqEdw7q63PEMN93e7vi9z3DD3IaPprU4ieZhoATUHOUpz3krBH2aV4dpjlnnIfBK3hgIK9FLrT4vk4XcwPgc6YTWe1ZaN0r+kUc+EgL8ZJSRlrJyJvklnewou0SQ/eNKkZbUktvn305H3bq47jZcJ24MgxofAWeMhaxeWu1JY8AsNW+6WfYMyBz3aj86T3OfdI45qLG2Tn6l9n7xxQ9z1N4u4hH05ulYn9ruQ0P67TPa+7pjP9if3p+A+/yQTuBZD6209nu0hs3Vv3K1ru5njuwH5xze8pQv4Lsimr7TUjce9tlW4MY3jH3ermv3m/GS5xgX5g2MwzzVWj/B5aac/UwvMNOY195euUR+j+HS7el62n/mY3rzd3svn+Ev8nLN3DnQVj503IRuax36MjtYb/uWh3HGCwsgOx77umK7rL/bJjacNqn4+9if0bZc6wHM6yp+/FckH+Pwx28Ar2NW/Csn3e5l17fgbeKYwPM6gf3mYftkeRCGUR9/109V/fnnn+Ncr/gI/yRrCoVJb1zqzm/LvmsD17km41hJ3fck3vdcBAzAimss3vYT3EgiWI4pAn8oL8K2djF5jXvlA9z6jRXa89jmf+CpfeTJ129/DZsm9swxQ6ZfPJBHxz5mAE/fjUFtWvPq5cQNPXx0nnt/jLRE83U40/hLDXMeafyEI7qdn9rsA3x+K+dbZ+kCrM4P4HfmQ0/loXGA+rAct98prRM0mspXXek/yewyyi3lb/fL1siHeX3EPWXvyJrwV/X1GjnL2kdG9wdw/eadjus648nXEwXTmqfZNmQPn8rmuhZke+2XXHNHflLkeUMoyvmgrtVEFMf1ENMgr/usw+nznJR4wacf2Rfj6vtv/womfwafOJ+Ib8H186CJP87/d/70o6vz9qSLaNb81Z7KY79yrs9z+Evz6tQix7V1oCx54/rPCGzBTbvKNw96FVv31zfLOw78+Oswc15L8dnxrA9wYuh51vFceVxbxr/2FKTzAp/tAiHv8hjfOf9H3K0j2cV/4Yqf+4r7gI853TTkLILiynyWtnOnc9t8XXpfUe3gHIr4QSrzc7/5uCRHCLnxJnzkeuW/cgw+4BofX4i34mZ6Snhz/PHH59/+9a8YI+3QGlpy2d/D505P8nqNg5ihh3UCck8vfMWYc/+hXIDNQxjrZ8+J5D3GMVjQ+bxt+mGss/bPyu2+5TcPGKPr1O1z/6Xc1nfFzdePan0rumu86NN+o7Aq/gV7vVbn16ap+Oj6WkjMrt1expl9aJo7P7hf+J6HKr4IuFt/Sq7o6rG3obEdsDtmdN8WXSnXb5F/ccejya4n9Dti8yn1Mfjft4dgxCzTDhyfk2CD/Uh1T5If4fGMhourkY7657P6jehOD2LB7yHrQnFMVmMjqRgx4W2Mtqb5Asbv4PP0D68L4oSBp6j4pgGvzPv0mZubrCORzBvf7zFxMafv/DZxN00NDiY7T9w3iAv/jiPdV6XGGtPRLvXMtSDrel+QGgB8tvJ3+I/GRmNzqaYeF2gBHEfj3ckvCtXA77jED14dttM8akP/7IC/9QTXcxz1D5egPGZY+q+xhderR1Jufui0p5zzwtvxqL/it+4jjcfiUvawySk4NXKHTeGvOpAdt6reZGelnimifmzoJ8uvzLn4sOfHqqDlr9BHre7HrgtnPl+a/TpZkd49JyOq89vqd3Ic99L7rOc4/4uNzh2ngptnQVRLGd2oDQEZ7Xrd1rs2LWOP5ln7lZZN0rPjMpyDQPMLlEhBMnxUv8Z+1yxQD4f97rJQbIllqcd2F957NblfvC1TcQlLUDm68gLAwlZ5DR7yrQO8upXix1oLzmC28HHD/W7/SCkbirJrIqjts75ANVaihBx7ToEW+fo5gi//eU7T+o4cz6uWuRKrRZ91EV60B2LncaI17JV5yLh3JTxsxyN9Td/3vtBC47Wlu8+8xNuWmQvxYbxc42QMSusVtQUX3vZdx3fdfTue4cazjm7flSFOqm5mlH5XyjPvx/ZeuTyGnPIVCemt+LDXXO7c0JF/MwzQhFFn3Vfq7stOA+2dX1Z93/dFl7lqEy3MyCFYfFn/0hYNzQvJqwDLNWf4rra8yqnw4DFXHgLUjnH9tUHCjp+wwfG8i0sJsiK2tHqe1XrcfbOTCzLaI6x873xnu+eF3KGG4dLBvJ5pdO5f90TGKf/aV/T0ujFd5v5kBlBQ4ztfjEt5gvX+d+qWYxq1wy/DNXf+Nf7fUxKsmjvsZ1Q66yst8Mvef6+f8sm87/F+rod84yVYWLTm3jt8ySmsX3VGd8fHOfG6/XfyR+Cj+44X11+4zuE35kj2O76/k/0+HB3Ldl1rGUN9pDCT3Ta4mpi+zxCYN8lFDd9yrSjOCX1YDm3vU+yj/VqM4faRefTSOOabng/h5t1xjWOa3kf96zAk1F6PJxO1+UJ0x3tl+O9uYVDl5M9Ix75u74kXOLq2euo9w4JEOXPufgJ1wGyj2yJDX/jfHY/6kibYwpkbW4/mH8m5CjKcNOqygANbrh+clIQlCjw54MfhHOQGcV6PCbhh9Ps6wXEPw02XfHhUYzcFP5G9y0WGj7s+w41HedSnI8w6CsnP3S53Gzbc8TRfTYdOpjXsWXmH3+HW4xGvR9dwzWv3mc/9HtHufTVXn+fzyMhSMwLyIZ9AEKz3xWpaeD9Zw77dtp3loz2Gae2nPsY6n0c8jFc80MnQGAVRv+NrLOvhNqXXNPMFBl5vA9uPE68dZ23HSE8F60awedzJAq45YuV032oO+YXxv5d337PbJJ8K3/u5V+J9L+H1Hvm5xoN0iRHSEkY4a9zdn3HoyRaihS8d6Gc9ffUwX+O3G8DnjZwdZoLuOAY6/TAFngOhTRJSXpRdaa5UlkvM+VxafpcLpuHUPdlRf/ew3qx83c/dUQ5a5z3tGXOl+QAXvrA7n07/at30tjFuayap26/yeRWPJyo/xOuU8+7pDVFudnKnkBlw8T+LARtmfxvPPomohW/uF2fEeVxw0/dT3PT98w9e6/w5Toa4eVSTJpt4/siDGYumb77OF/z4d+pvqFs1xkEfT/NJk/OiuBFnc42ZbkR3PPzHsetlOvrTs5FLgnls8hRJ3UCb+Lk7kp3mLQn489WRZgrRWDeX1at+Jp2+OdXY6Y7rFKpbF8r8OWg7GvP6EWwecyrkPg8UdK3Ba34r6OWZZ+Xxoy3bDH2FQq8z+ZY/tLg9icsJcTe+PYF10oFFuh/9hBo4bd5udYpjp7utz/zfMAKuzJL8bidS9QRS5R7yT7+js3G9NFe+l+4E2K/MLd/5Zma++p25ojY8PJBiXriXp2TRDphvApm78WhTv/oOm/ekTexw9LA5itx0sdbBY9z4Td4jvl7TLMNlSI1/gTQMMx4SdChnklcAKPVEcU+cgOdTOILpBGrtN7dH5ZSRr+4NrWJ98IlDzMAp+47e9rgEz5veToN/Lcdw+9yyDFd58n3wDvP0ZKWx2fj66dl1fcfHHLtcU1JaB8N23L2/aDKzTPaw3HnuyOp/Frd1vHkuZjz4SUB09V/OL2Oh0Bo9cnYXHu1dv5PNV7JzfK54q49J95JHbvV+1nrPNWWL8V1eZIx9nfPI+ybw0x9BQOlv+O03NBbP5FyMkqFHvBYa/bgyId7M6Uh/Fitw7g/ky8rCkZ61z5GtupC5z11FpZrtVtxiPhw+VG6QH6aQ/vhYuJim/IFkn89NRUm+5TfzsmK6ip993Wn2eNHmm2WSOZWaJNbJgJ0eOOLxXvYFC2wTDPiPHV0ufPlLWNoc89blivBZzgkPdbH0c1T4FrDuQezz1MovNBAgCl4PTTxTp5u8s/4qNc8aBqP0VZTyvVhLq/gcthnHvSE5q/AxL/ult0Ey7cyPpMSGYcfAqf6Cgwr8fGSwly7LSmB0s+YB+xL7rE9qLPg0bCN16R4ejkAgNtub+I4Pzc8cndeiezClbV8io9ezPfTSjavVZ/Svh2wKrjMe5p9+bzb6t5hDYvqm67jyVOt80Vv+O+HfwSQngjYY0u4+sf2G0RbMebD6ALzCRarwkgZ7c7CFj9kH9jzflq5n5xem3e2yNsizHoWjeNymdiFO3QzqvGT/mhtpd7fHhHs57N/Be3vKYHPFkXSrTHXos/TDxt5zrtt/3c/4bsIfTeBhJ3v8eDQ8w/tlOP0FsYsy6IyYLGP9QBd/oyhPx8iRwHn9yAQ7oMf6G69qgRe+kW97/qoP2Xzz91WZec0m9/pdpPje8biDdw7UdzztJ7qH2+SxESv363oF8w9/uNJWTxIA/KWb4X/Pd9K0ivXEFxwfw8HOP17rzpo1hkXIafrv59fuIydGzjtOoXnFTu/FvtqR0hV/jx1A1i+740O+UU7Rl28UC12MZ9qY5ZJkbNtMHjcchwdx5s0xeWDHMBmbOC90vh8iEdzKP+ax6+X2CFhqINz8OsK0Y1VtxB5jQocHqk9+6ZtQX7irrdZtlXFqse/FX8ivsSzeYzw+U+bE9gWYdSx/RWaH/R/iG/6MpQ5f2cW5a4QBtawnvFwHl/aHeJPm9zH23YeXuO7TTQoPiP3Ib/o5dvlzv3VY2L9//2uMHb6Mkz92HByI9/1Ytf3I4kCevqFcbdX0OfFHfnsMd5yenx2OveGhBHW7Js+G7POgjte6Z/XUr2vYlTfgIOMk50QPcz+EwlA40VmBvc/X/5MHco34C0rmR4ZJDpXgl+fKcme0UBQh5A25NeaIGE9cc1FO0w8a/ZNQwPHJ5TF6XC6dhwZ8HCu6zXakx4Hi14Nsi0vFRDFH2q7L/u3fXSP44L8vX75cYl/xZsTWubh5VL/GEm3rZZyfLdPHESTemJk/A7oxRKZjojWVt2r0uSwywPmx0e5N29NteMmmkQheo+ELHes/XxB022u95WRH+/A+06DOD9jeb7zHJfOhxofmimhyLS7elpBf12uDluvCyocaL7svVllj3CVQ1ze/Mi/H0ekS8MLHuAGMwnLaM5o92e0gC58GByNe25uOD4N3I5/J2ft3uXv/j7Y7X3Kqt3+EJ/byL8L9I+T/UZqYtuO30j7nIIqIRczO6jC4M+7DYXeDC2riXv03DBMvMjBu3HDjl1cosEn9HDeiucn4wa+ryY1GHwDSz7mnVn0SBxbaXJzGJskTV2H9+hr25s2n3GyeBibjjYOZYLUnJ9RwE3rK/+53mYT5kbkWqzWvA8LOk3e9jxvn7Y14VA9EyJ5+ildIf+C3oOOwn+HJH/qN+wiDmQvZV3EXnHbetI+S9YELIFon4N9mxbSkt833VF7xvvFamnF8aL/fGNIG1CW0u2xART8I3irsc4gufh+cGD/8BtJfsQlIvMzza4wH+m0RrlwO5cwCyvGjWSk2FDmGsFqyeowUX/JOJ4hwMX7Wu6zhI+fEKjH4D0WK/+ML26Yv/OLhvmdliiSvLDvq+F8nf2uGWQ4lv/80830I2f36XDbzXGDFq8Pzwt6Ys1IBBgk73lhiP36N+WjMCytP8rDn5dp7auXvYoZQNuzMkxpLwkQHHjBAJfjyOvzeL6z4fMFQckevT0e/bWwE/auvQ0emT3zmGPNgeUEP6HV0Ha5jxqxIA5/MiE7+BW4cc1xL85f36HM+d7wTDL4j/ZLGedbp5EPpUjFfMdyCHjkfIpH73kr96Gc+phg9qYf74QH8itv1LQ62H8hr+8KifaXW+DMuxkGelU+Bs07EuMogNpqBX7jmcC1tH28lgT+H48OFVmUPMsY3Uy4sRHMBD4BujIJj/cqeO5pX4c01l3y17ZTnHHtVSozJnBjgg8fjb5iQfMMv7MvoU+8939QFLwcyflG+Ko73VIoHtLbpEe6pz2OEPsW7YkCsn/nn3J8Gn8QtsLSZ/CyRS//SgGXDozrdOuCvSS2u9ll4rwGdi5GVMb+Co/Wt4RT2rOW6Fa3zOkHHRL1UKgYystqFuvO37sagf5dtGuPMcmw8dx6zv1XSN7e6b0HpdCRPO3LPG23GxxA/e6+r0Oz6JRXnqO21f08+q7kI0das2+L8uNrucW45Z+Xj/MDsfMOkI+b+ZswDb60fMNWc3+Xb9kVExMbwsw8KO3mxftpspBxyrSh+tgZz8fA+2xzzoVncLkcb/HoJrWaNVr5OLkwckUrE3FDreyy1l8N75/6wr8ZoKjJj0OMlJuqfjrhwfh/geE/+Y6Hqajvb3+WO/p0/dWDKHfLF9rzL+YqfvJ0gUcK7z3v8xJW/2Qpu12vndvX7jkEb3buXTjivw3qePHfLa3J9nqnx0i8mr3qxjtk3a8+pRTYc4nY4v59+nOizkjnwKfZALAeKxegjPxaxpnG5dGYDOY4n5ZTbUJlbzWGXICZcSF4lN/JL1ddo6VA9vM3DdgkITj2gSe2JEgzJWaerOpfv+lf9kW7ISyFPPm54sN78rmsmtbY9YoUn4/Xwfig8FwHbB92NnEcsD32ynbG6dgJ3vHuP873GZtDGOYTyn7wIzfi4OTJ3Qti3wLnHKmLrZdczdZJnNfsX7n0NanzHbQP70BzvqU49d7kPbtr9ilEHxuQW9PYd69fuxlM8DqwegGz7YyWtw85oXgPZO15uS77eSiD/I6vfdKONncD8EPAj9qIVX7+eeE8szfXgxN/Y961Tx9AlL3p6IBwy7DD/3ulmHz7KF2id3+aztw1/pUwvjNB+uGUEFjZis+aYV3iDI1sqTx0r+mwvdY69LXXsW+E8/rzi6pqFqa45rHkIOPcBIq/GvZNJMXKr69brxvtPlOjKeO9how6sH54Djnov+XnI387o5XrFQQ/tjjwYg6znd6+/yv5ox0PizPJ4MBoF8E7+hVJjR3froH4WNVZyhBvfnv4w8eCNJvFRPnio2rFz8nNvyTxPcDJwJu8lAzRZ5ZlgKphKhvrrIm7evlRo6fyeGsecdH0yEpNfcvoZWy2k8Z96DJ/v7UbyWnUk+TqBozQ36YjW8M+BG7J5wpJcIe788zH9YUCUmZzpH214ybk8oQweH0PYx3hi43PchNE3fWOjHaI9gNGjBgSeZVHLYuZqE7VUMy8DMnNg6d0a80KG8saby93Psz3c4xPkjdtvf8TN67++/BW2dz+at7A1aJV36UeepCJ70p2im+MqN75svMGPJwjt8nAGfNyeF2Y2hS5wbjDHv/JtEcDPf/iBoYOdvp2EZsQgdRt6aHjRUE6Ym2wM+vGb33HeMU44Que4sUy/bKduKnjTsJEFf1TrN36NN/2XAPFrX6JO+cadN6UmoFVmfjTYVr34OPq7fF80BO9bPJXMgw2/8/6yOIgFR50YZDNyfJvHBB4XdGn0/Bqdo7DvO9QbYj95RJ/GGvLrledMtxkDqZUsSjd02vIzMfqH9O6QZ3XlwR7z4Z+eHAdG2Jr+jzjBhzaqczM49y9jXYM0WfmhkmDPJsf20E80+H0bH1c/nnyOvegqh8W2W824yR8zlllFGeMu3VeOVY4wboKkPVleGI18r4YxbNgZV3wrkYOxyfqUm6Fop72hRcY5UGh7DMi7SXb8qPy1NrESuhoUqW4w7jBovjF+wQth/MML2M6RG6Co4lfLH2ZnPx+d3wQO+mqvtbQ7QU1BZq0UIljFEl3wnXJFnKSfuaZ+Ik48w3tZ/hF0b3dc299hxnfpPtoJC939UwfuI35MC6i2buaFQT9H2Wrb2czCV9+SgD+4JTtyM1EHA7CH/fDjKJ5q7/2C3n2u/hWtYgBF5knmTaxzcZGHC1OsnzxIyBPzPFzBMEbH8+NOkY/xBKh11MmAbIEG/qzf3AxOO9ucsJk5DfD6njxjbsl2DGDamVZhUvJyJnuSnxzuKqsvwMrRm7aFHWPOYGrCVkmTLeBqzqKGfI97Zp3ii63ejwnOt2CYADixA49xO54BhTI2Ef5tuWQcH7zFQL5Jaw1eStlPrgiMb/xAjWPh0oQ9b0SHI7GlbDTuXTl5hFzNL6IHbj4T58Bk9h1Nw0+NCBkomhMTikoW6vL0c+4xO36LA1yg5Y9IcvjGC3vojNgIW/Y3PlPHpLp+2M7sGXv6rrjiF99wjwcrmZOlR40Rc1QKleB+URgaLhjzRh7Rl8MsX9/ghRtjCzm6SOx+y9nLsi/ocPmIf6xo8td4+HCn+xAPJtYRvh3+67YnjKeuy6wiGTXRyZ6yGV06TyGzx87pqcwfo/TCdgLM0+fVbmMfh+3V20JYT8NvAf+Ya3lTnNzLwzC3BziL6YQJNH/Fg37RT79j0MtH8Z/nG5028i/hoRrapeyTmp1mq8s/5JvWpg9x4d7fTteDiRrbwDIvwy/4Lv9FCTyPVCSgj4IfiI4HNPAzfvorWLl/j9/eTpltzNs/Oz/h8UmOhcy2BlVf1fZ+5vSZCnB5J3yhn+NuW10i0UvXKSUq8tLN10N2+ZP/JFACvOdH/CI5+Knba6jKsCfsZ++Y42ftzNbuvx0FvdDZePYH7d9j7rE91r/op4IFmrUI7PEgH90xKzPH6OFhVK6HWK6x70rw+j6n8IZd6bwahM7Hwntc63pA6/3EPFeuQG2MuLbDmqM9iMsNKcctsLAiQs2+ROdd/VuNovFDuvrNVt+6ctzLLnQMitA1z53T/vHt37k+iqM/kzb2doxH7/d++xrrS4ZIcc4HBCHAlQTRE52ZJNg+J/7yOf4r3RryuJ6Q6kEbSsdVtfAXdNpfJvYInTJq5NyA0V+8hZE048N9PYbq4toLtXRUmiOcJjd6BUsnjHrtG8zTpeMx83vYN/MkBce8niYwDu7Hj/TmvB1/Qmi6aODP8YA/36byN6eT/eFD8oI+11utuUZDjmWVHeq9952pTyX8FBzvydEfn+z8nWfyF3vDSKmwC01zLznYQ+c/QO5L/dA/9gm5J4k+cieuKAUP/mmd8HilRDWyBM+jJX95fkFlHLZ7tolBELAe6iCfqTNe8L/hplAZVqii9ElZAELjTLv8BnvIxW7lYXwGifwBTMeuz+7HvZ82PLl+A67bcJOswdj65Rgw7Fp2eRXbYVTybM4b5JKpuJmj9eS8KHnmJBW9YXRzgdFDWVVNpxa5gewa63a/41wMXqvZPp0fKpbI7HmWOIjNHOD6z8iiLCUnNYq8gFY6l47CYMKJ8Ze5U/4r+3Z8UeULHfpcOfzm9drrsvOwt1VHH2K/xslyO3zJ5JBJH2SMpsxbb+piBHH+Bg/6zUsar5/u63KEgV7xTXqUi6PrKBjarDoLz7Dy15U3mDoWm3Lku0flkjcRm1x/Q4T3FPAmZ92m9Lm9OMi/XKPw7wwnz4zzKmtpxfmb9IYu+A8/TJyt7bjO/mGLU9DzE77junX3iX1ctFEjcFVkndx0zgjw6LPGSmFZLjGtHJ/95PGW/8zG1tWl9XUp+op3tseY+DLeeIK87rJh3swv8RjZgA6DXld/Uql+Qj1VvlTMmI4wN4cGdcNRwnVKvsmZsCcnOvB4dJincbqxhv1ImTo6Vl35H2F2pPGAPXb+MqCTB4Zr4rwvIumfqO14kAGPDvQCA9fmSWNM4H/88WcuZPqGr37Tl/5YdiYrNjA6KAVnEl4mrIHxTIeBlsV1Auu9v6aODI7bOLQBqO1YYicN/hKd7KbeY5tI8ZH3rKJ06rrtfpc+mffJveH4Mv/j+MNh3Xu39ywzIug24t/56yEKJiTxdhkzQ06wtAsmP3Ub6evtg3oT1BcG8+T3n3/3Aj5usPJNYPM03mRyqUwLLz3mQQd8kJ8XqIatwHNDPoaF4zL3DiDE4VFDPnee9J3HAT3Pjxo3gTsm+VB0EOL3HI0XmSAob1fbvycPYHGYTTYGrI3Z8mtkxTBwwnKN6XAxfPXbo+aXVIseqYzkAQ9b8TkmowJ+T4unD4TPp3Sj12NOfV2WIM8/K4bkOPjwjc9Qxk98bQ7Mfn/4/EpUhr5WkkPaRAkfNxBL+56y9Cue78jy2C9q1655QA95mHmMEBQah8br8A2O9sRxUabWAtPOss+fmVfR41xPYSU0RZALiGp6TF6ninnSNyZQ+88+PZEBW/tLjwUf/lZm6r1gtEbxMAne1VF9jeBYFa0dcM6HSdj9O9fhB/EIQuzmokbpOLkdKuTM4Je+DjvCDz1GaRmAsDX/xc1fDvLQW8m7vO4xIN98spgM4qP6n/ghcJHNEaM4y2yHXuZBnrPc10nRYz8lkxc/mMfud+XS60VWt2jOayGIZ4tOpD92h71PxbG23Iq5dOyxU+zfYNA4YoPj0cAvV1cfFNlrPEPnF9S+lRHicC0snroYvOHkO36BEkeLYIwvSLhYyoMPrBOVq8XP43Hla806niT0T2hYv7TOaUypHTa12PS9Wqe/q9vWu/4d3mW5L/VIn52DdKIRLet26M+clkNa88ivG93WkDlt1W1tDW12nNE++7TFf87fjE9zpn/UMz+wTe3+Tc/ScK8Vfx450YGzjLfyT+jTdc60lPh+Mhv+d3/kGpPFOPAdduUcvwWn7AVZPP3gm8grvwe7X1SUfzQWfxHbwWaG8U229pseALOzHCu3g2m519uf+RMJU6QX4QlQhfHGYVlrDNT3I587P7d5sw0TXPf4+/xlsHmafm/LMR5Dxvp1Jb5i385N4MjW6cNnEp75mOFyzpkfy//0QDC8+ueqKecmaZf3eztKG8t0+RwUmhN/o9cNxJa30G/hwcIdto5J0dc8OnIhBgEx8FFyC3bn95PexUf8aZ/2psATY4jxT5PMTS8Ike1+gCybTz66L61z2XMi7qNpDOjmC/nPdtj/bpd/TpyxTjoY/4ql/UnsrDl3zvxpOHluMh5aRFSeP7T+S/Ukp+zjxoH0kd6ME26qncfLhfkE5HWciAt+5Twob0hEg5uk5zXVetlfWteki3Qij7C/79emwFHx9b0dftfu0WxL7IIuudZr6YoG8Q4urOd3KDvJg3aNu47084wfjcEu6YfqPedaADy2nvFM3SL84P+YnpW/xCLnTKfTEB7ZNGqO+Fmro87NPl3/Ey1yyMWct5J91McZKg/wcG0Rfrr+a7meH7r8rn+Hn+qMofDTzX7jRLHCUPS9fCKkPt/9juxgoT26fdolPLKz413rnhfg7Zunezy0HhYt/n8nZzqu5zSuV2gcU0r/fJiGJkfEn/PEdFvLb3WePok5HN/z84nTz8J2/93xI6Yc9ola/uz5+ePxNTfpVL7xFzDo7/ExvstHfcbxenq2o7AutTHGtZI+ODlDiWQeC9GX+EYjr6dZjkgUnMmiR0LrW2MYG0kR7VKMBQ6HlyMWPjcNO2GnMxwyFt/L8aKYhW/YoouYIqbPT7rmgGhC9oHpLvPLd6LngOg+MNZrpe3qepi/9YITvpB+Q+85+T+QwwCP486OB5QvdzlGTDifP/8ZN37/mK/v0c1fxS08tPKM5GRzwmT3LXOTJ0SYXgIv/wvf/D2JrUxGC/yWc9A8tnnPpb19lLIA0TtSf5G7IBzGGzoyPjjKLgF0cSbqMRkr1QNXLrhE2guXN3eevsRZn7lQBwLjs755ZzsH48HZF/Vx4VAvF0PgKIyd+6GTE20Geh/y9gNbsbtfwJntkHii2XnctR33jHm87pPfAjJs0rTNzoTdVODDOJvpFHEkJ4HleBwdjgFsLK9b7ov6aXvYyE2ExM0l1HFI0Nsf8PThb3NNfRk8+Vd6Gfdcosspg1Zs21jQ8EoJzbq0IsfHejL0gEYw0bDhbKTJUiahR3mx86c/T7jGt8wZI/AAu/sjmcElOnN8BB2vUOI44QHvcmjX4TitTxVXv2rOX/NhfTwuVx4bB3dfNr/O2TTQ2y7rE3KxT7u8XZ2329Y7CcPRmi8OSt5wTnr0DJLM8/HNJja99rnmy3Vfsa+3N+wXsKYkMm1kW8go/bVPKQLFvfqrp24mpytbx2tVUiqWgDz8wMVCmfP/A/kDGd24CIJ/OI66Dty9MK597H7a+YRksCQ3aRvXOKv90jOws3vnJxr8HF5Hz8g76o8P5SpyS37jH2OE9Y2RxVPx+c2vCC7/PsU8zu9Q8xWGky62xSVjBzznU99TPdbxUW/o7zXcY/ER+g/25Rw1fInesqPy+xW2ttu+ih1VDo/cpwcDfOqDOn7z+mT4K6X9veMabvn0CxYxJl+e5oo4mo/5L/w8d7rzF5Xkjudv9EQH/lJ2uI0Sfwb0qR27/qjoed22GMcyU77lBX72D38h03RXc2stMM8Mc9Aq//VNXtOBY17G17cuJSxhpHzYy2Ec2vk3xpieShROwvNbnAhNqqQ1Peu1+A2DRm+u4y/4czLLCjwO89iKdGzZlt4JLPUbcyR9wHIsBawfjlWHvVqHpy4sDYow43FcX+Vc8TeFbHKrYmgIe5JxSpigx3Zd+ZvPKabue7W0rio9P1VMzIdX+HsMAaOOfOjwJMeVh3Hk68KJfCS207SIxKyD9WOH/AFtrIvp4zanBBQ/dxt2KWscwhexHyiesq/TZJ9zNOTJFxq7pttvHgluInGbreH+8XzAFMXvOHKs+rX2ZDBJjhXT7z64g5sJdik+ijPjn/iZznivlfBw3ohi5SPe6rHdzzifk2flu/Lgmkj+9u8bK7BjunKiNQIXNedA4TAG1DruTwvxQqv9RDj6ctqDvWvQwfW+pbFcqr7+0Jdwhi86+7eNr/ovLJbG67hrfMg/YpO7H6dUcPY+KaeUISnHcfgP39/KG/tDP8jiOJnGeeCSazz54Dp5HX8eDzErpdQcb/PCAuevgte4HHhd0dRfcPPz/GZ7rc8wbRTlG+utb7R67sFu7b/dnyc8yB6T5lTjB/bJaX/QTR6hleqy5bfx9g9dNyHnSt/VjruW8G07pdyJ7yOL81tVfMPvjv4xHP05//7yV7wBMFAthzGpU7kHeZOs0U+6QNvP5X0u2DXwOU1++3fkRWhw0d+5gk6kUpbxMbyaesI3/eq4jSF9yvOZU12ZV+pxzjTSJLDRwofzXhppnMkPxnilVNzE96S3eHS591xXeunlh+XoQxalcsieLH4rvXCzV0oW4k0NvnWQPxEQzjkDTF703Ci8qI3N3Fiml66njYh90cUc/uBa0qpfiE19T769LBhP1QDBOVbzpPzh9ktMfhDJ+0vNfX3MVkwqvuSA7e+498LxFfTc/M3r6XMkQiMZ+3iv9vDDi3m0arHOl7ZhuT7u8R96oKflujQ/zn/7vSjDXymRC2/mL+8VoDN84eF5iP1y+m3pvTam/tcuILZ5zSPxjt7AqBgLn883jpBvGcXK/Iu3cwDOEz/qwHdYAp7YlTjPPhqPT5JTCp1oSc7vv33J32T1gDTe0HMEDSPc84MlDJKpF+Uf5NPIumMbeKnicDt96XizYR5pQqyysUS8xUEb7HsS8z9jOI6vy+wD+tFEf5Z3haIf/mZg/fH5j3xggFca5VOtIznoZ9A/8w0yvuqUAABAAElEQVT6aMMkOTlYx0TQJddi1aGqc2KBTv3VkPTstpbfYzoLmkc8oe9+o70fz+h3fNr4ZY+v2mw0HNPIU1eDxps68+MLr775a9ip9MS3y9zlayJsAmGWyT3KFlMmTtOXvvI/fRySF+eP8du3wiFXAr6sSc7jJNk+QkYmhei2zmMTW/Nf6MobCTg0jz2Sc2SlU425GAlnhuZMskDxT/cNnXan+bgfXI2BQ9IPrt78O3+LV9gaLodHwSI3hqON35XLnGZzTqyS+F5up7vWay7l95rEd8WSH4CtuWUfdGzZAcTxWmmEG7AlhzqHqtu3BXmvht461jjKHumFjMJ7jz/BQgKvRx97+KcMEn+4ZLfvmR7l26diEoG58SVHD3Z38u/gg+ztQvMt+ap8X/OIxNAN4BX+XAx64tNX/CreOMg5wvjTUNoldft33h33XX07ba8rbdtcoEB2lGO99CybjogB/FW6dv5d6pyXHghyrOxT2V3zHrzd53rZ2CX/J+tjMD9QYbFhm0MfkB26uocP3RcQcxs35ekoPd/zITKL1ra8x+OiWALgse/tgFmGqX6FLPPyXsrtV8r9POolmrAjT9LDd97T2N5X7MnxE4LyhDvnwzG3BT/7zHy4+OFj912Hg5/2v7BV2Pmwvq37vpgvk0/kx5tPIaADPjW/09qJfNtnG/Yyedy8dnrXf6dVO+bY5os9N2bcw72py2EuO8kxn0l/Fv421LL0YNo6Lt9mNggyJw52vcMPvfhTvJgr5FfHz3rjF+p+JfQuw/jAwdND6przTvm30/93teUHX5h8TzfZbBr7D/+kj/pJZSBtTZP9x0rruyqg2APrcc72dgKu8bOOzZWXWj6f9upUs6BknPVYOaFLpNpbB9dK/vlP3ozWJYoFMoPlLzyURzCE72u6WoGrYT9ibxnjyVJ2y78lQ7yrXXSv1ZIfOb6h+/rNxd9PRDmPzO5n9FNcSzPaXBXj4MFkfSsscmnALPNRiT79kIzw8YQ/MbATv1iXzNIy2yGmIC8yCjT0JTbOSZfKU3JE+SJzuJGIbdcxY4ni99549B7CPN4t0Tn/YixL7/c4YP8lL99jccRmTmd++xguiyIvl6zZIjKy8FcexODuUH4Snz7HWSvoqLvP8Dtu/1m4x97JXuLpOQctwT3h7RYYx7z3/rv2tvzlNW1wr/DQK9yc53S/yL2LrhqoRzW7D7R3v8+TI4OfAEqt5wYz3+dDmjntFL5tdHx+QpV/G6l17nnY55mKh/aE89ptaGjaf5uyMe7zwf9T/gTMK/ru/9LzvVyS7e9bV/KutOKpParwKn+u2GeIeZx7C9rzefdJYV1rv//f/9f/CU+ziPINHD+VrYV4RUf5e6feKhoTO/P/Kyeu2lxJ6vwtH6S2BUSOXDU7tZjUOh04mTQjBtwkox+Z8MwTyFxs6mJh0cft7/xtoZq0fSPlJBt+TtA7PHjbFm7GuF4yxdn0vmHj9i43v3HcwsPThBx6eoUBvLbZRyHzTt7O/7bNDaMRH0r+mDh4kpUnWvenjSefcaJj2oQPnakTH/TjXl+EaPLZ/eT25LtXGk+6+uRHW7+BxzeNaUlWfEatYIJrU+Q4APNRMYlfGhmMsAu48a2n7L3G2/3mab9d4QoycDZ0lETWrwpic8dhOp/QAtPTvsp7bDROlWBxDGeoMT8dq/xmVsjlAGY4JbzWV4yhC5grz7r4MuaH0V3zxOBP8OehOk9ozidrl/6JGOIUL56cZYxbN5XoNH5rKJSz/pr/sAk+foJHfJSPceM6fqOob5A/8s1i5oamBz53/jaN1uoYN/b92hktn9SM/L3krS8UGG8wcL6ZH/zLPtSUPfQb1zo4P1gPvn8bV2Dhv40h895L+xg4MUdFLrj1hy9sh3Uq2esV37iML/boQo1HxUt1ohMylCNCVC4mLGT6NRvzoWkjPSltg159s/pO4hhgcZL6hI9VtZ0u0c98NAZ6frMOySb99l38EmhejDbOKjV5jQFOLB1by5oqInM0Zl/4lTp/xOdybHnlfjQxL8Mok2/Ikfqlp3VyrokGXeM3vcaa1PlUvXgUrNfkYc2xwMFnvZB2ttPlnivm5H63hddlSw54kqW+/IbYcMTKw/EVx7XPUmJtyYscNXd2/aDZx8nOp/CdaeZ9LoW/Rg+exafTYeOZb83PwveeLXWOedBtc9vxE858cpNfpruW8isP8PAAkP3hdcD4uz1+Wtv9ptvx3L+XzlHnsfsn/Owmo0UcVTX9pLvZG8QL43JdZz9HCJi/et5Nxm0G8kmc44lt+o3g00gtDnc19hWeN+0n+U0nw1+++uGtMe7vGE24xqV9r1J7IPgbDrrlOf9632R3U0la/BX7z9y/eVN3hz/2BjfdR7D1sZ57fu/5z5o6ccPWfgB/9n1r01qu5wViTh/5xFuZMq/Mvq3XpkOueVH6m017XoIXs1LMpGJmGuD74b7k53l37IOe+YV++wodcz5lWsAn0eZwP3XzM6y3jc/N8VovNcd6nuUB1OSTtodtY/4xv+zE6tDBv8Hpc1C2THUxAr+Evpv+oo+s82/QGnBT2k7ky34H70xge8+9q6+0Fmpism8UqzEZ5dyx9jPehCMfWM7qH0PDt3frQ/iX/SI/ucKx0+92uN9wt1efrDqJsWxZ7QvLx9rwIX/ksnwLf+L6LX5Pvm87LC95vvFhT35gox+HX+EnH/L8gnJ4X3+miDFGd/1ne+zrrB/6u24e9plzyXDKO9zECdk+vzSNec02cYzD+uz8Jl7odTw2+644yo9d7i7Hdqs0F+1j6toG+TH0zflnzZeVp/pWmPg6pqf1b4TZClxK8VvlgnSSsxPj4//5n//JN6SpD03kH9pzXIaJjofwnn86H6ErWniz51eOhoQhY8y7UYiu2uyrfX5oPsIpPdFGffYkEPVf1pkA+5oUfKSfcPHZh3ibE7+HfqGDZRw73G314vc1L/1tYvqR5XMeXf+x3ra72ubn0vF0vhl+V1oPx8F49qH90+G/xzUFznq//PXlt48kYxyL3Bhbf/319bf/9T//67e/4q2MXRfjaQ2QHcyJtl9+hufw9VhrU8j86PGbwEvF8bd8r5PfeNPaeICs7LyQLwDjoU5eT4ncpA5cU5HjGbrlteogz5+FAe5rNWv8ZJqvP/BtSUTSjm/mRqdlAvWBTcpHfp/TUOlBy3H0WKi2kKutb0hbB3Nyv9vWocPh7T39mIaNPnwxm1lx7ndesTNMXPf5vCPntqD66PMv79d2QUOEea4SozXm9wvcgOBfuWhgnbcBkc3KQ2NUqRxEfveN+/f9h1+n6/N/Xw890com6eJ+21ltXY+qdo9v2eF1VDlbe1f0NE9Kx+Er+4/wtftsz9423OOY9q4LOZKnie1csuiqZtk53cec6iU7p0h4jDynzXnf93ioYp5nxHUaDuvHdTVsjlESiCWj13LOc35FnqS9PNHZcmb6wHiNAXnjOaWBj9Vrjq1o6E1q5zWDkeuhSM6vK+baclZ6nPfeNQ597nGMcEzlb6d13f506fXIbeeV8a/lyt86uTS929Cbd9eNezUcyPfemTZ03L/56ld0AIyj86NtnjPHAPajxXwBa2IMhvK0+YpfXEeM6+ycswFf+6Trxw/kZZugO/OomwawdXSuZB9JYXrY9FxG55goEwUGcZiHWgBW/xs+5Y75b9JFO6yafCbeyBPTT/wACOdD3k+TLt0Xk2LouV/DVV5ajvmqXfNXfANYlt+7sgS5diot4NIX/LsjL/0NQALyBz75cZtUjeaVKrrZTiauWPpbIIIDOi4ZsHI96W9+u91eaFcOp5b8bj7GcHvn637zt28KX/5yv/GXEqemLyIBnPwLwvMG8tANVnlEhUmEycLf8qVkcUobIvEf6vRAJPTLK9Ie4L7TZRs6jf2YhmFbnxA64qifeHhhLXRNEtX+8dopH3KxDpZModRPh+mmfSekBtPCGzGei2V13vHINwSwEyGrQpmZGwG5owGPw7iUNc5ujEn8WLw5MQwUbLvjb2ZOU/DAtz+8UXQ7ldk+RCMgmyT0y4sOTb2vANmwlPJl1MaPJhvzyOrsWWgOuK+ArP/Oy/MDl+r6gfz9MA+08+GNTzfLfXclOnQ99Bs+ITFyY84Hg7jj3fEzPIfjyBdgqW+pmmjAbMfWlf2WZxyAwHrbsCS4+dDFw7AzlNppTyTv+A96zSGxBsZ6/ikuWIr+ZNEqzfHedbLdK7Za9BGbf/3rX+NhHfnwEU0Y/dbKcTf338FPej6C2V/kLr7a7T/T4k/PDGcMQ3uOiIJEvI4h8MM1I16mfl6av8vnFD+OgX7YLT+9puurJ2Kp/2HNeF/bnuuhcDp1rC3oH8q/FuNV8o/QrBz+vtaum+L0WJ5pKLVnlt9ou+8xhx/rzRQK0j1faXO8JlvzjnXtNOaTzH7gI/UKur4XI4f3/cyreZ0qvD5dXDQ+2XOCXQhvAN1XRkl+fdi4I8pdFu30+9iDGJVZPX00+KScqHNelP9GfI1PCY75bew62tt18zzF7cRs4oe+uTqlXnGRM85LvO+wrtCnbYHz6sGaH9e8xnFPhx4cLqmnLCrj6H2AMg/b3sZ4z0rz2fnf07E+Pp47u4/u+QybRp6seEfgivIDLe25XiO0PzJm4df9hnzu3+Pk4a3x/5rofxvWq3H6tyn0bxDE3CS7vffSOCSnT7Hcc/3qM+dqjec5DN0Vdh2mvafW7rKfEaDb5afVGhFT1Y/o0VjcVJuhNxjoxrkFz1NwYd8Xqjv6u/Z22qU+Bi1a5fO+vkiwIL3XQH8O1gEf6OsjryW8JWfQmsfgb37vl9aFIP8WP7PHAypff/s8HljKwG8ysOnzp89x8/fLJffnWIgLQrad0g9Ava/fexSW+R6VsDFT9PhEcTMf3C03RBzDtoxhwiquxu2laMSLS1Q8dOCbHj0PVhrmmg75sXqX/Q4H9GJPrwP7rv7o/AI7vOUHuNTj9Ox41H2dcDxXsHkZH8vw7pv3x8hF6gR0vgC1ttf+nHa+/QyT22E669e6/uNV63anCP1f4oaWYqJxCewVWzxvVT5cpTy7lkI/9JbnMibFZNZHkPPCcjP1FpHKs+QRqXKyPWEzAbdANl7pg9F+1R+N/KXqVGPHpuMnBrnt/gkWu0Z/W3vGe5Pg6wa2xd1uU/q64rMcM+2PlT1HmNvFBb2ty87X8N02w3f8522EXid989+vHxj3mTz6px1X9k/Vuudvn9V8bV3N1H50+1R+EhGO1h1kM7Fgt0/Er8DM5w6387d/uOkHXIPL0DsO9/DufOsRXJP3nNhicsRRwPfDNCT/rgtP/CYMWnXu5Ldt+EKPXC3uVx7WHdkehDtD+sSDe1DS37h+qmenAS1PiuN3ND7Grt78Xe74vW2d/ohv9/LEFSfTnz5pc8mmqvvBdfSzTp2Xtzf2cfbZmGikaxJ4jYv5mPYV3b2AmsY8VHKz2hrFcpjC9SroFQ9/SzPsm3bh01hg3QcNdbZl54Mld39i44xZfiyPgGm4JXjjbxfO/kH2JUs9Wcji7id7ps48sZKMB4HFTb+Ufn3DIF3ic2wmlIbWqmh+bQ3lVhncEN5zHh9Yn/QPF36GXfZPUKVq+Qq8yGfhR/zMbOyY8wJEGP4VeBONLzLWc46Ibr79kLKFSL836fvN39Lj7CHn7dyQDbQJHyevjAEOx3O/8Suy0CLQbCOGkMOmFQ5MKsJ6grkZPJFKlmXStdvTnzymH1zjuAQ+D8u2yGhDYx39aspOa/mUWY8Yez7ssbIM49PudferLD0NT7+la06rhbGqJOfw33euZuQ3eTNbAsHGFW6vERMwwhw+8y/D67M3Zpa4Ip0+CKVsg32ybFY8rcEqDuOKr2B6UwNjRX+6yKP5zzyF2ekF2fuN97is/HqM97gXW36Pp8Blk3QXTHTyn+rSk/zXHOAHHHYJwptX+6M7g5Ayvsacbf+Zd7dfMPTQODMtMjpeZCcQwHFsARLwl3xaV5h1+eQxfeibOX2R9np8vO5cWAxA12Hi5FlmG1+pkPYyjPPwYKJyIYAu3r7yMdcX+2xymvEw5CrvSmPcny21/jMWzzKsC6XnY8Pc7vMv9Rztefcy8iLXGo1v06Ez8pj/LZey9/+sXXOauTDiG/4tbq3fujTQ0yo677oXn7NPd6a73dDzlL2PZ/lpvFNp2hgpceFs6LMNjWWuDSamMT8ib5sovU/0N3/h7WPijQcp4AVst9H47AnQC3uVi6OHNXTs2zotvCwDTK+p1KFn3BnmMZg0wN+Zp8j3+OPo8hLwN33o96uYccNn/Gt+wwfdD/cqEGPhgk9sMwYj5pw32R7HPePN5hPKMZUbJ4E/+TF5bXn3OBw7MkrIJ7s6/iY4dusIvAt5+GTYpv1X7Bs7TpDyxgI45CjxHm4X9je2p5+GjL0N+PU8+BsV/YWsZ35Grr915PwgiumnHk+6/r5tyaKqx5GB+/zZ+zWGy1aP6Y4jPuS6Oar0GwYMdT477/2NMfe7tBs8Ogx3aR26v/DpVSdTrCW4//jHPzTXMOek4hWMyT/Hr+dTz1FurzzvWuZVe2Zj4iz5DBzNCeVArQmh0/KmIJ0rg586tzXHXJ+VXD8iLtBLN2RGO86fff7m9WhZ38AaATRcOrA/QaoeEKfmQ37FBO8N5GPTG+9ZmedygaQb1OG1sP+SbI2Jfe5ynltnnAMReo7h7myFit/jvIZv/+rBI61DiZZ7A5CZk52d9JyPKffcfQPFN894t/iP/QrMkKdv/17H4I2wnwLv9vW2Q4Or7W472t8+34U7Twx323yr/cw/cHBemxt6jEAPkPNv3V/Fg2sxNshx5MoO5clOb720zxRT8A03X8uxJnP8jCf3zNd0vc23W3/Pc7FVd/O6K/e5fN59XghG/geMIa35gG/+FZJ1Kcivr/l6mmX5CyKh0SJM/sEP9oXmYoVV8YaH+bjc/Wq4r1u638Lob8Mq47njSOdaK0x7KnlTofMCPh+DOaeXUPsSL1M4Wf2h7d/2PNnbJ1lzjoP3yPe8v9RcOc9/RqCNBz/tueXfSw4dBd4D/c1frcfMo5HLabTjd09712NdXd7h/TvgzoldF+DAdrh0wgH6Ug5tcJz/bvMGRC0v6zx35gfV+0fqnvEnMUa8o825I+e2Plc2Z9ua18LH+bhhxtn12/uNR0lf4mdetnwY+T9St5P8eN2DbOPwTF/6mYtOusg27WfOfIZ9m8x+/TG+R91G5QXx3w+IlM2gpMF8/KR6MT2nEZTw5khY8o5kGxdZcCB/e8K4DS10Xki9sO6OTwEvfGTeB7+fP4Z9UQyT0o7O1z4AAQ9k4g8E7MGG2HJ3khyEiRtQFou82fuZb/b+Fq93/kM00WAw5oAc1PbXwmw2cnkZLU8sq9yJ6socOP2ivDvfKx/rtvN6Vb9w/Ajjnj/pZ4Ly5pHxGGR5LXijz7lv9BPRzOGB4/uW9tb3sYvQNSrltyb70otcrNYm7La5UvyAmbecH3VkDEMYLh9rwCP03FRyE45Fv+JDbJNDg3U2q230sDlN30YXcn2R3FkCO41pj0P4Pz7Q5/aIvH8vX285LR3SUVpLPifbYwwe1OnnmOBxooHvpBvlk/HbpD+013hzvFunkIdePm/HAHJ6ONs+N/lePvIhfc906vwVrhhvIWR/5dAut9qhK+pixrhQzMMmqVcmUYxUhIxc0BufMZij5VDg8O+kr2Ha5EJT9MAebaKhZT4wjxT77GPGCMQx06R+Reic8glD9fzamuJje3Fj2Iu/06fliS51uLqDXqrDUvKeo0tG6bVTWIfud9dfycud3ytt8//GDep4Az755FdVvkI/cXr83xj/k36vNKeSN3vOaNeyE53bttG9k7UdPgEjV1rbNL2kWzefGxT7c0A32ItV9Mv8bPgeK4CIPf/I3N0Wt3nAwGr3sZu83THngCZoVpnBfJzm795/zeFVjvn0cp2Dek+v254O++n6Vd23Wdr6XOeJV5jjC9IvMVvGxzXP0m5c9AuOnPNJx1Dy5M8TLMWGn7h5rFwLCO0xRoC9M+a6GfBgj5APPmUuzp2ohAxkrVU3vukMn9ZD2xEw6X9NgFwLkD7s63jus5hcL+cYMlSl6XXFTHJ4Jb2PtNnJY+BWTh4Dbj9saP9lTWxVwt7lGQpfPf+6Gen3PNlBDn+W+TNcS/6juJa8wn9ciyBbLSaJdsz4/qLxbdb/3jw5Kd9hq83W8Z0SP+kmzM/zeiTXfvMccYc758FA+KCJn0k15gxCHXvkVLPmms5nxrwDx3ipRFk6cy7iusmff/4j/j7nGrNi3LUqDme5d3QFZ3rrU9yYFgth1Fb+zya2J/0X7itglRXn2qGjLl0wv/4c71US527B80f2reG08j466YG9nsHk27fYXNc1MfK8qHZd3GMeef4XSJWv7tkpX2vjV+Rbh93P96pJM+N3+pzyLiEpPU3zmoYrlvRBNif86O7+WmcNOcl5BiPXi6c5vV9ajv3SOaR/xh6w76NsG7TWQddToJ6GJitfZzHfdYyW8/ONFgPJPBkvhV9xMa/XS85BXse+x1xtu8d73CO/DV7eY9+MY3zxju6OpzUoWsVq7zdej3+PK/2dRvV7P8CHvOExTM13PNgp/H6OZ7nvllzh57qTHpARdepUSfMuy3t8xyYxfkkC3ct6sUc3lY3M+BkJcsof9J+held/9gixb7hOVxb+S8ueY3eMzziyi3XqlF/kPzl5pr2TBBy/ynnQvpJeecN3DDg/OJycXiE+qdLzLyfjE9KLsHfD/xLbkX+J+1iA/M/6veJ53ukxcqzc94oqn3wD9FPc3PsSrxR55+jC7+is1KV/BmmOtETRhYO4vRo77vwXiXHL48K0AONauwZjJpcWM+zl+DJ3WLrYkRf5kDVGvvHC9Ymf/onf5Bh5Oi+e7Bcr+8W8JDx8YI/kVFD3oNnmR/zyYmks9tDyLYBvkSTirRu6UzfD43dVclfN2Uw4iH547LJZgxjDTGJ/fP4jf8+X8uu3v/JVMuyfxVsTRM8D622zaeNDJhkdKnOSTGf2bziPWXPmRi2i8xvqOivIhcybJ/i77g2R4289KHfdet/q5/5bvtJX/VpEocNmXuvBAV9uknPE1mvxp31r2dXWhbFq368Y4KQfJYLwhIx6nzzvy+fJfDYPY+6dC73b6Ma3BhUHcjp8FnyZWHIofBh32IYM8O8O2VI3jWzDin9vT8fbabVwnpWITJdvA+kDhmloTnaOuU7WFaMgiKCEXzI+2hgDCm+0PwCDWW4I3Ce4dIx6OOo7CgLO3M1hlHyQyajjIBclQ3HLzVfrU5sbf4leHzPvodPCXJ2/ogZfCXU+Lly9GZp6MF20OAacC+HYptyBHxzyI1nt8Vz4P2x4fpA83WYNgpAl7kNGzN/ka54ehnDLt1zbJf+j56AuFZMGfGiNv6sGfX7jp5n/dfDSzd8xL0R/bmDk1sYmRuOYE8qFtjEyYGy8IPgST6XzNobER6eUSa7XGGO+DmsH/6ZUk5g3etNwjeXkg4/Qcez8y17NP/If8zNjysziQZ9ZNyzKzIuLoTg55htsoy9sK4OzPtehxio0WlrXhtelLo94l2LUl7iHXOZFXGC4qUUHPX6tuHd+6GC6qz6CvIIPjsZZ6brzAwdZltf5ekMuPuJhvMlnBAhbTsfvmTvdnjmiRphCR/41f+58kElOZl7R2eaFHfeu/Yx/p0t7Q963v8Ivv/mVWaEjE3u6oRnruaozaPW5BgRd6kAZ/5SnfCFffm0klyp7QI1BjTfvMYxInBjHl9gYYZTIZ0xYpwwA+9BQwXswUOFTY0X6zbGUc4/GjPc4lqsSPSRQZfPV0OP5mKsxOaY6nJfU/cQMwPmGqMYW+ti9qivPgGlfTdvzj/hLReYh663yUf6I5td9lvXiyVPz6MN8b7WoYxM+lt+b/BgffFOCwGbKDidgA19K1jiKXLKJYNpRjc0cbwG7yOh46DEUu/A5jY9Qzfhdicwx7Il/8OHffoCTdoOV8RXOKlf7K8cwx8Zwai4Pw3Cvi6lLOEp94Ysx13j5MHzXxe30TQyqsz6M2eFogsUxfX21TwjnT/TIdH06/8FX/jGn1T+GRjl53emiOadRvFl1NjtOkFuWfp8w/Wff0Bv+T6z0k+kT5I1u+Bp44I38sn2kffpp8LCoyjfxsYzBdSn80IDjCe/bHHB+z5gO/jZxcLa8kx7ACq4cMf6i2GyUTxjfOlR5O1q7/o6D7cnft0RCGZT+CDyhSuK9vtI1YwwXx0VKl1+nIcipsTjQZsH+0bEGb+c3EV3Z7TM8SvOB50cSxzaDMx0p/d1lO0CRH7Z8o6Md1s/xdbuhtGrsX4d9eVoZOiBXD3ewJjvYw0ejjR62pTHLauXtfV7xGl9+5kWyVw63fFM2evD3+LDPXJqnS6jd95iTex0cYrPGR4EDZl+Z5lz6W2YsX7k3SocN/lnneha0d3Zq74Ue2JPzUqA6zeflpkZPX/7mb1PRvrAfZns8cTzb4ffcq3HxKw6utnC4P+s5ltjDrK8ZTpw5HpIs6LT/qSebyTds9V9cQwh3On+tn0+bImOTUZcvzuMTebAKPfVN4Wyg8EBQ/EbjUAjP588g5Dk3G8PwX1iZNDxAah0op55W9MBZoBHr1q+1BRWtY8gJv9P2G/qqfaVvrF6ovkZve1zCWOpJR9mc0Lg2xBUqDnzDG7rIEq4Z+q00zDPf8vXdxG9MI6LYwuHfli9XIA+kSl5dQ7A++EpMfG3B/Sng5sPnG87nOh+JPWz+jvP33/748EfKdS7CKkbfDUeB3bvOu875ZmwZGPkP49gr58CfHNJP5PCHeNskR1779MlUd2L0/a5JI8cq1+zVXT5LBvkBf/id+kAoHdnzl5re30m/ykfnA7ToeOXb8xocL72U33Lskz+R74NUea/xtfMzrw4HlmwiNt++c/7c1mypF3ZM5iGHObYiievolQvtfzR98Zh72sK3fv7Gr3sM3/PP/c39E+SKcwp77+Nr7LApDMp/cRI2adI3gUMpp0VjxHy4qDhca/a/S2GElCGrrjkPx19YCC79GcPr+TBvm+M4n2cHfszvll3rJxRW3iWw06HzOdZJ5nhfUwBTsXH+r/rr/gFYzG/o3foj/rxhAxhvhJ0xrsUYwjyYm3zk+edozPoz9U3cS/Kv69P79nqMA6HeCAqfEBtbd8UaPfNCyS4g/Bi5QG7hh5w7c3z8f9y96bYcuY6lGSEphqw/1bU6V7//U1aveyOkaHzY3ARIo/lwpIjMapOOc8IMEKRN7sKzbXasxZ5t0Lnd416XV78Zoecr953L8RXQcRE6bm7+8usvWZ5Buwn6Qn+Gnr1hZYQPkWbXqxUr+yr8CY6Jz/8zLSVIZEtnp4h8SNfEvRCVHsQvTnACu4DddHTHrxP3BuGFbuiwWBPQdbLSEdFHco/sHm31IU/e0JgTh690/pw3fj9H6d/RgseXX0gaJCYnB3i47sWdvh95mP6Q/0XS9rc8+SLSm2AksVw7wjYZQxlrPiH5OGd88se8YXONXfY+ST3Kzxsb5yN322rYAxcT52DbPrTYePV2QgiQ6uXgxJ0NrGhC11wuoH9PRxjdW21vop4zsv4YgJiyDe5ll16yJCc8mATOHCzAqgg/tl5qz8+wkVDDPrPzpQr58lvMM+aeFuhB6CXsF4ByIdJ89Ykkms0jBbdeszf04QQmTlywgQNt2IMTzWdHz333sJ7vhhBd21A2LXs49mxrY1Vp2KZfDR5qwCk2wOScqjaIAkfC2jOavsb2T+TTYt31IkfEl2/kQX/8ZTxFjCqhRJ82gIJ5/bNLw8mmDr654pqf059/8vW6MRYGTH0DYep2yxa6jv+oYzJyQhCwn8ovXSIISpZX183uV9OGSj88T31RgvxIRuYwd7XoUR6g9vcezjcf44JOtuHHKNxj+dwZCEeIzwt3rG7/Gtv8z4DzYQG9XJt6Dp3l5+G/EGCOv0DRsNAgvmlTfuMO3Dj6ptnjHtvLksWRBAQxb8s9z3udZvLLDtEjjX4N438KcjUDFTs+GZIeEdPzpMm8pSPkJCdtcXNbre0T2ae/TKvpkbq57fGaQRu1pYmsrx721avw/xScl7bUnGQYf584sQ/d9PdMEtkMU9S5r/aI4dlYOmPgdTM9Yxbi2VcH0IPbut1P/qKvwxyoHrvA0UVHHpTVBQYtLWG3SDpa26R40g+x84JJ4wcMYz7hPTLaOi3rvk4D1vnI6AeDbPROTdtE9sK/Wk/nBbVYcU623GmVjB+TY6f3X9GWLXbO+PcjQU2sOX4VP3khPdJ12tML08xXO9/vb0ufd/zhnIiMwpsxOBLvK7HwjuSmD87Z/u9QK1j2txzTBVE/2aPzT4Qf8JE0Hy5UP4DJJEFslo+tz+4n3JnfkDK+7t35yGS0RrulEpi8wNe6Tdd82lDmJH6TlessOlbZOuxeZ02xyUxbubJ023GAM+xpbO+r9uty1U6ysFVjbtfe6zIagYfkn6MkFJ330ZPDuqr1kc+aqz5nOdkilvf5EP+Jix/2K9yzvTUe12/+/Feuhdz4KJwT5eojhvzWn54jO/MojFdq5OWwazdDQ3Octi5VnddGak58xIm/HBr08lpUDP7MAxQM53XIe7mxxS3PIUQ+CIRD8nAMeo0Y3VF0u5qm+9wu6B9X4wZl0kdvHtzeghSbMLM55/gaD7Ky1/sUP7mnY7WN4zyBmoheV1pXVdv+3acEtc8MSnHt6BMbrzj0wDM2vNovAQ4fnJvzO9RMW1RDP65vUS523fQ+kHqrK2MsODmXZtxmGMje3ieUzYL8PA+zfcWSa9f8LEgALGvbnUD2ofVzG3j6/NXx7G9lhyulHQe83nfFWHuIm9xCodOwLdeJLJOhO03JkkZKuD9z3nB9SX3GuS0DbKaGqK/ReYv1ZGBSDLjX4+4J0TlMLs58zNpBbHKO9uzAHBMM+UYj44d6l7PLv8ZV90X3A+xp66EDxWuHZfxHH3pQImIz4ow8sMvzCj9oeBpzs9n3j6B1kr/z6PWF17ApdB/msQWpGsKr9vs1/Df86bn0wfMH55oZOi8Ic9oPrmjI5/m5xtcK9/e3xg1gNh7ffvrXv2LTQtaNY3WuxlkGNJbF/UcGgId5wlFvOLlHpQyw8mHR1ORjweHYx4X72qcvMhPUEc5BUQkj6dKOi+KGSYosfCTBg7f/+PcfMSD5PioTE0r8QrtgYt707zTdB4x9cqe1cSnjMsQEAw/87B9+TXq5ayBJ8aTil3zDV0+7/vzTL3GTl9+EnAtdLii2m+WM36hofCbDm0puH7BdiCZd+AJtJRhksx0meqoQeoecJBDpV3oZTheZpJ/7KBO+gTumOsyzOjROCRA8+j2GHqw/blNPkw04yf6M2zoOTroouo2fPAcYa3s+GRQl/by9rilXSveYKRqBx8lqJMNAg3r8FQ5w1sM4g+VScC/pna/+XZB/QCP3NojeDvrGOUvrlf20QeiLMvEs21n/fEItCCjewPN4LYrAkp5yLHbHaaPDwqJZ6N+tlDjcnKKfPw7aHG5nY3zk02AZY8S+dNhjmLnB4X77zeUgJRndiDJllgLZu8MXqOLCcvZ4wtCOj8IXvPuLjhxluD5OX28XzrUGnGJW9k/LRSyz0WVMv2m9xvKVSvWYr+WqEfwSK4XMu2wu80EZAAOEi0TIgylfPcyLvKs3VSWvfPmYkOUtXkPANn9rTDV8tlBNG5aNBhSBfqQC7lg2xhvE9leO7OxeaDN/eOvjBVB4v2hc2ZVIDfniX5ySR82yDl5D7Z2mfWKJ9nH3r6VziXoVl7tdV4y7Fvw7z719h/c9/fnE8SDgk+1belJuG3bsNR8dfGXau41NrOvtPt665/CYS4/v5YX2yMdaC9p6xoQOF/kC407n1Ga+85vv5NiUY5lMwnD+PeHT5xMgdjyKEGwXsRo5gA7osnZpzwCEcqvzLXC4APNOXuMEC/ofOg5r1kKH8YOuC8yxgezHgdvO3X/P/L0TAv5uzmQ/+x1vyHbkB218guEz5we+TrbLB5bTZZIasmC8mjZjfo81Ex9aXuPOCxgZB4qLB6K9NdR1h595mojjjH5ypvfi9ovHgU+YUGyn4bGMa+ZK2jwugo6nwBMv6HMollU3zxz4wEeXwzbU/BZ9nT8MeSPpMeVy0i03Kh8H7KRLDOWaD73Kf7ZTRMagLzt9QJ0jiul3P6YWI8C6DU4EjO+xgtce+DTP9ZCvMday8Nf+ko+JEzaIGHh+RLzFjYM4BZ1Hypv7cK0Dc+BvqChOz/H8mF35P+PpMfB/wehmu8zn9sc6NuNjdJPn+GcN8TfhztyZ9nrJt/dqT54B0utgKL4QRvLu48CoL+LXQtL55JhzP+BSD3XQyr+RnnIsdY419pb+uL5FpLPbJPaRyXMjY381c0DWQV4iN3Lz6NGx6276hYMEPCTMDR967WNBGN503NZofaI7MNqraA13WzcSVrqcH9XxQNEA4kZmPsweOffubaYwXJL79jWusaUOY78VLT+46nUpAen3CVrUkZV11X3o2a+vgeNzoUg3Ib185XiWrnE+/0mJKNcQpTFQgwEP+mOkqMcaAP2RfnPYH9Dh4JtDBJzNYVvV4T56R+m27PglDAaZpNWY2HfmkTFmkrcltLoit4BPB+DnKMi90fCZ6efY0ie+lhsGruOnuCQcR80ZWvPI/anlpjTnCTEr5u/SA7TlpxseBnxSmq5ld5uHN/74d9A+yJZvt4fIiRPik099sJ9ULGueuX8vzW/v7+15PhCdmrvmg981h6DDX4eFRt/X0fb8cn+8y0d3HIpHXIvuwKnOGHuIe98A8crh3Az94BAcx5yIc6+uh98u1NuS0tX+2Pko7EN3T68dYGt7f291bC/r5xK0lHOY2v27HOJvfwjHcQwP43Ux5rY04192xd7iV7SMA42dr+juOTmMkDTDYy/awzxMn/NXjr3teDF8lWJkPWt/KAi/8Wpx0NO0ul7GL7pYMSIkFKF8dJgnMiedaS/NCXBP9CtHr9ShY/2NO2kPUOJm9/1K5ce1FEeyoGWzfNZL/Y94ElerHVnzsS/fCCw7e58SsCNIQ8087DNzgC/bQ8ux0zbcWpJXFN/6uS3kiYiLvp3+irf5b/oXWqK3w/c2MtpOvV91ZBCNjE3npA1wxSc+0DhwC33DoInPinenUXYTGj7+O48vuQmKEy7v6VncdfHsytYL2bOJd8VUouqKXmHWHmD56wZ5Bx9qBI8XrE4do/L7Vx0GPtwgvj3ASa+uED1Au6wrVG8pqPi0fH30WT0DLGTpCRO+/EP+1DfktK9MT5NJOvPG16c4AWEx+BJfQ/T7779roodh6FvtfLaJYayzS/h5zLxVsol2z6gPPdz7kRJfcmAXjski6rYBScwLegK1D+zFkX4EOejwFCY6nPSwnstY8iZhic6nOEHkROOd40gXcazYRqz3pywbnMcZc30jMZvA9D/gjeNSwMNAA9M4ti3t/84HuiCr5X4UF+gB3En/burvURk6d/jPbFlyrTY3nkv0ALa36UN3Dj/ZuM6cHMqPXb6dzmWtCHFyDcn450MTwXhzkztYXPCL9aW2yoIviVOfqKx5yvaxr4yr9tUeZkY60JsstitzQ6PSZNSnfoYzhcel5Cq7AJ226cQPJKyP7ejNbRhA0BZyx73rH3C5WdtxRjtzWD5Fy0bMm8AbYFbHvDKgzRzesKyFMWyJTE/0LZy7Ghzse2J8wA13dN4Z/8vKcEfzlX5iboVLdbY+IHa4FevcSlmf+Ey0zfC9+Nu5zjVy8JxxtQM+aaeu8fHahakrMe1D6R9z84EN5M8rjZd6HtA94RNH2Cgi9zT8Q/pEfyXlfYl68fU9f8XMab6tNPdW6vYkSHNKByISsFNas+xO8dzG5E/YnBEf9KIzR+rAfi1fmSkEj1fPx2q+MAT2j6LZc1PSZeP46Aj7veKrEwnPb8Ycw52/dXIJHPUO475Oi767I3HHPKPOnx+EgLbpm+fO647uqX/PN1q/T5Cl19jyJ9CrFwjPFNWbetxsZEQ/9H/m4yBluzzi9Xws7Jt7mCvkyd5kFaKPfRlvoOzHCafD3Mn8ir7Q4TIeOYXckiZ8wU7g/V1Hl3uPrb+L5yt07+z8Cu4jmH3uMW2dJwovesJJCfvCAvDqnHrXvsojT3JlCb3Udvs5B3RZuzyetxDZcU9y7HZcmLcGcPn2bzz1kLbmYznIj+rY+S5gS2OnsQym316Vb8VEd/y+9vZrXus+ZYVzS/hcH9kIGWAoDJx199CPKLu8dQ2qKPeUk3FxIyY2tC0cKz1fQBGf6bghMkZvi+QRNOLUxpTuYB0fyFV8d2io8LBEPaC0Q/yQtg2zEbOM7t7jcB833CuldEZ3Vo9/8oBnzItxDeUZ555Pd/2f4X5k3DZ1udIgHnQTus+LFYbWNX7jzD7B0J0H4D/lRuPxdYF9fiQBn1TQCGLyY47IrlfWGkxw5K/DsX/lE3vYsVYJpnCoaZp2Wq4/YL6SyLy6dR2b8EpTzYtfr/PotjFx+1VjZ1p7nJGnH/vb1N8rn9Et+Vc5q/91fuRc+9lzynn4dSrvQVpO25P2Wi966ecMI8dSjb1b44EjXsqcC84DApbxBGJZGbvG/Amj+qCbfzHvFTv4ULrtsZT7gJmHV18Xxec1ZNR1xOew/wQE9uO+muxYe7Odd8YmppGR9+EPtx/59sNEU0z58ef//L//H9XCsTL+2Xm+cbIz7QHGa4hd4ByLTR+BvAfMTsdt8BeaHmjls3GDWpaepIwrPoLkNxiRj7E+bjqUKw1uEurpCMbAMS9K/vK3RhhsBxeTwBMf+LXBm2q3G3RzogWs5TRaDC30aHuyUiNhEqR6u/dzvPUbvz/z+Zfsy9+fRJjxZCsTsPSRkCs/NgJaXQ3nm4C+sQRPjnyzMkrDZecrH1OW1UiTDk80IXL8C2mDgWRK24aefpMInSzbzhZa80kkaMVNDjY5f8ZNjy9xgmZbC67ksAzwkn9087fTN4z7Vvu5994uxjee22ByHuX+ELKIRc39fCUP/76FjI4zxhY6CpLEx2/8jrHJAXeymzYyZskDAzG/w15shs2H0c6HtuVyf5eFRd0L+Vzgg+7dUdEHn3ETaDzhVji+UgF08A96yJ5PFMZGzPIQx+ZZuFWzvPQQG2qXbJ6fjhVjut/tZ6XxEy9ituQT5iLH8A19jl+gbFPjdhyNK1Z03lIPRex0gFWf9LQu1h8b8lvIabcWQyGA7IwsDiSIxTH3vmo2+tKVL5bm2GV3e6AtBTLuOhog5zLjyIGd8qls9DnPF+OZnmxJ7JSvDdPjT5cuPXItLb/pujRk9x994kvtyQl7xIhpMU+Zv+YFtp/4NEz2bR+OObrxsXiXH8B99rWOfLUnh9wtmRIvullr/so8lCAThq97614QLvMYWv1BIa27wu6fARMXNOrhhT4WqgeZ+RXt61CzkfLCvX2UPxabhtRhkjhcyl+09736s00sN0R23ublchM9+cIHfhyGc5md7cP0XXpojV/3riVfK8Rh2guNiL34cYiJkKAD3p17Pnf/XkLXPPaxa7vszpjiV35kv9Xp+IaTH0pAPHjxz/kMeOvV5wK0DeM9EX39EFd6vM5o1BejfI2j62eafOWznhCTjTtd162L5VN7cA37M78Z8xr96VPs5TQVo99UVtuqn/0Qc01vIalvIgxE+MQci+48EY1W/FpUsIz1Pvqkm3xhOQdiK8pCrXPae7dbh3lWl01EH/75DUPtawU0rvXpLg7/2n47w3Y273yzK4wDfca8fhlu13vh09bvHd7+6vti0yI2x9S2GDOmTZ99LbHqWHLcuj1pybELLOmV9dAwZmJ6yJoyeCBK6PZ+6sZPnsTi4bCePg/qNAyeffAcstJv2rnHCNLW2zivltCxrMlHi0yhD7nNz6UBKn9oUknGkDVkirO4MKXy3yrfGB82CtPFMfCDv+XJ3rG/Nd95vmIBwGwwtkcbXqqCFX8PdHzTdx8w8EY6lvDPode37stR9/pumtfS+a9yCDbaj86XsYzDKDOfxN7sa8gQGSb7Y2caAKa7UtrprKPXVu7/onvHc/8VY+3Z8TR6VVDxIZsCY786jlaq1Xomh2PGsbTDr/JZLmxHXTkQbmc4/KD41Pgav+BxGNc60ed49Bh9/TAs8iPzDufxjpMRMHOBdMF+wO7wSRfYiBPT7jCWb6VvXc56Amta3c7uk03RvWLd+/eTjhfeoQfXWn797dd4S/RLnjsbRrKHXIM0e9h+WDfzDq1zmH5yrcc7zrv1ooEcCFI8oOU1ptP1+tP7ep29/tc8Rxct6Bafleb+u5V5LekmD3QerneTfW1rJOOTJ3qFzThsSy0N/OTSyDnwJP9FaZhEiA/o5FcUD0dNugMA+AVnyL/D7ee7nT71/fzZ41nCA5iUpWsd+8Hx5sGneCBO35A3AmoQ6HFNV8W2AJ6NA6XMIvjHn/COvZMuOCyg3h+QozhSl+GXNQ8YTXDdtugHaZ0Hcv5qWMqaE9Duc0Rt7CN4yn5e1akAezo6TeqAcauAn+6KHVrUtD/o8p7ouM98DP/s/NF2E77OP7G16KC7+Pc5G1Ch54iHsaH1tyiWHLKzPt1bpeXT+a6uf6b+7foa0NbHmIkXc8r9puN1Htmw3wk3+8ZeKOMz6eirt6GTe7L4gDZt/XbxKkPKGOPEQYDEITtYHno4plxq5meHARdfPzosR4cxXdNyiRv84J2uW4CltU/4d57QKHRNq2IGHPQsQQ3zaM8uiuun5kX1lR6yn0d8/YlxbDzn/Mh/+zrR49I0KH0u0vuoI79zFTGQGTB9UTruOLftkduT7oirFdZ7D2xb1zlCioi18g3y2K4rPq2Cu45VbNqeO8yn+DYK8hrzk3gzH8Pja9c7rvsM38eoe5z8YRiXyIzfpCK5IqAOubvr5nHNK8WE6YnWagfDT7m2+Mhv2gg7P4sXj1s887R+yMPh80+P9xhi3PAen22f8AO0HQkTchtn0iQ5EJMtpvb1NEkRfz6gM+BND/risdICpcP0tslV2Xg0PMZFX/OmfflSBHfkDVxYiQhwLTVmrJ7XPqWEFonXMEpBw9vRtO+ShmGrdCCi7I6nMcMyjtbIKh3puCYVeAPDAq9DdGwXl6nzgDgV3DAzzxOfE86pr+SVjkxKJ/zSozB//4//+On/+p//M4ItAo5Elp4O3DFRFITWu2xkvYqSavR3GfhKI45n+gu7/LzDm67hHpU96QD3c0ysnHDhoin36WpEI2r+bD/8Ekluknreb/DiYzvR4oKcALo91PP6p+WYcg9U9++U3N8l2WFopz0e7yGmrXjzWRvEmgNrAsPnkViWiwbD54HyaGOkmC8J3X7inkL4zpr4EPUhf8r6zHJXhmxQE/869N09e26b/h1GdRtGxAhPkdOHHV16zLQ4EeHouNkxPt6Zax2POhcM5cNhx+FQ1jZlSPorrxIy8Mt1tcIrQwkVyUn92OdBH+v1Ox3QmTH9JlG3UcgUMnrR7bR6XTZbZerjd/U7ee7gX+23D22XqV/o6K/aNMyrNB/CYb+HAOsge5g8gYuKbPtXfoVMREqs24JVyRy6O+LS+tc/cx/Cxlc7jxNs/LZS3AhB730N2KFtE9ttH3+/fZI+dPYdvxcJjunyArT5rd5wXpdehrmSe52P6YvWYq8DedNl7upQLlrwPPSkdCxfwWA8GeQwsPxzjpsnFAcZRU8D5rHmmVukiyiOIwY+ouOF4JOOzq+Dqj/kDjugO38pT2zejYNP8mdPhnPsK9MRjn6aJb/ieLOx4SiH9RKCi5K2306z47jukzDkmnJ68AeV0IaP95+T7ObaPd8TQ68c0Jdd1zh8BReYPVZmu7EX/XuKjOv3zO5hvnekn2fd0XpFzqnfRoT+ih2tzd6fMHalHdBP9q2Kzsd+ge66h90E+0AzdRlzS+jNmdFRNggdPAcj3lzfWVp3yh2Gtsd3vFMbm3l/Y1rGzzL3PmCG3ULseY0QFR6b8sSu9QnZtjZPy7D7ivmYe0HECL05cPdqyRAp4Ewzgf6P/PiYcdNG4VDHgO30I02w5kV8eI3B3XfI8fC8LcZ5iJqA0vryMYmRjQf5WDuse/KG/4iZj1G+xzrFGn3dTvZHp9LHe/9eB45zN8+LSiOKfNSqvh372sYOpnUdfbdnn32WRf2+zuHrJOpl1kZSuTkEw8WUuOV5JX+50Nt1YV33Pu+G/NLNTd+8PpG9EctKSSpOzANO617EGA//j6B+tpe/i727/q7TIvChEZEd8g7BD+PZFQHy89QHo1bmTMwMoCc07mi/1Q9vrXF3undyz2CsUj68MRrY7s5+hofHO3Omy3Sq3/HrsOhiOOq6bjZucP4Tpu/CvFDnupXthdzEGYdjfpIYQOnZg1Gt85c49yaXnfLlpJX0xSfnWcwvcjmHzw2yMT4O7Ppw2vvTF9ZD36RiOIzNuTf/reCCRX/wi5tpSOLzHaZ67pVi0DptaLMJfsnG2kNM0nfem93JMQn+wMqd7NiZS/uWhVKw97n6B4o1Sd2dV7j/nfweFg+6ePH9g3jPfYQXsY3EvsZ7+NT/aK0nVnTI3rb/nZ8MfSqT94P7EOA8o9/5GvbEa+9TvNS+y3REw7FUWO/QLixq02DZra+CXvtW+NdazjMb+WmvOyrWc5frDr73g0ucnWKmw93Vdxv2/Poo5u7o9X7TrjJGw8xf3EEOVWruaCTJsZpVBlwAjK/Oa2Bo0i4oS2PFX4Y+0CA5a1IokEjSIuNE4yeg0lkB6w0gjqPOV0MbB8wKiEHr27jROW5zeCEzHGXWg/Z+QFeLyf2mZsfpbdFd5WNcdEWTwNdXPOvE6ddff/3p119+nQsvN3xTtKGk/UvQ5kKaDMuPldBkV8mzJmL58PGJgPCefA5f4QeH3R4ftnMIG/Eai1xubCRv+pg7UOMqiHM9NArPMtSmmR5g9Dbpp7DXLwkEvYyJYStj9hIeu4yMX/l1rO+r93sN5uMHViIKkvjwsm5qI6MNGqPyKVEwDJ59tNsGKYFifE8Ky81fzTc9cad6EokPy2XbZHzRP+it7dpILvFoYluJ1JIWgtvgoSkZcoan7kQOT77Di43go8N6GIaY64fH7/qtf8d5Wudi/jyplqbkGfMCH7qizSb0TLHidx1nA1sbfzbUotehzMt5s485KICxflkfQDVdyjmm93X6X8B64mul3lvG2/Nsh7mrI5t0KzkJGKWHYbTVnYuNoWv9Oo8NZQ5Z1rTF9M8czophbMN19Noyf+PN9jKfHQtX/Ec93bemb3geJIdFedAj9yUW5cJEzu00b938PWFp7fWIONXvZ0FAFxENUaXWOmLC9qgxZKjWrleNvFPDvoaXnHoCs+Jj5+P55X7k5M9tlWfrdp3M1xelNLcCz/Mo6Z7phHSS20SGCkBbnZlvB0zN3dItqDBrbIAYCOYjcfqhs5xXDcTAmWNhFvCwsP5zvDN055Bb9lKn7QW4ZVH8VgKX3WSYuf8LWROnPXVJm33gSZ4pQqtA1/mH7pRlXMhoYC9X4+X1md13ezwighxpk+F81dmP6olZ9OGQvuW/qGkgfYiTZKNP8TYSsNdDe1ztIfB++J+EkLYP2aNM3oHs8kojuGwXe/Y1DJxVf+xsWUVxHa8+60qPH4bS6PhE1rNyC9hdIy2EfikPa8Yw1Ag3t72PWegwPwJX/CtHYauPHNDxT9bgi344hzuXeh8CDvw83nF+dB0+1s3lIx72C7J5/2544xum+sOOYXvZPfjNaS972B+Gp7QNTmMx2kGn/NUp33d7Qyff/vqGf0lpqy8Kt2rogxzac1j+Pi696JnyJvyIvdjYW9ddD/NPm03bxLyLOzT08dav+Xb6eoAz6AZt4op89EcsMH72uAAAQABJREFUmp+QNQDRij2ycLKID9qKZevkEcktPVKWGKCvH9Jh9ZXzCAy9Zn8OvG+8dRHoppHng3nXadikEd5t0obertpW0MS297RlGzGYgXjhhy3sO+fge5oXdMkwfGm7XqFOPchkGUdJTkpDr/I6hkyly+ex6btxkkm7x0D3v+n89ttvP/373//O+MOZ9mXe3OniLfmszyfO0aC2rr157pL8Kz7Mc7WR5pzH1lJRbpnWsfdattEdVrcn3yr226+/BWjNDS7S+2DKbNPGQ39rCc+M1Wl+5JOM3aY//6xHe7/+pf2BdjER4xPvKqYf8oHeSbdcAxJftHcKc11jcj49RoxHzOBb49ZcEAHOrsmRf/7BG1Y6RwE+v3IzQHLbMuZLvQGGPdAVOc8Kd1uxR9by8C2/Te6vyMUdq8dFUL2QlPUl7/6pPDX8Q/wgU8ifNKNbtB9REMWSAdjK354XNb5KgP2Ym4xP2OZcxQOCQVdaK75UB8d2tc1cihN79rKWzjEKt6TBH9DC75Q1It7xuXZ2gIx5xpFXYAuBh7gLoWh4DkCHbwexPuJPDjMPlZr3itOd1vttdMc+ln+dK8F97qu7OWQ3CZ/RGUowX+kn1VuHXZ60GefmhJ3XmdAPeChgC+9DPQdzHxri5XlUnIvxhiNHz387n70N/XzDHTVRNz/U4BokD49PeXbkBLeNWNsLoOvZ48X9meMH/Mz30UbPIUgSM65LOseSOWaBMmYCj4+8LZ10oiNKVe3HipmOs9fTH9g+/qiTv6ZdM48FnTx/4RtI8a8ZkuuaIXbC0d7PHyqf64YqKLypil+hNc+TB9+rxiuT3NsNZ6TsjqcVTLEV31wVkZ4jWZaZNui1mVGZ8rFuYeRVZ3yavs6cxljMX+yEbZIH+0Htpe9yIhyJB79Q5w2tY4hxjh4b6jl/ch5MTDNfk25uhhAG35GzyK867H9apm++Lgfo00LfpgAdrfH+hpgUJLFZ/66HZej8+Q1ht40x48MdN/6ewy9W7vTc+acxk6aCx+Pdr6blchdBOMJnzPGj3BqROc4fdrzZ7nNykOm8oL/L5bbh4Jl8xpyftA+ViUMg+Yh1k2O+ATza2dnrNVUa8piECfzswxfeOtF38J/Rl8TxKYVQlq/o0kRh0JtV6vRKDycS+jzJPN7Hig6jNcG8eNq4dpCg9MnYtR+Ldlt2DCXcr9/+aHjlASAVZMKxP+kjUX+OJ0t/+SVuYMZNX/jyVgQLLWMXOTryEKF0CQlDROgaz2MD9FqgklxwHXu1BxqhLqHi9LZqj1y2HaWhOgNtHhOqJckOcVdnw57rpGMWQLO7QSp5bgA+1I1eZrxb4DWC9tv8qqGGhl+1cVYnsN+jxyv4fcOF36p90i/09yZlW6xT4u6foZflt957bHhj2sxgzFE6eMPunf4T/n9t47o/HvpNqif9rlJYbuvhMJevFAseW7FZLNYedPVhX4NruJO/Oj/jUnZahsG2vpGbExZAWIYcXkhxHzz9BkDicsKYoDHIRItOLwsxa6Ey49D2yM7v+JDMsl8nYzl7H3XB7720JXmVJ5jHfSe7ix54VxlvqWV8rva6hX11oCsOfZ3hpz3e8UVqMVTJXBr8yav3B4PSxScb+q0wvTHgmF3xK77X/h/TckxCTZJRKzk1p+i7P7AZm137/DR3MflZv07XxitJ+qjqhrmO4MC7WF+g7f8hEPM2xM/5uO6HjPVIHsOM0rS37kdN7MU/x8QC2/KzY7NYKDYKr2Jlt7VxF9rZCJw31LviX3uwIfxLzivMqccXEDz2Z1QcS11+0XUcSPiKPWFb/700bWh4jHruw6ICNR7UyZw+7GLeKs3XlNZyuTCwDn2o9Vf4317d7XNH0PLejT/t31V81m4E7YfWdV8d9t2XA8tv398TeG/kY/SG9S3rYAkty2kp+gWeO17GMb4usjNf2JeaSbTT2ZEVzD62Vq6bn0oACm8do7U7r+aUYWseCNYyQpe9a7aT/5VW/WwC9qjzz9rzmstZfvaQKT0L6OPFswiNGnJNWYd8tmsH7rLAC4txA/gvK96Bt/qkH/3Uu1/7WEfbZQCOnxnIr5VHx/if7k3FO+aw9dr1N7VW356ZdH8fhD0jvbYGH3C7bQ/DL3SNyUJEtXXzBcQEyYtMIwb7XMN/j/YVrN0ZG8Fe82GNE/PvNFlg9vjp+mssYCKu9RCDqfz3L3/58stPv/3+2+WbKk7Tjb6Z9nq4HdU0wOuxKDLYGkNyPKYR03Q5+KY1H9cxUTPKu1KZLqVyhnlZ1g5xraftpvE8bhpqf4tzdqkgKZExY3mCUTE/d2bQmeAse3zOzqUC3gtWQBTAKHkix8d2fUHdylOqx0xr1+TRY59DJvXDypARE8eMzvXZ87LoWyDZFxvtdiJuFPu2DbCCFx3pseMVj6o907fTqLptXOuzKfoG2TmWDLWW0oU+67OOry30vOe/wr7Wwgal2xWn25tzI12nWuHSjvhl7b60xEdQpfcF7Id2aJ1QHEVkNNru83xlyLYFzv3EU0N7ozrT5ODLlMSDee/UrBZ6rfM4fxfg72rc+X1uHWeuJs41vxwnz+bNK4J1Gtebe/cUMgaXxf8edo4g/ubDvj+ZcIcK9sD/ssABYOkqJtIv2hAYR9eZrppb0I91dRfSiG+V9lVymHNbMTxi/qMB/UAOYqPrlw+8omDeR2txfaDR8RxjB7Cly3AddwE4NYjpGTua3449P9Aw6V0crjzpHF8BJd2Eh32vjBmzvNfRNQ40DpGKmxNO75sy985R73xT0ojH9MqLMQB+l9979y87UxaG60WV8eTIUAaeO17KmcmOwWug+LdvgQOXp6S+50BOG0WTDmrBN+OBDd5VBiB8YXAugM7uEVDpLhZH4EYA3L6RMBK76SUyDOJArvgSpCydDAjMtNuUKxTYDoIyJ9z4HY+TjSe/4JABEDd5ufH7e/yuzJdfos5Xc3Clbix8ohHty6ZYzP1Ek22Ji33RpU4QytZT5KG/8IYuXuya/01318X9fkIMurmpHHavCegF3JztV5cVi/yGDHYG10+yGMv2qHbhVV/QHKo4oZzwDG8dKK3f7Bs2cL9xXHrTvo6j0zUujHMqzZt4hpbffMoFL2idqIlnyXyi675Vvujd3WHAl8rymcEdf0pIPD0omMmXSTMP41cf+vPHV7MLJ3QGx7EYuG4vpKLfvLG50gD8RwBOnq0SPk3SAVLxAX0ohGFiPM2TJB7QCZIz/wzylm1izQr0h05NlFNVsmGPdZS29OLpwGG7ACaDWN+/yBlDCPjZNjNdJUnbOEAHj5yz4EU6z3yB/8YYvCxLkkaOtNUEmXScB9JXwcv2ddvlqllv3QXmNWY61rVueI9gL+wvmR7JYVuC6brLn+M3SjnSDlnLVnzIWLbTHBoV80s6xF/6D7sKz+M93ncaj9qJH7T4+rTQMPMnfZeN1CMiN2P2qXU8gaHGapMTlPt237if8s7/Hcb1yBeDlOyHj0NKFQYKuaIjzcyaqhvSCRdCC/+cQxMt8g9zKF+cTAVN3HMCwuqTDEl50p1C3FTAcQx4ri6gmauc1xQrfXxkqpkPDOH143MomBbFBCPWOr7tnSdgILN/irJ0oUtUj/gh36MDOnOvkwZlfxY4NuNANu36aY549jyTuW++K778xi9o0LacjtHEmTLVk8zat+1+svaVp6wLv3mXR1zEI4chOkH0KfZllPNvrHNH04Iy4vmbCGQPSTZW+KjLrnRCHhCBSU76OWwbtdbPJdaDXK4F8RmWScCIrszNtPRwTkAM8tjOtCldXznYzu71/LSM9r/bhnO/4d0fMk7/hEwhQ/oxZKf88w/jRXuscV3OoqLap7Y/oMexOuE29o4T2+dp2wkm/RUy5fnOruvklhXk5UD+b9+41U/DOMPnI24cH8a5vHEx4idtgHdjLiJ7wgdJ64vfHx3WU6KssMS31wmv16aVfDM2Aia+tm8fN5xL4Dlv0ZwZcsag6aiU3JiEp/MVdyP+cP/IeaZJCV4//Fu4MbLESVDuYMIjBkZY4RPJEHmIvhEfmf9GnvPFkj6n/ebAdNvg4xjtTPOcNjq6xB1u4d8Qu477XEz8kNf9BSsu+J81Ks/GmRNpL+VysbA0aeAYllGgl38zzgM1bJRxNmyDzp2vdZEeX9OESTXg855HsOIXFNNErJ/xzzirVZryt1Uox+GN6mLVHMjh/iHZK7f1MdUjPsNYZUPku0K5J+FaLqLfb8CWXoZeS58f2PoedQ729Qn3q7Qw6C798y2WHBz2cEBHn3yzcxAlPi2jdXQM0+/8AZzpGI6+nMchTr6xhTLhYOMzfjxa/DHu2MmSsWFL4Upu3Vw+UnvYad26HieEFW7YqueZLb+caJAjv8S3iq0/U2B/FAbxgt2UP/TtHCJf9vY3JpVthO8LmhWbRfdaY+6Gf0Md0+nza++XDEWlcKova9BLYCpav8RHdlvXCvq4XoEdHLcur7a5XFMkHraD8ODh0V3eDSya8QBz2FlwcZ2OwJXR53pmfvWAt25qKt6kz0J3k2d8SUTal5zmeWucz8tyE/7NpKc9K1VsTCzY392vzlPYL/szeTO/lC/TP2OujKXJbKcc5/wxwR5XwnD5G8VpwK6I/IZMPUZUL3/J1MS5ronCDBjnB+ac9XVpgTpd951L+UjLk+hl7oVPMOrXNo2vB89mKGQsSFZD3JeW0/Jd2+DKPtD0+D3Fstc9jEZwA9ef/ow3JEP6BdyPSqarxghzzvvFCZzGD7tAKedRzMrIW/PY4tv93h+aHnKkPBFg2CJp4YQ+ZaDV2yZ2U8qmzBDk076v2486X/Gcukdu1sst9jlEsclqF3ofH8RIYI0AgAfXyPI6WSDylfEcXY7uX+YXuDEj85osliQHcC6Vko78eKVBD0ezvToun5aNc1tklVG1huC7r3/yIpnkzNe1k0LN0QvB1uHr56KLvpLHJfIpP2FXxl53aKYmbDuSk2OUGHI8WZTi555RznNB7KvrkqsvCh7JkDLPqSxmi+d1PyNbOlqwcdkWmcN+oa55pY/RI5XCCmJgu9t+qzS0nCNdFoRqloBWxFHaqvjY98byPshvIJu/x+WjalEzDUIcOZUTkYdrXVq/i47ixjFufGKAP9vjrjTnJadEJ+Z8+Zg+fxljAIb9hjmRL2OMHDjym2R2vii7W5ckQrxgp/QFPcTFCCZsl0D6xFdxVqUew2SrfQQ9x39f7wzhtcg8Ms4gv9GzXsarUvMVfKFIrw293gA24qONAWpxOMiN87jEw2UsFJFS0JLBHuO/MOoINugSKI4wGQSQDPzdEsZtZRp96OzuO90h152RPIwUZW8TeI8CX5v5EUwjkHIjGibjpgoXE/mqTJ4q/fzlc34FHm3d3EFfcOWrV2wsv4KHjWwvyewAjIF5ZJ/Jz94fU8GGeb446PtE2HE51oyHzLgR7BP/dx40cEJI/LAFPqunXSt+HjGffn4ztLGpFvJAJH7nGYP98Rp/y2a7zTDwwCjhx9+UN/rTrxvcO03Ru8PoBnGswdT6eaMCPn1ue7zr7z5gYz7EfLLvpj6m2xZ6oE8HJwRf/2QRU27S/Bv8jnR68LPhZOas8oGGD2b8kPC7CXZBevKIsdr4dF2FpPyh/oJjxqtvI5VI8jdzGpmii49o2OcaJ+Z3fl1X8Vd8St+fgQ+Qb6EsdiMHDdLxEAYLL/j0jxMDNSUI5IZNLMfgMOVy+66c/r4BsDr94hSg5rfjG97khBebnFjP+UoWwXcbdb+j1mov2uJFv/FNXSftgZT+qIt1Hr8r4f8omO7wXu3X5kXQnoev4l7hNpNcAUbPmtt9cWC1Z4IyuV6Y17eMlgHZMedE9MONeev1RnM2csMmhuDPPhjulE/PIMPlEL0BWGR8rZEnMpucYDrWOxVfWNp9U7AHQp2ADdb7/o568IHVKuc6/5B5kTviQ+2Ye82+BVOCMu59bfUGfef9kddPuAX/uEYO4OuQOKDzKq2MvS080IgoJR7z5AuaY2G5o7v3L7Yc9K95C2mDdn6EhcYJbuYz+OMULPckTBhPUGi5As3vOGK1DrnYQwfxwb/7+UR61+8E87DPeg57ma8MVJjMQfxyN16Q1xoy5skp4Tf2IleoH9dzjfsXac+5AfzYBzTf4mfvUTI+hu1OPjjGRNL3usNcDnNGjOceIr8KWHLmhYf8ilzW0S47jcLXyLpOd+j7up0uiJP8jOx7i5iZ0Tv4hS7YoB6qdQCJJvFCsHT5mc6GCmw4JLU7/qJ09xlzFVFiUTM+Ze53oQt//phLUcofEcNjC2DdkM/1zsk0hQcv0fA+8ujfRsDrLGtuHqvJs0s2GuM/qICmL8A8JrkKZH3Q2/XH+GG3Njeewb4/bvlswJ3CMjHmoP02O24qyJ7xu2zOup/NfyUA/YyZxA+Y6eAVjtY7/p22nDY9879y+a/r+SVu/n6J6zSnY+ozBp03p3ozE5yw6bP+9v/evuLBk7+v8bXEugYq3OJpHNN0+3FJrvoW59HkkfifknsPs++fH1PSaNpmrjWVv8n7Pu91WMLv7jDsMr7BE6/Y/nJM/h7ZEN3NJLkaUHPfLjHs05KvVB1A5u/zncaDi/08sDlS98gzMLuR8SnfxwCIZOpYipvYXw+slPuldK17K22tJ6a2jlUL4qJTfe/WjN8FdR+0bOjyfd5M4XoNPp38a/xdCS7w+NT+nPzP+WHFRZ6uR43ueaRGXq9V/Os6zuuYfx+k1ymubd1MscnceU0+lT11Mwu7/Tj/pevSFXXuuOY3Ykr8uBGUU3b6W2kiQyug3vEbsLaHla4YVVzQbiki6gjK4VKtVz8f5VVoOP9e6XleXUfoeXa+dsa69pbPr2O9587O3gMij/chGWdTce1/Oi3q9p/x93G37/h63HTcvpbym2XzuOm6dP9e9njpcWE48C1Dh/V45cdz3jnjFPbfU4vY8ro45lnlrjuOI/6bEXIfMdZ8rVno6Hmy6duHNha2YZ5TYMz4rz7T2hBumqsvN/5DshQjPniQhEPnh9F+gVXRTyqJP38DOFuHDyHl9EilyCf5JH4YMi+U8qhbOzIg8gzWCSBw48zRFzS4EJYn7kw46dCw36/iOAUh/LhYIHkuAYHc4Zz8h7FG1BveJRIA4zdhUvMmaBkRyH4o8fp3RDpc8h38LJc3pf2JF+CwTbo3eELD501+wuP33/7jp99///0nfmMnx2MTX4dwNWlXvxRM1MbkSbvNhWnA0874wK6RHALWurhcaM0G+F2WOfB2pQezLyR4obHdjkRDbj25pJizrRM2fG4awrV96mQC+bE//nd8HPmMTuyBDbtdXE8aD5CNC8jEGTGizSFB+vhI/wUIaA5R9z3CBEasQtdwGYlLDw88wtKYZTWk+blfNwB1EdRjwOZCGclDcN5cN91xzhyv31AxHylpm1Daf+jv/gl9qVi+y0B0MJY3cGesP05MyZm5GXFS8chcDbz4n09BjzMjU3J54k+f4zycsYAgW8bk0NEx7ZJQfXZAQzaSFJACjbdSzZd4zaeOBj1uEIFTuI3LzBnVh+pQLVdUfoeO/mwFtU2b8u7wmPIiMhMb5gXeEPiGgDdOxJ/r5ptU1qQwYVZyoUskJdmQkdVHHdby9j7qGf+f4sk63iDhInb+jhZ0oy+SPLS151x1Ms+kO/2IX+5l2Hk/bWP/8Cl7obRzNOf+9ynyxwHKVujCFWffeI7HdoZ+oWnk7W1dOcTfe1IQmxWrliNtGk8/ev2x7ZP2EmaFb9wFNhEqpxKvOU5luK2HfMdVPzEwcCiJ0YmnMcbhDa7jmj4/gMEDGT46ffd5fzOnT4EbpMX77KrK8Iku8LBvCXvGv/kgTHOZbVTIj2spegQgJv+U+ztsEY0p4zAGXcOQvF2DntbV+YK4BsZwcAYlbx5GHZmvR9B39+A58+0V+GkPvJELGq4bqcvlPspP7KGRYchBTMqlPEGOruxb4iJHgLEGXeZIoJq2bZLAuUdjfwsXeqSgYdUrXOPpwTSN0IcvhtmnvY3XS+MnFyN0gKgXjAZKjmH4Bo+v4I1P+cYCw6JD1jeUhfbQd5LbYGf/Vplza8Tz3gYc3mnHQZPYmzJt9KrpGHbO00jSSZoF+ahmHW0Lzz/igbjI8Rd1fcTnMuYcHLRT/xHjlgN44h3+yGI5L3S2jsS3PZcxKQEd86AU3bBamtOK8nCAHFawIgZciDNzpnIrwWFc4JDX8PJTwqlrfl76ODnOw76VbbIrZL0/GCO2h25BhlgXyhjr+fTB4mx9pCMczVe0zeNL7EFY72S/sodkjDzlNzaHnyVLEwLKdA69kk4mqBB++EI+wd6yi8u5wAYN8xffQZOG6TpRDYA5/4xwLGXL41B0KiYij0aMfGYvNnjt8FPeMSDeYcfQjxf0QbM9d1y3HX/SM+RaTWiwD5dFTzaWjDEvzGec61sOM6Kdsm+xtOuMr6C1+Gn6WWP2Sefh8wr40W/bTVpBkz7jWq5eWsakAWwaPIw/XJbyjwc98hvXhs47TXTa+zqft+vMCWSJ42KvRow4+Ry/+/tLfEObdUkdGozzFF2MkTO1l8HmDfCmeqUnQF/438cZhS7j7PcxZpo1OoufGVMmEIDHo9PnnPHTeLU1qKU+HanrCl+O9GHGKG14sR5SypmfxjcnRcfM6VmfAS5Z9bMxjNRR5+bVl7UxJ6h3+Wn7zTdkSPx5TYBRyauaPkun+Km10JlDNGW3/U0eYQWdkdfMP8sRU9hmvx7DtzRwmMcwT9g7/DfmZ87RNB/rl+wrWwp3/6x5AXHmYhRjDgFb47RECfcC/S3m47+j/Ez+GLJVjoC3+Fsl6xsDeeSbZUnLDAf/MV60BvGJB13jYGvZeQwvhWLLe4Q+JJxue7YLtJOv9zYDRbKscjDU8S2v+9ymdB8l8RLeTcq0DTdY3RSam563AJkmdfp5KJL5rAfx6V2PDr+OqKW5Um/z2W8V3ycseMsugbkA+ByaTnKa6VDnGNuzrN99QDt2j4OH4ukOln7r6LLm8j2WYQ1hfRzU1VbUZTtUzfNnRBr6o5VtRmwzBO3UIWCSz1BBPMm7j3QSrs+9bLc7HPgwxh8i8fJFyjFY2P7W06X7Td/9xed6zmoYYoa9vXiu88P5qugYC9txboJ9wFE8MOrzBOPc5u8iNePKOG3oaTV9aZ/IY5HzIt4i5sKSA7/0qv1K2DjhwsYTTuB9n2GZKJNXgKiueaPQKfp3Ahe+ZCJswKWfP4755i+Gzbbomm9AZD8fxqmy5BG58knHmwRGBXzH3WmMvuIvCMdbjXEOgkwat0xqvfGZe7LKQZOvjByEBoNo58sPY90ofuTYslGrSojcb4hG4XhIuMRC2iRsvcOcNOmx0nl33LU+7BlizuX9RPjQl3INpdibm+78DeAdB4A8QQqdwTOC4VJge82dD8oLPkayUx7gnYbgXa6SbHkyG705ks7qQVxUZAOwR0DU0LEGvZOcdhh6AfPHH3+MTZuC4EgsOpkAbPCVBK8yQheaJGT+eLP3S5xA/DZ+1/e3L7/lG8DQT9iY8Pvm6o73s37rIriR+J8h/Tcbd5xhO9ftqztR8QXHyJ13YMd+82DwGZ+dgHHtc9Nw/w5/3349nouGZpDyYERwNOH7rg5FT3lCX8VCb8yDJbzFr8P/d6qnzd/JZ+jX4fMiQ+iIHTPJRH6J/17w0P7RhsbWcVYy7X4h5XvsBT3EVf47ULIAh6F3uxRLnaC16n2vUSUee0y6Lj1MD/quQ3dvv8brMdT30yTNpJSZbrxJYJ6EjnHifrXbY4kejdpOj2D6mHOfTgRqI9Vh/u66fAqXuJyHQeLQFHP8ZNd3fZRdNB8gRl/ewIwrKfuFl3tmhX8Hw5wzv5zPTQ3P7x3X8L2/bxR7/6nOSW+yiZOrOx4dj70LR2jTu5c6Mu207Cv5R+Dktx2OEeT/6B7FfBaBtgby9TdsieGyY8g+dCvZSp+C24h+sAk9/nk+mQy8i79770vd7B35IsD8pkV6KVyG3fOEOdadv8b3p97Rd79sKT93v91LoRHj0+r1Z3j7OLjfbe/QHfsuctyHbokwYByHC35BZay25ktV1njvIdmrE2939J8RLDzNS+BfsdkzmKILwWdSfGzcPLSGiAY5AX/9yANdzcul6Fd8ub/sYhnCN8u+NMwRy537Mj7mjVzNs1dlh2eX7VW8k0Msf6eBjONUJbvNr8NQN4z1SlrjRp5hfeHcfJ7JnXYkgaTtbEtTU7nTsHx7/rdcK/bjlv3zGGod3eVZR0MV1iVUUWI8zv3U24gZJyQS4g80lR4+lYUfs+DFbVWu90OmE83eZ/r24z6GnKcx4O76FxpDZsPCT3qH7Q76WJ5O41ndtIE74Xs8+SaQKNI/4Ud+18ijT/nhnT3VI2qPxphjfEvbp7gJTMw8O9DFNy108f65UviXvatyLr6BCx+PcQWndco2pE+2lo+dxwX7TPoxjkBxsAa+f6wBZf47nYyDyNFdrsF2B82248eDaZ2BYN09VmXsZaOR5qzOBzVk3xaWR9BJOK4Fzq9ofQCcQ7bNyiPnYBiC/cfnT/FA4DCK9bIXwlof9EmXi4fc3f4rH71gqcyL0RYvhuWfCZjtZ/Foqmt5b/2pX7FZUV9oWU7REiFixfEyr92ETR/FF1GC2YExzRfYvwUit2KPs8IaR/Z7m50Yet/ar039HTowl23Pkxx3fdbrbnzv7/lrH6M99//7CdoJ+KYvfZ3EytbMw09ftB71eAIsZSrQpOo4E2x2LR/019jZ5x3B9OijDm7yjdjE9kWrY1X95Btwvs7rMHFP4sVNmPkX9WvtxA8oyXyFf9TzEZxJz34ZJiZP8v9mmk00Kh9Z4+wHYkiMKJ8f0rH2O+/rfFbKdNhDnBS3vIZ7LmlBGLd6zjXy5rv0FYu1Fib+iHu4OL4qZlkjYy7kGo2z0wFTIMt6L8ejOWjbiZxoeP4FJzl78rqrAIfc4MeUfdsmd3T3/q7jz//rf/3faQkbigWBwCZp/MnFRITBQ3HE8h/KaKX/GsJ+/uVLGDXe1hm3o+tEL5/HRPPAl5Ogw+RKY4A7NksSRhdgLRjs8oLs5iQr0mUNyOxGXvC9gS7Y9R63FzyPu1xpanJbHsNQdnnRx3hf5+8vIEfHUL0HwYlu0k67hz3jN7M+87VBYd//+P1XmMZ/fhMmbBgBkrDbm9c+obk+cViTBFt1OaDD22dJD9rYe8wLXKrq4BcLZvLnjeOo84SXAjbR0w67XuaFzW2nOxhR0Sci+QmyO391eOqmL3gu5A+9x9N8d3SwV5fJMhf9it/qk+7GEy8eAuApPNnz119+/el//7//O58AJh4Me6VfVD352cTpDa7hjAAxvkv72fTcX9S636t3r4EPbhRR9lH53T07n69jznvceuc6Ep2fIBiHN1zZiA/FKbQl3z6ecO0JXePdlY7fu3H32z6eJ+Sv24MbQZ5fQxb0R2rofEnUz3lRPp+myTb6BAQXgwcOv5PzFydlh8PhKdsr8QPmPDb1Clrwtv0NUwvca/kN/IpD/K0bbJ3uKuaj+AmZbjaDqU9kDkxwT7tzwqoV38axXVzqt5gqVjnrZKy+zQAaRVfuvfo4cQaYefUYdHyYkuENq/7Ko+TlOsJPUqe6ogau6XjAfCZvYOJhn9Ai/qBfPMDZ8XkLjsNyedztHHzhw98scYu3PQ39AskFRHnX8SsHWdYOuPMvXzanTgTibzaOlZ+PcksOxcaKZn7Ilm/wO5GtYG+3dr12Avfjh0AKZNuunvBfKVo367OOri3HHjKY7goRrZHL3J/2GUwSz2/gjL6kA/OcCDFHDyfaCZrxXfpAvy4umRvrCHXtD8N7OdBzp+ZBnKhG3oXuZw8WiaxZP9s7RbymB2GFzrv1ve81Wb+hPrZjuf+AtmU03PNSnEouBbb3L7ESJQnviea+K37mIu0/HG39zM/xce0HAsV3DY15LS3bOvJofQDyGf1z/rK8Z57Kd6yvrK2GhZvrxmP9dOwtY6g+cof7wTce9X54jvS+Xjeey3y4k6AIHiFBB327bponRM8Vx6XPs2Y79PSeGD0dl9bH7RNt9T3znzHPcWDd7/k8o7/Gh7ndlautyAWh87s5vOU603vnJ2QUb6ExuW+sP47Bk9zIxzjl5IevOL8aCNZB263SqX6OIlg1Pc3PtB3jpm9Y4DwGK49bTsO5neW0D76ThKYx96sDwXIYf6fncfe7fYL3WMYx68az0DGRVpqGu6D19c/13I+xDmfZbBvrii+mDNMmomwY85Gdwr9DZmgBAx9K04ZX5238nR6xZVqG6aVpFD0x3ukUjufZmW6nVzhRe6L3OR5kB9sAeqYv+a6O9TpW+ixSjEbZ1/Tu1h/b+5X5CXGfJ+72Mx1fp9ilCtf+9Es8tM+3tfH1z7yRxUF/P0yn+gSww9V41QTDNS9eKrAfzUd0TH+Xn7bHIpqDKPAVK1xH46urtb9xfirZwGW/ZboukY69ue9DAecx1qP9OkzJYNuIB3R0SKa5HxobLuP5/MtrnbFcwo+xtFUIZTzr6jwG/DynHnvIlDsWWlnUFB+X1vUhVNjk6/iNRet1wevnLwnPei6qV1jdqCHO0I8/w8g+0demVuav1gFs2cU8dF67zDvnLEAynsUn2EXkBA8sRUzEpPC82POAqAvG9XOpeF7HdHG86+jrotbX8Iahvesm3+t6seAxbHlZb8d/jodKeSo7hlpImo/PP2cbIwCqSTnjPztnf/gp38zEGZ2/oa6l6e063N3oLbiT/Uq+Kyf15DyK3O7zGtOzHJ5n+pm8OyrE6npdChuSU7hOmLubbf0wJfNxfoa/57BhKCfcDZ0J2+fR7ISAYomuSauN+/qWboy1gVHt1vVU4ro98PNn3wLW88AUvG933qo8ZAiVvhZMy/JR2h+GZn10v+E8ZlzyRtsiLvnB9HZc91N6jNL+Nw/nc8MbtuOBI7hKQs579nOn13mYPuPuNw/jPCpjxj0ajvld85C9A/nOR+0lAmzrd150CQ5y7XYwrV4qVaz5Ysfz9Vnj7Trb746ffTy+V9CoSznv5c3h+32DfChA/MWf18iFaDT2eGU9OB2Ws+8PgKPf9JfY2a7nGN/riuPDsZE8e07I+U8OWeUBPmkNWHiig+Ny52MZu2zJKz7o83iuFdHcY2mBCWDHVo8faGScxXyFv2WgX0dYFTlD5sorPROVLMALX3qa/yA0i8zSMob6+D2xZE6ijtcOkmE4czFwgH6JzeGfX+N7kPIGR1shYwx7JHMmxE0gTAkejMPTDi54klklEvpxGvyQlbIHY8d7p57yP0Doesm4skGwvz0so+KFoMHWIT9LYv6W7y/Z/vXXL3lz/Us8OZr0AmbKQ0cQmJutRwxvJXkwAK/4l5v4AJOs9NVBkCrk1ddjwyPQOB0eP439iL6UZWHN2xmPKd9NDmPZ9iykHKYHHn+cgP0SN+vVlq/++POPPIF6RlsUSaC10LrvI6Vltd+e0TB8eHr6Gpx3w8o2ecbv/4jxJ8qwmHz7+kd8DZIMxcMs5KTcaI0Ywa53e8+TDcoPzDnlBuBOC27vE991ETjRFy1o66IXJxCd5x3OR/tfiT9gHGf7PHG7dNUkdv+akT4q5d+A15UK8rnQx3KlBT/m2Lp0lQDECzngNVcW3k3Na2TPzTegS7djouy8DL/d0BqOn2NL+iQPr8SXJL4O3bVq2gSEma107mUwnMs7Jnv/mc8OVXGuEdqSBX6msWNhN8nzqj/M50rp3OP4PI9ee7scKVsTnbbinL1Y4dIP3uzr9QJbagG9tGlULF8nUe43fFZxwTx1BEb64MrnBP1qn3R8P7faRvCRrYZccn9+qwQ904ZRT/uD8Mah+IDo63HVZTPPLscb7C+gplcDr/njilcUTjXg+fO5QY/jhDfbYe8TjUd9lge6rj+Cf2fs0RrvG7+m57aXEcvC/PCccmmcv6P8J3h0ua2n+hTf+VML0dFvmrG+3q7BjeCk57hoY3tVOW/vfa2d51K3k6kzV/x2uyLjJY4H21dkOsVqXoB4TfR/DAqZeMCHGPaDpt/L3Lp3+02fb8T3/lfixyS6PXNv5yvABjiUd37tsh7Qbrt2+W8B2wAhmWvFqDie8jy1we3VkvGQSEc4Iw/0um12Om7bFtoXR/TPvbQgXqFhWi7T9278XWXo+CW+6Y1rU57eac8n/F6B6SQE7zVHBja/DndXB7/DvxMrJ9jc7yez6x7telrd85vkeEX/ijFwrPudhrpeqDipmz6+rlznl4VPX9EdXwVdw6/XMOwrCr1O8QKJnN2uV58MG9/IcoW/sKiOYORveOMroMFlyx29AUN2jmDKab/79bmPisnzmq/3wt83KpHi3aN8vOLSj7lINr7R8shOiY0J2FsE4hl20BxCnmHe1eAMv9K+3yOAjbwcK052LR86j7/OaeOZjpEUE4SDdqKUXAN4dkAv5+SQC/g67yts83t3ep3w3FfUI2f0xk1da1HoOPaUsgV+jvslkWCkx0B+U1DLZPtCxX0ncYDj7xFMXp8Md3eapvUIzzBrebWQ6WoN0PjJdyudtbXD722gw8ITKXPObP1dFZIaXAffUM37IZd3nN+3qyg98yVQ0N7DCryMu8zDd1K93i8e7xPjBjD3tV45kJn54sNx5PapRG9SBDe095u7V/igH/D5BrA2kleQ6OkyGOAsC3Fw1S1tNfo/si9NnkHWPD9qe8teJbIqdnV9QDkK+l+YYBjz53AAjOcbQbHY088BIO9ERErLN3dxLm8H84RjvviaQNHLnA+kr9wYHk8kppcYH4bRJmEEKb2+4Qzv4KcnbqiL+SkBJDl/BFjKN3YCnz/FU4s/8XaEAPwuh+m4NLrL/YK52x5f8dAiku00qlrW0Ti9tD6UosUiobd6f/013vaNr47jq4J4kjN/V4Pf9miTwrTAR1+MzcZPr7TH6MjHfmJ2Om/ICD6x7yCHRtIBNWhBxzImbHwMEwYeug7t2PixEQx7Q8t2SbkCKvvxyaAHD8NAV0ECz2zNjw5TTzcwwSsxTOBWWf00bvZiF4XPhU9Dfalqm5geSFnnDnkcbITR8V//+ldEhL5qwz6idJ2bxIR07wOP9vVAZxnI4/aVYd3vNqX7VI446QCHuuka1yDzTZKjfIaq8pLwhlr7Aik4BrcAKFIxFPr3p3j6mOvz7uoDOgHr+LjMk82+SZY5QSU+PLctJ2+C8LtoDije9Ekt4oPZr8WOm8BRG8GSth1y5hxbYnlM2GDXbc/8oY39n8U+9BN+PGwZzcvR/StXaj7R77EL0tOOx3MSe+gRWCx0PZDT8YUMXf8r9ODlmJh+hwaEBo+IF5o/+rCNiFv71U9Vw0u+olbrHy2OCZ95HOFC1vBrijnzdekP/JxHmPDFuZfMftSH7fs3GPOkj+27j931S01iouaP52ta2DHgcthF9MnHxP3VtuavmBqx9YJNbSY/kW06O6ovVNilbgenCQou/C0rA7sdql1zEBkkt2jNuBv0JoOtYrhgmCMUGX+jnYZipM+9LS9PGs0dgRBIopnoIaDiWvIh756Xu93IvflNJ8AFHcb6ONmWfWJyGTd9E6bxhC/HzmdvC2r7TH3V5/0wT/skx3AcfE0ndgMb8vtNZOf3fP+Mh4pYV/g6a/J6HpETdJEt4iJyHb24p9sDOMdF4iSM5Nr7PS4ftVY4hf3cDr/zqbb8u8MXxY/VtP8v/Xb68P/MW+cjDvfxE1fsZX0tv0vjY2/qjuew+onUP9qHjMj0bB/wSCjrZxhodt0qjg3xavn9cf8qp/fhOJcRVvqUPVmEjG3Rt2FzvQ1w21u5fOhnQg+FIF8VwM88FP1C+BBr8HcsmkJ+c8xoSP6xL7BI4JFEv/NI3eNkq8u+kzR/+ktOvR2mvlHvJ20N9kfICZ+7b3Zg7KNHzvXmt52Oc0GPkQvMFh9+M8Fwtp9pOQ/J9s2mbTqBY5655pjYG6X5Pbe/4yiygmUI/jzcz8UiLrAtKsZYfvPbfgI/ZJsxsiCF/1jX/ojrQg0O3XKaNFid/yATc1iTCFtYNvRxPnyum7mtZdK12utQvlnR79FPGYJvP9zfRO/DP/ENYOSBXM9iguEPSBjPwHt712kfNx6lRVrXbfnLdIxP23XK3uarg7/Gj1obB9rQ1JroRFZ0dY1J/aaZOMNJZATeQLJ8pqsbQOB5DJuaPhSuh3G9H3Lp+Oj8d2yvbdKVUfFCN9uAU7OiCYwmgdYA4D0pGHvxCMXRjCnCrrEfKS9Bs3Z3kJfrtk1wSpxqF4m/eFMXfvGHe2hnjpIpps93O2rOgQMgfzq/9UNVcIBfXV8dBKP/019EQCXWnTa433PInz+Pn937JUnR53gTv0cGfuZTnV/kOt4Wx0WPUjet49PmBaYpyXYeN3CtF98z32TXBhQD2vY/kr3DX+vmz/kEB3PAfbRPMUL/cqQy2g+nTePj53i7NS7sz/Me+wDa/ClXlNziEwrHPl3XRYmHgH1hPnk+Yq87eCJPdCuvLTrcNMoWxEvJu4N7DBn2A7SpXw4CpBeBBI/tdW0utY5Ok3GtznOQgfMubo4rc9qmJWsM3RyGQR5onuTFUoznS/uDjvFuyM5uw7nUQPzi9Fj/WTu0V7CGEzUrzsG5ZjcQ+9hr+Yp100ozh0Wb22I3kMCrfDf4dHuiNhBsA773XB5yDszf+8XpI6fl2+HMZ+/fM0ca671ScRS0huPUjsgOmraRx3bK6h+yp3yik3hx/+gV2575i07aZNAFDrqWCVk8Tuk/j883jU8B2RQBj2PisSC3Nv2s1z7qG36rT2O0mW3XAxbsWbivNtSZsjuYLAfYtslep008x+6BaqORzeOH9+EWbdIeompfSEIp9Nw9jPZfcfHHtgWCet55iMXctFx6vCipxnjBQDjaOX/jBjAgGIWvQ0IImPMVBrlJCpvyVYpe5IHV5pg0BjDE0roMxZEEVI1u/74FQudXJAMeR/JQddSVoJKW+4M2kyBZjL5ZbBch6UfBNBSTMX8wbTCbSKqUIWTMbfiFpugmrxEIRkLWEc/uSvndlyexODBv8n756dff4iQhToz46pb55H6z0Vn5SXpWkMVHr7vPJbp7ogEnWxQucN7w+QaNce/LzIRzGPM/2jTnpjhPFM6TNQl1/y4J2zg1+e+S3FifplxrxXTW3rsWdvojN85yzqdIrkxC25qSr0vi6PFleiSe/H2W6PCC6LEfWeJb8/85voKlhUWyqfjs+q/+/7g8I3AngR9D1/pAttsb5XKB3pWc/OUL4uMtm0eCj1kSzBqhUxX+2e/kqvwjUP0mOPKydrFR7XEK/Z08sNZVZVAHaDfrQZbyqwcf+Reifdw4r5Xw4uC+665D9qfAYYspuOaq8RI5v5ZFhOxT9b/4SX5wXui54kX0fxZMeUL6v+DMF4RjDWYN5ZjXXVcDL/F2IbnYbPPiRueC+2YH/o0vJouTj/WiwJtkFnDf808TDPHTGsge/Disxmg2fPzRmrO6+sZx6Tk5wS4V4x2JzpyFx9Zjb2sUvuKtfED9kQzWE+y52RyM+tjoOhSyh3mIhtaR3Jz6q/DHfAPOtnH5jI/GyZMH9o+6wqTJb2Qa87MttY88291ke96lb28b7p8tD/l3BOW///3vn77Eg5X5EGUIlakuYqfyKZKuOtt3XYd3be0LvmXjTu3769A9yTnUvsTGCfajUnBh5NufYfNYitCTP+hPHhGX2cbOY2FT7L8bsB+VcMVbbkA8EeHOX46QqePK4oe03t5bvch15nfgn+i/k5Q9+vyyJVga1hjENmvOVG5TTArv3Xm0y/PR9mO/df3qXKh49XFdCK6xqOX6H/rxMBQPtmAHT8QGiG3wcdmt6JZ87is7NxL/v6iuMYJK1vk99dLGY8Pm+wpn2wf98WDTfkP55KdnUpSvrpCr25lsxAXns3qq1HIa8zNfZ8xXZ5/CzkCH8ms81MRPWnETeMFdBUhMyeu5qLjy9RGuTVU8Hhj9wK6PeVlrzOd4oL9/K9gPFOtC6i4m7vpNwNeC+J3HHbZsfD+vdxzoAn2Xssml5W7tB6ttqSjvLV9ydfit7vObDF4HqiRj7X/tkN66nvUaRofS9Sf0OPN7XY5O9VFdaxv2sV9yHp0NnIResuWFpezCZ34bAxV44NyL2xg8RIPXnwvt1zsqb0If3dfYMiX63z+6IrKn7foolz7mo3j/9795sAbbGfoqoP1niGuJfNj2/shv5wwYeD2j18fz2tcg62uWejlMLvaDEcbhYVWOPZ7tj7T/mI8ZJg6S4RjTGSyzoI9h0+hjAojz07jWuawjF6DHHeZ770/7RXbusqQeMcEp7QfJgo+x+XP/xE2KFPCvvC4SusY+bD5s/Fj021HkOemFjtbT47dEYsAPswMzXyh7gHChif5z4zAD/UxhxMa8nrdBddqhRY72a/vH/GyaAR3emLpvpI9N7/X2m8E53cY1EGh+39Hzy8k+rMfet6Mzf25fOdu3y0igfIs9JDcrseHX4Q/fvFxgnzQWH0Qs9TZ1/nqMmVyHc99dCb7hXe6w/f6GbFLxflh8FnTmRjBonlMsLUCjwU/A5TlogMyvc0/fC0dvEt/FQKcru3R9XHecFX/wOs3RdkECamtp6lPIs9ZjQT6Jh3byvpDiDP7g+gb9lykQDOINNz3xqd+SMNW6aDZOBmOC8ZTyn/FW46e4WoFBTEc3DoNDXHDhKUDoIXqWAZeTeChl+tygkX5KqhKcHBLtEcAJ2ya2cSmllCYICwO8+G1inTTU105AVzeDMHRMsmZwL2Df8sks5B2v1TVGwieZZizlCLaRvCjFmJyITAkXPD5zwzDe7v0lTgqQiRvAn/iNX976hUrCiii3n6DA129z/IXOkeVki+jPKR0841++KZxQL34QxDxpFKSR2Uf5N/ozu0oXzkFDtJhbw7+Bk1Ihb+xgdAIRusSinqmGfmmUi1nGQiAAZ/sqYUd7wDFxkyXC3Ph3gUmhSaBFM7vGB/QtV+9XvSfe6+ipx3b6hR1bKh9QUfLEFibEUhX7tHQQBh5TBA7epjHixPCn0nRdAmN5FmEGMr7yV6QB1/GUBJBEAnjMZdEVMS9A7vcJuNuffYFixFHO6yGHCs/Hsgn9e+K7LLSmEbEKr043Yz8cjMyMmdYdDcP5IhakLb83KNYr7RA6SVrmSc7MacPkF3MSeBaF9D+mHPqP21wTfj4QEPmx21j5J/gM/5OrfLD5xk+5EQz+imOPXkvogi6doHON7867j6/90Ja+Vy7Vg6ozv49QMh2g9BTjkGfoJfmMJ/mcC4ryqWZ5WvzgE+cIlyfUH9jn2HKsQTrtrUSWT0JmlBKPU2ci1YfWtnwSG1x3PytH/HUw3xiAf74hGYPfAg5R/HTnEGuiEW/O73WCwbd0KCsZ0Otd0bEG15gyzj9dzpSJ/pHH8tPzyIM2cE2rRUz7yJ2aO8On2WlE6T1cavBW2j6t6wdW8ynTECXlw79jkfTccVwyJ5FxlVP5kWhb+68CQr/wiVXFsfN/RSz6hk1yDsrIKRsCZFTbbtGia8zPrMM2h4VHM1GyUh9+mOFbCJS/wzyRC+afqlkWb07ygkMyj5wbJX5wfsYOfkhS9taNE8CV7xORlitRVvygJr83lj6PCfxn/HwEJ2pp37AjNzB54IwTuizTr1ofi2DZX33mtfcbo/jTowsX1FZ4u8DrZMoEFD6KQZdgrkfRl01CXnJOdPc5WE/Cr3zTntEFriwu6vNEduTHXS5fd3C+nvMkbOY9J3Jbj6QKj7C7v42IPmTkoVVKy2uaxG76NUqPSTrs2GJ80PHYs9L5vcNBnzyHHvxzLp/xufEzbp430FjN6uEQtPxTnb12Hrd+fd/SsV6vX+k7hb9OY4ck5leF7/3DjSThW6e0dcYGA/Kj42nnRH4z7SzDIaaTLnF87gvyJKT5qQuHs7MqWzAo9tgbDpCgm199FmJOuzWZHB+WSbIGzxwYuWWQsh7FXDVijje+oLE+EFwxbvrrOPirH3xDs3jo/MBzyvPU43f9Hv8RZc6p1I15PCiOtGn+K58x2Dqtv+fTxJvzS/us1C99Z0Zh07GmkxOpe39mf0Cb+uTR+L5aNa3H8MhiCPl26jHmgUcpFYMOxD5yX+cmgs5t0DVofB7nOW1NZFy6knMjx47rBjPmk3fFY8l84nuWb/p5uMH2IX4/eS8ZsRuXzVKycZo757o5TZ9MghqB3m/xYP+v44Fw5kGX3/guzd/t7yuZp6JgupbTbUbpo80feqtkBJthmBkMdL58+NwWhFUO5CrZRFA+XonD1/OjRpCP8xNNF72ZXqOtNvac7tEeLSgmPrp5z1bXjryHk+7GpDzHT4d4XNf1Ie8LvW4bJ68XhE1qf4iOktUwlPbfaRlBLw7va5iqaXcn/xwNmqFKvfmrePyLn/dj3ME5aA2U6Jf85pH+SwbiyYtBaaKYM9wwkpwj+NKHA24R3HGlsckrK6/YGxhwnSdkH0Rfxe850zKt3M4ty1ej1p8e+4K68wJ1jrCCKpPdSsvy6RoJ8rH+rXPiqgd6dVuZZu8T2z1e472iPDwPDeWSVGfaU+QYDMsmCOcfxCbsv8V1/tLdvOUvaIiH+8XBYheeOa+l5fP8yBuhgLCX2edgm98+Dwb0EY9VKqCDdMbkGAkBTvhjdlRcBRy6+ls59RvBgTvWcE0j2QmdEjZtY+vykpftGGXu77Ah6z7w1LE3jlNOjkrSoXx2mF/aMVTj+k7Xi/H98LhL5nGHox9d+uF85r7KX/Q4PhUb9NivCTdpVf4FJo/m22zP/dMYf6GI1wwENey/oFzoWUbL7LgAK2w1v65c+TINMU2Indb9K1jYy/azTemvo3i5b4W33+v63MFtRh3+lVFNJ/dYINHNxbyo8uDdt38P21iHQdh4lndvw8x6uaQPOP6MR7mMizWgLx3mC7Bpuu412jxEkN8Tj5XP60vw/xb3ZJwXjAMsuSyPDGYbQHbTgD6ZknPU89oAjk9vOgFMG650ZivXxYDJRGsi19L5I0UjF0AziHBFaR5Bo+suWw1/TqCYfbFf9pHpBZtkIETvp5obdH2O9Qc68y5nEo0OEYeQTOGTEj+JagWBQ6g8CU1owUcYpF2s0IQf9Nxv+hY4tc6G6JBM/mLSkpSmWwwtRdNW28SGPrLxT5tb47i0RG4/LnswArnLn46xkTc5ORHga575+iOeBv3lS/zGbwQsSTHjIm4EW5rUGtk5CSpGZNAwhaD4zI2HTQRcHNAkkPjnCeDAEkT/1ELTe071tHnwEecThPqc4CfEJtvsbxXFmADTxz3YEw7/jgQ9Jx62lzTCF0HHYSOfNmhzoQ8NpJoodfXkCnbpudHNcl3gW4dhuuxt+K1q5iCmRshzR+/UX33oP3aI0/Y3yr0oWdF+EYH5+dBJojNcrsYQEV7VH/nBi8DGmjkg2GdR7NgyXNhnmsN2KuLMXUPWhVDF1O5n28X9YCI7vutHpuoYAD6fwIu4ZwPsG8UdttdNv/flzZeZFx3rjWHOqateC40HDct+4i099/jCWug1ZEA3ixNylm0eMF2GrBOdI0/kOETtGc0NaMO34iUB20fBt84fVvV+4Xu5ZI4fxNCek349hBBbck4extg8aUqd64bBqlBsBsJUubR0UyaQO7pdV+zvb32fNfja/U+5JjqIrhLNWMsh86M84zg+HJfGfz82JYvorPHISPEpOToPxvOCishM+NG8FkLI/pK5IVuhK6Z6Bn4jk/3EVp7kgM/gOMSj2sy3HdewLsHxPJx9UWG/stIr/2j/MaN5oHW+xK9idKdtHpRlE+Hu7Q7b6/bJM/N1nJfr5N+pCvMYzC5f2Gt0NdPfkj/Z33j38k8Bgq7jtGLyltkHB1KOB+Rt70l+wGYczM6PV8sci/YAAEAASURBVMifi+9R/0Ye4KbdOkw3GegT6CqXYzJjfGN06usU8txg8OJELv3bAf4L69bLIjAH14tAHnmvhA43XTjQ2dewsQVHXpCM/eIjmwuST+h4/VrXs8IX4V0fxi+xWISzpv3mECx6nsFv6D+gSf4Y+7fcy0UeRd8Zjyf9+36P8SF/4qOE7bWKl7pFADqf5OhyodD2LXusFD7Wsh/a1uZjhCaWJ+9ZTus3TTjx1oriRzordp7vX0uHB0mns8n1ofyTMt34p6N9b136nO1j2or1xzCGfVSKTkFw8erEXw8WFD/HRWH++Jq5JS/2KA6dF1j99utvcQP494D0nFmRHWeQUqyt4y+weAgC/R7Dz+1lbT8iBzgrftfvoaBjUPPJtnKnc0q0xwLAdp/zla9eEB4SB9/5zLTcfoj4AwfbHuIlqkPmbsDuyAc0ZMMACFw84rk1++9wX6Rv9DM9fEcM9FiYGKPfbZfdP+57Xub1nHgg6XQo7j2GLBwu1Xr9s8vn+NH6ubvH7VdMecpvq4yS/2znJn2uDz8unrn5qDx7NZn1a9yz6n2fZH1s5zsaENrtZjn2M7+Vv31Cr+yAbbn27dg3vNu2abZjg8ma/O4B7rf4mR4O5DPNa+wjn+KlYNBVe0vmCzNV3l7njWwle3bcZPrkA/n+HL/JSX23rfk/IRN2BMIPy1iW1WBdtivd5p+5v7zjatiVvqGV0dxS6fP+tbdaupGt9rPrp4XlmvK2/OA++a5a31tDZ+t70p++q/9e5Xr1xxUz50F07zFiyFdoAAtch4Wu70GZ1l0JXL9peQdnWRmH1/Fgk6ZQncOeA75HyYCv17uPPcV+dDLfRvx+avtv5LYcXXfolD5coR2xNPa2TPjoSXaOL6779yN13WTqD3OYPnz91/EZt2xiJPrx2mk25w3haMHri42rJzT8ZEaIFTsuOzIJDsMnfCSwMqAC2RcBTM9CeLJ6XGSuJ9mGN76U0k3g+dSJL3IHEcvGgiEcTyhdUMsnrTIm5M5JYzjA/EzHhu1t0S1vILvlRz7G51Mn0Qb306d4yzf+cfOXJy9+id+CwQZ5AWrwlm6BHzb2ftYnGQRo3ryFbfju5/EVjLaL5XYJrYSP0m91wT/hkRee0MoPFh0a7WJAjjGuA7xOm15sY7t4jJIb28MliYM1EjZoYnVgoGdccZDdOlvHiMcrOTYagcAtMY6EHwRsF/svx7WCJez3flhf29j08oYMc2RkCy5aGRaYnGihuw+PWV784D7D7KV90cuSo/ChY7qUsI2uPIqHOtQegwFhPL9JYxnc7/ZHS10sK2zJH7LHdOWJnXUjVXDUkJU02g/wmcuLHVaQCW4fQWfKQT6MpG6/edHIRByGK3uJjO3gJ/PUFlx8fcK0n+FcWggsTZ/yn3yTc75cwKzJfMusSZ1/jgdFBu0ock6Z3l7u8u7jlkf+NdP1Gx52nLs2suwbKvEPDchlBN7hkC7w1riffgb0DmeSmQsvTl4XS8N0GyAfcvrwGE+KyZbmiSwh85mk0WfcSAe6iT1rYloRUiM3TcSoJG/H5g0fywceMa04Dbn4yvlBwycr84EJ8lv8//ZnvBHowYBVXiTW8cW4yY79wi/5Zu946zfRm43gXYcFdo/bNwoY7KUSuQBUHKTVUo6aRybT7eI+l59DJ95wS9QgaGoeNy720Lwz/YI0jEvjVjwKttqGcFm03KO4qxyivYljRAbvsQkebf0+PHaWfXBTrh/0YLCAQRdi2G9MfjYhu8ewUXLksGHU1T67L8M2EXfJe1jSOivekNtMKDsu8jWyowrbFPuWP/JFbnfsRgkv+ILCXgiuPuhTflEPuPx5TykTSZBJcyBbF8N6PXHbPDoeOIwnnwBIWWPSZH/IyeH9huln56sfI6cJV7bXnmy1LXzRjbd+OXLNaobRuOJtl4Mxjr3ffc41wA3QhN8/dvxnbeF3PbQfz7gJkSzXzmdO4qYfMJxnIB87AQ6fsJ3ybQIcPsip+Bc6X+ObidizpxzEmZ/kxsb8Hwy+RcL0vhVY4sG6w/sRf+AyfgIq4y3ocmSmCp55zjCMzlq4Hz4XMD9fFNvhXmk7ToHt+qAs9LHLPhce0VW8BG78wwaPcKFvHaBp3J1+2jJsxJsm7FOcbQpOdsx9X8bDMGgBzFrpqxhMP+co80wyZCwO/Rlf9zSa9zPnzY1ios8P07WOF92GfyfCUim72CcltwHvdQSCN+HRCKiUJfY9ys7SE5jvPcIVSfsPfh4qDv8OL3NGDwjB3RdDVr7dPon8xofnIDTC3XGstF8l5dgjh/B2p2QSLXgknwwT5qviGRzLfuIjmtDA2vJRwg9/+0F5ZKY/80uyjDdyBq98QDNQxWfYL4NespGb0XuRI+l7/CTZ9/Shx1lv+8LUtVdwK2R0Qq6ul2v2D2W3O3qP69jDxKF32gfSAduXl5e5nQGVW9Ff8ZH5bNhe+xAcFVxxSDsW34x++j7FNRFK+a8hRJW+3FOlLzW25p5ghSgvHpYBHNnwjC95yr9uw8Z6FS0E8PlhzRnRZ4y+4gcNjp2/6Zl+xxPGT/lChPDCp31fOc/5uj78/qjlJQA0b8A3L9N16ZwKjK//aZ8XuPGPfs6FDCe8GWiDjNtvBB1rRqxlHP5mpUFsKZC7r3a5DU87iGfsnBb4veG5N+dk0Mvzg4nG+h4NXZyKuRr247xytKF3oTGY0G/f7HzdNl/o4t86qKM/gvT+gnilZvrAfoqXZb5yHTK2S3ppZCqZcsKL+VXHx/m2ZFPkogb9yhcaWnkSr1e+2JGDch/f24ZLhPZxgmvDWzXiPcwP212cSWeIuV/32wjl/pA+zx/r4jZjkyaN7ziYpTIV9pKA/bysSHtOqgeZmMPeSxVc2CDjMHp8zkUb8vmVy4K8yO+blgznxbrSUe/MEWvyKSA5V5i8MddEy/mTUeNKRuMlHCisn5Ytr/XzcH7RNrwoXT932QWvHA00+YAYMJzLK6VzD/CWAVH9TWT035874B/lP+fWNQ9y4+/81eEXKZbFHrqr71O+nPsY09jAuFG21OiKX/TIi8BG2fxv3W03t0egzvxpzu+W0EtbhnHZK2IvXcOUnHkfaxC1DJSa3463kLrFI+CGpc59od6mr+BlH4+rX3OJn6FyPzj7Ydld2teGO81H36Pi3pHhjQ+e+0yjl8jSYV+B7/i9XnlFccoY/scaLI8ZQcEvvqqGkAg7yGbohBy2C/LcHxr7M9/GX6H6tTyPiIdbOuei1XU2XySEdb820OUyFd/wNp6jn/0Px3wDGINIfaN+rDSjZ9gdDiXYCtHHwoIsGIMDJfeLDARJD+qVVuDgsTSOkp8ovfZZAWhTBaF5KOnR7DLBn7980/dLfP3Pr7/89B//43+kjCRNFtm50QqFcGhINlPUJD8qCUtchgid+w63t7sdcizsyoV/Bynjsu0wbiPQg6x1Z/U0kQ1z4RkD5FH0/hGHZX9EC589kv8R7mkMnV7hu+N+RIY7PiFCHKsRkYuHCjjudGa+KGqEa/o7PWhVrCtGTr6E2iuHcc3vFRxgwJtzI3Px84jPRB2KiifwZSf2CzoheVUCwdlu1uM97IK2/jsd7D9vTpa4hdhq+MW+eTT3QDE/6vIxtb/vgMeuG9xkv3u+d3g7Bvp0+q4/o7/ToQ1u2idC5BtXlNLuldeXveWJQOvrdm7d/0jVMc0amSc0oQ+6yTYVTLp4hbJc2NB6+kxA4DLemEa5abd9nmGex/u6WJsswyIrjLyRU9wQG+8c86QOJJCfBId8x7or8J3Xj/JtbsojzuDzy6/K09TFF705rsouPQFMPuQfm0Sw0j5GTxp/xwdS7EwkGfbxPEQ29OGQ3Rbpx0lUDEa38YxbOFc/AHu3K5r8hnzYhoP4It6wzzXWEuTyYT77AHQ6DctsHQzvfrddAsdxN264Uwmq54DwR94a9NDW9E/47/blmhLTHF4Se/f7leL38peO8hvUO72UY4s9n7hwY4b89zUuGOS8CJk9Bh1wc61EhSLP0Dx0YlfxJRvP4WOlyzfrNtMNHxPCvvzLfU3gTPwB8Ap/0/pRZfp8EEt5wq57zP8oXqaTflWApZ92vT1/Pe89B4xf5bd4s+HbT1/iZ3SQebdnwX1/rWTUHOw6FPW4hT8epqLPMIVbkHc1dDCeYdzn9lo6+NSbrXGiRfwT4195sDHX/RXzoy3mHQ9p8u1VXdbd/nsbfqe+V+VAF/zM8Y5Nd/rcNODgYSl/jeWJHnBASkdsmWjHD+mF9eWPE70dUXT33mq/bqtcCQrxxRr0H8mJvffDfZnD9sEf2Ea2k/6kDfLBLvsj33xELOjdnS+eLtK9wuOkD3iZ38aFkbRvduy2vy4uuw12GbDVO8edfO/QANY+Yi5IBgS5yn+iy8+f/Rlv032NC1TEZqSteXT5HLfWUW14vMYHoqZB3Xml33il/9VjpNyn4F5vdR4f3ELcLgcG290GTKcPfLfFzpQYyj3RiCn8oOeVmjF3pO9oP5MH0oIRk0dz6xUx0M15aFBsaGG/Nnf3vNDn9CtyN8JPqo47x/rj3Gpij/xomB9dZnr5wUSx5d97KJe8y+ZOrsobkpprKDrsv9EKwDsaA6HhbT2H9bNDpO+hb9Z98Dvr57hyPhbxssGaT8DddaaPcy6Sk8d3GIvs8wfnVPc/LtlcvW4I5cMBT+iFXGd5tGljzONn2zyW7jQKHfb7zummfwd76n/UJ/rcENfDp3f0gdN6EqDx0MCre7OJ80iIw9idHAfQ7NrhT3zRAbjTGEQY59hpZeeDfo8/K3us5vknF+3iwLfch4S7JBgxFw1kUl94aMAjH385NmSGjuWHiiPdL20E+Bz/xl3mAW9dIcMfcP/U8fN//ud/pm4WvCuUAU+gDUW7UN/+Oj/BYQP5iQ8pp98LtmI+8feFPH5rix+ctyHgk45CsqMxdBFA8J/nBaGUPQwvf+gOup/w709SQN+8PKnpA9/y70kKeF8gTNx5ss3m9dNPv//+e5wo6829hM2AWhMs/eZBnb8RB7DPg99W5sjf2IgykzHtgOXwpihDUqDRmUMpO7LYrvDymM9qbQ/TATPhRCI/U84K+TZScriznnh2j8NebU842+6ubeyBFYUmoPBWmsCYjuDr03zc4zh1e9fVT+DaH4ZzucO7v0olEODsoxor23rsSk9Pcgz3TtT8GlAF8qQLDRYi8dINBk5S+1HxK7nMt8Oo79NPf/5RT/j0xaTjXOXtlKoOjsRVUIp76V+QqsWl+9nV+U35x1NxfQyEKU97SmuHScID3zgJ03AmnQSuj8l/dK15rPhPnoMmeNB0PjEd40OOud6f2KEvshdFxDP5yr4ULfonHxrbcafDCib6Kx3om9cK/axVPP2mjDCq3xTGAjqaV/6KE/AY44+66ZCn3Jck8Of0X9nHeUJsoGP+Kk0vLD8GNoAV/NLyCajmR8jnsB2yrHp19JjX24nBKefu+J6HX5stCAtyeuqCGtH+HCUP96BN3igMeNtnsVsX6VQPu0pMKyYg59E9z7r/REp0HMei5/kAvOeEfLLGh+nt9ij/GSLKyHl+SPY4HiDdBh3G9Ps4lDsM7VcP8IqmsNgjxjIcNK90xdfUAyAO3grxbwt5JKyVucS0LZ9Lx321hWl40/F4xmLErMddznGEjaP351jLo308gS8fQx8VScvxDGiy0Ifq0Sd+3rM1gnOuy4ZdTnDIq5T0E6N7XOoteAlC3BGHwJrObj/rjQTQgiZzzv2eBzkPZy65+hd845gOfevB3FD8lzwrBP5/dJAfjesSePN+hKux4aTMIAXdadHr9h1d9wuu8jL96qt53mH5aqV+I7ckUM37X/OfJt/SN371zZ1Ow3FH3Lve91QFO/yw5WrzTT2COX7vh8d7HyDJj0Uo/uP/BS50dnvaYpwAuA09unwesNA/NCzf5AvMkCOifZ0Xox8QxpCl86X/1WOfbyc8zuv60XmRH70eAJN+HHsotib+yqoFPxTzPOz913rNr3XMcwqfrzD2i+ArTx73STF1uuwrj3PLMehR1ncOQgWHQc/2obT/hRe+QtyRExXHxBL4eoN8v0BlWtbrtu34284jcr1AtDjWC5cpsAbi028Cm48HzM/t+7Lyww6DDJ1up7nbc8ettuzMG/0cpmF862kd9/2d6RgPefhz22/vGG4vzSdnHGuKHD7BTMt6XsbDPwsNh/CgUGOT5Kykbm0d9UDncT1/N5RK0y87yf9uG9pwbnvc/eZpPXc4t13aLrRNw2N/Z8kNtDEl5gp8H6GrJFwD+jW+8c3ydl3RH9czZ/WnimFNyXai3fE9TmkYStlJNDuM64bttNS3BZIRZvmq1kLo9Okx30luVCQvtiCOmJP8oQc41qNkc34Teq2ftKFherRP5xrsE09rxv3eDEp19HVOW4SSzTQM45/LA7uu0yg/5zc1hbzyd+xZIx91uaCBRUhTTsUnG3Y7n8YxJBb1scM8xTfiKA2/09njlvm+90HC110v+MN3rPTnXLH6WrTq+spxXYZf28chz84XOhy7Xm5r9Jqn1V+fvIVMvN4dxVfxstLv82OdZ4VnGWUH97ssvit+9bNOdT4auZdjHy8b3M2r4nVf6zF+D/V8xHNM9HQ+l1jj/JR+7iH4WwUZw1a7vu5P3PhYxmOttH1n/+H8d44NIuZjXOWBimvzCongGH/IVbyI04pbckRAjTh2TjFP86i28ot5gNfnoeiIJnwrZiuPGZfS9Htf77/ju8IXbeBN03t8wfJQjM6zV9y1Zb/TCx3lE8W82sp2+N+wthk4z/Y3wHCkjMteyTqc59dfTtIjPsouSgqhmQjffq50fT6huVaxYbom47Zt6vVx73db5znGLv963PiiVzLTRibgzKuoVM349JBviO+eL+ipY+T0nGf0hq22+VWw59ozeYy16+d+l5xjitY4x2BiSIEEYTUuGvhU/qLPemqcMR2yU9lL9GVHwzwui1bBKb7tA8s04+8QZ1xX8fXRonOuzTeAzQCwu/r/x92bqMmR41i6KYWUmTXdM9P99fu/50yllosfh4cEaTRzc49QVs81KZwkiB3gYoub71nM0B586T13lhaDFZ9zMNfpRpYdEE7OXAxnkiSbwzrSa6eARnDEd9DBY6dO13XDfwWljGD5KRaZL19i8op84ClGvvXLH3XrZNq1DXwHM/7LZTMufVr8VWXFsLxkPybQGKTgZgCibG6El/1MWXnPjK/lzLiPW1rw2RSPyekx1fswmNvLPvI2s+oX+8vlFROPgxVnpYW/YxABSnRNRivlaBv/PF7CXTcOg8NzNY/bfhZzQW6dXFrXC5KHXfAwv4fIH4BgnV2esUQnxVnjY70R3AfaGYMLuGW/ajc5dJaDF2IzF1+Vab6mtw3AByxbRp3KGcddjIkx7xuq8gw+Y82tNrEG0Bvyuf/5Vm722+vBblE3FWLkp18oOfhknrIfeFDozZvSxHj2g7ll8HuWGu8iXqah3XEcst6yqdTrXyShxv2uzKSRG05JwDFvSvtpR2C8Xd9zMOXY57iKGGbGca5kysTheYiO6tBzwISjz6rrK2O28qr1IVdQt1Fx7A0GhU8y13GRr2oOu30ylv0oqoVhMGi1as+hswHQxXjUc99m1wWO9pLyl/FWXsD9R9/qO/psM/3WnzoH7Y4Tsj0O1Xv8xG+PcI5UR4h1Qvb7jkqPP8Vt9cOZDMvXwyZnWPfhyCVX4GcboUZO+s0KmuV+OGSvaXbnCuZNWW21PWZ/Vna8C/m55HR/BiK40d7F3/qcyftweOjCGGTMoA/yu01F2Oq7ne4FvfO4sqfKos6/ytfrAfr4AkiVsdYr7dr3t7YJcVtr8S0X7Aj6Ohde6eRcVJrXsXlFNfdV3+PL2p4x39eqU7dsnfnt8smwV3VKunY3Dl7P85FPrbvpHbfZAsbICvnoNvMPE8PxsK+OPYI8k1c7Hnf9N3wTI635Q/m913sn6zHMub7n+cgX5/zNF4w973PaOz0r/7nNzd8///wj932zvzXfKvTkQGgXV+fKCwQeCn8Ug3WpfMRQ+l1jkas6R/0Vvozxtoxp/HLHjrMxVK1Z1xL2br6O5Pyqr7CttI/rxP2+T+xrqLhmGFbm2JqvL41rZiwr2HhnTVl9CHcS7JF29KPPlh4eLx4jT5/z0Zk45SC8dNyJveawMX+ZxnE3r7U0XpO0dvf2qhMde5hIznL62vfD5jO9ra/5H8eP5pqu+DsqVYcut914iLOxU86xq5v6fE4F3HpPCO9o+PwMvvji6qj2GA+dVjLF1Rgqt7TFmOyn3UJY8c/08lprSWvb8F3pMScaCQU2H+yvgTE3xL82D4HjeBq/6lv7V/jaNv3Kz/BHZdtOb6+7zzxDeU9gF0yHfiWqN+jOWFqHwXeP2fuL2D3mDCUu9eh8KjDq1mMBnzbN5xW6Z2mU39rv7BUaeakhE/v6QPR54EoDvB5e120TfWc6guO+HI4SGBQaB+2XVaMZc1SqFR9DvairMfg4PrG2ZJ/a+pm0piXn2DzIm+diglnnhtELj9GKS2e1rSM/WeFasN4Ecu4fs/zih7TzBmxsTHFaVcJ1b6BM2OG60mnwVHpSPpv4jPwWv5v73DESw9+QhR45VdZIoAhmeRgdG93nJBH9uFtf4dbt6++/5yafPm4CcyF7h2d8SvvJdfD9ZxilA+YZ0HROu2V+gCSPVb7p3O/SeD7JcwLST59eiROvjM6Fwu+M56makUTgmb/L6LWIbelF3/mztgefSg5PDUDrfVjTKvpJ3TKrjPmJFfJ9xMh4bAVct/wTEQG2/eSkNjymqf460o8cPvZxcXRsntCl8gTfbetpHoZbr7UfPGDjCTRvCMxh+GNA7td8YzPnyPtkW0zb4pxNJLuFwG0O07hrZ7/7ni9jnLxJbh0/z/N5REFueAEaT4NhW7XH7dnm67ySZPE3rxqrmdcjPdUPjf9G3jY/Vead3bDPY8a6aHzaTnwgPsdo2075qbNeKtUeqRInH84huHvnOdG1E0gITvJsQr/dkBX8fl/M+Dm37knbJiPE68TEtu6xBWWO0E0q+fTosYm6PHmHC37EI3Gvmmofs1/78ZMnUrFvL9/rLusAc/qneLDHsZ/0u2jUp9vu0Fq/C5Z/a1f3c69EnNMZPFjmPYhyAPusP+WwV3l/mIfupErGR08Om2eVgzOGnMhUnTF2H61jZtAqh+IzcTuPsIHf78Jc/Y4keNjXWW4r1o3Sf55faN85wEePrksQme8d+ooDHXsK9K7iB79qd4zcfMuCfFL5MPZ9nNtReUln01Cu9rivwoGJvy8ACKvqbrqz8qif7HEcTCe5c642aV3XqltwiZyITXlMGn3vGwS5n8e/zo0HYebbvxzw2x01V5FvHdi7f/sWbzFqSQjctiZNWSPgazrLMK7bPzl3in+1XGmCi9F76d9gq7jYbv4V3olKxf3Gz65GDyz9HG8XUa3oV+z1+PbcnPvmsD+8VSTNVe+t4cthHjOW7EDH1LOFSLjjZy4ONIjdh3NFPcRFCBBL98kvnZrgegy2MtHjY3nQdEePLcCzbPsH2vhE+8N7ygcbaVligYrwzQctYk2o87tl6ttPnr9V5vl70Pq31eDzkUf+/iITR7iujqmUwV4Cv7n8MMGRXe0msJag4VfHJfPqIC/mu+UbvweU9wLK/um9rPb0zk/l8R4nXP7gxPjgn4xR8WOIgcccU/qH3NpvecZ3+0w/w/t5IUMvj8HfkNdLxds5ge7W71me/vYvdI4A/Minyh+/Mn4ZEn/8+ftvf/z+R7ar33IMB06uUfx46b/gcPyH7lLC8Vjh9ArGw5q89jIhIrr43PG5QM8u6cbeRJj4Ej7rNRrzoZ9DOulhUvBto/ckfPv2LX4uILgl/ns+vM4NHnENoO2Hka3rZuq1HkySfS1ttvHNxB/f2lwdamnZGBkmOXFNER9kJ+Pj8RgZMoeGtZZxIVcbMNtR/1RgFX+td/ymU/6GMPRhOb8R+Zav2WeextdtvcqBIU4eh+jZeZWYXc0ftq3SWj/zMo7hTWrI4kHjLz035v5HLeLSJ6pHyId+6UYe09X2Cc3m8c3l7Gw4M4vvuaeFXjhzL/k/8gZXK0/0hSqPAdOc8XD/6r+BL9lrv+lcxujNqscEDWBDrzFeTEPusF8QjqH70nw9DtXW2BdF+eZn+Gs/Hgdv62sIOsDzM29SSZ2Up8MPxoxux4NYetIa3ZlraXu6RG9INf+CFtUxFuTf2pY/Lcv+37Xp4y99kidR+3xh8GucRSVQ8vJTP8EamnE+xFtM62H5FaZ6Jt4RnBD0kB3ko/N1vBWBfjy15E6AI7KxjxZbx54WM1iMiB4DzrPQbc4L0fGt335ehfFxfIu5CtvO7RHt+BxjbMCeq1VZU/xiD8YSYlhyLeKmby1HTk54jJ1yWIZx1nYGPPDd77KweLK6l3/GZCuv7Z3pc25AX3UHvtICI588x4EPTqUjg0QHLrGPN6Y6oZqS3HT9+U251y8+OJ2bbr0ZaKrrBuLnuG7wI/YXq26pf5sTcm6I9XCH01TIgrVRU4rGA8CVxrZVuo+sf2FghR9/+/4NA+N3lpZvstL33mPHgws9CowngXgZasutHf65DlVBHMkCmZ9Zx6E7JwKryQcysBqACE9ubJhM/v3f/kds9P9sG0uwlQTQ7PiDcXZUGQec3EhFIuTFw4hIc4Ysa9gxKWTQACqDoj0PzAPfO4Cw80vuQHXRVAPtA/jekf0AZ/XxlQ95vSAHS4wvpq30VRy8zM/xpATmsuJ7cZthr7Wq3MFB+o/2XDMNUOs4Y9xphW8ytFNm3SGccci7TzF3tBs/1q2OypkgWpm/gl7F5UD3JOCjeXPS/D0WDoYcW03beqUWOZjHyfjMHA1ebHbGa6AlA7o2/MVj8/l6/AczTyED8lyNecK+Rp/HfsEnypCj/mwKYoTZbR4KS5qazuVzGp9ho1MTxLw+WjNBm19m4J2W15erOZV1MXiF8J47N1h/+cINjb9iffr7LzRxcTgvKPWLZCNY3qxhgtdbxUyeVhacG/ix8a1yLNll7ft76oztPvZaxb4h+tTr4TGWsIm4Yv199Udz06oJ+6k8sOsmsX1AyR85xOtvTL45jw2nMoDmfR++M69VrzvtqjL19Uj9Qqb3a+gnPPJrQ7AyeKKdry9q+Fv7kRgiOQHqej9UAx092e6VwYf5uuXIzTw5f5dZQQx96MXJfD8e6tkxszKNibkrzy+YxfmnuWfI4WJHvomArYuTaaG/08wLnNjQeJDj5ILbd3gccMhfJQ/OOXRfAozeTM28NC8TBo4vlHEBJf9YcHWOm1ieq02ylu+y8eX1c9XirF3z+NF6aNxwypN62QeUHCodgDPd4mJUG0eiMd05/lmP5XIe/S1u1pB73Gcy/IzuWTg5/iUYw1d5bZ8FJ+9rXT7L/Bfgc76e939QL3yNf3wjwr551/j8BTp/KMuaxzEP2GbFD0lMDiNPV9+kLu2C8nrxLPsefkR+9Dlde93c0wad/W6dVlYr3LqteKPNGse5WMnJ0Rm1NhEmbNg8odxsVN2Z7llXuPH7xx9/pDvdv7JjegCfh944qD9zDB+gf0hNXnB4klERip+VD0ce2NEuQxWKj6nO8ZUtww50irVJFyZyXTrT8UqbWcYV5lnfuGnh89AzzLtwxcw5Os7/UteeEPTHjdWI6/fYn9DHT0S9357Y2UWYHVPcm784dVf5DR7nml++cLNoyZ+w5WeMxaHz+8bcRvQlCLnpThLpiWPoK6Iekhs8VlxeU6ubD4x5jbMjG/x21JF96eevPMitG6R9Gi0MOKce59Xa3/zMn2TU+FltKaS9avesugvBeSr9O9FUOeo+dU/z1Nzzr2xx3a4+5MPFFq6zKF7jHHHnQ+ZFXaNrcQ1e9Uiatg+C5963leLo353cmeLYgkaylrHYUFk//BObea2OyWBzvCJ7ZTPWwCEDmeZNP39uU/r8o8IGX/z4+be/GBfY0a5v+QEm4+Hv6Rjiw8mff/sacxU3oMl7cmA9QquYyirRiqF2t+8BqvFs61QmK/T12A3RLSa51sf8aXxQzSvJznRsk7v59Mk+icTD/m2gma+Yu6uXk+wOvVfB17O6s9PIi3wIO9ituhm+SgKv4qLfTkfLtT/AGXSxwraJNbitIlJp09M59l9Cbc/1o3ScMg6bwGMvyiuY/WDCkbls/RT32eo5NvsM/OVrNqZD55197n+2tA/MM796i2A2Hvzx9AELuA+2IPtjbEy8YVvx7AQ5E0fJ2QjXAB7Oy0ngew2Gr0ZUWJVwHMTjAlZM8oEqGUGPd8sTmEj9GSfMYxEVXzuHSebt7WtONr/HUyN885cJhADLcehkv6xPAyx6TZlkv1LOeLHlTCX8bYjhGemWnxmX2R8O5NfYNPz111/p4rTDC1GVX1jtqyyGccRH9Y1lVBr3a96ZbUm8kkPZ9hmg1d8aOEloA1YX77yhMgZPbJEzVTfyNheC4K2TQgajbOGpUnCNH1wTh4s+CbNeHnBb/Rw/tJht1hiyjLHgWd+BPzO2Psq9sbGj7T6VkoddHPoGlXm5zJ7sP8rDQOtPaYMb+qEw7qGjAar9jFVegU7qwDdeRyuH9IUtiZwTTV3s8l+/kFT8Sp/HJPRZD7Gkkp+Sqn5KGf1j+KTj+GJq6GG+8m0nuqxAY6+Z3qUn89pmjJh/nNIFLVuPeQOa9kdc8gZwPnFd/dpsblqZ16qkZM505HcezefDGw1MpIhXi4H1JnbXh/stzx4hX+jj5AW9xcV8pfvIKeCWrT6vJ+QExPyFjm1CZC639z2WJeHMR5Jl+cJturP4TxcsQ2aqj+KNa4m15VxfILY/OnbZOAT/uDnKH494a84ceL0WjosUiHkNCPaGN/NsvWFkrJQr6CLbEjl93rCgij/BO2yyt0N75WwNX+Fe002o/u60ALtOHijHjJvLcNhDfogPsXbvrpRPOblVPpk3uI7vjg7YMR4DM/wc5Mh2no6+ezVPJcSqx7Opd2lSsEcuG1NtGG0TVLwakLjSLz/hz9TTQprD1k3pUWv7p/H3Bd2kBzZrOY8T/NLoXBYB2lSLvqnTeztdh1Dh9eSOB8YFbYzBtHNlYLrIV7qUQ2ysY1NNbh1VN0X05SDOdn3aWDpZvsRrzil2Di6qtXnT4HxgMRSCl+cr9/2a0vo6TiG3hUTyDD9KV8jCfz++tVESOI12jc8Yo/GN3Hi4iW8weo8BZ/uJetJmCPJDbcNBiD2x8JV7QCo97X4EyhsPjcV813US2yDqWA8rV+Mg+4IX64ZytsUuYuv1Gr+k/KFy4lrvrttDTW4geA4O+RanWNlkQ8fZxQ2uHcW6YjffBKXNvkNDj71xzJox8SU8kqnO7d0fndt5Jf0Z3KC3zHPs2mP7lNvIrPqA6dy76/9ZvvlHULeHxxR4wu3fNmvzo+Cab8Ri5uXzHrOv8vF7bYNjO6hbOy4QfI43SPVrBzGv+LwPvDzIS8/54eux5w0ZgZzn6TlONFjYWWYWkWM5t856r3r1dpPhCyVNepFtCGu1LQBmX0q+2tGf8iue6Z8p2Qchjz9yImjzqq1lRbOJr/61BLLe2gX1tM4af7XXtL1sY9Ux6P4iiuh04rdOv61Yq+GfwVd9Q69h65ZVA1oPNc13jj19Pc9bLqVfcGzMRehAbO0b+vgbuoh76mq/9+RVnz4tf8CmlAlwt3dZXwdFq3muPHRUgPKEm/32AzrXesUmcO4zfLXRcJfCZ1wbopI2X5b4+vvXXEuG74yHP0NiJjCx5HqT+/BD1ONvx1dYzhXxsN/EQ7nBedJKPySoZrqqHzDlA3yIvfhV2rg0GziL0RXhHXXYVpmWQ4kqWh3lrIqXDku5wzc0RQ9M13t++8z1CGyKP5vQE9G2+vpdoPVDMr0Wwpe52odSPuKYvHwe5t5aDv28xnrFd9vYw76gif8/0jlR9fXKUHfg2Nagvjl+TNuXkiBN9UPOsMzalLLxd2z63B86Qvc5JuD6TSiNk1A21qYHnIuQqyo+ZJ3TGtATvRlSwnJgki6M+cM39UBwbskf7OOVB+bT7WvcPF/af0OIvab1yXDxKQO8dZgeftIL2dHJ/EZsI9vtY3yX+ZaDIDqbcvQbx/xmubTwVyfJ+tmH2MITjObfREZ/25eA8iH+BZBV61Pzm72I7BK2rxk0c3KMr3zO2qb1uFnblQ5d6E/cvq4pzuDN0ZE95pu6hena3w2a1R+Og/Zbgd/kdXhenyWw7I2rdgFq82zHjVx+tP7MHOZW8gkhNc9nDLUkV/N8l+f1tSkJHH7CJSc1P1pn59fgzxw7Dts0IJy/40dsjKKlT9bJsWXDW+kt8ztvLkr9OF+Tbn/9pW9WA4a933zznWtr08F5Tzs/IUZ5EtTW5MyEGv/I3ik5RsNrgXXqIrQYRFO4bTrp3TGqWl3XMTC5hV890cg5J784xSM/4AevdpJvfwy5Hn/m6/WrxaEZ0OW2dqZjcIYPfwe+CgiODCzLEE/LVjn3jTPUOQ+a0b3YrgVl7ZpldLJtBd2Nb4TejnyWf3We6zctZPo05LwGnzyGpWOIBn3GFA/yL+Zr/n0euRCjIvwXPkxfWYO5RB9RmM7xGnjS8y0fSKDumIAxvj2Mv4+05rIMH4MvS8shp5nn0LW/e9mOwvTmyWRm+CXnh507Q0LSYvyVwWcibJT6JYdA91NACTmQ75JJN37ffvs9bvh++cLfl5xg9DoZuSUnyjYWnGQH5gUwn3CMdCsoU3X8uDPysOKY9PITtg6/cvP3n//8p55GnTi+0ojk7YNUxpIwnlD7oEvWnhhekfMeGg8w8cg8aMnKN4Bzegx3/2ChY8A2dHSfc0YDEFJSZT1W3OzHNx13b//so5XrdVub0/NckU51wb7md91rP+7tuKTFt5kng1Y37M51Fz9kDppLGaWT+Gi96s7vvbnhLDzXdkd8Z8Ubv7ts1pxa51P6fTLSeYZPvTFt63jv+ujKmt/O2xVe5WoMVQj1RzGv+BH/PuB8EXnQD58BU6yrPqO/8nxnPZgiaWhxxe9O/jpHB8eEpOm7OV3ytK+E/3MHMfFm9TnKc2x87nw4x1JPD+eCWGPl3JeNWv8X9EOT8/0zbzyjX2WMTtLrfsQr/UfX5TvnifPmo6V8LL8a18ec2Tg/xtphMCrZiHNQ0s5zpKZAO1/qj+MlXmzSx5PCsRJsJtE6nyTziw/GgMcBdEkbax8n/+aT6pSzQMMv2L7cxb0Qi7L9bpspHntGB+M/pFEoLOZdJXtj9tPdt8T5A/lPE/pmWEnuUaB9YL0ujcy5ZGZ+i+6Kae6p2gl+1gOZvdaDA7l5gSzXmOM+1+Rndrv/UZn+CZPtJ/CrzRVOH+3arxndF4jA+OADn3V/efU485/6jxeAj3lRtbSN1S7DdnjAci0j30nz+NBsVrF39Tm3dhhc5OHBQvxKfafHju4ZWO67Y5IZvPHbtY+e4X+G+8q6obn4jONjf55Rvg+O735hzk/KOecBar1y3CL7cixWv5LDvg6YFHl1Kegilyp8EnHZGLnhi279grI2f6fU1jOcdYpTO4zvspwCJtqj8Vl5PVP/HK++zetE/qr5BXHX7QLnqsv03SUkeDbI5Xt+qvzxydgTkR+1V3W2TDv4EfMM4nE2M5ct6stxekb+IlzpxdqpGwWvsRk3QPJhGxTt68lrHB9R1fOcXB9aXHU5O+Z3u/MRo6Uf77fnjpeeX9ms849vVPxKeYN3zSny/FEO1/lhcGE/U1uP6iDXPMd+MejzXuN3pY9Fcv1S14QCwmus4e7OpornhNZ8aKfxKBnbfEsZndFn5ZXX9Fq+H/oKI3wEffUV1910WGH7hXWnEE/+qvBfW0cbHrLweMpzqdKWPXWfM+tzdf3PDwtBoVelRxzXBWlmF63hH3Wt7QPBBOgPXkzQXWNy/g7hmAdbrGugxxN+9DHtSdmmxnGVV8LQp/mZpo5px0p9zsNhp2mvZcXN30Zi/ODUVfA6ubu2Rp9pkOFrthCbJ/N6HmYZbc55v//2z4h83F9iYINDP305SIwMZWPwYCPmb7RaddoxupOf7Ye3vgXNuNcfEjimV5pP+3z1m29rQTGqV7Wm/hXK39/nOQrJ8/rE/limRdl17xXthzPxoA3s6MITnk9u+0VCAn3I8f3EvMf4Btf1vBmZrx/O15oDcQO4OmC+m59Jj34k9zKR+Ykf1MmLDid6eYCcdH8oGD3TyFzbIsgE6uKoA+O//uu/8gK6LxwqPro5oZu+8IpB1S5awZbFjkHGoYk4qzc+NAumb0ignC0I+PE49x9y50HMq4g6flttq43JveX+ZEfg6kkmyWfTssa7ToCZD+0pgqPGqDUGmCZQnszUswb+jare7huGlZP8ij3iMfd7gq1QTrD53RqmvvRmfjRdYqTCi2+02yfQ5pP0gc094u67yjTqyBeNYxRl829UhM2GqdgN/hm/JPAJRaPRV/9Dv8zZllONBzDBpSObtwpzH3yHTOsq9c4+By36Br1zse04R/+GA69+Jv9/Rmw/fwt6nqIht8NffeXb0N0EWbbWPjaQLNbEAqltbLY4rBstt81jEpm+l4+n9x5OSL+uwWLh/CVK6ffc9DedMpc0RzgvR1zD9pYXwI72ia5rv+SZ4GN80oYHJwXErcpR31gf0u+RF349B23hqMxccPWyDB25AGpzWwyh79VGbxw1PaYYx83OMuZ2Ild7wEmfTYxDEf3fsdjAFh8fMGLOirPuNA++j9BNHzrFCIrWXQITbspt3CueZYxcUE6q/XZb6dA2bJx/Q1g8cLE3NTVPK/4uPkNLxjs5DiQ/WhdzgXK/8h10K757WEtEa8i/oky/xEfOtRmGMRZyHGLbyfx5Bn/eDsWfCw340v40nxGX8LsC6a4sz/0+obUG/Adc7I4yB8Zcyzmf9fst8ir4JCtNWKlbeG8iIOcsI/eDmSvO9wk17Z4ho+V9x+qbgaGafGUb0SXGcSig14Xt5ZrH8LMhc2k/g2cXsjQDN22WrbPjB/bdXCE2MTJQezom/q3H/Cti6tYCrP66x1KcUd78Vr0Mx8K8MUbwfJSqQQ/LJsv8wE+ZaWfIyHMe/Bc6tYUYHbptIZM6P4tjfXpfE26dx94weBGY+O9jpTGc5LSJlp+4BoaGhneakwp02Ak+9fwX5Y94awK6cT7DCd961IsVa9+jNuMx7Q9bbWP1H3X4W0bHDz11HrHf0z+Su+u3fPU5WWLP0qqO00w7xiTnC7vDY9996Vv82/7Md5ZvbJX0Gc9lfmMh/PYdHwZaqgleix+U5Oou/izJQRZ/UMmGlJ9xgBB45EIbi9GY6m7nRU8acfCA8Z1DY3bgpn9ijyH77U9Krf13eJ7jyA77TzLkF9Ogj86Zho97X6qpWAHDH77Bj//+/kP7wfymauaE/YUmZwoZ56x/+MP+CUgzTXt27M6UmAyGL5nXciPWStWLnMyvoLUKiSF8y8o5J/lbZkPKYsgwPuCsx8nPx8UA2cr3dbyQH5mzxaxU7cUP5b/iCIvfv/4ecxnzDDqQaytj+XiF/t1tzwU1DujgKeKot/r8TZS9bdWpS5Kkgczvmt3YX66yn/HBjlZzM3J5oMLzN3JcR8JOr3uStbWsvCode7vgHfGuutU11tfK1K/EWK+nVY5rnW3E3cPxPeAzNgPIqybjhD1qytWKX/U/0DeA8SmNn+UucZCXcM0/sDC9aQ2jnTy3a53zSzkEzf3DtFAgYzc2B7edfvQO+MB9tSZe6BX25Df+8JO4sRfNuSuuY/xkn0ZH5FcWDSnfinIyaVa/3tVPbC0DqqZM+gufoyfl42NFs98YQ7JBfHTeLX7ofHdeqHtIqNd2hcG3jjPrIqn6RF/9/jX280dcyBPlDRx0HVntSM/bh1iwr9NbAnz/BAYxI4aUeU4i7tbRcex6KEihixQ44rX4rAF4oK3WsSOS4EdjLX/kiGnHvsu60TPq0g/6ATOtfK7WmCvc69J0NhFXNHcYZSrp0/Wm5pupN3ZakZSem+mCP1GxHGBaW+QHyRKvlVZ4UIyD8xwf8MR2YORQLod0BrvMKd7wRqbQ4Wu/gZt0/VunGOSccWkJltXgRXZiWE5DrzZat4Q151pPoQdPrrdgeug222o9PD7mdhPXiyp3AOXfbD+z2HUGqpi37VCuMn7hj/IckpXjXAENmHQWHjkFTvxloKIsOmlf2XiJ1WAdVJYS1ZcOj0frki4PPfipLQ73v8R8IbKM5Nt80b8BvOD+Dc3rhfmRAg6+jWJhYOL1kY5sDSb0TOYSLX/b9x//+EdOCvk7LoFvvk4S81tLBm9G30mxIPiE5CyAQ04LcjsRW9j8sqb1e1ZA1bsucIOPJ6awqw+40ftRtaoHchT/IZv+M/lpe87CQ5vKz1BgTH5f4iKaf9vPfS5Nd5IGRrtRjuREb/O9IryDY/rM/0jYM58Y71HZZYphTFAaaXki1n4H+BGPV/q73LDh0ab+Ff47mprfQ74w3SbFqfuvbjB2PM9guHMXm3nxPaN+DPd8VWXA23ZwgogttX/lKh1nnEE/Y5/BZyy1JFMbjlgViHC/LDZvDz1GXO64/XeAxWldvOKRw37Apivfvqq1+b9K/4gOnX+NDMbMI+n4D5zr2XWvn5jvfL7CoK+wZ23m5JZX53J4nGXj4oOxlgOu4CSstb0+n+8fAnF1YMZqsK02FTFPV9MfUOGnWDdTbJ6szHPBs4zv6JfregiUX+Xj1Cds5d/ZUXPiSk7yylSZk/EOPbr5pM+hcAxTZtnTqX/OszPdn4UjK2fN2YTM6WrHI77y07lPd/TP8N/RA5Nc9Trfe/43h9J23xmfCu/jsJljem7o3j2I76MDOc7DjIJPHiMW+KbadsUr/Qj+si+9otn1WZ7LXXzcx/CxP9JfO4YPYNVGy4K/xwU+tH8GK2IQEm/4xzyh7XoPRsnjrK+gdVr2PPMeTflgOdZpyNL65/7K85l68gtRlY+8IC7SImxc4m99drKso8swMvlf0ez4vAJLGUEoWYOD9JceA/p6zbatftENpsFXeOSULrbxelIewgEOra+PoS+H+Q4O1zXTXWMdezXvDLgu8DraBd6vEA7YMzXpN+abqi/18Q0PXyCbudsfidvGpX1WMSvfCt/VwU3/Rwx+1aG8UEwt7xVZ5rOzufIjfcBlDvnyJR6UX8ZrxX2lPvwrm17hcYfmKiRpU/vNb83TcNTYcp7ckQFNeOse6gdgERsfso/1e1wTct9rJQ816WfH7tJnLKtSdwmfwHM8Rt7siJkDAx6h+B73gt+bspL1vrhe66t15RU5jF9sdem83XmlwqyP/ancBWO203iVdlcffIJDJKPSYOZV6ejnuZu640RWXv+Jhxy8llUa6qs+Ve6KW9tj/J/rZP5D/8phXx/prrFPW7JYiz1A1bfn8Dp09cWOkzXIgKBPKBjR2aFuYVyZwqazc4PUgTjyzY1fdNyyM5TkLRU+j3pWFWJO7p3l02Md2HPhqN0eQPsydDKfKsewobPjo1zd4Rpm2rU9X+uUXONSGl8yZ3nWk4d8cjwGYMT3evxAu9vaIU83q8GYD/KLg3FjHaMm4PKpsTXwbAd0+chB4WHdFxbR1BppPTNzH5t1ZPM3QY7xGoKHv2aY/TSgz9XY86X/3svoRCwxh7X2oSdIBWw7H6kz8PYB/fSf//lf+8xqwtaJzif21mXtN9zlim+4kvwougbXyWwal6JtE/F2oiWhNQEP/eRhbgazmP7x5x+//fnnn/EaH90Dt6Msw6V/a9Rtlz/6UxqCTLqiIKt5FEzCHNNEzFNH/ckO0ftzJMC4OVN9YrwKk2xN9tyI00DWoB4TlSlV5pNnoaf1nuyfnvqYFzL703F1O7l2uvAxZM1GcPd4gXJxQc66WfOqYyUznm70Y3dMfS219E1jvkmGrONFJ2grX2QJFt8kbv6h7cnTsqz3aA9fil6yrPvg2xRrHabn9/dyk57y4aVbX7Nuiimk/p1uvnnHQU5PR5vNrcvUFw3ztZy135LqCW76MDYFHHnfN2u04/d/Yzz4278J3n2Q93lQznnlXGkIEQThOgbAqfvP3yDv+Guly1o7Wrvlpv3jjR29NVfXPF/b5m642+8rZ9sdK3g6Xwb/xY+jI2vYgm26YGb/Dz4/8ml/UGtensSnDSr9Jqvz7Vy+Y3fUXxtLwQt9LLKpRcSZPUlkVM8SxWnVM028/LC/qg4QjJMRkbvf5SEfqxRy62T+Tt7NJF1MwiL7Kmp59h15zG/c0bOM2y6/yruqtzxnfvJcX3mu65fz1PMHc+Z0tDPnzxf2TfitIb4jv6xLmy46CfmouTh+r35zDN2l17k/5FfcR7rcP5hDhL3yRvaQ/4hjjCrSIJihA/ZSjied90pd8Uevn7zBIkrjjf3A0Cf1zw/BKo73GfxOiXwzHoobHI412aE8RTbt9E+sL29xobNecEc0c8Cdw3YccIMvfJyPnnONz3s86sFoieikXyjT+Q3BNKGV/B8PArI+wFv5phJ79CDXWKstA13wFwf8NTrVrp/WE5h1p56+otKOt7iA+j0SRDEAONtjvLUctqjHfF0CZcnP22pNYXQ3f9O3bcFBLzA5vD+qfNVz/Sn+zc8xkMk951zyzflt5C+wlBE6WpbzFV7AoDdslV55V/640/wmeGOw0lW+q85rn9rafyPDPq14nv+tAzi2h9KvWTJN8lj2JKatc7fxe/nCPFzzl3nJe1d49vyNHMpxFDByHZzZVs3lpjcP20kG7g7btFtf0wfokDrN1INOg5D2rM+Mf9aSDGwRH8s0Pnbw0z7kR/5r3yCzfOPZTvOputDnNxlVfNdV8tCxcmflnarh775+NF3L2OFGIf0+PD6c17Wd9cgTva6U+b4Qljj1rZ6ZRvlonUeeZWG39bJtsHJ/YRvV8C5qtJxf49B90vLbPHb2zXzVAn/Fzbi0J+fB0tZGvjUP07h9Wi5j1fqvep/SbzpkY/NL9Ntm+6rz7n01jgvDxW9zr+gUo3YeGXGsx5At6OoX54rtrrTou7in2AJmnG+UbQc8kEcpG+MtQqhT5lbLsQ/eAnd3rHrucJ6F2RfowDcv5Ld5TIpnfMUgFOfhzn/844+cR6y3S8v2vOH23bLyqXpAH+6S/6jEYZ8OGuZxelp/8+Hop+/uIR4hJQgiZ7M58nHw3K8D7BcRP/Ak121/c7faSJ/j7/XF+NZa+zladZ+MftIRfNFwnY89GrhDb1q7w+viOI+RXZaHvl/iK/z5ja3gZ3zrl3r3QcH5ttY57xMsc8I3cCkZe76+UveYoFku9bQ11eRtJZG3zU7jpKzwC2+bYD/KYf9aD+V++K6dj4JT+9bxBj39ez5Qcwx/r+ef6g8ZZf4eMOecICljmeesW5U/cpNc9RE2NTU8vkNqdEr/SUcxMGErFX/Lq51Cn3UVnu2mHPToytvxhuzCjSSlp+lgPm7ndeTUmfM5+X2nU+HYqtbl2COI9Kt+WDElR3g6/7PvRo6sNG53/Q1oJXD4rjY4Z53vnh8OeLF3zKPlhfGBwaO2E9bQNS8mZZ4/vfVfv5SfGDstBEIqn9YN0MofmPv1ZRgg4zjLf2Os9q1+m/vjwaN40Jw3E3HMfeaoXMKet7evAZzzdGC5ts8T9ug6h9G8YVlVP88NHl/gqJ/48rAJb6pkXypdOSeo5xHKBfFHm0FPa16HgcxHC+wM7OPIYOtt3m7TX20x3OuW6V2a3m30Mw2wWheO9v8DXzXh4SfemMlYwP7Byzod5dk/Y46rOJZf6ZHo3NzlrTTSp6ahMX7u0lUeV3Xzu8LZ9i3nD/LZ8MFufNkX8LM/zDv7+jqNT0d+M/7zjVBRjvNX5RnLp9/ywc+0vvFGjQ84FEMY1XGq/ABqW1wOe6TLr/NaAABAAElEQVSX9ax+Ec/KD07744sD8yhB9uSvQ5kgwrxDgO5whJZgicc1BTi8quctTvp///olSzZyX6LOJOeFZuViJ+42Kivutt3870nSgauBdL3SG99X6ExXcdZ64vTVSxvf3OusiKVtvrE1KdBRxTccdeHMtndV2ZuQVpsnZPhzU9JyOvoHVhyja5ZjgbO/0cl1aGudvlXntX0t7/ne1CfcZz3u5PWzUmyDZdyln64bkGP4J4ipcugGUizW6ebha/V+3Gf6qDkmbdin7dMC7RcIPRdWJojE1nV+dBsanXiRN4PyWT8PyrmGftX2ufeqhTIx/mJzwSHd5rwH7lyz7tKbcUvveghYbbP/Kgwqw7mgwhy69pszcuxjw3al+e36/rvB5ilScyDLXb6OKyIy979Pe2+o38elULNb/9CjJhJeGAcx9TpzjG+lGzSjJl71xuToG7Vj3unkZGAoV8HzWFA+XsnPaAaLwHECU8/9DJyvaOmfjzHWBh3+QCf2Az7BmqnUUh/6DFoZIn12NI9gyB7xKLYG4fCn8hpehg2aRxKSKj7YI4yTji3VYlpoFl4+n0/Mw/OzJA1ds+1ARyPnb+yt/gs4MTHaTsfKH57rQb/p1fd6PFbeaxs5uuBccgCk1nQuJajllXlkjmHsi0ffr96gX/PY+bJbH9xnttUGw6aymkDOLMdD+gWfpvN607UHhVxy07qTA+TOncPzuOfDOzRnOFMuh1/W/EWvnFcicVK/jb/MG1vQCV/wZz3df1baB0/7cGFoPoBf4UU8Ku3nuHnDT1ikTfQxeMqBPNsKjs9/gFuXWj7SyXRHPF3Ms27neEW5f2kV+4cCtmcd04bbR4PiY2vrvGO5SFl1GpKLAQN4q/aqPdBV3c72fkf+z51L2R+2/chPZrp/Ndpw81n73TbfedS497xMvr6r1dCqX84p/56eqkutr9KZzr9+/Zqv1l/7PqJt/5pXHXOGOVZDzzmvB9zT29xvPir3kbRcTY/M/Rr/lffMZ24t0+rcWVp3+RWSkyo6qgsf8oCO7hFp3TohOgWv6za8cyl/MCxlD98QlzLeJ678TgU/0ZE3o71AndAR+Y+WveboiehL8J15Bjn77LxkHZ1QjZy3rEdbsZTnJDoRsdp+J38HzvPWOJ9Qx7I9NqXisJP2kKXej/5E9t5FVY+jnb9aL+z0WHvG5vn62J4SnBjRrRM7ZR/jaifTtjqfHLc99+ehsz7n9MRpzpVz3LWn2xDzHeNmx8frkGmNw3jjHw+OV9trfdAob5BH/8CZ903Gf7b09Ud0q3m7PtBgvhXHMMqh14ACs58G9Fjb45FDdcwc6T4O4mvAV/o6vz9O6i1OniqecMXen5LGeIw7YLfiAgW5Sh47d7vOL+jVaZ+oWK71qKQ1t3b5V3HP6qYzr7X9RR3hhHgsmUG7HusEZwbgQZsOf7Syrkxbu/Iyv4pKvxWv8DypD5mU1pnJGHzpG3fo45u3POn9+++/5++18LoevhWjCyzaLIJvHVY5hnvzUOU/rDOLtPFtPuaf7fD11HayVcYtMya80s8zCIQr+SU9jUBocgvqdbWfkZYJoD1dJcLrHe+4QRh4ndf3eFoilsz+gnF404DXNT/J1Kd9V2HU0yfNZ/aPv/0rGjJDCEO/wQUa8GrpXuC4vj5Z0WVGxTr5m3Oj3RRqOPA2f/Pe8fFCpMAZU7ksPQyrJT5UvNp5RuQ9wR/H2RPUpksjQR9qD+JSm/M/HZMkD8gKh131LNd2uPK5/bzHeB3qzdTY4IkXcI7FrepcPqFNPu9zSuEq/zCN8IAKefTcEdqwsCXZGa1j0PKGMV+ejOry+lwQ/aAuONZtjY/hLU2TnWE/41Xh4PumhXwcTyrXbw08Ssyu4L+g0n1yLdvLIk9n5/HNPuekfE9rH0294aB4QDsO8akn9LpI3fhPRBo3DPC6hpvW3/Dwb84spEEjiPHXfrfNO/GKTdwoUE4UYBDFs/EmbWtxbzZ8tT3urnN40L5Sw9foSGm/0+aainQP70mBiT1rAxd4xmsV4SOUZ/S1DNOKCbpM4nKTWiG5YY24pg6NuM/TaYuwzZ8W9WqL+3awpM6vqUkR5pK6QUU/xMKDOLPPeuVANjzIHethvZhP83C6ILNtcH7EHMS1ZNNX2cA+tae7yU3+0JUDvfn7FYf1r7xti2B7wTNOpT6v57d38YcNW1AB4yv6VxxiybN9Wu+aYxb62oTetlV/p5/jafSUwVqzmdAm2cV88+MJcd6QU/latmGZ656M3LmUaSs4TYZfa7ygbZuTjmD0fJNv3G+dVyYVzhhJf+D3zNUV+0b75tpyg9MpCuPN8/D3+Kqefb0jsP27PmBr//BHCXjgGa7zL12U9toBD/ebH23+3D6Tv8J9g1pjnbkg9Ij/tpOwmC/yvc83H+tBW7zGml37QuWus2nX0nIqHTgav8M/2HjXzu04y/ERmyeUaoe/gXiY717Ir762tJz2mKS0bf5m8NjvRR9bxqFS06z589hh1Z8uc9x13Qa5dQPi39QavfdqlcdE0Rw7fDP1njQOzmh4+FFjacg7w92xFm7mUM5f5FbLr5FmO8KHsDUvrd8hryZOzOlD/8yD0KtfHkA7q2c/tnww/zO/rvl/hjep86BxzJ8zp32Km79ffvvzjz/DAC8UD5i/s7v6H1fZb7B1Xx3rtR+cB/cHe5zsd2g4ahueyGDutkz6Xaes+Ct9Mlw+jG9aSvMzqnF0zULf+PW6FRqmL0yvfBtxi1/take8pnuADeyl16AOyMqY82lCz5vW+JaseM39oXieL1mOvlV0tGeWcd5anpM4RUSerj2g3z4fhw/FZm2fMr/Z0WM2ib9w+MK3xy+dV+axwENX69vHeXO94Qu7Q3OdL0CQzmN+MhE8rQ+wnYwdzPSjHONEuWuZR572X+eba3lElUkzjnkf6TE3dGds/poDG+BsWSqtLz1d58DRdUwpM839TUHTmab6OfejLX9XPOR87BFrE6akqviZb8mGX387vtHKYwqd+vmoCHt8HCfZZR+xp+4T0AeqH1rENo8xbz/umGdf7PN+5EUjx2+HGbyWqcxYPCTJ4X6PP7eNpzL8l3nLeaBo+Gam8mfM0yOXGlWON9Udd/jUfeUs5/mWx/86TtQ+Dp7Vr9brecnhh7TvuDbKD/iFHJkmzimuVZfMwXSo+KmNDOWZ9TSN22O9POrj3MU257phbr9i910a60qM8lzrOlXvsu14GftwL76wrOws50A5v2YIWt4xvjMtmjJtn8f+xzzG/BG8M++7yEPF+XfoaACuIYIjPMYRbcWq0jie1qH2PVf3gFfux7tboxK2MsGRX+tAWZmvCoTq6eAV7+Pa8wBhQU0dmq5MhvPBxuu33/793/89N6y8+sTf9hWe+ckBprWD3b4qffF8wsnB2SDhRP7x/8iXiw7L4hD6Ho5ZvUN3BaSsAPyMzMx4lJOvirerO39z/1UQ8DG6AzdO6e5V2zflBaZ32+1vStc7+dOVKkcyxOLsRgb6zTTYxQINHX2Khe1UGHcB2ataee8xHkElC33Mi1IbKvpS0UdMfmH/0RfoJ/+FB6+S4wO0QpZzDHb2Ud+Qlcn8FXHH+WNwoa/LGeAbtZrn6/x0g/xDUW7m0NkFDcOTTbVrVtJxmaFqqU8542lyHWe5/6+pXus7pu+CYcc7BNgn6PAw/5DjMVT9t+SFHQNPBpfbHmjAfVT5AfNFdXfX8iOHJ7y8Tqx8s316EQJznvM35tsNOxdUG5+vjzj4QR7Lcl5apstZBvQRv4yDfju79lv3CnN9SFZW5FJ9SH5jt9LKFbD14iawL/KNzaZuvl+NSVhd9c82OH+lgE/woSf3KOscXdR8orrK4AIEm+FW1jPPjtork5yqi+MZ1uaQwm+c5FBqjZ1I392AN69+3h32N1r3CztbEyr9Mk/sGG9g9gH2kyOOEXb7MMztV8uRd4OD5efUV2QOjKidwSekew3ksffNo/48y8P5+R7/M6wex4aAHitspU1dayBWhJO26XT+ocT5/OS8umMN37Oj9jl/z3DvwDu/C5k6T3ByuNxzt06db0HjokK9AOIuaOgT7bntxqe0nAqrdeRXHOo7nSrNXEePYWuuS3fvBDRGqw6Ad7CG/lSx8smLFqc5XOevp8Q8RPYysG41hn6a6yoj+jgGTu3d1Mv+6vk4bvjdBNX8uUlyA015RbzGuVqNz2vryw3BiaK1YR5jvn5ymj53mZ/hlfg93p+LyciNsVaqp/rqt/hCwT9yT6Ld25kCHwff+2jME9LD/hXceSSblPfnGlVeF1gNzbzPMN3vMXfEs67qMT6tEQPmWyD4nvycYzC3QTTPFfeebcHgxhH7uibG50BJFHOLpe+YsB985WL6en61422YrGxv/jOQknlvk0Aef6AsVyIBffix2x8ihPlIP5F35cFVHeH6fFLmVfpaX2k/vu38Pcv3PIfJ842Ri89s2eDflq+u/Cakve9+ZR1Tdynx77BlprLv617oDHem/NhWtW1d39zHuOShOdqyyTe/qi4ev+5jLLuu2Nhmhlu1u3L5yPo9GcpLdKv22/YA9zXyXny87xqWHOkqjurXumrMwIe/4UfLWP1r+IeW/fyw2dP98nFSjnY4594v45Wc8/zDOvDkKcapwl4Tn1m3eCg3j5aWHlenQh51YE/B8X5XY6F01BjjhBZ64xfMXl3n9yvcTnSjcrY2PiIdNh3HzSPa2s+PIeUCIwNjM9OyYwio6Mf6+s3DI8Z9BZ3MWvB44g9aRWfoE6f0qXNcxIvet8y8WCTj3z/iN33/5//6XwFX2xeE7OTxlGAdgOK/BnjIGxbVjdN0YoGeQ9WUPybYZn8u5PFNrkj6L19CZp94Bv+p1vrli/BCnV0D0b6qeqbdSVAm+mlIFAltEHjg4hv7gIsj8f3pvnG1rEIdVckYm5FmJ0iZQ3HrLN9zL//+6E9YBR3usmEZxZnzWQtb0fev8hsItt9lxgEGEpushizrzKZK+lJyIZj3ugtmO+pUUhm6v/o4xUwfsIef5Vi/tZ3OSEoUttKUbXLssMo+cr+pYX7rN379G4q8hpu8/fmdrX4syI2NS8excqfOaxSY5MCzDGzwWFrxb7Wd83UCPiM0bvRLVwzWjQ1KX2M/XTQK/ZmICq83ernxq7wmV8/iPOdH6tHtGn3Ws8pS/YyvMcXDeWPovbJ5LPMvI9js8StZkO38MkfwgIt25EWzpdv2SG/zU2n9ySG+4YtfGRvIB+Z+Etpey3lWASBlTw5jn3Q3sHM3F+xuw5HGvyXBDac8mhumhf6C/sixpU7mD2Pvwm/4JvEkOx87cN5FHjPn5Tzt0BRh+M82UvfvVBhF42P4ql+MaH4l1x8d2tShP3O6lXBg3CafXFdffjM09Gfp+pbfgjYNeaBcVD4wT0Lrv6jGzhTstC/K9fD8t8Kv22cxYA1wXionp9zsTEXvnM3fkgwlyWfBNN8rv0VkXFpQs7b+DKM/NaRo5b94Ek8E5bPOtTkTNxrnpJbZ6CE5cGRISH+lTjGelm9swNp2Vb1S5GG+lC3Jj3UgExALyDfbm5TJU+PnaAP4dw7fjLVenJiMHOEm8OCCqew7t3rgzYJLzqID6+O3/Lajb9iHHURkwh0yXqmx/0I3PYzmG0zDVzyg5+NT+JvI217BoaE2fDbbYurHJaMa2twXRAnHHOs5h1lPxfiKW9WP3HH+QFP7Kg/htTdXDFM6imzS23jOeHTkk0ruaXpfxDIMJp7kKV72iW0fQxq6ScH4QcfLo42Hrv6KHn60P8wHW5jrkuYwnohH9ASfzDsTRZkP8DT8Pj+3S7OfI2dSTqNK6+ARf8q18zgUEafVc/+TQZJBmecEXhsBxMHast5gHX6V51b+jHPBhkNpi85jxm2k9AjQOByWt8oxvBKAgx0cxndZ8agbj/oOx3OT5YCjmDC2pDP+YcwbB17rUfuCMmkrzPji33wWxT//+j+ZN34AB7xBN3zWYZFfhI/c13kse1zwysCwsFb2dSYMs02MJ+nivbhlBTwevNAFb8FMAzvvr6KW3P3grc+TLcvj1e2mimhyDWrxQFZRfZLV9JXt4f/A636oDNf6sr8zT74N8/aZbwrVY+Rvhd6ut3nY+Mwb8/Hg1ozdnkQ0RowAYW/GKWzndwM5vv34529f2mu5lAOBF/lQD/v/reXF6jdyVMdB4cpG8zDzbOFvmaRdgkO0r8n0+bqx/9li4RiYudbWaG3mV+eScZ8pqxzZXJKrMfrjD373l73It9B7jY/9Yqnr+ZXhLq/9Z6y59LzoMUQv43HGqjGr9RnrcWulzXxikmtj2BzsO5eRcaGTvrFrHJUx94Rbh76aSwY/DJE97JG1VpT8JCcgThUET3W6EL61Jmegu3IrdwUdY63YRq9jo61vwDG/5p69jSfoyd3Pn/TWm/pmJi0tyNdPDFgW64B90/m3yUvnZ8ZUCX//NJ18JZtmLLWQz7TYpsYEgt1vVvf5VteBVh59fIagVQp91td0tsPttd9wSs8lFVbroz/yOo2GKLQo++SKT51vYXN8etP83+Wno9JxYIVD4i8NWq1K8vjQ+MMe5ZD49fP/mP+Ar/aaGvouO4Di4+sr460q3+I3w7nei3r5BZ2oVI3MwyaHyDxQn77c5zYgPPi7d+zmlzanMY4O8+cOXzogb+cH9BNcSn06nbONt+dXb6qOcSgrD3IPeldvNPsKyPu43GMDb/Rcm+aQP4nJ0X6PTY9f2ZtkQai5CHrghIhSB/5QfcBa199WHO1RzqP30U9VrbSnxZZxOcbpwOrzRoDYuxz3LwPXtbFm/uDqX6oTM2N26+1/koXneLDV96JMP5f79XXky87+wuGQR+CHX4CHf5w30TgZc+Yv/cd5jWR4H2x9VOJ35YXhRaMPrjrG0g/mOv0MH6fPrf+rYs0/YlXOC1mH5LuZv89rPaaQqrr5zPjWyn7yOFrbXAfy+ITGV5ETP3SZZttN3k/8Kv6SHxrhg19cse1zonlYZ5V7ewaO7RYEfeGjccS+mTqx4y/s4kuL1MGJv+GP7D79sG4eS73dNuNfSFwZJ0GnnFqHA8jEp286KKEf0b3c76AhMI56IqlJW476X//zf+cNYA9cnOWJy0aTHjnI4dkD7EDcsz91CFQv2LR1FJ4XrNCFv75WBPHQz7xG6UAPyJ3ao+Q78qhyckCHqyjxIwcJyB7t7jFset6/1zKwzTyvMWuvBliDRPzJHWDaaHNiMi4Mt1Sr5Kd121n9B/LaPmWw6ZCuF0n0Tv4bkU+CrBsJQf2JxHhS0hn/sei0XOjjGW0U32dF7TaBGqvP2ZeTdb9A4Fx9fkw+q3/FVw6PhUJ+rBhr3Xrehc94HgeGHvPfPnTuGFNlpX9m/M1c7rawdb2Ac5cWPOhbPL0+lfyrnLBaJ+d34q8Y/EheUOKrIqszFp6azFt7n3b0D6kwV4ZGTZTXr9pWnZzThXzdjA5du7pHPeFjXh+i5h0mm/VfGyR8rgOfDr8aLv3Z/H2P80f3qxz5ZJ+Yl0v2DJkFNjgQvZ+qr6j0vqVpEoXlm1MrzSeayOz6xNUDHoz7/u2vgJ3nB/jHcRp8che/yKrN9J98MXgcY1tJHtW1Bw3ZmfPVFo2b0LSzYI+34rtTLhm41u9b0OiBBO1bsfvLGxfxWPsHvvm8XpI3Fzkdney9P+fDMFgl2dN+cpOfeObxwRgFb7ZHeSHPcvrHgf272Gfn/0Mfsq0pjOPzqHOm5qLZIw3thcLxCucl9ST/Eb8gSb9HfJ6i63yRqfzRAyTUxcs3UDrqzQrzj3WqJMB90k7mMFa4EYbe1v2V/Kk05lPlZr3ML2PxOK6f8DrjYbhxKKts6tpDXmeG+Rx0XACWAzjnp6LbFQ/61M+DXvI5bXisdLTThkhzbkZx2KYqPzvax8qj9t2p17VA6xJ+FCX3MHTBYuXUFvzQN686rd0vtrnoyDUH8pG3Gtw52n2WO6gFp84fYy0qCA+r+Opj1pWan2c2VxypphjN42PkQrGPscZxsn9V553PqsNeT9KBI689dfQ9rjBf/fxI+zQO+SmxP/742nP/Vc2epzv6x36EV63veI+Y73rvwTzeI0ma/XNezVz0wOrYUvVAJ9rgZd1Hv3VlLssLu/nESl9xixgu/vsGnHVq+8R0l3kefVeYPF31XGs9xaCNn85tbfeO2xV9qUU3mOWLK54j17te3cmjj8Dl1hAtcl6Wj360BHp1/3DPqEdxCF3QD9UKw25PgTmy3Ah2f6Vzf+VTyD+s6lwww+7yAFgv9zFuEtZ83a69Z/e07x8EU+04xqt1tngiedy4Oe+vtqxtbOOYdAzefkBC1+PBGefHSfDiB9f2OHbX6jpL2wZgXdfc1zYG/rmgTrupyOa2T2vuXv1APvC3wjfs/iaQ54y6bw5Y2u8+VDnGpdqgPR94zrkW78qW7jzAaQ5qkKvCN3+N0+WSTDmg7vMyj9tlz4NmCN8GR/02IMfeFh1s+zl3jf/mm2kw6PrfWA9hV/y/5ue5iG1P99m2dw/M6w/NtX0ueoerGeP1fOVap2J7Xg3bJtJe8TvQmoKnoUOHJtex0N3x81DbP49T4Y6WT+NwzuOxqFx7msWW4AsbLfJVOXu0bl3oeEInleFkdXOSupVyASRZZJCeuKqoSiR7Xj3A+Pv69Y+84fv773/E7/1qEtNiMzj46ZXDxNwGnW1T/5yI7ttlxGHRxnmNZ+rspApVZEN0M9KCkIsO8MZm2zI0PtY6vZzUESa4w+aEn13WaZ6uBB8udnNME9gtRvan6G+RLEgjBqMj88/2DnDmonxagFE1D/lLC/TnuCjui1vGzieaQuUaE2gnPwfyaNeJrMLPNwKK+wjOKqvqSp/b1tFl8smZm0lBJ6gr7vkFEuLiCbCW5k6p2DHh5Bgiv9uRfnIjy2HPBL5q3Fz0ZBMnBsw5zid87W8PDr0Cmv5SXEWDCr7BcqaOeVf+4NqfLs/oKxxc4aPLnB8V7++oO39czjLxpX33Pj3hz7H6yfDsXD5yuoy0MY51dPvzMtct5P8NmiMX7yiz2hfOSrI+ctIhunBifuObtoYMfwHhiUmvJfbbwBy1dZ57NB4G5ajl/cDYIJVpoMfOcbcO8Odm28gv8XH/4Cp7oD/2MacZs1cMeEfZ4mbHs05fzEW2baSjxwoMdnoZdrTJF1iYyTjyhm/MET/CuXU8eJMHTs61oDcFah/9HMf5eMDhO3yL7VorhAFbO0KQmb989akpLj5tTYpcMK1L83y2tH6R/UnqfHWb30RhLUNV4XITgKcv+VYF+xLHpNmQ7q12ab+Yb1AJMPjSufHZxvFZK4Sfq07LfdvlsnPEHgVm9mGq3PTOK3XVhk59UmHdUTw/57fwZjTs9Xp00GdGPbTsc9/MqPRnsRfOyJFK0wXY1H4BKQM3ultu7vNbMc+bT31eCnlBbdkR9eTFOQHnB8B3+q7547yzIlV3xzd5l728eSeu55NUDi56WAHZQ1bkeseb8/d4QUZ5rm+dDR9Zr/XNQNb7Tum1wPs8dISv7AvNvzP24nwFz8Z/3TBl5sPX7V+Lk+VZL7fX0v0uHRO1W4wypsNW8ZjbPtezzm6bb5VrGaNs5zQ5VpUzO7rKY1d/RGPdXO540Ge9dG4z8nRHN2S2AdSYAjcf4UTcOGkr56JCjQxvpPKo5t0jXpCy8MfhVB5jccgG1vGY1/JQuUzNra/Ja60+Dtp5psFn5Rs3hW4e6QeGGjp23e4QS4b9Sd6L3PYNHsMnBRbkyPseFxX5JstTogebzdo+fA3aTrbJkWmbZcfwQb/oZ+QonRO59BS4eRhkn0SyJUixj7mt3JBhsgDuvKBNLvgaQr1+Yn4+X7VNpnW/5Xd9mlON736VD3KkjgnPwxODMSY/x0+IIZPrTeGl+Bu5P5H8oka1XzH9WEHdnxu29Fk+JQ+Xye34YTMWAodv/hJn0kM0g3HV33LFH16VH8kLA8AhM5ixiibTxi4ppEyBSCa89e1fddmGhvh0wfj3+lKJvZ7D3/aoP/yzzatGnecdXvePuZr8AhXzPWYa5UuFeDAAm6zwbT6kG/nsb6W+xDiIbLfHa+XTx2ZdCIgZydGOT/F2guwmZgGT7THftrXHPNyORIhYsJf6HmMyHsjwV53NcClr7LuumTdIkzyRhHzCFrwty/jqnz/XPuVApmtHBOctXY6/g3f0hGVpZ+6tqEU/eLYzZpukt960qWvO9ngs/hN6l3mrcpWbZmCcOle6r5XoxZxg27HQfmG89P0i9rWYu180Up59aB1LsDfeIrLzYUY4Paz7KcLosNwBmWuZKslv2CbdRhsK29epuw4jVr3vb6xwfViH9aB8nDSr/52f3gvOJkR8c5Jh7Mw9tTV8FPKJeaMBJ/0cZd8H5BYdfo91rTLu1rt9uRmJbOJcgM1PW+NsR8d7wNj6r/jY7Gs+E4ueHxM09Vh5GAM4/IYfR96Zxn1uewxiH33JozH0NQGab81gjwefG7ptHc5KyznrN/w786udFZ6xHPd/eHkxf1VZQ6cKva53f7a5bcJusEf5ax6W39t9/Yvs6Xtpxhnj+R3joued5oN4zEyTuE+sCDhLVEAne44NAiloJtWEPjWOpM9AYNXk8Hu+b29fc2H584//8duf8cpnfkMCX8sxjxnjYA47/IriaNcOWzMer7/Im6V2yg71Qu5IFAf5hMEOXNyd24syZ2IvMX000I4LtnwU14Dy8CLtBAV4tjEWxfz5jN9NuYtRlW88SoW1JEvtLPX0R5sMJ53aRmwns5Bvq8/QrLjWYbXLbfcfBWvDeoTvIUrLkhh7tJvQknA3Kd6DRmzXYYUf+bN/XEpO3M71Cn4iuC5s5l35QVZ5Ul9jd8I66c5xmW+P9pzxegSvOhr3XLYxjqXtc7liWM5d3hUfe6vN4qFcNF6VR/8OXnF+XT3iE3PemI9fk7TqP/mNhMMh5Xhmn7uQFi4fX72zdiAVez2OpAX2fdR8I458dr/mGHqFP+Pv/liW5DlWwBxPl8LzuD7XK2/+oXsQfA+HmT7j35LAMC4O+MTL/B+V6Z+wTzlyrof5dH+2WCEvN5wtmH1fldsc+cE0Ls3ruvS891inyieowpaZZs6zin2se9+C39FXfiFO2rfB/5kjeVzQwI/4Wc7KG2m2RnjPyV/5ue1YWK5zyHDjPVveoQfH8ir/1T7jmOcZXeXxqO4LBjFSAtWePVJZpnusy3rD1/29rCeQzbmZM60OH9uZ9jRCy3Ouum2+brvf8FGSq2FTf5PI6PnImv1QeWYOL75MmwOJ8WTdXZo2feF55GKMGH9XwnOnE7hr3xkeuPQZf9WT/nqs/WnHeWAq6aFuXle6HYhOAdc5DZnl7GzVHkZjoqVr4CdVj+EQHRE+3fdA9Hiesu2D5/M1rz/PU55T4Ie766jzxtxsE7658oH3i5OccPb5jCQJ5k/LsVTPWb/iVHF2dfPyaVDG9oWcdl4ho+o6y1R+7PaKkz/mJOxjdOb1a1t1TCDJKq1Sq93caBJu+N4ELonxC35d5Z22mxznF3jPyDNu17sJMnwvFzt1Md5mCu/xfDTjo+tegqHgg8NfpWXkhBbx+YCBGbVy2KW4rHYv6B/e1H6T1zXq8Kz5rB6mi9udwSh2KcEwf7P0ZY25wDUT69aE9sFzT7QiGEOHQ+8BMI3z1ovNxMN8LJ57tu1UR+YduA3Abu6GlszII/j753RMZTluU468qND79WP81n0KVkpy2tySuY5bQll/BobzO470k6rbT/jN48MeBX1n7ZbNS0D7bTwAKl/aH+j13qNei3vEy3PEs3Lr9e1HMmo/8qos+wMc53fFP6sz1uC1Xpc842H8t1f3/+28xTf5qt7WXboql2o/dcd32CM8v4GVfYVpHBNGpfPRfaannQ+JtZzP8Q8sbwIb69eXw67c0BUb6sPxJPVzib3a+8gS7p3whrwdnXXc9cEXuHEeyckb24+QNv3PjMkN+SXIumPHbs94SXzSmTwvQmaZkIfYv+1Qlg1xJ6vtQFhqXj96LvSFc0EsTWyd7R0GH+az//zP/9LIDgZ1ckomfeku3FsVXP2IsxYn2jhWr4U+4j+CVIUHLqppof2P//iP33gNj5/mJ7FzIMSjUd4o2lnQd8fXCzhwCw9AcXbhJ/tbhqRO/Y55JE5zPt+aDkbxh818+xhpvBNSk3xUUrcAJk6W9aPolO/6LhnJb1D8yB/LTC5pW5L2KImRv5mz91vghG5ng9hxdlLlVi/OEJmLFccIZNoyC62/L8nN+MCWMmE/tNbFfFtnh7udccN/5Vhp628SG810wrVs96q8kj36iNdMb/lwEV7PIDE++Rw8heC8pEWf+bocbMaFNGBsoMkvl4Ov9DjSD05XNf/ugtw9+9xyK71z3LDdxj77Sg4nnxZP653f0m2LO7obbr67bxz0vmSo+GztDtnxbGVHB4cNk4/6bd4q13hNVaNn6TFBwydGGj96csrI8OMveaVdQw/jaD6Y8wv+8F03PFU/JA/d6oZkcB7+mPkDn3i1uWrgDx7U5qfwGbvy3+Ax/Dls1UIinKP85FvmsirRevibe267NC688cGOjXwT8Riq9TnZ9NelCSln/dUO/xvlihG539YFjZegi7Pa4+iamXTfhiHGNcx+6O3lGzEdHrR1U+dXLdX+Wapa61pQ8x0M9xvuduU1+oDufuPLcx5OHJuOyuO6vnN+jRO2z7lhu6/5upf4Br+cu2AUf2V9N9ZaEhv+qqzRZg9w39b8pk0EP7I4eSKLXPC8a176aYKhySE/Yt9TadQv/+XT/ZyhxeETtsEpaml/g9ywf6KlEfQrX+ttXL85xHDr737P3yvc/eu3lODDqAGfm9JvMX6BzXk6njqHj8ZJzR9zn8tg2eebkePjN+CMnbJBzuMxX9B29nE/u86/4lc/ieMj/oq1qaoc+Vz+EZxxY71NIXrHx9BRDvlH3sKqcNNVfms/fSvMdC539OxBki7yjn7j3OHHfNEfVMw4a9zoZxoe62O9XPb9XZ//5dd1PBh/3ad77ta3qTRvOOdMg63xPapsDltHPLIDw+Iw7TwOyDt9y9X0iQx+nF9wxEjJ0j788eNb0DAO0ClejBfdZxcoIPzZ5pdkUj78YMUnYpYzW+lcqtjpfOh6pV2M4y/dNnCqfdJZF0/osw2V/dj3tvhgXFgNrmyUfdC47bLy8Ti0nsZxaTg0tT7zUAsa4/gbam6v+Nj/nd8ZqOeSC1Ll5y7mfvYwXhsMvy4jDkqnjua87YBW6fpu1g1k5vlCWV8UB/GH1n6zfqfnFyGv81uVKO0zPoYb9UqOcUZKR75p+HR9jdPLZqPtAT6tWeEfxrq/0dXpblSse5/3ggY56LfGaWUHbeLGAuO5hja+R781fv7mr/lYttqKGw/Z+ycqTG+7K/63b9/jG2+x7jgPzDRK0wFCj7frBTAI2vyU5zEjP/HBt2/8nAP9Ld9gWg9iM9G7c0nyBEuOMVw6X758/ZyvW2d+Sj9OQQ5sbIk3TOT0cjHfwc++cjyQtcITFlNV+ovxkvYDVQ7Yj/a/ej7+EzmyK+YTTaEpZJVrfe5osNKaJtIzjngrW6xBWp6IyRyro5x93OBU5RzpwOAQ/4oLdOCL/9rv9dZ7aI8xaDnwGT+V8PXr7/2ckLUr6SIvV3yfv4n6/BM9vod/8FNJiXOCi578InCsLc7pHeq6n1n9MPwkavefwS2DfGb85s+SK/DZ5Tz3uGP9MS9K8zcf9PNvm+ecSJIWfpm0rW3elUfdH1U58Beexjtt5b8GQR2v9HEMvoyVVdf5Op8ooCmDysCJ1z6/revd/C2ssypdx9jyPkl4rBnUhm7gY7+uD3ltAWfwoLUeM9+1l7bo7a9hl3Hn8ed++3ptm0rl0G2H571m4m72MQkve5iZt1o+f3Wf5bhtPWnTV/evwNo2nGo/5GvlPecHnmsqr4E8bOywWrFd3Q7jL3llvKD1OIlatEYOkPO2LyyJXtZ45bl1c39vt81UnndGDvFae8Y9MnL+Cp4csjmk5fqYIKDxN+Qbui9t177X+3f3Wj+31zwEXzpJvu0C37QuB49Rc5/nF/cMuN4CS5vzq/U8Cqm5HDZCpglw0cM86FrXkdqXpOnkxMym7TDemH6UD861NU+T+PLD/l/yqp1fWg3zHXrM8T2sRSUvET/o5B23T1WLvLetg9664lO92cXr3Mh9cfQ69EhOlVF1WbeJtY/6bt+d4yzyPmbZREcn6yH9nBnDd6t89AW21xv6Rhv+BU8/NJHixkfAg8Fo72oEVIIUnG+xOYGO9F2V2tHvYQiVkTiBm6G///7lN27+ctSJmzp/P3FSkMnga6XRi7/PZH9EaO+kFJUfts8QB6Op2OxUUqHrHR3Mq5bQzT4LntjUBlHF/bh6bFaY7GxMYRzTPQ4tEE1CAKqu8s+MNxGVhn0921kQNtVncDfkB5B1SOeGjebvEgJwZOOB/BLApp8DXpXfSjT6lH/KKeV80ueMqb6Bu3KZ43HsPUL4psy6uTti/b8LUWzHpqlaMuI+oIrx8Lt7vFBpLtOcw2JrfOYct01TSxZS86hwNk7LkKrdL9dtm0sYXeVNFYQ+tlNjYp938OPElmPdeFR+tW59oJXdzBNtbm9ChQMsxlzbEI4p7xibyv+X1Rn/aDocw6RQHbWIRnd5zx1orjdTtRP/1mGfGO+V8q7/X+G9o0HnyRc7pIDNtv3K2DE/S4k7es3qOr9bfHtuzlgf2Rq6iiv7WmD5rdbmJornbdlrqTg0By0o3uRaJ7odN6e7+6yP+82qwhkpPnFw/1kJH/7GHm6v4xl9haPDbt9ScR7VoUd/2Ysuj3PWNsDb/nok524/Nvkiy2OaO76zPZR38PdS1/jvsJi7nVuH/nuuPZB9FCDjjH7E1y4J5s5jl5bX7e0noLPv8sLPDMq8Jo/qeGAPwNiA3yqDMVAvIHWZVuKF0rLQgWOVaZZdVl4B0HyovvBQ9w8XAo96m8dVyUV8jrMHbFda9ESn1U8JC1tsh/V2ey1Xvmtb+DLQayh7mt1ezrwrjx2s9rte9YTGbfc/XxLPHpgDufUaciKOscYYbgL3G+52Zm27LgLM/Wd07iff16Pv4daOJ9o7HZ4gfxcq31DhFXU8zP3509cyHsY6OQTMvsIvnLrlw+GB1O3Y+GnwOKsNIvv7DNPzbvU9sn/EHWzdwBu8znhcweHlo9YNc8nN3y9fjg/DXtGY9m7JnISdOzl3eaz+LOZNLDSGPqcPc75uY9nxZb4NUNyEijmE16RFg/avOla9n5WzxuGKHz4588uzcq/kmBeyxgP/73PiHXmW+yvL//t//8qbPNKnPaiYdypfkyo+Yyw+y6X6BQ9zvfLsIFf0E0Tz+esZPvA1v3a4XpdSvu4AJ1qdu3Z0Oxj24E7mv7xZ3B7YARc57fm3Tlrt78CoVL1XHOWlsfH9+3JT9Cy2g4/lr7It1eXVeITHI3rzeaXUW3baDZNwetXFcm3Hkb9zdti84pzTrpjPt61fpazyVq3A55v2K7zSUzePyp9rfLELWFG3bdNT+pzYsC3Bi0Dz9IOZZtPhBrRSY4p1FoBjp05s/fxZ+yLf4DSfRj4KFkMShTIOaKuvBuKoMQ9oPzPLHRhzDX41F+fefWvVd/gFmY+iLjt2nB/ZVmnQwfir1FUD41V66rL9sZ9We1c+tNsth/BlBj1RTHcmf8fnVZjz/1V66HzN/ep61IojG1ePv0eLQesbvGuEVmnevw/Kq5rz5vq8Eru8pq78xxjT8NzeAL5SofbJgZy8k5D0aFNcce7WmTh5oosAvsUTp1/itTt//vHnb19/jyfe+s1VcUMuiamTd0+4q6uFuyYwtPkKEpSOw7yEPX8mbYwOnMY/H5/ylYQYHDe9c/Rg/9tv378xgXFjPPi2RwDkFyjRcwwwILtDr1y0TTuMAZP/z2/KjMEguWFGHh4IzPJSH3nh/9A7L1yBlfEcvH0SlF34PnjF5S2apwfy4VdjUOsQrm3bFB485SuapuCCNeiXjqkp/zr2lKazPiNuIjSO+83OdPjHeQqO8Y1XS+s/DcbyyAiyuUEAj6HHvfypcqhLP52c8s3yVX/nr+k8cbi99hveE2QAsmZ/hODes8rsHTcqe9pxoSH1C99FRqZI5ZsYpwrpQ+UKcwx/PL3LxQS+xc6mrag6aaTxE2MkYstcI138oMcx/xwrbrR/zhVg4CgfyHdiMokpDeKkzrzYUXQ30vDH4O0+ytEvKO2cvWDb+KWEqM96iN+OHk6O6+gXvuGStv+Uzd4ASm71R+aShmRfuAgTx5Cn9sd8NubJrNbDJv3PHttW57rUp98cCL+0b/7mvBnznfXV3Fh5f5DmPnEvOlxxRi+OsRYI23C1Rr/hxo+RYpS+yRJAc0rv/FsqztHXhP38zpwqW/mtMo20Z3kRU/R4TO0ctwRyY30Ix/niXKu4hlGuePUCTsohSWPuEB6x0e+kW089ka1YgpM0OQHIp8w3HJZT9XC9l5F7zFMhpYMeVeBbeZ/JW/mYxr5ImenHkZcrjdvM23wTyDltOKUv5AarOOSPhLd8T1oAcdhX1kHQ1z/bFF8YYBXf8OBiAOCzeWPMnV4nDv5pseUnScg1dK6+/ygb0BK+yT82jtYDeJcRKWX5wHdHpaO/0zbkdT+y4/EIxh4h91oKdtZZ9zlO5ecePzESL4d75IrwR+75pBk4/3ThNH778xOnVgSAlcB7h4jskpOr/JSIniG/qRsle44hExz/ZhN1H8kLn1/MTfYv+Z9jOIUwCPjz/EFV84F53y2xD1LHzfJsp0v4Ua/5MXDbw2acO6Re9ru0AK/6o/K8o6flGrfSj/rZGBSVbyIP/FnHVYZl3S1zvxnzwFUsd7xWufap4+GppbeDiXHO+AFfcbz+VD6dvu5NSKs1tzriv76y2vUlf7Qxvr2X4yOVTyWrXzPmbXBWekZo/sRDlD88eJ8YRzHMY9zoD6Fuu1ymgHLtIfRs6ep45Jx3IdsXqJDDMSxVW5+agxhr1c6KYXm+Ket2P2+cp60k1ei+N7+YH4S6EaG53Dp0OQZkGRKaQRmr3qf5pjezsrNcun358kUPvjKHJwjcelMMfgGKWDvcM29iKV5VT+dWlroAs5L9S9u2RdfXUEU2/AqlRl75jQ74GHnNb02ZOY5oMmI5eAD/1x5+a8Zb3uBEl01+8a28OkfeUPlbfGNXbw2JfV0Jh8/TbrDoKIz9wqLDqeBLr23mXec+Izse1ffGq321P7/6H9dHPY61r2lreZsnPE7es75bR2SnTjhsWc6tl3U1zSjxELo5firRr9ppPoOOGsZIoPst53OLO9d502SznxlMLeYY+QOdmh6NDr7knM9XLMd4lj8xXJ0xdx5a8GAYUqKLD7WByc+WTQmMw/jz+YpoTGd+u9J8zHtt72jse/W1xIqG9TIP+n0e4FzHb5ybsk3XXrYYLIaHT/jpHDPsUlTDw4o/MvMPWcEKOeB4jNFX68Y/CHkRAD+OajNty9GeouGE3eDx8ITpwPWRPMAJ9Ma2813x8/weXmEzuHm+LTHp37dFL/Y4gZnrpeeAlSe8/JNU3n9at1dL+6XKAkbbfalZtI1D6bWxmZE2aV6TJsatPOhh7o3dVOBna7c6iMHmc+VlGRvUDnqE47wP69rDjyJ9RNcFPKj42ot1N1/7quY+rIyXiVN4m879tF23jIKeVfV7Lmbf5tud2s+aJ/nmfZp5OAcZzpHFJF50aUxn0KKtZWWMc9PWslF0UHDqR5eReZ8JETUNktHX0W9VbJNVFRH2xbl0KCO++E5PTNkjiYfDOoNLcVI2XVMWSA+GS9JN55e32GjH06O/x2tTvsZrnjmZYPLVomZZM6GDjw7vOa7slYw2ayHEohpIzkS/AHDBJr2+11ebgnuaotOwb0PDBrIlyqZ3A5ovgnLOQfJyZBIXEwUL/rY1sQJPM1Zr7YujL898sacHOngsCpyT3Oph8eC4k6OZ0o5x0BGLGo+e8jAMB6Kz9aY0LqXhoI6jXejNOHoI2l4E47faHpQfXdMGIPyyzlRPCLK9kAx7W+x3Jzpp9xMCLlClf/g5xh6xZTFwrCGr9Tn2ilntH2JCd8e/EY0NNnL2r7+FXvY34sGw6IFc5VTpLlVoHfsCPlSFM/w9EH6Gf5mNwNCcNPpck93CMOzjypq/utyDnquuczyGdL1+0D7w69XWfrePvpb/dnDTrOUjP2DPfoBYS/otMcdSrK+jb5X3cW3P4zzK8K88lNO/XoOznLmWXOLL2MiNIPH0RafXfbfm9KrHqq/81ObGRNb4WOne13YmFi5pt+B1zqv613m8UG6qr/vLzHJTHQ3mqVcO06H/2QmA+XKSc8SxDdfyq0+qr8zbpfWxXcCrn413Vl7xHjTMoc5l6z9651rYtSigXAx/xVxh6l+RfalHCKi+m3W738o9Nry6xoP2Gf7pX1wSE+aOl7kmHnuWcFaeFJIe3sOw2WDvwp8PO9Lt/up+4eSr0ANnim/QOzTOm07eKooVdPt154jPep+Oii49tAbOum/vPmt5RBtZzo2V7/PtdFja22VdMJn80vAM29HTV23a4Rp2IfaWfvIN9oz4SSdi68A/P4LYnzWHDzYpZXxgw87+gXFeg9b0Ls+wX5Vxxu85uH34HNUVNsPF5zRneOVZ29NX8eM3Dvj1BzAqIX3viFEyb/xdP5YRx5TP2B5zTr04ZD2PtOGHHNuyo/ZDYx7rha+K53pOe80fhr2rbPPnR/jvXXqcEHvOzS8ixLWpiHQfi+wl7HP5UPOnWa031n+c3OD1/E95dC0X5+iA6wvzy5anNbxX2sbTCeoem9tY9sdtgj7/7ijGWDk7b9tR3YX9qOv/KdFx3J2iPujQOd48V/rC/QPSh91+GJFrWvF8bHxU3w3yOlZBY17ijQnr4b6Eb86Bcy7JMQGmro9Ryw3RcSAkm/d+eK6rfEZ+V2irh0KYxt4szOzHoEmNU+XeWSr9+mAmtXDphl7ePe5Az+bqwhYOrQkX6yAf3qOfuc0tx53z4zHfef55fnyau3PEugv+eN9hfWoEzPNRaVr53HGzTJeGV2653gb5rq/i7euzjRXH1yeBkeaVv68tqk++d+ZVvMrvo+q+kap9APo7XmcSoh+UZuqqn307+DTkSKB63+FuPm3xcv4VX+QPmWc634ev9qyUtZ84Dv1iTKNSHBVHkJNPHGKiE5QKrrZaxt528r8FqDI4q99CHWPqjM0Mv4dP7tsu2zTz2bT6+VM43OfmFW1anz1/uKyIqu/2wEfYSq8vTB65CbK6NG/8BxB4S5NGyrnaAkv9xYHxedTlTOoRLt+u8FiYY+Gn7wsbCZIob5wEXgynWPQCFsnp5KJUcEZQ2TgI1hTFiicOeBL8P37/47c//xHf9P3yNb4B7Ju+ckplJ1mCQGvdGEC7Bb6Hy1fIGzM/oevxYT6UyLAcw0/NKkHCa3lRIqJs+n6RyAzyotLwX7Xtdn1KbPkfPXMB2Q2EYOwLn7ZvbByPunDjRScw+sajaaSfPGpz4GPeq/6e6Kvru18aMm3487c/egT33U9DJUdPUUIs+y0+9SGF44/CerEJ7BecMIzOPKzfmPjdaZ60XadEhv3w7a8A/IyTy7YDZ+OBTvJJVB1PZNJMZzbhSx4kwsmH5cGX8aUNuJDFs8WAb9E2WdnbZXSDFwljYrJtPefTt/ZPIes8C8xV2+v2jVIxmvOH/JTPFV/laxsjLeYg8AQS9N6YKZd94VT5z7hKnGQqe/qTqdbXZ1ChL3J/5E0llEcvyw14GwymVx7Kt9K55hG5sj/x93MY0Di2shHZ2rxHT+odHEOHqKNOnqxFDTra44NW55WN/LC9AzLXkusMSv8m4wk+9Gw+DxQ9WdtyL7CFEzHTBBQQ7Ke/zVM/o535M8s1bwTi/3xCkEpTY8rpfjrnsQ9B+zuqnTrluNHgRMT2gJTfOBEareD53sP51fkE39B1vJor4p2+kSydix9/H8rz/TpXR2pPR391Z+v4/lOv8iSH7GNfGMtJJM5y082ZfNoMQSNcfFB8PElyY1EgwYa1mBu1lNalgE6rmh8U4rxxxvoc89zP0PNn0zvHCOouB8Pa9HRpPDp/NW8Q5nphdmExNaW37KJu3r2siyWU5FPLO+aq71yYCYf3E7blHWfKc68v8OchlVCw28Z4mv2aOpE+oU9QUEkafMIekGP2N+NRfpnhiTp/tPz1vGdbjBQmXR4xA6sfteLwvo21GNmf4u0NHNjoHOdin9bq2U7wwAFX3/wdOW3a9jx+4oD/o13s935B60TsBdp8BJ3r4KdOYRPzs2WQHfj08cGrR8fcfY4vXpm6YSuxMP8aD/UTy1AmSNzHhakczwAjPkkv5FORpjWC89XtXQkNNz5hLfyo5EHZAtryq3VcF0Gmt+7EYy4xTvIBp2C+6nbGJGmQy3+vw22eI/PXg7EU3mn+4wTVOgOj7nah9N6mdCk/xJ83AqW+CloQHnO0cOOX/tRs/NbpwWrbB6lX6MCUgfbes+a5AZw8HpvcjERjip7m43L9baqqG/XukrUD++LPbjC/Fe3MfqUj1ONGC7SVD/WfYY9tw1bEGkcutgZV8nF9MQ3yfNQYUx84xExtw8b8pjgbDi/q4iXOuTdkXo9/ho/sG/JNy6sIFeeBJU58okuFr/Zqfhz4+1rVd8aQPn28FP8yPmwbdePM9HNL65NhkR8eh8W/ieNhEbmccawmmpyy5XMFabnkmwzxOuIcCDNxm9IrSYmtwKue3OTIe4CFSjjyr/I11Al7Ulr4AxNYs8kNcG1rYdGrbTnp7VpJntDjo5Ye4BvuGEDT41jwkldvk3XoxbqVPflhe73ttvsHRvBuNhiXMcBxpbvpBw0Qc9c5tcdvjoVNPM3jqrzybdKF/d03OcaZw7nBqsPxc9sl3/7VN0aUQ8Ir4zZ8Ug/7r8KoG77mnsd/JnlXwv5Zudxr53iJ2KicaYYPBLf8FT5TVd+pZ+BLV/NZ6fr6Mbupo52uHx2jJe4yx+WYSp7koGNjIcwZsw+7aztfV8R/9dW6T632se/I/X4dP2ZX1g+BZj06GpUnc51U47zPtnjPSiyqfpOMth/p+wBPIA2JfSq5CQ80/elvLIcw52znx/wT146+52/3hjKpSNDlONK5H7joknNLvAkxX6Mfc43zJb+lah3y3DF4Bp/s7wJHTB/6qNnX45fhVGASFrL8LbNux1RxfgEkf1iddbDXdEZZ/9ZV/C1s9TPmQjaBwjf8hSPwK/tI8Q8QTMPxgser46PvU5uMcY2uiYAkFllpdfX5DX7Cod/xH9eL3IeUmc+uHRwSjw948ce8bL6981DBf6a1jZZNqb7Vf2JD3Hf7E+mc13naGDG99Tlri2+jVyM/q00AGA/wMB+PJZPot+5th6HXZfILFKWA8srzPamQR+ZF0y8K+7h/e7vPCcq9iEQjPCk6/kn/Bbja3+Pk4dAUzwdXg4f9ZLwANM67+AVWM7GdXqVP9CEyi9EeBpj4aR1nn2P+Eat8GGW0ebuqb1xZL+dFU+pdhXlSmq/rblsA8DzvaPbin0+eQwNJ45WyU+S8SjuvLb2Fh6Nufxirlpm7DbDTjS7DhWZlwmddbmNwVQSuzteH3eH9K4roW+YILi7EnCx9Bq33eD5P8vr84wfXKmU9qtKfP80afJNHCzs+sI35qn8WrnYAT38GrvYFrD980zf4no2PXDeaXIiTQajeZ3wxr/mPKoxH6wFGWJouNmx1t5e0Zobm/uQDtQ7nfKdtaxo8zRfNSJK+z5Xqpd/c5hL6zB/si0Pjiv2R7DB/f/0wUKyGVU66/QeKdgc7ICcTQrB9y5MO4UV4c+EjSP/xv/8jvvEbN35bIgxh6HJDD7DKhDHoL0TVUAAAQABJREFU79fsqDOK7nhkhVPrIWc6IrE418613oK7gl9r48u9v8/4oXt1FfW299iQ6EaYN48bhC1oxFGxdrJtkQuw4tnHwD7qgKf/4PuIN2ugT1D+Ga/e4RvqMcP0EUK/BzjzHkdO6lc6x3ih+5vu1ARFm+gqTQpt29DG99k4pzInH+lbK44G+boz5fWzsbaI1ZeKnybmxHHe9/kCKPnRxk0iHT/MV/zUD6y2K5XlEqQcps1/O7vA5SLp+RH6Nb37Qt6iD13KCv41dOYFTLoof22H+12mDqmoIdJ7x3NgUDNfcpq6DJVNqudijp7Zx1IFGp/qp/lrD+JrWapzwRZ9F5MbnmwaOv34zb+p/ca3NZNo0Mpuxw/+HG5H9SgkMeQ769VAUQwvDtjdGn7n1a0/47cPubnIHAhsteguv1O8lhiaw4ut4WfnGK99nfxwyuyjO77ng+Nvn7/EmoLljslHy3meH7HwmIE6N5Gh4s8cO8/zqxT34jznm2hijvfC0X014yFHJ0CsV6T0sb/q8rjO5u+Ipf0T+cp8scepVOQa/zS31J59HVyOu/h7LjM0T7zSGObAyPjD/nHGp+UxQv05X6K/fJ+y2jxjfvIpJ3N6YGJcQHTckLg/Mhd6UM7XNlMjn/VI5SaYDRGWPgFfL4Ih83sgYBF95vIBw8FqTr7uwBcr9pHLyoYYAH90ZA42Q41vu1da97vUXNZk5PwKZZ3f6lwMt9YXJDwUxHkSY6yeR6wy39P2+Ko8dPIqnZ2n28FfiT6o3uU9yW9cKPAFunET26xy3HMBNVzMKzYZ99zs+6jjbj794AGidqFs5Mn98zG+QaYHGsYysB1/Le1ese/VOLwi61WaX6VjrjUXvstrVW0C8IPu5bRoMmfEN7ieIU0U72/My9nZTBXws66igi/I1txm3ne+1RhoLtk7jjms+sIX8oqoJ6oa408QvAs1X7fqGy2sF1sT7cyYV2Lx5C10/TW+WnBTB3yQ83lD9/LTpoN+XcAKk1959HW+9axtE1ASHKvj9eTieg+srEeyrYDK9/8ndbvONh/MYp3u1xu8Vq/r9IHqNoD5u7/Kt4XX4+k2k3ciOoUpe6q8wNPeQX88dH5NEEmWakGjzbjwXJIpP09iOaZMBR5rudf8Smucq7KOvys89+34A+NwLlGPkU2Rp2byR9jUTJzjy97+fO+Z60tyat8kDh65Owia/OEhZMM3nN/njagvLksO1k/qNmVyThj5bFuayKlwTAw8xa172+Yb0ThDhjzzojzlV5Fa/cpnG/QGsnzbfo7Ze9IWtfqDl71zVDL/Iu+5Vc91PR+6hvPcqEr6Ite8tmXsIz71+ck+RD4ysfM52VsZF0Di4FfVI23+YpDk34+r42KdVXp/fK5GtdU8dtjmqz7pRU6YxuWO9jkYNxH1qty614EHMhjz1Ou4Zy8g2NCHdmB54Kp5+oklI/NO0Z7rqHlY8uyKyfm836gqT0DNF9aeOXn1gSg9ftXafXre3fXhenyZD1P3NQOe7Xwr9OLLAZ95oCTq3e/oa9szfHh51oVcyjA5FbcKCHgYD0EL20fHnL2PsN0/7BsPK55Lw4Zpyjab03L4odwAPmJzMYuN/sF4OzZIDn2FDcHgDz5f4uIwB7/t++//9m954zeT6NyuwmmuKnBXrm0Gxjcs15O2niCN5ZX+oIQFEWj9q1rs+Nhe8D45QZekqzzeW7cOu5tclTcLmr6N4HL01oun8JNvNSV5g5bYJeYMJPHT4HzkwyHNNcWHpNUFzfBvy2DbZF2gcB914MahvR4Vlz7jA3e90hg/y9QnfBCpZRm52cwcqFQv1HMCxb/kLX9K/OOTcExs+OeFgRFU62E7DK8XIsltybFO0fIJa5O/0psP/uJCGBsf6l4AhE+MhGn/mk7l9ZIHj7Epg3d4JJ4GA+ZJ3Xydh3xjraXQJGrK4anncSN5R96jD98I46J6eiyfXmxzTF++3Z75nvkPrNFHrJ0Pw3czDq3AKkbKx83RQZ8nKwFMTsREJKmz4ww9dJKt8d7QtkWVt0MYNux6BQOHhez7d8VdOqC3/vIiVXZZn7ffvn7VAp+6HlwrPqvEdA0xCvyRx2CFfHjATM7JfvDR7crGqz7L50L/z/iGsjdR8Ox5SfLePJAl9FAsHhTBOz7yacEAS/38jMzTfH6l45ke/sav+XuceC3xN03rpqle9CO70t/JgLpsVj44tub+bHnfZ1ecsWnEdxlXmVPS+4rHsS9876sCdHpdzPl9xs65VqHKDvwl/w6g/EW+zjaPeVo6Op8Nd9sSnQPmpxOwkNP0Mtz4tcy+GCA5PMhBZVlFaXV0IQeH/hukCVT3F1PHzcZqV46RUCJ+9upCl9mXiOLBhNR9UX0dH+s3gaHFP2Q03waDBwe+0qH5g32Mv6UMjucCY82lclG2wbAzm9GWlmIo2iFfSOLFOiVeuW/va7lwnAPpHRuyyHhP0/zTnMXPZ3w7TUNwvM/wE55jrgmYr8xNZPDGT5RnfFf5ZpD+baFR9Okxn3by2ZAlB1n69gTgcYEzaCI3LGfNt8bitDjDN9w3ErHPeiif5B/L3eWYac58c6rURcdH8WKOwYfmR8l8zsMLn+PpeQaifhdR+W48VKv1vap1fvBFA48blZ7Xff6oeVv6pC5v+o11/PtY3qoF8puctYueCB3zEN+i+5SJuEE6ATnedXinfs3krmt1QejC/mi1xWuN4V5z4GE5xjlR5wSsgVX5nCA+Bc49Xo7RazJPGfiIm6E8lOt9184ebJ3hLeeCdvUneBp5ujQ20z3QK2KScci9yTkuuur1qyX3TuK7k2/7kfDWtP3O+g8gbOWmhO2yLXTtDueE5ezbyq88sU4mSBo5tONrmPiN/ATedVvWN9PUsuvVBoTiPM/fYXTzZ8wx0fUWH7r2BSfiGfJDZY8p6nmhOJyT1y+KHvka3aKAx69yHXyIyTd51voVktvVPgZxZztSRytq4DtKyziyKEKPnbcg5u3yikgxZ7whd2Slc0G0hkcQXb1i+mLfNHW+yMMXzu+Sr/tozgfJo5J6d1l1vLz5GH7CHv4+JVOtPZZn//5kwx1HRp0cjjmq73ehDQb6hnBUyL8lB82HG0/1cOzd39vT+ZDHZ8hs37Jb8StP1xlbjDN4HsYZBufhfBoJ8xYL8PcwkJu1PNTN4d8stdwwMEwcNInUPjJFeWMZ9A0FHdias69BovfppvN84DZl6g0yzs6Eht8sc7QFt/9apJIHHHxoH6MWtINeIaMt3WY5pq+laV26Dx1WGPqQH7rOoPlU/vn/2HuzLUl2HF0vh9hDVbVUfaS3OEvv/2ZHF9o5CB/AnwBppJm5h0f2bi1ZZjhJEDPAwSb3hRydUxtD2aMHa7O9oJMCrQzciD8PDeI6XedQyTVMDndzo6N45Fkv5MR+3OzyWBmDWGgKx1I1YbKDb5qIIzSo11gKxdNVyZnjQdth6GKJCZ5/4QxwHzP4K3x3JlzjajY37xvBL2RkjsPXAkJa20F/0Bu8jVngfmPa9Mqj1jWAKywx79bkF+z3us07/mB0kxv9zD9wNFlNLHB+IiLGE/akRK51Jt99nsqCpBxrzqPxVRwrxhFWxl0ZQ5Vmrus8UvN9Xv+I4MiOmY42fZmvXP+wkJq+3ZeGw7jjkK7ihzzV6WfPxQEe/yxrvO0l45ZWJEmTmw4P3i7YafzD7K/8f376FtdkDI2lRX0qpZ8YKFfpd52UH0JwPZOPwK8o2VPKr9JvxVc6+xhsG4HQF+z0j2kZ+9Vud9gE1psSgIYOYJVc8GfL+H3fP3xg/Wa/8/u7/c6v869nIjeZy+gzx4ysSKR3WANp5GJnS4LePaSv8O/rLYp1OfNdYyXUB/gNV6z4MslpgkiOOaiBef45f24OV6x93S/otE3nHus1PSu77nC2aQRD76Ce4zAh28V438hY3fXh4nyD74h7vvgMaOh3nbtjeIA/a9uzdAcFDgC3uU/gNtpwk+0WCIPNx9sDn3Z/NcRn4y4hlZ6JOZS4b7vou16NsdrqB4zKz6Sa/IJr0Iy/li5Ws6P7RRN/OFE6UEqPkF/8GBze9QnvuCFl+d8WqtDSPtsGoQpwfGjQ28eHbQNK4B0+xTe7Y8NZ+XkdflYJyw+97wOgp3GQaSGDCByNw4761tLX8lVI2MVJEsdxvgVu84Z9VhvAizXcNq61AyblWK3zdMuXPseXk25tQAqLiyrC0Y6j1gMyfyqeyP+oQ7zJDW1EJav2CfZIWcfMGV3m5RnWsS/HCTE6CWwjlT3iBL1/HboAT5biq3g9yeblZHyrzGNHjhzGDHbFmGBu4cTlOFZH/spTxULtwIIHM4x4j7TrFrhceH/kuBouilPiSd+jlLs5DKXy4MhlgphbwFXeS58Jy5t35N+WOwmodFWHrI/xm8jDBpvHYtWYe6/busDElFhzi5i/4vATY2Mk/arPV9Ov/JH2hxZqq/8Vur2XBzpVvVSHb9TXOV3xpIPsmvsSLswsHVcJTAAXR9Jr77TGW5DeAjF+XYUTtugw2yXmVT/B9iX+3PNa0d05D3H9ht3KkRP6MyQenAY7o5Ue8gl9dR3tRA9Ugj6CcO5TcGpe2sgsU7uGfYWhxqjfKGdWU3bN8NqWjhU21ytOXydm9Wcia1e6RfclCHrZoLLyrP2XzC4RRv8LPfwffgYm//t4szz8zV5QePuNr3+OC4jo1H3UmQALh/VpwvoId92qcXlLkr4cmIhZlumL4J096XvldOIi1PCrIpXwv2Gd3Bjsc88ytlg76xj7+xhX9VVuP6Od9grX+4T1NblHZPrlDFxqictXEZ95l4yczy+PcWI8GaLnYsSp+qXqpv2RfDXjzfM6l72Qz/j19eLGeKryVK/zOTDxo86NHz80bx+HYfRffUL3siPmMa0f72ErX1ce+H2AEzv3bfNFRV7URTvHb4H6t52iwgcrjfcwXY/kIfw87vkMfGTyp3GQPH5NTXFTOUsVnDL8M9o2j08blTOL1l4NopcOkI3c58A+dRXSiFMA5jE4+uVjbJL/i0peRTaHSuor3RVH+jmEP8OjNz+v+oUpvFyvNHkK47yUD3mYV7zIJL5Vkbb2YbH264Hgha8B7VJwowL8mxs3GOmvLULrkB00UcNGNx/dpob2cKF4ybg+7mza0V5Qe9g984W/GvLn//E//s8mI5EUiD1DglwnvhXmT/99X974/fOPP31Tzc2vWGTDRVDpFefBgR6Y1GfJvUVOb1CGY5pOn5VM01MAxlIXRdNpkbBytGxXW0+CS78Ob0oJXzrO/YIfyvZmzkx/wDPAkqfdGNFmsdL0gdj4q09y4BVPrdS3o4TFJst82G5M7vnb03E2QOEFX/6CzvaS7Uq7dJbcgIevgX21J+g5dhfm43Qq9Zpr/Tdmpg7J45Ed6QBKhzf8+aK6+qFhY+w3fg336lEIPcNQZVV5gnf+/ni1JrLUS+Ogqdd9K17xm4Tj05PCPS9343TM+wMPbrydHZYj2Ca7DqiNXvar3/Gn3FTfWTnzEa7yjfawmbrSvzHQE4DiV8uQ2W7Wt46dvTN8p2/lT/1RuoofMjIO6vtmuU/+RjviuNJH+NLJwmkxjbwQbMYRXKXyVniSk22tysznqov6WEIHT79hjELML+3ELPrQD17n+dkXyiZi1ktv9sxwtZEvGyQfVpUvuKET+oyxFB/vaB9Yz++E6Out8Yfm65xrwy5/0Nls98PkfOfxzIYvvZAhOviAzfM07q42xhgf0jOYxedu/qs41EdadAs96EOm5MteVCZseYz5BFz6B844vpIuauIr+EgraOhJS/2j3qwzKJWKCW+/zkzjZp5PePrTn2Y3ni1MqU1kJzJmPQKHmCyIJv0rP/epfdRcpP9s/BH7tDO4VX2iD//DCJ0CR5/EVvkJTPaov5aSo3jN7Yr7SF3jVDTVJpfhcWFPw5Z7MkBEpfRxYq4HnwcxpGdB8epsh/rP8GtfjYt4qQw85pfmezSfnF95SfZZKfrj+Auq5Mf+Bgdc+0ryxFvtVQl/xzO2lDVPU3brQ74d4lvn1ErX5aBqGy7CnfEE7zSNv/SqOlScuS6dZvjQLvsXfdPPLbqByb1GHYOyBV8ov5DL32xf/H4lYR7nX+k540sbjXfRzfhzv+iO5Sj32D+u3+LreGafjY5Pf337q9slfbXf675ojNUvOdJb7btl8iHpjuNSfDjvPJOxmt4H3uYe6BNm7ZbjkkGp8wvhSeZMW2lqn/BFr1Jw0bHvI1WuxpX6GW+Vh/gmv5hfZrj6KcULHMmv/dQlQ3zmtvCBC4dT2CntheYlp2B6wwcdVnPHQHDSkA2VxyxfOGd2nogYusRrlHdMnNo/MLBG5RF1i2UbrrzBKm7oq9+ohIfozLsdXzDJm9t+LaEooBgliHnA1u/pQfAjXlLUmuRVWNVvhO9b7Ad4UeEf//izvQHcvFDmeqiVZ8rDn+UBTnFnHGvc6s3BoHUGjia9NY8DlM3iHbC4TuJE9jH7WfBjOc6/M29dNzvSCTLSC5rlOH8n/Lma/Co9nYvt7cJP9pX73KW0b/TzSdJiIrzqq5R8pTuYz+gfcn/ab1F+/jHS2/Rjh0ZOxhLo2aF1T+vtClc4cF+d361oZJ9oxX9uK1ftFxmdDW++1kP48rf6bPesqpf083avruvpuqmQVnGKt3k5H/5hb9gaZtsXiqaX5txYTZqHd3iw0E3cyY7Oq1eY93uj02GHr8Pxyl8ilFr4IuMfsZeGIGJMtCVCN5fjPNSiIz3bPlz+Val5QX4TXGro/HGGq1+lxpXacxlv1M/Q2g47Kx9k7vQSJb+XzSE81aVv/QpkRxw+oE25dIlOaNmWh9Wj8oxebyJzHrimr/vnOgawh7koYm5acg7Xck0wNBDNvP7R5zwMWdcrqz/p55BeFSd6ps/5ukTrbi+um+M29ildN/QaR1pvJqmHpvDVcU5nb5l/iflDcdS3CcRPiOU3k3R+zbnCr3klnFV5tc7NfMQfXvTNsaHNn2WAi6v4FrWe71r/lcfSjX2nYqP9vnDFS+Wsm3hEWWSZPhyioy5awdSmj6PLnvYvetPeEjAQW24rD+e8pE0f6DyT3/vtp/tizZGeMR6lz/z8vuiaUCsCH59KtmhnWxze8vjQ1zb68QKSsW3j4e55O7x99dF4QUF3t/wDII+qo+rOY87flgTo2/F0LoKO07iUXcLFjl5P8aUW30ABoI7FGKep+5sYF8qePMDOhZBoQdly0BucvP/v//73pz///NOCx9fpBE5+Vm8m9E5tpe+Bznc1QFNw6Pm83MLqIO4MoI2XcPrCIMDTZQbxDouaaGf4rm/ZGcnfmQe7N3zNt21WEY3ksNf5Yr+jy8Vc3fzQxEHfA9cixfJvVWoMVKVmWG+3CYh2jIvzOMrvbBjZ9M2+rTLv1HtobdUR7zt0K5z30q94AoOv8vW4MIxUWhxG6Me15P+Psv09muMr9ONCBpsK6tJ35Mu8GHOh5uaenz7RRd9I895WzsVnnKRHLFRJU/2NTV1vnUAxkfyKQwo2WeiCCl08/aZcenhWKvRsaL5JqmtC5yMDjbxGg/mZp07hEnK5CdtkQFP009ipvpM2GmNqh09DN2DrvBH2WckG+T30Z7wf6xttkJMe47HDdv9bp7apWzxyYQxL8236utJm+KL/ri9HW2MOrXw/oj7n0EfI2PFc5fQOd4b72DNg5Dy9ua6+j69OGFNijcvIe3zwYexL+sdryrfMd3IoDmC9IWDzwxHeEagYqfurT1BD77ZxZhd9M8+KL985ThoxykozHQ699tzipXIkfE0rL01O/HBn8xk4muOli2ybqG41mde/lyem5z0QMsRfcuWTWcBV/4z/UW3p6/7Bb5v9qfyHHtXOnV41d0QLbJDXeIlH4IEjyLEUvcoZQ2tyv9A7IzzYnuXIlhWbs74VfsDsYbT29Zq0JU8X9upFBBJbD9zowt3M1+dYGwPw2ekTv3EPDrGMeM587rZXMs5ki+9ol6CPlpEo841fcUHGdxuz7ApflQ/irfiofceeilPr6M+clcfQGC4kJc57azbOzk+BHxYgfqv4K6/FVHlD/v3++2/jzV8hTeXMY+ruN38rvPq5wpEvfiprv+qiB8dpLKfm2Av371ziZw7G/O7oPmnXShzPL4gaka6Wj4m6Y3Ub3mXephgRw54wCl7PHsqBuzzi4vvzAwh3sgdQOMY3Gu9bgd7zPuSMWvapdPktt6GTH2YewhNc9Go/UjJ+NK5E53GUMwRclBFvdYwEdhXm8rxQlL+yxFc7v17pMfq52lvryWUFHXkk7qo2+neFcQVDgzoOpVGFXfGY+6EVn9gf6itzGfL8SW/dFF5Jm/2wismdsQTdiv+s9SvaWms0XqTzbMs9WfLhNbbkCHNuC74rFY9d/xW8ypOtwLhRHdfk9/vbK953+5En2aKpegn2yvLueWHNU11vvNKjXkK4SwPPnc0Bv59TzquP43NtlzIRNQ087Ki+OOd6v3eWn+2wl7zgL+HBu85FksYYjjxK/Lc5sYR8XsZlTwYXJzVMipwIcsP33//+z8E5KHJ2rORjzGyQeKzw1afST2Ss4W9YsDf6zBtljyUIvFwHjLSjyw1zs+29+w8NJGEkn3DMzs4DvgAPlHVwkZzIAhYyz/yRl7W7vk0ubpTO6qPNb3OtDpdpOfLFNvNC4UYwJ2mhy5gg4k1OcUjGivcVrNIm36DSky4znF4/xxjVOogCB1q0xBblnBCVb4Iv2+ZmnnxHz1kPtSnDjvGJKeQccSR9XaJnvuG5jtea8iZUT630Eze7UdXrwcN19gc0GJjr+ILDH/lRYxgcXvtZJ23JdR2LmDMd1LejmeGF7a2q+At55qf+Cv9pv5dsjmu+WyeyHiYwFzc85Rk5IprrHJnlz23jLtVvlMwLyDTdbWzAK+xSGfOG33ZrbOeNqYTs4Op/pkS3eFEh3oJlbkcNexnUnBbj0dW33K2bHMlybxIb7GsXMub1QbiUimlcvA+DhY8eXK+FJ6V/layNP+SCyQVHDvK7rgMObB+KVYWprj7pIPgrSnjm24+5Lqx4Sw/17fQRnvppqx7y8Eoe6jO06ci1zzs0p01Y+JQ9T32S0czy/GVV8LqV5CHjCTnAiNhP43mUGwKkl7eMgH8RUfuElydY4PrnQf/oW82d7gf71T9nCVpTwn3lDxW4gsHAPvl6cukj/wZZChV8xlO7M3uyUnMXWTy5ifTvPo7wTKwR0Zd6SdzuxlecwBHriI3wZY/ad0voPOYe5NGPMw/JwIa4IXDUe6Z5ti1Z2Pn9m30zBJOVqRf6kovW8P+hc+KnRMc1pFVfYh1rwifN9OaDYMJ23u4zQbJUX837eV6P8eFRDP2Q5X6dxnGyHWri14ExbfbmMo/LnKD+2S6NU+nXGT5Y0XwPGbKUz8zryJSP6Fc9dIp4Sj/x0QUrwa/asqvTs4m0Q/Tqd+A7PuSnztfnzOO46P0k1Y1D+qmEhDp8BKsl803ImBJhI0u0c7fW/+g364ydbBRsRzvz+hVt6UJZfdNl2zmbv6XZ3IL7mY13h8Ijvis89Ql3hfMILMdy5P6Otr0UsOt+CM44R258U8Wx1Dzw+E8WnKmR9kn+GfZVH3tt8pM9JRElHmwzmJbH909HTvK3x7FNt4pp3gEZc0TjlzccIs9iLul0o4gHW22ctfVEPKWnM9sMax6a/cpD6lMydn2bJnO/O6touVt10MHV8vnTvWxUGcfCYlntNmj8aYJZYt8HzvYl5ZVu0X/wRzI41IQbZez7BavI6BR6Yax5lLdtiYtdxwuf5cNz+FQ8QAk6ojBeOxBP4VZ5EXLOk761/fyYsxWX+vj2b0Q8rnOc0818aGs9D73Tlnm9XdG+FyYZZ3zkL+knXOXjDFf/ndKHgr1N3Z87KmNPcq/4HORrfLfz6z2fiJXsCDnMH5ZQJFVbJFb0yMxvkoRyjHtkRHDsD/wYX8/mNm77fhh5HJXImrJL8tV2XPvQ9Uu1d6Xo6Xe9TXfBomzydwwKnPBwWSHGXHS0ywwFK6q8Jc9xtkcIzOMn58d5ndI4jO49EhRIni/y4lna9sO/2gLbgcW1xUJ2WfXzJuJsb+5h/3xkfEJZtVXW64zQKgbqV3vmu4KLJspQZoXXeXG+wnVYlb3j4yoaV9r/rCRJZ66j6M1fPVAoOtkq3GxrZxJ5tuIPTHx2/bo+v+pHZsojD01PH6+xPin38xoQ52fEw87r8bUdc+7q7V/vm/IIWZFb2THTO9P2IZ9IT+ka3SE/x1GlzLpo4BHf4BB9mpbUr3E1t8Up8jsnMeEzsWGD6GL6A8/OPOVAMZlKX5/ujn1fTGCQOoidy7Zxj7y+5p3gi+7R0vm383LRKkZqz2XtJ1fR1a4qOpqPoV16m1Mr7cyXNv3O77BX1NvBPz/pF8hX9EtYJKi52ZjzI9hf37gI+uXTP//5T78BrP4lsQN3FkVS7Onu97gjfXNtXyHGPzKwHn5TaoLV/lKvtD0gjdTC5fwL+q+rmg7EdTWGNMn4fbY2lyg536ugBvLMR/DqL3AEt+246xv9oVT03YvDLO8j237/S2rlXHwiEiQRCE2EAR8XGvNGm6fkL0r5Cg4VLo6UFafCax0c0Vf4L637hiMlMnb0xH9C1zX019+VHXP/Hf/oayAcV2EqqlSe1/NZIXxZtc6R2uhU5rV/zLuqe6VQXVOh7Ip2OkH0536s8sX5RSWKNSUPN84+UOwd7T/bOvfmJ4Y1JparLNy+3sAlNxn4Ej+ymdIajKfZMGojaa2jaMaO+8Cw20byiGQXUNhc0cGHB9Q2VYb/hZMvBLVjPvlwcOOrCxDCvVe2QLjcFQX9RYEFivJP5QLlA0FVv3H83BJq8Unr7tCDHXhuLx8txw/yDg4Z+TOP6uvBDrQFoNwroFgTUvHata0v1fT9UyNZ5af3N0Hb/iv66K8ncJqb6JELGXfs8TRfgfNj0A/Phw/95Myq4MoNS/uaavui5b8j5Ph1PWz8S7dKX3V3OApICavO/bKn8ni+jv2xJ3C+TEb4AYZFB2+a8rMuwDmq1QHJ2avrC+vJqfhDh/CEo7b6K2mlU/+hFG9MbAdx0MljzR/1a/2Pdp3LO8btijJJOSZCwdV+SYmNzV75T+VL+N9mUufP9/lPIpUHsueV/hNPlcjkqypjvCqBzLW3Ek4aZ1n5dmjJxw57R0W6SZZKwd/BupPCM/7yAmn9qmvJ7AQ3K7rBeBP9ITQ/J3cK4pixPGUyrA85f5/S1M4l/RzwaC9tX9JXAR9cL/LjKxI3fvPxMNs16wbtjFPnh8And1a5WmG+t9GVx1nMaXulwynBofPt7c2vZ41rg6FtXHNgcALAjXVdCxlaj08I/z/WRazjvCd+eiPmk/P1I6bkdp5T/BHwArDqCjZi7FtsieIR+z3Oec88Bs6xH+nVkNA55CO0d3Cfndfv8L7CiechJt8RyGHAXHEZ+/36Z2M5Zxc5KHuXc5L135pNmo7or2t50qKef9gVcoFLCVFMLFxTeMWxtOUFjDGTAzVVj0lRMWsIgdY+zT6BhTb032+s04D15YoxChScvuYV2E01uEbiL1Wc4Ms3oS/ngOEA5VolrbFa9VfcXR3+/PUHDCoitspMnX+rbJOJe2ft3MrpXfV+j+1dXMyUomet32E7j82gIX903Bl/cqZo5rbgd8u9fOUPnCKHVvPHWs4u54DLbyrn86tv9nD4mz0E90uOW+4rOdyU0g3j+XpmwCOOfY28GO9/1zVV8cHk5bULg//QwzXmx0ceZg3enOMxP0UOPnwDmJNmviqKBeG3394+/cd//IfV42n0SEDN/KuBpcSnjH69bRbGtsxwBfcTKM5ZH42/sUFPvpJYJxWR8ONTgWseCcWuOokpIOIF5nEibfZrwk12Y631N4vHvtbCn/bfjvRLdKX/+hMN1sHGJ94ECyz5mJbjNdXKfCrE22UmqGIp0sa8r/wBD1n08fRMwzXbU4edB2Iy0qQmKb0Mx/SJbYbLdtHPT8wJ3umswo1fWVHh1MvDZL0LX8CHHEu/tO5V+i8voXZ2zmOllzDoq/2SqVJ9KqFLP1vddOKnRAPf/LszVgLPytP8zvwMFsTY4m+DCX1s9jDZclCJf5u04ym98KkmfcUzVeLtKT1FXngkwrHW+M9+PCImRL5NyGtrNVZcYg95ac/cP7bNjdM4oC2doy95oTlj0GNg4Eb6gEEawA+QPIRqSjV14y1mS1BPE4DM5Y8wC107TTNWC9+nH9rsNIEaKHIKT5sLJqUG8Tb2EWH4DCPdSNV8TAzwf8ApkRM5C5u+iRnGIMGhN47gYbjdCPUkzN9INkVCbS6s8GRd4vVaH28d4hV4x2aI30zH5KKAYYztbwNx3XhFB4KTXrkZORn+HvnN/Ct7GTE4yBDUjmQI3iGz8pZsOAKPtniu5E7J1f0leTBKemEP60JDrTDtGdp2x3RxhawM5KonuvaFBvkWG/B4cCYuFIT8tMcpth/EB1z3S7dH6LG38W/jIPA9h9QfOW3UDkDveMtJexJruzGJ7/6ZYaW7+q+Ce734t8N6xfwx2EBM0SHGmOe/vyFiijo8IlTHzk/7XS9eHHZb3CzlRdqieBxscz3wf8SNZuBG2+UguncrQ5I3vuzzAb8xZvhcEF257FwPpGcu0kq93DBrq4w++LE/rBcM3EaDMYMpT4HRVn5CzYGO/eTKIWEfaQzvTj/thWSHkzRcyRBMc2e002/ermY4YP/hskzGOnZGt8gv6S2ueUPJ7PLYZI4Ip5bKr8EGQxBcuOrXVyzGWFLvWIY/Iw70kDfSK/kyb2uur06q9ZHv3JKf4GmcvFv8D21f7M4vbI38pziOnYfWkCf0jsmW+IK3cSYbZvodXIzAV0wEG8sr/bVXg6opUxjoN+6kl0dFaCZb+jm1tf1QvpUQVrwBNyi2n77dsN5Y24s7xVu6FA48WCRVCtir/o0dliPKQ/EVXmVHnYxCd+YNt8GuVMgXTjPM5eLyeKnxC+/ZV3N7Nf53EvUQ9dBf5o964UU6JG54g22bDxt1FHqBnisJYnq8yld8xLf2Xdkvm5Q74rEr4Y3f7cVZO6gzh0SCKdaRA8AsI+w3Qut5OH3Ccw5zUsFN4x2E6XD5nSb9Mce9+qDKgx24vN319vab1cUj19aqr/CrGqKYZwt8yQNn0Y9vGAjGl4JBYcesS+W7q5/5Y6SZNQqZNW9G/Lk108/9z7SZE/AI88Log3WbcwbwI89CYrQr/tGPISPwZXfMRQHjM2PMnGcrm+2NoOOgXNkPDH5Jaw0/pI/aryhzfYpb03EOCWfTo82fgXPUVWNY85gsU9snpu4aVYrWV/Nz658pc6xJYvCc/aOYDfA2XhjSdnZSlFlU21xaxwO2+TkppE0/WxUGYmJtyWd/+HTsc0TLAYcaffIGYhlSw95IE8cwyvyeqRR2YOdX52E7K6PVm46WlS5WH+kXXZ/oPaq0siqDSTa/tt8tHnw6UUVuIzNyRvIOaA2g/h+eOMeYjLKkU7GqkxxzdCeT8MR9gU7cUMV/Rxnw0AnapI95HPqEjVzW+mk/bLtFR/f88VrMJ+qP/TLXd8K3ed1ylEILn/I3+m7Ek98FrbjU0eazrVux/OEwZrDcn32ZfqPcR5Tt78BnDpYX0PbVR2wDbC9p/6reVY708/GDTgptW+/hQR+5sDqEPg2fjtrHX4dQ6VQDdNdQDHxOa+khfRjLsi1VVN7b2G1A4YQMyU+KzKcWl5YX0PFGruili3TVbxurP/J6jCp98I9SfcGB+Uc8KW2280tP1JNn0EKh65XKa7Wlz3zNUeMi+hkdstkcacElD+MFH8HBbP4hGWz+RVaVU+uSS1nhfIuHH23+j3k2ZLhO7gbFwSSaLqOuQZ4J2dpzwfrQkiFHE0jYl+fuflPJoMTBD9E0gHi03l6IpzKKDt34FVLEL+LYf+NYnYsBoBdHui6Ge3kDGOSms39Fzldu/tpXA/77P/+3JkqbOizE0euJNISCo4FDEMBVadUXHu5YKX7gy4WMSIp5gz+jxgJvTp4zvCHuAjjz+Yg2srUwacODHN9gtITTRvAj5H8UT7erZukDgjSpvScuZKSmJakxb8dmlYQ3w7MtjkByAtKXbEnf9+ovesmNhVStnNCBgCu5iTHWxO8Kb6SipXGtMd7G2zQ/iD8U2+FK58lReZyglS7TzRYZj1lbKOiUjeOCUsh+VbUtgCFOuVLnVcHQOb+m9Z56mqfBJiaRA/Jh5HGbPLYMU/5uvt+S3uyQlpG/0qeOoZuMrtD6wL3HW37qC3vjXzcR5FHHs35EjLmN/1o8tfOVic6P/jbj9P4af0dqHzUWMabJbU43ObRh6/IaVRa2+TPl4kQioceaxrH1LPOz+M91xiD7K+MLnvJDdzvAdxz4Wjxd3i1e5jMRTfqJvMZPsCyrz89XhnqBQPQxzwwBV5ep1XKn2RW4vbtVJB8ekRedrmGs6NAlL9DMPNdtNqI1twML+XP+lvj73N/ay/xd0df8ln0mhScNOYY4EXPjb0kUuQt+bJmRyoWYr00/XZTRVzLB6t3HIv9tFjWJ1QeSQjwt3ewfv2saOZo5u4oTlJGeK37i+3ipm794S1nL/rBmInm/0snPJyqi8cDjbpfVf6BwU7eFZqmgRwl/hIExTxa+EcUkFV5Cxtqqv8MK35HqKv9G7Dut4xi5QxU4O5+LAz7h67uxCzndPiFMJTHRoRg5aOsPYd8sfUwrgzRW6/i9yecXoc3+pc3f2YGPr3BEv47HkX7F80rG3L+WJU2OZc6PmRMVS/wGOWV+00UD5vu6lsXwTZ4DvQmAL3sPwZnHJavKf0WdG62c9ErWtZz3jv979Oxd5yN0y+sP/ULTsL7NVK9uF/37uWjGUtJc1/Nhsokp/EWoecIgBoq8kYTXlcrNR/c3zIu//fbbpzf7RgBLovgr+R8w9Hx+fjvaXRPjeb5otTs0vd3zd+xHNH52PF8B9/2c3XzLC5byRebJKMcCZPHI+WaHN1LROvr9iCPIr7Bdsh4tH4vlo9w3+L9K6CSHWajdAxoU0+ykWWXonBr1+qfft4RnI7xeGyZmpak5poCW1Z+Wr3Zbwfu+9EWg5i05H209dKLr0UuG/4XAnD9Gz09hGzVkvJp97xlTOd5H1t5ifpZi07q5j6/mmQW/BUjX1Tmr41Ap+Ezi+38lKdFv0/rqtgF+4U+6Us6+Ul+VU2kSrrk7IV7DR5NvhCFZKxnCuVtKp/k6s2Tc5XOOh2OVf3Ky2ueURO54kAtad5UXah+xfX95BJ9CZL/SdEDm4ZOfmg9G+cSEh4O5x8YN4Nx/rOwYuPZ8qtCrGDM/+mUJM186V/rX1PGt7LzJkfz1Yx+XFad+vUidF2nynvN2RHB+rePAi67rsIncS12j4xzez93LYqhYsr7oAWN56Y4YjdUai7fzoNt0Z1eGf//9d0/G//iPf33617/+FYryFImvAsfJa7DIGqD5DVTPNHpj8pNsNu2pnPmsjJpad0qXSS2OgiqQsbeksQ6dDEhOBiPfHKxyk0HUoo+66dsunnpQYLQUPHMwV/cNQPTpDYAj5hqyfUJhje5QbXZWKJGkegIjF6EV7grWfdkSX/FRuaKpsKTXwM4BBB4Xut7szXKOxPXm6Qe4pEaEhWERQ0I3+Gde0neGIwTNoA6ewZcLpaJxnKZ2PJtpuNMdlHnR8H7Lf/FIuWm/5MFfh/BpUwenwoSnfsqBD/lns7w2r5HH4MTUccaPPufH5G1jaifXkfxDMc0yeJgP/WmmwBQf17MuDB4/PI+ssIMJPW9ipSRqgosfsFqnvTrAiaeP6EXeeIhvQGXLiKOWfDTLFVx4z5TiESWxaLGPJA+WHhd8RZNcjbhWfcQHjLA9cLFdeIIHPcyOfoEqjvSJeIvPsS2ae6Xy1FOu5V//bi5Tqfc3dhp3B/jCD7MG0pWh+9U+Zh4z/q4dvjN66WR61+lAvtnR7+BdP56EmycUI9LaAl7IaBqQ302BlK2ZKqXhXmi/2tsPbEjn3+tOzPht4e/4yAdmxj9xVLM+0gedKJSzVpeOfjJlnehotzZEOJUwOR5pj7wdONjByZaGBnjy38E/nJx2/0wybDyBL1qMYDO2OzpeQ3D5fZ8DMGlT9x03m/lsvosnP8EpNqGT/YsjyrCxgcDG580BzGHzZhib/YER+PDf8FkbONjnJX8HDTkXfCVXJy+Nh6H7Ott9jpzIkdk/wfm5T0z7YU82owvXa32TbDawp/rxyZ78bLb7zd50uwtjrLTuQbj8pfHFpRsOtaljQ/y2T/jXbcJ3rQ8ejuMymVO9q30EP8ZO3ICNTsmtmKrTpwsO+k2hmkcVT3XKla8Fc3lNL6InOHS9b9CbnvXheWL2uwu0pyk5778V2njBG1l9vBG1clKDBJffRM19na7R7Nqzppob8eTxyPmr+6HFs25HoOv9RyYvgcD/27dvfhNCDCMeOX8BZyxji2IlP5Cn1VZiwz8donE/4ArrQmb1OfSyU/m/bjc6i2kdHy5L8ybSJ/7S5ays+uzwIkTwZzSs4jpSygag1Oc28J1c4LxRo3kM3PkQP5Vz/6qtOFafz/RlKK1Y3IaZCTjq04+/iBu2jqQ729nrS6eK4z7xr1CwOc3GI0My3gySH2PfIzHgi88o+TWtnCsi36uu5xJy/J/jXfd+j6S0Gww55ipV1Ul1fe3ye3wj2zUPVJmP1FMHG1Fs3dhD2V+u8Htu6JDyjd7iHTb6CuOE4k/usZZ9tYo/LORn2cja7f/2ctUzym85aBc/2tbf0eQn0czzO9e2frcbwMNh+a9DMTPuDpI96jdpDR4Q5X6s+kEFj5od8BDfmZ/4vqeMN/lDxk/2S23tXPGUHh4f+zohvmlmPA9IX6zo1zBZT2/Sd1nA8In5Ie0fx7Bws/8oae5zG8jfFgTxOFK+F5I2vZtT2yefr7vvlbKmH69zzDhxDU5v4s6+lO9n+Mzlqu3fYGVIyBEvDx+50Yg7HLcbARfAOTrcA97y1nBAO9sf+DxnzGXDkZczB+zzW4RII9vBpx91/e462v7/R9srx0NZLd8bJzPXjz6fTikmPhI8X+dRLI94xa8aGF2mPCyu90t8B7u8jpa03PxFD73BOOuUmPuaaGqMOrbPz+t4iK7jXlYmRzf8kGsyuNlS5rBLdo6QPG067Qc8ZQ8PHaktWEcsFezZ4ZErtppav8Wh0ByroQT7Dsfvc869df7Az8dfSPS89XhYu11ndvY33zxTvmuN2rdDC/XfDUnHN/IY9+hN7oT+Z/ki3yOZOn/xEwYZR/rq0WPVrqvwrWP5Ne9aF5E/zmHwEO1nnGpf83uWF5K5wql6g8c5B/NDxe11D2BwAzbTyk+aX0Sndsy29tlySnrpnDTgYSu0WufAQ9ZHH6MeKW3WN3vu18IXZhHhaqacrTsz52q/r3akpLlKYwEd5e+Z9pG2xoDLcELt05dvAKOFAvPZb/7+61//+PTPf9iNX4FPpEvhVWwjuUiGG4xOZHxkF/rXwOxkCUf27vAeTzT8U1YNa5HEKz5Xsnc67eBKYvpJ6t0RPoreu/7a8ZrhSv4ZftUmHv5VmfaG+t3jyn/wfHtjEBpH7i6cHrPDZj3m/pHZTpcZrrwbqccWODPdiHGvxcUv5nU2Drvf70XOSieX745LWWykhCv9KgpzhuBJdV2rNOI/U8UYmqGvb1ddXs994lguVEw9l0387l8F42XNF1smfBG6ZPHhCDWW+HUeUe9VgK9+Yy1iyrgTtzOcrmtP6Kv54lz7M1nnlGNv8ll7jzEXE9xIN7biq3P53cTc+I0YV63wj93u9TN+W8+4xFhU6v5rjLobrxgP+MyxhelN2lO0d7KUXRmHU2mHzpgT0yb4eMzsBCZ8NPdl+8DsSYBsWJHTN9sW+t0bUyueO5hy4jtrsfuB9YS9CkHaH7G5xi9sfPd49ASrPFFZ7bvEIWJxzrCqRj3khx7ZHn0F3x/8VkPTBx+n3oo7ZfyBdxaj4BPC51jR58e5Gf6cQD+nN1Y+u5l81409gnWiIzd/q18kz6B4X9IO5dW+TycxM6HoDv1Kib3ImdW+DQ/x22DN/pfdFf0qlyouuTofXcaki/jOMoGz7wGu/VvnMTN/sK11YH7IpLJB7rPyZMuz9FWPZ+uPX/g7Spp94HGYQouNsnfmIHj1wxn+TE8b/EnkCm0Jm/UXks28zrd/q4CfMCInkhOZ5AZ7Bg74yBbxeFXpN+m5YPa+Lder1NnywX5dFD8bN1sG1qF5TvPeGe6dvl18oUWG5O14OY7ZpWMXY+Dc+PiI48wXVf+Kx3ntV/vuav8t8A/S6yNsvcOzzhU7/AhZzs9O88F+IAdi3UBuXgvY6Vjhs027PKs0r62T4zFPz7qcyal6ruh0gfqMx/0+zmfZN75inGkyhWce1Z6EPlCzHMjZArrx2qbG6E/dGTYMHp7koYa47/v109d6ofIB0aAG/9AAW1Yx2bEEdx43d/0hOeDbSoUmLuZRHVa6SQfJWOE8CxNPyRCfnCrSFvW9spT8maf02fXP+I+2iTM2qryidz08PyK3rvD/+usvzz3ZUfcDzJG1LV7I4E80wO9JEweyjkctNLYT/mztrn+e5R90Ncdk8XqOY4/h1wf6HGhjvMwXypfqwyvdHqXx2JU7/4/IQhfwRUMp+Ss9V/2i/W4Pa/78+c3p0anmjnAM6GzJiLdWr3grmY/AXrm+7cZF1af6Cht1Diwc6UNKvMLOvE/22H5G+qxK9qy+3tl9Fw7yF12rvrKzx3HFqMDmVVddn//zP/8PjSiDxUD7848/Pv3jH//0zTE/DM1mLS6Wi6yWOZmgTFVISlbFK2XUY4OhjXodrPQ/Cp/5i36AtyfIBtiiEfqP+sk+2cauRLAFCzNg3EB1ugUyQdKFlexO/9ZFQYNhvi/pCW/JzVvASnb0k1xdLPphE0M9xBs88OMaa9LJxuyPtNEFgMrrrC566SO+oqGNLoKrFH7FU50+/r59+3+8rLjxtLX5wgaVofhBf361WcKo4Vce3uErGCDQ29TSI7AdM6tWO/Yr7hm/gUA0LT+U93ERw3Qti9ZMd9WGB08IVj/MNOi76u92WF6Hn8r0UJks8hqdffKykxDnX54jZ9MxX1BTfsKWvNTGxOM08QeHfvja/37oK3Q64EaF/NI4U96LTHC1r8s2P1SlnGgf9+B5pJMt+n1Aj4X5ocdkUCboI0bW4a+oS6ZKUjgWEZEmr8Q59gFJ/urPMmmvvrqIfFAuK9/CVRZLY6O+5J215dzduuWjxJ5roT8nmPVI+wMa/iFvA0/6SDb46M1TfPyGmRUo7cQVBwDTS0lNx2lnrVGvn1N+x0ainQy39anm4pynYlVxBKvlHB/FIHBiLH39Yjd2Y+KppFMdy8gl/MRf80HLe/lV/Oe2EfgBHJK764bmafGtfKhH/FivRs/P+KKLsubEaIfoSAeLun1U3JHLsbXCDf4VFxnyT4VTJ87cJPeHM7BpIx9615U88gnTck853Nqaj2cZq/ZOH+HKL47H2tDm9voGt3CgueInvnM55/OXz/krJfDkH4fnkNlJHn3zr0piDxDc6lfkBGT/CU/pTbw1DgTT/CF7BFebcQBM7WN/0wmF7VB/gwKJ6vSJH8ANm4QTYwdUydMcpHmr8hcO+AOctB6HCyjLo/JYZTf98CbLKSt+Z2iylnBopn1O53FCA1/Ryf4u606FMdXmX+lF3LU3lg6UOoiHck8wykpT4dTFe4bP7Sp77lu14cu/Kluy5j7R9/42fgTfl2O0RZ8+Gec16aLxI3zxTzpBohSeysQb5Y9UtEb5x/6EwFt8JSd7x5pwwVcdjJlO/FZ94ljphZ981vvrxMvcqzLUv5OR/IURus902Zu1pMX34d+RLs91Ez7GId5MqrrHRKPthcatpO7Gb3uBQmiHUudlV/zUP8ix8S9b046DCAds9Zj2bzO19Jvh3i7zz7L/o4DI9SPjK1E6T5CfZr+dtekb6dK/mmfZMn/jXKDMqcg+9ZOUs3Inv6B4VXrQIMazvIr/+x+/2zcv2I9F2J5rxDv6p9LVuvIImHioBFb7aR+OizyS3Qe6CRAyI77I7HKNv3hIL+u2I8ZlsGEfZTud8jZ24taxnDZO4ltT+ZW90iP5Vbnwi/PTGU/nwsBFqxLu2BB2hCz1JZ9RTmqk2jhviV694hNt/Bm1xAtbsy1Klevz9j1+k9QEyX5xO5ahv/zD+svpQj1f0poMrdblzsdPZL2ng2qle2eTn+InGVd2OW+zTVGZ9zyVnrlC64XigG1fv0ZeC5fye38qsWjf5zmbX6bfQtVY0DyhdqFeVpEVoZEFI5rzM7ng8bMzn/tcl3OL9vRQyi7lP7CQseZPPwc4OsRDbUr6r3Aq/t26eFaZgh154AceFseWc3uOtAkRf0z28/FmOmND54nCSaqxdtWvfc5IlS3ld0LGmvhXv9Rz9nZK3vfqGjcKIzklGeL13X/H1Obkdp0JuPgLR+1RmzE/6BMedHUvI7jW35mv2gP/Mq4E11f5C7+OJ40x4aqPsV2vTwsuvCiPa8nY32eoAo7rAXyLqC16vqbJTukXY5iHZFb0hVWrJh15TAJGPss26S48cQg5xEOQWmKb5K/thF/MF+P128plrlcdZDel4JSCQ+tt049rAd+tRCObrTrbwA39xEOdySfs2PeLIsoZT9dXRqxsxfWfeMs2oaZnGxu7+1gdd1q/NP5EL7y6Hrlftt9M2CgmvuLjJS6MNBnAq4b8IX/2dguDX8uCcEokjVuNvxVvJ2vXV5SvjtfWKepvJFleXP786Q+7+fvPf/7rE5tjPaWH7POEdrbbDxm3RbjVwUmGLSzTBaMdaTUYmtoWDXrJ4Wcw9a3K2baZ58x/xeMKJp5jrFgU60RyxeW6H37Bk3zbTzzY9NsbF0uD5+yD2ear/qoZtDN+7X9VXTJmXQf+lh/K+wH+RONKHvm5yu05b9c4Fi+tJ6ab1+tqv9D31O6Gj85X8dDE6fYVmbS5YTtPtFKFvtXhdM3pO9oV3RVMtlzhvbff/WBMpvl6y3aMg1YNlcy7WV8xyf5cuCvejjzpKvbfq15zfR4Hr9MU/1Yfa+Ut+elOtIy1nSu/vTCcnBcHVy539VtHTXP7XS6P4DFR6ClxThbDrnscRAf2PWtj7zCus2POh+QZdjc/7+Ldsy+xuBn4UceZzvSFzx6UTm5Ok05JzQeZ3UeXzNkm2vzl3vI+z4qpDXuFsS6wuuRB/bl4SX94BU/0Ts6TS7Oj1Sr9oXMLSBkxlxx1T77HPtjS77lydz9sRonGE2yr276jbDESqThozgGQ7s7baW+yrjXx7nglRhXv2brvNXD1gm+X2Zg/vS/Z8K/8sJN/FVZtWo2H2o+u/q/FZfab2qJBjq9rRoXc3TH7YIf3LHzmLz1nuPgD51xl1y88yjs4FZ868u/QSc+ZnvYZvfpUnvEJ3sSmjfky5qLv/FMyVljXcldUZ7B5vpqTfp9jZ1z//77wgOJ1FtPnfPV8XOoc7/XF00Vc9GUvIP2f03FPVXWoWFVe9Rn13+ynT77a1/9UnEr7d62zPzmbAqqd4K4OhzPH+f6B/QjnAq/3RdUFPeb2SrcKO8P/CH2r7Ll+psuMO7fJsRW9cm/VN/NYtUXHtTjNtBV2c3t4YC0ec/5c7T+cUSWaEjWuGZZzayOQLCnBXDEfsgPcGX/GfaytATKvWw1OUS+usUsy/eq1iTvymPvYryjeomHeepSXaFVq7hOf6n7h7Mrqy6CTP3YUAa90K8zId/ZRq977sEgfZfZ9uo/A5JplPOqa3Od4Zs95TXxW10G5rO/XZZDnptebbOe+kD5zfAQPhue6vad3NXbfw+952ljToMcX6Q8f0E/m5SPJLEXHzG0AAEAASURBVNx5XrlnUYyfa1rZBX6P8SBiXNcZjzGm4lSXqdZf6zBR/g0tBmCujXl6YPRUQzpJz6eYNKK7PhllYCHH8upFdL36U6F/D18FyXjATpkgfybkPULaDWC+j/7PP//89I8//+G/v2opM7zxi1B9dRUL2S6YwKWgcNSWmoKrrVKLl9oqK/y7PaFoXwDiXRUuXJUsiMhFlvBUgsPvorhe7uTAk55VP4cxYqBppTZA/O6cHy0y0PH1TvU3Ebi4YpoE3uazysPvOnQByC/OGG9/EsLu3OsGrfSJ9BAVz1NYwptIpT09VYYwtSGhDS/xFa7486QB9/UqnDoThCYK9Yk3Zeh/fHKj4ryqLl3Ro+qiOmV/4NGERnt/MorNGYl7WsITPVKXpKtwoFWvllY9T5PquqaNn8tsN1/Jcxbh1ONRS0KudKRFXRfbBI+LhjYK2uY42rFB+mxvbX3+bF89oTFybYpjgB8bIvI9xpfGW7Igxtma87/2UCfPOZTfquMf2SUcR3zwY+fn+Tda7rCVPj95HOvmkU8AGU1/C9gSuB+1TizJjffmR11MR/5dbKsM866S3fuYm2fsY1s5XvmA9Yx/xV2xdz76qilzDDIityzfrVNznFtoX6dCTvrXy5SnipkDnz0ky0vp8QAz5XS1J8nl3IwPctD3m8nSfMjbpvE1jblizGMvcjz5xOyo9uQAPRlnsY5xFWsWsmPuGPE1flLvqO3gOzzNS+qvPsk+1jkwUoeIgahKuXjatfReVBEi/8uval+QWnfXySupqyhlm/uIecw7Ch50sQjATWSnZfpojaZ4MB/73sfY+lrT0oB+6QUH+F3xBE85TJ3jMBcrn6wP/r7OlEGnr3vqPjM8HtJ45DBNjS+G8BdzgOwNWNgDT/Z47Jelt/Bk69yG5ngQk834acjiN9KiG34OqHCQqXrFByZ9fB41twBD+tXXZlc+t+rn5txicYY02xf7DfxBIjZK08H3C9LFwDOdY5b8mPt/un9Hf8JT+3jNjdJ1phecUn3Quv9NL8GEV9vgER3+uR1CKqXiCcj3+lYyHmf8fn5SaOcqcvjPud2bfR0quX0YfzPR1J79Qdt1NL67vBSLaguw6gtXTIhTWfGuZEykDzelY5UJE8EfZjgRiI/4ZzvnMMEgFZ7Y1DZ4tIWvtnDvl1W21i8GWQ4syagw+Fd9aAeeZZqdVLEk+e+D02HHjBvQ135q/1h9EQ838zDb/UPnwfcpTjDL/HOCtex6jc8ivviEayFxsF8jxi84FvaxTjPH+EyaafQCYcFiPj8Ayvym+A+CzMw//vyj73uPPpVPBqpl40irnF+iJ3Dho+xc13zdjw8bV1OsXOV0rMZn/v7gqBfLpg3APgYDv617tvdlrMYhnvd9IspXlfjYc9VtF9fQZ/Z/ti23Gz6l4CrFRThqq6xwaOJBvegNHpP/RVjK8ZuVUh9QpIdKyct2BEDtwnZRZc21a4+dL75hfvtu+4LQc16nv7cAex7MHJkHmBea/+reYuYzkBo+OsTNA+Tb2/XsaZZCBsonGsrHmp89aS+/WcDPXbhOrPNuMznnEDvPMLjs/u03/IuKNi4M3qqDzkEbeRo/h3LMT/ZWxFmxhkHKjPGJr7osM6f2DwKhdVzzb5m3K2/nf5KmikvnQ9jdhe+NmWIza/xYG1viZii2xp/O31nDgek60GOcH8M2LVpMiH3kmMaB2sO1zmFuz5y8IxWbWYcpZf+XL/b1524soyn2LZEjXM8ZfS199M0bkqlc5mxBcadPdWSdtb1z8SF6uoKHxmPJT3T/JYdZ7+72xPCY4R73Yxvn4a7Up+r/ESrKryNv5MvfY88jLemucpYFXHs6vY1PKIB7m3NdTgBvHDNv8ujOId3u4O5wWE+O8gN7Pl/VdZnkJT3X41Djoo4jZNU5NXlFLXS5d2+r8p35XLVdjoVH127A1342t3/34jfaky93vv3nv//96R///KdvzkekVA8n3/0tHwK+C1ZyfK7W1zm/OBuG5w0QS+yOEPxJb+Zr4HJcSrYOJmocbAH/9i2/K/1n4cOJH4cSOS5+kkxjQnHxJH5P5s34sWCQtU5668N17Zgo3RqdxyhP+rR5u1Peqjx5cduTDrMYIEwiXbej1G/f4yumpeeIUW2RoSPGeQt6CY8BLp1WdB6L0qGvySmgD6imjZqk3GexQn2AvMLyM5sE+ScHe8HwMcGFv1V82ET4Ax9GgO4rHOdPHrXNDgsLR+QxY4kWN4S/xlig2Q7yyIeHlYuHxR2rb2RENJTp2wG8aMyxF4psUmzO8kc0qxI7Y5MqfweW+K9oKmzEG3lUvFrPyd+gGsuQql6Rex4IqE1B5AV273wkiv+e5TFHVnbK456u5qvv32KzT1zLMjB5sfLWBqN4aRmH0t+qcfOKsbA/4VJ+Vmo2OSt4xVGd/Kp2YydjLw7egvhqN4RjvPpv6alrKkWjcS2eh2+K6LabEK/jHy6gJEPq4pfQWsO/Xcna8TepX8T/QS3xRfVP7C329iumMXdMjh1kl74BvmpUeRd0xNUVjguIyoWzPF5JfA5mMhmYXLxpKo9z6B2uMX7iZMHWp0OutSevF6y4+cte8e74G1mg8IVvB11WuONYes7n8K3xHrV8pKVchOauLuWLQj7Zt/r5cYyBeWq5bw98V9/MuCuzUW2LakdFcr2ajjqZezzfguMZHbZy4dBv6r4mNNWM0/qZXiIUDv7mMG3V5WWH27wA7nlcNH/CK9ZPaPi3yoNBkDV0kq8xKNkz3qNt2fgI3Zmd8sORH/aP/jviBCRtC7/u8D4KrhtB03VGjy8yfRk4ES6f+hpnoWYMAfOv6Tuh+9gu5d9aSp2f1hjvhPY9kvEZLhY3vlf97xQv+2Io52TjMdoGNPFC/Nw+V4qx7Sn/GNk5021vje9xnHGdhptzf4+jOuSoa5tuyzizGdJItmH6exjVtcjxX+1E/7BV9nWCqSI8wJoLBaMUzHob5dGHE0t/TrrDRNYBVMgfdej8TvMv8Jpf4O8P5jtsZF3LmEEvPcW/8rjPP9ZP6QtPu1ZrxfKrkSWC+UUT++pCvl3L/NauU4XO0lUM9mVcE9Q5NHqt7NvT3+nx+Uvh6QR3fVYILTBqhYXRwjVhB+33zxPkKOcMv+yoLpeBG+HEN2N8gbzh8Ti4xqoqe+SU+tW+vG45zgEV5zV1rkPGHLWed6NPPjzKRH/hHHsDggxuIJMnXm/DDTrFRvVLXi2EQRf88ZE/fGWl/0xUYZLzZ9Ol9O30PYPLFuForqbdpxx1Wunn8qUd1Zofh84LADfvJAtnNGdOI/2CyQd1ows6hX3VN88I1E1d/PqFSb8duj783WL5ZbjfkDjCjeRs8JY7uikaugYmeXJfX+xrzJbz//34osuYo412YUq3qVREe1/3QvwLq4N+2v9j49lNthfo98bXPb/9lr+ztuKJE3NeUGCPmIEHbuIMhhlJ7YNDnaiOHA2/OYBBHZNFTP6SNWwwal6ZE0M2unBhITsdbide2c/vS9hvFhhmvfl70McDk7bV/tjosSGNJ3R0Yjd/R3mloZ5P6pt0T+rQM8dtLJDuBhdNe7KlMNVFqgLKqusv/iMPPVGq0OEbfxPWSrZAPF9IX1yoIo7NzuQ+1NY3E5A5jtyIwZgXwBTfsX/UGYHSN4SHr+SfyLUar6T3SdJUEX89KWkzqbPqebdJ0J8k5HyYf0Mfyz3NwoajnFdZyeYFMNiOPqr4tQ4tesqGuOGiE5WGWc3vxPCPt0zIv07f+tmM9DDZOPG4exZoMmZshf2dFjyeOLW39IFxcc77inxdeAjr6CidzWSu7eMn5X+4v3WWvO+mXFRWPq8kuphIycV9jkrT7atErR59MeZ/uHH4XoiTfwQ+LSGO0bZCKyll3ZHLikPcSYd+HmNdIWeZ9kRcIwYlDivBS5jkZ6f8plI9kqky+sldSzMC/szheTnpzVsmljuffZ6LcVxlznpJLDjSQ9eF9KZKboYC+3p+FdeL0nTEdPIucxyHJJ0ucMsGenjQiEN5Sz36x/mIXPFxDK793jtf7/LT/nweN5h8wQ2HeEowBc82p3xiHj5PmIH6QT9+DzzGMHiyjxK5zCcyVHxCH+jiGOGCHssdXjyxH7qGPPEdeegJ4uQTOhxubDuZ9EtfyY7GPYW0wSo/j1KjpTUGn/r663lbea+oJCLw3DZ3rOnWDaXvHp+mib/ZbpHyJuzSHyXe5Gw0HQ/bhBd8PvYTWZbFNm9onX1UnmJLTvIUrNrwwXa1mdPDtjl+jL9HbSYs8AmeoXOfy0uY6Oekzv1vNDUOQfX4Z9e1TQ/S43FOM0X4Ctv88JzBTu272/rX9ijgaP0PgvjUXMObFX0Otr2D0lcwxzZZji+ZldFc97FkQJy4Omz94MAfHDEPBy4+i71M2BJxw0DZZjSN3ok3H+JNd4/DhNtxwp1mNnLqecFI4DeIG0hrEbzzPCI6Ja/zH9l4yzKyn1/hV603gWocbY/X49N9Hj6ClmPmP7eDlz6bkROd+5s4BOuG3BJWpKUkpJKjsnS3ao7lsU+GZPzlK+HNbcFX5RnuUTd0kvzZBukjKSPeUU7Yhwz1UWo9I4MEF8dnymH8cV7gh8bBMa/T5tH/xCwO5kHV92VdZ/ZY5sN2fUA4VV/1dR+1OcFTrSnU9bXx3Ocn028lX7COJ6FWqq+AjlXNSceegFz17+g2cGyrvubaRuREiw3tvhBtmDQwe/V6zO3at6q7u9nrGp+bIp2N4qlY7tohc1LSgMKXTvDxea7NIcrLuq7jo7tjp+cPshozlcjs/Yv1IuKTgwHyTjvlQo+j48C4DyjEtCPHZ89RIxRPvQ3kvNo+Ax3ULy61zL6Q1+1pSNkPIOWLR+6xRn0THudpws9SvKCTj8Rj1CX8GJR6U5fzYvwZ9kWfu6zFSHKkf9iV+SO4RUSoxotv+Bv9lXjSt6P72ska6nE1cO6NkmdiU0P+ru/IP2jRiZpy1vbGHgfwdb2GGrybfeAHkZHJ5sofnWefG83VYYZyFYg88PPKdo3oiuxuv+1QHJXdWeodevpv/coWqT4zNpv5meu6ZHAOzuHx16Vba3/5olhM5xo20TvJbvzhV+nhnK1Zci7yrHWcFvDBkDkf1Ob6TRiquZH5XWO8x3orI+jjui85HYhRSkbzS+EhmQX0QFW5do8Ev0le+BD6iIfglZP8rJK+Fd5IU1vHOvTNzWNni7Hy54f/bm9FkQ9V1r6o596a3bRlN3NFy3HaxEL6xzxy3OfPXMGbD3j88OtG6IIsOxoecrxZ5Na2d+pDa9iU3+p2vzecGgNyOPalka/0jf3icJYfR7tEtSr5xpk4WnmYz4Kf/DvzmDVhXDFvxFizb81r/GO8EKeRQteP4J+2xnycbfOMGMwKSHuZseiP/DBfNtfMUxK5ST6gw8pOXKL8/cyLL4wtzr2XRzw0R86ueAXJ6IMjG/pjPMw8zvyQfY1/yb92CaeLGs9hbba4UqlTThXl+gSmqVEk3y1QDEmCVU5YK/6dxnDZnzUSSqXvSTqMAjovcRm7WaM5vuxu/jLp8ZcHjQGQXVMtAzZ1WJO++geGFrAj9ggR3bi44WD7a6qx4fe/NrCgmZNt5HpsVSvZSPMnnqEDGE1uJzeHAtZfh9+rMLloUxxjcOQ/20Ciz8l+TxJY8DZVxwA77OwjqM4wbvYNOTnaeY9D1eS99PckCitzUJBd+YxeO15X8Mh5sIjpcHOeiaBPBsmH4dGGSAJLja2GNiMF3KoZQC6U8qcjx0eMdZc9ye8np0bEojUvXOIVZcrqcN5w9r+aB713qIQ/GJTjsRo/j44Hxx9YZyPzBJj+0CHqIUtwlaGjaClXx+g/W5Ddv/fyTfN6DH1yZSXhGrbz6zXlHYxUis2NNjgrSnlOFMyhYSM5eZ0fI8/0t56oGzfUkjJSHVuKxbX8zMM1rnKhyrjO06InJqVZ9iSyfVOFvfU7ACtCFbSrD+NZtgrZ2lM/FxPGVC4KiayW0Ouvwt9Zly+v/XchaLJvl2d35RzHoHxKGYfG28xzvMA5BXt0ulhtS04N+Xd9HPWDRvuR3bx1zfcaI05orvFOMUr84qJe+tnprN9PIAveKb+TTs2zoNz1i/J0j0+M9BfCd/kRvb/uc69z6lDXe2WS591o0m1/Jefna673YlrSeFNM1EbS2VhRX8U/m2bB17/nrXicEv3cNnZ7ZwvtBWv4DLae4teLCMoA8+dxItxyQedH8LeMSodiXEAfU31gXnm1ja8y6FlfyR6dp79Kn8f4TPP9RMz8pPP+qcubd1bIFV3Cinxy4ZAPV/3JSbXdPllzCqWOrJ3bKXxK4qbYrdoVd1X38VrMWuG8DlYFUc82eff7b7/bBdzjhc7Zxtfps+e0ig/Y+Ou/48EULj8qX1a23J8/MlvXNOqnVP3cc+P5s1HNrh7G45Q/xMWuPci2vaTQxa/reTWuezr+Cf9j/15C9OT1VGEiU8cyjTTnDHqIQiVOmR2jvv/aknjpr2tyakvHajd/FdN4kEn5idvkOuUa5XWsk/+uJhkqd3ivgPtLTC18Bz8dBITVMW4PnR8EyPk45ubaHkVGHIApMpaV3IRvfyP261tXW1LNdbPkK39ysy3226yrMzXzf8Cw/z37cnEOfUJWFTfrObdFf1VWP9QcH69PiEsYt+4Dp54fiOa6nO7BXhP8Yoz0S8w/eZP6eUXIE+WKuNTRxFoXLzW2hBJSK7nKz6Hp0+e63frQWKQdjclciJnDw9YBpV2/H+5TDAi7Bns27rO1st3E3GGv4C8ZS2UuWsm4gq385+dDLZDxMMHCb1eMF/2rtcvHqm0SuO+6fPVXTzk4P26ozhm2EAQIPAlMmnmjbc+GtUQC9wuK4NCWtfOkoLbrpNvghh9P+KU8k26LgpJcZSgqvVKn0LWaQR9mIif5BIY7jFnT5Id9vD0S0+jxPGK013+719mUYVkHSJuNPTG72uVp/PakQFCzaKCHPWHXHm3Qm7uhKW4scgy4Tnh0jM2PLtqOT0rE00fhj+CHT7ht4MlpOldf+qCUAl1+GKN86N0+gOEpP436Jt5raqP85mzLH1tizDeRP6Mte7kDnjtH/JLGf0idXGz2jfIT71U15Sq6KSctOp7LexlmP/dQTcfBpomg9v2wp1899bAb/zFubfwmTuRTwPh9jjo2R8Y8PJWea3mgJ2JsbEAbT6BGDimHefoo3oBErg8D12nkPrakH+PQb1abzuio8SNs6ZvxUn6GpsDDttAp8WjHn+vEhx3Cjz4HuU0Bp03eiy5ogp4+yaaeN9dpcbSHz7wu+4KDg4YPU3s4Um+BJwQH1zF5fEIbnvCRz6SDONay9o2yLcbVTCcyHyMaAWZQ5Da5QC7ZiC1q0ce/WKsksT3d3+Y2QVXOupADnhfIM95syPw3gUxeyA4bv9rvzfiNZZPHtN+XGTE+lAfDDhh3AHOOaq6udox8yFEglDyLbfpzomT/fMBYj/s8kJy0xkR863hzbgXfia4+fCy7Ih0z5JClY6ZKZiCqz+YP+xc5FrnWGU0V6T/ygSbmEdCPfaNuE8vLpj9h31TtW5JC5e6yj9BfNhWEViXHfL/R5owjRkDgU3mpTmkd4pbk8GOweN9efiFwf3c/+QlA0I3rWMybdc8z6yYegitnU9ZYm/vnnB+xX9NCN9YSdK364raA2XTQNkT6hgX3tYmv+Ghz1g+Nh8JCRGmffMRRqh3k+iiegtaSPCCsiYM+tGse8UiW3gRQfgrPuhw/5re0p0qp9Sqrws/qIathpKpnJNu+g974cPJdXQNirjN24fAtX3XAvx79N4BtbNbcFB77D/8N6OZz6aJ+eFk0PH/QxeEmwnU0X1Q8cPUWAHFx3QFi4qQXYI75TV9gxKjzAWDHCi961p/YivyZzxo7oc/kx2yf52/LE/HDfv7UTon3a9Du/HiXi+hnPXbwu3zBC/uwk/wg6LlmzfJ2fKUH/bJXtGrvaIGHDo8N0ioTHpInfpTGOYr2KRzRPioXevvvvnLum/FRhdb1Nea7NlfCiAG3OTRn1m6scSr0KB3sVB4/Ht8fntk/zOX25pr2yfi4StL2+bPOtUxxufEZKx63Oyjq+cuzPEY61j+D9MBp3S2Rsrh9+frl0++//+7zuqdAYYKvlJsFfFld0SjXz4k592aePh66MMycHHFfzGMKXCMf9bCslIElsHl9YDyHQUbQt/nW2yvNjrpWCCL9K0YdaP7kHK3HpGLer4cvMSINwXT5uJs5+UMSBr80FjX/er/3Scb6+gW4Lvcn/akDskbxrP8+Wxhcc7p4G7IpnfvLgMc+Uusd8Xjc/5FNXC+o1wza+uKOauPB7gpe8w/587nuvD/QuSI+cLtchGYahy4+Wj+ml7logbgEfe6/W27kg62JrrRrFkeHBYmzYo06xd5dbS4TbsA1JpKnaj5eWkNzr/ag0baflbH4U6/noaKvpfCA9fxqCNKv4te68LsO1knexcvLzZoxMSv5UNd4uok+0H5UQzrpGnc8SM7AK2OpR+1jtFAuxOmgMiT87HlgDmMsz7E6H1+M/0/2tczYcq53HV+SV69j5v2Fcz61l7HRZ5c2z2hcSx5t6pJZ6ecxCw745I7vOPqcB1XGSj4KkQkfeFuDeMOT9S/nyRkr27HfYX9ohrWbS82sjiTZHdAqGrcHeFNvRzfjr9quj3VkqRvbLeiWA34/ZUXcYHqT+ATl0NVjaz0+HxAX/9M9Aua2A1kClnOyZV379kFHFA7XiubD+04S29ZPM/xUh4x7KJpxwLrMi8hXgzU9RJcqpTd8LTN2fLvj17fgq/Nk5Tt0yFLMUq6pzGB1s7A5+aas6xo+fHuz266IX7gIed9NP117kHyVkqA2Kb87ZAP9id/GSRO+vAG8Y3gHLkGP4Np2pKPPA1KLW0c4qdTFVGhywiN6QSs9TgeKhLy4DF3DJz6n+QwXk/FffFWeJbsS5FHR8wDJ9nMJjXz5OHRRRqocNQxc+rAj4y6skZegx/Iu3igjB3blGLyOulQc6uCN/ALDJ9m2U/7hI9ImmJn4HW2NgVjoRkaRpzaCfE4Nn690RHdOgJXXO/+P3LMVlxK0gCU84xAnGuRllZ/9QaMFz5cNPxEJeG5AxDvioQ0JUHhH3ttjDv51TMK9LoN/5iQ6kvuUiuusa+W66yOFq72VJuopMzY2QIEp37I/YUHJp/RLyFiT7iM0cjVgktNaY9Nsnynvt3ey73PYYLZ54af9RrXUc7UbfEP1MNhzSQKMmvHlTXMKv1H39sZXgpOp8RsqCOC3sVe54DnQcgm89x6R52zgfKQ8wI4F3tBLnGt+ej4x955wrJuhE7SHutBJ4bvKaRivfLwSWG2r/Sv4ClZp7tTh8b1MxLsLwHf1rzKv9BPPHZ5fcPALT+Jaoxx5saVVcES6KTX/MlJi7sgBVHlTr+0NuwGMfVc2DgTvaCAH/SSvslrB1H/WJ5xaho/I58z/2j/X5bcauYqzk+++XhDt8CvPV9eRyTcN+NptOtX9/U5WXeeFA59Hc0i0j5QrOWd+Y07mhp1l66ltc//cRkfZzZxLv9qP6P9eXI+X/Q68jpXPpVfu0+wk3HQG98xX4vmrS+lEubJn1kf4M3zXvst3R/93gfMww//9v/6X/QxU/PzJXb3kU+a1u4do7uLPeCxRVzzy/GamzvYVj8Q81qBl5P9XHNi/OrD5O+cy/LvhoxWPGXbHjzNNbec566/z1WpMalzzQNQfv/9hD+/Yg8ALlXY5seJZ7fyouvRReSVHdu7w1C9+iq/itKOb4e475tR2vWPu9wRs/g0/r+ffrsciFpUnPJT3lLRlS/Cv2PfrrLX8lx4rSvrY71JyURYC4UuHFV2FSUfZoD7xUfusRJboJVf0Wpehj62/3Xy0n/xh18UhOm/8go9Ii/FaYte5yde57bPqiJ/TkxNmONGRTx7ni6/Mx/4Z1PDib5C1YKxxtOjqoCseHfFFlbxq8shtCjzIEXkT9ec/FYvX2C7dQp8al1o/0xY9yLudPjNc+p/xpG+mu8Kv/Xdo6367y3tNiKoq764zz8Q14v04xF5/kciu+36xC9bbNeQJbe748gm2nSQe6OnNofLRsgdhjzZYgDaLQM3x+Yb5Sky181elIDJDz2lNsfNv8ifGhy7c3rtWijuqLbOtta/WwcvxOFPda1efVwpfR/TUUu3Y1FOv60iAK7mdrk2pn//n//y/xtm1CeT1bBGtdVBAdk6P/lwg7YKBngxpd+tRxr5Z3Bdwgpm4RWLDLRCvSjcZJCNnuOiEp7bKFT4Wybr5aRenqzrpSQgxPCub/dKFC0m7zRB6OZ7xJ+lkH+wjgVNQ7RNv2VU3iJa+xovkt3dE2ogXXtDFBR2X0bICPyjCPHgVORpQPZmVmqgmCtrdk+ocyipfugdC8FD/QGSN+M3VTOxKI9yZduQfWNhQ8YRTYWACH2ERE8nal/LF7IexrdzXokhb9co77j2shiz50mSRny0v0Rndbem137l+8xtY8BttyQlRcJ4yOz3O8r7IhweyTYV+kEefvsfEpaedI0/kqxwX9QZY160y61znSvh3jKf5wfTgSULG3bdvcdEz+E7xMETJY7xxH46SY9fGUtHkqAkafUqfOe/UTykegSufJEaOQ2Cpd9IBD4cLBoRD8qOVn7Ms0e3HOPxxyFG/5Eot9Rvh0ZrzHr2Vxo6hWMv5E5PMn8bP8KuNskOlyMGpeILX0mnIc+lgnSWNO6p4M6XyBnF8JXfvPq0ov3frAHlX53BtQHZMZ5ukm/DnfsGFR3/U13FN+rO4QrvuD97he9xa5aJLlZ2ypOWqDDniI4wVrXDkc3AFO6MTHqlgq4VdDPrLAm1P3Fj62+os0k259oOomGerDv6tFGSZX3Ayln2e1XjbiNmAfV9lpPlmRiBWmZ207msacOdH4L5/sW9WICfJUXgC11Alvrt89TXAZOhJaa1dkqe98FLPrvCdijx9jiu5R6x8oAl7zJOOIvwr/YQ3893RJf7VzbUxr6CTpXr71x9MmwW/uK2Y4xZ00J5FujhMCVFkS3vN/ys88SpkUTVZ3+wfMoUjf8KH47P2FwvZwST0Vd3tcCMEybLztv7I+biQZLNYn5uFIyrwZpj6KDkXqgf5r7GATZ/jam5FGet9XgjwPM60Zsxw+Wdklr7YrUMz/tyu8UM2vzt/fkQGzPpUPuf0573iexYDcRCu2pQrOvA6blzpXuI5faSh4Y/76OQ72u9vAEsByw3hSZ7aQkl4E9Q6hKf+3To881F7LsUv4GPOAtP+UHiSS1t18NRPnaP2BWT9qflBNOLDGFFf5aV+cZv3hzMf+Ue86Oclkq9t3qhw8VSJ3Fme+lRqflI7SvzYHsYt80DlBW/nXx4lPpOHukx94HBUXg4oH9hX34IsXbfowdf5oeSorLwcr+kjuPTTvmZHJ/xt2fwmet6sUJ1Sb84ofjzo8OeffxhcK09wlj6ilTzB1aaUjwWbaQR/pnR5Zdznm7Ojvkfe5/2y/0A3+e/Q3wDVRnTsfmnrj/JbeOon7DGEYs6Y+9W+kit+FV+woF3bL/+JDhr+aJP/n/mwQ/3BS5/ozPwlGwKPdhx2PWPKI/Wo/DycxKacUffAXuuwv1klHShnWtqMhS9feAUhbAz8+lnn8bX/hK19hNq9LPNWh1kF+W7jtD9xnInGcVscKo8Vbu33rzQ1/shZzWPVJ7O/a594Esoerhp0IbSyrjl642xC6c06/2iMMGt2OYVnJ7JK+A+I5ZiFKWkDK/WPGM72OaXP7+dxDW4hT/VXlakj61Huf8K2PoiauHt6SrfgXW0f6SVbpV/rbgOXN+/Yl+Oz7N+NkZCYeKPewGff72BwYhzFdVDmIfwOzL5Zbk4Iw6WvqRxK9M+4Llr11zraUV5VuVofpvHtvjAa+aurscKzTuHN+R105L6t4b7HAzL6PnBe87mWv+Yd4zH6Yl21b0V9+2Ivi5jdnLN53GZd61x75Kt54tjT5LREkL+EV3NtzkMkalSITqVw1RY/rhWgf8BTZ+3vhTeX4qMy+hljxmx7JH+hjPTkv/woSxom+URulnK1x2f+XB2c3zIH2I/fereuO1Vc3yOCY8e4/sX9sxlex/CI7yyGD3C/2tos+7DbZoTAkcll7FW8gVFr6LxR/rvCn3ls3wAWw5ngve1QUJYGtzoI3Rmlm6RcHTK09lVYrVecu3VPEkO+Cuhdfo/iSX8SRnXx4Ekb/FITT31XJbycX/PrzPuKftV/5JEBnOOniQY+yrGuk8GoC65yJfPuojDzOOo6ylzLCmilrXZVnYUzyz3je91XB4H5p1180sldyEyf7/lVPnusVQ/2IEd/d8fFnKNOjwBTVzy95IKnXfU/81vYudLuGgZtjZmr0HJt1XfNMTCCJ349+j/4rn3+EXaaOf2gjm4V1jTuOFEpRFPPeXNt1znNnV42fqa3LoDPQbvD4iaO8m+H7vl2dOAR3XA+83U+fsL9rD9HtsqP+Er5se+jW+8ZD6/SzX1/g5n8NKOexTb6oHguVpGatun3JzFmyc+3fbyaTj52D2yeGG9l7OBP/t2dtw/iG0D+VnyY32eerr/LDnnzGrDjTTjE12aBLdqv6EAP2TrKi/iMsOtWt6vE5IpKNFd49KNr2xYM6H0eBWeFMGA/3qg6zvzD1HtxXPka3Weej2t4j6LHu6mr/f+sF3l5J59nup0W3b72tYa9vSN4Ao7OjP2z466+Zzzoe++4fZUeV3qu+nsOrDqxrYzd75abetBig/4ScJVZGSZ8jOuVDZXHf1W9zhmP6IDNV+Oj8gZ/5Y/03SPSAzfk22haX19aMBzjwwh59jjVG9/w1JRdOK0+eFaWeJzKPGFefS9eJ+jv7rp8cMXc7rYwhtmgPHDMJHP7yAr+Y5zJm3gIb4QfaZ+D1HUeDlfj5FEpd2OY+fKYj+/qs1uXz+hXusceFaqq5yo2AXswZc7U8b700xVq7DeFL1vIwdXRL3BP+bfC/ShY6JrzkPZL2n7KlmflR65H3MQbXvN5yB3+7k89DMB1h7xfeYd8iTPbN4/NJdHfBqjEquMilcO2eg03e461V4+ZKkHjoMLu1Hd0M3yO4R3ej+HszyOq36SX9Hlm/ntMr8SWTEHQZYapz+G7SUlIVs70y32UP/3NA3IQrvOwsPwl1RzDGh+/ROzBX7PUmitz3yNtQjfH5hH6X4bbbo72B3CsXX1wxwYfU8vECyv8Yexm0Li+rKy8fSLgxKxRGtMDN9NHl7y1Tg79UyN5vC8ftzeAJ3nvaOoOvkpzWH0q5An90/hQ607QdwaIFzy8znxjf6ffrV/13zE+hTchnszySyNw3pkM0m/FjmQiQbvuhiRfiM44HUh56uTutFqp9VZOPF0RN6H9SZ0qwWz60p7+WD3c518TYcJdTyvzqajQSPpXm7ClwkMcicPmeNVnGrYnOKpq1MUn4ZGA8pf653biP1qb4juRa2HRCduuDRk3xvi7PKb8dJsMBm/Zd8njPQhNvibPOUYeOW0W0MvzgTfq2kVsQ9jF7xG1FENo4kkrPUwRb/J8/Rq/7brk6TaYIlpwFkjwjyedyN3IX9Cwp7bXPh/zDoq7R4zDmgg62QodYjEPbtUHK/4Kw6rvfbDQT/n8Pl5/T2rlt60Wn77yxiYhNYfGr6WHznpTYmeBLlyR7163vCNf5Ddk6MQWOL9ZERsF+xYHRE4BnNs7uXfhc/5kW7kWeTzyq7k59kQraCbVCyL0wV9rzVgmauqTsFqjf/YJcmOMVswbdVOJr/jnyd3ke+QfnFr+Xwhy3QwHa7VkoR8eou+CfK20G8g+S/NT8HrvzRkX5vOiaWslDyfkGECczattY11/W2WtZED1BKbiqFjd1VVjA24hH0/yFweuYHzu8kf7vNwn1R3PcXwF1/ufsmdHIbvVn/iuuNukvkfLX3GDyl3tyXrU7qncPbI5Qkye50e46Nh/ExLjK3Il/R4xZ2/wzb4WucJvsnU00c3xnXlonp/3f3rw54p+5lfbjEXotc+JWaZivL8u/bDX/zHg7L+fm7QJDRz5QxKBreDqf285yzvjB+4dXcQTXJ/7/CbwhnObgsAdj7Y29ifklcSU49wz0q1b0l1y/NzORYrvmu5XQKUbsjTPe3K8SHjcVDvmVmUvv1TYUG/xqXjsr3t4BuSxoXzgnKwte46gNjx/lBfhYz42fe0thI85iHn4A9nop3klfrqEuc3+yA8q7zhku1hU/wHTG7kznvBfUYo3ZZXvbV1NM0Ff377aVz//HiKn8SgelR5EwYOItjttKOVj4eB72Ac8oM7HfW1vZtp8+NVjf8f393JkXj+ki+C0NU4Uc9RBz9lG0c4l9lT/pE3Jo/a7zJZfk7tn1sv2Ut4S8xoovfx39wz9r7/+6vkfcjIWxBjbeAMIvRmvoh99Fd/+g3T17zQRnfB27Zk+8JVz6WfhNffGOaOAVkIXMtifR8fxfFHnFfDn78jfgRcf8zUazl/j7WMmxOC7ZsE6dy+/V/RO2dg/vmKuOK5hfdy0bsZU+jd8priCothWbpp/K+yj66u3ou/JJPcDcx2+6PcHWewttt0yFrQxF5JfK7+8J/7QSs8zu2pswCNfZ5hF7YzFaR92VX7U+ZO9tT/PL8OHOm/V+fKpoF/UGdfiQ5jmDtkg26TK814ThyhzX1jgvvmKkS1flt5fWu3y23Q1t/EL737gj/O5CAbnGI8YxkMYcahM6rsza8Q06HStIGA5DyTXe7UYY8yFoVf310BeNcQntMFPH6EHx9U4n/mLbrWu6VorOHfz13FNCY1XxZBxG2Mk11n0fWQ8w9P1nZXxa2xuvX2cP5Ek+2X3rg231fGOG8D3kpnXs+PkKPGx95i2Rb3hpsvsHZLiOPEW6v+iato3ZFcP5uNqKfmOlEXWsfMGpNLXwXiD1FCGk2PFyuz8+cVuRsNCwbUG1TYX0GONJruNbCVudMZnJHEspKt+Z+OCjrlR+TxeZ+ILnju5j/MMispPMu7zCofG12JAVe1ufW1x8RvsC8by6aLrw0HI1gQaE6TlQPNz+oK8sA0a2rTJ/45i0Fff7mlqzidWyk8YtfhaCW3mwscjhlqrPm7OiVZ4j5RrXdccMheaSwe0FWxAeKrxiH5PCTgn0hziWGm/iHYxVf/rS/LWTkrEuOjHhbezQ5uSAcdyp+/vWgftzwav2fZaOyvnQZs+Jwp6b7wJey73chITnwlP65PKxLpbYzqJcRA8aSf/u1wCz233+DamwfIxJszVPVmS9BVj1S9aNJ3S7pTx6hrz+jwHsz/oD3/d9E/PZcMfs/wZjeuY46vwWFKUP+O8rFze+SpyZdSh6zqCf0lLsld6nSlQY8TJmex+34UY/Jr+TN0i6LXvTLfTPuXPYryc0j3QKb3rxbpvf32z30W134vkol+fi4LpcOFL+jV5Fdd2kw9o8TrUPv5sbL6ZDu+5kf2IVtieN34mx0yMMv+mjhc06/nJcO7xAt7kCv/q78Af2eb8o9w64swQ1gTRUUbu6CviRn/FQ78zB9qPjjnpV/kDq+2VnLuw5O/a3SXreHVMduBVpfvREC0Nz2x5fISOeW1D7PRgTeehMQ6K8EeL80VyOu4o7lRW7zT7kRtvMsRXwSKb8flRc9LsY8W969QqCX/c8zOv2k6+FRo3f//4489Pb/ZAzzNH30+1GPq4DOcu2Jl3ian9geJHm4xoy/c/7DqJji/65gdHEFHm7MoufL2Ci6frSOKXI8ZRjmvo+ZvjVkiW1aSL7sjpJepDwGoT50S6uXhu505Ezp+yj597mnnuebc4ErEMSRGW8Qtfl64XVKXz6Fviab+b+Tke/D0T4+eUY/gX6DYbkKpL+xboDdTPS+sTL3t079G1H67vxHGhXJ2/b/MuiBh289jnAAyu+YheMUuxon3QwclgWQvT4qaAZC8RbwNjDiAPsIHrFbGmxfxwZGNwu6ZPHkbujwug9Dv6Y8HpifmnckEWeuOHUZ7Gv2JwxJHvQt/kSls3wwIKj5wHEj95J3XW0IuDMmkC9tJPjZV+frvnzg1evz4smopq9OqLa8gaq4GEf/mT3yrpWV1x2dEt4VW/bte5v890eLyv2t4Cad7ZHUcbKv2O6h5cvI9v3Z/5o8q/2veIT4z3uLEMbG/vTvPIEXqv6Kt+mj9UBnflmsqdzEfh+FM+fZQWl6ClbvKyFuba9jC3PYHy3yePPdpZDzZq7J3hbW8A2/3tI50Us4nkSx+YR7SAKMg2sRgrHgb/YpsGTmj996+4Qmj/eZqon+TB/+ZsedfAnXaCKxniu7Qj6bmzryAPF3tERDnY/8Oe7mRybIOJxNgSVialPvCzm6l04Z/u81xMfOmVqOavbsfULhKsiv+DcVg6u5tFgB7FbqSuF1Z+2KPN3Pb4ym8h+hEbUxYZnd94iCXIcZDvQ8hazQCXFxzGz8g/n1R8pKl3YOhAbGfi0vfOfzafyR+i0uafNn3O1xe00H/GVyz1hNLcH7JCF3yqJ271dHe2TZandfGpEVxdOEBP8ciBbD7TlXU2YMgl3i6/8feTTwCL8QvTu8eB3oUZNXKsfuNgctQ4cnTiYnH3FG2PKdqoaZxCfz0pd0d7YsIfsZ3jo1yX7+IGAHghDrjoA6fEx1HuaNBU70X4RrqojG7xU953olKZdYhcFT1+C13hkXywSXYFbuT3CCtiSlX+CV01lvNJyeE8r8xFYpE2yj71RNnn9hHcZ5guf+pXVgzghXzRD3iLxl28BekWNC/+/W1fC02db7YMrAO8WCu46AEmH6MvGUPoz7/wN94JD806wKEew/irHT0CAfQxWfrVVnzRkToX+ONYRqhwOOYyneI72xiE0Ihv+CDkc2JqcI8/Yz5zP3iO7eAVnz6HNpZaHxg7wOPinnxaqbKuOdhDYnHgtwF/2p+sk3/W9iSfqInKsAeVY7wK23nKDQJuyrDBOj1HrOwi8FMSpZ4B0zKSGHjFCEwv8lj6dTqtB51nzhXiAc/BLHUsSoWw5m/PcdND47XLX/A4gMiPPmHlGCLnAH/2jYnmxtBfF+d5qo29C/k35ld3qPcpP+te6KAHmJMjdnbMcNktOVlarQXUNLQGc8IoWTKrbp2GnLU9W7SxMQI58xg5Pt8if+Bdc/AZbpq//OvWjYGvJ/DFSOcfdmid0Xhlrjw7dBFe8wC48gmkX77GRWjx834zat63dRpDQKbvRYiPE0Sx+pzPn/w3CYmpI5NzGl+NWuNvxUwoTWw0I2/J78hn+UNljo8TliddwV/x9ZtN1uC0B1g+cBHtmdE4xube59o176851HG90nFwprPz+UkDxkr/nVhzZ+aAeBptI8/xvPZ3//2q4WSpjs+IV8hI/uILPPom/soXXzNX3hAv9VU5yhHNlfKFZCStbK/6wJG2+mhTD9ex9lpbr5jQ+eShsSnZ/Qa61De+VYeVmN6fJjma9JMM0fblpQFqm7mBtmBhc7wtDnpcOE+d1E8fNnQ7ADx12PmNhyji5Xs1zwNiYXKVlPDe5kVznvJnp0frl87zb+t2shKLDntFxeRHPhkzt5mPyC100rrx9tkegTHbdY7Y4910SP2V49EheOynmNfDh/T6ToHrDfZP33TifJtPBz9DgD7kha0f7X4v0OMhn5fYSI+aKxB2eLvO5Hna5wLTsW3gAq/aRkBo4y/KqwAxv4Q8zyH7wO8/h9941xxk7NrRYyPASYmOsqdeN1Osqu2CCR+d8pgGsXUIH1v5XdzUK64ZwEf8AxddsA/G/K403GVf8tdea+8+T8ouT+Mj9Y63f0IfxQRZyA+jpDtr5Xf7hqnf7E32H9aHTrIjzhmhm4/y1QOtK2xRvIPPTJXtZmuo4mDGkPwVuVM6DQNd/Bt13Jygl29hQD3PH+M8Ut/A4wJK3nu7fmhsCLbAHfnHpe3tMlPopaP71MIW/m15YPGgn8NLRyJBYv7ROkFAFBNfB/wbwczHPg5HP4UJR/9Ebgg3rpsHrj6r/8kBxZL+yDdhXpeSD584l3D72ryhfB35fPcYj7Bs1d/bBTr4reuX/hz1T3zM0vwiHikl9iTYS5/6owybjFOiL2ojjfgh0/4siT/7w0LEU/N+yAk6wZGPziEgxmHYJl3iGwTot3XCEhF++tN1zoV6DRTxlK7QKSZM+YxFDvodp+Szd5TxYla4bVwcoG4f7ZqTY8ZHow9zwGnrqxtoMnwONFSlXLMbvfqhDXjjFbaiH3QRr467qkw2hF1h4w+fLoqsFX2FTbxql9eLf7JP+ZMQ2ac45/0AW0vMLr/v09Sy0eFxjnPViJ/og6PGaMoZ+1OuanKvr++NXDkhnCyTb8L2tZkPuoSdLbh7Uu8BX/qRGNCe01f95IsQQnxzroy1mZ5Zx8DOz9l/iT+dPxtJrE8Ey3LxgVRKaaa/53KBaLPfQPV6VmLta+hrXmwI8k/6Rvbs7NT5yYBHHOwfe2D0ob47tjeAdwQJPyqbfVlj8xJJAr4UUZl4Y028gR4DKWO1WYxEjMl15HPdgtb5oZLicE3WMaD1t798wmkMvK7R2mxZTjidzbaiST8QgpcnwxO6diHo1/WRrzPpOt6m4tfirY/U0g1qBtR8UZn2MXomr8jXhaDY9I5GRdID42+dM8qFUHWkH/sCg0/lS0KiBvz7Nzb9NmRsI7Sjn+l+fftoJ1/zh7472369jinRJyHTzRR0/Tz+LZzxtBkxaXnYV5R1vJNrxJGNELZf250nfJUHdfmtwpWXu7yruIe65/e1/ge6DtCYBHAcQR3NK3VsrGQmjBBw4Kuwq5bedfPjEf1usnwILeXrZBlyjVeVwMLWLIFxVJyAvP+TXGRNiotP9kAMci7ipzVslG4b9TaZxgU9OGkdRffA3m027NqULfwjx6uW/CS/0KauMk/crzid96cc8JR/KxpifH9NWnHoMPLdnYa8VxzoJl5X43MlL/NXNsrvK+wzWJ8uDelZHpW/b0aNqfg+ypP9it/LaO7p54RyVxVW6sghRGzSXYfS91z1mD9pU+UYitHnKVK7rC4awOp3nwxz6UT0QU2/AOcXok04/6XQhTzQwr9cBLUxZeuT5hcuCsTx3FjrF8CMica21Kl9DsPVzW/CuSyVN4/SXTJOBM1xGtLkn24411yUCrE3kL+a//p+OvP37MQrpb++VvfdXPLxXJEfXy/uwJFcq+PmgPDBgJ+2+H1mEbTjav6pOXs1noSrcmsG+792aH+rxN/SOk2j87rWlYDFDfUWRL9I2+zreafslOR7ZcTqY5PjPTLmmGz9N5ib/r/ePw+Elw3kzzqdEa1tr/pl3GSb+AftGfddH+c67XzQb2KZjJ4nO5rn4NJ1po59q4mtphrSvCboAtZM/0gbGZIHHTq92QM8nBfqq399TvfFp+Z6+p5Ze33s4OyxtQYEZcTL8gNwm3j8gjvd5n/ZDkzzgh5E+trOE+SPORdCQnxuc9Ac8c3e4PPz7en6xUzz6Py822rs4l/1vVtHR+kpvirv8nC8Yf4UpWI9xhP+Kxn4B5tVikvn38eTEnzMhQH/olFlUN8dZ307mo+AEyPzjvtn5r8691z5d6Yb2/j0nj/3vO/FZU9P7E+CMSrcxrblr4n1Oa8PGOXdRPBkM/S9758rMbpmIVvP/CFesf/VtYGVnwXD9n0ckSW54r0rV3oRHuliXk/Svv8yWB+n2Y1M7ObQOqnemNLRO/mN+Jov6I99bg91YxIvI3GzPK45rnSXvPeWPKyNH4YHKZZMc271668HHFufiiFXqY9PKv6BnQHi2lbbhzR/H/FW4yPyO2JkZzDIsvXxSt6R97MQ5W+l1368wnb1Sr+yb0e3gkce1q3GVWzinF7jTro8on/ogZySEivlDBb6RecjtkaMxdRtaoZdyxTV4yXr03vyyHOS+cXmFb/W2/Na/n5cpyOFYoY/n+Pre02xOQrokHfcAO48blRqkphJ5jyegIm78GYgm+U+acPu3GhNPpR6czdyBz6jrK4cC8EgI3q4sP3bb7+5Dj+htf9x5xzXEGgrZrq2qCiRbEmwZDDs5vD5xKDr0CsbHb0/bK8DPsjW0ZQO+IJj1w4edz/P/f8VHzFKTaZulJGqTDGU0h0P8uDOnaknBn1sCDClTgI6cTJWhyPtpgvpHFEGn/T1zjfAxeeLP/0VTycKFjz12XzTryyt4yJsSvzxkydcqlENQbbpxG9uO32hS53SLsFUNtbPF57vjX/L9YeYlfGiJ6RFjw84+W33t2z8hv/yQYdod38U28WjlordyvYKk++BuQ52gSSO6/hVebfq5rOqdugR/qw63eK1Q3IZlufua+VvyEC25M/yeBLx+/K3DeUPBJLjyi+VVZHz+cExW97wVOjq0PBZ9blNmsefyT9nKh3X8pdynwTGtebIo75BYMN6g19scs3j9qZCu2ZtY8JytN3B9ZNJOFmcI67JVU94SUzqYSc4pw4WxXmpsVJzKOvKtdTnnFv01nEIJE/gTqh/kJvmX3KhzC0x9uGx1sH1Nz9qLjmR8FAX0vQGn+1AGq1KNVv+KY8HCcpNltCJbsCjsbato8XVhmu8TnCnkvodsdVHjvF2Uzwp/MMXuOjj0/1yaZtFNRLcZpyg9bnZbL5+Qjo0E320Ym5PncN3/jWq5I3P+YzT9PlnG3d+8PMV3m9vP1vOMC49fyy3rmOUEh+tzbznXK793tfcP+NVuXPKRRhifhIe9C+1L10aKdvSVnIYg/zTjVXNb9JnVy7tNN7O52Jo7HgK3ucFcxA+8v0/ndRPc7cFQYxayc7G/23mowndm7Iv5Cl/35dzfn/wnb5Z6bqCyU+yAxzGTr0gBY7/cz9HolT8Fd9HYNIBzuwjsT/k0d47QnSSRfsMn74VTvIJ23TzR7yilB4awF2qKvdL3zxLF+Vq8+t8tqX9U1k37wvaYa7zf8aWryj9LaNxCprRH2gHIz+vMl/Iz1ZpPFRes9QckDFsNDd0ZQ4TPVRtKbOkS+J80EZxotSeFN3rvvta3yuMsAP7eeuoxmn2ScvVK4ZP9ndfPEl/l0zrSI0DtOTE29c3e2vSru20A9/4NyK0PVVPF+uPrz4UZs4b8eZv5Bj4gZc513PPSJVDP/11pXVcmZsYvj5HI3cOCyowZk1XP8pijixkDDLbSUP4wS6TMyj84MZA8FiWFiB/eNZ4Vj804kNRZYIPa8GkVyXS+bzMqH1zXfSUOh+iXuEzzWnbzxNOMbxTvpR/KoV8gg7vOUQvGXMb3oLNdcnVQ84//K3r0Ef8hHMsI/aVd8XRdbs41689+/p4wTtysWKHLLvxxbmn5dc4/1RM6srTCa7Yfci6Nck6a7Y1Vm/Sg4rP+ZNPNfckG8tZG9h17pvnpY5r4xo+13HsFL0SdJE3z9B3Rq3yKI8Y0zm3oA/DJO3Jm4nAlofi61eIlxgdKB6Umh/ohDW6UMa83PYFBgAXyewDvQ5SOcjNsDvhoDDWYs4P+0RSdRAMeuDSwTRpsrjBHHzl21Fv7hdE/le4+F6W7ru2x2h+1Hmw+PY9iPVzvdU0ct16fxfSxqHhCYcu2Su0sJP1Uz62niZbOL1scPlFPuj9pdJf/HGYfI7vVA9dIpqF8MOr4ZfUPfTJNu/7cqzmMWCCNzvwSdkXOunDH5Zrvt5b3on9ksdpp1GgeeSn1mmxUdwzLwNP/bVUTgATXe2/XTff+HpE6RujGFd36Ge5GZ+gnvsD2saON859JXrPe98zmW4WW40jlRoLGh93dI9rZ5YfSxej17JjYC39ZLfaxO/6PuQn+4moX3SMAzgH90eIlzPcCcNJ0FGaHHbseQ4SCVETbOSDbjVJcqAF3p2gjRwfb6HDdWqd83V6X1TPY4ksFgKOaQ3+f9l7E0U5Uh5t8/NSdS3TPXP/9zZdXkavxANLjM8wAABAAElEQVRCARGRy7Fd/U/YJwGhHSGILTOAy08RvKphMCYWGOfQZ69z6HjcmMFHCxO8lqo70KLd5q///qdtBFTf0nAC15gJ74d9fYzkbWn2gv+InuzjXxXPV4ZXf9KmXNFH36pnDft940U8U8amlFiVHTpic7vWHSi4tCm5wLDrB+8jyrHZOc7LlbxHx23F412wvkHYMKz5f4NmYI1h2H8eZ5FvT3Otb0aRdFyrzvlD91qpkJSOlHCLsTvmfnQiwsFXeUbjfe1meqZ5tS6+OtDrVX5n9Dv7RFP9d8bnHX3DbkXj2TitRuqeBtofvd2uo6pbZe7PyS2LD+t4Nt7kz5yLGEfKZxWWPvV3ztGRUrx1IaalsKdEOb1R3r3xm2VngSt7BfN86SEbgcK+Je/VV3yqnNrONP/G+pUfrmza+e+K7p39Pr4lV63iIMvUOCoP/CnjGfqOnIpeV3Zkm1b1V+lXPDMM/vmieO5/V137U+W4Zw/8+Sz9GZ14dz8kJZVzBM+yc/2M51kfss5w3tXnfm/nsI/xtIx+3Ho+xsKwVzdY+o2Zsua7by1GVj5mfZEC5DzVBV/tc9S35NPG19cTIb3pqHGyY4vcFGYTqnTu8REBKEMmnNzouBlodWynpFtt9k8nbEHvZeXTO6yy0yHjfHQ9dCDBWLlz8AcpoocS/8SjjpvcUsddvgNPb+XHt0nZRfQ/wKRVbAXsWjnlnp5ryuAAX+Wngvp0c6X7o8wYlzxG4hHhPcZtzzduVPiDTjbw8UDTGxL7XqD3zNPPsnSJu+qbqzbiwh/Mc6Aj3w3IvRr+vYf9HJZkVPvgpP235qP+5CPl5nFL5Bjj8KGHtvjpBrE+P9tDa/BFDmXgmLx2AzTf4H3GF52mDYn06TCESqsWEKu+hNarHb+cF3SEt1fkUf0dY+uOKNnlMW7T7R37JsmE516+5jOREFj4DZraD/yRsvJ8hPZPx429pL3OcDbsZ303DMz+y3WR7vausP303//9/5yK52lVBhoBtMeTDrCcS/Dix+UtiE890WhvPCmRn5wVT+mlpOQON3rLc36wmUcP19/61fa6P30wghz7ZisWraQjvL9//x/Nqgk5PwmvDiVgyUB+tmMifFtjXoyrfTxdiA2I5QnBfNFQfdLfLLBK2Jnp9OCfoPwG8Dd/etV8nSIs44csbSDEV0gjuYOHvpSObB/oBxx8+qtdGU/1SKImr+1Cg374irhXfDut/dbxuBElVUNvnurJm0HxUrL+YW+XV73Qz06TqHqpB1/kP/n7Hz1B3Pjv6EWETVxkm2K9xSc4kzAnDv0n/immOz566AKLqaynUGWbZCFXuMw7960Q7FAd/jWOHME+OFmkXUv0r3yu6OADvcZRB234gadywGJDmftWdfEa/PQUEzw0trO8FX3ARhxkfuCTH9ANefRHW7MufC68cH+0wYsy5b2549DKby4wR2J2K38NndGvMgCj6gseT8DTDhlQAR1l2DXiSl/zqKPzb3GqtnAr/4b8H/00j0VdxKuqq5gXvB11Henw9htYxDXxSLvj7U1yFOZsnkvqmOG2trV1kzigRM6xDMFZnx/tB8jyGswTzuS7FV98Khmq5zZxfpQfEOGeHeRx/Jflqz7yuGQPTtE35t/oyXMwoLO+wCJ+Mp3qI4+v58pBbsqPlde+fREUjdB93dZZgbpvlGhsDsofwKqN+J1+dAFO+6ofPJWZVnT6yzBwFWbsAVZxLZr47d0xoM7Pdg+60PWt/870sA/ex/LKl5GHj3QBGfoLL3jt7FrxGPSr3qF/xZOMqwMaleBT0rfnEftM+nMeCFqegM8xD/Ze74ERNZnx/VvMFfrGetEgNszX+kI9l+KlOfk9fgTK86L7wPI2vpgposX65bqYfI/DEW4HEuJUJ0yZr+DkYuD62rW6P6v2gXsQBCCtO6Llr49TyyugU6InbXTLcO0jv7T9R4aL5r6eulA05g76Ibfm/crXnNZRladMcm+rwjmBdM3taBn3tsdI6Y+uVg7dBJB8fK7faP/UfFqIlk3RQU8p2GpNqnYic2acc9Ks58DDH/gp0whrppvlZtyYx+gx44U0+obsqAWuxZ6xi3Ob0EX4Z/sBUf9sJ0PsSyrvWfvaq3a2YdUfHGbdB410x1bh6O/bt29TzIqr8gA8pHILKxdIbllJ38ddYLO/RIdgOPRTG7lBETGa4eonT4Hj/XnutH1f7s/1OdfGWOb8BC66gM8ekHbgNfqYsF3/GQeO8iUxHLZlGZfx02QMbqW2yX8ZS753HyZeauv325W79PXPX75ETKsN7lS2gc55PsvIcGPt+3DR67zBy4yc6+l8RGBoIl5EO78hXNv4lvjqsky2xOubs2R2h2fZuZ7WGfSAJngzU4Ovz+fszxSLmS36zbGh/Zv2A3bdo60ds6wRM9DVfmRkuOoHP4C4LC/GxmmwOxhU/sQv7NGHds3PA/5cDf5VD7gBp31V9nVVwdKPlp8Uu/3HqGc/dNSb+Xngm0faNSH2JN6X4k826u+ff/7xUnOS82v4TLQAT0r85igWt5zfqw0v4eA/8Hu7JfKch+Wxkdmc8/GjzP/K90hQICm/1XXJMZPfoERGtHfjBvZVGbGQfbOiQCb+Gjj22+p+tReI9DGerndeB2c94RdU8zkKnKLc0yk9cQ0q+NURM/ktb43rBzEPsMNWAxdDO/wgvlpTIq8GjG/rmPUZumZbB7TmB+zO8oRNjEI59uvBF3z64SP+mVY3XqV3HNobhS1A9OCF9kcHeuIsxSPXxLT/jW+mi3MgyZA+Xz7r2+r46unhF/Vr/Qg92jrVJhK6Ir/ahZ5eSqesjwGh03mg1vXv+c1xk1nnKz+pMPFtDcnWdWz2BPBe4Q6Y7GSsVYbd4hXnMnqD2vT0uBv9Qd8Hpo/Rqf1OFLKqbtD9tPzdtuDdNyKL/iF/ph88gWt+wDN0xdfzGlpxwM2lcOCb4aoDh4/2O6rTBh882q+WM7+wf+Y54neGn7XCv4rpMV8Dnzg/Uo+bwI7DvGuInGtCR2zSzn7CJoeVeQI+Jbi0Mx/B3v4GMBtDMWeTV+tqv/dQxraEaExlcE4GeQNfZYZzxuQ8ppFKMSYWPZ4kObkwycFt8ASPUgNQByH31QGj752l5D8jR7a67nvzDmr610S2AVnJHL7Io3Zg8zRg8M8sZMBj8nzD0U4Wc1xnrtTDzuC/8zUbdMsgTuZfqS2ttICs8hTM31zO/jn65Gqo9wkv5qIS2Z9wzHayUIZm67hU32PzZOZz9OUrfrApuzwkc9e3Iqh+qDijv478vKGrdNGWkpVujXmEbgw0ROmkzauOujA6sHyEDc/qUZjdbD4b5+ka2iRpB5dtc5xNZBcNJRbz8+SaqeH0ksGGRLKel3ehzqJ7bx/xd4wT7TlWOTnmxiv+Wij4i0HYcBBr+515pxPz5CPHSrzZ8H62uo6lfschOqi/AoTucULykXasZGdY5I8M2ddf1zM76zgX95If66nzKtu4mju5/0pS5T3hm3mP8JpoW0P6fbWLDjry+UXrXhbdpiJ/xO/Yl2gMnb+53/Oe0QgmvfP+Jp8fnNq81OgIfAePI9f3Q/DFM5xfHfu7Mud5mOfU4ABO1kkw4GD+mnFBx9fnfNUfO67KvmexqSCb8QvlFf2f1r/ywwo29GYMbL63C8a9z/zxrkM67HwquTmnxUW998l+jw3n+qxsO/d7aCW6O3hnNohH/BTFPI++fLZHYOzcU+ftWQZ1yhVv9WFTzv8r3HfBCDcTvTzQJ96e1I2DY95aEiag7MK2vr/3fvtZILuwLtHxpulQIsdmYnVSDVrZs7PlhHjZhe3Lzl8EPOoQc+Isjt6pGnKOerxTyuO87swPYo31hjgMadqHvXDBi4mTVM864bfUPVWHP1PMTxj7hmjhP/js8Xc9+aGkHY7gk4xm92HdOmOw6Jt4Lvp3oHhw2+ZAuwHBAxN5zod/dhweG3P0jNhRntIDNNqzFL80ceBbFnLIaAdCbTey/3UFdur6md84TQ9XY6x8SPT7+ZEFJHNVbfHQa19x2BqivRL3xWFipd4M9mFREBCf9gCWxkwPBb3j+GI/6+A3sr+iceNq8vSvfqXxSqY/IGa3vqQX/qEUPnN6RfsMTA9r+U9kGbH0f4U/Osc+8TldlY+xVzdiqz66ia/5LLjiQCU40OGHHZz+uyV87uL/CXhcSzjTRXYpLvV/d7A+rvrl7+qbeQzixjJrHjrRXvHMsHs3gJXk/TEHLdb7iazNoivH3FTOEEk67i1Y+elIEk9ikqr6cXBlr8g38nJ4WjlKF9GHI/YbjTFAC4Vd1rh7z2Ylny9qAGOizMbKFzEgM5wBpURXtUPfkLca/GT601Xk3mGQg1P6+PiaX8Pfg4N48lQ/T0/rErX+6X894FsTkPOvyC+0pZd0jRMZBUQwiwS6UKzLGmPm/jI+OvxJXWPTj/4ExpgX+OmOn3/kQBJTiyV0vkPf9XiyoqW9H3VQvaMZ29AsQk0/+SF+YymfIOIWbQ7dT51x4OMXlWwwEsqyCh/m8Y8fcSOQOLny0egvY83G9SSfLRVKwMFb9mlOkKz19kj3hvclsqeqw94jeciWfSGzto8UA5JtGFCricl0aNOgeSTgmBsxty0vCC4EyFpc7/jP7C0K7dFd3kaVhEynup5grAc+UQy6zW2hVUz/bM828Yap0xpSPKcXmxpgmW+/wNIeXOhxF4Z3VOKXPNY7eiX5qMNWFfIGjgMnw7UB09hWHHBvlv5kpXAjToLqyFP+xj75GD8H/pj/zklj/hsPjxNztceAxZzaioXYxDIfjwoKb7arxVwattoPl6CVUMXs0X/gqcz5ccAHTY750R+1kCO95p7elg09z8w4tKoN4nl2nPebvfbkUuAEn8pfvHk76kwOfchjngn+l57wtXXw1x6/Wp7CZ55bGhr8IdtVF45K4PibEvjKV9CrD1ngU8LnQM+0Pg8XI7Pc/NWe5k1xSN1lFJsOck4A4qM/dFX68/lmuumiv3TvfZWP9ekwLH30I8cZwO4D4SVceIuH29T6dJGBaQQtuJVnhas/dLLPpqNgwlvhckInHB0r/aNnfOalouLbmcVAvKhpbZNO0jPrekG27ObcoHbu4OBJLn6hVF+8aRDBmeHqc2h0qXmIE2yqdI7cPrD3DCfjz/WxiMBn7lcrgulTeRL8iBf6O0X3xeC/wgd2pXvVbcZPDoThbyxD1zQ5TZesr/rVzjCpa2DLGVZa2LOFy23OA8lZmMi6Xn1EP+Ukj6Tgc2yMETwm3MZAsG928+1L22+iI/yfKvs56fAROjD9se+M/6DZx0LHOWO06Vv5Y4O6BIte8nkYzZFMVV3oXtknXHKacEUf30Qy51XhoVvUI98YRYux4/oD/lLRBCTf4dH+IHgbeN5YSyRTFVvvyJPuFvVOH2c+Y/50+qbAl76PRbNJ7M2G/CtU+SlIQgfNvaZHOS+s/V3QmD4ddL8i4mHrfbrHMdFflPiUUrDcr/ajR6XPvMWr9t/in/LDLfwNEnsLDTVv3gKDJJ8f57r0XuteB/58vxJyQ5pCq4cxCjxdose5/KfZ/0sIGaNd3H36FNcpmO+a+z89vjT/VNe8eN7YtdzI+8F1Nc8Zu+flQon8yGtjXaD/qoS++pF23Y8Dfy1/yeHDL1UHdPZzC0fzMxIDn8c640guhw9l193XnYD+bBO06lDb8PDyJD/pZip6dBpNelPdVp0OOqu4/rYQS1/pobLr3gi57rzmM+LL7XCxIT18I0Doous72ot8+m40B8XX3DO06qW+0HmssRk/6kO/Y1/QA2ccaKsMNUP/lfyMm/vxZeWZcUZ9xCf8Mp3Wipw7ch/4j5Qhd8h8jd+5f+/qJR2kF9daJzqbA7oGptOC4bMJozXipxS4TsD629v5Wr1RVLs3N4BTIuiT8Wi0FMsx7ZvuRupKRwy5oiQNNua1vTLtDiwu9pthhvyz7a7DsbblTfKvkpv6tUedacJhNkT2L/p3OvnmZpIXmDF4EXjV+cLwATM68a/HCj9wMu5xXK5trZL27Rp86KTJuTqifzxhssIBBi/aKlew3P/b61ywYV709lEzxTpxrgjNTyNzk7xSOdwmlf/WXe1sbWg1BLrYzqQHPcccsF2pE8N+YEsHWGUzzi4jlO0XWCDzt5hdOeO+oQf3d5dzvM3Kzn3PaZrz4+CQ5++ArmpjnqHbnGSkY+DQLy5jk3R1QWElcwW7vDBlSkiDWbvgxPZy8M26Rvx57m3GXvldYbeSM/irho+vMaGruQ74x5Y7/Sq8tnfenrXNJ93x1T5G5+tk40eA9itRMz2tiLM8bvRE2dnsURIBYyPQsOtq3BODQzX2FcFrzJkD2lsAcpW7y4we2mujZtZkwAPScuxlP/ga4gKHz8I+CWoCF5MTHpnvbXXyOjDFxdlJR+I+0QdcnvKLrSf+ka581a/iYu/L4Ysk9bKqdZKNsZDfESf4eSf8Kf/vmF3AJetKn8qC35YbDywFBnpf8at4tMXlGX2qfvBReaXLina3f1niLoB57TrIb1NwQXYJkm+u/JN9ecnwgxB+tw4Hnxc71/3kBy1G8bCX7OBE+65Na95FgQ9sSs+HdLi19n6gwrdZMz63CW4hrnwV+4K9Y7R0rh/C2tPcUuYBpLyLqLG5sukB1jdRZ1uzTOlTdbrJ9JejSe+///5qN4Dja9HHOUCoUm3Jdu6UjT3IOtGL34oH5+fiyQ3fHX/gxsqP/Z6H/pMNFMz6/muMq/hf8Yb8tdJ8Ui+ivcbwj6JmvBmvX6EcMfjUPETR24M/YuZp23r8GYfGLs8VrcPTeenTgnTt60g85fPp/KXhun5Xdn7MGnXU9t8HkUu5cWnvDxYD5Ff9Ca4/6lZ923E1do8KqjZo7NF/x+sYH+QGKJh6tF8txV9/T+UBE76ji7XhaA/6YhfXisXn3bYh604pPfJ52R2aZ3HypZV4WPAuJ/wZseVjt0pWd9kVPKVzxiUehi0IF01oxx4p3Qcw2tEfcZPbF6wf7hZv/ck9ug484muXO/CtRM16h/DcP14cEt/32JH5r+Q/7IItgdZJzltBWsHoe7QsN4CPhhH08RsJdmPB3/EPPByqYNThicRGUTe6NHT6HBvglrRbYViWYu3TRvzRDaPk6k1kLxs/ydfh673BdDM4d/kTHbbwc0NuhIVSvbSJO+nBJT4JFu83R0xDnZk7uvmEm4KNSU5UnZf/9svwsy5IBufgni9QZl2iPuiOfYJc9Y+JLd/F+IVc9AMur8QRpfvaAMILXMmancDXgrDBg6YxOhTRH4sJMXRA2gIYDXRAXwgCjg4Rx6G7wifioMYePI9+HJvKJqdtcvFbDg7J5CtRcKPw/Hd7TD3VP7ffYMkni9LcLleFAfYjiuiuUjQTrsWaYMIGT4R6IMKP5hbF4O2D+E0beMnQgYwRn5YL9E/9mnQq5FfhugpWs6e/9HtsOlzXVHfg6Ufo3eU6rs2VT5ayTL+rE4jDvt9kmzauoz6yV6SW5dnoc12l7zEGZnWDA/6Z+8Lm8EbuueKZcalDA0/gq1K4Z3hYDc/Mg74WOLlLo6qYFvc2hlO3ZMb/DhY3cq1+j8+P9DRAl9L6fG/UYlp5jPFFnuKgay1i1LWq1g9+M5CHgFzZkDp9wm8CWsP5KwjKAX7J/mauxZPpVG8qFfKXmzzcESdcesK+e855o99RUFwE03DFHDI6n6ei11+bu1ZzG1rYsNnA/+IrGZp33/zt+ya/54rITY6nQbEnghluwebj6F/JEf9sh+qCS+/9k5jiFbpgo+hEM9M1w2ZFrBUPSYRvolN6B61oRoCxR5FE3sBoL+z4/sbpPHYkO+SxXrB/Cgn5E/6h75A7dHDdxNwP4+uGmhYGIw40KxWL2X+Bjq+hh03zB+PXwDNNACV/OgFqpJlkqm9yZtcvM5sIoyEbmGey63hg0+ghXgdk1IghQZhHKmVXrGOScWXU4Leq+RitOhqM/jo+wCGt/cDvlJ2XmYPf+CoshczuiL5A8NBSrOm/lbf35LiwydFYd31MMGvAVgdP/LveM7h2SibU5C91JRZl0+oo8Y/OjANt94U5B7izklg/U9WUbIZXGchf9ZtO8dtLse8QKfGpumSy2vW5ow47xv4r2pkuIPPnFX7tH9TkpwF5pNbP+zbuV/49P4Z8+TjmclCovXLrjidjKR7jUJ2xU4milPkMcVA9WtvGh765anOEvqEHugs18xKcNqW+Gu+L/f6pnKPzj7gwVGK3ywz/Zv69yyvhG3jPfSaiuWmMUsVYtbP/a/+ak//0jma6D7h+N0z7gtgzVA6Ptrvt04lVcOnTd8e0IXQewiN0PK6isfOfo3tuin3ITswWjoI9hhumD4zJLvltxecqN69oKmxlX/BlblUK2lf94O1L+Z43ePUGtfZc/k1B5pvID9objXkmXdGXfQP5U3mQunDE2/9sUP2N4j62TR/3b/ZzOj+vuHsTeg96dcAzlR4TRiz9PL4SI8HcMcd5+F3X4Qw19rWvjw1Su11teveYK+26hoNX4fA9K2X2MH1eK9CH6wPMX+QQT/o6Ux30qw5tlO36ozr6gd/ckx26rsQYwDPy3JBR23pQ7/t35T64NQfSLCX52SyIHi+I/+P4gzRuJgQd+mntpE5ZRFrT+OICtdp6Kx9mGsGZfzVP1f3II9tDzX//Bq/25VmS4dceIhmYbtIvKZgNyHNH8Kv82fs3/DLvZ+qd/zPEotmNMfxy/MgG4WMLbeEOGHNG0B6II9AcbBnEXRzXPxn3HrSGAz/k577G4g3Fp4tzzdATXZjnsW4oVj33p7gd3ySHvqF/jmupzRqiOFaokT/Aq23wMZkb6/ZlwYAOpc7tNIe+t6/pBWHkhquxF0XMwZjXassXM53mT5vC3S6dl0gOczqvm+LSjzafht3BmzxLfuvh0AlbpcX/oA+/0+aLG3u70p+0Q4f46mPZorGNN4tbPEiUxs7WRMbL2dk+MWiHn0Z/exO+J6yIj9U6Fr4LewZ9VZj5IT3UF/iO5TKiLfuluxbuXWobnOE59B99FQYuGM03NLdlc97Un2HYEdf3ZL/GwGPNnB5t5Q3JrzKrjpMQa5z3f7afkdJeTnj6Hfo4Qp97cXTOvzGMosU/1sqUHhrS0+Jbdh9tFMyygO9H1R3j4OMcBGPtFKodeQ6qrqPmFQcuPsoN4IwhRjUIcn/UI5hjoCIAVTc6S0790CC3Rh9SAXqjY96uMHG6wbFztcAJpn6t27gxAflh85WAod2qV2NgPOUOK5C7xnwWGoNW/a1BxL6Js4KrbxAWtH0zY07+uV9IJp4XDfyqUi7WhlTxCFzk8o0vTN//sd8CMCQhTruGIQS6iOkRDAMu2J94hL+J+5/m3xZyW2WFqz8lOZX5SPfEAmwuuzqGtywshW8KiA+8s4gr3a5k7fqRxXhlPOn0uSlh2yDvop3xfnl9dr2LD/3poAyd1Yed93UNHuH34HOg7fPTevo8PmA5oOVz1oEDUrgZvelWjBJr9F3ncqjfUza5piAamDMb69BPjX6jveSJM98rvi6zWvfxCab0aUOkvPV7Dsalyge+1spV34RXphBeuD18r1ts2Ox4Fn/5nvLKD5oDuvn71X6/5LuVwW9I0WY+bkiOE6jRu6j1sbG+NO6rXLKgXoKgvZqvxNUV3lJIA47ojW2BItwyhfvl0Xx7pUc/YUqDJP9ne0P+HAzYSbm3J+Ji7h8W2iWV1mUnGFPgzBRza9DLQ35RzeLsq32Ne42dmW62q/b1do6fskeVvXFSO/tDPtLNe26cW+A9NV5dhwcqYy2QX2a99mxW47LHNnPMHi64nOClLvkiHkqLvQldxBzts3Il8yrm1C83+N4cM++4Bdyk0CO6JrLbVdcV7KLj1AfOolz5SGg7eodrPO3fDmch5n8l6Mz+bZ/yQ99Xac4pcNgPzX7f8vhF3iT/r/TYxU2oRv4aQek8Itnc1l406HCb6GXEvD6cM9P+t10DOUcsvcOuRdJouOCs/IxP3KeF9zubbl8as4+Wt9K92kpOVX5+VZ/Ku7ZX+jwK46E86aqLuX5Bl31l3yvM+2np8aptu4tsEs19ET8/N4NOzkIeNfcGviaN0LSIhN1ntmq8v9rFUYWh/NKvmd2Q9KehxP5yzPk0tV5WVb5h/6jz1jOfviysMHhe1lgfCsttEx8iU9et9Kc2P5G0JfYO5Xc72joMnwDq2uE8F4E/U66sC/ZNhl9g0zzImNKPGNnoQt7o+4hntPs30GS/VH3XfW10HfknNyhwZ2XxL2grR+jyT88VHrcYNDL3vGbghTl+/mm/dbv4xbKXPSH53/tXKkvf9fg8Jwh7jtS7de6I+WdB5vEauv2wB2m4aSYfav171JfifX7gz/MxktxrXkgSryFXKkQInMuAel2i5xzHa9z3Q7EfH1CejkdbV0Kbhf7L/vCz/360bc50I9hlmQ/TpbV7Bi75v99/0ku3HnXgl2jlT+zPsPv1kxvAMJEAGTcL6gpZFEYgysGisTv70lyR6X0CwkP9ceQBPttw5pM/ZFKK024zQWBpcu/4Ox9X+qifeHu/zNCJkP3TBRnZEgNTB/zoI/HIdqpdD8ngJln18fLmb2WwbMeYmOY+BkKJN6nmMbzSTXTSDzxKd5n1yffuI+evSI1EGv0RudBYpx+6ODvzDD+CBz9K4NA/Wope+kQMWKUNW8RV6HjkKSSNtY7ZZ4JIt6Gf8HZ8hB0xkGkCev0Zug//X1PcxFACawdjSdtLTE8NYpHNgM2C7dyLm9rN0V1OML0eT+iijAXOhs0HTDer7DeA7apJf9OOM+3JgLnhktOYzb2vtvCl5gKxoTEPvkt7Hzip4GLMTsuIw2nAXI8RvzvKgONH8GuuDPlmTPzfMgs8mxd669uwvtswsXh1H+AUny/znOk4Rqunv3RhTCdy/UnBJNnjK5FLnvyg3LJbDxK5kCOTGyEPJuzoxjxPAps8eDInaOeHja7vK3ODbeavb7jQ8WM6cVV+lbUV11EvPjSfWqy2+FO8atzl+2onbUp/6lQPdemBF6MiLn+2bzL4/Hlnh2SUY4p/V6Ig3GvmmOHGNbAexy2dCK7w01+cRA250FBW6dgKvLGMi0HGxnPhYAeal/hvAqqhGLQ/pTUvpVg70INSYOkQ4yUbxngp9sjN0FOCl/l0fYyZ6LSv4dAT9BlX9T4vpjGDYlfioegPPeLma+avXvSRD/MBvOJ3HPQZ6nfdyQPSXfNPfhO/b3bipyNcHfHQ+X1wRTIVd3Fxaii9tq9daFRMDVTXMPBlBwEnOywe2jx+xAznZfwVA77HVcIu8u7wY675PHH6eBBEPt+9wS/Z+rrvrkPLc86jjReyhaNY7THhGoeiyAa3lzf2BR33qmKiXE5zufRxvY2OEt1gFfM15njug1baa8wOa4cYWKfGxMfFfKh/HEt8OktJXsjy6zwrJB/WjD1hsOemyB1h6I6fMw19A9b85LEUdeiUA6gLP9cH/b1aXpIjCvd0Rx3XuOBJL/2pfa5j4MENetoq4ZVhq/q5nBXFr4N5PjBx7AO1L7Rdm4xrSkRObw0vsMf3BLY/gYevtYYePIIC3Oo/4Jnvqr7F63usluOMOONKno/ximmCoXsCWTXWB/FzHt0XM5Za2IVs+JE36T9Smr5tAw/uCucKhlzwahv4M6V4aaehua0Hzv/6S98OJU7rt2FkK/bqdyrDbRE/Oa8Kp+tpvP0NG2Vj4+03AG1tUSxpHPIbxoLoeOfSExwf/Yz9V9jAPNE8wC5g4TsfXwPJj/HxqLw9fve3LprZQUx1/4aqw9+wanCad0rpH2MVciSjy7nD4AYO/GqZScPmsDfDn6njP268IrcFeo/nFe+Bq17FPlg758pfQlJ8jBjh3ApqSu0vNG9E4alC5yLpHPyLfVuk9Ie+n0vA4A1lux/mnHQuv5WRrnktxSpfX+EsCRfAzIfzlAXaFvQq/ZbxqkP5j/FWyXoa408M+Ti2+NH+Z/xm+IqncYzkuu58AEr8QxJ80VHpKvSk/y2lj1mfLH2OZV2wb76+M2gEF064IdZp6QYdvOp+HDh2gA8tbqUEby7z/Oa6zIxBS/NFMvnL8sB5pcQe+O7ar8iotMgQXHVkg6e2vmks4C3O214HHJW+Vo1Q61265sV+dKyp0Z1lB+QYn9p//rQ5rm8rITd25qWitVl66Bt4Y/+qesSZ2h5nSl1HMYVTbio+MCzHSsY5r2e/yo9qZ1imVn/4ekDRF5rcT12l+nUE//bQlY/p4HWnBs/g0/xlrJsr77D4dTgay3aSovH1NU1uSGM84sYiWetuw2cfy9ospbFddfdnWl9u3AAW2XyEE2Ng6HHGpiHBCVylxpABz/BV3cLICIbSwXdg1jY92Uhgd0sFwWL+B7n16XC9fADk8IC96zPbdGUHG5x7gXs9uSUvy7+yaYcbcJLtuYNWNu74XulT+yNftEGrnSdtyV/pdUISfpOoazc/zPtM7lmflrY7c63b2jZQqwQiOZkXySXgY4zPfKeF0m/oxcB0P4jmkTHPCe3M/l3f4xGx43QOH/E3/HNO8Wrv3rKzcXlV6hW9cuSjuWXwlO8sPmzx881Pi53RX2qWDMeCWPpoikcK5sifbIJA2pe7WH05LtvwJdVcCUyucDNir+STPXUurmwNHBNgivXcMcl7v14T+w9oPB+f7gbXiP3KSr2VHytexln7tVJEG9xMv8bcQ3M+D6xjLpEcXXyquI/KVRzLV3YqsFco9WBfAl1WpdOeLtt2T4dLgacIWt9AeFLegixshO8bSmR0XV/J24/r4/YoJtCjsVjGiuko/M/6mlsdRrM634jO93z2eJJ+8lHSs/cVUQEfDlW74josM0s8fI4kObL5f+shP2jtrv55p73inV0YssKnd317hVf779oDHfhqUz/zQcbpPB48Ma2yavtM/q/vY0Lcnwvy0dn14biwFvzwJ7581T5dnPPjTIETIX7xceq3jNj2wwKjJ3pPqG9uzLoUPe5diHizRjM7+fqvv/7yrz+PG1hz/7qlcSem1hiCegxtQs59v+nbc/x9Pb5Welxqb4LizQe9/Xv0k/h44Dfky7e62W7Fk8dxzc2MYIsXhj8y1rG+0ke0HzUP4Yt+lLEZOeq3hmjQz28EDTo8MyDP1tBV1yzz+blsou9Z3lyvEr3OTWhLDtdI8d2zMv5PoIs1ZW3pR/hvjHvMvJj3r8fD2oL70NW8hpp4VXn0CRkksMUHnEEHp9fLMz1X3NFl1fcnwNBvxMV7tLIrgra6swk78kRu36cdUS4hwYM4nuPgivhRe0NP5eYq5+PWnjs2yAd3bNnhZPoVDuOkPupXeuV+eNZ5wzd56JTJf/6iImQmL9bz2sfaBEvWrXp9jX6VQf+e+47uwzRmn/77v/+7RlSW3QeXJ/n5bdP4TeCU7NLJpzaa+neIVePcBzHdhUYgg+Xt9uSUnrDgmPobEH700YaGr8ChDR7th0sl+HbiAC8GceaVby7kRAQ8w2bKuRX4NXDAIbjQBXjcdKNVy+ApX4mvvg8d/pUPdzcPfu0ssScAR/qAQ7/r7+wOlZ2fZrkim3kH3ZVcLiDmk1xoQpV48wTe9I32+IqQrDp8gQkfWr/wkL8iHaRctvjfvi3R5k+aHk6NXsS9ZAqmBVE3YzXOXQ/rs5dw1sdifgoRWua/Yr8mL9dZj674QakTvBgT10c7Pzu6vpvFGnkRh8Erb/gHvbPr+kVrfFa80TP0E0x4Q2ZgQQuccvAYdgzciAvaGXc8fSXoHN/hlpHzZrrcmvWmB93WT0auaGb58Kkl8ZznScahv8NK/KAX/Wu/0Gvl6snZxvOHlYr74DFOLomvSZb4ePwP3tpGxZPDx9gFSzJ09Cf96k5x4UqFN/kYPnV8B/y52qXfbrFdKN/ojvz1tGN0Wrrox+TjDt1VdINefcGIi3TicZRXeUR87uRBTwm14pFYzbSqx+ZvnmP3dIn8J1M+Wf6uMpGt8pP9ZvIPu3H6yfOtWd4ulKITbb5iGR0pB6+wv+MzGAPBa5XO15gmU3rWfj3tXvWfcDRv2oD7b0va/i4/yIP4/d4n9Abvbsla4t/0kIiY24DGPBtytC+TDd/9hlJgYmP2gXCAw++9pS6wBsfhU8kc805PAK8O8Nke0A7cmSbsaLZIXpufmeZROzOtZD5GP27kQcc+QbyIfdV16Ku4OJALDvGe276LsbGN3/GBMsoV/ozxWgv9FO+KM+yDK/sg8ICDJ7j+fL7MqQdUL3f0E1JqrOdfQthWh++FcpxfQch8VEu2+D+C22BV36Aan59aDhKk7mXdJ+ZLvQle5cMh+0+w2gZvLmXbyAvqgw48tc90B1841Ff38vZv+4V/9zJCP3ij16rc6Zp5Vz47msw/41T6zDvT5PqKZsDu2Z/5zfX1+iT++uN6xEwzWjFuxqOFec4jwqrtQRk1+qNlMo1PyB2boGFrzAPRKA9xsU46/LCfzMi+zDTOe7XPTcqEHiE/gXtMZt65v77Nhlzwc17OdPTn6y65Hz7L/bkhqn/wCH+IHn/mPE0d/vIb4yX9xQd5lB23famy9k9aD/7+++8u12kPX7rMfNNYwcWyRN3Xj65jbbFmr94AVp6r5+XOrNMrKOf8tPMnSmB/z/ftXBpfg4ecz+2beQLOghOGe5yywZgIU+MiLhPmVGWcJ+Cigd6yy/4rcP7z5aveiApdZd73b+YnGyyNF/iw4jpkhWtfKNguP0SfuISckI9/In7VC33lrz4dWgsYk4DMn3aVxQFnOPCmnDnQigSGnkfcEkeQtRL8ox7Bl/5CZk34Bt6xHwh4tFUGjdb0sU/P/aP+2c6THj0UIn7e5OOc5Dtc4z+0x76wP2JD8rg+wvyd/NNyj+O1TQt80BX8Cd7nN1gSFPpVfOYJOTDaseYJF77EIRzBJ7+DV/mT35ED/a6sfCwx7lAdfuc3doXIPIUZcqJP885GwN6EtFNls5l5SN4ffgj6MX7w00grf4T9QY8MlQe/eLJZ5RPB4DpiHl7wAWPAOxFdXg5b0G3qtvwRcTH4YHvgkT+gQn7Fr23wgWsu5r21+Iw+640LM5AtytCzrpOsQ/CTDJ0XaS/PIZosC/hZiZ3wR27lAx68Dv3tgZcKB595yfzo86oh3Iav5rzxQC7zsMtNFcmI/c489gmlV6s+u/0ZckcG7Cw2lRHrK4SafwZO0DH+dTyQP/QJSvAGHD7zPCIvk+dEPXLJ0HmvH5qm9QGQlZJPitM3ww19EpLjXY3NzJ94FRdieOZ41kpzdbP/Ek/tjca8necnMtHD8ck1i03p5eq7cowPorJl8k2dQDJTtAz4mdnCyXJkHAbcoc+8wc/8cv+z9exI8bBta2M1gvFZ3ld0OYFf4Y7+2DjjjwE/r1W/tfXyZBzxwzlfeuFf9aJNP/hnpWgq/uATlNJ/LOx7bopfkuwe6w/qaSdK1bjhjzmh7jTXRX2P5jbQ0O9GdXwVkRb8SD51buxkMTa5H3k2Shl8qMf4BFg3s3/lMXTcS13Ztseee+7G6Ez13pZsfMWGqg0+e5YndPCp/G+3W1xrurDgQ8saQ/uszDdvhEfsS8+XdTwI1uw7nw8HkjcBdn4HLjHvt/eO8jkjyTe5HfTSK+u54hrjpZ7wL/iUK5oMUzj52t/iKvflum7+6oLWXb6ZlrrTXsgB95nyfBzdUFsTI8dX/mw0K/xdbfY8Y6N7zVnjIp/l9f7cxmuegaFYYz4Sd7TXPEKPiMfQIfLE3Xi4E8trya9Bs37v8d1aH84XljJwcSHVBQb9+9WHfMKFDV8zTlRQDBK7vmdpwdj3lhvbfrVNf4q85fj/IuV+Vax/hDn4LdvwmpzIcfB9jdf7qR/VK/yiiXpvwjE/yUt3LVjppYt65ItHfwuQ8Rx8LaO00x31DfhdDd+P53q8n+0lx8n2NqyC6Qbw1HfCKe8NTtD+VV1ac87XxXkeKMb1T8ddv32kQ6SDvtXju34/0+qhEzqfLLYLpe7Yo/j9kW5UiIZ5t2D5MMh1uJd2HuK9t03C1n56p10PKWvIj+zdM29GPsNqPVs8jZ+Nrf75+f7m3KXyutU2vq8cx7F7jd8ruqxoZd6vyI2HeOx+DX+EHr/eN1e2H8dv5cWACRd+B3v3ZKc9VX5t74g5F6H/Lh34lPmaK9e+1Bf87PxId/DbkWWc2R94kbd0fQ06lfqK5j/56PvFTagOu9d5WbbFvm7D4E82vug2bC0dqXmFE2lg7G/BZx6JlWJZ8J4yEv9ddfDZjIMJEA6xt+NzH869iRG/6CAeVQ59Fb6WF7yfXVczT2w+vQEspVDQlvNO78rqEbjkUzaUQtJmVP+8nkfQIeNj8LbJkEbVk9ar86I8eYXUlaNdd5uNcZNgDBw0KvvNAsOTasK9fwzf3adpMpuPGXQSOm38Vu0C3uXJH+VpFeGIDzw77kuV2X88CVX1ybFV+67ER6goEYxBED98IPh0Ij+rdMW+9wf/WY46nT+yW8mCALHa6CB8dHN6Cx7wQwZU61IPbvBUsT+QaPx0AV5zTB7IvFccvN/Gvz0I0v3mspsL4YE+6Jf50SdY3gRkHNVd3wQUb9Fm+tRdqvNg8dRP6C4eOrEY8rEJJlUGdlGCRyl+uwMaeKqt+UI70wGDJvcd62Fj0EgB2ZWS6ZHgYchaj6OMsF9ws802cfotLdU5cgw7rKSyVZxAqxI98A99wGmrX3/AKb1ffVbRSbty1SdfezTfYy7W/JVl6Td0deNXf7JKb/7SFu/djay84RXerzkivhUPHJMfAL5c5jk2D+hKnvzMseqn736JfI3hLP/IQ8K1TsknoYjWlIgXxVdQKE4/f9UT50K33KhBbkeOB2DPlh6jmjSN/dYfbFbbRgF9mE+0+3dUpvX5XfpKhuTtdEQO5eQTrRey0ebcl3YhRXjMF/ZDtCfaB07e4AN952djqAPd2O+AR75k/IGflTs/7GiQrRI5wGiveUZuEt91/05iwBVeZrg3QvaIZQHFc6xDbS7NKE7LBzFHO5c9DgU0kVleZN2Mfa+Oj6LULsVZT8TijW+6DpJv8ep9bYKhu+NYP7keOEzhAby2wXumlJ6+5hgxOq/4KHYlHx3B6fYk+4j7yg/fQfvRJbrW+fXMmzkrXbN9zBm2OuaO2MfSsWJwAsNXKpEDrJ530A+72oYu9wtW4fTfLff0sn4fT5lOuqqNzrSBxcNpkQAyDvwzLxe6/BgJBB6iC1rpOvNf8UYf9RmpHxkWkHufITf8o2+gUJxi9z0OgUUegKa2gV+V2n/oX9+5KCekuM18Vf9qJyZ6eIrzlyv+9GeegmkZxBdq84ZkEi3w9qj8evuCAfkAfEoJ8vpifN0HaTunXIhfdnn5LD6wu+K4/Kb/Z/udUd0AnnHW38o1OwmcZsjcedGSkUTCEXXxokVBSrTa950c+IB9EevGT7Nfff5ncckRY1N4yleGorHoY0IShvC3ltrfmwKmZwxrtHcPH56pmuN0j2fnhGlPu8eb517Gw+OSxxjdkz24iC7Tj56oRT+Sai+6KQbkusB7VIcj17uQEmMTWe5LCWGDY2nCjsD7ogs65tPIc+NFoEyqU7uxvqS56EuUPjS+mWJfH2OnfNB0TWMqXjrybw2rLR1eOX42hn10JTqNIeNI3kQW+RS9hv6hUG/fcEDmrTcKOadClkrWmwxT3Va2CYS+E3DZmAdG+n5v3wQUYxrxjH1LFgnY7XXz50FRH/2Q1DbwuRx86oP/M55p+Yl1ZPSEjPDPPXmD9vfX5vEJfVo+bm6xVlFTHcplAVYpu3/4t0yQ0wuJKMxFXEd2nn7NoTFp6MRV9eMOfpTyGmTMt+CT54xDUDddvxEcfekO6vo5z6Hae6eNH8BFrsZDR+0H7265m//kyiv+6FPxBjw0idg5egs8fVvY178iNldz7mgPuMeeCvFLTauwr4g32rGWCTHmCPrvSKtf1ni6N7lWkP1g3R+qrT79SYb00J/29Xnvc3oDGGUygw5LKyCTwqZ6dOeLuhvFs2OyUvD/U0sGGP3XA1gT5KPWNPoyHxhAcUP+bc55TBJR5eNj3eSqT2NacQjuxOaXV486DRUiXqOt/aQOn+RRtROhVrlRrMc3JdaSw5HziIyqRvvWGQdzMkk54bLiTsD3NvAzfgjfFqNPRCrZwIMSXrlvsBhzxzcIFosqOaJugB7PZZKA+MYSfWGZ29Wm3Af+WSn8sDPsgN8ZzVkf9OPG2hzs9ItH1lWhtPJk3wCNYUm+F5fjBljQdx/Ku4qXrPM9GVK8+cCMtHcy+01g0WuBZPG8xw8sHLLyGjjPlh/B81ldnqHThH2vDTFHIhHoRNXzQACjbmOrGH7PwdiK2zx/pmR0IuxUF89d18pqri6xeu4zBTb7q1m1/XhIRs4Jg461P/LEGmdgz7UT/82IH97qG+TDSeuHi36LgJrvanstJPt/GUFrMoNaNOjDj3uytqymDu1pViuF1hfJIb66/JXaBhOuvp7/Z9sQzV91OYl8a2Pyhc+/cFKsKGufZbvcrZ603qrWC+vXe/WYueX4K/lzRvTW5NtFfwWBP/m3Ip22H9MPVmfy0AncZ4caPswH+AFXO/eprnOO3flGxoXXrkSGykx3xn/H6yPgWad38t/5LsvQet6vb6SOvj9usN4WwRuOarPnR+O70uUN4joLySUOiIveqQp7kJs3EuUXrhNlPkveGSHVwQ29TAXz8V9/xSUs1XV+8J0T8EbXv1U08Ykqbyxd56cD6W8AsI9BNHEQ66WtPyfxpi7t5vwGjz88ie1w+9Wl8i/zg1LxlvVom5AM+kPrEY9DX7XN2S9oy/pko+tDG45xvoVriJGsyXkF65kmOvwq2rDhtiUtWOIb7J7RsdKc25sud5urM+5qV1t5G0ljQA6UnbcOZN06z7vFcYn0/jU++2gWSRz7GjM71hDlmfgLvDmuWZdmjn9eq67br2pI/udaVW0/w5+HvO7Q5nSW83SuH3NQjB20NS1ig+RHnlNp64Cd23W+N/cXd2x4B46Pq81JYhieMb/nfTN9f165n5tHXW9nqiPpFiL58J3ndych7wnTUTd4neDJivEmNw8O2T+PyWXe1/gYvJ+txYtn7+DLvNd++fQGsIzpf7qC4zNYheo2MNwNNZv8hGQatBjglfu0afUn/rovbBP+5ALXHV4uLwEnYSKqf7VA0lX2SNtYi/LgQzVK1qsf+S5d7z6jnU801nlt0OvEpd4Yl54aNB36ygXZuA+IwSvUE12FtbEMBH8Z6YdmWwydQ/FjoBzpG6kVs31H+PGkw/1+asPgkmsKv+PlxIg09cmEMCIM0eZmepLLxo5JTykKDmwO34aPgQkHnwPzsrkGmCvRgj90GouG293iJ3QNyT2kTG07lQ1gGOsPBypmfBTt49N31ezPTWyCgmL5GTrHZtVugXnsdF2dk/hZhLQTaG44Zxz1i4/zCtf6BchMp7oOFnf9BpaOzEd18SAROUIPumrLF8M1euUamxThjnFiBK/g8fhn+CXmmqhpqy7eWW/15X7hjCP8ZxwG6KKmuRz6izYcWvln+TM75GUo81PjG2Md/gqcn5Zjf1ri5fcjgrf0jXz8qbz9mzl7PeXMQ18B2HNG9s94m5rf+Gqv5Bsb1UShp0DVtDcsmsJZbw26P3Hqa4TmbvgqfPf4pktvZdgvTrVYSmqk6qfletT8635Y+L/TMA6J4Wk14lkoYXf2zSnhSeeVDgv9XX6VXdsnIs2rymf6+/RpzvfTeBqeAiPiL8ZSXJlfvPETkqIf+ml+NCB98bTi4Bf0j3xe+cx0ZAPQ9ht5DzRLWulh/PsVSc1F4UT8ug2KH6vo4Y0e22mPpQsPIT+PSdQFl9+NaZQmKvwbJT4K/9k42WIT46SHKmbNawtdBGf/1NeJfPW854cRW/M+L3Nuvq6y2/rjicPQ0Q1b4MAbD2YdoFKGDug52aCHPm48oSlfZToJmOKvSBzNWDdW9OCs84uiQf+0U8v7Ba1PESvCUC96+JjDtNkUOOj66T/fbA3WWhOcA5m9xuR+a9gK6x79guM77zsV+Vwcv09rOzJU1tHyOUC4GEJ8u8OQxXwT3o/PLWaMCfbnflHV9uD0XI24c3k+LzWxhnyvu2flt7DO9+1tXnSYb0KDLo9Dji/JEC22obFimP0UMC+bY+WbSqMYOT/a/Gho9Y1f5s1S7pbxj//8888/dlPmL8fAd1v0Gx3YBS/a8iG+zWzoBza3jz6pfKEDrhIenrptiNfnblBSEtS01yVycm/AxhqQ+0Y9HoZz/fqaNHr1xHyEoHlqM5czPNfnffmYU4P7nZqCswVoLzPdcSxyb6xPth+0bazHZkytgQLrAXm8ZmOr34v/akJk/2osgql8aOOeYuFMWPCK8as8s5/pO+Ob8SXzXlQZYtuLsj5QuiHqboDKXzJ0+G+wkefke48hcpNsC3/lGzDKQ9kW35MoN5nSwvOc0oZ9tYd3lczP7r/2G7ahpwZb8qSZHeJnhd781e9HCl9/Yu1yrPMz9rc8+MnPh9iTCvPCk30vY6iH44L2gN8AnB+c8t4Rz/BP7Q1C+UFuQSO168G46Lzf16Z2DQm/OT66VeJdu9kgHvno11kaP9bjwDmf85kPdenuBwa2jv7bii33HfRoalW4X98yHnyjBzGV41giLucH+1RiUozwhZWrtymb6lOBnADO/sm657pwNY5BWxzTuQcv4UCrcsiL9aOje6Xx1Llbv37A+M5yWANnv6E/ZwmJe4qvGFJdo9AuBZqQ4znCceO60XLpMLZf4If/u6imZ4ejv+a++tSWzCaXbp3PXc3Lq350usIz6cvjjL7zRGHsbIYSez2glxISMPYHxEPESHeazY+4fjSPeiLvGSdgIXasD/I1vL0025QLiEWtT7JEOUlHwIlp2lGK9/iWkxi/Ecv4Y9AEfosf5+4SWg0buT426DvqVLnqn5BTY+85IXEZoHNHLTj08W4AEMk7xf+Q1bLu5dQv3+kvrwVjBYED+mueCD8UjHESTswfwk0QhaDGOmBBr7ZoOI+I8R7t6TzDbHZ6Y93lNAG9LUF2eExFdf3JXNolkDXVAdrXH/VoTMwPkv3ly99NB2srofn4mM3St47dgesNQOOB3ayrrKda/3x/JXFyfD9inHpzqsSYTaCnG8RHln3FLMuf6XWFV36L6xzfzaaYn+Lo5rlrFbOCjJwxbIef+nVkWQGZP7/YfjTyynDfFc3MIbcu4zEje/1CVo0hH2eN7Ty+0/yx3tqWfyxC1eO+i31J5GnN/693FA8cY9InlVtw8hFKxuA0Q2/TnrB9scv3iorX2YfXyeRRuQsZD7GYBr8G9uA0gn/A9rWLgEuEujjYbwC2+c2CFWiZ116/xPK0qvg6s8VzatMDRh7Y6igHIC5+xHq5wDMTAqcwKE30Qp50Rd+AFYJNEz7qjvlUDCp08vCpZ5vymW9hcWii96HjBBC61kXmhODBrqNOjBXWE2uzv2JDorgZC8VadPA7xtDMb027thuf4xvRAmMxiYVqxzXDbekzUzlhzDwz1r6OHdgZJXqMr6BrfmrxK37oHLxFB6+A6LPj+HBwApmjcz0+g0PUbLtSQKFnAZ42pcudOXvBxGwaGFxfCEjEnLrtdsNAOq0JTxTE6yly6cTnoodPbI5ZyAvBH93UHNOfvPerD8VGyH5MMjQ5JmIsGE/iQCe0mg97/mzIOwbMO4BKG2stqq/ui/peYZ8HtQGs8095ZgVHw9dK2Xf032s830fttn9oiJLTU/4s6hNHuxAh74IncmCF1bGpmOhxpa/8UYY6Cdwjh8cg8uUFey4YivHSDs0tbdDt/9Ua+NPs8xsUxktvAzvPogAyrng58cMfkhnzTTcyJEPyuo81rWsOLPG20g8+oealVgAAQABJREFUbkrBzyqKFru6zIzwG+vxgGqa/+SnHo+vKyfbtT52fz3KssyPIF/nT8ZJOPh8Je6sb4V/B5Zl5zEPu29xuIM04WBHlj0h/IJG6GCRrTiP6f0BUjVvj2y1v9TefZXOqk+4GBdcgpluiOBD133F6Cj23wt5cX5Xn2ZH4McMU11+1cOqyjWRbwYGDzZRztctBl7s8dSOfYpkiddOZqac6zmIzgY7480c7rTwE/qxvtzL/22Najdg4tyZ/dkd6c/jMMemfYwuLvUNARP8OX3gj4ZZDrBfUTI+yKLNeAG/VTKnZIytm/DKtAN2FnM2T04dopg80sun4xvE1uti1uVQN/0HV/vOrTpIB4IKICaUi8dXVlast7bx+Yap29N9qZvXLV6ho72ht4GcehiXa9/gizI/3Kfr8ZsEPdl4eMgOcqR3uj7nviMqKEWkdd4wPeaCifJTtIUXfFqPFbMfA/6//7PGyf3rU7/XN0wZ6WsrdlcG/Rl7OtxOzx/t3UTmVzvfAu93lJqz+tP59D///L+RW1t+rvtU5vefGa75QYt2Hmt25YcFuv4f4WgfX2Ih54IsbM570ifmwDz/BXtV1wO9xxy59f7694wu7F+z77MXRh1/DMidmu8TzUf5One2124A5wFYCDE/iFhPcGTC6ckI0wRBUkoJnCfDOo0NoI6gi4tSASAQvPXGj+DrN30rV1OlOnw3EMArC7XXA25yPRtg18KnK2YZps1Ei3NuBETwD5nya5ZPP2zwe4XTT5n7palGiZu/4DxUlo3QSPQ5zsIOZFNKDnqrHnCLLCnW3Kl+cPTbEZ1r6ycR60ResVZ5++8SuI4KbOO1DBBJR8cYP2RGT/Q5TMlMSrR5NPBiAEcbfqGTSYbVopxjhpNYlUzXzrfFyYJJB+EDHwu3PZ6+a1PS8YgzntTizd3O5IkKPCW/69v4AKvwKgbd4/eA8Bll+DTTZH6i1cWc4DGCSDhxEqx4y9TnddEpb6BTYLfAa6SSpwOcM/7Csf/+9uuMl8d/ryC2hl4hN2BBI/7gxEba4BIknwS6tQ3nYg64PVoEDDfsEnXwnmXANErzVOR7qSPRLeZF8+1baCDR0jFUmH2ZuWEHv50Tv+UrYs0/CYhD34zAodzt65YBHL9bHW//xrom7CEXXpzgEcPw9LLkuKnPG4PfsU+QGPewO3D56jr5ZjwVvaa+C42xiljELsq7PMA7pwt7kAfNnbLyFQ+NG3Br+kEbnrWNbA8F+6j7E+iOZQjwfZDmQoolcJ23KyI7I9aYM5TgfrZAFgt/kjHxcn06//miSMhUHMS8x5YoR2y7DMWeNqjEoG9WkT6X4ise5PTcqzchXE9bMFf94OIPdGI+nNHk+QSfuRz5TflUN/PkNx06ufID+1qzzgnw6z6uoS8LbIgRR4fi30KJ/QV80QyeQdsCOFEMnrEOoVdC6VXFkfAHjbpwknJnzG9PbcUU8dWf00cC7nwL6oCL4c2DOWZSbGlodK6a9hfRxnoLfddVH7H2anUwmI09+7Qvet3PyETrcSaENkyaZ/jAacyufLBPFy+fk00d0aBnxn+tPvzf488HYsPVVPWxMIt9PWo+dj01leUJzGn2/5TDGqz7w9hjp9ul8bV/+GUj/RTMPGZegwyc9t0y9JLzQ/nhe7fS2WCqGrLt0QPbsZvyNp+UW6DNc1Aw/Mwcyrw1NHcP+M/45B5BRyypxXxVeAdt9Id+IVjwrK/o6qHzn2eOqm9tw1NvGHOwBs56xbju6KGlxB7K4Pl4bMDvvLQ9VnuDUt844zHa/SXfag+ZL/yE36VbjIuNmn9bDlKCn9tPwqLrpAx/Mc4niKnrrj8hYWxQq7bBq+W5HDkr8o58Aq7zHmHhfkWe3mARXsSlfByI0Fb5tOmvcjQ/2QOAq1LXLqYH2HvnOC/ooFYRb+U/vbdoKvoYV5xD23KIaMyS3iVa9O1Ar8Sb5uQ694OQLw7ppQPdVIe/dOWAL+1jaRgubuytsz+P+PcgXRcbi74OVtI2zto3a+ydxurYVtEfabsNrDNyVU56N/x7R9ZezxgbfCBeuX6H95GGmGi5x0Ts5cdegOsNs+w0CZte4gMv4UZbGoQdpn2v+8N1GSy0erCGonLu10P5Ro+cKAeCtvo/7A3TGKJZ18CadVVssR4PLg/WpO/iXAm/4Ru4DnhAfLmYri2AuSgtAQ33uSP+w3WLZnQnQk7kSbPbBPk5ZrsIW19wQE9d+4y9pJllDmWf1fOtLm7YQbsLLBXkF7A1Y1za9D12N8iaf+QmpmDIiEDpb+7jIdtMRZobYx42EqOsL0E/eEVOwx9SJ9erXbt2plkZiQ2rvl8Jq3qO9moCnmsmWv1VnwTVWFdyezwQcuQtPvBUL+3AlH62vlo46VvhNNY6/xt5y/KY5QvXxfhonudzEXQkvp2nrvm16wUjnkLauz+RE3zDb37foQVG18/Pf/Xm6o3xyHmIPPqE4vKJ9BuxEL6/YpXHqu/L2hhWWu7jVfhZm0sBwok7DczNlpPS3iV0Mb09HygmRTV8mG3zHkcYe3Ou46tvPojj1foyYx5b2s8rv5geFqu3xtSYCA/cqvdRRqzfwD3umRQGHNVz/TlPZ87ktnSQPugy9Av/Cv6VPOyKDL+jl03GXp0qNhVsmBYEE9Z5I5Q7x3m0F2NzEMFDTiKReBzR8WTJYD9J7mTou+NFP6W+HpOB3NE8og98O807HNOZjUqVU9sD81jL+3r1ihbbcz0oCdiITfBI5PrqZGBHSR8Pkb6h8z1ZwtUcrTo73FnMc3DAg3+ms+X1VCjJY4ck3vp7eTNeBKz4udkMpeH7vF0kY9lXbZ7ZK1YUM7FhjD4xnv020xxb2Y/H3ojJGY7yV3Lu4s3c1fLxUII2Z336chzbrLM28n0emUM+ycFprrOZOEo5QsLnR/gSIjHtH/2i//IVv1hMna9xkHmJt+IE5WjzhNwagyYAunYX1/8kePBwV9rXpYZb7KYUKq6YvgnGwp3ZaVwZO2Kbdsa7W3+FFhlZJ2C5VDg9c2BfppW+A/6xg4DeaSpkVVJduW+aMqmvVa3/+w87CbBmPLByRDmDuM0KyRsmD/80x2PImYDUd21vQraq5Onfuw7lfD2sobHWzejv9jXxqmtDn9eD1fx4XYcYS/F51A93ZItnPCgQ83iMVVDrgpbnWyHq/00l5nlxR5PAucv/PseB6fsqX1tk9ICvarqZHTfy42aA4xjNO+Iqr1+qd5+7i+3j5iG6Z/ylNU7/u9wb8qQnB3KdD8BFiZ2PyFmwmUCrOVZhV3tDGD7jO2gfKT9SjnyrOfqIDMbjEZoze1/nEzH/Op8zLa/7nveL1oK8D7iW9QxG9Y9+ruTr13GBKfMM3DFnc5/qj9gKrieNyugD2znnSEycE5ifUy56p/gj3/u5OOthU9KOyM0aBz0s5DeqrhadxES59WqtCTmJ6KIKv5EftfaMNV3jHMt8xPMFu2X34L3svgVED5Br3AN/pBRP/kS34ok/2eKEHs/FQNUty3O+igUEFWT1f+SRdclyBD+Tnfs2qh/oxRN52itnHlm26uBVuPUcQU9AeJAjSNuJvD1r8S3lk9AhHsbWvoJ4Vln3GcHnPbqJF5w0+nZqMQDqfOhotj1Eo4wVIok+9OF6JPmR8g57+VNffz8OuA/Iq7WHrsnYWGMPconJXXzST8y7vHR9T/2r2NU0Fs2uH/n/28rhr4gg0hn+e8belX+f4YNulZaxAo7OtFUK5ueE3tnimEmSET+ovpt3wIlrb3sCCUW67/rU6xVHoH9l8weZMrENues5NCGmBuOI7qnrsrqTB8/MQDAeGNMDLi5vdl9Gf6gu3s/on4WInp8xEhxdM86d+iO6IINS16WD/o6kPY541EPXtVmeP/3X//V/O8aEqCcsWmZZPmHhE/RiQbQnG+DRFWhPPkyOOXkCAp3WmwRzUbujgRzfjPtKEhf1BYdH16E92SQH5A0IvDwdTT6b7ZwuTtpFAtrjjn1I6n5rNqMjehz1ip7Ay3xDPviVD/xWJTSUK5wVTE9wpFznKPBA/mivT5bhO76CNiCZfvCIjE+fMEff/LZU4+KFfs+Ug0RNe13qRHemUWKHVvKRO+gDH91qf213uhLXkqHQnDfM2syE7U5nsTL4oee4QdV550qR07tK3A2+DaPR5Q25evCBLtUucofr9/XLV0sg8TQX8sQfW/K80nw6O5g/GUe8+BuJMPnJkHWj4GBTZpJu7FU89Az00A8c+mob1hkedRJ16Ec/+PCjfV7Ovur8W7bOcSq/ZlnIAaaFlXrINH819kqbqkdMTsnOUQXnySp4UHb921OuyO3wG5WWtidM183GnRuzdl7rB/yrfKbxyNsTu96ItUPMwvgrfBFqJOUVya5y1f/jp35fRn2Rp9AR/GjPYym6+Zjn9Vj4Q+6Me2whc6XfjB1xAj6lcKClnOlozXoKKh7QwI82VPfL8JPo4TXTHuXnfuRe5/FMpfqQq9ZR9iyXEwLh6mAuRkvzqc2jls+DX8CyboFvY6LXVOzwOag4UkBbzg66PLebHi1fw/eH/Uae9juf00It0YpJx2n5H/+E3PEp+cFrwFY15Om3EvNxOo8k2/Rl3zbGNnjowq1e9vz2TW3pEXqLf7gvy5rHAR3yGrOzMfjFPI3xDp9Lpt2q9xje+2AtF/k5fuBBGfqc0esEKGIDGvjSxiZK4JTA6/4KPpS7Nwjof3upWFYQpkPe/mFrikWE96kfO3iT3WNZSX9BL1Z5vulrn/Ubj5pXyIIfvMXPIsvniHgejjY/DnAAxh+egHrZ4ru3UwV9EmhZzbwPNHJY0Zm5JGY+95r+ed2YBUX8beep0e9pXcrMrrTQOdshlIBr/p7F/2BW6UdP5ADkDDi1e/zBnsuhX+WPPsB3beY/fMGnvbY/57XAZH5Cn+WpDpwyqFgn1HrFD8Ft/XnUNeNpirOHFBy9wdnlpYEX+2bwKY9rJT0hI86fyOPR19fegdpr5A1waluIwFRXXvY01MwffZZRDKZxwIbRJ1+UCStm6WD8oE1dz1Xb/J/0SfFCXj1jHvvw8KX0z7zO6FZv0h3w236lwrPP1HflN+jZf3yxwfn619f++7/0U463T2IAtT3yc0zpYz6TjTEW87xRPIu396fku82fCExl3sckcK9q7KuPQ5eOcqhAUzuIozv05mX/rWts8d9fbuPDeDAO8IM//ZIvH2kSeGnVwDGgBZJsXx3wpS/4aWyK/8v8yXKhrWXlrX7o0P9Ag/K6CpqOA37TB38k1Kl6oGu9gl/RToxSg3PvAM1+SmiLakta6mn5IR6SWKAaKPRb8T+uL9WWnd0h6Xj+UvEVi9lH7G8ED9frjX2N0bgWGrzL5ybPFCy/nvnzM/6hFNbK/kHt/rOY4bqEUzSSrD/24adPnm/mGBtcI06JX9E4vZWaYhwOs3GEN/C5XOmvHBdjAC0ltPn8E5hKdOrxs5vY5reOmxiM+R3Asb8BCQsjj4w3DPOYCDfsynrH1A164N3fTc+rNnT5+iE0aBglfh16DdoY16ADz8bUwH4a792DTnjQIgu/zDJzK+iPdMiOMlOs6nMuWWEM/Ve917Bhp3C5njvOLeCvccs6057pq7zPn9KDDi2nCaf7pV1HqXR3251PBFcnA8486B21kvNP109zdlx/9fHXN8r0/qE/7IgL2l0+gG2JfwNBdPM8Yb5FP3JcJ58zg17f6oNc1tGt2NaR5eWR5NtZ0uWpxEpzP64/IS91tmpwQ99j/9D72Bf+zbzhA4zzE9orHsCgVfuIv9Yj08BnTT96RQN/6N8xfzPfIS1qaXbVrpM2c/cERV07wRh5Qf5Qty+dppc2D2VvV/jEgGWcXNfCozYbkkI8NUl2E/A3NqTPSLzvVaSOWW1fSSOgwatt4KtSsmZ8G+2cbVZEDXbQcx7sE8q5a5bP5nnGOWutNksr/KHvsFljWmONceakbsUrw+Bb7RCObvbydjD9ZT1srLSxzFxHHf6CiN+7DuShF3Jo35EDzR3cioOcKx7gVfrcli2+5mbgC3XpdCY3+hFgi0uK/bj4Y/pYOqwXtqDYlc7XOq98sqO/O3d39I/D78cjW1QvCT4TyPWJ5EJXo/qgtu/oqjF8nG4zERcCH+d9ZPKcjkc+FUL8Utb+1Xx59zyqMl9pZ31T+JS8qbGLSHMc+5D9OmmPPB9jq3FTv/u+KOU/ZWAw20rHDSGrOy/Hu46NR2MieB/jlHGDX7QNr+i7bg4/ZL9l3MqfPuDDZnrm8qwfnWeKx1qZBzoFh2GbVkTGu3IXTeZR+x9ti1fWI9cf5bXCr/yz7meycjyIBjrGx2/WkmRXgi9g1Y/ip8P5uv8vGLRu7atcNylmLOBzj/o+1pmvztQVXTwxP07W70s9Yu7OGap+8klcnL1eS2Nsw/+Vz1GD90KqPOIMKehG3AGv5ZquYh3b0F3xP1IeIdWWI8bvhNjMWF/7mJTCBvwydZaG4zz8+0PKrc8feU8sLora9f602ZvCX+d0lf6uJo/45S7PO3grufK77T56Tr7D5y7OUd5r4yW5yln1fPiOPm7nZmKaC25d89nJifhu+zjzJefluo6kuvjrI7KiuNz3w5neO31WcK5paYoNPVaYj8DMpgeY+XUQuyr8CM1Omzz3rq6vEIc7Xu+G/2p5z+gfMRuD96y+a7p9bAs/5IbGkl6x4/pr6PXMPPdtpMiDxRAUNYfvlhnppm8m6nJN39BPiV+1zLSxXgXzCob8Rbn24wLxFLTW75TkDZ11TMUSWNgln8l/1Xd15EV5dYSN8L/CJtZUkvpVMjyh3xWX/79/5wH8h593eMexr7GwpszXku9RrPnsoOhf+4HXOLm2s3L6uHaO6SpFe1i/tlvyLXjVDsc3Y/OaCu6dUvT62aID3zbpKjzzDDueyQWaxxEVjJdKYFnGs3X4Pkt/ZVvlX9vPys10Z/6wG8CcxWkAlKTfd0iwAkpl/s2gkIPc1+VpiR43xILfmdFZIht11qbBp+mn+PKnuRThusGqt7/iYJMgWfotIdn1w55siMlHuoo3ZHniAFr0Ww+45IAZJfgzdLSkt/SJrx4EHjqd0a7kz09t1HGaFbvDWzLAQx5tNFVJn+qrfsHH8VzCGPRRywkPPZWz4oTCKs0Z6IZetV350gaPNvS016V8LL+/buNe/rhQLBwttB7Ckir79WHHrK/msmGWt38d0XGDLkiJf3plzxw79FC6Hl1unDSHLmAMvazmwFm/gfe+GvGPPfvfktrJDJOkry4QBJ936Q2fOl60w0+Sif7SUnXGQjk6Na3qsW9nSIOHAe2QrD5Gd67+Bdn9T+VRReIiz2Inv/E7PRl4IqHn9xOc3BVP+grCOOO3iDfld9ZMzRf5A93g4zKtj7UE+DvLMTbo907ug1e1TT09Bgba07XKH7sqPOT6p8kf4joe09S6XL9yMynn+UFd81vumes7ei480U+bb3qInKpAYb6Jbxozg8se2aGnoVnH1ZYdaqvETnv/xemVh2PPgZ6Rv/UGk/unPW0KHVjPlDEmoSf0fhPKGi7LStPWu7ztT3cOe6sO9jy97Qf11T8atPYNIuyx+rxzdt3uaI1PfW10HJSjb65JD/mbv6HXjPfu1ry+RhzEOOf49HE231UfOdxspLyrnfAVM51fdU8Kvbs8wYOnnu7Vb2h6XKR553jGHzy1NR+kQhUrHb980VPRw09Of+NDb/9yZFmqiy+H2hG7QO6X0lq/a+wntVX7JL/yz/rckVbpdzSsY2Pehf8flZf5y/+SH+cNbTwbAnzVz9/nr7Ynk098RAOx+jvoxmjDJ8v9qDp6WtS5COUXwdCBUjlUb5HnPnQSLB/QZNhVPfQQlmSPWF3RIQ85ue11izWVzqe/QaC4Dh9biG+P4JXtiXPxLcEDHVXfHSl4q/7cF28sCSt0jPUTG2Uv60/uV35ZcR4w1uO6Ptc2FMBpQ0+79gPflXk8hVPbO7p3wZEHv8nn7juLD9vrR5geg6na73z6Wg3XfZnlCYvx0j5FsVv7d5xs1L3r77///s/ff/3t9ZyHoJuvXYS/I0fZmmhvC418JfnBk9wKj3eW8I5v/Bi/Eci4oMM7ZR55yXsxb7xPKaENNeNb9bkT56KR/uKxw1/D257vqOglRDfuXnzpa5KB/7GfTv9tcOwrawI47y4Vjtq+5NwebwC1wXpEYFs3uH4lUtkq/hH2KR4OfLVmPSGz89mvefjbH0bwfVQk8D5PWoLo7XS9NdjPvPMD2RaGdoif7WlSkDiF4qa9ASyMkGqpL7Fz3VwnnXfFi0D5zV+d9ysulGO+27eAad+EPZTSQAfzqsKj992flgndbFOMYbNSspFf45ufKEJPNBrzFUb0HEvh+tyPgEoI7YEXg0RuUJf46U+Kht9CJ0bCwBeHxIy5ca1fZRf02s+aFu08Af8IV/oMP431IeOAB2/h13763lGiDyU8SUkfKRtZr5Saxzabmm+DEzqrj4eSVjLCZhusdqjNPRdgv6pE53vyUlJRPtFgTeGqmAeQcC+Y5xj4ZG9G0445Bj/jrGpje09vyxOOL8LwN3TIOFMNecblgAafuWPkB8HPZKzpRTXLivkw5uKO5w4ujvMRDqy/fV3p3fZEmPulu9anf2wR4Y3ohPqWaqyTuu842Emm2tJl77/At6uJJODEYfB6qaabnvY/DouwecjWrFeb+jXmDB0bARu4O4ISuZJQXgh90wUP3xAYMmWi42aEQHrlP3QwP/pZCJtc/JsIU5UByoGjbto1wBLpVIXPTIsRE+pTDfhrounaA+2WLwpPbD4GYKcrFO9sajMUCe0xrr6J8nn//rmw04Rxjv6jvwRfLXodVlTt/m2BM/MfcWUB5gtzyI040e03P9qFpkiqAeJT/NdwMFRKqaJY7k516Rc8x+ZLsO/+dRQpzhpN2Kf4eiW2ic+kyANVv/Zm4mVhveCwZ2P2PRmXY1Me3MP/4d8+3lvB2U+5LoLRDhmh45ZV6eAEoICvm/1CpqEu8ioLmBj1OL/m+iaMiA1inPxb2wir/ufElf675cwnNsyi5auCjvM4OKPfLOe1+J55/d5W9bva5h2L3Ijdvu5P6UYTrQEW8bWziFy06tf4cNGSfnSjvS5Dz4rLuFW44j3Hgto6WR1xxdgyd8eDO8h3egQAfLo0P7orpddqfcLx6FPbQ3D2r1afONpXvTk5tg2afQ36FUbm09a0FdopDB736PP8ZPw0BHV8Q6T5kQdsbN/42CG7+bum7D6XLrpQeycuxJ7hLCL2NhXEi6Z+w+zbN/u9dR4AuMB/a3defxJj+UZ6qfznn3bicuKLRPpLq9p/SC0dm2GKzpufsjfHbyWjXzl3zNuKNdojV+lElHk0+q9rz9CMvQJ7BsW7/2uTUHlUdurmrw7ZtT6y/EfnZ/CNE3759dy3e/lNruuq0X5cD0VJ7Dmrndm+e/ltrecOmvnvcN4Bl13MhHfw+5fw2OSvZ7T3eW83S7SXj3mex67GTUjgRopauiH3yEGe0bz0fGLzcT8PB2dNVfDi209C34Hxu2vDETn/oZXs1SGbddS2Az/wA9+5CMUPuW+1P/b4anou+ideTWelWFhWM459Ocaezz/i8jx1aMk4VJ3JK9L9I4+Vz2bYeg7e1Yn5pjFTfdxAEwcZ9xr/u3qs8XIcZAzFZ2s/7H/ZaPsO6I2NS0ntLCnX43ruT/99cTEJ0XHu9fmLGJgP48p6J8O/XAuu528JsVe3EwUM8vscCPSuy6bvDTMb/Zljd+OyFv04NHL+Ko9UXhpLHTtXVB61TSCJXryCXzvnDNb/Cz/z+N2PiHNHZJ7nmLlXN385xtgEjBlG/6pk/NW3i4EV3Usw5p8zeZf/hkbKTdjyzP7pp/Zqyk7G5HN2kIlQM25atonTE+mQX2voovEp7Crqm9ojJp45r/Hr700T3VVUDg4b5rEiNwuV2AOGzW8yyNnAO/RBF+1Qsr3vlPgsr6HP/BXQU+BfMF9sDCeKwiueZANjvW1TQoiLnQPvzgWEmA7BU/iq9SCxceBpH7hGGfjarOsvnqwfjuHGxJAvfG0GzGXJNnj3J8mYd23QCQoCEB2A06YfOG2zBJSpRO7AM/0a6oCJJOx8PAiDDl76zQj9hsYn+/E+uxTuk07cCXPVqwzRYo96a1uwqwP6oDUTtQEzQ+tNMfGJa03aABoOO0DMb4KCvjWsiJtYakMngqPP8YMwddQ28RK947PiYQ8xNC2CXay8Ok6MO01jG76gfx6BjpsnwFDHuBLjlNGZT1p1I9gvkhnrrlLioSr3VwCH3IxdHO+IwEb8CBy0ihVsscvCfr0rTvK/fYsnpz+3i+bZp93eHudotCpnm1cYAxa6dv6W7xT/8QZo5Bjh9v5BeKhpsZFt1w8lDP+ISdiZ55D8IxvkZ9XDZ7GY4Xt8SNvQHBc62uCpzSEdLSINNR7cMf7W1f2NeAn0HKgyy4GPlav1IeXNhDlVXZbvQrQ0SRF8YrIyfKJ6orHRhRuK8cS++IZ94ePRRmIdf97QCr15e0eO0yFbzk4+NEavHEf6ql/lfrc/YkDrszgo9zDulJXzVZtxDbweY4Us6+eiFXIez4HIOAnPf9vMwP6UNq4YA1c4D/keVv6hEIuxmueq8pD1yXitf9TF0Rpqd/2NrVhp5jSWRe6+qZthbq/51u0xxirjTb0wiBtmeq5W46D9id7K0yEduh593njX4YPl8dDRADoxgbfWKLfR4ld1HawXPd4bHfJ7KhfcSERnXNrYKX8yQBoH8Ww33DpchPujy5mcDM9KJ//Qpzp/wgvfqdZxlBsu/BdzWTRml+wLtwjg9bhZ7s0xJq5DjJGPc3RvP2VjjgPpl+WsCLUvxDfqZ58kmMbKR0CD6brMHCSLv08/44YT9ML0vuZG1R3m+zGvTrK8z3Bif4VzYnLoDXDd/NXN1h827PAKLvc/Z97BJ9t+4LvJ+S7Rxlsm6c0IrX/y050jyxN+l3kmy/CIxp2Y/JYzevictcQUuUXjI7/e0xMevWz2ymZx0dxc8cI+lbJNpf7Ved/5WiXOmbqFuSvVR/4dwDOaFf6gVA39ODcCBha2qE29j5cjMXfu+DT0gT7e9G37Wkue5HL5dxzYsLNTcAhy3WA+Z+EkPuABm0v/PS9Dy/M31uxzusEFXQck1/hGr1gn8dfOLlHCD9zMbV3v52pOalHnMUgOvOBzmH8Nv+9bjvlNWnSZ0B/EAMCete4fAjWddKOB2FVJXesV+Uux4fN6Dr5ZpWZfhJViQvPb5i7rh69/c6zkG78zM2s5/gF6AKAv3qN9QKwAc7t++xd8yoo22iEhTxv3j/82n7CII9X2ccs+Z/Bd1+LhwDQexE9D57xC0nTYVafWc16M/ELcBb7WUD9m8GBWxsP91XUaRD0/SC3r9zfv87DHRZXGV3SDFt3UGWuS2T8MHXPJ49HojH8dN+ZbphO/FVx7Uh0qvzc1vtugqg09/HffuBccxJ9aMMpxoh5+YgWsY3k1fl3AkdQhQR/nU4EiHaoeG+INGJ1CtnzBGPXzmuY3/w1Y6//kb8U24IbrR4KZX+wZ4uGteOhVcnmY65hfZlsd18zQ9ZnsQ85DlPZ/au/kMbQYG5sv0iUuL+pcZeb/097imp/VtL2rDR76f4mFsOVdjWPyqcXodw+44KmzKFIO4+M+7vPTW33sorX5VFLTobGMmhmq/G97NOvSdHR406+jsG/Perr8zgXUVuKPGcy8m6HXrbxHO8eOsSJ+B+5iDEen1UJf/PvDN8/KmXGOI1TmR4wV9smfcZW0p7KFS/o2QoyWhx6YZs+sIYlx4hthyE9TnCz4DLpQYrTRNxNd+STjXtXfwyv0le76C574BVt2mgRe9IafjIfWtTJPdvSCK68wR/G15GqENST0OY8H+C5lsuZu+KyuueADdIPvER5XTH7aNw/4vQ0LwEFjcab53OVGrMBrVXZdPNzjDVV5hSRyHd/ER8hSGtHNaOkt3j9+xP76S84vJL2VQgfYMb7J5YGq8ZPGzLFhs8NLvsMumauDl90UA+uDDsrAGj6fqVzmxCziS3tL3bdQTmkcZsIOL+C+/lT43I51s8KifdSVMRv4tqMGiIKj8x21oxLXXFmbegK+JonA7SYoeLDrDvECR35hQi+69yDJlSIEpDYkFm6aFF2/Qf2Mfwb1qInPiv/AeE9NJmiCsxlnUk4Jw2MqjNWFENet7XRVp61SE+edx7P8Bt179bmyTT64OlZ+EizgFm0P+HCFekOFKxWtX3a0MbdqfIWbyI6JXHpzoUG6Y4ewxyH7xDX8wwMWYbfk6IJH0AavQXlZ6znPMJ+Y48S85JBljlZeanEbQTbrYOw4eY01Tr6IfkcqH7NvK95oB56sMY/b5NYNYOf8nuAoWklO8xhjUcYhcv9HerWo9IYm45RZrWC5X/UDjvmEDcqIsDFW0Pv8MDBxAXys6QbJwdoRPrbCvHyLFIxLcbg0KVJPExlxHI27M1SbV41FUM1ixVwndOpDkMrmfOsAHx46YYWXqA5jLODiCLzYSKtb7ZkWe0KP1YXELBe9FqJugbTF1qETJenxyFqTBVS60Y4LmbONmXKuS4/VpnfCUk5p+UQ3PWItWuWSNtgTcW3g7xX9Yu4l8r3vg2fYDP84YRrkxNmAqBZ+yxdS13rNVC2O2joRPIL/yu8OW4v3kBdv6LhQW+X92W35fO23GlvY+cvtUWqxDf1K/g/PCRogm49NsWn//YCyzO8rkulCyRXyq/1p/j7KauSVNeXKn4JNdJN85uc6XpZSbOIPvz5OHw8yaWTtr+yLlvIWwNgb1rUjoiUe8iP3Pa7f5KuWUyYV3H/wn3oeaty5uCw72Q8/xPwXIR9i6w1y/eafxcUqlt/APuaCxfCO/08b3y/2Fal+oa8NM9cD3iE/84gY+Pmfr1/+sr+v9vydBD4wFzOzF+rE/NYnNldttrkEH/MTWeL1+uw4EXDZldc/5n/WSLDYj8StEGt6vAXjPi8NDb9or5P3nVmF3Bf4iq02hsoVftT9T+awrvt5QKS0NcItKAyy/bcI34K08tkK9qww4lVjoKO289gExns+sQG5j3G1mOhxEXGin3zRzQRG6y6/vC/K9R29rjtkGex7HBbfB91J6XPALYOJdS1aWUpn2SrgqRnXuSoG7V3UxrVg8fHbzYd8g/Q1fdAh45Wy54onmbC2ky4qmxHPYdFog4mlI1fFNZXH8w0cf1cp28i3pzr0uSOsN9k58UzSlxdjRn/OLzzM4Te/jZ/3Panf8MM6gtEgz9FBE725D/wo8/y79p/4Encznxxzo0cuQ2tuxF5LafQ2EUTj+CZXmjo/P1dExrn+7gfyFSSt5B6S9nMblELxTDPnF3Q939P5A3a295Of/aGvJvabbrAaTP5kfniZ1Mpj0+stLdSYSGRefdUHV/yrvF/STnN5fgP4XdKTgC3LxYmthvGZC/862eaJoqAfwbCV3zq44OPJgFlpfYOfApPg1MVHewKDVUk97c4U+GJLIEYdWsNV8KYboerfHSNw5oUN/CxDMMmPhBryen9LtONGAhyi7BPCbWQyDhzesOLkxts+vslZA73VbDxssyQbxD//xZNY8lF72yltt4YuOXGeyZkF+yaBjDp3bVtcwEQ2OmeCFaz3L+K491lljGNAkWMOcEDt77TO13BO5pJoNeb9JM2Ix42j4ER8wzcvevQ5H0ukJLvguY47+KxK2YZOc3/oKVj+LnzhQiPN5yPmXegUfeC6vWXjIZ3Rf+azaF2M2UQBrlTwenvyekK6bvRxv0Y1jJEzztD9ArElPPwoXNV1dF+19uxfGcNcj/mpKPr+7cd//rKn7P0Ck3YYojU/a17pCdjx1HDr6rwl8ZFjY5/xk/bahOQ8Ls7YxfpA7OZ4fkSDK1zy+g4v8u3wdcZzWosVdMx9UQ/fX+Fhc9Dk+RHz6cvnNlZVADHr8NCxotxtzzowxxQzaw5a3vLTuuNN4TV+hR7mCYGQEPOJPPkk0n7YqosF4Bz4JT5UZUu9Ycsajy22uga6YtT/1Gz5ywJWNxnxiaKYE1+fMwgqZfat6+mKmCQzxt/0lUgzJOPBArtMlX6IXOvzDNsMVKfaVzS3cgyv9MjzT/3x27ymFM4Qe1NBFo1D8x8942amaLFp4M01eDiucqT5RjRVL/ddEzf3CTjy3sw9tab5k+ClCm/XJ9trePQtbZI/Cv7M2vzImZh1HHHlv+zPmXrVUr5yXxlf51f8Ixhy3J7VvOs6a68ZgcdviWWZ9AnG/ir3j4cCM/TxOryzPGyAW+4Ddlb6mpp8cYarvsq/y+++WnOgGxsmLMWHrbu8sT31WcNvtvhmV/KJ54p10m57yjhnGQ/SnVC8rStkBrscc5OAm/Nvonmi4WOnVNVjnVxiQOKbgXqC/55k7H+Il4ijyPV2a8/GPnKocl74LOYbPD3HeWM9/txgEX/xhr/LM/9ms3L/57avRq96OrV+8xetHitDJ2gi/yiew/Ujv4UNA05blFfhjx3I6u2UX9FAZY6FDKcOnx4fLXaCzvJ2u0mQvzI09I3x6/KfjC/R6/ff7qZ/5B30V3zZUftHe/gfWuUdj4cX5mfEmuTCdV8yFl/sxq++LeKLffuKRbIRKBaCwdB3zSfvT8D4+el7W1/F6/wGC28Ht+Eyt4ffVnzhvyvD9piL6P0MH78mEGocRfWxIcesEOkb61fYxx6MubjeXyHUx2edfhxF/ayn0ERJnp2hj7a0x19Z9wgfxqHP60a8gz/C+1FczYk4fwpKteP86cZkmYTJv8zt2Pc1juYwy/2es5rnFC8+GZ+7rjGJbQ18p7mlryOtvs00nF/4PHD7LaCMxr9p0RDZL8gvX77+1eatOETgjfljM9VN0vzC9iwp10f8Z+hcJ7C1Guumw/CP3NfSvtkXY4ONy7ZwzM/QhJ6DP/Ah/45+A/tQM3lx21f+n/UDFzg5NuDMS9FEfIAH3XOl+GGv6qHTHV6zfncoBg5j4nvs5FLZlO0KPOwVfdyHCJyBKwzfb3sFOStbnrMVjrlET0qtgzo0H3RgY7TOPuUA9DrDe28feosrczkuzsivBnS3p8EpOmZ6NNP8jvVK89zym64FXBx+zbjhCP8OzQXL8L0p4rz7umtUtjdxszZx7tem2vlbc8CVKO/HX/oOVn4aTmMqePhprN8rhvhS47DKkcpL/i13xt/9u3XrPo7i2hX6GL/2ZCCyQy8xjn3XOH+NeJjxhhXS61OLfT0IpOsjZoWPpLDqPJAtyqs7foPzvha0+DTwqhwfk8ZilhURsOf+np5Y/1j7gqfs9rG0QZx1SjJbvPYbwFvERPMRVRw65G+jbi9+8jWL3gTc0170sEHZofWktkMwuGzUD0Hr4IK1N04+hl+OSOqjn16fsC3tABvlK74otCHIZtbgvquNMQ2M0HkQqh92Ox7/VjgbF904OzvWPjqjOPZlH+aEdMRcQ0QvOpUaI51o25eNWWONv4IqEfmNQ+sUj9kuJfdghqzMYx8HWmjsUpfdjAx+g4eUZQ7EV6Syec2c31/X/NUbOI/45v1amD+OZw2XYhgTjYGOn/Y7yxGeuvH7t8P+55//sRyFv0OOn8Tb01e6uAUPRz770PhY/238xksLV2xUn1gHGo9nCuXxs5u+uR+bVBKDkin6vB5oTszrx7xxcp6Gc8SbLYj5NMPUasN47HgjBFthOdpr6R5b+ngmESHkF5fLmzCHBU42WUz2C9RZyfBFmK317eibOl/XMsUzNsI5rmL8Y90EzjhQSqb73qWH/Ngciqf1Wqf+ZVj0qE8nEfN8m+NWG8o5dld84HevlJ1hq/I3v6G1ow397SLQjbhy3OYM1ce8Po7LTt4VXHzzIVuY+2NMMsYfULcQQjf0p521W8Fqv3DCzxY/lrRrfGf8ZT3C2Xks+wuQ+fKwnMLnqim7sC37QXUfX/nwkBuuuD7Yb6H13b4bW2+8+bybQ+1BZr8HnTnHnLjSIuIxDM1+v6J7uZ/xtLJM6ZdZv8zA5pXGXxf9vl+cR2RZq/g16zoK/QKQB6KzTcqOeazk+Zf5HDEbR5s3Op7xLfxnHYfOZUkKgZtP8fqVR+gWeZHc9Q75H2VH9fE7dK08fIsRd5Br17Yte/2fSvvjAYFfPJymH/PntTj6FX7eOvNNHa/EM/b/m+MYN77DhpkHMUapeJe0aM+4aHFWBl34POI2528ofTxfC2tYeSl58QCjzqkFumYe+5xxjlH3DT7fN4tInJvoprHOtydVHmpw7UFf5wwb9zmNfnMqzpUYD2J6J0z9XK4RjR5j+d5uCIfu87nXjs+jcPQ7o2Mur+LijO6xvu7ARhZt+eWOjmeyqu9H+zrmzvjWvsE3emjndaiGZ+DM14gq30fa4qefztHx2a7R3plXjvybPqRv9s971VAMRX68I+PZG75hw4il2pZNGnfpoLmsvKe64vqZayTiz6EcqPOoaY7cMRYGpcy8S1fL1wZ1Y+gddgOpZfXHpGtFPm0znmF/5oNLkKVSN389SV+reCr1//TOT//1X/81Is68kR0v5+iOvl/KV3Ab5i6o+yIcK36/8797A6YvefnJicVoBN/RUeWrnzvewlr1D+pcG5uNDB31ruEAWa1OIvxV4XETY5BmPNXBz/CBPWr0c0GFC6U8ATswd7WdnbN9yAku+am9wKNfX9/gD9+2nRbwKh37Blx8NFtbuLVx53cbK/64YRj4yAGPJ2BoI4cNDe1t2d6CgK/wxKvzQ7+WcNkgVf7Chwc4WSb4nW/rhIabppnmofrF/LniNc8vbdztt5bsgjxw5hNt+G3t8WytGwqRmRW3wo14HbGoNjjBUzhjfqlPMSB6FsLgwxgRl6JmFQj9e4ypp+kRMvjMerR4pOtQtnliftZvAGte6xqGnsLSwTxs97cd9srH8GvoiP4DDvfQi/gi9mobbPjQdl/aHFapqfz1q8Zp/L6Y8Fwm88CS7Dd7Q9i/gU1jY+J1kYv5ywlbjFu6GdK+4gX9XQ89FewXgtBmXzq+6ciNasVjpB7LQ6Z3tYt4PXtz3qU1u2pci14je5QX4+G/9WP2f3clAiZ+yK38sFs4imfayqFVd+H4IbusIlziq/VMRdALp/Ia+XsrY+K0byC/8lE7bAlZkY/H/OtvKLU8u5OQY048FUdZVvjADEwHoQOefwWMoaxwWScSea8yVzrgpYoGIfREL7G7HeftCoHG0gdUxOYP/Tau1nzWf4HzEX6OGHD7bX0lFoUXutj8UWJPh3BqrKbuN1RneZXhT5t/Ms/ttU43tSJZO2JsdMieiPcBE072uXI0dJTCDtoYI5uxpT34xd6t5f0Ghn/ml+XqBvoPGyc/NGymAzRqQQdsN6+EqwPe0AWUz3PfgqWS+F/zyZhRz3OCNWX47WhTjW9o6hgMu9scaevCUYN7EMlB16VtJe8gH+7oDTz7G5hwnbeNp+bLt+/fprkFr5fKoie82PPozZF6KP+1B6t7V53L5IAZHhcUOpFVSlrIXU/Xke0MzD72BmrX/E58znDFGd8QNNTQuNSxZqyA1/agXte0/rBHXWMc/R94V3Mw9r1rngENXedcJZj+sEd56s5xZbf4gRP7EE9SnbXiKeMM+ZE3WXM7gVUyTsBbflBMH+L2aMeRPnOf/Ztx3T9NoZFvMu1cx26gfhNRKmaftPW348Qmk+a2rPJ7TrJ1G7mur8nK8vBPhg1ehlv0mxRY+nfCuN3Ar+hKGwbAaWtj+t3kf7WvgNYe9qfF6nFkA1u+gF+8EW34Z3Z1IVGRPyRfD0D89ddfnnv1YEw+DvrlTqvXXET3yEk77cFclxPfNcoSOufjot+SIoBup8a9H1FnH0E89e42KlxHGXCr5fhpPBkn8H6yH11MfOlS1x/obpVZ/i2CgaSsxQ6OdXDMm5Y3ba5x0HcVJ+Afy+zzOWcEbsQP/kPOaA9djrwFOY8/8YEn9NFm/Gf+AzfWHxsqm4NBSZ9K9Kv8gYOLzEfLaz6zX5F3pBv+9RcTlEAWh+j0wFw9L1+gdhBzWDEV5/u6uaYXDoZM5hXzFhrND3QVw/wQrWxhPVUfBzbaVjK+UY2OWqZ5rv0ZMtHTp6bhiJ906HzTuMKSvqyr9x3W56CI+WJ7ksW8h+cjZfCL9Qw6t78NI/OTvlqyngKv+OQ37NvaC4NSsv8s4N6EnwAxj7Smectxcr/OeY7HiCVwKZ1LMDuSNQi4o4wOyPx6vDXoH37wLwne8M16hn4rxOAZ5wysl1yHoF3zl2LVrgLZPj+SDnoF/yxXkJ3sgcc3AaAf85A2c4P2WSld8I909J1LmmtL2s08EW7mB634Rh+QKLMfNLV0/dh1Mf4qc3+jsFz2zV/GmjlZlBn96fqbbDryVRxneWMMIrW2cWvr/yx7jMuIdejjekp8A47xL/SzHoMP4zH3Syp8QwPh9dgz+z+d7M/FC76izm3kaN6cHyGf/AJu5ivYVf6A7vly+Ard8YN47s/fB92Z7O5lMUeACKqhZ0xe6dOErpP6UX4nsfAoqwO+/JD/KgJ9Fb5rZx8L5xF6ki40Ku8edXzv0u3wrvit++/ru5P7b4EzzjUR/hv0j7F7j6bEqKWXKb90/xhcRw7l6IsEJnq14SPc0I981Rio4xccyN6Jkh3ZlhXeVb9ZuCKbYOEjwywL7YR0oyE+YqGNduepwcpHG4MMko7I1tiQm4ST23ncZvqbreYs6fjIZu8m98ZTy+DITVGrC2hAwQq39+Xz/2PvXdQlOXl0zd9Vdt/K7mfu/+bm2XZ59Em8SBAQh8xc5XL3RNVKQOiEJARxyrwlbrbF3K5MZM9q09qXdU5GEvLp2hzvc/tdecTcig/2QeZcikahalY4yQ8rziMMORWq2Ca+K3xfjzlzNp49bfZoPLNc6YeOu7hwnBLD4hi6RIxoGsEjpUVtBXd+be7N+J9oZ4rRjGJWXXOWXu7zRvJExXmcc/taemJUWvdZuH9r46S8V3s3jnZSmEO7/hW8jlV1/sCt/e7K++6ExWU5yyRkTJtL2icIbp9I7iPZh/07Mj+26knesfdfAJG97G+IDYFy4h8GcfDxAePzAOkz6/h5Kc84vqLPq7ardGe+0Qh8bpz4bzXKK54rmgqr+gF/xT6ifVcX5H+yHHVSLst8NvZ9UuqR18rOR6wjZN4BS+ed3npIShf/d/1H7nFO8vvvcTH73etE8H81fqD/dHlPn38mLvBnLT89/k/wi32g2ejJhvBNwffj+D1Br85NSZU5ruLrqv897e9Rz2Oc27L1fv5rbuT8uCcxsHTtuFISPk9tUr9ByfekjZH4V72V/ywD/ue39nuWT3Rd4Z7F4FkfvGY7A/9U6Q8BTZdSNvfwXxI56z+3X2K6IIp4GCLFsQKu6nof+Tl9JDvlP9yGua7/Gz/q3PN5Vww39t2zDjd4wdYc408w3VT2G8sgvFS2k03zd8bXS4yWRKu8EA9aZHwtCRfAWT/f3y3On8mrYrGSD+vdfBFN76vMICzlrFNtdx4F/39z9XecgZEo/Q68v+rp08ZCMX/D4J7BODWYg6rBG3gRKwP7+aL/PGmv+gdm/8IG/tCFX+rhM5LE9aDiKYV4qv7Hj//rBOTB7n89VtKfHMmbQXqyTUd9ouettx2nJ2p40iw2Ri7KP5Db9WuTfm4nxdfUsDkPd/X214i7z3Wy433CM0wtZrbE6S3vNj+Zb5pnWvw0fvXhB7hhl4Dr7Y35CZs5DwQl/Eb65A8cOZ8pyU3iNutZ+4q0PjcKzKoar0aWC2iMkyezq53Cpo5t9on56/ROEnTgY/9R2mdbutFUb/zK1qGPbMIbclZti6+//WtN9wmb+vZWKxesmc/+5F4MyfFzXAa0sQ/tk2HpyVytEWQ73swVhBx2Qn6rS/x/NH8Q78Sd3YZtPEID7/e5R9ygWaDV9Ui4Yc9miFvaxDYf+SLBVitybFDxwzYRx8d5OHLZ8w76uX+UE7zqGNn8gkc715ZRvlqi52a36nMbXlDWpx9j3oXNoAXv31D2sRFmTWmHe6JlTsbJAPNM9lJdeMTAPF716a//Lu+M8Au05bOrQzhuj5YFoh7rkGL9eCh2mZ/H3goZ5Zut/GlC8Yw5O/ZXynFe1vgFK/SMFnyA1QtG4N8v6xo1Bc59Jo7J/IHs8PABDwatzNyI+tjMZs7PzRe5TyjqB6fLqX43U3uubL4UbuTZtPFM7/1i9iy1It5LePqYixk1BvzkiNLPfi5BBzTe+IqPG/u6mv+uVKjrkcxLnCZdjaWEvlPDd8FjdFDa7yg3+06CbVKM8UA7tyf0jzeHOBm4x7jVj25Dd2mo/w5eIXmzKtuPfoFhP7eju5ygz2M9jqvlad9LsW7Jl/f9iR6fLLGtyhiD9Ln2yys6RP4047X95B0eOvfVafbtC+M3csQduU9x3Go2tL6ns7q/jdIYzfEw5lXFht4ss3G2ORH+SC20JMw89PMQ37+1r8I31Lk/qa9r+B/51xSfx6j5WHlSf2YOs6l92FH7kS59tYfTl+vF+ONaTowj7AmuX7fLhji2Vl3ggA2IP6/xRvyGlUJV1sHYw2huewDlOGTYN48aK3PsqU+ee3Z81vZrnaRRjh0cxhJ6P9P6KTYyn9Il/hM7hQ+evP0rOfo2AeUc3/I3P+r6F9+ymLrkvGRccU4V87HbU2pompnp4zqFOOS8czw/LTEECd4dw/xI+h26dBJv9JjbO7o9XLbP+NnjRe7BJnnuYLqYAcSBvjMetU9zWmsKR/IMyMzvA1McUdtSMkJO7Bnkunr9TjkgYNhDI38Sv1vRvSPf9It1IDrCUPhbMOxTY8FxFVOba5jB6/gpHhqX9tTwQ48c/5FO+4PffstryEcMQbAPpcYiu43x3s/zRGLHan2MnuMntCo1DrGXfdxGZg+HTfJ441/c3K5tHgQv6Re+Vv98CL9fO9dGxw6u11RcX7d80yd+eSjWtZZxL+SbvyccPk4s4zmS1a6ol/yha/ZnR9jARlX2+Wf40See4TfoBfd4MZ1jvkhJjSWU9TXaSMIe4Qzh+W84GxPiS3yujn6OcoVo/RHDYUP3e6Op97PO2Mx6VR5ndL9+X/hv+A1gBuuBLx8fY+/XH9f/AA3ruWMNdvdLrEQXo6yTnolqT9GeJY6HiwMTgZi5UCi7kUOSam0WlER8o4YMsUBOZVf7K/xuvdI3/m4H27mQvHFTWwdGzqInc575ZKT6Ka2IsXdF1fg78srYGfuAR5mGIcbG/qANOyeuQ+tiVrpiwRHGuX7B+cEnzjYS/E0cVC5yecR525B4J0lWilL/sH5ViTfqemrVf9O6xC++ecS20F9fKJMtLIeZ8dymf8pO1T6R33byuSC82oiJRhYvIdLYXG1g46KN0+OyRnmnUBzH6dE5NvF+jvVP9Fb7T/JbbuwXCVt7xEp6t0WbP4ql2oZmZwfwwXu1rPxjEy7/vuDYVxWY6dxmGZWKXeJ4Rr1qK84i71RMs78HvvxwPn+gmk+8OLmifyzTvyP8nVaceGWq3ftHruvW65V3ZJ/TSifPg3uVzhk87r22b43pJXvZxfRdzbcZf55nukDj4zVEy5Qd3TwUea3x7h1fVJE8/UeXLxLT2c5zoHc8rSxz4lMmvzJ+XjC6jMM2jBFP8a24UiDdy0+NjReeultY1vOnxLmeP4n7Xm0cF7xCvvLGuh+8n1+y7MnyOpoZo3HzU2M6n5PYf+df+m8KvIFW9RF3xnl5Me0G7yNKWu3Kv6vzBPipj/MJYL9y+bddHdaFNcZ856Ji3Qd7Pm8DFK1u/v7++x89lmK+jBbI/YDmEn0ZP+zj0KnGAdg/o6xy0SXlah505RNcauwxnFbzK+5aFQyqjJ28yYNwhf+D9af6BAlewq46YED42Q1TyOxCDLynVjy8VvSBTAsAAEAASURBVH1WR0PuEGy/vryTQau0VR0fr/ruwCo9jqx06gdOHM39tNf9xDjzD+yvKkNeHdddSRonvrpLk3ievzAVYGtjlXmaIum39wIUST3XdkCpKH7xQwF/tDryZ3RW2sLqZqmT5aFkeRM7jqSv+Hnk8MmW7Kw/nadHzgi7R/1TkrCtRWuLndH2F3Ie5Pzx+toc3Bdyenfm4g5aVpovFSeeTHOcS/QXgTKZ1gbZLm5KPpAjEzi6XdXSpgxbOsP6VdsPeG7GoX2P/Co9PZ7mBLKh+5ng+oDG/f2zbBPjivHpAQHNm/CJxvoont8a8K+VP94aypvE/QawUq1vntwjMVkq7yvn2PvBhs6FSns7xdtyeTsON+JI7a86o9F1AciBH/xRYC6v+mf8p+3gj91I2nBZvQHCWjkMSf7wA2gsNvCDf+AwdrVyfML98ZfRe+ISXHjgwlclMKt+/IB304sk2uTMJzS/6XFXOxg+9prHTTvYmIz1jjy6J5nYLi6wS5j+0LOR+KQwtn5T0fpcIWwWTengT9qI3rNj2LLq5rK6/KsLJCF7+DzMn6H32Oiyjl0OueD390Tvw1IctUWa3/hkjGFLXfgL+2HblB75xW3lIU3yF0ZuVEUnk+vEQaZ2czcmgjV3GCQuMiLfUeSjHvZRCT1Mb1tI423I8N1KvyYmCuwz2aHihOzgjdjzix7c+A0dxCv1F0y2G/WjnzdrReNHfbIK2FCGH6CHLygdnqrQZSUb2WJ/V80+bKDmBV+sxUN2dF7Yq3PB/u7swDFbhn1q/C8VSC7lCpli65uPG2sb2iS335gKsYYQ/HlysV/Eb37lt1EZi3KB/PDDAj5jravTK8f46V0nlYhp8dWNE5e5wJbGXLZZdDfQ6N9Znzpv9jxq/BWbOkE3YCHPC/sA3ffWSPmNz3LehM7QquTGJnzowx+UwGuJzEpb6467M4T0M0OLx0ij33fWb33+3vwf8VPl1vpA6ycxYprj3ImHxzAG6Mz0VS/ZKOIy7UU76Fe+Ch7ah8UTsBqH9Epc1r0qa9aL+dLnVUNYw3Pc8Mlyjq/suaqFjWO9sFE128RvLKb9zY+Dq5CX472SM/YzFphSwm+Om7A3PPQbxzoG/3o74Km3o938QKdzdGSGX4+4kq2Y+m5framdC/jCPO7DYtzOy36XVYdFlEeS6sN6Z6Zxfp5z44FD+uGb+7oxw0WuDdvq0x8gweQSZId4678O6eO8re1vcrS4iF77nO0/nUjPY5ZNgDnfe6aeckeXvq4wv1e90zrmC63jbRRpvMif5ANYA6ftpdnKv5mj6MG6OOBZY5xLc6/Zv/lh7EldsWX2Mx8TUmuBD33GnCJBh8ZTfQQtclS6zqaXKIAbEajiUurvVhlP5X/F8yj/tTxwJed5Pxd15gs6wK84xjiUm2WXvIES8xrqHL/7yjvrJKff+JhZ8bfzPswPeN4v4S6KdXzc55VrfNU/6cffBtNgDM9jccSfTjedgd/4tY4Fegq4qn3AXrOIMdLNmjYU91NBjO16YI76t3Ebgbvd7CEfMIsKC8vr9ht5dvNXv/uLtSK+tAcIiM93F5BaES+VV39TzxcOydQaViOhYj+olxy6pCr2l16xf2q6my7aP+kv92YTl8Jf9vrN8p/mltuhTMqwi9GC3+XGGPNNl8Dpcd/EQT/DTTHHsHeaGuZUsADgoKmb9XcGf0Vb67X2F7JT7DOk+06xMw1irLKF/vQmaLWLzUizhvmu8Xa8Qc7x/D6lTZGOn/BbIp7U8EWODf+xX+A62ZqJ6HO+HHHu9B+pEpL2AyYbpY5AVU72qF2lPtNWfxS0RRVbLbocpOtR2DF0DF0tcohtw0M+O16ua+d1whyHXyIU72JizpNcZPngDeFOU/pqtdKLbce3+In8qqC3t5YtL/Y+w1NbinxrY8yxVu4aa9hg3qczbvpHqrGlfO1v/LpCY9+TFnsPlaS4v4wn8MhxoS/9w/QrwjpNgb1a7WFShGWMtLxjerI2KbZlt9yDh86jfOKzBMuAkHElsPjp+mX4JfnNfso2zOAvfsikby7HfnzPdQJhE4+JmbXKreMNGxzGJBroBGvro8ds5NwuW8FVjt11iILSq9IBfNnlx3/+jHhve4iOqAr5uAO/2Xml8rllfFPVx+O5OvQWP/3ZStEpVNGOJuKl6Y35J7y5OTD5iQ3OyxFJHkj/0JNzUvH99OCmu5nM7CbqsJNsKwvib8VCHMRHax6KezokX8nNaw7AKXW9V7JpH8Q9BnxG/zOxkV/yWv2IG3F5NZ5yA5hANiPYSjIHxsj8q1sy3j0Hf7Um/wR/xWJfwNqqLmtM17AuVJttqIllSUtgPwnD37A5D9irQILLdTnLwc9MfDjM+gG/U5axs8EeEnz0s0CrjBuad2Ue+XsiK+QsxGttRc94Gf8a8w5US9v6VPoO9RfguM3jYvE6bjBUbJ5iCchFIBcJ6YadqGsjRF3l8fjb5sy3tsjrhM3/VzbafLCrW20Gjiw/ApEtFBffvmseRuLWRjJipcZBxNd5DH1Epc5k5aeQj686qlWkn+AyauoNxIB+BM/B8K0Hemsu52dDq4WcbgJ8zlrJBvOKPmIl3V1Zqh6bW230pP3njrNcjcwzacKR/T+t15nM2334TASH+SPfyt5hzzwpcnB8nNIXvFZ9Og+QLXL8f+SaEOEjQ/Vsq554P6/G/Bjn16vy64mQ83D7M2/DXz65FgKwy9y1g3f+w3o7U7/Svu8I7Z+4hkN40n5F8lMaxcyduHvKN/HxmSD4MXtVYw5sdblvTmcsf5PJ/67GtLVWF5nZr84nxKNW77ekR47N5m3X6n3eKw5fw//afytd/jWwIb+v4/N0LKLv+aPa6pSqz7nh/KnFeQ3ZvmcQuy7nnPervbmWFA6aLDZnIpZjn1x6/9GqXwcxDZjr99OEKG5iL9efGifyeW1/1iRaE4gHxvsreGG61vnZQX+YG+vqh9l2dlpHvn/7XvZimi9a1zqKV+o62/uG/MFFv3MPL/mMoj7Qej6rdkK3+6+ae42YcY3rcs2pk0EngWHzFQ5jmQhuNrnQ/LHrjN35UmCl77Vi7C3sdprFmfLPOqfV9aXPg2oO90EDfMX6MsT39bgOGAM9sVDmh+vP3KO/5OMl/djvD5qZ4LjGJluU/oNC/xwgzo2UV5QnON+rzjzXrV2eHZBq9O05Lew6cLnZYIIv0Ps1EvpiMtP6SBnzOEZJToqbo3ETVNcm/bg5D/x6nRGI499+8hLk4ye2E3QfV8u918go82N12oRzp8k5yR3cJzi4l/QmObqZ5nnT7XNX8WqzCw18/huO89/bN7jUCNf52AM5zgB8ygvd3uyOHF91jvHtYsWvqzd74GNecnJe39q1Q4tv4v8dFf3+jKnk5TuM3qD1exknbl/tnzn/vy82/M0D4ffpPoEp2eMAY37dnUuf0OHX4PE7Qfu3/R5C3zeZffoTrBb8Sjb6p/9MgnP1FcHNwCSTTjAavoO9Ys9Z9bm5Tgi+qDnP4BMbjOSpC+d+NPk8ATLK+bVbTKbuG1NXG3ja93xQxmi28Fz+tzZ5f3qHeNWkN/NEVuHSq0oAf7VEb9vEDn+lwgkAJwTwEBzYSs+qnyLld4sbTubhcVXWMbuMRch1OeqzqwbR1ph7oF6J+aJ+nm6SYpqdofxh0/emdJ4oZdFzb1swdb9F5mx2aRdnS/8oXtQZL7NfI0ZlY8s5befT81BjBPzM/nX+uJf8ccvqL8sRyzM3E0LeGhUfWvAP/W0psbMALigJMVRX3rRGS0eMVfr/ZV9jzBOEggdN2iXoq76O8mUf6IAAt7FyhgBNrZiLkYPipp7qQgg94eE3A+zkmTY3AH2Yigsn0vjDMOlP8dof7kJ7ItsPE0le7/l+Q4oem24H1xuysZ7IhzHwO/Qzb61hPG2mi1h/2hul4WadYNpM1Xrq/CUj7DfzUFuy9/YZ7T7jYV97l2JiHXkC4EwHnHlAXgl4m9+VZwt88cFWo94tgDpjq7Q5huxKCwxetCv5WM/xycZ6YvOdQ/4P2Qu97zIecsjev2LH+Dyey65fOYXJV+OTeJeeqoft9ophR39y/YUh9TdoJtodfK/J6z0ZT6EENqOcOSs/n1s9KWYe2AvbJ+a6VvcpYCjFwQf+V21o75dtYVkQSGbKzflRUdlPso7Tx56Ldi+rTVt8R05rF/lkcHOP+NYD/ujD9QHtWLCJSuadpxPdVLYxaCbX/aXzFnudk1gRv9Wmdcr+oUwVfqPex1vShnRGX8odq1fl9o3BgfHsV9pFwQPNHjDvByPP7PE/1jPkwBVX4jLW9Fh3Y4xhU3k459GKQ4U5vZtKASI+QX9c/yrV+/XX/T/LlvKv+Xjm9Kn2PDbmAnBKwbXfoF+xHfXYv4DX9VJsjGmid0WFmJ/AH2rWvfqHWL7FRlthLf1l+b+wz1vi3ib2859T/x1F6PJS3FgLQsgPsdFIlZe1RmRMKcePfI+0bc6X3HPEEY8xvrRe65wT/tqbr+lG+Xdbzst5Hinm/HzECAh7PdlDf5wXc7lrS9fOs8b+On7y5IihVthgMvoR7TGkr7mSIT/rhOmNI+hlF9MVJ4qfHLs8ap5VrhJSiTXZ2PYYcwyo7ZZrbMMPCwGKv53sEptOSfvJeQs0xiB1DD/lfAm9sn+h5wYk1TUf9Ba+6GeeG7IBHOv5AHrQGP1TCdHllXFVPtS1H9Ic/GGxE6Xa+V4Ub/4il/Zq3soDvNkLfz+No1HKFX3pvl2VPMnQH/Jpi4nbSfFsf5pmFu3O+y37lVjViwyNYYnFkIHNAuH6U7t6vUmscThbjcniL6c0efm7j1ccOQ+t3BW/ij/F7/URsXZ2vSfmgzjlOcsV33ijUPLDFlf4u/5qw/SZeJonTXVg4O3ayV/+avNLfuzqNT8KseUXjVu2ly2xD/EveS6TXGSbKq5tGZWLi7Up6g7oH0UWulgfunc0q3CdD9jTeQN+6G0PKi8WTJfrY1Ue+NPGlXNKclvWj/GiiJXiVXVWvf8GcMNDfiHbVjnv1IuqOvtFbpWxJd50XNL2zXDEEzq4EYznit5JiBF/WCp8LFzW8pizgvcA22j4tWD0j29CCV24NkqfNHDdzfEVFpqN8cs8Q+sYJ61ft9QcrmOj7itdDMqM0yezVTULdFBG641Pm4LG8jAhsG8T94aAfyUpdsYhDAK4t80HnzCPgvWbb+os0VlA1GOQVzt29U8otON9An+s5wmv2hWJiw1Gif+KdFIf4/rnGkdT9G4iwu+jvvuBceN3j3Hek/7KjZxks7DPcX/O7YVeM442ltpynMnqehr+Gd4LGjhJ8M+46PImholHYpwQvqjJmLd6KXn3zcJaCb/WMKYVt+WO55rLDhqM4YW+O+xfF64T6l9XuyvNfjn7V2NaEpR+NTZeucAk+sp2bROdAK17VlDppX+7vOtwm/Lk55nH6sQFnDM98Be4Z+V63Axyzkc7eORZbbLjBt153j3Tp/bhU1tFfO1gXMDBBW5SAX1pWS9mfqmgDzJ3m5l5OFm7wzriNzFnu8vc8s3d40B/l3DGIwxn+IfaVzvvJ2M+VQnTvTge8sZZnjiVP3Xin5xPE8IXNJEp1rW+as/ihV9NR068uy+e+f2cdr0Q9p5E/ITdKIFX7itY7X+1jkzRU78tS85jDryqwEBnM9e2jL9SfsYmVc3QLyIXW63wKs2/sa75qFw6j40xa0zrvjxv/MpxR574XABqXPrHfu8qD2nsyuGi0bG7caS+2U6CXR3SRzpE+eI4g0EXJT2q/3rHRUX7jk/PS8WX1NOffR70Qs+d7URfjx/9Tl7aCh4V739KPcY2GeEDg3vXZjt/fkC1gQXzlHLotEbETdqH61fge38PonoR5HNr/KxTtCVrLaPGui7fxI2/NW7w+jU+pSrzedaIeKoWnnHUrmNf9QPTHkFHfEVtzvWAvvNJvn2Hh2iJuU/qdq7Tue1shUKlgY3g6BgIasf8HRCXDc5b8O8S6R8AyhbSKW7IHhVQX9qL8R/xZsjVufcu/mc+n24/tX+OPfYWWnu/4kCvKm8lp8bmHHv4knJNX/0ZeUT7siu5K16/Gmxlw9/++//8P8vpXAfsm9IZqzwhVw3ahZS3hHz6TDcceTqEpxz0dChHXMxYLVSkffXtF77og9uKD30EbbbnWrXD2IcuIzRbIRd7JPy65g8y2spUadEDGE+AXnEDX6V4wKc+ESEewOEHXYX3/A6S6FhBGwy6gnJRPffPIN9iMBKnVRR/ikk7U/Kv5LENu/Tj63mwD2/ibZXgoYeOEAmMG59VfqKk7+t4hUu7/0Zui+uZD3jTtOgi5gobzXnjedVGJ78NOszhHMMsK9r4JfDQd417BoVP4FQ7VJ4BT52yb6Q/Skoa+mL+MLdX9JWGJ4AFy8UrFw9gQeP2NNBvFjepoyTHZmeeV2MuCg3xSbT2sOhZ6V8p9/V5k6GT7hkGdZyQa6wRJEs8yyHeW3J/f2ioMRptYlZJQ1qDnCZbxrj6hev21O1VPEf/+JQuY1AJfYWpzvwBzjcY+NNgNijNj3qQ107HI77TE4WMR/EQh+KEcU/2cIRRbiPqRW6qO2io8Cb5APTGFDfKc4P9oZjwAJ+WVeeRvvob21Emy0qf0Ge1Ua7i0H2odY5X9J3hhDcJWca5cMxWZwe/yV3Hu8e33c2U6IlH6AcbFdl9Hak72yJI8W6Zx8Ye8xa+s/6KS2LVZbZ1D7nMG9Fryvpb6o1nEXeo1vWVsUiO6n/+qW8bCfvTNzPo+lqHdIknumMtn3Gdh/H9y/h+97xS1ltvBwX5f6ZftRn/qu8OTPTSCz6Mc27DCzjtTqsc5LFL3jiPP+ixb7bHGvpUqOTMcc8FWeBnbe2xvpeHgRRbyKHs86NdyYZv1WNejxi5cDR69pt9Opd5IZwYR1BJLrLVN8e/w558lPVdc4M4rfNE7GgfWYf/mHPH/gYxOegte/j6EVN5S1I7dvI9ltqckO4znvp1ILvyZKyCiQ5ctRM/xkcfcMbLOsj6Rb946IAuWuNnrGnHvC0a+BAbI5+MQ1N8ZLptHeVU1JF/HX/FOquv7YRd1pRBE33n+q3pBa08EivHM/LFromZeqsv6QKD86sjXctjhUa0I55iKuetOFb+8r/6lTPIQ6nXnZry2x6Pc0RhXPFf5a0952NP8p90WuQy16fNWeVP2SzoR1o9aKnxuV17cjzKdkhb5ze974OncXSG0/4CuMdBo3GfT/qp//c/fv/P779HXiRuKOFD/NAeSzk/4numG/GyNcZfXYkSZ1Wbtv+OIl7681zY8jv8ycM1x7rLzamxX1KOSUnwZ/uYe714u+1bWYeTaqy5PnV/aPbHLqzTUABXG50rzKDW0+aurVfq09+f/7f9vqIINQBfN9Q4HiO/Y78gP+yrNXXscL9NccM8zfnm5NNHJoWZL2OdCKyZeRIapa7Z7NAHTl0zk1684XGU8wQS8S0zw8/CzY/UY73+0V/HlZKbfdr8VPzO8QEu6y/tuUz75Pila8oPitA/5kvEVoxJeNEHvXBSSo67ALO718DrgF7JWACk8bJvwT7MU+atdJQenHez34EH9PUtYvpeKWf9Z/vBU3jqk5761jGOGR9+9Xq7cIFTLv1ucZF+ST8hS+WuH77gohf7COD2dWl2Kh/5Jc4zoh794WuuzQp2oO+MhCvanIvooBL58bZlGX+TDW5nt6nAB/xVmz7po37NWx1Vj4DUz2N81t6cf8yP2mu827QgTqO34P4W3wTK9YWkFs54fS1jX7YMm4742Yq5ke0ce8Lu1I7zbqYa7cM8nOdf6l7pbRzdB/G2v+up31j2fG/jB511puVEwL1s6ztt/E97V86+x06dficPhk0v6ADPJdfCOt+GwBwD3vXReZPNgW/2Cn5dS1lfRX6clxbXvlfXsp979uAZ9/VmPZFLnp31ph08xFf+1n445o1iVAd80D/bkQNnuWr38wufixEI0DnT9kFM/fWXrp21gKkIVoe/6PVHe0JbNEN/8Gf5mmfRl3u1mUnQxH0I+CTOOX/yZn7XRVJ6bVZo6n67Kf5xYRxF24bZOMdC/LaIfwUD7Dw7EPgnBzHyjBVilou8GS5azw2biQDdp0sTe+vQgueo63m65VFtojErwSjRlN8L39LWjtlete+frI/ji4Qpm7IJudKt0l/hPun/Kr7nOig41gEVF4yij4suwes6oDSWH/b1xML87bt/HtRgvDVOdjBwVN6N/4PAxwCNfW0bsULXx2x/cYJ6MvFpVf0mmjaV5sTdBuLTMr+aX8TBnY1OxNLPi19GHhsxtZhH9HyyVP68PzZbV7Sm2D9ObGZd0HU3z876xffqYDObeEcajWf8uvLr3Jf8xhr6Aq22qmtPHe/lOEy/mS/8KcVPI5O9f8Zxpc/P0OFMhuyx0tGtdMOeZ7zVB/+VjDPaenJ5hnfW5zFtF+0kWyeeNZbO6J721Tlb60/57PClt1+osFMhzxR1guyIJjhjf+qHiY03pQsXUu7wqzjoseJ7Bqs8tA/BzvUCzogzcou+nzPnR8n/vpZ8RIid2ZSR3fEpfBQ31KG/V0bWTly13ztinO/FhPJUvfj1ukY2s+3c8imvuKB2T6rsfsdX97j9fCztkb///vt//vjjDxtHvhDwMzR5LWb3mskPmguRxzKWyWszJfNRuc9It3NIeuqfrsU8OYKnXTa13P70Eg4xJR11TtN11Zr7RImGCz81P233nTo+7+wi0V156NjHaowFu0u/0+OTcB42l281dz6pm3iFDd7Ln+N4X4kWcdBFua/PB+x5qs45z/zCoOsRdo6xQDOfX2G1V0dcdbhTl6+k6y6/3OFxB+eTMRbyqoXMaofkVPttDvp3Xt/S1JGYxzsKv16nfXe77rvD+1XgfTw1MX2Bcn+2n1vjASSdmehQrtEatYuDV9Uibut+X5J+1tHt+lCgr6ftdvHOJiuWr8pb8Zph4o0uOzk7+Mzruk2mC8x6Xh+xcs3hCkMx9e33uKF7pjc5WGPX/eIV7l/2gMl/7Pfef7MXjmqsStfalk6i/2756OtXnisLfF3/9gbwHZEykIytEmP3BTEyqvdrw6q8ngvUj/JGTPDAeXfkxt1/FmRKKM3BDw4mygOSJarGXXnNwbQkMiA02M/xPBhJuOMCuOOzgsNT5SyH9oquwireYW2uiJd1+emZb+aT5W+6uWZs/Olwjcn++RjN2GGtSyU+g6Cnb9oTOtgHW/c2O8cLxVj4doq9uyDatlCzz/8kw9umEze+0Hcn/6vgkovNKKUd+lCam0+PpAVNAeL/DRAnReIReOIvPMViHg5z0MpZx5jl6brkYBz9xq8gKx6ByZigqzYQTDmEPDjjQvOknC9eaT7JDvCu/b6xrszDUN1H0ATK934hq6FVyqE++gfZslHYiSdl4e+/Varexpg28yDmS77RdDV/6Ice5X5rO1vmAfCnJesddDneiD020BHH+9iAfi6xwwzPNhNEAXyM1XyS12TrqbIpzq/mV8qJWuiTTxjP/dHWxS8uZK0w6vw76jxSVFz1TPg8oek5TvNe9iDORk6fbcmWsin2P+Fuscy8dg2N5NSvfUyMJ3nPcZw91zXJVLx6jE5PkGqeWI8xUYzet99qHF2GqxQxr3lGruDpRukR1qs+DfzVaBy777MCD/nMO7V9BM0v9K/4fQJW5Yrf3L6SAb6Ulq5xwT/H1vsPjOZ5cUAIgBlYdnO7GFuflzY33UqS2TZ13U6N7dxmLyZ8zX7yJniznj2/tn0QctASfrQp9UKbnjA+PxQv7clXq0n2LP+cPnu3dCV+tjjJ5nmtzHERR9RGDDxh1te3lhd37Sc8hZv5aqRMWxBTo7Oyn/iMGT5yyRbxI71F6/9snaq/NZbYWYMr9CEXqOnfkk3qAy160T4v4Q/WzG/uB28uZzzanZ/iYXjq/5mes7yzNrIphZv2C3+SqyvOiif6K+eDK9jMb6TV2NJXY59a6q9rwhHjHKIx7Newq5dm4c14/rQfsP3ORo7Om+Wc5zIPhp2x3012BzTsznxFZ3wwzs4D+VsAfKwSuZSMizY+hUaC1ac0C45u/v7Xf/1Xi52EB94YL/yOG3LGgXzd3BnlrFvSlzcstF/7rb/NscaXDWxh9pyl5ZK5J2z5VwfnSez/aJ/PIyd1+5qlGx+zjVXjRq70FDijZG3P6ovkGbXgW3V2p2pFS7aB+oWfOa/WQqJ/rxAxmNT7GKrn/9gL+mhr7Gt68JADPe17ZfAWr5g/6Z979CNW6hT2cY+2/clOv/D6PbmKA/HxOC+xJi2Sv2QH13g7NfYDgv1mF+yDdtT757Tq5X/pGDY6kx252GJAbrLpm2M8o1r3zbTpqxFfeNrK7/pH7Gz1/DKtb9h7xe8326f8bfEhmfSrXtuSoPbZ4f3t/MDxJtNqnR7WTwWSB1NBLNWVLPSrfeilPj8X9XOg0HWFX2n/6Tr6mbdfU2XaZ2IL1mfNN49xW7N0RHwonwkuf7d+733/o5+v2DqpY26/L2HFIW0X1yVaPjVUf/BMMWaHx8e8D2150RHso50+B67mgOEr7BkHeD+jxJfSIb+ZUf5a5AXNu6Z8zIPAAyYazb3Vuur75zbvAsf4p0klrdGmbHQTXx09jpvYgB4/g07zFMSxTD6ccwQP7b/oq1xjPHnzN/ZB0iexRCe44t1e/h36Eitq6AX+3L/SARxoaY+4GYP0z6XwZZaRbsaKNjjke41Nx/oGcD0RnQLeqWq/A/YfmhJx2KV8jExpHSi253DVE4nDotkQqV/RvNt/lFOdeT2mI71Z4l2lCj38ZfthZhacqF7reiAxAPxXfc9gLe870ZhE4EP8qK2FKP5+6CqhdaktDL9oOJjwNR2lj7424dQud+L/Dg5DfLM8W2w8b5ouugmsw8zVjppUgdXyNftVDus6/uyKrNFOoa/qJtk7uTv4qAjzPO1If6W/r1+Ns1pHzl7fWS4y0QM7g3dezthwOaf6VXuxhfQ7z3/zCJgnn8txsqT+ZgvPkp+06/gu6MhDHvqi+2rPaiNmo5W82J2cKlhjXogZ90eyJbt5fA/M7DoexVxCpHM8SKPS4uuCkeeK+LCNsS6UP1DStAkbBY0uJuae6lLVYR3DtlE2fi0eEnYnPq7jT/zwrcwT/IP3mDsjXjQS8N0+TQ2doNdDY3e8ZyasLP5X1asfGPjqpI6+O6W8j1uuHgW5w6/iXN/8rdjE1Qgbb6RNfS80FW8RvxmjtF9gFyQ9b7EvG+P8Dt+VDjNsbgdf5SAk9AqAx6UueHJiibzkv2bHXF/3/hpQjWWlJ7EvLdfWu86Pv8YI53hmNK/sE+Y8bm1jsz6n+1VGf08PO+O8h3gTy6OjsXy4FWgSbPFrF2T9AlybbDVP3VTlNTRyl63FOlbzRGu+1Mq+9ZyQzsSI8ojw9Tff0H5N0a+iqmNZn18oZjQ23bD1PUuLoeaqdoGxzr+oa3d379yj6nA+TtlzPtAJP83999ufnRv35d7HXI0Rm5DfaSfX18clz3Ct85X5PawvR9elilYjngbgC43gk/ucF1gsScK+MYiVH5ZEE3ARvhPG0+aTuZO8sbVfb2vhwb4nsWz22jme4inSpF1RIMFVpE/V3zQOefauOswX8H2cGAbgg7KG92rGrfqvz1+u/atxhO7K3yvJDwbxD6Dih2PekjJ1/NPY+tp9prSdH7QHAiK85IWJzxn5gz6/WVnw53bp+unVtW3vqGH2x1yr+2cLFq/Kgq7Hg/lePruakp/zaHLqOgj00YNzCYz6CvOYE0e7iGfwRf/KXfZdwSvOv7HOuMYbwFfJYerHMF62QGexE8yD0zbA+ZDP+Iab+h3HLNgedOy2BI6M6GCzLWeS5CpMWMCDYv8ZeMiZ8f5ui/YoP3nPG7u/7TvT816DAmo1C5IeecifAzMvfBL0lCu+cBv5hw+UDHJjx3gkFzgwuFCiGwml/y4mqoC4LPFL7QSWtudNEseyq3+5uGsRygt8oate3W/C/7a3EO2fTrTC1LKLxZebR/yfX5qM8RqDfjc5bI0d+oXFALvKqY8p2+eH5N8ykp8gOqPNB/Mpn/wNG0Y7FJEOP/yrZnXiUfvTflpY1ccNLlFiyhTd4kfjuLlwJe29GvO83gTpNvQJJLvFBjpitPqx6VdEjbSlo1dFo9HiNPwSdgIt+XQIlaHUXIgjKj02HHjUD2zxr3+cOFT6ow5Qr0pdxNVYYh7rdwrqoS+k9rnRhulyTGXNL2l+eLqyEpc6OlU91c1vS6RdIeoGArAoR9svEExAxICmkWzFicqPH/HbJTwBr3lAzLtOxQ6iwc7gIAs+RIPgISPs+tdfWhqJHahUVgobfQaEI2Xzjh0q33V95F99HDbEP0GNXYUHbtN3yE1rWSMU+hGaLWQlRGOXvm6DNEQiTLUav4wzx5P8na+royfBbTw2Fj2FHEfDa+2Iy9FHk9iin3y0wV3lvyYjvp6wPaG+G2fXTzYxKTZX3TY2+1Ty2zs53lnLaNMfJ2TK3s0GDZ114UBt+qtPo4vf1a38xjFLn1xPxr6RLzZPKPNSEOdDgu8oMQ/6OMqig03oU8xS7/urIO/cfrUK+mrsOub2rC/9zE/oOp4PXD5QXKt83QA8Pe+lT5Ojb9EHPeZ218sq2hZ1Dm1+tGHbepDzVTTIZj9HG34ruEbKiP0tA2vUp42hDdtkq9fKnOswKqv5bH19POBRto6dXWQn9WldWc/BZo8qt+uneTTaC7G97Lgd0iuSm+cHHewV7YnrMbaP87fijvXArfNb/fGks2q5L9OU7+txW3d2dhOlbOd70WZDwaoNsS24KucDvxFX8cYvOrW9w0A025v20Sahe8AV331OmNC0J/RVyJFX7R3r4DZ/MSBHWvGeqG2fE1v92FeOvWqteZT0O5CEzTm/GpRpeMEvbCOdQ29sw0zKtq1xTtLGd5hpMzx5wmtQcGpgvQncm9/iRNDnaAfWSp2XFV7qjPVTP98x50/x9we6VIaxMm82R0WebLbqOSH9o/kZvsOeOQD3xRGcCE9rXX4QInfOEer9bfgNV1NC9nb6VMjHb7i2TbFvULIXBGwsgsneMe+sz/Z7EVNJF9Lf/byMoIWAExobn3QnP/ANBPP6QP5kTxZnY8qfYZ+4cRhzrSrA+Qq23p3XDDQyrB3Ysva5PAOEbWvPeb3jt1ggBg5U5jfJ3R6FfoWj3yDUwT5hhXMFY20wC3gcGbfG77g+6I1GP5rNRIPsPmZDkI/rQZ/gsrZiV5zw8/ddwq1MWr3e+F10PwQdYygYoH/GcgwpckqMz2gzxSzlsj+/QCv20jwm3uSP9AE27LHUfBHwKwlL9TbAHDMI6c/Io4IzN/z8yZROHKisbDp23Hbek/sgvTks3Xd+KLxerHrMuTuRJWkhD5tuWRPvEwKXT761/C328Or+KWOib2JzaCpfff/+3X/nXDT8MZ0OfPpaQ7y6Io3vzq5H/x4UKQDpZJrYPBcw4gw9/u7yC0Gp/jbEaOaFTs/ACs2z6j5uXEYzi/TP+Lwav/rF18rB/8hqfYbRx8++xJUHz+xW3OJd00fPZZvpC33qHojZvhAwyTs08V/P5yOG/Mfc1VZW2VuZO7Q45qbRXuKVtoCzX3syXuzlgF+Vkq1wUX5UKb3squYp2bc2vrSXEcd/56MxnR3OXW/4NqHf7I1ZmSreiA4rsP6d8Tnr0/qr8JGOzAvwB70Bbkr0ch09sDQ47BO6yoPjcTUXArvqlTqFL+BX4cB8DmUjbG7ttF+sJ5V/Qbeq3lAO2wCvKSNlzuMCm5Lx0z4vU5+gG28Ad1oShQH6RMLgQir9nWZd0c1fDUbfpd0ybaOXkWvyWtNfQ+85+prPAwzZZEigGpoMeuWsJgObqtm9zsWLhvNOMeiHfZ4FCuJDPY2r0sNTWDUuoPr6si7akna0PDqG3k9jDf55ElHHJN5X40b+FV7l+2q9+ubIQz70ZNMWOWGorQWvXngbKInRvpIPvW808NROZ50cxN9WCLoJYZqHM00mUo15J3OmOmtf6S9afK96+l+6+Kaz6SF90KnqKSraZyoLBzzRDIfU1HAph85jAz2OPf9CyDL/pR92I5Jv0j95QrjDvwPHrls/3WEy4/j4AF6tGzUWRfN8Dkh3xoHUXWmoCt5d9wEuvpX3uZ1Wuo/jq/SV70GwTQypeTa/jjQJQU6/EX2Rh5Ky5aH7JpKm/9FvlzD683FVSZr+7pAChEsBefWBPWr+Lflt5vi0rXHJrt8U0mbPsDH+vZ6/T+X9b8SvsUMMP7VDPwczQn9WzsqrLHRXxoNpccJSMfPZeIl5lCJpv2rDzom59CB/hMzx3Am/os+u7XJNZr9Q2S5cvmsv5DIu5NOupXDjt8Yj9/cLMRXpF64r5tv9xf4mPBe0XG18qsbGr7O9ngxXtv3efhPLRTxYb8/k4DNdyMqfjpgp1Gdr2Gen1yzkl2lvrh++pZ/yJ/GiWFLOe5Y/ld/+yXUR2TLDbj+hvnLUOVHAVH+3r39W/MV+TMElGTd5w+RnlWUsPIiDpnVPqbEwNZnvrBsxzp3C1b67iQbOrr/yVoShYYX/z6xXH2iEc3s56uYo/HXunyWHDsQzAnD5hPnekaaKYp/YED1evUs/sXvcJD4fEz4myB2ejxmDP+bzBoHm72ZdXnFlXaQvX2gyP22nVXTs++H2bpk3j17hxNjS/zV6X+G4pkFO/L67Rbr5PWWuaQSF7ohBHK0cUMfATDpycIj0sEX4sJ8hLt9JBBuRnwBjl7UN6/jnnUXt22ji6xt2A5/2huYxOPw3m3luP2b7QQLZFjs/YyubNXuxV7jMN5oPq1g+l4z/X9PznPed3nqTGN9B9+ieGESLUnPT3m9zXzDeBdoFiDgGjXgGTpv+n1Pit3lcwG3ktxQBf+ZzRby5AXxFFsaSMAlWifO5oZRPIomXAls0cYFdP8L89JTHCMpRnYUDS/eDKoY7kLyQ+Le8ZuYlGSBmdhxPkczwmRVt3bjgpFBvV4ovtCpnfuiqPnwHr7E8BuDVZnakby2NmWTYQK4DBhiI0qfoOXRbA7j0VzQctZwpzDp64svkQXvEeA7Bxm5f4x3tXDjObasNZI3lm/J9Axs2ktx4mnJNy1jRU08bSWY8pxryBdMTq/3pFVuIoLtn2bXsFTT5rnrlI8GVL/aLYfi62a0buEUAcdZKPdmrmzSj3Bds3tQd+TTgstjLkC/Ep5b4B/70L1kXIPgH+mo/M4151E3qfDVb5G/jA31hOVRnvnQqVnRc0c/98OMEbF4veru5UzL01Hvkt6gLRlv1wyHft2N+Yv4u3I0F8kk5j6+iZp9i8LXfMUoe4tzmhOfMaX4Q91UBUThuArv9O2ji0+Hj+gF45gdcZRfVK7X3WJcucxyhX2eh+Wuk/kSq6utXAp158Ku5V/WjXMHizZJj3z2I/HkPs2JhO+lJvfav6t0erVOzNt5ABjtjHQilP0lq87TKgh84lvlbVTkf6EVZ5hfzFYoqK2B3mWa82U8u2oFecF6XjAe50a5jvi9/LeEcupaf847+HRfpDY5KxiF84DvaK7hOwHiAzUsLFfHX/pD8yZsv4HHe2ttNiHjJkq6T1pMpWFb4IgVeTxQrXPXD0faJ3GRjrXA89pAlBg/0DwB3bdzH0cZNO1bRBwIddT9nzzhJV/7Mso6KH9hHMp/r3L87xpVs4oQ+1lN8wvx/Zgfbg/qVUd+B+EOI0rGOhXFc6Q7NiJe8RrhGMdueduYb8TR1+gEP19b6/JLaFP8dWZWL2BQ/eKL/QF95EO8FAdoCequa+qTdwgZhBPXncC0PYDKTii6MI9qZf+lPBSHGwJSJ8a+vFZ/xW7AaU82fjPponzujlw2dmyOLR/XXHQ6fwsHvyhPSo+eHJmAeH/hdvhmixpPmJ7FWxzXTzXw7v59RKfOb/Id+6P5D59D2Z4+6uEb9jd9pO8I4PN/ZXm22H/kX+Nxuy8By1HUNWCIYEPn0Mw7aV+VMn/jaZ2TrUDvtPGDfAlj4aUD6sCKFH8eUMcY+s+9P+jJgc0w8ylxeKcH4JUNLGm/+8q0Bvb0ibjBM8eMvm8fGxJfGE3x0DhTy6SnBC53Btz/g+gKHFUnYa+0bbBl0uq5l5k/UFbvXYGX+njHoe6r+FJBsopMTP0GxUt+8pzcJz7i81zfH7mij4D3jPJEIP/JYtC0b2U1R5Rzx1p/g4Dr/ZkNdO+QAD31o0195wAtccLalyfMH09BDYqXbyfUA8ar8kRml8rP5cxFgiju7WiNq+2dr2gJHvF8/sJkC57XgYSx7Ha7yQvQHHxur20J6qW6jbhf5q/1S1hXvxFzVdK4Q50+KrfAR40HefF1oxeddmGKeOc71cOepWLNKuB1fIW0eO23FC2Np3wZigcS6DfWqlGzmEfqs8FawK/5pz9APHsDZn3I+C1x4gvV1EcJlafHiT8U0G5hJ2NPBD/9CnnAg61J4mo/6hhjxCJ/knIEv/OByjB/8BMZnylmuuAYsdES/K2kVD54qNfarA3ytQ7aFKHZKSvbn4IYdd78B3OhEdBVgQg3lLYQXyvbgTp/5oEoztZxqKDuBP96U/sjqjrijoGkCLRu+Tv9xLa8YKpmi9MIRp+RP8Y/MrsYddjrSPYWknGc6yzb83ZFJQpQ8JWcWCPHQTcpu6jvMDCfGj39uEjU0NmcrKiWIu4uHcNG7Ln7iq75f4/g6ReS7jJ9fY7QrLV7RUzR3Dm1t/uwnNGsKLfrE/xrjNegT2x8udFyI9DnC9xdd4L7XrRMhFvlrTmzoVmvjNfWvh1Hz2Ctx+uqIdCrmu3LLdqtjjq2qp/BDV9XW9OoZj2d+HmmPraqfz9W7ajRWzG/4sC+LB2aO8p5AZNtRnbFVeSEffWrfJ+rX/KVb5LqVDgG7lws/oe+rPNCd8b7KR47zfP1gAUemypvLxsvq/dOEaefQRLs5t9nDgTudsfA8pLLRY8ufPU7k/2y5O3nY4VfTa6fvPwXHTu/Kh88n7C0e4ld5wf9dPVf0X8l7JW8H8zG3tWSHcxf+VXvmWX61HX6rOPRXX9b+d+tus8XyKnn8SQZ6XMmT3fTVoMqrepg507LaV9TRv7LDPcqvxWLNCCnsqWJQ/byg3EDZaXPHl7K3/sF3x+vfBr86D1X8cCheLIv954edB3I9jr53S/GOh+S19r/L7XX63fw74xg07ymtGNQ5+Z1YPNcl7ferzttZf+YU5/BstSMOdIPoa24uVD3u5lNonuJDF/4dYwVeT+MIOvHexQ3zdzfPO50bO3Jo8NWKYfNd12JPzI8OnU8bqF8CW0xk8CUpzopHWzTyX6ZA33cV0trxykhlV+XFhSkvVLq/vl8w8m6uF4I7t4F/VRl+YI3/Kimf58u8k/7zHJE0+neSRUM+1OobR0RS9M030Hec9vCIrVeiM3juxraXeN0TcX9vPTyboyubSzrwsCF2vdZrxkA25dz/23//938vuecEiuzKIugM7Kk4LjwC5yZVGjtuHsMnL1gSEOusXeklq9Jln/e4KvaQ0nAgL4ETQnbcPElB30I4VEf+8cTfcTLh0HDEKnCCz0w/0qVg4DwNGHyjnz5go92Sx2dq8aReTv6R6yqBaNGfdQyq/O59xtWfUGlZZk2XMulPCP6xROVBa7IbCN2wU9JoU2FLYpOpkjgUzl9/6bey9B3uGkdMH3AHHp654rvedVJSD920FXvmT+2jzpyiLZtUPSLWYzASpZvU0km62JeGdv2TvtawS8BG/TM+65O0lXquz3b/0Z+SnDGjzW9orHsFHe0lSHmoV00/Zj51HOiETaCR3f/+O57MBoe+bMcTR4JXnuCt9Mu+z9Xuxj+xfCZZca+LLH/+37/siapl2k9yPRG4O8yAetLI47FNprRbEGEzh3s8TsxOnqyucT3Pj+OcGPmG3Izfsbe2TsZX0Ya6ckICGHPVMfUb4xd7QI1fiSP16w+e4F2VV/OT/ASfvR6BMffPbfho3aWPUn1X+ifuQ/v3J1TRIMpj3MtBbQPaLg5VnXx9lZ3LhaORo8Zlf2xwWmfl4W8FnM2PwpDxQk+7oJxWiSePsdWcudAD+pUQ4hbdbNT/+auNmz7RSed4g4Xgz9jOOF5JOIdhC0qwI2ZZywRFbs4/LhaPtKkXvK7mB3iUaYvgBX9K8OJ7qm32tqtCXHCkffbbbykjbFt51z7Joo84J27V1j/bgdjXwbIH69p5ZaZV3M78X7l4Jcs8nL2jYq3FmKSn62X6uc4W0/5k/y62V/NgISHG2uLI7OVzgVBa4K9Adf4wJ8RX+6vTY6e7iKR/66/81YUM1esRMs3jze/07fDVH7x1rjbuG6GN8p4n8ZHiTf/8jbXGiDhTM2zeOkoRODk/E2+Ur/EI1/8RF8YHGdDRLiKsmvwTPvJP+Os1fzGsxdGsR+iXepAfj+elKV808JnHV/uSImqiAV+lZNAGF760aylcreMqdU4zH0H7xH45bnzB+MkY6MNXTMcbPLNktSuvVf8TvWZ6ywWxge32Iq+CSW6a4fSr9LnYfKA3FPQ7rYyv+2GRB4avEDd6HeBXemSrT+ePvc/OTcXj7Fh+e8IZwabvLM9Jr65TqzOODbsBHLjf/Abw799/H77WHET4067lmSzoznAqr10dPvQHvxqbEYdzHs68XnGDSz2HF6TmBvr+sjsU2uNwKB+asb0puHpcF4+v3LeBP+sD/HZ5tcaaXJdvfrf/PhfEe22vPfzqDVvWyYPek374WfKVy75//yP0OxDeA1Svibf2d/oZFvnB24WN8gBzVXXNzd3+Dz0Lea9q7yg5Wl/Mut2WadPUKvnEepntYKd20nURh8p8fjgjiId46U92JT7BQ8Ze/l4/eNQSfhWmOvzpV5u6ylV/pRv5yY45t8Y+WmlrIGN5RT9iH1v3+G/ncYt/csfsl+28mRRxu2nOWGrR7/7Cz8LPDts3/hZfzT+Rue2xOaVw5Av8Ijh9FQYeffAGx9uLdRO6mjPgQQmvYzn663x9tzGYe5jTlfegowmpfV2/o/CGlz6Hbj4/veKfrJMXMHjSVjnzr321Ljxzlx/x1v9or4ob9dhrSmZcDw9fEz+574NnML8a31X/rAf4jH1uz/jZDvsd5g0Im/ij+6zUngl9tnhv8N/ytI5ZrnTRcYDbPHV4+/ER7LbCdcTpg7kxgRfNY5wKSfqETFsfyvqZDNZ02R/xuZvHyR+K4Jd2uI5vKOdSPBTfxP3c/6Sd+uyo7tkBPtWPleMMB//0K6BFRFKozI71VFKMdW3VfDocJIYBaI1Y4GzhmfCFt52cM5M32zHOMUFhoCvWlRZcaFXOhgfn0yUyP833jF+ND3+iSpvjzYX1lZ3OeO/6sCfl/XHvdVvJQl/x1x/xS9ugDZaxP8eraOKrCCK25s3c3F7pIRi6UFfJuKsdgKn/6qh0V7hX/WYeO44TWPog54rHk34/CYsd6ilZXIxvC50rKV+ekiw713Yd88WS8APAtk4bpxhHbuhaO8PvtrSjp+KhBuJ3PV6pYJSvGNBII7/rhGK/8Gq+oEOM1+aYJZYzGgb9FXEG76tyXLtW1j3n8E/qTlyda5i9dbP2VfM7pd2vyYYRtzbHdRFldEoP20gD6yRQw1v89O9O7N3R8lUf7+QzR6Xzu4d0+8u/d1nMdGEvOWKHhHy+xliSsy7QW2IzPdSX/VKMAZu/dRGn6Yp9waWdPO/W4H8X/zmeYtPjEztTPmfVKKpdXmbyP47Q92zmTsWC1hXt2XxWW5s4YdC078bNGb54vO1SFNuUu7xQ0X3MNn9USqe7Y6s8aj32s2E71ukdT+DYqfL599eVI17z8GyXK/uAv7JZpWXvdIY/89C5yV925bfyEc4THjPP63bYLmV+fb691ul9jBzP+7xmDvhDMlT3dlsX6ZtpvqpNnK34Sz/scEevwLebmcrNtpTb0Ix+xfkcplyYN1zPcWvvq/Iqj3fq+FPj97Vqx0xGkbIfPCRbMvHXK6xFr/VU62r4cu+8V+Xs4yjsMfNNPfa63B6rRBQ2euhJY33nmN1IvGuc1I/8JTPGG3ipw8wvacEX5JjjE++8JnsiUyX1c6o7vaHfYOA7ZP9Lcchvd/Z9MtFTfMzqudh8HueDQI8l846yYqxgtX+uE2MznPZwTVnXu/YTBZJeKl51PCARtq9HQZdzTe1/0xFjv6P/b//54/f4rWDFzT6nHEePrymPGECY79F+5g947Ev8DAbta72gOJZ2FcIiYX+9slIw3wL2er6tPH9GHTtJ/1VuUf/OhkbS58lOV/jPPICLx1cfcc3y81Jcd12CujPFPi9+4Ig9B6A1dnDwTm4Ax4VAgmJ04HcLlpjQBM43fyIpJ4vtaX2DyYUCBPZyeAJCv6OQN4FDaZt+tsGsx6hD7XmtLn6SVfnWurjW/tonePwJJ4OAYKi4R+1kp3XUBP2678gHB4ufbEU5Yp7rMuLeaWncOqKMetzXOerdF+/iSr/4KVXFo16ot5hKXWNBynbgz59zP7qBhz9oPynDvzG+SucyDfz923fbaLXxI6jEtazhi0gxC4vKnYWFE9s6RsaXuhXmVclNHbr1E1qacxqP5oVO6jZMGjj1CrpmivDh9yBOnJEXJ1KMZ+xdt3Sy6edBJujvdiPxTMXQX4EWPqqy0IsSiYmTfk0YWHfKFuA+L+/g73Bi4vzNGwvfS9sGuJt3cKvzKxasH/Z0Mr1ZkqdneziG7G0VhYZdSnZQPOehNSKYzTYC7siGE3TYxKH9o+b5rAdf1p+OPFWQO8izp9r4ndQRPhHfbirXB3IMNw0o+fp9Xw70IebO5AeueDfmxoTxQ0cJ/yzDlqGP5t+4BtEO/VLfpI/atMQe5vxBvokVjN/YmPl9up3xazZOM90S02lN58xnskVdZ9Rnf24I+SJspTGSow7CSo4/9P0kQI+T9gTnK2LZuynni5+P2YbPuhNxKXso55g13O9yQqzNsuM7h/jpqPEf/Gw/GD+06c2G5n6KNxZi3xbfMlF5NH1sL4kfpfeTI9Y/UUSeRUd4hI3s4imAF0plU/3T/5n/E3YeoWYcYmFH2/dgvq6PPsO2O9oVvGbxPsdWiDdhskHEQJuXtg+MNwTVJtbkR+m+sbzmZHsrArHhq6ZtI5fdZTfJ0z/FOj5wPSRjNBHsliW06hRPfGE1x1+uXw/yB/yZI2rrX73g0GXYGOUPaGIoNkqNVUnuhQPefvF7Chb1Cb46ug6rzguYaKUvpdDhxzjm9sBScfDAxgPtSQPZ2FWo6AFZ4NSck7ZXX58vCtcyTuhfLeE108/6jf3SM/y3ox/xn7Ri3nWbuRwFKPO58cJP09x9Iuk5rs0gqfLinECe59UW/uKVthawxgAUUfa3c0fwodVjxXq0z+dimX6FWuvU3zaIqzf4DkwfAvqYWn7lBoHY9L5Sx6aUFcdFN3/rm0bE67u+ScttFbHIun2gc+LPfITblQ81N8NPz+S1NcU49PyIc5qKO/h+BOLZgmmPtOmRBS1n2j/kbhAdrNjXBPD9n52ZPRt7chZd/j7mPt6T4qTW4usE41bXOA9vkRyQFB+yZcRldP9lDySGlcdx1jkKI5/fIxpd25yDD1SKdJw/cX4nrcCjX7DVked16/4VzQxDlvY0ksc1gpSdOUAw8FXGvAojAK/8g4eN1a8jb4xlBNAic26Lp2DAkTG3gUeZ83eE/7qtO/P6c9rHufa3b+u3f6sc/FJhtU4//pjbwhUMeKXN8xYhmc8WewT4QjfzoX+ep3lecZ5zd/yu5NG/LiVz2getEW9BGSPIobMe+tS8AHpWKtvFHFfui/sIZ/jRJzmc74C91sVWtmZm9FFbuJr/Mw28/qlS44rrW2EX6bGbf5yHjf3xbTBOpxthX3jMtpvj1ReTE/mxNGE8AABAAElEQVTQx3eKBCI8wj8th5cX+7TVYT7pPD2uQa+FwH/uRcZu/Zrxd21yhPShLpnJ3+LMdWciUO44XsODt62Hqwvp1+QdA9sc9G36Sw7zpRM9rCBjR3ZyA3hHsoPnRlLT5vYhfxT0UDieQgkDvO+w27o0RN08wHCUOx7aFNVgE16lUX3u3/G6D1c2xS4kGMr7XGbMJ/Y+G5MSxFlSiIU89Lf04WooBLRx1vlY1WMlZwWbx1Lb07lZ7Vr6pn691sqq7l/fuNoE7X4Y2A6N3c3eV2KDsRNjlBJIn+xLgh4UqThzx6EtjxBjh84BEDrUZBUTWl9VpYX0PqeB7bqhTYf1rPyyIlAC1UYobHPUpNtsRWwwE2fHPTtsWLwFJnbDosZKg7eDkaznWkNyzFF353f3CpTTx4etr3Y8sXwjDgO2xnkhX9R4Psf+2b1YXHIVfWnjOsSsx1j+6TFd2fPdDcbV/PnZXtrL06aeuaB8UDHVUL/NdFBq91yvJ6LtguaM8qk2/pvtTHul75OYCz4Rq8HLbuloAex2SLuEfbTi6eLh+3M1fdCFHcxWx6d6+FBzD72gpTyw+CiAr/352y5c87XPrwiQX932N9Xm5AZZcxv4TyuH+fNQ6qP5Q54dc+5tiZN9Fbt/a+826e/zTLgG/zHod1vSfcSfyV9Dyol2X8cLzPGCx4yMzwS/u1MLHk9y1yz1Z7Vf1dFj7Jk53HesAfP4eg6ZOy7b6Z8d7zMWSf3Eu20iWuy7zLZu8hV1Z/I+2cfWV2Nw+y2Yq4+twt3LtF8xx0bVLHPNKdAX5BHrI62anyaGd+PlDE/jsNXTH6D+Zj9fwOHDmfI1fe+Ua77sH17hnDMg95Qjn1U8eLx9QS6WZPHWv7tH7Kvu4+/53uMx7lfiZsOe53s9bot7am0FWXR4X7cp+4U7fH3+gJjx7Qxn/8tv4YymC4JStaE7wRe1I58kyPgtG/3s3tQ+Gb/MScoUadd3zHTYHStm/1fVqr1q/RV51b6T/19h9w/TrPxeYeQ64phSatO3G8JVv+icHw8KuDmvo6LqsJS9WeNmujv6Lfn/w8BIM4rja1tJ1Xzw2Vv6aMcqfjO+ZZ/ZZlDWcs5has+wiv+z6vj3OIbX9wdxhfr1EQxfIf3F15fuaDmu3UGRfl/FWMZH5Z80FXqsr69pz3jEtflpLW4m8HbMi9dir+pP3CyFvA3UgGTXlW1n5gx+NU9n3GM7bwBPgabfA4ijlYfZKuXsBND9EDgBCSo9saOLBPMTIq3XiqCR2nFzQT3IjKQ/Gnk9wJn/SHPt6HHih3w97ff772Ga6nRpyFHpqCNb5XwTmTemErfZrEUkcPhzag3P6Mc+unjIBGgU8p8vam7RZHOjhgxKkRz1SUa7vpiIGrtFQruLOiSP1aLbniyJm7863dZvCvy//rtAKTH0QT+V6AAMXOBqq083QmcccOey3vjF/u08IFC7/vLDFI/T/Ml+fDZJEy+fU8OsSSTjx9NFOV49ZCGU4Pn9u54Eb2wMysWUOua0R+ib7RSVtYiplLHRzQniwQfxixAWbeAL9ptuuvrENrjAwbr7jTFAkzpQm+xrYI8RY1YeRgL5tIzxCKUp4djBP3RP8sQN2D520O/MRsl3rsH33B+mMYNtYbRtu4CGNAuj3eMXQJZ6q8APhlNxzWzfuqGajBbvu3EAJ7czjC6xzBdfJyx5zLbvuMtK6AHNfDPmx4+7l+6WzCdgxk2MS78fjaEm1A5XfECn8ojP3LmKgZBAvKU8bCyI7KC/+UnLxH5aW8dS2Fs5VWPSxYuRb9VJPcexHe0wcqDV/HscdkOIjt2DLkLqc8X0DL2abK0LLZ5D/+NYjnqL4domTaFnxRWvMj86Y2AbWo3J/9kwbRXtZOtK5O+wiNbTwIoTwT/jaxkNKJ4Rpyqb3w0X/DXvc2iYXpKbP07Q2eeEPyJHiH7US8oX37idrni3+DoMBLrIHxknEW+8BeHmsuRGePr1CdOC9smQwp42do1pjjPkndFH305/KPPBxJwjJs+fSC62Av1JaSbyfbfiQP8OyT2ZpWyDLeK207pK9jaY+8Ma3Knp+9ymMzyYCynKgqJZHxz6Wrxobri+9hn/3YseS+pbvc26utHpPmp6Vf+Jm/iL14puNf4Zjz0fqvNktuSIr+y55W8j8JtEEFs5nx+VrqGqMemP8VCizxyXf2HjMGHjlXHV50NTKGzLmhxv/6HbINv4VVnoASzbJ/mNOBhG+H5DsqUHOogjesG99tEPndq1Ds26DFv6dDCPrw7lwf0Rc2HUL/0jOnSZdd7xHKlXWGS/FWbc+JXOoRM4QwAVpvAqoDeqpBNY8OYi3+AkOBqBc14Gds636ozP6U5+JI/iz/4bo+dBcD6EuZc5LfhqDjWYfrdZeqCLoy/0oF8l5xcRz/rdevvNX/udVln9bvxJTj2crzFUjqKufj+f+E/8HjNqUUqWdNC+InSpHK/q8vkYr8TPzKvC2TPAPfKencuLWw8g8ba4kY3ND54/bVxO68ob9iQk7BpcZxvqWoDkzLKF7ZEqn0iO7wdq7Aa/pf9b1+tFmWEn8bVaJw8yO33zB7bpji6yDsQC7OeoWH3n+pXYu61EY/nf1l/mpENs78Pc9AzCwqfOs0O2N0GhdtqfGzH5hmJh4rEhha7GplBpdinkd+gquuKLg3rlKxh/0regQ7Yt481f1tKQo1cFfJ/gTfaCOxazDRgvOrPX2NFXuMmVX4vv6jgDcx8vyWnWKXuOtTv8jlQd0uO/Qea25T8/MEsnnCqKE+HY7zvnnJDt9vlDHIgHSsHmgz5K9df6jD+0bX4onuSHiCvZ6/jgyNFPAxdvSGZPs607rlUfcee0MPNP/Xe+vjK4ZNq5WUMjWtHEwtAPfbdOHDt+ET/jnBOu5qQoZ87B7fwTmTuss37pI9mhA3bcaVGm2kYYss7HvyG+AcZ+oSF21N4hRqD8fMLG4lMHp74/fvzpsap4+evPP21vY2/Pywg7AyxYa80mvijn88MjWSg5318C70y8x7Yh+Hpmw5FMZeBuC5yIK4ypcH0ulZslff1rNkG2SslgLJS1v9ZjTsaasrx/1JDrnCTe6prs42gTqcJF3nVt9zcrr6pL5kLZxSmN1mwdYWPjKkYZCVurIS77Aig9q31Yn7H/XrcV01mfa/nikjeAVzx/AoyEJ1FsVn/8bYvXYUH7CcqYCA8eRaJ/racFOx5fiA8HRYDX4A6nLghugHB6DYLYnMzEcvg9J8+Uq3bVf9UvGAG76wfnrD/6tM2zTYbnLgI3xuLJ5STz3tHzWv45hs/zljnJc/MFBCZrG8SW4VkCf2Uszq8sTPoaavGJxN2UVnJihzFo1voH2Niopr/jb6iDrihGh5eSS9+1DgPpmw3mUWUjWI5z1gc9oZj7gX+mfGLj+xJLbmChGvJp6YdpNVQah943ynF+v8HolyDFTNVE5OxRwYijdd+I+bylmJzj9MglZJ/Hbx2HODC+ym0fo/f0qLz+mbrpWQdmg9ZXPss+As82uNaxzJ/l/LrmcB9j7T/2SvMJRgxzTbOWCS7xxEUZ2kE1x7Hk6CK6Vp7XDm30ZftRzi1eZnNdhDanNnqrL9e7W9weIaGv5sTPPGa5tL9chzrMyVXaHb92lPlzdaGD+fWaoE7lcaqx7FQu4/xhJ4fffsR+lLeBvw3rZ2d7qMgv13Yp42d8N/kfBC4BrLnLziXwo/GsMTGePr6l2ANwv9YcUP9VAI8Liw3dlFH9o/Z+bIkWH8q9+OkBD6VaLuARabsz0WOeKhPNZe4m5AOFbqDuzuPQpmrBNUyxvRrfDdH/QhQbNQaZ4iMuqIXV6lwlnvE3JTg1J6rvD7tA+u17PqT0lUZCh4/JqPmtP2g333AislKqxo2dBNWaVO2SmO/XqpwVN/X3PeQK4cOw2C5hEyuVe3RM8RXAf/unsgbxMGaQvCBtnm82mONiHH3sk0dYtIJu1ROw2F9nXRHnMlmTvQs913xemTtV7shV/iexjD1q6Xzi27c/7Nq/6RnfQpzbekLnSHYBgXAvFwbMmTi3OLcLNMtyyA+j/5f4N4G6Vs4Np5skX45GDH+5oL4SX0uSTuiFTw9UbQ4sH7Q4IH8G8MpcupY8zqnIs4p14v6awwHjKn6H/gP1EjD7gzblkugS+MYYG++wVy5HlyJ/AoK/Acz60eJ0tU76w7l+11QPHL+Rr26P6TqHBitynkVhWd/v+Ho7X4uOwuHh4T/++MNMozUy/graprqPmd381DLtDwyanBzDns9GsIOJNzXa8n9Ex+fqKfY7IhoE3Cu8JfHZDeDG0G/GGvG8WcQBG74dXI26uhmmIE643Ri0E2RtjM3incfPrEjfb7qp1i4A4STB10cGn4KDAJnLNa2CICcV9SgT7r9PGD+Kd2DjermvZDOj8YBIXeF5ICyAKxzGTllIh2p9MoSNbudtVwhkwuBhG71iT11M8EvJUl+q/2bPJdhYnF9b+DufJnFuo8is49wG726JHPeG+Sr4pX2l+XjMl0LU1uj+r33q6SJrm4/Qy/nXycuENirNC80PdGCe6Glq6A/iR2V6S/gyeQm33lcrISueiBRcdMiveHfqopvpbXr7UZ+2vMNLONJff/roOs3mn5hhJ43baX1jJFsEYefT6MCHTX9iCIDK4qO7G8iZL+xm+cDN+1k9qQ36cVXOg6LG6AmD1vWXbyRCpl2W8ThBZ+XkOf/DEf3BdbjZh/nPhXTwdyWxDX3HWw7D3ovSNOrz0S7UEViN8JtyiB2+SWqwdwrGmTxKDCaw1NgEnW/MjnwLi0M15rDi2LKj9dpfiUWHR1g7pXxyNd8nsw34+JRSTNGX0gV94UeVPYiJyTyA5kadG2ELrSnKSdrPRPnaOO7NzVmfV9r5RkB1bMonvjV/NBatNJbpbomqY8fOzHPiBpzoDx2ibmuE51CTWVS7JdjU9/wrugtVkV/5Okx0Th/j5o5E4oeNGFelr/U5byR9xfp8/VNy9uNLw5KLNYqYE+mw2GOtxydc/ePQt3o4L5Hbn2RrHHWegUtZZYfD1NMYWA39402k1K+37edY7h3yNzl3ojBx0t3Ftq6V/dH1u06+2xQ7G9skxZuVL2Mbz3FWVGsYa6LbuOU71fVv4ClfmK/qPNT8Qv6a+witetcedIg3eEvPEDjsF9uaWPazzC/2W8EhTuBDv4gvH5cNQPiCz/rQZkxzu2jWqs2Bx46XIciu+qEHTMFZtelT6XFlKs700H2qHPlr3tlRAmXsj+6rz77N3CKm7XkzYYv6kzu4EdzFZnrrII1vAe792zxjGGnPsAE+L8T/gmr132QJpVgzkOYpY6XUwM7G6ynDcoP25uT3PH/a5O43rCW9pE/VD3YrGH2XZclv8BnHnbbpvERzOnF0nnB3retctxXphW5bpJ/ZofPLln5i/sznRYq5z8fAq0NkLyAbaul1/yqWpjtw6/1Bzp+1/BgnsUlZcYmnWDcVw9YrXbTO28kvvnV4JbS69FUGizI6gXlL+zgIu08Cb/7M+QmfY4yGjXKeebslWh7UlHz9cd1H64LONerYXW3lFRNl3FwgduAbG2gjU0jAxrpzU6/A/ejj7hBVZA/hYYyRZkD9KY06D3QNUEIF45wrrg1+rSr2gI6ZA3/dkYVPqj9EB5y6SnD4ZgjB/CjXMwCdlfCZcQTH11U+eHNcA5/LmT88M1ZGihV+hfV6WUNGDs9b8NSUZlqTN55ze4ci5xEzCHuljm1e+/nKfn2+0kL8Ip9cYZ73o9+AZTHY0/yFnzi/4bqJ+ERe89nq1/CVWpQOY+SDpKFBnLpOGHDAGBucmwGFnraXJ0JlQ3VrTen+0T2KQuPnmQ4zuC1rfpl4yqmDvKnhMhrDta1TmO8PDxv0iaE3tb8KA+n6WMhQR6yPsvy8TsMl4DW/GrYCyQ5K1asNQm/lk3xgkbFUGtGdHRLj9/KIhLZNgJfKzs/iztsPbH0me9f3pW8A+0VJm0ky+g/7WuXdkRcxdxhfB8fgOEFtHAEM6TMucJXCBT/K4syKeFJH9hFFvMagnHFqv+Sj6xEvgh1d5/6z9l2aefJJF98o51zPJ/tMoK7NaZOj+aCJt5KzGw/6XvbbBko2mpMm9Fdl8A/bXeEe+9d04rka65H+CHmFTrZ9ckjGlV13/HZ0VzpAd4U3y5VvLZJmcIExeOHkXF0QDKCIZcVvgs9tH7jMAcaT1Fk755N4P6/GIK9OYH+eRmtJf/3nzz/jd9plw7r5Ap81hfb7pTYaay5VPhvCNWZCiYvPxXnyflabB8U8OeeS+p/j38U7l3bd+2QuyeY7X15LOmJojFjhnfFqDNAjxaLOq5axAEW74Wo9+2SsY8eZr+D6x1cbyn6yY+Tc1G3WH36D8qVx1Q8/8KItq5gC0kEafNKZRbf/VVWZU3Hcz3zb6N3P4d/a5/GYbv/HTRXxcNxPrS/Q/uPqPlLgMr7NR///8XUW8HkRye4jQjyX2RaLnPYRpm8wuYyvN3kzTpWzLZ+nbgV7y0eN31312N3GohFUOvfUMd+OCuj///kJC8jv/OnCtH666Jv96fiKBwQUY6/GdMTjcR35hB1WOuXe7X92BGJX7Pg0nda8QR6Bl8q4Mfq5DYnrax+/fSfXmJCnSlcFW126k79q9yo2ov+1xR39u84CLMyD3NCravR6PXiOwlwfP5dJOD6llETfx7noxHtdE+WXoN65jvGHcV6z9Tv6PaP9jE2eyVTYH89Lz+IlbRq0T+U9wUcW+lA+4VFxlUd+1jdTVLn//rrmzuvxiR/v2mGVT+7SvoNnj2B4TplPkytPXQ+cX6zQPvP0+a/K4EH93Xh/IMpQ5d9nORL9VOrvqZ93+sE394+vx55kXOmF/qnPMzskndnBzv3iusS5zlUn1Rlz8nq/9tt//5//53QkuUF9TVi/OG53UHSTj0NvcK0ulueg796E6Kd1sPaSE7u4rTh0eWM3GUN+PsGJ0VOv4FXb4FCqj7EBO2oQEPqFrzpt+KtN35qHnkpQQIUd4unAihlw+NEzP2gx99svcDjqrA/0lHqSKuRbgBaXia7yVMD3tt4QtH4d6KFvdFQdufhNv6WsA37QOdA+Os8GoN3x7EkKwQ5xrAC0o+NN9P4Nk60fnnrbTr4I0nwKU/1uAxvD6gYzi4aNMG5W6akiPelm5ayX06uPQ7hnh+GG/Jxc2ErwfNItdJzHi77o0cfaZRZdOiwrwV/xLtj9JDXqkfTJOWNEuMynGNOd2FzbjfFV+cBS9qom+6aNwUj7Khbtr81D9buuBBIEVi5lX/h5GLftPmIBKUxrtcZPhdd6k8fY/QGMMGvFelZfyW1yiK853kYBq1hb+1FziaOvMQ0QsaL8M9oa/Foy/gqLevDHV0e80It+aBxPduj+DDzoR/yUGvDIkVVv6BJzrMFvxgNe7STKGY88O3LN1owvvh7n8XG8YZSkF7X03xpx53eNwSj8iYyWB9p80A2qPi9WsVgFdf8EcDVO9QDHnt423sO3MFS+D+rMCZF890WFCah8aLFQ8g3zBvbhh8hH4sO6QZ7sb4ZP44Q+y72dhTOPHzrgtK9K15fhVeS6KazwXl/HCfLxyxzH9Hc2b1ZSTjC6y3/Gm/lUtRxXa4gFODdbwYfP3K70L9ebzEofb26k/9Un2foLPfNp2ErX65v5h/6zvzrdVOnzeYLXps+TmAodnHI6aFmZ7SokfQX0b3+tgnXJ4hy4sUMSEd/TPLR5W/MD+D0PNL6a790nDam2+SYM6Fc86XulRJ+Rr8Y0rnvBm7FWSdO4a1ep7/254lkImx4VsqqTN6scYmOFD94ZzoouYc/0Rs4slzZ85/a8/oOnEp7nsPBP5evn1i1vV3jlQ72evyUszxPGN8PB2JU205vZ9IVYs/5VF9+eGO7f7UrdHGXfGiPOP6tEwfjK9yH/DHM5FMn9/ySBdXegqVKiPvCv3Rd0ub+sRB+qr2RrPAWu30NzextM5c4X/rtpplZdz/7rv/5r+dBm1R5fznznNnjQ0r7C28UlfMhf2Y5a8JfvJ397dwtO9bZvIAoqm4UWb2axtqcLPOmo+Km6oj907TIFzUN5eIPOMcb9Izna3OT7SmSorLIPzN8BlFhZsmF+LDtHoHRkLzzukzMHMCZREmsjl3Vrnn9+DqG9xLQHUz4xYMR8Y4XtxGOUaddkND9a7knd4lpNkJ/nD3jv83def2rqDEXSD+DWiDm76kldI747n2H+Z5yv8neNq+S3khawiiN5Wl9sdHuCoSd1Ebjr23AyPw9E1hjp5t493Yx5zqfmgVgy9TufwYNxa37G/il5cU0jLyfJH+08z2rVxuPea9SPuQ//4Ktr8SGr6jdSRgsdV313YPhD+yvJFj/X/bDwxvhizqQdoN/KanmEuSa8ahvy/G69rHSa33//ZTeA7ffp/9bPUC6OtMc0Pxa4AcqxqA094zKrOJq+kUwH3/hFW/NA8SJ85e84yNstkAD3UojRh7ze1SujXoD3+GBQht6Bb3YrqsQ6k9ftoRjLoB9hOX/RgxI87Mb8nfvBW6/P2Zv3hxImnnrLU0fXrqxTtqoO46yU27q5Qj83+8N+7qJeCmb+MQ7omfe057it401bdGzzuvYZ6Rt9nfTpwfxpwQXPev6/ktn3HVfrvAmv9EddQtfVOnzEXcVs95Sjn/Op9NRHemSSnvhq7XkMun+IrSihrSV0R5yQTz8ltEd8esb8ltCozXxKJM+o3p7eAJZSa4Msqe8AW2I4u853Ntg7It7BQfbRcM+4il6TlwsJz6gDG10qrWBPdRN+5VXrlbfXWVRKAp9xzugj8Sex9hXjomoTxZy/41GTotfRx5TwPUpr7+jR9aofvKclfCOx2uzwM7KYvOq78k0m+io56Cvkbh1+bOzQb0U/6qaN1wprDYO2LuxrzDUUveAD1tw2L7dFNWJotqnw4SUeR/rgDM6uX1gZq8pxGCNjNziNnyEfWOCuZCRvcI9l8BrlrWBHyq+HtP3n1wv6sITDhqnxfzVuz9SbY3PGrfl/9PKMGe3gp7picUWxggXtV3zKZrdzxE0DsyGra8IjOTcHWvnfJPkIGvOXnEAeWjG/ih+NAXut6O/Auh53kG/gwG9GXcEjJMaTJPB6uNxLu7O43p7tS/t23Bon6QSdGF/5pQu/qHyKTxVT9RS8t5UasCUEKxh9Z+Uu/TQafEh5xuqf6pNd9I99EXpgL/e59esi/L/t0Bhm2zMujaXWV+2vHO8s+ytl3eXtvu4J55rqagzqn+1/zXWNkXwiDq9kwyXpAjK3wZv53cmLMw28PlWiq8r3ZOmmCkkufLLnR1ITPoedo9emgWlzwQfMrynR/Wu4/8/kSr6eHNcHCxw85UN1xnklsdfRb1QUU3fmzQ1WjkKMan3aHa/oGbySZ6/1SkoLHaqNPjvGlPSshp136Vp2EY5uhGGj3CfnQMNnOb5nWqywzVvtWlbqpvw14s7tsfd+ixhhjHcod2O+o5PkIPOOrCc4Z3xjfDE34RnjUCv85ziTncH9dImuR7ujwFlMgbPXanXdu8qa96s7TnF95sPX5nfC/sVwbKsS354NZzjfbhNH+WY3h+7wXMlDr1XfGWynh2j2Y1zHpXhpbK8e89iDV8xleJ/peyZ35n2G+6V9DKAZStf9dXBTte4rmLtck3e8Zl/YOPGDj9kOb7gr4v8dBg/03qG+Gvc7fq/CYy0fqWXrp/OBmXXXrIqDlJH3YAK+50IcYL/QdY8/jux+q90Arm/nRsAT3PdZrTGZHDO/Hz/iCRsGuqb+eigGRlK069fxhMvBk74rnQXTzV/6wZ+fJGPcyKNM/HAyN5KBg7cqFWAWynZyHMGGflGGvis++l0NwfX3p3Yq5WkOg/axwE+yKx+Huz3iiUJNMofp95Ndl+DhF+cjrJr6su8AaPAo4AvwIJOOm6WP0XA16YjDvfSRKU/UxAIAVXn7xZ+gkbXqRE8eyHMI81dlf7KITZ0Dk3BRi8UoFlybsQ0j4lMNjVO2c/st6F8BVdvv6RVD0oMBZpzM9LNu8omiFzj4lMyDKps+YHMbOCUyXI494ffbd81TPY0YMQHergy8HFs8VRhPM4pG/HnzNx4gC9yYQ8cn4epYqR9lR1zwJFZ3t+SVByqWY1dstbk890ueywyjHMV+BKLYbHFNTskw/YiEMyZxIzbmicaKDZiLcVKWT+Ke8ap98Kkw+Adv5qTyGzEdA4dW+PFU/2//+UuxaKGivzhUibkkPLko+8AZS+HpgD+9CQcSJXj1ye1gEfLABo8SuEqfD/5x7dR6Y9blxIes4yxX/KusVT1Ed6MNN00Zt+yv4xX+VSb08I12vLVBn/+eXfMDtPRF257D9L2B6dP0UrzoT/sjlU7erxYoBoSbY4TvWSmZIfcv24vwZgnrC5TEKO3PlfhF5fGIPSZjwp56wvm1Yx7XnguyhMGT1bKT4N5nobKLR/xYeYgPcNVF7U9uL/iMeIZ5Eieuk/EaaCKMOx3roT/4Yn0+vyRXYxFte7SZeVcvcAAb+Et7o3XZKvuTQCG44g66Kz7XjnaLKHpXR+fR7JDyVtj3YB5T0mch08cly8g+ktnUOtNdv1svW/6cYx/H5IdZV42D86q5L3UOvuABF08O+vAJvFY40Mzl2k4pY8b/6rbmx+/2Bof21zG+5vcHgrEHJLKLYNiHNv1nJTTgJO+fE1/Im/WQPoxj1cf+DXr0dzpT/Y720KpEVpUbPNd5osqjHjxC75UGyBOe/uR/32PpzSNX2D5Oc1ZI4qYwctflkxi3GOzLblhOeY/cjH3WcvZQxutp7UZe23Oaesr5Q+9hH98Akhk+aOOZ7IpuPeE2ut+/229Lxga4QfaF8jls+emJGZs3psDL/qBVHOhIfQIDeLQShi9W/Yl7z/eZXxV2Oieob+N88299EY7v/9qMqrk35PXASfGqyUd2YJcotQ/58Z8/fv/D41/2E3/9ub98HoYt1Fb8hY3vz0EX+qEPt7H5x0vTez6YI9pfa0Xm4PwXXwF/pXQZYo2NuhotbrQnPzNPTIRJtHyjOR/7qYy9XEP40nn6ePMs27HmiHGFqR2xeVQqVNF6Jxxhro+IRb2wIhk6D656TTQtznw9kJ2mPDBhnzaZUypj3qZcuV/XkBxHctrB2NWs9GrTR1lxVL9zwHPGrTzVN+KFjeXj+Kv94fvMS38WWjlldAw5wud96WKfzzosHV45Zv7O13x4zDOvcL9B0+PHcH1dKc4ViFcxVSpofb6NOEspjS/nD6ylcdkpcsrff1m+3aZqOvqED/kmDN8t5Tag81bucjbFcWdEiz7OR5FJ2+1g+LKEzKI/+2xzVfNE7XsHeUHcsPcz+vDHOCcCRtoWP8nh7wn/e6N4DWvUOXmE9rLraEhbKQNJcehH9HPtPfIU/miohqstDW+LxhRva66haD9ZoiyINp9VX3SjFEntV1t9gkk/3aPgRnXoq4g5P+AN32ynxuoDTomZzrmf9TL/znCu+/q8b6jkg0ppS7vZyD/6OGIeMJ+urBTcFBH+U7Ye7BED2K3Kq3XXz4aK3cCnTVlpVOe+Ib91XPvFY+ZT+5/Uf+9PvtroxHSn0BOmX4+bwfn1sv4dEsp1nf77usph8zRL/8ZFaXN6G+Dv5vscKwFGmT1zDfqE/9BGrqWeWX5indc+HYueHNv4Ijk2zfr41/qoG7tgO2wSOq7pzqHVZsSy9FH9jsWEV5w1CZv1nLqHJgvFAHQ99vxH3HdbYQt0FjclvZ3/K94OZ62R5NiYfFj6aO2LlewsPAb/90Bpm89GWPWd9RL9/iAuPueHc3l7Tf6dPfLDccP0VWNRrv3eb55UKfixPlSk/tGvPXysR/UIDWK08rtTl0xia5Szo3Z5VYkJMfQJoOzqOZHEOOGeNzW3G/05Yu99gt/n20u6dZG3K9pwSqZ0dD273Y8sUEnnunXflZhP/B3+rXP6Lzvhjbb8nw+oJP/nNS4UcCEBDsBpq5TsplUFe122mUL+gJMA5oziJOK3jlN4O3jymGpFfvgrNHWswxRJ+Vyom7gNTZ28cyISeokepqv1/D5/xk2cUQLv+ttw2HN15coQO2xRcXuY57DpAuU+CJkM/4oSfOHdpbniueiP2Mx96QIlQX6RsylWL2CBUS+CXvVD8z+0JA7H2Knx/YpTK/3V/Fkblky07r0H1dgYF6UoGfM9Lj8XK3RL+1W9f64mo7RqS3oCRuteWcez84Pg+grH77/bQwC65+btWDNYd7nJS/ue9AdYPUfUBPeA/gGqYv2Q+x/Q/yxU+U6/r3j3iBuX8mXMw+p7eKxg9N0t4b/CN9H9YP/WASeVGptndPKbLvrHheWWK3vsnAhoXZnnpGjsRddUDIR8HPj/ZOzoZhTy5cfuyz5+g/nDAqZzV1t6R0xAux7vESpfhi8yP+b1Fsm3fr8pKhHYa6of2T6C1Lg4J5SORYdz5N7raudAO3y8BSFjxl+3ecHMqgzWdFDR/ZIY5/SJRy3wZWslZpxqtax6vZof2izx33P7JI/zGvJTL2RJUdUjBtfj1/gSf+ZVn3/hBtq5NlOv/OCK2dU7TDGh/Fua3U5uL2z2XPsxh/9l5rF1hkV+yW5tOM3/s3nX5fTAKIHb5ax50+3n/61xtRp2MRAfynN9E93iVWFzJTAJhlrNW2PM4zPsQHsg/8Ua1T/TdTkma8tN/MYsN+QYiND6zfoG1H7FrwWYjeU32UlWOewxNX/ljMVR7azuK//P+M7S+ee5y0LM+6DFWvA+0+DgP8HUBv7bXxGwr8btSif5BbuNsbzCDphHtTldfjfqhkjM7+nO9L4re8X9HdrKr70BbM/XtUWFoVWkdX0dwDMuT3vOb77qtwc0YeRnnFFpeTCowuompq+vI0JvXfV3xE0ldQqLVIPXOuQVFvUp0/rTT7LZ/CQoHN4rJVM2q/7zBGUi1Yd+jOs3y0r6R1u/qcRTpbIzcOjQbm67A02G8P33lpos/+55VyZkWK+z6PSrC2fCcHqVORJ0UXetq935qXFyCE+0cSHbeJOApzmsZ03rUS9083tG0k38XHaqWclMsbP5YUJb/yhPby3Ym/GFZ5VvIn0M85gZG7ahXzcEqI/KZUsbyNiQajzaUNanlBNvV5NOOkY5bEzLQAKt+6/Pb5mi+QabKMkaYscNUm5oyI+CqL8Jd4RaFyDtj91EEwlZDHhDzokXH0l/7MwYweY2iI7WYR2yr3S7lXgP7JSxpz7pafOLGxPCtNE3AsoT+tP4FbM39VuKhueZ7SFsuBs9vumHN+yIJysjDmPuJ33GBbBaokvYqri3InmMyt86odUDpxmbIRP/8ls0EetiEd+aAN/AU0yLR9AOgm41jnbjSWI2sLBGrtj2eq+MwlwnJYpN/4gdraMmEtRi0EreVDzjmbGbcz1O0Iy+ndxtbbWJi5WuL8HYL7mrch0lxvB7lpYTNQMtAdXZR373vZDls27ii/nHmx9mmVDfmIqXcr7VjM90YtP3HYrrpXcGM5BaOXk5RORSP8NiXZ3WUdnBxy0U+Z+BDoxTL+Qzvt98g2IqtgDO2BjUXjYkS3y8dHkhFB1i/ko7yR8U6nMRXAQETbT0VKj70XPOSA9+w7TirL/YRZg2VuK98kl9A0q745uInm/8ggbUIZscICjjkjtEryP4RfzIzugAruO5jOwLQuVbs6FMaf3yOLTer48iXHzwr7qUEw746rhxoFtHLfEpdXQxyMsW+z/a/IgRyw6GU2no6AzH/gru9ULfYXcrm3xFfqhsNNb8DfIYVe2v9Zme/FRxZtsFTs7Fipv1WB9H2qRx35p/xzzEmpp4yU+1HRysY7/HonfD2/bQhgacEg5zOeqvODDb2p/ieO6bae+0Z/nJs82vMh9Gfsexjv0x3pE/Op/HxMiHVuWn4Ef+jtdVf+zXGV6OO+T5umJ2ph8tKPEmbZUxViamT9jabXV0kh0aB58rRmvoomRV/EG/c7AsBGnjOHQ3WN/zlnme9p/Om6b5DD/JcRpVmmlNRTsYVxM20aNCLWVT8dI3eX3qED/5BH9Rzvx1ruh9sm/To+IAg58ejtRv/+74Vdpa19CIEfGq9MgI/NC70p7X9a0rafM8l0xbRv+IU+Uf+RO1euv2TzuvjrbTmCzJiH2bbGbvA/u5tsHsm4B02HcCdZoD7008kN9NYiMJmW53ra5tjOg9t0W0WhMO8jcA5B+6N/pWvLBLQvrvFTaTS1etdD5P+gSVf8J+3pfk25qbQB82b5s5pjjS7DO+rdNjrrS3jB93KOZEFLkCn6js+zUJt4M3lFRvIFX9CB4tZkpnr3qFeIBqLIkDlW7nRoxO+WZwy5g9553zTSmBB7+AS+cYn8Q1c3eSsEOMC7ze6RVkwyPyX5VR6yKZZSQ/5mpCaq3bsgHDXugWwFFW5ae1j3b9pjH0p69KtDpzpts6zumE5bIM7ud3poa+5eTPP/V2MSvaxOtDTeJkZsdIgM/7dn2LThzYrLU1Rl3rYoyMmfwFHMaUHQ9A466Hb83JyqV//CFbRJv9W9d/w3f0oeKljazJm8dFXIR7FYeMT/rMVml+E5bpyLm0SFizefP3e2PMeW2/Md74i166Il/fYBhHld9AXqBL0Di9k4Cfc6hSdXu18/e0j3JW0GQZ40uaygn9oKl9WU/+CVNtHn/2ov8r/ItNYAg7b3NtBrwYX6AGDL2UV/StbtL/G9eiFNcWghqxXjjzw0Bcy+gxHz23PrU213sErNXwdOt6MEoe921MOoFyS8oCqccXfSapzyHZAvvTvy57bBz4DYb38/4fjb/W9aRrvogThnZ9IP2zljpCZR77ogv7aM4Z5uyIS4tnR2Rf+dpta2L9m0jU9gfFxjEIK4/UUTHS84ohRFuwnM/zPBC+UtFv7Tr23I+cGd7t1hCuwqC/AXy4/4CEX7KUZZpih8D6jMJyuowng85G/oyEr+Oi0GN6suh8iyju4+kLW8bpLYXmAGO9dBt5oNsCrFzRHOTsDd5zxw0p8LyB+iIKwcPkTjZXEyYxP1SbDXOWU5pInSgRk3qQYvZJ1Yw4rrBajxgfY123KrRJc9oeSZVqrkvptOnce9V2ailimdoT5UkyijAO3cx7j+RiM+nTpsOVaoNtK33wUG64ZHFAEJ8znwUBE5OZfGBzC3AjnG7x+dWR9AYux3DPA+AXl8QT8dnFMb/ZsbUO4e1i5158dAnHistsBpnkxpwRyQuByyB3ih81+Qik2upKhT5Hm46cUH1EkcKk7guYyyqpdz0ajdp9TTTTs8FkfVYqM+qOU0Qtq8iZO2e5c//TtnRaHSv5K9iKFpjwsQkwLxW/hCf7O8K5BQDdwg9XC6KcWXvUe3YE04PNJB+5/aT+5EKLRA5ipQf4quuoeVww2qt+J1h/SGWTJdvpAT+ZQ/p77LSYF6HbVnDZuMDXTAN/1/cY3nw12mTDBVx1Dzbc4H8QLNusD/mkKdPzN/4SRfHfth/OlQ5YlGe+Qbcz3531jZJ+divsF/o9jG+pejX/sLlwp/VNMrGds7oR+8LTgT8qffS0OdbiBTz6/slyjIEpZqVYz2N3tbRMgsuMJC503qX9ejx0O9cr5lz4qc3xZocyNFe2zs6P+rXFqB4aDh9F6edWX2+mlyWErru8+BpbrVN//PGHr1c9r95mJbudIUf/as6eUdW+WEMrRLkg2pRqnesx0qtFPMmm/mbQci+1snWN0hqhRxkV4jdjJ1uN+SHyWKX56rpsoBvhO//M+oU+Gn8bN/Oo5fmnPsjxWV4zXUKe+I/7M79hZ8zVHz5f+SW5vVwT88lHa17EwH3/r/kAhZ+1mxE1wnzwAbyI2/RXoUuUXlv7T91Xg8x5O/NwE51cAxouJk7rf1fswxViwnUt+498EA+Bc9zU/BV9fhNnRiPeYXNWmmnHWBbyp+LkTPDDvjDaKREPcoM0kxAbMxx8leob84JilvijrBS1Tnzv7Iejko90QmbMH3DgC0+1yTP0mb7Gqp/3J/hxTWM+s8tjhqcEMX6NPX0S46Yt8lpXu+o3+ki9/9Ch+dv3xfhq43/mesdPnTNHJkxWkm9JX/K1rBTWA083jsN2c/6d7bd9wApWq42wj08IkjpKhuz9Mu2WuegVrkf9/GXUlte5Kfy9zSPf/5vtZjtdSRb+/8fem6DJdetsmpYl/7WSW11P7391bQ2Nj+BLgNMZYsiUb/lIGSRBzARInikiu+ouvZ93jHl+JtW8PwR9354jA45n8no+UN0vv3EhUk8ZdJPSoa0M/pFATyjeQOJpSCiAr5IInH1pvA/121Ne7WHccPSop9qrwN/BfSZU4EqDCHr44w/0A0772RL9VfqGXDqYPvVuiTYysbEK/Ua58Am48+BCu/TW0yflhoyx0TM1evOJo9mFg+mwUkEvPpIB3igPeCK7XBVtsdrU2U2sI/9RfhG2WAwuKwEiPFhggJ+U0u/Hd/udn7/+V3lLgSeCRKY+6Uss+TifMEx0JR40LqYb4ymHjT6Bo2T5n3B8jB1XmwS1+4txomu8JMboy2FPQMsdhm1/ZYSEWLqEA08BnCY/bT9vsArh8IHcJjPF5IA6NaGlo/Ao4yfnOJQ8AmcsNSbiAy+VocuIHW3GQbiNVjl7ZQo2NtAUjsbDHzYP4l0ehAaP1Dabqcus7tFrrtETyzVkbO7RHGQu0qtA6WANcrhiN3V21Uy3j69x/MLXuuBTedRF1Z/U5Qk9jUu20fNIKmDD+sSiU7I0kOm6YFDESmNYScFvG+A6/zT4LKKw+FVid9F5E4Qc7DwiV04p/qEpuL4zsux1W8cxaPz2g9tQrlTgjw60VeppbGIKXrlNzlNqT6txZ88Fjco7eSjZ6IFewYu4WsWtYMyd4AXlslYWcuup8xw4Lb4B1BK9LCMLZNbPWBX9K8u6TnRsWBsTkHUO/l/0NKeOFr9mmU1ufJuFd8YnenjpuS9ewAPTakk+/cgFL8MZc2D5pD/o5A/krcYGzn3J/C/einn5obwpa21dVEZm6Td75Hbsyn3iii6UvaToz/C8rnV0JZaHoFBT8BQs6A/PzE94Yz94ry7xhfjKDrdFYzLYUAQrN9S3Oy7mzoY85EsXl1+34YVC/cQ7vhznB9rgbUQ1PvRDRzuXRS9FmeKo2p/9lnF39UJbTtDdR85rxD7xX8q/kbK0u/7dOCEjr+VLbtVe7xvnNezPdghGm/41Z4uuYaGDbof/0fDQz20q+xItUM3H5/470jn4g1XHxeYxhdngHpC2ZZ4/hFT2BzV5XJb4O++yVVgtthN35aDPpSP/CVWA5hurn5y/ZfsZe4ft4nYpcQvM/LdIFzu0JZXP4Cl9eUOJcaKPUqyFl9vAVAr+7S//3V9frwQNGd567NP9yVq+5tH7PHCACxK6Oy+HaXxibQgc9R4f/naWYlA55fmjcxLFWBxfTa58Z9/4ZYfzp5+5K7DnGjjOn3k9rweClf1CtUMyctusndm+ECIfS55+G9E8YbbOzDu/EmRFX/d96699LT/rtJTHcebuEPdznHtnPPEXj6KbPqpbncYxj2Q0/TLTVB/3N65/3v/5OSF8kIVeYgUPbAc3iWnV6IvY9c6QCT/Jqm5t9OP61zpeVBF/l6v4X4+JROn0Wbq5ftjiAdS+ic/wwl5XEP95S5/QBuSRmstxXvr8Zr+zrXz+/j3PfRbvP8qu9o8vXx2Xb7rsLtgMeaDzh87vCkN7sWN7WP9s5xq7mxeUi/VbCbg8UZtr4gzVmnew1hFTilGZJ/106oh8fyuo9Fiv8SoJJw/6dTGJko9Fh22MbSlFUnNeuOLheKIXO6cVrvNx/zvu0WdNeBK/nR87za/67QyEUbGv6M58tpMD31m2Tnlbb927NP95wJur3dhyM7HaJE6y2W2c+e4g+BPaHd4Ojn9Vum+FqbHsbXe8gLP2Zb6i/8gD212mdHMf/rI3xt2PqzlIo8MC00aq0F7Rf7XlLLBmumTCN+K9CBg+8nquLvIp36sT2/LGqCrmX10fwO4zdweeKze2JXN9kH+9/lf84/xkv+la3nAtFjQxX2yuMa6lzZrXhkOTgPZS1bDWX6nJI5jR38pCJ/87Bt+8Af6qLLhluCrRCukJmKYTzxXnL3keHqEnfu3WCZMJfCVeY8l4qr/wxfBKcLDKrFi+H4ZBBMD7JV6TgCObfmURmGnBm3sc4vSRoGf4I58RfxjPEb21JRdaytZpFYflzYz3Co7NGX+sK8H0p5M8rhmDU75YoSWcJ7YJbDefhUfirnSDzzMlfPXVDFd9hjw/iWHCBvqZ5XoiwkY087Fjogbalz62migEr2OjWhr3XIe6lyW6tU7gr0pi0k4JNCoFhbyH2xx7oeOK5wq20n+F927Yq/QgV16lr3x936uvkg4fj8F5vOn30i9qqN6dDZROj2Ff6By7/xwXz773tS2daPU5cpW/L/o8QJGpyJcMU30lJ2Bk0kh1r82c6ToUqYXB2L7HNbDL2NUBZLMWvVE7G+PAfF9NNn/76lsn+Tl83cvkxF74R4dv/p5bX0KP5/iMesZ8fGzDSHe1rfE8cU/HivHvgGnt8f7z2Ww3Zj3fa60Y33O51zjOWNLXZobyT72lfcNxZ/ae9aMRa88uR6XhpcNcdVXmJX63kTxvY+xuM3iawMcwTuozQ/RynIs+zQxO6lxY4IJCRpfsdZ5lrHUdm+h1Xvu8UL/WZeyF7kp5JX5Gvldorsge+Z7RPCsXefCh3cuNc7wevs+1NZ+R+h1t3+e8grPmpN189Ar+V3lobD7Pn1e1PMKzManbB+b5vP4f2UZcinvG07iMc0zu32mT+e1wBL87Tzn+bj5STKrvFfNt8Lhqy5Gdj/bJ99omcCN/bD/K9zpd+GFFk32z2s5E/zGfFe8jWPCtc+PdQDpi/ol92LXyZVYLvAz7iHqWq/p+LvA8JF/3eB+hdS9Dmn3//rd9Kibn860yZ9rlCc19+dohey58cGQTuMydTtPPW5xf9tr9Hi2/BqxrNAv/DBeItf/L12a4SS2b/SeN7JFa3RA/CGr3U++fV3gCjuPsw81o1su7svgJJwuRpw7FEPH0FKMT4tH1ykutlcSw56lgbhBtm10T59AVvNRZqmGL0+3wRjrJcZ3OHapvJNFPSom35IXMmes7ID/tZZXdQyzEPnJ5UIP2qsweVr/a8oLsuu4/UT52PCpH171+/vAH4PSQ2C+7S/5ufT96rO95lJE8j+ErfLMv3e6Z75f/8//8v0htPPPTBTYzN3h30Z2ngdrTsP1EXx54NMp40iGxsao981QmfSlGAKGwL2wewHnA6PdNes+PVubnsF4v8Cgzf2B9me3ve661Qr7r7xc7WNgEO9Yh6FfyzrRrvy0gPxdkS7K06nCil2HIKQ9b/PH9j69fv3YLNP0q4yuubKwrX4khPPICWfjZR/EDCIlZ9kN5I1l9CzyBiVH0FywfzWstPnOv0bszppPThmVy86YEeJugN3zBu1qix4y/H1n5iVzgDRLR+9pbpn6LqZ5jplnFHL73Pt4SEw+dQM4Th3qgUR0cSp6sOcaJxdflZqXbCIp9PWafYH/IdR7Bb6YRs/BHb1/WF6nPlS4/80XXM76FRk9DDYMZtoXfz3jR33hZfI96tD4hX4zvdfzK5n78OJFBpr7GnEN51sm2Dr0xm2Gig4fo4gQDLhr3OU5HHo6tuPMa+nhrjhXiy/vPPsOnIbf3g8NDTi+/5+/zj9OX33Mf7Bt59dS0evlAny3lP6YFlXr7Uk5lDej2CkthoVcZCwYk4QYvYz2cNNI3wiFnfaA9lqunNEecw7aMLk7oYzePZxkfyyPlSBe7Rir5q9zJeJIPzhZubpScOU79if8/ywVNcZK/bU2r654gVw6PsXmeAX6FxxpHCRj5Kn74Tvu74B9xIj7AwQ3eupEUP42wxwuKfS3yc4/T69XjxfyHHrv+Hp5bZzq4/NEPyDuj/lLziTxCcsunF60PhX+NdTvtLmKkM3oiH7ljG70eLZFzi157zqP1L/erno5pPOpEBBx9xjkBFnfzk3lhpEMOcnd4yKVfdPrHkd8QKX1lrol+8JAzyh33AeCrJB78tzDzHCOf9vEN30Jn84MeGvR6erOpgDQfG6+qInoV5IMP+I/4I5w2rMY2cJUjr9xHHRz47NrgjyV0Dq+xmGKSC03wHenx8wy/BmGfv8MOufN86br3+RN8Zvzo81qZM7DV8pW5QzK1zJU42C70O7lIcfnMS0CnssrvxyGNfZ1HXDfLrKJXrHUTvycBox6wYxzop01/LnXOjp7AMz481Jfh4Ba48dC1H/XrYTnZrzr4Kp1Pv3+CB/3737i8Nn7IE1/Fg33qo8oe9df65GPj3yiEjoVk+PD4yPwzwkgPHr7b2VXmYWJaDI/WIese5/2sg+rM68CbHvX8a3WNw3HdvpEePldL6ffVLrZjd6PLNjagV6SjfvlwdRT9y/xe53nDXR4b/qIvukx+1Z5zjIcl5yWQuYdO5g3gtOkH3tobO0a/MX7Q5VL6Cx9WzdaCtMuX4zjWOcPRcaSP6EJ/l9Pamq+lqI1Tr2cvze2JMXZ5s07oIfyRpud4r5X5Zkrg4/rJm1zRn6nkA1330Bxk3wRl8yP5i1/WdJ7Hcc1D9rs/yU/4RLveWGlv/LrPuH5J3tM2hv0x5Ufq3uRWwljMW66vcLrzu8oLuyc/cCJfg5r+IqvGjurAMx/qlBlvnleln8ViuYYd8cX+SbQ6vF8x5utW5u0Y/ec4z2sekEnQhVd6urEFPnDa2A18LM/6j+6lOK8rGio/FdMc0UY++oJBmeGr+et8/tH+3+dueKq8btdM2/OJuSfDj+rlBVVtoA4O+UW2lz2S5TL5C0nk8TEf4ZWzoeT+nF9jfkumZPO3/aaBIS/Rayyn/Kh5Ch7jT3tVSn9/Mc99/dPeCo7fEF9RBCyvo75nrf7a6B/xRlwf+5d5Nuhc9u68J/CcP/YDH9tYotgfXEdXKUd6Oo/iHFng5hJ+mzeA5RQclMkeqZ85uOe5CtgeY986MnhP9bE9cjzOl+S7Oo8bSdtFXDKgyLQhLUkyXEwvemwuCF5iPiApmCVIMssN4iGU3Ob+JPiuH2zGHKQeN5lgmViPsfte6ZbHrO/V8uMT2Ag/a4vukWOnS55EyhiYZjtcJhvhOe5ek5X9jNfM/964iB5e0oA6+u21utYj/trsjnrSdvnXeL0Ka+XPLe/F4OCjLc2bOpRyF6ebl2ng4+QxJfn1m5UKf+UyeW3L56nMj/Qb8bUYvlM9QcixKT46l3MbeltX8YStr8qjrJNmPOwSf+rgPFZmnr19j/HbU5kk63xSRjUaP0vaOA6M39maM9LtNd/3uDrzfH91fPIYvjpmpLX7Qusdfqfc23SvR1//rLne54qRVj5Wf7ZzxPkntok/5pudDad4dcvv4zT7EHqVyNLJ17QfHRWYWRUM5aDthAs9/GrHyOG/vr3yOXNGrG+vdQPj2fneRKitf8gFT9JVz+1XaDTK3/GU3B73sTl81B+elDv5I1z4s04jFvOeJ8EOP+uU6zO3xyE7vu+Y669q6T68in0dT7bOD0Rdp38E02VqjRlOdh9h9sk0u2uXtt3WaX1dy/uJfff1zhrjObfO1+FdvD7vGsVG5kJDegruD5rao3IZ6XZ9tvk2i0YgXzzKDz+u6OlrgqwCXu+jjHGvrnVsJQcu3IhSe5U70KJX2bpD/EAJP4tko/Y5/AE2E0n216vm1MwTgSsYfWN5B3ek/Yi2xkK+ijGZpbZxn7t+U8j185rNqUqxC59gP/uxzzRaljFbPqMHtl3isUumeoPnEo/fEKn5YGffic7K7QdJTzg/0j1GxdgOnthNXEcPtX59PrdxLwuOz5Xwv57XV+Rhv258PnOs5gV8/Azfj6TFB9Ib1p6xHAAAQABJREFUv1yVv9qrFh6bwGm+qYuj9rR3DvFuPO4QnuBu1D2hOu7Ovtzp/I0npcVKP75cFqUS8ycbYHtCyJmSIF42ofUJot1Nrhy40IgfG8LVCRzO7/tCz52RKzchR5vAdzg/ZIZ+kqU/3v4NnFzrIxLfNIy+++kFOT9BIRmrC3rhq6bFYUUPXSsaNB7ybTlptIuF5QTSHoArNj3h9BInxtQ4ill9KqtX6ctP4tOfkh0vqNHuqfqWTkhk+zQGFS1i2BatesJ4ha9wff7pF7te+pBPfae1PBDcjcobITiNag5fL1rq0xvW6Cw6zylk6ondnp9a44FfKMVHFwJEy5MpZzl51j/KvNP2E8p5/KQvcr0Mv8kzrzyQEz5y7gGPN1i8x+cLxZ3+tk9oPahk0yP5AFbqG+cmxbOfqEgvG9/61Q7HcT5MUgjYlOSZfNL0M9yo+3h9+fKj/Iaxvi7EppMPOUKHWRxjSJnzj/xsVFoPb560uGzZbpztw35ythzKLfXpz3NtdsaR3k2nC5U8Ji7Pc8VEF500bxT7pcgDR6w3sqdnEH0uq+vNy2rXsW9olvb/Me++wk+ynz89WQxPL2e/8FKS59Y8P2ULyLNYa7y3wX/m35DTWMiPnn9fy8Vo8bc10N6Olf1lrAoL1g/3hZ5oxv/OYxiMrNTtuulk/37YROLXx495a23ym7VF46RznhOuKxE2yzdu7zG1fPNAgDWm7tvWnCpn/T1BjqdpL1bDS55aHdgOD9r+jQKWDj6529j8+OOvr3+VGHFcHyPwKeEz7htXsgVT3Pro2yeTNjrXOUO6Cwd8lbQL8IkP9N2xwK6uv567dLDcOOvPuG+uMy/IDmwt88pT8RtKh3+0n57f1kMmFOMbD8BXZcnuGgM9n8gP9t/q15/Hv8WK7QGuHKG/Y/dyFuvKFaYVB16jjMwi9wlfbeiEl/sz3dP1FqPjvBC+vSPD9RQvz9NswzGfKk/6aP8zluU8Zpxrr+lYHkCp5qle/CsRBsPP5QFkLWw3917HNs29kt35pPq/jW8yseDWuZD5d+b4Ggg6oceuvZImXOhKydtYhlx8bPM2IyUX64A/9bJPkfsrgvhwbigc+Kv+GQcPjKG/dHj25u/TdtTY8bm9vula13f2fVdl8FWjNpKFxN47LKV4+1jUgTMoN2A1VrYdMIqaXFeFLfAkB52JAXGWXlfGXjR5nfilcx/+heoLyWegp4gH5qah7aOIIb+W4ijkd9v7VModXN3KreJ9K+EpiI7mM/NrOdIVbOE6PnkbOk3no059+smYsQ6LoMSHX3Bq9OA1wAsqPU/FC0yZdeSPelJMl5Wig7b5K/W/s4rcXob0lZ4aM8Wd9i5q6++ROAz7jcGDxzkP9pYS8PWL/eax7g/ofEE5vXvQqc5dodRKjmA1fsHPNyKCOOK9wpp/x8RINKVqfBUvX+xkO8eA6vAo+4e2pqFnC7LCZsxbF+NjJj7wGsUf5Rvn/y5gptxBmBd2/b8jfPTP2M46a0j92kOGjnXGyeGahkRHOPi0pDHsxzFz8XFziM/Ve1ymOfYsR/ojI4fyWZ6QYzlGxee5PUjvI/R6aVnzFr8/ynv0Z8lP+x11rfk6xv5Rjn/jgkN9XB+ZT0eu6za6qIy1aI0LFBrGd2yDtyvBX+1TxfPIfmQWnw4DxXWkb9wE4i68FOHra1yp82ByAYMJD55wobQNfWGIAwbuUxO6q/gwGPwCeCrFFxlT5wWAaPX3LB+JqkvnBal3UCrXPHsZuTbbrzzy+OCPK/xH3xe9rg7eFQFP4GgykCqo0/YUxjMv9sq1yDPFwxNCB1KXzVj5WHqsAQsCTSY/042D0F0bGsdzm85jHlrGx22KjW0ebzQAl7bKDFvRZFzqTjPbFxvtfoOW+bpvfAA4lxLfdD6FmKnM+Xc+O07kpwB8UTYPj8RInnvZYGepuT/DD+ser8THIeqNThYikeTxgUW5mF18YDewrCw4SX9d0GATBc15mUfw2oXknif0Uixu+Jl2PVpuJZ0z+EpdPu83xpJ/IGvBNM8152OIfWLkctz3qxgwH2TmRXamXygzgtzAEVpuGLULJedKB718jXtS/GvNKBeQyk1SEIIsahrXg/48lkK1g5w1DxnlAa2jH36K1yoXgijbF1CvyfeulG7quV5uj3gG36p4Jc9DcMfVo/R1+9wnoZfN3jYha9ylu9+oXPkT/Vd9vRbwYK7JsnrM17aIiWe5ik/WPeuPjAzL8kb42BbulZjNdKXuIVXiCR2y3FaveK2tivJHi66GTvmZcUpdfXVcU/52PD6zkfP/M/VIsvP4HI5HotlWGZ8BQTKe5j3wFL+s+9B92ITOWHSH4MwKr9a3E1Qb6LHqG+WvcLMPwAeP9or3x8JsllBalg2vVZqHH9Si5ZB4jYdgRzvrngZfFS7Gt0wd9gCwH4bLXFIh1wpkEEmJqumeYL95dekj6Vwf6LyjfokB3LMh9Fixs92veX8sZL+h2ZMxVt7f9z3XGucGccMXOe+ylP76V+55f32tU14g7+rA5BhxLBmreUV7jIDrNxLvynL8tQ2P8YKq7VFkjn1FZDtu7g9G3RQLYXPjelzJ+V/lOw932KN+y0JL3OpjZFYDuhY2C9v6yYN1hYH2+JbWC9LM/9PrzYfHQea5qpt5/qDrp+t9WwHNbSley2bX27/9GCVb9ZNdsatKHZer2QeJ6GIcJIqHq4ol/uIhjayX6vbwSwrJfP32YcEvJdQEKAUpH2GebU7GPsLqZTSuEzdag+2ZfvjB5z33S1Cvapqrf/xAHnQrTMHEX8eRHujgmI98+jz3COWKJo9v3lutcGdYjv9Hro7OHF8MaXOGRmVhX+p/pWTdN/lVnwi4cp/glbKvxeF9id+Ib78RbE/2GI+f46aj8cXZkTyxoSLoPFG+nG7MnNdWVDlR0Ea1CR8q0Ls8bV5JIpXSy3UbyFqz17eBWwVbLcjqwqG346ifnTfl+6joEr5ynk1UqYS80mRjmTYP0lgXMx3T9ecJz56Xtc7835LkaGKbuF4HwL8NcI0LU774w2YZbeo5AeWtJQQIR4fIVc/jqxtjeKuMuVBHe00+tNofc8OTJ3K4oMrTqUVY/qj8pv4hHjs9bVbwtyRc78Ku6g+e55l6dGLstmWxUW8WBmhb0yKmePeYKD6puLk+kWssTId8iINADBv06A+u4ILlJ6i+FJ/LQQPTQiR7nAYeKpGj4VaddsaJuvukf+rTF3DXjzkA3YbBCkZFd2/ucNyXiaTbGE7xlhGv1IlXXKW2veGqJ6/1A3bh9yvMKg45tyNZ9JMHisc/zfmrN45L/pSbZjvGK7j7j3xjY0eMah3VmGGnPxUrmBygMfFx4Uk4jwvgHgeSeu/m7zym4hEHfAOvj/uAQ0MeeDvTj7jqE6yPt54/XHMZG1TPcfeZxi37L/yYab2u3Cobl5Rca/xRZ+Wjcsnpf4yTRRUVFyAO7CPem3p+4QJaa5kQ943DnNd+o+W+5gZxYZviu524ZXfLfrVL6R343/2h+UxqyMdN0ajAP/EUXaE1+7Seab1wXq6f5kRkBKOo5fVFeOXmp/E3rxek3O/xE7SRu4L5U9k/8+7dOZRPX1+VWzrkW9dP/KW3Hux2vQtCWxeaqaM/FmuNU/KptdCpVdq7+6XDQY1rJ1NWSzfhKNZ9DIQb+HCv+/CCk/WmP5fwEyxw51jPNPinh+XWnt7tNv9K7dFvjcWe3lF8fEBvcTDwI3/Ao7THYqhuyuBvEVz0LLnU+Nd+c55kqA/fqW4rVbGvwBpNiCL/oFFPXreBezxUupJf81gH11QjFxOoq07zTdf7WGMhEztgSMzT3gWAplL50POyZGAh+VLfrGCu973raixj/JClcRQn/Xvo6Oyb+fueVYN9rg9zk+fxIkCagjtdV/Ibkf/GL8FTSx+LXtZ+fNyGsT8k9PIZV/DHdtDdr4nnyG9sz1xXY1CxlrHf29P2r/lENQkZl/ryzS9fbW6usXV+Ycjlsd8rZGU+tAv53ZAPeiUd5mpvMz7ysmycjQR+dXyVQMvD1ictevmw+PfxFS18EkKXHwluVX1rxerI8UKd+VT4Pn+bV5Np2vOoLbugUV1hzr4E+ErmFnag/5Zm01Hur5s+43YD/b7ZPPbtL/vtXwCFTzKytBc+Ln4f8VZK9PsL5BATmnd0UDoHxULEQ6bxeuyp4eN0+hx1RcfgF7iBj/nw4zpHtJX7wnd99alZXOu9/rQfRE9h3T1WtILt4rXxVwxaYxxf+lnfaauUTeWfEdr3vZQuP/9zX7mFTiH58k13/tbmLa5xOW7xSHFM9UVmBMpQ+pVMo5QQwy/nkVbK/yLPo5l9xLjALvftv0VA5wBO0fCnXBvjZGwjUTqqbj4rZW+s5oZy2MDMez+LHJ0XGgP0qdi3iohHKRBz0B0mrP+icZ+QL9iDITuuwvfc0DmU6yHcnh5/U5YYdAOE/PRBPMAfhgEHMpfC0beWOa770vWXDWVwax8+st6q+yhv5u4Q8ofzg2jXX3fEXTBoOcZ40DGU5vO89yxLZV6kBvS2nxjgMf+6vUN3G80RTnv0A/7hBLX1tzFHzmi4+1b4zoN+8G2GsKrHGtL35dVvuhn3GJGz+B89RllzfiinuXGN3c0fI/myjcyY13fbo822MHENXgmYqrP+qdOq0ON/78WuHletgV+N4zxeCgGf98Sz5zvyU17qOJO3749cdbk+joFf9W35NmrwjjY+Dd6ah+MaLLHvdhddU/j1az36H/sxJN2rhaykgLEgP1b7i/36W2XbnFXyIbFs4/HgOEAfeYY/dvdv6L/mD/iP2Jx/NVPqgk5b+Slapj2v6xzBMbQ/1/X8clj5A8Qq6Gvt+wZBp4gW3OYwgmpIwFHjqe10LExTdwWM52A7vAx3XXE0LnEM9Sngx68yzfSqd/aOnW9qv0pm8eza/Cc0Z5x7f04T7xMSRtJxmz/2j21idYT/Lm0NibynyY3LAXhVOkr/V8WA+PWHNv11gq/5qzyIjTgBU6l26ayJok4OKoZ5oxdZWmO8CCirXUDYG5OVe6kQ2wd6iY/Xmx2g1DKplnqCLoCSj15+Q2YfOzqRCsorNU3ObJAY32CBXHHCtiOuGd88Z828Kdv54ohj9n9bNNt8Lkofn4iNY27v7CW+FGvylntj5TfvjQsKeHwegVN9n13fBnpPF9dnH2foeardAsFP6GtamqO0edVcYtU7wZudvZDSQNU+n6+kt0bFhG3o57z0+BK/lv9NeUHj8PhWu88DQXLsNz7qsANVvDV+hvwc/0UF+0AmN7XymKmuf4Y1Mk3tPJb6uvzqn4QR1dmu6OtrxUZD94eEDuRrfHR0ceggz23VPR7jBNz7y34ssZYP9M/xZ12P/eA8r3x6jCTBAxFjMoAPm2NMHCGfyT+ifahP42hC7+i4klP8okVh77og0/ANeMgnxqMdZKoVOTt9JZ5FSXUlkhz64KGY1IWMopPVnZ8r7vopvqshxHq3fq0Fv8Lfa84jtM//sfcz2sprxvh5P4R9+UaBzxPXrfOxfDxOJMl57GVic8bINKv+jPts/S5/6QaNSnSlRB/a4AKP0v0KXsA/ombxURZTk8WVio3Y6Zqx1CanVb34Vd49e+JTzNgHglH72KC3MzH65zKPg/cmnujazT/IF3bCnVlfgOzzYxxbXH6B6YTi8zexpxtpfobaHkju7JvIO8A0pqnXdfRrMAkcVfMnOHoERl/R7Qd+zL4NMouU2tj7K2NTz8sU/st+ncde+y+97cYZPJzeXZbEMCGU75a35o+P7nk5eLm/H6UOPsc1xUiNl2V+JuqkSh73hPFAdSWf+HyAnZGs4vQ6pyTbBpAx9JxJDrjOsOgznjvcIG+oe5+T54/mmexKdjeJn1mZddK46o8xYZxpf6a292QzXveoWmAv7+gYL7nsDYci44fxPo0u5g/pUMLJ1kgr2T5gNavTG1T9BJZYJdGnHnqZfjkPJqZ5HHLn5X3JvUDaz0tZ+KqOnDz3CJbbK7pj2HifjAc5jqk2vdmXl/0XvLQlI13ZntEOrM+sKX7H9T/i2Net92Qsl1s/c/7W5aCwth+Htp8dQrLdDAa9hnF9TAiol3mw81QRWOHc/ARG9EdNyt454oTXCZWowKh7G8aBRz83No6SnD54H+kIjmigC/zwhcNmj4kmeOyGrnJUwiqBaxLHCZKe7LPLu7BnhQpFHqqhFyvxaB8bloeYb4iKPzZ9K7Dw+VO/dM5jXHQeFa0XJn7W3wjhKRjoVm86rmQfwTRptzcUbUIqQ2MwH2EGyjiY/toIFT0HhivYgHLYlC/g0W74YnsLlgMWtktijYBPiQlLK12klerzIdu8r38irepS7HVCeDq+xm3JcBaRID60ynO/cNwmf2mxVtB6Ii+JccrE+qHqPvXMPvNns9AqXDjPsuUCvekj2J8/0NPss9j5sz6ZhmKZDtjzZTwgE3mBHmufxjv3z0uHg8ZO9vkY6sKQ3ay3To33flyhfmeZfZHl1JEtMef1GB/Fp3RXWfFU2weL0C8d+KjJ+qWn5/FbsPD+0J0eT8ddLoMVZTHBPpo8dZFndvVPb/UwPr4+1bxsOkkH9EjzYIhoNWS4S/Gb06iP/kZQK0cXIUdc2uWGr93Igqdyk5vAjuM+sk9INiW2aT2uTx02e5XXIvPx8fqGzQKsb/go3wJgc2+pV0PHG7c+tYceYiVdlM+yz/s9Jl2MfGpwrVKVp/tBq5X6FjbboLRxfsThLvhNn+jc++CaMNGOh/is4CPeeVs+K7MAOXNOssUQix91XFdDVAhNmMZS/77Utd+mUu+qARjj6DHRHhwZ3Kd8yEfmW9ayEibK/4pX5WWaXR0dFGu8GRiwTDUolbsWdY9j9wHdRDN9wEuZT5Bb3nYYFxonOrKpusDpGRTsYx8qXvIpFxQeu5Ag2zwXFFN+aF5hrgPmsipCLTSf6AEl8RAepVXbEfwbqFXUp4PS1xr27bJNf7Qdd/2JbyiFFfHmEZL7ei68IXByvtYTTS3xR6bKLA/4RPQSAP5zOxrLMS5pdznRsFuFr9F3ANnVug8q6HGAcrvLeZo7mz/lS/wrH+N31vxehMe25sj2G8ENQbzVj96D/woefY1oUXEc/QZhOdLSIp1aHKTzIddHOgU7P38wHoaHTeqF/iiG6GOfo6vaDuOhtZCzqiFDfaJr+pWYLsCOzHn7vsWwff+S1hONFzo1whZ3MloDuootja1T1OWsNMQr+0TAib+TDZ/h4LYOFowqRMJiihtoX98s4li3i6Gmn6ngc5zv567ZdV2359aHtRzpaCNinfKjO5A9qSiyDeXrFG84udAW34jTlfwTnjLZ1o/6zyGv+JzlZ9uyBOA5l9TPN32oXmJaSd/sE/T48HnBaJVfKWydBeuM8v2Yz6p3pBlzbGyveLwChhyV+c996ufAxFmWp/6d3zPecZ0xjrlijy/91Osxrxo6ZBuAqxQ8t0vjN/zg+tB11fCbU/xgMbNvz1wdZ/zxE7SMK+1VyZr76++/LTX028WhU/4WohWtYJza7PozfDxfyn2vrhNjxaVh0oNinmZwIpe8ieshyg+/XhzXjxoT9qECtD1B641Kxgtovd6hvEvAN1T9uork9Lm+E3V2/kV85/M38QJ+Jd4n2RsfTXgbAFvWTfdLwaN9bredZ1YpZw/i4SdtmjX2zg/ql6r6EDP0w85de2TOttnPu7y3wMpaaPGxiHNkCHu64TsKqO1vmWiD8xQYg3dMkJ/xVM+JPOI4rn4fjsllx72HO9+F53q0ZesZWjHEhiXzA6Do6l7hAGvf5b7a97+6x9f78wTEH1f1Ax991dafTjDo02TLiU3ps5u/4EFHqUvh8iv4wP+JJT7kh8Lv2KCp1m+7rag0jtfyxXXgAkPwQjct/n5QBs61mm0edI704n0LsYMOoS+Qq6XbVbxVctZ8YaRn/MyqJkAnqleOUWdogCsOTIXDQ3OnciefoO8IzmzY0WX4dR7K60zZ16Vv2SCa285OHnrKaBU/D0KyfvgxKK7XxNb9f2DEdXYJU5vnOb+EIH2z/omoVQdzG/yokv0AvW/gI2ZFr3mU/pEfPMY1LOA9r5H+d28f+X3syz4a/SE7S79NcHqo7tXRs/ej/L+Wpq+T009MyA7lGmO25/VxPeiiUvrR/jgNbkoizNeuPma2oMFe2a59j+a0Mq9tOI2xuEFbgxchIllau7Iea+I9FNqMAWzUt6yTpgf9mUZ14etv1z/iv6qNns/KNdVNd9mh/ez1Tc5VucU/aa8h+zOt+272CvaZZq0TOpXR37pLxXEYj6Dtsc5byDrHDAy3ZZE0gfJwbbSX9qgn8KuCoB/pBB9hV3k+ilfkKRjzYUNYzhVGeMb5pDq+y+JXsNz/O9Z1fpMPbvL4+kwuOUbMFz08039GXRee5PvQfdaCsVGcKZw8vlO86QJwdxHzp32jm88hhfeTMehyk7xZxQ4imat9r5Bc934u7YgfbOg8R7zlT79WIb8Gs7MLy4G5rol3WVPX3W+B3vV7r4Sv74IRP33/pqWwqX7zcXx8LdpIeBHY9EK1PNAn3Mc88/zQOegJ4Yu7yQPY3hojiE5KeFKeoF/uznGJHTeGoMpRfCo2L4u9iNiC4iL+Mdo4b5TrKUby6LWUUVq+But9HxyISSHFSVlT08065oKE9m/1Qzxg+WGhcOPU5qZWx3mi3NQE+/zccSznptL/ov/mHmA9eJ+aLBjE1bEk4rhtao7RvbcuSkgqQGf0x5f/87//9yxZWWrZqqdbfp5mrE/w+8TyixlyJM503LhxJ4Vyv9p8RRF8oXU89X/549tXuwEoPasxTudmZpjgYxu+6nvsCLsKvU5Y2pMr86LXvylpFPUER183NNM7KH+WhazuEH/Vr+PT0wFfvMNZTD4W2PVULfNQuxxN59qcdjBBXylq4TbiV/mTeinNPnysTer4pJRw6BfDvq0xrGGpi+GJN7gqy1H9KJwfP78brv92jhJEbW7wIkty/IRqHiNYeul2Q9/3eYvNVNZd+Omh7hVZgdX3hcsNuDWSyxfvoyPLDjzZthu3wFJt5I+fwOr7z3wGleent0IPmeL8ZJPzGuWpLRzk0k87JHiN/hEe7bUfd3SjnDFuxVfjy1NSfgLmmxtklulTb1YDqKXokNtKHvUp4zX7N+sDTWFneTH20f/9u+J++eUOTirlLW+UH8oTjxWXTbyLV+ZPrBcG5WPWNfpUi3EvrbqOjHwkA72R7S75XuTT1/MO/lnHHqePL/Dgh39cVv6dHric2ed4WX98pp8f+PNP//2zK0+cIlHlyM/9qHzIWKEb9rC+NKxxfWkdY2XtJ7BYh9WWLeiHrQ7XGPqbUiVfypz9yJtTYdfPti71cYRe5B/tcXxps86C18rGv0H6Cv7rHe84mbbi9cTW4qSTNzuqws1vBhdr8oHYp798DaHlICfoE/8G6P0DH/g2tKGSnyBsvko49mhdaa36HC3kEoPIFo1uHFvEJI6vqNb4kP/N765b6CEJ6ItOvdSIr4D39A7PeKv+oD6rFX00zuXBFc22xxfHR36y4+cP2wPVPZ/6sU2l+PNzJ5k361amy7x5ghl/0dfaq7g2vyMb/DbPm42iHeWNerjO8dWfhSatNYV/HV9klJV0CCX0aPqCPJTgFXDO24oX37AzEuYYGPpWzdFfg6xOD6PPcmUD+QoeuQQcO1t/CstCX6/4qt8f7nIlxUf97EZUh4cwxn7BFBtaT5ApmB/VJ4oD+54b8QmcpBDopTz2454efsf0nShrjPbBH5spgff0YR/rhvwAjXDXdD2X3AIfHtH2gI629mH58HGDLves6iOfu214Qkd7N09c16vapfwYcgIZRyXzBzg+v5zHhOxwHYkjcZjpmr1j/rb9q9Mwr7G/ge7sDQX0PirL+UJVLfQ2d6Xz5ibPck7H2IY/cNrjOOE/nYuAO/pYtNlrao98yA/1cYi38L5p72v1P78qhuPNL3io1F+Tb2MVEscxck2q2Ubj0kb6zFsY8Abu7TqWMHNW3afwoHE+sudrefjBZeu8K0gyrqC0sZt2UFAbPSy465d113nK9x+6ruHjTtm41PMq2q20XBv3jtzkEf/pfKERHldYl8jlUUZQu33gax2jLhzWtQwL2qi5vdI3YP4AsF9fwlfqLbjmJ7mq/BZuohn9lrjdqpI/xOsqdzJDxw9Iwz+bC+t8NNIHp7mWbXR/md/sBDd4eM55KPV7OfwID+KDtkuruZl0Zx/T4835N2sLZJUH9EU+Gcc+BgxllBlUua+fTzz2Pcex2emu6uHY0O502K2boaPLG+nh+8t8XMJXA6mYNsKM+2Var4LzK2rk5c9fukZk0W4PAOsg36NdwMuPwiPFyhLpBKhtLbrIfvwDWfYJc5L6dB24fRtfCXjpX6+ZJZ06+kJn51vmbK4vjPLEuzt245BkCH+WE9/C0eaEzLjSQ0cZ+hzHK2tJZnlUH/lH29edHS143k+uqUQ/L11v+sMfXDeCPuxDInxoUzK5o1/wFkbmy1wIpfdDl6G53vPLPV53vXr7M5bTj/YE/s6uzMNj3+9X+PwX9D1e38q6uxxyqMdbt0r8L/bKHfYu7kEa4h9wK1nffDFy8BlNI47K6F/1ZB91cWBu4ZvH4JBxgeWStZMcpX2eX+fji2yV/vJev/fMelDHXmiP9HAc1wM68QnaP/7QTt15pxuJCCvGkmcA31RmBY9ESPkWM/nM6YjI+uCfjT8h+S26pe9qAruqHIF7Ff8IrwsRu0i08iV+znw6OuuYcTQZ94EGDgm7kpVlUK9bpRLWXIOnbywl4yrfkfZSezQ8Edl0nlrPVfGVuLzVngM10WGUDzxIj+2e8YPyrCbaUT40Ozj9T5dKUs1N5UK94tkvfOxOdBn/s23ISq+QscqloJDNO3+Wab/sEzQeecMQ9NSwgfYj5bM8dMLBjQ6Xvx/rM/3kk+/l5nfki4aPOehOrIy4tD0cjmP9TM/cj37wpy/G95FIgstcZjluS/hqxj6HjOtQbKQUwyV1zpn8QzB8HmLs+3HRwxk6uIGyMsl939Ot8F4Fk7yIo/tcGT94+NyG/ff53aEYdc9xe4fPO3EV61/tIrK5uW70r0srsVTWlJ5Gdrqt7mfte3JO9diWY/VBoyOckeZKe/T/VRq7quMXJy/Gnvygf3dOZK/o8ixOuyDGedSDDPFjGW8FysXDY+AaMvkJ9qO+lMxMO/KF/2eV2Yd3/TPij23ZlPm/y8bP86llmW0HV/PER9g9+nOlx4izaq/GbYX32bBx2uj1fsca2vPsW6/xhm786o7FeQxz7SnNd6W6Oh8B53mN78SxpmLFoK5N+r6m99HIS3uhfOCDflwzhtedbiCuaL4cqA8fxByk86o8F8+c1xDknem1pn4M+qiukiY/4v/FdqgoJBzOEXkT/TFN/0lUOSYWet/YSyyoL4OI88sEtxG1371DtM6lkYPi//26j1L37ZaPphd5rfnnlz1Ufs2iPW/1YCtyxvYx9XGv9H32Os+xhOu9ZQ/D2JbJTt57hQev6/BKTI0TY/ZKvv9cXozltUmhhICN/78+/OeO+FXN85ym6x6PnkNIHtdNrsq+g6cHVDQnSd+yZ75DfANXMb/7VtBv5WwPZjob0cypvw8+pORqksuDKZVoq9TFVJ604kKMcHg6SXWOVeJnXvRTQhelTlYWfmlPQsh3hjI8xdBkQNrO+Ji46klQCKpyHA69kzkNlLba5nOCt01uHg4eqHoaxbYmpiMTcCje+861dP194sUWeNC2oa+6Kwb0ZKK31S+eGlvqIc1r+MJ5tVYJYempDYn45SeWBS86lI6RY9++sqHp7TbdTaaGmxOWnqO3/vQVadX1Atgqpl7AtrGQdb2M0QcN9WaFmBjJjvhnGuo8+UN75Ef7iK9wVotHebeRUCuMrNG1lZe6JC8v9X4q6PYRekHIBAHGtVL6ixf8OAGG64qLP7Wr/P1qJxkrjN8Php0qfcweV9zpZSMnleIlfzzGE90YA9dRN3tKGEjQ9hAN+lA6st6egF56Zv1yTA252NajKpL2sC5tFUodbo9iC2CrFAB2l7K7wWRPt+oxQjv4PZ7SGD5icyUZht89VJRtHAhTM/tc4GjXN5JD+UT1ZBWfDmwku/zTuNU38uqD04bp/vj6lTelvd1O8utahP7n686xf+B7xgd5feyZH6v+IzxM9nnH21qfrd06NZ7e2tM35PuV6n94V9cZH9eJ9vHQD/4Tzwdy5Iry+OJYnyucAkc84esrjcYsRmBct8Z2cDqu9XR5zKEzmfa/xJnED8sYOjZ4cbvxqbq2ftipHPKr2Kfp4cH5ObN+Wb3q2PI7XO8isGETU8RuQTbb5I8OVhVteVwdiL/8ieE418m02i/zDRcP2Vt0Hw1KnKxf463zLH9TyOeyhPFEdcjLtn8aAmsjIfthhcJ5YsbDp8L3uo1FIhYudAKrDU3mk0g+rDrqMbbvK2JZNg5BZXLFVvmpx6ue3OTBff1EkRW8FhfX5WTeWVbKB+UHk3kOlOtCGqal0XS84zIMceFfT2Xx/GcVnNaMSZEEIP4Z253Z5drLplM6iN51cT+zT/QxnZ3R9K66nLWTyvtqicXYHzab2DgUyoiDH3UvNDKErofPNqgfvVc0CiWuewgXHJW+f1s7VDwDR5TpWAQWYygsl7Hmm7i0m1DA2n5ywR+cXILf1rFKRzvjXq6zti4I+O07fLhAuQXq9z82TiVf5DefDxjXFVPpUNb1N55kH8kvOim4urjuNYUef0U74r+nsFbn/zQvTogrwAHfFfpDMLu6V9OQ68PYJ3bUx9J6Sp4Wd/20c1iN8ZPrFjJmM85zr8wJRqgvUbjr5VmeQ0Z9aCsffSnQt3xpG+8O5Fo6c8fYLle4hg3DndxGvq5bwVswrmPlfaxis+BbqXsnSqsG6wzO3qrxppgtLu/n505OHWtdaskcOtYf3Ih8ZN18lQLuF/LD9/Gxd0NuddpNoXOO+zjnmHecJqeMj+09SyzlMco0WQ2H84JY7hnrMf3teI0Ur2sT33Bs9tYIG/vBe66c/X+HX3n7/eNddUfFhnvFf1xrENEV/Mb8zRXf5yvm3+FsxcA5328/6qS6CxkpF0H7nEfODF31SzZwTfg2RTUldnplmob8rgobBK0Y1I9kgcMK09q7EVgxiwnS3FMOfLTCfh4WFxslbxWvu7FYyfYbyNET4+XGRNsXeG0MBFvJyLpo4zH6wTc29SZwiLxVyzLc3+H//mKENg66GG7lyS4CW0Z9bym2RfaF3C/G+InuFvVNHdh3ZRK6q4J4r/y2g9/l/yH4NW/PZK3sHLenwpHt+Nw30j5P6nMSZXOOYOW8tDuZq9poTipBrxOpO/PSkTXwyblzhD/3yc61P2bcc0isI+6h3D6nBiPrQ/zJ/z9/8tV3j/GF/7rMPqx+LRvoCtf4Ma6sLx2jTN91rBua0PIkuMYaoMhY2F90MniZI/ONblNbsnTcludklz6XPrlEeYrk6k8Zd0qXs7TcO+ekmisZFziMKM2XY4fa8q8paxllc8Ej+gbTCA/4aOypv2L9Ea9FHBUVgLs8DxvBkF+Qzj9qTMhn+mmNQ9+dc/tQDF2kzCc558I1PvjtHPsKhuLoxSyviP08nLM5ZOgnnlgvyLniN7PiXh5eHz/kylHIxmm5D1guhX+Gk/GjztwfkOs1aJ/fL0gmNmMH7ZU+whn7x7bTSUfml0fmtxi/Nf/Qe6Xn+2GMgSTdnyeu+PqqDaN/4A09/SOc/vslth/HH3Lv899TsOTvMR7vYY0uMa4rfBdv/CIR/x7b/ct+lmv/0zPw6krmSaUT9Q7hkUbOT+KX8i4/zYE9Te8D+ILUt/d+G+NM2zHnIf7IYF2lr9fkXS10E3/y4F2yzvjiV52vVl2Ik7KHxd/OB78dcoVeSJwnHRLc66zPvtoYms6h/j0mV7HH4LxEl8f3EkGHpFi85OeO6tHGmQP78UeK3FLC40RX2SF7HD/s+vWF83c43inl37VeZ1xKjFt82uN1Fpt+neaM5tX9ehb7EfVF1nLU6lpiyjWmBxUs17HOhv+Ud431MhzX45759uPiPBmS5idyjTJhPVXlxu9TTIxYeaNDufbUkWx+is9LiK/HyVrcs/Ry6rMOXWsGVPcpdIz3Yuh/qvytxvIpS95OzJamF5TjZ7X/Uv/9+PA1rpf0jQmuiExP9SGWibAn27f8plNWbp7BfdH1C7/BKdMkaJ1ZpEd5Yzq66iYk+GNLQmnVXZ/4rmyc3yDMSSlvsUEYNqU1sZpgKi0p6gWD1q4IXRvvQ0yZA8NhK93BfrYsvAf/sMCX3z4K1zcfjn6mLV6qU0o3dC+TUd2I64nRMuTW1kUyxRNvTY32sEFARuapOk+fSk57oq1mHE+WgTPypt3slVI2Rq5zGp+ip8NNTHryEA670nmIZn1sO9boBeoTg/yBrwUu/txQZd8JhTExSzYUAif7N1jw2cuGR5/3e3w2G+4Xf2JNtslW13tFO9oX6rp94xNk6M2J4fgE8EhPOyZy1+8LrwYlN5bMt26dILY3I/cBAOtWMqaFRL9NV2ToEsGXP/7+8XfBK3FtMpQ78qxrU1l0c0xjG5Xaz9Oe0bGqMX6rvh4WOWSzZrmhnJzSo6aWtOfP6H6oLpkqdcCjs9C7yif6gQ9etBlr3WMjdiJeoE8sl1Xxg3cty8kjcpZEDZjlaVz1B4xSyF63WazeEGR9aoxU0RzKGNdSsREHPssw78UXyKSt3sgBfCI+/lCO9fpT7voNYJNZbkRZ+cW+8nY60K12SFa213NODrDYPblAWT3dfMWbJOTd8obYIB8bVfJbftg/6X4BIFqzyDBtW11/Exn/j/qQ/+ig38wt8wKBeGGO3akknuVfiaUZy/NRQW9ZpD1fsb+PCbsNWgl7eObm4xfreuSksW52ZIp7dXxTxqeoYd4sfD2OHa6ccB2Uh05De5SHTaJ3HoGheI49HbZF/72afsNLx+4Szp91v7PnOuoXmDZc5of+N6QiRx1PD3bq6MYhxf+cndU3lc65mEe7PDT/lzUndFO/ZJc4X4VKRUU/+Nlu3vUbrhC19bj6B/0p0YtyB6e/K/F58kPXnxvgZlijk1HmwXKlDAT5D2OtHOiJZRuQQhBtp5cdxYewqyX705KzJt/f/PV9tFBYD9jPQg4d7VxKTp0hMrjIH+G9f4kaf/u3Iy6Nav/ccQECrcch+bMj1LNDVw7809shSuQpR2y4NAfWsfF11LmLvoxN6WOfn3BPlICnl5IpxW0EqqwWB22+PWE4dI98xjboI5w2/V7Wcy/TbzzW+CPWMN/M3bchbT5olKGb6xRjEb5syEMlz/9DF7nd8jbiQ5jp0shA+FiTm0SiViiUabbGtCxEU2zC/63d7iyNiVDbzQ7Xr4Sb2Qifr2P8DfhOFZ/s4Uv4Glj7FR2VTVkD/vr2Pwrtiwf+rQT4P+Wl8/d+9Ib52Ha/iOcaP+d7zm/4xbnF6E/0LNo0/kFH/2i4jyD+cfyKK1uTvwPH51fFPOOMHOwFHhfwR32hcPkaN9H4eDFmrqv6+nUCW+Chce5hyN/7OWhVA5/rL2O7xVVP1lrs7Yr9NUZU17wsXuzbG8FRpcXYEVLta7jDuLLwpPGDW87pEm9tYBOPA3r4XCuJpc34L/Tza5bCD30irhzmb+DFuNEvnX4Vntpj9zFxTV9mtIqNfs3Pay71dHfdaVDyIOsp+0Y4cTcyEtz/FE/i537I15dGmn37yC+D/UsmliXm27IPlDJ2xEhdoV8yPQSSf5Lr29kivfhEhMzz/lKBteuARDvPEfZ9d6awnzK4L4QP7koR3vwVjnyf28Iv42G+8Gv/ui1e5zW+wcJwWga0iijjXE4t08oL4q3GH/aXzgIzAwyHOHCiBz6Jb0jbXABgUaJb6kKP+XrPUayJwSpenMZzQ/3EOnsozinD/hqGSaOx6jz5JiDXd6cbOqkfXYhw9SkHR9puUJNw6ChTV6n2fGb3r+h6mp4juvfQvjXTx7zj9Myv2J+it7BiPmK8WTc1VrJB/fhYOUM+9nqotde33A2pL6h8qTE35egYv7OAGbKI34Z0hR84R3waQ6+QHwO4Nc/jt6HerOz964zmWMgCygM+GaC62d2+wWQZ9uK57DD4rA+xUmKK6ziGln3yjWsY7Eukx7OHBOrQ4KAE7dJRP3Jfhq/qmeeq/ywQVjTwXPVdhx0P9Mxnhz8P4EwLJPNYTWTgfUx55sfc7+MknSOQFS55go62T3aMLWW2agXL/WNdk5+OO0++iOaH7UDYVJZroCScJqucUc2uGJcjHbNvRl0fbpcbUDyJrY2QdLkTXw9Lfoowxv2IjW3YzeXccO1cf0T2D+1bxU6JGZu4f3xXDkUesZklu6JnNF45UOOBxZbFV6iVgeSwQWj4I6sL7XJyUTd2bk/kxgXyihKb0us055geP/LUIzqJf3i5GytbUMucxgJ7rsoGA/6jfmkMJ0r1cSzynjEXSh53SF5SosNCfpmD680EdKl6MB6dL1+iT2bS+87jPPdTx/e031e2dcCCRheS7Bdjy97Jzp6ttNi/qQp+XMW1vtLw16/6W8R54X3YPL/g4jI1N5uyFvcawzihy3EgY8Z4flS4nxhB/XjcxIUKTqoe54U2v2up8c/j8QI9bTh9vG8G6gtEfw4Ls1NJufPjOK/VdcKitairG606aJfG1Q/xvriu+NzmMtkfMNdQ7uJc+OMNgEsqYruQd/7ZMmLdAOG5OB1to81chZRdCX7fLx3jZrj33dCz+Mfp4T/qE/BPyKenxq/31POt/Tqhnylo53MvWcdM22y7lG/7kpqvVc74QMujdma1V5YqDsjTR2XMdP3+Z+4/h4zz1//89T9/fP3GBeRz+sAY8z16Hq5pDLNjxejifDnKzHkJyz43x1Gj3cfLfgyxHzqp/o4xHy07aMt/bd5Gvxvz2wHru12KM9ZI/O43d9xHX7gR1PS9IkHXRNbnH1eoz3C0f+f5DNUVN7TPaO/2h08GyhqsPHDX92pMHxvPnA89z3e1zta/yJsjDci/0V87ONf6bPSO2K77yhrC/mCNEtCwT7qUcw9dO7Dxka6jvkH3vlqJ2arWtWlTsaSYmuNqurF0Q+1ie7jnBmVCHdfz1PU5VcWT/HQUV7Mf7+gqv/V5KieO8gTT32PzAPpwv5brscDvl7L5Nzm69e8BnZ6g/4x8fyZH1955Ln7XPP9vgmb/kRc5TwUjnzP8zEfMAyr94C4R7afLVwYwi7Mms7qf2ep3Vy68xfAu7VaJRcfIe2xnPTryduL5ozxdqz5odfFuS9cxea4hee57gq3nd6YD/TpJ14aGthYe8Xb+9q5RutDERSpdeFKdE/xe8rUWfPGbqNDhKl8ugMWG0JZvrXqRQ1UZbdh6vbLcvue9rV/2lmXxefXxe6Qx8TBB9VLu2O6bFTnUTvfqjnNFL/+qv99sIH9wflWH8e61U2sawBlFWDw5M/Zu7shkvaGVDhn+2Mmg/I2trgwvT0lF8gY5/qaQ59Co+ll7lTdnNH1/1tPjBL1i4eopPqMlncaxuauHx5diT3+KXxsMm59LNF4IsSw/fCRWmi8Lx6KSzz99HLUTrrpWFMQrH3fxJ54xpnrz1vNSypp+JSjdryJT33w4vftOZEZXkdwHdvKM705O4OAxvvnLE5TxVmfWIulvsssGGHkFTeNY9VobkJl1dfKwAx40GHPpoKzhZu+vOsnFDdQDJkOXeNoIGBSv9ghuUvQJHz+CyZOqI5x+lUVO9U+Zl2udm7/gOI1kuH1lvKt47Hec/hO9ZhzGr3JuprgdTY1uTDNvp3dIzFWulzObZWb636Pe/GM5x1qDZtygoN2X2f6+Z2yNfFxOc7jHDS40tqMeLX4qDu2yvysPN4xz2qjBG9rd/LcNkgPBK//hhDXZOC+M7RUVe0/5rDwJrj2xP31YHhIRHH9arcy98r/+Pb+Gu0ZZzyJP3G0PVl8EWantsM7He7SP7omHO3rJc77HGKvP6TxW8tv3M13P990txh89du1belwYO9+nyx/uE+QiB31o3ylzJsUoLDjYuOjf/SNz5U2h+1xeQaG9uyzIVpT1y93a8vtZWWU8WBhLDiuPH597eVNBejlvre1V6RNlhZdxj2Il44nt2D4RddDtMRAPuDpv8Xd9on8nE737fqJX+2IfVXZjTZlFfoHrOKL1mrt079dedpNgFafhDSLnl6OsXsfIJNSTfsHf+fV6QrAvwYdPbqte9gH9Cf2eWevRzTX83ICXKnrD0B9Q9AeK0WdHjN70N3wGKKkBqNz6qyfnDR8Gv1mJfeN+f6U39rWb58WW5IArtqXYuoL+GI7Gtqec7WENsHgwZPkh49D2/Ot53WnhX/Jxpo3cFi77uxnvDiSPCXau6fMeE6d91bXaet6NT9g3oZ/aqrM//FnG1eUq9HN7Ldmh8CvXOyynW9u6i+/qAHg6+QOJyGTclvyJs5PrB0ErP2W/Rc/raj6v68WN1RekXZez11Pj4t+YqXPCiicfKh/0YEGNdeJReVJg5a6/z4lCjrgdEmlQcjw/9O7jmMs3ncfrG8RbiDmWH3oGxe9UC3vcjtB3Xk8ZG2ienXt2fvCHS2qu1vNJZEs//ZFjOx6/Czz8udYo+xC/5pgdr1esubwWqlSr27PXMs7c2vwX60vupn6WqeB9cnlsxF3lCPK7dEf4I8+xfUR71jcGKYF8RvcR/Vd0yUmITqN/NOHkSYe6NgTClZzVH/yul8q+40XliFfe9IAn/ThUTc20kGqhBSvKK/4L7H0NH2WMI95Zx0zzeXVbeBb7mjFORv3KvfgF3Yj3TDuP7zN8HqHF/nJhdzNovuF27p+p67F953mnkxE/IXnfgOLPY12v9+YhGfNtbF/nmjE1t8T8knueqb/aD9LFeT6j1Qto6yT7rH2F/gV+R4+I7RfY+AIWik3+VuwU19L9+hGL2xj3+EBxfI9nSIeOkh6XpW2sy/d26ALe1VL8R/2v0h7hiS9/R3gf1ffZunChZ/S19OIY+4A/U2b+z/D5SNqdHyZ4uK6uo72WzEEWiX3HB7fujIFsnOy8oe9d+jEv7sjWxayR/oaq/zDU9X791UYwfpSv5n+V3xX5d+K6yR3muxxvD/FrjI8qfoH3lfw5Xz+S+ll9D9lpU+R43QX9xY8/wfox074JTH8w9896MzCgxzWuhahcXTM4pv7v7NXahc8fGs/kFvgk0OXqo7SP0qGYYqpcA9g9kA7iUOaL3UPXv83kgXF+J6cdnhBTFZwEul31uULz8W3StxGMN+WyIG4EZ9iqrinvlWuCwt6vDa2kvReW5xvihPKu5BjnxwZcc8BZ3HFu1XTTHtoG5Iyu4X9i5dl58qrqZT6NwTglu4t/ynCBoPEp9xfqTdkFyktBU5y8lHvP7NF86bn82zrzwN04/fKf//ynzERMDkx2tPPTGqNwcFWCDwxc4LR3JXTgr9/cydTX7l3DD0rJkZN0MVJHfrOzALYfkjffmEDvLdnwFQuhj/Pa09uNz2Gzp0nck9ZulNjTPYWWO/1JAd/0zfyRXXxQHkMw+x97HbFIEz9+exE7kIE6wFm826bg7Mks7Brw4A/f8rZdOUvSImcj9GMeI+mCfPRiLI8mQTY7kiW5MS9rw1ZvVqGnMRYeegnfdfWvcgm5irsrF6jn8RMP+Oe89HjmyS/hiNbzw3WwN0gKO4954esrQL99+1bfbOhPYiWHA3mUwHnDjvyZ+93GET620bNsbOqJsnSe8ZDs5So3MgZ6CQYvle4PQd0/Ix/1cEBHW2XQV+hZfGbiRX2U0finuGpkii81skzD82ki3vaV53mCs9GOlRV/cDJ/YLUkJ/Bfy2f1D3SO6w9wDGyWzWZ7uVHk8R+wkcTHjzwee2n7myq0otytLyEP/kGj2na8GppGyPOsgQ7odvpBizzXqz6haX4u8DKGaz1HerWxTbmhsYk2bzhBlcs1f9Ha/3KorjfOv//93Z5stS8vNvhRXpU4GeKPCxXQtXb7XdasU6pXPoFvfWVC9HUeGxOFx2mlw79d/xsa4/pD3oz6SR8tzf4+sCtSYPVp3sD3cYHPTmXkjnYGn5myuG8RwzMmkDLj0LDSczcBWjX0cP2P9GhEpot/o0GO4Rp8DYm2y/61+YYG0L8M8Qd8LEPfscfbZ/0Fy6YDjYNlTGNCvDbAh1bkI/f/mG+oAZz21XK0a8dHfitjb3OZSrX1x7zEvqzsM6r/upCsa802fk7yO9NdGsPsgGGdK12Sl+FVPvlHniL3skzjKZ/gj6yG4Kwf4qt/dYfgKuFja0kesjOPx+v7HO95epwBm+12PqNuoa++TcPtmmnh+kwZdqz4s8/tJYTfgUv/n/a7WrxJFfB5L0CfypXM3E+e9rBrrcx79O8xh5VP+nGc6S3yjGzM/xlvDwmpgTNKneYTyw/Zhn2yubf7+Ks4J34helnDvizPRtHOO/tx5ry6xwuWxBXy4QvGbn/qOa83NPzL2+AfdFWPPBfRmcs6P23pM+5R3Za0v/76649vX02fWN4axcifDo3Rrg+ca+UqanyfkONA8yTyvCSyVvSKob10p1/RZZo479f89dP2seIJLeOfKVb1bMOqH5tWfY/DZBv+OebCujauc7R31PWLvlr3OG/aZNr6ckXy7BdB21jmviv1Fnc1/qHBj/ibNmv6BIdw4CNw2b8fxI9wtvzUmQ7NCyUWFwE5zhmJzKr1HNFq2KISuefju/Y/vIK+xwv+rs31OO+/iQE58KONjXnfA0w2j3jR5/EMP+B7fMdQv9PEnNDT9PbDN8o+j7L8nk9QuB3H61bGjvpKl15+4K5rRT/dLKzxq3zT9SXWo7XO/tu/mSP5H9dMvVfrlx+9Xswjpa/ueVXXvjdonBJ4tPY19M1+F7Z4lj215S84I5dCk9ZR4fGnvtJv9CpHHqXPGALPufrLrlF/seEFZ0Wv69o6cp/2FGpLb12/1ZQw5hf64TNkoMfE0xQRnzJf2NBkPQXdHz6OmW+P248veoCzpwODOKF9rQx/HY2r+ZUAr9cqRn1at62D7p+aEFUN8PN15pWG63kqxh4+0JIH5A/wsQw8/ymvsT/aPg7gN3iN65YHraNWFuvaiFLaKT+W/V1+aS49GNczXgsBo/8WKAVE/IFPCXxHRx7Sfz0/oHB7dZ+s3nIrHZG33u+jxPqVfRTzABxzGXwUU+ohTlXGvDTb6Xxf/hXQWbnfrS4n9E56XkMFkvMNZ4srDrfu7QHOFmHoUO78sIsM2gDrIIgHtHLxXSccHKuLR/Q9W5IQv4YT4DO+LFDohi34BL+Kz3aSqkJE81O/aWj+EZ2+4mB3MBGeTbA7+tBzxpAtRb7pIJ2xhVKxoP0Pi4bHxkGAzCKWEPHxuBYvJoAlagEKXydc379/b/qioxCwMXNYwXL/u+q7CyRn8rDnWO9zX0mOYoW4GeXCH3lj/7PtM76Sb1u4P37YQjveCH5W9kfTn9n6Sn3eN27XcvCVttzh9cr1Tzfl/Hf4dKLGCatySj742KPYZR/ff8Rv2ypnFVOM9cdq5NJYZ4jtvS5pLqoh9IzumuN/+ITwgNnSxfdKe30z26R7BouLB9wAfby580msgXUtfCgEc+zubbqtfR1P0WX95dtX++e2bgcE2tux/h6gPdRFXFGKifZP7AcfYnqVKMWGRflVqg/BIx5Gv+yEZ7zRltyX6zteHwGXHth4RZ5283dprvA9wsk5eoSX+34X/6LTHR9D81xp47Q/7TpgrfXZCfX8Jw/6HBBMXbKV88l3jcNjtk2qXgD8XvNRVlhLudZZHfj521/fyoPEDr3+Cf0VikfyEb6RB2nSp/OghG6lp/f5OK36D9j+2/WgBxgPexzKOKTbJrYAAEAASURBVDy+p392vNDjLp/H6XCY4q2P4bK13u2v4w4GDH6zUuOo46FFw0k/7NPPhXpxHoM79/e40RrjhjbxEZhe0zks55Bj37va0kX7rtVR+lgEGoJehnn/OK5lNyXeVtldf9bY3R3/cj5V/PfYOr+LE4wvX3Fv/Ikrwam7vr1c17+HweszSuybQuwFysjWxtemH7tCb+eb1xjjJ3x5jeo+lu1k7xM9SbGL7yfZDuR+fpBuSw39722O40acvVfqc9x9vjvnkePa76/b/H3xxc5vOAaHzO1zBf4JGLIPGx/Td5+Y+Ex84478flJlMjnUx5Gaqu1Gq6lRbvkUe9KE1jC9knUaul7WlP5MqCt52JdvoLGZ4UIfdOC2drp4zY1VKc4bxz+rf3TRQAd0483fJq+ewbf2hZlfcjU5wlty3GZfYL/a01O6oesw3QDxm77ZFqkZ9B4T9PtTyQ4LHEmJYwdXFHC4DL/Z4bDzVS3bgT7wU7mXm7Hc9hU+PCmhGvnWYaR7KiPu+3wCPhEMgCw/yy4bMXfcQBFN4Yt+d/NXmPCH99iGm+D6Aw/42IbekEGppca0n4MKraF9+Wozgj2AIQptxD3fBvI7TW3mLz6NRT4V9jzdJdp6QtDsuSP/A3FH/4+iR/1H/LHf6SM3edhj5Evb+ekCpnKuUluptjmxxYvLqTFR3mbQGCn+4HReiofjSxBzhL9hpj5so3SOVSlriLbooQrkpoRliXr95k3FIT+XN5BecbI48qix99XmbOnPheTeFreI2KyttxbMHX7haifKHuDQOmP/9HWBX82Hau/HZMfH4R5Hmrv0EJjWqmN8ej02nt0niZuCo5+rkPFYKQMiPjOPEo8ZgL1GQh9lh+bG1pj3vHB/OxY0y/jpGF1rsN9Z5sM1Fi/Easnb86y5KyD52yO8t+X+74MVf5VZxi5qqs2YUF7VSvhFhsWIypW8S7xW6+NmvWz5X+cnu8VdRGTdTZNil0oO6VYO1lQ6hvIzLhAOKmyac4z5ShHj12zccCj9GvM6Vhu0l4FbfJQJc9Y/BKkvxkpwP084ognqj6jl+LojL8aEPOztbLxYfzdx3/AOK7bvsX2rXh7lmL4uN50HgrMqH7V3xWsFk54uw0o9GNPyUn7yNVa+Cz3cb/gz4M6dea2X5f5Q6nMBZ6RTu8A2w5L5CQ/5GZ7rY/8oD1zfj8hSW92lg4X6Vxs45jPwxnLkP/bv5Amv0ZqtzI1H+Jm38lFH4BPPlW+dX9c39n08M79H6tJf8l33zDPmiWbjIwLeRhP6nYng/A872OfSDv+fcVr3t/Wz7iedrz9gLwr2VWvqPP6OobhAt0K/DoDGDlxdc8vnxMCNWcOlonuvIxQ/QEcbmm1Z5hmfYxqOxZRtGBTIBoq4bv2pkuVIttoqC6naXEBLNLma6QVH/7Cwt3TEz7xW9d2bpciBH2148NAQ/Q6v8126/gA++jZ81q+D8xS5WXQ/vtsLAF8jJ/Cfzu0dJ6S8poYsO5eVBjbWrvfxWL9CtuSMUhQidTY9EBEvHDnSwGW1Z+64yeb1OePqOmxHetAgbpT3zBWysXyDhoVui4cFD/UpuqETCvxavQ9/gdsB77JfqPsY8i32D+c6wFCyi04lef2b1nKf6upHLu2Mk/V3uM2Ha7dD9qFl6H7g2KQRPhEoaB2BvuIurcKZpYVbza7EbV01l9ajVQCUfb8ayKYEgfbod+DgUQbeLAucV5Y5tl/JN/Nym8z/4xSRkT64jp934/BR6jDTZ3noht/UJz3V1l/WucCUv5WRb2cUOznYIz7Fyw+Pr3TqRce+LAtBz3eDnGcU3gzKqLl/5YKM+5p6l/yvYVm4MDBqeF1ladnH7CzXwwdSWFcOFg3jXNFnviMfgsSDaOx9Xftti8dwYSHscB9wYoAl441f4K8uXQ/Gwbnj6yyLibWeh+auVNc4wosxVTvnR0LfVCPeQMj0q/wD73o52jjmU4zPdZ7vw4yTvFHvTmas7B04n+jZd4X0fWoNsTkjvAOSxzT4+9xgm76v1n/zLfzg4jXtUU/OB0eSB9vZlkfn/8zjuhoRDz6u+7iF/2L8T8VBK8RH6GcBrvcLeClxLe4V+vDc+0AnPK7LLlVqbynyic5swQ1Iya97toaeHk+H+ub8XeT3z9T/Z7tQcEP/W6j9iYns+GkmGLRMPWde0NhFTLtg8Ti0P+kXfgNYB5zmb1L2Niq/8AxlKKohBYp9gujp2vnyhvv/KAeC82O10N3GqmnmvNT3Ttlrjffzk+Iu67jM6ZQfDz1MkekHf+CL8FlvQYavYr/HnluF3uTrAozbeusUaGb4YojbzwW/a8xXN4HZH3OBnjYcgdP+qFKxpX/cKDiTSzyc4d3rz/F/TJnl59g7psr8mYmOKe705iVLNxtee4ih1hTnGvPnIKXL4aHvRlM+1Z/nMvuN9/qvWnZDS/SKtZbz3nz/iPj4+Wfof/FB/E4XfN8BP7KRxzbtf0a9lMd/fnt0/37dII+NnEfh3+tcBsxmY+Y74Ly5uc2tN8t9B3ti33lr/UJKqwCwMo/fcfzk+VcMXE6mT2xfVVVsYMDL59e7Sib/oVNjkfoa7N/KJQ+0/D/GLjlqfleJ+/XzWto96kEYK2pMHvOht88ToAflW4Y454/yT0HeC8r7Rb93mftHeuk/9pM4x/ktSj8yT2CfVObYwIxBFealTfeIndrXKBLBVJ3XwwllAqDv2ME+ZoRHO+vLGL97rIK/8mWne+h4XvO1VrbIhuAPpc4FdWhPc36I/greOacRw/XM53+r/DH5iE/Do3sOPPg28n1pu+ZHicOmyEslvJwZ8+4rYmmnnHLJzwfm+Jpp1jjoRznTrSDE9arvGHZ69QNFvpY7AwrGuLki1vS7GBmVItKB6XNtdEJI1VXgp+5FEufedku8An3xJmsy5pG+GW+uy3b+9OavkldP9pbhKJFg8vJiYiz8yV9huH1xc3fgn5Isst1wOOPPVwEG0tLkxK3MKNXutoMRho9FP34zIxJn7nEITzJNeEX/6tuSGZUDK84vDz2f8Mws+ctoXB9NgH7jEv0aXlOE+NjEVPUfN7R+/vSvBr12Y7YJsUrI8Zu5tiD9Ybx+cWOVftF4XS8XN62sgY/kjTIsVmEYRaXDecdv2+SFz33g8iY/O3n9bFI76Fkjywr+bksLGQagMgMPMOOELPppqx/fZ5h5ouREzgPh6ulKeJY2A1mJCaNMl7y+2JTLHuNZXeQTtctGnzFXBe/syDHdiK5XOl6VDBvh0nBqgLR+BU6NaXBVljei9Nsg9Q1gd5Ph1tTLuLu6b/DlGLtFwrziDppIWjeOnDDExmNn7roTn/DIczaDZ+VWRkh13+02kPClFJ3PP36jaCU/eFNr41UA2Bc8GT9K6CjJL9rHJTrZCWh7sgTYSIkuA7zElfTjCdLZP1nXXBenom/5YCwItGpzm9jG9qBHHT/yt6yLFt/ennU6G+9+HHzuEEz6t75F/mSt8o3fDH+oPshSXkoXxk3ec9+6n+TSX4ZU1giNra1/pQf3JiWMjagLRJ9OVZrtw2E+RsJvPqgYzkONyofENm5leBunXaWO/667rZvOf4t2scP1R6b7TKTYJV/KBL9wIT/Lv/Tr8bAv9iS/AczH0IieN8VV5yjjIrU1JsYk44Nzpwwe1bfG178ZwON0zWuX12vsa1D8dw17whpiWv3kL7i+v6U1lAv64mvxGYIOeBmEykYn5/x2E98EY4Sld6QXMHg4f71VV/KvxkWh0TgvjrO54OqDIejFm3LceKWtfv0r/23u9Hh0mxZqXQfha9bpkeXG7lFAvhAof5Z/SiwprM9h3ArQPtp0onqRpY+Ivy8VAfo8VuIBHDmC5QP+Ix04bRkCUMqQ34FLw/MtmzPyVhu9KHucI/6zxBVEfPWnn2f5+rWeU1a52Ox0x7L8t8eOxyl0B6/niY0urwxiUtn9FTxS1+WqYsjnwHKOVB9gLL+hmQfiMr+riJZnVVZv41X6GU/zIHNGyWdQPPitNc7noz9FoLH3eau8cSjQgNbSuFWEFEfYY+eLom3yA2db05yx8btsUu6Xmx7GQG3m/pA5c97FB5GmfdHqUP6Kr+iR4/PHhmBgwvWDBu7OnyR9HI+GWSrYtNM/6K/qE3gaEuer2O/lji30GOExlwbfGecIcmx/8N/xWNEzqjua6B/n55EbmHzTm4cl0AX/zfng6F/lVQ5x/FvGw+LfY83irv5gH2+aln4mYOE1Jsf+38fPwoYMYv3OsK4+eqzrtACzHW9LLs+jEmwFpnnGfFlU3wWg85/8N10X6O2f7d3xd7rOv8mEEU4bFL05rDGQfjEWtTfFQvS5HlyLI3+jH85Rirfs8aHWD+/V+DN4mwdbHATdnRr+ogxayfph3wQlP/kaGX2q+fj0+rs/cu726vX54zLlF/eNuIpf3vP5flX90qOnF35/5H7Xr12mEG3xm133XcS2nxdXeuHpImo6xnbqulg1fi0u3KcT4UKv3r99rLn/PI5XvJpXNW9UtJZPTZeJsgNIBjrEmsZ18l4fEYLbMTmCtzlipDB36cJgU9j67cG2kX/EbT9eit18zHTe28Nz/ES/x0Y/b8M7x7dU1TyhMmIbPio1IvozPC9KXR/tvJXhzIyFX9roBxLwxmaq4J/eTvQb6eVfsQj+PUPkO1R+gT/5QSkM95vL4oHbnNs97wutmh+SiVxRjbZd4LRGIScWebgmOIeiG/pSAj/ncI7hp9jaHVvM1z1C5Cr0Nq/Wc3F/QJT7R/R76frVGK0xKF2P9I51PvMiH3ex5LhgZcqujmC/SRBdgtMXUGo5UFXPbWt2A7zoF0oxGn6/dxnB5M5mjxTwrP8w8+SuTX3v5w3BfwW4jwuf1MMw+Xbt38B5XS3GzON+xznwFAnHqTdOnEHb5wey1J9wAK/KKb8u0iVe+JsydZXqDj7i0dbCpN+n+JhjmG+yUCleDnJ1NUppoyNfdv4UMbF5IMeFvO5z0qGyNnu4xvucMM3nz3G4TN3Zgi8vU2tH42PS8dnTM1dcmS/KXNs54gH9pBd/e7Vu9WDDLaIFcvZBcWPdZCxQHSSkzh9bzBd24HOV7zgS38U45Td4dFGXC7vv0ETuz0OgbWS99lTEaT/JdadePslKOfTamOWxVn21j/iU4e1VPWnJPv4qqsasHcSKwvTXH3/bjZO/bZ3RjbQ+bH2/kH3SWNyojON1g9RRV8vNbSbPEiT/DfFvXuqZL8Mr0be1sCc7bjFmmc8xBb1ZP+XK2VHGu5oU8Z/kDvaf8bvbf0VHeDb90KmLc7D6UjSNLnWNcNqUCfWDqp6Pv8V884B/Vz7eOu4G/5GH9sh///13N3ePOCl6y9qwWx+u7gtHPD0oUb6C2OzYz5fk8KjdvbYuXpSYNHbhYzXgc13OXld4PV7qq6kzf+m9vvBiqqe81Vqe1/O9BrHGZTl7/Hf2yOf1qLGsda+76WEAndOhK/MKY0gbNi8tn8iv0ON6XAXN/do43/mexMfa6/d5vpriFXrownK7+Gzjo7q3F35O+RHn0jurIi+E4Xx3uK+Cm87E2KtYvoOPkvLf40EPLOJyw0lznP40/5U5sHytg9Pvz882zNq5TB/XW+zbybneD3b8p/zzc8VdOE0qTPTyRbqVUMLyun9dN+H/Lge6v0Yn1kRZ99Z18Q3uI0pVxvEavwS/sfYR/BnjUfaFNmtDlwcX6K6ifMnXyRd6mtzy1fkJjxijvCrqCp5dkRrQrC3ZRY8+MgbET2+O+cZc/qhiOlcaz5fEq/c7Yzb6LUklhkS7QGNfTZkob1U1d/O3IvyG4gga2zbKhU7w8sUXZTXgSQUxf/0mpOny04KsnGSsVL8G4w2P3eJ2jcsaS3pO/tLdX3M6NrQneZks0jopru3Jk1FEfUQF/uoWT/haZaT4lHbTZyFdfdJfm3aeRvGTAtv229MrPI0Cnhzn/PTku08s8OfkkwcR7DmfKhGHRhZ1J9z1EbQsV4TRXiheQeggVVyPkNFT2abLvrfTPg3P8kQXn+vwCNZUrTDxYvSwz/kBra3qP8fxvh4fLSRT9eo/nqSh+0KZ+brdYigfu3/HcMM3GJfpJY7+DPc3Ghg3YRkeA+rN7lO04kOZO79YTN0/zIe9i5fyeXpHF+O+fatfklAcALHKXv5oL+2djvRn/wgX+I4uw4Vb3ti18uBBvkyyrItWfMYxXiIPQPJoAJsh/lvE4nnHponPACi8NDfqe3LL0cfTgL6MnREnt8t4mNKRofT62B/bUnUh+SE9KOGXfe/zjYg0Jr1cxxfc7Yf+QETrIo8oRat5mDaIyCztk8ACFz3GNjxfXzL+qzlZ/nGJ6HNH/p8ttu5QBW5ef9BSvdIl6/P1T/sNedv9GdRmWvunSdz0Fg1PqK5CSbax78r8QoO5JrxxjIR1lX7m+H6I9EVn13Ve3+gvOWOxqmXhl/xsANnW7FPb+uW74uQD9YuvytrX+wdeGi8/+dkxyTGZIyDzO563dpxfA+91ajxlVrHNfGjrcvGDHDsdG/oJ7whwjYfGt/ndBq+8kWAqCVZ0PRDR6AzTY4kbWiey2at3vEWTx7Xr7BpFFvGjBNZ/DzzLbZc9vgkcb1oYqxv7t7K/7KQr/rWe+7hhKXkSqIb0QYdM13xVXeBSV2H1QfoUMac+1s0tYeaLMRcVzLxvupn9lMernCS/9UwY02NtjO4EUXwlZ3UjU2/A0X8s5zW9rkPVR7GrBfBGjMiO7LtjrTwW55w4plLv6CvG5ucPuzqiG+dCslgnL+nXN/Tko+dj+zB9g4/MrkMNXaZp9XrhrYydfpvUjkP8RjhXOroaD8bNEF1f+inFQboXXwvFUKUH64X6ZXtrW3+mVb+Ok21lwWF8Cq9MkPOrYO4/4CHnXvLtntWDPb5msF8r3kmhsPLNg4Juk7lv0M8ni7v64N/yhpHtZUvb4v/wockb44c+5VqRxVK5jlTiXzFa21ZyLakA0wfrrEDgwDOhbavY19G0PDEyJe3BAd3IZ2wfsNh0mdwi2/2wQoq8qbEvvbWvq7kk3dBjRS8Y+tM/4/f2z/hQrkv4zXTOFzh4cAGudu4LuMczvzG8ogN2VoqnZMC7cJbbe9MHNuvFN+vqBPvxGxheaDovrl+dEcgeXePSdTk/69RcoGtKKm2nWlXD7mN+aZ906JdjLi/rrXNMeZBN1pitHBoDXXbUfKA3wtf2rccPHipFd5L+jTfjjizlITxKZfMBvrqh0aIb1z99/s54PavRDsfvcdatMk906B81sKEz9w3S8HXKMgbu39DP8WPMO6J6DpZhe/9lrKO6dLZVsN5vgN/uOh39I0fZ4Xvv4/iwCO5IkSugeGh/pr9ySWnnvI7D3Ii1Uzs6k2e5Ip7uc/dt2QfOpM9B8v5geS6+YJ9pUnd5K9faO38n1EvV9g0S9SKfcqScZ6nd/BzxG0xjvPT8kLxXxlrjrUmk0DPmsacvfYbrPndcbPEyYlxsfI7wNT7mi6rFQq3tV0Aj2FV1BcKYj6qFcY9LdKdix+N89pR5QMz1LQ4YtD3lMz0lhJ5h8NvQRqx5Uvw2ijVFFEPHsVhsKFftBzzCr/GKCnETkPNa9tU5dvZnr9e5bC1EZrUuarSJLUs8MCyj/UPrstk3xscGjONx1saXWrC1eAof2LGkXS8Ly2J235H8g+D4M/tIC10fzccG9bT/rLjF/mMLr/fii+LDG04UvgVru3hwXeJ/F6bGQ/+4mPSsdeKj6fW7LgDb+mG7h2dZTvSMOeWE8F8EKDZqU860mGx71n5tqMumWkNkf8/yS6pNVXi/Ov8nQSMghd+Hyx51sTZ+UNeoj/pG2IJFAQlP/zK/He4r4UXmSU5ftWGlF7SzXaxzaUBXDP6F/ZYemMfzt1TzbUoprt/tgzv8uWmi+Z+66Mm/4gi/qvyQT1wXcvYai0Jzj+Qa4xMsyS0X/oapBV+wh7kyhjygP4rMZzPZ3yPeI+0rej3Cd0VjYVwO7fF00PbW5356/LoOuf65Wn2sdGL2Y6Vel5ZjteS7kaKzYom4us4xMOETkLkGDrJnjN8Lgr7mpZcqVuyvOayfr7BHHR7iP+b/M+P3kAKXiexm1g0T3a4g2MXLE0vkZc0zYsTDsFhlpFR3fNnhtqzsCJ6J8N/q2zywGoO3Cftkxldja55HYi965C9u6vJwxxVzn11nrsh4FQ7+O/LBq2S9io909T3uPIbqk03YlWU6bD9POW7t3wz4l//85z+OUTkjCAf2TxP5VTXhoJjIoFEdOtXzAQ79tP3JI+dBn5f+NAWwzMvr+RRh7tXTGKtjlOu/xdbbILq93JHrsR4hb6Rb6xdYzne6i18QbDFLr/8LhL7IY9zW9CFleaU0dVMNvr6QtnZ9Ahm8sQRvhNPWhKSL4DExmd129ZYnWv78sn1GobCATg3bl00Hb1KVC/btqrB87/6tD+xMdAB4ghD/Bpy02Y3/tfGFn/OvNKYnv0ET/nM5ox6i98UAfQQJ+4SfJ/DgJ7w57h3qnytZwIKP6xztnjaefM6cz+vIEabbJ5+EvjzZN3IKutW42ESqGy1GBB560y78zP9q0zfK6Nr1ySNw4UO7w00N4tbuAZcDOr4mmyergCfSUq0PILU4GfvLtxQlYJNXHleyCPk1/iZ2jb1Ks8o7PyH4UccjfJhvhiFnN/+GSm743k+9PkF3t7aKA/FYx21wdzr8P+p5DI/5C7zgO9aO9Ruxox10yg/pZyFbjxq7gi0XfiHm+QK6dVnyr3xE/5pv9FNj/qQ9lvgH/85t/x1EJT8qgAMvt70Z7+A213tz4k8CwSSVenth9Ruf4uGzRyB3sT+oICxb2QJ5UTNJDk0Lkdaxr8ArDXkledLD3/DzfdiC7QTSRVnxCN9di/+RUdB7D34d8cY2eNDTHvHGNnjQeWmxUOcx8Ce8IbzpBx9+I5x+Ssczfw9XQ6AHz8vVWEee9rjeQv7Mb8UrOGD/qBcYx1JtfhpiFT2g/3q4r5NuLmG7vxzyb7SvyWtP6rtC8GN+UVu0xL+mrcJr4I/erUxPBJeczfEg2tTfaBY82zf4NCSrJDz2ablbddmXbVa9zB5mzziHCF/5GXB/OExwpgXyvlAPvIWn42j/6xh3Po/jj/EfObZxHTtqO/vEQcdy2D9CB/+xPYtb84UefM6TaEepgImguU4nDll2zRMbs3yUeKgw8caejLOra5w5r9nh7OBhh+uI3IA7ZcCHiWLH+GF49pXnjVghfxtnzMcpF0Uz29H/1hbzy6hunm+KfNs3gbsaH/Cdj2VlMkM/IXH6LSJVb+wc9b4yPxW9Dufp0UrNJ2UG6d6ImrCkG/NybCodzcLhf/76nzI+nQ8U3jlUxvYk5BxQ5v66f8VPTqW9oOfTPn/X/BnLca6EP3z1fV46aM/cPK+hm/vvQZADP0pxcVPn/a9woENapnPaeDOPPs4tucYiHvTBD79G2wd3bCO3L5UMRzuQvl9rm4eZrfO24Pk6mBJK3OqJMjrDn/239gfUxSvi/EgPY5zmD9mAH4oe5hfkln1AwsUPojk8NnkEPfIOeaw6ky6rbmA7/uUts+W5IZTHZRudQQ/etGR9ws4dN/QDb2738/fIBzrg0NMey7F/pB/xWcszXZk76voT8OM4Qw74Y3uUO85PY/+XuuDAb+wnP87Ov7W/IsZtpqlzjbjlc8WZO/xXPfhMfbLTdZR/WtRYXW8YG2yIH9HcOZgPuF7FeQJzwSGvi7LxsUrG7YdPyo09a2HDZX/SMLwCPeDl+YU6q27wAz9K4i37NHqn8dE81OzNNM6HvQ527OIm9EF+lrmvB53j4AfgfVtrna839M+csw1z72R/hxK0I3/0AH3sB77j7/Q5d+75SfR+T8rftO1zJqSjZ16n97oG3f1a+Eq0zBUBXdvH9WfyEbktL4f4xh7wyAve4AXeysW6Kh56U9lmtIImf0x8faMR8JYTjXNXQY8OeNDw/AnvBKp0yvDwW97nOr7HD7qr3NsSfEQ75rHz45NzGuNX1/7t3bUsVMKFv5nT2qYJMXfLVeAi/y6vz8Af1oIPUMFPTj5A0IeIyJNEqeez6Q/R4P1CVgn8iFQmhau0u9hEH8ojfldwjuif77OJPc2d0keb1bt6ZR5XdLrCfxyPse3bGPsiwZKycZJ6Rf5DOHVq0Fz9xPndQ6LfQYQ/fczfIeHVPGNufoXOz9jPIj9bGDrOfTNE6WbZprO5qVOguqeyPs/LHjaR/KMB7gKfe/5Jhmhr/Jp4/CdZ/XpdX+HDK1ohh/y/QvMMjk4cdHKnOPmdjjKHVZXKm2UsqKakfHTmn7P+d9nK+F3lL3we0rhKcwevnXhXorznvsPn/x7c3ysP/jv9/loff0SuS0aZd2y+1NzEBZdnx4f54o4Nhea1Ljw1469vf/3x59f+olMhSvPysn3KeUZg/4pvit99AzYj34AUH8em9Qblx6GWtc7EvXI9brFbfYg/VZa13+B34u9V3tBaVH7+pDDkZvDz3Mc1b8Wx3UDiSewV0n8pbL7wPBvK/EYuzhg9hHglfvve97fG+GXueL/kf6YE5oCV9swXq76PhClHufF0Vy773GkuOLnxs5JDbFG+cv1fyfv9Ydp8jAv/P0Druod7h6aeT+/gfMzz6jzXYveV+x9dWOeB/HaRfbFHPDbhJb3a2oym5TkO+18i7EVMNI8wfjv9VvACYy93crF/F5fbG8D+hEMkt24oNCXs7dOf9jt5KH3NDwqIdBfHWk4fMu7xuya16VzRQwZyHz+Dct625enN6hQjLzrgCxvYg52trQG7cEB3htr4EnBk2TUxW/bTwlww3z15BP8sX0+PyB/VxKLJaDeGAN8vgB5f4idc/entTuojHx8HnCkavh44fg8ZmvMS+yT3HPsZDOIn/OHceILrFbx1EjLKQR4lcsBjEP3ExXO09YFsJfTqo66nqnZPwDXS+gSSTtF3h/gxuf/6riexY87ktwDHOXHc6K50lryI0TTApsrPXxZj1q+/8vvAQraDOG8b4g864d3pf+Q319g/GZMM8zoxfjD5GuKe3m8eqH+v4yz1DKI3tsq4Wwzp4BsmuNCw12fN+Qg/6+15jk2K5TW/x6CaRyy4iq+MQw0+vzig3FSc+3hkWJGFHt0TqKEFNviTjD7/qvfIbqg5AbuCC82VcvX2r+gkxzys2hU2xzh1/tCao+PruFGor/7xpuaYv4z3sZB39I759gJfHKi5HltyPwjXeApVn5/HfuDBYV0DD3ov+zeCc5/yPLfXsRL0PW7Ar86Pa63PoPLfOI7Kb/tvuWwZfcJg9v+OAP+N/bw5ezRPcfFRtMo8DvlMb8CLN/6j71LZ1u4dttn/y+fv8EX2WfZP6LXjBrzYIB8nW+hr63KZB/TbTeP4gNmXzAuCMld0GEcnJ4a4Gx/i7yH/dgpca2gN0Z4LeWOJnsBpn3EHf8a7HsMzbUDWekRMHMW3dBN91tH5Kb6cR+5DKm9X0X5PiX9yrM+SVvrNWDNEv5lbjmoMfChnih7i+3rBwtc9hrfyHFKwhwslY3/msdpfoF/IzxReP337dya5CZHvGJ97pIrH1fzTcdnMj5qajuzueLyogb/FTrnh+WEWjPuli/LgdxzVwQz8gFDzuHN9gM3lnn7GBSIa6PJ8MM4lZ7LppxRPn2elu78ZjBxkv6Y8i81Vv8NGG0d92vmxxajWzLxuita/ESX8N9KP7cZv6GAM8E+5HpCCJuAJOPD4nZtX8/gqHrYyn171So5N8Rjb8P2dSi1Zp/a187s+z34f+1Y5+Covi/e4fx3b57LyHti3w/ONYPIXXPbDFy9/75VgDbQbxYwZyD43WAxUIeV3Qe1+SDlwq61Vq4N5o/Wt0aJ7w8eUKjinyyB2aL8gkgdufDdlUgXb/ZsYfS1M3Zer+BZ+vq2xdYoBxJ8Tx2r/2YKR6NxlxQllHdRY7H8DOhFeqZqfv9g3v+jgW7mmsV7wkf3gUbKn9b4F0ROgkPEEk0rK7+HqHJlvJGjnyyfnnWKBLiqJg7taBZ0ChXXfS+11fv76/+zamm5zerzc5X+GH/IrZgkBy4cpz+KbWArmmNc1zj3ujb6cp8gvA92ZQjf7D24Az5zyQDF4wsr1ySEzmwmS6afOAQD/G3k/cKB5f0GCcixPJ+GBQF8xycGr8rQvlYkef0AX7ccnZXg9U4Yez3B5HW250M6imSactZdifDSpvOK4E+OvkCcemqBZ9HTC/KgOzsN9Ms5bj+ma/bte4UNOTNzo7yclAV/q0HKkfoVQMFyivwP4Q5sYNjImYLj29A6RhWfxjH08NUfiP9vYhAl53N6m/tsZ276g+enVF1Pd5+4n4vU9BkmGRnqdP5Ip+a+Yh90mbarsspG/yi72dkg+8yN1bQHjJlhBe+Ijp+3oz9z3hIg3kPZ5ojFAd9V1o8Z9aqLltvFQ7pF/B+M7kl1v9/pdp9Oa0mM3Ozpw5r+Pz47kVqPnn/3bsxmU7Ttf0mJc7zAbfei0urgNF9lHXgGrWBWpnHStnd8TXGx9+/btj+96SKnE5lr2RVYd2s4/O3hHPDRGmrE9oFtqNYeOXQ+0c8zdJ3+tLvfl36N4ztb+4t8q/2f+r1in7tn4u2JrHsjr5/FXYP6uVhzrZePf1rdjzN+395Vzy+9rJZrpnOtsvgX3vIz85ysMdzR5Xnid/J20j4KH/av9u2z+UX+ixzXq12POX9S3Pn+Bf+w7e8vm2JXM7OvYi5iMtM/I9Z7nnRb6Bc2jN/SDw1yTrtmmhvGPn3uaJZ9UsfHrQ7LpMUdW6/oHVeb4zMor/7Bz44ZY30DMDE7qOb9PUA+6j204IHxB17Fs7NN58Gp3OCqgHE5T0Ni9aR/rsCFKc52P7NHwaU1sNyp3DD8bzlwnQ6i/QictEJpfzc137388L/6xsXW5eX+9zd77KjbfvoJntu8V/O6ak+VfoC2xVfGOEgZW1Vd6aIP1mQc5QLlfus7yls8Vik9rqLBJ5s33UXt1Wyz04Kst/YQM+6z1/u4qp3O8dAOYqZgRlEMJPko5V5uqOClF0VmU82OAHY+3GcNA0fkE7zJU93bIEI4/VWF9POZ+eucUnSkLF33YIduwtwBufWDTLSJDzjd+Z9oL+iwCC134rvLWzmbPwhpkP36OAr9GcKEiGn5jVPzPZCxZtieXlr0WiJ7wq5tqtacQyqu6IaH48YlB8RYTj8NwllM+pO+kJuOpePb4/WJPoqCDx6CIkE3eSWGjNbD08HUWnCzEdd2Pj9/wFb2YzTaJHpmUmb/8FG3okUc7MLAXSCIGND0V2DoWFRujoqL5z3qR5zd/5Q/3ScGB2mLC8USY9ZEzoajINX6aPSWQXGf3uc8/z2zwxDLfPFWdN3/jyWXXZ/ztX0zalc26lZuTsfFEpMdLa9c3jGi7HMfx3MpvIYVfdvrMcNcw4n3GEAT/z73NwrlrAREf/bU4WQjmxMPJxR/nUc6M0Q++YACn7aX7T7hsbqCj7PGP7Pf47unS+JzNj6OgoV05DdBo2ui3hucDc5Hy0f7pideyszKf10n4ly5alTyzj5V+wJR7td5oS6LYPFXeJI752ScB+cL9UZTS2CrxpViGN42tgixgBVcN+OzHHJJV2edLj4HP8JzWGZnlcWl7H4nWh2B1/uk4rGAdwrMNNFvxuZdvKw6xpkUveUIc79pBcVST/j5+5Sn8MqbFwYBr/msu8BhCbkNo7ImDBlhWnN52EDGRF7zga5yNlfdrnf1qf/rlGulquYG+hoTtensVbzeYPVjB79qLN/CQ498IorAXrJwY2Ad8lsofAHnLva1vlsPf9KRsdUuDH/A47Brzb4Pc57+JZy6p/i5tG2Ktl/8/e2+iIEeqq+u2Xd33Rc7e57z/8y27fPkRHwgFBERkZlXZq8POYtKMJIgps9okCflL39KRaNY+TUI51Pc9fVQ2+zFaytNYS7TKeMWXPhXH8wp0J03sWekVuLYPsJn0berSI2WSSlk02hd4tH58wXpoVbSNSqN1BB7Tw/4Gz/5rZh/RZ6ynZ9+UwTnfmRxHyc56evmavyg2dcT5aLR6+YBv43s1+Ec+9PdUpPeJz3bAKxtF+Tvk1LDx5Fr5iDdgxvJFGt6exzH19Ho3mdUvHv34mMaot1LCnQIQlwfIJwwTh7RXZY+vfY/p/COVmbVy8YAIe4HBkHWV/Ij9gavt9C1rOsb2Wc0t1FopW4t2TZM1lzWYrubyt7fBWNsO86RRZ+0Epg1lHyz+qd6kQbUH/jm2j6DPeX1z+gm6ziH8ylVt+AimPwxwzr+Htta5TD0Gc4xASf8qZA/ZWqLfgJDNSu0fgFSFS3/W2b5wAnzRuv/QOJz68kz/s7GeCi3txVkj1Wf+jfwWp8DmcuXzDhjbMf+0AaGf9qwEL8Kz15NX3zqC/05p1ICfQgwHhrPh7Ed+PSI3+x/HntmDhDP7ET9XeEJzjHMefxHX+Mf5b+1jfu/p9/Ln/X4nFuPe3mWPrLXDXaM3NOA7IicN4D39E/A8FG3g16+UfwIpnaO5dNUTT/5NfDcXTjLJ750fNqTCGx6i7Q/66Svxw3zU7nqeZ37F2qfrc/4mFf6foVIegg7rI7rGuIfPskS+cj50gK/6zPwf/cs8VptZP7dR2A+hp85NdbyVb7A78KXDOSQ0GMpl5UdvFTh3YBfs1p5kAo4SfJXo5Puo46+0j+W3JJP4wpM6sgiDsSN27ImyaH1t56gReq8tmrP53KPwGFTUaU4tW1vrb0LJPp/Ftv2xdMD/RQGb6pxV53lyMdkc+2cuyd+BU7vOycgNBJDmkrf+1dRvgHv8DCKwhF+/bUidTz46nkkmy1UjoYN/BhDR0TXBX8k+suf31FYs5n4Z7PIR51IME50at3auzS5wSV7Jzxu8U3yJvQdQJ/0UHGMEC57ijAYxUJiYEWjoY1LMgTV4JgvyNiKaaE5ASMQsKILK6+KpWJL9FKAx++TaM/1El8FSaNzWiDhSkJJ81GdB68im+alHWYhr+2ZlyOcmrStoB92uIHew2AR/xucpO+BFw/svdP28spDklJWToAiySVFv3N/NGUL/jpxzqrsj7N/qvnIX8TbcTE9v3yvEsZ8W6CPe2Q2xI/TrevbWDuOfnzx1bqzNig95QUnXvLkZ6HymRc53OgETTeH6ndAZ4sYYOasHbfPT9yvHxZ77bexLmSNTuTM7eNq82E4wM8ibPDbrD+ZPnzeJf/TyY/c1u47p5wF7dOtcdaY0N0H/lLnKG8DmWH7db5Iwp+qhfi1+OXnGVl3sSr4gV+ONw4+dp9OzIfW1jj7yc3OnB91tGd8i24G+ZO3pMy+79O/CmVxjW43880yu6ldZP9O19jkBobE1Fw5vWWXql4D7ADVmwwJI/5KSMy0XV5Y4CUA20r8rOKd0NScPHJJFx9PkeUCWJWoXX0voI0CHj91c/srjoLl+uj64HMXYB4sQ2Mlm2GVgvwD92zXz/OvihiR/QdJ5mUFS9GrBThvItOPJXL6y9MqxXJzVWvRIPtRa4y+AP2bi5t/tK+7wd0dZMrOBSd1PX+8cqw+tDvMjnmQl+zWnfhXRn79welGv6wlK9MvBiwH5PCRffDW/ZbyVfb/42kM5uhjZbrRyvudvvDYamzUnX8WY7kcrxBMrzT4tzz6R/BcnZXP7iJD37acY1nXkLx3L3j8Hfqn4I96G8ZdNi40GeW1heh/fC9DhsM1v4T+Qf4j0zM4uvx0Je/3II+SVI/SDPXUuJ/MwSrADls9b+wbEX9qFH76UyQcTl06T+dySxNukv26whT4EajSV2x7Kb9VnxehZ8g2FHnd6/iF/sB97SL+ydxZz6DxyXmyxmezPpslpxX021/UB1cf8014O0T5Q1wrTgwWpFq8Tym7MxSMKndwAVoBJCHNs3miCma73Knd+j5IBEEs5knesNG4KpNOSTId2RLS2zW2S52Lc42CFSuUJoYHPjAUIvXK6Hz/SG0+LBSTN3+Fg8xAH7KaW7JEMolVyejSi6MeJXm0XuWjPSK2cCHzgDu0BYcHkU+SFbYTqHyoYkMonH7rxa6R0Cmv+yI21IY46FTXl0E3jb/mJamxqCRpd2HyIuvTMutbEZ4SAhSb26BgxeKGEzpE+sl4g9gmgyI0eiMCJp96F2j+S7TW9muwSmNC3C8ayiXwhfdK/PJbmqV1MJilqzvp5azBI09tX8ldeiTfxBPSl0uU57MCbv5lHGo9p87DBLP7Hm/Qz/vgu47GtDbb63nLKMPvQB86sRKZVjM7w1R/94gz2kTHmLtLw/M0jkmuliurZA9Jcfy93gC3H4HrmawUqkp227eQ2+aQgxKcQnck3JeQGjETJS5muXTyFpngIRhdsLGxaHJQwctQ2qvJfGcgd6KGuXE82E+0cJyqzkH0MGSxE5ICWu+nJ47zppydOE1+jZ3REEx09zrLu4m9+o3NJ5QAgefI/2boYKKudIHNbsZb2BbxdqT2G3tzzOqiet/TlCW27yFbWwZz8jC2/Ccw6RwwqliWHPak7to/WXh3v7z+zX3zXheB8paLA17XNePEXOeW99k3fwQkA/OASuSijVPQ3sWx9V5sx808HUTZmsb9BWI1x6FiZ7B9vaLpAk63tTeCeWqOR5HJKiEceKzT0LTeer40XXTS1Nr098S/aYh1FnypmSQXHdblC5IrWKvmz/nHIVvntATpCqXGZ0uMEkHWzxAj7zTlCk2sOkzLB6EQgIdAfL4TRPtgtMCEvhO7tJj5pCOiiXLxN4gg4yS9HQOsxHSfrQ0mwyIk9YntGG7jjuMUY9Cjn8EcK6lnBQ3eMfew1etcv+kQ+JZUcGWz0aKkgvbUzzTHiSn+w9BR+festz+mKMpiPleQfqMR8E8eBG5XSVaIrlH3+HsG+vG8SY9kPdH6R9iGWI22/8Eg+lN6cC0gv2Sza8WF93Xo4o5XnqrjNrt/NaO32r/jEuIt0Dd/255qP3C57Z2jLtj/zb2LbuqU1gfwvGEuBXANJHDSZubAclhv+j/MN6CSkBJHkqNeVbA5tryKjpmtZ9cgn4aklnOu5qJKZVZx8M5DX94/zD+spc0MZ53nW/3q573PIfmR/kk8VH+IE4z7ZS5jmzxbsqkc7HtuXyD8HeOGfunazTlfmX/jNUS+z/0jgeG1oBKM+SwMmieWIZtcZzlfo9/qZ3Npv2AmBX2fokw3tpwKO1w+IV/Bie6Vv94tWCXgWDswf9CQTvNQHfz+u+ggPmDzuG4P6cn8SNiKR34DkU7pY/5fynXBDVkqB1nqZiNrOdIgZldTzwPYfo3cPd5vJBUCvn3zKfN0I5LGaaJRPjv5/gdWDoMZf8umgTJ7v6Cqfa/xj7OtjDjs2uRDrtbL0/Jgs8aRe5Ch2Q6pDmcyY72oILn1041d27On3WHkswaJ7P7rXOrkB3BOIgpg+5rAe8p4wtkH2dB6t35PjOlfZpezHh8hc0yVhDoFcZ7SzG/otqsgv+z93DsxHzmx9bqDXJoJz3utR7NYgTV76n2vLxuVVNeS+tRaESW6xE5KqEz5vRMJmyA0/v5rifi7N89j5RU5U/aZzl4s20mzUzLT7seD5cbF6l+9Xh9NNtF/pDEC++uZ2/qmZ7PX+19vfb7fs7fVW3NZY8AMX65JpdIxpF2AhhVjKdPTH6TuiO+sb8ytsCi/FK+vejE7sz3SdkiM++HDEvdMmn474nNEzEWVfi6Fg3jPUp4xJ3lXm0XhaffP6a/LtxXumnejrNAP7RKFj/1X7RXpX25nfnjpXSW/BY6MZcLVHcIzaHxBrf9BJ/eSOzuYBLpD785ot1LJueS+gvhcfsr/+3UyTL5buzyFf/f8TVSLWPlGEp7D+LD12+TLXITU+RfePINLk1+pqB30fwX+HR14rioFt/djBWsNo79+tQ2uULYhqv5Rv/+Sj6umUVJ/Or/T1onaDw9rv6WF1vpL9qs3hc8T7s+3rzPpQdW4/I6txiysrH2L2KchpV5NcIebgQ1+C0f6nP56j89E3ey6vbDG/r+TxUbT1EKr00dy92RP+H8X6aXzwMVbUeosrLbDyPl3S8/6Sbwqniwvxuth9gSrHQsLf0NK9GIsBL4MA/XWx+7wfx4zyxfajHHTNpV1/FbU8K4+S/Rd/ywLsMreAbwFxTZeHLVZEnu1fK3474zE2d3D+dJjdefr2v//7/yzDFYuAiIFmxo1wwMdyhg/cnE5MzGBQWqIG3ycq4znGBx4qtvGmdSzbVxT1Y+KhRaA9UWnjVV//FpJDzXgprnlL6NZFbdFePKXmWHbVg/7lcSz6kX+77Z4QBUcMY0Ih0SBMfRDVP9WSFls9BaEdTXmHLl2As2cUZvRiP/T1PIUOv1GQfHyAQ1/g4sLudQLnSsmTluDAjzb0Z/3AUe7CoT9410via/UGb4Errwz0mwVt3rr0UjdUTZ5+w6UNhm4eQcfHh94gwF4Nf1zDTrvwYyrz3krXx+Eo5sM4cuH/Tb/eDv4pybkUxzhrsOP818ZXtV4eD00sH2NPOPIXbVxsk048VXsVQtihNA/zqrwMjkrg6Wvtc/8c5Xc9/Cy3FK30Px2NfpNHuSNpoQ2wu6Bm47pQM8az8aPtj3ITFzM7H2kgm5UNL+tgitiQ5C1t4kgDBziDzn8NLmVf8GrcGh/6KaNNYr/xk5F5A0U+cTwinm9TBwuemi+vLuPxG0Zyf4m/hluhq67yY3ya0aNvM3JeZjopD+D3yYsOCOXh+9xfzdxBae4Nz8sle+R/xWc7lK6hm7+abwHqYzeDG0ijT1+zdSae8WSz1g/kbtn7TbT/Pl2Lgzl+b1/g9umbPhE+rluCijDqg99x/BG52r7Sx6947B9mt5HMmQZxsbjD2danwHm01nkQv+75fuoBHzmxZ9xXC40xSPgSOyEv9LrYVkwM87mnpIixC/HEsucL3Yqx0HOVR3x8V5qqFPu0PNKNpkbvX3H0sfYxP8zoHeyRARv+KI48LfbH3sYaj3TjOPvbCNdoj+0zg4c+47ShRz9txmM/48hHG3jazN8Yv9mvwc9q4zhv/MZ2GFHz6xLyj9enND96S7Hs+T0tfduEjm/lCbCxfh2Gb9S6adX8AH2gX19R9uePFdtX9vX3WNTJJ2qTY2zM9krs49Mvv+du9H1L58X5AUMDzn8bfsowSUFgHchpjvNwsW602/6N8VEeZWynlN2/p5sL//z9T9B/hc0MzuAem5dVXiG+8JujFOO4aXAr+fb0gz9zbW3tD9t6pr1aamXWNd+nE0Bwm0ytdv7Vhl62lR6NJjHve0bnT35c65d04xtpNIbcGhuvf14+qJ3LOVsnx/RF03hwXQcuh3KxftdvLSiIulmvY0m3wK+u02ErwGcl/sN4lIv+7dLt/+w0gX1/omAnD0Yq7NMO9B0djZEvW67r51r6ysd39SaOI1+o1vUgAMzWn8b3zN+gLqJHOK4fGEtgj3BBpGFzlMd6+kO02tn0qV1dJfpNG9yTd0WfOGt0Y+3Ip9cP+2lPIddLOSOV7fqXfZPFbB8C/914rPm1iMn15Sj1rI09ql1DfMRx2jN6q/wwxWMg8KebcsX/yv4gTU3et2Taie857eO8I9OojLSwb9+Pr6g0+sDRPtIG5ziinp7+sT3GWvdCt8l3jhPhWXfB78eb7RmHOnC053ZJI5rQcuQ7L2XPns8967rYYIAl5qw9Gm+QfY0HN/S9eIZX14nKr1Aty9HyG0QDXuW3iAvijnsKsiO2JJfIlsRHtCuwo/68Nie5pBvrYZWLSpDP0/H5D/6gUYp2/lYl2zx2e3ObxmLAwsfTh4bK7TeAPdJZHUYY6Az2lWOPyKENUbHrVET008nRdJITNnDI4wkSb77vd6ujH3Irkegrl0ku8w06GP+WskC0I1ahf+Q/wHzFUjGRE2AKpmuyp5sVkzUFW4z0ZewarxGlvT42kvj5HtZ1qKgPel6ndA/D84uyrChioxXcZ44rz+cT4CAE/b3O7iQ5wfdjgcAHNYdrz0ihKo82Os+T3fuHWMR26qmczyoRL7bHtM8ono/ljWc6NxAfnj4+x+hHFfc/04WMNz0lkI7ZOgfcaj/RU2+taAebO43bBcM4bpg2xxlqlkwNcPDX6N6Vd0DwKV1jPZ9CepuI4n1HDsFE++3geUGyf/qOf+sWq9GwT7JLipiO0p2c0BH4t/GvBQYWaHng6r54QOxLdD13PxFVOuyx+jCN4C9td3ut+RXpyzIcdLxMoSFAq/lZG7tbe/uebm+nC051/dMc2Dahbe9onzCp+Ccwf97QjsM249X502NIeR/Rxnrb0N/Tt3n/uNzi/QzZkdOP0fe7l8yJzm25UPy762Ty+6BWD+cQzb+YX8oM1YaNzOIv9luAvWy4+aQJ7nV5GdM/lLDObWfnvXdUzktqSmvt5i/1xKc80MH8fdS8od+rr/PdsdcI59n2OcRruwAxYv/0PrHjeNGpH+SHJfbU4Ef53FCQF3ZKL2/nF7I6kq4PkbqJTlBVHrY5R8w/tsd87lzxfH/lJCDw2xOQbL/bN4BtgvqNJgFCKSEQ5FWzBS//oJbx7B3qyP94lwmd8o3Z4/CBBLy5WNdu6DbewHjkb8npsc1o3MMO67OnHgbA0f6RH7+lRj/wtAckravIoBu+HLrxq48/9hfOhKenijQJ8tpmwkxun47n3telk/RTGW9OxXZ7cub8DcOew7EV7Yh9j5Djnog/hvq83ipfmXbftrpdOMC+Uf9Vgnq5ZjGWwpM5M/715C/46Qy+729PsPX9vmUGJT4ZYUNK+9VlnU/HyMtgJwEaVJxILy1ckr3lhdS4dYg38YrfIA/tFeEhXJozP23QnNGSj+qJfVsfLD2d+20JhkxwZgcPM+P83H7JbL/5tUP3OfJhsx2Or4BhbrVGZ1nSIp3LMi2MR58+k0U3h8yW6bQ0Pbb8PTpDySkeTjEB2PracbO9vVlh0ggfGmfyrccafeIDO4Ab8w79V0vowgd8+mnPylf7z0yOmZ3RY4SnPo2Pxmb6jfvb/IzH/5zeaKvankwA9pcFgM2xXU4kGdeY6jv7xrQbt7dSyl2NvLZrGcvxpsp/2/Go/z2K/3H2xoe834h7bD9DItHUJ/I80j7az+TRrsX8Ef/udzKe0pGGH320bm//Sp+7lO7JxzrNN0Td5Q5ed1OXzg8q8YMPYneLjR5wzzeASz6VvfTvm17XSofqOmhzLUR9xFAeL/m86fxoXt1zPC+D5GjHHn6Dv1fjLfmmt+hoL1jsNlnnzriJlqynv6LidTQ+L/jd3olA2p9KBa+G5LK3323siHov9o90HuiJ5/0DUso1ulbHke1eFG3n/0GXcP2gn3co/T5llD+2n69JsOfzGWxQPJdhff6WWOBfwR82mKdcugPVw/gcoJH1PHFd4lzXwKWu97yh2I/vtc70ewu6/ywX1dnHH28E7/GcQbGfmI3P+qt9feJzwHW89OlNvvdfP+pDI4zHeXMk6hzqGe78U2VlEFxgRYM+Sj9GXSXj+c1Cbd4eXYY98SfX800u9zRA09P7rK8/IoDoEBNGR/zi/Bz9vuF42CbrIzKF+dL9kexvdm77GOWkrda3NP9yA336I9r1aJ8e/l6r8W129JT0U3zjw+RLl/U+9fDznPe+Epe9sds77AiJ/+gemL4D9+6R3/ngq4nK/nxG6/YN4BFBbXZtwtIWMMlPshnBnvfNJv0cy49WY04SNLA4IGC23igadj2rweXXyTdFRz7k+NDSb0oOgX9NEuwnLGzo532op+d/jV1y52bgeLP5Cikv4xiv8RmPv7LX876fCB6T0MtwlZJwtXhqYTEHw96U5xQ97xZf5zhfdBRf54RgW0xvg22kAvgI7jVe4zXuxzUil6HNvy6jbSM0+zV/lR+SLM0nNYZ/96Qbft//57XG+ns9PztI+ZklAABAAElEQVR+bc7yV436xcqLOKnbww2zuUx7nKTaUDvFvDYSeUH8u66LEzan3aypHkgX2HRom2gS4Je5m/1nbgzlM7Av/Hdm888XOcd8MioWP7uYsSMt+SXG0ax/h2Y8kd3D+TpQOncp51Dd2wDPllDxQyyJtsVTqqT4zbGd/lxMGc8W8RY9bCfkR/3zlgBuj2756R6VPxXLYr1dtNvTM3mnlpR8OqD8qMxOFtqj0KB8fr17fpHkGbEf9TXGl2t8xSc30jLPvKf+vJUtX1tZsM85bNMW3U3T8Yb6kt0y74Lx7c75R8HRGpRvdCUXYX3KOVJ6oT860j6RNK+dwWmgKzTWvBkJwRqM998ZtMk8ormXH+FxNz5mcmGw2fi6X3Z4r19FLMNvGH9N9iZEcwbW0rqO5vz0AtnwaUn8uDlP9b7in6eEvuhgCMciZXqYO00b5x6jGKrqCGhMpIKo8mfZkdzQqdg3vI/2I6nl8R+PD2yr8nSuDnLsdBBgyKl2+aTNSD5Hnt6k2aFvMDXL2gX45HzWw/0/bzFhND2Rb5/XQ5D4OsGxQUzzogfFHz2qzqe+1XPBNyouw0kmWW4l1QEP/KeWJoVMG82KO4hdcYkNztFbNlCeBPKaGJTyr9EJd+7VH3nFi/j3jEsr8fqgsCY+xLg+1FWksLGRLQpAKnx8eF9tEHs15KDcw5pBJfttnvhPbwD/wuFiRBaepnhvnAxavhLRTjzOFiRL8L3CZ05Wl4gigcGCL3lUp60nXPR7ArqR7icpelZ9AriQtyTT6zUzc+aVeTa5K6/ZDZ8kZ7bTaoKw/4z5qn/EXzQz84aMvNgttoFkjedtp1tPTjmd+A1k6FupSdCESc4y4hKBbv7qQgAq+JvBPR21yoQGO2jDYnjylegbZR7FP+Ad6b+ip/DfIm2w2OKIYk8BM6/H8VEP/FUW+43Apn3CY+IMCH+aonQD8O86W4M5cX6EfvChpL8hhxq0arf0TfzV7+jX4VBpfNwANB0+cJaQuWGYckBZeZu1ou5m/xhnPAkJ13480gBK5dX5NFp+Uezf4jZ6377pzV9poc+RP/MQn5yjPyHlI+dqGqlknNLsqLc3jQd2ZdyhPlA9yt+I+W8CSPOohSKp7NJTAm34x/SO/W3GkyaN9KCWTq0GvY93+YuNnpqtg8kv8/p9/C057A3Oc+0O1QfLEH/y16RRIfqz3wekGEUHexKyzEvC0T/z+zSfg12dZs7Ww+QH+pdiOcdlovn+nh5+SADEjcVMWfM79ZqvdN0nDc2B6Jnn8JZH86M755jMK7aAPfEa+xl/TXndJvflMF4lDfe+kYjqgYGD7vrdFZk7zy9+1UvQ1mPot/npIVfxjS2u4IPTc8otYoOhukaN9ViuF5EedHfLgl/tn/KOpM9vvCeV5ZfYn1Kk8Vdbo802olHzWiFI2GY6ilHtG/VPE5T+53wn9E59i3vx8/zF9/lHmauOv+Nyw759/J/4Qmaz639OJlfN619q2www0Hge1z9g+pL59HMsCPp7aN9C/l4CD/G5deRDCtYA5JWtqAPjywH+94aDjzaMHh579nZs89PwWo05Mz/q6TUoq6UfQAixU3SpBfgzB48U+zbYlnD/+ustJ1atfWLQckOvX0/j2a1847cQ/f5uEta8k/JLlqzkMeQ+zlMhUPYfkp8cqBGjokqhn/UuOIMC/spn7xWWN0UURwWJyYXGKL+ENUGysY8R/SxbmV/OkSr9rL2Iw9C+8STn2dQrHROJKpDwso9CTzDp32g+8WXtr7HVEa56jNEt8nj79/mxwSfW5SjxITuM7ANYLkf4HUBuRDl5kIE3gJu9wDWD8Bu/WrNGR/sN2PH4CGfdh07neSLSYX7aVKoGjZl88IrUTtrVP09g6lChv5zHinCo5JtbZSNBHFAe/UP8it9ckvPANnf4XKOOZluDf3tAL6NQ/mb9NEfpE+SOvisM5rpgW35JwUyc+3wkGJ0mC6eLw9Q+0p75A34ERyvr+XFOKv2YWtrt2UFZmrWA7mx8JA84lYirxLGr+I7UhSq2jShxnuL4brunYzr6ueOa0C69GRzWYzb4Ded3uyCf0Lj+AoRRQj7kqPFZGNEP3zh+jGMgx+XPEoj5KnKOHSRv5/zC/PbXW40V+xYvwSkY0ifFmX5LXLLk/N4W0QPTrJ+SgWBKfMr+6E15QCwdda7IF/D6nq6HZJiYWQoi8KmZYzgpnt8aTvjWTjIIFHoFrRVGl3zQ+ql5XzLY93eziSB0/eHbW9PTsCSxPmkfYMKzzSrDbi4mahmg/hKfhVAeUJ/RV7Paro7lSvgDnbbnEkCPG1C2mqYL82vXY7T/8XY75uNImvsdotPvnbjG1fKzYLLc2bjNlkZTesa+yM23z2Br9u7nb0C/xqvzR89lWt+ER+c4X/SLvsbU9kfbf1k/45XOin8aBwe6wvXeSP9+2Wxe5VggT28AL/Cmw9N8MMUYDUgRAms0vtunyVmZlIk9winW6vozYZnH425tAvt1upujPMPO8aZUdGzdcO3f1pVhizVWgTIwGrG442vcJIY/bQlwis9mmJVmIMfrurz/M1fHeJCdZ4Eu3ewmxV0p4ctEXaEjXOKqlzvKy1z21J3+dR56Oj38V25hx4vyV71v6CbcG3F1g1NCGfiH46/5jvngHh+HJfoE74X4NJQNebC9WGYkW0cOvlt93MmWq5Kv9H3YPEQZ1m3FHmZcQ88hol085Di+PcRr67qoqCOuUZErfhp1oT/Ci26ErTDZfyzef6UTV/yujl+ojHj4vpF9tR3hyWnCI17/vSBC1vPpMXwmgI8/FDiD/+AxLxL1u/ad2XXWv6eq1pyL680e4Q+Bkk1Jn/JlRTD+/EwBcgxXTp6y7IcEv58dnx3/3jJbdR+/6ULYv4ddZMEOtqbQulPqQhB7knShLC0wx3XAxgXn14vMTfNT9yXydR3P9XN4PpbHTLLjX11so7dW6Hh5qfyE1WbezSWBq+sCdmv557o6NvOG915icfzA9Yy27Gt+lZ8HzNrq4lRSvJpbXBZHAPG+mP0ijXv/aLoP6Aq27rnk/+avUxzxrrL29DR3ePt6/WamwehpfV5rotznCZQ4hwl/mSx+Bl8zP94vX6bGFyCsdaPlUgTCpvKx5/k9Np3GLOw/uZScR5s4ofz+pq6jbjxXseHAfh7/wf0RNo3c6X/U1uwrOnt08kfOse1zwjpn2c1S+WQPG+Xg4QzBoWvk/Iw2zxe0r5o9mdcbDE+WqQO1ZhPdDE+rYTbtwL8OmPc77Aaun8NG64rsDWtea/rNYfZGmCNBv9Y+Z/JYHun9+Az+fMzrdA7pR9v9jlFMDc4NPHJXv8e/IzFodNflqqlew2vAPucO/I7ySj4RzhX4kQzP6LPnuJhPb79z/799A3jXWHPjjJPKFWNAm1K4yKUVfP70SeMygvn1qzxtlBxSSbbSbGi5Rj80ysMZaWytW8NZwwa2l5rIWAQuziqeOIbxBw5bxvaRqX39RzsVNgifcGyBMvq5PxnInuiA95HqWY9u4rY3Ds8gWwDkr/5MoE0u7F2zzRmhh8ewJ4SwK+04Tv9Z2dk1NSJNw1Vikh8vbnRPGTFH2GsMiPz5CdB6tUObE/Aox/iS7/LRbbp5MvAyldchSL66ScaOgR06VLgwnpr29GL/pJDeTnz90XjEJyjF2/zNz5t09PPQdG5+cE9qfNvo4Ovp6Up25guy4AOm8wo9hW9fLeh1EERpCyjNj3iaG/cxJJqZfXJtgd47sFGz9T0617GyTiU+k0UHOiTZynjz4yOfaNsMgV8X8Pv2OfLb7ikydJvLhCxZfpanYvTbXnke3VMy6EO/ylv+K/63/aLX0sef5EHGHqpvXblZhn6RLvEmN5AdLYuvcnkvh1rn9DUnA0N1PnSd51GKeQ/yRQjcn37JKUn4SlL6r5cl7quOJf4HZrhOGwxyC+2PLbn5Ia4rX6z2T2bQxfjcTobmwrxoyPaYp8Kn2cB38tyQz0oZv1FCdM6OnCtgkgE/14Znsq7GVjZf4T88Lt8mbDubXqPMXKv0c92fczzAIIkDD+jHtpcYGO9vfvys7nUQHLTgd4bb4Iuuyplu22A0oh2sDZ8VfT9et/Gu03hoUiOfBnSHV8M+r9mbDzhVg53xrOsm+aBdwW3IqcZ5eNfpGrv7TIeSiGpykHVurw6HRl0XLP+0Nw0AUJn2pWX+JV/UIb89Wifxeh6TTfV5e3vL5yD5TaViP+wxsztSCk7/WuZmpJSYpzSjDh5avHpaTSfiRyHBUeFLZ5W1wPib9uCDm8s6B13vUxpVlqTRVz349pe870vxo3//TYce2uy/WYtzce2FuWTafLDZRn0Epo2vbNf8oVF5uOavKdz2Zcl/PP/x8ZLjbJB/ovyXdJS8kp8yX6csNq2Ezba1+aQKullpPj+V/bZde2FZp+BD2UPNWzP4Wf+c0nhkRMe+XbNcAxmj5V7s6UFG9M7GoQEe5/Q+PhnzdHbrns4Yx/xg9BXOkgX8+qaiIyK5JD8yu6FyHdx60LGOu/glF2ush9MarV638KmZjp3zL+jWex2G+ml/e91WYvj4f9LaVPNNz7v5VrFzjHs3V8JkztFHZaPR095pgQu92F7RMDzJ3vxEfqNtscagKzrQNprYOOZeG334b7RjRxDebd3thnPDYCbb+iP4i3qwH7ZT6e1Kv2df4zPB6jqkjhGcx1nV+/OjfZ9jN7Oi/6XHR8bzJxRM0hUlhDOie0ZDbwNzYjaDs/FE+7M9dyag69+1G3YCXsmFg7otVvReL3UD12i1RLZDpfFXsvMY+4En/dDNU1Dd+8kZXMR7tO35elpNTumnT28vs8F13/Y8RnXz58ar+cQI+rzPdDuHYRQ+tH/HUicBow3k76CL3wRHeZsvxpGzdozTM1gb83Enntiy50/wt83FmnIPEX3N/LT5fA/91VslNyghPJicO7sEWlww/ArWkKqoO5s7r0vvP19BA5NB/s19a+/7z5dQ696LTgCeL2yheD1/vEyUDcL4mPc7oc36N0jeApnFw4oY+9jPjHNsdSZrtK/a05sTZ4T+HfutLRD9YMd3UFiwyof524TSsh9pATcqr8CO8D+yb5wLku5pKcjfeLUQRrpqndVh9dKwrlt/8zKUbmpix2fRvSVMQFLu298FNlugiydHPm1PwDR4D/fqOrJpr2H+UPy9bp/P5UreMjr9rGJfibuKVCoeFzkjjG8Dfy6xx/jvrsteOif9lb9yXjca9r37q1lON2i4ASM98IWvJufvIs/v7AuycZN/7tMN5neZla8rJ/sAs/3jcvp4fpzaDoW5n3hsbuRz7cmP/RH1yRqg/cqvn9oY7tkp2sLn4/O4s/0n763pvtnVh7FF3/OLsqht422fOYL5nfoUfzY12v30cyRdz23+fE3FUx/W5BUHu9b1cdegbP5XUrXxaMOr+I3S59S+/e///r/TffFcodWkcKawgjPF4YNDtrZ/XpMAbcYiqMFjBHzae2WTFXzortqiLxjgGz/skMYz+VNzN7RVLTx5MgNH7tn4rF+B9+PHj6SPfqeg6dDgkzIpn0R9K7/yhAdPSDU81ZqdW794+H7jqUTRbv426HHN4wMhOko6tGM5wjEY0w3djUbVr5Ix/NHCDyylUKK9KplJxeOOQDw9wQKvftV50ku4ZgMMYXJ7/BF96I3G1Ac+cLEd8YCjH3jacTz/7kQZBLZeJEn9PMHGWMSHbvvKu9qTKwd44qr47/gJ/EbDy9d692oxNlgUtUzbb43MfbOPlcav6WN+G+0S28Kkr6OZ7GDy4P+NBzU2vbR9GeXwY6O6yXCMU+ggo7XtKxDVR79oIo/eXAAvbRPTSKMr+Pw74m/EwUiaZJMy3NMZwZ7NkeCP9lMcZrqKzxc/CDS9MVP83Nuv1y7lXe2yE5xkncMVrMMTfab3LD6h1+zbc7e3aEJfaoLXx7MuWKU5Tv+IoSOm2VwwOiIcsUg/7S4mBkT5hgnkMn30FYr9ZvuIevSLI4x6zL+wk6drfUc6enuS31Aa00y2mIgHfb1FZH5qD6eIF2Pql1xW9hyA6XtbCz3oGcP3OoMDLKXR8Pq3OI9+B79WerzWu1Mz+xokskU8soLeJtGh34Tyx1tpM+7HHq+Le69fzAPknVm/wmSmG/JBI7cT/M8SW4yrvPM2qp6QtV8E9pRCveQbydj7Q4ArTcW9v+GL3YUrGnzYx0Hz9vrOPmIsTjJuPz8zsJaHDII5kXzKVXFcUN4/yR8z+nqjKevu5k52kr3U336rckphMID3y4cmiWaAte465tUZ/RVb1vc5z6aDh2n2t3im7WGeWx/LAY/qpyEZY5er8/eoPsgj+R6lJRrI72mJh28LbnRkmBJn5CryHe0RnvrOrW7ZFVqVRop59Bdv+NOnm+d2DaBiJAULp0M+sPwwP/8wvJEdcv4sv1E8Gs/c4VtEQUY1lQO/f/87l+TMmb0ONij0KGZ4jK9KL1e2admTkj936Hsa4tfnR5MAOxms9jbjvBVpzeXf8SD595jPnG4/0svdYo646aF9a7X+2D5ZO5fxcU2/uZwz+nDd4wP0rHxLPt10mZwvuJjQb3TqaPMzthfnC5YRVrJmknt/nCxDhEO+kLBH/nHfWWkFWPQ8zFN9Xali1opij/gXHjR8f67LlVLi0xLlYSqh0wo6BfsX/dnnj0iQG+A5gjnom91ef4zvGe6I3vW+oNdlAmM5o15zsnf4Mydzqm3knP4jecr2vz8aq1u1uXzsr1uMNwajfXcb1RrqW6kuf/UxF+I3+1kaJ+/E85BAbdgchSrnmUMEiaX1dOPQ3iUpUCGFZ326T/Dzr/RzvQruOr5bIUaRgzbxBx38WW2LyWhgjeCXlOrTt4bO5WKdP4MRldUBfpNT1yaFZbK0fqME/IruanyXjvjvwnqe+CF9XGOlHcsZvPolQ7RDhffxoDhJbcXYKPYiT7VjPO7idTEZCMteUd4ActoUvu6/aM+vB4d/1Wu9yTHUTtjph1ZOaSwHk62wq0rsWee62LXFlVEk3n77N4C1qVBistKbS4ZtyQ2FoyE8xp36VQcBvk7QHaYLHPF4Jf3M/kG/XagwGFbyIPkPhhdd5h/NLm0eFohhWHaFloa8rW2s+VxA/dAm+h2ZJjumhGSL93H0bk/0N9pzOeacvE3nUDYCnxXcVx6/ou9dPaKdYntEV3vDumaNAErfc+W/HufSBRlU6qDPRGxrgcFZb/wrzA9Pa1GIL9je8ZWvJDa+IJmoU+abG8VHvpLMV2WRPq8/bL38GF5zba7432fLGrWosofpCk2/Vf2UJER8RPlXbemX/v/1bk8srcBfMj6TPa0kKZ9bRqdEgDovdHzRUiey0k//dPwucn9Rc8qCWTT5rI6r+eLU/pqiQjcTL3/AUakLKDN/9TifV0+els8PBopsCHXVnhskpyArO8re62WSTHxPXwm3kmOmgK5FrOWbYb+2XxeSupw58e3XSvEc6tEn83lNIU1sDjn9xjoP9bnUeT8eLrF5MTCxqTjL1/42A+7UL14s81cm/+zrp1d0zXN4wy2Zcq35tu4bkeYbrAFtHJwr8v0L+3oLMGev52QctP+2fUTzkRFv1pjbeSM7d+F5uHs84vjRfePAs3i6Lwv3ZXYoYOMMm+z1aC4yer1e8Lg9j0WRR+2yY48rMOglnEd1u8IXWM+fPpXDG8o6AfmkQ/JwE3VHhAgvPb19z1TJcOdpZUeEh2D+9sKKkhSYTdZDnF6EfJZAjgli19p6kteeMMEW2GnW3lEvkxw9prODvAGDbJSnKDxx4Z9KEkLpf88PQM7e/h1TFl8+509gyLYxyGO78dAbyHoLeJ5UxVe+257AZr6Mii5Sau5bsm/jc58wOx7HJYc9OdQHu96Y1gFtlVtzkbHGf6ClUWw7ghSc5+fxgEduc23Tay4fT1gd9YfeqoQ2peBHckU6GQb/LBc+IwxtT1t9M/rKE9LkMB79H8K/SRkXq7agNl9fq6K5dr/hK1TyQIqpyGNNTxD4zx60QZnM8tPzQ7TzbOaYB1ZzK3/AJ2yuszIZRDmC+TdvMMzs4cIrNNX7q7xBAbxBHv/CSyPAUhq08bev7LV8UfWrlSPd3R6//rHewV+yqc/D7NDNOpmxOvBML8pc41RzohzezzvfQMCT2l62jvhDDeW+RCBNpJ4EzKLnuUxdmvNU9ydykkG66N/5OjUSqtfP/DDC4Z+x/25b9BSfe3TXb7c1OZgPevLcqyHD5aJf43Lny/+Yjc3V7IaJWEpWxVERLbfjuv5y0SSHmWafVY0RoZhuWRE1tRgnhd5/pfktee9bevuIWBbI9aPwuI54GSPHEXGXsKM/XSaYEPJbw8UWK/wRv5zHyxz9SpOVrHlKBhqUGbjO2dXJPmV1azDLlcSw9clInOUt75/Ttbvqd1WkHd/yMJ9vv15DO8+w9fgxf625sjDQ2xvf37zuRl9wmkPgOz/rhXtii/Opc98/MlTuOfb+jj1m72L3Yg7m4HD6maJLx5W8y95qNp8251ctF4xPnF44T7nzrQtIKZn1DTrkTOyl3HNnXVrtPS/ZWxuC9P9XsskVPHSjDBamu5b5W88Snx//SfGsi/FXQ6hS+reC/xAjsf1qC8FX5wXf0kNqtFXi4yMZWDfb+TRQ/Te5aFW2g3wLHF4W+xn/6iXyo999eRW2ul6m8s6RfSZv+lMWKm/m79CqucfxNTmaTvjjdbmwz2p+gYPDCh64r1x6nV6rj+aHmNWe990t3PGtv2dbTPTFUzJQFw/Jk74jo2Pn5fIDyG4njd/qG77AsI/X87PfEx/LO7JpTx/47bLuG7YxhoCsszWWClTtTza6+/bvkOFJZ7VlgoH/GLy3nY9x0fBtLe7KJfTBI7bHfNa9Mzqz/jXFHuL9cD/JXcdNoOgTS1FBBpWjccHE9Q8cjYHDWjmCV5+OxEJ/9ac7Ki7+mkc1f8zha/NLJ8wLGtyTkq2SlZMJkj5aj+R0TzqYB5XUuX6/YnHzDeCdSdmBWYm3Hj87WfU27l1vJBsOt+b5WRA+UAnEOuFFKGDoB+4g88YJJYvTLi48c9kb/EBit0M3fncOSzAzyCjMHs0RNdNRG9F+dGrnHuxya0QXO3tiwI3GPNzvVh/rE4y/UCrOVQbH/6+RWnC6Pnzc1Kalb7k2NP+NC3STABjLa8SyNrI6h+IBF10s0hPxZ8ecxxnW1bFeCM07Pn2FUt1QdEhm0LYe9LwEqgtc8pMjzGgysK3gR+Md8xuNRr9thDwZPz7iz7j0vLmulfhAv2tzIf7wRRYnf6Zd5qDb+DmYm1WLddHGLlbXNOWThiTOUhfJp43aJxwmv23izfbYkfIThPpwlr3t8UHE6NvMM6MfUTb5lEeP/pTGi1jf01cAqW4nauClHFwAvvl1qIQEuPc1gY8o7PmNbNrb9T73V2B6G0c5lbuT9B1bwWc4nwo6iHVDdD/lwCcy8zJ/RRTW8XO5rs9/Ry/nPzF8wHgdwauNB+U/YWf5tYbnCeT1oeiXnoL3X98/rnv9xxD0zuieyQLuTgmdGZ8dGtdhvP59XF+nleba7dF8XbTQK/af8snxAcQN+Wp8j3DRvcT9t/6CHlxfWeqr6n4lm8k2epgE21B+WlqQ0slk9tBXSYib69ste42mJxNijtTYW19v8f9jkWQ/jGv2y+fBdc/t7XvfCD1NrWbHfcKMOnnhOB7jcTb/z9HhyL/0kEPK+VNOcSVmpzhPGGD9fJQUdFxqdiRHtrO9SLvxU2BIAw77UC3M8uynhMZN5APcF+ko97izNP5hvi8i3oeKUdecxHV1nepZgnn7P4vmmk7zeelMfKzxVhA7AZKycUljNQWvyJbxDD8O4lMKiuN4U7khNFu0vlfVLK+8ivqr6R5Nz7r6Gs4+HsVhfL31yFv+jKzCWV9TnvuAv+f9yMOO+aXCo6hP7Yn26olrrvbis8Nj7e867zUu3gCeT4pthBlXOdsY9YKy0cJQszZYwNEGnrYv/ZglOBl7ZnBkF4UmO/ygFdue3049bmCge4YLjF2QsgCnDzzJhWy5j41halTY6jiD+TlciDcbvP/yv7FQbORMSAKw3xrRZTgb/MWJ63RFaTZGh1FZZa8nDCMo6S6+PJ1pchquNnwkHz/HIzr3+5qcRoO5oIRyhKN/Vnr4wxwnJPUJxsNlWrO7iCULf/v1nN8wO/ANiqzGAc+/tZcnau4XiuFf6VE5vSxVjyl4ujBfdowmgwDL/Kc4SM/2ZRIWU5VarUB2Lf9kwa2xVkn2lRRv7WKucbMnGvW0oUBHdM/81y0m4n2I56R9ArHoFH1skaoxRgsQukcfFjZ0sv3Emh2kBnVoLk+PXhcPbvze0ibhR9pgiIj5uGpRppFsfUx4ORQnJhp4KrPl2PUDrs7D0csch0VLGxtk1Hjjk1sVhX4PW+ekQsXKOf+GPxS+J4Z/lHxgg0ZfuXR0kozMGbbgN/llOPElOK3scOSXHT/jOvxb6Hf4CZCYfi9nxhqXD+pfGjURJEeZR40rzrJ/pcCSvBZnxpV6jkXlheRzwmVdaxtVMgLSstb49ZExlRHej43rekta8pnO8nnZ0xT5ln6rM//Kam62b7ooCmeCWccU1yp5wGPMKY0b2WSp4CtGZIbm+kUAWVu3nni0w/SP89cgRzVwbQzfstK+iqu6T/Xfokgg9/37218/fyR6aR28JkPhHcxivU0+2Q+6+vrjXHc5/zv+W+SyE5VkkwLTHmxLjMQrF55p41VIhGLkX0cc4qXtO40M/WrVk/HEXv36l/dTXpzAXU3zMwMSfNlR5HVmtP50JJytun4azK/4pH/5d9vx1eQE8oPOP4qsmofs099lC/xz4COOvlh6VbMFknItFgURjgvyB8x5E98ovAWYtcn6ml7KV23fIPf2vwN8nP/KLOhb+7sK+N4aAIz8TWPgAEc5g2d8VM5oASuakq3BEYP4ApDkt9j/XY6jY6SijZS/a/nF29NXHCFPk9F8z8Nl9now5HA0vQ5DNzoiT5Fo8o0JtnGTReYSHcqGtbZPg92tPVf/rIvmqJwHjKRo+vajY+2KfC6d9HlV5xyJzjQ3aNFwyJ4lODVOjVddTj1sruPAlAeA847KB7C0d02k/k5v/+p3waWD5ly7K59H5QvZH8r5Y68/tFp5ZvsGtVszmSQVRxLn5oGvQQtCimn5vOVbxyrxyZO7yW/sQZvIS7B4uoKcTYv2YJrFr+k58/clwwPAHf1kPyRsBG2NSyP2tXPLHNUw+5r5gtH366LXv8cIrRITv9I5TNv3J29TINQ1J+rt28WnFMuH+Op5vRPvfXdtsX+sHapUHPFpfNuc6hv79HBhkaNDDo0oX9YxwRBQhEVAswTXOis4+CKR8q3PC8yLyiqrJUrt0HKeMYpjuYWjPVminD6ssebf4nOWYzT3HJmKAifr9rPKkumHRNu+uarhQ8dK+in7UeanmkX2zvOneRvrSUxHSmdt7On1FDz9M1zBn8eFyTin0/xvxuN5/eKl6wn6zBzzcW69/bXW2FzJBnb+ZjbRjNfrBuXrmg+XW8klwT3y2ipRSyzbdevkLQ5Oaw/5h+sQ83koeid+0PA3yHS9dHgArHCoTprqSeXsS8hf9k7Rv2oeuDEdxk/xm2ws4eCfbTImSDwOdamd+GSLL6+bsTL66BPHK6knVaAPP8jST/t6ia4Fc5JfzvhoTHKdwVyXCwyTD72Nh9levo1f4+fHnGj4/lzX+zVcpmVdK48Qkinv75yrWR9v4BsOsh8pXO2RnbnjoBU6Mea+Gr4fSZb467pPdLL7bwk6hHvVoYVEJkn/xRvAiCNqwQEZqiUcG5yYPtvZzIkr00ElWCRDIJsHb3L63mfWtcfIa0oiygTs0he8tx/4I3vmvrqajfQXV2xwQ285IgtEmdMmW9qgJZJhP7Wr5gEukc/HLE4OCMMOEXHR7gNpFGiBhngjR6q5eg84mose4jktzwc/eA7lT6Qi/07s8yzJ2GXC/YmEbK/D/uaqn1Xr2P2LD9Q42UV8LpzmMv1M/F/s0/CzU38P8WcSyXKj/Gpx/u78XAvpWwnQPGqoB8Ukm/xr5GPPNhs88G1tqLmVeBDspAN8gYhmtKPZt3qaoE6oTYbwnTRcF94JqLrFEzmMf2uP0TQr5GWbv9YWhhtHFje/+eSithOsLjrWds9xLg98k3cC1KPOW8iUIWYXuuV06QB2Ip8Bzf/mrLE9hWNfPlBHpsPAx3SYveW7I9s9KkOx+x2/f5T1Ln61v/mtxTRyEzu0B5OfunTz9+1v2U9zvst4F87Fn+yY5Y1zZTAtdpBXPNIpAOFdVjBdBH3e4eSrtozy9dxYZ2s8PVOcntXtVpYtYUdbqT/23WHi6WjefPsOvds4mrOywOpidH7LfHL22/zLcatzrr7qaA5gUc385dcKnHO/WVBKstseYgXXjWf+JjcXyOxhmA5qq+H3AysE2fIKfKT3CG5Hy8/fYl1k/iNv2ox39DcbwuUDvU3UB8GUvzge8z9R8TcJap47uSkM51YqDnxCdPl1cB4tm53bC/1E09NVkzHjnh+Mterw7zmfIcq083vadOvBKaUepFLaEQ9/3zrzlEk+4PD+yx76sL/NctzIcwv58ZUDmMtPD11HORCOfnYA+DM6so8T18nf88S6S5E+Bhb572iQZkN/E/gIt9dzjC/iE3+ztr6WXHtNHVkddLgsfyax/yfxEdf6kwbaCSHaPpVtyJTannKITrZTrXiy2Fh9TZmchxKSSnvQVMK0cU9hXLeslvmWDHec3zHmR/ZKe7TiOovPv8+QxefVZ9B7FQ2LYaM+dJUXMNaax/1RzYX85dn2X4nNDbIV3Gp8Gq4lkC2W0llG+vkSHeL7ETFhMTiT3kfADGavP+7Ffhe/39Ou5FCALb2lVq0w8rTyql/OfGk9D6wBZMKmQhefqDp19IbX13Ruo7Wk731+64SBLnJfllsSYhvVj/ZR7+7x92gi/KSNxtfEe6GgQSl8z2NNbwwBvbObjevNUC9r42T9s98uRH5kaHjHmslnJ9P2ekS+LJkBoXPEaj3AUGpkFojAtDdxGp29mvSWg3knm2NKf31yIBVnzm9onvj9nNpxBH2OI32PwelNEfWLOZ+Br21uyo2mKaILUVozjf6tqO0FPrSwez/Q9G/j+BwlGA12P694HOj4suwTfNdm3eKnfsVlwZrKnBzoW/ElXZvRs6yS7Vcy+OxE3GTvL7ZU+k5wg2v+sKnAbwHW5s/0q3mhJL72hJXeLkwqJZtqc5s9OP9Rn0VLr7DN373bsIkSMcaJcE/80Gp6JNQk6Hu68M3bvwdg1yFYcFXW+U8w9Ddw+VQ2Qu2qJ84W5rV/WSn6pazQgXqeksU+DSTPQWtOath+Muy6K7+kO1FvT0SbXN4eDq1Vy+KZL7An20BPJfI34FHtXFb4Z7p1fiy2RY3xEeWdvox/MKpfu+wNOZ1ICizLkcr3jNP0PfJCL09LUFy4OmI82oPtj3SQRbxnbxxLN9lTtj1SUA/0lVvtgRPzTw8NjPpkW9/2cI/VvU0H9iyxldXIOpkvS6/39NvcNt1JtiREjOcsVxpIVkiwae0YGsPzx7ZXNDIc2WdpI4nOFfVBLqzyHcQwna9IJViTCbtcxb4PX/VIJPKMFrtLnkcPzWX+F+ZSPEXfPyUMLy8PfbMy5/AkZpZVTpUO4evfZxzii9W0nksu5Sv05ffGDA5IJylrb+riTQU3WqoWd9+nV7aSQ2ruDiYQni4WUcpxfTyJvDkz9kOGK3MiKsBb6df2Q7BUWOH5Y8f/PAx1eHtao/ocrhlONAVHOaLT9bn56/ovNpBtm2+gf0nmgPtY8zi/1+kVHyRnFJLY5Py6iflz9oU6F4oF1kMRQ0bv+5pzrUspNmpY1opTAVyDdwN71W4dsTjeQzyH0s3ffNgJWK5meyUVsi1ST7UfdjWM6d/ZudsUwQ3kNwkdH+Vpkwf7OeCPrFafeBZT7SPMxqhb7fwAC9G4G/sPsO1Q0cP8h/hpD5UiY79GyBjX51i2s/2v1k/FoeVgZOgEO2nYQ73E5ih+e2Tp9v7rP6mz8Ev7znoe3oNaq4tfdXldfT4ZIY/7Ol25ayhQE2mM9EG9bV5gKH83u47nxtvDcDwcuFA7Kz2e4Cwf3bPxGZ/pmPdj1Q9zf8Q8an+EebQHu1Ae6X2O48S5Za8rR5YftRvCdj1Lfc8+uPmb31DVdYO0Huo6JDEtm1Ff8e7sm3zezruT/4WbFgd6xW++IcyKkRs3FPMiPUC6c7ylb/4YHcxHp0cC5P5C7B/RiH1GM78Hmab1BRMY8qnXgToy0UaP2AbubjmjN+uf89F8HvPW+0/sp3ya6vl8rsGhF2WkP+sHDjltjdI35DXawPiy+nHxX9Z1D6M6dMX/VIbB8nsjJDr24qflx64bnOvTId5oWA5BR/EtbwLL7we67bNYrRKMn8e/e+xun7UgNYGabCZyhb0Lt6IzHj+zJAEyxvyo3tfqf1eLx20jvSygVN6V4+vimX5evjNf83AfWz9NogNRlACVga7iDUg9rysnxWbfo+2fx+q/jZLmm/sQ6G7PDmtpnwcusQ3OrCQPzMav9pt/zuWK9MR/dpzLBt4+rxkf39/JI9lIjshJ2yN9Sn2t97n97gnd2eceCcPCnps0xFf/dDye+/Ad7Yc2BfhEMG0+9VW62hJK98f1/xhlTE75qS7q9YfsPgylCNijfVjL/DzZOnB8pe1fSTuokZuvyA+Rz6t1Ii8cZypK8jlt9KeUFOSxexJ9TMJCXsp7so6xdvwu8rV4vE9vjHneKxl2ZD2ncn802uA+pf9OzL2500Xi19qnzqNf8J4VxmmB0vWcyiOosmeDgHSnmfTxMZr5Hr5f8w7hr43jdZaktGfz8bW1uS6d1rKvpKuFmHZtVwLsCux1G51hrG2HbHEnalTz+Ys7iTn7WuUzOXbH1vKOKREX49HzXh5Gucv7nPpzRzUV0lXfyuCPo+zMq4f6vevS+6in6TS7ofSRGp/5IDfIRg+lXpGx6T+f3zM7XeH1GbB5r+T3MS8UotnyhUw2SZ/5ziaJBdjcXxaI3TnKs+QkDmLc4ruUXjb16VNvJvvB37DedOznRn6psTsHeI/69rf/+Z//O5FgfjYj5r/Smxhvf5enTA5KNNz8ZtEdDSc4XmGMcLZZ4QkaYCELndrvn9QCKJVsGlxXV428I3wc75CvNsrTY7qQy5MF+fbNwJHqQmSv0R05HfQNT5jwpBpwqZ3nXXOf57udLCqP68Ly329/pychy5uGR47DHuwf54OvfgNpDtdvkICTXeZH889zuDmFNuJptV5qTR56KFfyrcahY6X4YEP1NL4jOumJ1fQomuDlr2M86NoTJMBQQp8yfl1p9fviR+AZ1SZfj5d8K8mlhKQFQ64b8cC/84RwxY2VZDuezGPBiiC5TUzkJ7GCXYmTiFhx4kDfJl7pjYtfHG927/0f/FYGOTWQnmpU74+f9jYhNqYUiOxgi7bFvfpGB/nd4/r6CMf6LG7Q4wg3kDsBNfjzuJNfNdgjdcZmsvLND0fMvqf3XxvL6VGX5/UmRTniujDja+DSzfSPciB3pavkOzj4xtAID2h8im4mzwwfOi0OJW8/J+DmWE7+VA/FxCxeKtCNyijWHB/JYz6tnNfLOufm5O6AmFt7mvBX+k0PbEjZgR8a/fxGHGwX/Yv+A7nQ4V8C8EPgp0f3fHetz+Xo/Yy4r4hblbNc4u2c4Iq/TOXJ652YgmfziX6t3ws2mnPwPdyqPqITcZjfaGfh6mPjTb87cvh8WPgndrrFn/NfyT+yCXxiHkJq5SrBYL8Gd66rcPT1YdCHXi1d/NU+V4Gf6+qqU7od1OONgxyr/FD0msl3oDcTcZOP5S0j4vcovl+jGtP8i78+MX80MeSX0TfbaKut/HLhH+ltSMl4tNMYr9mt8RWu6dJyUINrkj5Si/Ti+ceRdpPPj0U6fmy/3mzj9caG8KCELuOUNm4PadMH7NVyxiv2X6U7hm/6R7kjP9r4OXsuzvvBF5w+tMm/Pf/Gl37od/sVxSzxny/Qa68Hxrgkn2b5Ev6vcmF/9hXPcX+WqSa8Jr/lftPb+Hf6lbxS5S9iVfwiP+P//PPPX7wFpL3jW9lXYk+vlXSJ+1LoQi/Oh8f3deyS+7R2pTnyhx8XDxuXscfx53FVj3IxTj/ta+UO/4VDTORH/6vyzeChh34zOMZbeU/+hm+1Mb8VbU9lb549Rq4v0PiNXdZP1tRZ+0C/nOtwnq5vUPXnFPzWJ/rneSgxqdyh/ETsw7PxaPaBfkcnAdY2J3oFmf74pil7NI1nGJe/csiVuNv2F3QJfMFX/MfckfNGPSdWnLf1vJCxwtEmj2iA1FBSU4ey12h2beeqC0eZxCn80NHnKY3VeaiAiY/Tq/EHoJXv+qYJL2qhB02VnH/FPNyoWA2c2N/aK/0b5LgWBA1Afv7CUG7iL6Mx9Y3l11rOWOMvWmP4Rt3zA5YYE5Sus+UXJfplqBFINcFzPS7idoCC/bZ4xy5OdCCAjKG7rIOpt8RxHKfNPsjrrbEZXfDulgc+9n1Qc3JB/ygX9GI/beJgxMBgbM8kOmpDr8Gf+z/w8AOPuKOfkvG2P+n909MbywMFk+tIV+ONZuUjPwi2NEoGO6YDr+O+q9JtIK7W+K/o1vhI8vnzUhEDN8aTbKT40n5UdWyGAH18ns8fOLNydnsMeOKcdixX8a21nb2Fx0V3dKMNjGylI/arDxzVif8jXJojt7zGcfYei+yUWUz+HAMqzVUS2MCbkE6KCaV/u5vNmCjsR/szbZTCUV5XRTCZbF7tgpOSbB1+akW8sMVTCW8Sg/dXmIeVyJJ1R079ply6V59h0W9GO9Jbwc/o7PUnJ9L/7GtaZJ5z8WrJO/lYWmrSv8cWkyWfLwTAvPqc7cWr52m+86S+63snJB4awi/RyxP7eNnsBAUZ4smh+l06BcyVLde6zpdUR/Z6CaNAlIseo81RAH1aUxvN/OhDXqzsJslqgzdnzhyl3JGfVPk751PRwxfnuJ83Uuf73AGnAjbdXrTgTznbAPKnXcEC8vcYbvY87qfR9ZImeQm9NzdNlkscM7Bwb8l7ndWXxZANyGsScje37dhul9a+cT4mfrSretQvRn65Y7N9W1yDNN7XcP6F/vMtcO6Tj8eb4ohYOud1zdaebsU8EdduYlfIp1aUL1ja0ZXyqYy+KLHfU1c5y709x2ganunbI/qv6MunFK8g/CSaf/9tl3pl2/HRn7Ny4fp1c3HTX9IFdW76jM6rx7r9fr3MU8wHtOVvmkq1gf39tNyRGH81f3mFrlevAVyF39HyKgwyPP+84KokXx+emPkISb1/xjWBm6GSh/n7CJl2eCA3tortHRojmEpnNHjSB94JyG8zxFr6TIFlH32m8b+5vC5vAM8nQk/+240/21MkgeyeTdIzLUrlyTT/4s8zDXCbFk/MEJ0m/JQcT3jNAOImZAU/ooON7Uar3YTKdQEXeQlMdekGHhtu36+x5YH+FXBw06s8SWJJSpN6fqRfREjnbHbhe2HOc0JhFN309KKSp9rYirGAUk+QsU8ct3b7vQPojeFk681ImhHY7de8DJ/gKQRW4wc+g3mFVJ6kZst6xp3Go76r+QQ++n2LC7M1T0whJni0rUybvcRQWz6/WPYw11o786twUr7KM134n3Nxtj3E0znmlxhNifpnkltfL8T89vOhxUVPIGkm2IAjudM9dY3Cw9u8pwuN+6XRS9mmvLEmSp5H421yt/Z9nmPM3g6CMVtqHTTeLQaOFM7lEu1CYzv9CGedq4+SPKvnyFvzIj0PmxT53rZez5JP86ObEYleKi3LnNE+zu8YOn2tcoonZQ/RP5/XMYWv2osulCM5z8aO8OVmkNa5kjfH+Mn2jM98OtlaB29diI4+Phcc+Zcex38KczpwN9aIEfOtLK97Qjp7pctrax+dCWn0lX+Ui7ZsMiAl3LoPTeOiE2kxf/a7eeg3IPbFu6JeSdEsMfrtiJ/tU169P9AbEMg3i/NJk+UmgbDvGYAPu5RbJWP+l0r7zTTJrrkaomx2mg9tAjuwa3jYV2886pSx2a3ZX306FwE22/kx5Zy8Vm18GbL8Qksl/GPdw0Q6HsfDndebDclvI57iNaev8yWTOcp0zvsrjDb9kwanAqFb3HOVsEoB1fCBPSW4M5jXJmQUffnqMc9qbtJ/O1JqrF/nKfz6FR0AFLhFIZrdvFcGPnZs3kUq6lz9xeF9f9O5APoknDSm3xzPh2Iy62fN+Bf60K3tsgeO8M9pN1kfpYfcMzro048/j39P96u05LfNn8c2aPtdgzXZx7BRL9nvuFfwc1Fv8tkyEAl8mTYX8i1+ml/U/vJQuV/rpfv3d7v0+p7zQLpGopyQr//Ymz9SkJiUTbEN9m3txlM49Keamvnw+HW8zG/Om09eSyvfsv+knfeT3q/COHDs/U342lvWM3OIs3PrhjGryfd6u80gV/3IId2oe3szX6fX9gKT78kn6vLgxurcpb60HcrH+ptKHIEnV02e81zhZb7D/gxfY951ZWvFDLE3wq3zUYQxGn2SyT+jekFY+IGS47acv9L37JLc4MJ8yAIbjPQWQuwfEjnphD4gld6L9YffWWmypXcpz76h6oxAGkMfygbe+4z6xa/Zg/xL6XNzo9JqykfHNbGO1/Wh9vSVs3sHDhIZ0SeWgNJPu61PtWergj1+/WXfNikkT7v6caAmmBhXgFyNT/DulAf5Lvo11z6lT7Z9muPkJvYiyh2BEk62X5LD576bpP5a3gCeEbYbu3JuCwQ74WptG59hr/p9IIwWasbFT1+n0gfjuwuGj3SWlVZn47p0I8dgUlXXQdtan/OXICZwu6AocuLor5IQ3o/TLwJnQr3f7NPG/84xsNs5VBl1PjuEX40Pkc46vR3mcNgdXSjpBzPGIP2ni1oD+uRausSR00xK0voup0ePp8/VNYH8ycMo/9m4fDj5P4mm20nKN/qN/TUJvjq0dMf/28Mgz5C6mrMQU5xYH/zKQAT0zDv/Oc9RLR49gf06+PsYHwDp9R9tuFbjXkRgC51q9nOzegpb9et23FtDtph/IBB6vnxfwrxd0C2uSRdQM6h0G9FAZ+iNYDQ2wwdvVPJVPzrB0oX2lHVraprxGdHp+7xv3XD0bPuEp8UjpK2ej9N5ARfxHmp73xjlh0JcthzevNjEvyPj1pzB39383cJbCPQMGgsWZdj71x7GGVTej0z850wnjcXYND5evrPzR0GPxs+kxefPYT5z1GwyMeiWYCv7bRF5AMjzv5G/xJkY0x43HOY3ofNyExmP9D0prZPcTNXeo/nzI/NjHPJ645m5OmsRpRvqq0m+7nw+jeZ1qOT+Yf7sKTzWGpgBG+2dU47il7mRaM/Z31tMmarI95jiY+xI2/MdY9zp9fYZ2c9ynChLnrkMg8m7IU700XQlrF73Oo8uY2Zx5RlLv7FeHup+3dvvPhXD1PWGpGVW9Jl0m1zz+RNMmsPBNHI9L/pjo/q5Nc7jXn4e8hI178/z+Vy+RNgHiaLrvXj8iHn2Nn2Gv1vOPDFb3ZucwPzJQ19U/7aO4LOahJHf+vHZRCmp7qxeM/zQ/ySbeV8PHM6bjn93ffkcq+4drsSVYK/An4mgdSw/fHUG9AFj3u6srR/Adsniby9YD23Oa2+b9iOxlRfhHCfgNMe3BD7YYUQiub0KLI032uYkbYPqb/xCHv3qbxEUdJ4YbieKYJTy5MKSh6x0Smc7aTFd4O9xYj3bL5nINjOGl7+qMgIiUwpGAgT6elqCEzmNUa8kwK0dVAY2L7AEj8kleIN9T793yFN6c2ce0IVlKvmNP3b6nCRjP10ba4u/TuI0cfqYL/0a3NnKIwlJ/74XZOyUEPPRnip5S6x3/bJiUzktmROVkX9DjPZRAPk+XxdWHG+UrMZCRXysdIv0oQe+0fO6CAJ9KBnvZRdkjw+8RnSA13xLvYm3/ie7/Uy/Ma7nOjSNEVeQHNChTUku+PaGPoxY2V4MSN7iePyUb6dj+N3+xJBbDI1a+Tvr74Ce15BdFOc84eYX5hGX0bjZNj1+kt8U632mtzv+VSgXW/AbI9YrW5o9mz+M7Y9/5AkfCdvFQgNgvsnnTUZkpzQcxg2v+Tz9jXKsBX3j8KBdfblVku/+9dfPH+k3Mr8r3xS/TzYiz/VkkG9mMweNL5IP5cQpeIxuWguKGXK3Q/vo6srOzGeWaxU/q3Fs4uBavse2xQLADjf4aZ4WU/Ct4p9bVOujdLT1zR4uyTGT8BW7yNfZIZFc2e2ca8Lvw2AAbv4d+fRymBGqO2e5elIRv40Ge+eBslfLxo0C9vBr+5r8fBMAcqitw785lzv8nzB3VeeEqr2DDtHz/TqJYK+TYdwbU4KzOFOAG6PxskNOMV09D8ujumEpAto33Llw3dsw6xEejjTp2l/2r+QNG3G6F1Ds2zCLLj7BYFcXfw3+CbVNunl+NJeSrcRxln8TP0uKLl6/gQrVR8pYtFM3HvgT/8I57NcHvGLXYye2+GKketY++leDntGb4Ri83NPe/FXMlTnLREsgFQbRrurubJvhZrwKkcmeglFf1vMT34l88qkiXpTrKJMn4OsrWWf29DR8XeuM2tgN+hLW8lmunP4B5xRoc3BFa6TfCsezjvjSE/xUEr958UoZoQzpbdd8lIL1outMccr+yfrT3xC7lX4BGO7nJEaalO9ZhkrJKj9tnoZjAZRm/paiFDC/ijLZ95hugEqZv5GhjPkUVq/nmFvkB19Z1yABXek09efOvgkTJlXXiWAwKaXPYbrZrH868hfIJZomS6GlecnrWYIa6NbmvxBPBfLfj1Ojkd/wK7ppfVlfO4j+2WT6vJqCoEz8qRDJvmX/oWmtU9rhlIASxSEA4zN+ti+GpN74/VXozDCApWRu0wyleRZWuy6G9dlft/NNw353byTlHpiSKMp5QRcbNQdAPXHkVUziAeFKLsK/TVaY6Hs6eCNKtOTMPHiO3Yy29gXCxcboTLum+8q3VA7yRIDi1zluG31BibYeTDQeJdAieqFP3mv7SLMNbS97hkW9ZMvMGpNM6Mduy0lJduye8ZO/5rzgoWHk+6i3+aPnblnnwZGUzujP6aXB7cs0DCknZBufzE+BxV8caldtdLrurUb2k5wfZpPoyUTdncE8WKhX+4Z+NW2s6S9dazyW8bX+vewR/ow/Itk+npbeOJWuRnecP4Bdl7q2p4PzA/SjvaZwHwJbiCf8pvao+aa3Z8e95s+U2yZg8kflBa7fd/gvauQ8lBNpyUmJD3pSmi2aD9PfRPLfuNN657WR/9MnPvDCUBqjb051NXKU2zBi//t7uVZVE0Rah9z8rfgwHunSTxn9edYG/kqJ6Nrj2+UabLlPBXna/oE5sLk6LDuQDraS/8gWJkGiUeMFhFDW8bHM374jB3gtD+aeyfoMNOslHkf/08qsrBQey7/g45VT3beF6tva9JlxdTKVT6jS2dv3fIaQAjrN0CzZLIT4d3jHAnL04Ow7aEOY5CtyF51g+cOSyL4jEWaexrHe8ziOn/Sg84neLJ4nVMKQ9+kwlJur8RHO8/qIZyhKP68j45QWoyazzR+YG2WOY4O7jLtBfgbi9ZnB7PVLbz57GHegJK82iG9v7WaBoiTdO6+HzovzuXHtSeMulGy85elsgw3/duQ+pPqf//wn6/qcOfKx9Op5wrYt37D4zg2HTF7OMbQ2r/rcPWTPs89duo/hOb3xxY7gatwBD/Hd+APVHbt7f225MTFNcukiy7/HzALEwGx81O8S22j4rC/H0SSQEtm8p1AuPZn0s7E56zt6zqnZiIsPvw559VT37Y4kMnk6HcAnN5xckzjKOW2qYI//tx1ptwAAQABJREFUtP3rtlVeY9/uYtO2LDcAyakqn3D4/YjIdXnyDv1OLmztCK3GHejvVtX9C/+5Jf+n24c5e8C/pEOnh1niXo4eWHFCP0LOzl9YRp4mT2S83c6LWw+tLl3ZouxHn9tiHXJrkXif5wDvF/iKF2s17mH363lNYeJO0B6bU28QZ5QTfsehBV4XFyP79RSl8uzTQx5bOzaLJtV6wPyPzl8jl4g/ivuI81jb+9cVSkkx7SS7i6LYn/IKvcdhda1N/+KB/WP/R7e93415y6a/2dHFX5P94Mdt6Petba6TX0VB/J7yqlz46zkesX43j5xT//qjc/0tBiwfPbaOmhX259F4GrzPh8jqrTqfty61e5Sb9bZ+znlC+ln5Y2z3xt+fr+2sz8j3GaXm8ysc3qZ3ZfI0ml88pt3yK6A90xErlKEEpj1Z64OpjlJJpbtb4XrPq+c4h6d3PTHdGc8LsGgkp65tB1TvvifQ6S1+B++q9ckvHlF1Y2fVaD9tFGdHeh6nDqVfYq7151bg0QL/ufQn1PTG1E+9YWw3TrALfkibJyvVzh5G9isBX58QLGzAU9Pqc/tOJOu7nY/0A9CPvbH9Yvsi32SziTTeLurDzqkGyLLMc4D9C3Skq+4fP37Um5WjccFYvCXeya2nEnidtAKdHDUeAwy0kYOEypNuc+aB0N3m5vysyEt+e0qp/SbAW46Bn1MVYn5Mj82UdGOxrjcMsMuBP3KXgeYvQFrcFoJ0Plz+888/9elO8SxhXv0VOZCbkv5eAGKv731Gy/iSM/VEqnglH1V8pAK5z3nty4eeto7C95z61ijzfHEd26K9BNrXf0hKspMj0GMIeLMzTSV+pTcPzuZUb/5q3MPo7RzFrHKQ778pzaeiYYejEGTYfqT3V9nxfP/S4D0d7+eW/22/OebpMVu9+Zh46CJY5JX7y7rGPjD3pSdK4aQ3koCL+I1XrIm36cCbNkDs0wBjr9Q6mHUs6yUaJOkHBCSfabjvn02nAcEnd9nc4XtWIq80UsDp/0g3iWL4TxbqIjmTwb1IfhE/aRG+3kp7YtkCH+KGsPryPzd2mVlEmOZVPYymmKYc+UWzv/xSs6Qw04UF3ojU3Pk9fmT/UHsq+5oqtsWz8EEwGacdx+nfLf18QhualGNa2JhMNYb63XvZ3+c3W5XHkz/p9VBsZfplD8vVPJ42wPbbmxPtvX/IMTnYU9BelFozsn/HJJro8M059tvpC0KHYdG1mOFN1F5f7Svw0B7Z+4xg/n77297uSWoylmUu1z2yvXoSXYtx1sdZu0N6eQPfXzOa2cljZhiZc2zSCor91EF9h34lkCrtupn1XsNPWb7M42T6PavT+jW+p6Ty4Mge4qH+yCt9V1LGUUzztvuIwwzfrumNMJ7fx/WC9qaQ8WDthaPe+dWhftPLRvK36Vn18Bfa6CkAbIU984Q7TMZd17QqGnEPMQW+OeDlUW7w8+31GpHPsHWnrZhKu4K8307QyUV8au7x/fkBI3EfQo4YwYIzKxvOr7JWmC4l7uXTJX/OKPh+m0uLXfq93ej7iuVKTn1rhR1uHc0d1l7hn+lsvtQgREsxQyx6XwPKbE2rxVPruVcj3onz9TkG/nfOjxwAVGzT35Vun4J9R3qrTx/ZC7rAi57qGmes41EaDd7mecRnhDfrSxKlRTD/nYFs95ts5mfI1eRtZLRW2jdIFJ9U7HKenPTXYYXVU0s9uT/Si+2cqDJk/DO2V4RCbvqP9JtsRdQMOoLTwKwf+uIXeTJGGa8f0//VStnjPZ2L3n37V/pU36/nBLO4bWtCvfaY8LF3pZP6ZF++8Za8IV6zg/lIWAk58U/xTR848MnjuRM58Vkg+/L0BrBOMtJ+5eZxzvgm0YoWDaCAfNfF6sz2tbyrEP9WnmqBfMFOTnfj0JIhfEurxQ0cHfylBoob+5OqtgjI/7GEJSH0f5auondmyxU/xrX46ugvHKRO+2+DH/AXeT6A1RYLNrF+4Vgh6mQ5LywphPSLks4FzlETqL5y/mUXXM+5b4/KFthlG+nFgN5vxvFgJ4P4t8QRnMd7sYgPk5esY93WpH8nPdfaeAhyLKUf8/Xj+OfZJAV6PSTXv8eOBfB9rVW6QJvjtyDGC7Y79D4DJp9Se1dk+r1LfIZgGzxX+SfPD/ps0PsKINJJnyvr+2fLvZoHyWc78LS+fbawT+IvnXWQA55E9haZLftz4blcwDqeCd1i/Uch5VPM29c1vo4pOHd6RKL6ldiPEPmiuDvxsi36hXXS+G5Tfiog+eqpRB8ghjx38ufZzd+VSF/tPFHyain58f4jryWyx87FX8Nrqyn2XOn/jPEdXv68NsuqB3CeeljgSZY+36WdxoWYfKpILyL2GfqYXf8cQ37FuH+Ru/yZZEv+8OuFr19VWrg7ecx4KKdYXinb/i12x9xkuV5771lMG/3n5soZr5ES2CTalv4Rzu/YZ3Y+z2/KGV/9PFw3f6ULc8w8xfm7Okff/ud//m/2QghCQITzbxfqibXhydLqRt0IaYUDd1/2dCSXvTWSng7UxbjwOIL00Nc+092eQPI0N+rlKZpo4Gqn+kTAgpZ7GmcBmYcr/QHwyHq9dfoLFdDqF8UeY7UJ5aaQiVMkkE5Bf34zFXjRpS45oh31bMbskLzAU6ILOLw5E/s1riCxwAd6VBr/iA+/EcaoL+KPYKyvt3uD6+0gelGGcx5GVzimM4tKs2Hj1Wr2xFPvL4wanZRwkmgxvoDZKaMu6NH1Bz86pTuIJeL7ms1OucwHB/znwGGk6ElMMNrFX6FvMMUvpvaxecem0NOmQw/CkP9af6vp2iAvdka7Caqbn+nbUrYgJUoF3vwOevhX4/qcWtO3j5tI/Sw/jHIPdJGfJzjpj/TVtvXHby6OMbeyAyfQPDFs/I9PeI34W98sr9jo6g3LSnfgZyPdm30qZlcZ4XQAO42dOAvyElfEE+0ddndg0BN7RL5x/RMPYP2czPy0wZLPx1LO4GJ/aytilSXGb96iF/4P3pj7urfRW8OuIUYxf+7/a5rnEMiPHWjPsFo8n88b9gUeeuQB2nGcfv+Uae1zFf8tMa67VuP60PN1+SfEWQ9nObASTRXZB1sJdib/++E3bDyVZJ30zQkjW2fayg9OLs+zpzJpufwCD2QGg30F7d2y0nE8Iq54sifnxHPVjjRop61yPg75J4TFkT4UZmUfa9gJ6Kqn2x8ggxKM5j3/s80kaMNS+5G3xI6XRaDt5xX+bWycvxqDYIA2kGrSzcah2w2fNBr/cXwz7knAw+vjx8/rNg9z3F5PeEFzJA9jVvbz3I+p1dsJepHPEW+355x/XB/JJzEPzbgBfxgv8Yk+h3Hn18exJjN5Isoz5DvICaZfipRGMl9vUXs+5yaRn4ODHgNeXg/J/fb321//3z//X94QDOX1CIs6+kPnalvkwTFdzCDo6G2h8fN9tc5dbV8OzYX402HsihwA0k+bchcO+GeVyNP4m/3oP/Lp88ZxfK8H+o2v4c36d6hqPcgPMBfgSHtNQ+dh7WeRzuChHeXlzXpwD+v0N3t3hvOMuvYVhNhPW8Emz9TaqCPi5U73R3iCAR/42HYoVl3Ev98/HXBLBzZRc24ni7PDeDm/8DSgk/vS/k2xSb4oLLcL8YN2i3GXRAsl8kBH2NkGGt141/BxcqTP+tihTBvgq/R0hSB/bTr5c0SNImezM/4NTUHdOUwOfltdD11oy3bkZ/MMB+TgWsoK/qgvlGal6TWjmyK8IPb6Z3iFVtl3gj/j0vQwiBX8kU6cR4NY/V4q19+O9M57yEMVyp0Hrc4JK84DlW37FLlm1xkkArRUxnnw475+hBvbXzg6yOPC00e8Znz9GHxiOcM1bqYTOPSZHPhry6W+3/Yz7frhiIanRx15gKfN+Kyf8VUJvuAq7ZS37/rvit9sPPo957PzvNLnBehWOsk/bQ3t4eo4CD6+6JuVbl0hL1b5Ch3WbfqTKU8PbJ7n4YT+8ZuEiItev8hs+gawfV2rhscnupHQR7VLXq8nTN5BkUF9gsN49P9bHi2gJwt05K+BPQ5/eI/m7tF5w0e88PgJtGl7mN+53nRWvPZZRTqf6WuxYtobnWPMg4/9VrYCXiU4yEHb0wB+NObh/rQ6D8weFoJkt+NMHrVPU1vmljnXCeZx/o6Y857xHHia8NqRcM7nTxjxJ7DjB6V+fy21aeHCw1Vt2oZnjHmXLrlkTPW5vT4/PkKZHPcIjUdw8zcE/Ewxm8JXJ0bjOH+Ew+fi+rXmVZJgs9lctotRPl++SpqvRxf7ZMmeaIKOblD7bCyAfrmmTmQPJ51fTso9gZTrOTF/RKdZbO1J8VwoZPkKPraT376CnM+dgZ5ay699f9/679iXaq7xz17/jVbaA/zz9z8Z0O9hNzBfC5Kmzs58HtufiEY+E8ovCXC+8lrRZ9R34naG+zX7W3zZ9YKjlLP+I+S457ZfF3Lgn+XDR2UcS37ey08cIN85tI36cyhf38F9BGbHb6Metf2kkCPff6kc9YhRJ7i6jhOv201An9rNfP34YZt1xYvJ8lQ2H0YMfe66H/gIfJY/gPnIkv21eD6yx/5Ime/winaP89LTbOtR38+1UeuFpmjpQ1ulPurDvvRFeqO2p8W4+nTAg35KcCjpv1vO+MzoreSb4X1m/7NsFXW4S1f3zq7eN2vXO/du0EZZn92e3gDOm+ccJM9mKXq66YgBIv1Zv8FpI/AtfRWoXWxXmu9TvSYz/4ZI3x2ZbLcJFBBqoJVV8stsTPSEQfeEABLHsn8igCdpuRHcHDTiubZ7KmL05q8g/Ua12syR2K1if8qGZwm2tec15WLLxw1H9JCLUhQiHz/Wc8BPV28i9FixpSdVTb70u8fpiPzU1qIU+yMdi6k+HtDRl+hnv0NjC2E+5XZfGZeu4x2OGX/1Q5PSIx/6nO8I7jDukTfqyBXpzPo3SH4QSO8/+TfJdKMt5TbFoG4M9ylM8HFijMb7+39SNk1PhJa3qlZPZ63GjwbQxkjx0kZUt7mXbza/ZR4s3lp/w3ysZvNq8ogS8zyi2mRpcW9wUqS3JXQo7c2qiNdz0ckp+d9OVM/he+wiSbnzD1+TWXQZP6cJ/xHt3OfmbAozHEhrbMLVk8hnawI2hgR60NZXi18+FmuZ8UjfUPLTcq/kREbWHdor3sCP4JpuypNmSPSjhA90YrvR8Bxu2MSj365r32RvdyL/bVJfCLHaOIWKLvzq+JP0e6WpxxfY0u7ffjgnGTJxTybN/i3T1rxk8TCSTbYXvOZF5xF3D9Gpc5uIIOtfv9JvaEsQm+pT8kM/cPmFcc9HBPNviqYy9kdm4NPf4Fd+SA7o1yHoPKvkggYXi2o7vcFEzpLMUQ/xb7q0eAK/nb+NJ8HjrnTRfoS3f1ewzxnH9mtq2CWWYJ7pyRglOPdKxULzFeS5R+vjsFZysk9sEvVz03TeySMp+1cTjf2y8dms+fOVwfk1OSnuw2b9m1xfDvamayjaOD35QG/I0sY+sQ2cSsHoX94zJtHux03SrSwO8PN8Xln3NpX8WYfkitJLhx9/hRyN/vPnNmshXfJ6YdLzhlXSLKhDIMb+ADZoXj8/jUT6HBJHLeeQH3Tx350/lA2OvRHZMFn3juuo8WItBSOeB8zawH/VkhjEr2J7KveTcovPG3ne8r6yxdE8vvEB5lltfHIqdRoA7wxGdHbgmpxGrcSCbFPOJzmvnHGb2b3Nwwxzr9/TV12iqYT+iorHFyxv3kd80f0aR5y3x67f3tcJOXZ8snGRv2BLXaM6vDjSQJ9bc+dMnnCc5za2tqtw8TX8CHzoxn4fd5Yb8oKUHM8w5/kAygWuGFH0kUEjnh8y9JitBZ7HiTQadKt5+Fa/5gdQW8kI3DPLR9ZnyasPelOeyScYfXS9T+vvDg70WK9ps47TVnmFnuB1ryyvRRl5dBN4f30QiZ0jy1h81uD5BoiCzTJ3WJfO88z8BrCYScuOKaLec9aK7RaD+FV07QQusUZ2EHMpTU1bGaVORIG5Opkd6Wc1BieKnnT+nc6SuaP+Hu5OnYSwawfsN5pmbgrfkeMc5zH/Oaf9caPY7jGOskWN3tukFDfEyyguImEvu8fN8df5rwvWSGSzHX2SRVoLuMka9Pf8/QWYET9g6w3sEdDFPmgKbcX/IukGbjHAPBB/owWq4RxrNjvp7+IrNY+Yuz1asIHd94Xd/APl81IC7PM+p7U7ygZ2uAjtEnkpnMXVq+yyk6OrY/R6dvFzXT5/M2Bm/W+Zh+YobIR6ScatTr4xiO+V/xOfvv/z6n5urulvejwaT57/bIY+yjqSJemT8rQ/sfgo7uS5uMa1nPl8SXJ8lLB69v7xUWnz2k5aeNTNijCyseiyV8DWt2X18X+biCFyYX9G5jN8cibLo/34+hmdHZj+Quxn5A+fv66vT5K/3ZgcyQ99BcBo/MyCGgN/BXd33OhbPN2l8Qjevn5cD/DnNuJ8lgOeGnPkipedB4zsmPwmX2WT/wzWd2TKhhj4rx8fkS99Uxt6/JHeq/ETnsuhpLLl1HaRcInzxQD4+s+UJdJP8dzZl/j4uJM/zg3iT5X7i7nyt4E/OXLRZ9jnxP3xrN+R+uQqulJ+sjjPZO/j85l0d2k9yt/jj/KPkwM/sy7N5ezwMTWD0brSxqJPt5E/ryZd9/WVLTHUeb54haVy/oL9bQYPE7jN+RFEm6Nzm3tPf/7q8Yj013F39nKayZlFPD7nj0gxOlfJMIkY61y/PoL5b3nXAtj1Dv5ovu7QeQ6OeZ3Wi/28KVg81fKPX2+Qy1//HOz+AZuUFv2/yrpp10kDqFtfpzeAA0pp+tQSIWKqOcI2xSKsaOk3fRV44CXVU7X/DVJ19OGeAzZZ0Qe6qDVHw+Dq3T/Su3hD4HQZKvcPR51hR8i68ZunXbNe1DQ3aNDNQayv6dEuJRhqkcAT0MlGJtw6VzeUIj9xbU84iI63H1oX4U3EC38bnvTq58xoyzQcyGalG0gAjHn7gGdl42UxB76VPKkm2J4nOvbUfMvgJb/k8CNn9SaPQaGv2UF9I116Gx3pYwfvrsKpv31SHxHTwxLpY682priSPCY8N2TllHahZa7USEakqrIUXTrYnJAc3dSW7fSGYcXL8cM8QdWVJan5N93hwQUioGsecSwZyyW0fOcifuvN4BWcp0kdnJrfbP6r7hlOfdJfn5Ef0qe5s0+GTHcBjA62a0pjn4Rw+QA3+rnxgofxBHYs92XWCcHeIBOmaGOnVq6WRtkHe1CKGge2pC19hJOOb7qxiH65Z/qnxY5ARNPRmWJpwHihD/6KHX99N/1+jXagssdIpVN+i0H8E7ASH8hHt5WW+1S3/FdslWhkPZxs+WGnHrlr8WS8Otv+QK0yP44WcW+/j5S+52M/+YpgErbMr7WWf0Xf+94IgSf/0aO2k/haey3HeSWgEv2P/rNyX34u8lXOeYp+5m8WkIuWGXPMkKdiuDGq+/zBeG6JjL0ceZ5SPJk7mPy/Fr8B963m4ZWE2CNaLLYjHWSN/ffbXXywfiFeIPs4d2fj7C+JUVYZhkX/QyLKwC31Brlo6jd+dw4f44rF/JaYFqRy+HH6puVZ/GNPkOsDVY0XQ7ks8LyhwliVh3HJmhxT/fooJ/icGJ9Qhs7DZeFf81LZ98Vv7BGfKnPHlP0Z+tvDtn7f3IFvNZxPLeGBLX5W13Lae/7Ts4Fm37vf0ldcY48Rlugjn9nVpr/1jbBan5cv6qc9EHseD9ew17W2pxrP+ZrCYxBncgd9azzyIN4OZ9m57BXPYl2koG+LRiGOfCqDPAUiFsR/vw9M5Ed+UnnCJ8AVmUlveY68u610OhuHd1IgP0yTfv/3Vzo3ZL+Z9XL4wweL3Hi0w+X2hJZNh/f1QrnkUWvZPJ/xjPNxhG1zcBxTj80/9onxMurnxi/08tf9Kv3Xc3BGZuVKphneqP/ov+wJj9C2n5dOhEPU13C0hpVaqWCHI81Vz0rXo/w9xfv4Et3epDNltEbWfXu5kBCvm9V1s66jJl/EQ8b3X/aNbqzv7++xbfKzPoP3UDmJqUzTxf8VHvgB8zxrZ5o7/HNyK04UBTnDj7C0u308zqmkWdYNWEn/U/p6UEP5mPOI4iPDRLjyTQln85vVRVbK7g4mAjJIaTzAj99IwzwkKUG4VcZ5FRHLA71cBtdirvGHbbAJ/ja1eaMFhb486i+z5b2zcmrNP4Z1OA3piaWWly9d4S7rs9GRrr08NVf2ZqhUV/y+oX/FeLQi+fWxn+OS+JY7mtztnkXru811JH/uSwaZzultbkNE5tgG/fylniSL5XF3/XhAxdOQD898W3Aj/4rTb3EwYBS6PN8wlJuMQ48SWNrA0R/L1Th0It5ue0Tf0xyNn9G+Ci9a4gfPfXzzl7JcV5FYx9XB2i3a+3ST+6c4/PWX1vP0gF/+prQYb81X2z7CYA7rvXOwnkqjUYUnJkfxR1+CkT7vv/5je7UcJ4UJMJVgnxVd96rai7qCjuM1uaYBXdTqLmxV4PHCZhMl/jqZ/Vkdo6J9iYrJJxkPR5qcn271APIAd7MjkX+STeyk4KYY52jpBgsBfQ74tUZlWw6ruw4GSrlOKM+ZeZvvwDw180n+yYmn7Ztn8iNb77/MGeWR67FHduDTRmd8gXB8lbQGiQtIizEH3wYeqDl6S/532YiH41PI3Ilf87WVTe/J2XzeTv7LvvtALPrhcc4PKB/SEX3VbHWF9XievoJ+UbcrWi1hF34P7+YfnqL367H9PHSs+/0A+wPx83Ondtt8eX49NcHxaSMe/rp8jc7za17HKfUuH96R3+s/5TIfeJj/nPTlkYWfXqZ3ESH6VmxfJLcFvrd/3iL1UqAtX74iQVriUjRfwehgNTd2POj/jqrk8f/cUK5GeZsMEfK/qP3J+aO/UXMjfyb5W5wP8B/VL+MP6D7BRfK+RRe19enkfALxXRLiy2eBszqPWaBvDCsnkBc8+GP2132k+FCqp35eF+9yDO10YRw6kEvnhP/8889fb2/27P84R1+gP5QvML3YHMt0QmQ0fSfgrx56l03Kobpvq3u5Bjh8zm/JN0tcGJ+Ufn+dL3oPZYpxEdsnDP4d+mQLNP/7HEEe5e/wF/lFW7rjJ+26ynlf1b+Lqdo7rEBvOPibdWKHZ+SNqjpzcsGm4zW2UrxU8fnrEuIQ2N2BGY5/nU5dztUNJK2PhxtJTkxvH0WSiyYH9btVNU+Pz5XfW8xiwttP66M/3x5ZbUYHWD+uum8D82+5tgAPU60hXwthL1nu8ZDM/nPEOkao9z/VfTvi40/Vp8jNKepn1+rZU6q8+AYw7Ad3pxnaLQd3s3XC9Oun3uxZE2m/ndB2/9UIa/RtCJ8whAQPbRLOj4GNlMHTfOffKD5HTozAPz4BnUcG/M0xLcG0Jw9WjI7j9oTDmQMhW1KnPIHHguTb1GWz3o52U/DIue8BTyV2NwgFDU7SZOmx+1bPX2Pg93A9nwSVnNHmWjI0WPNR0XCdbTjj+Tk48jdg82OTRTT9G7HGe0y/sWJ5H+sDX/TiosSvn0kf96Lj6inl4xyYbZocLTbog3dtp6n69TM9oZJduuiFQN02ZTGnio2y+eStCPSrvEoSif2Mn5cb/CFwaRNsSH5D4Z4FyYNmM970UJeXhbk2Oq/+a7KYj0c7MreUyBLh6L9TirboRR6iZW+Byge9rRoXYi/iqq0xlcVFMpLJXXwyPzVltEb6RJp622MVP02yvgZ9Smg3eskG+pd4SLo8LsGLXYDvqVqLt1BE+wxuhHveN7KdMOAjn7F8VDdtdT07pzwazfqndUa/DSc9fB6GPvPt1yGzqckhut/SvBu8j6kRx9a3spvnJ6zaLk/8M6+N4lkt2TX9s3Wzt3GH9YAtjc6+/h3fL9OQ/CUXFlv4WJaYq1XzaarACDeL7acxaoTimtFGrtfIES3fGA2+kQD/p1xxqLm1W7dWWJvjycbftHhi64S2iq+cL+QN+T+TozxlPMHnDQskQX/as5J4Z5w9L+2XlTUHnO8JkAc5fZu6bNDPb6MZ7dLDzbRr+O08bQb7cf3MtRYQW03XvNHXyuI0ch4caEECfO+0yHG0+5xYoyMYFwBzlPmIZE9XFYiGOeDjI+hqlApHvwGOLKpfx4FCob7xNbZBy2M23vM/0qzkZI2UWHs7H+FjD/zIoxpXX42bdKPdj2X8hY6Rx/X2cX3/mfY+/nd/lae1F1rZZ8z7SH8Ml9Iub1rp2kc6Yhu8un/Lb1QkG5b4OpMPWorlvC4kYswHdD+j1Nc+c+S3gFND+zrpkvVJrkb+QU/gc+nw1c54KaUCm/XdzD8d3dKILzVmuiGc2htyhsQ8mAzK74aAnzMOP2Sl3Zdtfej7P67l5dM6iPzpdn0SwtoGk8460jUK1srROiqpGUeDw3lJ8evq599OLr36awofkaQRelBiF+w1axsqwso3rA7egPRJV4sf8In1HEmJPHIMifj4ubBZziGVryfIBySDLz2nJp/vHdWRn7LJbTRae4TtYr6c9EY6Z2lAtCN98OFGW3DUVYJHH/C5zPa1+G9wRZ9ytwIajNsb941HR+9iI+cvY38RU+Am5zfZRj56wT9uMHsqinKM8o/ZlFjDF1tO9euP+fAzxBCfxoN5HfqHYwec66pVcPGVOpAqjAnf6oX3r/563zPWe/jLoqqLA3Ijh5eNOjBq+7ra0IxjEU7jjxzPpveILMJlfVNdNoj2oy04bESfcJ59sF5D19bp5sfq3+Wv+2vJHdNB7Kk+OViD/Fo+AY3dcX8Wx7k3qLmPN6OlC58DXu0gZ/x19wZwpfT0SpL/yYcWM5vw3Yl+sgD/leTihvh3N0IL/Kc7aGeaqz7KBYx6H7VQg85xgZD8lsDygtdxP2+I5pHeGidD5MCGb0ugOjH+3Q8tZpzw/c66aG7xm5EeFgNaMEejX7/vTLc96VvsdPADg7Q4+drGIqaRFxvVdqfoZzbu2rHlmivSs3F83TqmjdqZRFez8xmt+Vid51NZ5vj/9SPBbs2eYeC/0FA6OW8X7h4zwKN0NC/6R357TJp/sV9tgVkc0Z92IbdFEI3z3HskbXzvrSVHap/T03w/X/r8HCEuckVm5n12vqNzGo3tXhAE7tG8MlJHNNk3IP8I7iP7dCMSnfPpXwofbPoMObwdK58bhC02z88zD3J/zFbpkjZ8zT83gDvkm6kLvUc+FcdG7Wymq4mvCD7i2en0hzX+2/S9Pn0p3z64HPqccZ3/x2LEeLrCXbjcGJFffYZvzXhaOugTErpe0XEN+1iSlkwPulsvYlLZrj0+lWrP4wNbes5KN4N4IOfVrLnmia/M/OsZcmQe5aHBm8tXFUNyIjOdvu3rGq/tfM7Qx4nHf6X+8PmTyt/bXvKDvbwR9az+9KTJjPQhSz8l/bH89n/+z/9mTSLguaC6odruIkeiavf32I8QYM83AVAokPWNv2MAH6m3Hun18+fxe+Kjvg0j1LiTX7qrXZI8ngb9vs9T8uN6SOpbeTK2whQ+Hj/jJD4k2wo7qgi/wI6G531mX/GCt5Ks2un/yWHzAw6AXk9PM47/KncswQePMr3rBYor8QnXtfBDD7mqS1/jL1uY8lG+RgMPHsmUpiIZ0W/6Gh418Eu7zJ/ZrBkee4B1LAOdCjCWi2F+I5jf2IZP1Je28ICBBqVg5mP+ia3kU3rzGMRUevq1u8R6bY8qxOUJbJYJOPFKn8Q+PUVnBKdyn9CsoiS6o6eJ4o1gfEB4oxcf+K0QbjhBnwtItOelzTP2x56053g2MoNv/cShZo16owocPbt8r8Ibn+LTaX7w39U6hDxeTj3d/p03EoZJTnxaXHlcA2+2EH3lSx3kDHhab6Njbf6ex6fnL4y4Ts4uskU4uA3LJLh0+/nDfp/K6zmE952rGHFx59Gon32tiWBSdAGaS8XR21v63Trmy9FXn11wa2tYh3xo9PMbh6/EIrAxXlu/2VY8quyp3mzNE70mhfrtgTVzqgZn4/Y3+X944sfTFgzrJ/3QEW199OY8Y1AGBh4qI4z6DK759QhGcP7oaTe69EOjtftvPqEfmrxZSD/4bdzwGae/lU3+1nesRbpHiHEPcTiL0zFW3wsNyeD1UOwsnxLtSS1bKzmRBTjaM8LAMR7hsavXC9hHSuhWGg/mqUonVi7SRc+RfOrjA1xkF9eDOK58k2mk3ZXKOZ2I6dt9zrURixPR9MeY/gjfsOb4fRz6/ZIwPR9Pg72UH+/k406h70z1RqPnG8Bc03SCT8N3IK4KHF3kKdqtnNuqwfia5PU4Jr/4IZPKxt/Dejp9fS5fD/fcVpMtfoMLuqSZKizZczYcG/Dzl3w+DCv/5JyjvWJnl+ZTshX+1uzWa9r2mX3/01qLPIJc0iHqkWVw+6Aqk2i6fm0VZJ/vb/Z1dG/f0znZgi/45PH/n73rUJBjxbV37Pt+ZPf/v3AdHgdxkBAiVOgw9pQ9DQhlhKBSd5O/Ey31okz40cI4rg0dkU1J/pk+nV8kK9Nn+sf9ub9Okmjr2Bo+rJKOc4XxZHUDLsdV8cmBpQsogmtp409jCt2/0k9cfaRvuuLpkpU90qeyzRXIbvlLLCsWee7xUzrUkDu5P2x7tOX5Srsd48yLiVhJmxr1FKDxaYk/ed+qIXEN5we3DkEvykBJvTn+jplpCl/SRvbhXD6F9fTgPn+ExN8CHvW34xwJa+1XPoLL6w3MY+y3v3VI2KHS5Qf6iTzq/Ek+x6F+Tw3kh/wenYNnTP1ox0vhOTeV/OXlViynX4WzYvIfQVE5nv+KnUPOxR3p1vlN1jH6x9vDPKnSWGtjwdNz3eY1B1L5knSAW9mAS+wwvkRPxHsZUs8qt4WH1Y30Hp12E25pAGvnH7F2Spu/rH07tD2O16vHOAKxPha6kX/I9aj8lh/yjyyRygf++V78y/zj8wTb1ILrfW3X9Uf5ap/WwN/yov2jcWG/cljU3DzmvNP8Tn94PQkX/pSreuHal+Qn9BGe60hpdd/h+eo8Ig1LymAJyb7PtzkPRMvrn1a2yG+vg/TyRaaH+/auZqDzOljaWZ/F83UbY5DBv1H+5LakfSBCrn2BN1/8t3y9zKhNubt0Z+y113cgb/eArCG+nUdYO0t78j0ku2IfhCf7iqRoy39oYIvWtEBzZiAaJk9q0L7Pou/ILbRj1P+nw1cxx3ntN1sy7i7oLziL43BHPIEH+VmVIpjtf9s6B2GhIE6udhO+Z2Xp+q1Ewi5DXfcbCcQb1J7Xo9vzmGVC9lrYWB3heJrXtcXGtfwo1jFXNWSwCUl88OEncQaLX4KutfCHYkAvGSfYCP3wp3aJcN7QXF3geKiqhjnm0SrPwB6vL+0wrLaq8AkO7xeBXv8U3+MCdMtLbCzC266HtOhT6PNOxzP0ggxvN+XCF74v8g9xLF2E9/YwSVdMDfeoq6nmMj/6F/7mTYLLTB/EIMeV4w2dv459D2QfYqyDOQounHf7HK9hMv6ucfmi3vcA58v+ujSKlUgm42dnXxHRexguTK5uBnia57VxQ1XmTKo9TCznCH17RFDVKw17zpVuX2R5va+fVUvsO/G11HrBWvrO+CZTLobN+37VVk2jGuee9oneCyUU/dPVvH1oiw/nNtPPn87giwrDbvpIfHecIX2HU4/oPOss3yOaQC7krw853z+r04guslt0kTk4olvrC5/qPJ7xYR/xObY7MsY4lL3l3DGb0kPdqOuS4K9DuBafV9x15froFblXaO2ctw/cI85wLba9fdxKYiy20K8WPPCo+UmfP4r/7uhB/qt1sLpe1eXkDeDZ9LDq3VAfPenFO9qj/iI6P1laZrt11sMDaqIf3t7g8ug9hK9xyEeizxevgZtOJPiEn72h1NAWP/CEFvbhz9rc4JdG5AfZNyDQIwrCpJP0FTonIlotSe/15Emeh2dC8wRDZXRDRVWHbe0IWT2gs/gI/j0uONOnK//yZDZ+8xpM0pyCyEU8H5Vm9ba0PDGVxU8T92g8LO35erJT/s9ZYO4kP1AXu8EY2dMxTDzy0OAjDRbf/MXNVYDQxhHebC3yOeeAxzrmF+uyTTh/c1jkyxN88tvPgODhM5586rhIT/9JH9Evts06qYBjYaSx/azvlJbXDv4jcB6jg/wO/a8UJB/lt5ugO+Y8piry8e985y5P2EeY9SCeaR7gYYaUeMQunjRgPZcJwZjA7+1+lgM6pxGp6vo4rx21MreNF++AnjxUqY5WePMZMZp1LPOP+qHEwXKf/1x/y6fnjXVdvpXB9tm6pb9aJ18/Tz3ct61c9PX04gPChT7tnsqTNORn+bAuNGlc838ZX8rAvoO0O2NP+ZmuLCaZfn+IqFZX8qYC9SHC3W//gi9j1f+WYt2HFdt8mzo1Jfya/Ih/Db8E557W29TQBw3gZ45pLmWfy9TpMD1fGd0OLSl4wwA5ttCrxkPZx/OBlOq3Muctabat5AgLn9dlDn8rjzJz/EBDfqzP+QS9Zn9Nezq/Jn2H/A19wL2A+ECP+Iz8WZLOtlGnPkPZhRArwvxY9Qt1MXPCysfRMOImPHa6JnfEdsg7HOr9KH07gQZA2QY0rO7YjbHUvE1WOX8m82wMsU/jKMVhEsHzoZShiLJd8ubqj18/8+/sbhNuIKqeOq+zPSZ/Aaex0fRRBPr5J/jsOVHm86M+bhodNtkyL9JO8uB4sH+T3a1oVZfkOz3na0UQh/qjV77VKY1JeHLZ0setfn5QToy/hlr6vGSE6Q+5OM0kH09r9scxGKOhHsrO+hVQa8cj9eR4c6+sGrU1ftV3C9VWsNxr5yeqqT9kwPhmlR2Pak7OD7U1rFja/M1EKYfjwLkn++wcymtxStYo7/FrOh9O3w7577//J/uKLKBVF/IhC+f898hs+fv41t4+v2qfnQc9Hnmu5ofgWXrYiLZOSo4DZQuN9mPdjQ/CWcZYu1Crh1Nxl8VFPOTk43uDi0IDcq8DfqMc51Uan8/0D+9HcHwYe8wX7A8MuQnU+oPyc5JIEmz+8AIZ/7L/095+9dU+X6vyfEdpe79wPSHdKqeQfsBe8taoM8FJr/Jk7vp2z4Je2J2/R+cH+bfj1+shEEnNen4NKG0b0QzhW+enQ+pbOzgOlinmL73OeWT7Wee9vuyHvObu+VKufYj/0w1gEtmvaqWIUUka9HMgR7ivh8NBp4PlrPoIshMH9yCaGMAH4WAX3ROMByTwSxSEA/RbwGmtuvGgn4/EIWmgRkRn+0VV+ujeOEqOSHGSThWTEIwxZz6nv8h+zGdv42PkWFtuHPiT86u1ET6Ixr/Fwtj34w5aufk7m0MNXWR+/aZTLG6CoHO/1UNbzxo7lTiqMV+hX/W2+vX+bea/DY+RkJfA28GindVGVLZ0py96P9xhFvU6wivHcyJMXwKVxqxcqKKaRxidxW3m7n1+yTe2MWxpbFDATsDszZE9lZGTeZzRLzkzK/Aop1q+c/0YHzVuadZmyfzF9a8nU0/1fecgkIkLTLO82nNWPUZfi9bk8YTetA1D2krbTdct1fXoWQwE0hMOuu+KOPAo9MgueRKRH/kDJd/BLgBeCN40EWOTLtvl+MgkEb3NL0bupojLaBJXLZvsjwTKmcnq16IdaHHjEM1/xA8NP3Jed0D8C1FzXmCgPUAPeRiPgXtcwNX9jaXPF/OOq/BgCpufovh7sPgV+zy/zo/fiv2oX3Ydo14Dv2X+G36PrDKNLGQ8aq0MxVr/Rfm/XtMKqbeBvPjGfUJkI/cKnikvPEc0HpdtytFrcug5M7/O53+xB/ScP59x/bD5id6dl7Iu67Ww/XGLJoiVTz/O5T+z1/78TvgwoZ1fRTHG+ZZfQM8TDruYHTWSPBJdPo+pJzM2Po8ybfG3c3ZLNm81/luMP23yHBdkHt23OV4e7tsQr+dLF4V65qfbdv6M8h/m3bvoe9rQBxFi/hXWUXrakmrHYIvgbZDyOrqhjVxjSLkl+UrmC521b3uUD+3ci/o3VKsoNj2YdFj7fcXio2+HxvN4x7bYFV2Hf0dtP4NOEuP/MkBx0msPPqlgYboxZXZBr60r9vflJlyeAMdGOXzKM9zYK//dmtrHyS2UhO/y6fCSfrJ4yqYRF3jwFJs88QLnysK1LadsGupDo0ldXrze5lGUBH5OgovZL3z16VbKAVl+Ii8ZSFhnfz0xaf3q48EmQyRavHkmESMByH6+KZKdmoTxgpnnl/UIY8MnbfE/+Yv+Hidxb8IXv3ED27kgqNW/G5lp25jp8OHtV5pRLfs07bzz27eJL3+HV/CP84vlRBsn2o8y6o85nYVm35c3sjKPxtcLrvBLQgGP/BYN3FI31qp/Hd9mfIBrfvsAjNKTnsnRqZIODB7auS5F95n46fxjr/gPL4Xar26tOhCtlLyA4MBNxKSMUbrVOeAXzzuOn3IkHnXwbcWMYlrlkM7ir+qgaeX2+lke7bkgcefxTr3yXCGzxIjwNJiETstWT/iiXe88McZXwuVnwrW+o+wkF/bb+K5jGfGmvZQk497Ssy+VJX4J4QUltht/EIiS7vDzIePgdFf0R2zmE7+MTyJlxJxEv2lPqYX8O6wWUOevyT6j4e9Vanm5Vs4RCSZvgKYbRLiykXiM5qDRwHDyY2S6tqotPfYC4mc1hnF77slY5c8bAxyfb7IgVS0JT5GbYXy4pCKU/ZmS+YFgXhIKxArmAQ4pkTtYF7j9/F3Gmly7+FVTLFmuQ3ecnFl5fOOAyGqfQDDu0FHtISbnbrIn5Q3RJyme9BPcqqG06xWx1n7ldr42Mbkw7TG831S64Ho/1P7V/DRzETTqN/VH5sVAY2Ip7V9KkPyK//IP+QX/v0F+KnngIYzR+BBnVeZ8lcYnfdF7jAqbrF4Wa+UPi4u684/vjt4ghrn4Bp9IhZyfMs9+jMF7lA80f3k68QEfbpE5I2PHvNPpbACcnwZkqtyjG1BXpT5mkIljfM349OeThIOEOZHkIxjhmTat3zVSk8N7HnJ+CRrxDfVkiZ72sHsCq1+LxZaLwWTz72+IP8DpG+JGpaNPKO3+KKI5Auv5H6GOcXfsiil7KHn58eCoHtNf8mTPk3GB8WQcSPm97N0E/s8vGTf5ZhTy6bWOIHiD5J809tG8b/BXOcUg25s0GVzmFLIsciy0hc3YP9JGQ95U0Y+cwD2S5dcgBg3ml5zXTT/PfxTuxtE1DalUiy+q7mWxr/vaX3LjsZmH9B9DJHFqxOT+BmLE+ngyTAyWVlMOBKuElsuO7SpGvDzl7Gtqo7zdiP7qF488bUOnTtGQIs41ydi8/0k8QvfQppXtocgE7OnV9hHN2B74yNIjf6NN37EUzpQdy8lv8tbzyrV91X85OMiTdGlWhP4j3qikjuQzwgNccDkP/W/++t/+BEXLlbLQUw7OL7ZNWfk7u+j/7OtKb8dlPH6khRjQay4pa3YKQj1vQeZTC0b5kSoH1rHLlMiL0A8xk4pwLMVgXjpS4sCuar9ina5xD9XoBG6BXCekjXvXaZrwP/5+FWfm/bXpn1d1LGK8vRFoaVc8oW9LMW4Jr7EvRL8xv0h/wlRPG8ORLt3wRUg3wPT8Asyo54Qx46uigKbYtRPHhZ7+pR94vsLzGfZTDPHY9v2Er8uBjWlA81Su5/EMGM4btrG/QOxTEuC1QeDlkvby/Iftf8q3sI3Ow7h+VHyjycxnPb7YSxr29+12v8X+wUYgaRP5n7DIj+zjOBiDwirxpVPmER9Gi/i3TD7ypjxp6cTly7Vd7Le0d7bo7zt5Ci9cW4R9vE6WxjnvX5LfzPyt8g0s0xcfmDeAnaemGmMAOEAcDLaFsAo2fDSoDPCPrdIvDNqDhnLAmK8m5PA1fRv5fULabLpmeHf2Yb9R8/NVxslPWMSHFwVD/qv4Rb/MB+vbs4u55WHVwZhhUzvehCQtzgq1gro6gorxeWTed4yWABu+U0nWCVs2X9efm5SlEREC52fNgxGSwPycrCePqdv6ZHusq+zE4ImL2dhC1wP9ql4cJ10f7PynL7jhcZxe3sxz1MZm0Yjw8Q0aqt7bz547Sh9bqxhiP06nccKdc6cNwjuUWvKAT0o8MJZrvCyJhwjwBf7huGTSIn69AjldNYmOY+4xb2qH+sX7DIbuVkoN1JM4R4cYyHhTeEB0I4j6H2GJm/+/zRWiquuloDiiwRwXOY/5jpGi2RG0Zn7UdbrFmEt4fm+OC4SI8TFzTNbG9OFCU72wd2r+G/+E9PQqJBuFsiKP/cAJGW+ajCVZ/eRGJfPymMb3kEcUF+wDDesRnuf51YYHcCOhrusn1qWr+xuMGEfrPfdHVsN3jC/qhNGkJ1F/3IHrTftz+Hn61Tg+azr3NT6NjuBn5Ryig//KuA7z/03j7u12etr9kO3aj4VClfyZ18u8UYN93M8xVg7Yk/eHVDymH+kt2hj/fsb1I9t/wF/JaL8/5vid2X/aC7B6HlzG+R0KXBUvYcFtcns9zo7/GYVBX+IvnJ8xT/o8zwTMh/THccnjwJDOynN+xLx2oZfzYyioODf3zfV8jPxQqRiYncyu6mACXlM285e+lBsdjAmWMwU1nmZYj+577ELJ9w/aG1302R22kdexfHqHZPCQ+YHz+bs4ej4cHwu3wuZ22xjjmsoSHG2/lbBft/rtzE+Lvy/lPTFhC22mXWy/p8afRquyLp/8DeC5mXwSjxPBTgJbn3O5pzfSAZxH8Hukgss8cezKmd2k4tM24EV7dvmSBl+nh0nGjZbAhQvGasxXJqQfzzG+8MSn3WySnm/CkZ5wpeprGTddIclluaK6Q9dzEghl14uTBRFw+CfmPU5IoGt54ilxwUcpfGc+Hml6Hk59sMnGwTerCKd+vn1GotgolOQb8kl++imP0efutNVr/FRpiu/aucWFoWJJpVy4+/nrhzz9jjfPEz1+8yU/DY/XeDeO5ql5M9QNfMAHcvQNQMiTjYVhU5/K/8UzsswLuPLm6dBvxT4/Tr5N1QhHm+OCTbTGgdUK8L0j1G9x0fTbod0cx4njzM2ZXDiHltY2r3Won0eatC1vz0v8SL0sE5z0/SgA6m/7X1enDfidJRxsv06j65IxRvlfGoqaIpZsNY6WqAME5ACRJ0+vR5GwXr81jiMx4fgs5pflE9JbhGGd/tELGNnP5Y0j+HvMm7QaX7KmKtznT84z8hy1qS7wiINS6GQEcPOXfIgvuU71STV2NaXSST9lNEimUfHNNAcN9zPRBR7e/DVs3q7KdYv20Q9s87fvcju5CjOALs32wwdwenGz0JXxSXs2tMkTZUFb+kH4pJjkHOAFxiyfPHe4ccA0JpfCBwjZ3rKfQlxne5J9PsY9eb5RXJIGfcF8wban8W3iWf+C77dvcmpnzxE87bzN9UGwKIc0Io+tqKR/o2/DAD77j/tfYkdkej2gJ/4s3NYjTQkTvokWV9MYX+wclRYP9TS57fkNyMAXEYlyZzzomZHI94fbMX2FNbFMHwcYZ1kr6FHQlQlJ0ImSN1VA6mPhKDvqLG8u2LhOeSa7eayvX3tyXkj56fKRcy7l6v7gDF/mFZa0FyXfbmbfPv8bbNwURn2tjoRlG7AGLo6Mh/1UXQUfr7/VF+q1Oss6Sv3Zp2ZY/db2KR1rlt7mCvaLPjxXt/K93kpxZ03ergHHFIbHD6wDZ9xSJVn/VODpCnyW/5ItH9++S5QVw2J/XpUP+j0HMCfZMcYaim8CgG7f/okuUcO/Rce6/zvnnrxPT76g/N98JfDS9cSr/lNboBdSSB4nVGj2IjCrPaCZHFwjiO9RfXwo3mpiSL+n9/zDNsfWdIIPecEk8YtdDw1yij3ss75/v7Y2WY5n69SZ9Oo/Qq6Wsr/GbwBjQ8Dzh6tclX4ey7SP+1rKv8NO5ZF04Df+lOWCcat6Sk3h87j3dGfbsF/1bLkQjpJ++igPdv0s85LX4ZqHhsq1YKHBPq/YMh+KVnhqiXzRr8oveYPtjqgDUGi8Tlf0fO6zwKnIFi/mD/1knovt+YH+lJPlWwrGPq8ilhXKXSI+FIExMhLC+dT1dzkS9li/dhQhIFpdG8Q2UNTxhM8MsIHfMP1q3OoBjAXHYWdcrHCZZICsFnRL9dg6bTkjxfriLL2l8/zoX8XpF5or+ivfx9RUt/cZb7WUCewxydmPHXzhYarL82v2gjHX/MdpgZMecO/j926ZMoeEq/hb89VZWbvjJrKvx7rOm3Iy9gS/nfXN30iHdUxi+fpY7/rvZ75YoDmr7K13yT8Fnp1neTOaUjMuVK6+ueKocZynLElv5ROGcgS3OBaPDzr5/q/23AN+PObYba/NmW3PupVO//J0XvG4ot9ai/MYejF/zcPbgIspuPgN2/m35jLH4N4i33Seoz68V+buY/K08H64CYcEQCe5iIN9z2P2tocUGiDbufaOfhyo/QWeeABjOryINKH76jrngc8yh2S/jIvE5+z8LFSax+bnnP36yPPiP8NB2Q8vHGzOCx2POIJwA0euScre5ymn2enG2Y+f6eWM9E++ElrGHLpS71jbL+gzPYCxWMVPpE9Mw/kdUdwHe3yeRaz2tsj1Q1ybiPeb7Gfeu8/iV3OCL+7L2Xb+M45Y2r5HWC3xnqxpX+9+hKjLPMUnEoezZQZ98nNd8zGSeePH0rf31YZ+HLd9qsdjUicfS4Q/WoOP//73vzJqC0lQyCsJEn63uZDzYigu0MmTKXjzQ+jkDbzeMHnSi/Aqo7vDPVBw9QTYgo+8Aau8q/wCsl8lqFiptpLbIGsD/GEr/9jDkzT/JA37RyUfWBv1r+D0+xhPxzTC8f7yOP5tWvTjYaXygF1Fhx4tr7lcLGy97kgqDGd927YKaSrxwig8deFUGYjjhkGWL19nKDJb/ZW/8sB8AROJ+ZZb3AI+6VG2MmKaI1DyPkJzCHc0/8r8oXzEPedA5j+iQ6edezM8g8t5lXmnj0YWgUHp6QKUDPL85vPSxrbGifIGjG+QCpR+4vizTRrC2WapeCJH8ZCDiMW4RN42wNTt20rR1shX8DH30m+sOV58QinPfz6tNBy/1i/yBBjntPhP+Ld4qpX1sUCtjvk3vTGfTm6usmlb9L0eqiNqon99yq905hPh8hQA7KTupO19Kz0Vz80v0tVy6PeKcU/FztWI40U9jt3QKGMBnbbljuJLjOE+h6ZV/xMwOAFj92gc2c+SfAVf5hf6dunJZ15G/oH9miu4Bub47+Rzflopkf90Tsj+EU9sR2uo8vF2wh+A0S+KiRr4R3JbLLQ83x5jBFEbYgyRT/0oB/Mcb4h99xugjsme/g1ZcmGeD6mk3Kb/QIP6rvjk/GnkQgRoUsTkC2qhyMX8Ay3+46i/RV5eq8v6JPpoX05dsaeH/virv10n7G7/ZP7BxUMc0AEwtKUu6zj3B9xPaPusSqv4U76UBQj9sjs/yIV608csGSfEG5VH8blXGPHz+nv+vt3zEf9Rf48/apOP0vEtE8zXwjOFgp3e6nOJD/IYlXJ+JLyoB3ApkyVgth9tPeL8YWmJG/NYnaNE/KOYjPAoGWVEY/tX9IKLvMq9nD0ni/KE5c56XodyXpHEQ17sb0vkFtWb/rNv/nJ/8VHWtUyPvJcPlmjM7eP1Fb8/FD7jT+RN6MU/mwNAxTdRxhyCnqq/6Rvtowqujzf6iv4xnOJqJDNh0tfejiwv0XzLv+kcs7TQ8TjLGFV9LVGut+Nm7QRN/hr5XJaFbEAf89f4IF+Px+sqLbzQwWfduLT63jXvOrMq4Jj/KlmtwIfRfrIilIr6yvbIGMD3rd3qr5bOzw+ud5ZnW2/5tn3Km+PHfpUvEL8/4X4CawAOPjDEfMN22jALwsFP3PD5nc55m7zkeYTx45EmbUdfbU7zAW8p4tyB89dy4V4PMHxzgvUd5zlgGS/FN+bu0bxY5UHHyV/AVvUAAEAASURBVMF1o+o+wUWX1RXXp0jH/L0gD7rn+mlct3iUGzAcgCSOG/0T5oiPh/vz317IbJ702AJJMVLiv2Lk2NFc+q1+Rb5gUH/qh/NJuZnf+qfyq5WRfkJHfuJvyyv2W2U7qCi/AUIHtjK7zsMA5Lk2t43sJ2vKH+GxX/CZR3ftXONBbtpvtWKoXC1lHVc8tMGbcVERu8qCcYd/DLCa/1Y/ebtV55706X2O1lcrvUfjdUz/1T4B9iGfQ1dMUR6trgKFfYiPHz9+1PwS4QFb/TK3Y0RPPfBFn+Cl/NjzHiXny1Cbbh/XYq7s9/c3W+p/wu/XaHDoOJYUiDbqLBui1Jj1edyv9pcHGFfwhFvrDzkHycgmoh3iPRokkZ4b5wV6bJ2Y0IVzgbBXldbH0IFzN9L72TouE+GzFSryoFe7YXqGIqvF/Q4dsEGKY/YO7pYH4www1GHdd7NZsLi79TMx62nGF3/mWuQ8kHekcgJ6ls9cyvv02vF7hVavlv8Km99Fpp8z0Rp4p65+rL18yhrB2c+SeH7tY/+jS8qnnHximhvBZoJIqxKkzJ9kw/aK9kn9aXU5f4Eu2QS/cd80GztcMD3yFDvHY8bzjIvIjxdw2T7D61E00In2P0rGii/lv6N/Vrpf6T/re/rLyn6U78g3kmnlf9U/jwcwphzXV2j9StmvtvdrHl0ZAVn/z3Kg71mCzywWiTfDOavLu9HB1qdvF3Mewr5u7A37EA+wMBYclzHVPT123J8lE5oPb2CXJ8isXvdYepULB/C5EZSlHYiHhFpih/rGdgPvMx+z65N5nk8MlP5r1j/6uu1wfozURoKZ2Dwiewc4x8vnn/fLAZG39P7ISl/at8KLpFyB0b9XeNxNy3sLfh5V+IO/MWr5FdAzg8WhTLTAtMkWi7eBoYG78faJ2NQN+24NhMUdc2j0lIN6LJ40q7oAfxcXROS/fIK6SnhqBbEh8cEn5FW8fTpeoZK38WDjs3I49MNRCqNKGovLB25zYQ7IjbY8XkfGt8injmhinuCPMPHv/g7mKH5RYa84Gr97XGOsGvtxdwT1CTbCGcHsJot8mKBBY/vJg0/28oJw/wQhMeclx5o5UtucV/ObxaRDLOIgfc0fo8k4V6v2kj/5Srt9+5c4IEL9O+bB7hhWPOzowUDmbFVgs0L9gA4d0v/TB2jrE/gn3yCmcK6H/iYy4VZv0jyrZOzmfFzW9iM3W67quSN/Rx/4UH6ztFxUqjE10/DqGiD0jxm/q7rN7G77ZO6O39C1cxs5RtvOfvh8uP5hMsYX/JRfq9e8pf45Rz/nfqiX6crkG9XuEKec/xBP+PdRHpFHHQfbaQQwDO99DOZftiWZw3mfbYksyfQ0Mlr/kofzpo7OFyaSB+TtDNR3ckck3sLIgzr7tsV9VR17FcyDHDvZL8c1uWse3cWHFpAfbMPh28Q7XnKWjn7D2HPUOPRbFOgE/aibp/RtT+/7v9rqgepTDlfqwt5s9cYIOXDf9ftXGucUQtou8RTu75h7NN7Ib780ChsiztFq18n5aljmuKv82NGmRkLfv/Rrhw6F6u5xtOeT1BAbkk84bsxvNKC+CUqALRv74ziz6H9DnX4c2crz+RXeiL6FW5/vrh8th0e2lr9L3sTPCU0cfV77sGtNOWcvnSH2rQ+dDpl/6s974Pv9m2Mg5ZUdXbletJdh0+8sX7nA4My9tznx64YgvnjOtxU3SE6gQMc4/9GvvD7C9nEhR/2g+7sjsrx+fR6PFrAjEh6NO/aTnOvouQU08fautKv+wJwOrw+8u39GFo79RgraXmM5kRBGnLdNI1QwldCx3ucwcF+FbVhneQ0d/bTXxw3bqxxMei+LbX6zHNrkyb73Ltfxc0n/skZfugF8SYE62fWG1ja/SrtNESLm4HlUfrlJR6s49H1OEJ9b7Lyutr2qi108K2W5opr3z/zFxCIl5NlAsPZbOOVpP/T2SSi3ceM3z+HC+6Z4sLLOxAJ9YvnQqk9TWl+6k41sg+2/aFQ0vpalXcwsvK9rzPR9L4Bc8NGZuDttIfXEyV6uR/Nxj3uvN3jdk2taDV481vRZq9Tp1uFN6I3ycZLxqz27rnYwl1XAoMKbZIPuDix8O7ABvHh8sz84D1ga9Rp/PXgjacXO6ouYYJ7t5+iM6fv3cZ2lXSy5/zhqAW+S1u0K01cUBkeZn8Gn/ERL2yob01dhi4r4q8yvqU3H5yDWavzDRbt8wfeEfgv1pRuxvnsHaovhdSTG4R4n69s3yR97iv8hWOp/O26cXyxhrO3fMd7SnqHfkWG/3jO+2aD27fD7m3Awnvjz43TIByn/YH0BD+Q88trma9fq6PzqgDKUTZKteLXySfipyj89vq190fpg+x8xcGv+GmfTTURWTnGv64rzlZ+//lfn3IpjLNvaF/l3xfX9+nf3u4K3szFLPsp3Hh5lKx5mfRTvO/jaGFnzs3F21i4dG8h+pHOO2dZbD/qdGOop9yGP5r+nCR9cibD92hvhXIVBxjPkNHra/cGp/cnV+Gq0OdXQfNjHUetP6nrnOkCeVvV9/vm5m0LKLLCbU2westLvrVv7qOG9Et6FW+hPOz8Wit58A5hBJAOAQIaCOaDTY805SOoZYXpLLL0NjImAvzboB1rPDBslgoAmO83gW9m9QwcBZOirtlUW7Bdf0Afgiz/eMMJvWsAffHMg86g8bQDLST7fOIOvcIQPJkvX1icncZt+VO7uU+hcgOhDX46VUVmCQz8TLu1+PMhRNBf/io/wVJokIsQdY7Fwl47cgA/lN1XAg3LRRdkZLX/QHoGwX3Wz+qEO/EyTHSg6Qp78FgBOzIUH+Vp6lXp/jXIgl3VIsfVDUp1/My1hdR5MOBKXAT1BrV0rvqv+ymivwtgmNuauhdk25zVxf/1qf8P3+BvAzB/CkePEJ7+1TYm+FHriyQ9v87dpEIOu35PXuSAxjG7GbIqajp59lIe5yDpK9mcxHPvcGH1wrpV5XMeW8BEd4bQPessfe1Kr6MZ8oT1am8v5SLHQH3OaHv9mCHxU8hwvwur0avVtW7Ee9m021mPMAq1jNMXa7vz+Td4kh2zEEP7hkDqf/B6cgKQY49rKOJSYR+6OxgkyMnd8lPiAO3fXB8Yb5wvLzO6mD+g94xvZNRI9we3m5+7FEPiA/iV/6os+wrxOJVckVI4x/a5j52mkTby495HQ1QwSW+UhsDotU1wJvP7G2GAjF3oquTZlrOxi7s/O2s/8MPIQ+Y/6CcccS9GR/xEGnQDH2KFn98hvFaTzg3TbopJU+5hbOB+5ga2Y60qOJfgQ30LEsByRUd6ov8wR5picHxNNXvcT734/ICNKuO4j1NaRqBi+puPcyeNQ/Fb9GTINoy5j9nTEHTky1s/zoY69OjG94ol8rm/ky/nF395a8a/hVBj5/ZXKu1ajfhEX6sjfDY1wdO1Cr51TI//HXBRqx4/8WIIn/H+Md3q2v7Anb5UmtRHc4+202/H3Mf6r5FX61nPkZQh9+0Js1zZtZ9lyYHxZKHlmzZg/wkRKP1lqqSNOZrHSUxgIZSYQeCDX1HyDF5xhSs0Dho5VQ09QU3JfsMIDUcVlTBVOnLAN49KY8SW/gkpffzga7h8kfiMhLYzj3ULRKnoP1mc/N2TMZuf3fsw5F5x/qiIeP47Dip4rpCHvtrdtEbeFzlsrvn0/1znOl9OxnRXr+Y/0VTlj/7a5AXiFP2LKxdtOPOXrTykwf/+UsYIOqodo2spEFNlx/Vnxa9oo+8XvZSNJf/J8jPuPkR+Ix37FF1uZH9hfy87+2iMVN+9cb+C/FgOP9UbH7/yKado/pn/Wf/ytWXnjNvks6Teeu4nzUf1KXqRO3LdPZSRk9tc3gQuDEZz8Ndbs+Gtvjb9GL/oMpcxfH0+GQ67Ch8DJ5xuZVysv77kzZgtPP9JVWUnKTjx+a3zWzlsrtC8NX1Gnzt4Sjzyf4Lyh/TLPjuTfleIr/9JfVUPHUGzxy53PB8gA8dHmZ9oZ4fY8FQt07MdcZ/4ABuGK/cRalF8IG83dAM55x/mWjKpG9D7T+KpIt1Xa8ZqxRUxInhMs2oA9h4xJpKeH7ctTXTwP7an5qIJ6/rNT7r1YIs9ej36sqIiOJyHjsuc7xn2PHq6//GYFauXXbcJ9KT+oSGjJJSal1HHh3CJqKW++Aey4T5tpsJDlB4pNSZvNA4NqTuF74Th7ocn3X28zGHUhPcuTkwOJg/mtHfiznEd0GJvSd2p8Rnz34DVo99AnWJgJYohfiLHwYm/NjV7LBGPHuOI4sg1MwsBff6QdPeODNGOMnR67oMNPjI0dWuCQ/ijdLv/n4Jnx4aagiVPrazturXbYDDEBtz19y+P5dk/hIVYn3/eKNvXhRI91iOYiYcxH/dyKeZ2DUk/MNRxzfQVHP5kvBdLStn1Kc71GncFpHH/X5Yw4QP59ckebEeaSXov77Jcx6vMcZbPsdTgLwYluirI2VFpmzDmANnmnRXtYK8vnvoK+NuON/qpX0P8wxWaMqccEZ+bzCdnRrvtjZq0BZNpDT/oSFF0Psj3n6sS7niBbJe6oG92rTTTV9B0TZWOFce44cA5SluseNo/iDxlNOqhbRjHzckLyVl1vmT/eykOHlbHzn/unIRPjf8XVBGF5DXkMOiy/R+VBXCjiBVzO5HYWEAol256B2l/gQx7AzZN/m3MbjDX+8QL6nB3Gp4wLc1ndT8wpu95T+fazxwf0H6xbnYM+IcDkJ70WYuZx0+/tY0Awn/m2xw/ajEl0nY1Lw3a53ze4O9V8Uw0JECcRS/1ov+Hc+I9zwfjXoP5pVbu2Ya0arlGMgaV//zQP0R7GBecR4ZOS5yDTk9uYnqTSm2STxyP838R/rM8UCvqq3wH/BExbu3sEiul77ofYucB5ovu5WN6qP6Z6dyhin/nwxDyo1+9hJ/m8xuZ6zpzFR7FK++7Ukzytzfv88fA4H8DjTWHu9+18eebcsJa0D//8wfuwZLT1d2qJG7g2ptbHP/NbvPPexqt9g8mFpWKI0yVJ/cyLOPuYuNhG2dPb3qN1BDITRCqxQBmHgBvevqWz7pUN7jj2J5Pgx598Wkd81iYHvkFSz7RjFiehSf9gXxoxG/mP8DZAIw4Cg62gId0Y83iP6ICYEB9KYkqyLg4TdAVvq7OPb9t3XPM0DEkAebAkHy+L8FlJHiwrj2CezPj0fXCmLizgm2+wllWA8nq6M5BrA8d5BcmsRzd0AWM/S2rLNunYZv8Izv7dkuND//n2aqKSLgVREskbaXZyt3llphd4QT51EFzMWYlTtCmPb+JYmODzk2OoMcOe+8vWbuib3XG/oMMcP8pOqjzoXemxMcRNG/q8drxBJccALici95WFor1JzLG9pqzGmly8JDf4BP94+LlHOEvGJNvt+qzxJ3Es8aw4dq4oh3VNfKBPWMcU7VyKcQ5Dbzkpb8ew96HO+d4GHZtVfhLbgC9+9nJ8+7AvDEHVM4lCRL364E1Z6FJ/w3f4xpFoS39M8xfs476hDEW2N8FJP7U9X0Chf557AiX6PVfm1BeLTua9/GZNSuKy7uu+IfyiiAXPu7rhyxoHdzG9yAf63KkT4xk8cfh2rK7mfM3zMeYdUG+zt78bp1vy9x2an+Px8atdO2IuOzgxpYVyvC1M/G0h4zovwDEX13bZkEX8x9ykJ1tW0iezaEfDMfbXJkxihx34DTPZl8iedUcfvm0JmdgbgSb/mT1Tp08DuGdssny3sbX7tkZk05jJRx/mry8NA/rWgJ5bnel/TBPEAA4/7iO4cL9PvvA7/+n15m/yMczVDpHh8UPJN40vZEH+lsxQkRYIXvlcJO25LvFc2pfin1vsYYJpdXtmK6+uRT/eKDguP8Uw/ODy43E+AwryXfp6QF/AjF9z6Sv3eDjXlTm3x/TmOM9rQOKf7U0jVH2LXJFHzAhv8wfnqgYd+RiSB1XpR//NLJxf7O/E13EdTBD2885Vx+AKQP1JPcnN6+v7iReVFtfWI9xnwbw9R+XG84LJDeexRzm+Cf4kvvJ8QnrDNMS3UZUD1wLlm14x/+Qb7hj3xOlLxlo7Z3u8+yCjnI6xkuu+On6xVNtP/QXzaFy3+OT7ea4fxP65AVrjb8RL4mU7alpHt0yRBKK/FuurNfOAf6PXJ1b4346BTLYZR98nY+ShbCMNJYz8z8sizpGSN8CO0NyJiyRr/YXNi8DulPJcXnaO3SHZx9gdPMljdVOGeK8sH2n/q+1irFAPbDTO2GvnEOmFNxZ7cl+Xd+SUtZQew+qfFTZKN3096UshdmP4UkUmwvNGdtK/26VfS9ZTcE3qe74gf5IHnpofeJ7wRAf6fJzt5c3elEfRzrFuTgh31cu5YpKLR3luBN+V6/FmOSvbZnKvp/1q/x0e4B7iLmv9vPLtu+TcweeMbjlPpNxg5yr5oDx6zGjZd5Tnnfi0d5fnSOejfHbleby8rw5y9kgvT79qn91j2XhZyXhoP0LU/j1U2BfzLw+81gOY92fm3rPy1Wu9syf91dcO97Q8dz1lj/f9WGfXkfs1+eL4p3rgTN57li9m56aP1AHrgT20mfb0PP8vCPqsXEtj6T9HnRu+x2t71z778Zq+p4SP//73v1vRNtrYjOAw1wc/YDZJ5P50p3rGAzT14FNb9QlQI6Pc8bb8K12qUBf2s718wox30i0zU48vXutTDd/SVzGFR7VFdJMnP4QOOqJNHakz3zYAv1iulaQ6AEpexOBTwoAjKeHJDSRJ/Lbl//2fvsHg6Ug/KqEr/378wO+gts8Y0JYRPeS1OGKH10NxhL/vxw3fZFW2m7goyZ+/KTLSg3qv8CiXMnx7zF96PL7nQ3rVez5dSU+6UVnfII8QTGxG3Q1sMD9oV4ObGlW/ImOEJ08qeurSBi3lLnQd3YjmV1cMJJgX69v47fHbedb3C4R20n5tj55WiuNe+Yte/g1D8vV42mYt1hv0oiPtjvHIhb9NznZU0machIA/8o0ec/6KJ7Wj9lG2p7P5z8uwbfqX9CzJ1+KeqZMfadnGt1Swjr6RPIujaxl8yvErnDlfSnNZLOYV8kcayfRb9E4OGC9oKVvmZksf8iPBpOR6SHq2G/8E9CO/KqrEJ/kQX9vt/CVc6Y/VyJ9PZZOfwoXffN4F439MjW1s6jcmmM9vmYfyphN4eDvHfFc9rdxezzbuVtzu7oedVSfkw5Qbf/1MOqcy7aCak8PRySt44CTy58/021wgdEdzgpn3eJJ4LbzhHc3bzbwBW5qxM7yqnUY/+RYeWQ8MWKqGtuHZISb60Y8ZGx4Bme4fwk4FMo8wr7BnBM/9VvbCf+RDvo8u7TjBpl+/sUfXw44VfY8ScPYRjgu1fn/FNnGU86h2zzz0uvm2SG9zgsB6+aRFuW+Hty+SZXF6udoL2rafeljdFL/Pm8SzOKiTD+oeZ9YH/N1DtBf7LU/Qe5nWzjXuWAM5d5UcCD69HE8r+g3xFvPWcxu2bS4YIsUd2Y6S36in91FE+f3ftBokH/BGSkgzsw86R/2RLRFepNQRWJJT0/qAP99CsWtZJKJZ3yxCZIvtd3X6UMeh3fexX8jwW5T9euxYlqbEYdyH+SpyKJd4rTxCbTnna+edperrKz49RQtp81jbpy3aQzvZVgxbO66T5+v5+37fttJ36jr8sf3zFw/TN4mU64bt/qC3G3jQ9Vf6S5M2q0bbZH3vaVr95/3Uo6XRltUPNvs31r67fSn9qhykBj5+j5V7VvN0kB/In75oecHmMi4LevJpS5z5tn6jHNrH/W1L17f4DWB9z12QOP7InXqzTf15/un7ibdfjuS3/uv5tXRej9V1WeXX8lG41Dxf9nP+0h8dnnvoS/rVpt98g3PxUwCeL+VRj1V/jeNEkJb8lAtIKaWn117VFTDuFbh/X8178sH5A2hJTzjswN9Ifl3fK0EaJzPXub6ze1R6/t5/ER1odvHg3wifcsd8Wv8e10PiltcfI/o5TOj9PKHentbvM3BenXHTmCiN2PQbsJI31X7Kkzj0+UPxRDLlEc/ro23ybQNbdVJM1ARufS/0goV9WeJj4gz7XPJCDDP+laulV+h+zeqyT2XndUwlfP2863AX69vg7mTHpjqp74lO6iKsPwvmNwDXrWsDHJs5BCYnDjZHbJ+RTT4Mdqvvt/wkStqqpRPHHz/0K6NIY3F369QV+FiYjhyQG+l5hAcXQ+WDhAYOB5U5IvTBuPALx0TtOikUvOCNo4NzUtwX2coDdv5fi1HGCCRyeAk7M96kFX7ndNO5Z+1c+eSx/dgLrA5rO3DP+G8lI+qn3GfJi3SYwaAX/t1xwNZH2fkovnfY/cXj+R5gPOzM/adpl/IQbuL+3//9m/Zf6auf7LTayVG4GJHOU87MR1xAH14kP+iA2TxGH/7sCYvsQA4K+UJ/ugc4dl4w4K8+vA6+/Wr93k3+zD+zvmfagRx9VBd/I1Dz/GNjlHpSHv2kcELOldWudL2HPGecvv/7/Z/v33UB8XrNaL/6vjzwJ3ngTB55lf28+WlvqL5Kl3vlHs+/n2HckIvxZ/ez9/rt/bnB/q/15X3G6ZXb8XePhVfp9yq5r4pKXm9+lnz4F8cdeYi8nqX7O8jZvgEsd6TP3s1OpuJOtL3zXgYN43dp8BZ3uB/hZNyAbX/LRE+4RN7eUwP+aQNufCQQhYf1DeCyQUTQe5lzSy0fjwm+mLgo00MQ2TZ5ghUy5LvoPc2snfVMFyW/fcPTicCUSTqjYZ/XE7xwsCSeltIf0XmaX/mpFqEkvsdRvns18mFJKrZ7/j429vxLfuTP0sOtvFlfenXIRRD0ujC/qVApKdvq41DON58y5/04nVd3TZnmNd6+N1Pa1mf0kX/pe0sXwdAPevaxtHSoW3gvzyjtCUtbaXDSNEB6MNjbAJ2gy8rP1N3SH1GV9EdoiEuZ9SIgO0qZ33pJBvQyTOw+Za54xYx8t+ZbTHniro0v2/+MOn1HXz9D5uNlGP8/XtgNEvhw1g2sHAs/vtre8xHxHdtbmoy53+lx54+0N8HN3wrL60E0t1V01i0t2aOLUPatOCz25K0cUv7HzePuwD5gzz8kjXj7PuDgD3rzL6SzOWv+qgxFvFdp9X+xZvAzfZzfCDJ7PJxL5BgyOhKXIPazBNzyJB7PDz299r9RDWvSZIxgQ2zjs2zQuUd/0v8sCadGhLPNfg9n/yNL1V5ixcqiXrP8Ap3P6A3e+ZussLGrx3p/WlFPVGhPt0erp1JWl0CAj0OzX4IPkkn1oCwAxEe6f0Ufvozl+3e8c5f8cOK8vQryOtWOJ1VeLf+ymZgBi3HvZICmBk3X+/kANgvcrb3l3fqMecPOlbul7/GzOu5RKNYVWuXyDjVeJ6Uup8cFOcHkRvI7V171r+xjT9tyTum3oZI5hm/uxOIk8+9RviBfzms6YQRn/2x/oTjXa60emvP1Dce5jJFdpBr3Swz7ftI9q+S5Z6QHfTPTpeLk8zzd7LAW8Z3xu60v5xtqcZ5rtS9g8QzbvHwv0/dbNYGL/afSlPjG/rzub67mUivxeD3WH+cB0Bv7Y52T2JMJvn57S7YEiOXAPTnB0TeD2feIkvNnxDupc+7Y3EMfuAFs9bBazScJnKkBZHkcr0tAzuUd53qV4nH6yOQT/fStX5wcM0jRd88E5ByQ8bLje84/18b8uvxea05yHa+RjvL1H0UHkvUMPx1kPhcv+Fwy7b4/rm7kr9Lva/o0TMz1tFw9Td5a0IV4CJgzvwRdLwFlfYZxq7bLZuCciqP8cohbDgzExSgRjeCHpLTIn3B+4aJndOCmx2gcZBMb+VbHP+L5/jCr/z37g9Zmyz/2u+Qz2YS3tAlmSHCp+m88GJM1v2CYnCuIM/PPDs6M/iF9G/kDeuNfOG8beg0W0FR/PUTxv4Wpnb9rm/2+8U8bg/vj6ph/+xGw9HqxoscbQUDPecNyhPte8KP5LIpFnB/ziC/Eaj/x7i0T/+bC0xXublEorLB1HeXP/LWidpG9Iv4Mrc3fmxeizoj5vDTz+LNfj3lm9vOmzHn/zPWzoXVbmB9Sdqyfz+V+7Tok5hMg23zpc6Hta00Z+6/FO9tS/shefLt5m1vOH3He2+bxSEToN1FPxiGd2dSbCU4Zmx/rOu1w3ryJ9UfusLy5og9RD/HNADiXoR+i1rOYNvGrQn3u1Z7X1XxOvEcTjD/31SwtZ81/FnqsTh49/731l/THpFbsOsa9/IozrFyUPeS735HzU56j+/qP10vKxZzf50eqtyvr2P7zz79Do7uNezI+7/b84A4ckulTX7oS+PuXvNmAk7H8xoFRYOhQg0MdWYKGFxj9BK84hV77S8ImoZ1FB0co/bpOkv8zr38HSSt6+sWLtDMqF2fTCWt6Fh9WZX9lj6YIxt1/BDJV5qKjNlV2QaW98Ks8WtSWF94I8OPb4o9bIs8/sSByNUbq+BRGXr7lT1yUwGObOEIrvPs+0MB/ZdwzEerkI0+wWb/gu+3lQNn6r3RcKGJ+vEARfVc/dUdJP7HcUYT0lgb1DK+2Fk6Yrx62EJL5JN3wElHyZsa2sgBo2ol/ji87JJTR5Rt2mPKgfoayq/YnrvH4dIQHAfKWI+OqJZbxaccWsDxGJTDlJlVLh1avf48zh4i9TfynuZ/lpzfS0vv7lVz0lCbfdKD8ZnpVivsqVja4NvGU2mP51F9zD7USm1MQWuNzZzxOpENJfbweEQ5hW7iMf2NQHos0EgISO+D/3JaP1n7yODtPArqqO3lXo6RCfxB8tBxeHAh0aXgXffjbUdATw4knznP0phu/6JO33BpK17DJqB9/2kc/jNpkSryzF+F0/eX8lJJyezmcA5JbVT4x7yx7/0TcVQeMCeJXfBxtufiGgNJEHCPYShf6T2ipA3+jTNt9foikRTDqjNJ/m8ty/BG/STT16Pgv4j/vHzsiBaToL43WPupc5TKRK2mqie8a0E5jonP+TXPMzKSW/b26hu2AnrqyBA3taOhtw+cr24f6QFZFK/TMT8gj9uDWfTjOK/mWWVhv5fUoe2Nk/cTf68KbG/Al/mw/ZHgfs58l9eC+lf4ROKIOeqvulh9pn1NShzb+s+wyNqJbyU0lR9FOlsf0p8zIwp3xmtFHPHW8RF/S8xwHNIH9MSsHJS8Hrs2VPXG/+pP8qR/XYbbZXwW6SsQfNOTj0HNzwvPyfIWACX+vTicP9iR6wE1ucmmncsFeJ18vqJDUzq7DPoA+NJ1enpFhsLTq8dFD2Ih2BFeuWlvgfqMspWhrlT6w1WKG61tCWPEvPHi+w2/K+CiJn+0qyoVj1w/EqnOqF/nkj25d0zWOOF+Yj4CHI4YrnWDZT6eg7ar1GX2SOXV1zJ96QgRtYAmY7Ud7fsz1Ay14kz95oySMJfsoz8PZZv+6bO0fhZ3nw/WT+wvfbvEpQ/2AvVTOBWZskBcAxz/JCeSidISsSq+Xx6e+GZ7i+9evHzVOsNdu+j1xajf8y/zAUszf0G3GiXPWzqOA5xB0ld7I9fGB38zEkc8voH8aqp8peX9HhWuwoc/IL/1gLJjAyfpw/WSs+X7YCEQYiQrxM/GBD/IfkXj9vBzeePXwET8P9/zbfv7GKc0TL5BmZDVtUryW65UWeffjcY4r+RVqzo0ZswPxax9iiljW3/jFZA+OGNojNvkhdft5aSlmfVyPLT7WcLnexvWD4zraX7NfuUCm6GjnCqwTuOqE8SA9Sjc+CbJef3v6ff+Qlp5nGcVbr1tSLx3kIS18Uj7PF9mjcELuLOW6E3zcHtAbMNWT/se3w2JW8/oQ6KCj9ONcGW3El/iFdMC7cvTXjTy3ka8LfGfekmUwf8+9AQxGVTCdGSvabkCoSVyqw/t+9M36e4pHQxBkF2SMzuwcS8qQ4CudQ/8jOK8oZfhTjzrOBKxKmSCKdUIfBmoy2icO8L1j8sGfmPCRv5ALvpXx+VUGoC5YIPsTD/r8lG3IAfH8j9kdxceJQpJQQukj6YrxE9gRubE2j4TOEryNY9RxsiQXUOO4fKSePe95Xu/x/yQIbYdNbXzZMXuGxZKnkPNEWm7LR54Dj9Hh+Px8jB4x17wPMF24iACYHP26TN8ZklqtZBWSKjYXznfdluqFddpeVID+dd1mLLdxfEnZBf+8V/uZdELMJlw/Z2R9FQ2oHU/nL+n1ZOJfP0X7fKEtGWsv5q5U2dnLwm8a1yuOe/34rWEc4O3HZY/DDhb8ovGWbS1ke/YwKkAkkQG6zGc2mYuMr2LhgTx/MT+RN47PPMZNiqAqaG9cK/pbVUZxddqmJj+eMLWh51xQXy85Znrik17n45L+gQj+tDdfH0/yCGf7igpykYb2RvYDxv4rkka04M81+ZocxiDnXCQx5/J8csQcCdnX5EIO17VI5hxm/ItYxFH3I9L8uz+TTzg9g/yLLSdvIBbvBVgTDzb5Y4JXurr8xzFDfzBudv/G7TH1XUu7AWOh3w0Stlh0fitUOKd43jYFc12CiTdbmTMkB9VAU5se7T8bf6mec1cJlPB8SzUrNcyPojcDrMN5JQCzcpJfi+5jWzmrYcPx/derLH9uXL/Kyg25Ob45rziWbG/Qf3oU2gxDJvPgDeyc7ZvOqwf7Od70hfUDYLZ9RhL59vlhb/0lPfU8owNoyOeIPXfYf1Zf7ruP0UvK5jUR7KNbemnrWtv2frYWxzS9AXxK9WBTGPMRR+YTlHxmp4ItPjcs+WuOC2+u/8DjJGaZabd1sJJM3W6CDLhWF/y52eITbJVuowI75Qk92efgQor8w3STIENbNnDpM0UfbGcZiUAfgnTvCQU7DrsTG3iWLtLCwOi/C2cG+YJqmYi0HSUPqUu7iY2EoG9SEVtLxb2aHGVslHPftn25Tr+wYxKHqzEHC+sPtNU2tPrD4pN/j7UHEfq01N1x1WYiEjd68YY03hbDb1zhyPMuxQL6cKy+S1+wjnxyXhyI+QF7+JzjQv/T94Tnm7/ZThiESy97B+mJDf6UAZjNo8SxpdWt8spXIBSrwhOo8q4KXp9DKuk5NaQQ/OFjddOG9lofrLQELumAa+sdrc8HQLA5wffnm50dlxbgadrejRZjfwP1iSjwI//8eDAH2ZlD2GyN9nyqOdWHNdBr17tUGFcsq15V9wp5fqWEUORf+zDVNz7V8yA30zfUY9RuHWRz/ngucH+S92oH0yDzDt8UIg/oB12pb6vXsZbnQdvtWgkcwhvuN8QQ+UopA5xtqyfPjUTTaH1OO1gaxHNVm1/Pcfg0VMiB8H/+l0p5IA3BWs4wEswe3sftGAomYBkvsWG/5fE56vgWJ9F/ZPPL7DBzj/61T6ZDL4VL4pF2Gcs8PjKHiPcqW5jfKJ95j22WIzj7R2V7ntfG8ojm+sU55Vz9iyWjnutinyLjghibHzbXoW7XHuzfYwYRHDDogyk9IJurUnqzTWCSjt/JJskUpTMDrc4GXqur/or4l1bm/qlhdNY7Jn/MWNTYTUON9QGfUVx5HrJ/ow1tvFbcqoM8cFbhd1Qq754Z9YdtnA891jVI9Vtiwzrmm0wZ8ePv37xwP/BPUUEe+FY+vk17Wo3pe0Blnrb9i9bEfwvKre6PX0W/dK6a02J2jsBiezxbax/7AJv7kpjL8sH2IxAQF9/1a2IClSIbA7Q3ADGupYRCN41DYBtyC25w4chLaBHq44bzTjBf90k92v1Z+qbTqvd8fqpdEt+ko0XaL06p/Yzhy4sFJR0t74lftS+WX+2Nux8IpX3z8YsVIK3mdZxvaa4Gz/Pn+Pb6yWov6/3r/an9En/WHulL6yiu0XQP4oiNnp+lf0Wd30DL/a/aJ9qIviXBJJDeL8NYUWPseLGXBgLHSkpi3FXaazERT9oT9V2DyfhppF7jNqTmCSAcz3qEjJuiOgARxp8Hy2FYg663zwevxfCBI76bMLPEQT2PD8ZoMU4BaQZBvkyuEcY5OHxgbUU78gv1hxTqEulj8QRXbB5p9w3yi8xI7ojuM8Mjvx22p8TSYboBQRqC/giBPdorITNf3hFPj+b/DN/NbHiG/CMyRvnnCI8ruMht73BgzF4xbiOZHJeRf3AjxP5hg/eZD2vn1TQ48ukV/3A8rvD4FLQIoxtDya8Jvn3VJ3fz29HnEfG1I/eZOLixyr9nyl3Jsg+/3D32flxn33ay0vMd+71976jjWZ0QC3fHw1ldrtDhzWH+kQ8uWI3sw5j+aeNKe/FwLM6V7xjX6qM32W9ybJ9d4prV7LrVs/Xx8q7Gc46VG/cvXr9XtmsMGyWu+suwGuQR5BeL9VXPPs+PGOw75s5xesUIaAz8GZMr26NGPd2lnz0enu6wTyKQ44ryEQf5P4L3n8TzUf73Pnr8eCCONJb27fozzoe8v1ftj//85z/ZWzxpoMN8O38VTH1yHk8Aze8d8yke/xUy5M/fKPNyarsymJtAfIuVg6zcUOZbQLk/0J8XLb59tC9D4/ey5sfcftI28hNQL8jI11ZG+gut8Ke/BCZfp4KnFvDVyD9+/DAne7E+Lf/+ya2Wv72JK/xI3+LZr3XEGwbQTied6CqffMLCwmb1Vg6e0JANFOG+PYpD4ntZnv5XjQnBxM1ee6wesBrJUR7xuGh/Pybat1MD/3TSkb5yEyNA+/hEvf9t4RVHbw/5kY5t4Hlc4Nh+0txR1nlaLnDwqyyv8x6Nz2pcSLfCW2kofJgnfqU3nWU+7eUH+zQmfO/HhG8irLTguAmeyJY67Vxx8P2tX8if44j8JbrGeJ5b1Bb6lH/SRRrGe4S3D6MuLJEPXT5w+YG86XfaqW0+CS6Y04tJLhdlCj7pSUGl5PJIOa47rc5qg+/L7QHf3Ac9Zv1AKrpyPPmQTm1zPY1sykLk4+oTbpw34AZfcH0drTvQE3gjvxnVNqtn54ewP6qHzHHQ+vUWNjH/YuxbvSCHsSk8Yh8Qx+YV0dR/tvzZ29vTxyGmFNdV4lOub3s7KOeukvKEn93XCMTPf5Xb26V9qMX+aXH61n4uE/mt/oZfmb85L6a4yPOixkfyf3nzepiPFvO25ocFHn8bzWjWVMNxTzxpF/sbItNY8TeoNWcJjOO3GKdVHkzMoCv+2WP68gcQC1/mK0u7V6f+I+zWLjzwUn1pxoz5esSFcI4H2yzBM/NN9vz89b/mYU3izMtWT+ozyt/Kq6VTuK8d8xOpj+6bSaflrn5KoTXo3NLDxxwDljKekrMIIw/pQ2zG5087+Z08d3KSxRFdV2/+tfZR7/0yHlfa7f2HN4VxozgfiP+NeT3Vxcwh4KlcoaLv9uXAH1RQeOx8fqTXQSAbf/x2JLazDsnOqkvA0OtNlN//6E8FENaUM/853zR0bMzoibNTrmTdJafownXTq+bX0RGe0EXjrOOPvf3yN5C9AtQvxYHE0Xx+udOaQl32P/Apv1qr+k/52f3bQI0h2MfbLDaHTCbzpOcv+Y+82E+5bLO/L6OxsljqFwv1dS9nLX8l10vw7ZleR3jP+HiZbCt/nheyp5Y1ripEK4i/WT8wN+c9/e797dsqvNQ2+Xd0BKzoKSbPVxL1JfXsewRC+0b9XAeBh/PDzA/ngmX/H9FHeMJfx3Usr+2JfsKvxZAW9MKbjdQn/ZJ03lF/a1937Ejrb/V2PStdJa4pj+S9v4XPGC/mQ37jNX02r1T3lf+8vqqn8lBd+tpwfvaoIUTlSfdYn54cuJ7et3f5Ac/y83y8dPId+3flv73xo1yvj+7L5/tkTwd+sj8QzlE/Zc7Ldl/Y8lnZrpxbOoWjJj4WOWM8keX7r49PqwtakIHzS5ElD0pSDrGlD7EEiPqB+hGfccM26X3J81ji9Xza/QnpdX8Wx9lHPZkhxbmyvet5jseUioZPkf7STgbDUfOxNPJGJfx7lo+Vy3FiudiXWNJclwlzjy4d8w2A6l1e3ccGIs1fbnTIgni+XX0ohiBbZJQKLwSennzer2wvSO7qxwtwVzYG8NEdfKzOVh/wZ5tyLO5nrPN8OwVeCj0uQGtL4Asfo5YKfe8Ws17flQ3Wnq/6e3jgXeadjW2si2nbmf7iTZX1HOl8LFqc965bO2HvuXx/LT9YHd7XW58pv/j9SuPVz+HuRuVHNmQOr+f6I3Ugb+YTtHdziqUhn7vLJvZNmrhTNnjxfOSK/iudGluuCHK0lu9KB0f61fxkHpDxTXvmT6b3Sl2cDzHvsFzRfPWvPcB88K4+5Y3n6b5hYibtop0T1Ju6uE99zQx8np03uesvYoOxYTzywTj7gO/7u+Jzb9CT+5P/38fLehMEz6NI3rhjn/k+Fp7V5HPHmbXa5mPOfdt/tU7+j+B9VbdH09t8upJ1BHfFa9b/7PE4ahf18zd/GT/aP7Py8/SdvAEc35U+YzYd6h3M79Rn/xHemVd6gmy8mKn+oxtJfCN4/SbwEc2O44pfcEMNtLIIosQFeOjOJ0kOcd55ws4zxBN5g6fa1M/Hdw9+fBkHXvyqbemgD/yy89O0pMODZniyJr1Im49026yUrWSvb9trWxpjFurrK37Uz9PxyT6BJ8Xlf0XDG8H52FOj0nE+VIB/EpOvblWEtnLfm7kt3z+v5QeGT4KlgSyXp8Zjr96wOKNYsjhKKbWYBrqV+PEEJ9vIV9DD6oK6nHTA5qOH5Hfof/bix1yijI/mNsGO/YUTJ7GB/fUJMb2znxnMdaUfkOxFfjnvmas66aVePUqrb9Pv53zTKQ2fJ3hDmPDapkkBjztAPDEUXohZiTH8tqzEl66VlAf42C/Eov85LwlvSx8fbe+rWqL7SrrsH3jRZf+hE/BFnOe558bX+zWKX7uEEJ8ldda2FYCxLOvyhuM5F5HK5OEAnae9HECih2WsfFI9uYT+8Hf691GuiuzsbayWuFCMf+mL0AWsD7datNvrOo4xa45RveAH/ZKNnNd8A8DyIQ3Kc6Oj+bXTaiP3eRrohn+7Rx7Lm57gXcmk3/Locy3KU4j6ynza5UM85vfa/ke+MYljQzjb1IMl+1mKT2JdyAO4rG9Mf7IelsJLZJLvEPmpHXH+hu+gp5R4Sx5KjfSPefA3c3f8V+WVt4UiF0Q3oKhjhK8wxp9CUOObuvN9UktjWxzH33LCXM4BISvNULgk5732W1ks/dk65Vb6w3nkXEKGXLz5a+eV1cXWq24bFctvA71Fge2DawUt4vWW17PmpeL/nTifaeH5z3D3+2ogGhId/8VLb4YmuTmcm/HcbwhnDfhOkkuIlfdvjO+D46z7t5D1JlDt4xs2JDx1PYzEf02p/rMXuu8zH/w1nld8kaPyv7SU5etusqStyLb6mf84j317i8kSKWmfdAZv5huWQ9I6f04ae5XeKCZTXWwgOOs/NAJja2OIVMdLOx55R4DzlFT5+M4dNc55/vknrXD9z5AeF/e+FBjPZS7lGGnMMK5pGP3JfaHvJ97lssRfOiNvWI3kQS+szbw+BDz8UV+l83E1v/5ihSsPmYvoI4xyiE842/eWmv8op5dPO+N98Eyf1f7AymKdeli+gNX+NMOO5GzL50qdelEP8iKc7bOl5QMZvr3iS3xfen1HfIhHet8e0T0eLvF38gbw49W7IoFO3uGhuO1E9Ilth5fimKRItlywFelSTfXu2ZRrhLmD4nusg5Dl4nSQ3wvR/dc+t6pwcb3Ncy37J7X+DCue5Kw3ECObcGxY3kCZpQomv4UnAra/Z4bFkBci+94vCGLhWhzM/b/0sM310bpl+5fMHotAP7XrIS6OywkGpPOkg5q0uIT+SaUdf9nocQMKK5lrUAcc//DV80eOuQ+t/CNc78KlfKyC0VcQST9s4IMaRyRn6pKnVydjIV+odTDPp1N/Oac/SEf5HGe2L5c35wD/poe2OZatxhg7Gb8W/tWKPcD5Knlg/yu2Y249VMbiZHAmdtSv56yQfRlxzCintrbPt6V7XQv2IYng7+iRcr2Zu7iweuZAHGW/hTegznDci4EVZ8aR7KGSjslVRx+WaS7ERvufQAnKlfkVINwI+vVN4huj/y9Wb26CbpSxwwprEvYO/qB+gJ9aHwtDyz+vfwXe3vTr5Re0cWHif/lVsyEXm194ITdEfBGwxMfJ/c2W0smHef4H47+mh34ctzP+s/4nn7XUL4z39QDytaxnG+Np5++bmIS5YPPVFbXyvHpyTs/+x8eT5Xo/ybVryQ9ZlTNbHM/0cNvml8PE5wiGMU1dmCdTlDXDBAf5OUOac6rcTYV4rg9mbTO/NvCcQyy3xT4N8fFjdMj2IP4O0T/Nb88XBD/873//y4JxLfFV++1HWP4vjYGROGqbPzJokwtPhoJg8cpx41/Y+u7UZkJjV0liJCgnOcuTXLNg0QZZiOUpX75ZkKXUnBJNvjaJ1t8WO3T2GPEt9tFn9cl/bz/9wLLlJSc99FH6hcfCx17AtDd+9WmO1i7xg8rmeFMqS55k8UaNyKFO5smRwn7Eh/Tk60tPxzEknu8nfFWSzvKzFz4Yn5aPwHCBRKGWHlDyJYb2q0/Zt1N6fp6m8ufcqwhlvuYLMKme5g0g5MdyOX8qP6lUuiIP8gWWEl9yUA67FMvZR2buKRvxwzlvKJfX1+62YM6v+r0YjvkG38sfxlU6PJ6Oj4w92v6IYJofiG2CPoN8G0DOf9L4ctYP+4tuyIUlWXl7PEdtx/4b04suse3KNa7FsiJcyud68VF+/JFvxkQ0Aut9pbpqfk2jGrJg/mqGm2uMoag8B/nDoCZRvU77/cVnVc6CV8P4XAM3ibAO4iKkRJbcxIRPYDdOOjg++EYPwPI/c3N4JZn0K7y+f2X/KsaEHjpTB5S6nlp6WI8LwbAXtos2Qms1QyyBLxCQW0rOyCiQg0oh7vZnGal+cH9QAbkC3nG8tnjaom3QFUffVlyx0bZ9vfW5+CtR1ZsUoh9lgdr6V/ak0KPlQykNtMY5ezfKxBry8E/f5N3wV0LJ+A0q5xvHy8mvcxnEqa+06V/mX0elzci+yhOesPGnZHfXqr6GMWG5HJhPew2ZqQa6R/aCotpsyFF1+HrDuuAFenHsMSD5X5pw3Mc77svm78V5iX3LHszEZxi3oliZE4GaWbanz0Dz0YyBge9Wsy/SXBjz0WCXnMb8NJPQzNAZYu6DbOZAAKgL6r/d+AJ25/F7FFdFSPTbdvxdYvgOB/WVso1psQ05Hrj4a2/8gr49Wnr0UQ72MppDKRdvc8g+hXiWn76JJ+NIXS2OrYNHu2dajWWvL/jJGpYq37AXYHxplOu0EfpG5mJMwL8eLj5qtKqoinpXxd5YBc/8dZhJnve/9TXj4LAOzj5Lj/UrCRW5xXDI8fpZGp8vmz7XEP7FrsI/7/NqUsJep3q8UKfxpO9Zph76JuMfGV+nU25m+lYu48fOD+ByrvZ6knEcv+w9V2LOyJwkfWM/gcCij0ouwXiCViZQ9ICQzkfhWeZPohvbaATmquxPsxzftdVWHXp0+rMYxvi9Oua9oE2I6Erf6L5dyAnXoN1kW9FobwW8WaXox3Hw2plxwVT+KN/YoP4I7DM0nt2R/GJpOT8sLNdX1yecLvm32DNhidHfx79lwupi66JP6w9eo+zSYDGE1wcYZ+SX8dMH8xPnosBBzMRQGIVFq0uIcgKI67MfKZ/ANuSnmqMKL7bb69wjQXs60i/ChdcLNMe3/SNZZ+A+l0FfD7N82Sf7YKZtiwF6GW/VX/sH/hjNTyWc1hhfRPL+Wt34rfTUI6ueYiB9g2Wupg2brK1iv+dPepbUg+UIzv5xKf7i+t7hfci1pjF/+ptjgXnFMUzra7q+i4OQ3DAfnL8GtF2FTvDTWDewEsl53mfO0LP38YqPH4/Mynzs9ntdSaf6Gaa5Sv9aePEmcjPjqXZ7/IJb+32ljH9Oh/ANxxG+TezLCxNeb+Xi5WnPTo25box7jT/53sOF3N6gROAweHbUGeHLIO9wCHAQgPzLk2oVbAGPBQiBNwo+bg7AAovl3oK5EDhMVSu6e/sjuzFWRw5cfMFmw94QPkL/TNzRGD9Thy9Zd3vABizqtm1lySKORTCKe4v51DpyWz1Qt+3UbPoFsY3jZC9wAjxgH8nfwr39PJoPWmptXdVDOY1r0fpzXa4bj7H4QY+hD8fJ9A847ICv24mLoOlLbesNPpGaT8YH66PExmi+7Wjd4vh9gm+32E9qNfMKY8UTQ5F/1/wYWsOYMXq0839IOemY5UlHZuRKbmrjFfHBQ25kt/3sG5V2PyXeHWH2cF7c7nseC7l//VhbfmR+e/18O/LO9ZiKuD4XhhvBdxw7/qpygvlZ+55UORIbh1W6YB/82N3MP6zAownK3Gvy3EymnCvihmG+aWjy3x3nh9E8xIOi5RnlmWKmT3OyAb6oCv+Wg7HE9huU8vBAiQHchC/nB49WLa9dRQjmr21b2fbhBlyLsNcjLN6onnOisYm5IsvMm5diuz/vGDHs4FfH9yp9p9C9gJIXxG/0VS+Cfu17diBjvkvqJm+d4MM52fBZSv1C+GM8YObftk3x+QOurRyfBztrVSxvR91D+ixOOB9+rrcwaKZepJusFWl8OccX/GfdEf8Zfu2j7Kfml0FMU5eqnK+kAPbHU/X2wq+2064iuQK/VrMzy65Kex09xnsw5geUQq6w+cK3Z6xaup8Nnxnd39iHdQJ/R4/o3Ogoj0fiH/gKaNwrvh6w3hg6iMGY2ymBsZ3x7d38SXIjr1xOs4fe98ZbMzgaeanNN7lOpyHqrI8cZzlnP2ibvtUkr6J7vXf58wnt+E2eXS7X8bz+tDPibPtQl6eLZKOl9qxnqTxdoTEAWbgmMj9RfUz8e/ut3bQXv6v73WYgxCzjKxMgO+X/lvymOuwuPs0y518Vyieh+QTLzL6bFCxsHjM+9+qIxRoc0wfHz+UzGXPBQx348qaFaMKYUL003ke+7mlALXQjGuV/Xw16YM5ig4dw9gd1YYn+WPfUEfiPvmXp+e+2s/zCP41EQ+b1oa5cL/jEYP1mBje+7PePt5IPhGUZtK+Rfryh+gYOT+ys3H3umjv5hCfesMXBN9r0Inq/Z4BM/lU/7QuvmJAFOfK7YiJHfKe21q9/TsOIvjSjEj3/wEptqYxNZe0fkcv1R3irX9X/hukbVq2eYrPmoEhdi6/9yFfJt/YOaeokLn3JNugIY0le2sZYKZ6lJW5Xmrmj+IgJiYsP/N5NWaC8HMHX+JFc0krg2tZCN1qJbf8m7wYdXIqYTf/Vng06g9LRlQRc85HBbR7MMb60KLM6fSqljF8nPzEgXp7HZR7W/FHadp0gPmSTH0oLn+nV9NEul58lH2BOl/0E8DwOaRuG64bVFeN5Su9AzIc5x4C/lnxP6m9F0/9LWZWo+LO0SV+7F5Wj+At2tTvii7GJ4JXIVPbtN0Qnq9AJ8uqaKVMrw7o8lccYN37duXSS/S31JehEC66liKXEwz1gJTpInNF++gvt3F++CWUk5NfPIiMvv8i3kGOxZ/pZvLhOfeLezw3F2+GwL33mMo99WbI4HrCQ8XLVWsyH/B+Cihzwxr/oOL0+FmZ57CASjPL/9FGOup8rsqu9ZQJknbJaDCbGGYDUV+uVngIWJfe7r75uMlNTxl3GP8KzNqOe/d0gwnf0OUtFEP4C72kVb1i7Yf3h+V+OzSyI+pQ3L8tQl7AYqvL4DsYh/Sjx+Hi5n0uCzuui9x0xklgxVn+k9QZ7I5wvEoY2Fp1fv/+XcqnAs/Rmv2ff5MXalmYG5kx5iIpzyc8DnJMCJnmiBGMxbVSoXnv44POrnGvJeW2Z80k/xv0R+SO9Yjjjeh7P9A95iI1ocT7AR+JTwLIfE4DnJdb78+uzlABeyj/vX/bdKUya2KOeyv85Nfq3vd6a/VMVEMMUxnOhHKQZS/sq0a2VaHytgG5e205fTwP366d8q5t02XXII0t7Jt/2eT+wL+eAmPUtUJWDsWIgfvwfk+0FAABAAElEQVTzs0xQzlMvjHCvt8djm3LYnpUW19ZB49uRfHt555a93qbcmU2jPthDGzDW+KIJjjng3l7Ph/3k4dse37b5Ygr3jOg7w8fyvLv+Lw26m/Fn4+cH5i79OfiHEuGGcOqL8soYgpa8NsQ+HcXahjr9aRXJN5S4XtqOr/qtHrBj4RnnbZL7qjiPc6WNcb97Dl3R5zytbM65FdCFXjiqj4GHzbFgctE6L/f1lNU2GD0wqOIcUBc09FP2Z+Z/gEGIWsaJAxXiXAfSXup/nePn4EC779MWAyUna8/NEz5A2BZd7rPvGifxN3STE276ClzvH4te11fHt9goecLaC71su9f8D4Wk8Hyk3eCNv0Gab5yqD4vIBbqm0zWEJ+eY6/xETfr+jnmBvRG+YlJ8rXuGT+SOL1Uf6IE7Ysyrx/j18KNtnLthLfI3mY/y+Uz4vNGdv+ZwJ0EOjAMfjC3/7hqTgbgsZ9Q3g/NiPnCo4ywmK07aq+AmMG7O5ONC2ocO9Lsw+8s/sT294M+/3Htf5l/0AOY4/p5xroZc8+93eyvRKz/eM0HHrVzl8niyDmdaycbhpQ6vxLk2TzPfdS7DATi8f6pf0H+/8ur38/y5DmX9X/WBm9HNAwlURHw2i01ifqaSDwDv6swx+tP8cNb+I/6wue0I3a5u74bHVPRMvd49Lj/+85//lAzduqUGBN6WmBzEI4o32PcTjyXwgZNu7aWy3ORh0muexCFFKk1CXMnjDUO/0ahw9+aSkbKozp986omP3qGM+Vd/fpNxqW0n0D+ZQT8RX9ZjLCKtHPaTnW8TzpJ82fblil7etPBUfXvFx+vB72j3nICHJ1joH31zC5j0BUqOF0vLiXgW5utCZ09+geEvdPh+zwUnrfVCgYn7ijeaIwXh9z/tE2SVzlV6/5W0UPnjCUnZtFvS3/gKsvSv/mR36cxfNZfq/Dowjh/lsG15RXXOU/ZhHoPHz5997BJHx1Eh41o0vmPsvkdiwdujdspGraebQeBn4Qs++PP8NT5XsTi3r+fr9Vrx9/jjtpWl/gmXn8qkvu1SIVoZzXHBmNtNLqv5Z9ca0jRlnR8NVBvRnNVerXV8qP8gvtwTyMqo1Bw/7+/aXuUHxydzh00RvFMizcTfPwKoBdFOC0N9FXctnZ7wkbbtF+7yNhRtRy7BE4E4GJvs0/Y8Prl+9HQy75VPmwfmb2Dp+kQ/kL9oq5/krxBf835APhGcMa3mH89N2y1f6ic89Sun1T/fak4DD8VfrU+tHJU/q2FQlc7bKU/FS3/bF8Wc8qFE4R7hEgNlT2d7Oa4tzLaKfvgurAuH329kVokl7WaZ4Wlec1wuiBQRPNsqeaLja/IidGA/9clvaSdOs/0LaCo+g7ooTvjIDh29eJxKeh2RpwBWDiFSsZsXNOxNbuCv86Jw9ectVZbJv5ABe/E3xK+EqCx0b3DnjbGfY7/KOKv8Mf1c7n5vrIenpx4+Dj2ettUGwDwd9y3kq3TnauQPau57wJtyRlwpn/Ro46dv8BZwf7Q2od/zJz9Pa/nbPsIJIz3Wv6RKdxD/o+S9MH91VGsA93nkRx+SknKpn7ebeOTD9rAs+aHny31A2nvkt9LYHnLqOn6mk61/00Xzf/9Nny7vEZnw36PXpjbzV+WTxgv/u8PZiX6IRP7MvgzjrOPSACAzRUeG5ZsoRnbWx+hO+6qeJagyDxNgpBM8xLmPf98WlcLxNvIjuaCserm354UrPvu5pn2oiT5ePuNXcVs+1If93H+xfbT0/JS+latwqc1/oz7tM5ZxMeev8uJxY7Dqt2N4fiM65Sw1T+f7R23hr/7D9TrudY/z1Lwk+YJtxonKEX20f6SfwGUvPMPZ9VPLg9d91P/aj7n94fKS3x8Re7VP4jdPET8qbYo0KSGjou9nOgn8jm+s4EXB1FP9Z+JUfCzrFvrxb6Q39fDjQngtTS6pMFsx8i04rFdeiK82/nw+Yl7hm8whv1uAbfzQH9W/JQ8STpHaT0hccp0mPvn4dkzdQ4Ve9tPSa/Uv8xZ+7sbF4ilfzi/qwx7qyTbHS9siq8dTDNQ8X+1tx1/hrAl/f76g11uFfhjfNdbIz5XFP6v4Ylw66tpc0RPR+2nsF1LslZ7vHlWPRT7Uy7d7iudAvB6jNrSxb/5SO5MyCTpUUt6IiP4a9a/oSef57NL185IcpVzxwfzHnFrhtVzvbMV5iRK+wTHeOez8DOVduiPRDZPdBUe8r3+Pn3hecMNp0rv9l+OlxPxdsXPauA1C3Ad8XfJoFZz5C9dreLEzUwmgZXCi5TcoYCF6yAbmBMu3JoFt6X9zzPzeIG43nIBtuvOI99ug438/7/N2/s2UrxwHe5L/zDFAbrb52befqctMlh0bXFS1B/raP9t7V11v8t3FcZePHx/Q0d5dHn8Enkn7uHhlY+KZ9kG2Pfz42LbF8/VX6e/1eIf2mbwT7a3ewZa7dbBx8lfO++TQ97O7XYMYv/jaNPzhRld/s+tMZCDXtPnmDJe7aWCv3+fvyoDn6C+Wu7Rn8bBngKwzhz0vRJ1tOy8t3ww3w0bZZ+WD90iWlfun1f9Gm3UMTQAp8EU1zhuWL1LjjcQi943icwQ/q77IgryeA2By3TceG+YqpUQe1NZX7b09wLHf17I9F96nO4f5rPX7nHbvQXV3PngPq760uMMDiI13jg/odmXfeoePZjz+pXLeiYSvzp0qXpHi+cyEsy/zSE+M1K/oaZ6w4R1slLjorxf+Qe/l6RMsaWFPT3XxIoeFg24Ir0oAy93UEtDmp+h992aB/g72MqFeFR8rYTpsW3yn/mRfyOgEkGPD0spfPVmxK446WxlWjodnvtkVq10c465ogieagqeeQv6ZRJ727J7AVXcXxmcKMHH6nWGTaNb+I+Ox4nKCDqeqToxP+sfL8W1KiUrMVc5flvQr+YjssY49X9W173sdRO1ZxecZHbFYyomQfTKRMpGr8EYkcxbgJW2cEZZp/PiTEeFsnylFv/deYM/YlUaormsyTo+IhYVm3ROuBt/1YSzzvxRbeHcDxyMepjIaLKo6t6EH9PuVA7nEStlfSC5R3AXTU92cWz7eeXHbw8dCoGef38g/oiNvW+YnEvMQSUyxL6LfgVE++Uj7e43fHR7347RjKvlMLtxIPsO3SIhU6t3qAD+3PGz/uMdivVE953yZo/k3iJNqWLPxvzmSU2T81P7YPw2VNNz+iHFhhUCD/B+DsHrFVgbKkgdCU3cZSK/nCK5MnjOKzIP+QqLd00B36qv6rWvk6W0HJWCWL/kj56Ge9cqPdPc5ZS05woA/Z7xW/RHPazDxS052XT6iz+iXa5KeS423XmRsz8m1b/+29vuEIHFkpbT4tkfqvp9+Jib75cXIj7TflDhl/50l3nKCfKQS3lTWN5/EVq+fl098wrlusz0uW/60W+Xhbf3e32N+2vM9r03y7SXfSh4lf2KpnHMyyOdMmVVK6wEkJ+83e0Hdj5VckcbG676Uafaffh0nL7VfuAlcckG7tp9YB8paR1ksIanWT44t9MZfXp+XjogRvO0x1iuhJ3zeqbvLY7YmdUwvAzD+ssYi1jADyjco5pgBe74FjPqRg/ZyPjOWj/B4D1zde9IW0SvHPjIGcgI2ik84OF9lzlAm9kiyxnL/9gRVbhTBWEn5t7xpzXWL6xnbyND3Hip7xlf9PsO63udzIeWOOOP6l8zbNjYbfLP+tGtJg5UblO/lAk6YnAtI3CsHuW7hx4c0inetxuup5ML7Iv0bzsR4XokRgL0/fvz45/v0K9xVJ/qHJf2vGMdqK3rKkTi4c63hPLqTp7Vd+NtvmkQv7VW7LI3U+Q0vfc9xCOUdpxQKTz/SewQfy6X/xxjo8fJ77Da/Htej5Qh5+CMfli3WfuvffdRXYdoJoHU63jrDazjr87iPbSMIuKAwINh+rGTlTt9RLvSgLor1p9cYN/w+A3e/v5gfTP7g5u+Or65O0B0Zz8Zpv70HJ6v98bNcDAw8mXt44r76Cgn4r46ZEQN6nCjowfhWyPma5RVZcJ7zqynFZ3BcNGrUjvbPcIj7B5Yn5/qdnsBXFErsYxN8J+fEC/aRaTOHNuVY/5SToTauwL/wOsN/U40dNJs79nMx4p+K05Adabs44E++LC0t+sfHlX0NcyaHfyzlT+rBjU2EPHydf2ykrimR99eWz8fn4fTB/FvJTKcNEtLnDF6x3+5H7OLfI9XIs6sIWO0vthW/FREaXtxXIAbyz0TEfGze86rndSWPgdzwn+F62vPtq3PmvGSbL2nr/loQyX2dLdCGNkSavQfM+mc90zEWvBlax6WQXbH123edG1f4HPeptX9MjYvwvCA/xop6cAEI+xPIURsjzIfA7PpTBNC/HL+83mwIl7VgHSMNKyu/uRjfYO03uNXbp2gwaTuAtZ5/Z6pBM41xfFR6g91Xr9L3HP8+CH147/zBDRXcRPmd4xKBhRu+Kb5ziFPme3obscf5+yoN5fyk+OxVSgzltoni9M1hm7+Gsh7YkeUfzLm3qvPEebBxwgsUPR9ux/ic2Xv28ebrz58/U87AgyJ2TMAjrY5Gnd25ab+q13I8Z8vrqXbtpqa8Pg3f3ZvdKeGr/BM88A7r3VE/7u0P97n+S4Z+klX4Pq8Wc7XIuY075GPTlC/PpQsb+EmGfFS8klQTX+gmT9lJekOb+lIJtlHWp1rYuVNS/3yRJSKgglGfwFQHLDCSyZGUcHx8yJOA3u/S23+CF/6In54zFCQy7EkKZLwEiM9FIfIdshl00MZBdwYL77W/Wh5cRIvD2s7aovle/59lFfRjzxPubxzfFHHxQfnshf4ehnEc+xeU1I9ctsuqX0Rx1JcRD4Fx/LwdhNtNCRdWUPIFHjwxBw9CI2488hNCZen99Ut+AxTjAO/xiaN/fokNc++l06e0OcLB2Od4yvzPPblfNOjHp3SmYsdnSk9blL6t8cIy/bTjv5bDqrXWV2S3ecHr04YnLvhitNTrVm+MjcUnr5Wmj+wf60AbWN6gxXTO3cDfsqjrGoEY7xJ/aYzacWnboNBl6YD92b5Bvuv0oV6mHPgHusoT2+A94G/Y7FXX8T/nI77Em79ZP+sm7DNsu2qdaDgBbjKD8SvjyfyiF37hOT3YD0hvv15U0v2OjRPlIzX0Yf2Z4XgabffytU9rrX2Sp9FLmexXiufXoAP0yb87meITba5D1vuq2ch2Oz6KLbURjcW7SD+Yf1ZCWE9G5jd/rbGFF8dJ6BAvCHwgLiZAlC8IG+iZYx26gP+CfWhHAGR85fEt9mXt8RMU6SigJK8dn7YVMB7YUDEdvwp3Fb6lmy8WVp76jSZAlzEYaGTlVHrEkXy7EfZf7RiKAiEseYP7J+S/H3m9T36qThJafHJ/oxBfo752IAmDfj7W0QdYIMyzvqkNH/j8R7+wPCZKbfLrB7++KmWWzPK6lSpLdOTcpMb0Ndu+JL0dH4sj9Jw/0kOtSQsoYZZ2VLe/nSc4/jcgq7yiFn/rt3Is4vxv9Nb+WlnZz7WI9ns7Cn3Od4lpXfepmAjSN6WkzfPHqoat1Plpgax7eYQfKAt/XCxG/HIuS5zTTuHH+KZ5nRSbV7rOASDLb+UQk2+a0Y/87XbqQTyUcDX3r4duogT+ZTxRjm9DHuZkhqdJi3mLc6Dqs+Qgzlng6iFzgHwVXmrJf3h73U6PvAvOCQc46VwqCWvjR+cV9MEf+fO3LPPa2AkrgGy/j+MRMuyU/DfGuNIzn3/r9UN9EWsx5x/TWCjprb+KTPjxTPxb9oN6jav6pi9u7GDOyHWMfl0cMOr2//G8G1Gv5dA/STvEbDlYZ1wSfrTkbzynXUpMaoelYOD3Pj/yK5hBZ8zlPLTkElou85Ry9RuMxA+43oz5KuIAO+WfIH+dNyCgZEwbOcw/ed1KcNr5M8ek5IiAU72+F/XFMDfOgS7P3f/JXNcXfOpIF/X5hi3iP7aoh9LGUe4awXtOgLRxBCVaRdA/no/URWnaPSl1YUx7HYTer7+8KZ3ODjIB9xieejd/Uv+OvgJG+hVvpMGBDjvzDded894iuyRe1avYq5US33U/mBc8rvf0vc4v+oF2sK1qcDwVcqVmr9VnPpyPhSmleX3YZn74Boe6g9f+HfhUk/JGxL2fWswVfYstLcsTdeFBj0QU7wM7Y+9M+/d/A9gsZjNDjvRZJ2rCOMJhhYsMZCeObWvCXnGx/TZoLXy3/vGNSYl6FT3aVWOX3efCo+mXtD7HhBswiuaCkRMPgUGSZdc7ls3iwjN5t9GvOEG4o698MVK9TDhKv1j87cMeY3+cG5+QX8451Ih82bYUgXG2++3qm/ranOs2Dm9n0kQhbOxnU2u88eeYg3k07hOhd3VxDB7if9jHdYDlEcVBX/xS9TT0hBnQO1SZS5a6QP96BYuZakm1jwD+dd2FL3GYOMv9Am3gGdReOCTW31LafZDdx63tlws4oBePSy78VRLEsZMacDDjtRbuMG6kL3ONF5CzoGRa9RPMLFMcp8TTC8xOy8/alJEV7YPZ9QZmUas7VCGvdTxivuTxT/HwI19otZ66Q5cZD+o5w/kkfXnOrf39KGvyucOZZftRCnV8Mdb0D8ed7Q75oQCenuiF4IeKK8yt/ffKyxdD82LFufsKv3JMYZvI5+VWri9cf46t0bu+Mv4t65+eUcY8ZM6kSWPWQ2BmvelKS7o7vwptY2eCNW3LFzLTt/vwJ4xc12az9z8JaSflo+RYEOeOkjwp5w6ed/Dg+d743M5LoS8fNY/I38t9jzbH8T20KVrUOZ3aDzn/PWetz3Hn55aNiUfF3cxGyGfSe8D57Uw0+sr4yhzdTbQrphf6oQgTxwU2lfTO+K28/Dhx/KrUWsH1VZ7P8jJDvZxRsT5P5egaUz2THtr4VX6Kgf6422rKeoMovtu0P5of90l/tJEbxl3+DWC/gaiTtSRU3x/pRBw+LR/hWBhkVDmpg3XyAS5gaKPEDSScOEVHeo424WhP1YFnjtq1UUtbhJQRZD1halD9wIC66gK8wbah28MnFn2QJKd/eMMaJx9GD2s8iU6V8K/d2CyYcGNXF7gF/qCb/rRjD1S52F+e3KubHfHCgJUDM17mNnm5jklqlic/i73Ax4PD/IpXPIFlwq8nH0Hov1H/JnzkP4X3jOxiWp8g03BvCDjvMAexGcEbAdjK1DewNq7MyFjKOPAJNfqdejZCtxp74xuySmOIOXR0Doe8LgBhezOXE6/YHzYvtQLhR9KgzDfby0WdzN/MnZZyr0XecsFD55LCGTgH88dEfB4b+Uj+kdllH8Sw/cgI73iof16l3Wx+sE91y3mgcSVxdMwV+3k1+hESuQ9AzCMu0meK/UAX5NYcJKkv6g9IRiDKl3zFWIdc8Q/z2IjewqEr9CZP9K3pLxpgFQjq1IV6+HZAchoEGXiAqsrYyE3ExRP8jMTskXDgrWqMXwtjfdZHnEeWrXzaiJLjUEvEOGI9x3yKPxif9lz+Qn2+0JbgpOOFN7yVsXdAJ3o4psB8y3qksu4bYtRtKG0X+5SM+Z4P3GkPa/ThXGdiny1pZz6v4DlF8vO3b+7Z20P7Oeou+1zajpL+YGn1hg5ZH4SBTILUvTu+llNUX49/RPVoWOSHR8t8FH/YYsd4LCeK6Xh8Yv/4i40qCfLtQXqBl/hDcJV9l+ILHfHBI9ty+muQrRbjus8Dvj2mlB6fP0gf0+VJlbp6/5EP6dmO+cRQ+E78l3yZ8gXOI3FZI/tRJnQlVL9Tp9p1U0VzEBgyz5H5tw/mtygWe3zS7ZUqm/FEf9Z2idPsMyx6xQ25P8UmvhkmAyUs98Q6LMoiGO28pyzCONbsR4lxkbGJx8XT0C7LY1b3OmkczKiO9WUbyj4s2+ti7xi3+7Bpe97b5L3Mfbw5blXG021mzLPkvGJ53Vbadp3TeQ68XkQOv7p90X32QgZt9vPkI8jh1OntS+Mz2iV5hecHaZ3OXzn8QEvS/BsdOfXmPKj+H+E+Eo6xh398zl3L5BycYJYxGMZXlz/As/cZ6f02PX/7RKIQNu1asn3KBok8Jymm1HW8ZVl6n18wfpeSk79/I+aSG6vq5ebvknaCUP3vcTh+/ZB5zIttxtpjBNXro8Vp9Dd/kmWk/F0PFFDeSM4j4HZMbb2RxRw6yWPAH9JXZjUaK2S3Qt+glAf8748B7tJ3dXoYnl6em4uAM+gYYHLDgIHAH28QoW80OMAhD8zjmvRAdPFI6qWjnFxs8pIBPh8oKzHg/+sngke+AgQ2036TLldsPm+/Pcl7nJu3/fM9LUwf+QIglEnxfP+83tblXRE5jzm/309P5CHkmPfTLNJoJy9pTog4fDaYjo/f4Of8h22izQufzbwvfb888Jd6gHlqtL/7m9xCH6BkPWU+rafE/xtnaynd4cJoxrl50cJ47LLMekKZv+jwF1ne0XTuDxhD76jjl073eWA1zpjT2Hsz164lf22m1j76wjjqAVlb+vWCcbmK46G8m8OV5xj5pxaSULa9/Mt6e4aDNuXkhX+AcwZMvthj4P9p/58RvqCBbr9/QqmEiP3O7qZkwZfdd/Mj31eW8Bnswh/yPa+73KWT3fscv87Kmx93afPF5108wP3ms/Vh/kLy+ozzmfrLg+DJipyDn+3Fv0ce/X02VkhPj/k24X97Sb+c9fPf7r+z9n/85z//SSkEiSQXNSmyzTcBzgrg1z0M6XmnHQiLu+3QqepVGPobRLsbGPCRYDu2yfDyh3aVp3kY0B1degKrg8EFZdPKJyxWv4UU8RjrpD2Us0vv8ZuvHFS2pWbvaKp/EWIij75nu2NgAJaXAW9XVf42iUGk/3v7+5NSQ1arM/+C56wfTIb97gmzKtBV+FtMDlybtKsCXKX+tpOB268YMeB1tczvX6nkU2qMI/7Wr2dy/aQkHv/8tJgXZtr8DZuh/yvuKj5j+ZV8WBG+4/HhxTl9mMWyKi9gJFAsn/mFNGInYhrrQHpQpOQh9o/KsX9iucIHtq36KXGEF/vd6mNtsHXBId+YD6VbfoQ1pV2/mo69xpD/Yi3cXpfv4mPNmfD066++CWIZSJ0XB+ADjg/9wXZPdQxCfqTa4zuPCfI6Uu7q4fFUBuL1jF6Mc+Vka2N5Fiuqt7rQr+THvM52xEFgLZ8er9U/vxFjll7K7emEbyRf1i/h69+wGV24bfmDd6tX24/Wnl1evucT69Py9j4QmwP7onkb5a8IzyuW2lmOo/e6eDJ/4Tgan4ZmUxdL04yO08/iPbSe9La5kHaqf1bxM9OuHf8Yc5e/8KJ+5KV6EjIqS5xhc58O0im/HV1HvHfge3aqPsKTelIC+wnnvp/9Cqed8pYn6Yj36NLLo14iN/I1xyftE1M38gl+AxUHaPkGgOeLfSB+axbwvk+kyWcvU/iKDOZJ6kle1IFtlhUPSTodcf4TyfPPVq8Vf+bhiscTlJGQWV5Bzpr1j3haeMl70Ic+wbkQ/4iKb3LnjZXW74JBWuL7stpb9vu1Xexn29OxjTflkNPhvyorDR3a+EfdiF/LVV4P/Ef++Zw26K+8b6xQ5opljtMU8nlPm0p+cwbpOz9u6k8+lA8+5CmwdB6IV8HdcXTekAfpfBsyqw1JXNajvGHV6kNF2vlHqJZ7eVvx92rUUXW6qofQ037y7eXs6bfCIn/iMT+zfbbs+bYx4/vXctZ+zTHiriN0+WCUB7r5gXgpMi1NweO5JPn79tCewsvu1YDL68p8E5jjTT6tv9ILNiXfZdry7U7AWV1/I79RSfmj/iHc+miIlDqK/zjvicr5v7om3/oB1KN5vYoXSj5aijzqwXGi/tauskVN+bOXQXr2cP/n4ezfLcf0ojf1bfmNfUV+dm4RRh649sfre4xjxveoTVrisb1bku8ufsXr5nntkcoojgd08MWv9HOXq+2bk7Ld7HzNoII+ga7E5zj7NuffSAG//o/wCKcctnkdhu2+lFiDXqS1sUV8r7dvezy21yWuYwNrtB6N50LEm3pFfTFslK9ibIWu9CLfFZ5wpN4cA44b2yoXNeVJurbftqiHhWn9bd4AVpXWtShA11QtxtpxLf4jW9YenDThwNsaO8fKjjiAZAO/w38HBxM4WlRXtMydK7w/tX80Nn+qvUfsom/ObkiOyOpw27XIdbNzb3464hub1ONGlm4RvpPzs3j5fOjb0ENgMn5/ew561rh8yfnywC0euDnt2gsEt+j3AiZcKyPRyHXoFzvVeTOaiM8MhottvPA2w0Nf3teqGiv0h/Rnf5zZsBZtjtDjwgj2MNE69BDjTjJlPLybntSH+kXmHRmPiP4L5j0ge0vmDt+7as/GakXb99t97osTR6/c0yCcB8gnrMPPq7zL6wlPU/RmQaO1BbZPbzDfrMeSnQ3TJXJaB8vNU96o2CA5hEK+lHOI2CLDrjTt6pxO7Vq3eG9S59x4hDqP5P0IfR/NE3Gw8omNlR1c4pCO7Su27Oh5hf8X7SfyQDpX4UMVl3PjC8zmvHiB6L9SJP19Ng+Rns7zbcL/5hKn4jIn1+vJ3+ynR9j+LwOSAV7b5TcQ3ukEAjpCP+r6CId4nvQH4V627yfeThnZk8zLxz5ff4dfnw6Y60C6XfyeG3XMOpcnYLx/LBWvuWGyC205u7BIT67LGEAo/MALDCjlifkKAsqffAyeYIpMvvp01bfB01uRrB7GuGXP+fglh1ri5Db/S88xciLWTlTkSc98GTs9YjeL9YbsQoNzbMRi1T+i8/DWFvsbZnP/tnSWq8ylqt8qvlb9lvVX/bUe2BorP09fq/Ix6Vb3efyv+DL+/Twh3NOP8a7p4eV81rb3zxk7rq5f46fcizZlHUHrDn17GxGfi3iY7iOhoI1xSNjgCTRDhwz/VhfhoV86vGUCTbqmNZ3nM5x/qxsopEV5lJ5PxbOkTJaW97H65lgVncmbsUib+ZYM9GEfcftyX2ZPew5CnVDyQUA+GQ2O4kcJdPqUNOckvh8V7aJm+/a5WfD7e7rpJDmD4y28ec5DCSgFRp/bnmfWs37lTWCRm+K03Dh7ph6HZZkceZjWEWC8wzGHjPAcpWXAG4EtVFqZbxpqPJTDOKOs3+V3idju6G+0seO9BCC2ywK3xH0cAn0GCVhX4Ef8w3/qRxzvx9m4gHp4wO+8kDJEuq8DawS+1pqxks0z8r1d90n+Ozip/xDT0bd5SS4+6w3yZxySD+FsHykl7ei6O+IFOOWOcCAXOPwj3u+SX9IXU4tq+bXG1OKrjUVh7mH8ngZt9OEP+iZNMgXxCvnfWzwsfy/OS17ocaQtf/NX461dTwg/r67ELdfRnk8rL59XBW+Q9nRriJsia4I/AkPyJ0y5fn6vDtmOg6Njd/v8U/tV+3WN+dliwmbaHfVbXK0flS/zQ+ghD/MBMJkXKl8lnKmp/rF+Zitzhv1lGrUT67w+KK56FxF533d/bj33BrAN9iiQTb8a6BLeZde9koEdCNplA/qCbnl3Bf57G78+gJWuC6ILas1Jkw/KmHNzyHG3dNJHSNr0JTPLt6UQWErrX9d1SxNjpn7qWf4U0GddSc38K/k0X0D7/j3+2vHe/jnEXpO5c7GdS31Ob57NbaBWwR8pWJMLU+T8P3t/oiBJqmsLojuyqr/jvNO3+/8/sHdGPhZigRBissGHSPeqDEBoRggMM3MPX1vxn9/xwiJ3blRwLcOPH2Il/vtzWDEhs1cudUx6es76PRoH5uUdBy2Aio/9/idCz/riJP2j57ceM6ljbC5eV584nD9P9Nm5c5b+Oo/q2APXfr7dkwk+4M1yj3odu6tvZw3rc75wTHT+8a4P+krc1hPHGUtmMJM3gY8K2xnTu+LrqO6RjuODDfiLfziHRmrujMeIz6v06f1hXgbPKscxT3yYN9rrR0Fg3BKvFv+4uNHyqVOti9c6qV/01fH99R37J9jOB0nED7ilEfZI3CZ5bggw5rp4Y1K1gR5hoD9uKtjc+tE3bGgLBeo+wmKpY/1R68+uH6mjpx/7xJjKtO0G46MaYz0/xudWiJH9hy40/1ZjydcC5/xen9stvxYylt/iW8hZesvv3dra/jY+vkJ8cnu5O25xvFN8a1rGQfEUAxdncSF4Y/xCryqQC/qwZiZnNb+GhFudOR+RPxZXmrHF6dnIwc/+wdSzFevKZzwSYT9nkfJJJWPmSeLfX6zOWW9uTRULR/Lduv06B2uqNh/r3mvrMU2Gi57w5TZhXbnX3ms0f0KsVTFx1oqif7kBzI0oM6k3DjMlTH8vuLrqUwfDR+PzIkjD7qzXNmDjU5xXy7VwbpzoyHonwPWVF2bCK/CPOwbS1BLqlvDHbwDFDyZOZAradAMzdUlBfSrgtEH7mRBKu8iQQwTIhX+MnQEsoGBZ6AIuJ3x785fGTNU6iBB0gIioSNAjPE0u+kJ3fFr5xV6xq9cW+sFfxvYApeoazIEKTzc6NHiSH3ZWuid9ZGzAJNjH5FvxoW+Cd0o14CdfVTCljGcvYRV/RTOs9uKX8HbsRuz4G78Wx3/zV7DEh/DUsZu/dK+VWdqtDRyz3ntNZfwKF9SYX2roI1u0hfkA40QY9NB1tG0/YKMPx13jJJ6IrxzfnnzgCb3NV+SWY70T39MHH2YxzrlAgShHNB6+pp3RW1ynnW2OffSlgwjQVJ85PS+Y+RR3GxMd2RGc+HdRvPjQyGfpNa9+nfPXxhnhltLi2f7ntluf0Q5u3PGQDD6+HYV+lgvP5y+OP+e/9ZzoYvMn7Znlh2GshpzxFd64w5J6+CAi54JOAkr5K+5lrGloJ3raY/et/G2hPE6Yz1mmw7CZ7+JfHAbmT6yLv+tckjFyJbyfkeqd8WnkZdLtCn2AfIPfh4Jo/jYbcs/qNUXct8avc4YKvXFJ6mX9NV6wNQZcx+YtyxjfYyLaLlji83zNkEhrHPLz+BPGsSvznDwYT6VNfvsleJW3UCmbfPBVuJD/O+9r2aNL6qFhqNvfoEVEyIfjZeURTryEfmFR50T62MqjHlY/KEIYaEkvCkpeJow8pG/9L+nXKYhZ8o/IZt79kxLFF05/wodvRiJv4j+2yWdcDvTjfETQxI/1awCq/JWQSkH6AmlqVc7TebHBXABoeVFnXKviTXj6SK6/dXzH+YJ8pi6sdT2mLNDHWA8VuiLyl+tDuufPdxiP6CIiLeisUWA/BrlHru3TdF498IhxkIYMNmu7M8lZn2dGaxXoYPNdpkz2cf2P+mf98KYHf0M8U6T4U+1QBX+xNX31Ny88En/+VmVNVVrcW+MtXsS367eCXmoKFzFBO4EgOlF/PY/CmJtPkYff+ku4QReuv0Rnl8Zn33rZyl+nBeZZ+h1pKd9l96GCuAa86EG/7HAWXOFB+uJX6fXhRa4vT/rJC2Ue07z21JTEBRSxGs1NNqMPey+UGg+4XJ/hk0AZ/qXzRnNhwPzGOLdt4QUe+AT9WRXAqb/FdugbGKf5jbo9czslyCPOucTrDLCd/JpZzMY/I75chWOBYdAfG1clTGkrCVJQZmLJb7l5eYXyybie94SeLbl/5jVOr005xGOb+Gy/TGnjH/EOmA2AmxRmvC2zX5mP1qYh87R+hN8elw/KkEfjPtrG1pDRwU6RL7mZLADDfPLkE5+4pYQvsR79Dimew9fM24K+WKM8+gdkhHn6rbAd0ZH3Ch+ti84/4EH/WVnos7BVWcRr6csNYOIslWCUDGbQVgFOQTBGFng9YVA/P8BLit6DRJs198p+3bFSl8mbMTX/CV9OmBg4eXPEoMKmS0+ALOHSiownx9xnLWqInXOVNK/dieXLz9Ag3Hg7d5UKMKjD3RuBIvVQjc4sgRDYYLPMGJDyyvmGgw5eh9JLF4/SIVesE80joMeL7u71r8C1/3jol6cuGGD+T+b9ipzXwmGk9LSa9ffoanjOd9OBojzOk5rPc1vQ7cyMom2wYp+Pjk9y2uey7kFctOcL+LSBLTcpWg0wtFW6Wxf1wbzCA2fzk97fHIjPK0zo8cj5Q46qemg/D16NyVnzVP4i3yevZ3H/g31L+A83gfkcpz3wOGu5pZfdZoJi2/EKH44JdHnyuLyCO15NBzV78kOX3G8f15Xr6HEOhVLzWtsZcL7x3iTbheeVNe3BI3xBf/y6L95rS2J5U/j8+BU7dE4JR36lo1PD3ooHuch38SZJItPXhVj7fuMULnx+fR08GurocBQM/WgvS9oc+9x9vhp/5rpXzXOufvvzq+tfrjlVmCj/5HOOCiGzg48ZI2VvlLs7Fc3foAR9wIf7d/KkDIN9rEmfgvrIuJ+lP6b161DB/uw3xmLJ87g5ywc9MW7MLcsG0L8xCApfn57y2TvDJ96o1Dyv4CeySgzjTkbIVojz/7xGHh15o+2Df5g4rvNPK+dCCNeBlFjKWIxlSC7yc9+Y8upeHZNX834uP+SHu6+z+PDFIy29L3Z0LBzfh674gvOE6zBp2GY/4feVzDevMBcnVlbr4wT3sm4dEyeZcv0NbP7lAPNJ29zmnYm8EGihK4sCnvgDjSyEsRYADCyWfGJLcy+bjwBVylY4toENyyqupR20qaegpBvXWGTSBqnuHzByuoS2fjvTQbsZxLHcDzBtu65bhdOaHMaeTwwiMGYTnXpZbmfaQSb+j3GCWEQdCZb6xIDNbep9RiLj5BSPAfHvpDK+lBh2xM14sLH8Voo8ZQk4xmg0TgMxVZd7mLEz//LFRWBb3fmsxHQaNi524lbGXMZb2DPfUZhtX+Ev8mbp+o+dKLV/NPwF63f454yZUZ84J2Ri2PEsvBlHaQKVjvM1bx3amR/nNQgcaN8+s2l87rPcpIDu7bzmfgJ9Ukf+nq0jm6IvRuf8sHoSbsWt4lm6T/tiDzAtDMKLY4iS45bLB/xWJffs1KP2gOikdav7mR/kwL/uG7VIRxy2y3z95l0eooQSOYU3QxT4IVX4AP/hf9w8iP+FvOH7baxSPshYWKNx4wVvXkXZY7a39errq+gF+ILJM0gdhLfRCfvkEivRpzHuH3NAUTRlvIl6fJPOWy+MAW/T1Bb+Susbx6mMnSQo5pvaOM2hzMsa5z1afINyT1tt/x6lYJ+jj5c0HLBd8TmviA74pgaMcf6H7LW45yEeHnr59U+yCXpJ6ETNGE/EZYnEgDzJ/p4ZGb+H8BPhan8frq6HFnKNljhmUMz92mWa44MYlO/Pc45PLZ+081K+2QV6I+5C6Ey+cWHEEbpgDRKdRvlrxOVZffCz7+MzGnF8yEPmm5qgmIgnPuRv5zFv4B5hjYdz43O6gXjn5m8c/7T3+MIDNjAzmYd9FXQkP+o90y8/OJz2nLZd0Veu5LypMK5rYJ7C1krmBnvO86P0G6J81F3/3DM/im7X8JcYxNDoORaGyayp7Lfwos9abUZPOWvcRljX+GckYbePcxl0rOfrp11mL4g/G9sXVLlRifGHkvawbJBHAOQrtS8aoca+nN9kTT0kcyqknddC8rSk2mhM/8t1rNyjwcJIf7C/IbwI8NDHk2gUdM/1Og9ns8JWIK6fq+doEb+8NpT5vFslDjgm46Lh2Y9xAWNgS8lJrYNI1r0SYFf4h3I8Xlp26aeeBfKpHfUAL0qwAeAHMN3Ghl19BRPRXqD04+NOxXAAivxzp4z35X1Hfnhfb3w0/1s9wLx0dZ4g37/VrzO7vyUBheOhYwma/s37oplA00/6uEiEvhU+KzhGzKf5aA/wOiOFFcbsEePGm6409xEyKevOMs+TO4VcwPvV9UQ8vLqOFwzDh8VBD1yRLxoeyIFpY2Njj7i4+fv5vJYHZKw+43JmVBjvjPMzvO6mha5XX39cpTNv6FzF78Pnag/wnOuTL6727A4/5psdmhHuq+ct5oWfdKN3NB69Po7T1ePfkzeC4yG01ftJIz6672677uavbfmb61//9//+P/FohA5fCtydO/0T73oJA7pQnz653ODCE+68WVxweVOsQPq1+kZZkbvDA9xrPpRHf7JdSuFf5OG+f4ClA1Dy69MXTlKjfOrNdsED6/JbTAIvv7VR8HZqWn+Pjk/oFzxsSLCx5YlcTVXwarj1Q8Fr7awpdau8BUt+LAs/we/BNbelOp90WUJukexv5bQYexDaRapsd+cJHs5P4qOMX3E2tIsxCOzx+OBJUk8GKPGxX0XGJzylF3+1rAIttVp+trcgdGqrfFfxihjxX2m3NfAUvef6zuS33GtI8Y+kHn9eggaxIxek+Non4PVxs1adtWL1LVP+Rlyt86TVkelSmTj2NkrRL+FtLpR2/lQ8Hbmu/g5exUc3jH65K/Hg3LEbbuo5jR+Hv/4K6CzPVmY2kO8Ez39mq8R/LZZPyIVxYABRTo2oWiW+FTBX+RtqM3+xPxN2Kp6/SYuS49UhvxzM3+bdZ5xncId07NdCNOZD3/T8wv1D4cday7f2/TX6MQ9Tqlf6F1itfh6thWUbpnFtKQ+2J/OT30ZBvThebGup5Q1f2C7+927kF7yAFXJqvEmKi1SedoYtYvQp2kE/wK08xAtzntdPXm7+1UofrXf8VuJ4Fn9r8UEbqablr9/wBc7+/oice6XYQf9nv8pmIRMRngGpwvxq4avt/vwXDtRrlR/xqS/bLX09PsQveLVfCpy1mp7QUgo9xvf37/+GGC/xUu8Px3yY36kf7WF7tj8mfdHL1sbyLXbbTn5Kv1XG/VX9ZmRLNdOb+YWUOgfj2tLaZeWxTfqqxNwO+Ze+lH3fZO+nGFT7p06eUOhSNfke8RBjIuU/jiduzMb6hO+f/Buz/h6d26fpWxtGr0bvCYD5iHnKtrvkE/u4Lk317wqQDvqVY23bWQ7QjU4RN/gHMc14svHN63fypTpWHuFNqfyv5TR4PUDS2crvoRd4yUcRBj2y/f2cALsoS8qaD+0ucuoaaZEDR59yfNTXReiLfE825Qlu4gU7s9+F3sULRB5PrTfpmI9KW+ZlOQeDnGKLxdc8pV5w2z5Ait1+f01v9QpfGRDJfPvC3it9Rb7tJx9tiy9foNzflH1NDR/Ros+/fow9M9LYb8+XLFGxx/SkuWDtN1jrzRxviWQ2by1+JQk7ahnfrv4V/oHGSH7OE3O+ff1G8VvH7liKz4drOmn7egiGHecZPvmuzoOC369RJkrkB7ZbitY/nGfEtfON8KMl+Hs8Cbfye3KsTdbvV9HRQ1yvLd+8P7IdC+0lGzh/zDynveTBdk8s8STf0yrBjrSUYxgUu2uawq+sbeCj4TWren718GgH+3ldyHbNEy3yrfVr8VYh4OfxohzLx8PVOD5da88aH0tHf/k6az3O1R/+BrAOJtSZIDwzNK7XX8Nw0bd+kVbT3tniBRh3tGz7MmFDmHphwvn956HBTyEmSwI4z3HEoQSyYIldMG7shxHPv6YvBvTPttbbNOxYPMofO3w+uOKBmH/CHy8/4Kbvn3DFxTns4fxIP0pS/pGmPcOovXW91rBslO5dP7huFXm1Hkda5HnG/iNy343mrH+E/nFW/zV58KRLcSyFGxj4cC6EneiUa8EtqDxQuHJ+Fu6f2k/xAGPnjjgh75/iq3e2444czK9NRuzgwWlcNz/jc0fsPsOOj8xzHuBN5nNc/nLqcNmAvH1HvrjSs1HHmHdwFjjfI10pe4XXZ+1b8dLzcF49fp7nGZH8qCk1mye7cxv4cub5bA/25TP2iMFrNbY/5XM9MFr7GK+zuCx499hyN/97tH4/rsduAOOpgtlTPnzyQOFhUPlPB5hNEOgDnsYZuRa/w4LjYPlt1xGm7vPv4GuMcX2Nnk+o8Uk/3ktgW/sxbvPKn7H41MuJon+fS7p6B+ThCG5N9SX5MyQ7hkVf0c/2F35UsnfVzf5CsVrry1zlcDMe5kkQgYfmF78JvKuQtbX435CoeWp6mmZ5+lZ3YTx6Y6Xx9up8YpxUfJIcbZkqklOsncS3peAxDyFnPP7iyvef1vRIbJ/3f3ZFrmid4KvQxivb4dNBiX07f+B/xKSOSz0m2KxsH3zsrE8DZSlX6zZAr7vS+lf8pManACu7awZrLa6d9BkeqIC++cnmebA1gs48/dgwUwCOM8rxm10L8c/9heJ/b1WN36IgjglK/aAL2uUJ/946vSgko+3rl0mfWMH+CP5gPPA35iRGNveB0a/r+0aYLWMhYwCZhLFMoAj/q/4wf3EDkpb2fPGY2vRZ7Zvwm5MM67BmYDeD7QVKLNrJ24EkjG9q1fTSimt/uOsi8fH4ddrTycL0vEYf8zHfILL7F0v/afc8sLAG9EhvhkvMM8DPCUP86Ld/wc1fsv38jrmBD+dh247dD/9T9IGfHjN3JZfLN7WcMjjlPuz/cK0MW3Zu/ubct6JE3sdwfOu4//Xr3+A9vA2cEu4KzwfiMN48kfAbrtf+5hxI/3A+0E+Es92UOS6anscCsh6YCEG0iUPYRVtYUkGxuc6TvKYiTt5PEHBjCf3iXiTlzK6oaHM9D+WNpDvnYM2bvmTZ1fVkB/kzPtnmT7H47K1vfKwxVHhw/5T3TYmI8DEP9B7V5SjdXKOIwXlj5ssidZhrST9/MzBhU94O5XhOCNruLL+OyxaREOi7ihtQM/86P5BbUwL/gC8P298ocAxwXD7js/Yp5qnMDfZTL9//nFd2PvXg5HakBE/I2bHZ4jIPrconvaVr4L34YRxS4IEYIylLqwvhVZnkWD1tu6IZNuo4AWrkhTXPfPvOkE3q1DZQJ03nwXQ/6+RDfNsmni2JL5sO23uk3frnCJeraegPy5fw2VbF0u22j90AnkiJrk7XfDZNFcOuuSjkV11MVHpiNxc42ot28NChhf0qM/RkoF5X8b6Kj9Zxl6emtRG4y+sB+GFRD9m6CAonCN+/f6f2G+gfNdU+L6b4tR1cn8O90L9LPxt+I9/qMB3hHekri36hhm72Y79C1Pbf3tabRLuB7Ap/9ZjqKj7twJrejF3wUYSbw1+u/2Om2lfX5z88w2AviKhPYwc7flR5r3+3DgKUX5FbvPmuUC6qavvVunsR95dno/PXg5QN2UAOX1M+yDkD+b0ZgjA+2B+nYMi4StdHzFNPblThCf5Tpi9UdXwvoA9RyKsZpCFVrxPjtrYG9Di8DrwbH6dVpM9PM3IZVF+v6uyvjuZvLayM8zVxo3l7dZ0PcLP2qoecd278Zr1O5wccooajmeg6xIJJkob/fhzCQVnb96wYH8yMKPE4w7yiH/51J9YW83iz0gxUfCD2D88GAjvv+mPTN0OlyCuGIGLxER8tx9v/6/5H6AMZV8skvyMTkbTHbK/zfx2neW2+80L/mNpPoqr98zAlOO/M/H+Y/G1B52JyKi77Y4r5AATYynnr5afrVND7mjHX6/yv88MFy9hY7R/ayzzqjZ8+v5Qv2r/XCfYlmtFeaKT3ipY8vxkvH3r+9LjO43l/39uT9Vj4Wb2vnJ/9G8CzhOtsPHVgey5lcKHkASyfRLH4hBPP9nNDxoCbP6HnJ2rqRP5lwo5+A4PY87LwAy4u7FCGP3oUAUqf/sTx9e/jk6MuManiTl4Db63P/FsL56RHae21bW9jRvqaa2nhSWq0ZniF4s4afRPf9MW4hDnHeGH83yn/HG/rQ4yPhVkJs36LH6K1TPDY+W1l/C4+a6l7ENm8tXNnpJ+Nvx7vPbi1b0yt9fP0IUzj9TmK7HDM4E2lPtlSDzXBV35CjraTMQ5GhGuYhmvlqvXlwPrkKU75uc9xHeIkfv31f37HNxriVG2DJxiTrIZuVj/0WVgW2layGhKqDcKvJIt+y0/5hd9mivqmk0u+wNcwOAsI8vlmh/weDRjK73Lid8/w25vwLfXDG8kwhW1ffLba785rwgyvJpf4RpDzd0P5NUqSO5oYiOQylrW+jOoi39LW+Dq+uZ+QN5QK3rHJ98c94S76+RduRe/aQ16LvLy+HuwI/2R/nh+QK3wkfooPa6nM4fUEsdOyHp8d/WppbWvG64j/gpQ7kjGVH+WflE+IeqTkm2/I099JFt/wCdkg7jy5fvOtR8wD6QkSHf24D4p4aR3BmBJOPct8EkgZ9zo+iD8qQZt1CuGZeTv6FT5pvJf9uBYf8Q35kDnpR/0NKJDNHCx6ML8V3v3rp6L5qEY/cl7hq3DxyT7JxDaPFR2IAhr8o041jxYfdMQlj1L29CgYqPX0nk8zq0+JI/CUbyqABGs3YPhYeoGO/+qc4tETpvHGHDl+wMr7J6VyuCJSDNb5KqKminGFXMzRuZ8b8gSgrb3+evwZl8COb+0mUzhvely68OFcD1TePJ/RaGEefYyZsCfBt96kvWb0Xxgi7KNtftRzg98owvxA71X+39FP6+rVEy8VSjWWsk+/BUz9mLfYrolDS9Hnvqw/BpcW5t5hBTH5OzxUjVLnHc4Pwmwbni+fdFyb9ZAeeVMceNjblbgkL5TkT17sy3Blb1x70sD9CRu5OPaB8CsusCEygh2YW5mWTI1eBB8r0wSinzNvwn2u0It+BgavS4g9no/gLf4+v3+lxLpsfFZ1M6agh7UTY29hFXHVyPtzLBbhE+cnfBiboczjLf0VcWgkMgMeyafuhkQ16yNH4nMGUw9pfx168gXCyIf8lQIHqnafZ1lgf+R/rpGP6/7Rh/vYEc5SX55fCXsSH3YtsDK+/qRcNVbfkq23PX0tTHPL9mjgqG4HFuNpYSP6Wd+Ml8RPnadJE9aStO/rna/4+WukUxuvkqtk7WjXEOpCnuf9U+cH8t0rZ/PVcqN/Cbf52fYTjyX7G7q82WU+ChSMwRCn+fyMjNLeK+KM4jjjjytWH2BnlRSp1b/XViSxSl7+OhF2R2nec/2NfBkyIVQIt8dI1Jt6UC7hbPdLEcL9KOmEH8/q5foAPNgv+zkqiLKdD5SpdUO98CDGFWVfvnCnrlYW462lp94shZL4lk/bvmJ+Wq6tlhbjQJvBCVK4afx1IgcEKBI4UxzaGxCF/CpVJBj+e4pOcVSC5Ff2GXU84iBt1xk+R2QfodH6gp46W/gR3o+i2dCVsX/BQnvMusmu+Gl6LVoT9WOMLNKM0NJhwwjlaJ9e7LBQ28V61u/J1Qsh1hq93nj418NUrDOWZ0JePaZm+g/72/mEA8zZRWqXZeWrq+JcdES8ydcpBr6VHNEGFzD458VqV99Bh433Aerjuiq7r/KvUh/8+U+Bvar2z5E0hPHUOcST0cJoM8q/8fN4+/c8HbBN/Ogx3j1kODPC+UZwxWTPmor0QAM6/Pe//40H67xxMmZz4fiacRjLnffq+T7H/ksx4PN8DXC9D6r9U5JUSzkvn+PMsuZ/fws3msY3m0SHFZx9bc/6Dwdl2Kf0DrfAv3x0bizQUe2sfiPej+qjDY+StyOHutXjtMMhj6nZWmM+yY3gxM3Nz+flF101r7k9WKdOr88x/1EDymc7lLS5wlP9t1Tntu+JdexaZXDSbn29bLXAHvzIPnxV9XfDw95r9N9t9jDGbxNwMeOTMTnX5ur5V0tEvuW/usdpVbbaGeTgnwAh3/M8YszmOv/o/IC9ot4vjnX49K54QC/pjzq/tPvwlf1x3oOsGBVxwhwKYTh/dmglVu+dV8smXYy479NWgSvnp/8GMBKcjlI+OQFdquTXKgdIfvogRgK+/C181JNUNhjRvf/B08XgLImb9Gu8EVy33PumGveXaUziQfuyND2oj7HfjoedALa/mDLRjzHpxuOEthr7lWRUtLqyBtvhD+8paPrl7GZ85m/bf6V9V/CiH8jL6htcuPFBrgA6/mwRbsh4ACpjX4sCzJ0LGqmuS/wFsuYxRj0nZnOp5mlbGC/I6Y2jhuuxLb8JqnOWcI9PVz50+KB/8JN9XM4aG9ci2QBluzbHpGE5AdBnuDHAPALZ4TZmotRjOWG22Q15kJttTfRfeAu5M7+oI9ff7z//3ZQKdNqG+tw+jJ08kSh7hXBGlXTmHgJ87vvAP/KkiW7btQAAQABJREFUuuQd0UfiusTU3I6hhgfm/5DfozqD3tE/yMlhZxvfoOkefDtKpfQQRjZ22lh0KBJIYojzB0BLK33XJxo90jqS+7pe3bMiNfknvWKR/ZSUz21Htbj/T25Lw9OuMTxVIELFJ8jGQo1/5NNZRyqyixqIA9pX8pXPPB92pzV57Qatz2sEpZyZPoUHx1hHW+md1xI9xgCfC6YBfMq3Fu1cEyH6L/VXX3cauhE2cf0PdcQZw0hTPqJO/Rknt8vs5HfKr/UpazKHT+tH/2lYXafva+hqCzrV+qxS7uPR/n3KEEfBTOj53+/f//knPPR13WeHV4sLnei/0XxHTsB8Iu51+q9z4nyWPVmba0b6r0uxmK3PLIZt00+X+CrleiujbmNfgyVM5oKN05Eece+crjXwEAA/5BH312B+6kMftmO2w1bbQf1Yxj5zbanxIYe4OzLvx6VvIKn2D/TFP2vHVKebrwNr+VpnbYtg8XwWLdqR3whLcaXfZK95X9vivqbkEeGPb4zC5/t7dn3Y2icc3uxvZ31/MysOqMvx0zF7gE1DInz7+UXyKuKfc1qzOJ1eE7O+fC0N87Bus4Vzi/5b7sTql5xXnGfEJJxtXer8oOGn6p34Zv4h71V/EZ/0lo7nKhZOulIy/gBB/eo4LJJY00Od9efv9Ob8W9Z90p0t23Neyf/0EUrqA1m6PpYd1kS4LdDbQCZv4cXr6rK/7fPV41JjgVfNt+6/v3UsRjx/Esay1b2NgyvnZ9/LrSbHIQiMGz9953lCZQPn9XxgxQOYYJxkBfqprXrg479VTz0aD3F9r8xXnDevEI/I03u5+t5xOsvdG+fo53Qz6iz/K+l/mu+v9I3mhQuj0cWRxl2p2wuvFZq/DcebR9oHOmfYOO7ltR5c89V14s900TSf+uM8oMdFx8PjNPj5krSP77IWMj7jd5d3X4cvxvlR8eTJsevEyDPxhtsI4cF9sAf7hjN7h0f5f8U1dz0UsyJb4/yEvINxfZQd3ryCP3tw9M1idkQL+lf/vLv+r+7fj34fD7yCBzDPP3P9/pH4+Pmcj1f9Z2/+7uyPlzTEfFlC/CC9kge+/s//+X/jw174k79aJvx+QPjSsbDTK7/zVytd7oB7Gz708s7y6mGq5UO6koTJsdYEgQyctU0xfqPFhqnP1z4JQv6k5xtqtTbt5hi/FTX6kG8Ph9+l3uvvw8sY9XH8HtqIXquf7vOpLXTNv5aqtHv0BaOtFdu7+vIpXvNkprWXvC2fEZ7FBQ8Pn3iMdeDZeQAYPqQnDdvSW/6yv0DqmqWb4c+fPhNfW71pk4XX2uAJzzJWtk/a4/Gfza+SiSz3c3ILt5pP68+e/jVd4cdajw79oJX+Vh7ppcR4S8qzea/Gk5an00gPj4eFCc953Ply+GSy5oqvwMhPQZn5q/FinfO86ZgAJnzxG7f6Q/ua8Zjw0Tzcek//Dl/qwd87wTdEZFgSoHXsTz8Zt+78TXr5h3s6jvxxLbZq3AIttbP0wonrqPjC2wcIHn2lfYQeWe+LruTX2ycIN/wV/cmvx7/g21qRaXukfc4/xQ6f+xw602/GIb2FjXgyMU1fjTjQr8QBjcBkjOc8gtyQGuOb7Oo1R3vBRP62JH/qwXzl0XuesqNHeusLyqU8timX7dJvOQtG5K/93MsvcIp6+4j8c5norPzcz4qWRZguPfkzGk0/q3v8QXNWRo/vTB/2J/l2/5PzbeLv51cw8aKJzPdLmwcYR2V/5ccTJRV82WfYNvHWS/ARXqTRb/v+8x1ukIVuvQyzrvH0N0+Rj5Rn/Tf2Ry0L64fsFzhf+GYf2xaf64am6+OS/5pN8E+Z2p4dhY+Ni1bPgtv2rUA8+St0M5yZXkUucqK8cBnWDr6Jkd5cZHsmreof5BY7nnibUz7QR3SGLv/X//VvjpmKNxspP4xigqi5zHpp3xQ/ZLyVyij/Vbmt5p/fCM66dIQt8I+UCY9+Jbctv5Bop0z6W7mWxUyPMv6WUtrcRzAOpR32Nkx2Mz8mtva8quZnZIe8mvU2dmZ45tteB2FNo1+Az7qREuGWn8WZtyW+ICOl2EjSHPM1jPQcUPYmPOuvhnwKqPlLPteworfPSuN6GPW8EgyPpsWr87/Hu/iD65SP1UJ7Y91i1pD8xm98lSx4K70BP/+GqNY+4ez5Qsvs0Wkc7QeJc6tX3q/VZCGTk7+vB3+D1JBJU83pXn7g9Of+zOaJf8x+w5WzADw6npn1KI8DSdmaaVRlXT79TWLf76VX8H+ldf77d0h6KpWRG+VLniJP5DdZt0v+IgUlSMn5U/AIpzCho5yaGvu6eg9s+y1f29/jW/Bavev8QJsLha4x/pvrmPQGv8bN9cmYZ7ydSi/OKAv9rINvgw8/OLYmGuvH32mB4byzqubzSdsBKWHo2W/5WvTZ+Fo7ij6OLYo545c2T+Uo2roq8cP9BPuoh2/fWDfyQMnrD8uH+s7mh+bl19v49/EA1XpLvfgx+YEbjxBfUecQP0jFcs4qeyGgQH/uV6xtM/l/wJNITRyzoy6tDPrvX1lvbZKx7ZrZq7WscSP9aPgOzYjfT++TQM3h9tPNvcw+LohcIC9j/GGkPPB6eerV8ktej4KruOAoB36qBz0AX9K3B1lMyWLunWLNEcDn9295EAn56CesffT91THN+Tv36t+NwRjiOBz1xoq/IYt4Re449xN/Wa/Ajs+wUsYy7U9EnBw8/EST/2abOF9eJ/bH8/tvGCuMCR7MxjU6D1Texe5HxJNeF476pRxcPf4aN841E+ZXjTMfHOENi6P+uYIOseDllR78CpkfHuc8EPdCITbt/no2r3Gd8c8/4QWSsxvDA+p/h4c34s3ncDyKeeTF3AG2N5MwATw+/9xsWJe9N+9tvNh2l9nNHTaGXkWvm83++9ib6Yd9AXKIF6t/n3Pus/hzTn7Ot8xHNk/NuHJ5tuv7jO6R/WKbmZiPVOByWa0tu+N2tUr/8rcewJjB9J/w1lB5soB3yKE8Niv6Ljio2g8p2p4WwhtkTATEADxu5tThH/tiyTvfmwdV0eF4qqN6TLziXDU4QPSNbVfIocF+wEGDNmktbt2G1+a+rWnOtDhKrUyrs9Zf2wfpuu+MNi2t6Fcu0FuMPiTEanpyp48jPUftsXZrPqgzrmfyZ/3kS3m99ozPdj/n1yQmaac3fyHTwrf1cAlwMIYOXjy5SE8BcnzuFc65O5eCuMEij3+v9IGfGNPUsdIvx1/7DQp8eq7Cf3iDT5wzFkUBO/7LEQp7U86CP+gbxLjlqU2184vzMU2QwFOwCR/x0nxZt/wJH5fr8Tnm4/di7pd9i3i4Zxf9WP8mDMaOOrbrnyeVT1qzr9DXcVz6xfFF/rhNuncota9Rp42ndHfWa/AlfyvDtrVs0W+mF8c/UGJowr8QFZrNUp16cJ/CA3z6iP1LzBwk8mHXLj/qRXrRj2+dBShMDlMo3jAIpZVHusvLnN8dzrrPiQuH4gNqPMD4Xstv7bgzRiS/NuwNgOsE+di2Qb+sad8CJmNeFq5pT6rXKuFLrHX5m7lOqFflDTglvcHis2TsoPeYBxkHPv+j0LAvSuH86x+tY59fZbdGg2Pv+jj5S+sB38jYln3eV8hzeu0g/siPxEHutjd6bbs2dc13Nc2sBZ51rsGeE28+WBugd9m/tf0zSeVsqtDSF6Slf9H2/EO828ocA+31y45Mrt+MDWmH+OEb6ofDmDHgMMBeKL4GBk3rfo4ly+x32IsYTvtBwonn2Uwcr28Oo/4FE7IY9yO5heKRtXpuUDJuWuMTVE/l/h5UKNf/cm0cURT/1ePfp2nnv8XV48065XynfEw/lDbH2feflbHbZrz06PggDfuLXoSsljP/zPpX5dR49G8NXW9xnHoUZ/n3+BJ+XP5e3OBNYIQg8iv+W5+FlEONe+Wx8bX2W3/bdk96C+/rvZIfWn4ziG8/z6Uaaq6fV13/Tfnck18auwLg1Pkl/ZIYM196csYwsdfG15im38v9iMXw+WN2iXwvfoWmH59WxuPba7EidmD9xH5ftKQ/2D6ie2Rl4uAIH9D8Oyeksf4EntO3GIv3XltCDckTej1Va/JS1/YV6Lkaec43T1cExDFdqeMx6g/VxwP0AA/72L6vlGQqF6VyeOItINfI5/x4xYWIusHSSf7DrjatNvAV8805H2n5rX++c26eb3a6+pCHl0LZd86Iw9TRj/R71M9T8jD7SAi/iBxcjEzGeEHUffPEEz6OD27+PErAaHuv38KP2aZ1tByPtY/pcUzWmOp622p5ctAHWDq3qbtfpLUzHmfnmL0A6ua1B/gmfj1cSknTzBHwLtf1bH4+S/8AH58RIfntDIcV2rM54NyNixUN+zhruuM6EmGuv1Ktz3O9R1+fXnUYZueYbY+1m87iMXnqlbi7hteSwMNIevzb/aVmixy/50tN/bh6z/dWf7RxKIobpDvr1+Ms6UnSY9bDaeE9v7SY10OeKXvbGn2JEddHfx7beOrL4Xj5fPp0856nzsdgDixL98fVV91rvWm7hn3qxQP3+sefdwxwxiPbLIt2s9qV6zdvEJcbwav67Pqw4Jfaf/IPBFQ2Y/4HN73ytVel71Ma2ot9BejDdETWR9zq0bIZz1sMMjJz6WP3Alr/rMqhSnq+JeTj63guKXJG3oRWX18v6fJwpLmv+SBlfg/i4TrOBIbz/WDGc/TT/htff3StSDE0nrfnckNX9kZHfQOYd5WhPCdBXu/oFJYbUhKqXphJzZtH9kkQwpkA20NjGZjST44sRU87ANIOT7cn3xd6axcHnoNER9TtQg+54MF+0aPuF5j8pf6EgT+eFAC91YU4pcT3gI8+XxzLCok0KGlfhZAb9Ftf/4x6sDKWn31w9ATGtf+gqgOynp8IH5AuddH/5GfbS0wUkv4qWAUOu8nZeFTYqYGvk5WvXcL81XOY81fDPA7E8/oKDDd70WL8Sg99UvB2ap69iT/m1iF/hBlsdpLcYLaaefJbrBpS21/3XdGiTj05PbjI1jd+R9owhlkmakNCXRR4kvMU5rw64zUYfx2L/fGdqODxT7D4NkiKI16ANtwSru0v80nGigchDf0U4Ph/SjOODzt/LTsdD6yb6RRJCqw8WYc8Axrab+dhkc11nG+4WS16bdKVftGxwFuZBfcxtZn/ixbcixXtSx9q/rJL/o85dKc/WUa9yuDXCpsWf5uFcWS6m6a9gVvipUE9DOCMkgtItjrs0vy2+eUrxHnvg9GJbyjEQZWR5W9ckYZvFOU2bqF5QeDlJxL1ylFOXeE3ou/JPAqf6BPHaMC7PwqJyLEFsch4/BN+w1Y+LFNzolfCCoWhix1pfkL2Mh/h2P6WUn0dU+SyxlzANoOIdLyWafdEpEBJfwjM8tSYYa+JUA3sUdrx0W0/d2leqLf+K9dU0MP227blt9u+mh/kk6fnR+zVtY41Tj0OGLPd9VHzPlqvdWq5wIDwQFx8W+d33GtbvQtN8oVNoAXh6TWsa1BPr2+wR2z6im/P/qoHTenM+RZGffWUjDnByU2K8VrV8gBvCwucPN3Ebhmf2F9MKbIdXqUz1GhLBawbIudPo0P0MRc94//MYVF+P7ySUdWcy9y3K3IDqjwU4O1zGUe4xsd+GG3Cmm+w+TWe32U/VBtAfsw1OTwjGnmWeQxfF5rabMAl1mu432Ju83sBxdrAGw4+VtGr7Z/z1zTcP2uYrvvnbxpD6j3f0L99/0h81fS0YWRnq0OB7NBRVqEWnREIPh+Od60z6UnDeJOS9vs0pJWyHhNPvxofrXJj1/aJPvn8indMmDd4a1bnoZwz8AvAYS7UCgUBSSfgZdwkN/CZnp8omq8Q6PAQ/cJ9PdeLHb9Zy9+zzfih9uPxZy/9BmeKP0GPBvjJHCtrNDDw0V9xTxjgWgdKYD94EVbwOH4swaX+kL6GssVxZtuWhS9lWwzdLnpp6KjOdSjPk4T8/f3fiuw7zpMwL3rXr3oeVZSLDTU3IsURfpZHYET/wc/ZO2Eoy/oo+h15q9cbO8prrG7s4XhmrVLM9uKF+MK5bBklxht5twOoT6sv9hTwDXSkP6yvCOccvUZd5ctFhkUveWC66EX7YEPIDJE1fC32/vnz32hbyS2LAoHWxEKflvoUPQWX8KKlw0OIoLn+5yBugvTFOtbIZp1c4kedlpD7SJj0zsTvEyz0kOcSXwSFPwntoC1IzijzwLrIf1niz6xgonCyaAs9+Jnx0rzfre7553obeDASOG/Nr7OavOA8qfLKWD+9UUFOuOYDmfy08uUgVeDI9fiHuaHnh66TU122fEs/+1A+5wNfXufP59hwm9RZfC7MXz+/ao1LXu5eVGj0ps4YajoOAx6TBxfUW/DvApc+yt38+5JftsfGq813j1Rc76enUX7ZmqAtpNSj+fksvdbl9erzte8CnTlHD7PiGKwxsPHPXMhyjUvCgu6Ln+PXj30B11yf1vxtPrDtGvs5rYfE5ZJpevx1HN6SrJY0Oou0Og9W8c7qczl9mLOvEz/r1oWrknXkZ2JWanJO6HkiyiF+1mKIPJ5p1D2y9f7HXR821pd7NHxxrtw7PNVPx+Pz6vVb57X1+RUm7I7/FK7W/3d4mg3/6s/vkLVww+E9c25ty12txfhRBznXnedQNso3/Fw4/8s+d90X44d4Fv1JGxbRa7Tx+On5WdPtt+gfnWP2uViKdV9byldoXzcPj1qj/cdY2OUldLj5Wz7Ym5UWamt7tZrmylZ8AxjPNminQ0fdvlIgeOmnJfhbenyShLJwqAsYHHTt5KCEVE7uplM2B8q2a25J18p5ZsRrghIA0CNtAigDpQ0YQ+43A90fPHIQn/KMo+ngDe/9Z3zaTQB1Y7uU4KcnTulpax6er4+V3/LqQJLj8hNeHTRrj5aHvtyvxgesMpx8Qz/e3Jt9QIe45k0LG/eWnvpQXq9t6Xptyu31FzjHY2ST5A3qpG2hHA0rvL3aKH5kDkFOlKUmRXDngY+2iXYeYKNIMD74R1+wVChPrDKHruaTcz5prleC5YxfOuGcf87pRx3OlOf09yTX8c/5455PqTzzxSeRE8vwHr5hrmPddC00vTc4NJn7BPVkTY30Dg58quME7fCFiBEmcjDHynoq8y2sOimfRnyVGyCH40S+pU0+awmEdLSd/NhGqXMd8flmHfMU4R594TUfM/pB+NOWxMHxbeF9vvYnXAGt2XFOloyvxIT1F9vU45yk49TUgxxW9NH7X9JVpZ7f5k08u5/RD/iQh86/1C/Hn/1KgHmoke1mafOQJWe/pwD7LM2gjZhXfhtgPq0LsYHxWImRU0puzX/ra288TmlzKbGO7RFjzrEjX2RN2hH/e/v0GJjc3hFcflMV+CU/85qsjTnyLbJanI6wJ4B13kMdbwcwt/nqiF2jb0wAnebr87kGSt+yLLpzHIoc4hTIxTWdH1Zz5iC/whbawzLvXx3ViYMu7Otme0yHRQaRl/UZ4RlRVYDL/jOyFcvbqtQz2pf1xvy2ebvMB+Baf9yloDt/VJIe6UHbDunGGF6NXy2EtBp2ab3k1PLWnxYw69e4R+ptbBzhskcDmdqulprjjZJxQViv3XKZQ3bW7+78D2kZ13P4p/WdSz+PofWnf2T/Tr+F+Z3E0G/xrTBnLpD+qFaZ/1EGJ+nulo/rJ/hW8lg5X3DSq7Fkc44N1k/DuGr27Oe49vorJo9odOzb0U9u/CKHhDPydM6Tz7Oc2L7XrP74xvnJCXhUieAvsJAHOco51ZxdXy9LyxiJcEkgzZvLlubq9s74M8fBK7iG+QmfsHyEtU7+wR6OyY5ffD8wDrjmos26T+FBycXrC7D5IOhDzw6TIRgXruXitaCe5Vs4vWeNgXJUe3l9/ih1S7erz/kAb3V4FsSzHTAPPtPxbFxbubY9k+/1n9VpdLHvyXtvmD/uR2LhEX7gPNSL0K1yD84LG8e2favOb8z8J/qJMdsOy3w/0tJcA0n75y6zR48D5OEz06ur8MmOR9t7Ut0P+ccDHw9seEDP734+LgyBo/Fsu2B+and4AN9Qmb+l8g4BL8CTa94LqHKJCp49eg5dIuTD5K/yAGLKxpAXZ41T8k2QpucD+Hjg44FneQAXeN2LPP/h2Gep+v5y5+cLyKVL+fSwM/b4H9dlT85hcw4RzsfhENu/lOh4jDzLYT9p/OWcjp7Uqdzu04jzyPLrf/9//ydqiLeA8bYNP+Wt4PW7yrgRtHIzCQ93qIcEKbIpEbgzJ/FNmIY4A8b6W/5Wf/azzGxDhRPL05N9Gt+vi88tf/ubLS1tGau2D7rJ78DM9Jj1e7yh69jv8uY2fClPqnJCj8eiluXb1zxxevGTQWUcwptn6bsomvENMvEWFD7Er/wY+gmvbSoxQ7iNN3szlXwq/iReKQdPu3pv71VPRAY7rH5FJMdnZ0wLtf9kLPsLz7nd1IO0o7LwJRb9yzbkaZleP3FHZXlR0ddvnv9aXSFP66blU0/28zfc2JaHeUo+LXDNxav7eniY5ImpwadYqZeHLzC84RlqemVUyN4bbt6TTpRNUsq1cPbbsp3Pk5w1yzucd6t4ViGv7fGinITPOV3NY4+XwR+gbHVFuUrPfv4g23Z+6FDAgwv4CKzEr0DxV+ITeRNjTXnt+LdyCo9+DXwou2BBKX77Qb3BKzhSox4WjvzH2GRJW1pcQHz9yZ88pC1Prft8LNTna7Hqts4JR+gLN+pdIKyJDNpHaCnX5Pb5F047Ne4JLA3zFPVl/v/ufJ+Vr70zbmZ+W7leO+bfNC9oP/ViyXzn0S/B0hwnf0vDCOE6xH7ic30gvCpV/qjgujHyywo9eY34EMcrkwzmmxbFH+EWrwehB3v9I/4zWvC09Pj9Rr4vK/s+xArjpacFx5P9Fr9/nTDT0epHCVeVtXzaAf3j3B3t74MK5Zsdevn/iP61TmJpj0+NS/3pHTvvCLdluc40cjgvpnNJ9OC4Uw+WhFu5623Ry+Zd5tuaD32CkvawrDHZsnwJn36bAP2TCTqVmf8Un3/+/UfNN9rS4Zvs6+7zVuV28PArlv1P24vxxj97/dr7vTLgnoqNjt59nU2P8rvpWWsm+V0byH+mJ/E6UjmPqm7F034DkMaLuoWt6vfvEEuhLO8NFqw4j0IKs3Ls/LLz5KtZwBEvOmYlfixdkSy1lo/F8OMw7JSCQfh953SBYMj4G7zWLkHT+cEQmmZ3fA1e4Ws7tP7aPxbPb9v1s+gjvErb0if/y8WL7VTtmg/9ZfnaNvFKnhWWLR73FErkhVVvnVs5X5afqcI6rscH8yD5YzIv61hfMQhy9PiLXC9/6/OT7/BbkfqT82tHv+h/lR/KOGku63U7nuuUCbOjZ+ajdM2whUranmVMqyd+IxkfLz4ykarEaYI1yX5DUsIBf5lK3O/psSyMih7+/Cv9QsO2lFhDCy+p+XIsVq9N/ra/5JUU7508aulKu543BY5aX+ccvzVBPrcx4NPNX1/xS25bPqtx58Svnp+zfWL2v8OnVeoEZNGerE8SZfOD7Z9rVMdBXu+TPuTHsvDz5wd2KSELh3nbTIRIWvSl3H6sFVn9WqtXH/e1esR+X//iE/bznIJtlvRidfMXhuJmsLc4WSeUAbE9a23Qezw82BrH81hwDv+d5/YcDtD/Lh+u8GWAPcf6nysVE5mTGVba9r7l9fzDvinunRYXlH15703BuH63/ID9HXW/ewTyJmBLUB2HzDHHeG0JPoX87DjADV/e9D1lyMsRYxNTLohm8Yt4YczcY4q/Ib1H1vVcr47T+/3d98FsnGf9fc4/r0fnfOuX3mHHz/NC36JnxnFfq0f38BCdpchn7PQObR6t5Ugex9HGOGg82IjXp+/jgUd74Nc/+Amhev49Wocz8qD7Tp5obIXp72v+GdfdTov859381YLD7rnOk9juvvKWt3NArG361D8euNoD3Gdczfcov597/X/UI8fo4vlC5+av5ogbtPeeSZk8rIVfWn+UnD2lsYfY2UfscX9TbATdm39s3ozzyDFrds53xA3NXvMIkzemGV3/dh6PWLdWOxc3ozB5OdhasMYb7914T5rRwXJdpx1MfTMNOmo9wUfboNvEs/3rsmnnOsW1mJTPJ/TQLk8ObMvCEy7qpiH8Kj5au6qzfkQiwMcutvbQ8nG50fcP9ZYnzZL/gvIFPrY/L3bGf2J9iT/GKfEZf2wTP5eDJ47k4bj6BkumS2+B9N5cKnhX13z/Xi1llx/9Dn9rn3N8+/xgz/mPlUMdLGfisb/XJp3FI/xMCZ6Q+w8n75BZ8Q/Q8USiJqN+dr4Ly0J7KmcFZsVPwtO2u6dSSVnazHJo8mWdmLuiLx/S4k3gXvsy0SuMOrmsJtVjWPcwHgDVMVFj1S3O0xo6alH+iTVvxP7uvpTf8U0t+HC+SPxiLjGef+e+GueMgjisPkN/jJZzE9Ss0yYNw8ElDjRXPpp+BX/4YtQSg2uRvPyIdzmZt+An2IgS/7gvm/025nktOb8OcNJ7F7WnHHOCvHYuw17ukTjW9AVK5lGph5Z5I2Qs81V7te9bn9RaS7TIb8ihR/IFfMa4Wcutvv9rWfe0OJ56fKk7JXJ8iUO4V+L6lNmjR8c3hTz60zDEvJ4DCwxX7AIbsQfWXZPAKZd+Ykl4UX03PnQMB23j4WzIYXAN5m0Kay//cU5DttUj/uTUbEoUpR9Sk59rumY87lN4d/zWNeEYYSxjruHkW2fxd2Hq3DAIG8wT+Ja5vDvlA4+v+NpkcSOuJ8IuMv7XpSvoofacSfUd1/BKkdj41YELZp1bWuqbIXpPo8fSEcu5wa7SHgw8kRdK8rN527YXWF2MwjHaj6vx+XKtpl3Hed2Uf3u0Rg9RTn12kxTpDEOnqV+u596VaP292H35mbKHJeJYx/UQ+brOHL94LVPJ730zwBnJ+Zo3VmT8OU9avrvxAQ4yp7OclumFEKwNhR3iir4EVNcL1qjmx98sfm3/SMJD+wZ5Wc/P4zrN8xtjC+f14a5aFNWMi4r547ocp+zfn1HBpdjTJu4X0hcuFAy6JV+BlS7Uiv3Cf7jMB3zE9T//pGvcmpVp+fFrkJpm0afpioBir99/GbSTf/vrhUj2bwDroHLyWPyKrKT5zmJ7mbFTRuuLrceKg4rBQ703iD24x3MPdk7/NVl7MrQfxC9Gio4Z07XapL/n+Hu6z/kNMHKGmcmc9Q9k3NQVFw4/DweJOBBuBQMWrwUT3ePm9+v5r/WOLEDYtCCxMl7384Bna175PLEPhnn6PViFp4sb+CDlOow74+BlN7KH/Khtf6W4PGRMh0jbaFF0n7d55ENTSKDdBBuZznODk4StOl57Y72FDloP7m88tq8B0/5vNYIt+uK1wsD6FfvH41LR3NTQPr9URDX2XnwWaRxr5im2iYFDd3sRx773Kv2Y0Xn5svGo/P+KXvJ94WuKXBbmSpwuQocYYZygnF1E+nzPQmnD+vrD8ZWvD4NByK3yQDLtOavVu9PDD3LoPVl3hjHOsYE3np9nt8dE2+Yd9On+beZwifbPEQb30JxbF++zCXrFBxiDiHjLsbu43+OXR3PVX196zWHy2AL/IYkxTUydYWq7MRPj+w3n/cTk9+ie5O1sBOerN07sA7LXn5kcrGj+B1ncSvbi+h1aP2jTanzc6uAfxzwsUfHD8twSxbECS+/6TfeL3Ef8LfvnIznhOTo/wi+NjEPz03LZ8Rdw1XXQJfKtPve2bWw1N35vEo/rHbnm8fNi0esmBR7F9mBM1DeAJ0z0jV/ahQMWOJH/9GHB3kW3CnAyD6X9rnrVlao6We1MKiH3dGRQUJbGYTBpHMKIj5I0Bc+3T9PwqYgaxpaln9lq8cGHNCix8MB3emKQhnhyARCQqg9swyELbUNZvQFbYetGyz/3hgvxOJJURw8rkWJ8eh1EuK6Mv40VRAUrE9PgLz0/dD1imP5ERR9RszI/xBfVGyc8jGh4k7otGWe/f8Mv4W2X8Di5fsP3O01aLQcP0wNuNzERFWMbxcjfVuJVkBJjwhH+sLCrZJHPIP6IYkr6lyW6eZiOehlf8gY0hArDRprp78g+2yf8mjHiDrTii3wj+NSHv6HAJ1y1/iD12VgdjBDV1IcYCgxFYrM92Kj9U9GERu+QYnZz4vALW2muMcplnUlPQYb5525QOC/V2Ga/cu4mw7r+Sf1jb8Aho7GYUicpu8VIpuUluPoGCzC+v9NvFmV/HNOV8YsM7H9qvnkcMjL7SY827UPJ/kyg+guM8ykMSNPfyix0bY2Rxh7RpZ6H1Il6EhelhRFX48zr6zpbeZb3MfmWS90eyZS3jjEekmKIW/wKONZr6S/wWgZbQl/7n30offt6+Ujnrxgz8Q2awKYj4A/zT3yzjXKDTOD35r4D7+kj8Uq+aOH3JVFGJ2UZUdeZqwqbUuP87tiXvWf685P5SWaZX4X1Us36AvpYmGKk5WAO8B/etMTNB70/UmR1dcC/Fy81A91i/GpYqf+ZLGz7+4vCW2qUj5FCjuRDLfiJkWBNesgNuPCdzRu8LuO+A3i4phA/kzdgveDKEQKk9El08DPji12Dsuim5QbJYZzjdJKEYDhY+VwnqK+0yVvHDxjxt+Us3AgZNGtdK8Ql263+FYdOQ2SKTXLdnhGr+QM8j3+rM+1nSX/5/iHPlk8rz8MJaoXAj8OZrmvq/JfGrpqnHFdYKjypIyBVeqro0Ks+K2MyolesUNX7Q2gdbWLooZ3kLeUlMLQfpS/GRq5jZT4AtVp2LC367X6jig+HYBdkfBU0ixxkqoa60t9lPet3iRTQyFc9Up3xz/1q0BomNUCPOXs4b9jOJfXrsc/yM8VW5Zv8SWXuQ3zF8wTpxByT/Q3nJOJIz6uA1+hj+innovJXkqfncsU62dfoWSGtNHoDwFymeRBGP+m+a+r2m9lov5RJLmxvxgPyW73oH/KxbQunFYSHTEVQ4n903Ok7xW6hSn17qEVPYBT7uX8q9El+Muf7P/Vv77b8j+nb8lEQOyehMTZj6mOvt9EFG+QbwMpb+7Srtl8xWqyST4PexBdydnKeskNHR8PjBODXt/if111RT+oE+VPBtV9bVerxzX5IB0Pc/zaCzF6z9j/OlyCpp1zbn+W2Cp6C1HodYWX9B39Z2Dx+Gd+Ma9ueaUb8GV7Tz1hpOgYAFdcDLL/L0i7Ixxhh/PMeMMZ1L3Z8sTOojYP9eOvpU8+felqEXKH8oXUoeGZDkgwp+q2vM36MUD/hI3zlXMCL45kfH9/PuUb/+/NP+9bTsb4BnDHIPAOqCjayPOAfY1Zkj2uo4PI3QudVQcDMnHtYCvTnYnqYyYwwXBLGxYwTwcfv2VgmIukeGQlaFicA9biurGzUMeWJmPV7NLfCML4hzx5wj57fDENumO9TWY/pfVKu5FzFxw5jL1YWNgQ7Is7h6rEY54dzcmrqo/Fac7moxTFyxwX+KX6JOXJ9P3KRgjeyge3ZbsZCsfdGyQ9kPbBrZj9jA9pmP/mqlxxxIBH7LBN0oL9D11vHHdSHgYpvrEjYth9vfX6W/31trYOuXytR+YexOInDa+W/IDf6waiGuOc4sORckL4QaZObrYZlaCr/t53Ph2hfTOOCeWRPbfiSvqU/9zisYlO/jXwQ7ecBwgH6VdXeFA/h/iceLGPT0vPryG/sgwN69K/sHOif9OZcqeaJ6j9kxhH/XL0/aBXnnEVPyYWCV9odPeinlu0lkHtzyCUqXsYEs45e5k1hnqddJuQII63YkB7xTQuGiJ/Omz0wnzfMRSpP67lc5b19ZXHNzg/OmmIeSfyjbjxAItITy5z/oN9Ju68yw8+7HLN1KXhhBf6mjT7fdX4/BZPxeeQctPJBYnQJvyr+ONa9+fkueZZ2VF77oQ1tqxq3HWuZgw/loQvk7+j6xriz9TE9zxEecHtjI6PqOibWbencAB4z0JvV/IZZINELEDlgIeKiBNhsQPKFWc60xwyj/DtKbYOub8nixGci2CI+5xNxrdq5bcmukbnRYMnesV/a2dabgHzCS/jyMA+6tzwomyV1whMgfMJorBcpw/sQv+WNCNKVnrpGfpTF3h6c/W0Je9pxJR/qwadZ2M79cZ8gPum94atleoeevBiNR2dp38H5rWnfv46vNeQDHCz3rYLv7bhnLqP5zT4gT+a/5c/xznJShXjs57iVdj3f+eYO6Sy/29v0QbA/5iP5E+oSePW8v08b2i8XCBxPHRNqA56vIgATOOnv07DDOflPnvwN2TAlUNvuUH/AIw8wNkc4TZ+fv1fWqYZVtba1a4LGt/PbtjXuq9TznEFKUtOr6Oev7ZEu0KDU+4XMrzBYrtFfLYGr2Hw4k36dr4BoxXiQafwV/2T9c24CwxIzf7ioe3KeBNMq3f1gGWMDfsq+SnZLX2ech74p/h+iPatzGj9rimGPif2m9RuoCWMp3yjEt4jX+F+JJXqkscRc4DwMQmK+ODLMiRZ6FjvREp5S8/6W+TdPGB49YNfGmPZBPvQIfpJrwZ4OI7jop+cXsOknwjMHxORkr5txY4X2a19q/hxXZ2BV/Gs9uGbot5Ohr8apdTjTov5jHjhLwW+URSsQs445Yw7zXtrIsQGFvBEcSvOGGX3B68s59xfE0HGmYuFhmmr5jlAZa8ZHGPQbP/Ub8kXQn3SIF2MCcYf/sK9KGzKWheLCWuWfcwHPeG21u9evrTwN4dhqmKkvxqWes4ZDzrUhK4au8pNUFm/UJn/6UbdRjzGB9dT5CE3Jz2hH/LR2HV9btDD6ssjRvSt10UPiQXRGnMuH9ooPwzzISgt+6V+RtI/D37AOnkYyTueUtDnsAko1Muf5HyUhT0NH6sm8zZJ495dQ9PgYHdWP+a0+L1JretrsnDlXYvzk0FDK1nLL/kShLFUZlxE5bAI4nsjMj/gUeTNpJiAnY27j0MZvVxrzY7VWdLHfroN55gtB1cmvMKoalwHezAGUR7yKL4Gq1Pc/Rrg2/jkfycr2C7yO6agbxrsa6xon8zM+8OYkcVdKX78VSsGxfl2nfBTmeL4eugH8KNU/cu71AILXzKdGICe/DfRem/gNoycC7CI0UsXaNcJ9RN/T9An5N3yxzCNMfIKM8IWY//yKN82+/8y+6qdW7+h4yEKF+cZLj5rvq7Vo5+PUxcXjcC/0cBfBB+8xWg93zUcgPDA5rZU59IkgN1iwvsT9x3X+OcJPxqhcaJW2aM02Wiu5W+O7dt8AhMzoxQVX4qA3nikg2X4+2x6Ar/FvZ0+5LeQFCJYPal5A15kKK/N2xuP9+yVuYced/ij5byEZnXTqUTuKjicVuID8V7gOOWrHGfH0Aff3pX3/uJ3R+2pa+p72X83/XfhF+7El+LuG/12G56l6enODML2NfO1cIusf5/tTHVoJ5z78M/Eqt2w2eOPJ3tBhfDI2N9k+DF30fP75IOf1682Thw3FQwTh+grXkI9ecjG+vbHVY//vv+XWIOEPccxECHXp2TAh/3HdZ/3x9b//+79xBeIFPw822PY8hnPP2ZP7VMzS24HjkzkWr7Rf+yZUz07qz6eN2bZl/K1ZC6za+g6+9oXU5/6rmA0akKP5D1CdLusHjnP3DZTqaQ+H4YUg6Jb14Y6gw38Vz5JbOrYtnvXT9Ktokp9685Hz1coBX/4uiLa/weeTVopBjAK+JqDgfvV4zIBf4w9fyACq50eL5vGXsZGNNzaGHg452T6Oa4GP5YMPN3fkiXnW8im9d9Yo15MBm4pdgjHCB4bFb/g68VXhPDAPVHJtwzyBZu3q+mFin+VjxU7bM//05E/yRnnDaDZ/5/E9tcFFuFau9TPHy8JdVRogdKPdPT3Z3xAHgDyNj57Z+u9Ra9hsfzDjP6MvdmqpV9R7fhPe433LmFY4jPx/hf4ht+XfvvP4zXSc6bdGz4ONSgPM7TDvEeM48MDTuvGNHS9XqPwQsnugE06r84N4lH9sPgm1fvOXe82ul5TelO2Wns0OIvdP3P/k9le50HXIKhBsjz6M+2TRnN+8UCGiofSKdGptFZ/KA2iks9/cMH8wreu5wHIWW5TaX7857pynbJPyTBwIj5mOI/uohS0TzzQ/2AtdZ3mSuKXs6ye2y2/o1n7xaGZ2eDRFi3ltxl84cLxEX8gUOsJbOWf1Isc1/Yjdln09VsbVy59f8e3HMH4hv3Oe1uOIX8ROibKTh5rfyG0VjxBe/1r+yNuAIR+5OUTljw7rMbijN4mYb3q5gnmS+IfLiR4zvkVPH7PyneezgXyOCcooJw25L2kB6sknmdID6+A0fhI+dSSbXI5kAUnJyzReZcbHo9GwVTmgcWR17Usy8vwxP1rNfW2ffi/v6L0eeDIv9vlrJ3j1ft6qsff0rGlxfSE3DkXfJDP4maHcW/dm57eUIzm2+IPw4qNaf1GH0ok9Kmv6EabXV9uv/SHfRtLvF7+x3+P9PJiOnZl/NG6r8TSPz+avM2crKTP6CrmMD8GyFpd9KMeD84940xJ6eLru6pfzjPi1q4fiy5vO1F109cel4PjjKv0+LfhCH61T4Tf1kItAes3TQ2QeIR7pCm5f54LT1go/+cmW0pb52dufkNMsvnmdR3xbzuhbO2sO1LeGXteayT8rify1HYSRt+4jLJdqHmSYU5E5os/FOL7ePNCx5PVrARpXw9fqtFWuc9tzefavcXsdLM5XahT3UTk/FjvXTz/I6VP+eA8g6IeT/s08sDOJH2k3FqfqAlb5FWcT8bN8I1YRn6zizd8QASEG2g3bSdYvQV6PMR29plpNu0YDLPgSf7hZXKf8YD7DAxhn/JttEJ+hG2VCP26jCPuUr+GBODZpHd1Zf15D+2u1oC9mXK/cd6zy4g0C5uVeG7oTZ2bHo/ujzjj/mAkOaxDGAv+F2w4z7E9/xwMSz53OHwKGjfKZRtXLW7ybf3vjK/D398edA8a42fX5EZ2Oyog65vg+Ivm1aD5xeXw8YgxhSjPdHWf1oex4APuN+IBap/8DPu4B5tvjHOaUngzC/Bz8904mvayke/NzB38wTntA4hEP+n32Z2ecOZ7XZzh/aF/VAxxzlK8+f+z5zKv69FF6ceyOjtuhG8ArT48dVehRjrtfzt0HbOR/1WZLnqTATUn8JtHu5+HjzSdP8lMNHY2Jl7uv/Z0y2m0nom1TPPH5Hft8wlnfCMbN3/KEKyk3y+AXPMyGn3iizBkHuekcCMJCcFVUzWQe72f8H+fwKMq8J80V6M6N6rXxaG2yY8+4JB76CWNpaYj7o0uTR+CDV/UDxkmeWJOTq1fV833j5UhuAU15GpFjwvJ6XxzR8XotRhyZT4DDOv2BMsZxetKJN1elH/sP8SXpRnK8PqTa37/5m1pQQHSgHNKM2uh7yQuOtKeJvgluKg+p+Kt2XM1DF/catB0lx0PD7q7HN6B8Ve8Wrfjvzx/GrH26VjF9kaq2reSkPeU0jz3K18Jet0PnGtY55rSJcLS7cwd7iea6gxyeU9a6ytvLMSnmfeiuXvRrHV+1nF2eD8J/xNhkGeNEh5eReSUA6ye/KlE5SL/dwrgsa0GF2jTy9aYWrrGov9kXa5TXrSMmGZ99LeEzro2PvOCVn99N+r2lf/s+1T2MyVjGOHv9A2atP+q0wcJ77fX8N4/Pnow1+Jw/bUNJvVlShm2vzKsap14fyPcnlsGNIV7wdpVYh2v01n8rls/HboXLEIf5fYh0vtPaz5jLnOG08LFw2874pkL+8iZxbzEzRKppr/94vTf9ilPF4/qqHv+r5g94trzoZ5bZnwziZFzpT2/q5uv28f7mvG/oi1b387znHGj3HHOCgfn2gms97LM2os04sH0TKxe7ETPmHtOif+x8XRS4gHZVfDFeKfIqvuRXlxwnlPVYyrwMP3aZCEJuBMjE4KEbwLUKr9WiQ+4J3DVb9UWcvyTdGxRrWvpY8B+Dyce4AGqC8AKOHxaXeWBlQX/d+F1zg9bfn6FrfI5iQf4z5Pb1tfmSeRQUtq/P5dMjqyz9cHCMF/IjrpuwR8cB1rGn6/UcoL5XlZq33RBdJeNOPlr/VTlHaHq8r+K1kst7OpyB1/ojf+h80uNc9h01fQ+/Dwc94o5lH9Pv0fK9Oaz7fQ6Pgk5zc8glsABZ4mFv/er89aCDpkf5e0mOtn+JwCCB/tTUfZ34NJa9RVPyVavqah5rKS3kueMjOSPsHIIaXy+5PN/sn7Pz0w7nZvv7V3jIOmbl8NXDYQDC0U3IzfU6w7y+sm7O4rLpv9j+hv+mPxp0rd+pPFhzdvX0+FfynQky66/F+i3Nw8foQzdpm2uETfq+Ims9jfw1shfG0vnJiY+DmrvxeZDXo8hsfoINf/uHLjD30C50i46/C9m+CCs8IEofXje7Hm9cuZ59vOxdiXYe9+lT7OW3AOt9S5/uaM/PjvWjXrmK7mXy9dae5BMTy+NPv8bf7W399qNuADOJoeTTsYQtO+wwYniq2smF9QRrB2BPHJfDs3zGUum7MdaBXgajR3r1QWHDD74Lflt80sRT0YNxfBlntu3RaFh+ElsB45u7oc1NkOrarq4+EQ7GUW58arEn5t6460kVOGN/jDXubfWfxTrHdcx33it8KN9JFHMWhzAYjySmPcxV8XIt5Esda4AhFvD5RoejrjzFLjg/8S/9tGfbn//8Dq/c84bs9gXgYn7EcHx9/TeqJvObcaW0bfIf+hIe5Lj9in6xquPrK10U6JyDbyDwP1fMZ+RIOXCw48VvUPBlA+rJ7yrrsLG4sr5AH/yz+jgMHJDlqVE8fXW/rkMH8c12DGY2I12A5OlT08AHxRfEL8kk+iiBBXf0bQikzwo6lSIfeZ1xGHnjFujUGYXeYR5ApV+vG+Ab3wpNPo8Hnl/1b5C1/MSe/MS5RUj0Xu6NqN78JczkEbFb8nieL+nJULateLbnPiNmKJXc7Kky3BmxegNKpm/uyxXFK8N0hbZq2LCe4ifTZQ19qo58rovMn/Vb1YmnaxN+s7kWBdp6/xfoDU6h2Iv/Qrda8/lz/G2cMNdb+Ko0P3+01H3+4mvqV1GGMeb+poKrxpfz0yoYH8iTcaI/MLc1nEwG8ZNjjLgsBzREuaz0ZcG+7NMYa72Ao/2XKbTAyNd5gXANpTOnPeK8v3XnMijW/MP4xJsL30k+9of4D584Fim+IiDcEAYsvWDT5IyIk/+IDlVeUbGnc5OMeVkTMwtWFB1Bs1KvgYwprrkzWrd/Y3zyWuyGbz020A3/4ZP19J58mMmf9dOHHp6FEdd1RAdoeWg0hx9tjSX8FOgZj5r0rjpkQXZe46KOQZGRHUkZ3ATCh3ncDvMX7a2CX2iu/Fv7i/lJa6PrWnIdg7rH1jlOCFHGaS3XUqBNXZy+4BtqxdLBirEA2XNZoLb2sN1NkJ7IC2Fif1A/fmgD3sDFp/2WFupJj7Ad0Q/8af0voaj5ok55VgT9Z+GjditzhF31cb5UwBsbaY5rb0BafoMv6aOnb5zzARA9ltyT7zNerSr1Mwpm/Xh9xIXYyle5tNggzCQW+eadEZDjgXFaxwfjl/Ot8LYKzNpefBE2j6Ock5IY6mHn2zAPDVWkLvQP2tQLJf03ZHJ7J/NKT5D1U8bz5hthK+tfYkS/Z76pkventmOzPbNvk11Bb2zUcY46x5okevwJs6Wlsf3PbDOerQ6E17pzX2Ox2V7Nexw/xmFp/07rO84dgr/zeNR6/KgbwHAeHUBHXlH2Nkl0upUBF3PYOdD1gOpBIKbl8pz2Hf5rLdEeanv/Bki+UOb61xgdNkIxZ3YRGgp96N10OoCI710IO7gVKCeTAOWiViG8eKPSXy9M9+iNTVO1kD9Y/j1Wfbj2PJAv4vNmv4fZg/vrQ28d6nEZwhmDJ+dvvV5Irgq3wVVeYP56rXVuyTdAWvaPjFlvTzCUZzs5NlH+sfx0iR5Wr9U29F/2m8P0LH28uJB4kxtViMEdP6r9SR4LfUFa5mcd/8FsOcXbE+e44DoQdMVegv6QQ1moed9H+S9f6L3R/D/rmEvi94QSOWYDjzPz8IQKP4n08lz6GZ9JeJT8Wq6kJyRb3XfzHyvzJ4z/n3TAGW4Lh5tkwNfrS5i2AYi1heWY47i35XGt/S3/sT7z3nvWj3U9lXzO1SqPzvrnFuYDuYrvAl1EUfITCa850OTDBakr7klqGOj5+YvWZZp8tkRM5HGjL0/6MeSA9fg8a8B19LwhdB3H1+HUnNu8imrMSdAnx+GrKHdej3hmnq5P+CDIVTe8zmu3x4Fr+B7V47F5HYschA9LwotGzHc719OFer1GOesUH8x39sDOeGvck+vuO7tsSXf4CnM1JVRDc+ENYAyEHhgj6QFNJC39VOpZkUyCLMFPJ3TA2wSZLlm5MOvF+qxCmV4Hfe+tGeI8Z0yKz25YKG7xaXbuVoXjT3t7bTLlb/+ynZ+OJSCVhOunuA1KbuqYZz3fYM5YpUIcQMif8lDKQ2+/wyZA4r1QqhrjW4EeWqX8I7FA2qiwnxivsIUxkfZUgaWfL47JWpvfjEfKoE7MCr9wyITF4RtvzchTQ8TdKuHTI2OxJeSByIyRLZtwzBL+q+72OzprnpTjoBGEMcOToXE+5oWc40+s55ewG7nlD177TdNq6ovnq32pBpfYW8VEJz8Rp36yLNmCGKRZHXp231wWf2SFbpbos4ceMfcFd6AsT3r7+IQW/QlBibnHDKrgwcQvnF5EU5/od8RGzjF4oyw0k/u59qfmPFcp866sPv9Ahzdcbhgnzs0rHbbLa6KDrCmj/QjXlxv8s2vLA/HLfJd8EXPGIfn03ypxJ6eskld42CvU41bsQi7A7Kd+Th6reD2rQf3ukn83/77e8e1FJuA+2ukeuZbz3vrcsJ15JK8nRS1cY2I90bFVep9co95JDa571Oo7rd+87iVcyg3/1ITS0rIdv3kkZ2CY69/hoh3XHvETCowJ/qGvtfGkfRvKurFR+afOUxusH4Ja59Gka8ytVm9pu/ZONI3jFC6Y1mm9nI0x1XCOsdWzKEPbUPZkEydf0OWxS/aGr7OvPw9IbLXAy1txeNMFrPyO77qInh/XOTwKk/Fhx+8C+SrnWX/keBIn42IsCgQ8VqFWANlvRupFseW/pP2OfksMXwHJzv81nfJ4JHTrT7aJV9oyz/lNQGvSXhgLeU3FBTWl3WwfL4+Nz3F5H8q/wQOMT5Scmyxhv657/vjXbow9pA+s9QAd3/Z8IPRADEo2/uLSxoqerFe6ZZev4F+pwYeX5wEevnt9H9jP8sBswT1jbS+OsIaPHvg4I3NGqw+X4pu/M4KD/XKdWDY5B9l8yP4yD3Dt7c2dI+7YXWePyLiahn7Y5XuUblfO4/F7R0qP1+QZEn/uuO5705vP2j9e/74UhyIfpjt9Dug2PRxZH9B9HsBDl3mf2ElDuf9iNex5z6P3jYhh/Kf3jReb6LKDnT99/sCv+OQbwa4nPsBHegAxh89d8xm8Ja5Re/wnmZcFX7nPzkwXKvTzAuoiCsYNN7lYLpJ90P4KD3A+s7zLaMb13XLu0v/D9z09wLh7T+3XtZa1szy0ZNvrnN4T8+t//ud/ZIdi9GcA9BMPnmjofcpTReTTwyxPIvcwCi9gWH59/YSfxbdS5vQlOCxtrx1fAslePad/T0YLlzc98BQgfgZj9Q2X+qnBluvMfy3FHoT+pxzbrr7ixHlCZybtD79DhIgHeJB0VFq90Y42qUMeebO2jgd7Icw3cousGr/Ar6rJPG71kN8YtVI4ThZ+tG350Y+FXy/PYILlSVbQc03oLH/pvtKnPf2oiLyN0drF/nFZ9O/JOWpLjx/06fPM+qi4BkWdb9o3UIBzx4f6WP/24FYH4lV5RiPN8oXxgyZt6jNeDUEAJP7Q0x6ctbkirKbmK92///jz2BPlw3px0o8R4dOj86VYKJLFp2cAAEAASURBVL4mMX+i7bkVK7/4Gz32BKJGCy3Fp+k7D2D8MP5se76/8XQoOuMJ9HOfwkvzKWz9cXJfLNYMpn71+RYWvl6lX+hbfwoG4fPx7emxJr/oE2phuYlyEZtpXtZ5L4B7vxlVMbqgoeeHx07lDXQjPuMBcWfJZPySVe9hjuUbCIt5sZE7nc/UMJWLfjBUwSGT/UPS38uxDa8GUGLL3mCZ+a/09+KWwooMQnbKMn/Gcjg+BV+kEN6Tyfxi6Yg/zy/E3CmTT9T8HOVfTzfYRTjKqZ1//N/6Jo8+vZ/fBL/dP5EfvVH46vHTMcF9J99013jChTyRs2weo5x5qWVKntE0/fWrptM0O/Xm+o7Es7yQ8EhPf9IPf9K4kl1TmvxGOuLZdQD9lIG9DfcvhJGO+ze7b2MeYX749SVf3nY2P43mh+h0bpyoN3gh3hhztJcl8bJ94YZt/Bg/E39amvEnX9LRf2xXpc4fhk+Fh8ZB/fh70A2/BPhFvovy4VcbS5p31Rd49sZB06BOOotPeNf+Rb29t64qHZIf7Pwijp1nhJNv1jN3sNLmQ/bU5bn4780v++Yc/Ut9mTfZFp1qXYSmtkPwC15NX1uGFuW2PYTU/AkNlKnK6xORWeSRruhSaHdq5LND04/bwmVNr2JPoZSarxfzN3AkN9dzrc/P8l9rM292sdP8sevEr7AelTF0qJl/nK4uqJrz9K/vpy6P0AHKfSqf45f+aYUD+vX2B5DGsURp55Gd39Su4ImF5MH+tqQfbc/IQx4N8D245dtr9+TVPK09xd7iL8asrMn+g1mk6/mxp+U6vGcPOBSbqOs6X4M5m0dVTBraC5p2PLZZ9vSf6e3RZRr4V/xP/cp4y3pi29t6X0AA3agH2VFftm1pf3t+eh1hGTRt8RP1oPzS5jrcEC4B/i2MuJAv0RkkKHGG3rB7kab45ufZ9SLu/WvUsJuvVzf8UWfY5/xwLvGdk71HzaS9R/XB/nigeAAx1HuyH+vUT4+xYGL4/Hw7y4h/atybnvEEDwh7B4i7vOUmaojDXcIn41/hS5hw+oL4yX4o4t9n/1B0/tTu8MCZ9bO37vbgZ/Tf0jMkqKjDJ8zPuPwWWoxLby93i0DFVNaBEhRBlYd/tuL4Iu2adau44CIJz2VzR755rkU/Q/rZ/afM13LzxPMKZFy1v/X4+zBOoCckEEehFT85ZH8xiOP3F7vghOnMtyxPsBqSfuJ66J5P500eyHF3E/9XYQs7757DM1ufqcO/NJ4DTmUJZ9srSYPD2XhBE+7wr9B5vF4JJnbhyZRg1YH9zT1Pt889BF2jznhogE9g5Kcu5vTPwGAMMW7a9kGtsv2d30jO/eVpn4OSfDLwl7sWfv/tUHlyRD/NNBMpN37hj7I55HiQluPEJ3jWn3CBPq2vCz+RYOVpXahDwoyFpa9xei36Bv2tTj2qGq551D261dqje8cXdjVmr0U9fDuyfMSjzgVNbIJP4qES2LJ/Lf+eus+CH9UPdPho3wnkxF/4meN2nA2eNsbDJctjdFzUcynjgSly0oHF+GGaq/lzWqaOjZKLT7N9EwaSs4LdFwz5pQdjIfzib/yqp8p5wEfX7sqz9OTzt5R5fUoG21xm+9/DL1fmgqMWM4f4+4Li5zqn8k250n9U/uvTwUbEl7W1B7/VooX9Sa0nx9fRCnsV7luc7ggK/Rh5vOm/m7M0y1qnwC/vKwf6aQbdOult/BJOwoPrY/bPQfoknr6zeZxwQQuPDeHiKv7w+Vcogg3B+fptMVrDkjcsOR8J3y3LeAiljBffCt/ldg5/a17l8Tkn8xD1M2UfUrhPxPlZxUE810rzaPW6JsasnYt9uT+vB/7at595APOfdZkHwovj0/VXSk/xwcPqAdiQv0MOiesX3ubsjE817l0hXofNsx4OYPs+6XE6A5/68QzzAa31L39bnCS2n/BHleIXrD9hycGCHz7x3OBbvhmM64z0XPUXMbEaP63MSMkcvJqfLJtMbzvYXtOPcaXnLjgQTm690o5/oUuD0SNM8II/QezM/0J1zzwtbzwKf2tvkd/WEHvh18uiLy1dsfvc/qyV2oMgHu7xUU/iFfDipyu4FR7Vm/MF/ONqI//ZmFwzfj2GNH/Wiz5r+amvE+nH+sj3CPW5LPaESXo0US9KeDSaXMci+awl6lq/sdNr3Ota+dobLN94PPCtzdysHPH+dR49wUkNxuhC/4SEm0jDZhHTeer458T4NUbfrfvd/LUXrpJ1ks8b5xvtzaa+aRcWcmxsuaA3/B4B0Do/av98qV0nY/GlN/J6QKZJ9qBXz/rvoNgryYKbMIfKhlgzh33aj7rvHep6fA7EgJ7fN5vr+78IPZTntP48qEks5aCz8Hdrmt5F+ADf8TDjfUZNz9+LtH50TFPeoTSq7T+QvyYuk1/tERnxnmmFD4X3ZTKP2XwFeA1bdAj9px4GqtR0GvLTTE7HjSDafaOIh7Hu7weMCnlsDHy1eZbeyLF621+lMujSvFiHSgZ4zy/wK5K3apz2nc5vd1i+zp+5aTqPT9t8h52vynPd/8csuJv/Ma0+VOc9wGPd8tXE+3uRuRb78fP1S2io31zGVRj7utYPtfFG1VX6HOWzb8dRSR+6jwe0B+z+UPf5dcQqr1PO5Z/uV0DPNx5484iHdFATikCxcwqBk/5QD8KmGyEiTkr+RlVRVyWiYMJXfB1y15Y2idylvzZPZNg3XZU9GvmF67gwYli7avKw0Nvsss8lDMBZf49uEf77t8TKr3Rh9TsYEn9mo0Pf+w2gP+nmxddE3xy/mX893uolzowxq0Df7/zWu9hTXyem3zOB/yf6+U8AUscyT+bzQ/RodT/yFHuR2/KbQaj7CK/lf1W+ag90Z/qkfr0j5Jhh/OwcQp+FjUxtcDEerf0jFrf20daS4EvMNroHTSws069riVjGG7m/vv4Ja2P92z81l/DkYw1oWrPRJUH1cEm0YcaZlGfLmYYzPTz6QmPz19oTiYX+rHVzeuqvVyzA0O7pEeJDvmYh4iA39PMD+c81KRg9uQWDNetfwtfLmX4zXfr0cV8Z/Nj6ZsZzXXt/fdL0vqzyE9uiv33zS3No6z7PFq8DsTlKo+3mK8urXuhDCHN8eutvEq7XF62PV7cyHRzrzyoGFP3Mk9TeESGgXX81jBY1mMmZ9TdyCfAsTDrBTwf5Fn/TPo6/znPQgXDqU5d5/2rJMhr5Z8B1lQ3bi71FPPekKOv+K3UWXpx2XzGxYM8gcOpA+eVNC+o50MW13+KXh9T022nk7peWh8ZiPHYHXCOHOvELuFwTQU7d/x0ub+kLrLHFH/a6N/FTPtBv7/wJr5zIuAZ+QQT8/vu/xa7k/iyftMKVeK1+SepGEXiMppDSPzK1bebCovCGbKDW/t0kzui7b5BZ/HwYbO3LEsJoh3nIB4M4L6p9L3HpE7Z1OeCf0Ub0GWm9on/6KdoQxlvmOXjU/peXw6+ML0dPxz76s8E2/pK5l665Ax/SdUPY0Df87wA49hUxtb8LXNfof8A8fMI0nqZv69zPSB4ROmyZSi4jDXnTo5JH6/wDHPSDj/Di+iH6Albn31ZOQFEfjqNvr0JsqtTXdlB/C6/b7flV3X/++qTmJy3xmdfTt39sT+3fcO0fD/2Kb3J+S0KLvwVQ0/uanYFSXomTEDnxjCL9hjxewXQ/AnfzLPBPzzUj9Gy+WKEnTtB99hBO++CZ6Et/YlwxdmX86nn3n/xgmIWP4qk3FsZXsVlwRQd8IwBkyQs8HsU5WJEnfEqMr/Kl74rPVinvwPPssbA75L4oT86NVfVm+Ffnh1W9NvEQk7149OCM4VUxK/icv8Kzzg+1DnLPVfYAVoP9+QgOF70BDFZ/8eSB+dVH+6Ie0Art4kYdzNThWGBcrNoWOyxj9BoX6t6CXDGWnXUFelzD+htt8X09iUUjbux5gfA4PX1J+b6E391CmeBnC0FL+XwIdYcmd+h/N//oQcbbRe7UOh9iebE+h3S4kOiwP+RnA5CKnvd5r7Fo0jZ8f2Ze6rE7w+d5A3hO8k+3P8YHJ9j77W9kr5z05lhtxSnm92Ps5sH7uYC01Ep/Y7+VF7KpJQ7tQE/wlt8cVj8VZPz6U818il30LYRfFn+YE4/8QF66kbqdSrSuRx7EHNuJmwNf6cbmd3niptx00qfZY1a5F9dgvcMYzY443jVbZlZV6AsmpKqzavCarwI6jXgd78CPgLo3XI8wezJNfb4xUgZjsh3UiiHHFKAzfISl1RtnGvPzDOpwXr4yLFXBm/HKssV6X8hrjX/rR+h3dd5kvLTSPhDjAazfl63bhndsro/F/nrjyfvAHuYBHuyktGlz+yV6bO4vocP39/8XRdv1/hJ9XCaM8f31gzEPtnrv5Yp5GJD2PEzg6wtqDuZeX+W/QsO4fl1z/rXxG8DYiLaTpHehhEl+PDm2ch49sLRLJ6tH67AqTy5ucePh+X5b1ZkbsK90JRTjJRBHv4c1pdwYdRYYvXlLNoMeNzHDc+1RBY4f5XT1Iq/LfYf54s+Zri63dPACchYbfJK+9ncd/+lpGazayW/2wLZrAvAdH+dxSoS1PACZ6HzOlt7HugG6GDetPbUuff05bhyXmm61lQ+dKv/XY7zK66F4i/6d6sSYI78pwXEEjGU4Zgy5KzwhP4nbcrA0m5dH9WH8rPIH/iruUZ1qujI3sFdATPafxqspF1oPGO8FLQyKtvHmOfiS9ht3dJoxLkLaR5nzV4PL+G46Hgqw+pV9i6NGfq1B4sDBWAQ9zvahPUHb/vo1MqXob9+Q6L5xYNm9cXxbUy5vn/BNGc+b89PlRluGJcZsz0pb3sT1fyM40m/7GPpcub7Svh7PWX/YgcSfqihzuKzHKx4SnELjX3fhN4Z3P5Imqb9Ql7is4Sv7KOQw7seKvmF9Ca4LX9YS3wQ++iIt+X0FX+qPzZu8j13sCNEQ9on6wBa8yC9czWp2h+tNfqWeKX71W6qHhdxCSH/Km1bwi/bdLSIrppRfAbcaWMvgX6v3ryrYzssZKcV4ijrk0/byMER5I9lykfxP+tc4y7A63tW+bky4P0Q+KDngnzzPbWxcbVEZP8uZNnbOV7i+8frZkh9sQ5+oU/p6vL791O+goAeR1f7FjTgsKuEf/beoh1z/trmiT77mH+Z35CLo+h3zaOHKHFUgN9XgjyOxRD8eoe2ZQp7on/Dl/M1xmtzOVJrhHVm2v46XIJ6MNH3ST3BlvhCPpUZHXe8jbN+d7Zk9tt/qwn5rV4Fbik9be4B+0jBd5/6P8WH9rHFzHTk63rsI55lxk7x5LTiZU1EO52A+E8nSH1oZ+QO+HfWfU5T529vnA8b+c1IKH0/OpW8A14rOArPG/rQ+HjjnAXmD9cqJc04fTe3NBXtAoPGfUQ+5Ln7wNSKo35f4nmHd+8gssdK5MHsfU15e0+Lr61SVC63Ab3PPdJ0G78dJ8s376X1E4zN5FdeKzNOQDV53xPCKXZRr7SnwFS4fnFf3AC4FRx//Dd0Rxadv1wOYU3ae7fA4S78j61VxS15aXZjX8Dgu5E/7e3D2v0oJPfGPB0WvotfVetjxIX+BY6wlz3Hc2L9ehkwZLj95YKzpAKOfNbxXh05Y6/n55Fh64lN+PPDxwDt7oJeH39mmM7rTHzrfn+F3Na2+gXw170fwK/5VC+ojBH9kvIQHeOPzzv0teFPOEaPP0h+ROaPBvI9nmQHxM3Nm3rquX8736v2/5h7zmT4E1J0H6l//8z//0znhkTvQfgItvwFyQKYh0Xe6/bvUhqBqUr8KeEmD9ssTzEcvDO/Wzzd1348+Hxw4d8KjR9CD84mP1M+vdu6hT78iKT1l0tXPyOvJmT0B1qWjHcnVSJb6w40TYLavh6fhpT4ey19f/8Y3n/8TnrTnUEmsFjr4qI3fWl+RJzd/pV7oiy5Hap4czWcmZ0zfHf8sYsY/I3YqY/mrb3VYPTkeBT6T01Fv+qbAmO+fP/tvaPQ0OQVfna9WyMrTZqABf4X7JyUg/Q0EmjXHhzCOE+Fss/9w2bNb6QredgO7uuG0dEXPUVycnTNFyqw282P5rT/LSXSc0VuqUZtjC5x9vvCn57eRn0faSB/00HrJQTW25J6sVm/S0h7bLk8IWl18/sASXrVd4EsZltOxtsinvj0eqzItn1W6KV6av/bgf/iAl5nbrm29vABk0I/6XYYd4EQX5smGekI31G9F/xl/KjTxA/dhdg/2/ee/kUM3jya+pKe4Hh/275f1PCr0/jVWieMeHTjI3JHYrfEKfZE0qs32BzN+8mbLSMK5PupHPThf2UZ+I0xLYj/72CYO+bK9X9Z+r+n7ubXGQ8vns/sbirST/GkvS9tPvLkffP1I3y91jIaUpk7AsTX7kid6A1y+KtXmU+Zbwtt2fd3as0/Lha7EI7zf1l/hKjd/K1tT/iIflLqO6zbvU/JNfagIPahLzFkhP4EfYUJHmvAbh+kt066caGsZA+pGfoG7p94BWB0fbf7szQWMX3gPhW8sW8lufi72N/PGrhNpfLg/tnIyvDNO+lrCqhbbVh6AlBmqtVcihf/H4+NjulBe37CT48v2cJ0OSIyLjL9aSbZCHnnoeKVcq59l391/WES0k0xZ/8TDlN3zOPNHxS7z0faDn47V5RGsWEtD83G6I8jjv0JX85vZX2PvtHxdrLzZ+mHxdzQY4/r6FRrPv6WXNerHeVPaa+cmxCc/lMILuVvHl8Youhf6NX01l3G9yPDxfHk2f1e0ed4Ew/7o9bHCUvM0zKikBvmWdSvJzzwNj1mzkzeLPxMDw9/227YVO+tn3Fi60vb8XMbG0lt5tl34subxZx/KIktDWad8ymFp4WyTruCd20fI7xqT617JNR26/P5dz9fd/TMlkyfb4P3f//43r3GEs+ztv9DPPRtxUVr+3IcQx/YTPis5HsTjeH11foog9oe5YelIz/U7t1Gp5hLjahZ/FYfLG7x+6DOmnn2MK3qoR/Z7iBv78dbKrv8z8cy/Y/v8q5DM/FP5eODjgbMe4KbmLJ/H0MtNYCc/XSgeF/dtArxQwNuyshekPNh6W4NeVHEsxFhcWb6omh+1Ph5QHkDORO6UD+OX7YeWuMbHHEpf5ZZl9+AZ4VP5eODjgR0PnF2jztLv6PrKuB8/PHN0yrql9/69A44e/G4LzsjtxRd48t9R/cGbnygnNMKVGkGnSm1zrl/D+oReT1fghO6PIe3F22Okf6R8PPDxwE/3ANedvC4sGfw6uZtnr7zBvKT+Byl7YG/cM9nLVO7WHzd///333+YG844DXnIdr27m7ljzwT3rAR0PNv/a9llZ0xvAnEDxSbwcFOWpPip0VpHXo5c757T/8frxzv74Dn7WC0885fHJ0PS0WWnbmrVveTz5hJUj08rw25v2+Uw+0IEH8LQQniCyY9wnkZuycvN3tok7Mn5yc1mefBT+/RvN5N/X9t6eV5E/G4d7vZC5d/JL7r+8Qv8v5r8kH/kL/xjzLG1uJJzl5erPGDJ/TvD4BKB98q8Hz+wy/1X/4Ynd+inJzOuSCsZzVZcrBM7jR4894+a45GO2zdZbraPc/C0Pzng6F3yxn08VEk55pb1vMWiRlciDHARe5h7hZ0rq2/Lg+I7zI3W0fHrwVk4HkuYXb4BvPbgTno7nG6jUoyPFB+e57XdfCe3qhxhINyWQi2x+Gupwhf6LPHjww4Mg6rWlL4keXML38HF3DLr6yNzA3uoYfZfxoAMySw6EXJE9eBNkwO3KrpEf6Vvoqj89eMFh/ik2lz6nhng9fK3k8FsE0S7aQzLC2b63DL89+FvHcajTfY5g+fYnQWBeZZ4luoU37fQGLO1mSfrVknT0V27zDeX4AJQ8mMW+Vd4eHvMVn4/lPo/ySYPfCP4Kr7F0ZTI/lu0CSXPJ33+V37vO4IsqgwFWErK9CharA70t6rBNP3SQuA7Qz0QbvblDnKNluCoPpGv+8WQgFvBf/ISiGwMBwcaNxTVprxFn6S2C5Wf7j7fpnzov7/Mjnw1KN1cv5vklMdBJ+PX9JxPgNv9zXly8JnEe9e1aclBA4rhd6fdV2VfgUf82fuEbfDMK9mflU2KiwEY17qvuvGYf55aRdnmvwziL49mOJfM/9+dteyil35ni+leOoz7qmR4b74z7mKNDcmV7TwZjB/6vfTbLB2XeiMQ6xva08LDn8klFG9r4J8bdJcfmmBzqX/vf8sL4+nJIbylKG7GOuB/FCPcnpLK4s/EgvsXrvfnbk0P4ejm3f53XAUzmnSrHHuDTJaF94/jokmf9Cj3GCuMkb73Xitvx6/Ld7JjeAM78TCLK8AdUxCm1Qx4g9rCI+PUCUBe571H578LxeYy/S+A3jta2cKJoJN2v4av1s/QzOeCfDiDsgjwj/en9csGJTSvnM8sdy3XsePS6f4fvKu7d/KEHZXj2rerZwyPvXv8rwI/piNz1mPz1Cj66Uod7LySv1PRqXtx4Xc13zu9Rm4O5Jh+MN/KA3r94+yNjCg6Lw3FTgWr6AH14vtTyF/Qvir9IrdL/RXTaUkOvrbyQ1Qx0v4av1xFT933O63efbh3OOmY6KI8Dw38cHx4ka+n3+JcxwUMpSGSdfdSCazJuFOdLKXZib/w11p/0mWSjon+eaPpTRB7fjbGm3fSDxw4wr7/J6z3iIVwOqRs9zPy1B5H+oedQUOnU/vHyv+4vVC9bg++88XmEwm4MvIP/so5qX/IIh63IyLqtIO/jxOyazPayr3BkDr7JPzfaiPz5K/HPaXrbTbTfI9R93v7Fo9mBaf79EdrhOMfVMn1spORyQ+/drtfn9vlW3wC9MfapLddTtvfKvq+uXWe4h+prR3nn7Onzv6NHf73z8fyzrtk7+WbJqtX5USekJdYfpOSBRR8ztjgPr/bfvxTQMq4XGPkOayam8vR/S3cGwsVc5FA3luB8lyPOaE1aJp6sI/Zu4Z/Wn7htSdvbHh/CsWAv6C2MfXtl1l+TeRdqut/WG3ylXwj+X01/YMBJ0VuX2G9loe3xs3gjeot7pL3FfzZWa/HAJ+cQaGVzCOXx9q+Uvim+/MJDNr5rsetLaKH+0y2Ct2Kvr3ORM+svmG3tCvktV/rPzinCWfLty/Kmw4o+rbwxZMM/3nwibCvOxxrlXsuTsjLCWgV+tr6OlIZfifNeshF5HB/y7LWn2hn52/g9+h58KsDGAuLNwqZMBghe/BJ2hRzyGo/fQMEnduEhBdkXMK5aZcRHssf2DoHkNwADl4qU8WnhFdJSg/71ke2TyZRX5pXQF30sn1kMjOVbbr025Vs/E96ja+CdeWbfPCNdDx77w3B+8Tey6uEjuV/aHOljZShtjGXci9ZPG1f9icr6KTOzleAPsASP+NT+ih07+nf8bdXotq0sexfpz9qzr3wjIcoJPL+/w28Hr9jaVWy1Q+K/zCdLtzZ/6vEEzUj5GU+tg+j3zTch40kL1946zjTVufq6frwWy/KsI208NH7hwe/IX5m7U7G6wl8F1uhnOMwOrr4a/Q2D9OYLx1/mepFPeE1V+mt428o3STvuqbO3vTYBP8FgDmKbkvhWam3mRL845xmD/4m/zYYbl9FW5JPQL3bj97VlTS1+kPcyo3xlU8njSV/Gu/npA9m3Uz/hDV6aP67R8OGbH7GR/tAPOd+o/Ed89kXcYIuUZEDZaENXaa/eqM0aY8NhPrz5C1uynum3eQt/8Y8hNc2gUxYkXeX6Fe1kg1KBspvr+zjWgaQOEGGKa99Us/IIds8f2LlShvEpusMvQsQxymcZLq8VX7mEEViNg36Vnj7pk673JF4lfmtSzn/cgPY+v77FxjjcCSW+tR7zMNZRQ6XiXXp8vplqaOtB/17K0xoYolvHPu2t1qVEAz3Ynw1GhXYV3pyPFVpsJP+TP/hl+0BPXi2lQIoMH6Ol/wP+QZ7MPm2sz6GGWnkt/5wfasJOS+j7/pH4quPb6hCGIU1s4pX2ufMx/rYp+emcbQ0SHDmPZ57hb0pa3PW2599CHceyNHONMTzPn8mXDIMq/jK7x1ZSfGqhHFfCbJvwXtnFT/uDXhbz93dt/PXkEl7km/HM+cPjKecP4MH0QH62LPFpe2zbyLfdTdvTSyPt8gtzlbGm2XTqrf/35dWsj9Hn/U3NrNuyv2U8o+f42Td+M1wHQF4fHPE5nkJfSEL4D1vhX2n9j3FInBEfh/UlIMq+hJnH5Nj4cn6238Qn8c9+SpQ2rz0Jva/csGo2Ye9T8t04/w6T4r+/v+VfmCxcNO+1483GJy7GPZ0V3MVT/YecCnr+O8RgQqT1u1PORI2mu7cdaRDvBXBMjy4UFZ3j37P8Z9bfzT/Kd+ya6bXcT94oX/RDH7+oej9PrReOhZudzc3wzWIq9s+QWSnwaTzeA5ctv2quLuTJ9pC2zv/2IqTnmJZPDzPAw8V4n++e/gMpVdfD5hR9jvIdP5XejAVlyKvb9+r6KVeW6ivFitbl2eOPUzvv5K4Hh0fH+vOwhYdjo7zg9emDRFy771+/a/1KBHg1yPd00LjojzcWk0uQV2c0mv6qOuTyH3ge10H7pxN/Vyn9AD7H/XCXcvSp9vNdso7ypY5H6e+ku9dvOr+grtutVXf56S6+zJfCf25fa7FABvrN9i89lqvwu/m7esDe8afOMwP/jNk8p7fy6TEV+tcTu/xwM/2F/TfY33L9ZblrOfHDliJ+6phib788K7fP+boevV87nn+u04ec0rODbL5wOc9FYssc74WNfBHVnpuHpo/BM+naRNGDF6/y3vKRIBFaPJyAiznKKrxfuxa/NgoXa+FzxHqh5N8zftSHcOAz18b62o47tcoln7yYLvBz2Znnp3KxB3DIAJb6BFrXdZxcLNqwi/Glnzqq1SjYy3FVSC6tPVv+pcZcwWwtf3QlwZ8mRzC3oGTeYdnlgw7DR+M29BxHjXRl3fIf6FaLXcvrfKOgvG0gXAivef4tLb2WpIX2gOmMP5Lq2PkTxxXJScsi5tmyvBGlZdZcZ3bhDSDsj2q8lp/001b2sx0mUy12qXWHT3zB1Nfvhf29HoGTvtg7ho+56V6Zv1/pO0L5phgxyjc5BEgcJ9w+DXnOjBfx90rmjjEVbIfdNlf0fNHjBr1pA8OFfmUJ2mhhuDIEDP/hQx1i46Y/sCfqGPjTNr6gxzfUeDOIKmS4foOKnbPS5vwZ/g390eZgN/3P8gZRQ5ZFLmKy5AXCZ/NzyLzXWfl/kgB6PBKc8UJ9iU442+9a0g6xL+V65IV0GmXtvsvOKh9uCCFd1De/tiE3IsEm2xffSOWNUdhZ5kYUV4UJYlUAnv1ZTMBif/YX3+yh/5hoopDyB3qBlmXpqWvkX0OlxT1fzG7gl9aO3A78kcdsbhNqrhFlTnoyVmCQAT3x9gn1Zf5coR/hZN0xp/VW5EhergTR/grYNOjjao0Me/j4TQ8Be/RbwKABPX3SMB8BmMOWrxdqZpW+dVfVsrpxvhQk7fQCZa3Flx7mdc5P4q+VK2NDnIPxm/27plGNRdk19KqWzi/8Bg2RmJJUdG6VsIzooh/fJDUIoTke1xb/Ooj/tfnQ+eBYXqfaW3LCHJbfDL7Kf5pPiaVrnbPG1+Zf3Uad68w//8hbccxngCM35fVjUfnIL0xAzA7xq9knLPKZoVHPXv6c0bOffNju87P5Qt4Y53UY6aXE/qm//6lx61ZfvsZDfD3uLUYtGXU//1is1TbjWM+ZFVrShawXXQ16vDUrefno+r0b74wf7l+pOeFsb5UhH8mbv8XGip5rL4AH9zcVv90GZGoddum38OmD3fiYCRG+7Tftzej2+qn9HtUDsLEHWks2D1DmiIgwSUKWPUL5ofl44AYPhGMDtUfA3Hrr+XWDh+5k+fF337unNiN9tqd6nj1ekM+Lof8/e1eCIDmKazuz/jF65v6HnMr8yPiBEBKb8RIRRHcWILQjBLZxRI8ho3Q9MjTcu/2l6fTOsFZ/t+K9s6+eYBvdtN+fOZyiDh4KtDLf9HHIPbm3B7dVjxl4pJd+o2MG92fyoHn9xM/KN08clefqtM1d5TrZgvdYcne+orkAHVC26s/nN+pbjp+8iNANRX5TUbahL5/XQZ+H5iDSmb5CHF8jDhtWuTywPHClB/rufyKvXKnhbFkz1q3ZOi1+0QN8HYvQVbM8ION5+c/yVA3udm/PvGSrKb76J3rgafPn67///W8xLEsXLliwqbR/k6D/yTj4zvF77Rl3Wb8RXegrCFpPocC/kCPb4z7wdsuTHxu/wqkMyMfXKPyiIhQJ9hV4JSR0IkPBteyGHuhPePFG7aTHLhP8QFrlC8SDZfZbNxm/cvxl6IOAq+ztVc/nDVocKQ35Cwa6H0Tt8gX8Ht/uGwLoI8cX7brd5fyAr5PbhCj/QI7StYEs+RZc8rHzKjDPjR9r/kO6Nqe94alfcVLcv8mx/36ZQyT/cV/An4Alv11RyB9BH1EBPwEOTcgBACdO3V0xgNQy/w0cwt/HgutZy08Kd9Lp9x8f1+jmN+kIhrzCTxJ6OrmcH42Psh9Il23qihuTOGFK/f7D/LMBPF/pf2DrpWaLrl980VKjcXEn3ZT8JhbloQxBVwljLnohH/Zlcbi/QUS/olL6gM7zYfEV4qpMH2JyFwJ+f53eNG7fX/pJ3dw/xID5co/xan4oGZf0CTtgH59LCT4aTCeAppZCL8Fb3V85HGyb4G/EAcjZrxQClJawP4X6XMl8QvwlbyIJeZPhclacBjpq/eBDGSmZEgZfzsPSbcMx7OP0xfou35RR47/Th3yfCfPjzvNrQHG0Nl3AaqyU48tigvHL82xKEfH83spqp1RuqD26A+v6yfwg+YIfYov8hTqVeMMOMODHUpfr+3vmvOcj9UM7ypO1moySfpLXme2anmXZdT94ejlOkW7UD15v8CV+4Olh/rd7AUOe9ftIt3YhwWrm0dwuzf9KP7EO17caf4Lt+QP652j0lo33DeHQH+USHOpT88rOZPOFS7ZUWvzj/MwlEyTOz3J8yH2l5Dae5xAXZflSnmzjDVzpN7RzfPduCsVSxX8aHcY06bPiaB9/+Ef6UdufJ3z3xs+v+035wkfyLaCOdVn2GdyyeNz9YKBH8C6naf5GqnqtIr92/Yy8kgginom+Se/hBs0I7P+Q3+BXlPKbfSyh9fU/LOSChZ+XkCc6Nw1zmAbJ5zflpq9iXEUayIcfIEHC0UY/8CUc/bFEHooQXsP9HfDJ+ZbpOS/woMOIP3RxtW2Yo60ct16Pa0eOy3m265dcvwWmZXqsUzLfVm6PBO7IgwEQKtwGNx8kQ8QPm9/kX4xPYHOgso2Xk4N7Uxora361r78a13kwxFzkaI2n97f0X04fOfmaxU/iUTsd0zZ6jUbj3Q7z+cfjH7evpl/ZPwhr7BNgRRbv6OgsYV9tXLN+vKG9z6+s3801/rH6AYcenGZKHXnAYIa5i/vKQIv6lMcH+R90tTLyrWH6fo4PX7VR5vQE6eXB5Wtyy97RKC6CkaG9xl6k2hKzPLA8cLoHWh/AnK7IFAErn9lurC1SNuV5PXe/QTAaL3TdedW6uV3jhiF4p/X6+bmnNT5a8cIwrspLeoDGWV5kSkOsvGDBOT3d1OrN0y18uYzROumFv1EePXRX2dWj01NwyTet/umNp6fYuPRYHujxAMU5bqS30NHDyzs/rfP3Th1rsq+w4QoZNTtfrv/e0E7d9SRdUs0+rkVz6R3m08g++eMGe9DgGfGB6wTsPfEAaVClRbY8sDxwgwdo3r7C3NXWtRl5bJbLq78BXBJESZSMQTLVcfGMuXaSIlKX+UW8cg1yy1hn9PrTw5DfbvcZukSepE+ui/Q1gjPujdOTIJFfZ42d5OqknIJOv1/EP7NO4HCed9QxXpZsPr71uWpxOQOO+XGMN+xDWbsJHqXNkZ/yy+dX7Ndr0Dvvna1fLuEKCBZp/8YG3vyNawbiF34IbZxQM5QkvHPjudX/Ox6dVNtSZX8MSBPJF/QffZCnZFzjzQhO6+koc8/I2bb9zvXuQ//QGECW0xhV6s4+x/0SWLIT+gE2vQL72/TO4rHsjGZtMR98rHuyba408se8kgLpzc5GFpLUt8PJzLhT0BEXlDyAcbTGo8tLW66JcQmeKCUvyEYp+9U2xrc4p1XKtwWS/+g/n1/hmDgObYYjr7RhW1hxrMvzD3gYe9m2+NM7Si0fyRc0gFNJMvGHdQx6AL+v5LqV/Q89IM9q98lf2Fd4AGNFp/vjPtLPv7QttEHuEuDQrPRX3/7dGUG/wNdVEGd4+5f2b7SXwxtUeBAs28SD+G3/+Q0WZ3t+3fmEvnUGNqGMgmnOledaxKVaD25KyVvST7LNcVHfco3zeW4DMGol6c5zTIq/jZP7iumX/lTmQLdtxK/hHs82fm4K068I+s8NfnTytzF0EY/rrMTe2b5JmKeRFfOF308gZhFeyHOCxaOb8dsHmJqV+IAfGEWlivix9j/or7CZ2O1jyjHc8rellyWQ9C3NBfqmpvQepsWpCr/i+jnMoZJNVU2nIiDGqMQ8myqgyKw2vkVi19lKP8vf18+fmgda+3n+qY3zoXsgrQoV8HA9VEApdpn3B/dXjxHzGZN9rYZ/JJ4Fz/icBQj5Ixcg18R4fRCvycMWOlRyPhsEJFa3CBD4BejSb4DLktO10kgeZ7QPPQBuU2hWQmqTtrAsD3zQOCgXIkiUlneuhX/QWFQd6255bBdkdPOENs20OYs3zG1y24fHE6zNW+qDxC7WCYn2Um2y6bgPpcntPpWUWpt0PEdPTVoJttu1bSQm2bhdoJVkPqHPz1sZ9z5uJvnhVjP7bEAeuFXlILxP90AWKpw+XgheOt+UNTyo9/QK6R4uLPSv2D7dBOE/ni/10e3QSPDuoJyDelT+QfpL54HqMT6CKsLDgV5/WivG8mbZ/nAmibzQex+2wXOcP7/Z1EDaiMLti/k3EvP+CH2dmq6/vuc8YQD5/C/caGrxJ49frj99g8z3t8/9WZyTfDzhCQ/CuDTun+vXj/vzG/fFeJ2PRw8Xeggflm+NcBs/f406KkNj+xQY/3Z19TAEnz+9SmM6F3j8fMf4//5R8l+BtlUdGuNtbSgOtMUt6pc+zrXw58K5dJ4drpu3XING2zrGbFtfMS6Il0YxbWgD+ieMOb2Mz1MUdtInPfxN7Kg3+PrGsQFH/pNtjvukOukLnZ+k12fpwufPZ1neYu351xctWjwd58AC0bEWHfXC0/Ni9QEwDKg7Qk5quTDWOXAMJOl2+cfkcdlj9bvlS6338cAdCuMEnvQv/I6NJT2MO/MDedBDtrtkT5zYMpqlHmOjXeMqpdTb8Fcdkx6wImm2YM/G0T1G404x5kvanPmAw5uFqc6IaVeKGzd0kopwU3xugy6fY5RPYKaYuPCL84P0hvz2cUbcS3v++fIb/mP2SJ3L7aCLQ4v1wZgJcxH0rtxgRkLBeMKhIOMqA8fxKY91HEkr5LMbG+C9y0PadN80on9gX6BjsalT1KHg6TDzAysifhkuZxz03fXCGxMcR68L/jrSBiWf0vyUvvVz9zfTnWLpZ7ur1HOwoDCHgs9tJTF+NobskfLa/UGc5DyFfOelTZD8rTHgI9ylNohgzEPgEx69TY92Si9t4FxhD+nj5uD+G8Tg4zF1euhAOcrP3vh7nlzCsbqUDX2PcT2LGtryizX+BgzyC+YI4mB3oFOrYp8xv7exI6PCHPDxtf0baEg7DydUjPGvUwZ6E5w+oY/f9WXwDQn/bPwr+Ru4tTLoaiAG+1i/QsNjkzD9b69ttY0Qb9xtDYV+g3vMWN1qu6eiG52vaO5R7BMC6xCUetMabzkioNbwLVzQ5CX8E8Z5TxiyLeMR+SvnCIjXBfFND7z4B7+9CPm+j3DoT/OdZi/nSPVUhuxN5uLeKe2UbckjtnN9NP4Rf0atbF/N/hYN0vFooZiJk9sX9Yn+pjFCPImwOqZMcf4L1jVcl58oiqH/FleUGrcJ4fY7f2mv8/vPn/0hsOfu7NdCfxf95RYNn18KSMCtOib6cycRxd7P8ix9K4jT3OlN46TRA5aPo2A+rYn8jX2s1ZYCJZ7sz+aSczmNpR9PF397rgGfjX6PCVrLCQ+5ZOtjfvSyrvNRbpsCkfop8Z1q7Mc6sdHRbPOS4lzyo40NEiTjHeg3Wnrs6n38/Y+/9Rj6HUv+4FexwM2dVEMVpwXoxppG2M9FMkb5ZPYRTrv8n4qu3xl/zHnogzLqZklHDiJM1LlfIwdew1yGXN5n1S0NNHyJS/IkLNKRviF8IpjVoC9A0j+yH3i8tOVzLLt+lJ5z1vQFjORAFsaH+gDjfKx6ATeLPYuHkxj2iymOv553U2hXL96v83jhPkRKdnsL8+OoIvX9McaSSwKsMDYBHbgB4CqAtdB7OmmvlRdo/GioMZ4oufR6vaZfu951WW0Ylr1t1Mex8IavvJ8HOJeA/MdhR+sYf+kHCUcb8iQ+4KeVHTnJv/EbY+nLhR2uF7x+8f5YCOitAzTIqXG9tOw66pejfpTyZfsof8xYy/4DcHI2HN7GhhtHdd5u47CwTA9UNqQm3Ut2IPZi/NFE4X+3mkVjgb9bFblf+L6/3BWRm/qCfgX/HU2KYWxa5gwZkBpRUPo1uk7Juy2+PME9pw8P4hClYkO/P33e6qdThHeAZoSxz7Ex75INV9vRYXIBlWyIdhQQn9eFWBydcwnd7octzXXk58NeeWH/J3Fzlx22XP6sl+q83TZsxPvOz1H5nv4185Lz+9H5fefQkewkvwwos9v/a/Dh8Uw3VWbfWOHRdwb/1D8kjUvc/YcYGHDf/XEf7eG64PoMJlWfcQKxu4zyw1zq5lEi8Nea8qZfpEjl01cvJ58krgmX4SeIxxvkfz4Gxzm+Poe6P84bjyd4j+dPfX/g7D+QfzYbC/Q8r9ND4fzBMObE4Dgc3sZyudDlupHj69lWv/ppG8YuyVM1+7nPyrg8/k5bX2FDWRW9N7H7qvFv95+u9CiUJos2YSRctkflLbo7PODv/WjjfII2mHvJPDpBzouyPD3/vahfuNrH9q3I2XflVG7JdXVtX1t9A/gK9aAYSpKJ+vDDHJwouD3J4Bn7zcFG/lB8If0Lv8dxj6clIuz1asd/A5jG8eYxVNyej1eKhPFFmfbGeSbhj2/v81uzi3wCv2j9m22T8kP4PQJjftX8GPTLjtzhHfxZMVePX9KF/BZ0qinP+uFz0KK0xkHC8YZkpPN5B2+EM1EuaP3bFwTLbp4FRJ93f3/3m2v7VXMYr4BXqYzGiaPzby3QqXmXeveLqOSNAkO0P43pfy8Z/pC/+fvz87+N2r7JaDBXwH4s/AVcPMmLrYG4ObnR4y04ang/e7b0pq+7YePu3GLVwDjTSLV++A0O+6Qtl9vK+Tw8jNNsCeCLMp4cPWI/vcMC+np+Idk0elR6PZCbyFotPtq8AJuojHa10b4aVpJ3nDO33OBK+OBse0iO+3/7bKOHCWoKbo8Pk8VpHdBtTIDbHWxv2jVRI//vyPtPK21rEIHwZloTrw3JvWW3fbsHjcLff742/nIOHrOP64L4Qh6WbY6b1qGD1C3FknzRS3Afcz5n+Pm9wxwSvVkCHNC0lttKst8lobGkD+yiOt6+pzr0+96DH23go024rR94phV/Op6IyV7+sL2X7g585M2wP9wfdqCt6sSvcw/6SuXPgJovCfb1xydY5Idt3+dA2zxw+n1//5/fK7n9En22N07xxPtknZn6lAm9/E3m+FrOec6sJ/5zjGV7TJae02jcYk4qz3Lsux+zb6Hx43FfcwxiTKHh+bPGJvaTv3S/AgdzBSXgsrT3/BKzs+1CncaX/sNeqJPDdPSQx/ZwC74ph5/QI+7tRtYzwez2Zhp/cIQVX+iXagNejklJdV0bekFPy76zNILcEf6ku183/nHfGkGfELdb64Z/GvLfrTo26HeD14JInw/ZRWFhfQhEZqUhtsDf5DGno5YPj68Dch736Y19BFGBk3Z9bp3xQUxzPsQL8Jr96Ac+0dLHgvvem//d13CuRaZ/eIqOPOWww8aCwcKdSs4t1iNfn5/hF2Cg34ID786S64Y69MZd3jv122RDsdsVEQrAUU/VT6i7mssDb+EBzLu3MOZDjCiN2W35020Wts/xnd6BUSQd3EU6/ef22H/dTb/ag+B7/MUuAA5Yu0jne+CeeJhvB+dINuFPXsBwvFVfHlgeWB6QHqDcUdpzSPyWtuT3jnm3xQ934LyTr2Uclfzp47iEcV4ffH7r9vg88xbn5YHEA9uBB385lsBfu+GvcSnnYD6/oj0+D65r0Fccuyfr3LMWP9mOpdvygPSAle8lXLYln1dr08E7umf0pDXjSbpo46np9/Xf//53v0OukcSTAHpvPGmg9cug0xKxxNH4lGHWaRMyq2SapwtviClCuL62npZ8MMS5DrTTkm/atAFKsfOWqVfphI1y6jPn7CH0e4P04b6gdpBb4WXRwSvWCe+v/TcKSdaZH/sEb2lcoX27ZrjBDXlocw7o0+IA/oY/0eb0r1XH/EvnaLSv7TQ68OE7tOELvNGIdrmkNxtdvLOYRvzbdKU4IaparPTRy3GX9kY9d/9q84jZF/H1muQv5XMq6pP4vF+tl/KUI7Df8BXcKnw27GA3jYnwu0UfaIQ82ZT0Ox3iktDJNzTv//e//7kHwP+3tfFGQ8pO0S9F6Gi1xZ9/Tl4bv5yXjId8/IWfg+aeF6fnb/5ifMKhvUDXW8l1TjmU9Utx2bq3x4/6hjoj4vYRWPqnJz9xXpHPqH2t+6M0PzPT9mpNfk7RB7HGB1yOya/nd8gxylp+kHnBYGOCa/xNQruDtnR4y6Jqf02+ZV8jncx/8mCM7PdW0Zj7uJD4mdWGHjSX6E/uw2K+lnHn39iN8jNJBiDySfObR6/nt4Px7RO7oRuBvX7IJ8gx/oGQ95FOHO3S+2t6H6OHntCf60B+bvUr7Ob0vu71i3IiRhv/iK/XdP9Eeem4pDwibcQXGP6yze0z9krazfxTHgeLv2BXaEZdNSSef3AtSLs+/KZXbXxSnrmsqv5W/toZQ6fwpt4Ox75U6kdtwHid8gzpgj/8RnaqP1pkR3lcgFm/voiYes2SI31JeByW0sk8HPO2p7HzrK6VBc35WJganOmPdaEy/uACuVgfYhsYo2XqH8nf5FrSG7aZxEoH48f3B/S71PTBPEJsY96irXD0dJVviNHouXyLbzOc2dVMwxBhPwMlVfghAbIG8gcD7VUWi3mnm2np/JIovJf7EOMk8fO2l89pUxxIKOuZ0vS3IJ/rTevr9/5maYDzcWyI77jX0vWv7w9SW6AnoNCrnMeBjXLXhfQP9sDPwJGlrr/EstpRbynHv7nb9w1Omi6SLzTRcNFHpUXHcahu8dHpt3VIxAd8gJJLACyOp98voQ1cG0/fX0k6tPPSsk9ikr02rq1f7fpd9yOkgy/asbR1iTgttbL8ks0t3Gs4tn01ylq/tyt8Y5SBjvWed/dcX8R9SDoeEe45W/sz6Ac/IO5lm+s3sw45Gc+QH7OeDSD11LEcVOQCE092lOSP8pQySD3j+iyinjs/HvMGcDR4Vq2W+Nrl0CAh4Nqp2jDP4tsmfWEtDzzTA0iMa348c3w0rTBmWh/GsYSj0b0T7Mm2+31I+WLmncbi1WzB/Jmnd31/NF/mPO0Xp+WBIx6gXNyej5EXqazPmyN6PYf2U+xMPR5j4rxrvlTiasEDyUNWTDl0vmAZY+kFlV8qLw9c7AHab6450+/00j4d/izh9EucTwH9oO98CYuj5QE6I1h9DmERPxxO8XRPTNkbGPJ19Vzmw/261HuGB7QHyKRZhPsHiPFA3jP0Xlo8wwOnPgCmxMs3ddSOgSkdQIGanmKQGGm79mQ8xR5pYVOCcoRHC00P/x7cVHavfz01Fk8pN8BTIVnLoqNF8AkfnJTJdNlPgMTEOeY/8Efca230SV9lOk0FYP70zLmZCkDuaCBAf3+jEvE4TcNwAujeG6EyJsbtHIvfWf4c13tUA8QH4ozzQZ+DhXHm/RPqgW+UT/Oc5j/5ouwPpt8EVe5h8VQbrtGL5i39lce5fWRm8WmR6HOOy3uU+kbTc4ugW3EQB/fm9ztcsL3UE/LTvfZbJ5PLfsHYuSsG/G6mQWD9dhLQsfdCG/szrAs/eJWE/LXNhbZvJml/wwGSZ5fwUVlf5BXsM2I7rluzNZvBr/TmzTZMe96CXa0yZTxodL1vD2k8jsEwtsQF40uwnjHzPGr+oYeyeIsNsUFS6Q1dmnroI1jbh+tOFPfmnzad+7Hgq5BPHAuCkb/RZ3OVPrIxr+vpia0WrWDjbL4NspM38BrwNZSwfh7TH/GBvGO1NRVSGPnzmC7gh28HoTbyA2I2tv34oQ1aWbbkB/BAueXXozeIwvhIjfra0Mmmeu4GGWNGrhx94FSzHzJs/6CnHJ+cjx//PT8Excv0kPIS5VBszrfff8sGrb90rerjmI+D6csZ+dNkPtrBv6HH85C2yPaoJE+3x6eyf4EcX/66Zx5E4fc539sFCQ4X0l6gVYs5ub1V2vl48N8sSfPnxyzNevnMub6Y7d9eKw7i4y1bI1dijtWkAI+vYwSjNv2hv8bHX89fOQevGb9THwCTU7mD+SDUHX4E48qBOqJn3GD3cOkLXHB+HZ9A42eV5/gPF37PsvUVtMF4NO+gXsGoXUfYNlPlM3jO1G82r0Z7KxuNYa0C35zDdpOneN+T637NRiDX8pUh3H/32HHuXucC+1x8ju0zLvQ3zaE70j/m9lmmns2/pvfd8mv6JTe6tfzI54fWXxXAEOgBmwuyLc44X4YyvXqVnOmKn8rw2nyEMRiJH9CSO0boa27k/Gu4d/Q/Xb8enygbNZcf3RG+IhO674GHeUCctyd4uH9p/agczIFP3rPk46PN/1r/iFc4zxF6QXPxHoDmxrX5XdjLmj/f0Zf8YThDeZmqv/9KuQoHhVpVjz5opZiHR/rSBQjPsU6fEJNct9r8mqfVdZy4fWdJpXjwaxs9Y29/EHmWPkf56vFN8c+fQRyV0kK/5TL66bVNNlHQA6e/ux70AgDBoC+PcYI/4cPjD18VzvXi/Ry+6ssDD/BAWCdIl1nz6z1j/vQHwNsQuIyXP+jSFm7ANGejrxRgkS7ZO2wkKf2cUxYlXdr6RhanJppkEjhd6CSFhDWoiItWKRPw0fklN9Z+K+JU3CtoWyrGkdYx0tHWcQiaxyVwpQTiKGHAPVYGX3awyeM7JYYfI7TVI5FipLZtftjJGsSNBUc/ZEVfIHGjJIzd/xTH4mQQ6CQ/8M3LwlgK3jntWZBcJ2kP7IQGsh/w6CtMqLH5H/k9vCZzmzaGgElcMk3CgNtqtkGfveHmj4M6rvlY6zBLAY2e454x38Ezyo7x5/sQn797Aor9XDfK8+AVMz1yVi23pZx4K+rFob4OeehB26JBP/BRRn0B0UrYjRI48A/azhOxWq1ZulYJFQTLPqeRU8ndjtsvWBXSu0FuCOBHfzHdopBtbwv1hiPnuAPK8ZW86OZK80fh30xbQwzzrYA4U36LPKeKfIM3y5fJg4Ra/Nf6C7bLLvhiGz/6BzdsLBn1+KrnN4u3VE5r1+VrVDbsKL8afdnW3y9OTw8HSFN3I21X+FtdPzVrQCH7PP90froHe5RQaOz3+E37JQ/ZLtuUYnP7eI+lL+Fw/qDn+IC5bxrZwXF1QR+XVa/zN/iQc70mjrNjyaXzPRTkRwlCfsgPmFcRc6uhvz3BOzLI+PmHfkeUPol+HrT9m+vHOlk1ST/ICaw/5n8vm9r0R3FDWz3KZ+Q3+o/i1/8RAz6W1JYf2MLhNRqOe7Suyc95Il/7PL7r50yVD7/DtndnkdLlfI9DCr5CbPUIaaIpyNxk5f39zN0ZAABAAElEQVS4/wB/ybapooxF0k/CTGKlQ9Jm9mJC7TNqf0hqTs9Av+MrIgHCHEIJeFcZ5HVRJcj8wW/ScUqjPL/KvS0KUaz5PORzkhyHwoMdioXD/tQsACyfB/IN1J8fvy6EmGjSJ/LFXqvFU9fh2PZ7HaL+cS3j2tXoNdx93m6/qYy11n17x74UbWu6q/v1ydHvE7rov6axgK5cJ17ntnI46m30yJu4v/21KQ6bPS+yMcQR2DeWoIvx6fXieyGVlZtDoPUl9gV+HqJPpb0NWBuTUn9tvKRRJV6EW+On9QNW4y11mdGG7JQX1vMUekZLl1+TBP0wj2S7Rv+ofrmHccpp8xSw4hyUvCjnSdhU48fG76gKpz8ALjr5oPZ0kaVvQCkBFBxK3ekacVATkFNyP4UxBIyXRvDS+GBCjDN/NiUlNSS4cU3PWVTezfeWPRZ8eDxCPGsXMsNcH0LIY62Qx3q0Df7qIXphXNhbvViBryf5GS5rlg8CVhJt0Psk/Zi4t6vC92RY8OP7WEkXueGCfbJ9cr82PW9PGgayn97CIv2kzpNEFNhgThLKGesP5z85LxWsil13y4+aqLVafuTzv3QdoDKXQO4L2XdSm+s/eX6fpPH5bN2l1Y+b69/6Bd8h+TF/aNduGP+OeViLz0PaOuKNP5hoOqPvrhI+I/kdfrtL3YJcrH8xRgiZbu725/1pa9XT8wPX78XHvxAadldt/nP/zMrvnKetWXsP+M3Sr13y7Zi/znY8APvZDyK1Hhi5VPnB240+D3lN9fzm+sL4j68v0/Idqbrps68rVA9xibWGrTPQnegCHjVe5LPZB12ZXQDNLOGrV/QT9wPs4DBWR5wTKF3LGdLEKmSg3A58Ye+6lTR53eeJft/iD3FnzK8n6u09uv79eA8gZskRiONjTvnaNgDv96zs9AfAlHjxh2ToS7+xCImZEkoliWMI6cEvvh7EfcP+BgZv4KilQ3Vnn7b//oy/ZqSwdjxJDVJs3y/xk9MKgQkK/tgxpF2yLfFNxqIDdMTv79+///z5o1/QQh7wwSbAATBK4KHb4oP+mSVOsxBPfwI5fxBcezDMeYzoBnrIsdojvMs0SHw8GWoUrXgabQ6T4w0MC47+o+V8/vALTk0e1XCM/sr5MqahQYUNYmNON7icA07WGozzOaKGuMJ3Q8RXEHGfGfkFNuBOSodadRIuk+vSIkTio8158jr6W3jTFsDvd2bmo5gD3AMQ9xvSdHfq96/faOCakmvHtzZ1X0bKqDOdViY7Yt+jas70r93IqHOnhojP8GZnJ/2kCwtbal/c2XysHvBvXN+SnGnx7IfjTTBQyjeCAbdK7Ku2Gyn73tvC1eCBfu/E/kzD7YNhP537tzonQ2z2SdSxMc48p0VM5BbMI6sdKe6obRN+8sNfvKEB/9xh16BMLT565+fO46uwP0MsQEvEyNZ2F7zb5a62AJVyY6Y7/K/HJ2T3lY5nWLvy+dfHqx878dNOLvOK6rZ+Uc+k2GIR41pTEXgzx78mk/qPyi3QZzGu6LPjYP1BfFhthcNc0DZm+RgglpELtrbLGWgHJSR92DyGiRhQeQX8v+ggXSEXcZq2emF8Kgz8+uzpo346UTBT7z4JGv3/9Ut+08XQGJH+GCuUhB3q+/C43T5Bs4djsF+XoEM9b8dv+98LqPGR/Vs8bOzzmNSlvhIUsdmjM9HM90XwsxFDtoawATqhbVPc1RNiXVFAxp2CMgWE5wGQRyX0ohLwKcI+kYlcfw76AGMTx8Waf8+N+4Mu6CM/wf+0J8KB3zgOfWqBDuNJ1ASjduu8Aw9O26fFADb5kz5T90SeJf/3JaN3u3iiBat70aI9id+YcCdMqVNATWHENmeT+GlsaHLxSaHhlGCYQCWcp/QdsfMpNiw9lgfu8MArzfM7/LNkLg9wD7zbWsM3v9zOVV8eWB5YHuj1wNpP9Hps4b+KB2itlOslHWgp3RlY8+FVRvfZelIc4SHyTE1XfM70puf1S78PevBmIY0LfVB6zm3/cprTxpdM3HUsaSXly3aJdvUtD8AD2tqLvk8o17w5Z5Rbctg5kj+b6xl7mVGPUgz873//2/7eLR6+/vOf/xzcioy6FXQjz6DpyS+dPPJP8YmTvPCKJzypN37yAcQJpogzUpN8oY+Ej/A+gwZ60YlTmmzQN5OFkwi8w02Iv1vU0Bu1vOP6up0oSorFMceJ2xbNIQu+IxrTb4Ih/Exgogcd5yVItqaFBzho4m9U+FMRNb6gw6lC4IOvbEf8vhr49FFF7Bp97avYavSwP0qUtVIcSVytHWNN622FSTvkOLXyOQ1PyxMk7OAJJml3t/6WXmBU0+8gvf/mAQhrLSlmfNwdfUPu/Pi2bKIFIq7POdbIvBqZSz1yNP5l+t/f8htGcp7KNsY590+qC80D0FKpzQv+5i/4xd9aBiQtwYfzJgyCo49T0M0rfpq5Zr9tH7imdgIay7L/I55e2262qV0uPt2rHrBbRXFAzQcct7r+0M0+7VPLOxrNCKySvxL7gk40JrvfNfqA57LLnuDkPgp+TfgP6A/+FqmUa+FZ8Bp/iy7Cj8Vn5MNrtTnBcVP5ub/LvErxC15UYjyj5DLfED+RQJ1L4AtZVpux6aqCryfadab4ZXENmYST4hMk9S9B/KffflD2lNCH60hr+l8t2TPGltYRxa/PsS1rdQ6SIra5b47wceNh5c8o7Nway3WaID4uVMefxMU4Srhsc36yb6Rdk2vPfz6GmuTSuLqH3uFwvo4XvwWhJkeTPROm63dMwnU20fpHYyzHubousvyX2brHPK2N31//5756H/bk36DG82jgU5kzG56Qj7jf7HD0aAeeVkXwsdAyeEFH+v3w5q98tuQr/JEb6Bv38OYl9tKZfjsgyX8qT3zTiMUBY2f1ezj8jTiSbYsaeLIffAD3eUbTJc4/SUO0Kf+dnvvB8j8ETypTPfy+18O+hY6tAr0tkm/0QfRLmaPmU05R4wN6jyf1qd8/4LJ4vSaX45bq0E/HoTwHnVFqmOTXUr/si+OgcSMY/GVc3+1kkk+vHIlvaSPhoJPyJV6tDT4SD+s77jvL/ri++x7JB3r532yW1D3tWpyV48eWhPENGxmGOsqTsZhcxXqP61lat5s+PJc2EexIpbzLeG57iP0hEcUAxr1HVAlXxlUJ95F9JT86hf1XT5+neW32nCf5AGcXRy6ZewY8AKzgcrl/fQwPkM+4Dw00Bfy8JKgouUDLA8sDBzxA+cHKqwfYLtK398BadGcOMV+jz5yPmO9nypjpl2Fe8gp1mNFnE9KFJy4+uScQRxy26u/lgdEcMUp3lvcQq0/T6yx7Pd+1Ps/0L63PfI0Gb8QW2rKs9Uv81V4esDxwRv7a3mC/+QbaGXZZPrwCvs35o68AX6HoBTKy/OeWpeSh9wU6LBGv7wFr/YVl2tqMvncos3n0DkYtG5YHlgdO9UDjMYFTdehmTsnOPwSOJwoIRh+U1I+6q7m6dpKjW7RJcPkCg5MD7LSFqZzSYeoLvgpNAG3OpbMDT3oIXNNH78eJmWCbqGg3NzlKjDEOjXXuZ+JF8jwMZy/Kb5CBP+dD3C14kIxxHIyPwGdaRff/OHv4b5xDmfJs/mXp6LXGGXDgnVXKuOuW87g4bLQAejeiz0WLsRdP33sJx98InqvpW3KjnHn6+McxHvMh6J+0BnNLoB+HvVEd8XHWtjLwHxxf0I+6PKOn8WzXBevT4fVjVP9uuj77utl3EfC50+7zLhE7MsapRCvH0NPE6y3Zb/EiPKJtxbf4HIZnsa1x5GOg9V8Dg6/Scfpyhy584vm5+w1Z1Q3P8J2q2glAjBGx5vUWUb34Ns/e/HXmGJ3J2/ZAX8+ZOraMBeSP5ndPz+9fHIulXGd/v8KI6SyH5vT945H6AjkPJfELNmby+6SVsLe3f3f+tTdwep6Nw47tntLJ9yNL9vE++NPfH8W9qXh/ieP21ME30qRjCzjHo7q7UxvHGEhaeXj8j80/fHMC119T8/kw+OGZmmLOkHbwNb8nCxj1c1xqt3xAL2kteOSJeD7rAjBK8rVyfoW+kupIm3zC/UIyzpBzRMfraMv+v06PRkm47384TzbK296Ix5yINHyuUiz1vhH8cvEm/Y1xiC55VO1RD4BpM0XPFkc/FGBawNA32Hw9e50bNfkeOhfU383fkXOPirnUPDnlOOdB+IXaeVIY54cnHqbpCVU+1lpC4f0niF8soweeGIdP1Cl6bELtGfHNLx4mGPUgFk/w75k6EG//gAdfdZU6H7K13Jpi3tH6YfPbXbLmKrD+vHNB3G5ZcQLGPO3CflvOdbTRn1K9e4v76h0vPLh9zxtL6zrweZqOakT+xxxF2cPr2eOXHjQZsa/HFwruwPpAee4zc53iv+Sg0DvmP83mV4cdzQnn0ffm85/vqMv3z7PiD/uic6Ml2n+unMX9PA9gDLX4Rd9Z0s/mX9abn41Qr9/K5Kv38R6g+ML9hRv2d0P+uXdODKlsEQ3sby1WEf5G/olGvX3tEQ+A6cGvTwjxTd36d8P/2U+nUALxySR9eEyn2VwPPRTe1lAkHIyptrCi74GlPFkwW8WMP/zDJjZLHLjYvWZDqxib6Us4XGem90ZOfRLmKPbvp99QBv6BH+qkfqGL/pLxmHLAJgj8f/wkCUjfe7CDH2L/d/+9HtCBgPDoL8LhK2DMLsGf2wlYPg516aAtYdb4lvpb+HPZJV6E18uP8451jBfGGT0WHP2nl9n8I3t3n1CeyPrP0Qh+sLgn04blrwz/In2j3DPip8YzSq/Xxnn5WEX8Wxv8Gn/Qc00Bq9FyGqte4GHGQqTJ86klB3DoDn/wvAgcXgKfw3b5xvzCtxpj7eCUbfVoH/Dp69jwO2Xbnowd/EpzkqYvuFxT8ge/qsTS/LfydZJAcq7m19VBFoZbkpoxJhEb2738oF+4EOdynNKhf4cTfwlzXYgBebL36L6Ka3NKXfUXYjifB2069NDVcKGLLtma48gqyAU69SjU60xrLsY9rr9lfSEx4ntecr8q27i2A32phE6E89s9vm36R/m9+JGypwabvN8QM87/+5u/7hfwOtiBXiO5xh5IVjVh+YUtMyA5v2Tye4Wl49RL3Y5PcugPb6BFSpr5iAXNu3J8gQOayMnXJL7s19rg6TRBItLQboGN2FNSNNqqY82WN5mfjHVjfU+/ccjpsIWZs72RXveNg+70WA+22xYO5veacX0h+m0vEfK5Fa/u6pM9+DXloiPwA0AvMa/1XoIa+rTy3/M49ti2HNcDntL3gagWkwHRVXw8YXvrxwH3VOe9CcwlttQRD+FegrY/hR8KDPP9UTp/+vOToN+H3Y4PPxbRHqls6n/fu/udxne3EeODfsllbpt0NuK5Kij1TxVdQcjHLEWyrilsH6f0WgvjJ3kArtFcA4M/+XgA1jPPx7Uln8AP0j9h/lTWedB5PlFvwMe1O5sSusL/5HvAzpMNf0NCzU+YE3jBLGvzNx/NdQPSOkrJi/KVhDl20J9+954+0I/q0laCyU8NB/wl3dntH4QFBGFN2uHh+iXAz48dqNJTIqP00JyE6y5sOnyEhRHlSUottqoHaKDwpyI8ENgRXCdoT3HK/04QobPckvJdtld2B7rGx6HJQqTFKWB3+eW4iY/nQGOQjMOTNJ4z/rXNyW0Ww/e3+p9uVN7mgZMF/7jbErShvTF/YIzPsJTHzVaXds6ZP2eoTjx/mf50UzC/MSjtOUuTN+LLfKpZ1Xthp/F4G1jiK8yVt7Huwev6G/m4ZMrh+Hp6/ov6bV/BmthbcsysPszZqMcszkf5PHbPyQ1Lxgu+5Air/jgPJGM2oN1F9O6qYvuvpGF9/1eifoc+zLnn5a938G604YoLXIxllLrdV6H5dnTOMZZJFbzP4p8IyxvJwxV6Qcf98esLUNz18AfyP6UkP+Nvis03x9eYDdfkUsT0VH9nBiOnlG3CQ+WMXAPclCs0VRas3QOPeAOY3l6k36DghxVqJsQLofIiTBMJuFRigtX4v0z/aScMysnhZfxTUbSW5LSNB2eJ2OIwXke8oeR9vo4zGLq/wV/S4w2AnJ+AID7cyb6vC5M06U0PgGhun/KBXeEoGpOCPgbKq/B73rNBwEP1mT5WBqdDYHP8r366Rv5QfQHzrvMJJN5VbrGNk8knrynpCXz3yLH1lBTi9wYnUa7a1vOz5n7ytuZZccfzg89l9Haaz8P0xVR/3Hy4wbkksjK2Wkqcqyn3jcEZOhZzhkF7EFy3v0H/gzrcTw4bB+fH4PhZ69UWszfEQhgHsucq+fBdEC4rg2Mi2Uxoy31lmeWe8GhTd2hjN2I/xbNOh5iD7sjR1JZ9Hgdzg1o6z5Bj1ZjhNJyX5z7zX4yPt2O/1t32HF6ubt9MDa7lBTvJ7vts6xtT0lPqi3Gb7b15fGFj+f7JbP0tfuRD+JFw5tlpSXT7t+3j30yxsHQ4n/86xnVQjONknUprGO9T8+N51of7HuFmYbQ79vlYIi3UN2u5ztwWRe1aHLqwvf7DdTavQRAXZfVg3y89dXN+8e07c29Z39gL++L4x76e2ggfF1/uq8Vd1nf+Oiq/R9eLcHl8VUXCf1XEZoTw9pyjwDfC0IvyuBeLmCWGvN4sgCGCXu41LDgjvbZKY3JDrMEPZCzV6X45X6cddMwPRozJfUCN+aHLkBrzSr+MGULn/qqQm92eB+bV9fmFPxOhOuadqXChAz4CD/hHeyNYYwN8re9S2E3zb7aNGA/wRZSh/UIl7bzu2H29kIuWqoc9QAkQf4eZncgACydEyDbgV5X+wqh9fkJfmaBq+tIGwNPWMO/th333arGkz/ZAb7zOlr/4XeeBx2xGrzN5y60XiluiXtQDfG6snPiig/gGalMc8lh8A5M+ygRcMbxSDnnneLvquuWVxvujJuTDjHWP3rb/rlbrqnlwtV1L3pgHtnXqhKf/iDOUY9otqlfzwJP3EFy3K9ZpLu8VxnGWT+ghKf39+UOH057zaI4/ED46HiuvHfXgcXoer1//+c9/cM11nLPCgQtTuh3orECXJyeoTbKkPImnawlo3R5gTiqNkzKBe+VUEPSVSdWCh5PvuwDgWaePJN+gl6SXHa3t3X68+YY34n5+/yc40LjyscQ4c5ggGWgGfzTTQg+LYK5+UQrkgj/ahAGY9YZE5CJrcrzJH4ChJBqCp74i+VEu5wtcTh/rXu+Ulz9p5U9/ff3z9y+dXOUcdTkcI9a5XyJUr3G+qNfppe7EO9qnSwJUo0XfVh7MD9ADckI7+R6eRKJTHrYzuHFCCnwZ5mtU4VfNVmcB2UW+kpsjnHSDke78yPZB3grw6pu8npDzI5mQh3ECP6sEPeiAZ8HRP6ukN4HP/aSxyP3iY8+d1HZ+w4f3A1YqQUv5hdh4en8KtkRX76vnDZtHarONRzpb/q/xcPo5eylu/vwffhsMkiLt9uaAA+NNC/jXn9yOfgdlLGF/5BX7eA14HEZ1TxfHJ9q5vczw17ehV0pNtJ5veGskRTi/ZeSVILiSfzK8APAVpG/4R3T/w0/Zy76kXdNzR47j7sec3pCHbOzdIt845shDsa+vJvNapE7jBvnX65KfavZ5OsIlX9KT7MEf7EUcRblUi/GVw3cI/IpxThGbW/CxRRD11DHs/AD8OFaA9JV8HBivqv2cTkpkfPYu+EHaW7dP8i61c7n6+Jd4tPZpsjhtyT8R7/e39oZjG5/Isa+G/CrzMPTKx2vPH9sbfjGnW1LB3+ofgiM2K8SkO/SXZYW0uRtxbRFAro9DLWb08UV+i/SWhBQe8TVZHNfLrevvx1viRTmcp1bX7dMwdVibHZ6W4SJGqvm7ph/jqSpYo/dE6frmogFvyEJPlTcDVu1guLzayp/T9NQtvbavedH3l+TR750uiSNNV4s/dNRoXB/4Yv/bHb+CL/hBrNuJbFXJF/3f+/5X0qG/vazFVy0+2yVpmPgtc2nncbtqesPuVjxN+zpM2iHtxHUMOEl8wGsl+Ab6b6ydsDPlgG9JAl3aa/sk8A8EOn/zsnOn+yrc/yDarzAvoy64VuA68HpQ6cUqsIFKvBkZYfimCsuo6B8LYwYc+sh4wfzNZXi9JL7EA18OJxoNTjiSn4XH+V1ZH9fHzyOs27hmdped2wf7NcwBtGfZ1soXeJALPSw48FASHmgIJumAd1VpjRfWX1UPt3ab909C3topxTqv8rsRqGfvGxVaopcHnuQBWnD435N047pAR8BkG/ArylHZo3RugOj/x3/IvvV5Dw9YG4f3sG5ZkXsg3uzN+94YgvsI3SauXNftskWwPLA80OyBtZ9qdtUkxOtyOt0fPuXh7iRP0P4Pe0CUk1ifzqZn3gxfk51uxRLw2R64LheRn9c8+Oxou8p6xBnKq+Q+XQ49KOJrbou+5MNX+ZBtT9b3ynh8tf3U7BijrzvfTt+7f/nD0tlySvz4g9mZcXmXPSVbP7nvEb8B/JYDgJMAoycAQH+1czJ9y4vozOSQmNpt/zUnoRIdkwadpbhPB38SK8qPi+h+B5/8+fV3e1Aaf8syMaC7gbGnpB7lpRdLER51k4IIh3hFXImht2l/t+mw3YzhOC1jcfTsSzv9Zp97JWvK78V0zwvul7yOMYTvQ3s/ehZvwlV8muWNXNZLQR5oD40RxqnuSx+f2HDxDR3RAl7n04pRiY9WNp140h+IX7CRbcCPlWQr1kU7r5VlgM6PUxlX9nIa8JE4E9rbSWztwpTLhx8myJvEgk5nlrXi+k8S+qFsMP8wz0LbX8Wy3yynk+y1txGPOJHGNJ8L8UQ17YP++jejXFXmP58f4+nkUr4kG/Fmqasqn0p80doyeR1XlKiAoGN5plSYjHd32x/HF7FGwnl9XJlPpMT4t9juDliGqeXjRb7R28KlBQf5w210WtDPweGxqewDg45OOq+fowy4xvgHJC3DAKVg0aL50jNnrrJPkwM9qUQ/Sv/GszDuyiaPkSvlXiYL+aEtri5Tq0EQNG9AraLEePOoiMlIeGOeikqEGum3zRf3DSz0+TJfVQokF1X0/AV/Wn6W8IuUfRkx0j/wZ7wAMvZ3BtgbzmfQ9fMfbydjEOReXNoMPJTBBw6wzYU79xJQqlCSjuF6BOvKrjO3RWNxnmmIgbPGH/yLgZiZXBv7jGAYAP3K9kt95HjJ/hZ16OX9n/0V+u8v94huc1FZjxa+Gg7mFuJPtommZIOGTzQWnPoe8QnzrDX+KB4axkC5XniEvYYS6wGw4ZhHg18syB7ty09Rbo8Zt9eY+uGLA1/8OLxFYC9+5Ek3B2JrTo0nemwE5nDmXMhf43ZzTnPr21eo7iyja7lP5sp7CrfnjEf0NebU0TgBn5m+hr9os4evus75w5aeeQQa4qbR8f4YobnsBTnqAf1G/6v7/9X1Pzqqd9Cf+fC3xZ675bfo+BQcPj/m64R1o49zrtMYnz6pZ2Dzr0eUNzvnyMt91ceX09P66w6euQcJ4SHwdi2BdVdbn/ukvSI27ceO7snusPuMfeAddpRlyvgtY79a7/n5gzzCffhqHurQF/fScEO4g3QYFTKHGdiEnzG/bftfo+fpc+uYfjw/JeNB9x6xbUg66o1XXW/rlo1g8PEZdOiI2EVzvQewVky+b3+9Ia8ukc+5V7cl6v/gB8Av5vCjG8gWeiSDOH7VGi5S5cYQ8CqDqxBa7Ge6/OI3bhiMV8+5scIlaDc+ALsidiFL04nkSx0Inx44HtiFcVGujhhCiRijNtVRCjK1CR5qpwqEfdbKqPknMgJ1hLgam1/6wVnwVKkTVvLBlQ9XfyqXfv8MvkJZtT+bHz26CNVYE3JJj+3Brzt+RlvK+BttOzLJZ/4hKHSnEnxQ7lQvUZD++IP+OMF2rQF5XOFkXvytFYx7n2bgAyrYiXZP6cedvpLp279R56YgnVqkt+J+nC/pTbucv7RNs0PiSK3yfq9LxMvlphdIEd/zyvEjL19Dfkn5DF/JSvZmO7c1RdX8l2KUW230qX+gk/cF+ZIeEMdvCeAS2/hzir76zn+LN0eZnQLCuHGu0J/D9PrPdxlXXx8Yryxfsz6q1voFumzWf+PX6y+jNvI5eXywVoSnRiSv7NOoW0NN9R9sIjleVvgtJTpJ7XT6+fmf8308oQxJyI/I+2ijn3Ib5gK9Vfzzj+OzfbQ4A5VRqrrv3Pa1CLJQGpw6wPBNiWTi+Chi8NY0DQDysG2f1CXGD9FsuSeb84rQqSD4UOqmCclxzBujGrl68ElFZMBcZuyE7hGS13R67283ffaciJSb0+cQHCCSa8TXd+237XJeHAJNLZ9W8zNnNlCvx+8A04QE48XzC2CwPiFoatjzrYk8vKkEPijJH3xOzpiaPu5wbQHb7RUNOb/NkhEs6DDu/xGpoElj3esQ1yu/HsX2rmNYf8ElLYEvr+2O7k9SKSe0CmuoKQ002JtwRAnbcTHPUSLeUfbkwszHXL7I97TDoI+bVQlWaARb0vngr94D1o0VzBWuAmBx/kQ/pnb6+1REm8I5t3IdsspY473RBp2HJp9oRu3RpSAuUcKfMQ7S+AhcdjDoPLxmU6BWK1p+2hBpksBslF996z/0hH2qAjuQcHrwS7yu6gv3dzBc+/xO3+DH+ABppnZavJb5YyxQpth/9v2AG/quJJlyua7Vbz/pJm3TfZFb4a+FaDL4saR7aWH/4tYid2dtJ8KY5zxmQHCdi32AbJMMwMhW1IE/Q4dLeGC9bBSG9TegEz32CMhhoXN+BXHVGk+jGiDKRukX3S0eoKSAv1sUWEJfzgPnLCRIUEhYcAvgKAF/jZL76rx5Jn32FN/wjTw9aNgeNmDxU5R8qh2KqiboUTYUfG0acEMH7evxgIX8p96sIFt67UnwlfkHngneDQ74VJGJ3wfG93a/UUztH8QS2qs8yQPM5ydJKLJNYraIeWvnI9YhzImTfDZm483xMzEqcHiDWNJei++3pog5PH7c11T3P/ES9/J5/xS9MyYX3GnJZC7AiAfG5vSIpAaaJG/5+G2gehkUnj+OWrft27Ub9MghE73yqBgJdh31YGDUUeH5s4Nsob6HBzC3kjz1INMO6sfzE7eqZ/7TIcvtb/8pMs7n4+sHx2e+/2ifpv2RpLWH0/1NB+byHvrlpO0hK8Y4R1mQOzxwca7Gg/aenDnilge/ATxizgNpcPLg4gBC4MSL9nN8g0C1uL/cSRHLkBqcnxCp4Z7R3yh/dlwQP/zBLGpT3NEf5KHvPUp+bqb/Yg5+OTY3++Vqvsf4+PFy2zXalbj/oRv6NVrY8epz3Nt+9FQlxcScMeG+xjhwWE8d4yf5WHCbd7TPjzth+k3sX3rLgO5ib2uc8CPWP5tx3lOjYf2WXZGp0Cd2FGvkH/qT/ItEXZ08h3QRLuRX9wDfC7JYvtQs6KDJR1+DQjKP8DbVaW2o7REbxDSg0BsF+dc8Y22CDrINxttvLTm7OR7qPg/E+UqHXjZ8R/zzizeBwam1BL90zTgv30i98AaGor8WE5J8oO3XDcqpkE1MlLsgDbwjj9R/DaQTUDB2Y6zOfjt10yqMoeFf9DfMdR//0dbzY9Stvfuw+jdg5BruOgGa/vQ82mnVvD+8Arye4iNGZsUn8TvOS44d6d/z2eawMx1UGAbJF7lTwntkEW6khyRwQA7Jc3797dWjfsTYki5HecGe9nJm/sD4o8T6WPdhu77EG/xRBjlgQ/moIRcB/VCZyOJjmXON8ef7oH/ElHEZe4ZrbnI5jw1df+AbF6JszNQIuaWW+DxqAH/mfvbzSsIj5QvXsPZOMEH6B/6MrK8f/yw/0ddBdFxL+2e+/tAZLU/Sxmgbr6XrYxsNp6/VU/417OF+zJM9F/7+7Plpa+9jyfY85NpzP8iP+TrnY60cX53biw5TbL1KTEhn+kN8oLRpynIkvZx/sj/KofvjsRX3EX4/g/1Ttk5ykgl18JfyeJtwqK3ZwvG4OoBz2CPryMVX7T0anYBx0XzeyKIJbT0ArrgJE/rsgaio0d1NE5CCiCe7biaLYHmg4gHMDw2t1KfhL9h9HqCxKm/l7tNtSX66B7arNKdksqO9ROkzcsw2F867crnYL9ePySUGLiHLA8sDBzzgb4QcYLBIlwdO9wA9CN6+He90SUvA8sDneQD75yvub5GsK+S8wyhiXN7BlmXD8kCrB+itX3z998oVrV67F++VbpU8Pa96X6518t6I/hzpX//++2/xvn8tCT99QtWG8rD+OEFgCWo8WSD1+PpnP+GKk0B7lsV4AB9tKR79Et7bvu8kR/nkTa8dx/GhDzj5Nn4rFdD+Mj9Z1ccDevhpjHiI43+Uf582vdhRz17Ka/B/xffZ5CdsW/1L41THrfrDyjeNeabFa2Tyn4aHedAVZQvvt8GxxoEMZGPhzuGoH3aIk/XvyI7+az/5Cd/ijSe6QKIPvnqZERtVQwEDO4LTvBLhVPthB4vogi2+6Y/8E/G9fPz+I/phV8TjNaLx8jk01m2bcr4lPvJ0MT0UocPKcUuEi9Eoe7RW1sPmattq0aT6+wfAgOX+t/TycoGfy/J04Jv3l/WmX7nZPmyucB44RS7zL8dpqeM3lKAn7EG7hUcTTpYP4FfmB83WjC6VJvWE/sDq6g/ySaddPy4/9IO7XTKrVCRYr3b2ALl+Cl2aB3etuB2CHidri284MXrkb5l3ZVtRbQfVPGVTtvWMeVrGTSqrX2fih9ikMvKv6VeWVeNTy89Yd1L7WlplvcL8aWElcLYvy9iXmPr1g+W/mn4QatGjv5UP8GVZ4y/x0S7LVfM+m5fgUpzHAelARZPp2FGM83ivxQNwoUmM67If6nzjXgW8eXk0/rne6Z51H3f6zsJDn6P2awfciKcWlzVZmiEaH45X4zmf3uePVrk1PNji9cS6xq9hgMHLsH8zrmml1fI+Er5Bg/MMdWPOhX5eEes775pRx/5xBi+NB67r8BvpuL+Adm0cQK/xJlh1fan4r2Y/zw9enswHMhKgqY9LSY/eOH/L8RvzaKTktZp/Wu7JcH52XdgJv6qxXLbJlpH3SP9Jf5xvv7Dbqcj3N7nGKYTr79/8TddWaU+ghn8DgFWYzzl/htFQze2KRDPGT/Ane5jekKXrH+Wb/tkZ6PTgfkUp7BQia/v3iF7mAz/A3thO8xHg4Ht0fkAe+MlSypP9aHs94rgCfn5Z9mtrfgzX1ecr3CehlCeIkzLn+gSUsWvxUaY+v3e9AVzxMSbw0weyYsbqXh5YHlgeMD2w8pzpmuYO8uGnrhN32Y24bR6kBsTUlvQCooH8UShnxuQZvn+U85YyywPLA9M9cGZOmq7sYrg8oHgAewSUCsoCLQ8sDywPLA8sDywPNHqA1tO1pjY6a6EtDzzEAzjg9dgHwQ/x09PUWA+AKyNy22K0n0zATVboIduW+hLfwqvBaxMaE7/Gp7//jtMw/VreTSHjIW/frSHk00mjTx5T3XaMF7yEeYu27D/rxBKXu719tx+sz+RDsb2s9Qv0rMnlZp0OMMwfJ79OPuFFOpOO7tcuXene3KUv0qbfiMRxVs2oGgy6OzycUMTJfLzxBr/U/FcT1d6fz1/SwV2vFcfoK3x/Y8+D1NqpRN6v/AZcu1E7pn/zlxpkj/u3aBNhtJ5Q97jKvxjjE+KTYgLxQZL9OPkJDTjixg1h98fzoDh3pHue6GZyEUFurzc42j/ggIt0bxEDO4ALe9G+rTwa36AfNaCbPs9vJFrmXdkeVS+n0+XneIDwHAhYLCkO6A/xgRLxIduRkmqct75vSfG1Fufh+yGbWqj7fKvRt8IgZ1TPVjnz8L7UlEN2zLQBfpmn95Wc8CZcKjNfbEbWr5RnfwtzB6XOwfsfb7gg3oEL2jv0hw7PKmfG/2vHfm1c9PxRo+rsx/o5aX+aXQ9lOXDm+Hfaegd68O+g8KP0g2IlmZXXgHddfnul+OH5aeaaD69TyWVw+Gi93b9H8hPiCetju7bt+rXzZJg036bkQjEumMdMlN8HCrykn/fNuP+RMH+Nxu6333+8/YiXPH7ShQZ4zzPyrDxgWcpjyMLph+N5ULbe97LCvJgy53qFfw7+oQfAmGyf465l6fIAPHB1wobcVV7qASxAWJAOCKd8+dwNyAHDHka6+flinfxXbdFmU96kRJ44Z8M1Yib/Kr/2izXYMSLx+TRxbtIJZBpHf+Fw2g0Ml1d8nMp4IV89x9ekI32yvOXA0WcbCvvnZv2Rs5lG11dv9sH1Br+4xJnjNZPXmFsxbyW1nLM0ry1cSTurLXU4xvcMX5/Bk1t5Nn+SBRnavgN9XKc3qvP8r+3be/oLbinPHfhYW98LTB/RBd3PUuZs/mW9x/a/ZZ5v18vniGmc3xua3V0dgzEBPbV53iV/HjL/1Sj8lEkfd+eL9gszhfWgLxVO94Hm2IC9TXb9crZhiMuz5Qzxn+PbIdEbEZfvf+qQDlbisNQYX85zjEOR6vbxPNm+ovEP7MR4qEsQ+erIvuu9fX3G/ue2PPvA0HwllYYeAGOwX8nQV9UVGxf43Gq/qn3P1VveOKE2FgaUpL26AjWYJfmnJHK8095XaGn2Acb992xbMN9wQUZveW4fXHBWLtSIHmNJdKgHvp7b+veoB9x4kG+3/9wO52vfIH4f2QeWdMIG1OHQW0y+SbnAygdpzH8hfhIZ+fyQb5zF+IEclAkj1wCvCOcbvwi1atAX/IkfYJ4GMYzS4qTDU146Tgma21fCLvdRvBAG6UTzVcM+Ki/a68fQ8XNyKF7p430YcTQNemAYE8RLD63H3e3dfQGXEF/yFekNGZF3Sf/Uf6EFxpHJeI3NSTCBjvCDbAOvu8zmL1m02096ZP2uGzBFz0z+juPjMvZm60/s2mqwD6fVYXeKFryfgjv0yziANuXY3uqlhw+xHnNJjJc8iYwTymGsAh0bPxaTyL8BrVgpxb8kzDzoEADT+KBP8tHbIQ5Ed4R7GXp8EFGbvMgv4lP+BN/Y73McwTlMqFdoSp9EeQWizi4pg5PPkMf5gx8LtuBzjsd14HXQcxjoqCz1c5qz6tDF4q/pZ+ECDhqDN3IC0GXZ0c8f4kg237QGOiDlkhjLUifoKqnPadO84nMr6tUjT9rAad0N+j1U+/aRnAfnr/kHMHc4btuPcdq0/hXyvo5Iv33M/UF1PyVo88LHLeXb2qrr18ppFA++GqWXdPvYwJ1sDZWYmy+x19lLuc5Kmqwt5yLJk7CMqADopS3YV5BS7CrljLD3K3HYbMAACMQmffn8EvQnNWWe8bHBhRn2hPWJ9yMG3fwP/ZxXrMfr58r6iZyVXGdFPuM1Mf+S+G0ZB0E/qEj0t+cXv3FLY9iiF+g0/QDr4QN+VOp0YY+9x3jtd6c3jnK+J/7nMkfrUleyXcJ6eMN3gkbasXVzWXx+CNqPakrfe38i/2BN8u14zxX9ba6SMupUcf7VcXswsL+w+GMv1m6fuz96Yii165F6IV6Py/nhx+K0+7epGh/bGnoADG9RcI4OPHi8dUkXHSdOurf23asYhwW8aYPebhTmFsp2yudgbuH/8vGPTYFcoPr9/EpjSbq+4serTbr3B96x8UGcRK9tPjwpP0Qp/TW6UYGT6dgUYkNpc8vts3FfvAdjRmbAQRNNoj3T9iDPjQO+4jthn8hvzzvH4jfRIDSQB/r2eRQr7XoHYdMqPFb9CfNprFsZYQwn7wtaxS+8Xg/wmOmlFfgYewKv8RfOmdXEeKXrPPIVSenLWUwvGr8zx23jD3mp/oDOK+Enno8BIykcPk/qvZzIvt0uzMVkPFv6YUHun293V6p9v3TN+sPjHpoPl5fGf+7fYb0ZoeYPXI/S/hejgu1dfTwZ80+oqvMmNZx8LA+oEYaHd+Y1yEtFNLSQy86JowYFMhR+9YmHwrjeypBVANmE6+8Ru+ATYt45Dqo+dwBhw4j9UV/kgeG9QGQ1VkNcJ+vPGKtpVNCJGN6hF8kPcl3dheiXy8jxZx8Q+x0Wc5s6yDhqOW8hHjnFhXXLPixgF6ryDFEYDyU/bL5CDGGl79Ca+zrEaQf9w1HH7v893Kil3pAHhh4A+xuYVz/8pYmOSd9vKzYCoDx1Q+A2xkg/R7df0JsWSDohGdrazhvGTSzjCY0a02PjU+P+af2IT5SW/eiXcYG2RXcm3MumE+lRCuI3QmbXnht/NEbkE4wVt1zCThs32sjwjQ1XolCfpo8hfxp/ZwP50nmaatEibOAKtpMO+MN49J5o5/jEi/ImleEncKNGDTWKZf+xfvOXbkLSpz0/e370b9/NiEgna5t9Tg0qrQ/8afU/A+7HP950ceMWbxFWVMRYte9N4BMq4ToPQ9z+CePassxz/6POZZABEo52MlcUS+NFedoJ/pFP2v+UFvST+oY27tBB4UKeAIpeto9/vPmhc+qBwg7QwN4Yy+gRJfKiAG9N3jfsj50xeB3lo+lZhGFeFpGqnci/eEvBaieMYHMCrDXoRoX9e140rvSH8f76wqWbTgM8KTXC7ZwtaYba8IF4shLlg+s8PaSP/FxAToW8WPp+amPPEP0bsUZqPBfMicM+LWoya/190saw4aMRXTiNFj+8f0w7i4rid5uHboeAuoVLcMSYjHvAS7Q9fZI/9oXqAbMexgoun9Ka9xWSFITckEBpzBATScdQQ/pja++p4Jvkh43VPJlDij6VSB0jryy9ofe7vf2eKk8xjbhGGa6LNp9/hq/tFYf7CznKmkHo5zS8jn6dPr4Bz2nm1zHO4CznHa5v0H91aV2/XKZHYR6dqwPiQ5lzt+lkW7zFUVA1ziB3J8Umcj0y3orIRiePYdRzvuTPsi4G+xQsfa9eFylyOJ1Kk4rJW5P0zxlPgZDf6Q9+R1ljno6X35vRfj7Q6+mxxnag/9n+5QZt9/8QT0OxxLmdXH8VPTvdkMZtJ/FEdNxFmMjyuax4gjlbyx+XeOge/ZUyz7Zp8V8eaPXAtvGnf8KFdivlwnuCB7BAPUGXK3SYbe9sflf4YMm4zgO4QEHp4+Wyq5XrDF2SlgeWBw57IF9PnpErol7xph0ZG2+8Xqsn8mmfw1Pd+2gX9id5wH0R8nZzkY4a0ofiLc6BT/LEsnV5QPcAzYexPKzze0eoe9yxnTs6a+W5Kyflcs+y8B2j4nNsQn4IB0QeYHopb233M/mDxQfo+04q5HnjnaxbtiwP6B4o5RydYi70699//732Cr1Zf3+C6ZeepMoPO7WAhUSioH04seAEAhg2lpDb9HsGGs9dLvgkKMz+BD7SqNknZOFkcfiKLVWmcoJJxWsB+jiwMcuyVP+pzIQc+CWxf5fFYcBTedaB0E/GsQXPOQq9BcLvr/6GiECb3oT+5TghseXxsxUr2d3OE3pa/rflT+qpxQ+PtYJI6B/t+eNOafvcSTD0bywYT+AXWBe7Er4cc7cL/BM8Jx9wTjJUP+i/mM+GpE8gsuK4FsOgS/FyvwIvqkrfGhTf4kjpI1ZrLefvKWt8LbpWuW14uT9AV9MPeDU9W/mAXyxpTtBJffmhnJ3MF4mgtG07FeQEVLMvQQ6NH5ZDApBVtrdsWNuu1vxX1q91fYM/4Se8GYUc6depXZeKbaotlIc0ulp+UplFIPSNkLQGu1JobEn6gL/rKvsD5UG9Ax/NJ6GzUNnl443bAmalqxZfFXJ8lWwNLenvkVmOb7CV4+TP1cU3roDXXrbJre/PPB/SD7FFJfQFTOr14/Z9dFPtKy5ECYoBTnCoATlZhwN4PfL8KnGj7mz+Z/Hf4q+ecZdaEP+cXlsfJGXeJj4lfXM5OY9WSEmO5AG5bvTx1SiZnz3Nt+KLlJuXG/M366WcA76j+QfswMe16VADxZQV0yDxJWxNobEFv9XwIsVYDXIkdU2uRQc+nh6+kPMwrK/+zjmI9pJoPX/QC4TQlHxDR6j028H3v1b+CeyL8yhioRb1Tf2D/li2+Tfi+1rk3+Y/LadInr5d04ewbF/jQU68nvL88M0ZiUw2J4Ev6dFO6M5osPk9iz3/ik0tvreHv9u3TsQ1E7Il/q/8hhogEn3rIhlolErF/tr9yxiPnrfUX5GogiSd5KsSJUCKNzs+E1TWkHJZV2O1Nm+gUw1PF1fTr+YnnR466TJ1qOXfHru83C2mXNxhjm86WnHIcoWu10nQXR9a87cljK9jTifdr5ou/f7xXDS6nnHT6KFf5NNuB2ivLWv6jcX/DBva/DtDUg+P3F+5nn7/E2NA5w+6Gp5ODSjmuLXOYx8IfFl+Qw3ZIdrgDzDkon1XmY/HXZrochvdqxMv6PLA8sATPMAPSVCdt6/Xr7YoX6/Rkrg8sDywPPAsD/A8SXX8jWhJG82nbzZH7Fo0dQ/4G4p1vIXxTh64d48nPSlzTykf8bwn+RxtQ67Up8S3B7fEZ/V9hgdWvHzGOC8rlwfO8sDvr7+xztdCXq/KnfHwtyqkHwHXMCj7OSyKT/DAnz9/tgfAr7OWHjls+QkjumxcHrjGA/Jh7zVS31PKC30FND2rPnYaoWsIrRNJjUziwjbrRs2Y/fZk8c/+95+SbLSqhDamn83R62f3l3u6NtNlVnrvHh81OTEOZvsHbz/QxiS+SYGDajjZHOXrZtSgNfs4PXCpPCqX822q03gMnBaEntAdsiw4+lECD21ZSr6h/2B+CXwKle30onsL2Ot4MP4G/RvVu1t+1OTaGtnNP3PXMBlfePMCEmU/wefcO5B2QeK7lGfZl/LF+KR5xL29vydy5PF+r0JOOd5SubkU6JH3nA2B/sfkwD7YEdrhm2UgB6Xhr1r+G1h7WiyDvhou2YS//RtJs3VX0sMPdx8S0+xJYPDnrO1zwvzsBmKJ5Bjx1KmCHMfW8cvpINi/GRvjAfDxkmTR9QbnCfkoEa/HhxU+PvsbbiCnwy8Uu9X9HfgiPlB2yDFRwdtC4P0z5VryLoZXfd+gj8GD4pdiHPHcwOkiFBrT68cSc136A3DdeB5/OsZxqC1jzv7XayjtjH6of/PAcRvP5EC/SU+fvvxKb96QT2j7SiV904P/sN+43x9+Ehxv6uA+ldXemdhFbX9mU07v2X5jscB1+/p4t1bSh+IFMUTl37/49p/ty+YLXCpdyF/YR1XQ7+rGfIEPoIcFR39eIs7ynnshdh66Ty+uU6vfWvHqVmFsN0zEaZ0sxQDdwfhOdOES9vlJIKr+/v5x5TwfcFF5Xdkdb/kNmAN6bPQDdBB5Uynzgq0GxXRuH9YVjDNKm89gzwv5d+b+p+Yt+N9a191WuvkDXkTA69QGf6rTB/0S7nvXv/DACz0A7ogUWHdWqS0EWJDOkqkkt9mi6J7o9kBYs68q7MrxaZNFi8dwwh/yQdVJJyHQhgEXnNg8oH2SSINt+4JtMBgFv9R4jRp5hK5tzhyRUKa9W35Zu9frXf60x4z75p48aOu2erQLtT6v8PHto8yxOS9ezzGfCnG3W+mXKZ+q3tLrjT2g7a81GFzg94d8nvG45ftYUHxemfwqALbzn+QG2ssfsXtdC5wcLXz+niGK8+f5AbJ4P2CrjB6Y4Z++B79RtlWbzc+S85pwWhdx72RbP13++3V36p+4r+PfSn3lw4TXHNm7tcZCyvPojPwwZhfFNtcELykk3B65ft/ns803R31ylD4ZoNXIPPBo/1IO4LMu014B3BzvikYA0TpZusYE3irrHnjwA+A9ALHDME5YYNNUN7WC0fIAtzTJZV8Lv5JKgd++gBv2l1hQXzgBUdDHvwxD/nbnNUmc+wMdTlIQL/oA7lvxpIXrcaAjSYOfSgN3Wfbx70sSHbyZL20Zmj2ARVmgl3EMODxA/TzxUT/9OXCSDCUd6LUSMjlfwHr4gPcIDWj7y+hDTzsWf5a9gPfrZVCwmDEwJoP3N3Hcur+N7z/uBHbIKR62wel4o/bR9AWM8dFIN9iOA/bboW/QsZg1/QxZXABg4MP7HlfHXIdiOAHfGqeSnvjsMU/2776Ic87jR3+CnhL6jA/4tfKq4cv528oXeBr/Hp4aPXhTWeNVo+e8qC7wEcudb1hIrrEN/nPG+3efYy6LRBGs1v4bv4yo6FPoz/FlvTYmEr/QRg4J47DzzuCMB3CBw7q6qzUeu6w4n4UEot9Tt/8WF+if5nNJTzdcto870U4f2b8BW/5p1L+F1RhOLRZa4mlMsqc6Jj95yKeo8cXeklK6HQj26fMz0qTxEOHQ36IH/0ih1fj1Aa1FcT3y2Gl80ZuTBGc3AZ34FGfXBxuHILRNn4BercB+BRHzXOmKoF76uv61mIiyqVaQnyIarbo+BmETuPwb8e73/9Sw221S+xr0reWkkuYNY06/N+x/EzAqKOM9imjQNyIP1DT+gNVj4xe/wWxIxm2XtDvnC/vlb1VHePRVyktrRf6YCyl17M/1g+0a3/mw31//QBN2QgK+2hf5WfYDj0rkPSqBhxL0HN/XU4+k/dE/KbylJWk1fwImcVP+ZAP5gVL4d9hvONowP8EnpetqafMVsCCni2OKPIMHcczWMS/ma99/0fbar9AUA7sKDvbj/OeypP0QGLbuJFcU/MHvLHmYAzHuPWfAZ8m5nk95jtjzO9XU9kMb/x9/c3ePrSu/uSLXD2NM31KGOq2p4VOacyfFu+3fNL9/bT9GCpswUYPmAxXw0kiJv+ynnClhGi1gEreXHnyeWmprCGDRdsRZrxXYf1h0+fXZ8/zrY5vmV5xj0R/wFbdw95ubh7/h+pL3x3q+/4p9vIbnRbhOlO3WPEg8iZb4RBu4pFUf8cCDHwALc0qLg0A9vxkTTJSlTajYe7h2uv3sAeOQLM0nh63WGXD9TtoYBMGQdbacIFCv2BsVHf/zoBfG3ys6F3G8607xRH+XLaZC/iu68FE6w58356VH+QTKkG+CX5AXTl6fIXuVDR7AmBDqyLhw+oMX45hHDVovlOWB5YHUA9r+ATBzz8rnXMjT/oEIaLkUv0/hkPeu0412PCBFphvJkq/rJbK6xeJ4Yyu1FV4jaAuflFpr4eCMFp8a/lvDkv3VCZZu+QHjhrFE28kz8scJmpgsce2E0kS8o2OKfxS/F2xBrjfnB9epwOfduqp+qRlMKe7gFrcmorefHo7gAQAeCmO96uW18G/wAJ+LbP91piaUF/Dwpy4HuYcwWd6vE56IwXU6UYzJ+qj8o/SmYqtj88Bz/etfEtOGqbC4IEdclB807RbsfA+8zgPg830hJGDhuXZi04aRTjlgscTJCaFcaAIvAETFpvf20QFN+vtxu7p0836P/VH9ivxKYoIt2IBHvp01U47XDyeBc67+5gT02B5IIKnmyFWI/23PNBa9bf43ZIIcwanFfk7L64JVUzOnL1+90OJ0zYfGK/UfyYW+0k8WXOoq6WS/3a7Et01o9OT2kQ2kH2zhhATT4Bwnref80/6DLZpnB+bHQekK+azx8W/aeQF4C1gR1wva81KMP+SbdEmPbyT0Cqjhz/JPTc4d/XmeqGvROD/EeoI5GMfRSwKcn96s66BhlMdJygUH681f9B8voZfBCX46mBNgH/xptQ0tbgdD70SRzSfldRX4kh72u4UBKNeUj8vv15h9t5Qw3pki88efYo2uN2yZmRIbgOiIxoxVhwWeEifeIBzJ2bo+HlrKTy2yQF/DzfE+42Y67NbGoNRH+O7wYs2th28cQwf3xsH+FiPFXh5/mv53wEjfqlOmKxbnJfzlRQA+JHBbKyqU2B+YaNDnHJ/wOOC2Rnh9fSZcoo00MIbrDDvQ11BWfdPAo4jCdfK6wgcoi+SsE/encB9LthnqtOpB73bpEfyx73/ysfbsJJze/qWPhHvse//Fw99Ei92+BNbQgH3BTzuNBW9guVCYB+BHBrq8ynWIdeSQg/tQ5LrB68Soz+VuqQiEf3i2qpC8dDfZm9tqj49fX2XeeLoLSF/6g10oj+ud+494O1FB1UrDCgAAQABJREFUVpRBOlArzr15ekQpVJPred5O8Wst7BMkHvgCbuGhf5XeA+nd4uUV2wM0cd1/Z00UCJaBDPgqP8MDWBxQfobVy8qjHti+SoddmVH8rM+ne2DFwKdHwLJ/eeBKD9C6Q3/fla8YvVKnu2W9817u7OshGjvvv7tHccl/mgeunFcU5/gjP5Ds9VkeWB7wHsB8uGI9eCWfR7+8ktbX6Qr/SIkWXOKt9rM9QPkAD2NWbnj2WC3tzvfAc/Kafwjspuf6fLAHvv79999br2RunxA4QVQKArqpRf3hlFH8HnL52zeSTW3Rq9lfeyCMxVXKRdsdyDc+ZoeBfxYYJ50k/zb9av6TXMfbY3rW4yOdfhhv/8avpS33jaUXaDkuYLGs+e9o/EZJV9dKfok+qdlf1bolf2hMQi7ROh0MfC28vR/6Y5y2tqNB2+DefgMLeliMLP0s/B3+Rb9J7D7Qfwf7QuNJeihwO795VttPtyTM0wbmW3yTKO2vt2Is6biIw963f3W+8Ff8jRLwT6XH3yhBv+QHeErX3pL82ik9Zqv8Y3LgL1s7rgeThVgz45/TSe6Mj/kmEvI+duCchvh5/tY3TISvXnO/p6R9cBbEotdoxmCWH6Q9FneLHvhlPtXx3ccPb3HhN6dkG9JCifEHQOYfMy52AkkPPihr9DteYl/CE36p+K9RDtQKZSIrQGMFfBke6Rr19XqpD4IZTcy/kTWvfX/5M6r0m3j0AT+0Oa5eh5/03jq04l/l1Dp4Rl8Aop3Gjn1n1Gr7z7rMmv/G/UOy4SO5XwEcebCu5xUYzBeIYcwDU3zZP9HOyICkuF+72gDSLxHL89XoI05LjdnUgp7hlO3L0JsA3gOEinydkcH/WYcAVMdH4CtNrBU0FnE8an5r9UuNj6JQAuJydl7km8xujpcwMBo1vVJ+0S9g5+nt+EzpQeXLmmyOXeJDeD28It/6/jri6rWaXE3vnKZ8H0CXPGqzzk3Tk2PmOvPeWr1+/6rMP9BTvFdygsbpO5snNY1FvyXT4LvNE0Zjzw8vB9fJkBrwdx75vPOY9AvC24fJAg8qw7dMGHoGXIV++4mCn0JcKDSBn6hA/2DX3g+4QJ/erM8vLWq4GgU/OLTa9VddPpc1Uq/pn/Ls97ttP3jRnh31VJpr1WJlID4zGTcCTLtv1CkVbY8f4X3hRkJKNKFVktsXs14Z4jdCVzZl9vjNy3Nz/DfbvrI3td6SHYR/bEzD/kAT/QGw2vjWvP8BLmozkX6rvnazqo3TwloeqHtALhR1ChvjCC+iPUJva7V6ZnpAjpNsz5S1eF3jgTXvrvHzPVLoATAeAt+jwZK6PHCGB1beSr26/JH6Y7WWB5YHlgeWB5YHlgc+2wPWfQoLfqe3rH2cBb9T16fILj78fYqSS4/lgeWB5YEP9MD6CuiWQaevsaCbteEkE721g2fn5Zu4520OIL/FgBEc8G89gUH4rbgj+kga6PdXdkxqg/8kdh1s/KkNvBm2E9JJuNppOSHDx176ALd2IkSwyB7+9tJLfue1K/E34D9V19qJRJXoOPDv37/hFCWNgYgOJ6Biv1Rht+MrHAWWCGjnktBDZTn7ccxavaJ/Z+zXpNX78WblrPzSzsd/u6D3rFw/wvzbv2JV9ud2XZmTc+n3QSie6GP5Hf0eK/mXYq13ng/nl8HxgX7l6ZmY9axGwf8zFA35zTsIb5LhbS60m0Vdnn9qmlX8h/iosZnYT7mJ8lHIUQlv0jePdfOE7g36J+qG/X0K7WmV/dHD6Ym4lfhrVBmxItexCG9kdCVa0/ow7p9xyiudcKasCR6YmD9oraB1g8eoS3Unf+CDPGdWBSe2g0+VagoC+civAUeuDEjnmt3X2jXFOa1MmvJLiRn3Tc2PFh/Ow8I5Avf8p71U8bj9mfQN2Ts6FpLXvW39lsG99sW84xMz9g+2p9rjm+d91LG32+6AuFTnst4mqi7X1uiOHqkv7JO6SDzZ//ZtWlMfn2N6RqEt/mU8nBYHh/37GrnV9t/B/HnYfz2xs3BNDyR7b4f18JyxHgCbI/npHa+RUO8ZpfN8Yy4QD08k94xDh9QL/ffzHePjW/uqpEFdsBnTYyTK7PDKjajyBlG7/u2YR8yzHhwe4dlHS+Otj3Ufn/nYZ4/Aufzj1/u5/ZkMw1FnDc5pW9wRHxyhtTWa2wMdtQtR9M2VuLhN9EB3vL/TmL6TLVpMHLXvKL2m04J9jgd4/Jz+pPUGt3L7bhB/okjas277q33Ypu2vTtR5PuuZ4wte2j5pvuaLY4MHuvc+xBPj2MC/hjIkv8aU9Q/xn2gfU6W1insjrfgjeNb1eA6/1xdTY23EUY6G7lvg51oyFkPxlXFZgHfywIqJY6O5/NftPzp8Zh5A7+b2mgTDD4D/7meecHkmb1Trp8SudRI2BXygpZ6mRmJC+RO/sPaOzfhsmRq/feNCtsuTDJmjNHrAZmyAwCsTfBKgRd4Mu8rqx/j0TyYQw91veDoxxMtdjx96iBT1Ket9fa82XoDROMmxoj4J69A6mw9clufDH/yqnEVOSXAy/knvNobJWARe+xMsog+wlHZrZfxnPflSZDWAfn79A9ZgU01/x/PA6LVoJHAwvgI8rWlbQ2vNr/MHlcE/u9yQD+A/U58z9Ld1jt+IYSrU0FHir5MHf2Rv7Mn4dt/hgeV7Y1WQlc0VTbakJ39LmEYHmDY+O726/qb4aKU3WHvkQ4+zSmjI+UM/Kkv9nKaxbowZ3vSVb/7imw9i/Ag5Bj+BZTdr9KVcTVw1esA0WvTZGqU9Gg+OofELNNb4uVHNfnR9H3PiF+ijoPgGkIwHxIrHxc0k/PYvxET6yHOnkIBKO5Wf5gqQRp3SeYf+vJT5O8d4EiTal2uV+ifvJ0iJXqc4D3qiLtrcyPJZTX7Nn+hPFi3mLvCX6xxDKVTjb0TqSPdcv8MmXacEqo5BglFuKLmoQrB3YzzwDTFlqrS3ZB/GO6Xoa4FHSQ441nDAC/iylPTuWpNc4wLHe6iXXvKv0Uv8ue1afu9fH6Q90n9MfzW2C/iMNFalvNij13rxdS42VOef7xdSDvb6nuK1tKBBrycD756cIXGx//E3EgPLWiXZnzqefh+LHMSoRczAVoZRr0qdSxQSF/aVaE7sq++zdI8k/mX6IUa2faYbsx9/Iy184xllf5K5gd23Q/gPUaG+g4YLaGAx0Oyp0Vi85sL5WPC6tv+fK3kiNzGfNs6AydifKPY8Vlq89EvDfEnGtZ+No5CxSvpJ2BDjFyHSxgOwFj9InE/z3/gw8z0F1bU9iPSulIaRCnDkhgDYK4DflDPom0PpAxvlvB1+ALxddtIP44bFbzfYFbQors+LewABiwB+cXOmqg/fENPL/FNLSVMtNJnN2wCYIk7quM5/vy4+vva4wEPh9E1g0iVbQop2y8SdIfOYzDpnAnhyH7/YyeKoQ/8fJxY3KHEjpnbDpt8DiJe+ceqX84IUNFZn5j0eCyfI4bNvXvwgXiaNJ3wABXvYgpZoRuh7ZB3Ghd/4PAOMmHP4YWGLwTQPYIwax4fH5DQdbmLEbTkhP91kVRR71L6j9FGTVftID1Bu2fMKYummeVbdd4+MD2wi2pvsGlG7leaa/XmrNjfg0fjOGlfEyix+N7jj/URi70OW3bH/YfnxFOfebd8pRl3HFHOWJN5x/ZXIb4zPSd6h9XL7j0rz9tBAfE3Sb7F5qgd4TDxVxyfrtfz35NF5qm7DD4C33C4e/voHv/7XEPAQGBdQuOF/pSNINsmlp9/QY5r8sCEvf1VoTe5hv0APvuhPM3IxavUAjSP9YbxRttJLPH5K5QivI7RSJ2ofjleNqQrDxvVpCxv0gtJoRz3x8BcYM8rZ4widfuluDX2M/JHu4X//+etOTOEXiLcNforgeTX8ixNJDagZCh7+Zh1vBMB4y/kGOE4ay/63cAHWtCnGYH5GZh4CeJy3EYNqtf4U226BP/jZmElP8AE/cMEw0K+dfEDfhm7QM1bvWfX+Dm/60mFF9/FvUPyk6xj3l5EHX89HiDfE38Ms2H2ON3nzG+Ze/5/f/92kON7wU/b3pPtDpxWtB/T39QX9b3Jfo1isX3Fd84SAY51rZHchWm1+1fovVHWJSj3QmOMRkyhTJle1RuIINFfpGOWQr7bMs9/9j/M44qya5gEaM2Wt5nsTjew0GNYPZf2bKNNdTu6fUAHgtHLO7JjDZczIO2WPaXw2VXeOxryqrAXbm78F5VO57GYI+N+1UQzyC8q7LpmfU3tyWsKnP+DtaX5DDDB3g+bn569/EOxWA8BzbgtymwcQH2r8X5eLo/3G+hcR3qKWzx+WM97CwucbQfee8XzlyH3o51vq7mKGGyy6ttN3Ett9kf1mmxTJFxtMBInzxDbX+4n6PVWn1/ab3+i0+va1bW21cuEtD9C9b//f8sXywPLA8sDywPLA8sC1HrCun9Y+9NpxWNLe2wN083rdwH7vMV7WLQ8sDywPLA/UPaDtL/n6SD/VgraGW5ewMF7RA9b1yCvacqbOa06c6d3Fu9cDX//++++hs+zvHNCabVjcpKMlLvAkXNJV2zipYyGqJ3giMk46RMhZtfQEj7Qb/pDSf82vSKmdQsLZBY8H/iSX/tCW8lrbUa+Uv6SXdsr+0Xa7DfBDKgluxW+tpr3uZEjzrNf5R361cYqY5Zolp8w/+J/mSWUulOUbvbX5p5DR1z5X/dvK96hNQk7wF/Su8Vfot7nVSlfDgx5GGU+IewS6wOBfMWeQBXDtDTJ5Qmp+vrTiOqhoVHzcZ+MVsEf5gkF5XgHLLo/KTzmndrq3zJvfIOnXg3JjfHH2qB9SO2a34jrUw/lKm2r+L+uSjrtio8g/EiP/bV9/oha//Zvgu1zk44p0Jr3c70JrhxV7cpalX40H6Cp44RsayBANF3yo/4yPJnNEjqEnftM3Z0kbFP/tPXkfdelxJ/nhACzyOvI92vFNf1WKAeQxresRCTluhB6tQX/kyTE7SItR/WD3KH2rByBH4nu5dv6w6CSfu9o1v3n9pX1xvL3ev7/nvqFX947l55p9Nc4WX9DV+O/+4/k9yWWgt+WQr/EHqXlp03tcyMkp50Bq8i0pqV6IK8SbbOdcbLl+f5Xy76HPcY9AynrATksC/GH1Szj45flZYnr/AT+Vg32KpMnbKV3eD/55DyD2OHqMsv/AxS7P5m9Lbun5/jK+BDHJFQVOxj6kQHG8i+lmji/0YrjHBZ/AAXoarPENPkZ39garxDvvm1Ba50Ut/qXGadsc3+F9W8q/3rLzFOnG9cNem2CU/3ifKac2/vt9AIvefSfd1iVlIS9KuMWnCic9T5xL0/TcDcEX+1nXSXpUtsa0cwUbF/ia+xD9Wp/HS+OK045fk6Rc2lq6JyJtm0+kvWhHPr5W9kcuy+Ij+T61/er6435Bs39lPjsxZzTrVECsRX+B9N4uCqyrggub+Xstfj3pdrI715YZceGeIVc3l2daMcOGM/VbvD/TAysuP3Pcl9XLA8sD53rgrv3SuVZF7n32NZ9QiwJW7SU90BcXL2niUvrFPED73LXXfbFBW+ouDwx6gNYg/A2yWGTLAx/pATqULz/nrJ3rmkD6+SntlTufMhJLj+WBdg8Yx9/aGTRjTjxBwxcXqqs3EPAk/sATePDmpwD+/vUnjjiMfMB1onbQCXoQkD4H9PEMnvrvvadXgr8nuefrIeNUt0vfFIWD790/MZBv5ia5dJAN9MnjK2E4e7zkvE2ElRvfP07n2fqURZq9Mn5knnKJy6SlDjoIcctn97/4mfl/tje8nE6IBu3i4xZ9M6GI26xjAaoeIN8hLue/4RTf/i0pgvFDpJVwz+iD/JEJCFrSq1V/oinh1vrP8EGdJ97gDXluN4HayHV4S5hiyuO5mNryC/kWvqJ4o3bJB3V9RjCgO0riAd1H+D2Nhuz6/fV+hY3xzZvr/X3cP4iZ45zO4wAdz/Lvcb6IBfIB6u8U9zPGVvoDfprBO+XRm98RXymXo61g377xjLn7KGdOT7Fr6899zuucw/11W/+7dWvbX92t5Wz5vfPHy0e8f21vomKvi31Kj45j8nskPAsX8T+6DoHerz10XYm5TmMirzsz2w/cH8h49QJI9kPuL/SqHvDP9h/44zIyCL6qEuPriMSYH3oNgfzj84PrjznCYTR3/H0YL4t0Bh705/j9dbp+8PMUt6vAv5/XIMXj5xuN9+hYD/pkJ5syFpfnNMyPY7b3Utu+onsPvXO8V/oMfOm3e2JuhiUtPPDyp3zeZ9I+Pk+kml/3ADiVu1of7AF8PfHmAsp72ac/qfBNByXZORuPTLGXAPR778lmvZc1TZ5+sUWkyaaF1OGBD4z5Du8cR31t/3Lt5Xbc+4ZjHPdWP4eb5W/5020s6G4BbgSZRkDX9gtovtcw2dY6RI4nnlP41uS29AvdWkjKOP7CNrUPftcoS30avoRxen2GSIpXa9s3EmAJ9wFgKEt9wBkv03Gu8+nFr3N8OsZR/x+lP9s/x/Tb4uFsFSv8aX5Zc4xfv+oPO4/ZX1GtoZvLf8X8V9O/p7/BXSehWPGji8PDX713QaMH6vMv4vbUKO/Qp2/ceiRMwp2+P5uk12LzIR4oP6yi7Bwe1Kr3d/vdRHOT/nOrcj/xoni+Bx6V0/j+4vmuWxouD4x6oPsBMDZJVYHajTfADk727QJxX2GCPuBdVayMQPzoqb/1xF/CsVkMeuzsv/75s9Vo0fKf/QYj6cnsxwmDHSkrnvuGW6ZqAoBfOJBv3Dk81kuJV7+QVeXsN1OJr9Yf5dm1UTqb4/k9Re8hDE01hH8xn1ismqQDHW6GCSpq7xY4md+QL7BOa/bKq/mllx8ZVuM5YLyMY+Qp/EYI3szCxhr56k/YaBsb7hH7mP55rKbxgFb2m474uqHgq5zTJuagfkzVxio0BrqhF7qz+KeOEo3kHxgZlRIvIunlJ8W08Ue8SWrYGuNTJii/fuZ0RyAlnY/6Q6e37fd2RPvrdpW099R1jChF0xcw4oN6pIgwS44F5zzm1sMbYiTa5QS/LUxzFt4Sdgj/fG0/VOWQ9zv38Td2d91DXsn1xFiiJIxUEqPR8k/gTbKifxEDKBmXtAqegU/anbRqOODFiWo0HLdWZ/zJR9utm6+//k0BkiOn+8ZvHwONN+NH3Vi/UtQfx9bzwIMZ7K+xb5dtOiBA47n958o4BgVdNqFx/FIdrmlBzxiLUl9NP4kzV9eoi39bg7hDT00S9RFNCUej8zDYpwaSTRZ6jvoC8gPDhkpJps6P+5TWTO+rmHXS/gYVAoomDzBNT/QFBkpFowNaC73DpXgAiVm6X/5zF5M08sBFFKD9B7kMiSDhVdcFfuWxeez6NVFgoFHXGXuqNuaSH3luH7/Nd3L/JfFLY00aSPwWrWo8j/bnOmCc854aRLPv2907onzWktOkLeRvCSvpoMv3FD18SjKe1OfWaUzuIbWkv3YfOZ60Z/wKX5lGzF02+e2+NdqnFfKTRSX2OxtaiUbDt3jfAT9bv27+x+ZIfv8qdaqMtrSXWn3y3bK4feJ6VJfgKVr/lfykfn7yUb6kP/ptZdLF131f9ImkbdWB4SHW/QWdu27DvgC85frEaD+iKseLjAaM7p+OOCHS91LHuGylxDj62PG6A9bKowcPtpVozpRfkvsKfZb/AH9v3+G+AUYK9xPQftUSo9el//imuUtMERkLURFpoFMO9ACLRVLxAL95R5v6bGOPxb/Cp9RNC1L/olTi+Dp9mT9fR3WmKS0o772oMGNFFbZfYD9dWeDqgrSQbaHZ05tYF56wRg37akL+G5b9CYTkX/y9oL08vyNTpGYAekH+SAXvrSfI31WpjTP6Uar2eCD2E9hboF0gKXTBRwWU27qg25z4UXNxyd/Ud+QD3kf5HNHhdlqMoaLISf45Nh8UPd8VdDQuTxq/ee4+OH8bFNnub960b226fsUYNdgyHSWJr0IemC54EsOa/i39d/p/d0NfPjx/zkwandvZVOff7RqerUCMFVzvQuJ+lA3NVS4PTPUAxRuuf4ixluP4/HzB1WeqvxazVg/EnNZKcRoe9g7JPuM0aYvx8sBtHhg65qYl/dss0ATvE3e78eR+j5MO931/+wSDB7x4gi9tAVxjq8Fwc0vyiW+d8GfsVJ+Q6F4iMcHu3N6x00nc+5EnvwfAMc6qY8Mtx7sub2zs63JwgsrFeKy6nZnXKDnYWlfSPQDEuLUgvxAO2fUS8wY+PTgO+zgiP4Er4mk/WOnAXk58k+6gXAg6XHo9kph2PMMbwftvSvJ8TbYiv9ME8O+IHFZkkAH8GHPVIKNFdoYHmvPc4DgG/vO/2k99qSnxEXROgMcah/Mn6TR/LmCf5fMcjj3TKfV4c2LLeXvC8/hsoaw7M/gt5k5/8p06Qt6khpO55Scmm8AtH/BuwX2VNTrk6iaj7kMi31P8dI3ByeqSPlynum7nzK8eM7mOfj7WqTlNHfvzMFL/7HmHklt422OST7ryO+XxE9YYxzXJp6Zp+94ubmL75y7WZ+WagM87Xoc6x69fwelICf/PX1OPaHUJLcbOElbrt+gOwdvzLz/A971fqMt8mc57TTG/h4l07fI1bs+D2fGdzj8br2wT6MpYT++N409rAp3f9iXu/7AU+TBT4P+2/EV20R/mBUrbKPDf/WEjvlQPxvf8cYX/0vHhfqc6vqFy2+vv3872x3375dffPR47rq9KA8HlbnhXD2vX/qhkid6HcUVvZi86Likx9iQM408w1C9R4lwh2CMo+78xwW/mnzEnPJhqjY82OHyma/1vAnujxFUZEXoAEh+CVJAr3XJRqqDf0k06anrSAnrGIqrJusXwJXR5YHmg4IGrrxAKqqyu5YGP9AB70Pom9mNfgfJNzDrVjLVnGnPvGfvXMU3aqUbmxYqPdv8uzOWB5QH/oGvljRUJV3uAYu5JB9tIHz4PXGv772q/nC2P29gjiw584pBoD93C1T2A/R2VePirYy7o8sDywPLA8sCTPfD177//dt0pH12It7cWBk5b1OTht3Y3Jyv8a/SnDw5OmmwnpvMH0X2byZyevwE368Ev+UT6zboZFfHazxLQCdh4MCy3KR0TzreGGymhb9Qv9vXUxum53lJitAP8pb6yLTmgLfGovZ0wbn7119ITaQE38aPOXjboJByatZXxNxg9fv4GwCh/r5+6+VfyRKYt5m0LbkbMAODDQFv1KN+dH+LHeitMxgfUCPB/Km8ojuoPupqdwNsVi/mQ4g8xCK15ifjjMMpb9OYfh43GD+dRqut6gALjE/xNCrqPbHv8XVfymfBL/sZNzS6vly6H5Hs9oJ+Xz/8t28Ux9Xqbfr+/lfgbftOoJh9a1+ys8bHoyb/ex5CUlhYdsLxcbXzoK7bKv5Fe0xkyeEn6aHRcT/SjJHreL/nxNq9Hes0+jkm/NcU/yOc/+ze68D5e/3bf/MI/WFdAH9rV+ONc4rwFtKY/8Mwym+cppsm/M6+mXFmrxoehjlTdeUTjY3bs+H78ajeZfn7/Z/BvBadxEqmEfltOpoUljceIb9UEHwtNgZtjv+FaelPnuExFjW4QrTll3T1LDQfrFYRqOOibUV4tL9fZGkc/hmfbb+fvXNOxuBq0b8+LyNOaNgRDPpf9ka48F6R/EQ+y5PzT61fec0bd8t/R/QV09f6BvbiHgDb8gzao2ktL//K4lOLS7xk9X12vGu9ce7ITvKiE3TmmhFj2AS/qwt/8RW+8DwJIWkKnFBpbvxrT2B32+Qwkqu36C8LJzZoeUVw6/6J/IwavWXwFnbG+8/0HxQT95z+ent9/41Lz67ekNzZO3n8hfmQ8Ax4VMWrG/jR8za+hf3hL26A3pGVg+u1X+kB/6I121c9CP9BngkyAFT8mwd4h4itDb+OL6/SMfAecPf/Jz/AZL7939WElrCEcuqL/cv/QXAGepb85fvu4QWZGj7gS4yvxECfgI9sSP7TBPwBYpSKTYdarJTlE3SjLXydjNPL5UldEYmBEJZzaUY7WW4JhHEo4c/tKdpCkUVtKfEd55pZf769chxQi7Z5j63w7pZ7cijk6c45W3dwfWAQXw0teuliVJW6WB7DIHeU3i89RPRb9HR6o3WC4Q6cl83M8gAvtPovTh799tAt7eWCeB8bid578xWl5YHnglT0w/6L4Gm/0Xjf04l9jxZKyPPBkD8zfX7ziPJyl86vm2idH6LvqNivm3tU/T7KLxmqN17wRacmTyfn7eaIXp+UB1QNrfqtuWcCHeQCHK5+k1tBvAA8Z0HiSZYj3SxBNPHVAvtxPDmlB1bJIt7jsEB+cbFLGvXbqtUW3Gs7jFgXyh+aL/YkV9IXP0a7ZqfWTf+fdHpgYt4qy8aS+75Qn+vefFVEoe0F01qXDFmWseiUewi/Mnza+/mzP7/5buYgr0Ib4Wrt1uOSh5bEzWhjnfPw75sItnjlmd13ls/nXNRjFCKfrTQbcttZxbsUjoZy/qUTaYax/KdL8FtYXrCuyjd9Ka5WM/ZacT630C2954BwP0JzsmcO9WvTyR46wdaI5ROvTa8ylXvt7/duLX/dvL8d3xMf+Z6ZtY9evT4uf1CNY11Jo/o0Xsv+ONr3thHHVcwfmBmln5x+pO/EiP+g5SR8/yCc61MGH+M8+kEq6pfqVL+Awrlw3afcz2/imjfwbgsbm33EryYfR9/PusBzX7AQOuP9wAusrWSLu+2XyHNJP/ckU3nOUl9x86ci/Z/gM479906C7pxfaLo/SB+26bD3/1+kMjEnzC/rLb1ID3JDeDx68fpd6UP7kH9nP+2p18EJJ+JHf7PlbGf9B/9RsfF5/+37qWt0r42N8A+8VOmIPRrJQf8qbwdc9AL7C00vGczxQfIB2fhLBohAXhJtdU/THzbp9hPjzY+5ZbizYu8ViuhF7lu5Lm7IHCmNbJryot0W/FpyyupTjz8nvx3Ura/7evdvXw+3pJVyGrfXvOYN+8ljMmZeYgyGCov+4/msZ2/0Cf0U3rdrywEd6YMsP5QdjH+mXYPTKFcEVe+WcfaSUcryN+xplTu8wvvmD32jz3fYdlM/3L9Go7VqmbXwZ0Q3V8PXPhmxvw4H8m/jnAB9Dv/PBB+MjeWh6r/2UF5EbUdJXsNcsrHwz/flDMF1CzeKJApP4n8j3CKsLdeKxc85hnxPG8kL/HBnGz6U9Ycw7nTnnvkin0Ar6/9U2HEj6FT63dSf6I3O8xWQsBOyk00OlQesfd6mvcuOuum0oaUR94Cll5XTQP4mPHC1sbpSugyCpI+kuYQdFOHLYJ+2V7X5J8HU/5TModl9jB/G0E1qz57DMeTv/JA6A426aJ/CRAZutf6bDq8efN0j6ObYLNzhM35byh/SXx43yBO23P2GP/CHd/7W/OS7hsS3lUY+QEZFdjfD3forDzEaNX8IgNLzOnhcdKIWNAWGrtPOLdCX9I1ZbrSa/Jgv01hOuVvo2bduwoJMuO7kxxHKN5020Ol2b7BRL/sZv2utakI9XfLEOoB3KjLII0GOtSDLWGfQ3xj+bPw1iAs8G3AEUmpfIJyjjnk0yRCxx+B4fpKdm38n6c03q9Vosa/ZFrvDPeDxJ+XPnlz5usEnKJrvQF21sqY3b38L9CI5mD2Ca/UdkabSQZcx/jeR0GHSaYf/OS7wREkwIc926AQ5dAgXL+Qx2W1XRL8yRif7rss+We/081PzDjbF1Jaz4Zq01P2r8uSytrtEDFnXT8jjBoj+jftiC4DaVJrUGi3w1zKgXesv4wLqjhC8hm65HcE1Edsh+wsvtI+hlH5eTvrd0pOim7VekYiGn+Q68DUQtvBFE40Xxgz/AJavWthafRJvBG/RP9vdCAfpWIvB0lX8Q41b2FuS+KfxDQPBEHOdtldMAUBnTbi6l+GzhX6LvVuYwAWKRGG11NpjfIl4ot/kxd78B7BpfFAP0G8CM5ohCNO70hziost31S+PFfXPEj1PUxRn4mDrJWCR+EmYSKx3CXwrGEP/UvsjVgkeMWk3GIsWvhNV49PUjZ7RSIT79WGJ+lSKjR3/w49oARnwkr/P9wzVZdYwF9wRgzxofWsNpra/mHG7KRXV47CJxny2G1h58qM7bgL9PqU3C3TpaSPH3PgZXLJELRgV9dZsewObGRNA6jmzeNH5PhxXnF+bmismnD6Oq39NjuUW/YnyqVgcg30jxekA4WoFuLXYclfWG9PxCjm4a+RtHK9f0DvXQOtck5Nz8P1VvzMXErnP1T0Sd1ICPUB4X8z7za55Pjnt1cXhFDzwzPzwmrpFT1/5GDe5T9pSqpJOAbzG+mMOKj2637+hau9sm5t9T4o4e3JU+fH8v8SjHHc9zGPujfpbaXdU+qvdz7KeYpL9v91tsX/vvseGarnQg4Mc9WSjFSe9IzImrXqkMX8xV1nNC9TnjH407GtORU63G44piSMZRKb+49EPnT8qfU9aP6/xTNm716h5Y46P55T2/Apqftrk0cWsuxoNeCkD3iwghmyFLlU6s6Pw89HvfaKWB3bOJ1BJpD31Ju+N9pbMJvC+1/7jcUQ6kU78uGAP43WqPamXTcR/aWGf34LcZIQe/0Yg2zRl84Btq8zr6H1XyHHSjYvDTFl/h2Lw/ZezVGs0/Nxr1EaKPzM+Yh+L40wn7CP+p7pJ7nEwX/TQnccrNndQtkSdzI87vhAQ4yvr9tb1K4S9MYV9CO6MB+TN4vR0PHpsxptrM5LREgbc+2qh7sRAf2frqTmXSZ+o06FXOwN9uwDnFSHfobaA+Cky6TtG5ae4hjnrjb9BlTTq188a4ovRvPF1kS7uaEzDbxwlzlYT+ZtdJE1Q5woLGX1mLjrC8lpbGYVZ8YUzJglk8Z3qD9PM7kLDlNdjzmDNQDoM3GVv84OHIA/J6dz6bGT+HXTqdAd7QiPlYitDtBz7oiYr2p3i7E/2c27Z95YBCvcTHJOseW5PTxI7Uf5h30T/n7gMnGjKBFfnCrfjugdqPu2bCW77SJ9E3DSInrE9+37nfW9kf9vlrrVS++6VspNekA/qiTDq7Gt4/XSSzkTGHXnrNn+0Uz++bvh0sXODnY+WuzD3itvjO2R98/T97X6IlKa5DWZn9DfPeOz3//5dTmYPCXCyE9x1QdGcBttYreQGbiD///Pn6zpeFXDTzyf35xH6fQkai3hjM/u0ef+CW7xOz8rAffQfqvH6BYNCxxC76NgHXB7JwDNHgG6S+vMKAv0vKE8vI37pceyIqo3zCGD9KX6qet7WCVFw60NHNnxVL5/za1uSfhTrEFGm1/Ck6ZtA81a8ZWK6k825xvZu9K8VabbkHAqNzHDc4ON4DpWdaOTr2z0Tx7BVhqrieMdGrdyCgef+OOL/NS83re0Rc55T944S2gGN/jaohBQGKx2chOIVYaRSBFyCgfdQ6QY7GouXCyjpuqyWKQBcEvv7v//2/bFmyvY5og22vcqhE7NAcqpQpk/jm3rzYnfZGqOT//R21M9O9FyHun3tXi+RjkJ1Opb+nyu3CL8dtr+F32yRl07Vfvou6pkzaG7PR0Ms3dKUF3h1WO2HMv3L8pSVtr/nXkLgkXzaWYccgI3b5Lv110TAR2xbFWJxO1O0vHH59lMTs2vloh7P97OfEu9cfO6Oknl2+v3+V+Wy1nM+4/nNNiyvZf+bKRD4gD+R1fNcex8H6erxA5fktLfsWAufPsd7qIi7YDwlfX6HfGOa8Rj/8Br+UZ8otH/qd31hDdfpP0owstx5YEdghfJCU4mcExPQfarwnFhMvSbDCZ39M7vYNJNtvWPyIXdkyjl/4nQvZvo+4ePQk9i9B16gyJiciIBYf6a8UF+OX9N7rXPwgqNJ/iCk+Xuw+SzqPD6jz5ASqmx59+S+VwCZJj3JJH7s2ctz5USrTpVPaK2lSdZEcF22dfOu/W47rDSTugeXnpS3PjV3UzqGLjrbduzDJ0e/2GxKgE9fXo9EPe0CfO/765F7LUQK7Y/6DDnx5x9j9h1Ma7/Mi/Q/GB+CHI+TKa5SnH43/iAv4rNw6/CAX8ux17WOdUNxiNsNLOvrkxGSAL5WO6+TnMX5O6zqHHa46WVarS8q7XiPOqHHff6TbgX4C8q7HdFln3hBuP0dfav0h+lJdZ81jr0J+Wkvobd/js/VPuK/dv4hmq2L1RIh+i/dlhwBWz8tw7uNBPT9CDy9znH/itMml/oWi9E/sqxUgI1E+yD/HHPtPjPkXyH85zly/iU7KjuWqiKdkP65jcg5Cz0lMT0z+mZ/ijDaJo1VsZNGzBTw/+P6KfIloaSxDeZMjMyRncwzPEY72Zp01fZTQdcWEMbhOI/ox/3CxjijL9meAUfRIRz5fhZ2Y31gzzvlry2n+E58DQa7l852Rnlhb8vHOKPfhQrZYP+L+h+ScZc3w0up0xyfun5Ww4tnxfLyTcbHodlKrYhWBvgjQQHEdLPrqjElfzZ6YvVrfBgH3Q+42sp8kRdvHk6Kpvrwln+XDE428IqAIKAKKgCKgCKyDQOl8pJRvHc/VEkVAEVAEFAFFIAWB88IhNmukcD6B5hnj/TmGT4iL+qAIhBAo6aci23dC6rTujIB7B8KZpv2V3OEgO29ZDwvMztGFO8l959SX2IF19Q8enY8+v89UDa/IXmErpMNmHKm8vX25+Ye9H3Y3EOx95DEQH6e/2LnniamT51T4vcWY3oz8+/mtn1PVHS7gfw9bueztnNoF7SveDtuvx5g+6Xv/GZke6tNk3r19wP7dW8K8OJfjiOX1Z8K2uPgrxZFDvcYw2Jgv/+jnN1Z8nVoePld325fAv3LJ2CWPI5eEHbxX9KReXN9sHEL+YSs8d/4N54f/PeJGORGTOzpvoK9XcFN8ztHd2t5YPHJsy6GFH3P0H305M5n6cvpDHR1n9e/QC1vk9WF25/H/0LPCCfqmFWzZbUBcZpiE3CDdOMebb6F+FrQfPnotZ5s/pvuBdtvL497yK+ymeXY0B2F/ab8G/usM6/w2aan8Cv93VuQPHU2+2fy55tE8O+s99UvAm7+nTeBbyNq/2UP50B5DxMnE0oxz/+z36uQ16v0IFNTwttPrnnXXgRyV9zDY1CrLC7x5HMvnN6DlG+vdveyT32ez6aUhM0bSs7vPZ8sT04Yz2xbP4bOSNa5gH7t/RVsgA/m50+Cd/3iD2klUVohnBy5u2d9QvMo+ofHTJTEz/i4RWWWwr5FeildWXwr9WUZPJG6E00QPSlXzhV+cp84vdAG4FPWF+ajzlh3l1Vwz2B0D3ZVgbkmws+KNHSP1XHNjnSsfUD9fcQGziwewWn85hpmyTrGBI5kyHk8ewPeE354AmJDdAZeT/W0MNhM5woLyibC72wSkDQ5GCvnfuGPoELNyj3nbcMWZ+++qL9c8jHMLX9o4XGIRx6+Ev47HfOv2boMrTV1lh0rYjrji+iBIO0E+u/pN1KVJuilVALdX+D8zbAHsi83qIbPYmErGlr60lFXp1p3ZWZ9g+m/jjPthm2J+51D7bC+djxi+0TlRo6+G14eeltchoDGpwy/GrfjGEEqv37A8FsbMTxml86ZQ9o5VmXx6Zhx/bpzgH5trJFAnkpT55BR+su/8/JLGOvpvQ8Kwnmid0vILe8jMt8LLUTpP8ApsXLG6fY3dbSNu8Zxr4+S7pZS0C10ALs0Z14PHY9Gi4WBVYJ97EMcDVwikRWKcr3CUmEl7yUaiCT5dPhwBBtQoQp9YvZ/XZa8sM9ywhR68hK3xa7vWuPBB2fYbM5fYnm37dubvVcup5E6DiMs/lLn8QN3uMJA8+R+6kDJ3eYj9h/VD48kAD39IZdM64b9TtrSRE6Xwe/pHwsi8+UvYePA5eKH0nM8otcfcCObSW03usxL7iOfScN3inaXwYdtpf/rtZSKmuphNXGiMFro4T+w8JjNWD50xupgdVG9kxcdAdz7a31h26CKhP3/38RX8vriiXsqBr7y8xm+XPC5bnl/pf472T3YAP+MXFhJo5zyNqb8SWPAe/UTEl4OO2QUZvg0iRz3jaXXqsqeV7BQ50jeXPZImRW4qjUtfKq+LDrZe+ikQX/MPNfOOkZzNMgyy0P7JX5RlCdqJV8Arx37Yu/tP+YWc8LXvDFiC/fMm53i+G5GJ+Ru/uaYyft8AmoiorOq/f/4aes+wgfk77IAN9tqw45r6a9t/+0wJxQ/x8vHmlod0kayIviNXPHpb91ceNfOKgR/6DyQKru3CBQ3FlAdySA7bTm9rcj6STzqhR3JH4iXJnfHdfaLYXuKXIh+YXJR1KAjouthO6lPsv5qJdg1+254R5yvPGiW5+bOG1e2sMPmBN3/lGzk/e/rgDeFsvbL/O42f2dKuDJB/dBo83yiX+fWVPVoC+T5CZxvyESeUJ8kLtOmLirT2jDeJP+wOn237vigoKMix34qXNphrkuWJ8YYl5lfn54xWfxo61gZ5dp2rkMRK+Q78D717Hb3R+hnhPK4f9PIkJb9C+qW81tcJ9lHczTzBMcYn8Lc2WcrD2IejqXfY+qmozUCpvfd1nr1ofz6r8p//5en36dXy8QjQ3ILe/JX9eIolr4w6XpNOAchFU8vvkrlWWe7o18N6GuztgH/SQAMp/k4VMy88tjpM4p03TaDOkygHQ5eiAL5RfeClr+01D/yjLG8jCOanxc/keHrurAFjZ3tnTpQDAJ8nngHC2irkTlMcOscsx+eTX2gLTECsnpG+8xSYzYkpjV+/W4zoT36ibYR4+J8UkHsNWSe+PHyiNp9kL3Lh9Bu25fkPLj0mIgDs6djs01JWM6PKBDXBBzlcZsITuNr2Sza/TvcfG1C2BqhdS1Cjx7ciMDgn0IdscGe3A/A27Z/fGvdWfg/On1Zm30WO5nrDSPFcpXN+3UINZLaWC9vK5NMCQskiArQex08uwoajtPKkJVawLSATY0il1W72BP1uxteXZs8FGiI2U3e9G4Fcrxd+SwlyU9YtnQgYnbJO+ao3gDkgOM9JAvAQ5tjZZ/GntfT5jYwP4NRh2U7LLOqiHkdrP52BfoUFYGOZtd/Y97H72JX4MdkQin/hu9tPQTzgkuwI/65pZf7QDq2hNwHnvSOI0yp4Nwspdr4NxbaZ9RWCEN8efRpkG/NMW6VzekvBt6OvwpUqVvqNYhJg3si5R55zfFvFj2S2klUVkI2ZbEGe7G9KfcpWsW+zLprHiBHsz8UE/Ll8RE841fBv/nmmCPAb9Xyx4WQp+tVT4dgLtGUcSTvsT7YEfiw1PtTFNtl3Iizxfymssrw1xPC5gHUcC3JgnT5xnO8pmtLwcfUHZr6C+6kUXbk0JmYu3VISaNCHyWtJT9fom111WlaKAOVTaltLpSu15cqHvLjWhEtK+ez8otDXrY81OW3amczvqPzpfXRa/xL1Ixye5WvL82e2a6nxC9uJ54v82SFxfH81fvRK+d5hXiXb3XH9B98wUNi+w7ANqDXxxW+Yft7UPQZGeg6B+Fea0iEmlRY1Ym+ETyNrWolp118BH1/7QH0jy4vbP+wwdnr99z7PwHMYn5+N/NvEeG1rp8IpCX0ejkQ0zpZzfJwG9ijE/Olh/RdiOC5+PYJzlYl5BtXQXAPzDTp+6jz9A7LrKvFGJXA21WQkQSq9pKvll/J6X+fZS4vAvS3qLz/P5/72qAZFQBG4JwLeue/N3NE+8WYBU3OHIPC0m4EhoKkSRUARUASSEdjuK7efB9BPHwRobtdrftdLbh8kVKoioAgoAopACgJ074O/FHofzTb6bONP/0VAn34tVwR6IqBzoJ7ozpF9LI7OUb+E1q9///03eFcWeziGhgE633Wxt9iJ4BBg3sI9Dzp8JZxYcheHHWoiRbE19LN9EWGXauB5qaguiNkNBXX2Q4rvmOof8gtyUvlAP+vospO+8hm/4eW2Kwfz1Di6NflLjQ0u+108Mj4uGldZqnwXb1aZZwdMlowC4mr/Av3fx5zaHVo++Z/dsIGhwccnMLp+U4IgiL41UZvf4bb0K15RvOax+W0FxBHHK530y1yD3l2bUurzP+yXfLNA2hG33+gFH+jNtf29CYnf1aOYnVeOtBIfLsTNdfroOI1LI/wvfUP3LPPrCzvmz+XA91xKVzH7wOHzD/X86JLp5j8oI/0LfvuXa+Hnh3+J/cXBG9Gb+ubp7/77CshfyIdd9AYAnct60MWOkOOli/kd89MreK9wya+VyXTit+pYkTg9MkWUm8vTmy4nuwxfXL47P62ysH5L5zuLyXfxpetEfsj8QrlL+rmsxD4uId1WzjXqPDZ+fB1v5aRZ5MfVh2MMHx8f7Inxg859PPvPZZlz37gBaWd+lPIjl2nKzf0Hp+l5Tvhtfaww4yv8dUgbj2C4mGji4l1UPvU1lpny49MWt36TbPj9/Xv0/VTO8wdtFkcrhc52/c7d0tb2c/xs+VnWhtAuB7rktaTn16DlZZDDy3LPU+TG8s9vhx+Ls53mTeCrHLo3CdyfnIVUXMXaf1g0MIT98jqe5z75sCsNR5/+WPxS7fPJh/XSb3kNunlH4CktSMNXcqVey+eVqXzH/NfF4On7XKS5ZYgz+BBHXMvj1/Gm8Lkm9rNnx31FrS+u+fFmilP/oWt7a0ryyevdHf845sobXubLtzNOPa8QS3l06ZR5iufqVE45IPNA0rtkJpV5cD94j5gdJZ8TjvS5xlw1Q99n3/78DNi6bKgq8+kloRyTEJ2kLTAo5p/MC6niPD+StXRdGsk0vtj9Rdx+vAHtsj2lLJaJMT9SdIRo0vTH4hzSUFMX0xuLj093TK6Pb/Vy9Ls/P9+fb5x1P3+3ORWL/ur+fuwrTYJbOKdGKgILI0Ad6VM704VhH2DaiIcrA9xooAI5jsG1gcjhImiM1HFyOOyq8AYI6PjVL0ja7/TD9q2SdRy7Z+RXjJvs+zHXuyPCvfDtJTcVYxkjw6f3J6n4KZ0iwBGY3Z65Lbc/xz4UebyJYxjv3H1suhOUU5pXHC8dnzgaeq4IrITA0/ur6P7aPRiNf4iiYYhjO1c2Vd/b7zTQCjcNXnd+ON8GNVrLtyv7cZmgfcQegLi72RTABTjFBKTjf+xu5CIp3/nOLV7nPId9zsr+hWifmW9oNDPs0J8Ynyxsm1lZLgj+lUtQzkYI0G7X8Tc3bdt36Q0e+D5vUm5tyFzzN2Vqd0A2ClJ2/9lIb6mYo32XvmHcNj9y3biOYWRPYl/8UQb7c3hyrZxAf8S1s+6QHl43edzbHgt9gPj0n9tc3c7T7xx/2E6u9cpfrqNzLt1EPB+DcY7xqdwF4Nwrjj7LoNf3oBD1pfw+Pvr2IX9duxpuP80Ryr9loZ1NbkmuHLqWkT+BHKE+d1JfS7ZSe7ja7PY3tTQsF/HtlUyQn2qtpAN/IGaS5VbXq/v1FPzv4gfZGc4J6iMwbuJo52OZyX/MMUvvXzL1DSVHzDelh59uA9xvWBGfuVeOvWHolkqlsCEcUz//uBoaJ1qPPTHcx3nXSRPyqtmcId7+O3mSJxZ+g2uRx0cwR49uBDBetGvnaf0b9LqtGlm6evuK2eeuX3cBeGRsB+vi3zo6a/0s7PLakw7CD7edK+JHnVZ2R9lsIhCOrNYqAnMQsH1K//7P6prha1H7n2Fojs6s/mkC/ln25TjeiRb2YiDLUPP5+rKdD9PoMzvH301xppdXG3/3GzNuo9SfcA38EkiVZB4CuIHDfEhez7OsRnNl7taoVt7Gi11PjOUTfWqT+OiHzGJt2YNrPn+1N6KKeW6EZs2TefzmPD+gXOk+wcoNB6MP5/J8/Jip3U/DWHRXn6wg3c5Yu+OSSu4efCbTZsCtx/VV36ec33u4vkv6U08o0sac7d9tgXS1D9m0ol2r4XQfe3irjVjN8zdCOqc6w5diA6FjvbZZ7JIyfhB41/wkNejI9zN99QIwBhH5YOcvjXyBz2ViIXeGBHh5VfEONi5k0DlPzHqVFwQ3kShzBzuus5QvLrmUgufXgR+fVEXyLF0vsEvluNL/fnKYdlmm4ChpSJ4s47ZIfSFazld6vutrhm+pHTtfYf9QqXUc+2r+xexJnUSytnC0326o5rcJ9C8wCeMYrnHvJulQz4+cl59zGv+5bN9+SlOTR59i/1mjxJImylQWmjBLnrPEtldSF+Ehy0Ia8/ALSUqrk7bF9F/rDwneqdVB4TEJMn10tjz+lhhkbao2eyjfyazPA56tb0D+H3kn+4tY/+KqP2SQnUy/x1sqhn7YA1KU261kqCk8XuyFfRbTQsmG7SK/StowZoszqaTfC6OjzQ+6us8nP5bw35d/thz5kopGzJZceal659ERloQXMA1bIvyn9lPQf4R15NQKe5ysoHHFFnVOxr3QxReib1kXtu/6W4kxW8PyfvZY/noGqu/tN7Aun52H3sqi3z6lXOL5hLwybXL7jWBM/vY5z+/2jWPmQ7bDfgzGVIeynexy4Pym0uhyjFP7d7hBuhQlFy6trZKy7trKhe2p8oDFdb4IfGm2QOOB1cFlg5+X8fNce7aR/moKF5h5XmIf8ZiIxmyR8c007iAHtt48O83nwz6FbUY8fBl7mLToifQd/ixq7jGW7fadxje3zZQLlAfICUklETjVH/PP/Eb0uTPY0uKTgzv7dzTB++LvHDbgo8QWQPjKnfVkP7DCEYSuY56/hCWPpS+mLk2clp+7aFPLqp/DA/tUhRG6PDQjwkqqD39SYl+gQOYi6ZNlUmysXtK3vD7wgFBEiI8XwR4IjIlHyOfkkE9HVz2n1XMXAp8+nFWk9x9leMfkc3vC8xNmdNKpy16UIY+SBBURxXz5urQnUrPZh34Abf14/k62X+2GR0VGKlMZAnzTGAU6FuwyLRVclDz4qxDTi3Vl/OiGtuxzbZxlcpRLEWiDAB9cqyWiP9mOn4d3+3WX/o/pqrbbISCGS6zeIfIGRRn9U2f83WBl2OcW0LWUcuKcF2Rvmc18vuCWwuW6KcLOgofLCXPgIU+YitUiR1hR3ilszONS6rkIXNvBXHuKtCN36aifrgj0y5cn9x/w7Yn5STdYxTdZbPHj7zYeu7++NPbQyX3/+USsuzbtYcLP865t1sWeyXe5/4h5tvr4EbFvOn4xfJvUow9tIixJiMzTJCYQNZyL8Pi2QuEzjlf023BzjaPt67+2leTP37a4TuOG+aNFdhqj8JNJ7a2uypXNHNja3jKVOAWBrPaPVm3zeIrNXqUj7IMOrxFacVME+PjVdn5Xft8xH0p3W69+A3i+Y/ezwLn77H5uDLbY7mD44Mdu4voagj0S7gbEdR8bxo+df7y29Xm6Xa01LyUPO2GyJkBLebCcMaebtW3Miz0Qy3UAmZvLN5ue33ThnGND51TOy8ptBkrxfqdch5/zkwPMF/gk/S7f8OLXnVYzF580G69UEr8rRbwkunk+KgLYRQnTCLax+Ov3H7NpbOdAvqQJeBKVxBbXrdtxL7l9Y2Hy4p8/3/vbdD+//6+vwl7SMe/oJf/Yod46b7oZ3FUw+s1iJavND4/8cS1Com2Tt56HDkH+YpTaMcK+prj//vn5a+ZXP/TgvdJa6ovwJ0WFxq/6+3ceX1f8pTUzrmGjr/9Bfb79hC3mjSGca702fYZpP3ROZ6SvPn61lr2JvzxPxqJEdvpyvYUlfvmf3NwbBMa56jcqPSanyM1qHwn9vPlWoK3tVffYHqdaF8Mnr1zktJdgq4jTINZ0BDbXb8qAnHNu1vab0F0rJ4TAqY4wbToXOEnXi9sggHzuaTBvKyP09fTl6bIRHx4z6zP6KVsSP8sav+LiNgp6eYMIcS/W6hlvkvKdiHByY5QjRdICfVmu14qAIqAIKAIvRWC/H6Wh76UIvNvtkonXuxELe094KqZhjLRWEVgBAW2nK0TB2KD95jqxWMWST/v86TMvHfZAfBUw1Q5F4OYIPGW8foofLflTXvwAAEAASURBVNKJnjvcAQ8aLz5/21f2H+co244pn5FjDrcxxTalUQQUAUVAEaDx6HkofP37779ruoVdWJFdQz8/7VfFe4eZXktPfYsnfRLUZ4eAxELaE5u8SHopz89v9ia4+H+3nEjFT+q7Xof3QPi+Jswt5365mLJT8eqrLUnHx/JknaEf8DFF+gcfW2q5K/9OvMI+mc+/f/J3yH/kQ26lf/H+0Zf/JpdjO4b98iH32iZy+r8T1h0uYvG9xHOfBaA8xh83GTj5KK/4nSlj/IZa2gn7fbvK/PRn7ZLuXEtXMfti/kFiTA7ocIzJNfJi9puv8oLM/GNMfhyfq07yzKIR8/PK37bEWuKSO318cBnFyyr7189vrnB54jwa/5h+jANCbvJlRL6//4aGcHx9/Qe464999NMYZD5Wvunaze3Q1/7bObafBP35GI3vTg45oLfXhyFnwcfV7PZ9GOI8od9SDX9i9lv83XJi/G6uaynpKZFl7EPcIBfxi8sM+yflQn76scSndOl8pMnhMrvlQ48Wwrj4cD3wSu0XRf+HuJEcc85/65d7aHC19JTnpoxS/vvP9o0X2yc+voX9bDW/sHbu/de++HDg9bE29E/Yzisn6QGG19pY3sAu2O2SYMpi+R2328Z6j983e34QzaOY/Jh9fs9WrkG37ouPff5i8JHxtNehPoDaT7jep5+wc/GG6M94h+LaIqZp8nF/LedhKD/b3OHKkf/0FZrJb1GJ/jXXQle8eFxd9Vk6HP59+GN2+/iIOcabYeDX1z9/frfNTNc3fyGkRS4aWcBSHqGp7TEt//06Df93SIyfeZkaYL2MQa0NCbWTTRdvy6Ra4mHzvjTPeYKUymgNylUe/AYeuL5Sji7h+Ll0p2EKf1bwj+Yudn7i8qmkjHBKw4JLBy68LO08FBeXHWX2hbSk2alUioAioAgoAorACxCgAb18UH8BQOqiIhB+pqf4KAILI3CPN08WBlBNUwQ2BHQQ6JUGeMjWS36a3PvEt/d8fY14pEXtiVSK//Oiipji+DwPrUd2EcyWtT7Dcwt+bK1D5SkCioAioAjcB4F1fwO44S6r1cLRfncCeejaFVDvuZyA9b6Z8lpMO432nOiDn1dzYkUf/BOVF5Dp3o8QaJT39OfN933nm6yX7aX4Z2+693/z4r9m+w1lw33rkI++PPV9S5WkXw4B7Dzt3k56eV7e/so5W/risGJ7JvzpN+nNoOMVkpY6mSzEnxXpqSJQgwD1hfRG66dPjLyZZN9wK/yGjxpDu/BSe86Zw6L932UhKMc3Ahj+dQH7BkLX9P+Yl+wTF3p7quQDOTjGZdj8+cxft75i9AdzOdKLc9h/vYaBZfgc32xx2/mVPzqf+EXnD/H8N5gbfCX+fu2jamC/zds6zSSvlaw6S8BNuU+4ow2g3H2M2U9v9OeM5bn45sp3e9GsNJD/yW//NjPmLIjHk5+fqSZeEXaxfhH4xui6uWHzk2PIz7updgrOzX/0NfDDKfTWhRgzeB82Lz6ZUCK/M9mu5IjzteYJJYgnYu27Hu/rc9tVn+fLs/OU4hWyIVTnz651F4D9NmvNGxGYNpFqDzZ9xQ4+Myfb9Ixzf44Cc/aj6UzMxMR81dmZoKyzOctY+4p85xOzta1tbd3z49sasTXk0cMo1rl4jaL44sFgCr1X0LyK6vEAOe7yH3Xknqu+t9tcv2uizut725Ign6Xd1mua1JoBW4KpQ0h4bmIhnCvm9bxcz2+EwGJt8EbIxU1dHVuyr2cHx/2/Qf9/CSi3/1KZUFDJ//D+dch9SRDDyvh8HmRh/nnH+0v4b3wYEo+EVqMkaQjwKZl9WJyz+Jum50zVW/5ZW8+rH9Y3uEannrpVdh4CtOCERScc8yS0on5O/rdCBHJeN36w/qPvPBoI5x1XeT6fZ3VLasxvWspUWXUI9ImJLgDXRaWamzr/lT9y0iDtlfXtfEHCA5/YDogyzdKfMilpXHxgSeNoSWWn6p+UM/983nghLeZraAzmHBPssOf1La1aVRbl9Sm3m+14m+Wxjb/fArQ5B4X0/zSJc9A/pIi3hXVdos0K5q0QbOg45e5heCC+B82qJ9L2WD676ncZlLsynz9uSx0tsXDZI+XH9MfqpbyW11f7MTbQoi/e+N16zSb3dJexUsTrao3wNdY/CXmCu+yS6YT9/GEj38EZtT9mAdPlJO3hn1PRPQvtg9+z/Z/8paLtt9mun739efuPKwf6YYwj8rpJY7mqTShxZSDKXP0M6hJEF5O49BYLy2RM8e9qH+LqU4bxGPWGnu5pXAvIV/ngM8dY/Zk67yrF/5jEkH0p8iv5Y31izPxTPexFnHAfeiIaekF9B+UP+pCz8lx7Qb9LofHiwI/iIOo/ZJXxCb7BQApC8j8GZPwTkOUcG13+SnVnmeF4SN7e1yn2p9vwBYyOtOd91s+xfRQbSZGT6A9xjXpopnp/DoMq/Wj1SJ4rHr9fKKM4nmNp8l2WcZng5WWhcymL+GXZVvJjyuRv/qI8pIHqJJ+XHvH0EsQr+MJvnLqOwh/XOrkHdwyPoy88OM4nMf4z9YCra34aDE0D7o7nxUOZ6+78v7C9qIBiQn1hchueiU1hvp/ybmtTZj6MOVVrh9AGZO6l6cE9exp1GpUcD+V1mpQWVMAmJKsMt5DEVnWEG/0hn3BsJV/KOT+3kbXbVPmYF13r2pTIWPTpP1Oyoo0/KkURqEJANogqYVOZeedCg06PgSfuoFk0ctOZ3u0zWNFE+DIZpljgzy1BS2+MwCXeN/blJaZjYpnkLtr0rePcqv9xyUEZHWd8uF7Ywu1AGafj9YPPu0+GB/tTrY7HBbFiQj/tzlHOSPR0cQTQhy5u5i3NA7bLjk9b24WN2QBv827ePTj5OYGrn0AZp3MKmlRYa1cLfmA0CYLbqw3gV9suT/wOPWhbJ7qFAF3dvoWgkqZk3adI5kbX/HkLPYsxz2Nq+5yYcb3lx/S3q//53nzZ24Cj9bZTpJKqEaCFkt6LJWlGPif/0/xVKj8C6DXWzIk1ns/70etes+D8ZoV5Q3fcgwr6tBV9AzgIulbKhtduMoG9B+97etx/90g4b2kX1vFbdw5SU7/N8c12LQfF84vgu8x/6bmsBx/o1s1uvOFU8NU8zgczfXYoAcf1jzP9p5s8N0LIR5OnyEa7k45t5T8JIHr6Az+OIJL18R304NTjBwHsqPW2pcVx2uw348TfI0fGWoz5Q5+J8VhfVJsicDcE0P4K5g93cDXYP9c4sI3VgK5GTG/ebv6nGB4DiPf5nolPipob0rjmYeTG155UZp5n791+EUfH24cn953zkBPF2IvD7l5qkWM8l7iuSP1un2/ezSXNPY/4kWwcyfFhJYUQnbtdyvyVnL5reb+RL4fud81Y1fZnt1rh6/O8V3m53W3x2/2j9tSyD+ref/SKS1u59JyP2uLX7IeObd0aL60wP/EmP/orHOHAcV0oH3LGH8v7j/62wjbSlDpmWavKmgrpvOpCfK/zMvMsDvVW+6Az9I8t+9yOpvfHyR2/ji4tIZq3lCUMUiPGIYBOaZxG1aQIPBsB3Kiu7yVNQLAguL61auFYBGJjQ6x+rLWqTRFQBBQBRUARUATuhgB+SmCk3fRAqf9DpZEeqS5F4LkI6P3Gc2OrnrVHAOObjnHtsc2ROON5oPaVORFSWkXgvQh8/fvvv11XAbAD5r0Qhz2f1VmX6i2fUNBeg9/tN08Ijy3lvrFD9LprhijKduEQZ9kHeMA/XEMaynEt61GecqSvIOqyi9Kh3GvnzXYAOVxrUuTDx52VVuX3YvjJfha/K7L/xJA1/DiLLQCbvUHf/HWVbbeY1GPe/DyE7icx9CT9ute+/HD7DT9y/I/twcqRBf326Lff0Mh+DZwxvnT/e/uHcQSW42hw8/kH+39/e7/BFvMf9vIj2Q6+uvhzqWXnxg75kN78Jjx9k0Rn/NDPXozf+q/QJMHLJwRFdsDG24GQt9jltb8+G4hx4lxqr/zjB2hm5yfs6HOMxd/fvxh7Yvy2nfvsb4Uv+hOpB/KpHudE46MHv5k/+P0DP5cJ3pWOsDPFpt0X1mf88u8TdYpwyz9QYbI4e+39wWGWpx90W8UtSJsfcg6bP+Sd1CCvt7Hjh3ScP2ZcsfwnGg9WZwnhK2qvaLN0NG9IuXiOCLkqtzL4E6PzsDcrhh0+gan2kZxUWq7Lp79EFpdrzhGra40p8fc/Po5z+Zfzt96JJpb/Rk5Mf8x+m0dnu+xVDEcf/pAQ4wed7xiTz/noNx7P8/EYPpzbdQ55Uo6v/Crjaj+9FImp4+pvRsbnZ7H4Xv2/YuQv+Xawk0ZHsV+Iq8YzLn1IS/p5jzzkycWEmA6PvENOhP8HCHnojvG9Uo+r/4LP5nhtk4cPjzgJZ6Irf5PcDsXFE9MkuSBqJB+xPsRu39rGP7Ke1yWdh+wkAQILqU/220k6M4ikvgxWL2na8/lQ3sX6ZK/q7IqY/5jfSjrEZfXxT9qdDZCXYY34ec3bK/r5bxSEUIjZpvU3RoA6AHQCN3ZDTVcElkKAHrjHHrqvYfB5oriGTWqFIqAIKAIJCOAJXgLpW0l0fvfWyKf5XZcfOn9IQ/muVOPie87DMXrxYAXHu0ZJ7e6FwJg87GW9ylUEFIH3IUDjmfx7Hwrv9ZjmUvd4/vjeGKnnisAqCAz8DWBaax63M2IWwOeb2VlWxPXanWN1MYn5e77Bxm9RbDuvDxOxByHXjlK+Q/G0k2P33zQLNsVi59ZMU4bopp1sLX32yIrt2B3i6xAlaH9QZn9jCSXvOhIeOX2YxG8ttNCvn/vvgI2t21dA1fOrWuQGZOTk5BVZvIGFN35BgXLPT72BTI8TEKC2i/abrF7bbzJUdyfkuUHnpo+v6yf6Y5I7vkqLavmFvOPNCHsnc6ZA/3suHXZ12DdMI1PEfefnjGQ7pTGFxhE+x/j9pCG9RejD9Syj9IrejCC9vC2UyhrD1zh/L0av1v5N3vyahDjlyMX0KQXI69JvQAH/FOMTlK5hH9on7yPIeJT7HfHbP2fvINmzWhvzoxeq8SMb4IrOL1vjAyv7jiMBj4dX8TbCz4cb4lTYK75OZR0KK+0flP8U90/sMf+b09l1wL9WZHr8ip7PR+Nba38ZP/oBOV6ivPc8u8zqCVzLxS8+fsmYEmo2rmkYDlwATjPoCVQUmNxAPMHvMh+eMSku8125FIErArxFYBi4UvUugRWpFpQ+COntxyj5wKuFvpayWtiTIMOzIcLNuYJ/K9jgRucpD4p83mn5GAR0HjoG53tqWbn/uyei6VZv2J+/KTWddQhly9yArLR55OehxjaXOO6f8SBziN9QAptxrUdFQCLQM0d6ypZ+lFxz+9LadY4W+opmfPqsX3D7mTIoff2R49M+vm54uU43RV4p5L0rvjRumq91fc/C9zUvEHuqaZW/XOZVY31Jb/n1Ft5FwvHzJ5vBRYu5JY5mPf8qUdCSh3LtXf1iFL1bxe/sTc1znn4LwM4bN3TGz+jsPjer51h8ro6bV0fdvCJgbyzY5gmfz7ZWXfUJ+Ur44E9+1/yXMz9CppztD1Hm1CGG8MN3nSNTaeMI8EHaRV09cLvyC2UJnX2fbHN5asvG9oouD3cLCJ8dq599B/7Hyq2v+P7ahgyGn/26GZI31gOL3Iwz6WvMfxfe0m4pU9b7r20/azp29Gd+jnBNnF/aevafP8SxmixPnwc7VpO98eMT3V0/y2/OMf/c4pNvS0p+xaVe8mj/EaXjjd9dBN4Irp0/xC3yUKAv91S/uZjaLsUx3Ib3fOE44pz172/G8c6+/36J/oBii7hS5/tj6v05EuuLIL/yBsILMuRzApTFbCMe0JbyB3SgnXDRTn0ngu3Cyqye30rRQr/L+wvLpcDad6kS8q/1VAKtLjmyzNBiHDHyNprPgMLHbKYJuCOPWVX09OClvnFrCpsK3OtZXmmjrbG+8bKe58CS60BZyE5OP/MctraxAbHy91dt9FgpLvt33Ivmjy55Vps5mxnXFvaRDGq7ZX647xkkRr7rFvb7ZKeX2/kzfSMW9TO8L4ONZfikW1FK2dAu9LfcFJRR+5F9ONXJMs4bO/fxnvBnQmALKzqd+uSBKMKPSIN8zPHHDJ9bGzzn3RjtZy0uBFBWkmfgPWs5X5XIPUs4rmT8c/PTlR8oI9m18g9D95Nd9tHbHCe95ufSgPnXp2fKwPpkFnKoRZ5IGSRblp2UL3Cxun1+iOy4ahK7vn+TWMyOH3LTj4GsIQwIlxos8rVKK/TacSOpoMQRoAYoG2GcK4UCN4s+2li9j0/LFYERCPCJTL9WkupJqgV92jK3srbd1vJzW67nDf3HDYK8SbgqPUr6+naoCZzk+L/RwseAxK5Vs/UHnSMs8RckDFcW3PvNz6OwSz1r3+x7T1xV9ooINOhfVnTrFjYBezqu+GlpF3zN8ZPpnzFOZ8y7crxS2gch0DMvIXvVPDzZVdK+w3nA739pUbhuYdihqyO+j5hDevDp6tsppxwxKy5qn5/FpnRkpEUA/B331t0w7ehIC9Ge/K0S3RvL3vKrnL8X8zFebM8/xrV+NmddHq7NVrSR5W01BnYdez4q7hS/dkHr9wZwOxuXldRiBX6+c9gDkNcAqEHSX8rugxSachys/egkcCSZXDfKcSzX+UJO2lG18iRldfsyUqb92yEZylNIT7vr8vqNFPGShrdXnPN2LenlNXioHOc5/FJem2vbb7WQl+8P9JtVQsKF/vLltLBeZTRFYAvpJ57b7yh+7XdDX3unIuMs4y2v8ebv+U2tTf72242fz7HTOOLBwv0zYUIfHOlc4kBld/rgt+jtNzSsZj36n/7jx2qeT7FHzN3C+b1gTJbrP5C/np++wBxJ4G5jD35b0vQsqr+pNiGMfEMO5flp8pIGFTOw8D75UALfqMCL70HtPoGMUn63VC1VBBIRQLtAO2FsyE1WdK9T+EZWe/rHgEP8/hfj1O9nVdhidZTvc7eAuKSq2Lw4SchGBLtS6efQWRxTvtnAYEP9sblHJJsxv5xjv2rlCMick9ectt052jjPpXbS45LMG/be/gV9aOr9qVR48Lfyj/BqJUsaG7hu7kdA1yJVX9uziU+fxZ5/bB3zItaNNQPzZ9Mn7BjQm6P785u7wFLfp01qf9XhDvez6bi4/Yf0ajNVwDsQQIdC3qYn3zhsuH0urbF6F4+WKQKKwHwEattuLf98BPpZoNj0w3aW5G1P+EW1xvkCyaeAcFFs3NhoqSIg24e8VoQUAUVAEVAEFIE7IqBzP0fUjlfpTJ1i5MBokSJ6Fou/RUzqbAZt2t03IXfWpOLvh8B2N6/pcb+wqcWDEfj6999/q3rR9DcM3CvQg/1trm71SdGvmMRJAORv86b6g8XfVHqpN/06vEfh9zd/hynX7fPDll8fonP+Kbu6mAHd8MfOMabrOF1h13yufUSfYHc3PA/w4ie0TzCc9XEZoEjvn8FhjpFuY3uz8Ezf+0rGxbbPvoZAD/yTdqDcf4xFMrwrNKZP2iftsPwxOwynlFfbv0p7el1bP89+yHKpH/6CTl5L+ut1Gq5XPpSE4w8q39G8GbF1bd9mnLI7O83vg6T0eT7ZVeW5/bNPmU/O3pcjbj52xPNSv8v9LXhD5SKrYwH6b7xxIa9jqkHvH1GQf5THOCepqXnNeULWpMqTMlLlS74217H8aqNlhBQZX+jkcWFYY660tZMQBl9feBPDyLvSMplQmXXk9rkYU+X7/HfJzClz2/f7S3alzE3c/NaCmH8xfivJfZYmH+MKZGC8wXX5Mawf45tXPvLURyDGD9ht3nwIxacWVxgU9g9U8SPZ00pWXJulKMUhZmuq3LAc7/i+O3Dtj6xnLc7i+sPPD9z8YZ9b2B2XgfiMt4XuPb9Euz3bm2KT236ZD278e7zcQPak2H32NH4FP+OUefqN3O8vc/z5jGfQ8ZP/BjDFM9ZXQ3zDoy++UCHHF0kv8wV88EXSH/XI30Y+Qw/soWuU4XjoZiehOkaWcJqTZyRO5jrx8zLI42UuM0An62js/s3PQykG14gXrnGsjZ9PbiP57eILg9Y48p8BcFnEvyVC1hOvrDf3KbFck5LWv47FH/2Fz5MYv49v/XJfv0GW2zx4u/8hlNaPsVo4HAHZoTy3AQ2HVhUqAq9EQPYprwRBnX4+AqHnza29p4do+6Jwa9EqbwwC2i+OwVm1pCHA8xHnOKZJeBPVyM7+Tbi28lXj0wpJlaMI3AUBel7F/+5it9qpCCgCHAEdvzkaeq4IKAKKQC4CA38D2K66pxmJtelcvjTpT6eiBzP0J3fo1/otF3zv/gAI9l/9Cu/crcWxFb+0W8qFf7I8/5ra49i2CNvpCD9xvNofsa92J99VYbcS9HxZCibtsM2yURAjvlSMc198feVCZPNL2AXB0g5ZD7r0N+gsR94ZsqTwRmjfmYrfhoVuvz+gGHWEf337HPiLuPqur17DvmvNpWQLEcml/+xv8prxBfouPHsB7PLWyzd/xbXjW6B9ojqXE14ZsYztnO5s7Uzxn1z5fAUD5Uhh+852ICM22bKvDPhmGvkNNFfKWSVo33XfMGOtz8x/y5h4FpOfGV/W/qgPopzkfRHuK3hZoqGTyDL9r7QSuPj7d+RXpSJlfwkCY/O3//z1JWErcpP3DaPjDoNn6aW3f2EDP8bGN05L52n2o39Gfy2ltLtOsyddH8+RdK4PJT0LYeN7Cvf3Fz0q3n0oeTQ2+/kL+euwQcYd+ZCCybtp8M0vqfPj1vkfQR/57Yh5hPNc3UrOWWqzq1i+yvxupng1Qax9y7d/jamD8+/4Bq3RelcLzCh7IvMDlh+jLFpKj8f/qgVg+/VyS7mqxmwIxAYGBWldBCh26w3c8wYyPx50p4i7kXn2rZpJd+kD/PFdFdk6u37ZTYn7YUed/CTuwwa0nyQuJSpE4PhNGoL7g/3bcNf+OTd1TL+Yy5VKPzce9NXyNMfZpjoLznVSMVQ6ReCOCMxt+8dCwtLQAaOShRbwLu2gGqcI3AiBNm2KP1e5y/3xGkFqg/8avlRacdw7V8opYEf+ymOBqEqW1IVfn5qb5NPEWPuQ0/KxCLzt+WQtuvznA6c935ROvL0de/wvWgDus/BbcqMloxy/lpM+DKQ+Tknvo1utPObXavbOt0fmn3Mbalczea7hPBZH0DU3THYYnh0kzfUygeQ7+YffP2RV23tRf89vpXD7MkIXw5frXOqc/JWfvQzYEHal/o0YuBHfUhul+z2upW3+9uaIhzCIL/yKqoTLuPywEHnDVSsvrC2/tswexCM9TvmWGY4y+z6821rv583fb4pBRudUauoKfLnjh+zPJL/0CfS0ghj83GShHf5svpDFv9vbFianY/4FnWeVue1f0jNRn9Pc9nCWh/aKo5Q+/jrXn5iFLnkoO2MRk+Suhyxei7JS+X5+vPFrtUGHzE9cQ5blGHnGH0K49Paf38B/4OGyYnQZYpauF7/9K39OgDZw0MfffuE/15Wvn3Pz8+M34jzdO94C4XNg8gH2YtjAtZG920djD+uPud7weTv/wnrqa6/t4xyvePuI+XqWd7W4lv8q8V4l8N+TwMcbRPfyqp21wAcSKZ9kGerSj8ezSxK3QX/0ziIM4jJdQTfKWHuSigNYJfVtOz+AIJ7YnFyaMPP68BEObMagLMGPY3w5+WAxvUQDsk/0T7qwvhuvLggIZ131yKntWI3XLr9QjvRG5vZ3oVwBwjKXNA/ic6HfyM9DYf40y4Gofld8UJbQvlP8wrMlosX5eb7Ipbjyndff6/w6Pzzb75ofxnjOEmqvXHijjFq3bOFUJ8tqbViZX/rq9h+IJXlyTJ52ajSKJOaFiO5q90IQqikdEVgyPxsNqq1gI4xOOC1mXys/XXJOfrsItrIUGg/rssVP8emHcnX/o0nT2IkTwksTBDlJQJ0e+yIA7F+E/4v6576500o6crCVvFw5s/Xn2qv0isBTEEDbmzX+zNafE0fYmsHD5ncZXEr6cgSecn/TJ4xt+ip6gG8e4tPCIFsc7GP0c6Tq/N3GciIWyF8crVGjzwrGRW4ixkhettL56vZlYkVji44vmaDt5IpbHm5888y855vS5jbzByn1Ptdu/5PeAOYLv/zcTKR6Q4A1arcDJdq53bJx87oS2X4e9wq8n76uBn5gp3OdtOdyW5yOvaAfZ33lPZEgnZSP0J2iK0Yr8ztF5hQa2r3lmFj7/KNyX90U+3sr3fBxvdn7/YX+0RpwJ2ziMdz8/jRN0z6Rz3E+i0fNGfRBhtQr60Fnf0PtOm613V1K8afJ/c+p75B2WrvOZ9J+yTd//EB+X3E8e1J2BX+Bg7z2Ss3cbWreoMIDJzoav7ZurOoj39C6XJ+HtSpdQ5kz8R1q2wBl6Nd/7hq/CEZoZxEyZzXfMOPaiexk2gupndPfVb8P6Fb9D8np04eF/C2rg8/E7bMZNL76Ms3KNQIBxG6ELpeO2fpdNjUuw/jVWOwwcbDfcU82zIaXKMLck9zFee288HnQUZ/Rfqy5zgPuglzoN1hTcEIfnEJ7F0xCdrrzB+0NnMgHtD9ZD7r3Hd34vQ+HtTxGvsasIrpU2pist9QTXtT+63B7Sj+b3v6jb287EyhdvpO9spDizGNdF/NKYwayIzuTVD5xMETgkwBQIkVAEVAEJiLwxD44DU4aoNMo30j13rx4Y7TV5xwEtG3koPVsWs2FZ8dXvZuHgLatedir5vsjoO2nfwzpwS7/669RNSgC7RBA7raTqJIUAUVAEXg3Am+de33973//6/JYne/Sd6VW7s59lwwqax04ufJfLj+0tm533ZXLPyPitztkB8mwtpwljrmK+z/Lfujti0/c/zFxGK5l32Hu9P9Gu87xjQj4nWJ5Hf2tE5+v2IEvAvOzvenpbrOUr31zVZjS+dK0P5sf3L+V/EQ/kQ4H/RZwq/EPWi1OpgTjgSw/6CNvnrayD3ZA7/VI+G2/eLq/6ijp5W8Nwh/QyWvIRzmucQQfrn10qMebuvYaZzRt6jJ1goLEYyz/wm0l7n+iGaVknn7uEOfrHw8C/8nHNyH/Ev/tt+Sf/MF45PexLn/8ctvXuO4pcvupa77X+X/Jp8supTr56SiSnnBbT5dVTinxjeMT0zUKv5gd7vpfV1J+SGOxiPnl1temNGYb15Ji57Y5T4jEbwbjGym4RNc3/Zzq+YXov3lVzjnssfkoDL4Ii/kd478IXLTgLX4uCn+lWTafKwUtxx7Ky5Ztz60HuOL+oxc80OOX77bPPexYXL4wF2jUf/rsw3MPX/308lL/Y/cdu9xo/CJyYvMl4Ed6+B/KY0cpX9L77XfnneG3eSbltb/22WFs8ObfHp+f3/8XNMnLH+R6X6U/T8JYlOdfWO6lluIdaWsXngEFpbgNMC2iwtfuiM22f/iHONP1Z2zyPM+zStPkW/rYGcmzdsWoU+ulf+DzlaMeR9DherVj0ldAr2a02qMIKAKKgCKgCKyBgGsh0KywOicAdDO3G46Jk88PJ7+PmJUTH8mmGxynjt0AWq/YSC8fR9GFJlQAnXQs9SEkf36dK+bzrXqjBbEco00z+ErlN+KjPisCioAi0BuBWD/cW7/KVwQUAUVAEVAEnogA7qNxb/9EH9UnRUARUAQUgTEIvH4BGIMq4MaDa1w3O3baoQL7pd22vJkHLxPUfjfJGUDsgOn0BtK+A67ZrqhO+Wsxce/gQR5buvOZzPtzbf8r7CDEm1b22uj+rl1JO1ww+HwWMphM6O2x++lQPfVkbyef/CND8tplbf6E+E3uma+m5nn4vQf9n+9//rgXnzaf9hh+/RNeSORyXWGg+GORl2xFPiAPiccl42fTT8vQn916l7fWtvded7NIJvFLGXSNOh9GsOXDK/oP4rF8dO7yrr7M6jDtx14bXOha+lavNUXCnteZ+Wwlg9+WTD0T8R1hC+KGI+nk8TWx3XLZ8Tvp3e0jPOiz4K5kY9hi+WOMavgv/DuPFzw/jLJwx+PoGhNthP5E8mqys59XcWRPjObKFSvhbY9or/jGJKC+j32QrkeOAM/NFjlBbShjoxf6RjJp2f6R41VyDoxb4JuiP7f9wL4U2XegyfVf+lTLL+X1vkb8wvcP6Va09h/2tcr/XvalI3QrSt7HdjQc93hQcdx3Qv9j+3d43OnI8KM5FZ9XEeb8uswCtM/U/oN+c7rTs8oyB5SLI0D5UtPWavm5LTPOa3yfYe9FZ+vx7aKgrsCTH7j/Q3/0ud66FFxbpRH/PPItf+ys1TwjpmdWfQS/QrNevwBciFs+2+07qHyXlUMRSEfg6R14OhJuyrfis/v9eU7vxuA62TgjSJMSojluTvdqupH6559tkXY7hj6SD7RGL90Yic9n1cAsDNMicPgTvgGL+Ua2EQ3oyB/4C72ow/XnuK97fA4bv/xgAZjKiZ/fdOKa9JA++ZH6PviKCd5novhhPOu25VKqXr8Ggcy5ksz31+AUcbS0LdFX1OOT+xXL4Lvzkfu/xLe8TwJz3XZl83MSNKo2gIDZXGYIzqO7KaN6fOixhn4UAUVAEQgjMLLPJ12skwobprWNEeCRftL4UDKfontp/pcypy/REw+hLv7GMVIKReChCLBnAl087C2/i9H3F9ptAfguD47kgCofXsv69JDzaQxx9VnBT7dHKeci0HkqSwssLT8ueShr0VkfMvYFMLFA1NKVMbJ2/HeM8BCZP+zidvAFNl5+nB/47CW3x+fwLPEE/SduxHGNo2uX2Vk0+m7q012LuFgsdS1iniX5rxxrp2TYtghLu3Q/px5mtFf45yFLLMa4lXrzF80/oRfy+ZHOcS3ItxeC4N+2+P5nWyT+uLkvFu+5jfgQL+TItzWxPA5axBHX4JP6v463PmEHUdA55Y+RChlU4/3AgAvBLrdN+C7SrwXcD6q17eBKSyWS3k1VXHrEl0lAmey7GEnwNJOPYk8xRE64ZPvyw0VbVQbfq4RY5proEibX3I7nA8Ysa0W/M/dv2Fl9rvsHlIH34+PWPun49WX6lpp4l/hvcTb42n7HRNDWW9/MWTwekiPv2iUfZeHs4jbj3IerLAe9z1ZLb2w508fsC9vt0zmnHL74tMd8ifH75KK8t3zoMUf6jV1o9A2JvrnwWVLiVWysiPbHMXzhjc+eGL+Pr1W5Sz/KXLajrpX+2XJc/qDM5b+0F7S8HGUp/JxvxDlsa6XLJQ9lJf6Dt5V90gaSL8tydKXYVyM/x5Z6WsyFzpLg4ww/jG67l9rYkPMNaEOtrh0/wE83+a4PG38wx8GRyO08aGc+6K0887v19gYU/DhKObycnxsNyI1dX+RwnQsTv42QO/8iQptWy3yTwq2tsuYR10e+MG9QhtxkVZdT0PIKlKXwcz49L0DA1R5RtkLuShvO7R8Oox9Df2OvTT+Ga0PP/UuTDz3vOwIr7jnKJHacJu+82wJwnhlvoG4XtLuiRZ3EuUO4qydqd3MEdNIRhvSh+PDFG+ofMJGgcjqnr1NGmQEIg6C5ov4k1KeE6khCrN5oyf+3l9x8S+ZybCF0fgifD0a46XBSUXxMvPGWNvIF18gNiffvvkok789NuTFK8rhM8JjvItWyZgjwudK5vdeo2HqXbR+CfcBSI+sOvNQ2UnJc+vKzjTVAfeuBP9XzH/hIK/tdn/zfO5A3+Q9kS/MH/N2OfC4UGT+62aCCvQjQ0Iv2gkVfvuEsVu8VrBWKgCJwQsA3/z0RPeKCzwk7O0TjC24csNuss0oVbxGgMQPjBaKO+ailutcZtdOS+RTN3/GHth7zvERPTCZf/I3TKoUioAg8CwH0xL286i2/l933lvv6BWD5gCx1kF0l7LDX78f8B56wEUfCTtq7Cp7D7cADLP5Qq6URzeTTFHx8J81zpiUsrWRhIer7y3Sl9Juv9Pn6Rtc6HrNWvhk58tYrz59QO8ciL9FQnOmIP9LN610+hWSDHjS+PEI96OXRxyfpztcujPq0H2m/vC6z/+wNXUm58vrKIUv6+C+18GvYyN8q/vn0YWZMpHrCJ4QRFpy5XJyDD0eUjzmiXbpybYwFZy3j40v6EeOzLecrWvj9/L/F+rP+u421B1/vFf5m4+/Zp8sV6dnnEMjrw8cLcbgAmRWmmleLxSVazP8s6m/t2P+BN+ntBBx+mSk1kLLKV+eRPWkY5OSP7Ptkzsn6FOTWpEnHb037x1mF9unTGKv38bUop29mMR87B2gh9ywDOs6l61yRfeif1rGqryWR9svGz752tJZu4oi8lv2v1Rbx3xI2PkOerdYmInZh3kYTx9t94BsZPhl34JjxfAuLv7eD3WMw2iSOHjJnsdmwTGOVzUOfHCqn+Zav3qngGAcm54nbuHmlBXk7z1jVXI3Abcf/as+rBOD+Dn2OveZjUJUKZe6IAFYpOqpQ0YqA+Zq+N+BgO8DQQ8k3IKE+PhkBvjBGOU8L4TQJwB98x8QA1/JI9XyhF/xoRzhKvtzrmB258pT+OQiU5kYKX6v8fQ7aczyhOHwWC1/0BvAcpFWrIqAIKAJrIoD13+MXItY0U61SBJIQwPwyuAcqSZISKQKKwAoImK9+TtvcuoK9aoMioAgoAorA/RD4+t///me3Fk2wHxPYCaqXUCn9lw+VZX2+0bGdGOGdX/X68y0+c9TZf5bV92oKVtip5nMtY+elU0Sl/CmYOB3pVCjwwRvAZsdmqGtFXofbXyerD7H++Bj7bH9Ev7Fo3mbavp3586E68B9vQm+V4EE9rg+l+wmVg4aKXHSQL3lbXcflI04pGm0s8dWH9rdwGf/WJlvtco7bz/RWnEo9iJUsv6gQ7eOoj/VL4IvQIe8Oud4TiqONj5cso8Llu6ssJhI8dASuMZ5W9dBdLA9x8gmIxM/H1qr892iIm8QetszyP6R38zPeLtCvXdsE/4rWVnHwy4EdPoqrfZwSX/XOy87nYf4zrbnK8/9s/7X9Gv2Ix7XeZUHLsrN9V8nGPvQDsA/XV/peJWRnfqx6WYM3JN04cDt9+HIal5U+PtDW8kNO2TFV++/PdY77+QrPPZYyn+ia6r/+7htkY31yqJ9LcE0+TEc8v6KvIcfi41IeQ83FEyvz2SF1ER0vc/Hxeuh10aGOji4eXr/KeYr/sJX7tLr/pfaF+Lj/wETiZ8rRfkFVekS7A38ruZDnP/pwoH7r2ndd5fj4QenCEnXue1pb638xwn7z9Fk/cPvCThYu7HQOvrB9J5aiC+jxMefr5/MvvtHcp6FreeX4E7vn+PpDz1XsB+MVlZhYs28rsmTDzpBvvRSiX5B6fOW97MB87yo/nL/T8xMGU57G5lKgZccDdw8/4sBYik4PPTs35MryIuElTKF2XYBjiQnEY/2nfjSca6U6RvBZP87aEGfTvq7++fjOUu58FR4fY/chvfHTN4DvnFtq+5IIUKN9fse2JPQLGZVyc7mQucwUk7vmAZ39+lxarKWblc2v7eEZ8hsTYDrSHx50kzhJw1ScTkF3KtSLCwLar1wgmVqQkrd2Auc3leRobP34vK0mNRdS6d6Gn/qrCCgCioAioAgoAoqAG4H73p+7/dHSpyCA+0pz1G8SfEpc1Q9F4A0I6HOJ+0S5egGYgh36YDAL0WhdOQLAlxZecE5HLMRsp/oZhADhrp3fILBVTTUCsu9G//FZ1N12yJl83hZ+v6kT+Wf78tTtzdV/qL/fvkxV9PtYCIYMGIdyXN/nGN65FfZjw+j3vLPXtwMuLMfUcqxxLnFOkTOUJrTDcqghUHbdfYiamiPiARmlcYGcXH7wQf+w43LxFZ4f9rnmp5QLNe17Yz/kC70VlxRLxBNHV/9p6PZ83twzOZO7g1i2B8sffTmuwkfLWom/FdT8LM3/PPvN5imJeXPTmcA0+5Bn6Hd810yw59Tmj4cgUtwaG/jfSC6194FvBkTAWrr68+0mgftOqnf1yks7lWMc5Un1+ID8TVXcKM9T1VXTwb9WdkfkTG+/5G/ExhOmwOdUWH4R9T/HtnIz0jnh/yy7oD/dYqVsg0Da/KuNLpUyFwE574Q1KMf1vCP6gVn9UKLnhXNTzPc/3+736ElZDEeK8/gYn/DfLFgn72N4XevhC45nivHYnvWPvkK/0UpvH/yqF4Bbuady1kGAGvCdO6LeSCo+vRFeW/4d4s8HYWrL/I+jS+VYZCAey2cGMHqO99lEQn3CVvT1+fG0PoMRt+t55/WY3SHvUuLGv5U3ZZr0FL9D2DxqvC28GQ3hc6u6Sv9z8t3+rnF9/7IOxnf35e72r5MJy1iS1aZr41/LX4vaph8LuCULmVlY1dqq/IpAAgI3ykn79b9bM2z1UP5G/idE8+Uks8eHl8Mfc7+wrdFG+zvdB+bcp8QgW7e+f1t7B47rRthY1j/OqyPQwj7KZf3EEOC5hhutGE+f+uoF4DsNWH0gLJNKDWW1jh+NF8cyz57LxXHBucx/eQ2656LyHs8olvhDnO1XJEscUpa2JE+7a9hHEmmBF9c4YtGXa0SdKcNAvi8EHz9aawavMy2Xctfz3HjxQVz6vC2qX3YTkvydB9BKNs81YU15NwNz9F9SN8oPk+WDYsdN8BmxHe8AFp/f095+64r77srbw4YJJ1FcEm2SchLZksgQKzriPFufjK9LsyPmLrIuZdK+wxZXguW29c1iKd/lxKHTVRkvo5jwXPdxGDrTmkx72M7Jviz9LgxQdm6pPjvyyiE7xNVDb0hfTl2q/bih+z7amokp6YKMHn5CNnyK6TD06Adkv4BrSLsepT6iQFlM91VafQl010syEuAD+g+SjzKfjlB9in05/CFan3283GWPlXlM9zhL7DzU/6D//OwmJEHANSa0sP6wBe0RR+iV39Ai9VgsZE30Gr4GCPkinyE7xyO+8HemD6hiVeCp8I1JyzuF7jyucmrpI+mXZeXS45wuf1HmsmMbL5CiceEJFFLH2f+Yrnj+JZiQRQJsspgqiGP6JH5SVYxf0uddu/HfvuXv2Jkj5fW1R2pb/XpK9I4xJw8d/ru/xIk5WZ6UcdR8bohzn82oj1kn+cEny2NyyutlxvRvT/iWTvIVfo5+vgG9PtwQB1/96HKyh+MVs99rn2yr2ffPXslVFcC72K8q7XXMd7S5zmPOndJfyD6G8885r14AnmP2/bWioa/myap2tcSJDyAlcmv5S3QqzxoIjG4fNCEkndBLg6wcaOU1IUVl//xjH3KBHyiCx1cOut9tAc588HQCR1DoMQ0B4JhG/WQqegMYD5jxNjCun+z3bN/Q5skOnMv238ZGnuspE+M2WteRMsF/eUO7Dhj5lnBfEhZT8hX05kD8abHpjfnfG98Z8hHTFN1EWxP3Wv4UG0M0XD/8zvGH84f0aJ0iMAoB5PEofeV6eOvBQq17QTBHx338z/HqlbQ0P7rlvOgt0eJtLX3cpHsy3JfdASm6d7yTvXmY8hjmcSp1PwQo57rkHb/n7Ge+SlYExEZ9+4x+BjTVC8CxB4jPHSDqwlWPi5lYYIGGyyvtILmMOu9c3GTv3EGV5yrOc3wm2lJsXYh0K9PBrAu0FP+cfPEbkdYOaAGX8o0WgeVvfJNsno985yCV82vO67fJXSP9rZHl1vDUUtz4pcU6hoKMQ4x+ej0eUDj6otTFXnq7nt4CXtl3jCPA22UraGaNHWQTbHDZ97F9kR2wwLH6iPz789ctCvWO/HQzjCnl/XZIYypdSEbbuvnzuzp/2tj/2dW/dXBf27iNj2lzbeRDZvyYNv7IfsF3HdW3bP+RhkPUv6EEsHmoUlXWFAHEsHD+13V8gm1NHS4UBlsKcSrUOpwto3/8INI1/sO9r1DYIz94rkF+hYnKqgi8CAFzP0nPwshp3pbyQcD9KOadkIByXD/xSPdws5+nSdxXx5ny4g250T4ONM7VtdUUm2Rs7pZfKT72oCGc6A/44dhDF5dZvQDMhem5InAHBHhDu4O9auP7EMADfjrSn+ttXj5I8HOO1t+/ZgHEV89pU88xqJNMnIO3pR7I1KMioAjUI4C26Wq35m7++na/bN/1VqgEReDhCLDF34d7qu4pAoqAIlCEgN6HF8GmTIqAIqAIKAKKgCKgCCgCD0Bg1nO2r//+9792q3oGkPhqGh9L/VfW+CSPLY8FBg9VfVbF+H1813LfTsW+uzrK7ffZS571tfmKnS0p98fKWOoMO4XJqAFvMz0Ov8pg/ohU9v8mcHp80KfgDWC6RpkLf9S5XOH0RMevXfS5ZVJeyBaXbMnvoplTZvqv31/PG4SNjZI4AEdZ3lhttbhffIdzhqTPV0DHxgD0a5E+7fPGXYbu0aSz4yf1I6/oK0pRh6PFRnRqtoKdpbWPq2wmYju19pzLcRXjj30VnpR/kRfJL9hxOSbm54VPFkCOLMd1xL52+U/xTIk7DKud34E/Ryd02+MlnrYqcgb9LrIUm8AfowWdSw+Vxfh9fCiPyQed7xjWL/G9tqfrppGzprD8M237K2m/1PD1FfsKrjr7f2M3ytKgz3WKztS4p8hyGvEp9I7ve78k88FKMvb9/kQeL3j6t2Na4ekft3dnrKrtDHZQvOlv+wGUP/htRdSdGAT/uY6uUvG9cp5Lznae6+gqpifGf5V4LvHJj8kFX4zurO16BTnnGrTLr+kPitz2WWv7+G/lX8+oyzDfIBFqO7C71r6r/rEl8MOnNeyfu21zWVy+Sxav53w4d/Ggbv6x9/g138OYBbH4GX48l6FvlKIPrkc8MzMWXP+l3MXftdaUxPPbx1lXfp22nHG23Xa4fcyyv877cdx40WOcxmdpenp+lft3bq/nqIfb7Jl2jSuJA+aPMevAB3rfdUxOfj3wXxtrfQM4P7LKoQgoAopAMgI0+Hx/0139+WEpDUY0AcSgxAViwJITRBct5wudQ2aIRusUAUXgHQhQX0J9wrVPsf2U9hnvyAX1UhFQBBQBRUARGIMALW765h9jLFhbS2jxd23L1TpFQBFQBBQBRUARUAQUgXURWHgB+B4r6PMfkN4Dp8+bOp7d3mOaB+F0/T3J5PjRTvSp9guUPDvjDRXtOkFeCL7MS4mPXCyQ9Yd42LcSZodx7U6OnaS7SI4PYQN8vj+/5/vX/Dbv198//3yj6zW/AyIt4nJk3UrXpXYCm1L+/hisvXPrePPxhu3r8xvAdo2xfyiTNJjxIYn0Q4T+dfE8SXXIM7752yceUBYGch8fRr1hnwpDMl1tu8P4mKywN2FtHtOblDnfllCrrzUeue1/Nftb4/F0eei/V/QzNxdX9EFtUgRCCJh5g39+EeJtUbdu+7dv17Xws5WM2j6plj/Xj0B8ae623PxrND4leLac8yA+pTLBn+vHJHrP/dUkaxqqRRxK49jQlKCo1dtX0HitzEUA/XvtfXqu3m70lfm7fP9T6Z8Hdzx/N9+U8XM8j+8/71y9PzSAYRXCA58Wr49APNGoEfRP+AhSj+mII35q9SsQwMBCL/bSTnZ8zNfOmTZJpd/bQi+9+EtfBfj1tb/tux1dnyXaqcuwDmXAr4NoFbk6Ai8ZC26V4w+KyfH1oVs7iH3B6+pN5T725Sz+ruhVfB69otUlNv2ytr7mYkOJV8pjEXhPLluf9SwdAc2PdKxmUGp8ZqBudSr+Fosnnm3xtY9spjhIz2OnP5P1eH79+mcP4adY20oIHa1TBEYjYJ4jC63snk/U6OWLESheAG7/4MC9KDIrNtSITEOaPFM4AJADbRwvPIDGkUSNm3S47JVlh3MdTlz4oCzBDuwg4pahbEZnCt2wJ2gD/ATxgKO0b4DKmSowgadFXXs3QW/4fpZ9D9NMe6PJPhW5+xL6mmf6LcdxbfMwb9rJm3xtAvIT2leozxrun6uPRJlrfEBdPJqfucPW1D9fcuhu8ttvvMXltKCQ7czOBeSCHfnn8jtshZTvpxb4AZfI0wZrr18yavjC7+GL6XhBsh134Efn22h9zOM+pzJXyvKnj20pUu9uf4qPZxq+8Huu8V/J9n1tj2jIfhlr1Ij+Z7pRMv9aGNRDpscu9GeX/tVDn1n8+ZYQ4vGOkyaeRz4edmxz7Y3t6yMAG59dQmL5UItlTH4mIE3IQz6Ntdf2K67YNHFWCMnzLzIt6TR/Wyc+7m8QA4YhOwE7aHFNR5Sl8HO+lHPIBm1AB/oukB7HAM9B0+pE2ktyUZZuBz03oA/aE46fwqp/YAsXgrJ0+yw3eG1J3lkZP76hzfz274/5BrYNZ+Amf2Irz6YAtSvH9jIzNhnedvEK2JJYde7zznh/fWxH3Ol4rk9UMZDMZR/K4MdAc1RVXwRc7a2vxr7S4c8xryV14fw95sIbJb5ZzfYvxLtS3sMX8gsflLWwE7Igm45URvPNFvJJ3v0/xQvA93c97AFvTGHKWbXtkph8tR1FL3/a2dvKwvVj3MpTlZOKALUD5AUdfTcI/2xf6WzaDNFDOt7w3XIdA/hnwCEC14AEPj0qAm9CgMaCZ7cH0ydQu7/LAsl643Npi6CFYCwgYFEY16UylS+GwN3z5+72x+Jj63+2jTjofbcZzqdi1IYUa4We9UOA5zIi3U+bSr4ZArQR77g/uZntbzBX4zM3ynyjqraTubHoon3r/44Yzxkf6dlR/2euZeDx+ye/BD7H8FNpjSKgCIxFwL2eo+11bBTuoa3hAjANpD2SDAN0D9n+IKUOzjE6LCb5NfWrIdvcnYHRCdtwpFK/P73i28r/dPu4v+na0+Wny6ygxI3JMZEVsmL1GzlwoCPijiOkHdckb9MFHtRHjwl2RGV0Jjh83PXQoq/EBAvBkpYWeOwmrS+7YLy9GYxdpkZW2AnIJ6oz310WkML+yVrgmJ1PUtDbr2/Qvu4RopzfMOVzERoX6GPLKLe3kXcrG9l2FxufPpjE/zG/zUJ0Fj9woQ/O7SPusdh7zRv4bR9OHSV68noE2rVvZN6zIG2Hz7NwUW8UAUXggoDOmy+QBAv2+/8gzVKVGOWu80pjJupbGT1n/MF9dCsvxstBHHxxGm/RCI24p1kxfu77p3fFZ0QONNVxu/65qfd+YS8a56kvwTMTPyDvqkH/eu5vDU6EBOrfhYr1tuECsBXa+8yX5L7y3vao/PEInBt0mX7NF4Pbm3BA3iBj+ABA5/wPNBwfWqg9L9CCSo+KgCKgCCgCrRHgfbSUbb99QdaY698f8/UM5l83jZYqAoqAIqAIKAKKgCKgCCgCioAi0AMB83yph2SVqQgoAoqAIqAIpCPw9d///rfw2Rh2brmU9dst5FvA8ZVL6ySdrM+/DuFA0vphQdLb+0NS6RPyq69PRr//34/P2NnjInO9FVu6Qyqkh3S7dLlsWrRM5s/xsN3p9++2+Ln9NvYf+q3bUH4s6qwwCz5g0RfVBwYoWPgo4zfa1Nn6Y/7e3j5nO2Red+5/ZuOHzRbM48anOf3Yddybh4+x263/amc5aGF88Fsz5fLjnG4fr3xER3/b91T8+efz2+xXGlki8wtjgqQrvo61Xy7Y0ZalfZz8DeepsX8eFqF2V9e+6bfe8JXP98U3DR/4J+d0v/sP3n0BiMIEgnw/e8hOP5etqYu1lVN6FrYfG2xKpUfvn3L6z92Ir2/zzRsm5rPxCyMTyx+Zt2FpJbXh+NY/v+gtP+ZzTH+MvzZ/fPpjcn180t6YHEmfex2zI1U/yUmlzbExZl9YVnn/H9Jb4mcffNr1H6X2hXCi2JRgRXyQW8pPMjYpkedYsfl3jN9o2f7dxjH89i9iQkecH3QLnPD5oTWnNP5WQo+zdPzWtL8cE+S/S4JtE8n56RJzg7L0+E9yJjZ/ddzzOy0lOam0TMDy+By29m6fZfLvg98BZNbJ7d4Axg2TDIyvPAsNJb4RAvSwV1/hv1HAhpoq+wcop9/upUkR+guU6/F5CGiMnxdT9eh9CPj6ckKCt3HQ0RcjQ/8qAABAAElEQVRw60cRuDsClNvI6bv7ovYrAoqAIqAIKAKKgCLwNgRoHrf9//nonO5t0Vd/FQFFQBFYD4F2C8CFOxRyIfENnr5y/oCQdEk6WZ9uT2gHTrqU21AOim8KHhRD2sGPCZXhiezwyN09E9u5k2LoDWhc7eHz4HF/iG7rDb6E+Vfi21Wz3IfNWOilI8poAZg+f//+nWWe6u2MAPr0Tx6fO4kMzejf7W7KDGYlVQTGItB8fEb+h91Av+qjQlv01fvLoT/c/qR+0kecKI/plzuk5Y5/We+3V9QsN38gVMJYCg8il2nxiQipqB6tvzV+ftdNzu5fXU67HLeP+a3sNvGrfOnVb3jXmgj+nv7P1w8UTwu6+jhTeATfmaY11C3HA+RHQxWDRI3u/wa5dRs1in9eqNqMXXk6R1LX9p998JH9nUQkvf/rY5+0J/16MXs88w/yx2BM9o5847e8f3LPDxfDOz1RdsrV7C+Pj9t1eq6pzzTd2EwobX3/n7t+McHlOpW922eZfDl+po+XdWiM4m63APz4BB0VkkX1LB/fsga+KNrTzKIOj/6uD8gI38Jvi2/oTUoHTDT4wwN8HMkUdOrGz/Fvi+3fPvhBxT3ZbgjYS0Uhxo90f/m++O6o87EEN2qL+zQwJ2b1mykRkOODvI71C3ycSNFXRMNj1fpGscggZVoRgXM7433SitZOtom3qcmm1Ku/eax5LBz928+39e+7yy0F5Lvn9ud2VR8tlfA0BJA/T/NL/TEI8Pi6+4h8pLjMfG7leDYCeB71bC/Vu3kI6OLvPOxVsyJwTwQqFoDlhKd2B9wZQL5IcqrZV6bkwol80HfiaXJxkwfBTXwlIX3jW2smfk/jeKAb2IGXpEs+qOAPMVwCJL2LZoGyAx+PLbLd2InqHv+9vf3+bG9dbzvMJL1HbJdi6KajfIiDB/egcfnN3+5y1Xcxmgn19mmMRk/rEUAO5Em6Qf8e65PyHFbqCwJyzJMEyJEYneTrcQ0b8AS9dv4F3/y2Hn3mppJ+CZ4++/DgZ0quietPEZXb9g+fUoSHaMR8YBsuHR/EzP6C2YkIMpq0cxeeKLN2nPQHL8AbJOpYOVq/Sx/KSvBLh8bMb372toX2TTv8++pNt3AEJbDmulBGOEgsqE6Wcd47nI+0H1hyXFBWaEek3+ILv1xrs/NDv7PzPdTkjhEH49QTxGaqEQ9XHsr71vjH5IVsoTDE+B8eqiL3YpimC/09+hrwUDysfPl8ElSjj/fs60ajVKJvb3+Ys5MInF9yw7500C8e2h+URHEcT+v42L7G+HDuf8b5pZo+CKDtKxyPRgDPi/r142Phq1gAlobKDknW6/W9EVg8vo5J173xXst6Wvylzm9Ux4eOFgu7hAbpxh/qYQ+OoOeLvRJJ8MryUde0OIA3H7AovMoN4ygMVE8NArwvbn1jUWPXQ3hpLDkm9D97v2e+On5dD3lOdLSSFn8HjgMdPfmIxrjh09NlrNjzy+C4x+3IN2tJF91WvJ7dCoFB7ftWmHBjn4QP9+WO4zvZv9uN+zLWv9HiCea7P/vPyWA+zCNafr7jR7uTmN5yecr5KgSQs+S05s/zQs/j+6fVvJ732c+DTD0qQwDPq8q4lUsRSEVA+59UpN5Eh2cIseccb8JEfbUINFwAtkJXOpOJjwbR10btjPviO0A6bvxONwsD9E5WIdsLzOk9keV6zYNxu9hLNtDCLqfhduGcH7EQLMtoYdglh9P1Pq952LWC/WX4jN2hiBjX9/d4APu8Ph3YoL1RXIFbWYyfxQV8yCucG3yQE1Tz0K9ecox/5Du9+ctzBLgQEn0+wLqs/Un7uO1k71FP/jYd6wN2bwvo2KAE/d/7QsjHps+3bdCbn/QmG94ApZqaT6/fiAr4WWNuMu8o/aSnLAeTXWGEMk9Z1UNP++CL9iXx9JU/FNyl3MLib7FRvJ/GOJUoTOZBIlsDsj75fSy0D+ybGoDxIBGjxp8HQbaCK+g3wl8WMNDSPv0DxjmfIzX9IWTTEXJw9OnzlZOMFnJ88uvL8+MjsZDXeTbl6zfyS/unUr48r8ZRl+KXamGp/JvgXHt/XMufGgalcyKAvrquD3KK1sIbI/D4BeAbx0ZNVwQej4BrQKKyf/7557ipwI0BFnWp/u/fhy68JERcB/MEkJQkGQG0r2SGlxEafF7m9EvcPcYfeltsW3BF3zrC/Vi707wbEQXVoQgoAoqAIqAIKAKKgCIwA4GR8+6R/tH9xXGPMVKx6lIEFIHXI4B+Vfug16eCE4Cv//73v61eMXAqQAI6K29diJ073In6NwQkXrGGK+m5NXc4n24/doKWgsV3oztkwD/EUV47WE5FoD8VPuACeJAr/Nz3pi9cxiIwrnOPePMql68lPX3tc+pbELPjX67f1T8Cxfp+EpLK7YOEvke1L4zvCu0xZOHz4xdqp4RMuK3eFp993P/6Nq+A/P6YabC5Nl/7HcoLqvv4vsn5+f35gzd46Zw+3x+5/qm1zHs5rm1fVLHLMUffv1LOla4uvld5bUvi+TPb/tn66/D+xW9MeMWE27eXrboihKvLJqJ3ldcZsn7+1fmXzn3G1/0b5lYavsUmhh+f24P79BMoMUVgomPkXutD8tnIw5nanLv8IMl+/9Py2yfXWh2SQ1Tt24TVXX5mux23/fb+p7f9bv3Ws5j+MP/vb3gjcjy+1hJ+ZvHjpfbc4mfLys7C/sVlxvCLS6ij8NmfZldpfOpsJm6f3VSXZjtRrv75+op9xbbxVfajo+OC+Tfm099f5t0ozOfPONv4gO/zVfFifKK6cj/S8qNc/tkjfz5aXyXHCtd+/9PwK/chVX6IjrS78W3V/x/5mevofn+cnP9Sfui5umgnknWla39+VVoJfG6Ehcvjbvi4lD2wbDZ++gbwA5NKXVIEVkGAJvbUybk6OpTTJAU3AC66VXxROxQBRUARUAQUgTgC/sXfOK9SKAKKgCKgCCgCioAioAgoAorAnRCoW/y9k6dqqyKgCCgCisAdEdAF4OKoYedObIdPsYIPIxbG6qQo9ywEsKCJOPqum9u3yA4jLPLCb+xIwzX8pq98pg/efEK5b4ecrR91Ru0cbb5OZ7vd2yE70C+1sTmkKamO8nHqbrd28Uvy925E0+NzN8DU3rURQP8XfkPH+jC2f8A4aPWfz/BGcasx5yxdr+IIIH/ilGUUkN9rfIb8m2xEiI4/BifMo4G5nEeivP4I/OolzZEA+1PzK5Wu3hvz9jDsK8lPshX89fakSSB9FRhF8zvNinWpKvFZ17GHWja6/awGI/wv6X9SfIH81D7jae0H/qdgdf4WuDSOxlTR/pmeTwXuJaqfbUTiH7WvMR6HOMQxNY8PxsVOIvGrtra3/GoDKwXU+hfJ70rrlP3tCGh+lWSALgAXoMa/nmHMYk6BkQNZ6KFMzoOYXPqBrqSpqp7spam5IxViS/lAf1jYlb7EHoBLer2+DwLO/lHbzBFA/q2H+CrFo1JPFAFFYAIC5Q847GLttizx9ZQHJhNCoCrfi0DG/ABzzPeCpZ7fDoGM/L6db0GDMa5iXAwSD6qETW51zvsXN+lDSzk+rrjx+odCMNytN2F6R18Di78sV3KegzK2+Om08eOOsXLBmRY/F2daWW/5aVb0o6r17yl51A/hp0jW+7P7RFIXgDNixW8M3GyYLKd3dtRY+Cd3AiH5uaze51w3zkP2g4bs4ue97Wwmf9okLMED2iG4wIfiT4u79IdzOv79ayYQcuEXv7mCHf32ATqc2f0ajr0LT5Slt2940f8I2/pr8mk4948SI7JPlvkktSh34YGykXZYX/jCry2ddIb+go8/KBve1iZhoGofhADadqJLR46b3wDe3kHYv6EA13E5Zq7z5Z7LoC1xMYdO6n+EvS56zqvnnREQ8YiOVZI+Zl4ufUyerO8tX+qrvZZjMNkvy9w6TLtz15WX3g0/6Wlb+9tvTMu07+grpZ90nSnLJSJa5tKBspQ8lTTEK8uiRixMACy4iSj7+XPdGC99By3n730ubTjrO9+/nOtGX13xq7UgBe8wPvfK37C/R6w90718/MP6rtGTWBO/LLtyrVsS9p+e99HvZWPsxnGePw57jzn4FgeMP7+ISTw+8ImOOPf759B/jGukE3ohIa4flGVHl74ySWtwufyRZTWWSllt45Pf/9T44uAtyP+TFPCjkNqWLEPdG45H39LG2dizxPbz97jdfE0H5/F+MC7XTRHrP91cWnpGQBeAz3gkXVHjQwPDRHJ6h51keR8iauw5DT2Xvo/VNVL54O/qiGpkr82L2PniTW/80iIv0WERmDySC7/w8igvGCBp8fjgh0A9TkfA3T/yNjPdxKkG0JYfPHfARA7jyVTDVLki8FYEKm5OaSyk8Y4+GBdx/VY41W9FIA8BnR/k4aXU90LgpfmNcbXg/q5bfGETKXDY5b5/6WbNeoIJnwMX5C17zhHBbz2HQhbhBQzckYVoe9YB55465sk+zYcpf7Y58+dz5FncNj7PjlO3pkiLD9mIe4C2FqTpb6dztL52llOuXWPQ25/e8nvjE5Nf6R8fM2KqXlOPsedZDrvb37N8fIo3ugBcEMn4w3o2Wb7s5MpTeJo45bEKarKpshMXEjEhuw62gnC/zKV3S7lXKeIHjOR1d28wwS4cgGE32YmOncrojxZfsQgLOt9XPqP+8He36/fyuyq87RD1NWftW8NbrS4CH5C6T4DnFUc3va80vf+I948+HTXl6fbVaGnBO/tRQwsf7ifjPvlxP2wXtrhy/FvYMzWtKwKtxs2Ykb30QG7tV7fF7B9bf5lH9lL/mH4DeVA7/2sMNPC9zP8T9YC/8L4mUYslI32jdFmtyWe4rwTDsHYChQ863vP+hdp5RhuvbT/gv3ncjxc89zc42rebRfvf7nGD33xjJLvzTcgf3qfRsyaKDZXhOVR3FwoUwOb2eVRgzKNZzvlFrgJ7eR6C4U1xQttZuf2EYnXLOmc/R32Y8Wbr0u7xIT8i81/0z29qU/cInt9KXQD2Y6M1isBrEeCdOD+nBV55TSCVvolrZZmREAPja4FXxz8IYDJv80OBUQQUgVkIaHuchbzqVQQUAUVAEVAEwgjog90wPlqrCEgEfv6YJ/Hb8qKs0uuFEMD9x0ImnUyh5xT6rOIEybQLHQf90K/ejvyWP7NGc/WZcb2LV1//+c9/nvkeeqMIuDpM/hVBjdR0EIMdUi7R8Z2i+GpSl/8kcc4uWZcva5f58FvZakxkabGXD1BUjoVevIWLa/DAr4vfzp1QoPYff37/n79yaA21p3i7yTXpglOugEp6v/7y/oO+Fr/mK/H9NnFnc+1bJ34jx480LDdcE3b4cfRbnaMfaSXPysnND8vJz5Lx40wDz0fY59KB/h51seuBkJxUwb5TYYcL6JE4dFB1Etmv/ZzUFF9IXCDIV456HH/xGysouBxrx2RfPyHkfnY/bwPb7z8XC+oKhJ5MYf3xyTToduS++BtH6HcL1/6E7e8xZ+V4oB3zstN5bN4feasAsmS/imvU9zuG8f2KTHSj+PQzPElyLY7WP8Ipvy+L6bfyfe6E4xOzyaWf37/E9fvsMuUu+aYmZHcKjqn8Pjp67PeER38+/2IY+vjO8axt3/74n/Xc98qHY9v8Ao6yPaLcj5/PPpkfRMfLwMfLrlrwZjLVwBYcr9ShEqnfTStlSzzcXP5SKc9PObsG8ZB2hOMjqVtf3we/1p6XycPz4jLu+3HdNj9C8/bEOXuLaKXj5+4/Y/1juvwW3qwnQ98AZjGhZHl7QjA49PQFCCDned7TOf8DDHzw5ueo16Mi0AoBDNw8L1vJVjmKgCKQjwDGinxO5VAEFIFWCGg7bIWkylEEFAFF4I0IPGHx941xu4vPbfMLzwNW9R7Py1a1T+1SBBQBRUARUAQ4AjdaAHav8HNnSs8xucCR5IQWHm759uukN7xKY6J8AoFO8cPEFfnOdzSSBf0WerGjb+4OPoFy4HK0nYvhk5F/kZciAhibKuRilJATRO0bHT9u3Pk8afwgf+jTarddDJ9WeozVC/5Lb+6t/jbXgrBtJlF79C06oa1i7iSvyz1arP8rd+QlnBSvdfrYJ4KONka+2fO3fnWl9g9PzPF+Pr29f+rt/+i+H+2/fcbU3r+4LYrgH5ufu4Xa0lp+KynxDPiPjnuieUqWiUAkPzOlxcl75w/kxy0xFOV5TPc8uO9J1XalK9dvZI2O39WDOSWIcy1+udZDb9uNDrlWKH0jBIaPn43sHiamcf9CeNOn2XPH0e3fmH/3f2+0ANwXavtApa+eadKbNbRpHqjiCgQov+VEla7pa57pg/ynMiz60jnKK1R7WAMdNs9VnV958BtczGMyWHWSutXtS3JCifohoIu//bBdSzJ+voKs6vMwdy1/1Zp3IYC53Lu8Vm8VAUVAEUhBIHBvmcI+g6b2/qWWP9vnG2Kc7aMyuBDgv8pxz/l1u9yVL0y48NKyngi0i2VPK12ydR7vQkXL1kTgvu1sTTzXsGrhBWDssOFAoaxtMtJC1/M+EqO8HRx4S21bN9TPDASwQ4brRlnBzR7lOP5IJJ+40jn/LUE6p7Kmi7/SZvjC/ZM0vO7x5+jbVnG0rv+o9QJ9sj8H59pX69+F39UeLkQZBZDHO3CUvaKdPSw/MkLfgxTtsYdsI7O+/+MLv/3sVMn+eJk5A/1uav98WT0Osv+R9ubnO2H63odG+XhJxPX6fgigH8E80Hd99cyVLyiLtc2rtPuVwFduOcru6D9s5/7I83y/kFeQhPzCdfkR9vJnSyj72frx84bEry/aiJ1jv6Ql2bIsZD1sCdHIul0+3T/gXkKSLHMd8y+GVYx/GUcLDXH5hzI3NnzhN64UsuKUbShS9Ln9MvpT+M+WtusrznL5ldRh+yvY6+5fuIxnnMvYwf9R3rXTZ2NoXryRMR7l0av1uMYvlL3i+Vgk+hIDwkaWRUScqoHtqVAvZiOw8ALwbGiepl8OoE/zT/0hBHyTCXrT17WoS2VTPhhMnAODydUf3XwwJTRupav3H6vb50ZVS0choPkxCunZeuhBFd5MwKIwNrTNtu3p+vnDjaf7qv4pAoqAIqAIrIYAn+uF728xXvnum3t6RrqtXm5zidZa/kydwfv3TFlKfisEaE6N+TQWhTHfvoUjlLvO507p1k97bpZu4sMpB/d3D0dT3VMEgghgvA8SaeXdENAF4D1idiK+agjpRubGg17tDpLFwvK7zYI/N3D7THiF/IENOOLrnQk6nP/9a3YeywmsvJ4Jt1n4pUk6rQCbr6ieac9c3XiAceO23wTAm/d/pRjgRvXxE7CXxjc5L9bERz5A9V0nu3khzO//ih5GPWx+coFxUIGZe/C3EgYp7q0G/XBvPRH5mNuBjH/BA8rWPPbqv/L7h3fhs6a37a3qlV/tLS2TWOnfo8Y3uhdCuy9DE1y2P63EFwJ9Rwf+VrePaVy5mbfR/bYZu4O2LTIWjkNHNXEEsPjLy9Y7x3Oj85v2LezEszK0kc9zwEd+i2QLtCCjc/8KNcOPGIfSn89R3sj75OFmH+Nnut3jbVSNj0cAc4nHP99cM5K6ALxmXNSqxRGgAZz+m/WoU04gaFKBRV5MTDFR5VC6ynj9MucffHE7uoxVaogioAgoAoqAIqAIKAKKgCKgCCgCioAicHMEtqcZ21rAF9Yzbu6Nmv92BPp8fRw9P8PzNRzfjrT6rwgoAoqAInA/BL7+85//9Bkpm2NRtoMIC2U+c2KDeIzfJ7e2fPsVVr+IbbdEq1143fzDzg6XFzfa7XHg4/NnlC+k36GLJqS08Et5DFtdi7zIc9C4wjKjjP/28Az9MZ2r4RWzN7e+t3/l8gP938BvQii3PzcSZfTJ9nn6jzKt6Vz+9r1GfGOeJOMbE5Rdb/Bx6x+3a9etP9uZoQynr6jzvSLpG8/JUsc463PgjvhwX/ztk1OlnFO+XvNyfXxC/RD3G76BHtechp+Djpe5zt1y8NWKPvzsW+4xPW75LkvaloXsyrEpJIe+JCb8hg/mvaW++fAvlWf5Qn61w8fVJq0N5jfo+LU8N79NKkv5tbG1H05cFzvf+++vb9cWXBd+hLernMlc6rRHfsB/HMnhkJ4RgOTo53Yb22Lt25+XZ71nOfQbva0ei531XBG9+nSl8Zec7XbR+fSf9Up/w+3+zOvSqmV5CMg4Ih6y/CrVF19QpsaK5KTR8p9YgZZZR3+eUvsNteEYbvDIYoLnahQTGRd5De5xx/T4jbHJ4OvGxWI6xpZ+Wtz+WX1ox7Yk7ywmP12aL9/nxgJtKt2PM2Xs/jVZ/qTnY2dvrlft4n+V/SkJPQchgoxnIU4NveU7lbYr7I5/O1OdkmL26xvATti0UBFYC4FPQ94mnvhg0ZfKQ4Nc7QQE+vSoCCgCikAIAeprYhOOEP/survbPxs/1a8IKAKKgCKgCCgCioAioAgoAorAHARCi7/lFtH97Z3vccs9V05FQBFQBBSBJyEQWADGjpG5O0Qs2KvYAYtG40P6VsMAWKQc726/x0fscKndKeMRT8VmwvlzTDxp8ZcWfXUiGgBNq56FwKI79G4Dcsf+iRZO8Yc+KbQpxY0Z/WZT+G0uN199KdmOD87hB8qnH5fL/9Hzn/QImG9HgX2pOfXQ+Uk6bIIS+KXOOVPphJrbXAKP2xjc2VDgkRj35fqvzvDkil8NH7KHPnbPqbn2/OsbLzGeetjaFUfxS8zTdha1lRT1L0cd2m4OT2vaFWxgPjXFl+T29g/y7dyVeZN96mu/bkHQTbU3b1duBwtKCZN8LIC77CdR7jeEx8BPlV6Tbrv99pF06U+hRJzi8Yl5jPil4x6W2EpOWEt5bVn7kPoIf/oD/jia/nZ1DKQ3K1y3zsMVfCqwoePzsQJr+rNgft9fk2pYGIHAAvDCVr/StPaDGyYzY+Bsb/8YuyNaGg8cdkJj9VIZX/DF4gqfCFnq+5zFvr7jPp6opd0RaNzOutv7MgX1Y0nqQl0/YJfuTzX/+wX+I/mh85POqKn4EgRemGvaf4UT5Vb4LJi/t8IvnArO2qf7d3Ka5xceUJ8I2l8MxZf7194VlagIKAIxBNAGXf0L6twyXM/o3JRaahEIY2rp4meKfxyjdIp2cUnXqZRLIzB0LrQ0Eo83ji0AuwbCx/uf4eBYfL4vuwlJ/95ZV276rH9YnwCb7ESa77BNsKElicuflvI3WZjY4Ehv+vIPXSN2oOH1dznXhd+7RGqmnXJiyvq/mWap7gsC1Bfl90frxJdsX2/xF/hgsJ+d/2PnP5ckixZk2ucaz2VZVOeTCDLxe5LrTl/Q/pyVW2EJXjGZVtfxlg2av62adJbrr/SV+GXZJFeWUCuxmIxP0hsB0uaJQB59NV5Rnoxfcygk1i38Ixn0kbJNac6/P4Ddw2S+hYNXQjcvk+cxuyAjRifluq6lDLrXlmUuPl8ZbPPVU3lv+SHdsi5mb8zWGL/U97Rrl/8oi2FnsfA9z7mWQ7bl1bMQAi689rjQ2OEc78Jxw4sXpDX/ftdlT8j+cB39DnPoc8wfQ0Rd64AlDCX/UZavOK09AONyPfmW3YVDYgKs7mK/2lmFgLO/ExKPObUo18vHIsAWgB/r40Mckx14vVtDH3o/rXOp9Mc1gaQy+sNEE0fQ4lgf+TkSaOEXPpEFQ/NvjsuqtRkC7fu/ZqapoAYIaHzDICo+YXwqayvH80rtyv4mBHiupdyYPwIb7b/CYbwTPtzWVR4kcpvCSN+z9un+8aiQr8gr+I1rTtfyHHpayvTJ4rp6++WzQcsVAUXALkqydijmZ3guB7Tu/hwOfow98j4vXzN/Vkj4s19tyhemHBsCdfFQCJ+MAM8N1i8+2eWX+uZZAHYlAC97KVpOt9FA7oOPGUDt7yg43ZKF9KCKT4xk/d2vB/qHCSQthtLEho4oo2v68DK6Rj2OtJjKF1RRTrT0+fvXfqUqX3Q1tWP/5W/88nNp81irVJsisB4C1P7lzc56Vl4tmt3HXC3KK9G+KA8vS734/AcLbE+eu9hgdDgri6/sxzoYdm+RyMt7e7FZX5Yft3e7uQOE433uIZu7P/D+q7nttxOINkuG3zHnuP3LfEXCpCwAFneMI4fsnf0f7jvw3AeIoBzX1+NT4n71bNWSeExKLNc4pqDGsTdtBW8Wg3v1/mN1+4DjqCPyfpQ+1aMIKAISAc8CsCTTa0VAEahBABN8TGToyBdNcI5FXdBBp+TnC6mgWf1IPki/VrdZ7VMERiOgbWQ04qpPEVAEWiPwln5M5zWtM0flKQKKgCKgCCgCioAiMA8BPJfDcZ4lqlkRUAQUAUVAEWiHwNd//vM/toVyvV2EWPhq5/Jakpb1L/SGwkJv0xTjN8k/mkjSb/nSw1H6w4KvKytDD1BjfofkunT1Klt9oTqGo8RFxgT8KPddSzmtrqGvlbxcObP1P9FewlTmU66fq9A/rf23xnX19vMb+7GpwjeI8n9D0I38b0zQ5LnK7PjObH+hfuwJ/ZuJ7XknO/xq9Wbd7Pyxb/i6218rP33Sa8vn4+fz4Jw3Z6px9+FefHB/1Kn/3H4M5uwyv9p0Xn9DlhPYc9vebFnbs4CdH0W9YzVbf1s0rTT41Rs/q3Hs2Rj/Yvnvbd87GOCXdL5yiSHoZHn8Gvi4KO+YE+RPD7tDONE3w7HHtw4oZVwlSXn8pKR7Xof8x6Ivji4PQ/yGPhy/PjnjsvQeZVc8Y/hxv/b2x+csmMdwsgbnsdvir6De9H7iikcD46eI8MUxHYsZZofa/gx7mulEfvK24hD+nPxzONegqDc+cvxurU/fAG6QBCpCEQACrgZLjZYWfTGY4Eg8/BwycCRZaPCQi2vQ+I4huT4eLVcEFIH5CKS28fmWqgWKgCKgCLgReEs/xudpbiS0VBFQBBQBRUARUAQUAUXgLgi8ZQ57l3ionX9OPxGmeCgCioAiUIpA9wVgLFz5DNQB1ofMauW0g2ft3Tp1iLXxT+YzLcTS4i/91XykXFzH2leNTuWtRwBx8knS+PmQaVMu8ZXxkPVttKqU5yOAHa13HRPvbT+1W/rbtlY9P9XUwwQE2szfEhQdJDSWbCl4bNI7KpJO7t3+kly8FVFt/lTy0478yG78Ojgz7WttS9S/TPvqwEjgJntmfmbr7+376vMm4F9qZylfb9xbyQc+4TdQk7VF+4dkSZMInx7vSbCq2kIE0D575WUb+f7nMUb+NsUu++ANxzLuDlzkT10s+LMqnEv8OhieKLLUvzZ5lGgkI5ull5kw87T1/H6mLxN1ox36TFinfbot7L4A7FZrSwGgCyjUWWo9m4dA3eA1z+5UzWX+UY5S7iJ/+Zu+0Kxv4wIJPSoCioAisAYCb59fmLFrjVjkWvH22OXipfSKgCIwBgH+rfSpX2Xcd/F3jN91Wsruv+p0KrcioAgsgYA+kF4iDGqEQYCe2eGZXi4m/OuBI9/QnSta6W+LQLv5DZ453xaKk+H5uGj7OgGoF4pAMQJiAXj8rgj5II8GXZQ9q6MrjtEcRjkhv/0OTQFjI/8oX2myiAlj7Zu+wkq97IQAJhG+/cuYuMubAPRNMAv1KPddg16PioAiMBcBtNU8KzA3yuNah9rab/zfer7P/6YHRL81yt7khRGPQYe9vg7cw6fFYxFAWzvitatHebk1Np+tDJTlP1SwMvLOpF+WG7bYEj3rh4DMJ39cYIMrPihLyR/QQh6934GyFH5JQ7yyzMrOP4MtnBNlLfVw+ezc9QYOyrZ7r2/pK7+/nNKnAxvmw9DT2fqHOrugsrH4800iLjBq50cuma4y9Juyv0S55cnH5yqDf1uG7INIviyz2vUsD4HU5xt5Ut9BzV/YkO0ihAAwD9H0q8tvn3m2jJKfOvgH+grMM/IczKLG80E/k7Svvn+jXKQ+NScn/fbV1rjyAWXSd9Ily0Cbbkdd+8rXl26ZUioC90RALACv44Rr8riOdS+0RC6YPg2CTP9oEKY/WvDFwMwnjk+DR/1RBBQBReBJCKxzMzUB1e0+2/g/QbeqVAQUAUWgMQKr9Of0oAoPCLHQE1/QkQ/IGoOzurjM+6/V3VH7FAFFwCCQ1i+/vP/TZFkKATzfKzGKxnyM91i0wnygRJ7yPAEB7d/OUSzHQ9vXGUm9UgRKEdgWgNEQ+Q4Jfo76XBVGxlfBjR0NvvpRBFZAwJWLeMuX6vDm72hb6abq52fbSb+9fayfdAQIN/qk7jNMl+ymhD53rZb2RkC238fEA7tcC8bX3pj3kU/9XOlc5GwR5QTlgcyNM1XqFfrfNralaq2h+/i/9YDGf8y1RvWINZZbXsRu785txawz/gbbLBturbdd+741DMXGK37oE4ogbNh+5zzsfXv8G/v/uvlVUat5ARPlFX3uM78z9o7614/PZ57ZbJ49yh/VowjUIYDFX7+UkX2Jv3367cupqZNvn8eY+087h6uTuy3B706MxDoHtzJai08ZfzkX4bkGlvH2lePlM/MkBwGlLUdgXnsst5lzLvsGMDdSzxWB0QigYeNI+mmxlf5oAZgWX+nD6z8Fg/6B/kHqHqXmM+nUTSaPiqk6owgoAoqAIqAI3BEBPAibNZ+8I2ZqsyKgCCgCioAioAgoAi0QmPVCRwvbVYYi0AMBs1m+h2SVqQgoAjMR+PrPf/7jefUjbWcEHlzYHTdnd74yt0NbeWc5d716mj+t47AiPngIhzd9yWdXWQoWK/qXYncqzeoL0cAf8fNdp/qbSwd9Pj7Y5auP8fv4RpWrfWGkY/gkxx9vpEh1k98A7tf+Mf+QDtN1+k7UGP4u6SPLZtvn04+vLv3jyTsbnfRYlODqs69EVgmPV78Hl4+OyW2S+9mvfXItJecmg9z4luQUySvhK7E9ncftn+Wn/t9Fg3HBVWe4bQu00nDWEoeQHtLXUhfsTz/68UmV0co/m3/8K+pSrcinC9ltY3LgQ/3VzH6ptf69//36xjdYcASt/7zUfR7C0c1xLs3RdeYMX8GuXvLD2tvVwg+fxLv75/PrGeVfX/8EHfn9/Rusl5UY12S57/rovzwEufI8Yl5b/Hb8uP/4Nj0qs+Wx/uuaOtSjSS4j7+eY60F+fX5LTdKe2v51bfnAUXqt12kI+PH7PnKVS0Ie8zJzTnlSm2tXqa4S/hMrrvqWZegTfDJj99cxfp9cLTcI+PNTESIEavHRN4A1jxSBDQFMxNCg6IhzvhCsYCkCioAioAisjwD69PUtVQsVAUXg7QhQf4U559uxUP8VAUVAEVAEFAFFQBEYhQB/7jdKZ0gP7mF1XhhCSet6IqD3JT3RVdmKwDwEBiwAYwfRmN0h86BUzXdGABMs2rFDC76YCKL8zr6p7T0Q0H6tB6qvkYk3CDO/IeOCzyHn6eMrvYmQ9rYBbpovWD2qoHX/M24H76PCcDjTGL/h7bqx/QcuqSe1+lv3f2QPfVrLNVL5vzTHrH7IQvky8w1P7tAtzhHfVsbaPGnzG2Wwz8oNWhqLf+vcyO2fWuuXYMT8l/TLXyfGfVk/kL/LGtjZMPjfK4618mv5+8IXn8PDfs8XGPY17wHSFT9XEJF3sTffXbwoA7K4vh6pTwi/WS95fum1x20uqs8jJTJ6HUKgJl/O9yWU1aGxLFQXsjC/rvaRWb5G5VAEnonAgAXgcR3DM0OkXvVAQA6MfNFXv7ahB+IqUxGoQ6D6IXmd+jW5ez9YXcbrtMVfbq7mC0dDz/sioPPcOnwVvyr8FhoHPs8qd2fu+bDmhrm4UPyr8riU+e3+l+I2he+G7WsKTu9WqvP3Z8Z/xfkBPfOTzwRXQN8uSK9gjdrwXgR0zH5v7NXzpyLAFoDj+5bCIMgOIk0eBjjIloOwrAfd8Rt1KBDHNruwhVC9fAQCyDGa9FF+0eIvFn1RF3NU8y+G0Br1iCf6EXmdbmVaf5YuTylTEUDsiB7niGOqjOl0eGOm1BD5gLNWXqkdw/hc8wlZ5jaGcoPy5HY54nZnL23d/0Aef4MCZT9/dP4UDMb1bcvaN9CGt2fEmvuJsrR2xjnzz6ED+Ue6UZYvrZ4DvtdLKpGQ31dJrGbjt43Nrp9jLQGjC09KfCWmXQzxCE2xj7NKWzvHf3j/xH11nB/zISRda/8lvtKG3HhJ/qddp+ARw/TOmKT4X+Nfrfxa/hrby3jPY2Ib+3H/CIvOOlD6xGMb/GqQGTk/iOniG9M+z/4+45sZS9y/Ky89T+vLkF+/v4beXP9zPMeQUu21idd2K8s+VEYFaboZo57eDIGc/O3jGvIV0in3qAz3ayjXoyKgCNwVgY6zAuoszgOVnHzdFTS1+74I0ASM/rDjjy/+3tcrtVwReD4COn6wGNMD0OMhKCvvcLoG7ue5hMvNNex0WaZlj0dgUFt8Lo7x9v1c31t4tg5+fHMkPciKPcxq4X1bGYQl/tpK7idtnfj38zEk+e3+h7BZrQ5tS2O2WmTeYI/eJ8yN8orzg89zwe/t2eD2px9FQBGQCOhYLRHRa0Xg7ghsbwB3XAPe0cGEC0cqNjuh7g6f2n8HBJBrtNhLH1zTORaC6bzVh/ZIUa7//GxvUm1vGevnyQggvjpB6hVlaq/Unni77aVruFy8WbPgAhL1X/Th2K/Yn/F5BT8fHssMhWQnxzWDVZBq/yMAedblwv1DHtCUp3aMbJf/eVbkU2v7ysVMvz0gF7EQ/eL595j+KRQDrTPPiWz/rYikItC7/dbKr+VPxSGPDvd68fm8334fL2TnWVRLTXau2H78+NV67OPvMz+ow/eTK1t4jgXg7uNaJu5kz4LPCHwx1vI1EPD1gbBuTl8I7XpUBBSBmQiwr4Dua0asI+qrXaW/BQHkGQY2OuItXzpiUQOLs1RPf+BrhRP0tJKnchQBRWBtBKgPQb+ztqXPtO5O+Lceb54ZUfXqqQho/j81suqXIqAIKAKKgCKgCCgCayOA+3Uc17ZWrVMEFAFFQBFQBNog8PV//s9/I1/qHt61Fhs4V3/Qs7p9bcJcL0XihLjL8npNbSTQm2q04Et2ko14+xfSYTf8QHnuEXJy+UbRP30huj/+2Knpi5jpH6UdyCtZ7pOyavnq9q9in7TjiD//vitXkCfv6r17/yBxd0E8s2y2fen663bQ98I43f5eFoTlVtuHNw18aiL9Q7v22zr+oXHzZ3sXJnzbwX+jzQdNm/KQnaQhfP9THf82TnSU4sPHjwt95fPXkdd+uhZGl+MPv/ra18LHnjKi+B1x9FgR6Z88XMXFmFcVC1DGRATQPlzkKW0G/Cm0Lh13KYOfPntr/e8t32f3PcpT+gPq43x0sf7PxxdHJxS3nJwIySErcmTFrc6lKMHHzA+MpnL8Q7jEMSG7P39/zDNCsuZ4+/cEQlzWibz5hc9PY5cff/DNtr85IE0F+vFrquaxwr6+zLdq+h3U/PNjU1+z4jfy1Xu1joSn9w/D3gBeJ6RqyZMQkA0Ui75Urp3jkyKtvigC6yJAN7L0p33OujFSyxSBGgSofcv5Ro085VUEFAFFQBFQBBQBRUAR6IOAztn64Hp3qZQXn//0d3/vHkq1XxFQBBQBRSATAV0AzgRMyddBABN7HGnxFwswKPNZG6v38Wm5IqAI9ECAdqzed7cg9Sfap7TMi9odzLX8LX25g6z7tr3e6OItBRxJX3Vbj71Z19upP7J99I4/7RT/e3gF/DimR6We3BqBcW9v18CUm+/3np/UIHVPXtm/3dOLflZn4kPjVdbb3rntq7Wnmf5F1ZO82T5FjVyY4OX4Zbcf5O/CIS00rc/8ID2/MPf8HMNfRFPooYst3T4Xt5YpAmsh8Nz+aS2cO1mD5w9Zc7pOtqjYaQh4FoB1ojstIqo4iAAeGPJJHL7eGYu/QQFa2R0B+ooffPpM9iFdj4qAIqAIKAKKQF8EaN5Bf5h3dNX2yJsyu/jbFTsVvggCeg+5SCDUDEWgHoFHjkn1sLglaN/nxuXFpdp+Ogc/r83Rs8LPXH7buP3MTx4ez8RAvVoRAX0+vGJU1KY3IiAWgPMHjf/P3r1uN8qjC6Mtp2r9/8ZYve7/RnfbO6rUkxACCBsEkpjprtc2B+nRlDgYIRwdclfEU+bjBeICbDqBGz7uOSKJ+fHZ63ECwwP7cbmem1Ps/8btLqafG13NuU/dQRjTnj8OnV3Scf2fHU97+Ufdvxr51vVfzdd6vQvEth2vL5U37rhdWrnoRcKjt4/xPjzl/zXt88aww0ZgLMGb97zAVHv6V7+pHa9p7wuZjs+fNm17C/nMz5oqX0z7asfz65tzrEDUzbG5tpPbsz7jNp7WH0+rqfTPli8X+1R6MW3OYW56Lq8e54fVsGwx7f7rnul3e2v+vGDcFlLZx9OmbIbTvJ8XGFvmfL9SSucS5c8noq1/5fvrx1N3hvOefR/pDzekfyY7nH89G43lexeI9vZ6Oa94ffh1rW1rjveOX/uej3S31+a2+Kxdh8CoAziCGjYfTSVUvB4vkC4EDU/Yho95NuL3+PpYk2P6chdf4OKg/3nBd00CliFAgAABApcU6PH8e1imS1bqtQodNzNs6AiOc/9rwSktgRoF7L/X18rQyvWz9W49LzlsEz2X86yyPecb1xTfLy/2+bfD+VefMEp1toDrw2fXgPwJfAjMdADjIXCeQNydFxeAUkdvPLIlHvd8XnRyzglE529uOfMJECCwLBAX0J77gv+V5tb1v1La9i7F8WoZtuVs7e0CcU6yPaVIoaZ2mWLSNqNmyrxebPvf0PH74Z8e0ZjeXaVdbm0fW9cv0+p3SzW1p7io/VSiySX9XaUdfZR2/X979+m9fOtr2pIE6hVI2+kx++iPgSMpv3SC0WkP8Obzr3pbykdk++7X07XmuN6c0t//+17tns/GF/7Pbz/HXB+O+I7ZpzyrV83ysZ946dy6mlII5EUBHcAvwlmtjEAceNNr+hcdvx8nbWXylCoBAgQIECBAgAABAgQIECBAgAABAn0IxM/G9VEapdhLIHX++iNwVYG4AUI/y7VawO3//u//Lr3n633H31L5hp2/aUd0xMla7T73+/IdTLkddm79Eru79NjntY98rt2/9fhim5qr57PL95n/yyM85kp2zPTP+I/J7ulcztj+nw5yYYXafefjiztQpwq3vE+fWqPUtPn4S+X4Pd2z8/8ezc9Pm+OLO2x/Jv0xpfCdt7Vv/5t951x3mp6Lb/74+rH9T69fz/afZ5rbj+1Thi+fsvnky5lbIsW3vsz537icK2+K4yufL59RfP/2K7e3v8OkRzO/1h/N+PFxNv1Y8qz910y+H+VdX74ohtd9BfLte9/8zk9t7+3//BLtG8Hc/iy21bHf3PLjqGL98fQ6Ps8f/7fGFz51l//1Un6Ub9qvRJnTE0XeB5W8/+/3n99PhL1XLOP2vzaEaAfj5feJa9p/nFcNn8s6vFrCdvxeLeGce6T3fDscXh/e6vd1/jod523thegozsVeU/9BMvxy/ADI9StchWlr+6zdyQjg2muo8/hixxMbWnr1mOfOK13xCBAgQIAAAQIECBAgQIAAAQIECOwskK4rvt0+Ooke948xT9M3T+2cseQIECBQucC4H6bycIW3k4AO4J0gf6U7lguP5tgr1JrSiY7f4Yhfd5981VCLFm66+qo/71YK2HeuhLJYkwLdnR/EHbfP3wHcZP09G/TMCLZnk7F8JwLdbf+5etlr/7BXOrl4c/ML7+e2to+t6+eKf/r81A4K18HpZXwmgFq2i2dibnlZbW9b7V3Nb+v2eUWvMmWOa4zD9nu7vY8CTv3Ah113KFO2YZm+v9/a/r6nVu+nq5Sz3hp4NrJjrw9rH7n6SfvHqX1kbr1Lz4/rO4cdP8po6wAu4yrVGYF0p0nscNLr8DHPLXZ2zhTzsMnxiMewG38+LBAZESBAgMC0wIkninHMnQ7M1BA4zOnEthBl9XqwwOXqfK8Lnnulc3B9P5vd1vaxdf1n4z18+Yu0g8NdZUighMCW7XXLuiXKIs3yAmXrPF0fS/9i9O9yx2/ZWMpbphx6KMMaqauUc42FZX4KaB8/TUwh8CGgA/jVlhB3AAzXj2ndfxkfFvq596nTN07G4n169TctEB2603O/po6XG3/+WtI7AgQIECgrMP7ike5EHU8rG0E81iflEu9fP9bGnbRlYz4j9bCJ1xTD005x7rdUAOeFSzqdzYtt/eNxg79+Hb/9lwWd2h/8K3Nq52u2h28BhldMnEo/5tX/+hbVPhvqVHnH02ZXHoxciu9OnbWv8b4ytae/06K8CzZdzqpre8i37y4rYXWhrucz3ne90l7HaazmPm3BOGf8O6L0tChazDjqOvbn5Y5f6Vz+47dA77/+PQX6HSzyHdpFTMNptb6f2r4i/vQ6Nb/WsqyJK8oWy/ZWviiX19cEtI/X3D7WigFkW9Loet3R99l7HD7idVT4Vs7/dACPKs7HfQXGF1LTiN+/d+K9jwROr+P5++bef2pfX0A+9kTjz/0LKOGSgPawpGMegaMExl9Qjsr3o/PXcXbZO+0n079jnIZtwYWM5ZrpZe6wznsp00I5ogNv9MV5YY3RrIt5bb45qHOvaE+jVuIjAQI1CsT+6JXzm1g3leuV9Wv0ENOywLDOl5d8Zm46nx/+i+shXzfjTrWvYSxT85+J4Kxlowytxp9zi/LlljP/mgLRPmZ66K6JotQEvgnoAP7G4cOeAnExNb1GZ2/qAD7jL534pVGxcadLxHZGLM/kGfHOrTMe6dtKuebKY/q+Al9feD7S1T729ZUagWME0hf5+FKzLse0rZfv1IwLDM/Ftq4ExywV+8R43SfX9l2+Ozzf/r6v71PPAh/nGf+GvaYbKd6evfBydvs6O/+eW0cNZeu1flO50l+7x9+P+P2XwJkC2/YP89+zr7J9bvMrUfPj8/lxHZXIU5oECBAgcBGBuMG50RtUdQBfpJ0eVcw4yYqTr/Qao36PimEqn3FH6dQyphEgQIAAAQIECBAgsFbgyBH0a2OyHAECBAgQIHBFgRh4csWyKzMBAgQIEJgTOL0DODoM5wKsdvq4x//zN4qei7jZ8s8UMzp+04lX6vhNn2NavM6s+tLktX7jkbT/fR+lsPQX920uLbPHvN47ptfWzx6Wr6TRe3zjbe7o8h6d3yttYGmds+O3f1iqnZ7nfRyBvtpfOl7FqLrXR/t8pbfWLnckfD2WtRGUXG7OY276j1jiDtAfM/65jM8T/y6XM/1K7LztfyrGmLa+zlc7fhW5qXe9ly9fGdEWho9Pf28nj+8/SfIznWhLsU9LS8S0SPPnWvtNibyGKca0I/If5jv/fnz+Nr/k9Jzrts+oy6FLTKunfofRTb+PmKfnGvk752J6GwJT22Kuze9Rsqk8YtpUTHN5xjrf58d+9+O3Z7/Pe+ZTpDO3ztbjw1y6+elT5Y5p6/1y5cvFsbb8c/ncNp6f5+LbPn+95VdeUQ9fU+bezbnMLT+evtZ/vN5VPm/1zTmV93+l/eWi/ppf2mdr+uV9vyzOeFf6+sK432VtGXOtbv0ebm2O08s9Pn/s93t/0e37x/eV37/Hfh5L7r++Zi9HmmtfufabW3+6VF9TT+8A/grFuxYFxg1w2On76sbfooOYCVxdIB2sxvuDq5soPwECBAgQIECAAAECBAgQIFBOIF2HcP2xnK+UCRAgQKBtgQ0dwNGzneurbxtodfSfvf+r12h+wejsidfho55jWvOFVAACBBYFhncpxXvb/yKZmQSeE3jxCSPPZWLp1QKzI39Xp9DYgr/f4/3viTGn7xu+axxXAfH9bl2Om4/3xfdvmfZTPP+xY/hW2qZL798i/Ze/Nz/p11z9RvnG7cZnAkkg2kel+4/P+BqprcP3D8+6pPquta7fQ6vI7+Nc5N3rPabb29dYrGfFLU/gS6Dy7e8rUO8IEDhdIM7PTg9kMYCXOoA/RnotpmtmxwJxsSdeU8evPwIEjhH4fCrFe3Y1fb8xAviY+pfLBQVevlB+Qauzi9xlXZ3Z+Xt2hcr/u0CBC9FnbzNn5/8d2Ke9Bbqq3wLb397e0iMwK1Bh++1q/zALX25GZX5vt/fO3/dRwO+9wOXKLGUCBAgQINCowBMdwG+//v5s6r/fTo2RXr9+Pgy7UYrvYQ87Wb7P+fhUU8fLVHylp6WTq+j4TY9aSc+Sr+mRK7mvGG3cn1G6FqXfkkBun3RWWdK+QOfvWfry7VMgjmBxAcMdyKfWcxrhkPur7CJYLtzl+dH+Yqmj29+Ud0wbxxYxen1dIGyXUtjTfZzW3u1rqjwxLeVdOv+xY+Q9nr7P58/v4/+Si5tzV6c+3r/l9mXj5XMZPbv8OL1Y/+9F/fHMqc+t1e+a9jEu01S5TetTYE37OLPka+Krqf2OY0nxj6fV4Bnn/ymWMK4hznEMZ/uFTXK6/bo/3q9Hvv9v9eEireaPwKfAsD3FxJg2bvsx32sIPNK9Fwt/nXYbLZTYrGcEYkt7Zp1Dl138flR99J9UT3QAxzqPvx3BDqzhca3XdGEhdfTGv1T6mHYtCaUlcI5AOrmKE6joFL76DSnn1IRcCRwl4EvnUdLb8xnWVTtfBpbLPSzT8pLmdi4w/PIbHXObi3x2+zo7/82AbsJbJGy/fr+KNyxLL8eXr9J517tAje13GFPv/iXKV4ff32uR76N//REgQIAAAQLzAk91AKdO38d778O3zt+4ADC8KDCfnzkNCAzvHh+O7IsRv8P58T5eGyieEA8QGI9IOCDLy2QRnb81Fdj2X1NttBhL+tJex0WEFvXEfLRAXGSaa7Mx/+i45EeAwA+B9D21yu+osZ+Y24/8KMnshF3PwY76Xr85n2m/8fePXW1ma2BqxnR8U0t+m5Z1iXS/reVDRwLf2vC/J+/d3sZDq6IdbN9/7Eqn/e7KKbG8wHgf//dzDEWs8tifL5MlCBAgQKAxgez5Tx3leaoDuI6QRVFSYOokKnX8phG/6TU96tkfgTUCw5sH1ixvGQIECBAgQIAAAQIECLwq4PvHq3LWI0CAQHsCX7/9217sIiZAgAABAkcJ3P7zn/8Mf2TiqHwPy+fbXZQTuY47PCcWWZyUS39x5cpmhkV6Tf/iN32H758NuXWf2ju8c75Rp8/W29rlc/mvTefV5c7O/9W4Y71X4k+PfT7qkc+vxBdla+G19vK1vv+ZbwMxcmFqiXpuMjq7fZyd/1Tt7Dmt9vI94hn740L/fQzD+afO/e4fxuBpf7H/fqH29jdWOO5z7J+3mZ/vG+WYk9tWvrlUa5me9Y871V8NeGZk1dxuM7JZff76L74Y+fi4f+xz4/PcPmFc7vnvQVvbx/L6j8d/o8jTr3P+fwd6bm+b8+X+CGfsNB3k/NRc+vNrtjJnuX7n2t9+pXv7ldr8V3sfp7y9jYxTfO7znE/aTs8/P3quLDUvnZx/1nX/299ynQzLH+/Tdct4v7z29rlH5bM90jpTaMdvevs7W7W03/j8oHR+Z3senT/PZfHog1peytxXBYwAflWus/XSjj7tjNK/4UZ35MlUZ6SKQ2BSILa1yZkmEiBAgEDlAi5uVl5BwiNAgECjAj87exotiLA3Csx3/m5MuOjqzo+K8kr8m8D4uuW3mT4QIECAAAEC3wR0AH/jWP8hdeL01JEz7PyN3/pNGmm6PwIEtt8BmPYX6S9eXzVdPXri1QysR+Bwge3b1+Ehn5ph8kp/LhR/OFT23xjZNTNCrrJoGwjnau387O37at4NbAJCXC2Q/94a29fqJOtacPPxJcqfGaFcTalTvEfuk8KnGoCDA4nylzIvnf7BXMWzK1UPxQOfyWC/+h/v68efZwIwmcATAr1tf08U3aIECHQpoAP4xWptvQN4fJKUOn3H016ksdrFBR6Dewb+Pinz4h7D4m/t/B2m5X0ZgeGpfnxNLZOTVL8EhupfU70j0KSAcdxpIAAAQABJREFUjt9qq214fuIpldVWU8HAzj3WDB+P7Ga+gtUsaQIEKhU4dx9cKcqqsIbHj9+r1uh/IU8q7L+OlfAaAsPvZ64fX6POlfIcAR3AL7qnztJWO0wj7nTSlDqkUufv8LHPL5JY7eICwwN3+xRTXX8x7bUvr7HdrbEZfsmbWt6FwymVbdNeq9VteV537bF22rbG08rp5PZV9X3xiH1PORMpPyEQI7CGq3x2+qZ2rL6GNDW8z23z58aovZT3P+74MlWW3Dnd1DqnTfvcl81EMLX/Gyxa3/lpY9tXxndAvfJtY+WfPH5GGUpsx5H2B2cuh+9Lr6yCqhfbt0T3qfr73Ke8z929fVeNu0twTR0/fpR43/Y1Tv5+f29TB/727zh/nwnUJJD7rlPf9Y33JyMOBg7VZHlGLDmLGuvvDCd5bhMoe1TeFpu1dxSIEcuRZHRg6/wNEa97CQy/qKQDWe5gtle+0iGwh8Cw/aYLQbmLQXvkKQ3K2kBPAvYctdbmcP/u/KTWWioZV2yb5xxzhufDqS0O22PJUkubAAECdQjEPriOaFqKYnj8uPr5S1zHNIClpRYsVgLzAsPz4avv3+aVzCGwXcAI4BcNYzRfK490jXjTiVI87jlOnlIZYv6LHFY7WKDmdlff3f8HV85CduPtrOZ6XCjG/rPSHeGfd4jvn/wzKWq/z2hZ9lyBuIfvnM6Mr7KnOM6O4Ssa7wjMCbS1f69l+57TPGp6P/uXNXfvj88Lx+eNR6l3m0+MQKzknPM0Zw4z9Pa7HzCtOPRzfJhpkJ+T1xw/Pheu/s3r7Ss6fePYGK/VF1mABAjMCrT1/Wy2GGYQ2E+g0PVxHcD7VVG1KaUTo+FI3zhxioCdOIVEW6867tuqL9ESIECAAAECBAgQWBJwfr+kYx6BtgVs323Xn+jPF4hrma5hnl8XIiBAgACBdgRu//nPfx7thPt8pOM7qZ9Pof01/ud//udvB/ArJandL/32R89/tftP2afHdozvUh2XY+0J+3i9qfyOmfbaHcb1xP+aUrH4Y+TBVFg7jsp4Jf60R4n7kqfC23Na7fuvV/z29CmdVu3lqze+jy3kcZ84fdxx+71a/de+P3i2Pmpsv8Pzk/Pjyx1pzj2/Pc9nyeVck2e3gfHy6RF3uVEO57mPoz3589J5Ygpt5ljz+RjBmfU//WfWP6zUM/Gtzv/k+Nd+j1tdntGCn9tBcpooay7/z/VH6X5+nPN/30bTE03m04/902v7oohrPv3PCDe9iXzGicT28T40YDzr7+coXb1PdfmK8GcBXquTn+nUOWV4/Mi1n7n6j5Ll1o/lXn9dqqeU6ut19efPx/il8mV4vfQ1x/Z6qdpZk3/ZuirhO/x+Vjb6+lMv4Vt/qeuJMG4wOjyiufPSFMjEefCr8RkB/KpcpeulE76004gdRzpJSqN//REgQIAAAQIEdhGY6PvdJV2JECBAgAABAgROEXi9Y+qZcON6zTPrWJbA1QXiZ+yu7qD8BAgQIEDgFQEdwK+oVbxO6vhNdy2kf/H+mS8Zadk0CuW0Ox8qthXaOoHx6N91a9W+1DEXBGpXKBdfulO4DuPcPcvlDKRMoA2BNPI3/e/9VrN/Adez/bYhKMpjBb7aZx3nJ60dZb78jq23f7nNjAA8JZaNmX6OPv2WznffuIH32yITH9L3NX8EuhfYcdRDTVZrt/OaYq4ylo6ODznf6eNHbq2+5ve/3cT5YR3XRPpqPUrzU+D7+efP+cdNqeP72XHllROBvECZ7VMHcF6+6iXGJ0LDO+Ne6cTt7RGEVVee4AgQ+Cfgi46mQKAVgdT5m/7/2f9byc0brfiJk8C8wPKxMD0iLf4uc7Gk0w6gqEev+wnE4233S/G5lIb566x5zs7SRwvEDSSDg8rRIeyRn+PDHorSIECAAAECBKoSWL4m8GqoOoBflatgvej8jdfU+ftKp++wKFvXH6a15X2uucf9cVvysG55gRihEG00cpybHvO9di4w/sJ+oTu4O69ZxbuAwC31PP29ZvjvAqLt9wK13lIRp84QY1ru7LJEOSPvpbSX4xp2/C6lss+8iDc6CFKqMW05zn3yH+eR8h5P2yenc1IJy2HuMa2ncg7LV/b9sON1nNMRHbFL+Y/jyX4enx+PV0jHW3/VCMT32Qho/H03psdrbn4sV+r1c3v43L1/vLm9tdIRPN5H9nZ8KFXz7acbv/3bfkmGJbA/H2p4X1pgqr3FtPG+tXQs0idA4JvA+Py/0PU1HcDf1Nv7kL5I+I3f9upNxAQIDATGB7zBLG8JEKhcwPZbeQUJrxmB4bY00dGTOpriAn50Cvc/EthFqWba78mBpq6sM7uxhvlHp3BsryfTyL6gQOoEPrtj99niRcd1a3H/LKfjw0+T/qYMn3DYX+mUiAABAgQIjASG1wRGs7Z81AG8Re/gdYcn6cOO3zRqd6/f7R3mkYoXXxAOLqrsCBAgQIDAPwF3+NfUFOI8wflBTbWyJRbb1xa9p9eNjt0XvtjpTHpae4cVGt8+Ct1BvgPs7kmc2fmbCnN2/ruDnpJgjEb67ym5v5JpnBO9su5Z67QY81lW8j1foLX2Gt+PXo879oNucDi/9XUcwYXOD1uqxe37j5ZKK9ajBXQAHy3+Yn7DE4i4C2448reWRze/WDyrESBAgAABAgQIECgqEF+si2YicQIECBAgQIAAgZcF0vXP4TXQlxOyIgECBAgQIPDr9p///OfzV0BKeOQutOQO6rn1S8RcW5phlF5TR298TnGmTuCWjdLI5Sv/1Vp38WjBubpZ+8jBWss3V67xdPGPRY79XLt/7/uv8/w/7nyezv86x4zp8h+7DS7lJr4lne3zyu1fYmTBVIzrt6/a6/+rdKm8H+U6NuYl5xTdeusoSzo3W3v+FevMva63+PIbpjX8LjKcHu/Xpx9r1PK6VG/P11m+VNO+L/vFCPOpjF8YdT6VTK3Tho9I/7XkkApQwOJb/jmkE+LLhXTK/DmHAvVzZPlK7x9z6efK+vL+5V/CW/PPxWd+3QJH1H/kkV5joEtMq1unfHQcyhrnfHP7z9z6ZaNfk/rSeW5av8S57pq4vi9Tv+P3eFv5lHNtv323UhPTccbxbnru9qlGAG83LJLCcMNM79O/aAzpNS4M5jbQIsFJlAABAgQIECBAgECDAunceXie3WARhEyAAAECBAgQ6FZgeP2z20IqGAECBAgQOEggd/vHQWG8kE26Y3TurtEXkqtplbgolTp60/s0yje9T6/pX5wMRYdwTbGLhQABAgQI7CrQ6bF+VyOJEXhZ4PfLa7ax4ted7HF+Ha9l4k9frcp8vdpr9O9z5f7ye269TpYufvwp7ftkW2z4+/Upv5E9aB+r8j/bd+/8B+XfdYvfO869gjs6rlK+e3l0l06543d3VAcUKN2sF4NeDshOFgQIENgg4PixAc+qBwkYAXwQ9Nps4qJUdP6mVx29a/UsR4AAAQLdCTT+KMDu6kOBOhP4b2flqbk4pTv7lsv+7ec9iv4A0HIcTc1t/vhzbptrqq7PDrb5trYjIIsdMSVFoE2BGPTSZvSiJlCPwPD8f/pmUueK9dTW8ZF4Mtbx5mfl2E4H8AXugEwnOelfGuUbf9H5Gx3DMT0+ewR0iHjdU2D6xGDPHKRFgACBOYH4EhI9FOmOypg2t47pBAisExhvSxfbvt7ef0j3/W/u/Pn585/kl/sbm+eW33f+8MLPvin3mNq4rhrbPsYdZ+n783jasNou8P16WNzN76e8YtqUc8xbynhqvaXln5m3Jv+t6UUer5RjvE6k9UxMJZc9Op6p/GLa2KpkuS+T9prj9zzG+Dwirs/Nr2HOWoFkOXcddG0aliNwdYH8+f/4nPfqYs+Uf9vx45mcSi07PIYN35fKT7rnC7TTAXy+VZEI0oaWTnDiXzzuuUhmEiVwYYHY1i5MoOgEGhW4zpcT+6lGm2jTYV9n+zq9moYX8OOi/oFB3d/7vuMxtel9+ovPH5/896dA49vHsM39LJwpVQkM21r7FxZfotVeX2Kz0nkCztv3t9f5u7+pFK8tMDz/j07hbze8Do+9J3w/uXbtnF96x7Hz6+CoCNrvAI4d1HCndZTeDvnECU66wy3e75CsJAgQ+CeQDmjpL17T+7St+SNAgEAtAsP90/D9WfFFDOk19pfxelZM8iXQhEDue0nMP6EwOntPQG81y2injX6/rpc9OnaHnb0RbcyLzwVf1e823MP8UpuYaivbwrd2TiC2xby9c+Oc5fPzkynX592s0ZrAcft35/9Hto31x48jo5rKK+1nh9d6ppYxrS+B9juAG66PtMGlEb/pNR5x0nBxhE6gWoHozKg2QIERIEDgXcBJuGZAgAABAgQIECBAgMDVBFwXvVqNKy8BAgQIHCVw+9///d/4kb2j8pTPP4H/+Z//ab7j937P3xnZcoXv3XGYTmqHf3unP0x7zfuz818T49Iyrce/VLY0T/lyQufOr33/13r7EX/Z9t26b06n9fLVvn+p3b98/ccd3mOJ9LWqzq9W6bFv8ci38j5jl2t95ntyfccIzbkwZkY2x6PR51b7MYom5TOVVi7/qQym0plabs20XP575TVX/jUx1rzMRr/x9/1xUbP7h435j/Nr7XPOb3t55o7fkXLf17eilGe9TtVvTEuvMTAmpp0VZ6v5cqu15pb2O1/7nBL1Nzz/r1WnlrhK+NdStiPiyPnlzn9y6x9RhpJ5xPFtfJ1nbvresRgBvLfoTHrjhvznz5+/o39zG8BMciYTIECAAAECBAgQIFCVQJ2dv1URCYYAAQIECBAgQIAAAQIECBA4REAH8AHM0fkbr6l3P/3T+XsAviwIECBAoDOBuIP2627ZzgqoOAQKCth+CuKuSPo8/xj9uyJIi9QqECMD9xrBWVs5t5Yv1j+qXHvWwzD2V9MdpnGEwatxHhHbVB7h01rcU2VpcRr/J2stnS/4rvMk2uUXj2vMce358iC1AqT94UHHIuf/tTaC/uKy/6m7TnUAF6qf4QE3vU//Ylh3oSwlS4AAAQKNC6RH9MSfk/WQ8EpgncDw8Z22n3VmliJAgMAVBO5vXx0pPx7l/A4wPH506XHQheYu7RTqAgJf+4cLFLa6Isa1U9dLq6saAZUScEwuJStdAgRmBHQAz8BsmTw8gUl3QPz+/ftvcumEJj3r24nNFt221o22EFHHHTHx2SsBAgSSwLDjl8hYIEbMjae3+Tl3kXnqwnSbJT0u6pzpcZHUmFNf20+NwmIiUEwgRswVy+DkhLeWb8X6w47fqdIuHT/2Ph7nYnm7P7m/XlH+o0YYTdmePm2Nz+lBdhxAE/41dfxObf8xraY492uz42tlKeWpafvleJ2UxtcduZ5d9+NtOG3b42lnxyh/AvsIxP7Hfue7Z/z277hPMKZ/X3r/TzqAdzZNDXz4L1VsVG6aHu93zlZyBAgQINCBQLoQGRcco1PYSMYOKlYRDhFIv74ag+jjK3VcOjskAJkQIECAQJUCj/fRNnE+db99HBnifCsFPDx+VFmAzUHFUTEl5Mi4mVMCnQnYPs6s0LhGqrPgzFqQ97ECw33OsTnLjQCBawroAN6h3scnKuMO4JRFLBOvkW3cGRGfvRIgQIDAdQWGFyOvq7C25HEB0xeotWK9Lxedv72Xc5/y2X4+HJODfcg+bUoqhwnEyLpeHyH4cvnm92u3SHOmkl46fqQ0e62DGacuJkdbUHfnVCf/c9zlSoAAAQIEDhTQ33Ug9oqsdACvQFpaZNihm96nu9fidWk98wgQIECAAAECBAgQIECAAAECBAgQIECAAAECBAgQILC3wO1///d/0xOPLvuXe9Z2PI5kCig6f+N1+Fu/afk0vfY7HnLlnyp3S9Nq989Zth7/1cvXevl7b3817v/SY5/jEYWttx/xLwss/e5gWvPs0eAtbv/fHqH+qPv0tvz+J0bCzbXD5VGvLdb/sKTz8S+5LJsM06/9/Xz5PyKP7y5z5citP7ee6R8Cm/1ihNwc6NVHLuZ8JtzS7+9+Hlcn1h8eP2ZH9U6s95lVDXUS8dUQyyeMN5cTiHY4V/DG22fu+DlX7Oenp/OVfs5Lovzhl17jfQyiScvkjp+xTqR31Gvt39uOcjjL/6jy1Z5Pzr/W7ad2173iy9XPXvlIp4xA7/VnBPAL7SYaRbyOO4lj+gtJW4UAAQIECBAgQIAAAQIECBAgQIAAAQKXEMh1Xl0CQSEJECBAgEABAR3AL6KmTt4Y8Zte42RF5++LoFYjQIAAgdWjf1H1K/A5QunlIsYIx/5GDeRIttvlcjC/O4E0Uqnx0Ujd1cm3ApUeAVU6/W+F8eFEgbd7HBung3jt+LFz+4mRk6/uk15db5rk+Klby398xHIkUFCgtvP42Iduiyuumya4uJ6a3qfp6Z/rqUnDHwECBAgQ2FdAB/BKz+GJSHqfRv2OR/6uTMpiBAgQ+LxpBAWBngTSI6zjb+2jrGP5K7zmHh92BQNlJFCVQOsdJlVhCqaogLZalPe1G0G2dYSULZDUCRAgUKdAXE8dRqcDeKjhPQECBAgQ2FdAB/AKz+j8jdf4jYr0+23p/fAuthXJWYQAgQsLrNlf5DqJXhulcGF0RS8uMOz4HWc2/kIfx9Lxcj1/Xtqmt2/PcUd+z4LKRmAvgXGHzc4j+PYK87LpTO3PYtq47l5BirSG68a0PdIfprvTex2/6yEzVu/f3H+mNVgnezweLPs3oa1PEIgRrz+jusaUq5f/GrWslM0KTOwvN5YlfQdM3wvju2C8rrk+sjHrzatnjw+bc5AAAQIECBAoJ6ADOGMbJyU9jvhNHdj+CBA4R2D45eecCORKYH+B1NEZX5BTp/D7d/x//9k/rxZTHHaUGyHdYg2KuT8B58L91WmvJRq21f0vzPeqtr5cL/iOO4TXZ2ZJAgQIXFIgXV9N/8ZPU4zpl0RRaAIECBAgUFhAB/AM8PCkJEb8xqLjk5WYPnz973//+/lxzfKfCx/wRsfvAciyIDAjkPYtOn9ncJqZHBdehxcLmwm+aKDR+RuZvDf399/X/P3+H1bJZE2nbxgujRpOaeX/tNO8kSUIECBAoFqBrSNsqy1YJrAYGXvVDuarlz/TPMwmcK7Atu8X6VpI/LUw8jdi9UqAAIFXBdK+bngNeLgffDVN6xF4VkAH8ITYcGNMnbfRgRuvE6s0OWm4A2qyAIImQIAAAQIECBAgQIDASQK+T50EL1sCBAgQ6EYgrsGmY6o/AgQI9CRgv9ZTbbZbltM7gHOjUXOdrlvXn0s/nYD8+fPFM7fcUtWvWScX/1L6W+fFSdbWdLas3/uOsPfy5eq+9vLn4sttI7n1cz5z82ME4Nz8tdNLxbc2/9LLHbf/jDudS5foe/ot1V+MbE2POL79G7nxPf4wvP+9+/F7Sev89D3+bTHGNj0c1RvTxikPlxnP+/45TL9P/fq0POp6z/J95Xncu9rjP27/NGe+XP9za5nehsDW9r91/XJK43ab9nPjaVtyH6e1Lf1wjNfceePqyCdHfub2+atTr3fBGPk5jDCmDU2G74fLZt6/TbWlz76GA32jTHPxvli+z+RKp/+Z0Ytvao/vxWJZ7RoCsb8vVdrdjiMvB5jbF46Po+syinKl13g/XHOt69rlhmkP30/lPZzv/bLAVv/l1PNzr15/W/23rn91/1wLnfMdu80tl0t/nM54+Vy6ufXH6V3tc84v51G7b+7onitfN/NTRQ3/pc7f6MCN12cK+8o6z6RvWQIECBAgQIAAAQIECBA4T2DrxYLzIpczAQIECBA4TiAujsfrcTnLiQABAgQIXFvga4jrhR3iBCReo/M2jd6I92t54rd/n11vbfqWI0CAAIFaBOIeqtfuhK6lFHvGESOBv6WZRnpsHc3yLcF2P8yN+m23RCInQIBASYHSx9ft6cf3x5IKzaQdIzt3O+an86ztddSM39ZAw39rOtYvIxD1s9v2USZMqRLYWyCOk/G6d/rSI0Dg6gKuy129BSh/XuDyHcBxEpI6bHXa5huMJQisFTAiYq2U5doVeP2iZNo+4vjTbvlXRu5C10qoPRZ7vU3ukbs0CLQskB5hH3+TN7PETK8EGhQY/rxAOzcjOaZFU2uz/iJ6rwQI1CxwxP7F9daaW4DYCBAgQKB3gUt3AKeL7+nf79+/v9Xzlo7gLet+C8IHAo0KRMfvpTq4Gq0rYa8VGF+AjDsM167/tVxsH2lKvO+vIzi84of1jOD5agGl3oV5qfSlS6BfgWHHb7+lVLISAi0cv4cX9nc3iBGNeyU8vmEspT+etldejaSzWH97+zdi0kyYT9bPYl2/F7qdGzeaqaHLB5prc5cHAkCAQKUCr1+Pq7RAwiJQXOByHcDDL+rR+Vu60/aVR0kXr3kZECgoEB1bBbOQNIETBbZ3tl3rBontXidWdmNZD619MWqs8oR7skC6EBoX2KNT2EjgkytF9rsJpFuyYpB7XPSP9r5bJnsndPHO3yFnk/U3LID3BAhUK5DOeeJ8J75J7PUtIl1zHf5znajaZiAwAgQIEOhYYK/jehNE0fkbJyDR8Zs6aEv8pXQj7eH7EnlJk0AtArF9xfZWS1ziIFCDQGwX8VpDTGIgQIAAga/OXxYEDhN4coTglrii83dLGqvXTeU6sGyr4zp6wR0N1tVfurRzqcs7R9foPvnZPvZxlMpuAtH5u1uC/xKK77vpNf3T+bu3sPQIEPgu4Dzou4dPBL4ELjMCOE460mt0/H4xlH13rZFeZS2lToAAAQIECBAgQIAAAQIECBAgQIBAvQLp+qs/AgQIECBA4FyBbAdwjGCdCzPXmZpbfy7dmL51/ZROnHREJ3CknWKP9OM15u35GvmnNEvms2fMkdbV79LrvfzKFy19+rV2n9rjm1b9mprbH+aOL18p1flubf2sXa62UrYadzi2Hv/7GUUUZfD6NfKn9fLVHn9u/zWoFG8LCOzZPmLky/ARiAVClmRFAnu2n6eKNTUiNKYVetxxPOZ5+Ijzp2JeWrhQzEtZVj0v6nIYZEwbWg3fD5edeD9Zf5Hmj+X/nRc8kf6PJI6YUHt8exk8Wc6o672yl06bAqWPT8Nrk9Hmvh8fpr5frLdM8Uce8bp+7fJLbvWtsUzl1erJIVd/6qdsXeX8c7nvVz/b9lO5OGudv9V/7fr71VOtkmXiWuv7au5b6yXbAfxqYGevFx0HCSj+pWkx/ez45E+AAAECBAgQIECAAAECBAgQIECAAAECBAgQIECAAIG9Bb6Giuyd8onpRSdvek2dv9HxG9OjQziFGNNODFfWBAgQIECAAAECBAg8LbD1q8zX+jES+OkQnloh5feV51OrWrhDgePaQoz0egpxdqTpU6n0s3DyeMpkv/r9W39P598PvZK8C6j/c5tBx/4vHR/OrQ25EyBAgAABAk8IdDcCODp3x6/RGfyEjUULCaRH7MXfMRfbIjevBAi0LnDNh720XmviJ0CAAAECBH4KOKv5adLTFPXbU20qCwECeYG4Dptf0hIECBAgQIDAUQJddQBHJ+/v378/f3diCJmex51OSPydIzDs+D0nArleRSD9jk36e3y8/Pivu1x/kFQ/wSW06qtIgAQIEDhAIEbUDY/wMW3NkSKWHYYa09asP1xvzftIe82yluleYPyboGlE2XjamQgpnvFfTKspznGMpT5H2demPzbaWr/P5r82Tsu1IaD+z60n/pv9XXvdTCgBAgQIHC4Qv2Wb24en5Yb9bLnlDy+IDL8JTHzL+za/mQ/R0KLzN3UGr3m88/1e4mJPM2ynBBqdcynz1CmsY/iUapApgSYF7D+arDZBEyBAgAABAmOBcYfheL7PbQuo37brT/QECDwtkK7Lxr+nV7YCAQIECDQjEB3FzQR88UCbHwEcJxfp9c+fPz86fec6gf/73/9evOrPK77Rl+fZy5lA6wL2H63XoPgJECBA4Ot3gN2IqjUQaE4gRgYe3sEb9+7bbzTXZvYM+LT2t2chGk6Lf8OVJ/TeBaJDKvUP+CNAoKyA7ays796pN9sBHB270eBS528a/Rs7/Dmo4fz0PtafW950AgQIECBAgAABAgQIECBAgAABAgQIECBAgAABAgQItCLwZ+sjkLeu/wpU6vxNHbfReRuvqUM3F09aN5aJ9V6J4ah1hh3WR+VZKp/bv59rS498jvel8op0W/drPf6oh1dfXy1/tK/a7/t7tXyveh69XuxrX813av3h/qN0/fZeP7l6Obv8ufxzx/Dc+rnynz1f/GVrYGr/8kyOcSPi3Dpb059Ld6/p7bavj5FvXzf2pxFxMRru66gwX75YNiSH68e0PV/H+a1Lez7+detbalmg9+PHcukX5o5HtKaRbuNpC6t3N+ussscIwzHo33gW9ilz643TOftzLs6z3M92ifxb9+ml/nopR7Srla+584/c8TNls2aZleFUt1jOZ6+A5wzH+c8tt1ccraYzdqqlHFevr7Pr5er+z24Hz9ZXbnn+z9bA9+Vzvt+X/vmpuRHAqcHEv7j4Fo1ozcW2Ncv8ZDKFAAECBAgQIECAAIGzBNKXnjjnPysG+RIgQOA8gYXO3/OCkjMBAgT+CsR1WhwECBAgQIBAXQJNdQDHyN/0qGcXgOpqSM9EE6Mzn1nHsgQIEEgC9h/awf4CpUcA7h+xFAlcSWB4t2u8//oesLVDZOv6V6oJZf0VI/OuMjKs93Km+uy9jDVttrH91BTTkbFE+bW5I9XlRYAAAQIECFQg8PN7fAVBXSiEKjuA0yM+4y9d7I87ydJrdP7G6F8jekPKKwECBM4XcCn9/DoQAQECBHoUMAK4x1pdX6b74Pvh27+flVm/tiUJEKhaQKdo1dUjOAI5gbhmm1vOfAIECBAgsFZg3D+4dj3L/RSoqgN4WLHDUONkIl6j83e4TG3v58oScRrFFhJeCRDoQUDHbw+1eJUypBG/47+YpiWPZXwmcLZAOv/X+Xt2LZyX/7Dj9/AoYsTe4RnLsIjAVH3GtBY6ICPWIjgFEl0Tbwvur9KsKf+raVuPQEUC6Twt/obvY5pXAgQIECAQAjESOD5PHTdyfWqxrtf1AlV1AEfY6Yv+71//Lsamc4m32/v/33610PEbZfBKgACBKwqk/XeMzImDthtertgSlJkAAQIECOwnkM4p4nwiOoXjfGO/XKREgMA5AsMb8OKmvHMikSsBAs8LpGu16Z8nND5vZw0CBAgQmBZwfXna5ZWpVXYAR+fv2+/3k//H4++JxO3X193/6aRCZ/Ar1W2dJBCdUul9XEhK7/0RILBdwMXY7YZSIECAAIHvAlN3Bn9fwqfeBao6Z4+RfT2PXuy9QSkfgbME7D/OkpfvAQKu0x6ALAsCBAh0JDAeEZyKFr/2k77/xfvPIv+Y8Dln8c3VrydU1wF8ex/pe3sf8Zsq5vf7HWSffy9W8Of63hAgQIAAAQIECBAgQIAAAQIECBAgQIDALgJXv7C+C6JECBAgQIBAIYGqOoB/v3f+/v1Lnb/vI37jTu+/JxPpUdCDv1oeLTJ1p8LfMDMd1pnZg5K2/XbW54RiDUf+HpV9TeUvUeZc+XJfBHLrl4j5mTRrj++ZskwtW2I/OnxE42i3PRVC0Wmt118u/ta3r62Vn/OZT3/4mMG0VDr3GE+bXzvmRP5RD+PPsdzcayw/N7/26a3Hv9W3xP5za0zD9Wuvn9rjG1qWeH/18j9jGk8WGT4C7Jn1p5bN+scIvamV07Srj/xt1Wdcb6kc42lzdf7E9Fz7ivOG2SQLxDSbV8kZ43JEuxlP/xvD4Mb/kjEdkXaUcy6vyfIPFs7NHyzqLYFnBXL7p2fTi+VTutl9WyzsNSvwaj29ul4EpA5D4rXXnJ/6ec11r7W2+ufi2Fr/ufVz+fc0P/oDh9eXt5Zva/23Xj/VdAAnyM9/6fcj3juA/REgQIAAAQIECBAgQIAAAQIECBAgQIBAXQJ//vx5/+W+x9/f//UI6LrqRjQECBAgQCAJVNEBnE4SUufv79/v437fX+MvTa99hEXE6pUAAQIE/K52DW0gfQFP/4bH0xriqjeG50f/prKEb9xJOPe53nKLjAABAu0IfIwEjlGCr+232yltpZHmRjZWGvZsWEePtAy/GNYwG1gfM8bno7ejvY9mjPo9Ol/5HSMQ9dt7O35SM13DTX/xfejJ1S1OgAABAgRmBS5yyjxb/j1nnNYBPLwzLF00jc7f4fQ9CyotAgQIECBwBQFfwK9Qy8pIgAABAgQqEtApUlFl1BHKuAO4jqhOisL2cRK8bEsKjG9+LZmXtAkQIECAAIHXBU7pAI5O3vSavhgMTxxixG8s83rRtq85dRE9Yt2eet8pxO/tzv3W8Rl3cUSeEVvfNaB0BAhcVcBx6qo1r9wECBDoTSBG/PZWrkbKEyPelsLVsTWvs8ZvsHb6neulv/g97KVlapqXzke7PiddU7+2j5qa5HOxrKnf51Lsdump66bdFrZQwXLPNXE2VAhesgQIELiIwOEdwKljN74MpNcaOnpzdT3spM4taz4BAgQIECBAgAABAgQIELiOwPDytUvV16l3JV0nYPtY52SpVgS6vrmjlUoYxakjfgTiIwECBAh8ChzaATzu/I2O4M9oKnuT4tP5W1ml7BBOjATeISlJECBAoDqB+ELuS2DZqgnfsXd8Lpu71AkQIHBlgehgHHaqXNnjxbKnEW5GKL6It2G1GFnYub3zoQ1txKr1Clxk+12qgNi243VpWfPKC8R3Uteuy1vLgQABAq0KHNYBnE4O4l90BLeKJm4CBAgQIECAAAECBAgQIECAAAECBAhcSSCu7V6pzDWXNXX+6gCuuYbERoAAgXMFbv/v//2/uZ9p/RvZHnd1RYfv79+/J38HJu5YGlKszXdq3WE63i8L8Lu2T+v133r8y61v+9z4TfXtKdWZQuv133r8uVbRe/l6L3/v9Wf/mGvBZef33r56L1/Z1rE9df4zhjFybWr2mtGosf6aZafyWDktV39rrxOszG73xR6ZH/O9ZX7Mt3T5S6e/FbT2+GbLd9D2MZu/GQQOEBh2/A7f75V1Cz8RuFdZW0yn9uNvi6Y1xax+a6qN52NRf8+b9bRGrv7j+VnFyjzV+ZumObAXI5cwAQIECBAgQIAAAQIECBAgQIAAAQIEdhGIC8zxukuiEiFAgAABAgSKChR7BHQ6IYhO3jg5SHdzpvdp1EXMK1o6iRMgQIAAAQIECBAg0IhA3Jvqt10bqTBhNi2QtrcntrXCI3+bphQ8AduHNrBF4OgR5Cm/J9psuo4b13XHr1uKbV0CBAgQIECgvMDuHcDDjt04SYgThPLFkQMBAgTOFRheRovL2OdGJHcCBAgQIECAAAECY4HhWet4ns+7CnzraLntmrTECBAgcKSA67tHasuLAAEC/Qo8BqfEt8UfqJ022Lr+dKp9Tt21Azg6f+OEIDqA+6RTqjMFhhv5VByv7Dim0jGNwFoBl9DWSlmOwDaBzE/r/cr8tN62zK1NICPg/CQD9GO2W6V+kJhAoJTAt07I90yeHAFWKqyu0x2bd11YhSNAYLVAjPhdvcLGBafyi2lP7KfSNd+l67zpaY/++hWI32iPa/79llTJCBAoKZC7ZpLLe+v6ufR7nL9bB/DwRCA6gnsEUyYCBAgsCaTOqeiAiq8/Lm8viZlHgAABAgQIECBwuMATF/0Pj627DONbQSrY7+5Kp0AECPQtoMOv7/pVOgIECJwhMLx+Hp26zwzo27r+GWU+K89dOoCjw3d8J5iThLOqVb4ECJwlEJ2/Z+UvXwIECBAg0L5A3Do17DRpv1RKQIAAAQIECHQgUOoJCi+Myi2tma7rppGf6bqvEaCltdtIXztoo55ESaB2ga3Xz7euX7vPnvFt7gCeGvm7puPXo0H2rEZpESBAgAABAgQIECBAgAABAgQIECBAYD+BuMYbr/ulLCUCBAgQIECgtMCfLQfwqZG/4/TizqBxQdJyc/PSskvzxmm1/Ln1cm6Nf9xexnU5m37mx8Ezs8fZnPZ5tnynRbRvxr2Xb6g1HKsU74fzX3nf+40yvbeP3sv3SpveY52j7vLrvf56L99Z+89nHlm0tD20Xj/r4zfCd6kdXHXe+vZzVaGy5c75v/z97V/YufVz83Olz8WfWz+Xfzb9yQPB17eD3Pqb888VMDM/F19m9dNntx7/1vrPrX96BVUewGz7+Tcy95vvltG6Rz+Cf5zfkyOYk0sqe7yWOs/emm5co668mXUT3uz2clIJv22fJ8XQcral61P9lG0dpetvLvr0GOalv8nrd/86bYaPcP5M4/1Yk/uLU+302Oh4n1un1vnx6Ou5+NaWL1f/L48AfnXkbxQoF1gs55UAAQIECBAgQIAAAQIECBAgQIAAAQIEjhWIjpt4PTZ3uREgQIAAAQJbBL5uRX0ilWHnb6zmRCAkvBIgcGWBl3aqVwZTdgIECBAgQIAAAQIECBAgUItAjO6djaeyb/0p3mzMg8KMRwQPZo3fpmu9rveOVXwmQIAAga0Ck6ODn0h07ejYJ5LsdtGnRwDHwT+9xuM1nAzs2z6Gw7815n1tpUaAAAECBAgQIECAAAECBAgQIEDgNYH+f8IirvOOX1/zshYBAgQIECBwlsBTHcAx8vf379+f8cbJwOcEb14WGHb8vpyIFXcReOkZ9rvkLBECBAgQIECAAAECBJ4VcP7+rJjlCRAgQOCvQIyeff+t28+/mJZGy8aI2fhtwjQvpn2ucOCbiK1wlul6r2u+hZElT4AAgYYFto7ibbjof0PP9eXlBnbm5u/lk+0AjlG+KcN04E+dv04A9uKfTmf4I9jRkI5qENMRmUqAAAECBAgQIECAAAECBAgQIEDg4gJndv5enF7xCRAgQIAAgecEFn+4Ijp/466v6Ph9DO+Key4/S68QuPrdEyuILEKAAAECBAgQIECAAAECBAgQIECAQBJII4MPGh0MnAABAgQIEGhDYHYEcDzuOTp/U3GiA7iNoomSAAECBAgQIECAAAECBAgQIECAAAEC7QqkgThHX5M9Or92a0fkBAgQIECgXoHJDuDo/E2vcycZvYwCrqkc8Zjn9NjneH920yntUzr9nN9c/uGfO+GdWz+Xb25+Lb9hVqp8ufLXMv9+f/+9H3+zAr23j97LN1ux/2b0Xn7ly7WAuue3vn/uvf3V3XrKR3fW+WP5kn3kcFb7reX8+CjnV/MpXT9b09+6/qsua9c7O76z81/rdNZyZ/uU3r/nylc6/7PqNfLNlS+We/Y1e/z4Fd/7//0G8Nm/8Tsq4I92ccAjqOO68CiUqj9u/X6QyuyvXYEf28nORSm1f9o5zGqTK10/uYKrv5xQHfPPaievto/oP6pDbz6KH0e3OMhHwR0A5/HMIUCAAAECBAgQIECAAAECBAgQIECAQAmBuCAeryXyGKYZ14WH07wnQIAAAQIE2hT4NgI4DvLR+dtmkdqPupW7B9qXVgICBAgQIECAAAECBAgQOF0gfrfygJFtp5S19/KdgipTAoUEKtsPxTXaeC1U6r/JpjyOyKdkGaRNgAABAgTWCcTY2H9PAFm3UnNLfXYADzt/Heybq0cBEyBAgAABAgQIECBAgAABAgQIECBA4GUB14RfprMigacEho+nf+u7/+kpFwsTILCvwN8O4GHn777JS40AgVcEHPhfUbMOAQIECBAgQIBArwLOjzur2RgR21mxPovTe/k+C+oNgfoFWj9+HNkhe2Re9bccERIoIzDs+C2Tg1QJEJgWiBG/03N7nfpn2PnrQN9rNSsXAQIECBAgQIAAAQIECBAgQIAAAQIEpgXSNWJ/BAgcI5AG/d7+ZRWdwq3fsHKMnFwIEHhG4C11+ur4fYbMsgQIECBAgAABAgQIECDQtIARmnVWX6qXnuum9/LV2apERYDACgGdvyuQLEJgR4Ho/N0xSUkRIPCSQLr5qd8boP6OAH7JxUoECBAgQIAAAQIECBAgQIAAAQIECBAg0LSAwUFNV5/gCRAgQIDApMCfrQf4x8OvlE/KrpzIbyXUzGKl/UqnP1Os3Sa3Hv9WiPv9vjWJpte/ev33Xv7ey7d142vdp/X4c/V39f1zzsf8ugV63z5z+rnvj9X6TI0qjWm3/s8Zo4S3t+nxJvHIweL1F+ZzDa31uui9fHP1dpHpxbePjOPZ+WfC2zy79vJtjW/r8TO3/pYKKJn2lriOXLf27ydGaB/ZGn7mtXX7H6Z4+9eVks7NYsyhbXAotP/7rfWnfvavk3NSjG9E33M/u3sz175y7Te3fuxnvpfaJwIECBAgQIAAAQIECBAgQIAAAQIECBDoXiB3Abl7AAUkQIAAAQIdCugA7rBSFYkAAQIECBAgQIAAAQIElgR8FV7SMY/ArgJpZHRudPSuGUqMAIFnBHT+PqNlWQL7CDgT3cdRKgQILAv8WZ5tLoH+BO6Dp57Fo876K6USESBAgAABAgQIECAwLzD9CLD55c0hQIAAAQL9CaRHC3u8cH/1qkQECBAgQCAJ6ADWDi4jMOz4vUyhFZQAAQIECBDoRuAxuIltqlDxe1JT83qYdvXy91CHp5Zh/NuyaTTieNqpAZbNPEaZ9L6fKKso9TmBn7dTRIv7WOP7p7lUTCdA4GiBNPLX6N+j1eVHgEArAtGX8L6rnPwzsGySxcTKBJyHV1Yhwikv8BhkkXbksTMfTPaWAAECBAgQIECAAIGeBS7U+dtzNSobAQIECBAgQIAAAQIECEwLGAE87WIqAQIECBAgQIAAAQIECAwEHo/hrZQfM4wcGgB5S6AVgbNGwMfvALsBo5WWIs4eBc7a/nu0VCYCBAgQIFC5gBHAlVeQ8AgQIECAAAECBAgQIFCTwFRHcE3xiYUAAQIECBBYFvD452UfcwkQIECAQA8Cf3r/8t57+c5uhLX6Lj3WOT22v5Zn9Nfqt1e7ut9//hrUXmlfIZ3e20fv5dvaRq/u03v5ey9f7/v/s+rvqN/uzJXvrBGfe5U/V77c/jtX/q3p5/IvPX9N/EODNcuXjvlK6W/13rr+ZutOR35+fuup9TfiYuTtsAJj2g518nNkwafIR44zLsNwvCfQu0Bu/zs8tk5Z5NafWufvtH/b+jD92+33v8U/nuyxJu3h+rN5mVFM4OzvV29vP/f0xQp7wYTXbIM1s/S6f/jsP5h4ClKqj5/PRqq5luZj67X+5ktc15yt239ufY+Arqu+RUOAAAECBAgQIECAAAECBAgQIECAAIFiAumC//v//REgQIAAAQIdC7h9p+PKVTQCBAgQIECAAAECBAgQIECgtEC6tNLS5ZWWYi1dd9IncDWBj+0/jRjKjRq6mozyEiBAgACB3gSMAO6tRpWHAAECBAgQIECAAAECBAgQqETg/XHIBUfZDR+2vL5bd7jWMtNwyfXpL6dpLgECZwqkrTqN/jUC+MxakDcBAgQIEDhCQAfwEcryOFzg8xn9h+csQwIECBAgQIAAAQIECFxLYNhJOFXy2jsOn44/fj/3X2Eny7fDb+tOWca0XMyx3N/XcSwp/vG0byv8+vVU+qN1fSRAoCKB2Nbjec/v2//t9vh8/HP89qPRwBXVmVAIECBAgMBOApPfU3ZKWzIECBAgQIAAAQIECBAgQIAAgQsLpK7U+Lc/w30wunh1LtEhtCKcl9Jfka5FCBA4XuDvqN/3ERPR6Ruvx0ciRwIECBAgQOAIASOAj1CWBwECBAgQIECAAAECBAgQINCpQNxbPzVuNuaVKXoTT7+KEdNPdDyX0ZIqAQJ/O4FjNDAOAgQIECBAoGuBst9EuqZTOAIECBAgQIAAAQIECBAgQIAAAQIECBAgQIAAAQIECNQlUHwEsN+QKFvhfPmWFVhO/X6fusN9eZ2W5tq+ttVW7369ly9X+1cv/9V97P9zLaDv+Vff/nsvf+5xkL2X/+ytt1Xf1u8sXx1/jGT90VAmvhfFsoVGvUbMKed4/yOslRMmov9cM40wfjr9KPtnKt4QIJATqH3/vza+ufOI3Ppz6+XczD9GoPT3v7e3p480xxRcLqsEctt3LpGt238u/63p5+JvfX7Or3T5StfP1vKVjq+0r71raWHpEyBAgAABAgQIECBAgAABAgQIECBA4GSB1i9kn8wnewIECBAg0JSADuCmqkuwBAgQIECAAAECBAgQIECAQDMCaTRs/Nsr6MEI25cu6gzW3yukVens7bAqUwsRIBACaZSlDuDQ8EqAAAECBPoXKP4I6P4Jr1fC++2rzOlxUP4IECBAgAABAgQIECBAgACBCYFCj4CeyKn+SSzqryMRdiug87fbqlUwAgQIECAwK6ADeJbGjLHAsON3PM9nAgQIECBAgAABAgQIECBA4J/Anp2dUyN2Y9qafGLZYeXEtPf1XxpFPExr/H4cU+Q1Xs5nAgQOEUijfo38PYRaJgQIECBAoCoBHcBVVUcbwaRBvzEIODqFjQRuo+5ESYAAAQIECBAgQIAAAQJHCtwHme3e1TpIu+K34w7hikMVGgECBAgQIECAAIFeBHQA91KTB5YjOn8PzFJWBAg0IPB4PH6lf+4sbqCyhEiAAAECBAgQINCwQOpIHnYsV1aUNOJXp29llSIcAgQIECBAgACBqwlc9PbTq1Wz8hIgQKC8QOr89UeAAAECBAgQIECAAAECBAjUIRCPf/Z9vY76EAUBAgQIEDhS4I8TgGVuPl8+8Zjn9NjneP8197V3fJfd7veK7+peDv2QudrPMvPRPq2N/D3aZ7m26pt7dZ+rl7++FrlvRFev36uXf9/WJDUCBC4l8NKo1h3uu498P39Ld/A98XPae03EcuNKGU/fe4TuMIbIO6aN8475XgkQKC4Q39Hj9YhzwFfzeHW9tYhhsHZ5yx0rUPv1z7e3HY7lx5I2lVvp7X9r+vYfZZvT1vopG92vv0+7XMqj9vbhEdBLtWceAQIECBAgQIAAAQIECBAgQIAAAQIEGhRIHVe1X5xukFXIBAgQIECgCQEdwE1UU11B7jX6t65SiYYAAQIECBAgQIAAAQIECFQoEKNp9wqt+KjcNFJqMEp5r7jn0gmf4uWaC8B0AnUK6Pits15ERYAAAQIEjhLQAXyUtHwIECBAgAABAgQIECBAgAABAnsKVNnpeWDn756W0iLQkcCw8ze9r/0Rmx3RKwoBAgQIEKhGQAdwNVUhEAIECBAgQIAAAQIECBAgQODyAjGidQmipo7fcSwp/vG0pbI8O2+Nz7NpWp5ARwLR+Ztedf52VLGKQoAAAQIEnhTwC+ZPglmcAIFzBdy1eq6/3AkQIECAAAECBAgQqEkgjbaNf5XEVbLzt5IiCoNA7QJ++7f2GhIfAQIECBAoL2AEcHljORAgsIPAsON3+H6HpCVBgAABAgQIECBAgACBigXi3v25RyvH/IqL8Exor44gjpHBOqCf0bZshwIxAjgVLd67jtJhRSsSAQIECJwuMD6+xnH39MD+BdDZt4RaWMVBgEApgfFOtVQ+0iVAgAABAgQIECBAgAABAgQIECBAgAABAgQItChw+ghgnTnbmg2/bX65te/3uTusc2uav0bglfZb2100a8o5t8wr5Z9L64rTr+539fLn2vzVfRy/ci2k7/m9t//ey7e1dfLZKlh2ffVT1rf51GME67ggf0e0zn037eC+/qlyx7Sp0bxT08ZmPhO4sEA61sS1E8edj4ZQ2iG8L9zsui566e/X6ZHt/uoVKL3/KF1y+6fSwt/TP7q95OrX3uV7/fhEgAABAgQIECBAgAABAgQIEKhIYK7zt6IQhUKAQFUC6QL00RehqwIQDAECBAgQIPBLB7BGQIAAAQIECBAgQIAAAQIECBBoVSCNlo0Rsy2UIRurS1UtVKMY6xVIo4FyI4LqjV5kBAgQIECAwF4Cpz8Ceq+CSIcAAQIE8gKP29cyt8fXe+8IECBAgAABAgQIEGhUoLtHIhvx3GhLFHYFAulRsjp/K6gIIRAgQIAAgQoEdABXUAlCIECAQGmBYcdv6bykT4AAAQIECBAgQIDAjgJTI2Y/O31TZ2nlI2an4o9pqRyfZflnluaNp+3IKSkCPQvo/O25dpWNAAECBAg8J1D5t4TnCmNpAgQIEFgWuA9GAKdOYR3Dy17mEiBAgAABAgQIEKhfIHUCdzRqVudv/U1OhAQIECBAgAABAtUL6ACuvooESIAAgf0E3jz2eT9MKREgQIAAAQIECBDoUSBG5/ZYNmUicLaA7evsGpA/AQIECBC4jIAO4MtUtYISIECAAAECBAgQIECAAAECBAgQIECAAAECBAgQINC7wJ/H49rDwa5e/tIN/H7v6DFUpbFOSP/q7f9K5b/929WnRz7H+61N7kp+r1jxeUXtax1+XxZT73o/vqr/qVr/msbny8I7AnsL2L72FpXeUwIvPfp4h/v6p0YkxrSXYhqVepxGSns8bbSKjwS6EYhtaVigmLbzdvD2tsP+YBin96sFSp8/+G3n1VXR5IK1f7+3b2myWX0GXXr/9JnRzJvc/mtrfLn0Z8LqZnLOz5lBN1WtIAQIECBAgAABAgQIECBAgAABAgQIXE0gddBc/SL41epceQkQIECAQE5AB3BOyHwCBAh0JLDX6N+OSBSFAAECBAgQIECAAIFvAoUvFe086vFb6D4QqF6gzPal87f6ihcgAQIECBA4XKDMWcfhxZAhAQIECBAgQIAAAQIECBAgQIDAdgE/5bTdUAoE5gRsX3MyphMgQIAAAQL7CvzZNzmpESBAgAABAgQIECBAgAABAgQINCMwHpHrN3qbqTqBNiBg+2qgkoRIgAABAgT6FNAB3Ge9KhUBAgQIECBAgAABAgQIECBA4HmBcYfV8ylYgwCBOYGdty+Pfp6DNp0AAQIECBDwCGhtgAABAgQIECBAgAABAgQIECBAgAABAg0JROdvvDYUulAJECBAgACBAwR0AB+ALAsCBAgQIECAAAECBAgQIECAAAECBAjsKZA6f3UA7ykqLQIECBAg0I9A8UdAPx6PfrQaLMn9fm8w6n5C1v6X65LPss/WuXy3Ci6vf3Xfq5d/uXX8+uX4uyx09fZz9fIvt45fv/jkhMxfEsi1HxfJl/TMq1Ug960+7uzPnX+8vcWSr5W0VPpRvscj3n2P7/bvstLW+L+netyn6VJ95b+tVr7S8e6aAnHcmzu+5eaHWiwXn8evc+mPl/O5jECufsrkelyq2tdx1q/klDv+v5LmnutsPT/IlW9r+nuWtcW0Su+/Sqe/1fzs/ZvzzK01aH0CBAgQIECAAAECBAgQIECAAAECBAgcLJAuLJ99cfngIsuOAAECBAgQWClQfATwyjgsRoAAAQIECBAgQIAAAQIECBAg8KzAI+7tz401fTZhyxMgQIAAAQIECBAg0KpAfEtoNX5xEyBAgAABAgQIECBAgAABAgQIECBA4DICMfI3Xi9TcAUlQIAAAQIEVgsYAbyayoIECBAgQIAAAQIECBAgQIBAbwK5cbNn3zn/I//PEb911MTj9hHHnOOP+Edhx/z7v9/6Hc1u/mOUr/mCKEA1Ah75XE1VCIQAAQIECFQt4Dy06uoRHAECBAgQIECAAAECBAgQIECAAAECBL4EYuSvzuAvE+8IECBAgACB7wJGAH/38IkAAQIECBAgQIAAAQIECBAg0KDA738x/7fB2IVMgMAzAo9Hp0Pmn0GwLAECBAgQILAoYATwIo+ZBAgQIECAAAECBAgQIECAAAECBAgQqEcgRgDXE5FICBAgQIAAgdoE/pS6Y2zut18CoJee5/s9V9IosdczBEq17zPKckae/Lap89vml1ub77IQn2Wf3FzH92Uh7YvPssDy3Ku3n6uXf7l15Odu9du6fj7COpfIfWvt5fv5q/q1lD93/vF2yz3EbXnkby79V/1uMRDxMd3Spqc+n1up+J+P5LU13tnTVAwAACemSURBVN6WW1qufLn1X4tq/Vq1x7e+JH0tGY+Azh3fcvNzKlvXjzhz+Zh/TYGt7Sunpv3lhNqenzs+bS1d6fTPPr5v9bH+skDp/dty7r9+LZ995tY2nwABAgQIECBAgAABAgQIECBAgAABAgSKC8TI33gtnqEMCBAgQIAAgWYFdAA3W3UCJ0CAAAECBAgQIECAAAECBAgQIEDgCgJGMV6hlpWRAAECBAjsJ5B7ftB+OUmJAAECBLIC99vXIm/xKLWvSd4RIECAAAECBAgQIECAAAECFxWIkb86gy/aABSbAAECBAg8IVCsA9jQ4idqwaIECFxeYNjxe3kMAAQIECBAgAABArsK+H6+K6fECBAgcJrA+LcEdQSfVhUyJkCAAAEC1Qv4Hlh9FQmQAIErCTwGI4BTp7CO4SvVvrISIECAAAECBAgQIECAAAECBAgQIECAAIHtAjqAtxtKgQABArsJ3Dz2eTdLCREgQIAAAQIECBAgQIAAAQIECBAgQIAAgSsKFHsE9BUxlZkAAQIECBAgQIAAAQIECBAgQIAAAQJ7CsRv/+6ZprQIECBAgACBvgWKdwDf7/e+BS9euvFvj1yc4+ni83uabNcVavJ/+zfyNz3yOd7vWtgCidXkV6B4pyd5dd/c+cPb2/JDTHLrn17BJwdw9faV4+eTE1qef3W/q5d/uXXk5/LLG/W8RO74Xfr4n0t/q32ufLn074//L7eI+RULbK7/yq+vbS3f2VV39va/lP/4d36Hn1s5brYS51w7HJrPLWN6vQKtt7+tstrvVsGy61/9+Jkr/9LxsWzN9JF68Q7gPpiUggABAgQIECBAgAABAgQIECBAgAABAscLpA4cnTjHu8uRAAECBAi0LLA8fKblkomdAAECDQq0Mvq3QVohEyBAgAABAgQIECBAgAABAgQIECBAgACBSwjoAL5ENSskAQIECBAgQIAAAQIECBAgQIAAAQIECBAgQIAAAQJXENABfIVaVkYCBAgQIECAAAECBAgQIECAAAECBAgQIECAAAECBC4hoAP4EtWskAQIECBAgAABAgQIECBAgAABAgQItCTgt39bqi2xEiBAgACBugR0ANdVH6IhQIAAAQIECBAgQIAAAQIECBAgQODiAqnzN/6G72OaVwIECBAgQIDAkoAO4CUd8wgQIECAAAECBAgQIECAAAECBAgQIHCCgBHAJ6DLkgABAgQIdCLw536/d1KUMsV4PB6LCefuwMutv5i4mZsF+G8mLJqA+inK+4sv37ICy6mXPr8onf5y6crPtf0uG/NZ9ik9l39p4Wun3+r3q9y36qvceZ07Pr+9LUvk5ufS37r1lE5/a3zWJ0CgnMDZ2/84/9z+sJyElKcEzj7/zZ0fTcVsGoEQ0H5DwmsJgfHxa+88Sqefi7f14/Hyt69c6c0nQIAAAQIECBAgQIAAAQIECBAgQIAAAQIECBAgQIAAgWoEdABXUxUCIUCAAAECBAgQIECAAAECBAgQIECAAAECBAgQIECAwDYBHcDb/KxNgAABAgQIECBAgAABAgQIECBAgAABAgQIECBAgACBagT+VBOJQAgQIECAAAECBAgQIECAQIMC7qxusNKETIAAgYoExr8xmH7zdfjv7N/wrIhKKAQIECBAgMBKAd9TV0JZjAABAgQIECBAgAABAgQIECBAgAABAgQIECBAgAABArUL6ACuvYbER4AAAQIECBAgQIAAAQIECBAgQIAAAQIECBAgQIAAgZUCOoBXQlmMAAECBAgQIECAAAECBAgQIECAAAECBAgQIECAAAECtQs0/xvAZ/8Gxtn5n93Arl7+s/1z+aufnNC2+Xy3+W1dm/82wfv9vi0Bay8KaJ+LPNmZ/LJEiwvwW+TZPJPvMiGfZZ/W5249f9i6fut+4idAgMCcQNo/xu8Ax2//xrKOrSFx3dfSbSC1uaW/rfnn0l/K27z2Bba2n9ICufaZiz+3fun4pV9WoPXvL0YAl20fUidAgAABAgQIECBAgAABAgQIECBAgAABAgQIECBAgMBhAjqAD6OWEQECBAgQIECAAAECBAgQIECAAAECBAgQIECAAAECBMoK6AAu6yt1AgQIECBAgAABAgQIECBAgAABAgQIECBAgAABAgQIHCagA/gwahkRIECAAAECBAgQIECAAAECBAgQIECAAAECBAgQIECgrIAO4LK+UidAgAABAgQIECBAgAABAgQIECBAgAABAgQIECBAgMBhAjqAD6OWEQECBAgQIECAAAECBAgQIECAAAECBAgQIECAAAECBMoK/CmbvNQJECBAgAABAgQIECBAgAABAgQIECBAYEngdrv9nR2vS8uaR4AAAQIECBDICfx5PB65Zcw/UUD9nIi/Q9bqbwfEhST4LuAcMIv/AcgLWdzv94W5Zm0V0L63CfLb5pdbm29OaNv8q/tevfzbWk/7azu/aL8OlYAAgfYE3t7mH9AYx2Wdwu3Va0sRRzsrFXPp9LfGbfvaKtj2+lvb59b1a9ezfdReQ8vxzZ9hLK9nLgECBAgQIECAAAECBAgQIECAAAECBAjsIJAusse/HZKTBAECBAgQIHBxAR3AF28Aik+AAAECBAgQIECAAAECBAgQIECAAAECBAgQIECAQD8COoD7qUslIUCAAAECBAgQIECAAAECBAgQIECAAAECBAgQIEDg4gI6gC/eABSfAAECBAgQIECAAAECBAgQIECAAAECBAgQIECAAIF+BHQA91OXSkKAAAECBAgQIECAAAECBAgQIECAAAECBAgQIECAwMUFdABfvAEoPgECBAgQIECAAAECBAgQIECAAAECBAgQIECAAAEC/QjoAO6nLpWEAAECBAgQIECAAAECBAgQIECAAIHGBG63W2MRC5cAAQIECBCoXeDP2QE+Ho+zQ5D/iQLq/0T8HbJWfzsgLiTBdwGngVn3+72BKPsN0fazXLd8ln1Kz+W/TTjnl7uAmlt/W3TWJlC3gPOTuutHdAQIXFNgfO4yda4yNa0lrXEZ944951M6/73LI71jBXLt59hojs/N9nG8eUs59r599N7+T+8Abqmxi5UAAQIECBAgQIAAAQIECBAgQIAAAQJbBdJF57jwHK9b07Q+AQIECBAgQCAEPAI6JLwSIECAAAECBAgQIECAAAECBAgQIEDgAAGdvgcgy4IAAQIECFxYQAfwhStf0QkQIECAAAECBAgQIECAAAECBAgQOEdgOAr4nAjkSoAAAQIECPQqoAO415pVLgIECBAgQIAAAQIECBAgQIAAAQIECBAgQIAAAQIELiegA/hyVa7ABAgQIECAAAECBAgQIECAAAECBAjUIOBR0DXUghgIECBAgEB/AjqA+6tTJSJAgAABAgQIECBAgAABAgQIECBAoHKBx+PxK/3zR4AAAQIECBDYW0AH8N6i0iNAgAABAgQIECBAgAABAgQIECBAgMCMwNvbxyXZNPpXB/AMkskECBAgQIDAJoE/TjI2+RVfWf0UJz41A/Vblp9vWd+zU7/f72eHIP8FAdvfAs4Os/jugLghCf4b8FasutV36/orQmx6ET5lq8/5SVlfqRMgQKB1gej4TeWIRz/Ha81ly8WYO7/IzS9d9tL553xKl0/6BLYIlN4+tsSW1s1tX7n4c+tvjc/6bQvk2k/tpcu1byOAa69B8REgQIAAAQIECBAgQIAAAQIECBAg0I1AXLCN124KpiAECBAgQIBANQI6gKupCoEQIECAAAECBAgQIECAAAECBAgQIECAAAECBAgQIEBgm4AO4G1+1iZAgAABAgQIECBAgAABAgQIECBAgAABAgQIECBAgEA1AjqAq6kKgRAgQIAAAQIECBAgQIAAAQIECBAgQIAAAQIECBAgQGCbgA7gbX7WJkCAAAECBAgQIECAAAECBAgQIECAAAECBAgQIECAQDUCOoCrqQqBECBAgAABAgQIECBAgAABAgQIECBAgAABAgQIECBAYJuADuBtftYmQIAAAQIECBAgQIAAAQIECBAgQIAAAQIECBAgQIBANQJ/qolkJpDH4zEzx+QrCKj/tmtZ/dVdf/f7ve4ARbdJwPa3iW/zyvy3Eeb8brfbYga59RdXNjMrwDdLdOoC6qcsv/Onsr5SJ0CAQM8Cb28f43DSuWzufLY2B+cXyzVyts/W9pSLf2v6y3rmElgWyLXP5bV//dq6fi79s+fbPs+ugXPzz7VvI4DPrR+5EyBAgAABAgQIECBAgAABAgQIECBAgAABAgQIECBAYDcBHcC7UUqIAAECBAgQIECAAAECBAgQIECAAAECBAgQIECAAAEC5wroAD7XX+4ECBAgQIAAAQIECBAgQIAAAQIECBAgQIAAAQIECBDYTUAH8G6UEiJAgAABAgQIECBAgAABAgQIECBAgAABAgQIECBAgMC5AjqAz/WXOwECBAgQIECAAAECBAgQIECAAAECBAgQIECAAAECBHYT0AG8G6WECBAgQIAAAQIECBAgQIAAAQIECBAgQIAAAQIECBAgcK7An3OzlzsBAgQIECBAgAABAgQIECBAgAABAgT6FXh7e/t1u936LaCSESBAgAABAtUJ/Hk8HtUF1VNAOd/cyV9u/Z6slOWngPr/aXLklPv9vphd+gK39Jdbf2ld89oXsP3WXYfq59z62eq/df1zS39+7vzOrQP+5/rnzs9y53fnRi93AgQIEGhRYHxsyV0LbLGMYj5XoPT5Zen0S+vZ5koLS/9Mgda3z9J2V9/+jQAu3cKkT4AAAQIECBAgQIAAAQIECBAgQIDAZQXSBeirX4S+bOUrOAECBAgQOElgefjaSUHJlgABAgQIECBAgAABAgQIECBAgAABAgQIECBAgAABAgSeF9AB/LyZNQgQIECAAAECBAgQIECAAAECBAgQIECAAAECBAgQIFClgA7gKqtFUAQIECBAgAABAgQIECBAgAABAgQIECBAgAABAgQIEHheQAfw82bWIECAAAECBAgQIECAAAECBAgQIECAAAECBAgQIECAQJUCOoCrrBZBESBAgAABAgQIECBAgAABAgQIECBAgAABAgQIECBA4HkBHcDPm1mDAAECBAgQIECAAAECBAgQIECAAAECBAgQIECAAAECVQr8eTweVQZ2laCu7n/18l+lnZcq5/1+L5X0qnTPzn9VkB0vZP9Rd+Wqn7rrZ2t06nerYNn11Q/fsgJ9p+78ru/6VToCBAicIXC73X6lf/4IEDhH4Orfj7buf3J+W9M/p1XI9SoCufbbukNu+zMCuPUaFj8BAgQIECBAgAABAgQIECBAgAABAtUJ/P79W+dvdbUiIAIECBAgcA0BHcDXqGelJECAAAECBAgQIECAAAECBAgQIEDgQIHcyJwDQ5EVAQIECBAgcDEBHcAXq3DFJUCAAAECBAgQIECAAAECBAgQIECAAAECBAgQIECgXwEdwP3WrZIRIECAAAECBAgQIECAAAECBAgQIECAAAECBAgQIHAxAR3AF6twxSVAgAABAgQIECBAgAABAgQIECBAgAABAgQIECBAoF8BHcD91q2SESBAgAABAgQIECBAgAABAgQIECBAgAABAgQIECBwMQEdwBercMUlQIAAAQIECBAgQIAAAQIECBAgQKCswNuby65lhaVOgAABAgQILAn8WZpp3naBx+OxPREpXFbgfr9ftuwKXl7A/qm8cckc1F9J3fPTVr/n18GWCNTfFr3y66qf8sYlc3B+XFJX2mcL5PZPt9ttU4i59Dcl/r5yLr7S+W+Nv/T6OZ/S+dfun/PJxZ9bP+e7Z/rDjt9curm4zF8nkKv/XD3k1l8XhaUI1CmQa/9boy6d/tb4tq5v/7BV0PolBXLbn1vRSupLmwABAgQIECBAgAABAgQIECBAgACBywnoNLhclSswAQIECBCoSkAHcFXVIRgCBAgQIECAAAECBAgQIECAAAECBAgQIECAAAECBAi8LqAD+HU7axIgQIAAAQIECBAgQIAAAQIECBAgQIAAAQIECBAgQKAqAR3AVVWHYAgQIECAAAECBAgQIECAAAECBAgQIECAAAECBAgQIPC6gA7g1+2sSYAAAQIECBAgQIAAAQIECBAgQIAAAQIECBAgQIAAgaoEdABXVR2CIUCAAAECBAgQIECAAAECBAgQIECAAAECBAgQIECAwOsCOoBft7MmAQIECBAgQIAAAQIECBAgQIAAAQIECBAgQIAAAQIEqhL483g8qgpIMNcSuN/v1yqw0nYlYP/ZdnWqv7br7+zotZ+za6Bs/uq3rG8udf45obbnO/9vu/5EvyyQ23/dbrflBDJzc+lnVi8+u/b4igNszODqflvLv3X9XPWtSX+4jQ/f59I2f7vAmvpZymXr+ktpX2Ge9n6FWr5uGe0fttW9/cM2v61rGwG8VdD6BAgQIECAAAECBAgQIECAAAECBAgQIECAAAECBAgQqERAB3AlFSEMAgQIECBAgAABAgQIECBAgAABAgQIECBAgAABAgQIbBXQAbxV0PoECBAgQIAAAQIECBAgQIAAAQIECBAgQIAAAQIECBCoROBPJXEIgwABAgQIECBAgAABAgReFLhn1nPnbwbIbAIECBAgQIAAAQIECBAg0JGA6wAdVaaiECBAgAABAgQIECBAgAABAgQIECBAgAABAgQIECBwbQEdwNeuf6UnQIAAAQIECBAgQIAAAQIECBAgQIAAAQIECBAgQKAjAY+A7qgyFYUAAQIECBAgQIAAAQIECBAgQIAAgWMFbrfbr7c342yOVZcbAQIECBAgsCSgA3hJ533e/Z77Na1MAmYT6Fjg8Xh0XDpF2yqgfWwV7Ht97aPv+s2VTv3nhNqer37Pqb+9Ljn7/nNO/cl1H4Hc/id10Gz5y6WfS3vr+rn0za9bQP3XXT9bohvvW8aft6RtXQItCPS+f7NNt9AKxVirQO/7h7Pdc/snHcBn15D8CRAgQIAAAQIECBAgQIAAAQIECBBoViCN/s1dhG22cAInQIAAAQIEmhTY60bxJgsvaAIECBAgQIAAAQIECBAgQIAAAQIECBAgQIAAAQIECPQkoAO4p9pUFgIECBAgQIAAAQIECBAgQIAAAQIECBAgQIAAAQIELi2gA/jS1a/wBAgQIECAAAECBAgQIECAAAECBAgQIECAAAECBAj0JKADuKfaVBYCBAgQIECAAAECBAgQIECAAAECBAgQIECAAAECBC4toAP40tWv8AQIECBAgAABAgQIECBAgAABAgQIECBAgAABAgQI9CSgA7in2lQWAgQIECBAgAABAgQIECBAgAABAgQIECBAgAABAgQuLfDnfr9fGkDhCSwJPB6PpdnmEdgkoH1t4rNyRkD7ygB1Plv9913B6rfv+i1dOt//SgtLf4tAbv92u90Wk8/Nz6W/mLiZBAgQGAnEPuft7e1XvB8t4iMBAh0IOH84txJL719z9Vs6/3N15d66QK79GgHceg2LnwABAgQIECBAgAABAgQIECBAgAABAgQIECBAgAABAv8EdABrCgQIECBAgAABAgQIECBAgAABAgQIECBAgAABAgQIEOhEQAdwJxWpGAQIECBAgAABAgQIECBAgAABAgQIECBAgAABAgQIENABrA0QIECAAAECBAgQIECAAAECBAgQIECAAAECBAgQIECgEwEdwJ1UpGIQIECAAAECBAgQIECAAAECBAgQIECAAAECBAgQIEBAB7A2QIAAAQIECBAgQIAAAQIECBAgQIAAAQIECBAgQIAAgU4EdAB3UpGKQYAAAQIECBAgQIAAAQIECBAgQIAAAQIECBAgQIAAgT8I6hZ4PB51Byi6rgVy7e92uy2WP7f+4spmEigsoH0WBr548trXxRtApvjaRwbI7EWB+/2+ON9MAmcKlN6/lU7/TDt5EyDQjkBcC3l7+xpXY//UTv2dEWm0mTPylieB1gXO3r+enX/t9Wf/VncNfZ2p1B2n6AgQIECAAAECBAgQIECAAAECBAgQIECAAAECBAgQIEAgI6ADOANkNgECBAgQIECAAAECBAgQIECAAAECBAgQIECAAAECBFoR0AHcSk2JkwABAgQIECBAgAABAgQIECBAgAABAgQIECBAgAABAhkBHcAZILMJECBAgAABAgQIECBAgAABAgQIECBAgAABAgQIECDQioAO4FZqSpwECBAgQIAAAQIECBAgQIAAAQIECBAgQIAAAQIECBDICOgAzgCZTYAAAQIECBAgQIAAAQIECBAgQIAAAQIECBAgQIAAgVYEdAC3UlPiJECAAAECBAgQIECAAAECBAgQIECAAAECBAgQIECAQEbgz+PxyCxiNgECcwJX336uXv65dtHLdPXbS03WWQ7tq8566SUq7auXmjynHPf7/ZyM5UqgAgH7zwoqQQgECFQvkPaVv3//rj5OAdYj4Ph6bl3cbrfFAHL1k1t/MXEzCXQukNt+Oi9+9cUzArj6KhIgAQIECBAgQIAAAQIECBAgQIAAAQIECBAgQIAAAQIE1gnoAF7nZCkCBAgQIECAAAECBAgQIECAAAECBAgQIECAAAECBAhUL6ADuPoqEiABAgQIECBAgAABAgQIECBAgAABAgQIECBAgAABAgTWCegAXudkKQIECBAgQIAAAQIECBAgQIAAAQIECBAgQIAAAQIECFQvoAO4+ioSIAECBAgQIECAAAECBAgQIECAAAECBAgQIECAAAECBNYJ6ABe52QpAgQIECBAgAABAgQIECBAgAABAgQIECBAgAABAgQIVC+gA7j6KhIgAQIECBAgQIAAAQIECBAgQIAAAQIECBAgQIAAAQIE1gn8WbeYpeYEHo/H3CzTCRAoLJDb/m6322IEufUXVzaTwEYB7W8joNU3CWh/m/isXFjgfr8XzkHyBOoVsH+ut25ERoAAgRDIXWuI5bwSIFCHwNbzq63r16Fw3Sjss69b90r+65cRwFoBAQIECBAgQIAAAQIECBAgQIAAAQIEVgi8vbmcuoLJIgQIECBAgMDJAs5YTq4A2RMgQIAAAQIECBAgQIAAAQIECBAgUL9AGknmaSX115MICRAgQIAAASOAtQECBAgQIECAAAECBAgQIECAAAECBAgQIECAAAECBAh0I2AEcDdVqSAECBAgQIAAAQIECBAgQIAAAQIECBAgQIAAAQIECFxdQAfw1VuA8hMgQIAAAQIECBAgQIAAAQIECBAgQIAAAQIECBAg0I2ADuBuqlJBCBAgQIAAAQIECBAgQIAAAQIECBAgQIAAAQIECBC4uoAO4Ku3AOUnQIAAAQIECBAgQIAAAQIECBAgQGBR4Ha7Lc43kwABAgQIECBQk8Cfx+NRUzxiIdCUgO2n7upSP+fWD/9z/eVeVkD7Lusr9W0C9/t9WwLWJkCgmIDjRzFaCRMgQKCYwLDj9+3NWJpi0BImQIBAAQHn3wVQO0pyeIyfKlau/eTWn0rzyGnOWo7UlhcBAgQIECBAgAABAgQIECBAgAABAs0J6PxtrsoETIAAAQIELi2gA/jS1a/wBAgQIECAAAECBAgQIECAAAECBAgQIECAAAECBAj0JKADuKfaVBYCBAgQIECAAAECBAgQIECAAAECBAgQIECAAAECBC4toAP40tWv8AQIECBAgAABAgQIECBAgAABAgQIECBAgAABAgQI9CSgA7in2lQWAgQIECBAgAABAgQIECBAgAABAgQIECBAgAABAgQuLaAD+NLVr/AECBAgQIAAAQIECBAgQIAAAQIECBAgQIAAAQIECPQkoAO4p9pUFgIECBAgQIAAAQIECBAgQIAAAQIECBAgQIAAAQIELi3wp/fSPx6PokW83W6L6ZfOfzFzMwlULpDbPnLbV654ufRz65tPoGcB20fPtatsOYH7/Z5bxHwCBC4q4Ph40YpXbAIECCwIpGNDuj7hHHIBySwCCwJvb8agLfCYRYDAiQJbv/9tXb900e19SwtLnwABAgQIECBAgAABAgQIECBAgAABAgQIECBAgAABAgcJ6AA+CFo2BAgQIECAAAECBAgQIECAAAECBAgQIECAAAECBAgQKC2gA7i0sPQJECBAgAABAgQIECBAgAABAgQIECBAgAABAgQIECBwkIAO4IOgZUOAAAECBAgQIECAAAECBAgQIECAAAECBAgQIECAAIHSAjqASwtLnwABAgQIECBAgAABAgQIECBAgAABAgQIECBAgAABAgcJ6AA+CFo2BAgQIECAAAECBAgQIECAAAECBAgQIECAAAECBAgQKC2gA7i0sPQJECBAgAABAgQIECBAgAABAgQIECBAgAABAgQIECBwkMCfx+NxUFZ9ZsOv7XpVf3XXn/qpu37Ojk77OLsG5H9lgfv9fuXiKzsBAgUFHN8L4kqaAAECBFYL3G631ctakACBZQHfH5d9zN0m8Pa2PMZxa/vLpb8temsTKCuwvHWUzVvqBAgQIECAAAECBAgQIECAAAECBAgQIECAAAECBAgQILCjgA7gHTElRYAAAQIECBAgQIAAAQIECBAgQIAAAQIECBAgQIAAgTMFdACfqS9vAgQIECBAgAABAgQIECBAgAABAgQIECBAgAABAgQI7CigA3hHTEkRIECAAAECBAgQIECAAAECBAgQIECAAAECBAgQIEDgTAEdwGfqy5sAAQIECBAgQIAAAQIECBAgQIAAAQIECBAgQIAAAQI7CugA3hFTUgQIECBAgAABAgQIECBAgAABAgQIECBAgAABAgQIEDhTQAfwmfryJkCAAAECBAgQIECAAAECBAgQIECAAAECBAgQIECAwI4Cfx6Px47JSYoAAQLHCeT2X7fbbTGY3PqLK5tJgMCpAvf7/dT8ZU6AAIFeBZwf9VqzykWAQGmB1vefW78/59Yv7Z9LP1c/tcefK5/5BAgQuKpA6etDpdO/ar0p9zECRgAf4ywXAgQIECBAgAABAgQIECBAgAABAgQIECBAgAABAgQIFBfQAVycWAYECBAgQIAAAQIECBAgQIAAAQIECBAgQIAAAQIECBA4RkAH8DHOciFAgAABAgQIECBAgAABAgQIECBAgAABAgQIECBAgEBxAR3AxYllQIAAAQIECBAgQIAAAQIECBAgQIAAAQIECBAgQIAAgWMEdAAf4ywXAgQIECBAgAABAgQIECBAgAABAgQIECBAgAABAgQIFBfQAVycWAYECBAgQIAAAQIECBAgQIAAAQIECBAgQIAAAQIECBA4RkAH8DHOciFAgAABAgQIECBAgAABAgQIECBAgAABAgQIECBAgEBxgT/Fc5BB1wKPx6Pr8ilc2wLaZ9v1tzX6+/2+NQnrEyBAgACB3QWcn+xOKkEClxHI7T9ut9uiRW79xZXN7F5ga/vYun73wApIgAABAgQIEDhYwAjgg8FlR4AAAQIECBAgQIAAAQIECBAgQIAAAQIECBAgQIAAgVICOoBLyUqXAAECBAgQIECAAAECBAgQIECAAAECBAgQIECAAAECBwvoAD4YXHYECBAgQIAAAQIECBAgQIAAAQIECBAgQIAAAQIECBAoJaADuJSsdAkQIECAAAECBAgQIECAAAECBAgQIECAAAECBAgQIHCwgA7gg8Fl9/+3b0c5CsMwFAAVqfc/crJ7ARKQ4+CW+aXYccdSBXoqAQIECBAgQIAAAQIECBAgQIAAAQIECBAgQIAAAQIEsgQEwFmy+hIgQIAAAQIECBAgQIAAAQIECBAgQIAAAQIECBAgQOCwgAD4MLjjCBAgQIAAAQIECBAgQIAAAQIECBAgQIAAAQIECBAgkCVwjTGyeutLgACBqUDvfXrdRQIECBAgQOD3BPw/+b2du2MC7wqsng+ttWmrVf20+AYXn35/N1iBEQkQIECAAAECBAiUEfAGcJlVGIQAAQIECBAgQIAAAQIECBAgQIAAAQIECBAgQIAAAQIxAQFwzE81AQIECBAgQIAAAQIECBAgQIAAAQIECBAgQIAAAQIEyggIgMuswiAECBAgQIAAAQIECBAgQIAAAQIECBAgQIAAAQIECBCICQiAY36qCRAgQIAAAQIECBAgQIAAAQIECBAgQIAAAQIECBAgUEZAAFxmFQYhQIAAAQIECBAgQIAAAQIECBAgQIAAAQIECBAgQIBATEAAHPNTTYAAAQIECBAgQIAAAQIECBAgQIAAAQIECBAgQIAAgTICAuAyqzAIAQIECBAgQIAAAQIECBAgQIAAAQIECBAgQIAAAQIEYgJXrDy/uveef4gTCBAgQIAAAQIECLwpMMZ485u+RoAAgVoCq+dXa2068Kp+WnzgYvX5DhA4ggCBTQKeJ5sgtSHwL7D6fQGJAAECBHIEvAGc46orAQIECBAgQIAAAQIECBAgQIAAAQIECBAgQIAAAQIEjgsIgI+TO5AAAQIECBAgQIAAAQIECBAgQIAAAQIECBAgQIAAAQI5AgLgHFddCRAgQIAAAQIECBAgQIAAAQIECBAgQIAAAQIECBAgcFxAAHyc3IEECBAgQIAAAQIECBAgQIAAAQIECBAgQIAAAQIECBDIERAA57jqSoAAAQIECBAgQIAAAQIECBAgQIAAAQIECBAgQIAAgeMCAuDj5A4kQIAAAQIECBAgQIAAAQIECBAgQIAAAQIECBAgQIBAjoAAOMdVVwIECBAgQIAAAQIECBAgQIAAAQIECBAgQIAAAQIECBwXuHrvxw91IAECBAgQIEDgyQJjjCffnnsjQIAAgRcCd3/+333+F2vxMQECBAgQIPBFAb8vvojvaAIEQgKttWn96vm2qp8233DRG8AbELUgQIAAAQIECBAgQIAAAQIECBAgQIAAAQIECBAgQIBABQEBcIUtmIEAAQIECBAgQIAAAQIECBAgQIAAAQIECBAgQIAAAQIbBATAGxC1IECAAAECBAgQIECAAAECBAgQIECAAAECBAgQIECAQAUBAXCFLZiBAAECBAgQIECAAAECBAgQIECAAAECBAgQIECAAAECGwQEwBsQtSBAgAABAgQIECBAgAABAgQIECBAgAABAgQIECBAgEAFAQFwhS2YgQABAgQIECBAgAABAgQIECBAgAABAgQIECBAgAABAhsEBMAbELUgQIAAAQIECBAgQIAAAQIECBAgQIAAAQIECBAgQIBABYGrwhBmIECAAIHPBcYYnxepIECAAAECBAgkCvh9koirNQECBAgQIECAAAECBAgcE4j+v43WR2/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664875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Фильтр и поиск: по жанрам, названию и автору</a:t>
            </a:r>
            <a:endParaRPr lang="en-US" sz="3200" dirty="0"/>
          </a:p>
        </p:txBody>
      </p:sp>
      <p:pic>
        <p:nvPicPr>
          <p:cNvPr id="5" name="Image 2" descr="data:image/png;base64,iVBORw0KGgoAAAANSUhEUgAAAUoAAAE6CAYAAABwCxvEAAAAAXNSR0IArs4c6QAAAERlWElmTU0AKgAAAAgAAYdpAAQAAAABAAAAGgAAAAAAA6ABAAMAAAABAAEAAKACAAQAAAABAAABSqADAAQAAAABAAABOgAAAADjEQDDAABAAElEQVR4Aey9SbMlSXbfF29+L8fKysqae0B3A41uQIAIWrNJIwEOICAzieCWH4FmArmQtKX23FMbfAFK2mgBLQCSMkrGwcBRIjig0Y3uQnUNXV1jzplvfvr9jseJ6zdu3PvufVNmVqVn3hcR7sePHz/u/vfjQ3gs/e7/+XtHzQnd0dH8UQ9b2uPiDIUP+S0tLYXUXv0tt9ej5eVmZXk1wpaXV7hCt3IEzXLQBS00xl5eWQk/iZNPXJcLb3nWLvJwsN8cHBw2R4f7DX9K8NEy90dNeeK+c0d4tzSd3/DNUB6HKI8O5+M3FHfMb0k+hdfR0Xg+g848tU6d6JbQm85YS+ioH0u6w9Yz40i/3FaT0C33JpdJpp90OmktwwkXZTnuu9zKX/tSE3jsS1ZTjO6XUrCR1+BdnZdBgjPyNJ1aJHMxfws7KyFG9YLSOJbpUk/AeKzUn+FRruanCpvFfD66w2jXoaVMqKq3hT8STQ2bLkGdc6PXz9NjfVFDjgTaY1xXMNaAZ02dyjsgc5enY/J+TPCcbeIYLgZPylgDSscg5D67VDu+X7ibKfXiWdWD9eKUdbqYXs+qAiq5D+mNwzrBmrBXs7kcRk9yRDM7j8YzxNOU/T0LTvlrWYfys1g+Uu/GSm6ZSj4fZylokSatfJJ+5NfqeOQhWbg6N+k3eXV0kZQDTCYjPBGflPCJJH4OieZI4zjWWd6TdPNqJOmybPM6yXEen+AGi2cAKB0KZOYzayMLQ8UW5bbDb5rZEaDJoJfhYRlaMvbOiHNc7X1a5R6n47FeKmXMNDOp45gk3QVfzWMHGKSdeV5AjImcwjItvTrXNhK1085odCmYvHTGCZo2Urksh0jZwGISRfqQOVNu60FbDpGFlkeXyNiNDPgxHVLIFqkXY4wGHxYZovenWtSBMvnjNvLuNfXJ7cU4dRnTMvMld1y16YfXVa6fgrRZ3pP5VhtzuC4B6Mfa5xxxIUlkiWqCPFEWlf98XJ4xKjPb6e2kssfw2+o7zc0KmxbnKfG3Ig1Wpqwu88k5TQPp7zXv5+M4TjXZaKaV62Jyj6fy/KnTwNR60VE8YzfWi9PUQCzKnKCvcz7vgsG0HrTfW8o7F0YSofUbotN/3JlJYx3johcsDWU5F5kSBFodTZN3xLnEVy5pD12IkW+b/NEhCzbRRWLt+G/poFusGRVD4THiOYfsI+Jj74bKazgS8iHvPG5Ji3uUAaIYL5XGHQth2nDJLa0Ec1rr1OWdQzwjZrAoCz7JemL5hwB5y08af96XdIrVWEBymZ7esoAgXInTLK0U2ta/TLokzfh1CGzHKcpTnZ8M7/tl/jPc66IdMsuIdfQub6njeeVNJiEjdXZxZ4rUlf6iY7adHkPL6+QuWs1E9OSp9KVEkWkiK2260R69TzmsJxAPFUqXUqlLLkAe59RG6B5SqXPM8QwMvY/LWqvT1G2lC2+rx+MZPac4tQaGGngfaBZNZCk6rMmStFIf52JUMUE0yWuC5Jw8FgXUcxJjkm30VvNodDLq+fhYRhcvz7Ty6QHlQZvnJ1eRTqr0WmLVm2r2Pvuek/KeHS9Tm031PPRp0kBdWy5erieXerGsBnM8DSEGic/TM8Exr+eZ1iTvaWVTAaUg2TZ6lTbTlJ1M4En5KGpkrsqhokdOKr+zk8/KJvesdOeSyNmJe0ac6s7GEb2jPDVg7r0/STuLKtZT30n4dFmsFiFGlm1I2JJwH5ZTll0Xc6Gbk8g4kmehpM6IOPOb15pt6oewowoOapILu0cGlZtlNCbPkOxnI9g8ZVPXf1IVAHR5LU9fjL89VSyS6SnzOYuw+LzQWunmqXinya9NZt5mkzAwlt4TXKwYlGdMuIt6UBJdtvWT1P9FSqKkdvzfVp5zblPi8VA9ndYJ0oXkcNssFGWVieFUYGYtpzXzGRW7aJILJyPvU93NO5/V0TlBi0lTZEYcyx+Zln37JrOQdaIvWRRGGziFJhehjBoLFcRxSppEyu+Y/HdyyqB1Q4tYQ3RJf9x1iB9Kibdn+nHnXqgbejumZbaMzs29k+NR2VLP+OX2jn66PuekfRc2TecDk+6pH/lnNOcu8z54hlDtklEGxJUSy+cucWv7gGcVfla3dYOsVDXBfv6Fuomox3jYrnmTLPJb59n70uVE2Sy0UFN3VfX9bFGG15uq+GMAWfkn2y58ICxpZlzrspCs/xzG7ICQJ+lGZojxRQiqK9oXIb9Pbx6HSmLIbxY4Pb25e1Yk+2Jo91wmJbL3r4t62OqpKU5+H0XVtpChhnJyzvPEJPWYV5mH9nNAc0YKHrLw5tWO5X1GYsyb5OeQTg32QW6WlZZhlW2Vc8KnKcynSLM5GqrHzul3LkD5FOV9QBQrSBa2V4HOSuD9os2PeDG+//w33WwmKKlzs7RlZ5kdZrmOqPvtqpsi6TiP35h2PRoacRqne5JPE0M4hOnn80nKV9K2niY41m3A0PQvlOVvatoSyDqe15ru2blP4Ms6Zw7NUV1WmcOkNXepLe+/4E71nMSlWk8S94sbp66Ys7QwBNDS94FpFo8ubN5EuwhfpJsOMsh0QEcv8wmaVZjzhd2cYY/8KX+0KvSrQyJA7Z90qxMT7Kqpv0s/Mj1ZZcNS6E8As7gxa5gdlkarxEmOpp3izqfpGPUOwL180qIZ5yR/UzaS11ZjtcmCb+eoCBkUSxhan50VKVVWoC7GsTdDci2a7zqRPr9ZvOZ5O6Hmnfeh4lxkaRXisknqRrq+HBk3r3UFzB69XixLuuTTlk56jxbnOp/RTcbRp77vysdiCmHrhj6Kn3fjcdN3/JqyyzK4caP1UYO3YQbGdTx6PM2TzkC0E3opZdZ3WUyVagp/6eWR8fKq39PnBnWbIvfE9VwInZeaJK3JLOsFht5DSqlZtxKY4oJg18Y88aUuQpkMKmomd/MxkJfwG4XlK3JFt0P6mJnIUxI4lM/FREsOeV0s9jh18JjGaMB/wGuM4XDZ17G8P13ZTeM2UQ/HJOs9tA2053tOj/381jmok5zlP5S7Pt+a1xO+n5aVvlhz0s0JlE5v1tuITK2e8uyn/nQ8q4M59XA6gWP4of3zdLhhsCiyzbI2z0v6aE4nLIhsnrW1toicaRnUcbQSFhXHOLVFXPPz/qTy9fk8vc8Dw7Zu5u7pqfvnpb8ZQKli+tXJ5yGFnZd4J+OblbYv/cm4PY91Ug0ksCxiPMVwuyq46nYhMUYAKdT6E8zkVu7DY44/WZckFSzlm7zlpl9NMwfLCyKpwau+P03yQ3yefjw4TY4z7gK51IKsyMOKOmk1zuTP5mpFTSvBa98N+fVpnj+fnwYGimShxM4OiIokJwG3oZpe52sofKFMPid+qjVQIV8tZ/SVtcfk/WDNsOrU1WcyWu2TqeS1Dhu7b9M6lnubdEoQ156co7R6AVWC5d2OchBw5R23JazvewbPKVhez4DlebCYrrXjUstSOY7ubMKPk3NeaabRPeXFhBJrDaS0eT0bHRcu0zR0lmksyKvO+oJRp5EPDr2XOOfveDe0uq3S+NUm3IztAxNzaS4CMU6r59HK8A0/Mp/+NfshOZdc8eYVPKWJNODZpeW9q7eRVOvPo6886gpde1r6lDGjYCldyhMRT/En81izmFbWp02z00OV2HE8uzitPvJ5SAclL6nHNhHKoysLvDJ+JUJ3aykcV75JXPOp7w2XhzrMYXJtlaaME0euG1FBKyetvNI7+XSvG9YFdVYffqvSH7rt55VcDpCpSaX2Vws5QDrFa7JeyLOfVmpmCpOe90l3XfTYnOhxUm/zsxkAygIY87OYpKwFCjUupssJhlnpu6V8KDINt5eUfyUr3luU80D9REJze5wyQwPpRGM8WX0e4PZ0eZm3cE8gfwlsT5dGnkVpshCfRdkXl9l6k52ssVugPD04FlEm+WiEDO3LrIXIbHQNCo+u16/uMzzC2kZ3yD5OQbM1dsqVMPm3JMn+7K6Z2Ck59vOY+Tsl2zONXut6Hn1mHuahPY2gUb5VIhbJRYHiUN2y5ndW5mkydqK4k+3uRGymRupbkVMJzzFgSIbS9s8y0boO1WA5qeEZQ+WzFGgeXqma+fqyqKrBdj76eSSYkybfeZ2TXPBJkBzqMOZkc2FkWQ7zJFgD6zz0z2meEQ1EHb+IlmVty9+T0012+CnBwNA7g872mkPlyXmP49OpDIcOYIZjSXn+henw/rl7roHPuwayzXbDNEZv836H6VnXTR9JeIWxN5sHlM77Yk2nyJ5W+mA4NiRpJ7xNtU93yCJL+DmUJlwakT3pOisMf/fEBVWHWZxNGOOvEtd7z00srlynydsSDV7GJp/p6EJfHPF9RPrK5bSCr4HGcsUcGG0eioTjcyAmnvlLQfq9mv79PPTjBE0rR+ot+c17tT9P3am5odcMk1fKE3K05WYctJ8ko6vl03NHXRmNAvr5LsPs8bgr5DH1GDGP0X3KOUpluEsdfKV3PGnSRSc1o3O8H5L7HJMb1a+xUZI5bnHiXDNuzatd/7kOO59765offivttMv1hZX3KFcDjWUUePxdNGLIenX3+IhnRmHKder1/XyJWBjPwpC7zk0fvOqw5/dfEA1cyLTcxYPjPKV3YUPveYSJydOeZSCy117n2qHNFFIThkLkE7WdRCncHFgZFlfLv54wnplkL7Dm0Qs68WNkoVYwnNRxAmOET8nfcfL0w6ewOVZ2ZTlp3OyQasM183Zsws8MwRC4nLKl9AvvXHRhxetVvjHb7aSlfvbCPlVAefbZO0uOWaiCZfLNm35hZ/j4Natzb7JjnOgJPPWlz1ylKJFzPE8K8AlWJ8238vRlStmeX89LAxeh8X7N6+flImTopzn8fMpuZ5jpefs+KYvA+avlJfoW5+LqKYSn6HXO89b9cfyjbI6r/8cxqcLV85iuq7CT3s6ykk/K83m8s9SAsPR0QdOgRTlvxVxksSA/alXHOZxj1ciG1293VvQz62vkVYNeW97pl1endct+UBdvtA25YmKZr6MASgXtSaqQFe+u6P3ea88NjnT6ZP3nHo98TAtuHiWp31y4KYtTZXNGPVSdZklG2fQKostH5d/Fr/xS1qFrvcCTWXaC/Thnvi2vmtJFn3DtNUASD2no9kpY9XfSpwo859tRXVs0oWlS28ksyms2/VIu6swmmxJKIURPmsFljFFjQoacXBfJYb7r4EJl1pmKxSBQVuEnuu1nMhRhifWBZIK7BZ4D1InAkYfAdNY1YMR9dNemkfkpOwRc6RZcBMhyOHBpmqyUjWJ2d0N+XeCsmwDfOXQxg8cQkM0gLyBzxg1rVnrzhKXuB5U7D4MBmqcsiwMSPve6SA3M007OBSgXy+T0attZJx3aTKcdSjOBbChsut/IIllCgw63tRzTBRxiumiFlZ1OhgloIxppO9l9eEJuSAYlre2PIZp5xNV6q63OeeKcJc24tkecw2BZrJqMIj+/+0JpYJFq8tQCpQ04h5BR+R0sHdOqcy+jVkgx5xcbehgvTfGyf9LDNfhGeGi0NE3fNwc7AcoCOGX6IJtt2X9lbROQjBZR9ZjHhRU5D+EwTV89SiXGhy6rKH07tQbOimzqreWS5VP1IVPpzyOgn1fTUJYYBGRxDCQ8j/UwEO251+dMA9aDun0eVy8uGChtkv2T0vslII01fUZtD5toVnif58meo9ERtWxCbofZJHvAHOXKygqflN8LyzKUjP+hEVpkzBXeAtgnSz8+3DS28XcxPq0oi0Wak9o8Lwqwc7I+dzJlD3eeCjr3XDxP4Kw0YAebRtk0nryZM19tGWrw0+KO0WIllRSQJm78U8CyNLSstUXEwQWeCUur2GtyCiuCq/cxaCY/8c9r3Jfj1gr3+f/6qtbSiqvcvmPiy/emedQcIvQqz/vtG0amEZYsAtQphdUWWVaykQtLaNyrPcZrXA+jGMffDVlXGSvDzhLU1HnyrevA0FstKUd9HXvbqQ0Y59NTUB25vS/WY4+u91hHm1e2Os553tf5PYt0pvOboZSzSHhRHgMfLhyWsD/uGU4oR4DDoZWvzSsrbeUtaiRIdh3oWHh5mNOitJkdZwkOcJ/wOgGfAMlxEDFD4NMFOMEWmQXc+AGGIKWK9fzKUjmLIGOdA5IFMEXQSNDIBY992gvIyJknEWUg11H2zjyNZDirAifNWVwvICtnIeZzHgtqYKnFkHEUWYzJMUB5FlVH8ZJPscrmEzHjzEdd3poRnhaMN409FuQyFqVg6MJN/BOdWe1eomcqwGlapll6v+MAcJpknX93A0vUdhRpDQs42DkOk56Lb6SPvLXI55IQTE+TRuppHh7z0JxXHp/zPW8NWLqzobKrKwNkM4AybKLTSx/mgCln6lzzdip30h6gGbYsJPSnvFxjiJwzhFMTmB3QDrMHhZgRs1iYfYLx5jdYXHgWqirTeBzwOG1luR6YnFFJ9QWf+pyLOdFvQFVkn0p+ogCH1qdxWemTh89D9ecidDdUL4b8UtYv2jX38db5Hthq3C201nSz7oslOYtiFGb9sE0FigzUlfnriebrxFzhKKHzu5sUcdJnOHUz328ww5RDvlqTxaIs24SwIkEt50S8xr1Xn1u6IS6n8Zs3n6dJ46RxBZ2cHz4pj3njnQY0F8Hb06Qzb16e0128BpwuW8qJyBnJz2pvUyzKySijvYSgT+uOG2om3bRr3at2vJaLNWgqy9GtgPO92i7ylw8+yFnKlImrYM7/7B2CIsCs0OTk76zJfd8+CHAkYWYkefKZIXdrtR6BErGfkrDytk7RV50f01XunujhPUGHb/cGSVCUPweInFZQ6udgYNO+eT1rN9TLZxoCyrwd0FBek4/XDM+rfn3Aijo+YFoP6db4tetqxgBxv5abTi1Hzec09+fB8zTyzBs328q89PPRDY32Jmvw/Gn3SxEpWnM0Fll5PIiDbIaly3ZlQ00prPt1/bYNTgHKYaYn97W6DtTUYDgjrKvlJ0/55DFNPAVwa9BAgVTMDZ/45IVj02nZruJOu83UvSYbWfbdAHb2Sb7QzwMq+0Lr4/OT+Ysr2fMHymOH6wUGhizjrice04eQkbAxKnJ7A8lmw9mI/vi7Kp0w64oQ0dNMJh/sJsBUujHZj0+1pgjLqo2fbPJa06mP52A5rpF8Sov8NOWQvLympdHxrQOf31+wBoZbw0mFkNuUpn2OFuVMgFSkUSb9QNhh7q2cJmnkPo3jEQJZcaPy1iwJHhipza+/WMxJckAIM24E5LlbUkg+O1juOoVMtnfNlKappxtC9OKdx6O6UOepY1X/tLnzALKoa2TU/Ead874qkOPK8GnT0bMpT7aEovu63ic6WD4nqZMZry7T1NEo1fQ5r+tU4CwiaD3156amizKpBjPXz+CQ33Se/RDTmFRP1S76Eb5Qz6nbyZJ4cmrol7+S6Dd/vTpe9qcpv8dL+zmnmIopZ5/v1eFJ00k4GFquH+pBA+EHMlAWg9pq1l7KJn3m/0wu5gAdQvbTrqumwMUCCl6xsGJQLNSU1Wl9Z7kheQfplT+Eso/qTz47Ray/ciqvG/GnpVtWxCE41k3kOxaP6mimtzy26JOa8ppzl+lXx6zH5dnrjoUv+CDwjCzs4chDuk6/vA7HHOY92WWNYtcAicYjIPXho0tvZ+FMJ+peq/DgejasTy3ecTo9dQJnxGBYzrZ0uzaHngcwpC9CWVQdFUDWkZFPP8bkc7/d2T5ypJTUinUOc5SLiKkopRrnX5/HXZ+fz9CEt39Gv/Aaj3wOTymf1/zNSLlrsceIMtFBQN9na7ZrfnWc9K/92iRT4mMkWCi4L9pckU8UaS7OHVFJ4vwTOv8UuizNffM0yjSf8Cn5gjU1eq5RCsll5LPY3azUE4QX4/hEqVFH9DbjatHKGfeBTNK+5yllH0rnlCwno4/NkZZgAXIMJCdjPfeZUwNWidNU/Hnr1HnUvzmz+AyTWTKnKZ2TZ30WUJ6DRbm4oKNhnArqi5vD3BHfqOhtbXWoVYypaogMQZjQoyiL3QVQjRDWjiuLzp2VRUR98rcY++nUor3592f6XHudwjSwTGmPHVoPWJzT5RkOyfLKNIepztc31LRgElmGC0bryBcByC7S85v5NRBTXsfW4Jn85i2juv5ki0vGPvfntU9bd5L3OV1PpzRjZ6M+mYCqR7VdhGPmk/nOZUpoiR0AS34vHFBzY72A1P9dhETPWhphwc0hdHR8JyzWrJGR1pw9xbyNdw7RP/8kgmUYB8dlNVr3GNFp9Zzxh4r1fCzKoZTGsjT+IPmseluzm6QzNH/jfOd5GrbQ6hTLOzjjvCalGA+vnoYsuJxPrMiWeCPpytZ68+lnHzdry2ucd7nKj0WqeCsIGdpSPBw4pqpiE5qon72vpa1z1qeb91keNc95450HXV+WXMyZldZpZD8L/c2S7aRhT6tcJ83PSeNZtvProtQE6X0lOeJOiXzmQFkwYLIqDuFFKsMePtE8/crg2ScsquqtmP4qVajFyB34TKY94lnugh9kKkc3Mf8X/Go+5Wg14UFLT+fa9/FuaBW/pDcWN3rQg+arX/5S89aPvk+WyzmYWsPLS7xAySHBGxubzdraRtx7xFv8yHPorVbugAldl707Vifd5MBiVu5i2FIznWR4Kp+hnRj1UCmZZ71IUbzmL2kGrxBF/vrLmxL3Ml6qVkkheYcsPbo6nSFZ6/Bp90P5nkb7tPsPGyBnJXVdh9v2WIqobQ8aGLPdUa4DtITCR8aZrN/L57HqPVvAaaE5JzB+6qVKGG/E0yvTZM015mSmp0nQ9+/UNhYgDk2mNEZSHgLBkkcbnoXT5UlO/CB7883Xm9U1X4Pc55H+i/1YSwCir0XuH+41h/s7zXbXGRDMvf9WVlcA0LVmnd/qqkC6Bk+/GDnS5EolBoN6wmsPtluNq7gVdvbl5Hqd5GvZh7omg8JnXuA5QTampPjc++nXQAIkoNg2yDAs2vvTyW/7qBkdPT1AWTJm5msBh6t+bTTFYRXkq+vBAkDGoGBxnY0t5tTyzMFqEHXgkaU5xkL/w2Z9fbm5/sIVPn27H0PsAmMVmEUc3l0CPLOj8Opp8Pv7fJBib7t5FDTtUB1LyRf7tTodwq+tMpRfXW1WA0ShKXUsVH105CLYYnlM/Q+XzlgGZz5k5yiR98nX50F1GTDgZsmRWa0P+Uje8+Ra2n5JDIjw3OsJaiA72bo+jYuTtaD27dcaa4N0+nvvlWcbC236zIfecD9j1wo8D9czr9Eq7KRMsyCGCqkUyAqm3sEBQ+6vfoN09COtGOuVzGaDjiemH8DGkYMuHicaMnz8z0/pD5pd/hXuwYBIK0sbYYXauQik1oUVT20ijZV2miPsUYf0kUixXo/asD6ojYQ6nzv1kI1hVgrz0s3i8TzsWdFAaQzZuSZInk0dsOXU7qmzKGvhTnBv/or+ThB5KMqZMptIYGdnp/nGN74WVqJD7AJH/AXA+ikPZa1PM5EAHs7phrUdxK6ia4k+bnZ2HxOai0TC4goWKMfJcXVOdAkAXWVY74+AmAYARkO/Q7IcMpeaVn2ptP3KNiTdfH6KPg+3eenI5HwM5xPvOdUT0UBU6Eh5dHdWgvQ5xmTYfMxzyJfUgx8By8BTXLOxjVgU+MhnG372Hvr5KmP5xUM0AC2vbFgBOgKPnpJUCzjhUf1ZDqtNWq23AjAZT7IY7oZJfsAwme08/EaLS8qZVqTUmGmdUyB+rRkfDZXwV197uVnfAKDsBiHPBZqQuY17dFBe2Qzjrs1Dx3aOm5S/Ay8ZVa5d62PYa372CTkESLkyJ7q3W3QmuVVlCdA0jxtbm3owlOcza+p2mRV68pZpeTU9J8zt8bPX91zP2qW/tHkfaY2LOBZWx6+1rX/wUEcjsbsSSdm6+ONktXd3P+um3x5m0V5E2ET+LiLRJ5bGaJTZ1aks88FyLYGlrdouHUjX7dOMSFPXqDa8nUobGHqPhDD6NGdFMeFenZ5GfgH+yn2W0qTS8noGWYjxozIuNZubG82tmy+hQ+clj4CQLOlROxc/Q8/EEMJO70ZpjPMqwFb8qCAO6yFN4Fe+g2anWdor8ff3HrbRoXAFHsqV1XWsT61QFpXW1jFQtTAL+BvLXOe5S4VLy6LNd935VapIormuRbNzkXZE6nieYX0X4fnNU6KBM2yXx+aom6O8yESLVOJ1v4IuDy6EzM6FVot87FFtgPE3AGZ6PC2PQisQRaRe21Q6A7SAvD+tfhDIFhlOvkfNl7/0ZaxShrw8BkjoXbnUjUe8RYcEWLkKXjv9D5mMFKzO1qJQ1iKn6Ql45QR2LGmeMyeGuVtKDR1st3OhErfaVN5lAHNtjQWllfVmhZV550Id2rtSH3SRUaE2FQCchq7kOp/rUyanabG7omgJnoPlNE09908NDFiUBlnV6uaQ5E/vteyLsrkd10zmzEO0pgSMOeMcS+aw9qj5+s/8bMHNY0RNsHz0+HHz0cdsRBdwsNg2NjebzQ23Ai2Hn2BU9oYW4BRAdXn1fhxIT1i+dGQRs5I7QSfwMdIxtTZ97NDD/QNW5QHRo4cMjQF6eianLVYBSstqa2uLPG2UOVDC17BGY1gbPZjbo+CVSJaJmUS4XseBXOM+STfrekJdzGL5POwp08Dpy3gGUJrXUuGfslzPLY7tKtpW1bDnjhwodZKIM1IATV55+eUYogoANup55NsAFD/88APAEasMy0xrbG1thb2TbvlhiYWN6G5GL0PfVbYbScfcp7/W2jzC8tT6DPMw8jayw2pAraWf5j82TK4j9O7NW9IK1N4H7nF/uF/W4h/cL4tKRo1RAYtC1rtl50O539q6EsDpHlE7Co3qDvTb4klwBH8J5L/p9CEzFG0q424ZXTg/+9x9njWQ7dhyztqyWH5XrYyTLhtRJmAFP9vKpLgT35jBLxtWLdNQ2rZ1JVLCTkoaoENVwcBFm5xjS165ly7mA4nss/86Ri3hkWNzBDFdsx3p43fId7aHZI5o0gajTK1cu0bN4+XLl5urV67QkB1yIyt+5mOoBGouBwd7zb/6V/+St3M2AI7LzdbmVnMJq3JjY625fu16WGWbly41ly8BKuRJkCz7JskpyLIagOmikc8AKUC7CtDGoFm5seRiccrM4pQpFkbiabxMUuY2KEAJ8s4NlV8GxgJZm0bxE/WsayVdL77vrlyHu/rvNXs7AioOofzOugtIkT/2hGp9rq9vhr9hrtrLQ27KFNMWcV/4++58Cc3Gkm9cUQu6DfoZBukFu7quXHDST11y7r6YcFFXJnwnPfpTeBHPGmHZJraVcrZOHu8On4V9lMdno1CY8brJzhtvGl3bYPpKn0Y+xV+QFbu18m699NIkFfwPBbcEi0mKAOp79+4DEA/hdZcVZrftLPFOOHN9676V4+uNa83lq1ebq9euNlcEZO8vX2HRCEC9tNXs7x2ExdkcuAmdSgiiLTHxaONcXirvlef75RCAXyUsGi/yZ2elhueqWwP5GPTq6bdovdV9RLBi+wyAsgNgn32nubDVdZYA/QodwhrguYLVGdY0UxTLdArL6GWD37L4iwsLO+6KJSl2xuEjbdXJZhQkz/88exro1afIQOvnyymTZsk8QHkuB/een26zYYynYCNi7oz8emd9l04XV+7bx+J5UX8DTUohaN2+8srLCNKXxOdpBVU1WQr44MDVcbboEOXQZ0y+vaXdZm1/r9le2QsAuPfwQfPJpx82G+sbDNOdx9zEyrzcbF7aAESvcejG5bBKN9e3qC+thcYQ1xOL9vddNGJlmwSc+zT1zhrFz5GHM5QOicuQfgSeqjSB1Puzd6kLdTXSFzOyJSm8wM9mb59h/E6bOuAZ27yQ2YUkZRZM/W1sXipzpNwLnKux8f8opi8EzYOsQMFqlF7LOSzV2uJO/3musyzueeI/p5migSGAHCTN8szrINGE55Q5ygm6p8LDrGUFFYf6sJNCpj0ircAyYMQn6TlesyAOm9de9z3u1QEwMQdJNyBK9IDF3z2bMVh3+A9o5Xwc8NmsGkamnRZwschXIXfZUO4iyt7ubrPycKm5c+ezsCg3AYlL6wAF853XXrgeQ/TNjUthkcZpRSjs0A/GOy2BBbezuxfgOTZFQxj4EvlxUcbFl7xmLgSgUL7yaLadiyslnRauZT3mTJff/uG2o/jO3XtwJzoBLU5lWyE/WvzrdCxa10ta1Oh4Ax3FJvyWce4wKGWWtSpBXPZFni6hgRs10RdzgOy510IaWFSjlkKW2/Flpig9oMzIC0l5ocTTe2QzfAzwXKCkttFDtv+8/MotLLutALDZyR9TYGHlSCPwWE7c24v68z+NWXCizRdH+lqAbkEKa1FA5v/2/qPmaI3N4Y+Wm8espi8z57cFQAh0Wp8esrHKkN45vxVX2AEQAS++TwJ46ASXA0BUt82qtmpf2t5uAdVZ3zJfWIAXIGd/ZbFUE1wiavApdyahRYuAp3B13bCTrJ/re/NjT8NAPtJ0evJgb695/PAh6ix61BpdXvK4Oy1uV+OZ4kAXyrnGXLFWuMMYWcUqPXJ7FJ7/1PzImafW9iXIYtSnlic7/3HtjDg8v1tEA+q+6Hx2rLqMZlMaWgHl4iBppbFa6BZ9U8fUxkY4wWXyT12hvM+KZtq68hYNlbt97nMoMiJnFW6DNHZczYNhNAZlSrLMV8cP6076/KV/zZfY6Q1ALTFP+EJzjV+cIZlDg0wgKFPnkTI+dVOhIC1v3JEWnnKigLXWClLzK/gJhrJ0UtoVcOOwszL8Y4gOqDpoXlFxgINnYPjmzTI3u48fhUUJksbQ9DFDd4emmywWOfcpwO2yYGKu1hjOL/NsHldWyyKI4imDZeC9v2J5+vHh/WZfMxffpaXtUj4KihN8XJjSSa+vi1DLADMKjtV59Txy6Keyru0c3Gq0HB3GiKquH1lvQqYRSYxIOmCKJEi9iBVphNUOvRsEDnlL/uCgBNIPIGthpJWpNap+zIub7NfZdVD8LMMCrpaJSaj6ZeTPUg42/NESbtkXxmPlT/pBaKzi1KZxJlb0k+Dzfs02NDOfI30Nk6lUf0mnVo93FVBCnJVxLoGOZ34chZU5K23S1pU9/eqrFcVszguy0WCiwtVchu8z7eFQfWEUumlXBqYTxkr0rVu3AgACAFsZxoE1GRRAyaf+1W0x/9P/8D9G8o8fPWrefvvHzXvvv9d8zN7Kne2dAL7YjB6glZmlOQF62fBRW1i4ApMnDq3iYfgRk3t7hwzPafzKdoDfPtaVq8vrDD33AbSwrna2Aciyx3FVy0pQJinOZMfaKtXIqkd0YTnKSGSJ/a0oNjTWgp/G6N5eOe8oOgDipV5yS5OyBQgBiIG3UVFIsM1elGulqKxHWT/yOUl8zjh5TV5JY9mGHts6JiSVX0vhI843PQ+Yz93fAxSpiJ3sgL3H3PmsPt3van6cxljGXytdXeYUR9Ahl3qrOwbzoIsm3Oa3+Dz/e3YaCO3OzW4cKOeOdjrCxHIrr/WgrRfBNCv44vUDrhGpQMO88SNtiKVPebyfjK9PSjoZGsJXf15+5ZUYquUrilXQ4G2kDVs7AFPpp6AFZgO7zDagmzdvNn/mz/zXYdFoybun0lOIPvvss+aHP/xh88ff+x6Wh69dlcUf4TKdNo7znQdLI7C3wbo9KICzteicj5PnLttzbOhamqtYld6v7gIGDkltyrBe1+qEhyhZABd/MhH84qbwLjJo/QsYyuRPi7M8l3nRIleEw0OKeBeeG3mXudACOBpgWrRRKl6RrXPc5ijHcMExAIv79O9oF73BoFDmyCSoFunzdKDO6HTSPXx0h1uFVC+UBfoRONd8R5772BeqlY6sbrpfZkoESePniEG75ZDoVa6S9fPrBWvgwoHSqiAY2Gt6ZW2igEPltyJR6wSQrIjp11kE4SGxWz0gtHJxLXdJfcwVYtOgPsZ1rU0s2NVRQ2g9+tLUROX+jTfeiKFlvqJYQGFEN3q2UTCkN0g54olb7tOq4DbuSyMnb4CFc5Q2tLD0iJWLDC/dvNW88MK15vt/9D3RhZi+2cIF0HSyQSAxGwEUBChfGb4yPJev83YUSALmgfZipKOltNTsskncxh6vH0LvPwiavVUWfODdbS8iSR0SRnrSBB89HWqTwXI2JuFMEEaZET/TirhdOeDvPajheoy0y3wqI0o5AIsMIZv/BPOYWxWUmB4I4A0QVh1QeC9zwS0Uwy1xdG7IP70rvJJPYKm8Ka/DAwCUPoAtsd26kmmGLqERQNWNw3ct6StXrmLtk3Hy5lzxGoAassucfCv/qB6ZyHjakj13Z6eBCwfKWvQEg+P86vDzvB8H4IGURJno8YcblRV3HctvC6uPmjzAYMjLCk6lp6J71zWGijSABN6mukLjkiZEkT4af6IKwAbSf+1br9MgGVKz0LK/d9g8evAIOrsCxQrUCXDNXPiOPTOKER5ptaClh8++Nun8qHNj8dwuaqgLB9mxWCPguBDkkNx4JKPlyLZNY8koZFaO+p1+OyktxsiHQ1PiWg6xOEV8efNWBOkQRhrrzJ0eLpU9QM4BCioedmQcdji1rsgQ+QMwAzzh7Tzoqu+cxz3xCBOszFOANDzihYVkc1ZXs2+e+KWLEYSyMw9hWWqN8kAwgAoQPnp4N/QncIb1TsckqCqnG+3Vi/fZueTGafOSoBnJdTrJlJ9fT6IBgDKbC9HPoVfKBo2x0jkrjOVntbDC6KxI6dIvn/vXCO+ASPlpRFxiQcCKQjux4dk4h1xUUgIMXbZnDhVgSUWc8RgCS5cUQeV5ZJHU1Fp2uUhh2iED8FJWqWvK0b0VO0Qm7XIVFJAsRG/BzXvKJqyfggERHI1CVq3yzJcLR69/+aUyRGUikubVPLy70/ynf/92AJIRD0zIaP5B5phHNJP6W1AUjBZaul32a2qdoeBomDtsOYq3fJDZhlqAp+hby1TX5YtnPz8RepN/lH1rJULnglOnU4f/RiYtdSAPATMWoojqQtbauq818rqmG8tDnrJKb9VdVYeAj8CorPI9pKNgCyrdQFmAahpOPpKOcGm00AViQShkNq4iEOaCVrqsA53OM6C6mt6gw9sQ63vnWtLwa+/LhmgpSpvU8j+MCd1SFtE9qENkDt0oP8/r6y4slddW7Th8nTW2NRleGoMVt0t66GZWvoboa7+p+a6JTntfGunJuCSu5bXmMsA3Masme6IWZS3IIvcC7XFgKr9Svfqc8VUTw4F94oWes7JZcWxoi1QgsS5+U1KMwlNsG0rfRQWwITh8I3soyKbm5ukjBnq+FugCcXxnx0Q82i2abkujPrVsIJJLuLZnK2DUVhMAzPSXY6hbwKYb0pJfXXnmppXT4aNgoC7okkIOaWy4WnNKemC6PvMLoJYPPzse/Xwfm5jlivyrgOWaVmGAwlp5Bx4Lyw32a1i7Lja5Qq9aBPEt3kwKeUg2LDT8teDMq9MNAlBYxYQLoFqV3Iafr4Lq1IMgZLhlq3x2hOalrothoRKuGysrE5PpXK7E70hrU1SpKUvZuclet7vDNi/Kxg6izP+KpVqfDuPXmmvXXghdjclToj77fy3kAbA764w9EaCMCnrKnFjn5HMyN1ljh3qRk/E2VrEIpkloaNcUopCVR7sLoDNTk+LhOY1bBPHHSA5v3TDukBQI0gugOQAo92hVzjPa4IWIbHv7AiJh7gEUygKsIlrR7v6+YFWG5eEDf8GnWL0kEMn6hzxBEI0RmjKEFQy5b0HQLT2+Gtnph/t95kkTEOXhUFS/GJICZofIFrLiB6PSmZCcQBdpIbdG7LogIVj4/jdnfa6z4uymet+HFyjd+6i1v8Ge1hVoBFRnI4oF7Cc5SlPQEkvgk7/60nUAiZ8ugDo6DobP0Ai0ziOa1/guO3RlRIFM7bSHujr1QpKJ94DBkgunvtoplD3MaKc4ECd2YGysMB30eXQ9XZxXFs8dKDVgdAkMYV2UunZcyy8R279GSV5jAQMP0kUSmU7QIEGLhsoS/NpwGwZtJhqI19M5M6wAdvsl8zaYevitGAGl0MT8XJFmPNmxCgB1PKcWa1L9ghtXG+VqAGHYS6TvAs4nd+42/8+//GdYFleZoytD1S2AxPfAX3npldCrIBnWHOkEN6y8wwBPs2FoSSeAdM8nANn8wT9dgm+x1QAz4gs2aUn6qV83qgOPIXOoB7A8xOoMvvrS2A9MT/DmXovviEUk4DRAUz/2MwGm8lZS8wwd4pmWVmYsKjFfusHc6uZl8slqfQFPTyDabC5xtJsHlCxtrMZ74K5I+zlgV/W1Fs2TwBjzoe0e1s58I0WmNmP/ozLHyIHy9VtDMeQn3Dd9UhbLXjCO/aKCLIDuoSS6Ujvi9lR/Ii154ywz61Qpi7I6H4t2+FkOz6yzgNNFuVv2+qlFrjaqc3TnDpRDsifgnaaiJBgurh8Vmgoeku4s/MzZ9IKL/E8PPgsBgoe5NC33RWpl7sUXG3kvHL8HvIVi2AbvfV+JxSehD3AijkCVlk+AZJhYAJihgF38oEtw8xqNleCYVxPo+OeibVqU+mtN+rbS4VF5nzDi6UchCpAwjGukCaBqTca0ARbtKuFXdg+aWwDaEcDzmEWPHfw9ZGj3aLd5BJ8lOon4AJoWHltw9rAc98j77iX2hT7ewarEily+H0DlnOQKQKkV6OLI1havdXISkXOfbkFyyO0pTTGchV9MQdjJUG4ey6b1GkNvwrSerYfKZbmTG9KBBnm44Vq6X+d5XRiLuUZoBVn1VupKmWuM1W980pXwfDr+6lSAX+t0cSemOCKKpfp5c9Zu3QU0JFKZGyiHCiwbiuJmoWQD02/ImT37gkWcw7xS1KMCj4oJk1pN0cCoJFpR8RnbQFFT9EcjjESpRIZzn8MqgcPnUH3NsPgQkp6mL5ekJgaNOxxe1vm0HOnXgyzm/do5OOnUo36rrv7qYfxk73O6qgd1C00c/TZo7o60SbZKx2pDaeVSJtMsVy1b9IBfWByG0fhtzP7EQLcHuT0rZjEhDJ2aZ3jqfBYABVltQ8HPYXAMn9V95LXoIeYBw68Mlc1HRydPecAvrMY2HgyKOuB5BLC7u3tpab95dXmr+cbGC82XAa91t/60enRlfw9QfZf3uT/cftA8ZH8oRiA1m6Enc5kMjJsdpg98GynkBbwgp9MAzHZ3yiEfgNbqg4cA10rMc676VhJAm3tX1ZFWYZz9CVJuAqRrDOEjGb7Fru7WAVYwMFzsEFB3yE0g+nZaBRBnOLVNngTYUge1NOUCFdcD3s2PIb6FhYupBNKNtoefbcygBOggyj8lSj6VesCTcbPzKnF7hF2Mk9+EfHNGt/6c2sXwwfpTdHcqfnPymBsoTyVML3IW1SIqM85seigkSOa9NPuPs3m11B2/OvX2vs+go0WMCBvFOW3lkJ+VfRAnu4yNBCpghUWBMso/1ULDbcGui8KNCxSrzN0p4yHgsSKggKKCpYs/MQwWQQnPfATYBbCFYB34HTiPiIucSx8gCd+4F6aKX7zSKWzRkUW68krZBEjYxlwmNxu0hZc2LjdfXr3SvMBeI+CGTob5VmQznUvMQTIr2by8dLn5Cd9H/+n2PfJDtQbQtPAe7R8177Jpfh9r0g30dgGryKnlhkEHGgFA3AiMYtY27yoKmCKSaWhZ2vG6oh5zvAIlQ/QNLFCtwy3S92NrWq+CqZvIVwFPgTA31ncWpQLDMwS3PHj0j3oRRffRewc6ph0Wp1EKIBiWP8tN53OUC+l5b17CUo08BEn8MS2T//y4i83NEwHKqCBnXmKTijv7ypFp5PXMMzGVoY26bS+TNDFnozdWUoRqVTH/GfZUIbfx26BsTDpD48pzWJjEXOYNnxXAaJdQX3EEswI4Y+DhPCIRDrDgjjzyjfgHWmqAVrEBCYd/rp4LpnFwBsnFUB5wOiJuDusLOBAz0hEc5U4eAUyH244itpjPe/XSteZNTjt6kTH2WrtVe+nIDeetA2QPltl7yIGTK1yX2WN5BaAs4Qy7V/gsGhssd7bx0ZMEV7BSBZoYeeAlIHnGp+B2tMzhHsmbawFX8RTgcjGM3xZAuYZle5k53q1LHqC8AWCzcMSiUZxCBGjG0Ju5T0Grm6M0efgEuJE+3CIlV6fX2N7jXGKCogExH9vG6fTTll+Ep87wy7w4pXD12rUoK2k+ty5GixeXuwsHStreGTsbvPNE0TlHY4j2gG9d4Y9L1PgCRtbDybimY2MuDVp+UelFsHDz50wOpqWApjeZVuGYfxncAiTyNybARoPyAFsb4D7nUbrokNMJIR3gdQB4asnQ9ovUdSLdcANwZJwaw/A2sUOAYPmQakF6ZRPzGmnvNwd+XUygdVN5i9hroOkuw8UjwCga8j6WlENO/u1xPFvD0NPhN3BD+SA3wKfsZl6AlC7kjbS558GZ0FVurmHJvcIZmtdIaxmrcBcAXY0OAWsQyNTJw2zRLXBPOZD+EVeN01IsyIEMj3nlcnfFjdykKagwb+mCDxIRWyDTCmvtddLINmielN+QWCCCzuG3Jw2tMWw/2OVAZI6z2wUw91lpX+N9eN+PD6vSd76hj3TMA794Jp2oN2HBCrzuB7UcnbmsC4mVdQDX4fe4E2ijKALEE3idS42tTAbi1E24NnrW0tb3+WVBDVw4UC4o3wLkk1UhG1Kv/i3As09qraMx0sCyMVlRddpyNvsAwPCZ/qetu9MJBkOMVWJqdbz/3jvNV7/6leb2nTvNyy/f6rIo8CmjMKRUmBqEDaco+O67G1t6AQyyOM0GpIl2JnL5n2v881nqgkLh7/Dz8MDzMQEwQUCghK/bZfa1IOHr3OQOvyUsUJ/DHpUvIKQFesi83b7ASirOB15lOHuTczN3th83d5DpEOD2QI4N8q2QXbkaQ9lIM0LIgtbtUhaO5USYedzDz6Pi/KdTtuIAMW6Khig/HtyHqs4sWvdwHgBWa+oE2Q49fonOBK68urnf3H/EGUPkYYcOY+XRY4CUbxkBlsWSLMe0dcNwgZNfDPvbQzLUn7oS5MxFAp+WoTLGs4IiTN5Hpxj1jhhZFpCYMy1fdZL1MuqA9eC5O5UGBoFypOQRb5U/j7OgZhWLlXLEyadxVyynvl+JMS6DvbTglC5prFNttffCrzwlHc800BjiaHropImeuzQQnyclK6TdX5kG4/jDbV5L/qIBh85KBR+XHT+SDhaKwI3hzuUNOy2lYlU65NXt8nbMj956q3nI6vVrr71KeGq9yCGNEKAu3CAe753rqTPxFkwCOojrfKHKVHU8hTyF1iecf9o48YiskccWVMt8o2TK4c+9nFo51AdOZvfVy4NVQJHrRujd+FAK1Dwfrpfh8K1bLzbf+NmvN2+8+nJzyNzivU8/bT774KPm4Xt8XO2BYFpGD6GzNqsakyu9HkrZtLICiAEy7dBwAZbl1r/WoMhfeHHfyhamOH7WMcGfOYjQi4tDy7ssEGFNL3OyvPF3d8qikIeT5GKM1ryWYplnLIAWYYIlYCrwg3IM27FAAcv8pIegKfhZvt7rLEN/oU8tUP+Rt/TXWi3/LEPSsnNk6sXwcCraMsepl84/fC72z2nSVvaLcEMyDgLlaYWxcumGGr4hJ81uHS+qPR5ZF0Zc28oREkz+mRkalagVcAZhKNKEI/FWKmUxOfyG8t2XRNqou7106jx2cfDMhRGbqyB/5eqV+Db47//+PxqBWttAtCJDyS0zG6YANXIGlISBLu5Hz3XhlOg1kKSwLeOWYV2BC1BmStChU7sf0yvAzW07ynVTeQwXua6zt/Hmizebr33lS82bX36jef2N1wIMBFIXWO699W7z7j/+v/nUA3OIsA2O6tp80cmFIR2piD+sQm8ynHUvJukfHgJoALbD2MDBNpOxT9OsAGrKKOAUXXCBMLcG8RQuSKExzV0sYDsngdJ4sZkewbJaAIf8K2laXmUFWwDjXrBz6O1eT+c7mTpxntMThJxGcU+ndcz5Ti3LPDBYvyyBlMmr/OOHhqVIGmURW5Q7POPGh+duUQ2cC1AeJ0Tbt9PLP/1OY8KKVyqfNS1/T1L2o+bHb7/dvM3vT374g+av/8ZfjYYVEtFodKXhxC0N0GIuORBEbOj8LV4cZxNgUjUin9OClUN5BnBamnwWKEb3xoFnS5T+xg9gI26Wt7JBWAATBW+wMPLyrZvNjevXARQjCDDMhQIkB9BeuswyDh9LW8LyWt5mTpSseNjGEVbV5ZdvNke86/z4s3vNygPApU3EBW7f48eY5gDltebGm6/F/sk4Yo7hv4s0nsvpR9f20MfDBzv8OJ0XAQKQANUc1kbH2OrP/LhqH1+uZCqhKJEtP9yFwU0+VyMTzm3iG/8NhTXypv6dK/XerUgCoUC5zoEdHqhyiX2f5Xvn481TvVkE6va5uyANhDUTy5kXlOBTkkxUNCtvqbshlbcFXoaFNI6HN+i6/Yl4hg7bOttegmYWryDgT4wUWzkqUTJ4/NqmnZ6uJt+8+VLz+uuvNQ8ePABQ1mj4DGFdiGAz9/4BHwljAWRjaz0atVaM8tnALtEQf/Fb327efffd5qc//Skr2FpcLci1CZRhdAFBvYxXaApBAUHCiZfWswtCtt8c4mpHQhERtLpGTl5lw7l+vtFy9crl8rYK8gdIdZaZoMWCCqB2AOIdYhVGOOxWMSEfsx1o+WuvNZu8cbT+03vN3Xt3m4Od23CFTySphbULAF9tXnrxWnOZTwUrpB1Fgo1k7sO8c5cDkd/6SbPNQk2RoaRVRkfcA5zqZQ9gdcFoNKymy2HF3TnLUo5lN4Ag6exv56hwBxyyXEDXVEt92jVvAO91jlW7dBk5oRM4BfHYh4q8ZVoFvtA6Oig8Os5R7vzBw5onX/Pv/ahm+Rwqwfe5m1MDVbsb77LmjP9FIhuvXKWCW/1GVZC2x0OCZmmgszUkSHZgaoXm2bc9avCe4FAxdn5qk717//B//YfNL/zCL0YDysZtPKV0buwP//N/an7+576JfKWxCQ6Cqo1tzePH8F/GuhL8E/AifsyHGqfkvoCkz4W7tIKgA09/xVcdcA+N8QzP+CGQkU2Pq8C9v4v1htcqK8buIdzZfsRmb2UqABI8ZR1mmmAU5JFW/lllWw2ZYaFmmY3cvhgZqUZwgAmsBGnZ+Ppk+XY3CzPEKavcWHUo/cj5RuYMP/34XrO254ZwQZFIAYx7AWTbj3ebB1iz8S3xzatMWTKX6M9CQ4eW5zIr7KERO5DgkToIZqEGT/rxjZ84XxLvXTq4Xax6v190wKuZbj0Ka5JV9DJ1MNJHZMx0AO35XNayvM4X6znVpAaeGaC0qrVtMnLhc7Sjce8IO+5PNJwqnnW9OJvVWDJdkh2JhBKFQDVxoShVcozaGIMusC9I/VMYJutxDjbcTFBWSxzQ+0Lz2//9bze//4+qOUp4YPvwD2CB3HmwshdvxM05MN9z1moxzSVWVlexkrBXYi9egTjn8lzhlaJOt71HYWG3ALa+J615rHUp+B3Cbx/g8+iy3HY04mF8tuww5/jgwf1YyLl58+Wwine3GUbzXnYmVyiVu8jucWh9Syo6B0DXIek+ADeuI6LqQmQtSH5YknEuJywF/3BaimRGK9PPW1xevxyLKO4R9ZXP+5zl+dntz5rH29iHHBh85frlAMjDJfZK+g8wXQswZ6zPtqyY0pA3FUGdlJORBFCnGHjPnL2Wl5mP9aNtLuIYVctxB6B8+HC7+ZTFK4HQ/tN38Ud5agG/SN1mrOjGnJTpjBLosD5C2izqW90Wos/r36KS43M3l0JkVgipz/NxnkY3KsjjZTspRQxTI/JIVquNWUifEejMTkV6aePqfVQqeOHhvdear9wyjveG2fCj8duzt7y8GubCQDCxpQSchK8hnRNA/HVzdV1IuQlZ6mh4+EmG2EYCYJjSu++82/zLf/Ev1hR/5gAAQABJREFUmj/+/veb3/jrf61YhNAt+3pftNJieZQtJvrxj/ztPt5uPvroozg9x/2ZK3wL+6u372CxkSOHtwCPA8nHzJfdoSE/LMgfgmkNhlhYZLdefqW5+tKLzY0rHOEFUDlvt81xX48fP2zu3r/X/PTHP+bLjMx/AhbqL5TOEPfBw3vNo/v3mz1oL/F2izo6ZC/og0e8u33zBnstg5p01C3y+AhqxEILiVvfopzka93Fz72kSqY+W4godCVlUwcIcyAsYAK6lN0NOptVFlA+u/9p0Cjr9p6W7nJz7x5D+bv3ycvDsNixxTl1KLQYYLiG5XuLb7XvseJ97+490iv1JNRlvTBNNKmAWq+XYmM64IjuIkvo4mhlH7BkXpLO69rlLUYJgOW9+81nfFrYEcZ1piR2WUn3pKLVpfIZDiUQ5Ckm8hvJoHt82xXymDuFBq9IW7nsBEqihf5Z/RvlfZzw1YhkNmlVsacRqsQAli/gHOWQTqhLUY+GwDYArRfJAstfxk1cTP9elOmPURgGt7W+RykwOOnv3Ni/+oN/0/zaX/qLQSEwfPe732Xo/QuxAvuALyi+cO0mbLIC8AYJlotx3SqSrerK1cvN17/x9ebf/ft/ixcWDavIL+273US2xhVsAAzi/fGlK80dtq/4lo4NvvzTAmqa64DaK6++SRqXDQwLKEANq+o+1uIrr7/R/PH/+/8127fvEui2IL7pc/vT5sHd2xheB1hVrOxieR7ssXGbhn/AKvLeo+1mn+HtQcybBlv+qBegX1RIZMggrlpfKyyE7LDwky5PUPdAYq3Ig5jvIy2tRnisUNDm9DLzgp7VuHVlq7n/g7eaR3QidwGqO5y29Jj7sDQByJIvwQrdUB7uvb+2tdZ86dYLzSOs40f3HnCakcNt5y8VkzTg7zVWuwP8XTxiryXZOGAewamAtRUP+KBbcioA2hfYYO+JR6uU5d27d/gG0rVyYj6HdUw40kkjxXRKwln2SW3Bqb8n785LEqdxTuLoeiOaFv9Mp2mPe2aG3jMzc4pA1dQaANEL2wh01j1dWrP5LJhKUnrsUg0LDeCJTvX3WZ60nSAIev7I0p+uND4aLvdaCYVrCRec00Uj4MFFmG/+/M+nd1hDN196iYZ+nXeLV5p33nmnufKta80mFoqWosh1FSAQoGIejgphw9pmLvCDD94LC3CFMxg3HTEit/ly4WRp2bPAAQWG1B4ksRJv6bgQcASQPAwbeY2huxVM669YgEIrP5Tn0PbaCy+G5XT9xosA5f3m0aP7zUcfsxfyASvTpHXZvYIo1FXrO1huznluEW+bL0x6WIVOefiL5V0AyKe+i7lSwG9FGuKF5US8ABDmO/c5Di6cFys8V/c3ujCnRfmQ/GzzRswhdEfMN35y71HzyWf3AWp40Ym4OLYMaEtrCQVYc7XsNumE/OyH1qwffjo4ZC/lMj+s1SPS8E0ireDoqKC3LpT4yCp4k0FPNjI8rG7y4GuPV654ipEwe9h88sknzVV0fYntQnFAB75DjkFEAC+XcqVslFepLZdyQIxpSoG/gce4ug4eQzozuLSNQmIxnBXf4DjFelSPY64FuyjPbh+ZZQ7dGA8Ukw17jMFzoAx12DSjaqKnBMrUkwVtvfKXTl06D1R8rYrlVr+6YiT9zGsUFBW6TqAXwcbk5xc8diydK7jvv/c+Q8S7zbe+/a2Ys3TlmxmzAMcVGvr3f/D95ue+/rNYQlv422COmAe8FI3RvXqukCz7hkrsqcn80HBpUIecirGMP7Zas727j+XEsJqhtCbR2mXmPm3Yol5pe1wiBRoCOnDwjiKOdvaauwzrP739Uchp+g5D/Wqj730/ALS3nSMFOFe0XhnCPmYoG8qQP5mNz1QEPA/0/NAohyvEbr0RCC0ArYzLWM67WOFL9wFCwgNEU3lcXbXeBeQO0SuZpSjZprNxvfnSN/6MTKDfAcCwcnlV8S5zlDt3P40cRvki2B4Aus8C0o6fmgBYX2FB/VvfuNJcwvrz+RHWsXrbwVJ+9JjDOR45PYGA/g+5sSwpryPeWz9AjtVY0S/7Si+tcLgwebhz515z5/bt6CRjgaf9LHCVDfSp1WrtxZXepdy3fwMqTfcpceqvj2NnIlof8GqmdZiVqnXeahSMaYe6X+b1k6pcv/AWpWpo2/rcBaiVJ06GNdAiHE0rGsC4em0UDv/GiiJI+pXFOj5Qz4PWhvUZk/yvv/568NPzD//wD5u3fvRWAMC3AcqyOGMITQNMMY6fthUgYt4yZMbawX+XhQ8XYWKxxyMwSNtj38yUUKw1fLS013zlK681V15/s7nP0PIzGu1PP/yUhRrmGQVs8u3qeQAUaa7Qa2t5+VXHfQHY9ACJ+7c/aXYZSq7xLFDYpK2IvNzC8NaTinxnnakFeD5g3nIbYIo8+LdVW+gbMAie8KldnB3JwsgOaQcAWe2h8VMQZU4Vyw2g7Dtp47VJ4rmCrT4OSeOFWy9hvbWngaMYT1u/hvyf/PiPmvsfvxdgaXk6L/nxJ5+yAPOAfO01L17ab77z9WtsQ2KxB70EiDIv6jTF3Qf7zfffut/85+87+0v+6RyOmCpwrtE5ZOuRK9y+/kgmYsP5JivjgvlHH33KMPxeWYDz3W8bMjTmsYw2xvXR5bO1opRV8s+nK3kPPbT1oujEGoQq+eVz5j+nZewMpXIxru6CQ7eURx8sTw2UfUEUKBLjmkMV/WphfNYNF3HCVqERaOo0kncJPf5voR/VlFAe0ejfUUYBPGVbDXTgLnvnmjU1TT6WhbIIcqvQHWF15eqpCrdvKlP1JbJx8tW+0AA9m8/SxoZjknMRJfXgNcFAgMt8e73GiTA/ZoHkmz/79WD+i7/4i81v/sZvNLex2AQsv+X93T//lwArilT+/K6zWLHJNpMldmebb+V5+ID3p5k3FBf3PIgBS8Y9irs0XIfCvvGjFcTqUXOT/Ym3Xnupad68ST5LhRIjf/zh7ebhyg2ELTrxLWVP1QkH3Tr3S4D0lY2m+ToLFfvL10lLQAYYkOQxn269wyG8sSWbhiw6C943LzHMxOJ1rk/LwwWNchAvencFn7w5rI2DfkNrpEs5xEKP+Wt/FhQxLaziR7qibuxHpAyWseJ8c8bAy1tXsBo5Xm3vAfl3rpahsWfM6cyHCz9YckvxyqGli54Q7jF7Iv+UDf+omTON2OLj8XTka2UNoBThSWcNWY+Y/71yY625fYPj28hXCEScOCUJGq1K32V3lX2FaY9DwRI/h/U3rr+ACEtYlp9yfyXmdde0PJnb5a9Z4scfu3oat1KrL0+WdzrCmqUO48QmaGCFiz/ejLl61dwA8zXkQoe9gH6nXwcbpoRT2NWkcS+tafflGUeFjNa2kaAvKdTtr1AZ2N7ZeaDzzp+bsMhDh6QbshZiT2OyDtKlRb05NVC2qZ7ZJcFBhnHSzJlxns5ouBAKvYpXJiuZWBqVjZIUerQEBMCoDARoFdXyj1K0+HFRUBYEVbj1Cn/+yMMNxYVn+o6u+jtPKdgIeH/4H/5D85/+43+M7z//hb/w3VjYkTqsyWgUNNJMo41j+PXrN5pf+ZXvND/80Q+bd1bfRseAIofZrr/ClxvZnrPhqTeAwIOf/IR5Q3FU0HW+DWY0Yj/xeuXSevPgMbK2VothhMAdEHOeEvBTMy4CfYk4SwDOIfNu+4D/HlbWQ/i9A++fMDS3QWj5/uW/8leab/3iLzSvvvZ6VF73eYaeQuGISP7VnADROW6t6EWtrT8XO6E1Vpl32NoT+qKMoi5lVBrLnkNuynHJOSv9BRqsR3HblPUShASeYpniA/DFxm38zW98d1tvWhGGIeUHS3iafjb0KGeteuc9mZMsnTMpoJdl5jb39pB1lYUm8+HrRtCqSjvgzc1VyusF+B42H3/8MVbllej4Mv92qt2wOzyVOp25gJX5E3meoDvv1LN9msWsH6ZpjTSsZN8QfdULIQmYlW4gbcMsC++hhpTivvjFnEqukpMiz+DfrGxDvdhghKme9iJqof4VYnuN8PWqZgdcWHn4C5RS+88TZjxyy55HTdogY/jaxk9LszxGRJtWFJ468KdvFITtIwgJt8HYWntOsLpx4wYyGHG5+c3f/G8YugIE0O5i/bn/7tq1FwPUpNV99tmnLARsNFdYeIArPofNhx//pPmn//QfY8G1UwWiDI3TBYMjhquCmQsNhxw+G0eMEe0QmbRKCAweDq/dRGSdE8DjYFquuwxxd5nHvOR5jNCvUNsO2YTNwDqUy+CWjB80W8S/aiMHAL789a81v/7rv9587etfb154EQsKC1Sd6JCw3Hgv2KDvyL5xydH+jnOAbAJnG40b6aNCmS5v7OyS7uoWFqhywkaAKuzkyj28tlgoWfLtnl3fuPFVTkj4xaESRc1Q8o9GFXyCARYz1vebfBL4RRattAjfeofFsX0WugDaUsJFbMsBTVLWyM7Pk5msJ7Gpngog6B5ghe5xPBziMAyH9z75gMZ8mntHBNd4ffPuXVbimSe+sncZqxVTHbfkVjA6IfMTGqFeRL1LEMD3aXGqfx4nme2wtDXrAHrAMzuwwkPN+LMp5H1JoLQrdJLpoZPgKW36hQ8Kj/gaFJEK17Z9WkahUdIlzhEWf6GOKBf3pzS3i0uvqHt6eqnUvNaUZShswZV5t9KLe8/KMLV7jUaz4o97h5/DFqUcS3GV4q1TKPem7S/AQdLOUXgUnHsff/CDH0T10Ir6B//LP4gTZt5//30qy0pzj72JNkotjOhhie8m7B0WR2xGAQ6EX7t2pfmzf/ZXsCp/BQix8dJY2zh77NXcZuPzJT5z4PvTNmorl4tIHkxRwCSbpRYlVhH/fPPHCnWP+bo7yLHDIkbERQb1pDxWPN+BRlOAAu82s0/zl7/9C81/+1t/o/naz32jucTiC8mFk1f+Qm34qoOilvI3CC8zZ8c3vg3x0OEAcyq9o9crLzCMv+ZnarHy8SudYOkuEszs7DydPBalgiECpBA8K6/7Hkv9odYGAHHCOVumXrp1tXnjjZvN17/6RvPzX/sqgOcri+Olq8wOfT1EWbC13nvMnKCvfgQ1750C2Y9tUmwhosw8OSg20BPuQpcr7L4DfodpFsMyGfXqG0DWLXkXdFGGlINrpS5Jnnan5NNEjjxGBqRCp22PmvW9ixc3/uHXXuKWslBd5VfaasTNOkpRC9DOmZdFMqd2bNe09Uj3Kf5zemvy+MyVRjRAh9I6axINpoJtAMvMFR3lJ05piH6yVAsp5upoFLY3f+POUtNzvH8y/QTpAgjStc5Afi++OLIWXZz423/7bzd/9F/+S/Phhx+x6v3zEe6rcTKKo8WQybdAbIzClHzTCbjvc3SZ21oOlzdiWLxxjbk1GvE2CzcOW7XsdAKWjfbRo4dUGt7qad+XVhkBggBfeTUQEMDi9GxGF0DWqcTqy7lcTqck1wUUrOwuXNy8ebP59ne/09y6dSvAIGSOOV/Bvu3tqcAeDxeyo38t29STsi3xtsydH70bZ03uszokKBWLu2g55nk1RciEFmUpE4Tiv8CtNahF6nyjzqF0gqjEcXAGUwWCmvUw5EAAP3/7ja/9THMDS2/n0U6zy8b7x59dR08FxFLXpRGadrDXZCRtdiXg4XwmCo1OdontSdvkdXmPz1W0hyAjIvI4/nPLkIDPgt4nvCHE/s4r18roxY+XFZCQeuTMMn3259rFli0qWAeSeY8e00mjKzTFSsyw0bXwiDKThxY6dUWgTGd5TQFKe9G+awftlbcCzHJZYaTpKjiFmFnJ+lPzqONYSU7rQknRY6SlpWK0clAgyoiG1SmUoYv+Kgw/t7N4ik6ZAtAqQHJAUCuKUGpjkTDmpciM8QI84p4/tlHpcEVXw/mxY5Rr0DEco8mjJAGu0NtI//j7f9z88i/9ctDYy/lJhv/ql36p+RYgZkJaghuvltcSU2+uCN+8+SJgiU8CJQXx5ptvYlneaP7dv/u3ADzg7ugUK5DWGyAlreVl6kYTKHRuw9kTDHDKZM5Cj6FPhrJYPjtsyXE1HYZBJ1itsjdwF13GnB8NfYkh8wpD5RXea9bSMqUOiAR2Enfl2CmI23ewULGKNxhmOvS2fNJdZoHjgJ9fktwDNPc+vdE8fvhpWAAlv5aj+hQkC9DJ0681WpY2HVf03VJVvvNNmsEfWhJx47v1I4DN+PhRi2Jz/IcfvI9iXm5eunKDTupa8ylziYdLH5NO0ZUyKqtzsnYcth5UEOAcfMif7xPt+0VKwNMFtwMsy6NDDjKhs1FvjOepboAinc11Oqjth775xF5NhNSWL/XSPJqn0q6inhEenwq2hCp5lInEoI1MlscZf2uwSLJD5zx7ruiseKpnXZGt+MXz6PbYO/mNtFj0ZiQXtorzWii8Mz8lTzzxv22dQVL00coTda3Qt4yCj2UGB+4dhhddJn/p7LgHgHIIJCW/eFdXuvNM3QocepqSiIVuGYXSuXHxQrVaJCGjgQDrPhbVsqhHgbhKHM6wWa6sRIxRyGIkjyBy1Hz80cdsz/mQ+aqvBa3DgT/4gz9o3nrrreZv/a2/FSedr7z7TvPNn/tmawGxugx4ag1eZlEg5hGJ6Te033j9S7w292kAwB5yHmHR+EaMbWCZRrvGvBgmc4jgnKlg4XvJ+8SN8yOj2StjyVt0OMjjSu3mJnODDBdt/wL+gcNUDhbeRicOOy/D496HWEZw39eqwpW2LAQJjvCsqqCLLg75/fiXw0xBC2QoZcHweusrrzSXr99sVu8DlD/9oDn6sRUdTgItC0vR2JmPDasQ0FHdJhg0NIAV5lM9od1OSQsTDbU/LqEBHy0Do1m2bI5nuO6rj65qe2jvPjIesKdS2S13taJOzL/p+HP2Uj7qX+fRbvp72G9s1zJ/Ahz8TUeAjPS4FzTd/nUFsHyIBbvDFMk60yPWP7XcdxGv7zlAN0HyDHlYV4puR/n32ZL0qhu74pXgrTGTzvokXerM0ptcI6CzKhEK44x8llfrfbhRfs6S/QK8agFsDCNljTGRLGWOm6Qrnv4Ni7ItDBuDsKminc6KOUJo6tTG+M94oI3IqRfbgl9urnFUmA1F5yLL7//e7zV/42/8VvPnv/vno7G5mPMGrw1GW4aLlpRDcT9RcPUSgI7gyvmYrT9/xFaiKwwfY+hNctiAgBA/rRjofKUw06G5xr3zsHKwkoUVHr7tHxK1chk/jgdjyOjxaYKzsQUJt9h43qKgvM473o+QS/ASPENo6IpKi55Ny85gfUOl1tUUMDIv/O6889Pm+rVLzdF1LLHHe83tDz+JhRgTFVxNV6vNq7KZF8upbKmRhoUmtv1c5j1r9SaNZTDdWc6A/ZXN5gXOzoy3ohDmzv27TE08CgvUuLIoPy1Xte4bTgUcd0PHNkfygeV4gNW4SefkMN/30R1ue42DRQ7xpyH7DaEVRgeX2K7lsWw7zGfecMuSliSAXCps6k0JcFpPKlRFfe7ceJ4EuvJvlNEAySCjJCyDlmZEUe4SNOlKwyPqhzotjx15iwJe8teFnfrGCp2/UzM7NYOsvlagnhbgbQPRkkstlAZTF0i519/6t4IyacdhsTgkLJO/Xm3UcpnHjdOZggsPZQFiFN/hzFtvvR0HNRTfpeY7f+7PNf/sn/+z5nd+53cCOH3v272WkREEdMPsHb6nc5dXBJddESYpm6wbmd9888stNunDcJa8bAAWyzS+0puSD/IUwKnacH5yQjDYBYAijeId94KMDDcAHS0frc6YggAs/U7ONt/Mvv/p7ebRbd40YZP2nTu3sag8MLcsbMhKnYZrG7YVVlDS6tzZ8ZvbgAXgD+M4tNcV5OWrl2Ke8t47P2k+Zo/psiAUFrqcyp5N2QmRMX3Q5qWIWxqPOrviWZB2HAFvIcXwH5jF64DyjI5BAKbzoIeMTsHv6UBz5MfPljbxc+M69wIdliS2J/Op5fs6D1jBvo8+H/AapTsFDpn6OGCrlnOXBxy7tnuIJY1+Yp6UKQ+/+7PFHtN15o9JlZ9TQpET0lB51iWvXqr6DU2UTwn5nPwt+WxzS67LqMcOPACxrUzRSUFUOiuvo/D+fTEAGGHkYij1LKbfvBJvYOitwitFn1K1MYyER1tHT8ntNNFTrYvwKEoSBEOxXJ0nKSBQ+ARXC8ChHjXS+REbT9ve50gMQIoKPtJ5AWkKFqUJZS6i/M2/+TfjswDR45GeiyG/+qu/2vz6X/trMW94FWvT025KBYi2ycrsS82rr7wKSGBTta1FwPseFuVHH/wkgDBWiknITw4Y9+HeQ4aVvM63yqt49HJarzo/WeBc7MiaxN8GCV+hIYadguLOo1jUeoHhvpawW2bW3CwOf9+W2eKjYY/vPwYwiAfvAlqwIa0YdkeNtA6WBi7w2lGoi5glR7digmXwAkP61ZvXmxfY5rPDQRzf+/QzNrfDB95axfuCuuT8jK/sX/7yV+gQ1pr33jf/B5x+zsnpgJnqsZNya5A/HpXArHcu6jI0t3nb6NOP2KZDyCWHzFh5Tg0Ah5Sl78kzdcFro67u7+/dDnnMwx7zyjvMz+7xyqJ69ZAN32LaW8Oe4d78H2TayG9HhYjEt04hP3XsCnn11UxLxe+WE9LJ193UYpPuAaAb9aYj+DzclDqCVshM2z4p3zKJopd+JZ/RwcZt8bCe913tF2/rWCFa5/YuqqXFXbsBxdfBC9xbsbQodVbUcHnloZ4sFlx0tcBFCVaUE8oU1kVRpMosv2FeApuyqkMpaW/cSIvC4RMnzrRAkbQERoR4CyLEp5GaaZJU2cYtsrdzmTYl+UOS+jBNSyAaofxwEbXc8lBu7rPt5iXAUf34+5M/+ZPmd3/3d+O96b/7d/8Ow1TerglgELRKJOcoP/zgp83P/gxv1+Bno3IPpG/3fOVLrzW/909+vwiC3y5nSdpQ/RegyiIPr5WE/Pasno3o/Fosshwx1A0hpSmAFlpGX55+E2XYyqD0Nvg8oGKJOblY1cYvirWwQLwyjxiHYMBz2fgoRVnu33/AcW4c8KEy9DdtFOgixwM6gdu8ubJ/7yG6x9+tOPxzb6nAVKyvks145dJ5SaYRnEf15J/33nsP6jXeM79DfEFZ3dnd2el16jcb4eR9BbC/ykk/V3g/HWhj6Gy5Fmov6osjSRARPssAJfOXMc0AoD5g94DTE34fR9ncC7mHtbgLgB5uFF0yIkdncHZRRyWZZX/cbl6+1hywAGVpklt0TQedFQp9WZ8E3dKqidABqfeLuWyTday6zaZ/TZfzgBl20utQOiXHhWNpB+Yf31b3hpj/eLSuoxtdaYvozzAbuH7tNR74U8o9nwgf3ar+IYuyojiD2wSAxYvpDBKvWYSW9EAF3X1NMOteVVkg/rzVshrRh19k0ObVdxVhP2jqcxtHOUnXRYZ3OR3oK1/5SolBIq+9+mrzd377t9nass2KLdYMLUkg1VqJUuZ5g4WKyw4pFZBnaTbZd+hhEFqWNl6tLOfJbJRGtGF6wpCNPBZvqHVaXo8A3UMa/MYWcAVNVD7NHPkCXq50L9H419ewXhSAsFhxJsx0wwbi6lYcLT3D4guMUKfF26+sJbO8CcQbKfGdcJQeHQ0BNs69e4+bm99AJ4Dv9k8/bj794dvRUiynawDrDnnSOj46eBygJ54IkubZD3qtscneDmCV484u8/pkrKqSJfMOI35EaF3WY0vEw4/Nn3pxS9V9zt+0ER942DEE0XA52Fc9RBH6h6mMb7z2RvMXv/sznOX5akxRPAbMHz18RFl4Pmc5vCNWWJ3sJo6dkeeQau07lWKeNzd5r50pDlUfhxB3QFgEHQcA8/HFcKVtZhtV83RS1nucow9qYdynHwT8L+EGdP7cWw/rumhd7w29Y3ADaUFiGXw+3UhBC+WPlubKq9blaBIdJVsG0ZK0QhxK6zKNvIZn/Bk1v5FfaZRJO361EL/zne9EYVqAPn/EK21v/+nbzY0XbzQvsY9P50LSEVZgzHHSRrb5zvSmW3ActLYt3XMTHUbvs5VHsKf5AZRsTUEo53K0wbRyzJRAZiWz8fuaoWdirriIgPXTVTzj8c8GvsvKud/wWWG4fNWhPH4HWJkOXbx347RG+m3kt6bFUW1hMRVu4om6cwCLmPH6pPl6yLaYy572LbhGeooH6H52p1njjZV9zobcAfijLcA7wEqpoA1Lj6tOqQX8TfLicExdOLRfY5ohLBhkQWLkVR5Lsty7oZ/EI5+w5x36G83GpQ3O3bzLNIPgv40OSwMzHXJLXB3EAbpLfDzt1eY3/8q3m6svv9lcZZXe1xzNrx2bOxMOeBfeXROeWelhHVqd8c11GDtP6c+tWZdXroU13Lfi6oYeSYcyFEHAbRVQAj4ff61I6jdqjFlS4/hZQJZUXH1sO6soi5EeAiQlHXIjsi60AkqqrolHwVqNTXgapy7+030TylRE8tEq0L7GCtrqMXIoYIgjmWPDbGTpogHDS3/nQKTsh4c3lRPuWBmDM0fBzuLVKgoZ5CRQmHikx59kHOUQUWgge2FV+BSrywwvb710q/n2t77FieFYhjTWFcFNEHXIjKxHWIl+l2WXg3nlucSL104LKOEPf/RW86M/+QGNG0AizDytOd/FdpoHHC+26vyijVNxABPTjK1GeGxh7Qgyyp1bWLRudjzN3PyoG7UQ8YRh5uYIcS7UE9CX2YojPWdFAFSGKlMBaHcbGtu5t8e8p+0Ci3Nyq1hQOwxZPftSy1SQdC/hLgsh7/7wh80Gbxsd8k0bdS9IesLRx3w4Ddxh2MteRASLoS/h7vX0/ekHLDBt3+f8S3S7u+NQVjUhKT8glPJBH3QgK6Tj7lQPtLBUXfhaxqL0sw5aohvMR64zDL/9yW1oAOvOWU9KXYm5XRb5NtbVS5HHN4m0PN12dbgBGFoPcH5KQ0s1ypl791Ia5MLPLv6rzFfHO/8xAjAFNRa7KqMOFd3IqzRt66yr65bM58Z17brOUdGfUzdlppIw8m65ZluzXhYDh6AEgJpF3quqwi59+hZl5//M3FgVF3Ol8i4WZ0StgoMDlVxnQUSBREW3ZPQvDdkiEwSOcy4e5FceB6t0W6gCmskqg+dK+v7vP/kn/1fzW7/139HAoxoEmJuer9+9DJh6GhCYh8UCJG0qX9P88i//cvPtn/9m87//H/8bwAUQsGXn9nsfYP0BVPB+/DHzdQIlQ+0DgCQ2TItuxPXsRA+rdRgu+BTRABDC9naxiABTvyETr5cJ2BCEzpCnzMtRB+XldqPsFJBXneqWGL7CNl6ZvMQhHQ6573tCkgAFL8E9+hXTw2r96re+yb7PzWYbme+9834AjkPoL73xBluSVpoPfnwHeqYDjIe/K/da1HtYv+tMF9x6kWPVAM87nKqk7n3L6MXNQ97jvgw4cXI5+dlA1o9Wtpv7y+riqHn73ffYZvUwhu1XN3n1Er84+7Lq3KIeWFj68dNaZAsAtH5TiH2RKgzYd0huhg+xKt0GpSWrLrRqY08uR8D5UsAlpgb2AXfrwBpg6QfJQg8BGuhM2fmNO8tbX9L43Dnz5c+cty7qU1vfKOuonFwTFIuXcQzCf0Bjhtl9j6nM6prvS5aQMswqE/VGKc4COSuXQsuvBpGcvK2HFNPSrOXp1FXyPyXKqKIIXa5u2hPrG/HJn/U5hmx46KeVGS2WJ/Vvmt01AktSGd9BmxFt5DHBHhW00NR/Y/6jZV2GRFpJAk5wIkS7hUZCAwhLAX42jj0aVgy7W2YfYDFpHf3lv/xrzA/SUAQfeSCADdfXHJ3/Uscb69doL75lzWCSPXj32fe3A2A4LymYO+S+6fdquD5g4WSTjePNQ+TCogmrk8btyq6vzCmflqRzmfHWEulGOZLuPo1X62WX785sB+8Cprtsfdlm2O6nJ9Zp5A7TVaEWleWg8tWtFlwshvnsRDw61MLaY8sMX47Bj9IjomHuv1xn47cbtz3s16G3AEmKAeDLWJ9uzI7FtOjUiizqcId5UikFnysMwwV8m4cLPIL4Szc2mjc4Re4RBxdvc8LRvY2l5n2s248BcdN7572Pm3fe/yAW0jYBWxfSrq3D82vsx1Qf8AuMbMvKvOkf+zctI35dOxAw+e/XGI/QkboxH1EbyGdsgZdfyytOZ/f1WYA3LHD1ZMOWQt7hik4jWzyHPJEm/h2nQnkWf7PtzsNrqH0vEj/SsLGqVJxTK+rSrPuzY7YdR/0iXI3Ez0CcU0m6Tv/xNP5HZAiwTG+iVEPv9H1+PbEGLMCotItyKIVYYnlfKkE8BzDQMKz1UfMLrcNq5w2dq3QzutaSjvYYzga3w7Bby2T1lRZkYOF71t/7o+9h0JVDKny/2QbngRZrG1gqDPU+Y/9l2fhMdQnAK/Fi8YV4KUqRUssHK8dFEyrYFg14iSHmpmcv6iB26LymHLGQYsNmqA64uZ3pReY0L22x/xNnHttqHIARbR+Ly4WWQ7+lQ+Yyn9IL5ELIxhqntbOJPRoKPs7vuYfU04xc+XRqwrguipU5ydUAUS1tt0p50MQndx9gbWJVAlyXmH+84vvuvq7JuZnrPKvvYkAUPa8w5F5iwUZ1g9llhT3KhzxEUdl9qCF+RFHW1VXBUi8JuHrrDc9a7m7HEqzdRmXH9OFPPuDV1G2mCq5zTqeWK+XBT30KBC2LwuhC/pa8X0hSxyaSsnj1pzby/tjICxM4o3XhTmNrisF14bKY4CKy2FtNdYNzJ1Opq4BZTJOsNIvsCV9khVtL6K233hrrHZ27i32AXJV1g1VSO1FmHWlcbo1Z5eNi32hef/PNsFyk8dW5VazTdd7J1mJzaAqiohiacVjfRQbBrYBTqZY2cucqBVsbtm57t7w26at4OqHvCiB2nVXoK8wlXmaTuK8W3sPa/f4PfhgnDQmQ5sW0in6xpWNIinD4uyilhqTzcGFpLDPfXlljcWkDgHdPYpxORAfhcP0TNrbf4xs9eAJA8iYNrq7277Da7OKIq83l++LmFRAD9g7g6eHGHpaBjYe+0A1+q1p+bWNc4cxOrVGPQPO1zTxcmMgq02yTHiDuNqqwTQQ37BQQdYVfzKPRIaHMsM61NI2lbe6cqbsCtOztBH/K9i51K01YpPDX3gzQxm+qi7p4fOtWj/5qN92vR1hHuvD7zLvXvFe+/J1OINtK/mxzqyqlLdvgbI8+S/+nS74USlcwmb8FmZbGVCJpRcRvQR5JnlUpBjDwWkOm4FfJFjpq9R/2EPf6tViQrFqB4Bhxi+U0Hjj8FBZIF1SAjhZEAkpnQl79OXRQkKb5CRum3Vv5a7/6a7RxGo+WJxZtmcyWogClp5UfsuH40BPG9zxNiOGKW3mgtwHGp05teAzfXSxxWPoiVtgONEfEcXi+z+catMbcQymA2eAFtkM/pEVhRAMWJwEH09rZYR5ubYs5T/gi7mM2g++SycPHfDYBATzt/CGHOzwCzMqrf4AHShOY+CJsqC9k1L4kTwKT0yWmrUV8sA6gkQ9f9bvHVx1Zfm4OPuUNJETwgA/z9jKfkt1mYeb9nwA0oTP1KGnZivOQFWuPg/ObQ0tMB3x69zELY3cYxj9u3v/4QbPKx8nWSHOdstzj9ciYQxQIcW7XcUEl3siCZmMLi5kFIacDHBIvMRe8tITumJP0YOQ9pjt2mb9lExPzwQAklqo7DXYpG1mu5xauImKAuLsVvvrml0Jfm2xj8p33+PQwZW2HYOON6aDImzlvFReV0rqCH16lLnIdcF07JCzrs9f63jrls20u66lsn6iL9pASpDTqoJRPhvSvAl8aGnnt0ww9U+OfzNA7AWZ2toZEnvRLNU2GLO5jRZjHJdlg2jH8nsYlY06GZ9p5naQY+VjIr732WvPqq68ABO+zefzNaBPq1YZX5OItlC+9wRs2AB7gYsOJuVMWYdzc/Nmdj1kUwNqMCEvN7bffozEAhrSx2+9+wJd0gK0bztkBTK68Coygk8AZ72fDL4CWMOcuiwXl9hbea+YwXHFda1JAvcfnX/04mW/jCOo78EQYrE/mAP0sLP5aSfoJjGop0gOEBFYXrV7iPecIH6mBx6XmKq8gbvElyscrG81dvmmjJetWJIewWyyOaHHKSx0cIfsrfI9cndjJbDOHKQ/Bt5yKRMqgwifb683tH91tbnGe5WVW4B/yzfHb2w77BSAB2vM5/eoiloYFRnpAeeQ5ygAwXFrm07u8tOincvfd/L5Nno/IK1b5CnlSJudV/XTHPhZxyS86Bmi1jpXR1yvVlyCtrqMc7SFI0nlMdSs8zHRVJzuTrgpU/6UOjTyzXpoi3R8B/p6kU8KelNH2Wr9e0CKSDoFonPBfMzmv7GsJ+UuQrNNc9D7qJo0orKdoZFlwp5M+GpSNisrJBVf4KbPVw0pZfqPeXKX601+6ouRiSTmU6ngir/dpHZYmV+JESqYbidLQYVR4Ft4BIhK1VqV3H/AK4t//+3+/+QpWh2IqMzBJI6ZhcXUYWRY39C/h8hT0/L62x3X5Ng5QGFteVt1Mjtmw7Eo3IOCmc4eATo67P9ON24KOc5/yUVbTcoazgKTpsCGafYmbHH5BKy500hC0yTziFoshG1hSa+yJ5+sHQYNa0Bv8VAig7XvO6jLe1AGQ1MWLN64Hr6JbUoGf954ob12Qduka0wUADt4MkzlEmJXy2IcY5hCytgAT8chL5sF82KaUvgyBkQGZt/muzie395r3bu83b3/GijfWJ97ISTly4zSEZ0OqR6+xMIZ/bO0hrb29x83D+3eaR2xG36WT2GZ70wMW0QTNPHRkg5PKo+a0QyTrWLZv5YnpCCRTNYYoswtuKsD7dJa1FncoUeW0cqo7nXm0jAT2/Gl1R3uEj7yCH35eXTyM9kpJlGvxL21AnoVvMF/wT6ZfX+dhkfkNWV2WDJnrmMqEDqLtlPoRtG2etCbT1bzSb9ZV+onFHJMbFcGs6CcLy0p5stj9WKXA7OHyrk+x2HOd+8KzgFfRifWOKjPBMhUfFbQNT4kKsXzzV1UzvXouGm5bpqY0Ss1cFufCxJd5S+fv/b3/GWvLL/RtsdjAUN9GAlUredzHM43IEAFF8Ps3//pfs6+SYTSVx1NtDBNwjB5DbCqXABnbgPB0iOlCjG3RCqqMWj66sHi0WgQQKqoWIierQejhDYVWxh5i4cZwrVm3trgn0GF7Ao/zk6Zfu5gfRRaVIEBLEPpo6XxyOHrEt8OP+DzsFom479HDV7cZ3u61K/vG0ZoseSwgUzcc0xRP/bMsoDB9QIqAkgXhyeklrwFc5p2fEyuhafVGPsS66DgiE3YeTHWQT63A6FygDx1pTUdM4tAxRP2CR+SLkLxKHnVB/pF+odUv48DGwBY0fSB20BtbJ7eR7O4yiLhtiBTGGnJFjtHfljuk02IMcTkfvyJVnzdyUTeLfMMUdYyuzdaeM+4ngHIG7ec+KDrgY3QcDWqqJoxs46JRUqHiwImxqk+4DNqevmZTqnMJzsptIy38uLRyxTxV9vxU/Bc41CEqB9aM++2MG6CDpRd12nlEGn9IFg0fEpyLFmLrDgfeHgJCzuPZiGJ4DZ8jJvsOAR4tpCWsqwcscLjQEHObgGJsFhfc2nRMWdDbhCmDXR6YpyRRR/ZufdkGpY6Q9fCF5ebxveV4z1rr1sWn4myARQtiTQLZJVaf15Bvh3lIKVIP3h4i03v//N83l7FUxdMAJq5HrFK//jOvMhd62Ly7fF9SPP22kKeZs9jE3KAb6C0lgZ/A0sZCd6QSMuknIGqtBYeWprTHAlhl8Uk+fhfMw3Jj25Rb7NGNG7+UN/a/wsQV+NzOgiLjNUqB3dcqdwR8dCagq2OlEmAdpqtlf4ap0Cgn/UkjrGmGnNHwQ1Bj1s76iFOpA67kfiCg5xUTIn3WPZqLfZxX8rOR6sKBsh1lnEr6mof1XJXNW4ZWF9tBtI82XluVpsokvWkaZ7i6jaICOW1jST9jEDF+BQgyJK/yDr5e+fnsynUHksKuwzotC640nwAG45eFisLJGESlYcuIpuW+RBsoAWXoVefUjc/wBCzdaL4L3xXALPRJdJtqzK/RgP2Y1Sbfuj46fBALOlpmrFpgfQKmbFY3jp95Rar4xO0h+wFt2sBFLOJsuSoN/8dsVD9gEWSTVy5fdAh+71FsU3KqQKvNqZSweLBQnWN0NduhOImVjHnHrbxj6AiIb26TPgIZ12kNv0+zyoqcbywt86mOIxZRPKl8Hz3sAUR/+tafkk/mBZHduUz3l1pm/iL/yOUp3n5vPPzRpfkVgwIs1K//ogIV/br67quaAZKAf8M30SkZ9F74ap0reNGtSwPonJ+bzatdVKHvWN0mh/Z5grSb/bVK7bAw42M6QR0FmMJQK9FaFbzlaVJeTcV60D6N6lIEdn+k8Nd3UVO7gHgKuft0T+TZEcyY1Oa4E/ZcRLpwoDQXCXTRAZ5LthZnuogsUf9I4riiiXAqdTSUEKmNESA4LqM8uwZpo+QX4NySKZ8bvW0ggqUsQuaSCFT68TMM2vjWDCCgZVMsj2iaXaKQRDtyZdpq53NYLS1FDLGjgRJKYm5u9wAJQWpnr3z90c3gR+yZjNcw0Yav//nqoyLGcJVFnscc2HGDfZ43WJi4hnx3mP8U77du3mo+OeKzDcrqLyo/AQIOwCZQCsSxoo5MsTkdUBAQ0imz9GFhCWPkffVovXn4AfOBrIZ7Wvsu39LxMxRCdzgYuOCEIiNfFqIACGYFGJm/4IeQwHu8vrgSIA6BzvQiTemUi3yDdnHaD+Jj6OHv+n2dr4hJWHvmpOVIy3M6wuyYR9/xdmXbeVe3aMVpVeSfVSCYCpKe8MSmdkDZBa42N6RFguGsEEL46V1yHONEnkuirR7GAp/Ug7JYr0OL5yoExZUqr9M5C3XX/C7o3qxUopeKPJl2p1boo+H14mWMkeXQsiViYV8lksR1wp1f/8Z4xbIYCqnLG7gLWlP0PiwtMhRXGrNWz6jKtlXbcG5jQaelFTwwTVonT102KDkYN+MbVlzZ3EyjrIZ6sTJMI3aOLoCQa4J1DPd5jnk8h4U2LNEeq03u7n/c4kuLq+u7zWcffMJBtViq6sLkusbOremJnrgaJMMjdNLekZbxIidRiCaFVUiPs3bA3sZdtkAJYDQkrUnl0hX9lXI0bYFulW1PHtkWoKe+WjptzTXzEM5ysFGSG5MOfsEhQgUvF3QCxAiLEYCAxg/iqGfGCTq2DK0IwQKbvYpcyYssS0fIXC/zqx/zbfU9aNc5BcqN8ttMPzy6zMsFW86hRu2MdCJOiFnKX/mCq3/C3xQWc0Zr1dpGhNkp+C2W+nHUkTuIlLLtPFuvrNnHcVg0nFPmJzWZYizKrE9fhifFNypJ1IT22V61H2GB53G5bYo0ehmSRqmQ0Ub1GOMqiY07roZ5T40wTi1vRGprCkVhcZQffrYdafv0PscwmnDbW1ie8uB+lpNfnKUIUckCeeBfFLph2kM2JMAxmHGJjd4ydfgYQAM9CQoyzo16RqbgINjEkD1ito1RmcwN1omngsfmZb1wkS/SDMATtKLxMzRnCOyXGLf+f/beNMiy4zrMzNr3qq7eN6DRAAgQGwmA+wpSMhdJpKzFiyyPwpZlx4Qdo/CPiZj/83/8a+aHPSPFcCzJpKnFIkeURErWwlUSQRIkARJ7o9GNRu9dXfte830nb75336tX1dWNboDSKLtf3XtzOXny5MmTJ09uTBwZlrc22vCJg1Ash6NmAQG+DF3Fa31uKU2vX2bL5EIa270nhpfzU9NcrzuPvzPJ5I/waZCIMqg5q5ZGnZCXcAqtI7+G8DIV8aCBs77KHMuvrbaLilhjUscZe4WbZczrTDOfBDzg3HaEhfc8L1x5hjjoJ0EPbbrSH+hBcmkqFOAHPta9AfkbwJSDDyLFU17E2ckII+qBp1HCDmlGOHGISSpiNTokEij4FjEdTHMS/Olzr6bJXbvYez6Zrl65kgbGJtLQxHg+tV7gwLJPikvaZLjiB7aaaMI0o19g73N7Zxl1gmouiRGAFOFvhbtxbqUr9V3Po+EX5QxqVvVgfUgDn/lXb8/F3l2HVd4bMIvHFs83ZOi9BS6v0Tsz540ACQa4kYQ3OY3tv2hogg6Bzh9kAA0J7chwtB+FQBnOK+hiOZHxjQvDqMWEIEOjksU90zCP3mwGCvxoX3E9gULJSRd3l2ARo3EAGz+FbmO0RXxnvb1US3gxlAcfbZgrK+ICTtrjAAwGAdxZcYUsO7tZuM2e5TmW2Kxxpw0Qlti26DrEdWDmDoBUNEDLZzt0EbwdgQKmYbck3+0cycJZ/pyOz4BjWeK1itF86O/OHBfaxxUAJolhM7grfFQgKU8sdgdWNg800+c3S4RQwdgr/uap0yzhXd1h94yKrfFnJWw0AXh0XS8rBJzwIVVOS2X19fewRnQk7Z7ncGAQdY/+Mse55YXnXAuBlhmmGJPxC1OM0qJydUFeH6qX8O2edvaiHChtF/GNDGvYnl4fJG5YUErMdhfEbfOUb4J/8PfZKV1bkpbPkr54ykqt+ciAHZCpEtgAc87Zw69YX0hLcAG28GgngdvWUHLaW/1X2gSTVhlFmxMpyrDqjCcNpgcBFReYVY1CgWmDN07RflYQjL3DLmuhpXO8modRFCdM8wghAekWGRJLgy7g51lzY+ZGrYnM/d1xlQBpYvG2wWqaCGPPUlxguteGuI6AcT+0p/xITSdLVhUCEHeCBj+PQBrgUq4+9inPznAcmbZKNGUna5z97mL9pjZWIPGv6hSoI31CeprvFq7wiGSQFUwFVeIjn3wELuCTeSEDKe/ebBkpKj7R347CfGPYLKECpukyr2UaFnj40WhN4f0+6+usTF112M+SKpRZNW3lLWI2NMWIC0hxVejZiY2wPlVstckOsjXJqu1ljZWHfnjlh7ZNNR/v1HFtqNWaO5UoMSkzibQ2i26UTUESuRgKwPj2vdUJoQklh7W2r9b4PxJfWYWuUJFyt97dsKDcKWr1SrheIbnTPHK8OmNcX0pxlNwhmK4vaVtsRY54XNuV6m0IrrYkIfyIVBh/NYQJTYGG57C6DItsQOo0AY/GIA+p6akSESuGdO64sYQKNNU+B6MBVz/+ufhbv5VKyOVGRRjCMxZSA8l8QogQz6d7vpfIZxmh4JLKWfZN97Iveph93bpeMlCjdPvdABM63X0jAWOFBdrCDUELXO+9DtNBaMGkoTKEH5QM5tGvzkUBftMfJ0ZMo2ZsbGf7w2WAWehln8bfLGApG3HyP4NyfmFe4GvVcutbKswokZOdjzlKyxxomaIs+NthjI5wyjl+i0vYkyuTiOGaD0zrPvHuPuoMuklETbPWSCwhgi5Wqqe/u3V0eICJJbTMVWy70sMDg3mJ/P1rcQML8NU/2z5z+E6HlwGs+nPjrakO5Va/W2LrwOfO2t2NYnTLBeWNIrbTdMEcjch+ZeZoeO3gpRVGLUEwYoaZeXLLmB3y7YxLtF+CAtJ24Co0ShSX3KzCC11ogBuoKv1qgiAle2iTNJ7r9hSaCkqH6p5CE0ItBCQsxTPakbF8wTnMRVzx5ipxvlVLCYpF1DTSGLbZsCO+4iS7vH0xh8ukzlJ7gIQ46Txz0eH+FAdTdK0uxiSL4m/VO7a9QxxcYlkNeApUuoQmx1NB4jDebENXq2A6faXgyYJGmV+oU+Ek3qQpzrL7Gb96QInQ4Wm0PLGiIQJzAvRZQbBnKIZlQRpECqoLpElLSR2mAwqk0JNuecZeIUoYEdSiXfIzQCfSF9s/6aicUOLnaMeyW3hXGSyzrzxrlBkF98njkQtqwXRm73srORoBVTfK9981Z4GzBn6rS3YdglKdo+lUz0vvWXxLvZVvNchGT4y2ExdGVYEysb1lu9O/uIDPZ73+zTfnnTWHTCrzkZl19djZp/1vCBgY0rxM5rYweTOS8hI4yIvBfYQTJPO7FlBNJWZlxSuER4Ze3rUnVT48Ki2sKlNgxp9GlCqmD4WEOBimNhD4+F75ub86zoMEllcHvPLKuThv8vvfeyL97M/+bAgqt+6Jnxqb51G6C8ZS7Brd07Q9RuYITA61VSAw+CVPkcoCSywUaM5ahzCkQSvwonz4WTrrRRplOqHhEN9ht/Wt8MsNU9jiyrKWboblwHD2WQAKCyNro3ThekUecnYCwm9wsOzxJ+dtvu64yULMr7AAhLCM7XvkSqkCJyduQnOr8IzItT/Wp04a+17n7FIuBfI0dtUeyhx3cQfTyRwZd2+QtG7W6Fi0GWu/sXOR4WPHkfGhAL1a0KMId6nCGDqG2a5Fla6ykTdVjk9wUjvrUrvxFy9G5HFL5DIHdRShu8HQW8GpqaPLp+N7acXaUIkmTtkBgQ87zsjTuuNbuIVXjWd8URX1ussUrvvk93razaHZpx2WvkEOnsEzOVrj705gGtm0EdeRE1WRrw6m/BUNc4fUVpBGLq3lLnh0yjtr47WEvEZ7bPWqs01ryI18xaQABftRdluTtnPF7qQswRg29C1cyCvC2pkqMy6MUKNZnJqD4HNnjD8reYKDIPZxwMNH/sHHOBYsX0Ggvz+X8aiBzrC98W/+6q8Z+i2GlmKYQurd7353+vjHPsbw2DMkadg0XofYl5kwOLE8lc6us88bARn5Vfl6gdbUlassW3HorA0xC+RYdE7aomkpVD1NfQVhHrhGZ4Lg80mZPPhWbrBj097mwbhr4LpOPsJy55GLq7MwtQXbmVGuKs8VnllQK1CzUHINo/IrtGBtpuITwiQPU0E16BJD41p9KDTaneUuy3zAorrGQhplV54lnfUYKwsUfgBci91MvivQcjkUks5qK9z003YsfuLjpJv0ctKqGwBdYYOks4Ee9l1O2vfRqc0vzKSFuStsEeUwZuJtOFkkLYgnTP3ChGC9WOBwgRz5AOh6XY3/StIi7Mr3G/oM/F4/uVJplDsXjvWGHQKm1AlUs8dqfm5RCBpIdsRsRr4umotDJBWE7/z4f0NOWIHpa4BRzziudVCTsZyBZBOzUlwpUHCOxdoKEeLrT8qqx3egKZwc98DRwxj6sWlRVWqfRnZpibZCjfxqnGqznjLe2zOWlue70+JsF4dm3MspNTZGND7ORPSIrmeffT6E6+qqJ31jE1sfSAtMIsyjuVxli99s4pqDkd1ozmh8NkQa5AxC8grLUzy1qBs8bHwOTlfSAMI+l8yHs7chmCiLDcu7ero8TSgKoj20P9slESirTOC40NqF6lHyDIZ3HQ2eckoDhWYIUGixqoAlzJCYGSc/dTb3rGvrCwGu0LEOhKKQVXgAI55KVDUQ/m3BoZG3GITAMX5AInaDd/GJ0ZBQEFBRxZ5CnwVfzJxbH+KpcDQuaeMaCCbAVqijPvFRKEKXwFN8+cWIhOjrrBSIbaXAn+Ee8bkr59LMpbMc6TYZnYadisLRxPKwI4RgDhHHWVbR8hdk5Y/1E3ViBJzpLF3Gn5ebJBxvhkDtqOmBYmw5hZZZo8TjdXKbht4SdqdOIlsT1yJMo7IagCNl4+u1vMgE14Nzp7yK0PJ5M10ud7BiA2zJq+HhS70B8mmKGAADwMYcM9sIrS5P7zE6baJMIHgQ70YXJ+dEKuIjSX/io/80hmI9PaP4u+1tIX3sI/8GYcOpQEtzaY29znMsXr784cfSPOcxjp+9iuCcTv3MTO/lVJwlDtVFsqSly8vMVncjCrGfsdB5EE11A4GKLoPwZFhPo3cnjg0t8OJFQVlsfJhRuUQMH4flXMjV464TJyHAVQ3LU73VOm30nZyN5dzZ8zE7vJsLvFxr6rZIRATR1ZzIF9jLdAD9EDb2jSuls2gIwaPAMMsiQKOOq3pWEBsunqYJ4SnQiqMU0qt0Qj6LnzGzAwg06o6tjk6wAYF1rqHtqsGxXEqIopPXToK1nYvCFNot8etmhg5Jo+IAAEAASURBVDyLM3MnD4UycUKgc9AdZxil2SsX0uKVs2mDszLX1/PyoDW0dWnm/UUxVNCoyYSdds4K9SaO8VYVuPJtfzRL3B5iOkN/FF3Bq9RNVOItQ3SzoIxexcxvjstC1EK0N4abUwnbs8DOyhAKUSdApS52BoZYmytL2NcCU79crJFVJLQBkBrcwv6S1cmIEg2+oQFYX8TFc2PdkxFJQAv1sF5dN9cWzHNRVuIwWYfxvcy2DjGRsG/f3gAfkSoiSAaHhAMItg9H6+dKVyWhx68pAGzSNPJ7EKjz3Ki4yqG2qyxzWUTIahdd5LCJRcJQmlI/J4AvgdM8Q8tVGrI3XatBLYGudwCp0iisnIwKLVnovlcE0xZ7hbMoNSPs4kRxh+CW1DjioXmihwXwu44fjdODls9epoyINWFSBnVPD6oAdaIrxKQP1KE8u/fuDe16iVOH5hc4CZ04lj2G/A6T+edQtlttPfJS6GXEjOMyoD46uN2c2D4PjNUFTBUOh/mtoC1rw1wnz6wZgRNas0uVPMi3DIXFsXR40tw9jQ6pHfCvrs6m6Uun08WTL6eueQ4lppMIey8dyzoC0gNAVqG/NMgwyINThoNtCgEpTy6VJevstg4hPvQKwlRJA/a2CTrncWt8RaTgl+vl1uSToSIo2ajVko+suLUzrr2mLtOsKRyqNt1gZOPA9vylgVF5USwbCG++M8fH3+wKE9JPFq/Gs4Tp4XvOJ+feyDOA5/xKfHkvZhBlnCaawbwBhzTFu8CxgYif/hl3c925czgjf1lMn5Y2/2mFYS7SMnIic7fL+aVGJq1Mp7HaIaaNXErl+LzobPg+iV6lwst0QFaw4eseZJEwD/cOx3hFpMxCECU98euHa3iP9ax17AoVIjVtXmIBNCYeRrkhcQjUescC46CaoCOBcIHe/973poF//s/SCuXoQ9vqB1jcXa1Gy/W2U9hO1U7DMRmhRuRBFYLxfZ3fseN38AUdWG/YTZwlzrqc9VxLnsgVbmLsTcOjQ2i8atVMYL0sndCAQb8XO2DQEsRimCkJiOVVF3fdcRwM+QetZ6cvp+889XTwiuWVMIiwtHf3Lk5nGkwnTp9Jcyzwbmj+CkFIu2v3RLrvzUfS1amZ9MIzzyHIwJGT3eV3cdDuSM5o3QpONG+YYsMOhyGzWuGG9wxFhiZREJu1ZpLpNHfxlXTh+afTEtfgbkAvr1e7OrOQRg8Ag/yzYOVpgeSFanJHjlaDlXMyTwUJAnawRVCANDj5SbrEe+z6yu/lb754sIqgJ6+1rxIN2BJtZ67jkDojdk0AMewmlvweLkZiYmTbaeJW8ug0KRMRa3+yHGiWaqs0HTRKCNtMVwN5M1/J4NZnsmOEM5l3HH1HEYUZo8ydxIbRmwLGBLTycO5cobHBSPmnBpErJ5JUsUpbk1Vs/I3qM1LDAXMbmtto6k5lsrPLWp1h2gUzrmExzFhHOv+ACYgt8WqoPk66aEdb55qFfo5P29c1QfnUzoSjcCSewqRqeJa5O2ErJY4230NHjqWuT/4MQt+L0zhhnPB10niq+Rpa7dLlK+mRo0fRQDEfcDXDMtsA1zmr8rbhl9Mg1/YOD2M+YMmNF6GdPXuJOIucIu7FbJ4w7tIcrJ3kPch3L7BH0YjHwHPXxFC6dMZOBzxYVL6GQOxFS9+za4IT0yfjTqCzJzldfYPrINQIqfhQBQJ/0lB4O041cid51BodOschF8SJshPu2tj1tauc1H6S63fPpu5FtOk1NHUE61Um7GY4ad0JMO266yucrITJQaHhPeiu6gybJ2WwLv0JOTraSpBERm1/2uu9LfhH+BPelrBN5r+luIag3Kb9RObNpTcZl2iM10rUQNvqylVWUkeraYRbmTBS5pf8UQvr9BpZmwgX7yVt9npD/8p4tvsKvdeAC4WKwtEYQssKKmWvNqj1qni9SNFsYKWkzty2IhbyT6s7Tpld6JL91QMU7PyF2RvaAoJDMKUcWdYbk/tyOHatGxup+fRhOlBrUrCFnjsymoZ27WYYfkdICU0VSKNoSx/WfgcE/fIkDLonwkoZFeYCtgbedte96e3vusI5mZgKOLptkSFyD5pcd/dy2jOENreLCa/ZIeQ8C8U9or17Ol24tJ6+971LsQh8FcG8gOlhlQmlZbQ7rvVR8oM1Jy6FtoghwCdKrheM9fFbnGNnDngovN0iur44zalHL6X16bOpZ3GGg0NWOIDYRf3cHkxaz8SLqztIK4e5TTIc9FiDRxzKu6W14cmLGu11cWMInlKRpRYqkFs8igZXDy6dXd3P905x2+Nc8ztwpFzx3BmO14R5jQhZUNYi2ejaGV7BWHchKBusXA+5wXfybOTQeNkZrBL99SHXznBqFmaH8TtGs0T1UlFStCrMfeGr6ChMp8CQDu31VsI7gn+dPcWvpa4CYYVeG3dR5OD/DvhxgksEKjN0ap8KOxtlLz2tIENARmiegvHADBd1m3s+IEKxykw/Qsx0/b3cpDg4ksZ3daWDh++Aqmi4wFS89CClNXool7z6do1TyxFJcYujucV5nWiXLm9amJ7hGMrpND7KxWTYGGNNK0Pg0IZ7OIGdGy7Xl8bTSv8ww2jstyCrzdQ7z9exHXdzp07X/IW0OsXJStNXWAo0m65i773Kyq/VjUEOEEGbpP61565R0eK4AmJOYGmndGWCp9f3acfGSZcw3QRR7Kws0U6cCUrcaoi7k2SvaxxxjIJVuFJYaupWuk1D71uZ2c2CbUOSTK+Xy0y3k9xksGaFWX0iuhNc8xIbmimJbJ6hggUAFRN3bTDIwjbYwzIQh3XmogaR91bD2g5ZzQ9XBGY0eBrQdu5GhGlJs5XWsF1+7WEKMpo9JWq6rexEzRj5LeJR6CbFW2NkOIUuNnorg9hkZp0iqXgxtR9SVZctYMZWkzeNs+KDDHP5i99a2GcLjZuCOcNG76U/E5ITNS59YoiM5nfgnkpoKoTINyaWfFJvsZMKDXZ5eTyt7zuaVtgOOr8wl/rmOHHJ+8ax5w7OzqeuS5fSEHZRTiZGFIOnuCMo3cjhwcFLCO2+waHoaNTQNdOYTy4fj79TLpc9Ctvg/FtXwB0JSg3TGosbzgqOSReZZ7NrGv+bYfVZzeIb/OQHPCbzXNOpQURUmbIZX6bPBzrI7MZ4bS6YTEYrP7JSg4jjvJh93C6POIeRVtZoCKLSRLWBWFBOvGk467S6DNOI+tQbf76L+vOf/3wcnmuYy2zcCeO2Qc9R9E6bPs4r9MxC11b2M1nh+wAHKwwww62A7WXSw33XfewtHsD25tFTBS1hFafwiyEcZbcenTSQDkUohhmg+ta/CIySfqtnaFbWH/Rr8EKUNKewXLrOHJXDOv6FhkVwGx6wLZjLc8hPJ0fIHw1c83g+wpp/CjVq/INNsiu2GIqd/jyZ9FBAeR5nxKzRkcjEwFpIGXUxI01ddWEu6CPM9NIxcgo+yjiJlzu/1rsPI2Sjm8zZYevU7JWXAmmf9D5yOEUAooLtMs+kWz/aerEJY6sdJatsm6zwsDOizLkOs5/41V2euNHH8KxJ1ulaj/uGv1ednSMs8Y2dUBAFCsA/mYOCZ6GHbaPuSpnKsx623XuzhWwXq2NYKwIdo9wiz1hOc4tgdwYLcwajdw7t5CvzK8vl6et30tZfTi2Dnz9/PgC6F9uGWs7Yc9IhT9eqcaJ5YutSMCowfVdg+lTzcY0lURCWrGnkxTL589AF9xlHGmaTFaoqU8YJmMRXKA8idDM8BG+kycLaE3JMC7B42tGUcgs/GrHjZaKIQ7C0AkMC4a6XtpHo9fpDY6QIlbNOcKAd2lz1rtJW1VQEly4IakSdGZo7QoKpBxs3crsxxI9EkqchAEq95IxRIEmCTTaG8qQ1M352xrENFY011mdq98TeqjNKzlPkKrwj5O/Kn4q2W9lpbnIxryEoqxqp2CDnnStvKzxMsa0juZI/u+utwO3yBqaN0h58WwSuHRhMdoNATCaDXpMOdTSigZQUQpA+fDdwyPSK9XsRmrUZNb6IUrXkEHyE54kRQoK8CFAFGXEUUtFCiSN4hVvRnn332DkFovGUe85CZ+HLbDDp/Slk44egVGNzwXsciFEJ1aLVlnQ+Taew9srbEMZVGgUygRlGFS9kJ6h7PqRhupJ3/sx+Rcj6LNqqcYNSaGshuBEc6m+mfyNcjHrbMq5qLIRkVUHVezNiKKSgHGaYwhYE522g+mcRGN/yu0QjfnAdYXmkpjZq6Q2z/DVAzaw6vpWRXtYrO0Z5Qzwb9IjqtL1bpvi45fhcQ1AWZEAoal2ktkas9KzB7BXq7bEdSsTaMSLnwwyuR1gWaM1KF1Zcel81Bgc/hQGvh3otxSObaHDXA6CUF6GXy9XEcXswCCsyV8sqdItpiChqKa/YEF4D5KjS1XLWh0Wvmg6jkWwUMWq2TyF01OYqUGUFgzyml5NCOoVkFkhqh/oJV20KoVMJMYWqNtG4TRA/t0O65rLPY9R4GrdotE3BmAV0CGXiKzgDDoIzBLJP/cQDAoSAI/ciYJvpjEEccSB+wAFe5FNp0O5c6nMHEOstpZbDLrAKuoXAiFJFYflzHS4EUaaTqYogCQhRadKKfKoKbIZn6ub2nDmz5Cq/ubzKuMF7JaCCH4vdw69Rs8QDHsAc0ttqTKtt22s2YlIMHMKuSh2tobIWQScEO5OduIKPOPveMFfsJHEtjvTo5AqNOoVdy098dJkvoZ/8EG1A3+uRI8a/PncNQQmwhgSpN1P9QSxsBNeXYcRu54zrBdHQwNpwul44Nz3+5sqS4XaCpcJymeUg+VDhAseUMoPfNAgaYmnwoh52RhtniYZfYdCSp1qoDSUEEKDEpzhfm4ybgQhOW5diWLuV8Dz/sji/wy6KkFoqnszMqrXaSM0nIClQ/Uaomb+lULACMMfBw/C4qyaEr2mJF0PTHGZe+UfiSsDGNxn4hAABT9hquVEWYGoHDUFLvNyYiFDFzSaLXJ7IH+1WO27RlItfr5ozYWrMlq0I7rC/Qw/jmY/4ZmgZpyY9yRNnmOwujnVXBFHdr/7eaCIqFgRUGJMfRTGiMGv14nfBo56ZdAquqcetZ/S36P1GhfbNKGJHQdnsfazeUk2l8VbZdhCSpRE2KqxKbYpGxatxBUxhb3bNvElTVW7YbohadKqYMClJgwuFVf+VwB08K2TFvQEhGkLGTxzyD3zolGM4w2rs3PQ3w49eHu/SMwf4OkE2JyHjrBn6RIxAndz7F42QXFkYPZlnR9t6zsANVCMLhGKr4pAzDmFZIeJgNPZEg4ek08alFmrpbYRqLJnsljAD9rrXLLAyD7gAuqdaTa891GhuEww4rqUJbEoaCywcIvBTCMdsNJmFQCMsC2aT5W4gGjfv4mOymDhRMJkmohXYcBIe+stVJiimBPM0fXEuytZJi3an0Cs238CVCN2sMghhaGQA9VLOwBc4MYmm9oopwTu5fRZBW//uR7v1YjDD7TDUdoVZhK4dRx4+k5/lg25Z+JZyQ0sKGGW2eC5Wp6R0YU0/6Q5+Xj0cBQ44hPMZzsSE57YkTWpEqaIEr1bvPkyrUNocsxbJeB1glRg5v/KVn8KLemr1pjwF2baADp+BV8EtECx8ketQnOJgkQ5pO3kFL3YKaPPrKCjb4vB5LZJtTrG9z82Gt31ub0RoCF4qtJ0FgoGoTBusjaPuGt+2/haXmcHwpvDMEQqzmo+H+pbxVvhXYHwvvXFpQCEkCRcfJxYyw8hkuZH6rNe7386+lgagQGpxbd+Ko0rsZc2HfCItzzWEpeV3Rl0KlFPU68SKtDYI4JaGZHr/heAPnkRAILTjbEaRMX4FhKgBlxJF2eyCIkoFw/emcIyglj/So1EfhMSdOuASfoDyqV/UibBCuzQ337WvmiZr1GGiQPPsVqgWGy9XYriVsi9OLs/vJtPGWybMPF7NEYb5hB04tNs8USfsPjThcBYWpyKhKSJw1CuKHBhF+Ov5p/BlybPwXRubRHCgWSJWz8Jnde/Cw3W/1+t9B4KyUzE6o1dsCBWvdo60pe/mnn7LqD+yAZYhC7/roBppEJwOsUiUl520pc7tYNtSt6WIRtLOrAJol8EhRNGeHEK2x8+2ypytYTbg4trjFv8QjyATIk3tscI9vm3QCkm02BzOE68+hF1E48OlSaYuWqYNxvi6OAdT2ESO+4AYnSg0AWloaLT5Ozzwh66kjasncg5tGjdkknD8sogTdk5r+eraRnQM+GmfNY1hJU2JV2iiAM7pEY5VPO2lXgynU8j1dlcrD2iBCrYQoD61sRIvhCNLuTQdOOmloFSwDg2NRD24HMy71hW+art9obFWS8SiUJEVfyzgG+iqkee2WLQz5RboKl/eKGG5A0G5BdY1b8spe2UWqwXs+JWGUBF0R0BKXOEHU1gNmQl3kmXBVx4qPNWq2+0ESnscSo9UyBXJ2rcdMWgud94xkoeRBbetGKI0yvbct/puh1N4cru6KgKyNHxh199zXtK85hp1gnAM76agiX3jZLgaqqvCM8fwEI/QFokQJhfieHituCnwiutV2OlXCZo4KZ1W48G1gZfCl50zcRhECE7FsFv62LnCusZ1zsRkH2EI7SIIC2yf+qkt14VfPdw8xImIPLNwD4SqSJ7ZmXkpl0uB5rZELwbbxVWzdjBuFLCelcNeuuYi8yWu8l1mUbrLfiyffz2wV3zi2l3WL3tWhbQwnWs6+/vdL87pTghVpHYM3SVnDJ9z9sATWzm6cLUBVSBv7a6dR9rD6991Pij25Hp4vDd4AQwKw3XMPnvGULnEA4DlD5pHOZrQo5x82mb97bzFN2Hc6NtNEZQl80KLYKriueMnqWAMqnzHKX60IraXmnIgOONq2R0iGtpXO5gqbWkM8elklk23qGs7hG80kzQ0/y3SFW3Otlic6Zq3NBZfnyJsYN2PTxKYRiEp7p4jSQuOX2lsZWJEhbEuwOrvGSqaHC/oVggTznG00YNcL3TIcRGLcHIsN1bA0sBcb9q90dSAjReH+bY1PuEr/kLY5cw2/S34hg5pC21zaoQeVjHErpj77r8v7d+3PzRZd8oEXMqdNXbKQFw3DLCFJg31D7EtEfEYR6bRZbh327gU1jxDWPC00zWsj/s0PBBjACFseWJBPVJOzVkXfvirsb4hri4gKzoVe2ERxi28V+Gdsa/jbMcAr7Q5+emNcmyf7SCYOiDZjmBVxvC+Mfyp6EY+sirkiu86wTJk8zKo5KO2UDRQiRw/IwQlS+PJGGvT28TbxA2mp1FlBiZ/IolFGWK1lI8MbOPb92DgFPjnfAO+mMV/NYmCvdhaFoaFBlKWWDQuTuDgP1SIKGtpoOKyxJ5gl/CIRRYbTfrlb2BGA6FBeeQWEDJT5vwkjW/6FablM1zIXQNz1Mo30zu8RX0Tl5byVE/D60QjiZ9lA6V7n+PdaFE6QIqMyeHBsL3GM5erSS+DNU0YUV61ftUO80SHFWM+mbyUOupRrEXZNDpoW70WmoZvFS7NnXDZytXTlPe8OoE94OyE6Sft+zhSbvfuSc6mnKOuFqOMDqE9mcihv6cdqQE6+eVNlR7KsbCwyp7uebYrLnC1x3ga4YQj92svc/qRZfSgYksiLTzsd4X93n1cdRFXSUCrPBHnMJ5I8k6UXSplWmVcM3HUhHUF//io/Sn0rofX30vUuhaZRx51+ZHpLgagUrFT9gvWAC2XMemCB6xDYoWtuFRQhNo2LEVVaeHHH5s9XvGLD2G3xSlxb/LzhjXK146eEGpQaq/tZYygTTRp9yAWtWFcK2lbF5FqMXLSqmKzv1FaXWbaVr/2r3rG2qlyo2+NVcUJTiplyE//Fp+SRsak7aRXXr2Udk3uT33DA8HscWaOPEqZ86SEghpBymk3vV0kWOOU8poT7mtzHYjWArCE5xIU+tXLFI3RRs8v2gX466dmmRtqeWZ//kYOClHfsqZrk6ch4qEALc5Glb9y/vrnVDmG4TfDRXkQYILzdPZxBNyHPvRYmp6eTlcuX4os4vZLhZbl5Klw7KOnWEHYLSMw9e/nOo0xBOMg20nXLl0k7eW0wJB9//794T8ze5WZbAhER6BZQMVgiTPr+nvY5+0xb07scL1HrzbTyJX88kuHkuaydxJ8O6NJFsLG3bZtVflnQdYKOYL8U6qhPPGokjUSWFfydKfLB3PcKoUw2hM3oNzclxsWlJ3QUFMR9wYNOkXa1m8HpS4tbFs4JVB4O4BZot+kpwyplme/uHNqEJ+GIbat9OvhKgTuTZlmD+8uG4Z31IgoPS4HNFi+teBeGxON0uEPEwfOJGdbYOfy12SMfXMInoJv7GlXa/Mf6maQnEiup9TO5uk1PWEmAXYMtzLGuaEqnvhHXF08ePVbgaiW5yjGUPErQjLHr8KMqwpverLwzWFmHqqHb/bLUap3c835GONWOak5z9mQs1yd8fZ3vCPd86Z70pkzp2Myxjyt+5h8oqG7swkfBwixjIhX6ief9LOEdugRb32ogwf370sXGQ0sc1L6Cy+cSLfddgTb5u40y0ViSxyOIW38FzdrMkzvWVxi7edQ+MfmBuDKbcX2Kx6tTroifKg3HjhLcWOuLmyD7YRVG3ILNfgmBzYyKaOYIswbAbzEJogY1mRf8xDfel4RUtV3PW3re3AAXjdevlZ4za8bFpSl4E1QW7xFKysFMA7vQS2Z6JolbwXaViGtgfWvzKASTMagiSFX8ON/VIJ05KewiPrkGcNq4opuSV2HuPN3WFa4ZiA8P3g2Hbjglf+Yk7+tnT1rNC5aG6OujHMjek6raArBx7Ww3R6qEILIsJaMG6nMvsehXfiokSD8JBE2wO5h7tnh9PK4htUdPUTydBrPQexam04ja1Npd+8aM63a/4TkoQ0KMY4h87OXI8FmF/Hl1ByPNyO9NC2NPQ+zc85xeyAVpOIUdcRf4ykkI77ZV2lF1XdjZljmnOH40C9CKwEb75Vf+3tEvM4/pQzTHH82dfli+sjHPxZXabx08oUQkuh91LWz1dCdOsu0ac0keMIQBUGUDS1Tu2TXEocKDzKEd9a7N5199VU01Kvp2LFjYWiZnrkaNPLyshlOEephadEyw/vBwf6K16p8ABodW2aGGg7iU/Fd0ERa6dd0RSiVpyFlmB387J8WB7zMyA3faOqNL3IgTcPPiTxdo36aOAToRkQJU/JqxTEDyH/FM/8q35ANneleT3ej7zcsKG80w9eeTgJL9K2J2MhDggfT5kbU8O/wskOIHVJu4WXWgWPBd4t4etubbtkJiFnFZMQL4Q5IxCFMmMtlA4yZZZ8wkLOk+nmwq9qmjBgaGvG96MuzFW2Q3gW9gvSdmp5L5y9OczAuJ3bfdTzdfvs9aEPuwEFwQj8nKxz+zZ76Qbq/fzo9dPeBsJeVbY8umXGP/bqLsvt3pe8+czL94DmGoaRdo6nHhA5FUJiEkBNvfuVdIZnfxTOX1W/fskABb99r6aRDfU2pGqcckSnCy2ty7bwFLkjzq1NX02WGyD/5kx9Lk5yM7p3qg0OcxMQ6xz4Wlg9he/SEJgVMPycGjY+OBN1nuMgtRusIC8tnBzHITPggy3smdo2QtpsZ8r1phDpxXagTQCdePJlOnTqTJid3cYI6nQ9HrtkxrNIpzczOpgHyGx4eThsDQaUoeDvWr4kEWyTOglQqw1eyrXUStdN8hBJVBFkFR43XmOor4aKarVWdI6MSQCyEZm47Edj4E/Xf+Or0Yg7+hFVgd4p3/X6vSVCK0jWdkQLnCvEOiTpPKNUhk8ieqFZ2mlkArnnx3QF4HUz1XtKUZ3uUDLndd/O3FVfvgesxhB0/e0r+K6yKy6+ZMfJ7Z7xDWKgdqnIBJOdlimb8GtgGLmM00J/++CeZHBiK9XhlcbjwvGzr1/7zf0nfeupZrhdYABSCEA2le2A4DQ+4WFm8mTDxeDHetIVqC1xj683see5v2c1FWhsjaLdcddvNqYgUbJ0TxFEl4U+wYRaXZc80atKSX/wDfcvgvhKkRDR4+wWHjY2hN/Vb3qVTDLWhne1QIVWaUYThJwVi1lePyhk3iF48rvEsO7xyw87lls3E2Y6m0NZyTE9NpQsXzqeHH344ro94/FvfyusbY41jV1pg2NyL/XAAQan6NzQ8lI4cPRwdzeXLV9P5c+c4sdy6zBe8jXIpmYJuhJ+CcoTT20dGB6uZ+a40NnofNF9OL730KkJ0P0I4cYjvdNB0AVvn0tBSLDNyUmhjIPOGxc9OumXaZb4LqRS0zOGlZCV+/bldWC21Vc1nx9hVWB2qFM2uwjI+c4U1lMlaAusg13LTs0AoNdP4jkI2Sx8pSmAz+Wt6Y9a7LQPA7SSP3KOTtpa8PV0DdkOVbuJawtqFZN5Ol+OVODSV7CEX64CXQWZyZk/+1qVRw7P9RZwzqcVXOP4K7jlP++5602yHkb+b+PkNTLtY38RDuiINhIvYCf/8Rx/jVjnKJbzGxE8tlq8KDoWJ+ahfZfimy/CEYSP3y1/IZGG5gJx/QVsKF31MlZ/a33kurLrEXTLcq0Dj7gnh6YrDNa4ayKsEXOisOSKgBHSL1otGtMrw3vsMeiLjsIyBqOVx9pWSss2u2ysLVl3Mk9dOSoqGxgcycYCD5SLcMoaWZRmrn8K7RbM0DnGLwOeVuP5yGr8zzfHzo3L1+invziTr0HPRdLOesEJZ1LRd7D2EpjY2Ohp06XcxN9Gf/uEP09SVy2kfNze+613vTF/+yl82dsooqOJwD9cnQS9nuPuxTY6N5vt5pODBAwdiZvy5Ey/E2s6hmJCLngK8wQWcpGTQ27JDGzXGCbatTl39ITbqtbR7/540zPKj2VnqDRrOzsylyQkWXTX4KPNebk+tHGd5AZmJFnydadDgQSNUrpNfM0zqKvJMbwvhWfLHpyHw5PvIgvg5K+qq1jYKwHjKDxleriPf+YmwlVxzUqg4cRDXkn1uG834EV7VdUnzWp6ZU2oQonetfb+er6XRN/NsFrz4SVPrfLPLFbHZf+c+dYG581Q7jxn8sEV0y+4AZLOTBsHlPKl+PuslLTAr9sqMUwQIDUpDeRHgGTbD8ZIT2l0WQdjXIq7sX1zzLfsQM4bgwPMQZwSuLmAjJEMTVeCAyCJa5TATEhs09hXDEBx9RHCyYZAIz3z/+6yBFI5tAbgVvr7n9gGGvOvCj3fj2jkXF+UG54aXaY1fIvheEUc/tdlcWoQSml8fs87uaFlHmx4ZGU6jk2Oh3R0+dCDtnuAUcUjeS6Zcl5P+/M/+e+zV/uhHPpJ+8NSTlBVBBKKrXBsrmj09a2iSaOWUzUXwgz0Dadf4SDRr6eH60/Hx0XQE2KdfPQ2NSBT1gpAg3OVhPqPtEaQAEnU1ztmr03wx0XNuPe3bv5d4mku4YpdlSJ49OWHhcAEyv9b+yjcAEp6Te4x7FS51OtYib3rNy39yBpYjC0Zx1q8SVFX+kdisdESWL8pn8cu1k7nXcUXDFYZueGX4jfDy0pJX/aNEuHXPEJRRQTvMoxORWwiyBRwbgy73GjmSzLZ13lKtlRgV3+fE5W/0VGCwEyQKROPysyzxaja+4CKPKiz73Jy/7bjLa5Y9sq3yvmZONSCm91PUG45vxZdmvph5bQSUFwJslAjKDRrbhrcPItS6uAu824u4ETyuV9SOpHbTIAqNOnJCw1pixsZ7p500CBeNwjc1WEQ9P28HHDt+d9oYZviuBDU5mPYCf4BLf1ae/B552ucTAA+sA7MIxDjcAV5papR5eB60srVWzu/QDqUhv7y3hSeFjx+2PHfwbGg3VUiT1u2hGkw9Gq5LGy2CyLAV7IVYbdGWEUKUi3llhAGChbff/73fDxvr/W9+MxpzV7p06TwaIOVCEHjbYh+IeId3kAvc3GY5gaDtRQDnEYEIcjLUymII0+O3H8POeSW0UGms0IkdQcTJB2Qo8M1bjRy4XBFxhTt0RqjYy9hId+0aTxfPc6f6wmKamplOBzYORvkLXTo9pY9OGksH8w3epwztruzKstKI2oAt5YvgLCIwlqU1q6QGqg7XzMuvFuUGXsU9XHQyCmNJ6zN3NIZZJGl3s90mjVKi1trjdeVX1cd1palHjrzrHh3eYZ0g+yZSRMMFg00BHYBct9fNASpdLaNlyPpYRiQYeQdZ2LEEs3SoowbtpUMRYh3LaSM0jliwMJ3nhpqG0964NQSZTbUBL3z5A3OuIWDiytkogQu0SROFyg3eqApLB35xTiJwFSh5oinDzDtmyM9Zd/Iuk0xFUIqW/kXwRceKgC3m/qAfDd6dPosLS40OYRVhJazQGk1PAZzI8pi0bk/6iVn6wDAmWizgBpFs9N0It1jgjaKcqUAHzoTLImsZX335BLbbvhhy/9VffR0hiYAkcRdp1KpX0Cr7gK9pwatoexHAQ2io3XQWCsowF4DbIoLN1ULaLnvZzjg9PRvpolGDbzR44kv3qGNyMf4AYSvzCwjzoTS33oumOpFGsUFfvHAxTV+dSXPYmUeHxy1Y05WOrdEYdsBczdS8VXzGW7kiQo1XKOIb22hBNOPZkpAPSxCliNjN90xZ9VJd8GC8+acKy0HZt5NGFnBLItIoKVtaUgm7+U9NMD/yTrLryrOJc/Mtx2j2JSWkPKOWiRQVnSNf+29kaO01oFwjTWGQHC0LtYL11kl3BL0Ck2FuhlWHEUPZwpeBEn/imdOp5DWIqXBh6BhCGOZ0K16sx6sDrPJ2yJm1pPb8ZVrz0MbpTLmz4Ig6hpwNzRMayvuYL0NGqzFuIGzC3KAiqpDgF0uDSOsJQ+Ko6Ch2a3FbR5Avov0ucif3IrtilNMBl6ez8HH4hA1IrZFvhZqarBqi+C97VQLCu7eHnTJomzbcDRbor3AW6Eov18fy9FQjLxP7kz/901hF8MBD96NJXmShN/ZXhJwz3N52qKBdXM4LyN1XLm2G2F44NjYmMpSBghFvnlnqFXbbDDJ7reD0/Mu9ewYoL6cFMZETtGsjqYLE8zAHLBxgZrBNdmFTnuG2x4OH9qcZhuRX+V1BOz2w/0CjQkvHEsRrgylOTeEG3MpJLl0zrPmNnmtItIBGCrza4+YU2/1tpI5I9S9z2OSMsClgk8emZOJ6K5xmmBa3lTYpE4SrxS8o1bxylCpuIw2+UYGNZ04RdrFIkf+0wrE1RzMiba6ugoIdZqkoKzkqOnpRPmisDi0ksgIhUtIwjN/4Zd/ItFEGgBte8BSA+cqn0kgGt9HVNcEa6rxWZQqAGVb2KhKrLbbxTGKhmHwx31Km1pj5K/CqykDE8Iw0JC91ln0RHDZahIPhkc58Ij9eqkg5LeEMHR2mq8NFtJA6QWD8nG02AfjhrxDaWMnahnEVMuFCi/VNKci1rMyI58XwOdi/DpUFrZqk9qWQjOE1aUNoBq5QWM3QuuSZ6aN2qLCE/i6dAdf5+fk0u7iAQme9Wsk+pQNwoaX4OmHUBR1cg+rEk7s87ACk8aJp8Xe2X6T6uplSDh6rygquly+cS/PMdDvcfs9735P+5Et/RhRxQ4ARDjjgoj32d3NL4lJaokyTCLZ9+/YhSDFpWO3mi3Cfn58NLSxO5qZQUCBwFumw5ZGtosgzM8U56GhyGBjf1MeKgzUWqC/1zae56cG0uns17dm9lxnxE+nS1OWY4HG23TrvopOh6Lj4w7sQ8pcLzkE/tO3Ca9Kt+W75RRxsiCuvl0Xs4mdtG1r4Svx0ps8wDNUJR2fO5T0/gx8jbPs/2Y6by1BiFptzwTH8S7sP7MjDxmChbrLLJb3JQLcCB+2v04nejaNYGOS6Mu00bJX4t9g1SHMDWSnIy09UMzM2ILZhbuND6LBWb4Whona7DRohY24aGt+0UycMbHQxbKylDg3N4SoNOhy0Wlnuil1D333iGaBSV/j1IVw2NrRjlobTBCJ+a2z9UxsTZ0RbM7Dl3XIgJBWc/hSS4OhvBSRL4y6NNicFuMKCn8/4qbUyPI49xvi5zrQXJDy9Z4PfOlrpEvutV5a4n5t8LEM/UvCpJ76dWC2V7jp+PE1NXUGju4pWCA7MQC8sLoc2K/ba7dBjQyPtQgsdZNit2UFxJ27iumT+Ck3gO0uuE//oyH3yczgbT9+r3wbwVhnz9SOAR7APryDgl9CIr7DcaD9apLtzLp69CP3nqDeXaOU8SR6dUXhUf6SytRGdVT2ges95ZryykGzioUAMoW3nUr3n72acJsh6fTZ9t3uLtbrALuVuPKFJ2G/LE7oqQIvfdjBvdtgmG2WnDCRu7qU6hW7vV4RjSe/3VpWVqzLDizzl/rrgit7D9BJMASpz5fjVIz4KfMNkmuJklIhf8ythIZCLQDRP45Bf7pFzLx3vFCQap40kcGhCuNG3gm+dmQvdrhdm0A1mLstgICAg/KntYUujjIrKTGsFmrOuDpdpyDTvZbQsdRBiImfahCVp8SEuS4qIHWdoktezz55Je1m+Ig0VHLRpNDuFiEIL75pzQbUzsOYmXuavAOlimB52Qm2XYkjFObnh04kQNm9W4aZF2FgPCkOwzXY0noCM+qZelliDqAbsCeOqd+6AccgbcCHSGkJnGXuiOHcRZ3h0mI6D62DdWjiHQGOiZJC91+//4GPpq1/+Wgg+8QVV4MoPaLbLCF6WV6k1qpmPsu9bBlOj12nPnJ9TiPmdm5osZh1ZA6Y1PqRvCDZpsYZpYRCt1LXkfjviYL9UWmT4Pg8tLk9PpYNL+9j6uDc99/yz2CovIYAPhiZreVpdIQrPcJmmzUkbaSYdqSuRk4iZrBFbr/Jp25F+xeV3RxgNH14aH8Vzx0+4pxG302SkAvKNcjsSlG8UckWARD02kLDacFXlhgDIPpv+FqaEHRtOdrFitxZEtcoQQLCJyX2PQZMfN90VhrwWnxVa5D3TTJxADgWLw87ADzQtYxZEdTTxtQgUXntL1+oSohPKOOONUOtDUA2szqFtMRtOR7HGEK7JthlOKGmAUe9qOF7HmIldY8lQaIc0NI0UitRoSEatqsw0ZJNm1pbTwYlxluGMp7vvvDvd8+Z7sccZMWtcamHaA7UXejqPR4v91m/8RggntdRMA3LgPcrpaiXK1cNuGLwkQyV4wMiZJL/5JyztiwoyT/NZYEg8MTEZkznLy/Opb2UE2Ktp5tIUlIEmxD165PZ0/tLnUr+H5KJJ2zmGQAfGCgJtRYHM6UGr/HqGx9I8w+T1xRXOjcT+CDIzV6+mHobnUTfB0CJT2Xopb8AjtJBIAeGe7kHgyac9Cl3y7Yf4I8SbnWeY378U1xcfOXwovXjihXT+woV0193YXNkGmSuZR6kj64P8pK6urTqyZ/VX00B2CNN4qf5WiQ2tt6Uq8i15iEHw0zWgG68uvBvRK5wb36/x5aYKyoJbqfTXiNsbkjxrqplhssbihIAul85ZXMtXyhpBN+FPNH4BX4N45hs9Pw26W7tbYIeGRyN0osTFuw5rQ/UJxq+zNv74/ctf+rn0v/zPv5KFKwDV6piURTh1p//1//oDNEkaF9qQhVSAZ8FExvjFJEut9BvgcebMSbSghfSm47dF445LxBTe/BQEgXPQCMEA7PHD+9PxO9gqefBg2s/hD3v37Q3hnbUZ0oXmoHAhbwUgr7/xqf9MmWw6NiAbv2/i47AcoU4aFbTocChPXIBGWrLLcQVHetc+em3uMLPPVy5dTmk0drinJWaWB8eW0xBhu9EM+5iUeeieNxNfcwRH12VsyJFcFYrdHE5CPpoY2KOUbr/7vjS671Ba6WGfPCutltV4mYB5njWjk3vG0+Hbj6eBoVFsvOJqJyJCUEj8xBNYOnlumQmiFSaaHLnsmZxM995xV9xR9PKZc+nbp8/G2ZSzTBCNM2nkoRznz1+InUET47sAJpQmxRXKCmmdfyMEWtWFC9mHK08/FEBEygF+V9pc+Fe+GUYzTiNy5JRbTdOv9a2ev+XU1f3iO7CNoC3/lDT1Z7wH+o44qbFaObYEdI2AjoKyPgkT6SlHJ3JEAasKNp6v/uzndYbnQYj+NhKnZ/gTwcTaBJRGIvdFYvL0Fc0m6sxX/hkcTFZF64iYkbDvFOcwsfSqyo7Ito14efghA0UGkYd0EJ84idt3fl50xqNBfP3qFRFxYsJCWBlXh4b6FxfvwlWGEcdDJ4Kf82fQybh1G6FFKs7Z1AmWiHzyJz9Cw2YCAG3sD7/0F+mVi1PRkGOmmXKYZN1GiR4QzQWEuslU+1JanQ+ctDsCgBOzEbzAcU1gpkWuJmGUevKCLKx6UYfSReHkFQQf/MC7eUdgkUvPej/xOVg26FvEODCQWGFzRIjnO3PAi0KvAyNIE7Tyj/jyBJrO9x7iFR9tpypZ2iwt1AgIjvObAPcRjIroxzGBY+FzFZMfM+XPoU0u943GkiHh9jERs3fP3hCyan0TQ/0stZmmPN1pF5rZPk70+We/8AvpD7/4pbBNDjAOZsBOejTvfjQ38RYHlkD5b3BsIo3t3ieDY3rIJejCnrmHhei76cH66cjcC+4VENIhOgURgd4edqEwjnZH+VwYbicT10HQ0EfZKRQHnZyTKrndeBXEDML9TQjK06fPcBDJbNoHIWMikzhSnrl9CQgs8ckCIzCDMIVnKUWDz5othuLJIzUXbdFvK6LFtcYrQUVY+d1o07yXfEu8+rPeRur+W71nKmeYBW4R6J3SGKcRT+bYVJacqsSpw+goKOsRbuZ7jDxseT/KLoiXKWgDznZJG3Nu0Fa6M5+diHmtYhVmi2dbJdmJmJ9h/N/Sma8amzL2zKmT6dK5M9Espq5MUe+qVAQoYwLYOucfrsbwUj/PMZQ/FBJZjGYkgtUtH43VWWedQ3nry66uh7BsZ6MBAyCEYEGSxCwqqpiOeAxFQ9sr0jWgEQzNFCza3BxWq9VZFksiTRX2GfkqQfsDYb6EprWOEFlF8zWNy35GQPI2JlCOMNR9+MhtaWJwmFloDpCo8gmhhPCeOn8mnSKu5QsBx5DcSZJ1hsrSZW2JYT6z13ZAy+x6ue324+lOtMQzv/Z/pzVMAMJz6M0y9TTCrh5ps8we9xVwQPIHzcUpL40ikPL2dw+mw5N70wTpvGXbMyg9aKTuXE86xyy+BJQH8npQewJS8H2VSaTvfv+JNIaGu+IaV+rFob9mhNOnT6cDB96WJiZ3x1IhF8CrVbc4Opn8r+nbyn+Z7lEXMkfl2vm7fJen0ervJV3jGZk0vq77RdjifS23LQ7XSnwd4R33eu9YslORneLmRtg5rInbtYkQcYuqVRIWaVK+rduo32Yll6Cb8bR8zZ/CsnzbZ2ehUq9QK84GUyEVKASK0qqGojFMLW/q3c7fkXCLP0Fz8Dh4YH+667aDaCI9aXn9O+mFM5cRbOCFFm5D1s2gJc0yoeCBsQe4oiDW8oW2QEziOKJS21dbcmmJCqYKj75GWJm9jP2Q2/7YlpeZkkZcOTWf0H1oFF1cu+Dylnz/DwA8KAPtq729CPuZp59OgwiXAx/cE3iKa4MWEqbm1KzWErcUDnOy0eG9iGR0JoRQ/FP4KvigxYX5mfTMmTPpnceGsQ1iM3QWmDykxyqsNoMgnvMGxB4FnposuCooVQHX0JQZkq/PzaSjLO+58PSltOcA2iFwhwc5Lo5cHeIruHoZqfSw7rKPvD1Wbh5/KeIhvpplpJk4W6kePTdCgfug0zI8EXUtgcNJMyLpGSYU8AUbzQ5Ej1GMdwx5bcTclavp7No5ZtoxE/Ry2hDDcvObo14XOB399ttvT5cYfi/j18+tjsGD4gFoXeE13zMO5ptDfOR6tQbI+HqdQ7R2195m28PbvnP+rZ7B461ejS/LVdikULMReItevHZps+vo2SEajNTuWn1av9rj3vj3rYLbASOystLyGrX8nhnqNeIQjNrMT2HRLlSaobW3aFgbTEYssu/4B2l0EFZhaDfD9jYbno3MiZiqJYSNbTc2stWVgfTSyZfSm998T8wSh/ZJE7dZ55KgjcQwPQZ3MUQdBN5b77gz3fXQg+m3P/fFEGbu5imwc0NEYNAwVtEStevZEmPojp/laSkmHq5YGB8bT0dvO8pQX4FSMPDZFp9vBZ0a/LpXKmD/cz7eLYiaCxy2x1BcQcQhxgsu32FcHusVETJxIKxQRQJ87n7rW9Id99+L0KMjwVYYM6vUrXfbODvuBNcuJnee4dCQPWw1tHxHjxxCyxwLAeawTtvmY+9/T0yAXZpdSl/6869hQgE/ZtVDG9egGg66ko8z3z0IyUbDp/wKhhgKW1/RqRqOwKmEjjTSZOJKhGEY49DgZFqifNOMDk6Sp4YIYbie9JVXXkkHsfWeOXU6OkPOZIM+GQfpmeuoQqnTI/JsqaVOsX6k/CyX7UUNPNrN64Bd6zjgdciwnkXWvOo+N+ddJpKY8Fn0kRKzuNpr8drmCcPCwG7bk5FjNpgG55o8R1vRjG2slQhRy9F16iHDX6Reo7PBabtySHz33XenPePYvdD4ljeeSueffRnolrDCA1wnafh//Ed/lC4zcfEvfumXIndP3g76xJdlixfwRuA5vKO8rtteRSN67qUX0ikWX0dDBp70iPjEVYNaRRv7vc99gdNyxtMn/+FPhWbcozCI6Y9W9lJ8i57306gVBZ3Ie3s+CFFJQrU/7Hs8tcQ5X2UppYcTSvyNNYsOkdUy6nUQnRx+y0tof8zyC2cVzTI6QCEPjMUd2fimcSaX3vrw29PkkaMs7VlM48Mj6W2PPJy+9b3vAXQdDW6Wvdosx+Hg3OdPnYUe1AQ0keoxiUbmUtd/+skjuU7iAxMGa0HpVMRTG62L0w0vS4qkr9qitkZt1JasG/PAMMBW5EP9yFO8znPsm8Pvo0ePRnlnOVR4cjcHekSeOVfbgM6ySpNMF5k3YxeBflGXdZrV341Tvsuz4QfMzc72p3+V+eYI1/Sp59Me2Syt47YitEe7qd+tnLwF6E69UqmAliThCXGolOyskNxorShdPEtw+LT+KfEavjBnfXIpp6dS7U5qLnIyK3AQX1FxskGC138St14JQokqDUYCv6qHd0y65sQH/nqpe1nvfsPL5A9z87OsWeyITB4qiWOZENG33TXWsJnx9TjyF7aNbRTtbZIZUYxrbK+7lC5xoGx2RlKYa/2j7DTEB++7P+07sJcTsUcoAlpOGLIQFCRQ4PgSN/kF3uqMLI0hwAb5/g+8P7169kI6O/VigDd/fyGkLD6E/sX/4RfS73/uc/jR+KmvVTSaDYa/an1RF8BCf4t3vx0mfvPrf5Vu33cgdTEBok1TIksz0bEhTLNVb5zDcW0SDr3DLmpdSm3iR1yA5Q5MPBAkDmFNLLwKTn7N38bRvmecHipRvsIrZp57FLDk/zff/k7qvzKdXmWC5/C+3XER2F4mYSbQONnIDV3X0gW2M64zVHefNxCDH8zTxex2lpEHPJIn4zLO4mPpVlkLeRrtT3ujHd4BaNCDZp3rAaqCal5nKl/CYyA4jxnDu8+9smyJKXXNuQPcteO9ObHMieH3OAf8zjAUtx3k0pqjfEoZLSd4q2g64669XXyloXnwkN3bnJDqjnjS1jQ+w4ksQEMrrcX1G/jFbTfBYpzSUTbhmryZvsApz6JJ1kWAtC3py7PMeJfvkv5GnjsSlDcCeCdptiNGS3orQ9deIdm39tcKtGeseeljfbb5tcbwq8pjcwANikYOxypa1mn8q+Bh7KK5qE/ko6c6JL6pXjZKmZDlPNyn8rWvfTUd2jeZbjt6B8LPAZkY0lAROi6cXl/h4N4Y3vZwKMNyev7551lvdxfx0EhDYGTk7ARi2RPMGUzId6xOgJAvPPt8CL4YrmY1OtpATGhRL95A+NlP/3Y6fAhbKZNBXT2sKyR1TOk7rY8ZoM7y2vX2M6P88AMPhL1U3SNPlFSzwaAkDi+98CKa3VtJrwzNQkXBk3U38c5QbQSx/g9b3hJLeaSPAjCEqeUimh2TWpl2Rofm0ioWy1cwhOQib++v+eo3vpG6OaC4d2QoPfjmu1mb2ZeOHjuaxjiTsoeyzq8upsm9+1gruZAWvJvj8iyo5PWfZuaqAU+Pt2tVasUKBMtIHNnXK2oPHzwc8kXcejEnrKwskDTTXA1TgWtaqxrLaVpCODkUXwL3FbRnD/EYYl2nC+id1Jliq6X3h8/MzKDhc02H2YsLD2lpMYMe0CELDT3BjXyyMMnvdYEiCrlNgASuCLtsssl+EfAG/YlyvY5535CgDDLnuozeqI5vVQWVV1C7HhysWYSWPVm7a3rxViK0CEhjUFECCfD+ac3HGPqUp71yawwCd+hkMBtynJoDkNyoaYD4yYqiUZmE+M4NIu5t3iH8G41mI/vgY4+ha62mF0+eTAMjHLLAbIMkC3Lx1F6p9uhNgefOn00PPfBQlZ2UqTO77zRkgKr7ZcoBh9YyPXOF3SAKPrQnG6zCsEFP1yUyUzwxxIz0vOuipUjWpBSS0Z3kiaXACx+N4pevXEk/fPbZ9MC99+IDaBs1MC1TcWqKTrqIjZMdjNQRNhyCQQ5ddFaREx2CaRw2Oom0EgU3hfVjQoBWzm2N1hjA+OmPkJAxLDNLrJBBPLvTq5xE3ssWwZ6ZPi72WkhDnCO5xOSNAnaU+4DcgfjCiRfSGAdc9PEdOQAytoMiiFwuNcB5l70s31nqRoiaH4W3Y5JZxHV4ZASNkm2j4NzFbqlldvgEWsQWH+PotDUO0hlN9nLiENi79fJSf1earXYZjQDHyRx/7jE/e5Y1llFwad/qJIcl96f6GPVBPvGNV5NSJZY+dR7RH7/2ttjyTZQ3wNUF/K3KnvNTC6lyFjb8GtXCU6LKzDp5qzxtVu1x9aiiEK35llNVlYW3MIXV3jOUfKJCotLzUCYvOjTHqsphsCBQQbieFe9ia1DBt+Tf+pQhy681pP4VwlJcABYHIwTiDm/NKKgQQsmy5B0y9dQ3690StTqHp0uzV9B6utPlGWa80d5cJxlOyYPmtMBExQITPw8+8CCCRiFS0a0BSnoSV4aPRup3dvjSCBfTbcfvSBd/+HwIQLcCqv1INbVQl8N4qMSi17CitXWxO8a6NbzUseQSHb9t7D1ciuWwumIpYjadcRQQCuSw40FU9Ug7o4y/ZRCeOYgy9KfhS524jTKEDzhEuGUhvfgK10j+1HK5xuIwONw1vjsmShaxCy4j9F+FlmPsGOr17gXLBzndv32VGXH3W+83zYP30QH1pgtX5lLXiy+DmCYMOlPw0Cxy9eoci8uZqSerTFfrRUFp5szAU2/OWPf093BsGqYHaFPMS9I8U5fo1J9HxLk3fpYRwmW03qkY7mMGwKlRWv6LFy+mI0eOkDfLhtizPsRMfd0Fm2bA1FkOqR7xkbEqKfgK4UfBgyfslDIdxSzeY6RgqvLLdVEg3Krn6yEQt8L9hjTKrYB18i8VEzTtFGEnfmXovW1cKsvM6hywbfz2QCu7lWWMUQS3d8a48NyBpWwaGgKdTF6Yizbmso+q8ZruZjqxUnDUneL59KmX0wIa3yhbCMdH0Bovo6XgMkNlATNA4/6t3/w0OzjelB64/7700FsejHDLFTjnFPwVfiZerBll1niZSYePfuyj6Spb/b7zwxcoK0tlYrKHqAgFG40dwyNveyCNcke12ugGjUjNtL5YnoghpBRUDvU8DfzgoUPYQJvD8rgqoKrnNfJ1wicuSiMbRX8M/ahfl+r881/8R5gV1tN/+9wfYGtktpqZp0W0qmWEVRzOS11Ig2jGPvnFoRiEq3FZbhdw78LOpwV0FxNia9GJjKeZY8fT6BzbGDkgZNSDfXvYZ86qgns4uPfCiZfTgdGJtHDxclok/tRCXtIjKYKeCkJGGivMTpuP2w6Dp8wf2oYKoReuDxo4zJZ/Iiz8c6CUtQ4U9nYalqWPekTFxYDsYSO5I3L47c4h7xTP61zZD06nOMazPleJAABAAElEQVSdRgEJlo5uL4ONenGSLsb9PMtwWnwCO/LxjQwjz4ry1XeOFeG+/v/MbV5HCVHVANpd1pvwrYjus0O0SJbVf3tZIlXxi8CJZ+VtL39tZ1WbU46cbSTWnbtNcoVa4XFStILKSg4ms3HklC3lMW+FhM1PnqgQyEdoCS978AZ8y5DzyPnD1A7DjUReoeWAVxGxoTnROPLi6QoOuAVjG6lyZalR5AWS2u16SGxJtf2VAy1szDaS/Mt4FxgKnMndu9NRJmlQbzjt+mTkE9RCE9lAs4kfKtG//9X/iSHjOjs80JLEF5xcnBwNJpeyes80Fr81NK4B4n3mdz7D8hi2xpHeyQebKCSIYWoc+Ivw/OIf/zHr90bSz/+jjwf9ovOodW6FpuIuedVS1RaFpyYlnyjM4pgxUWCXUAgICRzO+mWRNzPspu9Gu7p45SI4UQ7grDF0VbCsgrfD6zghiJjLpM8sSF1RCY6ewoQSWndvmmVd4tlzp1P3BdYl0hkcZJ3pyMhomsVvncN6nX0eZOZEfn4Hd3j/1pNPoVGyR53Tg66wvnRgch9lIA+0bGkWtmHw8/CKUSbO1hmyaybo1mwBzaxHu4aLbA7w3vVhNNXBPndwQ0/ygBjxbicTdQ5saSlsqjQdhMYXEOKz7pEETp9SD3OLqxPi7Et8XTK0sTEZdHBRrG0hqgLBXurBCR4n+8gl8mv+kXtwJiBIHIKpIl4trgwdrtRP9Vl7RNra97avncBUqJR0tq2Sa/GL9l0Khady4LryLYB28LzlGuUOcLhGFKnYTqJrJLkFwTYwZwlV7GQZF+jEE9kRGpgNxcbYjiuMer34N/iwKocQbCzFqT3Iy9qklmam0NAG2W/N9bAh1BUOCAQnXhAi/Wy3+9/+w39gS96B9Cv/6l8CgkZCA0MRoQwMm7GlzbITJQpjGUomvA0jNMb69oUW6UR5aF3R6qo6YTZWXD7ysQ/HpMIAl3N5fFkwbMX84i7QTAW1Iz7B65uPP572Mmu/f//+KkdjmMjOoTuGkkb2HEop7T3iq0HLrvSVr3yFyYsxNN75qBOhh/Annz7wC5MIgm6dCawQYJG7sl5NzzJSiTQqd8p84L5H0wqdwhA3IF5lpntqHk0Re2QXp4nPz86xUgD7IJ3BXiagjh6/kxPPT6XDe3fRSe1KFxhCryO0rP882cUQ2/t4OHVI2F0Mg+3QFY8hKImn7fL2Y7dXQ21wZaSyiqC30esU7ArHEJSWn5+Cc5HdQb10DC50zx19jqdw1d6pZqk92qVHUUYAhdCQ9hVsUgaFrY+/jc5yBAu8Aci3CEql9o+W2xlCUe9G5bezFDdeyhBCZOjwMq99g6mj9kojpyEWJo1srh+jTSngkDw0rDicRu7OkwPMNB96y33kj2bW88N0+bmTuWDkr+YiWmpsP/VTn0A7Yrsdw7YeJiCkkrivo7n92q99ChvcEJMBe9I7HnlHlCskG01qbupS+uDb70nPP/cKu3uYUQWm8/2aIIrzdPArUx7KsIzQ2x1Hk9G8WadoA8cmieYqPRzYhw2P59jIRLr39iMFRPUUZlYjkAvppZdPpj1795AXGhXpezAFOKPLjWUIf2ycLIfp51SeT3zyo3G1wmd/4wukdi865pGxvnTngw+kq9/4ZtyzvUb8dJb6QUDHqgHstGqjs9yV/dVz34q7tV20fYlzJw/tnkQgs58bHM6ceTnt2g99/QdS73rPu9OfsK/6Nhajr3Pr2CBXMTxz4kxLOaKs1E0I5aoOoDT54kc5PP/SyRfv+tbtntgdQru97alhUvTIdwFBOMuwew4YZ7VRugvKsghP2vJuxyiO8oWabYTjTy204GdZOjtpv1VY5xSvl2+hzbWEZHAlRSgdw83EryEoRaYgcqMZlfSNZtR42SHKYUSuJ7p2xYm3sUwlS1w7RWdcLHM9vY213blESK0S/oun5ZVZ+Q/DwpR4xHrEBqR6Wdqhbf5W/mhQcFOc+BR65pgICSYhaOH8yIe81XYcak5xHcCrr74auTYVT/QYtI81pNW99z+A3cwzbiwhgg78Y6gHPCxq6ZFH350OcUMgEiK0GcsUZ1emwfTt7z8XW+SePXsFTRHMIIxLaxy6iUkvtrO7j7+JWW8aKfaxMOASx5KL/1NPfD/txq43fvRg6maSAR2PfNbSCCfpxDpQ4oWLutfmRzqm6w9wxWuUk8u1ejhS3DvEubWMvLvSYz/+Y+kkM88uvRnjHMkvfOH3Q+tVLBA9deO3PoJm19WflpmR3/fW+9LSs09b6BAsItarZsz3e9/xzrRvaCCdvMwdNNDizokxyqgOuxYa+0PdD7GnmzWpaNTe073GBMyTz7/I/uqxNEf6qKcKrjSVbbwCeAj7o9qkZpXoJlyRQF04VFfz7mVhuBqgx3i4BRUuCnop7NYohIvoe4CrNumEzq6+cQ4HXkzdi2qxlAOBmHOTYhaFpfisC1Jgqt1uYFe1fCIkTuIpPn7FRBc0ADROAanj256tcqGNlo838FnkUmkPsGCUpx2lkANVWVvbTXvMG/u25dyQ2w6ZaCQ3BLVDIhl6h247nJogoOZ1wGyma74pnDwBh3mNOBRhlVqCN/OwnEYlk4Uhnvc8g9hMu/nN8uUyevq1dzzLFLryzF/EKXhThAG0JBuml1Y5DJ2cdEdGYfpIne1Q4LaA3Wo3Byc4pFNIlvxMf/ddd3GtwL5oZNHQyFu7nwdkWIaf+MmfYLvhMd4dQmba1fGyYX7pi/89/c5v/y5r+7DLkdbSxFZCYC0zfD3x9LOYyzL+sdCaGWPzGvQg3Up4N8pGWsMWOBnHhvz888+lBU4gZ79jo+N44jvfSd9+/FuEb6Q/+sIfp7c/+g7Kpe0YWyOHW4wMeswtQoEsF85eSqe/+0MWafOtpqXwCNfFaeHLaI2n0zee+R72yoX0wN6jeRsmAt3u6hymDXcq9TGctvw9CLh7HnlLusLhHAryo4cOpwOcQKTwkw4O8637fsrXT9zCBz3aKcWncgrIIYbnHgVnOlFSuEnXLLyMSF1Bf0cGOrXcKdZbzqIzy38exuFxbJo+YqheCTkFbsPxal1AxqCPz7+NrvBbeW5VhlrJt4pyw/69SuLiCiJNZiohdk65ETaEkVi1Y8a3aaNiDG4wpfIiR6771Zt15ATwkk8zZxhIFQ6opceL3q6GdzPudm+FZVrjBGNVeJbiBHyi1XE1VcZXIZjZUQ1Tzjaes7Y+1ShlcLnefwoX40usnA2iAabO79lmF/nhURqWcHz3iRUr3tUsSj5elLXG2saTrJ9cnJ1Kjzz8cBpxoiaEEfmAaCz7guaWehjN0z3Be/ZM5jzCN1BK97FrJw50WGcxC5pKMSk4TBb73/2d32UXyHDsUFmaQXgFzKzRWjaF2o9/9MfQ6NAWGRai/ESZ7fl1b3nn25ybSbMg4vAlhDXkcP/0lQuXWTB/EBGCpgXNnDG3Y7l8xXtgZiPu7t37EV4T0SmFAAerIyzYPnbbkfT53/2j9IH3fSRduHwuNGwFyCD22hU6j5PPoXFSPQNofissR7IuHKYGDcHDteJOdCuEvVztMjubzlP++zi27PY770hXXzqJqQJzxfwi9suhfG0EOL79bY+k//elz7FTaSrsv3fccSyd4V1TRq4fCgftYpJJvrXq4ZNGncAfF85xfQPlI0HavYdOin3cfVX9Gt/DRhTqwrGDWfQINQTrA+P70+L8+XRpWc17jStr2YkDzfspc+YzeAuhHCsIiFFlnt+Cp2r8FqxrI6oEOHQvfB8Jtvgj/HZnWTe5GCFs8t2xR7R1wIqdzczRlvRtd3X5FRYhy1WiWbyb5GxHN+xkvsIc5SmwbCMp2N4w+OtMCKu8xiyvN7nxLWse7jjkkb8z03SG1dn32gW1mvzlmrdRqJUcOXwk/fiP/ThaBectPvcc4WqBuXkI09hqhV/4whfS7/2332OyYip8FdQ6mfE//sf/FEKpvy8faCGAELIwpdeiPvbYB9O73vmuKJea0xpab2GaEOz4PfXUU9j7ZrF/ojnx3UuefTzN5Rw2vXlseYNoZZEn8D3W7AfsdNmzGxukNFNA41+Ghh6aoUbmUWweRqvt0eGsuAnzm49/M339q1+DBt3sTvp6usQ5nJoDHIouoVEqOEY4w1HTgBqhx6eVI95CcFE2+dVDcT0GbYS98g9gPjg4zmwx9Xn0ruOhwbmy4Plnn4vOQGp2g+fuscn01re8JV3iRJ8hzAeHmIy6884786EYaHdqeNqDXU+pYFZjzkNd34Nj6LB2p2PHjjGpc4zyjcfoIIS4wpE0oSFSVo+3G0KiT1IWj1+b4iQod+fgHScFTXNdhYrFCFss5Qc7LZ/ZDkvhOzaIXPfWRd3tREjW478e70Uxej3yulYehecjnhXgr+46+ZVwRUIWC8XnNTztgTr0Qi0IbgPemc48qbJNpG2DdppTBmJDs2mGgd53fvlA2jwEM3xHrgyni/iBufOpN+hH1gf/gokb8MDTNAzbvL70y1/763R5ajbddgeNlYamcLCXNX/PPnSx8s/+3D9M//bf/o80QDUOItAIBSfcj3/84ywpWUQ7YY0eLh86a2Ps4tCFs+lP/uRP04snToSGtM6Q0tlVr0soDcv1jM8/dzq98PwzrOe7CmrkgQDr5bQf1ze6B/0phKJDS4ezSsZh9ql7kMPLp0+Br/QiDKEERsDlyDiGlFfYvWNeTk44ojC8sOZBdqFYPnH4xCc+yWJ6dhyhTmi/7KbMC8ziH2KdpnTy8Nw57tAeAPd21ws6Y2i2E/v3pOdZEuSwVl1tQDsleA0geF6gA5KG3rio5mRn8Mgjj3J392iaW0QbpTzHjt2RJrlv2wkbW0Qfu2c8jagMiUHLouHU8CE85bUiXKyv8zQkRx3SR9kWna+kItH6UF967vLZ9PL8VJpa5rg8VhqY5wp3mi/OsOAd4W0ZpEVsf0RQhuZN+pvuGrx60yFfE2BdczSy3+1++nfsGwx4ja6xjjIapY1HgFREPPiIBsVH+Pskjs74xZU60at4x7s8UTxK5E7PNgFZh9MpesCs4MJutVzbYxuphBdExLbyi4rPcaI8vApbxta3GpS0A21+I5js0VnexxMNAObXNmcjEEZTWJqfriJe/tj0VxwUviGCgcFrML3LebyTRo1R59B+meHX5//wi3wgZH7wPEIJJNCMHH6ouZS81cyefu5ZNJCFONFbDCybTu3nrrvuZBcJl2IB2z3EA+ys4erq0I737ZpIv/gzv8BhDCmd+MzvxvUG5od1FgoiCPinUP+Zn/pw7CLJ+NO8KW7UCxk9+vAjqZ+h64WrV2jI4Efq4ZFBtl2+kI7fdTwEEp7R0LPw7WHx+lgIHxE9f/6VtB9bYC+n/aiZ2SE++OBD6a1vfSj9P5/6dHoc7XJ8YoJwBCS0F7su9lpfYi+2C9p3Y0O86+iR9NWTZyFmpoudGtFiN9XLmC/2HN3L4vPRdBkB60aCVWg2fvyO1HfqItroSjp16jTLlQ5Tv9guGXr2j/RzqO+d6cnvf59lV5zxObonPfzgg2kGTVI6OiuvNhTmEnwYwIOLEzS5/sQxwqxjBJ3HsRnm8WrGXmQ/+WiX9/fAg9TrQa6mncB8cnlpNr3CfT5ejbviAntm7emOWPs5HHynoPQXbTbqoNQ0YG/U1YRj6RzLs4C0Q2h3QWOJ/BpdXX4IzRLV/Qr44PubUNwCr/3Z0s3K6FZOeRq5IKefrgjK/HXtv2E3INpWJDO8U8EL5MCnfGz7rIY4W+ZUS7xlIazwrTCtpY+eAQavaBJrLAnWG75vdcFokaDVf5uvOE8RMU0OEStn498qQ95csznGdroBjIJqW1dZbrJCXgouNRJkXqVZbKTbjxzFzqiGQ3pBNsCwoPwzn027mMx57LH3pwkanMNmNShvJpxDe/k//+tvsh6QAxnAZ70aTkdBgUU2lJd5W3a4uEd6nEkl9tMEj7j32cmKeQ7veOmVU5yluBAat1vtvDTsAx94H0t8FNDZnsdLuDjdBhvdnXfexTB6gfMgmWDBPhfEhlG0vz355JM8WQYDDi7p2XfwQGyNVAvWPNBHxVx85qWw9U2hdc1f8pg4NVpMEyUjni7OvvvYIeyqaN5sX4xF/0gZd2EdOnhbOn/iPAd39HDu51MxVPbKhj5mvT2QZADBNblnD1cwzKU9Y7s5zm48jWFemGZ47NrK2FtOJXjYhuaK9WK0JV9tn1dZqWBZdqGJ0jeFjdZOwLbgENq6l782EL7rmBOuoEG+sniVxeaUgw5nFo17A/ukmu4kR9xZGe72KULLMoCuA4+ak7/rFKgF7eh1h+1jR7CuP1K0t/b21QbmWvKkLfqOP4Fb/YNBNOQXTSSQAkx7XxGVtwWtLcOmchhXwVT/ESs+qdwYQtkAeJe5yi9aId+5Z8rlUdzYONRW8j81t9xzRy+3Ca+MkWFqePbiaiWh7bQxTBNNwimk+KlYi1/9Jz6gxU9BYcPlSXkcDuWZTzUfh1IZt/KUQQNHywCM4gpsvwOzko4oJW08SZ+TSQWHaOvpfe99V/on//jn0j/9xz+f3vPud9PAaBVRTgSYrQS8PPX6s5/9bPr1X//1dOLFE5RJ/yxExdn1g+9733uZOZ+MBjriHmeEjSeJ72eR98cfeSeNsQdb2lgIZHGwnLZosODQjFkEybNogZNBL3FVcEfuwHdr4WFsqb0IkUPcGuiwXCS/zjFrTzzhGY9B+aCJb49/83H2Qc/GRIXa0ZNPPZnmEJgOqYPWIHDsjjtYY5lnm43z7SeeyLtj5D60s24E0+SR/UzSoOHPMGPOwnNPBoohaaXVIZnSufnp9OQrJzgFiNUGHDBxHq03D3sZYnNvThc/yzHHwvJXXz3Dwn6W8gDfvdrD0Omtb32YIXZfrItcRIN1y6OL6EUj1jZS/qiz4BMAWTn8N80BTqf3555w/QpPuMB+HbvqKpN18oOzWF38UKjTEMuderQR4z3PulbLo/bdi+Ck4CyjYnEZ5cwOvoWJo+MM+JFNwGzhq4rfslQ2YvO3mY9pn1FfVRbVoxM829rNcKU0tsfSPnw28tSfX3GQ74ZcA94WeDcEZdRurtUbyqgkquFceenT9qMwLeVpSdQWN9IW6PkJmSJ9trlJNMlZ0rXGzf51P3Muv7p/fg+8WkC1IBeR6sElNNsqszZXoNbLWKd/kLlEanvmeFXKeFg+BSBllInDybAb6eRLJ9Jff+Nr6VuPfyOdOvEC9jyGdzQeG1IcIktctaZf/uVfTv/6V/5NDMu0Y+o0GUjFN73p7pgIstE5FPdAXWF4wMab7rs3XV1aSw9wJJp2Q4eTNugwLyhCEDqDaKp33XV7DNcbjV36ylmE70Hr0inchoYZTlIOL9lyi2I51MF0MqqYPfq2R4E5kC5euIiwWUuLTMTMMcRU4IsjmaZZBJU7XByWXmE74CSLz8XNyZ0V6OJib4VGH0No1uqk4b1M0pCHHQNYiU6UY4zZ/EfufSB9++Rz6Ynnf5gOMrHT7XId8ukCh/W9E7EO1c77z/7sz4DZGwvF1QjzneF9scddIbnETLtuhDIqRMXdPBXu0bD5a1OPrZr4X+RMy/MXzgXNpUWcZEQMBb+CtJ+zL3UrwMGukrCGplNLM+Hnienab3XjCGbxkpb9aJTSIFywSqO0eIVH9TdHaf1reOtP/riWAGmFcQu+qgZWMDOHXJKcV/39FuTeANky9G74vo4v9hS5/SsIzNjGsBNXCY5tKKVxP2uQO4H3GuI4vA4JJ5O24d9mf92US4RbiCodxCiTUrFMJMrHn6BNVVjS+OZRX6ts4zvz8isMQWfR2rgYC2GnDTFMAJywNDzcmz79m/8lGu0/QfNUiMbESOC7ke655x62511FoM6xSJodLxxucR5B0d21mL723Se4mXAuTdIQ3SGDBAk4Np6oNBqww9bP/NfPMeRcTL/6q/8KPZRGLzkYPkv7GSZ4phDWo3t2Idy4yhXcR5kIOXb4cNrDJIpsr/wTp24ExBUOze1HAJ7h/hu3+j366MPsnR8kPBAnend6+pmn2dI3H8LzXezAOQSsF39wMuyTIBga5AC2RO8Dd/b53LlXw4YpDIWXTr7rRgO/xEqAw8OTCERPa8eayORUL2PhCxcvpXkmUoYR6n0I60XS/eBphSk7dxDaXh+xyBZFt4Cuzy3nA3ShYS8anp3DIsuOFiVE5cxPwaNT4A9gTx4Y57xQaNvFnnMFvfVupyGKijjbxQp7zWfWObIXAd5PmTSHBCkIH2G4722R2sZ1mk1cHWB4blS+aBUuLscrX39bnnWNseDcya+E3Yyn8Ova6Y4FZdFE6kgUDaLhJzdQLVFRxVMhIoNUDFqe2mwc5lR1HP1ta6UWALaNCoaNCVhxaASZ5N4OnwpINGBzUwOT8SJOk1mbEF/PN2gSvYGCUPrUmVU/v/WvnPQKmhUPnpJPaVK5TOb1NIet7NGH7kv7PrAvPf6dJ9NXHv8+lYslDtqGNY7ya7N7mANw77nn7tBC4hSdBqCu9K1vfZPTf96JRsJkyDRnSpK9gkCNzZOHPv7hD6UJ7t3+1Gd+Jw77UNhY7048bNBoPdjW04MOHT4eE0xD2kKjuuUDtDmW6uzmoNtpdu04CdUTayXZscLukxUOj8hrTCtNjzKePvVKestDD4RmpPB88bkXY6ZZBlmDe50BfwycdmEK+N//j/+U7rjjjhBmCsAlBN0CdrsJlhX1DcLanOLTJ99pkkAAdjvznXvleHg6+LNMdPWijR3YfSC9evEs2xlZjgSpR7l+dpzJrIW9U2n1KZYIodk99d0n0z0//dPBW9oDpcMr587G7L573KWbmt4QmqymijWG/MuvQitnw9H2de5o6uuGtuwYchG5QlNRpvatli+6+d2JKQrNUPryIgIYWhpf4a4m7bTQbofuTIx5yAWWBOoumz1yRysfUW5d8JP8o3ZKxHDlWX3+/SMoUBfAdWG5Y0H5etFxZ9UHE7Q5hYe+9V5AY3keljeFTFuy+KzaTosI6xRvJ371/OFQktC4Zf4tE4ubpa6XvJQv422IGkaGYgPI4S6uPn/ufPo+2wTPcCq3nZnGexujeKzRev6Uk32O3LYvfeo3PxXa4b/7d/8+GpSNXLhec/v5z30+feSjH2YixqEkGhQXkXktrELpG3/99TRc2S+1uzlJEA1YjEFpdW0hjYz1M6z2sNp8SrnHsdF6Ee5dnOM4i60vb7U0P52n+zzDbp3jzBzfdcdx6igLX4erb2a4rxkxlveQQI23D02350tfpmzAR8P6rd/8LfIGCwTOZz796XT//feHhue943aaTka5BnR4mEkPLgrrnhviZkbywNaniaQ4O+p3vP2dzCJzVBlrPZfOsN5S/BD+Xnm7jH11//696QfYOQ/uHQevpfTEd7+d3veB97Mk60rcbumxbtpfQ9yRxwp7ufsZ/vYxdHY2/ionmqeV6UwsYFtWzSF2cqZ1ImySSTRxcVThUD0LTOoSrwH8h9Ak41QphKXatpw+iE11QrNGsIML/xGglF3aKjCzEgOAIixJlR1+VkRh+uL9989tKdDxFsZcadumu45AGcAmnp85Yf09+2ztb62WXz2u7/gbhLPe3U3iv+JXheTHFn/FpAKxRYwS6rO8t0YtMNSL4k6dRnCOX//bCGq8NOHK4EUrzsPEEikPzUIy4RU8zp/bb78tvfzic6FhOBlzfvp8TqAQ5GdD+8QnfopGtsx+7ofR4FbQ9vJEk0LVxvQAy1rGWNQtFh5G6xmHGzEUpDEyOfHuhx9NS8Q7dRZBxcDaxm15xVUYal9XL88hcE/EjYWHDrFV0qU8aHDCH9w/mS5OT6U+hKUHTZhRP5MiHlz74osvpve84+14GZCpK2y1Q08B12Z64sSL6U333AtdEBB0AIZ/4P3vxyY4l77yjcexab4r/fDpp2MIrPZsmXsQiLOX2JvO+yLJDt55OPVx7w/TzeQkBDsTBCrxHmc7JEVh8fnedIzDLmLWmCjWwzku7zp4cH/6mx9+L/3Mhz6IkGLZEbZFdw1pM71w8QLlR0S6xhLILvy3M/HwDtfUSm8CA6batDD5H4d9TKxh/yS+m3CQrnQ+uVOUZvwPJ/59dBpGWSW9muSGnRDPu++9NzRp4ysgxdtfzqMI2wyn8bcArujd8P9RfpE1KnrcVDQzy20CWbJqz5YjD6mY9l9UVm5IueI6v2/OBfAwYEsae8n6rwwxyDPrRU0o9qTtLmw3xLQxxbAvhAlpg+myYJE5NJIHF8IsPsM2Kaddg8ohdNozrX3TR0cDzdLJsm2msF5ZfFBSaOe7DVas49w/8LGnF8+ms/T+Mq76G56HTzmuZbQsulLe+AAn9cGTJ09jX9yfDh89grBzqY3O+DRbBRq42Gh9KuDUlISf85XWXawFfCo9+8yz6S//8i9D8HVX60lcl7lEQ/+DP/zz9Bd/8TdoUy78AV+0RIWAZfP/IDt6Xjk9m1595UIsdRHdbDPTlpYb8LGJfbEzxzrq5gRxNT/vw7n/Pk7mUfOsuLPQxyU1BzgWTqe9bx57H0XiwIssmF85dYr1ledYojOYLrKg/ed+/ufAHQ2TirB07mhZmkUjHGKnCrBPfu8HaQRB24tgCslOnBBsaNzveMuj6bF3vCfddeT2tHBlJiZVpK1Lku5+EwJaOjCk/8Fz3EXuTDj4fu7zn481qQcPHGLNJJMoaNLiHvSGZlPs2rkyxS4azACSO+oRmEEPvvuYaBpAS3bSxsmzEPASDqeN0SseBikbENMSBTiHHfoCy5fWEchxjAZLk+5mEs5lRP4yr8tjWVCKR+Z7h9qUOezg+OhPPtRC4BIZVn+KoK0/6+HlXRjtvxJ2K57SLGRA8O3mHEpYPIkbtm7oUOzwkV4Y5af88Fe+q2eBbFv2pytP322pt9SVKrulmWwBXDkZsrIlXCq0Frs+XBZf3c3EezMOJYfIquVPzrf5t6ozhFOe5SyR5fl5tLKlxcVYnnIK217cJRNaF8LHCudf2McYuiEvYfA8meHsuBEM/+hHPsIQdTR98IMfikan1gSgEHbzTGJIQIXr/r0cBwaMVVQgsQvHixrVh37sLemDH3gPS2hOExfq0resmCHuPPuaTzEx45IXRXMMVREQCoex8RHi1q0/uVG7POjLX/lyrD98lp0xCwyDexnO2sDN/OiRYyxkf5gisFSIbYCuq5Tx42ZEoizRSx160/HYp70H++pR9mP3YusTRnHWyd6hifT8iy+kP/jmV9Kffv/xdIZZZW85NBPXSnppl0Kon+HzE098N01D7+lZjpvDDvmFL3yRJVV70epGsaHmIT/EoqNESLMZYIbJLSd8FLpdmAhcaysFtK+vIHjVPEPg0OlkYZZx4wuzwWiUR6HeBR2HOQR4mEN7exGurm+9D1NDT08+UKQItrLIvZSv/WkHrmnj793OKFCXCaZgpLi5h7h+Pys97y5QKwytyorhV94bWmvkZ3x+MkvtJ4Oad939f+y9adBmyVXfeavqrb16b/WqpbulbkmtHS0thEANyDCWAMkOg43DfMADY2HMGAw2YOwvY0fMh4mJmBg8ER4iCOwwSELCLAPYgJDRbmultXeru0u9qvd9qb1qfr//ued57vO8z1v1VndLlhxk1fPevJknT548efLkyeVm2rhCNAKWPZQ0CBtuetE8q3fQYkNc6zf2rHbnKoxyCqI/BJaw/hmn9acT1p9x7a+YMUyY8dfhPmM9jjhImvfG0flYjkpdymDmT3j9qTTwhEMSjvML7Skvq87IuNtbdJmfo6W/5rWvZrj4nOyFfM1rXkU8Foz/KL9EHOMbPVf+72ce89abb+UYNA+yLRywAWW1jYuybuITxZuGz37uM6zcco81q7zhB3DbWJl9+av5PJAzJ+975B6sK+f44D9D2OaPNH/4w58Y7rzrTm4rvJT6Q6FDu3ToLjz/wmEnQ/jDbJomImEADbfdduvw1VtugQ2jjKAwlBXlRGvqZUwJWM/Pv+L5nJXJKe7WNedPovOx1vzKB+UPU55/+eXDq17+ChTHCYb0Kl3m/eDVF/7w/awmH8keyEfuqSGynQ3sKCWkqUl5dqHkLr/o0uGKS549XHDW2WaDY16QHQVsYIx8blWZsVfxT97/Qbc1Er6d8t413Lx//3AVQ2AVsMfV+b25R9sdRFEe5ki0dE4eZYfH+37SNVnGlhWeplRpy89AQEB9oUM4CnkX57Sdx1dDZ6Is11j9v/LqF3ItxVWsuGNlk9YOZ82RApaonY7tYpUrpbwqBhrAsWxhnc77aqz/Y4Wu5upTLqMSMErBiKPf0ugneBWOU7mFNEr4SVw33CnIqjCkvKRyCjjx2w5SijG7KK8xXv/MTf2zwNPwbMCA5A2aDPFpeDVMoJokm0g7pBpKnWD+7qs5KuwQFteTXGVgw9GhcuLrcuxmfvAhTuRxqKem8J8NxzlAFdNZHELx+te9LvsOgSCMK095epHYhc86b/je7/4OrKc9hDD/BtJclMWbLJCmu7mn++Of/sTwyU/+twrtjKFf62sHSkca3TRtsbegnG6//Y58URJLmbBOAoLgOIRSd85U60rryy9i6lpa7/x+hI3on0fJbBl+my+Lfvd3f4d8OE0cDR/7lCH3i//W9w9nPffS4aznXDxceuUVfDnDhngzCdVFh3OWL2Kx6FK+TLqMYfRWlPkWyq7t57YmTzxXuVkHx6j8QxT+c1/8EtdH3EvHdXz4kz/5s+G2W2/PYpIwoneovpstVs6x2mEdhq4n+N7c7UeuWDvXGsUkKVWhUaJ+otpGArWSDu0oil1L1NPNn2DksOesvcPV3HmkNj/ISriftnqFrotJKrYM4aWjCmoOf+WeIQ5Erp4hXKBp7RGJPCnahjwZUAQPgNn8HIlm1uRmEGyI3MSnpnHD5M9ExEIvMEcoZfWrhlcx0jqnt3xbuSb2nOE+NmYfZGHjnvsfyeqwh97aELViMudLY3VR4TBnL6q0nKdsTG6a9joJr13VpPEfSZPOhreTRvgXf/ER5r52D9vPoOFjNYlTZRnHU6v0R//O38EK4nrXJ7mOItT38NyGzLYWFJCLRFqqUZQ0Zr8GcvtRRhQpcCOtC7IcTr/umtexB/Ke4bIrLo8iULFL4J49Zwyve+1Lhi/ddMfw/W/+a6zU7x7e9du/MzxK+QDkrp/tw9GH+Xrm6FaUG1/SPMJxF0fcEG5HUraBx6zdyYr9H3324wxvOaiDPaeuVmtxS44n/FzIHsWQBk47FI3xe+59kKPYruaeHheGjg7v/Y+/P/zo3/u7w7e9/JXDjXfcm2H2Fo5tSznBs0YncSZzmDs41X2Hl5Wl3u34VIc4/qjYerSQIEdb/DtK+AHy2YaF7UEir2BBTjgPHNH6dg9r8Zt6o57dbK6OhNwN3JzHGwD8VfCEA7GqIwFIjZW0/JvAzrzLMPOhdjXIhXhSdZV0nSk4iqiNJUM7YU6St9ZbhhE0RC+dqlVDe+TFYYK9qz8LZZlMV3YVr8nTOHpx4lNw4rcRUcP0GqY6pM9vScIirgim/6J0bCxN8+iXQeZp+viVVPytFMzHGMvufJVlwezIUMthMdDhg2n9AkRkTiBkYp5nMdLFKxuB85SaZYKdQEneO+zjW2H3/F12xRUFSpzKS4vHOXwbll97rO30W20i+W8jlF558pIXXT284Tu+gy01HhrMVzNsUM9JNsKR9lnnnT289pUvxrx8VOpTfr/MSd2Z106srC99EkVyKN9w12JXyZRl8nvtL33piyJDx6W04c9nPv0ZrlXdTR1psYHXcsVpea3xNdDVKfNdDHGdi810QpS/84d+0ihH2afJ1pobbvhSWVMoCq3VI7BtL8PoNW5XfAwLfI2Frh3k4QVr0q3zU0EXQuToDnC9ihOIztrDFiBqynlGtwvdeecdKCXlpWTHepb/99x9IwtYt7Fyz/CaucJ//653Dw8+8ujwYqxTh/KYnymN+39VXru3c4nYTjaXU++RabFAV06Joh7UnZFf0eNcsHGO4V5W7u9jS9IlV79oeOObr0Vh8mXQ4+zrPMZtmyRytT2jBNKoxOW95RNXT2N0G5P/HSfvpr9k+jT+dB7Tp+iss838ql2GuRtSkVpTfie/Gm11u67OQgSNb8rTDRGviJjS3LiUtmfQRRUGn8We/pYz2YgtRZjKEFwwJUIzYqw0/jWfJQzZW7hcnIZdzn39+zzl3Lce6qmFqLDXuw3yAdaVcjRZKctRqFUmCmLKPsbv4BM8D9X1gq59DPVoH3Cl+JI9jzRX0xxmb99Bhm5uLwl/wVK46lzD+9g6o1LVuXrsz6O/zO4+VoJvveehYfd5lxAL7rHBBZg/B1h42Ye1c4wh5rmsUNtgPd7tuN8kk54smW+8ergeZfkoQ1laMGiwhvns8L997GNs83kyCgzdgpMnDqjBgTWrktmDFeaC1S42wLtCLC8fe+yxbBTXwvzAX3yAzwHvyxzuVqxpL+Daifa79cs3MkTncjAUlFfj7oFPfpbZcmNj8PXSvecO3/3y1+ZLmjvvv3c4zHDX090vZJP885793NAyVwBOARwf3vjGVwzXfg/7PU9wEImdBhbjeznv85Of/Mhw+SXnsO+RvZQQ6s4DV+ot94N86fM4dFsPXil7lBVxOyL+80PB8XOhy6t6ra/bmJr40w9+eNh32bOHi5//PCxjlGOUKhvQWenPnGcUuPVUdd51SiHXOdhGJ9ClXxf9VwGn4MBKi3IuGNU4F61HrQl/9l79GxseQuOhBDaG2eJN+xUCfzReUqfHW6bNHrt+VjyCHOWHZYTQ2ZGUNYllZY8JhBWvQslPf7ukAw4xj4DM8Db++dMkNujC0cqrn41w8dk4lU/pNT2POJ82ZsONbxjfjfMK2prA54nSMWzBqbFYRMivI8Sj1jLjmTuR6x/WWOD43OevYy/hl5OvCKc4zcG5sb1Ynn6JohONNOouvvQithidO2zncAYXR+yltbR0Wh17mO+75+5buCnw0Sgu78zhPJykF8eJI5yJ+cEvo/Q+w3DUeUVylF4tWuKPML/mosdLX/lyrN8zQ4tzph46e+13fhfDR+fXxqKl3rDw+NTxXqxlLbKz+DrGbUACyQMVvTzVElSJXn7FFcOrX/1qLEoPDcZqZvvRYaznZ199xbADC+wEpwfdxaEdzhVaZOddtZxTHyhLF0mu+9xnh7sefnA495ILM9yNRYEI5HwJ6sM5W2q08DOcf/AevjWH1ssvv5ibGtnQDs92snH8us9/YXj3e357uIxVec+y3MEu5cc4aONx7l6/776v1QVtrHhr5Su/+UFDFB3MOob1+CRzj1++4cvDV/bfzF1HL2Lx5sXDHnYHeI+PjcDRkdf9usHclfx0amp8eTh2Yu5vXXY1FSP/Ti7by+lO/T4rCaDtP3Wqk0FI/fKP4kWup8+T4Xgm4pSR/j2zXEsjX19Jq4iWgJO5Nnnnny+uh95cTuvTbRRSJJ2CMBK3AlzAAzHK8ion/DoXE26DBDNgBU9VNzaCWThmGqEfwyJ75JEHswH7JS++OsIlSLCSKDykcfnd99133xOl5JYagoKz0fmx3DGUs0NxfzkdiDAtn//p+/7a8Lfe/ha+2XHztIJT+CqXWml+4ZWXsBJ9P1YeF3ilXCgCFIId5hl8++yKrN9Ehw/4/abaYfcHPvShGc1zjycScSJ67tPZMjzn2c9meMknf6RvJbmduCtfeFWunjDMvYzY33x5Y/YUDoVx41e+IrnD8X3bh4teduWwiyshdjG5qpVnmpra4GQg5ncv5FQjV67v/drdxRLiw6P0oG5pcsVenrmTdCcdzhOxZB9m9f3gYw8O92P9PYpC3sb9508c3z783h/9GacC7QbvhZxidMlwkKmPLdt2U2YWxKxM/kSG8GkVH+Dg5Ef4Vv+6z34+vz1cxnbZ5S+gcztzeIzht1uVvBLCszDtvLwDSYWXztNOK3WNos3iD3UJf6M0zWrqxo5mGvRX/pNzoNv6M7uYM1oEZr2sge2TT+UU4LIaq8HWvKFNQOFXGhpDmkC/5Kn1qVzX1oqOMsF62I5dfqrosnF93mqXQcZ38UYdrYvfSFmuAzxlwHq6aytVl2nL8DKuJHiC47b+9E//1JPEsC7K+tZewaaPQpCnzs1dccXz8/Tb5wzP4Wc1NKfUhCat86fEejqOw8I9XGP7sU98Onsg1zg44oRDXHmcovOHwh5lseH8cy8Yvvu7v599gw+mVCoZh97S453Tz3vOc3Liz15Wg93a5O2RF3FXzsUcqtunfGexBHzO057Fp3/n8K207vY72FTPkWpTbmuNei+436drhd18802hRY3h9IKbts8C9yMP3TbsOHR8uPMzX+KObw6pQIn7vbTlzvwWZT3rWecOJzjr8Vz2KT7puY7hj8Yb/CF+KseWHfMSa5nzNL/rO7kPfO/wl5+/adjC4fC3HbtruPL1bxr27tw3cL/icCdK99DRs4fLX/naYe1lr2QD/PHhITaOR5lRH55RqcJ7/PFDw+MMze+8Y//w/KuuHK58wQuy/clR107mf3fuPMgUwqPDmYwIpGY3e15vvfWWKkPai22m6PROb0dGWrgqYOcp565Gh/P3v/KdDgc2OfTuxqnY9M+hVf8Qqa4Tnn4jPN0fqd8G4E9l1r9pRVrZ9vLid3jht62dlzoSyU54BEEcwPTneAq9n2CoWN103ZO8BjtIl7bOs5/CVSPtfFSy5JPhAw+VPj8n92c/e3HpgKCc7CNM80PFw5vlaAXEa5xh/euwjZ4OH7NxHIBahLLclV51Nndbh4u4CdBvod/4nW8Yrnn9NTO4LqNPaXFfot8X6/dX85daSijRGK0CgnnWsCwx22Fo2Pczf3mYhvzAHbcRZpdlmS1jTcFsY3j5ZW4xfNe738lCA3OQo2tUDvfv4vQez3LUyWItxuu/9OXha5zxaN3mXE+Vu36UmfJi/XvToCcOZS4Wi1KnApPWV/FlzyGGqVdedQVbiM6KUoYByWA76e7dfxvTAr5y9e2Lrhi28UklQNSdBSUc/1Z+j9z3AFYhZ0mecfZ4RFtxeVqHbb3BOfLeyjUWz0FZfXX4PFMe2zhNXXq8TddF94Msannv+dncB3Tv/Q9yqMfNwwF4cIQDgL3H52ysRA/rPedsDvvls0nv7TnjrH3DjftvH/70zz4An87imomzKOdWbpPkcGAWpRTMgywcPcmnk2ez+0Cl2XUpQy1R7jzHZ3h/njotg8WepQkHntqfxjF9FiapUJiUj6fnKNI6J/ap6zaxauGl42ZP9cL4E4fhp+ueskU5U4yTHLXqVBfLhZqALHgV+iJ6LAgN0c/fDHOIh7TAdt+1dE7hWmmdkgcCPP3KPAU1C9Hyah1PQu8CWATcio+SNmrCZK+yjXBGGMvye9+fvW+49MIzhxewfea+B92AXA49keG2VklW0km7w+O8iLZzC/4xf7MoXekcmfNwKkEBPexhbXjL91zLMWKPDZ/+0udYRHBcwLyYD+KtIoejuxkKP+e5V+TQjRbCnF8J2JkMvc9GQXiBWFloWzg1fPdw1fPZv8iw1Mu/nD9TeW9zL6HKjH8uqDjMdMXbsGLgyEXyfZQzKb2a4bff9Qeh6bBzf9BuYTCuh5e+4fXDLZ/90vDQ/juH5+3cw3yhfHVLT+FQKbMvfriYr2t2MJ/4+f03cdUCB3yc8PALOUfZgNH1yrKv8ubmm28crn7Ri4ZHD7Pif/0dZAlPtMJhDDO81CP7HjlD083nN/zlp4cv/vvPD/dRKa/6Gz/ExwEXx+p9iBPOD3HGp8Pxo3xbfxVTCXv3nskcJZv+2cWAUQxnmaPlO/xj8O4rTCV45fDj8ON17Hm9iS+WwuuxHlWO8tKdEdbh0SNjPaYE/WfkX79+Cz3HqvjvQrFtZIWiPDkz521XZWPFIHD+SUlszArTyXF0aa3o9NY8HfKWRSiiUpY2mB6Km8Z4XQQE7yzezFuqA7HiDy0jeYyghQmcePzpOqzeNv+351slIbgan2wYWSHfyjvNZb3CruHvirxBALfBz5P5RC/4euN3XDs8h1VWr1w4dOzOzP15m2Lx37oxRzQHFo5D9GxJoZTiUeGpM1NhI0kq2K1+sdIOBfUnf/FhFAn7ElXgSWkdj3N24N+6dmR46w++kTDn4VgQQmEc51vm+nTShTsdGVh3MghmPc6lXF7jpeUVnk3kxbp1GO7TofvlLNaoMJ3jDCbI84svF2S2beGUI07HYaGb/DHnKFedMn9iuOMrHGRMuEXdf9NNUcQqawPkix3GEWj6yFevZ/sOJ4STn9uK5AF9QGgDEHi6gnFxixfetg6X8m39l7kwbW0vSsyvfVBWx09wsIVzhMdQlPBhN7sQDjzuSjXzs9yBswUiPaPS79adGvD8Tw8l3sbnjX4rfjYXmj3nuZelrA6h3Q+7B+vzbqzxF7Gg42lDnvR0D3PNzn9eilXr9qUUEXprdGbnZb0X76T3mXURmGcEZbeZIJPNuPFRL/y1bN9oZ/tt2sy/9d36lhpyJflUPyBaw1iaCJXNopqGQZtzDm1LiQkvyka7ilHzgnSsT4vBs4NEtM6Rh/nkN49MKUnXec5jTs8XukkikxUnh71TNydN3/xtCnMyv9MEWg2e4+nw1NZ8HQfr3nHHXcMXvnQDCy/cn4JCm01nkH8qmXpRaXlVrZYRb3MejDTOOra8U395phtiOx9KAHI9+btW4sk/GhZqhaPg1WFVI9IydHir4sLGQRrKkkwnFRlx3m0nn02iyICZnci9VHhpCl0+walyUYHqnEM9dEDrEMsJhVnzynIVWvnn9TQH73mQFe8DzOlxbNxOL0JTeXTZJL3+beU4NL7pcSs95VThmQOwlZUv6DryCO15zbmTboXSKswOgSgnLiWDLz2meogTkw4z5D5OvR12mgJFbLWlnYBLA0A+pmNInRxCWbIFas1y8ekiI4Dbb7uFrUWP8q37weGFWLB2GN5O+RDbg5xO2YGC7w7Ferdjqe1dPqs+iuL6Oy3DNPwb7W/Wzp6T5pD2M3n/RtO2UX4rFOVq0BbcfmbOEeGauta+07CN/FawAtlWpO8OsX06JK9hORPTwGzOWZTNFEd8m4HbXK4NZdlTokWWJHo1X06Phuy5s2Ep/+H7luHVr72G/YgXogwYqtHgVYjZVC1foUNlbS67tu8eLrn4UuImxAEgTl3DpT54jyJUAWJxORVguawnLVIHhK2wUmeiBE1qKYqivj92P6AWnA0428hoAYxo8aM+gXv9NW+gFBwyTIPO/FrghC0aW86q8XMiuBZllDKKEi12/gUXZ6qA3CfObpCTyiHm0hdxug6Wmorjcay4Iygt8ylrep6k9jBSBHDqP+5nR6RxPjILTNCT6zFGXpnygIeFgOv5l1+Ru3oamxeB2atYrgtZgNqxdSdzwM4Dg1NlafnpcPJZJ1bqXk56V2FSaPJSQR6iQziEsjyElXl8ePYl57PNiCs/brttOP9ZF3JHz6uoh23D/fffHxzeC+6Zq9ay/EpHGmVZPO0tQdJnXTk0/2ZykZlNEuQe2f9ezvbBdbXrmZd5rCWqlgt1nL1bpSyp5xG2rbUW9ky8j3E2mPm7CrJG/X6tgCylIq1MG4MLN9X0tBb4Qan5d3otiQhYQscMbK0hpNOaotKIPz06jb3SJqLC8Bq2kbMsoWsEKBp96VKXolFegwV4lzxSphEkRSLMmcUsguDPd8sIOIUjoYDSjSLkrwqq3DyP+Ghw5p/b+oD/3d/9w6SFQzzJk4YpLnNyng0tRQx58U3wfZyjeNmRy/LZYOwuGxYtN1+LzLMRGuvRFWsPtqgFmEx5gM4vaziATGamYUpLFA/khm5kKcNmGn0pU0OrXALUsJAFGizf//qx/zK88MUvGq6+8qqUSfrbpdFDn67rPENtwtxP6Dzgf3jXe5nT3Akpbo8pPlpar5qQ0Y/wyeLjDFdPMD97/jkXDPfdeWcoEbeYza3l1HysB61gV4tLthJafwAeycm7bcah8JOP8FlkEMHqVrTw5iCfi3oCEoGpUUE82UjlC6bgl3cOv/2KKp8zAqtsuM+2eIbSBWYXi2CPPvAYm+ofolM8LwegPMFNj1+54frcQ7SdfaNH+KqqCJHXOuqWoIz4Ui79lDs/8EtQuOGz3AIvOnDdcyzsunADjEtJV8ZOA4OF8rYLXbxkNNSyyNMOp51dV3KYyEnm80eAtEv8/ex0m31OcZFVubHSfZ1TMsattn6mjG6Gl8CNyU75sADrfzRolddSXKwYhL/DT4k8ALJxXXE2l/Q0oayrpq2f2l1lfVkeaYcWSVpywp+OU4j8BNFeLSVE8PO9MHNzGSqiFY757S8KTBVtpdpsjrHK22mOciiD34Xv5CuVZSdMnIKr5YMAuM/Rhr/sQjuKAN0zc4LNQVX0iDc0RzFEoaIseHq4Q5WABNT58553BZYTVvDYeLUctS59VoMuOesweSuPlc9YqCjL3upTK/DAQ8hR0jv0v4MtNOdcckFOTHrk7ntzJUXwApNV9eSL6prkq/xU3mqZkR/AuY+zabKsZ3KIyIXsOMgp7JQqSpJwLVYXXqj8LBDFUkYRntAYIE5L0m1BfnvvNiYXZ1x4yQZ0OhfrzB7WMqYdQtvZbDb3VCfPDDVPt4Q9zFmXjz/+ZL7QuZjDPI6yqf/cc9nmBM05DBirtYfg0q2r1jpXTgn8VvuDHP33ckuaRUaeHjOthulvo4JUEbuxFFQrjdnThsC/OB5lCZaV1cEdV43Ot8ZZ6WZ6iFf5mvaZRCPsGD4LejqeZKlUwzP8NmS/C15lpcujKk8Srcy1+IiS8UsL1J3wKpJ8ekjIPKXVRgOLNa7CVFmOVQmQbUMaWq6M8oIt75suJEWj1ppfS2WByDShijBXTye5Jdgcab328ml7BUzozBPcKkoBTqBsjaM0PFquRljLheI4h8atK3qBjRIzzSywInn1+28Vo5QVbVXeSe6mGt2W4TWveXXOfXTf5jbyOsJpRCqNzLWajzQ2OM/2Azq6ClFheYyZrkI4TBfF5SnuflWk0rYTSBl6aEtntnM3+0BRkvUpKAoZOqzLHD04dgY1jyhiMEtP+GQ+lBJ4vwV358EF53t48WPDhz/yEb5UOocL116dJH4aeRdbrDyF/ZWveAXH0T0rOKTT+cxWktK+ygnXNbM+3tgpxMaQ69NuLkT5bBk9eQrpwKX3KO/X62+Xevo0r0ib+WdPpGyjciJEqbhRoE7TbwP0pwJc/DkHWb/EQ0AryQV4qLLxahLVymgp0EVc4tZyE5/PyguMNXTlPUPGtlh5asnkIAr9z4hTeGRpWVJNQ/GPOKNwPiIUPBcVt7ETF8GB/5Tdi7SCN2SP1uqIzzLGzd4nOCbeKGZyd2vMs9hYDZNm1DrEzPwcIc6heZqOaOV0VselRVykiWU64y/hE3mYZDf3En/cVWgURrCkI0EDjbLlotKtt9yalWO/a46CGHGKZIpffzoLynB4VCQzK3ieY3yx4iGaJMNnPnPdcODBh7E7UatMPaA3gncLFp9TRmXJLsm34c5PioD/Uq+zo0pYOHJiuOW2r+W2SBdsdrHB3Mp1PtaN+yq/gxzYexND/UeYGz2aMjNnSNqa+632VRa0A8oJDaSvsqtUseqh4whbjXbtchM9n04y/D7IlwUXXngRJxtdwILWYTbk35IdDdd/+UucGP8irFaG79SVNJt+I2dMfqMoKcmLriGMmf4WoZ7KW+fbWNfjkPP9M9YU6yk05pl0TVcr8H6aR8vCLL+NhHAG8JQ8Ki96OBRUlBeVvrhwY1zFZ2Po2CijeFYptTTAZUIsyljry1HP2LvDyrJwF+m0PKOyht5SmNDzFMhRUVXHNa8a0WRIqsDMyj6PX1U8Lb/gIdJTAcfT/wAAQABJREFUZtzcTBuOc3jmPKZ06twR5JymJ5/7+dsRFjSUg8zXjYXIfkzAFZ6TnZStsFkGz4esISlWILizbQddiS7I4sirvu0VWH3flkbtfJq/dg6NS2GMimMkXBoSPgJGVs0QV0JdX6SoH7z/5gKOSVPxkYjDKZgjVIk4LJUecNa8ok/yE7dPF3Go41h0CXMxh21PKkIsxqNYei948UvZRP/48MijB5nScDpDKxylphVNXq5yP/D4Y8OTznki19RE8uwhv/k5DM8cvwwZy2VYKeQUiTzZckSYQ3WPWfOunuuuu44KXWPO8pFhD18SOX3hHKWHc/zmb/3mcPuddySxFqX1cCqnjHzzuq+/ctxs2dn0Za82OqRtIq8dmuepGGov1q4boMrRoqpUXJ2rL2GEUmG6tME8GgpGy6eUixYPClMQnIsWc4LEP1UO+ud5iktnEl2gQeRzIcy4zkDAJdflsDeeW7kR9eQunYZHDEFedNfT+SZjqpGPUwaGkZ9hwU3aWHq8GzZhW9EVRQivSFNfJ1kyrSJXiGnwMKS+3LG8xQ+5NnVpbDRWMuA/W1+oY+fZohzgt0eHmaLgVBBy3fqgVJ5OHiuIfKwzQsNDnpEUCJaO+YITEUuuqBkVD2QCDo7CEoUEXZl7RPnkqxzey8ITtwsaI20jXlOmLsZ3+VH/oSNpizbreavDX1afd+/eOTyMBbaFdw+w0HoWTyvFbM0RH+nzgy8nvEJZvll+ft5EuQbxdUiINWutD8M73/37dC7AU7FHGBpzfFBk7BgLNipfF62OiAuObUVZioOCJe8wAxwtC5EBsIbTwHWdWOtpR9JBWq3Ju+/yaty14Zprrhn+55/8yeG//dePcVI8JyXdftvwrve8Z7iLPZZ+7ump8H2wiUVsF+WvNEGO+HXyrNtDhSS4wuGJMtEuHVO/PIUnpTP3pFQO5OXUhScJkId4bAuUX+nRhR/xzf902PIz8LS9PMdGFt7Oky74Yu0bUuQtxvG2YsP5Aszpv4QohHIkMnMlYImgj2EWXHpUkvKgBEJvFSyZTry+j2VN1LTyxoB6NK5p4AzPzDONXfBPIeb+BapCa+IgaEY3xZiLU5WnUq3g+kKOq186b5+Nwbwyn7g6ybpQFU8agI2U1nABX4SE/SoWh588IzjGk4vWjm1HAY5CTWsqmBbCWFyhQyGnDoUxeRM8UmHj02qtoagAgCWbObBDRJVlrKwxz1Zm4l0YNpLMTfV9IpH5dUOrMhR+FXkUINfL7v+jD2HRsWiC3ttOY+u0KVt4QnFjORZ9W2WWeMk7NPGuZUkxGMbOm4nKLwtnFJLc4CWW+aiIjzKN4EIYo14YAD5w5fANvM5dV96jAgRku3PM5HHEPANe/IYAYv2FIIbYh1i4eYQ7hs4YXs5izvkcAefxert27x0+9em/HD70oQ/U6jkVfDeXrn3wQx8c/sbb3paFoq47kCUPn1PXSnIa9s3jV2HCg28CN5eAkxAT62ZFvIXoYujXUrJytX66gPaVhiVuUmgFs4eryAgg4pqqG4MauwATnCjYjrNRmnbqjPPXcQFBiAyLNSe2ZDpNVfk1XmOCx3T9b1SICQdpw6qAzINiBzJv0kBYGrLITsNJWtJO0ths5m7xbR4+94nD3lsqHH66EKOFuhMrn4Dgt+HGbysFNrSqHJhj421Ge1uB0S8UtubxVJTkAJObD517sPl1yRggXsujUogChzdajip+F2hqvjRGV+oFW22WtyhSj5LtF0Gs9kdOVC6J5E+YJT3AEHr4OENWKti7vH2XWypR47MqjNXoFz2zziJ5gASArExbLpW4CtA4KlYclsMN/05blKhqVRKh1QekB+qGp5RPmZBfWoBuAYxRQPqWB3mGmiTcfMFunlIJbeZtL5d5enFQb5c957nDrSzcPPDAg3yDf2j43Be+OPzr//1fD/cQBkTxlWTS99nPf254DgeRXPum70rddJ79JMHXzckn60MFLGt04eH0pYI3/NugQTLDsiH4NySCfZQWY72zoO1S+H6ZPC2QFV5KMFqiGg1hbokoZ3gpjRp6j0KgJIWjftGqrxrcenqM1QlffvNLckJKUI0v13Qbnh/BjaGVpJiM8zl1NuKGtVwxeEEoXNNHycZw6S1pALToaZxZtZ5i3py/aKbB0PD8LK/KIkVSUBWispmXqPA2z1Qdpbxo0MCpHCxQVquZf9Qq67RJQ0sWnj9A2kgpGwqMvT3JzabrsF1rSJgoFr/UwRrMFh0IJjgaIY0ab+F12C5tLTmVjzQZ7zy1+yGPoFjyXbXKITmahlRUVKm38d04ysGFFgyBuLKVo8zkR/I2LkWwBJyoDq5j8F+FmK+ZiD6Ghan1quZyDjYb4RNPPmozXSqeaQq2UoXFBEmrOJ0/VzZCu/DhqXWiG+sK9EeZS3SY7Py7p1hJn+ld/Q4uF9AIlK/OCyvD3sUTvOGN1ir39phGsvhVHHLJ+ZPS+tGPfXh497t/k+/E/aK9zuR8jO1BgscB8yT3E32UYfnzX/B8DufgUI0s8LDfkvnOzTrrLyyZJLD9LLupwTGN77bX8MaVTHTI4nMZdXe+aYfFkcUE3+C3zVuUyyWB0Hw6poVSGiXFScFUMqOirIJaKq3AkfXBJYw9byHW72nmOaB0ZIJhcyd8pQ/OMc4KISJg8eYVH2HGxWodw2bCxPvUn8T8yfRAcJEXUqyCif1CWOEuGip/4Ls4RJrWOUptkORpXBrhqpw6x5M9gwAA08Mbyn5cK83WdxI3khSInDJOWlMc4JCGPdywuI2bGbPPEdq06lSUCnsUrApnXOiIAuMzuliTIE2+mkbQsRUtLryKL3s6u14ndG1V4aK0sLNjZWmFxtoiL622LEAwf6jiivJCkZkkLnT1S7IEF0xWqWRIq8Ll55Aa1ZJpHucm4b53cLt/UfnLPkaswu2kdWvUFpUk5S5aIAS6Y72R0uGzmktepcz4rHNz8GIzTyT3vvHpd99Ex1UZgEVJpoyQXrIrn5QlOyAsTuovizixUKHJBSDpJm+nKVImypWygjlKMjhdaONEIo6f+/MP/JeUeS9XYDglsIc7eQ48/kQWkqqOJOk485l3DX/I/ePPv+IyFoJ2B5flwQNxek7PTZXg6aUs6Fao8vdULvL4FGg8Fd6nE79wzFojitCkPxmVGwIVJaVm0Crh5/6w/BDIVlxZoAnMOCRR8FAgDvl6VTtPFQ9hGY6k1sDLU6EkIhZHr5CLs/CaL9zjZ362m3xtgz9KKjgrvmDmitnKsaKF0zoiZjb0Du2+p5244DJmQxrP26myEWb2RHq6EV7w8G66xkl5VKr+s6Kzommp9E9+LTBEVUMYFV8rwPBZLNIJTlKnJlJmYKfpxRFnI7dBWlBgsKfSYKvh0PBQQp7rqKVhO6RNRsnZqG3cWVhR8USZqTxBE6BKa4LgIsKLrYwHAhqlrxr4zOIiEtaQHqUepSstWmniR0klHssNpeGQ27lKFW6tkKvEgAMmtElfaKTc8F0l2dZgtjCN+DrvnKCvnskPungeZpj68KMP5YoF1BF5VedgmuD2ya8Uvx2R1jQJYWbVSS3mJFw4eTHyw/iCkR/mC+dHmms6oTojMsB0dGgufgH9rJGve/gU8pBWKH6J1QoO34Ot5EYe1nwvyh8F+0qu5vVw4iMHUfpsUN/O9957OKGpXRQaeYjzxhu/MvzRH/7RbB8oFWYLC81Nez87/apnK8l+TmEMS/3JbPKUjz6Xf9UJIBsQkB+0VNta/+x2nfhIU+W4Ebzh7ab10WHLzy7zRs9leN9PaVFSDNtqtIf+ahz1rlKxGau0uhCGFN0Na+Kp8z2Y8pzCjzI0AxbK+LglNIlbChOumEZE/S/BMDxI6k/8Y0Wp6JKG2rMsfiqn00pR8SkIKteyMCvMmraMDVuWpMqUtBNpMh/LpEuePPs9gfljSMXOK7xKbriiLX9taArYxm6aAw2UBhZFBaEKxEG+dS4LEqwgyjfHNGyH2VViLDMsxhqilqKN9eUngmTqlhqtoyzOqVBpEMpCSFL5UG6wotxpJHZ5NJakMZygKAhixC/cEeZBjzFkPKKlprJUmQJoOrGqvNrZOeSzzZEHiSPPcEcFmjzq/YgKurQROM3YIoIfJaXTKtTSPMEH4ccUYJUYzo45K+hRVvAFpgQPvHIFubgrXZaPumeOs5wx4CDPVrg9b2s5e1EnyqQVoWICvKjMXoxSMeNBKtxAYag7lP2ThzjoF8V6JicKncMZlg8//DAAOk4q4uAP0z7GAb9VdoJBaGf04Q99aHgBhwF7XYZ8FudYmKR+xv9YkE244ucGgER2C9gA4hsevKbgt6uGOn9PeKwG9aTU+6t4Yd3+I9P5n0ZTts+IjcoWvJ3wvT0ouoR3edoW0izvEb/pKqwx1LsyZI8TesaoRTjpmmQ8T77gM332mpGf8DbE0Kiyw8VPa7HhC2swj/z4mzCvONBNrVF7/fSqAj9Fp0KcptavJVRuvSSqenTyUmXn5V4egIA6YD7PecbDwwWc+L2D+5+jjAj3Hmn1CBpEhhJCOWOxOU/HoQ+ki7KjcB5wawO0jfmzkXsAR5SmrR0Cu4HasFXShZc8svhS5bHevMHRBut1rzlOLHjNS0UpLSrhER9PCuSf6iQkWLhwB0Vc2ixl2cLGbOXxcJSudSmN0qxVShqtOYfeKKvso3RIICYzs56z4sK7cCpby4Gl7jRFRAK6wjutd1yp5ZHOIji45YMK2vztOK2bXBanD74YJ1+VLxV8aLSm5Ktx0mf5+afHsPvuu2+46bZ7ORhkV969K8h8vGRNXnsF8S7uITrAF0Nu4NdFhijio+y9fO/vvHd49qWXRsk6xFdedZa8ndw4leu2OoUzzBpqtxEe6flWdliUFs1hqsVQwIqBbTmmQlEmllO/v0COfhWX6Suhg1ECDONXyiwpBYorJYk3YAhLK0aeaegjfoE7ryTkTzar85wqyY4L3vHF7HXKQ0iRVv5JnW5LzlxEYFIqmtuoJKNgqdFKY/6KAO8EhJY8xcm/lH9sxBBuWAqglEd02uIwx825CPdIk/iKksKmknEjs5/AsQK3iFACcS6C2EAd4rkxmnuw4BXHmnHyjpdcnXfOWQLBcxWIyszXVihsa0GpiTor0iha8VQ5URqks0Q23Jw5KR6AgwtKt0UQpAOrXIut48UPTmGz4mypeD/ENICnn3sU2WGGn9nsfhwbHuAcyqJSiQIhPWj9UuUo1z4cp1B+bSO7t7DC65Ky/SIhBFiuorEVFm+ES1c5abdclls6JE65c/HRTuWoq2hWq3j08MzIAQVGJNnBBWVVVUkaUTjvyCGUWczRvw0lHN5g0W237QB0mPMqLbNs8uAOv89+kC+HdnLfz949nOUJjHCmexRr8SGOxbuYL3DsUO66/c7hLu4M3zb55txtQh//+MfDw1102H6Jo7XptRFa6vJMCbIDuvNrdw2/9e53Db/wT34+X/hYPJ20S4952/nhXXApvyHSNUaqF4RvWHJIGumeuuW2O41b9tcU03LoU3+f0dIFHTuGzWKcpZ8kwPhwBbEUXRWeyne4NQpXGsqoUmyswhomW1VYzbDAR/KIM5A/dr4KYapMaUawpDmVA8MTg6CrkDqfkt5EzWioN5Kbr2hmuY5wdJFTtRRaElV4rWlJH7OsvHhRcSZfImt4LdxIl2WDeCsxpbUs4jDcH/izGgzuhOcJkBHPgFON16xtIbQhkEWcjaD4Or53BMKqZWS8B7+qBE6wgdyvRu67597hkgsv4eZCOwbIBPYoQ7oktaKou1iZ7AtUmZZ1Yx3ilwQtHSjSIlGpqRAi4JKlVTlaWumOtBiBP6KyROG54CMM6jMrr1uw2A5wcs5hDvD1rEWVVy3oqLwpQ/DZBPmHQpdeFWWsThq+FQklvKNYUUDS6JDaIfZRV7xJryiKpobD0GxDjgIHp2WBJzuhS4W3C4vsOFMBMbVQbpYV8zq0eXqP89KZyyU9xLKocvZwLrdDXsCZlBc9+xJOcfp9FLxSUi3TDuDW2746nI8Vv3u3R72Rv1YtZ4Ye9UfdHGEY/SAnOnkj5a5d3AkEj8MDeGGc1wB7le9wfG04k7wuX6svgDwD8yFOd/dMz5e85CV8qvkZhthH2Fe5PR3iXg4MfuI4hzR3R6UswEMPGv7P//k/Dy9+8YujcJUc8+xnmm69rvw7ix/TNJB1A1f+h3ech6qirNKnt7B5Koj84AGNwTiEIA8VxBQ2MXBc2R3hgDadDQcUOAdIpjclOJMcf/DSKDIEEgIchNk44iqb8ga28I6QlX6EkcYxFXgI9P+YRvjQwZ+2RGdxKFjBhEkcL843isD3rFbyljlI0psusT7zs+D6JZM/ISIvvPvSfuPLmS4KYHwXqnqwOWzlMgLw8D00j8JvTLJKXL2IU7iE02hVHGgEFIaDhi3Dd7zxO2njDv2AMKsoylHZ8Wo9+ctiCQ3PIV2GqMBquakoHCrq3JqSOVBbiegIdmpAGnOgB409w1yVg4pNJUJ+WlIeDiFdKoEn+MyvhqMqc+Esg6SJt7gUnJQ79ELTGrgdCx8/cZBv2Hdk2KmsPs4lYrF2oUmL2LuHoAJ821gRZvuMOHHOVWbzOZapdfxCjmDbc+ZuTh9/fDiB0XD3g/dn/tTphw/9lw8Ob3j96zP1oGKNJcoCykuvfuHwvEsvGC7ie+uDzLF6+LA4a4N9qY29e/ayQo7RkTqzaNAlX52Thd7t7Ch4HudJFlFuK4JXKmjI9Irec85jWw/+xx85lMvWtnFjrzxwfvLGm/fnfvBLGU7fyTfl993PpW90Gk6F7OQMzsMo/kMeAkISO0T5c5BN6x/84IeGl73s5cNf/4EfCF2V+Wn+Hfko7mfKzdr8BOFyG5hEnbZ3ukC2nHgz03SmWdsKU205+aeg82ZI7qwxxlYwewJVrwgZG2nDLVOoWKhHIvMv4QVbWzhcNSqbz7ZWQqt6qrRqsvJXc0+GszzjSZBZZ16UZyu35Be6zVShMF8gIWi0GUNzwqMERVWWpjo6nQPw+Yab7RYqR50oyv4tf+N11qn8AYPuKo/dSg/FjMm+Qsngnw04YfxB3aSzGOVt7DgSXX55wa/g9Y/5kyCNrkBn6dLTi8x4/pnDsIXGSKO08ZB9gtxDZ0Pym2XXIWroiXIDvj6V1F4EjZWqkgVN5vOgxeG7Ck1dpnLxUN4aYlbjJEP+UzIfIYF5TuC9Q3srlpk1kaGdlh5D+ii0xJfi8Eg28wr5KQfXyKJEt3OlhFchPPfZl6bUKuct/NZ2csHXpc9Bpo4MO3aeadbDLV/72vDoXdCIEjbvo9B5LvduP4Z1t4852wc5psw6ylwl30Y75XMI2nbv2jEcJC/lyPto5EE6FOykl199NRv019heREr4mM8agTh09NDwCHdrP3rLLdVpkKdVYDm0CuWzX89YoOOHGW6nfgqv1rO7OI7S+ajG21KzntMxAbvm0N0SG8Y/DyDeRzu1Dp7krMudKFkh5MdrXvOa4f3vfx91wp3qTLF4eMaunbuyH1RaFCCVgTJ7Gzsf3vM7/3G4inJdftllZamTxyjylaf5tiNu2WUv7SQwdPIu/qfquhObpl+FbxXcNE37O+2p4IVbpURXKU/OUMWkbxs8yqWyy+wLZVeA/LuOIWTinE61xNSHhkOEvdGllZO2hqhVWaUuBbMB1qJ78biUw9pMmc2Zn203o/JIIch2Wi8WuKg0jzEdErgOJrgVT6mg+foOkI0/SlWFMBKvIo4SbSkihVJtTpkqCAaxwJtx2Il35mwAlqj51hFdif2eiopV3SGqruKFSnnmUDCBhedTAbAKfFeJ6lT0OXkGJeUhDgRQLwChNNPYxUkiG9k2wk2V9MIwbLX8R7AYtbxc09nGQtDLXvHq4XN/eR2KgGZLXp6ifpi5s23kpVJw2s6R/s417utBER/jJkLnGp1ldCGIFRaeJ4YHOJlba8lVZ/c1elCF19m6OpvN2uB3flIF+X/+H//ncNnlz+XumV3DpRe9LTQ6nN+KovEirz17djJk3kP+XIdgOHW6xv0zR44fzDA3N4w966xhjbIcepgN5xTPhZmjDGtVKjBsOMzp4Z+6+StYBvU9+AEKvJc5wxPEb6WzOY9PBl0kSkdBeueH7VA//LGPh0/KR67lyJzgTsrNdANl81t6RcHFy5InP1Vcyz3kfuao2ZD5dvApIVASnnvg70GmIranB6e+iX78yQPwSoUZUBTh2nDJJZcwZPd0dI4wZkX+8ssvH/Z/db/Vmjwdzpvv496TROIMw4Ul7ec/97nhN37jN4Zf+qVfzL7aqXibxbe6U4zjJm1xozJN29ECTJi9EGIHVMpKJbfciAVViehsILrOX1iPr6p3lVKpHwMqFFWTWkDNCTtalHb/nYqIwplH+ZPHLBwFZrZT5Yk/+ICxoMb7HiU2SRfEUVPzPErX1rtKR3XkW4WIx58Zmof+egaXdBtYbEiQzbPLMsMhPf4CsfjHMBWINDeaVXCLqeZvWhxZSOECq54AF08N71Ti1LCVDF+ygZm8bLxbUICen7hVC5NGKpA3AK5tQ9nRmIsaEnLnKlnQMPlmmfgTbE5/0+texaVWfDZ3gNsQPUEd3PLdeU/stmE3iuV+FNHnvnAv03rHhjd/j3e7cO0CykwFuJf7au7Yf8vwAHOkT4L3qhdfzeo7aCwL8SrkLB6hNI+zWGOneOjQ0eGtb30Lw8rb2daEkkMRWkanE7Ywh+oFXV/4/A2pD8tp/GHSZI6S+U8tQvc93vmBTwW3zD54mNPO4YPlOnr4IAoOq44iH+GzSDuA2jt8fNjljAWrx8e3MHRNJbllinypqGyJoqH0DoSSu7JK7IyikKCTsTUVDSO17FHcB3bsHXbsOYvrcLcMj3qqObeYuXE9lh5CuHXrUeYhzx52cGlYjrxDGbd87OCw5bPP8SR3flYuRJ0/XJTFm2xbAqdD8Cewhh2CO9y3re0WF/zyFHWtdfOCM6HxYx/96PD7v/8Hw9/90R+l7jd2q6ytjaFPLya8O70kJ4WeKciTQj31SCxKB9olBEpDlIMVNdZUFKX1roLin/91gYuPyhvf4xEKIcxKIUhEE1gsD4XNRtqulXCQTpRhx5suirIDfAKXxo9XO1CURYtCJAB/CCzctsgK1nqMEnScVlCUKaDjM5gS55/ghPs+48ZnPVSxi86sy95cDH9m3uQjQk7jt+xRjCNZ4vd9LHYKJHTmxFBGxxmK+b1c3lEguznbMPNtKLJYlDD4MKuxj3K24tnnYqVwpBgtHeXj6u32DIE/+YlPkJ67d/adzad0O7D+PAjXISbXHhx/BCXFLY+PoIi33U9ahnvUu2MQD809RAN+4hhfBV1w9nA5DdptS1qNtYCDBYY1plLNYgxKznI4V/eKl710ePlLX5yFiuNYnRb3BA3/xHHuoYEPxw/wTv7eNOPIxtFJrg2BFfJISyo1quZHTjK/Cl3HwHWMayKOOM+JkWBN+nPBI1dBUMFHDzBcXiO91rIdCzSF3eQTvMh3zirQiuWTzh279g3bdp05PAtL7nzw2hGYYI3N4LsZNp99zbcNl0P7VjaG7zxjT6xAT63XOPF6DfntliSnAXaCQys9DlndxlW2ZwDj3TtatMpjFvYA8Fm/7cPf/Js/jKX46/ARixaaxLGTIbiWuotLKj2nDlxQfZALyn7v934v+ytfw/5KkFZ+m/i7rj1uIs1KEIo4a1srAYhXFjZP2gxLkjzFtCJZZWmuebtdlIINCoZptcTyH5nX82WlKMHS4SoeJSi/SXiJp9IaQQszAKPJAqSrkisKTrjHGbSqsgibVQxCMoOB5lm4eIBb5mdVQhCvLLjlqU7AtMupi6xVf5sMSz514YTaZDliCvQ0/LWHT4vAH5nAgKbap0NCioQHXsN79znGamPM+QCWxnve+97hta95HZP924ZrXvPaWBnH3SYFrn/7a/9h+L43XzOccTZWC6usfi1jfirQO+68azjvvGflrpbr9+8nA67GZSjttp7U33Y/6zswvP6N59NAz8XyfBw66MBIryx52O5FDKFVV0eQeu9K2qL1SB5+FniYYa6NWWUpvEPGLVF0vNspIDd+7pg5YMegWoXg7zq3PrKiHUiUPvl40IYVYVV4jJtykzQEPPnkIyiOJ1HqO8Mv9x162Ib0yq/DWMCPPWk8Sko5Q7HYcH7s7/2dKB4NgN3cE77G+HoH+xrXmCY4jGVMv8E1vbuGs9njaMWk/JTRqYfsxYR25ya3c/ybR94pnypKsggO8UYtg6/bnOm27mbrFXkdoR5zwnt4o3Vd7Uk8KsEzuDv927/9DZwk9KHwLYrSC9n27Q2P2zqUo5bzq/v3D+98528NV1xxxXiNRClhWPZ1dba7b0W35kbVmAtST2VtGXvSqPOI2upilXoZlc0SSJSUijcOhclzbZyP7DBjI8MIr8/VjsiFOEU/umAWXia34ZVfDZ0Dxh/D+4cvXiifKdYqxRxZK/NKv9CzhFgElKhswyyQEb9EIoDA2OsLalYLpM/gV3vMK1avHVALU5MTKxhryMam9cXw0VOvr7zi8mHfDr73pXG6RWQv21Y+8NGPoITYm+hQOVbS8eFXf/X/GV73+muGm268cXgup8pkdZUGl7EnRP7QW980XPAs7lyhATm8dOHH1e/txN1z34ORi6/ctH84xpllbiA/AozzhA5lD2J5uv3n2DEWRA5vGZ7IPdVODWi9YUVhJcmM4plw8okf2ft003kWdywbNKlghJd2PS4eRD59eqks0ce3unEeJQaHI0fAHT/OEPMEljGW20Mo1vAQefY0HWYJhiexll/20ucPO9mbuO+McznwdhdKauuwDwUThQiBOxkOn4nVt3eHm/atp1IeR1jpfpK5QsQmHbSLKZlf513FcwheOGTegtbzDvSCU5nTKZC3vIiRaQdiWvJNG0k9U2aVXcpnUckY//hKeeF5ECJPdpCjwZH5c8KtRvG7F/W1r33tcP311+cuHfFZPrcRubhzkOmEuOCubVof//gnhl/7tV8bfvZn/zHzvV59WyAn/bspoNUYrJOUe3X0LDRGEBVtaf1jh6Lr6aZ6q7/Nt8ASJL9nbvTbHjdym6HHtCyoVY/ZiDDmy5scN87B6NWZaGeqgNqVKMvfPmFGFWL6reEAjQ7QWWEUlHF4LAbhZnEjypCWHMzF1O2qEfbbRs8wF4J8pj1UlQDeuObUL+AYCbF8caFTf4eU3zhBLV7RGuin94e8HJ4eRQmuSTuN7sKzuNuZ6tpG57ZtH9Ygjb2mF7iyFYvDle/DNK5Xv+pVLJwcGy5/3uXD2WefSeOqU7O10uzPnn3RhTRQFDAWkIrSxQzTbmWx48AhGvWouF2osYEeHvcDZkCAsqydDfDeSgYfPs1aftDrfKr1ndJbP5aBuTvSOa92gC9HDrGC7N5BG0LtlaReYCBYokRNb/gx5zCZX9yx/SgrvwxrUQBnnrEPxbeX+3f2DBefuWvYBcPP2sfGetJkvg7+qGC2cVvhE+A/ztSBR59pDWfvrDRLNnF+acUQa9jH4SHKoMrKvDEyJSQ4+ZTNif2ceq7VZj17PW7aAu/ety1CO02H+4VeIbbjkL+WSsd7Skj74w0USB90Cmo0TtwwHzyEUK4oGnBmEXJMFevdTMDgSOMtb3nL8B4O8T3A9AHkELolG9GPMzXSX+2AEHhW/VH+H8ECvZo7w3+ALUM1X03UM+DCD8napFM52l6mbhoW5bkUP4U9Xf+sXW4SJ22OylnIhZQzBbAQkZdTZ2BjGCsbPA1vY/LzOsXBWFVLKU6FzbCqPPPuifVZ2KjAGldaYwRFkbKk4AsOvBM3h58EPgPe7sUiyWZPRuH3M5zhvCOicdA4bTCuGB9l8v/A0W3DQ0+6VWTr8NDD7KODtehC5hqfwBLkKx4IOoyl49T+93/v94wNGc6hII6w0dz9q0dd/RUvMCrIHAzskN1pfxQyoZTNaQ5grFSG5UJrNfdth06qVPkL9ggLQlsYXm+DmGMaMbT87Vh1KqXtwG5BER05dGB4+w+/fdiD0vLoNy2ix7mC9YEHdqUxG29Dt2HLAz/dO5fN3T//j/4B5GhNasUqZ+Q5KrDQh3XrGZQ7UISu8MqzKDNIx24ddlE2rbPjLnig/I/T+rS6hPXaWPNxmLuL4XGmZRQvHbBncnKPuFRk0X48ajqEAMobq1jVJ5/gkhZ5FtSkc5SPWukmGicd2RGAP2mAs3WoHIMiAiVkWc12UOlwSKeFTOspMiJzqEPKIj2ecP4qOsZPfYqFLPgBthzRdgZf7TzI1z7ODat0wj8899977/DHf/j/Da973Wtmt0qaqwI1l7+E5E93mvOQp+6T9FkxQSNdKstVCnOzuVTnsjF02LVx9IYxazJ4OXEqasMkFTEtYINSzrkbAUI4oVbszBnHaxTlJLjilwNUoJ1bxVVy/R1uyoabhBWgketcCXSlSqNYgFjGvRAJ6aNiTHDlV5SpLKTjmXex1lCUzuMdYf+fw8E/Z+jkIoB34nha9naGpMeP0JixMLXAjrLd5BhDdKKQwjQzGhPhVjD/MXAI7pqhmVJZh8E7YLmdOMKewuNYX2xr2cZ8Xk0rcPsgFuFhTSjoUHG47UXJzgILWoSBbr5AMc0RFojO2HrOsIe5snMZ0p7LFMFe5sy2Mvw8hjXDTB+KlGENlpyW2B5WauNSbw6nnSckD0jSinW1Oyvg9gq4WL/wpOsyihyaYhliBroq7G8bCyo7OGps+8418tkTZZ3j0ii7c6MqDWVAVRS8ypIVSri47RjaEqxg4+3oBeOP0wZGLDiUl4rcCBqYRVLxzJTA+gQLqRdeSKxlqBNHfaThG/iNGxtwK7Zr33TtcPvtt+eGRnmoopfnu+Dvk1jxxa8qmzsTbr75Zobg/3b4lV/5Ffil+Vx5mcNfueLAmsOSdXW8Ce4sK9ckgb+KhEIXnDzbWYlV2dasoQFekfc8zUzJtmeENu8ojkY+ebawJAeJMJsVQjkNQ5RGVw1mKihTuMZdxRq5NpKb8qXXn2NrrNNnw9Uc3DSm6Kz4EffkoTUZKwAFdYIhMfoIbqjcdsVSj+1gg4S4w1ypeATrXYty+xHT0VZoKH5mZ6PKP8g8Bl+PsZUlnWW0KQqJhuOq77EDjw4sLMc6O66lxXybGyQuuPTC4Xls8j5+7g4a3h7m+tZY1OCoLxY4/KbcY7/Qv8NzrtkzHKbNub/R2cSpUw5ObId6rK5tzB24AhyFhsKU3/5ccZ5fwXCcfYN7ob3wrFEW4xwme2XsPobfWoQWVMVqpwASskTBwQ99KowWI/mh04LxnE/V+9SpMA0rDNMY0RIDLrfgWDqr384hHvwt41JqJ+QUCFUXZbuRNZY0K+R0lr8CZ0YEaJHnJskUwvCqc+dZpS2dA/z5sR/7MZTf/8t85QORCXm3m7Mr7XUOsFgVpxIFtycR/eWnPj38Livhf/tH/nbFWRLof6pOOXymnUXuOnymcG8Wp5vq1jm39yy71IuBY/k3IrjEksoLggmzrPUWyDFxlELEUbhJnmRWX/mMYRF60yt+9PAM5cpvWBAjL8bNyIu//5iPQjR3CDpZliAYrsqhOSNs7aqio4o6iDSdF0I0CsLsCZRt1UWGVa7hjEve0/Shvcrk6mfDjkWibKPQYqHEn85NBSg9moUWxoGyK6yUA/5sOYF1mX81VFujUdQuA9NtHQ6wLef+e+5L4/FLkH0uYmBxXHjxmcMv/vzPDkfW2GxN43LIvMZ+QEb4UZbbsCh3nXgMC43hqXRgoUqzCkfLditWrfNmZ5D3QchSEryIS/ossp2oCzjH2JJpuu0ovJ1Yk1qUrSyzAjzWRRa4pGN8X6xH0MrPSdVq+bkoFWcknUOiwdFwKsiKV90RT5zcTw0QlyG16eInApplcSlJtx1ZxyVvpur6yjftxpiOP3ZEBUeAQ/FRVgkERmVsPM6H+FVcOEoQnHmSNPlTfjsIO6OdrK67gOdBzPJtp3UR69k5Vqcm6rDhBx5+aHjXO9/FxvNHQ9NO6mYbaZwTdpO+qHVbkJk77vja8Kd//Cd8jfSy4aUvexmhdhUjfYGqP716Pgl6ygpV9jQN8mxmbYN8VkfTjPB3HXbwqEr6Nc9lGZlGdn4dVqxfLOeq9OsVZYS60XyzPOdC2RRVyKSAeFNoGyRAywwxtpiKEKLRhGqs+qtzQDTGXrSEvwTXymncyT+Kuiix8Wc+B2SVpnI2jfjX01HpVv21goJjHL5HwYjDMvHL5mw+iUsTSxiREqByYN7OeUMHTnYkW3afMdx5xy1pWGeduY9Tutc4pWYPFuJOJvd3DZdfdgVXul4WvOGGxILqMBbm0aNYj0jqVhZcnEN0kl+liAYCnqerufw8JUc1pGJxv2YOWUbxbUdh7mO4uxtL0WPnzHM774BHOcoTvPwpRWXZVgmnIO1mSiYJ5w1JXN1YFhsXBTISbplk2Wo0hh1Asi4WcBFk6NyFTvnLf61IlXDdgDmHKeQutEEhPBlLNsoWGSBPKpfq+FV9BolTvsFjOxmUoFa1Pw+18Olq9W5OMS8Lkc4HGFfUxZAj4aYkyL+RToOLn8djHTpXed11nynlTdo15nj3MQ3hHHDxfOQ9JHlwxm/8xr8b/uW//Bcs+vGt+dNwp6rPZdTp2lJfFWO9rHfVHqfhHWLn/PV0pShVjpt2lmBaCji84KZxCxHrXiIwhk7n9ZoWBKn6PBRaLwUmK/7QMkqhzfOOYlJYRKfgxKNgJ6iEE6+9lrCxBGxEAJRgGVZ+AYojsCfbVIwjNoEmnuRrBmNLDS5xLECY8uTO5F3h0mcOWTTgKS4/kXzpS67mXMKHKMdOGtHuWBE7OdmmTp/ZlSHwhWzx2cXc3D4++zOdixLbNXPB2Cu6+ZyUcjg3Zzmdq3PRw0xVeLTbYXcYhN/GiRWzi6H1Vhc8GPZtg7B9+xhi814qaGz44oAX7lvM10f4WdaBNdQBUl+CX9Myws0aUvK1xHPXcV03FSOeKefn8O2bWiQpUCKas9C5mE1kwaCl4KRKlVq3uhBvvfKesNRKymD/gbEIcmWFchGQQ2VMh8LbAQ/3wOPtKL4drNI7D3sG1rudnQrRslpOFWoWbOQjLniY+4xspnJU1u5xBm4sSMuKJZi1JSVppNuN97/wCz83/Nw//tnh/vvur3yAdVO7JzsdYS+s87zSLconWdz74g3XD//+t35z+Ol/9NNjGwg5J/3TVmZ4Ju38pGfk3knTfrNEtsxJz9Tf9JWi7LdNPWUDbqrcKmT8C3tGjk0zjDAswC3jUKBpeiUnRjLAMS8FqYaz3XAKZN4AFBgrWvnoeSwSigI30js+gylwhXMuYIAHccEHlzI0U9wOscRn2OjBn3LZggkLfcZ1loHe3J8kEe0cdRImCO31vd/7vVmxdMvJGl/PSIv81UpTorWP/dImr2z5cpjtZ2x+peG8lI0y+wV9JbFzfFozLqTo14Kp+gIHaeWLwzj5aXnttIrj2jS1ciqBpnF+NGWmELWtx/2k8iYAxpYfoFAYxZPg0/ojupO5loOCqUrId+7hyvrUVpX7Fh0U6yxL5jTHsCgiwlT0sDBOLOlcELjwB/7u4LvznWv8GAY7V7qd+nGuVLkND6yf+PGMrgb79SKl/pIfz6a05H3sjsbAmv6Zy77TBhG/KEjSqviSaSH1cI63v/3tw7/DUrRzNB+t/L3M6z6G4j2Wb89rWkCl/9Xbbx0+9NGPDJdfcfnw1rf8YOSg5IKEp3BdDknVr+uy1Ns3598un8+05xVkLijK6qmsTJXCvIjpwPrVWonrgPEtWqYrsONovukpS4mMVT6mtz4bl0GmVbg6rWHGV1rf2i0k60CeSTlNr3+ahbACEWYjEc9CvwejAkK6issb4CYANhko0KOH6Bm94vO9h+7BvT57Ma5ySRtq5ri7WTk0dsEilhr+HcxTVUOUvyrFUngO02oRpBSd81eWSFjnD6VwCyvmq5zlaIExPsNF+GFYfpAlrrjqUeLVYuzweb2MpVHwxiQ+6pSiDmhZ6VJ2OPmMPEzIWCcLiIhQJqNYpnQRbo7+6/7Kp07asJHrZfyrPDpkC5V0/KlLFJrnH7hC7pFlO7DQdzi351YmLOriN53sSKPfgUtHz5FXXov5tOBosZe8SDQwM2ND5WbKeTrlyLnDmTwlFkopR4bZyYhkY11EQVoTE9kURPcjP/IjWaz5NGdXmo1ptpH3vr0oS+abs78SPnf7vIFN63/8x/9peOlLXz5c9tznBYd/2nKcBazwpBjCKjc8oztWwJ0qyLSbcQ3n8X2ztrgiYaRiBW8Encr9iqQJ2nLd9beMeXUlFqhMK6byVyGiYisEf+rTZIHgSQXOWglQI7e6EsW4PIegjdKWoiLcbiZIYXOHzp8nK9SMUTPSJngJ60YjthnsHHV8p1uxUzztV3HpV6HpskUjvqoUP0dzGKWrNPCMjE13w/Vf5PvqRyoOnrdCeJyN2Vp5WoWxWmi08sL0Uz6bMA2X8LKWoWWs4SCF11M+GNZ065/ydxpu3LLLSvJy4KneoyBigwayrkmYJ5L2ZbdcJ60Eo2wA9r3LSLHhY5XJL2W0khQlebuTTwe3q/iYSvDn9IEw/I9CyrQBsHWUHw0dpHUgL/OPTRhtISpFODIzbw/JCI00jGojkxJIEP+hYCHOvaPl5jK62JEUfjvJhlNpuni2oPCNblR4paOV65gwdLqA9mM/9veYvvF7/Kpnh93K1UHmK7P9adZBbRnOO/uc4drvvnb4F7/yL2q0QSY5Cq+RbvC0NHN1vx5oKl/rY08ecjJ5XIiT5fJ9yS3rIKNXwa2icctnb7h1ZHMpwDB6komIivkirZznyA3wp9JzU4XP9QRWqsW/DhNb0Oc9axMujq592T4XpkUsT/2t5X4ZQwR+DNS/EVynm5Z36jc+E/FaefCklaWVsEpRyg8b8/U3fGl4/LFHg36Zk+JZV4l2YM3zNL7im2krfJXYLvJzlj65nsYftNCy0l2fejH/OjjY/IuGre7DnDhDpzhNbbGaxli6FK43k8szeg4Wqs5A8an06uuYbUw/II0sRtUUg1nIO+ftQAbOeZ2EfVGAhhc/s8eXxSx3EZiOVlCEgDXDXfMdnUZCtZtQ28F5alcFV6uPFI4Or+sqT0utZTvHaeJEBYsvwjRcB9ZzWU4WYy1uQXyCw03+1f/2r7KQI4zl0pr088Yn2TLUcCoU/RdffPHw9r/x9uGn3vFTlmJTinI572+W91joIx+mNK1SntP49vs1XPVZYY4CUYxt5suwwFBrU0aKYN5z1VzMdPjRGUyfjbOUIHhnWskYG7hPhWEO2Q2KwG+IKzVTWZ1KSZ6MINvDEb6McF4oViCNuPk3TWcerZCrmVj2Lv+Ummkq/Q1zsvBVMPL36btSHqfCM81fvzJEjap48HjgRCw+AwlLmbBqnK7prUK7mDvVEqyV4Rr+RiZjUVMWkslDZS8W9ES7IGGRJrfdlHVtFtJBMuDqbhvluzr60BKrSuuvwsShMq66KxpVlHHBVXVUWOtvxaFYItMFOvsb+irNLGxdXRrPr9FNe455otP2+cXOG77jDcP7//z9SWuZHPU4pXCIT0hjVZKvlqYcuPe+u4ePfvTDwytf+fLh9dd8e9r7Zobfp03YNyIB7FTZT53lz2LWNBC/4SXfo6yQLl/mtL5SKPIfwO7bSkBKvnqI1wqyh9vWfaXtmp3knJ6w3juf8W0CZOO1EF2Qfgqiv6nx/evrpjKZnKekbCLrTm8yueG7W0fq+Ku5dWNswVJZwNTSkhmYyp9ufeZVH8R3Rg0a8MlLvMLBu5k1EqRP/4+WpLQhJ6tcUx2ZACBTLARuY+HDeToPpFijgW5PI3U+kKPFsAQtW3r4CVoFVhdlxdO38KA8vICXMlrM4yg5wW3kooi88d4yTNDMrwy7WFj4K0MPja7OsTqTTAsQVcU0Q524UfRRqPOwZJhX61UVyYsE5KH8JjIY6o95tFxX/oZHj+ZP0RDYVswzeKk4feenmv/sn/6z4fovX58rJMQQnjPPnbt2+GonFjfh7sH1FKkbbvjy8Fu/+R+Gq666imsozpsYR6efvyzo+nwKqVcm2Sw+4aZyIDLrqHXZtHoM7xFgZ7rlCzfdUk2OQoRpPiMEBdLIWykaOg/Tz29MWwqzUS8+59Zjh7eQ+K5QTASjQWbPKews8Gl5qkGcGsWicl8P37yYxcCQZR0mX7pCozTCX1eGKTN+/zkUo9fK6S9+96wznQdYWKXm49xZ5QfTO5NArv+TevHPOkXZvJzzez5XvB7PRiE1hHbU60KRewHnX8p4dYHnnHqepZYg942k/BSHQs2nZzLvx7sbs6d8nPo7/+WwGrp2LE/ysnHrVGTStcWvjhJioIIKxBggPhVlN4jG389OttFz2kZmMKmTUpTWWWk9Yq2DJafFOleUeFX2kiiToNP2oOwVvZP0gXNSYe7mcPOwqa/L1Mrii1/4Iiec/1KG2w0nHx7jSgwtSxWFImoZTXvmGWcOb/2Btw7/9Bd+cUE3dNpv1HOVNdvtakrDNEx2plpSHdTN2PHOzoaoYUTC3atrHu5y0LDRtbzQx7fkwBiYksoKSP1pxMROQsufvxDgIEPXmadiloRDOV10JQjzsIkwzAM37esCbSaBgrVKATrgWHCThjULp1wWpYqD5YCyqy0o8s+p9zAk4H4jHKdwt5eN4eExDImVBOscFrpogEZpxCRzLowHwmpSf6EuGfOWFmXEhOaEEWd+UJJxQayReaNMA08aEFE+adaKUG1Ybz3M1F/D3doIrR/DA4XOPCBDNbcbSZGLEubUTTc0a3Fm/ym0kVfzoUif8wIEqgPy1Xd6LvOEIw9qpMN1DrbuuJQGYotNLdehtyHIVBot76ncSqW4KtHI/6JC/E3PKuClfK0LwWZJmPGf+SfpgZtNI4zByaYFbAKqN21xDNPvv5fx5c13ftd3Du973/tm847ywQvRXLDxjFB5pWzrHn74keEzn75u+IM/+IPhh3/4h+uwkhmvA7LpP1N6Tpao9c465ShPEPHu4KY87jCfpp+z37pIotZUybrCqrMsWD+2oB6Qi8X0nkcwCsocKTiiZReLEaRjUPsj4KlMiNCBxDCJT1yF1t/OYBTuadQz6Rd9Z7WAdylwlIElkLEcs9DldyJkuP99IrS6uUDbC401aQQwsbwIK575dINy9VYKZ2/1EVwhqvoAKE4loiJqJ3Pnb0ZE+GdCq4ISVv77K6XkXlDvoal9kc7/+U22FmBbgn5lw9cf0KNCJGX84gIjOOkM7GmhxUZqeaWiymZ+s+62IuiFrIfqeMRWNLfcmMJ4Q6cjFcNPx4nPcs7wUh2t1DpOfJahcptjn6WZBz3jviq1+X/zOHlhfTgE/wSHqjzEaeftnBfezddbRx+lM6/KD9vk8U033zS878/fN7zkpS8ZrnzBlWV5zeSuMZzkGbkt+Req6QD1zLW8KcTx51mylxQwUlmUtq6/bl/Gt6Ls+FwRDPYYDMqb6ZQX/rWrbVWEhQ7+jHRaZgVUWdeo2vKV/bfyWOy93K+3GddCHvsFhDobZzXSMaCCE1YApVzG4JWWXcdt5jlXUgVdFUzetsTRWfY64q1DZPg8vkPXhy3SWnBaSRUuy3WroAq2KxT+jjylmitq/CuvdjFXtwNF5be8N954PcJbWzjc+zilSf+ctyozFKvWHRvD2/qr506U4LihnDiFaKYEFYBYnA40oBzmVB5jvSEdmcyPJWpKoaoc1rOuhIon9LjXAe4mfB4nvFyZW01d/hng6JmWbzlu+h7B7QDqdtpGO24me8BJUYebbOo/WY0Ju+xa+RretTcv8TL0/L1h5yFz32bSz6EXfYtlqbiN+LgK1nlgr97df/N+Du392QzBrWcVqENOtwx5JXGX1u1o4jmTo9quvfba4Zd/+Zf56stzN+fO/FflNYNQ5iZtTqXWlp8wxvXP946Tnk7Xz1aIna6fHe97Rhk2Vf0TOfTN0ArnbZTTkmniSllEfeidKcobb7mFVCXQ3QC0KKeZTgVeItrNhtrkKpN6e1AJ7Hx5Qvhi4qhSRktMaZ/os5VKc1kRzvIemd40tyK0UQd9ylzsqNW8TjmyalR281B8m+wgxKqT5VO3KCjysGIdVKmfQpi8aqITXQpvjSGtX8fs/+qNHGLgPso6JzGfDiKoKj43kKsItUId+i7mV3nN6y0ZwmLqtvktCHVdK31T9V71Lz7/TZ38Tx3ArxIq6S95Eg4bNGmm9VQKWPgpJhXy2E2Is6OmCceweRkaiDzDQN5TlrJseQlAx3kwx9QZLnqhyuaVoFRAwBYb0DTlor8VpanFN522KQoW4bvYnfciHwp2VbpFLF+/N/nS22J+/dd/ffhNPll0n6VO3vtzu5Cn5nenaRp/F1x4wfC2t71t+Kmf+qmqEwrbaYx3GgcMwWW766HxTDGObaxlIWmjNJEa5WNsl9125JMwq1117h1H9rhVnC25s9kt79ttRWnKbOQHyFPxp3UcrPtvuQ0qVHEAetiDhWNkuEgcvcGSEol8jw0wpmlRKc64aHR8Mk/nY9YISRfhWVKUAVzxZ6pXulJi1UF5BFfmAJQ4EHejMN0qHlMvcYtlhL6xkpqEpl1rbMFZJApUoVWJBlnCjVz40S0mBRorn8ZtPlrxPr2/xS3FOrfPtCJahVfhM81yOVbBPtUw+Zu6lh74k6JPkaUspZDmwZbNelh0bQmYpHFmbnYCVvW7LH+yu/id62FtitICf0IPcbqq90KWEORLSpS7mtcrugpi/V/z0PWzIaaKssP6WSn6rZ5jzS4GLr2tSrcEsulX21/zczOJwkvkTsUkb378x388Z1KatmXJutKyPMJp9DrlVx46grmamzR/4id/YnjDG96QOKb1ygIcdYR3q4OcJtrD5mqHqf+Rx0non7GBSlPX/SwOj+DL9TGNn34IUKibsz67JsYGn4Qlld0Up7jIiRRmOIXnFTRb9t9254iNQo1Eqy+aYY2o3513Kr9PEVbyML/p6kTGpqQO0ArW15niWYKHtSO+LqyIKqzzTwgtzYn4psNhXdFSzIlSj9didyMx5dzNV5BhQnFYTZDsOndZ6nexrfQ79Qx+wlCtxAxDJ2ENL8+mq/5ms8pZnhJ4UiwNu4UPeZMWIbyf+015M8U7DU9lTyPxh7Nd2EnccsMzy9DMn2XwmaBO0uudlrfz7kWdKWhbEB3WNLcsGp5yj7Lpu4pW2mf1YCDOhjxtAMvxBcXfsY5yp03X/SyyOp/Zq+BTGDt3wpYNB+EDN2FQV/MkSLC4VemNUCl3XPwFvvBX3ojTsnZnVHs7F3NK/cIp4aujmKNpJWnI/fc/MPzE3//7wyOP1BdhDXWIk6oOciSbw/Rus1qiftb5Bi4y+5mf+Rmu2T0n8mdeftkkXOqwdcM4WpWFC3zsTExH+3UaaTo94/s3wk3lpfNbReeGirITteDWk8JQRfq1F+r8vLn2NdNUzthTmaFKRmU5s9YQ0hI1YCfCn/zgjUJSJriYYK6//Kn38D+hpg9ImKx1IXNTIQQb1UwIHQU6+9vMyLPrBKnrNAKmgQZnA1TyTtsNLqFkWBbNSFSB5q8lniKO0pnET72tKOdNYB4beiaK0hhf1/FxTDINt1yLpSgeqXSWnflMsxEmfBkJnyZ5+opyPb+Wlad5pyyRO/wQYKpZPUwKYB1M6ZtEzb0zGbQTLGif5Z/LcydoGN/tmDaqv8BNMu+STYIa5UwZzgJGz6YVJcjFO1OUo888u13YSlWSXgnhAcLy0OLGsPBADCw+h9wu7P2nP/pjjlj7jaxoF5yK62i+2vFKYdukTkUpznPPPWd405veNPzDn/4Z2p0brYCXJjJI+goxRdKd7J2Px9kAAEAASURBVM+3gqJciwCmFCpBmEFhw+xUg4WuIvbTWBmVfzCvtoGMbEir6zRATOId1i8LWOc9FUQxlcCNluCYf/eIW7jTpF2nmz9Nq7YbK3VMu2wRdnqfnXbmd/phdNI7+wojAB03Ig6c/qZpGj4i4UFXUUydB53Ul60vq1HNyuZc49fLTZWkeXTn0aU83XxPptgy0FiHcDGn2ZvKDNiIGU/lMO/T9JHNacAKPwiKvXPrUTmo30aMLzyKlhBTuVmRQ4JmdG8EsCoc5M2vquHFei7qxvaHZvIUe+vHpbnsywXnMcfCOBWQZwq4IKI1z38cf9RoE3fs2OHhzd/3/cMnOOX805/6ZAwgLUO3vXlAswr12OH5oRO2RVfLv/D5L3B4xh8PP/iDPzjBNqV36p+APCPebosik9Onx+2W6VWktF6axm254eZb4JpMqR7HBjgFbH8PbduiDBIYWOGrGGKYhbFSEMxReSVdQtrns4W0/C4D1SJEvXtJPHWDK9M+PgPGhlKKcC70xrcT7GRCPRMeOCfsojIvC9p858p3KmTV4NJww8XO9fSey4ppmtoKJfe4sh7laYdAby5sGwH6MfK6687gWLWTdA2azqCYECvSPBZ50JDkOkZM49uiXC5Dw85Tb97XQ89pisgZdDb3Vwl61QMQDTQikA9TXjTeVo79Xs9pA7TMxeuWoV4E6fdp2tX45jga1vJN6WlyVUCGs0+e+gIGUsxdHru/UfzeYFkKsNqWdyjFF6OEPZAoSbnk3HbzQfxdDmkQ55R/8k1L/CDnU/7cz/2vwz333FX5qhNGpXrgwJO5i930ZbQwX8nC4ite8Yrhx3/iJ4arrrwK+mzzIJstGHbJTLWxs8yWbcqTVfydYYh8T3Fbos25ueyGCysTrcp7yxdvuJkcqQjS2UPLskImu+ufBS9lpW1ERXorFXBVneZVirKtvmmBhdFFiONb/0fC/PWqZdZRDRuFVMNeF7heWBk1SB7AhubU0ZyBI0jKtj5XqAbUnrhd59PvlisKQOIjWctWcWxFMBQvigvz1Jv1LSsZ080rdI5FuLkFP/L8GVaU89zW+6ZfwzTNNmLImnCx0n1dFOWEJKsjDWyS96yaJnB6hVuUySWAyeucv/PAnp8zpGVyZWNCDtaFW2cyaIwLr1QMKjY4V5Ze0edUltab7dBbI/2y6Ai3WeYe9pms4qkmBU4sRlHPOkbebB+01+VzF7Q2VWQ0lYhyy5fSL322XfP91Cc+Nvybf/OrOTjj+BbmJsU/8vrJx707HbqBa3feuedzn/hrhne84x25qbIKW8PzOVRDr36mHsl/incdH6dJU94ZE8aYzbW+LrdrCv5rOZ6iX+Xf8tkv7k95Mo+I9NmzYKaUXiBFF9aeNHOAUV5WN86esXz5G/4RkD6NCre1y3xhWok2eBhhAivPQBjl0zefCmQza6rA6gis6l1Npiu4SifhST/iM75XkfXrovN88pO2EmTJ9W3qymLcOEQMhaN8U8jN+6c0nCpVW/ZdBiveLRjLlBeeSSgEWhNd1lk+gLTwGNcpfE7LVKfqlHAuCFcnECEJmq7xNfg6z2mc8afjqtyTFOQ7bViTmAVvw/SzI31XTle57Cbo0lsmG7GW1eg3TcumT/4TNcbnSYAwSLPJ/HmQsVYheoaf20qQSiIOY3RYL8cAqC9CxvYjnig82w4dMsyTj+bn4ci6VhU5nWgquyS1JU2dpa1UFV7+ghB8Xp4Tw6/+3//X8NGPfJh5zZxRHyDhvQnzEPeqyzt/pvFAjYsuuni45pprhnf8g3egI7i617xT2SGk0re3nwmtP5bf1ltR9XdszROoqXeOxLRy+lRuGaLxzzGdHMPajl1uSJ672Eip/FZZxqmY6uBX31po6/goQwwjy1SgFWmlqq0txqi4VJwTF0KTz2IR+i34RvhiRr+Ix9+iIIRZ4IOQqiOiZ0xopCOK6av+GdwKhk9hK/lmQsaMNvlYpOFUiSr/KRVz+pfTTqGqoayDnYDobaW2DtO6hCPEJL0hS69576TLcct5nPx9KTWvUxk5edrVsU3Xcqx4S+bMxNhRdvH3fDe6K/mrQI+p+EyB37Zheq8TzmgFv5rysBunQWOcijidE5ZRKRXajMfBAZBV47Go+SoryUkDrFa66NjoJ1Eza8iOqzu7ROSPNC06S4ENm0DRTF3wEiB9/8s7/gH353xxuOfuu6tZyQTalos+R49ty4lYKskq52HOuLyHDyVuGN7//vcPb37z9yWN/Ji6sUhyaRocf8WVnphHroebx018ATs1rBDdGZh6FR0TrOu8axzkvORUYe7EtzK6eNh07o3Ke2v+Ep95hpAymgym0pLU+DRIAfFDYRk7dVPCO3wGk5JV6LFRCsSVtZbkMwpvQKQVQaSVj7qyiBuReiPe1EmGeRvc1tESyBT86+rv/J9qJlFsi8VbiSrc6uqcQCyXu3myDnQc3k2Sbtq7nMemE04AV8nKdEg8AV3wKk8zmSJm1hEoA0t8C2wqBHOBdBkNoeR0bpEhkAbGcPjoYebrUHIOk/m5quxnolqN6gEkC+vRwbOvBtJ2HCEZR7tyZCaebMY20OlElK35TT9GUJZrpyjKN6O8qpW5oQLq0U1bQ4etekrNqZzbpn7pF395+Of//J8PB5/kHnDb/cisHRx51wdGBA8MPXjg8HDjV24e9r9wP7DpHsKHaT4UrcDbM41c4V9V3yvATitoKgenlRBgPgihKkdhqLmO0ZJMgZqthFlrcYb5E07X4fOqkiBD5e0od1GWcxxJuPKPwtKu+k3exrDO2U3Ks6F8GnArcVMisPzt/Js6Y9pJ06w4BD4TDblxn84zvDmdBBPYTruS9olSC89kghpi1BJJExjrbOQyDb3qX2unw2SUGCZwpiCo8+c1biUdHfm0n3PZalTmX0qoQ05ejzPZI91Re26eDmldDMnXJFF4qDQUXKxBVpMzX0i48neEd88XdU6x7tAZh7KyBydrj8+Y0pLbdGspiqbm4XMvT0fR/rYctYP3p4FSEZFvcDo1FYdQd4df9WckYf6Jt4wEX+duVdg8tn0z3owBtt+LLrp0+KEfetvwO+95D+WanEhPQVSWHpxhOifrjsGbb3/Dtw9XcwFejCyIWlZK0mnYcnjTsPzcTCe4nKbf7bxWuaeDcy0nOMvuVFBqJnnIglJ3vi5mXIzVYpyLautaoameGUOqh+Sd2l1mUt17bIpyxktB9ZgM3ecRCU8cf3xKchzPWt8hLRHd2xI6A1GwV7tgStSqxr86zTMbagMbO+unhNi2GaW/URFPgdW8R/15CkhroxUAvpX5GehPvs55y8uSm9Us4XOcS0CTV2GmaYwibEW9FgUjcTDGecBjzA3qsp9Qhcjo6BiLJLXt5XCGkofZKyg+T49x47T+Rq+VlPSGye8wDJy8d93VNQ417A7w5I/txUUQrcNjmXekPaTSaCnQ55BaJXnCE9V56o4j1KWI2P5jAPBpoqSvr5Pm/FWphmThJq7TTYJmXnH34k4FLvJX8vxU8WMf+chw++23AVI8NZ2f0ErUIVbJxfFDP/T24fzzzx/e9F3fPRuWzzJ6ip6NlN1TRJdkTwfnlltvvwP9BBNS4zKrBNcJ40XWrSdxKpQtVA3VCivDCwBVqcswKtflMCQqQxDxWClxClL5DI3f9wpTyGaRGdb4Nksbf8UvhqXvqwhh+EX+ZyFfH488axfhJuNubB1+sudyZyNsPgOcIh6tEuMMTrkmhYuSS6bwjvBZ/JIMJGIWJraSDX3rXRPQz5PBTiVLzk8qMJLS2DtcnKapunaY617T+uDB5JQBuXF1OErQJ5biEayew4eP8juSBmyYn9epPPN5HcK3qPBHWkZelWyS91hBUuCsYpnTWJRGGQZgJHSEI2juEufrCB/c0CsvSZwTmeK1TMg2U1Q6lZ//NAKaC8pvFKq4xsVOw4RNWwoV4g41aQNEmcmIozClHZjOubGOWaI9tUf5HuVrnZ//+X/CVzsPjvjARTot8R2cTfD6a16P4tw1/ORP/iTbher0Kem3xtY5AlsvrIv7ugc0F6cZraRyCjD6WbRCLTWvCOytQcanKtcNscaU9UAIOvtUSEcqyGOjavwZlcyGJgUolP+mTmGxkhZCSef7KL8Br3MQx5QBRngcpox5ZOgyRs9bQ1NLSUFWvXoBiaJPQzKkleoqxVQpTv/vchmST2hXgEbPBG3TMAmaF2Ua2C12FlblFKc+o/vMzFKSDSgPRv+soaSJVOCqsE667rme/nUgCWg4n2bez4ZGIpqmBPFiXQHmidsah8eO+lkdCk9lyLDvKIc3xDrEGnQuUSUofBQiHhun7+YURddZ8TS8+Gym5iOUwKaTf85DzgkqeVXpKb2Fs9LUHHnL1FwBi0sVS97BHS95ohBdlAGQYuDKat3mXCRtICno8I4dpU169N2sgQFHGju4Vpaujpuf8u8Ca4GOdU9YSkZghfus8tRfSwHKMSwv4x/Dzj3n3OEHOLT3ne9854w3WuPnnXfecNULr8q33//wp98Bj6TbhJSH+dbOY4qvYiu/5fDl91Xpi8/LkOvfV6VNTcGnmZsYE7OwjTzwet1SjrDdPhYFdiMsq8PnxBZx9pPLm85h5yRxVX7JJJU5iZkK2CR4yYuQKJMRXxvE3M23/YyhMEzFMWFbAU8EeZ761D6rfkrvqVMsQijk1UwWw5ffhDOvp+JMuzk3BdyoVFOYjbAKs5y+0nVqBT/TSSoyoB2eugjinj+VoJ/d+ZWJewmP8vPJ5kIh0zCr4ZRCkwrfU4Wj4Kooi4aqaalZxYeCAzYLliMOKDI5kgI94inXjfU4BzCXU7mqOHlTU6TIpehKmSqRVbud1nTFGdL5j3TdXrSKvdJCJRXFQ4OudL1OwNO8oEkcgZF7ejoN70k/sTprmF25dl5lUUqNbtpiQDWWx7bnveAf/OAHhzvuuIOIYbjiiiuGM844Y3j1t716uPbaayOUWeeAzVAPGd3hBPH8DzinPJhHrPCta5ykTX2ugJ0EmSzVX0VNTLebGG3hmsEWsFzzo9/XP+H1Lbff1nPE6+InHem6OAM2LPRUc09SLsO7SpizLyfavTbgTkoJrmk6mWAR5/35JAO8XWifqexEKwT0ugrT6GpeaLE2ppukG0/D91Omd9wCfwifYluI68QbPMU5rhWug7AMc6pX87zpWU485dty3Or3xcayGubphboIcBiFZ91nPhDrw+Gx84h+dSLNWzhBySkb9VP/tJqs+ey+GJVHl8/yt7+U3pxPhk+Hew3XpZC/HTbF02HCQW3AEyZBzDaeUFHitW4KVoks/s3ry7BSuCJYVEyGKEvc0slTu69HNKFDZRlF58H3JVnbd2BuzNoWZS5tFiIiA/AsVqWKG0vSVHWoi+HkUv/zrLxHSsGZD0os2sQ1Pyzf/fffP/ziL/4i33ifjXJ80/DX3/KWHP3XV9gK2/Cd1wRVeSe8Xhe3iYBpnSyDT9vezKqfAFm0peLNYrXM55FzTLUdy6kaWLZKUQbpyMMZthWeDQmfVeZiomX49Kf2ElGUJWROpFfH0ZVoGRT2RVyTki1EqKAcVo9yMYKJe1FRntjmHOUiUtPo8hxfUukVnL8bKsoRxnjd10NR2i7K9qo8+u8yjR2+zO8O3/gpn4pXG8MYU3U1h5Fxc2XV4dP8/eZYRZirUQ952MKRrC6nQY+VpR12Ag0aqyR8nOONslPpJW/loWWi6lpFaxhUUH8k7npQcAJbAVOams5+Vpx4KqTeoSpmL2GQs+rLnTlOAOr/LP/Mp47EpJ6kkfKmEQalw2qUIRu3Pd3emyG9dM07iGpPJZHoaa1S8z7h940owcyLpgVLLLxIvv6pOc7MwJuPecwsyypDhVY4f0le9LTsAhXL2wNAdNLr/G7ohrfywykOLyvreJ/yIWXE30/Dp27Oq2no5vwbpQ2VY52JKeWdoOwo4dQ58qtdlQl+Ip/ywgM+dPLeOrI+rJvVQ28A56iS7uv0Z5FoMzHEipzlP4IoTBsxaoG4WUJCp/7lV+PEvcKloXRrmXcwgezgjQRhBbpv+aD1fF9kbOYA6YgyBLWicKZZHip506JXDfz/7Z0Llxy3kaX1oCx75pw9u///f9pjjyTu/W7gAgFkVnd1s0lJMwbZlUAg3ggEkI/K+vEnBeCnf/oVXv/6ZyUm4tM02g0xLqn75oVgvlkzkiQD66/SeTWqybnwEW4VVoKr5hs+Y98ZJFlIYLUHBvJrB1i08yyRSwXSk0lHYuFt4T/pJcw//aw32usnOX7US17YMFZcib9s/YUEqB3rv/7FkiE/kijF0ElaXX5IfViDu+1yJTVfyxy7yYpt0aiSMK/FRoRjjOrBdfTV2Gmh2YvmoGQS59iWeKdOwQ7GINwD77jgnfTAninh9xqu9Ro6TRp8NGDQ1yJChbo0jkME8q9/yv6/aLdOkmSBgiffY3daHavHJ059y3TBRxnxl+bbj+1UuhN3BYH/QEA43vhI4BEGTSPtTjOEDWrjO++ckuR6JH7KNVF2LZRYiiN+wO6LQl3C4H5sDWvdITyYzQOnHeivUlp7IAPiKHv4qlovsHn8CNMScyOus3lHHY59EsBi+MqBRkTJT+xkbCzJ8NDCykNHwgN39c+6TxEHXP2c5v2n3krzN+2c/vnPf+l7xbo584seNRGXXxQ7nFVk5/i9YqTIRe9YHb4TnxnvsAZPh/JjyUpECawOfw47qp7PpWfZEFw/JoTdk5FiUd9/dmH2qXgeScEflfzCh5/0+KSf9vhZb6T/+S/6WQ5+j0g7E3zoZzA5mRdbEhe7MydB7Wio55nO/+Yara7PIhy+xNH64xokE3mNHXg8/cCdZwq7c0cpajIm5RL3xb5cO2XLCu/MM5CoL3llK+0U18WTI/qRNGcRnESaEr/Q9lMwVgbiQXNzBtppwgcZeSnJhMln2IOtLCsU//pmt6fbji+MJI9xeUKXPvJ8pd+0pGdGI9tfOR34tzvK4vQH+ZQzxxmAAqlbTOB9bImDdq4tAGbHnDkTcq080E6OX+F2pfo9IDm1jP11fRD99Sf/eyejYPbxDQqG30xenhB6npDgJgEowfDVsP/4y9+++/t//fDdP/ipVCVl/MOpHvRo4UVJn9VCAaDFg9azZZ0+QnE/CrlOSD8JHV/4K7mSyc7vLz/+RUf9HId+i+hnPRbDT3QQoP6hNn5Fc2or/iMBsGDX2ogN0ps45qDk6N247GRSOkkqGWA31yx/lgz/lK/4J2mdtq7EIQolB3ZCGc9HNMBfK/a99Oil+BWMsViyK+ksXD2EPneo+K38svpHrSXIXz23GdMqjh36k0wFtk5eNYMV5J0GaUKem6mxpmmRoqcWJ1C49szPXVTyrji3DNlm+SCNMhPlsXFK/1c+LseUoBrsO6Eo3i+G+0ZQD3Y58DTujg+wcgaBfAbCleKeJ3p7OK4EgczROYOSENvlhuRrH233ZvMI+qGOD3w4OQaIX7Hhxr93QbsZUeO7RJIYBoJOSe0ZyeL4H3/TD6zpdPTvf9dbtf3iBQWydlRMzt802BkHnz7iPzPS7tL6wlOB7n+qWkYE0VelkuCAS3eu4zlxZTckRcAhEfKLlfxyJb9NxG8V+ed51cdOyc+eSj6PIfGSFjjWjko1fMKk9yRn94t1SpB67CcJDG2SkCtnZccIXO9eUGL8Sbsd7PkpycS6wetBEV4SI4mJv+t4w/8FHmIdmuDF70jFwzJ6KeCxY8EboFFhZiAfe6H3oof++AEeo9AybIJAEv/YDB488alKdHJjfACzzlZrKMLYqD/voiBUbDa8JVE9408HlTrj1LhrkSH5R0d4ZzGYiRKCUqdY0f7qBQdML0daDEm7jnFIoOX0tPoxVnTYff3EHG6+Rz6gNWEX0LSXIHwLx8XrrTUHioi6tB7g4QesT9bA66jwsEMYk9MzO+ZqiWbb5a8e1/IIDZMYgMa73l8J/5pw6MTY0q+59d1//ie/IPm931TjU3J2JlanJh1sXKxj8aDfry0bEyqO8DW2cTqSB8xLViWSv/5VyfkvXCvUNUN9LY86ExwcCr6qhJYJZrDY659kJUkSwuLozvJ76RpbnR7gqT9PQnaI0llXxERjy7/7rKo0EIqSNzrrz77Rs5alh2iGLaXF8Skf9/GNDTke2C82y4ZC6XWeSOH5ZXTGnEdhYjhmGQk8W12212CG+WxNPcV+yazYyFxz0oKvSvA55vSZusUWihMlktnRC8v/jAMeuo0SvwLrlwyCC9qWKEP4zY6XJPmy5M04oT4aqJe5PO7dT+0f4zGhLwW/E0NbAXCDvMZowz4bK2DOnr3tO6AIP5LWs/TFbU9Ed7QXGBPAg1AToWsFnLWZwqm30WhkR5Kkhs5ykfnIL+zW/uNnXdv76a/+TvE/tMPkOuYv8OCUvVjCldlSvDURvDMcuxF2CA5yJRZ+2ZIEyG71Z/H13WU/wM0pap6FhNV1UGpXxq5wH0OfwiEec8afDi7lj0pyzvzSO4nOX3IQ1udxZ7riqE6/I4PHhWLi97quCY8+kYeYebA8EeBfTndjB0f6Sh/6w3WSzsrs806urgEHVpdh6homo+wzOdTaUlLxny70vMZBjAOLjGTjLB3Dt4QbWNXxya7uR71JKXZwKYE7z7S5zuuj/BeflLPgM/owU7FFcvUyahGVKIcSU4foEllRJHCOqX+aD9M2P7ZqaJ86RmCY70R7sFUfku7gO2WtzDuMqXEnJzrs2NfWHW0cGWzG+45f+Wx5iTlflwUWDB5Fe7Uvr+yPnDcdJUKWHyTVzrqDPvf23cEdTuY3aQjuxPDkhR0LF4KgoE7qdSNQSdJ0BY2+XG7P9SBoMp+m3JHouVZH+Vk/YkWi++d//b1+a1rfLS5B3FRR8EsIp8k/fVIy/Kt+zpekqJ0hk1jsfb1O3Wrxr4+D+GsiaR5vpXDQGeoqfr2gJ/sAjNPC+eIQgXPZCjvYaWKX3nUhLvoge7AzVfUH3Vl1rmcSD1d+1o7ReIhk502CU1Xps5KB2tBSYIVf63vlBeOznmWsR1mSD6G35VLGZxEQt+LFNcjDN+hhECpjhFhUrMrfvJvSu9ZaOH5lx4tuOmKBF6foybeLxj8drDh6A2OnTGERIgli79rFl1Pchi/PmA7jMw9ztHlmba7ijHAtSqjtcRA846btesXYUBDMaXvVaeeGFDeDzvIVd5R7FGb7fCqgIbmAdiPqlOJEcnCdwNHGzOWSB0gfDL7uRmsAf1DQXEoG8NKxA7of0nOVo57BL/gEJSXtat19VnC5RzwmvsAEDTHqZGaEzGw1RhwhZ9IIDDfTOOhoHUXwHgfdM/ChD565LlQcf1Py+/G7//v//o/uAvOCiB98msyjNZXokAMnSxetTp/YyWgi8labNdG6PmUAE3IVwaaxw8DZ2fDoAlXssqtJr33RxEwuHp/qQKSfrZStTpIymB6PKxUR4UPfAJMtppqMpkJbxXrIBU6yKKaS+cEmo2QOuPqTJHPZxDfQ1F33X5TEdeeJRM5YsHZxd9xfSxQCNkotJSROU/GzdCT5oeM4WL714CZXpRgemkc/LyRDx/gfGDydbMULPE6Bt9gaNPDuJT5HvIt8LS1L8YCUKIlnwwcsh9DhE38tlIWFsQnCOH54okRAGdinwSF1NOMI0wwYQZdkUHGr3uYkGxDrTGOIajkSiWoaJzoklE3wlT+i3FjjpHs0yzycjzDtWl/0ih96R3zWYbE9fd6YTZ/FBztFtVqflMyKSp95CRbdQ+1EOBqeRATYaAc3eoTm0bE8VNSe5EqCzDlnChMxyXWHWaditUOiT38WxEdJhNYzTRBOb2edDAG+inGquj7dNxAazi3uonLtEc6d7UmoYQGOLyPoUZ7C5/QcWOnifiE7cmQikzi2Yg87c1k6rB8+sOMEHkNqTupyIvOulSRXPD3HFkfVIIPPwIFYf/4qqRN6JTLw4mqeQvJuXdmULQHi6+Hsn8rXTnYwgm8lVejNuCpO4DV2A9AO9TLkBkgVdq1YVdtVkvxIIG37rBBtrzJ/i/bGYVRNQ11eb7RBfFeivGNkEcOImuCjEUk3xyQCYpsY8QpmRiPJyNl5NCPkcMUOjK9iyJxbtd3W6sUA40WXCqy0nj16ZX8CeckBuYRCS/FppEClpXpVYciccIDrr2B1LKrHn498jwR/HbSR+pSLtnc0L4aJqcKbcbCTIUVf6WiYsQrmMQMNuQOPbkgflex8qr8mHxOPUoknjabrYFgTasCNZiVNxw0Q3wRRskm+AP/7cWpXEm4+g3zT1UGlW4dE3x32qJWFsffH1xyJ53kqLsc6iQo5OIxjJcsBYzxFRIIq+PBbE7DGS/zUzRVjFkLNDJTXp4Tq+oDnIM/JkvjQgwFX8S5PjzvpkfipR/TJqbK/HqnFyElTR9WMm1Nq8LOjR4MqzFzq+pMsQ3PJAUeMEllp59jhXN5gscZ6KMtOKmoBGEUPXrnGm6N6wQuOE4x3KaJ+1hN8/VxtqrMSwHFcg8EzT76ThICNjEGvv6QylK9SySGtfoSF/8JLRxxgl0oGA9ydAa2vj3QmrQ5dm2qt58uqsWXE0oVZDWIZ4d0BvhiaoI/pPbJLO2DwY8BWcBfruwnaA6Ww6nSV+kyM1TEDvLybgViyB5oPna/jTB/ohX5YBKwXwwSIjuE+fXMkIQckvkhMQmuGgjFx9Rf/co+xoblP3SpX3c3Xnb5SJp4VK1OvIrSk/UP4XkB2aOh26LXlR0pidLoPHwV8p0L8nSO7MerEzWcleBxOEgSGTt4wqE6p6S7hc3Bqjrgzjpuugr7Gr2xDTsnSpxIkPFloROhdV8mwLurpi290QQ688sfNey6X8I8ibuKsfsfAVMR9ZQKOK1sBkpjgBf9HJX39rIep1Evc0a8fI8ey5ueikAaKcd0sGuMIJtdh7/aebUcJdozKKcFgSkJUUMmeueJ891k/IsRKZOPK8MKWg4bDVuAzBkObwXI7HAbTh8tZ7ep95WUucE9E6XLGeGeRlxh4mYTIpWPIEKJnKzXIG6g1ui3mdAGIJQEyBptnuNYuYPh1qOAgUt0sgFHXXyZABXTBmwqu5oRrjZVqEA+5RprOgflZdjt9nUr4zJfo7tiSe2JiEvjUSyyn9w4RXkA9Qapj0aitybSt1kwuYksl35LyhOFE2+NTSngXJFheamsCfzDBoC9tuLnjUWhja8ichLvt9TtQi9uj2rJhYdzBllMWHrXp1waOijnS5e8by4b4lmFkU+K73+ZDfAFUZqIIkeTEabNf+KIYYMwY07wwg7AY0eczA/SusYZWy8poA6f+Sf5kqn4eD/wTW/RV0ivNaJdNJVct4aA33mYsu59T57Se/sIxIi3DiAsgxR/YklGYzgVcSmnksasw9Ok+ZQx81BEH3/Cf+KoQquzmE+vlrei8MD/x2vsqOpaeogosiKWdVyI5hH9WxGAGDfzhRJMU/pnx3fWGj6u6RZyJ+wZW3xw1F8pPwQQBd83xVgWHBkvJgsCgEHCBG3B8lO8Blo+p1TdfqL1QHAmSMZNo4c4JgE7Rga5SZ2OY/g68wBChiRJ4josmo6rJJ3k+LRUNiREVqzc4RSWX6A0649rXnPb0jZ3QnbJLoGtlWozKcfkw6KUv/de+4OAc+IXLgt9QweYOsRONOtdjK3EUgLMRxiexVAuvUiOwESScpvdTe+DsEsF1Xf3oylzEj+UHJaYxOfE0MeWxIBGpGKZ6ZADr48iGoOKGRFMcTiM7LfSWMnTKKBdcidkvpKhWPose3isX8eD6XnDsOU5xeJze+3t99K8M6fjDRw00xX1ap2vacA7anogMM/8hBEYoJ4/Xv2UIXMHiL2oCe2/ZOb+H5yNN0C4agkNBWgWKm3OAxupdwPoMSYc9UYcMfzIYyI8GtFZg0VkCenCCU6X6rvX0c4QzeDlSXXzVmsVjqLHkulMPkK5bkO/0ucJIkplAEuvdZTgcRwnkN5us2pBfvjnw1FxyYpNoPVxqN8WXH688yh/AY133ZeD03fUHVnjZPdH6agWRUjE+zAMUSn1LJMltJM15VC+uwTr/pISxc0Ipv3mADCykUa0DSXPECuMD7lkOkMXzMeEjSUcv07OjRJzmGexdJkEAbzw+Qx+cKXTIKDi76DPmzjYEn3LhmAmMK0mS5G12OcBgb+OmdUOwrK6n9IUxTp9gSCFu74T1BFyY+yey6ne7K205/rUDghdS73juHCR7Gxw4im4bbHMC6j6s8y7LNiRZ6sjOS7D6fjPBqP8hcWOQH4fI5+gFRf3zjq3qwMsPk9lc3elD1zqFLNyD/Qji2AQPdD5KOW5aWLvI4GlH0k6N8ClvUEEnj/dQi+tMZ9n9ePbetLFF4IzpDYb9DNbkLYL4qOtTnOAgBJTGRh3OMvmcHW47s7YetEuhrgVjxgrt+Ayck/YqvHZ84O4Fe87ysp4nNj7ZYbf06M55ZCuxkNPsg4WxEqOTxJNMPORfHguyv0en7RCTfDXQYAkoHhqhMUHqO/LKGocu4NdztLsm0+VDDr5esJyxQgsdFsUqGB4bmeOMabKclX0ch8ruTX65y1OfMriooGnqAVl3qiZ3VZpyAVtKh0eJNVh3QkP+2jGKn3jwRPTu7hPr49vR5wzat0qqgFvaV/AoxgVSapZhq+/kzfUoCp6uyUJt+Zu+s1SSqYDqE8zPHPKICvTyJ5zmOwi7CopaRhlQpz/l3LVfwqfP1yKbrIoXSeM/QvmjzMW4JnEB+exIC/pltdd9Wt5CSkakJN4lxddhSjUac4Y9GxdzPuKg+ICnMRtJqOjKgf4UTZ124yf9Hzx8HFmBDVHgyKHO4zgFq1ii7vbwe/UVbh9TP/jvbxqxyB+05ZKbT/zbyyN/P4IP2hkTndej+hEnM3eV70L1KF99Gr4zXpCYuN4FwUN/FrFSfHhWIM8WlXJUEoohI9D73TOTPMr84/ooZOwoeGcel6utxdDBcDN57iODXNhxzFAMoJ0Q+LgOMmAVFGXXkhbcBUG/EZMOYrjzhx+3a4ggHcFnJws3Z6l5nu5yPVH216u/oCB5lQ14qHgQrAjm5Ey7I25HzjLGRgg90Csx6mUAwsevxVG6nLEsPmu3NZk+VenyToIf9e2LKZTOKKBqV2Glo9jaEE+mT7e7hCKqjUOuhZWMbnc2FkvE0qPGv9oz5hjuBMYicq3Dg5LxBYEbGPgueLmuyDwLrJLiSLRKnsD562cxdWYk1wruR42YoPpv3qr8qt8iooQn8fOrvqtIDPGTF4GDv52NjFjK+ObIZZy73aSFbKNakMfwzLsaJ4nbS080s2f5a4JGJfq5aV7lh473KLe0u94d/WPrp32LOz1StpUKmAHzQR+PGTTK369qK3YzpjJXC9U17CEQE4ST4MlKp+NUaHfR0XKEJSksRRM4HPG7b8JM+QlSEmsBgz9R/pdUpsdmpSUV+aCPRVySHR/t9M/jgKWN811nHNrpKrDgWDTtTjv6wSEx6UCvd5R7Qlfi0gbED+MLYy06pVvRlnH1+A11kmRiAL5VgP04vqse2N2xYqp4rv49Lhf869e+NHa/eqKcu9Tui7mbPB0J0oKVWxmsb+PgBGVURfdzd297pM7SUtqpweWKGVYjJ8HPP0shhvtKBTWnvLVqI++UDews4Dw14N4NS8nNbdUg6YUHNwlSh6SjB24dxlaXXed7SmxPLMAjsM2RTzN/rAd6n714+xn/Iv4OrxJQKZf+HItmjnwhNT7gBTdJ0LHT4BA5WVFpwurbKUmeUJVl8OPVc/w0Lzy7jGJxt6O0VLqfKCVni4FB1XeULzHyOGSF7YjnhFLfXULuJG+t73p79MWCYzYLb+X4hW8PSgDcic2kuAyPkyRQBkNHLsYaRrBhyAkDrwZOla9XpAPjGr0tCLFSaYMBEJyuufNXwxbltiTBrszDDs0+UlbgJNin4UxkGPIfIhVw4Lf5k4C6CzRTPPqwVuq8TtxHFHfwCrRKyiRQTs+tsvTpvpjJrjG560cripNxuaZ8OOqdxnhxjKne9oEPh1tfJdz8PbBvYe3xlfTnCFl2bx2WehIZeBOGjvrL6ak1xhcDFv1pmz60pqs5Ai3ffReV/vrNDzVV6vnSqvuMQ2Pn64mKtNx0qd6BI96vFsWBZ+lYOGcyfIL0Vd7vQriLc/yT0vsVu3bd6J+bteC+cNRc/Oo7yiQTJsm13AFP2LOjgFOglUP0WS6Ko+6cp+tyYu3JPpzmgT+U9C6qq0SiC86slGQ+V/Iomcgg53G6k2tdmTCTjXgC21ZCO64JGMgnbXjsx27v3tPp+SEv7nhTuuzSpSYu84cR4I/C1awkNmCdjv7fu3T7ui4b3DaVRTu8YEl8pic5NUYdn3r+GNuzDzISWnZMucYIHvC8JSl4hrdnBS2XAYAPNO4bY+tVx136QI/Uc0zsE3ukUkWykbDnOuah6sdz9wifrzPepWGX/bi+7HqEg46epZ4+OOY6jx7RPoLrK4wXD98641k8BGUiUZ8JMhkTYFd8wtvgzSQR2AgO054fSjDqnqukBHIa7BNbOcwlSgy+Tn7G0yPLUra+STCu4Rw+fT4wakDYOfpObvjo6JszDB51+dv7SzXiU0LX9TYUvhPeVr0MkwMgLgh+ZAWODvyFqMFrp7EIkHP3lAM3FWK71TBJ0WXClHujRAlhoQALH5+jxmKxDYXwMvy7riUHjsonLkoTVXnwudMPmtg/jh2n18OSxIXN6eOYuipGW7DEJuP7+bt/6jVk1TdkD8WB8TQD36hxPz4QwHAd+XYbg5XdZXQZXEaz/NF3idNxfS7txLPFfIRDvu2UcZ0IqgRGQpV2vWvWa95obK2O4gO0NVQT78VKi+ngbTEd4MMjfo9+uwKxoVRSnwP0UDAB9ybF9ZMlD/V5Z8ehVuMS4xrI1UdwOh9zO7kUZvBx/RruOJCRpQdf5SFefFmT1z0n2xlAl44LILJ3rW2ddm1ezYWCLhmrMfc0acRMF8iZPClcR18t6mktOcG9Qqon/Kb9IehHyx4A5Du4OkLqSGmSJl70Ct46BruLWL2jJpn0I3ramGxq+OAvZrEnx84r1/82WPdn4wU9ulluMvHotzQSmRkN2aGVzfl2yGf9XCt3peHFbi+JMAkvvxnj8ZYwcPkGSmhgD239cmM8ZaHtQ7Ey/dzA764+krMzZCbclUAf9d/RPAN7u43RhPFJndBd9Tu5r/Xf0QAjGj48UV6E3awgwblTfFs1B+KG5yyTAGbI5Jz6b+z5bQ32M8NvrIB+6ajbmiRjIvJQDF/34u+Hzz8piK+7lrwzLzpz3PTpHVu9dhAo4fSsSZEyn5tEnPzDW1D4EamtsA1osOzONN9WMYmZLNis1SSm2e26s8dbHgSIX09C7AkPrSZ30yTjL+haBBphLkd03iEJLEdfp0iass9qTHoinLhhomNgHOOiwEC7u1Zo+DYuJDN2lIwdcnlMhlNnxqJGoH4QrCTgV3ch038Z8+5zRWjzBWPqvXabF/Aw/wZDt4LFGkO++sdrsf1a//sUxNeJ8HB4BEs/x5Om972nXrF28sXmr5so28DfOfjVpDhsnbSDXx5ziCsIPT1uOUt2k4CcSN1T3/Dx6ce4GM2UgvdMnLy15ShT9oRnEk2AKk24p2kFN7RMIC6Bc0LjhKEJB5w86G8wqJfCNa5rnu58axBznbNugEHZZ6ESrpgEZ+8BtybwNVlKmbu4FDDT1KdkntHmclksIiv4tn0AF1l6rYo/jCKfTBxJrCRVcpLscjR0IHdY6j4e/cD4I+GhFzLr+uB6hhC+LGCcFnPZwd/IUrx5Z2/6X7ybLDn0V1KknXGGx7VgsySORNv7fQnmdMkNXqd5T524I+SHJu9hYRrspPhY1WG7wa98JAl1NJgMRg7A9L0E6zRDl0FW+t3JKYShfrB1jBw8c3onfYX+dROlZUTxPQklScb5mfjbla2RGCfMlpJ4VnTV6qzPYVf42Z0DjcTA5ocNWrTh1JtkNfGZrC2xl3tWf9o4NzQLdiY0CRq8NI88SZhQxtKW1y/FQEEUGhnK1zZRKAVCEw9AFBdOTdYg0rHkJ0mK+MALfiVLWsuOwmXBWDAQxp8OfJtjFR5oXzKBR3Wgw+RNfXRu1pkVyabolq51PbdkKWXZBtM2X2R3GT8wvtS9w0P+wA2eT429+ys56OFddmiMT/KDtniRKH/7rX7K1D7xWC2HXK2xSc9/3CXER7CbuHxe0Mdg4oMtNj6G7QMuZ6SAdgd7QP5eMH72GCCLsV7l6US5kxWDO5h73FErbSZxEmNE2/FptCOkc0CyBGw+Kqnu4iOTW1X2CpPWfA7GwBpor25C9q6tBYcrblSVAgM7R5qpc1SKUZLON5VyYweeP2aiMIGFiZRMehI7ux386ASiPidZIdWkjYyh26Hi1nRiKN74q37vB34kEo7SUuwiu9rSOauR8erbHPa5EMI/6fSzfneE3NITSvEemDpQwyZKZC0cKEGqZLnjlJ7Q1B/fHkEyPlp3k33KPHj/Nq4pmg8w4dWpc8k33AqNBUAr6/QLasQxIG7FRgoS/2+do/FS3x1+hy39OvS1OlSReh5fo31rf4V8pED9Fp3fgnun2ZfQdy/Bu9uwy/rUE0u67mDZMQSHI5PkUgSK4zqf1HOEbu1JCPJqrYRagW/+81rYkCcBk49A/VRywk24f0A9OFzG8jO/M12Kb0R1zbOBSGaXFb4Gq+gjITto9QnUffU918GMNtOKBfiaKZNfLbzBsTi7u2gg5MZPPaij00Tx8CQuzD6hY4+Ticg6r+Kou/4CKmfYhz0XrNPfwoRXLlEYMnzg90mq78q7IL55YVuHDUNIJUHBEM4TphEusvLAMEt9JDw/YO0fdVGvT491DI0o+vVC7xbFdfVTj69LDz6LfCnn4fepB2MM/8K1iq52KxddoPF3UbXPIDTQ09UZ+y9TnLI53UYsj/ig6dn/Mrfq7TS9ftLOBWV2PGvws3inPqFjllzHdarxYqV4rPltLzFRR4mMat4myqDWsU4ZK4j2HrhenTRwNJFM4yaJbSim9lBpIGKsIGPbC14lywpWI1VWGfiDT1OoBhGHtQRq7DgRGSk7bKOdO6bgiuMyooC2Y3pzIap2PneWCb8h0WDV8U7q5IPtNYG9G2Km+i8c4Dj0Lzc4efYkDKbdZdJCcqIEzl9mv+pI5ySakuTiRkFWVTV2kxdfCP7DTQLqhJY9zLT8sYMExzLdTlLiWGcilfhkrfWtRJkbKU6cwDsvvqUi5zE8Q9xmq3XyIlP8p45j4fP1YwHvNgQT91tWxnz5liL/fLIyl7++5ren3kwIB8xl57QrdEmSHtwE4j6xuHbmICYTbIXpA0wv9tomI/BRJs1yTE1a6JKQqUdm8CKLI/wiS9UxnZzAJ39QSNDQ8zcS7JhgG0y97y3WHdZRU9WewMJ3JqaYYXzt3pQkGmnQnSDjNSdpJ5nBWx1mM2Ah0omtE+BV/i4hu8mp02DAjvEs4UXPvLYpuRumGiRDHpsC32oZR7YJDoxvMuXUnKTox2tkBDrQn6TmJAdMFf7NUkzV7LCiBeZuyfBi4caC1QoUHzT6yfwrVrZ59z7Z8Q3U2Wfg//dx+4q2fgPWcxFsxr91HfpU75RczsSV5I2aGMxmdpQK2NvdVpJirI0mNSVC4sklzZIowaJeAziSETAnLHjCb8H3OsGbvhr6wi/ZtXMdekwhLUTGzhW7zAe9wDPPgWeG1rJ08v48coMrklY8RUuRBR3sFuColXs3IAnAfoCWoqO8X1X10X8Wkh3F5o5+dl38Y8KEhmPq4YEsJ6xD9/JJsIrH3elrvbmI631LrxpH0ciF6KEvADkpfa/nCH/RtULrMPSqRIkcdCt5yLGuBJBu1GADCXeM6lQqEyAA5MKCvySK9NURDkPI7ChY1kJ41lMVJ94k+NNWsPGxb/60Zn0TxZUoK+n0oGP3V3dP5VnNPl41T38mQNds3WUNVCnjJko5nUZSeIidGvODikuddmclD7QdmdAvxTA86TfvdnwAK33CMMRL3tqhpO9kvHDPmnmH9dFJEnMJuzSZ7PI3csEx3sYjjRAuxvOUVCAnGiUvsEmEFMOSjQxZH/Tt5ToG2HPifdadYYRkXOFRD1bXXtIajIfpeUi748HLa5RoziRsWQNODrZc4UfLUw/kCsmHVBfOWHxmb6/UuEaP6ilYx/p3fXgmu58/mUOus+VtBuh3yStR8lmraQW9T5W1ijvjkDipkaSOcoEJpdb1Hd94ndx4MFvBTatEdMSOA3wS0nFfJnlVlmzaucmi6pwd5QMzu4NNHQuvvru76w1tLQXm4g+m9ZqsC04N+DytTHtMdPcNmdG940LPOzqtB4OWBKFjTmVtudr5PrF1EV12n9HrZk2zbsgNDvKo//ZZj8u0nWPgHQ8YpWDxa90hr3y9+y0YWETZ0rNQGQ56Itc3n9T2Q/pzXKCsAn6Nuo6XeC3ZvP6fMlpFKKrli6FFnkIYGB95uOrWuStGt9Pv3qf6rV7N8AP92lxeT9+dPv2sIk883OGFx9c+3sVZ1yf9HYZOGdfExXv0/KSf7nVxkhwc2EGeCesUDupj2Bbut3gP6b9wxbrTKbvmYZ4PeVFBh31p/Y5nBu/kzcTvfdT9J8R56tlw0h8Zbru/EhrtXNujnpI6CdKnx5zWKvXUT1zw4HXhBu+kS5tjaDrsqXpdY3kK9RkkAn9Z+AzFHwknmr8ybeOzuXAPG26T5HP2+TnZuYw8R/MeLCw8rbuDvYf370Uz73r7gWes08Dc/17KVcXLgm336KRx3XOfRFmRJuAbVpJc3iPyjvZMKpNv5sAAgHeHSzLvfcGxLPFg9/ebH4UhORVTjvSbbiZI+rk+OOBDXmhQ4xfeOKNxhc1gpSEGX212paScEjHN8A4uyBN6Vzl3JjA6pwigcWZyyHmG44nDgj7LE/wmbqtkh/GUiY3uy6pS9kx6jxieu0knzW74I8IFx0+m8AfjtC4iLayPrZ1jg+gOY7ji+4+V/PW5ffrRr9myN4dR3Im8Cr7bqd1gjdG59vzRID2ZvFk3+ecZ+kc4wOcfwtV2Emy7uyRNXt6axEryZHJXYlxaT16DL+8pDMzstUtXblThy5RaCFV3vyZkDfU+4EONJSC1MzBQphfCSLBrrIB34Ha6N9az2fpAlm/U4APQSYYv7g49YBJUSe5lifJtTeENDY/fgDecj25EJmOUEQ8MWSTOP2Oy1I4S9cuddfVOK88Xnf5CD8+9XCcPcyqu3HG/pPUsz1zzeo+sRzLu4HewuTPE/uEC8HLThX4nw5Y4fbdYba7zhSdvskmdY+rd1777Lbr6HZ4Sxtf0pmBq5zg8HJaj40JHf+2Wc+37Pf59jSb5+tDmNbL/If2MXZKoqnP3WXP4JSPziNf2K4ovEbyj73Ut3sH0D0AyTr17yJEu20AMJa/J84rzkj2XyfgS8hN9jxJdTxJhc8pOO8fg3R2fwYHOOa27kd3aJZGQlCqU6Eo3CQ+9/S0WAaGjTrKkr3aQxbwnSr6tsgp8F+/AOeEisWynQAKU7FrRzksofZ1El9hRyTacEfer9jtI6GW0UPQo4dPBpUeHvFxnN9JteRn75d7Eyp1eL1PK9NNpNwTRs3DLL9xss8f60A3aNcfA5W/sODZZEA4fe54OvsYJPLcskTR4WF4JvdP9DtYX06Hi7cFnP/SIvSUsNRZ+ib58KWMh/LFrn+pRnuFMdGUibwPzkgF4hL99Utw5/dlgfJQATy0e8cuu7MTv7dDmmD6lhFTryMA/NZPvfnXumigr+ZUM+IZ3Jc9KisCSGKtOe+0c5+TZNX1zq4/RUybeSCBpPR0qN/TvBeXUre6lv5fLouu+WNBVyzgtyPM1Zsee3IG8pbS5+Ray3wkX645Z9Dtp8rFixzdzWqLbxrHBszJtSRGX8BeiOt4F1pcmwNNsZNzJOfHSnrhjJOcqOBBm/zHKEx5G27GCmLcOkWS7jRZjHRcBvIwJXNsNixoffltNcfGOya/8Eqk3oDzCpR1a8Vz83lJjsh6mvYV8w82pr8f9yJQ9YkL0pVM9O7Pw45hk2WHvrXf+J1/6Tr+dOKfc8/ocPOIzxvC2+BS69/b6TrESu2/BqhMNd3zvd+hp4OiwcztbdyN44rzcfkbOSz5/mft978ZPKM3se4I3Qm++woijemhnELoDA0sIdfx7De4SzhrwRXOHdwfLdb5FWTV4zoQlb7ntxBRdFTxqU3Isymsb+JlQg+uhqDsk9Q0UTpVHG5ycknYZ1HnFGoXD3sdzkZX80T/94PiUXCmWCfr9Ez8VagE3Hx8VPIuPapmRN/ICwuJFE+gf62gzpCgT7rVE+Jrm2NsLvF/meVJA/ZLHet9j7z7u6drd1HPd88WbTTd0T4JibfT7CJ8jOmPIEd4v+/xJZQfafDyokzFJXyrV35AOgp4A4JN2jo94p19pYqIAC3wC4elksvDSR7Li1WVJwvtpq99TY9S85owGAxU5rIY9DF87lUdO7fV0PaiNDEmv84l+8zqUl0D0jw28O0jXI0Fk3XG/WgrWH37gDTrntUAQf99yZ9/vq9EfU/ozO6x7zV/fgFSwQN03MvfcnoZ+pQR5yv/o+Hm/n0/Nru3bHxdbk5cEAlEm88GA1D3SwW0yawnUiWiw8glo6zO4t4c4EmbtDlfAdDkh8TU9qZJvoRA04PkBWy8zFUTs5uaubzyn2N+Mflhns/tgJvnm6CAVf/Lj9z9yt3dhkyhTFr5YKsFTzq/sFW69EgvB+KieR9WNHv8jka5ED36SbngWj4/57AtEfN7WAQvBkmVxyeUbQ5TQVIPLDMI8kdUZG4z34MMnmMNvHeW6ux6XQDqShZ6Cr0mlJlnFmdeoyYNx2On5MTqeRe1lp6me+GujHru1k6dfCnP3uEgX8qBeYbfmCGhe8KV3IsqkQ5H6kbF7Zvbp3Y5yhDNxeZarLSfGas/5t6aHOztXT9nDF/Hl4rTX6GcMOG7+3tEurbu5cxeTDxKl+FnbJKqdfyZBrqPRezfxJ95MDniHhJKJhHvyRmn61Mups5NM4daEXW48eUIDDCc5YWpK8t90AnofNgYeLryRBmfmoXpuzsbB8DoHfXdaDcF6zKLw7wYmfNAtOsP/z1peC9TNLoaOXUkm3Nb5UY09MXwU13/zkQe+0Y7yo339phh9o/D7REmuIdiVVCoBVipgn2Nors21HdRdZk6CSPKrpAcv/ZqdHx+pnV/JMevBfyQXieOBaz+WIjKkh2cSUE/Q9LOnyBa8EpoImbB0lmjb9qt3BYOn+ar72DkI7PUTshTqzWyDSbQdJ7gfcrTA4oScMQQfwvpjmeDgUeyMWtw8Zjd+Depbj8XvJarTSVbmIDhxju6t2eljo64nC0zPjLWN5qVG+OV4j5sYC/+FhQ4v0y7cPVyep+oc/l3HA5+uCU4nT2TJmQwJeL9obXrdyUoj2J+rqwTGKs/p7UhutMaOqn6DRIBRfnHE89gLOAD5qF2Cd4YF1M4QHCM4OKMvEAae5Lbv+uCnEw52pokMHbP/SOB5Fyl6Sl+JwMPi0MKipKuiQtu0DRheEWfED/qwGDGe4mblgwS8wAZ78Ndw/wuYdKEYf1CVkvykGmX6ssCGve+DMV3jmrFcvJAXHRb0WrNlV7Ag18US3BRFxtgl+/vygIdNPYaCfZvP5AziteR03pPK/qpZV77rdvKw+Lnu+C3zi9w1NoVWrYsQoDcPkj9ME3srcr6eSonJU0L3de/79M9f9NDwGOzqqEaSUx2z8ysM7wzHLi3X5Yyn5Mo1CJKboqESrkjqNJgHp5foX4XHBDS9KpYKoJ2uRYcML8Zl0iag3SZTbaVsWCB2qOLSImy3uZKluZysFpNZO2lnx//gCm45vXo1N87bsR+BkLnGAAAGv0lEQVQF35X+ecj3XFxusfI85Rdi5rQ0pn4hu3+Tf5wHkgZIsu8dHnLMHe2nX/XtDh7cJZgLITs4LsuPpKf+fGuE6VKn0GUgCYgEWElNNLoeya/XUTgttvJC+jy/RYKUO1UggKoKq67Iq+SrIlPH0nf0avW58vO1ySBMvg3vuFiMnn6tlDMvGhZuRMOqUYezbXQiEL8pZvaWD1pzq66FoPyH7yiB98sKG+HROHfUR/fWzI68A/0DZwJELgloruj2iz68RXnpEW8oNPbxEnRdyKN6Es+jfsEdQ0MheJqvVqsxVC9Qtq4bOf0phYb5QhUlKihnzA0jb3coI5HvC2u8kmMTN4KNnvo6sbxJSDRUxmrKDmnrD4hjpk9g3miocYfeNxHBf/Y446YRfAk/2MybPo3n3VvA0p0kmfbdcdNzTNboiW/gwVjdzREnyjjuN86HFX2/ff7Fya/eTF3uZgpYkFC8Y7S7x9uxpVW/KekEpxHOM4Mo/ePczUXaMGVGGHD+yoI7ZQfF7UCn73/dEf95Nj2wHHceLn+A+QHge0GB1sh2MenpsOfqmHzlJ1NnnA0+I77ucJ+TdGK9R2doPk6DU6Ov0/7GOr8Wx1/HyI3rvqBtXd99+vs//jHnGbtLvovKTtKrtcZ2Peay1qfKzHPPsTg6KEcgqc4CSXgUZNEvAmoD38A9mEaMbxg77Ue1olvX5aN4f20+6Lz7rUt8ubdjvlJnd/RYzCvENcpX8vf727FxZfhAj9e9MGPtVZ5BeE334KHSqifSasdY6k7ZD7R/Kxhp4flW2oX/us8W7kfUvrW8t+n86b9/4VX+lfRIgPXVugznYpZHYgqyLqi7ndOam9i5ARWL0PgkT/JyvSm6iDDb6QTVQ17meOoMdv5K5P0ndKGNpHvMPxR0+u+q1bkysvuKL6/YNxB4Z257XOKfYwToO3Zw51ver9xvFtiGdKdnt4f+mQSiY6Of1cM/l52mEKM6/PjzaZcMf7xBx14JtQLdjvhnSE8sI4M/7Rg+f1ZsIWOgoHpYhfoafcEeRDog+vTR6R+wwYE/8p8vV3md1mZ3gOqP+Oc0987vk4UZNg6MWfPdxFPlNbvxwemXTv9aPWPxCO/Tr7797KuUMno46giyIs5wDla3OFcxKODS/HHFuofMADhov9Qp99L+xNCMxYMg++NaRrwdcfXByq6HqxOIS8ARVqvjpdpdtngJn75GgxbvkvuajNYfS79c1hqfZkKT9Ho1CTOYjxPnkhXctx6TL7IAvpX+Jfz6rre9oFVvbiNuSDIZR9dbB/t0GI9+102EMVHg7x1KteGfwcmNlWjl1VLeSL8uFKiLS9x16QC8klch83hwwvHxMTdYwBg/LyTmDGqV8C7fJUTTe3+ML3K8x5I7fMPpTCRDdhsALpZIqcmmr6znSnl34yfXg2OLGeVmV5OTdXQKGrccVvs+7cGCv/4YC9ryMpHl1OLCb+FkXAuiTxH3i/tZfJfFE3P4bMXGVD9EC7V5DN2qwz6YRAM2BbHnw9dr/Asj7TFWjg+IitHnGTiBFFXsDHVBj89+N3Fy3Cl+OxZIpH4/YnQb04P1S30LVTcphz+Iq/gp/bZy+ifQx0df0tu6QzxuFA5hp243w1cjIYU6bsV+eJag6NzxNhXUiI0nPO3h8eGJQP8Ex90VpfAd7ONNeeSrR/CP1+CPzhFPdG/0+u+j+1rGvk2MYGVZ/e3kfV3P/k+x471e+tR3R+9lckt3rHLb8n1HcOILZ64itzNtrN5zdU/7jvkzsH2VfkjB0nPqc6P7Q/pv3PHaSvmcOuWbZ05p+gYobso49t3EI70ewZ/S07uofXy8axXxxlezPro9wxfa2HDdTT7D4Z042LMEDyZPxuk7RT4iwwfZmT3CeR6O97V4jUEoE7Hry+ZwP5N6XpfnMG9es/Yc4S3WljDesAaZDvxyoJO3vYfjcGD6kApseJjmdC6wDnfnzQez5NTtteAb/RnZcEXvZ7JH8P+MR09WXdy4cW1342v9MR3Pd1zaTEBgBDo8b0SF/P44TjPNN8QjFuuCUgHfO9HRsSvV7b5X6Augw5adw5PxuRN9UauPEYze5rtTXzyYgSm16trxCYeukuXdZalHp87gOkl6oIo/n9HZUl6Zp4zpafPiVFmotz+wjnr97zXW4FLk0Esk7k4uvoW9PqEvJy/YW2rn4D6ivcN7h9zbCfFI5u8MR9cn9M0IPqNtgvIysifgGWYT525s6gp3Jg2oTsZvUPaLVJq6jQqGP+HLRXbY9CbaxeUjapdp+V6mY/AzBG7+jnbFjJfi4v8DNvqkyzbXXSQAAAAASUVORK5CYII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098566"/>
            <a:ext cx="3017520" cy="28712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25880" y="5264920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Точный поиск по каталогу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1335024" y="6787485"/>
            <a:ext cx="30083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Фильтры жанров и авторов ускоряют выбор</a:t>
            </a:r>
            <a:endParaRPr lang="en-US" sz="3000" dirty="0"/>
          </a:p>
        </p:txBody>
      </p:sp>
      <p:pic>
        <p:nvPicPr>
          <p:cNvPr id="8" name="Image 3" descr="data:image/png;base64,iVBORw0KGgoAAAANSUhEUgAAAUoAAAE6CAYAAABwCxvEAAAAAXNSR0IArs4c6QAAAERlWElmTU0AKgAAAAgAAYdpAAQAAAABAAAAGgAAAAAAA6ABAAMAAAABAAEAAKACAAQAAAABAAABSqADAAQAAAABAAABOgAAAADjEQDDAABAAElEQVR4Aey9Z58jSZKn5wBSZ5bM0l2i1fTM7O3u7O6RP5Lfj+/5Ufgx+JJ3XN7t3Ez3tCrZJbNSA4kEn79ZWIRHIJAAUlRVN8erkOHC3Mzc3N3CXEbnf/8//s9RarjR8VhUDaLT7Vi40+nW4k8KdBsoOwp3jpPij0FnwQKB0kaNuBJ3QbubOvxrc8djkZ1ObyzuLBGdTjvlwDktPeDKJ3IYcyNKOEG8om7y4yn5jQqZCMfctJXpvB0Mig/VqZzqV67ZBjx2/G+0L6VU5SlkZLIS5hFpC2OZu1Pqppkh5KjW1KHRDcU1sq+5Ur7w0KiryC/4ilfPHeWN8tdwtgTK/EYj2kSDl5Z8k6LUR8Y7ibWesSwGa7FVGUepnXaX+KJKk+StvjrJST4qV8giypjXcZu+aaOct/NJ9Cy+aAOBI+qojc9Zddh4SzuRg/kTTVDzZzsxh4Q+W38IUZ2I7pNOVFln7WifakGik5wvf7/+up0uj/MuYzs+UyRNZaeXRTNuOsPnAtHO5bmgPjWSi1eUrazprdWaMDWyPRvapLRfhKIdairyjwaQ86uy4LAqeA+7l7+KDah4QypRSjTiFf7tubCsLqZkkp23nhGWEaFC/KIWLyivhZP5iDoIfHl++ed3gXH+nOM55sNlchhHUosJMbVZaTXAOQNNTr1uHEkzrYk6eAq4CJ9HB7kwRTnZiihMeyvF9HdHWVikIgHkSsIFJQjhLCBt2BSicohP6m9j6Ga85UM9K4dPSZSKUkWjSFFElc5Ki0fdV1L8VEp8vh0nq9eypBT2jKUNORomBCmenW/ojYgo5FqVhQjLZFJXtjGn5LIOhA+IyJ/TOxFPbZhUYhujNX/EOK4aTyZbhxHPekXr/6Q+HOUSH9H+5uepnmOSJqjJsZ6lFhJc/mJTaRQnF89JNBzq5L9nyXsy5iLVGlBwOlOO6UD1ShY8YpGyyRWOoVHxLryIRumi/kxqrBdF7yLwqtHqd65urK4nd+yz0B1va2fBNmfeljLOiaEO3tJHVC/tbWxSv9Fcbh1tMxR9fhpcM1+ET5sv8udPsRoKNI+f138hFmUu+PztkzOn+F68ufIE+Umb1LFsMriWqIB+ereFH685xaE/p1SsAek9WnujK3ZSY/Ecp/qrxtq0Kpth6KpytQQVlZw3nrI4eMThGNunYux0mfJJeWFQDczjmvmVtxOFtafX4djCTUHIarwUyGyUo00KfS5fxWPLl0iCjbH6AqJczij4UN4mGx1rkypQibJ4maNs8k6SJde8Y+2illoLtC9iVWUx4AJfWS4ixfNIq4ZZIwrWmgsdVTwF4r/XTMVGjjdilScvfsTnCzgNLs0Sz3GXeFsQhcxVj6oDwR43a8LiRHkcQXeUU3LumuVWbJNHh7zov9aqxpk+G1kV5bxxno2js+SORnkWHJ9MXqvvD9PU1FHKjjVBAGol02Ai64fhOqid5/NiONeLLe9luT+4jzqYVcaR77yeQb+JbzSbxdTMZuELsShbKdUi28RbA/iggbAq8k1EEXeuCmsOC+GDCuCCic2yOOAsxNt99vbR7IzSyVNdmCFTAS8AoGwDszB6AfTHUOYyn1+5tpUiLLu2tDHyM0REnbbhi36aown4WhyBtvw5zEn+j6AoVRlROSex9mHSKpNdw13f71XFwSnStTfUWdmxDhI9tL3KzlUpn5Xfc8gf+/Ci4TaVWp2E2sTJ8snhQ1aSZOSyDpoDNfwn0/d6nl9VFERKBZgRbc4xGozKKa7b20CW+xTeefHCSwjFBJn3y3FJWF8Q58AKvAmR17P8qpeop1MUxrIIj+jKBX4P+d+Isz5aNIQ8Loc9i/8jKMqzsPvh8kb7OV+KRY3PgNTozw4+A8aPB1LJctpLMlTe6XhV7llEFp03OuDpqGW5qgJmkSd5z1bOkzCXaaGk2xR4CYQntIqptTbpnVxnKnqJIsd7Tv7T1FGzOqK+xZKG3/laRP5qCJbzkWXEtSrKtgn2yKBn22Rnnt7mL5mziisqZMb2UuZtQ3xinAjUiSAmKpZ5lmLyWpzohz0pKRo2CVYV1KWxGVzBriVO+iOck9IU37aIk8HnlWngIDsRX5Y3906bh4ly53lm9U9rF008sZhRrwHKVZ50UQ5vqs5X0URrnbtptzgV1Y8tBhIMOVnuJjEHr/09qfOVC0lZjraaLeVY8irCDV6bPdY4beuGGbFTe5u021RAgbyUv3gp5K+lwxCkgeX41A9csHmswKQkQxZR3BpMDachHvvTxmmufKO+ui1zjG110yQQ+SO+6PoWbPY7RTbhFdeqKJXw23KqrRl60IUXOlrNp8DLhRf2/2cEom5/PcV2gyf4Vpts6ydtcb+eMk7jtK0nhkTyvB9JUeodUnvv5DzZtEn+RqklTgjE26yeL8QQzwmZW6Lb3jQtYPNFBXPB7Hy5f2PQLXZEaZ21FzUs/fbUjxkbSuZj8nBa2nnfaFOKVfrkHlunLYtMTbxN4dQhP0zopG4XadM4+QCKUoKW1HKxtYs81x/yz1KIPE+9sHlHFA8+5BEX7ZXYzlMd599D80hAUm93Vd2UwzYTf3sd2EurQCa/2sVk3O0UzzVWCr3WnvO2fa6ULhhZ1EMud/kV72mafpI/6qnJULMvqV5CGrm/me9DhGfRH7PykUto1jznAMfq8vHFkG5XnFF158D631GYBNQJ8t9JYjnuHif9bON2aTVWnbHKW8W1WfRtcVXej+wzhfJrbWeuFNtHeZHmBsY0KYcE7GUWgWmZSL8YbVB/oZ5Fcc5sUfobZY6Sl8JRHv1YRlHPMoenBVUURHDhjxzNZ4WrmRIVKtGLIISsFloIjmctYya9QUuA3GPMcKlCHlcUYFY8Z1ogy+lesF8nQGxoNYGOWXykqfhx0VosukSd+6mUqI+QmsJc4BVBhfCLlnDpJIzjdMKR20PV31nlrRyzLXzJmqrwu69L3kqBeJydkG4CXki4/RROO6k2eXhbk6BVMJUj1FQI38OdRhmLJt1OSNjIbnUUaCZCVgm5aOWfI6shaa1DVViBOMevDFaGZqRh8j9Whiwc3pkVZUk5cp7iWedvXpGcgmBIq3yeBscsedrKUi/tLFg+aZg5iiPQkIgrmWbmSFWJw9+EqaQREBEzGTIgzvEpYk2CrRpDXDYBz5GPU6BqXxEOHptPEahLOiBmJS14LUzPmk9wOazln5XYBcG1Vi205lCUp+WsLvxZsExidpa8OUzgySsjT6/8weN0yCrP+fnMivo4pE9dCEmsjWXJPKTpPiLK4XY7ObNCG8jCmlSOjyafctgi5qpSuenUXpaPExsW4WmoNwRvKLKyzoDS6qeAOwsnM5A6ESTaXrn76UTo+RJPrShz4QTJ8f1H+fDEh2wB25Y/0s76DAU5G546j1PztHV6m5+amrMGcJHlrxE6p0B0najjvHvlamRULAI4WXKhbCJvzoo6VKmH8Esewh34A/ajycnqOUoJc+U+2HyoGlx+jOc0lSQ+g//gb1oeweX9IfLVn3m91VPmC6ldRNvI29B8WBw6bzfC2Sz5aXDmebpqiM1fDnB2f4iijikvWD1lemjWimrreCdjn95ITs5/utRZy3M67BeTK2pVbSfnXzKvXlQBVfGgBtxsxHn+CrLyfTRlOVFpfJx2Ukmk4TvFi7qBYeag6kq/XGfMnPkEwPGWcgLwhCSzKJuNawLsvNFYlOOYx2NmR2sdx8DPo+iz0y0hM+Yzb5k87hGUeJ0Nuso/A7xAxsA0c9SIbAQrGp+ID/6MxYzPkFg8nVOdeypc5im9kZaBWCspACbBNbJVwWYGQ1Yln8pXw5kHAnkedyoKp85UUa58k5EFTDwDsl5jEVs9BR9lLWIbq1k5xtxf4fh1+xqlt8IstK6KtZWzLXcDTkeMtNJZrcpJjIUoZ8gvdOP86O3tmSvLY8IQwshVami2ShSU8JOv0SCIHF8Z5bXVBqel0Rq9gtk6SmOQtzHPGrAozeZaaU/IOg/sBBTGp+OhHoxnBtcF78dYMpoP8tpxK8tWSonzPBNkBbEemYQmcIl+Vb8KVU4wgq27tr19E9pFPWMZapVPObXSoFgy5/H1ei1RXphHVCt+m7y1WbiWo+SnWulWbeXwdTiXtNdoftRUtE0EgOfUzdp38JKWPHm95gltq9RVuSrIXNwxoohnBVXRUdowZywHavhzHtpoVyOiKuNCyVAVlw2dsshTe+HeFENeOfMiUwdQbRQVyKOtMPNireDn62BVvvl8eonoS3+/JacaqZcoZOl11SxrNPbxfE3IGcI25ARTWyOeIfuvEyTke5HcB416HUbdSdz1Oj9fXkQ9tEXQPF8K82MrF3Pm7b9tb4y6AKOoiPRUr1/P731AflUN+9caNVSFC/haFUaFzy+YeXKYLOArp2YK0crtV7dZ1VthQi7zUPjwsGFNjGRhmcz1x+tBFrHkrjR1pbw7tTXsPE5+yUv5TyeJLFcsuMwzR1dajGqWKlPTtcU1YT5wOMrXyu8kXryu6qlqofOVz/vfvLnqVGcJ5X0nhxf9qo/nKR/WX+NPDbhNAZ6NJXWjrHHPhSy6YDw9c1NwRgHem/FzkTpv4FalqBsaTyuL82ZwOr5R0UuOUS765S46UB5X+lUh0bnLyLon6qweO2+o3i5mz62yTPrNjuWjQE6R6/nwZBXYikr1Pp+qbUUzNTKnYTRPW9VTKc0GUFOUs2X5kFAhrnh+SNpnpTVes7/GUpxVCheb/+8SvRj5nqAoL4bgGNZ5a/aijaQFbAVnUm+K6Nv62NAUlw+nKlAVTz8hmo6jylf3OR/Kr8+2+oe2AqLkMSLKZ9CbTcTNYZcNB0tc7lEZ2+A0lZBT0cJEOf40Bl2Qgsk/XjSiLJ5SJ9RmxbfRrueqQk0eq5RxXwypx1OqmBhui//jTODOZ15Yla/KZ7hNMFrEURp1QnrAKH+UNeKq3OGbtkijehZRkM3RO6qPeYnBi7oTMspwjs+mBdmw7M+RUoHK9YG1P2LKemKh1qta8ju7a7bZQgvNhTjakviyFuEMugqaC1MdePx46gc5mVNnYr5QKL/pucoKPUM9CkcIfzrF84X4mLQnlSSG3pPS541vdo72/FKyukQ26zpjCvEMldxO9DcaKznpl8lyhpLq3fh3CdcFVS7mRLQURXPOuFRCATT2lCoPda7E04k5KkhPdVL9ivdbjWKz35yOmqPMFaOVPS9GjaoHxNuY+lZk6XJ/GdnqUTkCWrSny7kVzRkjg4MzoimyWxloQLrEQu1I2Jv11U7JID1JSjK3pGryLXLnSC09L0ezRSitGdfOxWljc3YCRxvbkXZxz0yOLn1IqcWOtdoxFpxf1dx8inUM0TlGtMm12WfPkdxEVAvn2oTMClCDPI9GCWfg0/KH32JyXnjHZaHKUCPRc5qyai+ZpDi/U66cdqk150d1hhzz894ug4qFZno0doufRM56qTqoOnQTqBkWrZxKpE/q4ILN4ZX/t+pCFiqf/LOXu4KsfJ+ClEIx5n0z4j4UfwvRUc+FoPUIhHxecs6tiikMWj87JV1/k8J23sam0JuaHLxP4SloxnMq3o8MoOLkvOZzntrU3F5cV2A+9J5g2dgwxrBjifqzLKqFy1DhySiV6VlcBq4Z5bZh/3HLN1iybL8Bb7s8pheMfPSF9hn16bl/ixA29M61s7R2WABRYKXn2tzjmXSvXdOhSikq5hQKxxqyspf0w5Ic71jqqE0eI1xwEKxPfapc7eUbzyoeRadZvE4oxfEsJ8bUaY+Xc5zSiehOlWiflC3mA0OZaHFKi3yScy7Psr6LSGsTJgyPCNjAo+l/rQtKUcl5G4rFGsXpF1ag/MUii+GMeKItzLPmAo8iHX+Zn5hoD2XbbsFRnSCrIR4LzKJQ85dHE0GcBAm5NNNnCYv90bEXolvrd83ceTsKuTRhmmEtmroUg0fOXIliE7B2Ui1gx4BOiIg8ZVsC1ttFPdOw5SVW1mWe50RZ1HGeJTQ2R3kWZNW8UtbI50A43tjySp8D0ZygbRV1EorgMzrjSbDT0pz2hynnNF5OSo9uo64X5bdnt+I9OoHwmB/g0thT5GjInwpeUXkehc/bRd220QkFdt40zw3fKV/A50a/gShk2Yg+dVDtZ1ZVfmoi55Sxpij1/pDWno15oJTBekLx5iksk5YX0YnszkbPUZyHcsqZEeeB86SGYCUsGA34HM/8/nlKPT/22XLwQoON4ERHLK1SFaH4olorXAVk8VBy4XUQy4AVmbeJOkSFKmjl6Q3LNgOGrUzBlu0si8uApQCDr7EiZHCfpjc4/5DctdE8nbEzD9dtVOfJ/yFhTVFKQUhBqlHpN9suMxWzyGQlVs4QbnsDBmDMRWc0FGOp9QgpqDC/z+ttJJz6CZ9wT1KWARey0jN4r21lCZbzjh1xtSfEPqpTXfnwuqvtODj/drPqUX4ffFkg/hTmoUMISP9jYB1DYaU6hH0XPfIKvOftIqxMkzVDp1KOAau48OuJLCVOTXHYHk+zSgNCz/ADquFpFSzbS9veuJzEJ+NXQ/vgrqCparPKqPrxpP5wFhbVCsbq/CwIP0DehdMLQsK0Ip8bm+IlFOG5IZ0B0ayVFrKK5wyoZwMxLRCNc7YsHwMqyu11pFuiosFXnTuGuILVqDyUovGrxR6+w6I45dAc4YifTTMZYIHH0tW21HP1kIJUHtm8ylPshijm7CJd0F0+YuZDam0v46XPH8XLXypLyVtx9vfi/kgGRvvUJMTnp9Mu1E8kx/Nywid00/p8vd2dF/X58CzkTHrzmYYgqzjTMGoK4WbDUEEjpkzwOS8Bkz+NHPASnPnzxMKfoSsrNTpvC7jhEl3DGT24BVA2l0raSlcdD62Q01bAwo0PNDnqhpxsKJnJtaRfw2ixJ5WlzNbw5BPn9Y5X8BFDWePY46JxqhRNmr1QMQjEV0Y13PbhbpxE8jxuGVpaNpcZI5YexZOi9IJ5+XujXhqCv6tVICkJeJNyLTsonmMpV3sWBSVsliaK086kF5VkFqitTMGo2ozhJE+ItWXBwEzXAm08AjzCeorHpos5z5BdQJS1ndEb2duhgaFQ4FVsW5uoUi/aF+UIOmUdRMQJT6v5FsGVsiCv8IWMmqjqbdZTo6nUYDMEzXZag5sQyLJPgPDo2hzliZC1RKEfl4La53hsLWMZsLY8K3CZ62I8Rb+ainxWuKmIPhEAWXTWuApFGcqtyV7eAFVl3mClHFXfFoNi83CPYbzHaT2dl4eANJQmXR1DClCvFEHZXCJpvjou5ag8wEoJmmZTO5Oy9Phj4qWOh+DsoXS0Gi0cIxaJpFIck8JFfs9t9AUgnPrnWleb4r3biq/K5V0ZULOAndcKZjafFI1KUMc/W95JUHXuJkGdR/yHo3QSt1E1kiPN4FSyVD65s9TDKRWlE27+jUI14z9Y+JQMnDLblGJ9XGvAmCsK5o8GP4qUtdbFPiwaklRNqzOrzlOk+GJbjRuJrvhMHxKhC07VMF1ZDqUjMdKIw3yUQSdLQY1O05W9tJiOsfgE25NFTlzdihnvrMcABbvi25SnFtOxRJUwVNyxytpDMaJUh8fpaHAED8RhsdkUJswqr53/VlyJkWx6aWSWnbgzxPzNXZukQFlz00ZINeApgTZ6U7LMnByKpMpwkdQqKvP62mtiOpbT5ssxz6goG53MGk+Fpt64q/imb7xCmhCzhdUAVXj9xlxr5BjUBUaou+gnmU3k8gLpF6ghHZagLdKE8EMJmBWJijAtOa6QPK+0CaqCnyACH7oVNdQjbkic6I1QkCg7lJ4pPMJSkJ0FxaFIiZdy7SojdBdAJiUlVRaUu9K6wDaVjSi1OZEdoRBNr6EodeEIaplfSgMpRixB7cU7JvsxBI2SlCLVcoQFOhxihUJMVmlQGNGwfP4za+8TzJCQRc6byiL+a1lMhOOlyvNN84eMpsGdNl32t+QpOn6xtFXqadF9Mvlm1UuzMDyjomxDFc2iSiv74gxyViFqDapC83ffuUkgOvzJFRJzd9H5VTemXOHDFSE2Hxah4n3ojPIzBdpLCyhBKT7Tc5Dp9o5NWeqrdV3uptLTrEdZm/IvomCBX1haTCvLS2l5eSGtr26k1bXVtEBYK/BdMgQvLgpXNMdYh7IWZSUeHByko34/7e/tpYP9fX6HBjo8Qvkfd9Nh/ygN7CWgAXkvHR4epaNjZhaFXzAwcUQDFOxQc5tSqoWYouyiKl6PUbo2J+rMfPS/6mcX33fUv6P9fNgiq51FXQRlVY3Vh/5krgmXJdW8yi+5zQpfy0wAQ0ACmebahMZbiNoq2pYhOKnyQokGJTGc5434tmeOV0KUq3ckj/tQfzvqPa0ub1iCsepphWxGnld5fBLcLYQSZ2M4KdqeFgoJ5WYa0YXb1SoLzdJgVE/8FtXIsAgFt8AwVsqx1x2iKFGWWI5LCws2dCZIHD9ktLS0hPJbSIsrvXR9czNdu3Ld8NpChioSBWTDf1Ww0QcpzxEKTUNsnUCR0rJ5SJSbWbJLXeYnGbSDs9tZB981FF7RFskzPOhrpSW9ePlLGuwdpl0U6EF/kBZR0EOUohTt4QAlOYBH2bRD4lC8h+DvSE6wIuVpF7KILZRobEuS5WkdDcuUpNK5VU4Q3vN4AWhYn7eKyBRwMY1h8c1OYggCMnLC33hUlZj5fD42IoILybSJoLDkrfpJ43/0s8g9nidS6s9YhPGWVE8bDwnKIZv0mmG1B3HdxJvDNUs1Tq+KCRm2iTygBBOK9QwWZaD7+/OTkEDRSvzB32gB8cyZNCBXQrXoogOp22gorOGzeo2Gz+oozCgSd5zQOWl5CWVF61Ha8hIqB+XZXSR+eTFdurSR7t69l5aW10zhDEcDH9ahB7sooQGKaw9LUBbh7t5uGhziH6AcGQ6PUFpSPMdMNsKF8aE5Q9GXbahV7a6G9Gjj3uJSWlldSxsbG2lhZTmtriylxfWVNDjqp7tf3EPJUQCUppTRLy9fp3fv3qWd7X3gFqCJdQqN4VE3HUCzS1lGKM3hkDlbysfg3SxX3ccp2uJFnVS++CvpuGt234j/+3M2CaihNWXYFjcbtouAmkFRqgDNQlwEK+M4Q+uPp3xqMfG2/jh8xVtc9gt9ulCS7fVmlgHKxkcSbl0ov97Xpox4RctykkXoYZs6tDnIBZTTItbm4hLKErjlRfKhtC5dWk2bNzbT5p3bNBUUHUxoaD5C8R0xRD7Y20k777bTDk90pikgLbr0seKY5bT5RBsGU+EjW5SRFQmqKItZni7bsNNT54icR1i4eyjTl/A6TEuYs4to7+W1lbRx+XK6fPWyKfQO8bfuXUu37lw1S3X33W765dkrlOZe6g+wjlGm/aMec5tIkHBfypV/UpZH+EfglrlsoyDxhZXpbRMG8SDNouKl3C/ORSuTDC7WBaWLpYLwCgLxzOnV47TtLKzKJpS16Tyy5gdPGAu8cMNFVIQnPcNinaIoEZhhhFhGZBLS84xXQ7QfSIPZ88R/WlzeQYrcGqrhOsVcWBH7YR/GQ9VRyz6LR+qvdCbEYjitNOpVUwjapiOn0bYsSCnMHkpB0QtELmlYjeZkZI31mNIS5uTSIvONWJI3726mz+5juRkK/kgOnYV0sL2Vnjx5ko4OB6mP1TiUtYjgpO8GsuI0tCYsBXNs84OV37oHeHxRoeQej1L0k00nRSxOpfCZI2UeQMU7sMUkphEYcr9/9yo9ffKS8gzT6upSunb9Ksr8Joq9m9YuX0pfXLkCqk568+oNSvMFc53i9YhhOS8KfkdHyIEhuqYVNH+J0WnDdqIlJFPuJiQrPInqH/hNFICEUw14K4mY0z2Fo9b2Todmei5rTwhTBblQgtRdQUaeDi9ILaT5jfpGHAb0ylbJ9ZMkvf7xlM5e5t4AqROlZ67onx5D3YCCCRsLBqTmnyc58RcimKIohSJQTkJ3cfEfj/K8ZRKn9S7yoZW7zXWpwZVs4GkIUFakGpYGkfYWJt2tSZQL/GtOsAfjsgYX0YpSkEtLI35SmvyYH1xbXUyPvv6c4e5lykxjl3bl/+tnz9PWmy0WTQZpd/dAFBjWsjWHdijlKMU3wDwb8fHlDspUrCksnmQbeht3pWR+470sTCFf5fU4k68pS/hDeQek5jFtIUlKk4UlndTZY7Fnb/sovXy+BSyLR1iad+7eAXCUbm5eTzdvXU+7Wzvppx9+xMIcpsODIxaHmLfkttYhPEppisehFoJQ8rJ+pabFotuQ/C36sbFN/K/b+byqyvhBXGijGjHRbiqxkG6Dr2j0TUVZw6e8Vb7KVwMaC0hZys2gKB2wGt552P4G31nUuFdA/NShSie/N7QyqsUTTEbnaAEZi5oVdhrc5AWbjPOy/P6WEjPzKMich6jrsQI1IsbrQdZVLtvIoC5cKETxxc+sSEBN+vyRYlQD0FBZ23oWFMZaRB9iSaEoSVzoDdLSSjdtMPd378Fn6SqWGcDM//XT4V4/vXzxMr198zYdHzF8ZcyqoayGpseMUzUzKUU5ZI+OtuVoDlCbwdUcxMSAsM6DxymXyiKoFCKQgEOPPFV/cgRaiZY7gp5ZJSDtYUUssNpuBUZpygqmaOmATrTC2Hqxx0r5wWF69/pNWl5dSHfu3MXCXEvrVzbSH//ln9L+/m569uOTtLO1m/alNJnL7PdHDMuZW2U+85iydzEvRVNc6IWgl4B41JYjOWMHmUZ52uvHQKf+yT/H4aVVlso3FcEEgLJvCZsKgrOpBXlAP087Vpb5HfKBjkh3qZsop/GiP1ZEtVopSwX0cgpXMKxYk7Ng5Hd8FogIxRu46siQlsnyzFo3MyvKGvYPFBgv1ociPJlylVJV1gfiaoyMV3LF0RiANcMqli7tTY4sWtnWMMROw2CGoR9RirLOGKpiQvaWmItk2Lmyspa++f1XWJKrtDiAaI1vUY5vXr9O+zsswtC7+gxVD/cHKERZjShJWY603QEUhtrOI0VCZ9AKsuaZzKEgZQAMZKtNEaUtqAAjZQQSsitDlFuKytjizxEQWH8aJ9PTtW9Tc6oq6zHKLmFhHhJ/gEJfYn718KDHPOUPaXllkWH5jbR560ZaWVxJX/7u69Q/PEzPnj5L797usNVogIU5QmGy7QhlqBeOFHxfFrFMSVg5wmoWV3XeLOJMfwLrmZC0ZA7pjSVNTBiDPGOECEU96unS8xbq89xlsiiRPIm1PL54dyoHzlOCUoQ9zf86vTym3X+ConTGlc3eLjk3EdeO8zccW1Xo9EIWCmEqoL8N2ypxatYAME1T1VcZjVKL7V962+q3oOGqlAjDSK1YL2qrD3GLUpLLDLkZbm6so0SxxB5+/jBdwYLUFiBWOdIuq8Yvnr9MfbbgbO8eYm35MLSPghxqxRirUkaVFmRkVR7JUoAtnwZCWYkBKRZz8kuB8mw4WTa5g0WGvYoRMlkflMWebmmarUCSyiSbThvPY9SGEYilDP/kYb0G8ljNlHUR5a5510WU59HgMA33n6btl6/SVRalrt3ZTAtrS+nhV1+kO3v76bu//BU5DdMOSppHOqQcA/IvgVdlFE+az2X/FF5XbS53r9uwLPMyfUp+l2eTI1+8sr7fTDq3MLIrFGSgjLq36q7NMQbE/M/AOX/OKkeLovTK9bc0fpUlcycLzvNm4HhVZHUOK3o96RMP1YpeVJrppAbfuUw0QKjla8DWg23yqkNMDilvyLSNopSkrEaHkY7STw49QTz7H9Emy0Tath4U5NpKh43fK2llDSvyj79jCw6Tk5Dp7x+kxz99l/Z299CXo7Szy8IHirGv/YiyGPkNUBJHR2jKDnuEcLaBW8NTaOkstpz8ubNhU0Na6rQBZh0YPtXQrT0Kh1mkskwLKIP3gvnRRVfE3n41t4jCZl5R251k9emqtyGK/Ah+eyDWi2KAhj/Ewtxnc+Xuwcv06s2rdPvh3bRx6RL7QFfSH/7xP6VXz1+n589f2J5MbZGStdrvs/jAKSAJVieBtMcUWwguNdeq00HOVz7FEuX/2MozVx52kYmzarx7fw1OL+o53vbFU9R9yU6Qb1Oa5Us3gAqjrgjmZawgTudrUZQFoowxa5MNzhVXtIPTUf5V5vJOMAvrdCVTUeo6J7pSzpg78zqrk3b86pz2KxQlNh4WF8qBPFqY0UKHrKTlZS3YMMRe7qS1jaV05/5n6Sbzdml4mEYojudPn6bXb96kw50+ylGnYjTkREkcMtxG8diKMBrQFKYNP1EchXNlIGUZjUe85vzKAivCNoRF8QAhcHv2hqyq305Pfv45LYwWbbirF5FWy6WMDD9VEth9ztK7mtWU8KCsEYXRMXXNcFlziT2sZK1oHyF/lWuAyTpAafZRmH2mD0Z//TldunYp3bh/nz2aS+nWw3upt9ZLTx//DD7qdk+LRbJUmb9kIlZD8CNxZoShmXdiZ+mT7i/GdlFveqj9StIf2pVN5UMTnkKvRVGq2VHR1vyKGi6QRIOcjLMNoi1uMoZTpxRkco4vjrJjDvx6Bt14ajg4mwssLdAtSeNRUoiR15WjQlKSmsNUkitM3x/ZQ1Nqw/gCR22WsCJXV3u213Dj0nL64psvsKA0F9lhQ/hO+uG7H+zUyg6LNv1DWWTsNUSJaBHGzkrjl8UmS86sAZReXmopyIo340p/cAXDZmIWfh5dLD1tSD9eGKTRWgfldBerdT999rt76QXbeI7eHqbl4bIP4UtKbrUKa9NiHcmCdAPTpgSsXYshtJkfheSFQbpeIEPM7COGBssovWPNs8L74ev3WNHfps3bt9LlmzfSNVbIN66spx/+40cs8aO0y7FIBt1sI0LR9qnxQZ/Rt+dVwf1VKc6keFy95/LxlI//N3q7ODH+VG9FwPkt6oi4yieAszhhcuyi705hjysiPplHq6LUKpSLxAugkIZruWvX/A6vjnnRrkmj1cyG57NwUrMGrfyBrVBAhUxkRajI+fv3JEWpxQA5L0PgHJdYs4yepyBKyQouaspIeewn/IDagk8xLFzElNTCxiKW2jLbftbWOdmCJXnt2lUWML4AH82BYeqLH//KKZa3nF4Zsr8QhdHHgtRKr34MvbU9Rsf+ZDsCbtaayV9FCfZEHwVUWoyEifG/RfvQlIXXm+YaUXgaHqO41i6vpEt3l9Nud9uUOKe60/LtxbS8sZLe/7wFLFMCcmqE4Cp0YaD3tOKv2AkFyvQkfikyyUXKUtMkGjI700PmYXW5RsJ67aNkBywAjYb9dPSY+cv32+neFw+Yl1xmWuIf0i8/Pk7Pf3llxd3nr1m6owWbhhA9W8V1tEYzpmd8hd/ha4wan0WGZsIpw0WxLLdLvkBUC4hX2ox4VnKwoPpAvhGMtqiRyfk4MeG4yjtJCbvuIanBYytNG42VtT8GIpmLQruuGgMvI6KsZQSehqJsF8IsPOdIL9qvziXxnBtf0aJmkuh4xSjbuOQiJucy4k4jodPm1XwaizVstF5gWElXRjlKSaJ4MB5v3b6W7n+OktSwedRPP3/7t3Sws21bY/b32FbDSm8fS/KQuTjdxnOkFW2e6vC+mq2ySLnUywQ24kRb5XcZ5J1ALxXpS4xalCUb0NnSs4eVdv3RnTRaPkr9zj6dRluNUGZME/QS6nJtOV36cjPt/7CHhcgKN/np4vYvqs5OzZSsiClnTI3faZLJ+Nc8rRG3hSIpBeE7FD0sZG1Ml5I/6hymjQ7zE+/ZZ/nf/5IefvMlK0Ap3fjyduqgr18/ew2eYdrWjUSaC9X4HosbFKZ8bK4WMpAMMZTcXaQnmnROI2REMWdy1s9cfMCXnql5c4PhZODxvuRCEoez0zuJhjDFSyDKL/gc+yzyyBRlvXjTM9fhndm2gnvKefx166OOqS0u3t51yAmhYo7QhVgvdWarlJkDtyBD2PF0IIUiJseXyyuPL1HXPLFf0rcAVXnzt13s9QwLVQiULgtJFPTTAoPtkUQj9VBEOlWzvoGSXBuhJG+k+48+t20unDVMP//tf6SD3WP2EmorDIsbWJTsjGGhhqGlhqQoArPIwKyOLytQw1ZRUj2o1FEyPbVarVhZb+YD1hotiZqR1RxYDwtu0EUxLg3Trfs30xHD7h4KytXYsuWVgu/3Za1hw7IPcuPRejr4ZT8Nt/uugKBakLDyG7HWOiDFNJaerNQbwxoS+6IXRjL7JCknLwYpv6Es4rRkSnDEtqkhc7k/fv9DunmPbUSc7rn12e3U05znLy8FjUU8Yo8mckbZ6iVgb3Nwyrq0c+fEKdr/1vuKlLLqzuZdDcb/eP1nEVO8IYcczNq2E86jT/SHUrEqpI+IN2/7kxGpDUxObSOnCvC2UaXOh6HKN5uvSU258rhJ1DNFSY5CaVRbOJy4CX8SBgf54H9VkXkBz8aAmgMNV+XPJ+FnRKoGYs1+jCFF6Fd0ipCvqYkZkQeYKiFab8RNeWob0CKrsz2stQUUwOpyL62zILG4OkqXWai4/+BzFMxS6hy8SX/7/i/pcLeX9g60wRoFiRbRogbTb7ZqrOGqFIvrGTq+Oo5pA+JIlEqxPZkoF5OH0nX8j/xqOspnw3ApVhSuYA6ZBhiNDtIym70371zBehMe2apIjMWVIeZZZ+tdusV58QfMV/7l6dv04tYyi0zg3Fy2xZX9V9tpEQuuc8xpH3DaQovxpTpVhJ6iLax1pxgpSTlZfhLxUPuQmJrQhRldtgOwpGVW7R5oBppu0F7NZ2/SJpZjj2OQm4/usTeTfOwtNXwU+BB59MFnVjXoJINSkxu1i/9jfRYyeZMJReYlvhgeTMoQCPqnpqJ+WPaXU2OZmNH4LFJnkUddUU5AOwuiCVl/JdG/rRK6EtPePpQk7W0RK1Kr3DqO2Fs4Yk7yWvrqd79HRSylw3dPsSS/Z/M1CzhYQ/ucRBlxkma/j4qgsWo4qfsatQbaYZ+izzm68okZrEXOOmqIDSmUgys6t2mJYUjqq96uXGUs6iTLEPhDJr43P7ubRlyZdkC+sNZFrQ9dJkVT7/W79OX9W6m39Sx9wQbxd7tHab+HAqPldlilX+1cwrrc4tWjOoRH/lptmrKsuoNdDByt0ZSYB0xBAusd2+EVJ8XfZ7phAVnoDksZs8u8aOS63OzROXqdVpZW0tHGcrrJiaW+jm0OtnmpcO8lynZRarM4qaOdBiq38BbcGZ6L/CMZVKXPKX04HnKqn5rf2sgcTNHcvNFbHjpGNNYch11t5c0vi1a3qJw653m4NjwRp2aqt2Kba+O7Dc7i9Kaq8UtHYbhUORpT0ZnsgogqofTljTA+qFUmmsfx+bA4Gqd3tChPDh9D7SqOebKss5sairKrYxf866lObvN1eGSw6Rif9ljrCKJWuHXqZnV1hdM13N54dSN99RVKkvPW+9vP009/+z4dcLRv77CTDjCNRsOFtMflEDrbrJ6mo3o6hSLFJ4tRq+ZSOjoTbpf52v1kiBNYu2AAyw6OTDnqJnEdZZRZIx1hXjCNNP/Hsci7926zeIMiJTNkGOoyxOOp6hH8sLOSdh58nf7fo53U+fMzmP8s7aGc1GS7WLt6CSxdu5wWNtbT659/SWsHUkNannF5hCxlZeqfFUiFKhrLMeXSqXPxqzizAJWO06q36k7bi3zbD4JkOoLJXGs62qH55Ocn6daju2lp7XJ69Idv0v6//7e0xoIQOj/tJy4DAb/2U0p927eETEjiTpz40wL6A2q3vvFkrs0SzpInet16VBkAqaNEtg3agEj+TaeTW+YohyrG+p4qpuGiLTos6QIp2mcDtBGsM2d9RZVvbpxOI7MFJdKmy63oZlqIIs8WcYK1+DyCONFotSgbcAWtrKEVMR/joTZuFXZK4iGg9jLWkRbNpB75UUPiKBqSM1L0ee8MKhS16vOSUmyuKFeZW1td4azzcjd99c03pgAGfRYnvv9bGrJYs7+HBccK77GUJFtcUAW0GOYEdVAbfDaXKGUDMbs4Q60GvSEFY7f/WIWg/OhtQ9taI6uUNDrVMYsu1glhRpbZAfOR9z/HAmPOdMgwVhZnOO09VHmucJ/llUtX0o8//Wwt98UCF3D86X+lgzNtAPghVtviwiLzrb763ePI5a1Hn6XBL9vpgCOH4kz0TRwodbX+uCVGnVEvHb2YmBkwS8++nUMuW+UFNvq4dAL/zUaWDHQE8xA56Rz8Lkqzu3eQ3v78NH325Voacszn/lcP0o9/+Z4FL7YJMR1wxCTtMTxjktu2oQ6aUC8/KT/h/dCubCunISxlaa7e/k6Daloe8XmWPj4Nv9LVNuZxpignCzAXSvhDYPOQOT2sBBYNN7BM5jcg2p+V8NV52kU1vXQhh5xGnktdQD+fAK+9bYss49ZjjutkvxZwxLlsPLmOr5ggI1ktsqSk0EyP0aG7nNXmYl2U0tpqN33x+y85hUPiYC89YQuQzjrvHzAfiUI8Yoh5cHRoys25F26UAoplEaWyxDBZ56bDaYuQ5vO0ZWigOUdb6dWCjxRBASUlgeUqK0zykPX48KuHnILBXkVJWhUgTptXBELYF7Dsb127kd6/fccUwZX04u0rrFjh8MH1AD60OLXMTnkpHJcvSCjrGvOcvUsr6dXTF2kZG8A3oKPQjCFg4Uvq0xaXUHqSpJXILCYWlmylG/zE+jBZ5WBKQENvLEizssl1yGUZMmfZXpq6O/vp/eu36dKtTbvObR36Q8696xJibWK3dw1KtKcJXupILw3xXFAWgdLFnG9EiAe1/dNalYFH5Zab0OQ9seVvBY98aQOGp8DVAn6mKPXpqnWdCdWZMouHkFeOyBRlHjHul2Kgc9l4KFcI45DnHXOedRK4VPkSRDzPm+cSn+SlcfBFVr/KAgXZJyJllUyL09ViPTrnsuYo6ehrzK1du3KNI3l8ioFh1yvuX9x9x3dmmJPUrTjaSK7tP9qgjWoDkWwuFoBQqouLizbXifoDEydzpFRRAEP2U9rFu1hJaiFeTOVyScs6k0KQBXrYOUjrm2vpNvdX6ly1Prkg+Us6w6JVSnEop15mPz15DJtcXsHJoGX2MOkIYjRePVdWVjMl6Xl0l+EA5dW5upTurX6W3nz7FBjxUKSjdKI2/Ko3DX6REwDCaZ+/4BlKW8N6EHhD0aIScJKzVH6fa9e62mCONayJhpccbVy9vJ66fPbi0aNH6W87/wOFyDl40voozD7y0vwuapKf6uvX4VQXlVESXKsEF+3mkdJsfM2Dsa10Y4pyohhK07sNzcXEqTN9TGed8wPzIHJuJc1GWDzKQjUrhc6s7kgQJYk1iZJb5gSOVrrvPbhv9yp2OJr4GgtIm8mPWN0+PuYDD9o7iLBNwZJ5jaGlKRCZpuCUMaQh9T5Kss95bp3r1lqLqzrnU3sPATYtYJf0kkcWUp/r2G7/nm0/G0dpj5k7fXvH5GpqC8WmLMpKvGUnfCCFguY/5mNjHQipPF0sU/skhU4+6L9ZW6geJ0lmjDzhAfgYBX/zm0fp2U9PUheLeQkgqSjR5ZVS5OepEA8pbp3G0ctG1qotTCnAC8esUR1VLJzxC23bTwpvA+CPuPH9F5TlHTakK/0q88A6UbSIrPSZDLan8qEzryNNX1hBUZ55+47ynNV6DD7bni53Sq2iz+1OlWluKtEINGJS3U51Mkii4UwBrpR+BTgTDcD1Ybya82oU8XB6teauSlNjNibz5Dn8rhDqGSJOBZCcrFIbPFoacbPI0bDTeQRbwuOJRpNTb5ZUVkqZpwQUlBjKmapkIjAvA51LIOMIBNJwsXAT0cpIh82Y9P2KRMdEPD1S//T+0hBStqO6s+bglvixkIxiGaAkF7kRhxuA+JaNZPn9D3/DIpQ1iPLAkjxC+ek4n/ZeLjDnpw+H6aIIjSC6CBp9yhCTm4K4AEI2mYaTvr8QHkGo4a06t3d08Y9CI05nqIcbh8zb3eZ4IKvEgOt4n2k90slFUVwhSruoDCq1TueoDFIoKyibf8FC++npz+n1gPlILDsN40sRiBxO7cHaMTRFm//cdj5MNz6/l/ovuUz45bYpUbcpjW3Lx5IUCpSyKoMxCK6iLNqMbi8gVsXEmZS+PZG35irVkZUFQxzZYI3vbKUrOzeQ90q6znVtr7lpSRcK9zlqpK9G2jeAyAB6cqp8TkuMmHK0F41oOTsqkzkVWdq35iSpk52KBIc1IPErF08P1f+GRW2xJRlKa/xJ1siB+DrmOg6FJil8u0GKdC+SCCCLko6YlpyVn/ZfxiuD2koeQRy14D2PeJveUUZk2AQTKE79edypP093Yxbl9CwfDiLab5NiTYDNxBnCkwQ5Q9YLBFGFeUWqY/inECbUeAsXsnxigUJfROyiKHQbkC68uHrnvm3WPtx7kwbcBKSbxY+woHReWx1XF/Z2ZUViiUkha9FBp2522Sp0iGI8HKAcdfkuGkqdTxvNTVsBExxqIUb+ziInbA520r0vuVhjk1t5OjsoKV8J1wSdrvwv+33pIZ/yqlwoBq3KXmOv5z/xgbCV/m66fud6esolFN+9eZ8OWfWWMpRCu84+xp3dXXhkwYjMriyFBL8qGZFevnODEz1r6dnjZ1izlBFr2OgYVNZxYsQET9rVM+RlYha2LELiZGW6xVnEg3tBw2l4lTyXUJjvXz1PG/cfsKK/xl7VjbR8eMAeS27chCBr4ZRb1qrKh7Vk2r7ixNhp/PHyqF3UXSxM1WMvOiTGofEhOo/qolWptZVRdSg5nixL5cxZl26Rk4zLl5JHtf6takGMxa8V9OIjxXD8RC0vWISbcZO4cjwy35EEP3Xp+LXmMcRqCflP4okfXoNRxQhm3JmCo1Plz3GoPEZ4orPyxqSBeJUTX2soAae3aoGfGjbLC5562rKCFajhwRIdW/v91nQbEMpm4/pq6nFVmBZEXj19wpC7z7wkxxGlDeiwUqTLmJ9LwGtjuuYD9+j0fHcrbXNCZw+TcoCC0/A7rC0pMjsqqKf9KAar5DoGeTjcTg//dDt1rzMXqRVtyoSuRf8JgUhKWboFWlodVlYNc4dp8fggfXnjSvrXO3c49cKiiBaDwH2D28j/hZXtVW4g7zMU7vIyWFlcTrc2b/qQG5xMtzZqhqkCFo2OrrAq/s2jNNBXxGx8Lr74NaCjZtSJpBy1vUenk9CDdjJJbUFNQFukeihOTQXoa5DSebK4+rvvuZKOq+jg+c79O/YpDd3z2e0iC+pH9VXWX9Rj8TQNih8Ag1FLMNiinj0vcjMYCiqtXfx8ZBfc+1N8Nn91iE8h5K0dTpGZpkckd5Ux+gQRVogIR1+MZ5SBwlpdqtBUVvkjX44rwGtP4Y6f8OQu4mmbeXSVoR77qYRCrNP4iTeEN/hMiBM6huNrwjWFVlCdIHg16vmdaKgycIY3aGbxlqhwM45uq35Ffh+S6EmFMjxFh9gQuoviu3VPn21FAW6/52NfDBFReqKptGU+26rVY325UErgiGM4OztHWGn6zoxWbDV9QIeFxZGOw8CD7cEDh5Sm/Ygdch562NtN69c66ct/eECj53IJFK7auLtieEXYlGMZX6QKF8PgJWT4L49upEccr+wMD4ixmSqTkOZMV1Fu//nz++nS0X5aQTvp+rdXL1+iyOANnjR9CYGCZjwIIyedEnr49SOsSxQ3uwC8MzZhI0/2RMgDtiNpZf+AF4w+ByFr0yYL4Ek7C5YZYptSg4e9nfc2BbLMjfCLHMtExChMtjVB374bLmYKJ5/9wGM7ISKiiHcwhB/xE56KdiDP8ev6mxUKr+2p1dRP6VRHCudxZWLmEVwOG2E9T3AxZDeQFlg1fvWrJoqqcTdTziecv1FnwSjTuOna4powCtvLqC1/G/CHiCuE3kpK1iS1EQp3WhkDzuWp/ZKoFX5LWDlLjO+W0Zar7DBfWFw1nFtcRmvTTMhDu3z0wbAeFlYHpabbuvtYTlvv+Q4Oq7kDbguyW8pRktoCZMf6ePtIV44Ysksp6eyy9irKUhz09tL1h8tp4wG37vD5WLN0VR5+mlbUcUS0p83zKa8rWJQVhdRm9lWed5km+LeHd9JlKY1CmZjVCnxYniMU4gKLUf/z3etpE/6HKM59mBph1S3RlO9f3rS+Ini9JMMtgkPnxw/14vj6ISd6Fm2Po8tQtttkZ7jIL4taNyhtszi0P2ArFTKzpgWhBRbN7OQPvB9iUdrZbm4Z2uC2IylS+0okdWL3V04mZfXk9Sml6r8TwH+bSbQHm3ivlU5qakxV1SDOL9CukBkvYYmoxq3Wx5mJvV3eqJrsnNTE6rBt+ZtxWoxwPup5m0pDV3E1XcAIp+EBIK5v0jxS5eioFFgdtOYsHHB5I404oK335Wk1DCcGfFOzyytO8nj5sUaMebdS9Oa0oZTms7K3aMAoXXViiwkqK2UrrRuK1MGssm/dsIizxJBbq9qyMg8PUGAUxU5baKEHPEfkPeAs4AFj7T2+nnjEXkgZZMcMV6UIbS6STKYSlCAEPCROTWMMGcZ2sf4ecAxRx2IY1BOv+UjKpPz8O+DbMzdu3uR+S76vg8UKyyZ/tbnj4yXulzxO39zcTIyOORaIZUq5tQ0JDE7XRKY2KkUrpSa5DNMXXA23ytznD89fca4aRckUQo8ph+tXr3BD+RteBphyygvPQ4g6P5oyGKQ77ADYZ2P62xev0pKsQ/LLqXptccdC/sfkZYlS2ODhRUSRwN/lZiWOhfJyEo1FKUIu79Dm8iGLOz2Oda5tXE29N/sM02lv1IuNCPHrBWD1WTQtY1PErSNKPv7TopFkGS8KsWFtQhlyR1gLb15gT7BgDqNUZC43ZnR79NS/YtFkKhwFdPS7ZuZm326m+8jGY481NML5gqULpRCNYqHpoejXBmx/aH/BSBnZ6NcWr2kWd6VcnKT1NS3clc4UdUU9lHa+sGqwFeECU4mh6WljqAkzHpYA4zeeOnuMKj0qflKudhi6WlNJTkJwzvHq+pV868hNucDwyQ2sknnA6SlLRU8pUJ020U/nu69e90+yHrDgofk/vTD0/Rj7bg4dsI/luLfN5w/2tbij44rq5ygTAscoFN0WpHsnLY5OO8IvLTnqYHn29tOV+7302dcbXIumoTOKyRSO2o1XzjFD1t//7mvmS1HYDFulHGyICYQU1C2Uxz99xqW4ZDXFbz3YG3+uHCQpldxfMKJFGdml+KD3Fiv0clpDsQ+4OOMFn8xd5SKLBzfvsXFdKjXasPgRXv9R0rSxye3lj24zb0l5WPia2piMA6EBHvpa6daCl/ZJas5Xc5U9zqCjR9ljytINi0YrHG3U9XaqG/2T8rfpEpSs/L6qfk79AcQlPvmhCbf8fm3OarrOtCmvqu3XE08XatcNklimJDPUY9RLjZsJWQ2j+qm7z1YByiN8FU5RVmyOr/Jbwgl/Ap/lB6+94U6AtzdR8TbyRkMDaoWXcNoF1Ao+S6ToFr8TJVbyJ/o5dyfx4zK0vkAe5bLFHKwqnerr0Pm7KI8VjgGqXCM6rhTlCMtSP52p3j/opt0dXYKBZchw+liXP4BWW4VsuEmgWryRNSVLiK/siN/V43T/j7fZRM72oi7X1nL1mZSk6lnfwdaxxh7znnfv3ktPnz1LL1/+AlNIgXTxqkWau9wY9PXN62ltdCibqSq7F42wO5tLhKakUSYRlrKmlJyt3k//26O1dIcTMQvw+Jxv2+zv7KYHfCTsyiWmHSiP/cr6JS8y6I/2uQi4lx58w0khffZC5YJCva06TdGNn0MhM8qoobiG4OhJFCfzsoJCSQ0Gu9Lqqbu0aPWiHQgdLSJBQ1Z6vTNa7Rl+L7H/VaxLy8Mn/XXeKJfqGkD95ByH+9vCVUrukwyQt/2qcgfOHPLc/AXTwfvstFx29ZKqhnInbF5riq1korgmrCDaHe9yq1NrIKZ40N4VMulRqj/4sRRPbbfmoqiFgCtE4JclBzp1GMOaJRKWa8fpxxogJwAAQABJREFUaforPqyzgSCerRaaoc4FwXDNClHhqnx1uCr+lL7yVVVVgtk2Rt/L7G97ymvMm1AQiz9dckVedd7S+lVeDV3dWjB4LBP9k0w9Hnjy9HS1GtYNGgtZM4/Y524eYPQ5Vw1CdrlKbZuby3d4AmKdGz1qnViLNb5h3IUstlELKEQNyw/T9buX0/r1JRZEGH+a8tSASLz3GVqKP4a/16+zwLGI0npuypZEaGBFMVfJwcP0iG/yXFplVpGhqyYBxHM4VyQeOtZKMdZfl1Vv3ROprT3qwJoDJBP80pbEIHi/ubaYvof2C7tPc5ttUNvpMp9tuMZnaF+8emkbvk1+ysc/zdNK+bOVNH3+b39Mj//8XVrk6KH4p2KsSPZyAM5c8TR5QF8cSHb6SJn2pe5jYa5wM/qQch4PDqCA5Je4T5MyEMXQWxzzg39NAxBjaNWQhcvKpDrCGVwRB4tTnXjyOtDTZWkXmZDXMSp+NmeLKVYf4k+vooJPQib22dDMBSU5m5uhrHXEeelUWH4mDMlAaTlC+akT0iXx6oVIfZR9rI49D/lBgTwm/FMzS4A5o5HxwzxPX2kIisZ90U46sKnEVUWTh/3eMJt8ScL2A58tjuhJXI7fa6FoCHQ27flTSMNkzRgOWSXWfK3mD4+4BGPAira+IKgFCFMGUnjA6ko1G16j8DRstm/h8BxyBHHU20oP/3g9rdxgyL7AggXKs8oLNfJcu3w53b9zL41YXX/18jVKBBxA6qhfj4sirsDXn1iFv8YwtYti0VBYiu+I4avRJmzOOqqULkN0rD8ZY/pioiym9jYn3kfp/tXF9KdHV9jTuM9WoV7a0qUVW9uUw6c8qvoQHuGXMCkf23ce/v5RWry6bJvj3YolCX5PctoUrQUt1sEoAzKl3F4vYdkhc1BoqkPx2lKkF5oUp+2ppEaqF98EWoUsXAE63yfxVKUJ1lpBFXUBvkrhzI9cOs2VfJVXHNsvlGeVNN3XRDY9h+nWJpjtJFH7yH7sTPYKKlWHaSDVpNhVRWo+Jd5TFUo1cM151atXWLzyDbKe6JlNowtqNtesCLFVNfgGDiG1hhXxXqq6cqLjGgI1pHBl6YsIde4of1aeAG95yghRFQs1OfgjqZm9ZIVVh5BzyyFoKy5oKw6/5FrA2iKDZ6OahFVpQsebsaCnpybBRc1gSLdJcbv+zDihE0vpMVSExN4+84tsIDdLzBQk6gfTyG4BUhi4EQquh3IbMmQENK1dWU13H2wy1OS6M2gZH5RT9ob3ReMobb3bYji/yxwdigJtoO9o66zjMkrxd/cepEsrK6nDWW8JyYqoukR5q32LdzlhkhLuMqQeHL5NW/39tLHCTeLdy7ZPUos9ms80oVoOWKCRaOphkSOSC3zj5psv7qf/ePIGJcxCFbchsTeIHI6/qxUVKSxhoDFprpBlfRuO3/j6Ttp5t5de/fACXHz+QWRw4s9ze1h/rY7AY9Y3LwlZ5DoGqY38tiEcOiM+3euzkZRHLyWjrfJJhnAE31L+RgbZ++Ud4IGY07RKpinVqZcWWMGOt7TgrWAaGvpfFgKf9SUhDpAii9qspZVhp1sgKGIdRjfS59nVHym6uTIXcbKziiot8+cesdF0muoJp/nf6AcRVxK2PuKwVd8WdcUFjngqt3OmvuJO88W5i/5YxMF8Lg/F2tA7zzKrf1xJnpzT9O7JIL+p1ChvW4OYVFB1G/3P25DwKGw//mhoagpR8Qo3WqPgzBEPiL3v9AkFXUJ7eHDIfBobsFlrGDFM1He41elcbQAsJUlY+bQSedB5n+59xSZvhsmsm7vW5+VYtjcnJCrWsdXO9Y1s8dQF1yUgOUmevv78C75aiEpCIRnTUvghmLAiDZeKLx720mD7h9Tpv2WRZC3tvt/iirhraWn9HqtUWjTy45hFFnB6QxdnKvUq0wD//OBKev56K73Z5uT40rrxJNxuJfJEUNb4C4H5EPOIBbDltN67m57/8AuWOCWl05iMJe+SYOVRMSRByU1DcRXHtlBFVyTdV3P19M7vNSMcjrHCK8lWnVa4q7SgabUagfLZVJ6q+CZ2hfWiNgU9jrjENY/HeBRL5+RyfPnKuOrA6k8VZ67eCj3OSlikn+FRyq7CMVVRNjVrZA12IzztmQtgGuyp0ktLchpnVUM8FZ08U0lTkXSCrMGMbNMsvKjg4WrwERn8qOIzBEWydyriraEAa8/IK3jFebpgfW1V6WpW4BTaggU7PoiF53QyWvBlc5M8tTVILC9ykcZXX32ORblr16MZRjMTgl/FyFXlUz6rZygvDgfp8yu30k0u1ZX2sOOPhRI2bSJ52T9xw4YfysU6FBdJvEo729+jbPi4GMq6x23i2hJzdPgCJbzNFxq/Yr6SuUBZZ6GMxIY5l2GPudQFlPLD6yss6KynH9/ssBVKSpSfGAQsuJZ1rAgPIzNusFhZX0hf/v5e+vnHF2l/F5kyRyq7ybZLWb2SvzJPTPmIvNcGcFiPrlwVo3qonJ2+spdDFRu8yLocdxXceFp7TEU1n2EEVoQov0SQu0l9PIeZxy98DRKt2cVnwZI1YQFFXFsG4a1bgm1QbXGSqyjNwpXyx0tGfncnKkoTYIE7lICNWi2vGmXdhcBLpW/JRbWBx9i1RJpss7aAjfw51opeHpv5jTGn4bEnCUMcCFZuHC5v/A4DVL0wROSN2XGJR8emrq+AN3n51dnVMn3hpsRqHiVJ8bmeCwyKkr+gEwKwZP7oKdHzUxcMC0nwiraOyJMxLnjgA1xsCEI3Aa2TNoR0F6Rt/WGztrb+yCncYdg44JTN7W9upNV1vp9tJ5S10k1JVAYpURW5qDubRlB55XjI12MYuoAi+MfPv07rjHq1F9CmhKUkNT7F+eQ5vCtBE5A8FpDr4fvHfEf7JXsS9aUaHOkSBdd1CBETgYfp/bu/ptWrXxB/HTakvKzUgsapLOJTmbxLbXAP5++5p/Lx85dpV59NtKkD7wii4UN++fziDmVlQlUJ6Yvf3UkvHr9P717vmgzR3i5+UGsbkDgTvHSmpnNGqlD47C2x2g5f2rMpALVr50x5cIR1Xt2mICCtNItUXcO38UCyxxYeDxZ/VR/iedw5riKerLUw0cItPo0U4aIqAWzHN05hckxOywboGcro2zHFIixRMqWZOImL5t6kYuUFSF8CFdPC7/kDS+QITAoXHJmOULgJq7jZ3ImKUihKGg18ii+F3EhrC07C0wZ7urhxIbQLPWpvHL5Gt1SI2TuMQlgDI6tjCVzKOQmfYCIt4OOpSg1/1Uj8qFueUsFI+bosc5z+4pG1FB1Aik8YtIDTZc+QbCZtMBcvNqMppRVoeTI4p4920lf/6fO0v4QViVXWlbIhzRZ4hA3ChV4lpAg1V0eitrBAZ7vJMPfLm7fTgq1oy14jT0HHlZpnlUI4RsMsoHzWBsxtbj9BD21x1lvA8MhQ3Zo5HUNlNmUNjWMszK3tv6SVjc8YjjMUh3MNxZtuxGKOeNKe0CVwfHH7enq8tZu2Oeve1dDd+pPm2KFi1qnPI0q4+pSGlK1o3Xmwmq5zDOjHv/7CdAJ0kJHxg/y0UCabLWrCUKKEeov+uYoRcxyaPw01UIihyWoWDkxZ1ASvv0zriZOUZw0KJrz91GI/aqDZT2fjD2lbU5kuVVdUyHZ28Y7Jo6YoK+E7RqmIQiebcHM6bUrSJqMpZeh6p6ZcxVAkI29vkUYZmwLLwCd7jRFolIqtUjhVpiiFYqw50xH8WcGAwl7lxBiuorRFwzLlZfxqfi06R1EukTdwedzv3dwiS2tS3UpwHis4IVSET/lbAnHOhzpxOHwhq4hEY9mxORRLzIFpQUZvXJ1skbVm3+oGfonz3JaNTuz74yQPl4lOnvT7e2n9xhLXkl1nG82B3bJTdjp7gxc8Ue7steGKk3SrNxZwvrjzWbq9usYXZcGtgpJgE/TBexTH5Acu4e6/T9vvvsW/YwsoWp1XOWShSfGbFGQ5wrtOQqogsozfv3+eDlZ3WCB6gHUnRSkiUadWWqJQY9DwBbRBenCZ24b2j9KznXcsNNmhNGggR8C9Ofj8quRv7IOx1+XzuBsp/et//ir91//7W1bhsUrNWhWsF1PULA9P8bCwoEkE1CnTD7LEVR7njbhCC5j+JLpqmfgYsqscUQoC5UtG/spVuRSnLuBykhJ3pzpxKI8p65Ogtztx6D/liFNsnjv+BrYICzDzz+G1NgJ8C8aZseQvWhOpcgY/1mcVkPzUP0UpJOmSMDtBeTLXpgey5NIbmMqIpicKFs9m+vTw6XNOx51DiM7F0KpjrYcqDibF1xuk4KODmV9heUoXNV9GTPYAWnYAlMKQTxTofsmBnihSOyECzBJDQSl/0XWHFabhN1bkgJXie18zl8iq9iEXURT92HiSVSprUpvISzoFBoWVJvjrnCf/Xx78Lt3uQUf3W5pCVkcFRi2a/+7EAK8LrLFVFPL+q+/SzuufGU9p2Lvknd1UsW9+z2kGX7Is7SULjUNWxF+9e5J2B++Icws6KOVPe0Ehn8Qlwmtsyr/H/ZwrwC9QehvCSSkXsnEO6WKUz/ZwSklDfDh6n/7xnznxs8xGd82BMvbm0A0/bHadytGPyzGWFrhkhJNIKmefm458wQys8UI3xpxYKZYsLuf7rP5KbZ4V068pf1GRNZbb4gKgXgsR23xOV5TgibdBM3MzrAZcf9c1IarwrDirHNN8KvBshR7DpLdR/MrEoiT2popI4T9J6AGnp0TrsG4X6Z3vPy2c6Cfn1kuBs6Q1WYqSWygNQ+BYjJSGsqIr60B7/LbevSLEJu8NPs5FnC7l1SkYLTQNepzNXthJX//b/dQhecicpp2PlnqTEtQYm43UX37+RXr08AEVSxzxqEz7iewqNL65dDP94fo9++iXcMe73BaHyKMFEMOnDJp/g//R4U7aevrntHTwC8NizkLr2+JaMJEyQ6F4GZGJKZfyAQINepEiYEeFMj7scnRx+3F6d8C+TeYWZTGbA5fhMQ0oVUlulZ9LhJeZF71//Uq6xFnPJZQnGh8eKTckZWGqHJw5Ig8KnJdJl1NAXS776C1u8XG2a+k6tyRxJgcoaEFPtSf8ILLLj/kjb3q/9drqAjGyA4ntVhCQhJrWmxWT8szqos3kT8395T83k9VYnEfvmZINcS0ujpfKco9fszdP6rPi38qQ4RUVs5qzuIv3Sobxy6m1xXl6/jLOczT9taG3EtsKN0lAgazKEwzpOe6m4RnPMUOMaQ2aX1H/wYGC+rVxEua2Gpo1pBwqOhoNusIp20iNgUZU0KlzpsZImvDh9JSlIg7MoiriLZGUgFPDDh4cr/LT8Wrwniv+hoKV4tLJFTkNtzk2bRQHdMiBLtrlttid/Zfperpvlt86N+vs774CtzaQ84mCy9zlePMO+ww5tQOekbRP4WRN9ejsDx5+lg6ZZ3vy+ImlSB7OId+tQZV88+Bh2uBoi51/jnpQmQUNOhMlAUlPn0JYPmbec3srHWw9RylrYchlrA3epsr08nARGj1rV4QFZ128wGWfkkWRi2XZkez6TG923qZ9TtbcvsH5dhJsyC2sxgxA4HG5juBD2I7T7auXybeT3h9y+aYWlQBS21hAcWqeUhKV/upqEUd8IZdFFPO9h2vcZs63cp69J3LdZB+Kco1N98bfcI8N6FwEQh6/IDmftCCbBOSSUsBctMsI66mTPbM40ZQzpVVk8NeKx5fVizxgaYLLadFOKbzkKOcKxUvZzCwIE4+T8j5S+EM3lPXQzNwSbipdgbT3uyyzXrJFG8xiZ/KqT7XJPs88pijzxIv0S3AhxIuiE41meiXVG8hJ/GhtOZTgSXD+ilVrYZFACsAcDU+V6RNiFmMNkMbonTjgCnAeAreGE41ArbLhZNnoGJ3snGOuV9Om5z7D5R6XXgyHbLPprKfL1zfTq1cv0nBpkDZZ2BhgTQ0Y8kYLR90xl4ZKg5eHKMAjFOSzF2yPOdQ2HUpMvJRxj7PNNzhDfmvzhn1bG4qGw3W7mC2Y4ykFrpuallE6i5w37795nI53txieosgFyoKNZGllFCMgER2t0/sCi7cRoZQMbF2fgOaq/HMU4tdh9JGyPt//fvv02/To9v20MeL4oKxUbbxXfvurP9AoOnGP8m6ucxM5w+b3XLqr9qj64T4RMqhcqjsHFqe6oUcWc1ffIbp2nNYXN/guzy6W+poNwXssmq1sXAI/d3ryMhDRPvOpdurILHJwCZ86dcaRuDpP5xyD0SrF25S3Wb1wYMraY1PpCW5ynLVPQEJ2Ob9WJOWuhOylgxHVrZxkK75K3iz2nP8YcxnRc0Q/piit0TZKYw0oE0JOXwIM8bYJMWBDYBEWzqZri8uFH/D2pqzllyUQqePPtrdFfbuOl6CNlrBFuaACHVdIQcV1nhP3TfjyS1g8+W9D0THmZEF5nsDjeTwkZeEcBZSstKICLFtVGS5XFJKUnDLxRyutGEWcbOmk1yjHW7e+tOH3xs3LaenmWnrPHOaBFCB8Cday0XlWVpbTPW4Wl2J8+vwZlik3CIkuNG0XDwr4KxZsLvWW7dy2zReSrvpwGYk54PmvIbrydhjaHu3tpNFrTrtw2uaIOzA1O9hDgdm9lJbRO7P9Jaw1DZXQLU0pTVEg0qwrFLrwI3gdW/SZSUkHisAdUYk/vnqc7q7fTFfXrtnGd+dKGJsO+SLrFaznlWs307u3r6taAZcpxagJmBMeHUNcQA4kp2tsEd3842Z6+tM75ik30jpfujTFzKb77ffvuIaNwTvTwbL21LbtNFRhqXo7kuxwVonytfEogLrTy6HpygUa0SkSczh/EXt7NOvSKyxDo1aAnMtM8GYNKgdRnRrHZaT6jNjPY4XaWi7xwUukB/7gp0SUebxNZxHzeo1uUPbMJ9GbBb2kU3NRoFrkhEAQV55p+aalTyDRGq1uEzTj2Qo4NbIuzGngTss7dRPWBGmNTLXEj9oOPpuwLgvRjp8g5M+cUBRB4Qnn/iqseGt8ioI1XfnVR8Ht8r1pfX52d3uHhAN+C2nz1m273Fed3Oaz0EiqQ9H57LN76Sb3Qm7Rwb/723e2CGFH8VBG+ib1ZfYg/v7B52mNzy+Q2To+2UyNKL81bolGWgy3iOJd7HPO+s0zLMlnDGf9tkquFOakDZ9LKDqkoE1SeLwTUUJ6Gh+FYLiOQj7Gen34rygo3YS0ioWM4tTyNzBHUpZw75vZfZ5R9aBPxT7eeZW+xYI9ZAisxaM257RVBuRA4NrVqxQNDFqkoiyyJqUI9DNruvDbUA2E2sK0wBvkqy/vp+vcVnSDc+5AYk2+tYuQ+SYbOwqoD6ZDJGWXNCCFJpDczF8KUBGnc6pT+5Hd8LaigQOAVPfjrhnnfSyHK4fveST+Zk5PVmz9h/g+iGujEwr6tAzULEq36MZ05xy4g8V20c2B6BSgwbfZQOP5i8Y5nuAx6gzTXQEUuPTqxPk8Th2BQDxV8aeXh3IKQ9CoVTidWQszdiktSs+2B6ET6JcoOuYqGT7rlPNeX18EXOPTDxwDXH7DHN2A894LwMkSHaAkH5iCe/zzY2P1GATaxiJaHbb93OW7NHcvs8FbViuKUPqwOeNGlFm1UqKLukjj7Ss+uvMLd0VKKdLMULQdrmnb2+Ub32uXYBL8wMpuU/m87VEW0YTrNFxMlzfvMJWAYt1/x1RBL61y5vsme3V+fv49n2aAF7b4yJaU01N8hUN98l3w3fQjq+oPbrDYxLaeBYbB2nLUXEyxQwGWsZuuX77KFXR8sIz5RelMGxGg9FUP+smoFXyHc+SyiqUsNZd3dfM6FAkjz/dbWzYvrM9HHJNuc5TktfenkNY4JTinaxshebtwWUSbmYRW+WG55uLFFZHeH4TPAb1+InXyUznULVTKBgnLJDyz9bXJNDylWJfIidBmK77H81t7bn1JjMOWMUVfLxQlnQyC5RuvhJrNYx/wKhpsu3hmwzOrADVXFbyGeswpqKKi+5gvF2YJ6NZCGZzgCatZjVsdQuUzgUNB1p0diRM/1gFQIEaLeKsQBcgXlWPZlavuLEs9ykLW+K2togaswngWlpgUgWRgw+xCqTGjJg1p5s8CHwzjAvG0wE3nWwx9r1/R4HUp3bx+O+2/+IHhJp8zwNK6duuWXS77w08oSZStvnXTZevLMQ1iia0+f3j0VVrlyGB8rtRl4PIt2pDxZLcNQYE7fNPxs8coSx0oZxHEpgJSevn2l3T58jXOjWvrjDS85K9yeYuxuhcsPCwwb7i+eSu9eLudrl3ppG1uCV8l75Ubt9LTJz8xpGWLDp/f1bysXotaTZaTZRn1IJEPpbRYuf6PNz+mWxvX0v31GwCpxbR34yjP+spqWuUuyW0WnnxIC7zVg/ZcSupSkOo61HuPzfwLLG2xBUt1NNh/k4bbu3xOgzlZnXTiJ4071K3IYlNB4cCPrjdOSiWkyKYDpumKJtCMtnAO7uiEU+VtuLKzka66IFmQJW5FWwAZK8Gc45GcyiibSvDUinYLvQJD/iiqLY8yf9TDWAIRTruiFJxo9nWsY7UgKPtPm6yb8FnZaiUS4zYX1MwwY9jyWynzgsyYeQ6wkwQpNGrT7iqfdU4Js/wFjD/HcSpvnl9wemPRWWhAObzmJh1vlccsI4tXvhOcIWrSyeALQnqUNKGvCjcrAAvPrDxZaAwZtTtyl8WE3p1racStP4dk0g06B30uz0Vp9DpX0vX1u2kFRbCIVtdc2tOnz2xeUkpAixZLWEG3UEz/+MXv2G9IDDTM8iNd1pit/hcNTX3Jhq7AST6DX96l7SdP0vvXz016Q6xJ5b7BHZXaexjHGK2E6qD0Qv30+hgtMLSGt/VH/5ye/YI1unKY3r15avsSrzDP+tPP33P7EZdVsF/xUBZ02VszeYkLmLJb2aV4UVJSoM9e/5K+f/Uk9bustttcZ/twXPpDcl7AWty8ehO+CquRUpp0iNcGd32qtttbwaq9lBb45AORXM3EKvje23QTuQvPiKvlRrLOYVRymuSibuM5CS7ibX4TYFPiPO0lWtSHYERKsmn2why/K2sp7HEhlnLNFEWl1E4oSEHbeBD9cdRKOjen8uSu4jGPbferjYTSbIeox3I84SylEafKn3N8Fnx15iaFnAIFNdpNKO90zdh480T8dC6LMhXF08PzFBFF2OI8gfSQR0EF2Zp4i/SgXX+G7CogbwARr6cqtWj2FZhVtGKlxGRZaYP0yvpS2vz8buqz93sPpaDz2x2O4u3vv+Lzrpya6V5LVy/fZrP2llk5ezo9giLUVw6FQZf+Prp3Py0zVF3GOBVdb4AiXBEXV0aTfAsAdHYO0t6r1+zpPmBVeJV957ussr9OV5n3Mw5rr+TAo7rSAgzKFoW2cZdP1LKN6fXP/yWt66bbrV7avPEobfGRmh++/7/SAVeoDRluH9LIZajJpkYLGlviR84bvxSTy8t2/Siepewt9m/uPf6eE0QP0hrlsyOapFUdWnwJE0/Dz+d+2YPa5/vcA6xY1aWG3DHcFs8LKxzbYSEnsR90wBTBkO+md/j20I3NTT77+yb1d7hNXaajcE5wbSlRnglZqugis9qMXgrW3qKtVFDmCzpN3BEvINsSZB4JwFu0ZS7/EG8ZIpdgmhhL4IbH8+TQuV/AglBcYFdc6ZrASiDO8vAnXkateUskkzw58sBgmC0DbdxbsCUZbNEhJ+Er46PycwIFLqutEtA9OVgjKQ+2veFC81ejBR921quxou04mvxF4Z3ayW8jDeEcXm/tUkJFGXx4JwVEJRmcD8lUZR5WgnIRLpnOSxl+eCxwqox1UK8HT0YlRSso4R2H1pCdxjCt8f2YyzeYK2PhRAdVdLZbd0IewOgieyvfvPol3bmtzd0cV7z2CIXzfRruMYfGXKaGzitsb/ni/kO2/UCbBRNsITSYrEB/+8qmyt0CFpvOO+++eptGWztpBe3FdxLNMtSQW5/BfcdVZxt89kF+zVyI/ZC9LDRtNO9cW079lTWG5eyH/PbP3OvIUg5LystcZrGvW9g5PaTvkQ+xgAdYc1qs0WUbwiaxVB21UpA25IdeKVOBw6ssyu8e/5ge3PosXVnlIjiKGrBK9w/PRcsiEYW9DG8LLGId7O8DwpCbuu2haBfXr6EoWfpG2IPdbe7sYLqBHaYD+NOpprs3biLHt8h3j0vqWJyiJYlXq1njH/TQrCwhY5KYTHmXBRD/4bxFGh6iBO93rLpfUBbn6Ow1qjiL5E9sebI4+FG8Xnpy4sXzwinlDNl6ndEvaA8GV8BDmDqorHPlFTbJVC/BcAUrFicaFo5Il4iBRpS2qzWdRmlyeqEHx1pkk5NGUIr++fSIRc/8p+xf5Ii+78JwAsUc5cn4WuuqJUt0gJYytkCfPsrojMuxBaGA6oAWo7LXo8fzathBZTedl7GonWaihbO0aTQMXs09lFGOMPB4dwgLSUrarDw1GvDrSy1dttzc+xPffkGh9Pn+i86low9srvEAOJ1WWWTLSuoO0ot3P6UbVx4xVLyCsnyQhgc/0KiP0o1b99LG6gadCHgsCakK/3wEPMlCsbk950VcSpmu9kfp/YvXWJSEWXQZYrnqcw8ajnZYjFGe9Y0FhvdvrfFeua45QnAgRJVD3euYDeIrV6+l/ssf0v7L9+hlPiXx8Mv03O6gXElPfvqvfAeI+VYU5MrKZYbvi+mQzeU+d4gAoC18csXDohQeb7fegQ+XRumvW8/S5sFO+uoqK9WeXVkKJVJEWP3TBgguwtfiJcrI3OMK85HdtfXUXb1GB6U+2Miv/aFdXjb69rf46CCfRU70fHFjI13dWE5/ebJtMtVQXK2qkmTFtzHAn0pxktZidERbyNuwRhVjrlixCbnoqZLpN82JrrK7AqqgnXZOaxybUmdq+jNxUtGu+5wHKcagpe1q/hJw9R7x9XxzhgodMFFRWmWfgFPH5doq8YQsp0ryQWVRGao4fl06YPW2iqpHEahRtTQsEa53GjXTcTGW5QGHOrJoC6qG0rJFXlmSwi54jyutzTpBYPKuoTzhoEMRTO+pKPm8EAosXPXGU2d3sAHacP3W1XTl0Q0UJvYK82baeO1vfV/k0P0UeuEvahgOjyMuwHjz7gWfdWX4uXCNzdlYbLcA0qdq6dzexKCKqWV8GQM0ShVP+ZkL1Xahwc5eev+W68fUkFR2jifqFInm7hIW6wEwQ90QhCW7sb7Jwks/vXnzLm1cZqFkRRfvko//6yuj9O7HP4OCxRnmRS9/9bv05rs/c5XaSvrup78wZF6iZJfTlauraWsXmnvbRgciMCRBuCVehIzbk/9ItUlJD9P2/lb6CUv1Hqv6C+wN1a1CRUFLFJK1nOYqbf52Xd9KX+GbQWuQB8/h+3S040pSZ+y15UCWuMkaq1JzxhsrC+n3j26lb3/iIg/KLYPdRFbgdgqz/422ZrPC3uy8dU3AF1MLVoVqq1aZFb1S8aqc4AhFbVWkhonTX4pj5fKQRRcFoV1gIVOdU12JTe3UA1PzjANUfcnmzAuA6HKGVk2yET+Opz0ml0dAzFK2gJ3pWdTbTLCnBVLFhxDCJ+XgDagSouNvNouTqVpjArmXI0ojasIbvzYcShNccJb7Az7y6znJKZ9sLf3cuZIs8Gk4TYvYWTpMd/7hYbp0d8MsOds+RMfVC0zvWO3cG9AbdWFtn72H+u2jvPR9l0M+7br3nmvDpFx76ygJLCTyScnbcFg9pCEBBZW+zs04ey/epCM+mSDJqqGa4yEc2qyuz+euMne3yGpwt3sJJbkGnbW0vn4lbW29T++3OQWj4pB3ny80DpjXvPnll+yL5JqOH/49LV1aSM/YKK9POfS4tu3KjUvcVv6aI5koSb1INK+QvVBEP2pqls6nF+AivX4RPMfs9Xz1+Nu0giW+yJSFf43RSlT8kWUllQQFrNnOEp+z4IakBRbDjg93mYPkkxMs2hzyvRy7iARIKY1oK3Z7EMpznXs+//TwRrqELubMFC/G4Lgg03icnNoAJtgGH1UT0DbkbQMMgLFn1U6VLRR0HayCqcePh0wqNfrKO3v+Okbl02gJDDWc9V6oPKJ7VjfRojwNYjVSVc55MDYPfevgRQ8pXoC17MYXTEXbNNCGcCNDRDs6harSVBt1S6jIxvP07xx1GrPkNMQtTUt5K9r2liN8zOrq0epCevgPf0wHLJiY1QuzlhW21JhlB9s/FOMRuIe0pF1ilqXEVCIUwgrD2SMU1AIrt1qxtSvNdKQRTmxYC62uVkJ0pRhs2E1CrJ6/ePwsrZQnH6EimpZLtKWkPaBF4LXVdZQkc3ZHSzw5ncMnHq7ozDmLI0/4Bvftu5vQ5fvXnIx5hoIcrS6nHeYsn+0wBOfzE+vrl035Pn/xE2zAI+WwezZN/LJIJLfKyaJQ9/G6M7aNN0FEnGAksxWU2VWOYy6jxHQH5ius2Mu37qfutVvQ8XIIVvLsstKtPZvattTj65Kynfr9XazlHTsTrsUa/zgahKz/QgGc/k0cEecHLrW/bx4y1fD8VXqr76lTHt2bGbwBZS7CytZUAgVI+QhYEVFdyIkFOb0wiyiP8MjKP8EXOMVvrhzV/pv7LQOFFoGUT23W8o8RDkg9lQjwmV2TiHCOl1rlUIrq87SuVVGacArkQtxGwN+xDUaLYAh6bqbMWqjjPKYjxSRuyQtwagLqmGodPl/l1OxzowVhs7LUbEAprPqZBWQWgjenaAiucIqMglUeaMfQWimi5w03mqIrR+tQ5o2aQHHhVTeuy0IchAtYGjZj4+o8OOnQlYsJ9h5aUHT32Rd5gxXtZT6v0CePrGg1C5lnhk1/xLhVmCtM45R42y5zyDAQS+j61U3rTcfMp/ElHQaVWEooqyUspmNO9RxxpMQWahn5D8GlLyAec5pm8GqL72jL6vQ3uZEBt2rD/OKlcHbbN351rlXORPfZ4D44Yo5PV6p1llGY6+kl85trG2sMx5nTpCyHKK095vmEbJF8O1hrfcapXRZxVCwdyiGRn0ql8qHjc5oI21QnPHVsgUGDbPm5EQhg5eCT5yw6ccYHvCuUS4tRSoEEi1JY2TuH6epnXyAXyqTcagPIbGl9HUuQMDyOOJY5PGJ1n38dW+xZZgM/lr7GpnLgVf3b2ws8rtCJ0MsHy/KLmxts4r+W/tuPz9IevBXVbQra8vMn2o12IzSd2sKY05uycCqLnFhoOvHle3KrFJHQFq2mU9/LnfqZyTePxG9lVZyhgEA8cw7ApWgvFz7CUmByUVYPTfhLn69KKBjnLRZzvE14XluEzArvbRMI78w1AtakajHtgVZF2QSVDINYM+3cw6ock1xV0tjkXNEqlKRFCK6QeAVQ+rwS1KSbgi5BSk9ZYaCbjFHgSq34KxGYx+OFaxIO7evL5Vlvjo5NZ7fVAtWYDrU0y4rw3W8eMGfHpRf6gJc6hpESFeRRMgE2Mkl1qmGpE9iBQDrylzdvpctcmqG5SJ0a0b5G3W6jfYU9VnU77E/s8i1qdc5jtuTw4RnWcA/Ty8dP08peN62yQCOlqBOEanOiaS+xhiisAyi9iJcFtsjWJF1oq/PjmgY44iahq5dvpD32Hj4e/JI6nENfXbuceswZLtIphmzlkRUpHjHpmB9TeaEOXpXLnTgofNCSHDWZr1gpRh1d1EtGLyFdEixFuURjXmXeVMrfOj0vTc15a8i9jHrssvC0y3ztxiOU5dIC263W4UPdiWkAZHaMgrStQpKblKbogmNlbSPt7srKdBVrcteLXDUhIJ5xc72eTFumf/r6Yfovf/6WC0NXGR0UwgJSueRUTvmr8ir2bM5YUofG5SOWs2H9SLlLXXEyfRVXJfZSnww7KXUmRdmW2Yg3KOedvy3PxDjrUUVDoRH5q6ZoLkqr2tBEFHmC86FMNFLjESVpbzBwF/hlSZrw1KJxCoV1qbANM0gLy8iaK7xUZawK7yicyVAOkRqdxAuhzgotKTIDdx5Fr+nUqYW3zytzlbmt5esbbDuh0zMf5nwKU9ERVc4CgfKoW/u1aeDgI13XUK5fcQ55FaCOFA5aTls6Rrofkg5qV4HBUA9Lr4syGy2z35LN352D9+n1d/+eBu93sApv+HVsKAx9esHLHKUK6s6EOLOC2lPqCMUnvlQHnKjpctsOt2MwQ7rM1psF9hlup8ev37OF6Sh9fl0r5lhnBi9LGg/5dKuPdIkUtawI0bDPv4oUYdWLlKOcpCK/lGSPBbEuRxexV7EmUbxDtvWoGahhGG75NfzF4tF3hthveYRs+qzob1y/TJlpF6QNuEREVqrkJuvcrpZDZjbXKOWM0Ff5kFmfL13u73HhiOIK/OJJ/MoZ3/xlqYs50b30P33zefrby3fp2dt9jmvCg8oI32JPriiSByb8NdiokBwmkBRxwUNZeUX8NIWZo6FUlgs2y0KZLAtc8fD2HSHBWg6PUGLJTAZzkpc6KJ36sFq8PR2R38V6srR87rjEYh6VLe/39dQqdGpFWaGofBLFvOX33MoZufXMhGLxDjXL34q+8BSOSqpC+AjbogXJFXwAt8dZquUjf15pZTZhckVYRllMUC4sCjqrD8lURvFSVK46qrHGH6KO6flHWJFXvv6MhQM6ryJVjqJDRIMVtx5H5w1SwErBrHCE72tOxFxb1jnngSkrTR/YcJUWor2T2o5jTgqAOUuxtChlCVyHOcMNFPTK2jDtvHyeVlj46Y749OtIK76sSlBkI9noFcFGdDDRU0OT8tuH3ltWskco5SO0iz5G1jt6mW4eb6XXu1zIwRnruzducBUbafCkBRKNBqwGeTtXNSl5SW2aWOzpCtQlIyUpedhmeJ6dIQtWiNBW6VVg8c5PcSqFLExMu9ThSOfm599w+meDamLvp6YnWLH3HQGuJI+Z+9Wkh+brpGQkfylODU0XVtioT9whG8+rl6qREyFz4lDlMEufC0u+us3xTCzX75n/PWZ/5kC7BYrMRe1E1vmeKlJUxtScAs5dPaPEI5ZMsSiJcB6nnIahni1DmCU0SWVQs3sDX4Ws7BuN9iicBcut6FWH05TluSrKVi5mjowCx3PmjCWgcqpz6FkKBs+4+nIYUyxGrlAypydd8hAe4RYP4eytrQh1LFWMVSYRxgRKBGWg+TNxto85tPHodlq5zrCP1jko3pz+5s6xejfyI5RSvFLCDHNRgJfZw/fN/ft8/tVvz5H16DmldFxJW0dXB1eC/lD+YzafDxlq9hiCYwemtc37abB3NS2tvUlvmFPTh7qkXHtDNR11eFk/uaVNtDnUQaHUde+kVuFfoclewfIRiyOxvewITXWUPkud3XXuBtKZ6FfpzcsXdoroOnOXC9AyCxyowOtPyRAazrZ1YnXkCMsKtBqgTFK2y2t30ya3I/3y1//OsUwsYkMinHpxHKU99oFe+f0/pu6VTStPOtziNBPfD2JKwr7hUwyNtZikvKEkhUZVqakSlVc8LPIiWGLOdxdL3OpaQA0nODnh6XHD0W3M/dt/fJj+n285/qmjSkgW+5XndFWpMsdLSThndVE/gu9oigNXWV1S59SttVNXkgaQ/YkyZFEf2Ou1WBHNw4WAq8SJvihjAORyibhTK0prlIGleOoNMyt7NSGrUYdlJVy53xq8aRCj4gs4/vZ2sqLY6KhESWTWeErZeUMuLUlZAcDICjBFKtOi0dpkyXiHc0pqkOZy/iKKZ6Rr6BSuU0zwOxsoFhqewxUwlM/iAFDHOGD39v1//kPa47MG2i6jFVkpNg09rSkXDdeYN5rkKsqoubhlVqS/unY1ba7SaWUJFeUEidG1+WyTKXRVYVJm/BcP2GjMBfpQ/Jjh8ICLcJcZii6sr6UOex83/7DBhUCv0uGbV+kKshl02CqjkzWir1/mhE0r9Zq66GMd7sLANhaibVli87itkgqG4S43QqZj9s3scEpoid+VBU7AMNR9+fwFJ4m4H9P4E3Kva/m6RbuQLKMt6ukbjsWMrGo25HfW0uW795hS4JQQt/oscYsRVElH4fHo8WXF/tUr6f/j7U2DLEuuw7yseq/2rWvpvXt6eqanZwNmhpgBQIoImhEESVG/HAwFTSr0wzZJ2xFW2LL8Q/6JkILBoGzTJCWHbDH0yzIjZDuCIckkRVImuAAgAAIEscyK6ZmeXqu7a9/38vedvPnefa+qZ3qGILPqvntv3lxOnjx58mTmyZMnLj3OKs8kfijRL9/BXucKLKo/jY+cjvJZCwX1RCafNhPxXQQERZFnzAPyNjExzpB9m3nYjYgrVC0nDVn3hhccY6Oi9OyTj6Vrd+6lJaws7cLQwyZnfG/FBJ5O5tn1uRUwKCwn3vKLh8wT234UrG30JHsXOi1Mo0iPMnadybZhr2hZ/5J22ytoy/iWMV8+5zQ6cJK949f8Oxz4KrBk/5xR6+gPPNtF9dvDUu5IFdU63wlrm63yQAzoDMTbR2aUR1L6AA+JOCPrIQEl/Ip4cokzogreHxKrw7sgyji1euoI44vhRKMw5Vx4iYbn1w9wAaexWjFb6RQGGUwnPtu4cjgJzDwDRjhLkUDMzV5cqXHowqk0dfIEK6EYtaAG7eSNneOUUtUwwkeJlbUHwu+ncWB77iySKEygFwYUkpCUm0Ewq3BZodZ0/CCMNFJhqogrDhMDppWF5XSwNp/GWKEdPXuefdgjaWboRNo9sZpmr99ivm+PNSaG4VGxFVwtPOYa0HfAXUFIqcvMSqpY7sFmrJBwd/iMTUfeJdjD4RlW9ifS3uK7aQrxegA9zAeo0oyNDqVRd8KIS5itt3gGMcEkec/1mWFwfnkTOAYwpDuI8d4mea/deS+NruW5UjuPXhXcYTiHjz2WBibZMUQCPZvzWDqfw6zbIlD3Yp/yYl5E4q1QVF0DQ5yV+q034vLM1GhqYi1p2I4i7IKSRwVrJFn9WIfmB3Ioz1Z64txEWlgZTG/duh8LPfGtHqHr2egke8SJDWtBGAtMFrQ8698Nf3k3McOVd/Hc7YIuuz0/4P0D+UDUpCV6vxZczyTXeTt8eW+HOQ729tfaU7TtqIyaZ35s/OhP/Mznun0LIuv+3dEDbyCy7rpe65+iQRcPY3XG1CMjJqcRfXOFss4aCtiooQKjg7+SXkmzFaN4VBnbgFpheY4esRamPEaYqjAlH0mxwJY5VylNvhdt/pyGMLWgaAUshGWaWvoJnUC+bo8008lnn3SbCnqSeICLZhC3zxXMca/SJJMIxucDhqZuT3wCJehnTk6h4oOExi4c9yxH+YgSDTEK5bPlxpOVZBmVJtXsTfEOnNowFILXaNg7SDU9DAPX2YVzZ/ZWGhljrrOP4fAIu4EwYJEOl1Bcn0fqxJgvSdLMK/yKKz3yPdRKUO7uZ1V9k7w0uBuSrVkLZ0QWZ277o7zDE2mD4ytcuJLJ7O4ilbGXenR4mAUQhspwVXPSqlFetKE4kV3GFa079WIqbeTCpXSIibl0+2YaiS1KSrjOLTJWQPm9ce4x9mtzdAOMdBPmuLp4i7IuMmweSZOTZ8GNi1bgi/SKqz8XP++53rNPfjZOxgHzB2zDZK83Cz0ZF36rKiRH4TdYGlGYN2YrqLuXplHjWlxk+E5ps0pPlYud36O6Cv42HXfnWxKq0i6vcS/5lDhSdRsXHUGPvLTTyx2BAaS9tn899U58WI9d+RAtl6ENS6RYS68zjTZA7Rzbfg97ipzNK+onh4ocf+nX/k0XRAWgzqS6ubJCRBv5VYKkVIAy0TaC8nNZlexMmbdgkhIK5E/DibNOgnBKr1JQap48E77k3aF/eCThtofttm2g1XQypPleMekqeCAmvptPPe8cx9kjG4FpdrvWkKxi/A5vDVcamHgUdx6y4HbD/rMzKDqzxY/nEMyUBrma5Ot7i7kHHAUfJEJ40xpBL/Hq6ZNpFMbXB5O0wWW8RymC3Fxxzn4wZ3Um2WK4uX6IRZ4baXpyKl26iJJ1SHuEg/koiR5g13JpfjHtbTEMRooztYM0z9a9rXT56U+xQouxCOYae1Hann37rdS3sc1AdSyYUGZ8bcw0gF3C24epL8IsZwF8D/xamigz3wO+KJYDYyVO5hZRERpaXUijByigNzCMwRbGM6gUDaL87fe2MYZ2HZVcxfkBOBnU2g/qUErN5unizjoLXD2jM6hEofLTwATd1io6m6tItVswSGxmDvPdkyEJ3xrmKm3gSj22tSEkRzLDmafOEgSAUcLwCvxZXxurlAMVKcM6DRThoJUy9M2h8y9LQ+wGHUhvXLufVraoAc8aIm2V1LtdlXW3d7yX4XL+mOnC51KWeM7Ed6xfjpd/i0BQ/KKkdCT1tPK3Cl+8lPxz2Ky1UOJ7z3jrrMPj2nVps624NT7Q8qs9iO8P56r2RS8ulooznY8uUZJSN+DtKqiyqOV25FuBwntgylJJmLlRZUJTyogA8RtPMjDCl7xLz5MJjxC1PFuRKu9WnMiqStn0IpLIyZgNn/Bv52NawasCViqVBmd4CUREGicIIqQP4kl4hKEJRPFahERYGdcKhhmmn30iNcfdN5wTFz4lrRD29OK5BXMFT6l8Ox1m1NJLF2GSNHAtCGk4InAT5SCyEEpMwBGOediDw9F0//5GunljAa9+tt4xd7i8nqYZXhvXoM6HejbMQH8/jIQ5PBTVYzGI+bze7cG0eOOdNMIcarMP5XQs9Y7B6FUrWsXIRB+6hwfuUQde6zJLryzIILmqOL4KbLv4u5zCGV3BuFyJboIvV8f9865z11DP8FDaVMSFcY+yQLK9vga/wJamO2SiuhyuWlIvaQd886wf2AjXUEx3+D2CMV4OResfY8FGDdFdhtnr95M7f8bHMD83cRJJDuvrfDOtsMgT9Ggy1GVkQg42JMoTzDIqLMMbnZrlDgmdO2Ri/UUdcrcZNgc49xvpUktEgRui5mIYL57MLFzMS3OG+NTkOItbjbS6jgoRTDJb9QmICJfzrqIceysweDcHs6n7RaRCI/UUjvPL0NZDPeS5DVcpVfahnF0xin/dO8+tl5j5S+CxHgg6PeJHvRVX8ilt5kjGJWDrbgyu/N/p+6gSZStW7eEokPljCzBeLWoBuBa18zGkr8zNj5tIrQcuEl67165/lQA6kevXsruhDS8qJxBNh6Ox9rYAr4g7AlS9jPuLi4PSzKZk5R0W00VCOV7rGFGHiTTWPewa7o+4wvpY2uxjOAp2hEvJ010icfa0EgZ5FIZhtrncponaD0PtS5Oj6TRD9d6DLcpHeOfbyiQ/c35iodB5k0nMA6SwXRjPq6/dQtcPvUKK79WEKzeI10QaffoZhqLMDXqW9QFxXBjJ5+6spk0kob1tsM7xCj2qzKDSc9BYTecun0397MfuxxSZEM+xENEHw27uAo+CoQyCjPpddaeRLxCKw2H5wDvpu8C7a8+gF/A4zPT0xvxeqQbx+RAmPMDZOydQp9nf3GYYPghTw3BuFdbwSn+lTuwgVJFyscZzw/eY49xgyuAAe51sQExbG3NpA2MWQJHGOGJ2eGgCBob1JPEI/LLbPEzulN6E0XwO3P4C3MHcWPF273jAQj3LKA0XIx9uwb6BM/pOOwSLx9TL6sq6vWuEy4tTPrYbepHeIjjD9010QF99Zw7VJXDN8JzIZhKXYTPWeH0fZ5jQ/Yx7O0Ys7HX51ZMpeCabI65IjEc+VB45rpVo3ubZLmMEiR6oO3ZnRq2m2RWs3abbHzJG2u/v93Qcvzgu/CNLlMdF7gZSIu1CQVTjcXE7/IK6MwIlqvdzJc+HharzP5MNpFWerbhUVnlu52XDKG+ZeflWiDUTpc0HP4lbcH224qPyS4j8yZBxmRfhxMva3nYaf+piGjx/MqI3ANBkhFOVaBlj08YtByNeS0IJwHLDHYSzfPz86TSNNNdgwcbEwxIPDwYLmSHwacLCwg8S0i46gV/9+k2YkKvUsmcgaqWby7vAULsPNZlhFiA04FuAU3oLIxAyH2CNk3gwdtHomUw377zL9kfmM/fuYztyN52AgTt03theRXqSydDBAILN2KkGCb5Jp4PciUTJThmetTrU4O6+H1gQfnwDvLjzzM7NGOY3OCWyubGT+hny7zglQLp2Pvsw7oAXD/903nsR1Q962DHDUHubbZ+HrKw30NNcW7rDHOwcZuXGkNZOwuiHmZd0/hW8gPvolAKZpMXdFKWX2DIqg3Tft5KddavEKSqtM6TMCEM5ja5XxAuIrCf8goMaHgV1pMtdraCTjswmUwydUXAjKYNAURIigj8G4ukUhpC3MEG3w5TLAWX3i2FKTcfrB/7kWB3BKrg6/LpeJCuhOuLETe3KeOnOo/5efya1Y/JW2q6Hqj/X8z/ajjM2Hha+Htdn6+lR3PeUUVqt3S56UYB5X3isgaiCPHjqTqP+XhAjbr26060XvHwrcVp38irP7bSt7PLmc4GpkAZ3Ky8yziRs6AhFvBIq/JQqSmJ82AUx28Ms2Dz3JAZqaWCk4x5qgY8bYWWUDrXcOxx3PoZqkg1RtkKDOjPal17ErNoQ2//2VWcifgY5Y76VZ/gTD6nNw60WlnfSt96cQ0ccSYT3GNsLu/kZ1otymffaxjoLJxucb6MCEHmYtMwDZskexNjmuE9D3kMiQvRieD6W5mGw+0i5nGbNUBa7i8SZmB5jqMghW4hPwiW8yghKTg5CZYhKc0rDPss4Oe4smEE/cGnZR8bZR2cAO0ljMIZp5hqHGdrvg4sD3vcZju+jM9oPg9uTWQpflA/GDDPbw7zbOoylwfZCtzAebmlxfA5pciXNYOB4eHQipgwarK43uayFkBItgOUO5AYyKRMezMvmxYie9Mabb6TTp08TKDuH6QbP2zt94p08dbF1EfwGveon3g3BvYlxkgZpa5gYCsDfjGGcUpSBCFPCW4Ym+rEzaB/ITDc0Zsy9jLII/b4uBLfIWLh8qLvj/OrfcwxDdbsAE89y//CM8pi8KxyVvLqhbflLvF2uwNHlfezrMdGPDfc9UQ+ysXc7vSSM4qykjnA0kE4ngTy6K1kWqb2etrTV7YLeWp7kVQeu5V8egK0Fn/p2FeodnpN2lM2GR3ClSz8rPRTik1Cg9CCcXTIeZLGkOTmGRXEYgQ2OtANGgFfmcmogvLnHMJrEDskrhkg0hCZK4E9NTaSzHBTW5MiBAyYojfcwJ4N1294eEs7r15dQNSE9tiQKZwOJ0hIcwLjEuISiJOOL5VFGWds8SG+/cyNdeeo8xXBISSDS7Eei63FYDVPZG2H4ytBx261+Y49jum07rW/chMESdI8jEdg6OTw2hg4hTI28LGlY/3FClrQyE0HCpOCWRWow//gVt4WCKYcwObR1HtOlrrHRsbTLqvDK0iL7rp0S2U4DrPrvbyFtskVyB1No+6On0u4AUwLMofbsr6RVbHA2+txls5fOsNrd6952JTKPhNDoMOnKpMLWaZV3sTHggWcxZwaOFhdYFWfu9vkXno+tlqFdAOCWrz34zeWKAlF/vAFjnrrJB/FJL5QYPPipyc4pBv3gajM6HLMPlFcYESvh8DfCIVMHZzA9NzDQTLNLa2mTDoO1cvI3n6OutJHypa2bKcZNtBIMJEppVwdswfCq125QciB+W+2k5QNNBaBtjw98svaLy/BEGyp580mwjks3wpWo1f24cF1BPvTr94RRllyj8fNiJX8kJ+GURD4ggUfJ4jiyiWoA6R0wtiq7pFrVULlZS61nCRLirxikNegnq7qAbuXtQrwHQ6h4sJd3ByxrWUZBxSFWZqqZ5OPcFaQgmUWZN/W4WCWTOMBqZyU9f+FkGnNBg2s/YKXxvw8xujKqZfMv/tktGApnVQdTzNgwWpZAmAsUnoA+SzCWw05BmHbI6+23v5umplGVOTFDHBgBjLdfo7usxO5tqzTO8zrSHAyqhznO/t0xlLXfRUD20MAAAEAASURBVFJDRYkFph3Mso1PIJnCnHZ2NhXIcrNkzjD2otcqIQhRNANgLHs4xq8avgtX1oxD99gvztC7D8O5MzMDnMuDdXFUf3aZqx0Zm0irzM/2Y0n9wHlT4N3irKC9XQ79wmqPtjGnYTBNbUoCu0PlWPJB8s44kWEUGiAKz70w0wKmdTxzEp1LQHPLokDJXv1e6j4AxSN3Lt7da+6csXmZQqeL/IjcC9MbGRhNW6hk7W9p9CSSj3nNzhj4CxdbUmdQK5sYmk5vvDdLuVHRsrc1jwC4XY4SX4we9S1fH+0ufUTyEdwUjzrp+Nh5y0CS8JU4wtvt/NgK0Poos38/4aAV8K/o4S/FKEtlFtjaCMwV4neLfGzlBFPsIpxgAkdDv9/Qoi5JFji671E/lWdUA1m0cmkxSUgM5qKDFHzJYfSrgSkT8lvLOSzlRYYT8Xh2gWKYecQ+hsmbAKhydCu/KqLqDw65tI6j7qDOIbeLP/Ftl5VoFiAeu3gaKdKhtgxZJmZ++a9KCiQr6XLh70rsd+d209uzS0xNTuADbEhlDg3FlYzWRivT9luT8Nq7ceotzt4RBkL0K0kSdmNtKZr4zDTK16ZDWGFpsg8csQwGyd7kAQzXrrEwgapNf99ljEI8YFi4BOPaZ1h+B8MXI2mcYe4m84ryJuf33AEkm9EJu/KWJbR8SnVKkZl6wBOPUXoiCzecImD1NMTznPGzgc6n55hvMsTu4XztQ6YJ+tgWuIay/B7zwqoRTUxOoO8JPoDXRHpl8mZBPrmDEh4v5jxhgk0k07CBSR3lzsSQVRDvNRew8lEysZMMyY53pwIC51huylM5Ap8ly4heaM+2QEDTH8KC+nbvdtrZYP4ZOLK8HaGrHyS9oE1Cx/TEfrr6xMX07jwjh3XKGqGAuaIpX2vkG98dcUTZW2GIVVtEiiSALTQ34oWsStgKzsqbWxYc2u88Wa46M4iPGYrcMVhSXYY2l5wajvbnNy4+mUSsB+BjHdn2WnAYHSd+u11px/rXw2dq6w59vG93qL8Uo+xO7Lj3gpLjvv1l/f6q0hb3VpqV4F22pMtSZK7WeI8fmRuNmcbQi17eNgYsxi6fS9vMRe4g3XgAVwlbh9dhnYwyjD+00seMF6uZDjOvnjodKjioWwODMYGinkDEyVTSy7zVHsxnm93S3/nOMsZvZWJYviEtFwAKAFlao02QjmmZXMypGUAwudQ9jO+UezhA30cqW+X42Lc4WfAcajnoSjLp6rwp6x8wMVbMWZGVme2g6+e3UawD7R2cSKtr15DgmAs8cYppAFbrkZrc8rjDuTNKy3YQoM72Ttti3hZQo1MBhlg5jiE7zcM6cK7TtgYuZPQuqOwDQC/zk2NnL9IpeECZsPONLYMHmzBvpMGR4elY8HElHhYNj0QuQSI1HcsvFioMBUORoTWHMTUHkwtTdxHmQ/5UjOKAgplHg6G6eqmHzKu2Mosv7Zyt46gT8ldqj91ETG244GecAm0HJNCW859aZn92Zig9wNjxW6h+PYolnY50PsRLnfFkxvYhIn9QUBFQUNIVVu9cX10f/ppePzKjlIlYro/kguI/UsyOSN875NkCc08dGUic1BjtM7iKt/yuXMNbVZ9OxjtMVkEbbW+sY4+mycdOq8CSGzzJGqY132a5iev8nOdqD7IwIctRQnXuqoEi8jj3x1BCdwFD9JYeNUDAJ7bu8VIkhr7QweGMmt4T6fPfuckXdB2DuRoDJmAiOhiI5YhFB/yUP+Mbzy60wJsiTecMzXgXhibcxnLofni4lu48eDNNcjDZGGdvs3ZCIkA/oDRKeWBc/Uw1bKHnuIXyec/hGKvTT6b5uYU0jnWckRlsTbLvuucQi+rOk4ZoSJ5KTTDNwJGw2rFYJlxMcZC23laGd16JanwfMtPM5MQW0F6sH4H7LeZYneoYHz/FO+khJYaVJIbYUVBHAeKDNIP3eidxdSM1BtLLHEFIJYTTmVW3U9YrTpnqiCNS4Jsk/Ope8x46C6cJwtJQ7o2iDgIOpN6oE8LG/uX+njQ+Pc7c6jLhhcfikpj3rswa4NCOZpqFoZcvTcfWx1V6wF3xdBxsXfHza0B57Bc9W3RUC9FCS+uh9rHrscTPuCz4yjgsc8G5kFa137tL2ZXgX/Prh2aUx4m6HwrmoOqC2Y+OjJKC9KZzHkvna5uEw+uYHxt+5R13YtH7S9pRvsovbiUcwY1jA1Lf0ruSpPltQ9Sjj52KvdBbMJWAgrB+y9F9yWlL7ENIQUN96kMSVkkQ4A92N9NJFKJPDQ2hc4jR3ICGOIQ3nbqLnpy4ln2Tg65eu3mYbi9yxkzsJqFR2aBwSkehNO2zqYR3hii/0HAJKxEHIcMYgvkTUMlyBRFP9Rus+JLWDlJgf1pbvo/AtoWkeIFQSEo00KZK5nQYCT3NEZTCD3tXkRp3ZE8oJvWn9966m3reezOdmB5iGI4lIhZZBtBZ7OP8b49ZkJEFg1QshUnF4hnM0yFtxSbxoyzg+xAGuI8FdmvLs2fc037Iedob7OA5ZKtjk/yV4Jp0XNaOkwgyRRmb8406mbL1Jx6j7OTbx4KKdRPTPMGVZFgZS9GZRcz8Y1quNvezILSxuR5bM/NUQf7ebiOZEjONUteUSQkYTfeATEqRVZuvTLI454izY6FsYiytsyGAgPxnbGiCLVskt+IIK/ehIC4EDrHY99z56fTO/FZ6sO5Io6RUUj/+HlmCj8jIX9ITroKj0s5asXOW8ZqZX+tLPOTpjIxDYQfScFGGapRVebVuwTAFIVwVo6BCP/MMGHOI/FtSrvt98LO411HEDteuuw5vxiIPcRXuH/I1102r9A8N9bAPBRtdUD4s+DH+Hz3mMYnhlS3p5MZTQuSzUwpKDUNDJWPbkdsh9xhup7GhNPXEuWhUTtkfRzSt9Ig7CIMcZrfLCHNqzV6GZqSpwdrT0xPoDcKMOGbgEFuPMplu4jTtsEsJADbo3cZU+tJr99LaNglDUO0GDVx4FSnNeLziwWVQqQGp7eVXXkx//s1vRWWal/FVJ1KKdCi/xS6eeVRxRrB0LvMuLPuAkxw35m+nkwzFB9AFPGDlOeJCxDZ5Ddj2oJzu4otGcNM+hi7WOQtn4V4aGue4BYekrDYPoK/ZD4Pq3+Q0SfdVm0pwLnJC6oxnfME4C0kcBcsCzk4f5+w0UfmRqfduIL3eSptrd2MX0dTERZghe8T52wc/sHnwJHOM0nNvOxtlxQ9TH8P23tjpAwt0GsDW438VLeDCwxXzf/rPfi3913/vv0mLSHoelPb5P/x8+i9/7mfz0LqrERdayG29avHO62KseN+5UwTn3DBl6dAWcNed2QvnyChGmxlteCic6PHHe0k/exrTMgntAQaQx9MJtpu+4+FtzCfvg4eYm7Q+jnUVcRz77RjPgOMY//fzMouHMMlWtCrdwqRb/katl7n60N1G9G7RexXme3FDv1nI2i6QT4HC1/ZUfe7OPIBuR/vgp1atGrSTID448sNDlB6gwAnE0QCM0Vmyehr1LzKVqEGYlj1oO5y9H9yx7cGTuyr0WsWE2cRjZ1NzYtQscfW4maWYixKa35SIGJ2mARrwEDhXR/AQs1oabB3znGjHsjEnZ3AbTeTegicaNkx1ZwfdRXQy39tsptdfZ3cMxiMOe7W+TR40qmHSc9+y9SqriLwZusWZ20zTDbIz5dknLyJ97aTr199jtwezjUjEMi+HfDamTKQa2R1Im0iRq+gvNrAS1IuxDRmiC0ANjmZdvn87TY2Op7MobfeyzTHiycRDcFPlBgO2sVSEH5LjAJ3D6vJtdDFJB+a7igpRz3ojjSFhbrB4Mc6wFyxSZhlvIBX4RQur10hvu6xW72HarR+pcn3rNoxDvcjVdHrmFHOR6CUBb8w/wuR72eMdErWiEknlGslVpTS5jwTs0RR9GNp1WGwth+4BsFdVRvzIPcIqYf3iL/5i+vv/3d9Pv/qrv5o+/elPpxdf+gQ7rXaZF/5Oeu6552TLlXpPpi8ZVpSiTm6WzAzoYBpwZQ1+NOXYuCg7v8UZLjoLiLzP+d3eQTqGtoV7Y4WEBaBl4SXnh5R/sJlOYdhpmKOMv3lnPh30aXDZ2iNEFLDkktOwfEFx7ezBZRuu0mLrzSHSMhlxfMQVHGSc2z5NrRUnnnOkepvTR7zn4bfPGYYchtg1+Px0VMKs0sy3FjYNW2/JOVUCxSKWb1wEMkzuoKsEqlvjR//Wz3yu7mWRCyzeC2DHoiJTUj36w5+rAj88QP5iVXa7bmYe36tgR0O3UNCih+Pit/0ygiQSEXSk0uqUQcbbEM8+zObkE4+xHc5TVogJ4yjSm7CZdmHgFsf3PoZ9HJ4IU0SahCGNNDFXO30iDTLE7WXRx4rKZcm/hWht4PqYhvOVjYGD9AdfXkw31xhachZ1j9IZhGqoBsPWbayUO8eW0yNNYeHbMNbSP/0DzzNUxJAvUL9z/SZMFwkKQnEOMjtCEp6f6Pgtk0P3PBwPIGCm+bsr38om6ww9N7EdOTlxIihRWJ3ndOjVBI4+VpkPYJDqYyo3NWDs25tsxyNOg3xZ40jrns8zChOkIxgk0T6YHAmwEEaSPUNpbeAMak6nWYVG2xC/dRaJVpdvxiLSzNTZNDzA/KdHV6g07tA95jApC0Tb2rVE3rpMHep+jqIPqZqQnDHXX4VpQlY4qPBqeX7+v/iv0i/9k/8xff3Pv5Y++alPMbTvS1/8whfSz/3sz6XJqUk6kmb63//5Pw8GWgxckGrkWtpQABCpWyMWkblZF6WYRon94eGbQ5VfYQmYiaClJ1f64/wgYIthMQGjzrrj0t5ss+rtnpqaRvqdJ7zlzLRR0i/3jJfyxl0U+BeoENrwAoG5TPqUq/oSYdo/+WvgkhKIA9MKV0Usr6VWWnH9EEirQ+VzO4ZhO9/0OcZVmUb+x36ucbaKR2WYOwPXQnV++ChvisFHRGEzf0Qm+WHzfCREkWisVsNkOu5UeBCa9/jmsEU/pIDqCl25GlA7EOrgGaSXSxewiM3QN/iLBIvs0Eonp6s0pTxhw5YB9xF3HCY53rubTo72pHNTSJH7SFRuQyRcqObU8qJZdLz54vktCwsD6eb6QHrvvXvoMu4EjQWKIYiYMyWfImU4P8WMXjp3bipdvXoxvf36d9LO6mK6dW8Zhs/CCt+//8Un03MXzoED5R8aLvAafx+YowwFJ5ZGPMW7OMuDRZXaFzl+9rUbb6cthsexEwcGiJAGw2ZV32NnmWcbgTENc/Uyfzg8TAfROMXcG2blYKI9XCsY1V3FovgSOocrSNo7nBux1sDc2vBpDG8wdIeh7O0tp/t3v8lq+hwHk51m6H8pDaIC1eTCXhqSLBKlxm7BXdBi4JBCWlA7s+oaHhuPMOI02iN360nXSapYZWcx6j/8hz9In/2RH8XK0Hb6oz/843T27Nn0f/6r30h/9+/+p8Hk/pdf/pV07drbqD9tpXffvR7pRK9REuxMtPoujMKFZIlak0dAaB/ziKNTzWlxB0anfEaY7rGbkmZkuZF8BX+Jr8oVcmVgYGR/Pb3AvOXMIJ0P+pdF6b2EfdjdJL1qEHQEPba9d4TIL9GRU1YZev2KOqERlzo4JmqHl3B0FTPiGr9+dUSqvXTyJrkH+K87cBYSQs2vlL3nn/zTf9uddwQT+fUCFEKqpRGF9r0TgExswcSikusxPvjZ4Uu3iwn2I56C3Qa9DZ+9cw7c9uuKfAxcMkfjFZNZ7RgHDB9ZBUYcnLpwNu0zp6ZKjS7CQ7jqPxan7qEEoAtVFx61wjNBGzg/0sNRpQ6BmG/CsIMLE84pWT54UKuSxHtO294bgud9nZXsb916J21sTaUHd7Fwg6Sws7sah3OdQKmbVyIRkEJH8yHBPobUT1+9kE4wJ/bW699lvhDYyGcfictjER67dDK9+u2/SKMjM+ne3GoolEdZYtuhyYkQtCxJ03lNs7BocXws79ZV6GeKA54HWfy5yFEKM8McEEZWbjEMKYa5va2tDd53WHRZZQcPeo/sC3cb4srmPcrKvnAYqtJ5g/3hQ0jfU4PnUmPiNAwbXVPws8F2yJWVu0ibhyh9n4HZyuhRPJc5wkRj0UsJDfjatQHANddkHlQVrowsigbcdiYWk+JkyjMBSjO/uJDe+O530//1r//v9DM/83dQup8MZfMx5l9/4Rd+If2jf/SP0+f/4A/Ii+2Mb7xOnP30s//Zfx5tQoldKEzTVHP7EHv41uGTmck86Hyku13OCm/ue9ZOdLERV9hCqyJiEz8IhbSEF0LcWMVICenoLSwdjsxiEcwuj08aRVlmFPHeg3lOfbRD4Tu/pfPriMuLAkBx0fn6Qkbm0tHmeenKmcj6dPtWefGl4CHSpfzd7oA0W3maEvm6iFZPNXBzTNx6rlnazqnn51wm49bD5RCyRcjJdoTLb/GYjgy9sze/Xal0vUawAkTgpBUxx43wQOO8V8y1dCdYD197zqioeZhcBXjdtyC6wFXudXKJMH6QQUhZcdWfi1+WkPyupBSNu4rMmmpqot6iAvkuElLMX0jcwTbyPcNnRlyU1zLITDWJ1UR5WDNoL2C1+jH2P7tLwx0rMsj9yEuwHP5lsuUtMBWpIWkdMjf15oNb6Y25O2mDltdEuXtsHBWYNRZ8SJ/k2Fa3xMorhixYUZXp+qeRiR/45FNpm33N3371O2kMO4s7DPG0zHPm9FkY13q6dfMuRx5gvmsNtZqIZ94yRCzqwIj22To5NMAbc4YBT0VdpbzRZPygI12H4itY+dmgfCOcd+N3TanJMWLFmfjqXMa+6WAGGL6g8e4yX7iyssKCt/OaPUi7jTR8+jL5o3KEdHpv9i2ktaU0xY6b6anTaYjFjQZDek3AuQ1RxhdQO4yuObN2WKtBDxlkDww1T5NYN9Amqykbq0tYUUcpniG7Oq3uHbeBjmDQ94033kxXnnwqfeYzn0m/+7u/m5588sn0P/9Pv5z+wT/479N32bU0zBEZ9+/fTX/7J38yffLlV6gPWSylBifRuQTSpKrqQdgKvgJOXsgrqBAaOFQM5x774mFSkRbhCNJy4j43BzyJ7hSAu8DKnF5HBlW25p/pgikf6vkElp4WltlmSkJ+gwwlvyOuNZ0kmHw1uVYw/YwXfqRTPbcT8YvXQ1z1yVvk3xXMNlh3whflwLN88d6Cpx64/mzPbsC4bK8+6CpKJ2GzyhcPGbkRyrRLuR7OKCOx9k9Jvu1jmpVv7aOPcVkyHnJB6gDWUzj6/KiM0rTrqZpnya2kmv0IV6e0iNhGb+6JQRZe4lTM2Oe4x2GPIc7gGewXYnlGU2G5hyPXCFhSJzBlreMiG35wx81hOseixQ8/c46TEElXRoUU6Qqm+RWwIkeSszxCZsrCvDM2kL749rfTPFKGhK4EF3uEWe0dHtvlGcayO4x0NZCWlpawG8k2QhYJnKdzLure3Aq6jwvpyoXzaQXDFc8+8wzzgAxpOfNGC9pnON7h/j0XfrIcbxn6MA47PjrMnNYSDPUkepErMBGGvTA2q7tV6o4HoKb/sc93bnwdSXF+cTHNYBQ4UEV5xKnDxigbZQkrO3BWfRpIhip4r3EutkabLesUFsYb2Mq8O/sOeptImGw9nBifpkNgLhLm6M4aVZcMmxu0wHVSj9MhrqproNdwOXPqCn66wxzp//qPfyEd3J9PidXrr/7xn6Rr33mNRSksILFN0XJcufpUunz5MvOS30h/8PnPM8wfTD/7cz/P4s23wyDGb/zGv0o///M/HxVpzTkZEc6OWZqIDAu7qxAmmDlU1L8w2mla7059gEH8YZJ4qCMbxjwME/GMyWVgnY9I/9q33GExMOjIll0c4VpSGc/CI4x91MMMRk82UfPaqUlqJVq5W4LsInJ+87Hybt+Bl5dc3hK7xG2lUH3Av4pYD1F/JgsAr/sQBU/hkY7CRaDyUr8br30VGA2R4cvptmA14S7XyqPyN0bjsz/x05/rChcNsp1VzrY7jO+FOZSw2U+GQ5HCE3BEoC9H4TkuSRBhxE5X8tG3nl4UtgrukFfcQlORldkVHGQyrKdppHw5rJGuJUz9bCDOBQ5qLPXUTNqDCMMoQqRalSXytIykbGSgjqFvpEDDJ2wfe49fnDmRXnr8bBpowOgg0F1Wj/dgktE4qjYV5eFrlCXiK+30pAcH6+kr115Lu6gT2caDGeDvaChWTZEYB4bW2ZDCGdQbIzTi4VAfWWFoO4SU0c/lLh/Nti3i9+RTj6e3372FvuZeunrl8bTq7hUQtLCwEOVQFhuFQcooN5E2T7FAsbyymMbZRqkE7HylhKpELT79zX9ExC9/FYNWAKU133mYEEPpfqRIh8+BcaQ+JWENS8Afyc8FChd+UMDHSK/14bTEKEc5bCINn4FpnRj37BsU2JEgEQ3BdZYOA+nkIxMMPEoA/utnmuCgQf3hgbcMFdzyI47m7t1Pt19/I33mxZcxMHEyXcAS0MWTp9IX/vD/QxqmA0I8XMYGpws+Fy9cSJ9ilfvsmTPp1//Fv0hnz51Bwvzt9D/8w38YVn9kRm7CJJvMmOLdbCsJt4IPTGUccA/mKJ4Ia3wxSuyM5zgKGDqSJrmU1KWx/CoBZOKRebpWb8ZD4GsPyTLOYoq0DEaq5KFsamSxEHeeQX2awgrROvOuW3TegTPxVLsynUVEswjgWyMqw/nHXYWy8ixE+lUZRpzIFhAiEb+V71VYQxcXZQQfRuyExTZaheRzqwMoEVv3yCjiRxqWPRgBcUt8w0Ye5iMuI9fW3Vz0qbsjZtZkGLmg9WDHPx8brjBJo3Rj4PhkOnyPY5SdBcmJZkQBrAWOi2QsHcRRyl2ylwyr//KpfSdunp80cg9qKI00/tiFdIiOXyZEEZ+TzIiWJAybXTBYKj58qAjJcnhvNX3m6ilOQ1RNheUUGq0NQyYp8do4hDnOmCauCsaW2wt7t+m12Rvp2uIshh2cezP/nJ/0lckA4gw8M7RHWX2YPdWqqTR7R0M3cW4eQxEQfx+N3OGsZ9TcW9pEwbuZ/qNPXElff/U6Q681JDhXwImPnt0JrBttKD1iCFKmvwtzHCT+AcNuLQMJv3OW0lyUMsoK7lpEnzuMUEExDOWTEcuQ19gHPslJh8aLMpCBu2CiIdjOUfh2SyMzjizycNbNIGeJsxX0PCcwDmIrUmtFvagFeTncdk7S3qOSsUm1wh6JW+dKnE0kVCXryNCq4puSmtMMh8zPaYDi1pvfSlc4XOze7Czm4VbSwuI8Kj/Ppv/j1/+3NHPmUlrdUaGcaRLqbIQFl20Wzx7M3WfHz1j6qZ/62zEycKqFXIDAOuUZ3BW6YxG/1JwQkL/1KBzSC398dzbS6RAZUDTZTHTgjsVCOoVd8BK4JxdjSW95Kst7eeYLcPRBuwMDWG5HIT8vvGVYCsMJIFrQmf9+mqRzGh1gBEHnEdbTW99JO0fo/DXTY1zG/DEfKq8cLWqn+MRdejo2nxocJVVr+YOdnXTBDaGt9/gL6mtHL6Bkgq4QZfgcx1uBS5wHowzmWIXhFgTs/YNcYZQ2iNL75Hz8zXm2ylZy/YBEPwgZJc92MpEjr1UGtXx89HI4oyvvJWgs3Nig+bYDM+vHlNn46VM8K1XaEGUj9vUiW2L0l3RAmGkFjq2IQCDDPCj/FAF+8PJEmmI7X5zRw3scImajcLsj4oFGFxQNbeB75BsMiPt6Yz995cabaYmB/4FSk7mSfsYkjYTHrFemBINkBhAOxXvYCTM0xCLA/iirxc041mB3i+NZsQg+wjyaTMO4Nsh3bqOAjGTrCrkHnE3Q6IeG+5H+HsAsJ5i73MKg7QhD9D2kPdSNsAwkYxeMmDeS4i24UEW9Cx3fKVJ487mFaRq7OFMxaAEF7RMYrIgdG4Tx7tC5l8bdB3waB+5TqmRn0hQLTRMcudujtAmj73ERRuboHKTZB85K04wMzTSyXUf9Sck4GqZAB/78CJSAnTsqgWVxDSnyn/3KL6M9sJWeevypdA7GPLd0nW2Du+n5z/xk6h2eCGa2xuFqrsp7XMZLL76ERHk612lQRS7LzVu3Q/IeZv40M8LMvoUudybSko3YXT12nNKl8PjDRY1KXXnjg92hSvPodwI/45OgsWDIdLwxerIAuPxLAoFrwlIRbgKw/mKKpyp/ZBE/EY00jcNUCwmMQkhj0MHKKptvYc77oXXP5HcA187FJ2GMTM24evRuPccVIfzY6XJw6ixzzMg/wDkatIrY+SGYfUWHUaTIr5KyCWqyXmJLOLLjWTqPivdbZ5qGqdBThc83wwWYpklVOMoMRlmPHnkcF7sjqSrBKlxVdnLNyI9CVeFNu57+Mcl0eB3HKDvF7JKaSCgIMYnKv8MvJy0rLLiLUCF1SqyiBGZAAxw+f459ywMVIYgovnGZQ7lyTeR8MtKDbCBjrI2zZe/pU2PpGaxwDThvFPNiFcJhjA6JXFiIoX6ARTqkL7OjJOk6EuRX7qJi40Ar8gYTfMuM0ggsEhElN6GqWRFAaBzqu8tncGiRIRhDfI560LjPMFZ77jPEDOs5qOgYN4bQcGuZ+OSJcYa3G7HdcAJDks5LjnA07By7ObT2s7y4AjMlZzKJc2ckVPMCfzZan62DjAs84ikKVPOXQaS0RQN/gP1IlevHUTAPyEmkoTQJs3SI3Mcc4BBD/QZ7lh1iH6o0joimrmF0OiLAAleu9hiroh6jsb6yyqFo7C/HFqZ6h5lJZVht+A2YbwxwVWpH2fzlH/gku4g2WfB6NX3pz/4sjZ9/Jj37A59F2b6ZtujYlKztMFQM34GhTtKZiEWddbpGfu++80564onLgUeH6tkJnRjyitojPPeqBdoBi1jx5/KfzLUMa6sEImaGn3BBi9AEdS6Jt+fdrdVMq5Ej4axopzacm3UrqR1+hDFhI1dO+pL2dErCkzDLHTqabfRaFRQC/6RddzJ7XfH1fgje9ShMsE0PEbT2Y+gcs+Rb+9j1mMPVPWmxrfj6Bw3VA+h3JFounzAdB5fo6nYlnGkV6fQoozTWcbG7U4tgOZcWcFW8OqM8Jtr7eh3HKOsRCmidTLIWokYILV/8OvBB6a3ULYjhYHw0jTI3FUQRUiQh+Y/V0XYCPOUUStnCNBgN1+n3KRjPpy5Op7NDND7auD16P9JSRIEabVAySO+Cl4mkggFO+Xs3X023GK7LgBwuNkQo4XJeULAUjVMKyySfn4XIeZteht+wxmCkA30bDBPJjzG8596MshC1yiKJBmdDcnOHB4mrDL7OrhYZpMcRaN3GIaWNxDgryyzySJeBT+CylWfgAUdGkZkFD7Z+LmER1PxcwsaduO5N9i+G4qgKjcnISCfYiOWDgfXAMOGcMEdu/Lngo7K39xzO0hO2crlG8os2L3fRw7x32xXsPiTkPPfqTiWlyIgGbGAmRu42AJ07lC5gym6Fw75OnDqfzj39Q5ytowI5OGJFXsa0vDSXnnn66ZC+G8zhmpg7e9566y3CNGIO0+mFCZTuQ3m8IlIh9YrOEdEkpBvedSGlU6p4jlDSA+HrheKj77n6ZfAgBgqwFOIjcFKlUTrU3C6IRH006WCc990CLyYktUYs8C4NljhKuWK2n8WjadS03ByxgBFhrcSr9K/d0gKW8X0u73EPAIU/++YQBDri2jELoyzpHAnayqH9pV5efYXl4a58swaEN/8dCQ9NFDyUby34SaLUR+PH/+bPfK4EiDsfuyMG1gFL0OqXYmkRc2NFEwKJTAobNpdy5druzMrwXVc0rI5QnS9HYctEVyDLyCRbG2xx0cb5AizRcyMtOOQd5CyVAY4KyEREYMvjHzBFJVSJ5kGU1CK8hnPIzNwejeX5E0qRk1j70SADnyCuOH+FBhXDZNIIRknYkOGrRrvH/ug5tvC9ynzkGqvEQTgQrMxJ9J1CoptiXm8FncNcZofemVG6QCPr8GqC17JdD+GMZ6RZ7UIOcYSX9iO5PCrB4fcKEqOSzDDD20OGZgpoB9zHUATfg2HIPF0N3tT6j3kAiEN0O4Vstcja9Rlmy2XzahBGJuoZ2woWxgmGGe80bfzcXmc4/WUQm8zVzs89SCdZMKPIkaaTCb6I3kAy+QtDJlR8ec6u3I2XL2XWfVSptHDufujVVVSN6LFk+stLCyE5m1DQakRnDhMaUAdzVx1Pj8WdmEpDp59hjhgTZ4TZ2qDT497XZBj+/NOERYtBRo5k7ND/a1/9anrppZfA5XBaYlg+cxL1MTqb0Ijgex45yNSkJQrOv+zJ/3zpDz7i15IpL+kDHlolC2zHirZ+zle7Fz8+w/QMGWjDo9B7vsNKqTdjq6Y0yF727R1UiKQ9w3K5I6nQecQR33xGSSM6mhGmL1bQXfXgN+uOKOEsi3QdtO3dd+ijxSStpwhbRcjRKsks552/G/d9nMB0Xb2oTkkTuT1I62aV4W6xmS785YU+8jHeMTmKkvyljfeqVNSTaeer8WM/0cUoI83uIojgThc+IqVyAbycU2COBsf7qGcpcEnDhvRBrjuO4dvReKoYZCGcSA+iyeGY94Hg95E4Rjm2VEvdsbASlS9eTEnmYJoSn6/+6PTJhGvD799ZS9//+Kl0moYUh3xJUPTEMht1BXm1bkIdyOw9U8aGoPK6R0L8xb330nfXHoQiuVhTVojsiPPYzJm0xAFSK0hekQjfhEvCkDnFH88649qAfFW6FT+uaKpHOTi4HMecHux4aBYMEuli7sEsDGQrFm8c8qoULpN01XQdE2k2cEtpfkH8ACV5B9FoMHKPy+McaFDNA1bO9zgFEpGDTTk0MpklTFPbnDw3UCbt4dxvz/723sPc6CHxd8mjj2mIFSS1kxraNbeqPIFuG5654pnn6IRFhEbIgC3gI6bRAj5w7NbBPH+pZXMYPlZ3RtAGmJ+bDylpEKYWjnTFk5edhvVy6946u384pZG6cS5Zy+RTk8PpMerY+QcZzyALfG+8+Xos/rz8fZ9IiyilC/gECv83btwI9SHNuUk3QX8yZ56lvgM6ljx3KfPM+A3ICWMZC84zgO1fYdRuqSGCAKzlmLskHwhCKZFK4y5uai5eg60FkQwyF+NOKbeOiiNP1zR/XZnHi/lbv8lc6eEmx4fTYnVEbklejGecR9QqhZxO9ql+KVfd5dd6TFICBDHRBXk9WsdzYcYdnkJAApE+jxk6Q7Tzd9TV9u+KDX4jdHXv/NqG7REZpYnlKwjXRLlCN63yzxVdZXNcyVsMpw2KRCBzLKm3vzz8qSQtg/M5rszZeOHNS3/uudHFGz8qgdOgmQcbOTHFcELU2TsTPhcHYuahSjeAMmoFt59gK6mJ9HEe/cq/8fiF1L+3FvMzMqpQcWFOiH8upQMcSbuQs4vithP4tOQ0j/L5H11/Pa1yLCzKQplSRAKEe5LdHydQdJ5fW4k95ZG9P5UDZAhLTIv77CmhZfUMvgGrDDd0LclcSasP1aQh9nkrjdoQRlDaVhp4cJeDv4BtYoKdQqS1EabLTNO0hV/OY/G9KxkSyEKFJj2MdnorXbzchNFwINkiDVWmCENpMPOdJUvi2oCjbkjIenFWvJIsB2Dkj6GnaQMWLxnP1hn5xD9hgdPFCVp29hc6mURlqxNMA6KBM6NQoVx9zHCkI9OaezDHXO1wLFJt0EEMj2DERESSp3jUNQeG0iTTL7Mo9fdheEJp++mnH08TUxxZwbSE+HGx6U//9ItsBz3HdSHNoqQ+g1qRo4U5GPEZVIfEGwkHTBYbmRRYwaXF5+4X0cB/dcE0eTmeAQiZ5RVWIAUHvIk+XqVbpKtQI6L+UQOjJ+K7FaQzE+mbwNCWo4GQVklLvVINJ4tb4TL9CEccw5iC4e2MnQqaHmEem3nOPadn6IID3/yWMkSRzYf/cvmYyxtgBBMju8C3ZY2g5OFdZ1qP4rrxFLggvRI/p9eCrMVbHintXJAIWoSs2CxD6v49IqNsZwVcOTHuucj5PRNJFa5AXr3GTUx1uVxJXZ4f8BoMkEJ1pFZ7KV+ieBFOQuVCihziTJU+5qxsIjY+JZaMH9iCPay0iIsy5g9VZcIgaaCuar/MgVsXBxliYT8yww+TJKJzaf2otLi7w0UFpdNoGjAHmaVEqPm03/vSV9Mc287GOSpVZWEPCrPHmxQu+KZSpMNBGZuuQnc8dzNKvwmyjDoGeeSZ3zNC4rsNpbmJ2tAeEg+wYJBiAEtAY8xDLiw+iPmr0dj7LHy5To0t75aZOOdYLhdBMP6YnvkYHcIAqkR2NvsDaf4uUrWlhVHKGK0jGYhL/GGaDtz2ONGFlJY4omFmnD3vKNP3o/40QMMNVxU0NwZxR3jKU+gt/GGu2p88SHfJgyMqDlE+d4XWvMGXZVeUD/1JmKZwuGNpkSmHDebpxPMSc7VKmf0w1Kgj8jU3GexZNB5WVubT1aefoG7z1k1pfHV1OX37299Kr3yShR/yUU1oilX5u3fvxvvMDKOTjHITi/Tya6bGoDdAkwlppCNQS7719iPox7loVwUJBAhmhlTuTqfC6PYo8x5wBQzu8CEcFM8lDsmTgJl2Mn2I9wPScLpC/hvqccYgAavBPKsnVsV70yQLQxKnGwnEdiQad8tqmcR/29c0wo+PPuuibngz3exnzOzaT8Xn+Hs3owy01HDTHavk1IaiO8TR98B35S19xL54AP7IjNLC1hOtPwf2umEg07qLhgiCCyL9ZpDOUPUY+dnvJUzMuRing0rz11CzoCeWmPo4+H54bDIPWarYBw7lcEpBpiMcEqFHvLZyMClg7Kcxnh7qSZ+6MJNGkAhDTgBYPhGP3obJQVe5HXL3eSB1SDgmiO4kc5H7MAp7px2GwNduLLM/G2XqFZW4OfYBhWzJaBup0618DqeiVzdxXB0/zkG60FPmKv1uA2jIKMGBKUU0kCtmIxweOTzSHubYhobIE5gPkUKGmZ9dW9xJq2wfHIRhqZ6ThylVfADJYJj+AYs9BzDJBuforMFsUMre6EvvfHsDO5qo8IDDGM4RrmU9x4LEBZAOzSnv6WmMZAywuMAUyKILKBOTuYxVQXNjEHo8wHE0OMtCfTVhXlubt5gqYErCpLGR2etcMCnniwojmlZ5+lyIYCXdlW+nQ7Qd6gLPOIrra6gq2bk4FLe8kkJm7oesarOPHmBj0wRP165dC+O8H/v4C+nmjZtso5wmbEoLpDUz7ZngMBEbK36m4TfZUesOQGVunE85LH4xd+Z75aJ5VDgoft5tV5Q+33m2P99AU0ENBfNuurKNQY0dzOF57IhaFDmZqgOxAfgPQNKqOJU5DjLtJINUST3yIY+4k0cpR3iYO/Q/grrbKCv6m5zL4xKchp3b4Oan8u49KChgb38LCMLPlIGlcu2n4nP8/WGMss575CuZd4q3Km/wEk/59djEnVoRjnoQGWV0wCT4oRmlCQVgFpiURW/48Zvvx8IRFWQh6mGUxdo+fCHNXMoSKt+jriXowED2s5K7ncRZGpqVsgeCRpik196gQ5VAhGnIWASeR8P568qfBBkw+N03wvZhqOCl8yfT41j86UNSFMQci+88y4RM3vk+e2pXoPNeZhonPbYVIKPc3Tpk7/DN9DrK3ipf04rT4Q5Hri6wkDAKozFZ0tLYrZg0XZ04E8e+o2pNkDqesbLtEMw4AKMkC9eMxYgIh5/MVed7Zqpsc+xj4QY1or1djkkd4mwdJL/79+cw3uGOnrzqHhP0xuOvQQWcP72fLl3OxiyGOR/83TeW09xtFj5YxgJqAopdb8Tw4s/YQt9kAnOUlfjJ8WxFfP+gP92YvcdxE4fpLGcDxUp5BSekmeNW6ZmEjZ/lN6yr36NsztvmetI8XEjrpJPn8fCX61l7hHHVV9Nz1r/Quep/l1XxEYbfmyz0qBupibQsZ+U6F5fiyTwc2tnTzmDvcu7Bg3SBraBLHpHL7qap6VMsAmHFnSE5mUWHnHkSzwFfBYsZB5OSomRVuaDWa4fL3h1e8RLlaXsLWx+Lc45gYi6cjqAHaS/oHlqIkzulA6zS5zlR4po/MJp3xm6G147EtHZc6OEv45XwhCVBH4zMlZnIAEP+aTq2B2z5VH1IgaAdxqdcCH/juSqjeUea+PvFJhj5xRs/Zm3cuEftRa6Grrvctts+5uMIIuKRRy4jfoJFWuaR/4T//f9MShc64VVY32PqifcPzSgjskCZiC+VC2SUl+PuIL4dnvgSgAisOXsyXcf8I+/F32+5tzNcDqtf3UUS9K49qHYMsXKcGwGEERVRxYsbeVtjIjVahLBQiVDwYY8yF2euHK6nTz9xOrHBRu2VcMGUCCro0Th5yBIl0qQGcCFcYbR8exi33XeIs9NIN27O0dg28G+mxQerMM9GmsA82ADGHTY2OZsZq+GuTpJaNFTxKa1mqMzPL9AFdxtZPFfvzo9mCz/5u9ZP+A9XgR2Mv6QlgbsyPjUk4+cURTLyjOjbt27Ggs8Qc3bmHR0FEvYAw+jJEY4j2GbbJH9vfRtDsNszmaEgkUdViNPAJT9wjBgRgwdX1ScnUVPBjqYMa4596+8uzaYphvufuPos5cuAFtiCncBoYiivZIjkO7C7nNYXbwEQQz/rh68OZ/OogDxU0FeXVcmSuiMgqVIHcFg7EOcXw4AIC0hDDLsX2YeuGs8A+L4/Ox+2KQ0T86nkbbl1/g4wp72BetUE0vedO3fSCea3+zgH3JX1YXQ+szhKbpY/YlgiFgxJXziKX+AoJxu+hn40V0WqB4Y5RJmC1qQNUA6dDWDc+BZS794uc7EYM4k2JveuOWGTkoK+pCWG8NoH2IHpW4bSjmP7ZSsqZYrOz9IcpJMIH3sw113mOjWskZ3lzs/lt+RRy57HEj7zA99a2dQCHufXzSgNrsRX8m1FPy5y6+MHPBTwWsFInbJ/ZEbZSqd6KAju8I+WDtTecTKtNno6QuYXguVV6GO+HfGqYYOGbyXnitaijJar3Z2hFGkPJsGW8OWOVw0p0TZ496CmPuz3XZkaSB+7ACPjsPlDFl78LvSSWY4IAvWjl9XsWOxZlpta1mCS7rt1K+BeNMaFxU0ImLObmZt03/Pi/QVWfdfSOA2w6VnZpLWytJLGlDZDWnaAQ/qELQSndBh+QkCZJfKQycOfyiRrw4ZERBhd0LHffTCyF05WtHrrXho+mE8jnN29vzcYjPr+7C0Y+24aYZg1AFADzCv2MWw9xMrQ8vxOmr9PB7CHRCMmXJypXFQx+ZtuMA0YXD/D/LHJQRqtw9PedP3O3bTAHvYr7Ii5zP7pAqiMvdSKQ2yBtLPpgwlvYntyhWMnmGpknrk3rQGbZ+LEog7zxsYTd86Pxoq9Cx0gSvzgG9BZ5JhWiHlLPsNQ1NZ6gMGQSfB/HwX7fVb+J7CwJPCxSFDhSWnXOU+lsyGG6s5PWidaF3LKJspqTjy02wD5ChRFiTkunqMeCFclG3A92k9XDGnddPTmmZR5pi5Qd/rOq29AQ8tpfGSQkQLDHGEIF4GN0Hr1U770g8myqKZBYKd/okuOuJZPwYFyRChrnSUdyj3CiMgOeo0jiA9CFc7qzOWUGZtmvrhliH3AESY+ZU6gj6/d7ji/wigDlgr+VpnqCRwXuf6d5yieRe+6hK3LK2L+1TPKCsXt7DPEAhoIy6+t30coYxW2HhLmyMC0FyOovVYgPb4uzwPlRlgI1WqRuILS2p68K8OwnYuh3aefOptmmJNUR9HhiMwxmCT17z33Yrmdm4dKyH1o5ja4hCp06JyXpEadA5LYdn136yA9fx9D9BF2hezS89tIZejjQ5PsphlK93hvMn/UZG+Zwyvz1tkIgynyLBnGyIfcZIqZOWbytEh1Rtl65oM4L1eDhaVDJMTmNkfqrtxPJ8+NsTrPPusmc3gseBywD3wImPvQTWQ0nlVmDmBMlEm0xDxtMHSxWeE0AHU4zBEXdDSDg3Yse2mVzuKNm6woc4Tvi49fTGdYCInti+BOYC1P1El1V1ps9KyngzvXWf/ZwooTRyAAxA4r6/1IeNHEYAxRFvOEubqPW2mHATqd7TbpY6+SdPSzrm3E6pI2YbIOxz3/pg9amZ29yy4kdqSw6u+wega1McOSYEATyfNuPUenCLwu/ETRST2zEEPlerCuG0jhTfRXrTFXqLNOYw7z4X/No+ZAvn+CKNYcW2yu76XvfOubzL0uIMlvp0sXTlJnUotl0GUMx6NRgq55iOdSAiTs6IDAM/VlkOLEc+48rCUleZTTwcfIMAwZlbMN1MpESFZzIgQRnN/LiZiJiXnXmYKunUH7KT50fW37FUZZaNgkC920Q/F0XIIdAXgp4HT5P8T7r0GiDIhy9hmBQua7RNxZoiJNSmx1V39vP1dFgihlksnhdjA7WVnFUkyGtAwZ9cYXke2f80g24+iT4WiDLNKcmehLLz15nnP7WCQggsNZI+YYhuaVxELKw9dFA6UhlZFV6n7wYB3lbRaNYDB5Jwuzd8z/OUwaYFuefGGXxR0ZqY1tFIO66hturHJ+DHOVYSUHqWVlhSNfUZwewUhs5I/kYInEWMYc3kIeTAY/4Ax/YQWewhwDfD9Emck8WhflCLwgGTDkWmM1epv94dus9p6a4twajrfo3YX4OcVv7vqtNIJZM1NXOVtjqqr4KDXasRxihdxvOXfu4HoAvdKpafDCfYd8Z1n4uY+Fosvsj36akyonRunQWIDQtFoQPkgJSUxJ0nL0gPvNpbR+F0tHo9QPC1/qvgp7GLoQCyLS1sJN/ygiDdWnQ8b8Tpuo+hTTIAQhEBf4JyxCZZglE0cOAGKODrWhVa0usb3y/u1Z6ooVeYxL2CHKFJTkY8rDvNhaqc1IlvFJU+nT0Qb+4pi75t9uvnU93b02m+YY1p9Eeg4DuHJW0hH1QvPoris0dRxpBA6QIr/5XYbb2BV1L/1oIz179TGOHDEjQwWCWlllavcV/1ayGW5fLaNK9UPszlHfUhTnuuUe4WVyhvfd7myP858anB7KSZHgb5ve29GbowJzD2ZZCl1lWKY1TLm49lOVT+RbvrbvHYyy8gaadoDyVE+w+HXfj4lmkId4f3RGWYYngcxSsArAFjOTeKww/tWqL4BkpFPhfDNKuSIAPxJcNJ7i8bB7EKxzUgx/aXgW00rU5Uboi6i0uv0GgdAYNWMW6RNYK9sDmET71NWz6SyLDa54OmwLRsT3zGyEEGfiEINpSYL5Gzt8kMKuvX2brYL76e69JewnMrymdWEADXaWSc22PsDKYeKkRaUZmannnwxhHWec8JtsGVy9N5emh8fpqYeZs2SBBRuSmv23QZurzFtCK6WyAYcVIXyy/GK4wAY+wBxMXrw7d+d79Y27aYQEgBThERf372PP8v5Gau6spEsXz6U71+6hMH4YytpO9jfpCBoMdZ2XtUxRraYDTtzud8CQegyVn2GYW09jF0a/md7lUKs9lNJfofGe56had7HQEmFg1pWQmkAlNUNQJJ+2MVK8t4JkxJ7zLfAVdkCjA8x0Arshd/IgX6opPK1Xr9wwxTHPqiKxcz7wwUgj4pijuORy7tGpi0xnhGfY+QDL36PUxcoS+8VZ6Jlya6sMGJyLf+k216b14BNXLgLK9szlbvWn7/7ZW2l7nakJp24BYW5hJc2cNR3UmlxkiVj+HnVxno0A1i7zjbJaXi8gaTAP61nfX/ijLyU2d6XV+dl0+bHT6QJHfmDfJJfRkkf9mxPPka91x7MICAj8VkECedga818jpmH2GQG5VVM60UWZq+CGjs6DeC7pTTDnvEmd70EzB84TB7yklotMLkTkP68kE0kQqitomvDit1VWPreeI61okUF7whJgSITAEVfQt3UixnT656d47frxSyuNWjIGM99u95GH3haq27Uyr33IvUCp5PwhCC4IjeJEYWsRao/lW7n7KRCvFKmybawDV4ygiFEW34LrIg/eRWJxZK5OX4NFhmZCp2+sJ730zKnY5xqMjx/JKQYkxAuSirJaBhukCOaPXrOP7W5bm/vpzs1ZGBXzXvzuslgzex+JkKHcMHYNgyYBSDzI2PpZaRyhx1aq3NmxYmFiZDLCrg+HghqxGBnEok//GPOHnI9z6w7Hm2LIFsaRh3DmnivZInvFAlOUtaJKiivBG1Km5KKS6ksBObhjMZ4GQCkZSq9hvFWcaqzClfm335yFl++npQcrgSelYbcCrq+uxar4YQxZHVLmJqWic0/vVhqfYBUW/dItmOY7sw/S3bUmhnvH08eemE4nphhqI5kCDIw2L1iphhV4DKJEoofrbdy+nXpRkzqkrLssLjkyEG8SvyXLpbb0uYqDxTrkjnTzLqNMToZRqqHxUbj9HhgmyO91kU58+ZWKcRW8yXy2DDMWd5Cw52CWzknKJO7fvcdKPfPUqE2Zbk7bzOkqqhdhoKdJ9995kG589y7fOFVyjGN1wZkNznSnUaw/5ATLsDIVuQODEjTfxb1JWUapVKwIY3G1R3MKmG/eWExf//q3qR8EBA53e/LymXSKI0aGmZd0eiBKKGGYIPDs0gNhAphLa0TmQy58JqfIxubhUyuvqr0MMHcubsI8ICHa9RXRIo5pMejmW2+awXKStaa1pVCbBWBjBY7Mo4XAHD8XlPqr/DM01bdjblnr5ZgPHV5VucOvVaKOEB/08v6MkjSLlFh4cknwSAEylsvn1t2KzChvedWQX6qFbxX8j1YMc7eZ5KZvj8jMGUnYiDKTtNZlNtmZKu/ebET5lTv5QzwSqB17L/NYH3vmdDo/Baui8au4HCbLjK1ECbEYJ+PC9HL8kOpI01599s4cpwFuIvHBBJB63ImBwkiovayv7afFuU0sc48CjeKFPTD5MvfYhJkMMEepZOZ8kMDLhLUfOcD86l0WWRqH/VhFH4f4R9Mieo4bmyuxOqvxhyYSYFRmlFnYYILBCIAR2DU0LPyN/aH0+7/5BtIHVrvZ9bNLq5RJepDYNmenrGpWC3wwSiU6e6Oxvbiz3JfWGXbv8d0FD4ev0ViYa71/b5bVX/ZngyNNxcUxt0iPYxNMe4DUDeB47fYc87K96eUnTqQnzowzh0VHgAYCW6JCGnXawvIqpXh2uDhJO0tp7s57GHBghZnpjy2NFYt5qj7TpIGOUGHgTL3Sz//O76V//9v/Phjh6ZnTwSxslLDuwIPMPOvKqlaT69Ic1AX09MRmZYNTdSJMSKGGtAYutpCqBlHfWqZDYe6aDQHC4F8ggDed9TZ/ezGtPWADgnO4pH+Z44DX55cyvlkIPHPpPPjiILiqvownRW+z48V6ixVmimgphauDUQYtVjHI+k+/9PU0exdDfEwXjNHhfuyJU6g4DUA7mb6EJ0YQRgFWO+8dpk12DrEtyggmdtfQyfWz+NUsGgvSNqHNv+VAvjBK7y707AKrU2PB9KpA8jfpMEYm0FaDTmF4gFES+8SXMf7s2UyHzCtHHZtBy+WSlhy/14xSusnZ5XJViO0sXwuWow/RtirvqAvAbfz43/o7n/OD8yyWqF5RBXF5G5lYKRdBSaFe3AhbvovBANXwfOG/5tOGLMK1X32q9zrtZ2NbaCSZwiAhiNbcUIEkYMpQ2dDC5ajxKCOUVPoZ/n76k88gAzLUZHwUjZL0/AskBQVAJlEoi2ABkIa4ZLKu9l57+10YFo2fxhhjRu4O9txItgvnOYBAdvf70p3ba6jHnMIyjlwnE56GahsSKyocg4yVdiqbj4oXDm09rVDr4Bvs0pnGks2J5gTD+p10h8n6AY59aErwzi0ike4gzWxuYQmJHTe7SBgyW4k7SPqQM12us/tmTvWkB7FVb317nXhuq6RIlNla1P7gwPp4eu8bd2MnnIY0qqKTj4szrPxWEtgsKjIDMLQD5ugmpoZhIMBBfjeA79rdB2kCi+ufunoG+4Y0XhiNDNLzs53LDWknGrKYtglvp42l+ywGcEg0k3ppAABAAElEQVQa1oR2WR2POgWHoCeYZNZJlH6UTepOZpvSF3/v8+ml00+ml196Jf3x7/9x+tMvfC0tzC1z7MXVCBx0imQuPg4YikdnSVlCE8IhPXCxtsPcpXYxKzUi6r9PVZubtzgHnT3wWFlSz/QkJ3ASEbjNOxOWpOFwfW0RFS9Mse1DY/NMmah/NzQ+lK5+4jnMteHPFM977AefZLFIhrPKAsiAJuWQaoO5SbukxS3K7l2nMLDPPvlN8PvlP/nz0L1dXrybrjwxky6eH2Y+EdiBP3R3xZDCAx2WI5VgxnTouxg81joWIaMTNZhv4kY8KA9WLMUsW06ceQmYmyTsbJw2EgPEDtwZOGJTJvNTIHDa6ST6liuYoGO9MMplmGhHEca2WRXQJ+KEq7XV7NH5+6gSZbAhyhUnE1APLUc5Sq6BX9HlRz2rK25WBM4wRXhsDb1LxBykFa+KUBUk3vgWGZaQlae34tURvHjWwvEoE/RLmxnm7/X3rFROYlY+jTfEfKXEAixRCnOLijC9nEzHr0Tg917mic7N9KenrrAb5HAtq9MEFPE1er5ctixNBrMF4bITG24vjGlrBcnqzhLb91hVBa5DLntUEboHXCpR7yKC7EFU+/TYKubem19nRXInnTyJAQiGgarxuFvEXTn9SDNup4uhGkw7JsmZjFeC2eX8lvfeu85+bA4360cyJc4yK9Lr60gTo6RF3rt7NCTuyAesog+mL/3+axx8PxNK7GoXPv/ClXT9K3dDQpyc4ngL9nZrCKNUluXdvr2Tbn3rDpK1TL+qE+hLPUWKEZKlc1U2DyXhuYUH6eOfeJp5hN20Tvxvv6sFpO304uXT6YWzU5hp60cKGY2pBI94MNHcSGxcTlkMxW6nlblrtF0WXlCZ2kYSAaHgGSmPS6nTK+ojSAhAot6rRmYYIJrEuO6rX/7zdG76TPrkJ15O3/zaqyyiLMSWw+e0+uOwmfydG1PKxl57PMtMlDgReaJjCUbpIpNbSiU3Gzw7XlZp7M7RytBu37gd86zZuAb5U+lOh+yxcDU9zXk+DN219iRTPHl+Kp29cpZv7KufexCnOl65ehVrRisxihjFkIZH4W4w9TEKw4wi8us8oM4Ow/pVof+7b11Lb712PR3QwTVZ7Hr5xSsc44DkBsqknXx2ECnwb8dCf8nd4289d36Q/GwBgYUqH4bTMNA99rVnhgerVLoMZ/4ZGmNYX6UO1NPso5626Nj9Rh/KPbePXL/EBG5rpgmNTWHC0OOIt7cZ5eDfdvVn0zA17znn8twOn58+DKM0pYzDjE9TiHKURDtBKL4BRymLLwaL65d+7d+0UmoFaEVrPxz3LTh3FaTO4Eqsup/MRlf36373W70D8HsMFYQQorFSw0UjyY9hq5BKaMtAFUIqed/6kUx6DjbT9714FUJzqMzOFDifVRzcMVKmgnkt5Yyht2lw9arMy7BqkSHPDgdexWKE6ZL4Ab2nJvQRBZEmGE6R1xYU5BB3j3i6PSTMQY4faDbX0osvnGGHD6bTmMv0KFi6vRjyrq0dMlRfT0urGE5FLD1AGt2B+TjEusMiz/jp6TR2Eus22Bta3lpJc9ur6Sn2JO/SKAFExMZC7N78dhrfwGI5cSfOwZBoxAvXN5EsZ2mEMG7yfO7TL6Te6e00sosU+eWbaWeNYSMpkwrpUORgVPbE4ltf7jCpQ3B4+dmLabd/K50+eREbmsscfbqULrHt75mLo2mKFfM+cNGDmONClfOA5dwYOxqlOYe+hxiqmH0PifzUaBpin/QOq1X79B4u+DFSDRc8kSc7oIhbJwzg09zYPn5K+Nsg7C9+5/Np9u2b6YnLVzkw6yBdeOGpdJqD4QiW+hn+H7IP33kzrSo1qMsGTMTFKU3G5cUKaE9mQd3tMAWxsbaD4eJNjtbdjb3e60j3k8CqAv0odjs9eKyPhbB90ttj/lHDxr3U2YFcCr99hvtK1F//xjfTpSefqCwM3UIN62y0gbt372KztEnneTKkbfhzzTkHCij8/MkffQPE9YUlpCsXptIpTOgPoLxvB2SL0BCIOG6AC3UjdsH/vhoKMPkDYHKBagiL9S4QWpWKBJn5UTcgr3HoZBHtASHCoXjeqy9jA2emGURRgSbenXIh7YV5jaqYlh1htzMSHSDhGTdx7vt2ujHvbp6Mm1ZoaUq68IeQhTfIV0r9F78Sp2jG+K6Em2k0f22FlX5xvsfpAvEGrCRa2ncrbHx7+E+Bo+PMnJLIcdGO+yY66ngs8QoQ3ru/W7TAThW4hA3vFrFYUBsnhCgyGerGFZHbhTVOgavkE++Es8IZBdEQ9tMpVlyffXqGIYGroCZCGpBHfuI1EEj4YMb5q2mrDtOkIe2u7qUHt9B3RB0mahDGFPnJKEknn4ljo0aiJN4exBSqNFEGuwguiYyn2Tn0/FA9GUc3sEm5emhUKqujWgl87NflWSV15w0lGBd4JllRXOAcHIcyU6fOxN7qMRZH3mPxYwRpxEUlAVJq6ud8mW9zhvcpbG1OMVLsaaynYeawzp+/lN59ezY9efVkuvb6zbSGWbEbr92AywBDiAaW30JLvLmh2vQOgHEPpnvIPvFXPvN9afjkRFoEvr+4u8CZMlvpb1w5kz7GFs8pJ/6RbpoM0ZwaUAFaic9G6TxiGCMGxn1W9+984ztp8jLSFvuGNXh7gtManfM0+xgac287cc2fOCct1W9usw1xDCO5NhqnBXoZsp9/+qm0fvtBus+UyGd/+j9mQQWFcPoh7TDuwPSCKaL2o7PuGETya0dlrrlhWU8iwQ0Bnj1DltQHzJRO0LlMD2JzYczG82D2PlL/OItzLNgZkFSjqwmiy4rb1xlqf/zjL9JhHjCveI+piqkoxyxn9JxDbWicxQ9xLm5MwTQER1pf5ATNr3/lGzFyWV+7lz7+/MU0fYLdZhRBFZ44qjeYFDBTZ/swf48POUB/VGkyRjmkNUSnpQk9S2n6/lUyIHWUy6KamfqeDoH9i3YQAPGWAYvYRFXIB+cHcdyGeNGCOgDn1AMPPMqoDCvd8zrACGmIEcY6877kGGWODyXtDFzOg9/wLt9avvkh2neVT27rxwXMfvHd/HKKcc9+XYm+z6spef2VMMp6vtH4zKyFxC6s1ANXnxSxZTRYdqIx0AtVtWUa5SrRSrq5SnI+9nTO0/VgqebZp09h8xBrN4glDnkrnAVx2/B8D7T6QwVnoidf1Bxkpst3F9PmAoYf6NW1QhRJRAQlFOAkDY0AK6147fAtGKWMkcCmouwK7RPWIc9gmkVvcmdlK51ia59fnc+yHO6zdmHB4wr2YUaeMW3ZlfAG8bfBvccquOpHEweo24yfQKWIKQTmOhsM47V46XnVJy9eSm9+49VgKE8+/lScF+32ygP2XO9tN9Mnnnsi3XttgR1IqkMRp5IkxHmQPD952oPCgMcTLEh9/w+9hE7jflqGqd6eX03nLw6lH35qkrkodkGx+OJBaCpzxwmJSCOW17KHbh47ew5Ccb2R5t94J5Tq1xdX0+A0ZxTBkGY5G3sIndGYZ7OOq8rNdeubcNFpMfT7t//u/01XnrqC4jkr4xgAXkR/cJRzgZSvLl56LF159mmU5WmQ4EOJwwE2fRFbIFfT3gYHpsGcYuUXGG31dgDUGsUkHIymN+ZneabcDjOdInFxL6RXmKWd2RwaAe4Xn5ubY+4SA8QY7aWgVJU9c4Ab8bTKdJuzdMRJPwzLlfe7d26nx86jqwtjco5Qui3lNbI0+dqrb7PizrB8ZR2dyGZ6+skZmOoemhEwSN5DSgfe4DhE9mwdty4d0HnuI+1JbzlVasAy8icOdeGPX1mw1OcQ+OKwN2CSUQdNElYd0RLPuMXlNBERwI3Dfrcy6qI95SdwQX78m4I0KcwaiN7WOpZTPw7fwtlIMmyVx3FZtj4deeiOGwHq6fls+U2WP+H6CO4YRmnRTLh91Su0lQ0PIrSCAQRnYAoMwSA7veJTd7jojCwsFQ9vIjkkNBrsNjtGJOSgvarxWNDQ3bKw5CcscUXerTdTYB9uSi8wP+cwRalNkjS9KgZvEgtv5kGuMmdFc1gOlEfau70YfbjHUQEOCaOkGX6HD8Swx9a8lcyxPS9kk5NRhqySiYR3IY0ikp8MRN3HFVaG78CEL5w6i7I7EVS8I80wSsH4c2DYDgJDv8yGG1crOSEdwIzuIFE5jBlC2hyB0eyijrEDvhzqucjgvudppLxFdDrfe/Um35fSNNLMpdPn0ztffTfdfud+tLEgYxifMcIUHflZZTJ0JWUmZdMr3/88jPdk6hkdTK+j9rOyvZheOjeanj3vGdvqIjKMBaZ+1IsCtzY2yus8o/Nt/Ujh9969mXqQ6tbvoVeJ2tQye61lXpsM21PPapphWmFljqMqaPBhZAKmQ+YhLd68eTO9d/MWq+2T6f/5zd9MP/pjP4o0OZUewKCcr11D0fnUyTOEBU+oXjWZF9MSE9uBmK1hPhRWqeXzPU6SXCWPzZUNto2yVRG4LXmomUl3dBaxIo6f8IejPqzufuZlxZVMwamXkUG3PbK6z7ZHGdedu7OhVaB0GWo/ETmno/3LPuYuFxYoOz3/+bNngokapDRcG6+MxPm8P/3Cl2Pov3D/frp8aQpDHAMcQcEOezqJwG/8SsfxAG0wRO7jMDhGFTEFZKrSiz/g0Je8+q9/vsp8bW4P1rQllsbbcZxSkBMYu039Zqqr8EOMBlMAw9CgNi5z26bctKmgd37WGd7fCekd+oX4x5h736NRbzGlZNokEfnG9Aop0/Qjbskhsnu/HzM64tp+wRgjD6HO5T8S/BE8jmGUNpVOd2wGwNIGpzN8ICyI72harQUaMcQVPC4QBnuj0PswECUnWEZgTIZmq5Y0ZL4RywbtM1fuIfTlXX7DivYVdPcuXBhnrzD7cmkAAirh5LARlBohDcKbhkM4771UZC8Ne3dzN91jqN0DLIaJCuU31G5kIDiNAexD3H7VIHBIl0C5y2VaeSKZu5kbBjhsmEIqobqavIVa0U12b9gIp2fGiYd5LxY3UONjOA2ToYGqmrO9VYiQRkvvP87RqYuon8wzHJ/C+k0YzWV3zTJ7x8eGWCFHyXmH4xxOjEykA+bYNh7spLtvPcDiz62QlAMK0GJLENbsxDBeisEwqiZS6vf/8MupSYezC5P+zvW3kToO0ydQbD6JQdsBjjiNeTIainN1Qd2UM+u30jSh+EFW45feuZsGmLztofNRym/SoJ0u0BSb1nv20UNdX95OJ7HQ44mPcwxvhycYksKh7MROjE3FsHVxcSn94A/+EMdU7KQv/skXQ2H88uOXYCITDPWVzAnP5XG/A8zJLYdaTy6c5Y0GjTQ5B4N9g4PEzmKAt0EDj3pSIqNB7x9itASdULBPWip1U8/GpUPsR7rU3Jg6lrswNBmXKjNLi8sxPeLCjNMIzjkGDkklt2HpFz1V7H/KJDSgEn/4OWqRQUgUc/fn09e+8nXwRze3tpyeR8VohikjdW5VWypMzjKaYCin0xGkJot+TEc47JbxydaCzqV3AIj2A/yBH77zMeAJtugzIRRSlDCNH+lKw8RQs0HcRaoWBjiDdjJaIx+niCQZdzJpLcu2nwUekhZOYo8xZ+qyVFlcseMwvBb1sxQqRiL5uPv8yC4juSt4VwrAJMgZ713fumI+7LXx2b/505+Lj4E0n0Q0yGuBbKXwViEnwlZfI/fiUd1FVJlwjbmuCCSg1V8FtMyCRy77MwgcyW3PLXF2KRCpizfRmwFXgwWIj79wmWHWEkRopVN1+GfGZ4VSHRAxyyLpk688zzAVhoOlmSAa4RL26oobP6U8MTOm9COTpEHPQ7ArC+sxN+mQt/TMMZQInJAUecsoiULeSJYQbAzn+B7M3rJSDsvncNY8MwDG9a3g1KFyT1pY20u3lrEYfhp7l4owxLEKnHqUB42w7W9nC0hjcUiZl0PDUNE5ZIj+zrXrmL5iQYAVTBcTNhc20xI7YqZYFR9A4rtzDZWUgcm0vYGEjvgbZQqitz4qtIByn+Hd8M7d9PGXnkiXnzvj9GW6ja7lfaQh7XF+4qkzbGmESWoAGeYiE3e+TAKU75q2+NB/E4MTm6okOTAgv6hryq6+plsEiZLGWLHe5WyataVNVpeXGbpjxgv1mXvMNZ6AWVqvqrmcOn02mNObb70VUt3I6Hh65urTQafm5cpzWKeHbjw/yAH3IFLjDmo920h9MnTreRuu1JgYTs99gsUsGJBOWsqK4L70Juwbow+6mfqZ2pDwKVI45/H6WRW3s+gfyAg7BJ99zaE0vzDHnbls5kNdpDmN1OhClk5qjl8eylZTe9+w2UlnoRT6tS9/gznwNVbAN2GMPenq5XOUHzyDD3mherLiWFhjcdO0mJ/saXI0LmU7hFEKO6iPvHLbiIjxbnv2aAytm7sYJeO3bEVwyFt1CSrXJmwIBDD0BpmbayYUvkXbNRPTrpip+LPe+ayNBWtMOpKeBIiWiCbAZtqmrHZWOsWgBnTjYWzLzLsHZ8jAx/eqicRz/ScEmrqHz9Jy5UpnUvyyhCssWVwBoBK0dS9hWh4+WOmmW7san/2JilHyvYW4GtAlgaNZlC+d90CQrQLnb4mXfbJffPQLCyV7SEL7MKgwSwVgcVCW8RwuIx1aOc+/MIMe4PX0sY9fTtevs3MiEG7KMCvi9JH4mZND6blnOW95b500ZL2yE8IYrGRuxj7XrtiW5fCa0dq9O7Mx1DauSIr4JhBDwUyq4igmyiGUfYiJQLxTBsJIYFonF7/mEcwhXnLG9gGtb3oFcEotTXQhe5lTxLDs1ChEhFEHmaWLPOwH76fBDCLRhDoQQxznFM1ASW6ELY+3aZx379xNM1Ong4ENsKDz5utvpZX7HA/LnOgWKiglt+i8oGqgJT0unoVJ2aGXaYof/rEfdNs8w7medPv+HYp3wI6LvvQxFl8GYAYjSGUe3BW2HmFSIsByumKtOtEA3H3lGoOtZeZ1XQEWD6SfsaeUmPN1O6OLAposk5Gusr9dtSfVkM6zYHTzBtMehww5mX8U584JnmYBxHnE8+cvRH7RQBWEYJCrq+xNpufqZxgqXSnJ9CKlN1WN4ZtwMuubHn/qCboCIwFRuaJSgJX3HeBv0kPcf/M9zlWais5QcrEcVDm0R0dFUBmcurL74M+TGNcwxea2zUH0WG8xD6lB3TFOuDRiLrtIIg3xISHgC+GkP/q82xAZomLj8dLlU+kxDFqMDCGRuzFBxhwMl4iEz9Mh0DXSWC8S7QGw2mlHRxQ4zslarsIazEZG6bTBb//O76SzMPHf+q3fSleuXIFh2tkZFtYlbJGNBSV20Lx3BBk+RBi5IQnmBTfgkXYqJlkEAzsuF5q0cWDblGnuQCDrrHzv0Dbc6WUaICHoRma5zXSMC5hRH3wNR5BuZ+6dznQ6feIt6rPuXwIdk2g9WDwb5mi4R2KUMX9ga3gfVzhzNL4qbDwTpx4z60JZQHUHaaAOb+XgAZzMqbAnG2FKf++//bH0xS98E2mqL11/92704AZ1Za5XCYE9xi+9+ATb5dgdAgNRsdlVxOgLJRgyt5I7XOQHEfDNsFvMW60yVIutjTAtCTsc8W08IU1KLDxnJsnwHEKS3j3T2F7e4bd0tI9xDVdK4QHxHgRruBoWCq7MI393HhX7fhDt9dl1aGgondQgBMNwGwFz5jTMJmdeo+7Dos42Fq5tdEAfQ0GHstpWfOfa21jtHou5w9Msee8tbae9VZAsDhhacYtn0RHRw0O4D9OTTz6Znn3l8bTNcbfrdBw32ErZYCOxupGPsZjjsa8DbLOkZSEZ5MsGGA0VfLnLZZCFkHvfehtGQ5MGOdaC5SsjlKgTyhNTDyBIpmInpLrJBNME2wyrV+Y34riGC+6PZjQ5xyLMOBKsolUv4bQnSQ1bcnBM+jDje/cW07mzl6Cng7TpkQ/AuEfDa8KEBxmGH4KbYRaORjgtk27MKuXKdZkbJx5iB7+1ZUzJ3VlPm/MP0ikM9e44JAXmWBGWmAhjHC3Zuy1UG6JaT5fp9DFPe/PG7bCcvsGK/m0Y5uOXLlGf1m+OmzU4GiizP0jf+ovXmCIhHt+eefpMmmQb6AAM0nPEXUTSaVlepi/d2TH3kEcPkuE+UmRRmge8gCnKEgwu16nVax38+q//OpaRlpjLPUk9DlPXl8mDIT2jg1/5lV9FZe1FplKyhG2jyKMoIzvbT31RVjsG98NbDNONdmVdUgdCGO0aGIWFUEiv7AaKoThVRzojA6iCkafGSgLb/kA/vgyzk0cajF1qeEsn5tHtjvhFO+4OxbtAdLgSs9u/IxAvfD8SN4dp/MiP/yefOw6qqFfS9/4wV2/wRSyWKIp/ubfjQ9ikd4his4sUzm/kFTwRHk0KUOnV1RG8Op1+6qc+lf7lv/x36fLjz6b3rs+BQJSsHVILF4mOjzfT88+dpz4ZL+GCPUZlGSCnGXCRaZY+YJnBwJxLoQKRCBZYYNjgtD532wivaURaxofogviqZ98lHutHwvUeF8MgdEpYgNlLr7zyIkOxB/SSzHmRZkyJk65wFFhMM5hsVS8ubNAeYk60B5WoxZXt9PbSg3Tl0jkWldDHg4k6XGo6f8ncob2yeLMXlgG6pdGjHMaQ9twrrhrGABLbIObMetFxXGPeT9Ate54OqfKn4e1gSPdHfuL/p+29g/xOssO+npxzwGCQc9hdYPfudvfC3oYL5J0pnkhJR5OiTZZtlVOpyi6XLamKZtWZoqU/bFPlskuWmSzLQT5aMo+WGS7wuBc23iYAC+xiEQbAYGYwOecAfz6vv9+ZAXZJUXT5C/zmm/rb/fr169fvvX79+tnU2otESIe4wwTT0vJq6qVKZ08cQCqqZ8aWnzYApAWlJ/GQB4/SLsa3+BxOXb8T/qLiRgTnNNmEEhOCos9uwDkmwUC0exEpGYuP8Imlngswx8UJBoPl+6kXCWhsgkDB5NfAZFUeSBkswMs6rjqztF1P3940QsT0Nuo7xc6I3b3dEaDB5ZK6sFS7bpz2IQvw4MDGNT+hiW5pO8Jwr76H4/wi0imrjxZZBbXn4P6oc9AD38YZCGLNPZVwtr8S2pOJbFABBCaYD0sgmVxbQYLSbev2rTvhjB5RirA1yzReeelH1BHb8dw0UnJKhw61MQjShtika2SGIohDhiHeHIQ2sFPWYBeuQFtQX7JDy0C5KH75m/AYoaJ38Y7owYzhnt7Sy7nz51gf/kb69Gc+DZ20pVdfey39D//wH6Vf+IVfDFt3T0935OOEVsZLPguKE1TyD4MfS+/hJAzNhllJOOKnbdLE/mhf6RJNqAbpFz95cOYrPub9Dv2YNNOJ+xg1wcTnCIgcdEMxDx/RBAEABUTbPZyiuBeOB46i8f60b/4cee6yUVqHXEAwBwoqi8ujSFnYDgTR8bn1Tdhc7BzFz6cS5vaheICLzTr+Mysr+gmC9LBDOnJm9iQDNNL24cOok0O30rGjR9OlC8OsqZ5DSjAZFg8YSUXFQnr00cM4PaPayGU4fG2ZuQ4ZjgDMp+QbuIMbWUY16j7+tREGawuGvS3FQsQyau1LqoWtqE4SvFwGnhoNGBIlaWzMmMxRsoWp7DvMpAqEgDCZJsdnY3ZU1SNoJyATvp1jN2oygMIp2XgGIoLjDtxcxt7ViJQBkfJOhmikHiWOBpYyumByC+kvlhxCiapRrdj2Flfn6CiD2AA7kf6YEOlqhwCxBZEm2/JcQYTa21KZvvRTn2WyBrWI/Aduj+IydD+dR/07eEzCxQUJAo69Z8CN0mSWAjLBM0cNsPj8uWqEde3V4CK6t5W2m9sxwJ0Siqq9zFDJmxcEz4C5kp8O5gaArcEPsx5XBZdKtuo3CnOfJ0TbHJNWut8s4hS/AFM0ZmclDKhCqZ12cJWMdq4GYF1aZsknHX6QurczyWU7OpstTnNIfy+ELf9sQ8OmzbDk8eqlu6CzPd24epEAITXp9NOPMZvvnDltAuCZrv1S9sX3dArVU5mHrlfuQaNtPdbHw/w38ELQlNPW2plGx6bSyiLRwBkdLr59hcDIWIJnJ9LRQz14IzTHRI+TQwW6MojgVUYodW4auYl6V5AmaISElru56QoZXL6Y5QeUwLdS3Cg+ng31TelXf/VXMVP0p2effTZ9+9vfST/7sz9PXxpPNwmf943f+/30X3ztl8FXK8w678zpuiXrqZruOR8ZV0rxwbAxe8ns3X5YQYDWi74QwIsrktvOIRjwVjtzFdqQrm6RY2RHOgHOQMfJtnBQa8L/dRZ7NWRhhR4Q1DJEZuA7UxTX8WDXn6C/Xfe55D89/XY+5medyrrv5LHDKM0miCif/eRPAePD2RRI3UFuWYBMzFz0QUQKYER1nbFSE+wqlwdMEh4DJm4bVUhDY+mppz8OgXWkP/r9d0hDp2AZl7NyhF2IQKHnHjsOQyI6i1yvOCSrgNc6KJ4Vr/KznEjTHnO0RMaZSquopJXYr7LrU2aw1t8Gc/9m1ZLVsAfSwYsGBYggFgtS3a7AubetvQW7Ygt2IwLcEjLtvct3GQiMqKNNkfTgxg4l4y0PQYO9lbdS1Q5BxEsai0HFXRpH77E6BGYexExA3GpWgVRArBUYw+uIKuRkp5M8a/okybgYOGRwTaicAzdvR2AH/djaiOAjc1yj3hXVi+noYyfSJz71KAhh1QTrmJXa2tnH+dzpPmySSD5oxfX4KlbhNxjLAOmcJX4k8tjIirBy45duMPEBy6R9rVLUyjYASabPYdLsMKhjMOxVYFhVlSO4Rj0Bc7eIu1llw8DUtHsaiKKSgaCZd7KkeWx3zuI3MjFlJJ9pZpm3eF/PJmEgmE7GZmcEGW5HPXdAd+OtblyhVBPj4JnghOorVNx4L41UEzTknYu30vQ9wsIhxQ9cfy89dvpE6mFmXxpwH2xVbtOHeslZ+thpO/ICt0rCsU4cuOzsGzAw26KurgWfS4IgwyA3YCxzONuvLM9Tjzpcf3DSb0fqZ1JOiVqQrI9lObFIpgwqNK7+l9CVTCrS8DdoiiAb//2v/N30v//2/5Rus8DgkVOnww2ptq4pvfrq69DhFZZbNqTHHn0Uu/5Aev5zzyLJvgFMbGyHxqaEe/6J0xQqnmy1qGGo6DNsXNaMdvLhw54qFMDC9+HJwef5a3HjVWaWXlEdEe5VmGscLrXpBg59zM8k+ch4FX8dLECwTV1Xnr+PpKTNZUd6L+M+f/3A349ilKb/0HO/8kVk5g1HJMyXu/5W/P1/8Ls7sBYvtPP9WYcNtfso1e2HGaUzbO7JsrHGZAWrODR+5xm8LInE7BwM5MixLlSXuXT7xlD6m//xz6d/8lvfhqkqOWZpMToorj5nHjmEtMHIqp0DlSeIPlBth8kwebof65KzuiCcEraSlEvTRm/hrkLHXkE66cJYb3RyJVXzUq3WtmJU8pBGfMTzrCpASkhszna7/M2B5/S5Y6yOuRmuNDPz+H7SQTaxpcqnw92Es1s7TCIdlbiJvMBfeS+8FUos4AG+CLBkHKOa8tLOUY2/4XPP7k2Nm0apydLYGr5oq0wgLBgHE6l7cQEmBMrW8R5QspmD2CZgLNp+OpC0LAsemc5/wrXgzKTTES9fvw3uttK5w92pr531wy5DRJJyVjL+Kb3Raa1SPmBo4HKaKEEL+Gm2g8sw9pNOvDlTGiov0EddxRlVakRq0R2kGjvrBlJMPcx9GUTVM1NcwaoVl+BF/SlEiUQXMfdxcYC5du0GTAD7FstS9h7Djkqei8Dct38/pYglJGRNFKiYOoYDMDPGtTCIW2n/gQPmSHs6QPMKxrYBQLPYQq+/P0h7I70Oj5JkOR0/tgd3q7aYOKtrwhzANx7qGcJkV1aSk6Lo7xyURVs6BqoFuOTQSOkL2CfHsDXPzuYITEsrxLfEvalvbwdqNsGL2+oYyJBWxRUjXdCeuQbhKLvRvpaKKuqEjflbSzdTkz4MAffr/+gfpKfZBbJzb1fMtn//Bz9MK+D/Sz/7VVYpnUt1zV3pj//4xfT5Z1/ALtmQ/tbf+jvpP//lX+H3y+k//c/+wzAHWIMok/4kvc/NzcDIXCnGjou7GKX9p6RXv5FexaV9bgOCW1ljskyECKdCAfRbznwHmvhGrxAPzUXGWrWNYoOyeJr/KEGbXn6mDXoSO/EMCwrEiB4V+RATpAqJknxtmOIoYcyTZdYtl17iVXu/R/k8rnd9Hy//lD8PSJS70wTAPPjIc6YMS4yfBZe/3XnoOD7DdqgbMMiYsFFN5Z/ELdDB6MjCdaMHD+zHJvn59Nu/9Qc0vLmQjnrpb1hRtZw+/olzqBPgB51Zgg0JgXJLIjNtwABsogPlJMNGA9poqpaXLr1H+CtmR1F9+nBSHmdnvXo6n6sSHMHD6Zf0US5lWHdzcqTU5hKO5RBzXfP9iI5jBJhZQnKt0/HOPXE8DWKgj5BnZKB6qDvGAupjeQTTzW1FPTIeKDiILhNf8bIoufxOolhFHbqGG00LkwcddjIdL5TskMKqCbzQiIN6HSqOjufu+uj6PWepI4AD388QjcjJky3cWfazoobwkukOk2MduMl88sy+1Ie9t9l8YZK1dBQj/uiBEMgEHltO6bABxjj+3kA4kFdzrWS5BQy3sMt24LaT1W0JW0ZJJCRiMTYf3k8ospFUj1p1f0+eUJnFjteAe9AkHbN5X2+qxByDpzjfgXfQEHVDQrPzdaBdVMAcDHk2i++l0eTd62YYe2wDk0xOnqku2tm15d66ORAMs7+/D5qw9xZ0UrTjxXdu0fYyO5z+b76X9nQ2sUZ8T9hj6/VbZJCQCISDL6M1Khm0w0YMo60CRoeOoMOMIJpKqkZKhZYcfGNbBdLeR/JzL/Ljxw8QjGU/GggmhnpVdbUqmKHEVhzS7KaqFX6HNay+cr22TMIk/owFaiRxbZ9tbQ3p+htvYmLAP5MVL2dPnUrf+s4300svfy91LzPwMOh/7Kln0hTbWwzcvMOgMZIuXX4n/e2//R/FwgWLDGmYswLLKtuSjLPSqG9PH/1xMvCZZ6gL4IqTfazgifSHrC7r9hM+lMLIL2bDgbw8Ao+k9SwjVVNx76Ft3kfa3Nfy38A90qemmBbW1We7Jd+aAZi3VaLTeBXPypKK84eema/tswPT9hcfSrv95oGLj5QoPyK7kHjKL0WWx+5zRmBR0XjrKF+RXv/RFUbPDuyNB2g8QaXhC5CVOOKQOYEYXnOGThy1YarrrGQ4caad7UK7eAqB8jLcecQTROgRHRNGUNpIoSZQmQlQh3E4HEEXCH1Fw0zjLjNx825qRMptoEMdRNqYmCD0P0b0VhokIAMICSDy5xw+akoWEL/b35589AgrSdrS2ywRXFlSPdpMj3/sTLpw6WqovzmYAGYEVEFtbLoLKWkoGeU2oYtxr70w4LcOMnelbR6ZxkGuqF6kccJmzQkr1odrc+xvWktPHcP1hZBpEo5E6prbNaS06ckN6sQsPja9FezBbg27zsizQvCMD/C5bG3dm46c6qdjTKXHccw/yIRyDQyyCsbogBFL9uiIMYiBEY+QEeh4OuJP3hxOxMSgc8noK1kAs55m8Ffs6e1lIsfWw2cPhiHj2nPsaJolhJo7mG+gbtehbmsxXMCvrt1NvXD+7uS7VbYdqKM9msh/c/gudksZZoGnwBUDHdrACpM37753JTUwg30ftfLEI4Qwo6xN8u5U3aZ0FUgJCXADz+FIHQysHheirfTmW1ewKYMT/UpxEu9jA7kOJDxtvvVN4AFGVcX7aIzokzBgGsY4Afrzuo7dmWgjRSlJK3M6EeRSW5vURQPW0S0/jP7k2nBdZtxfRnp3gA+mHtBSQMEtrC9ZsEwUaUBmySAlLTngbKBF/NP/7r+B6REgmjaaw7H9y1/5KnACC5NYjUjpzZhIfvPr/1s6uQ9H9b3448I8t2qb0qPP/niqae5OQ6Oj6ejh/hg4HEfjYJACe6wyYoDngW3oOvS9e/dS/TJRThp9vYBVivAnrQbNktbYChuYqsq4lSUDMxfJopQozS1svjxbpXwjM0kzZWmezdfD7yJ/+sctaLeSfht925f0CXG3W7vd5kdBh7wu6vD/n0QJYJTywK8sVBjL693n3Pl3fUc67XiDRP82io5OuW7v6WgSWBG5kZc5+ih3PIlcKUni+NQzj/ANHRiVwzHH9Ns/L7wnvSpfA+LmH3/nO4xAqE50Imch1+l8C3CceZgVFsmQiJyF0/7hqDfBErgOXCaM4L2ORFOjyBolxYmGklHwo1EOHO1LSzDbo6yYePnlK6wQQY1Av33u+SfTa69dojzqbjPSKYzdNw8xu+RQgFULPUpiKAN2SAS2d0lsJjBNmc4cvXaLVnoodlBCXIGLBZZX3hrdSF3scFjLu3o6j0xLKayeKNfOnlbZiS0XBuyePkqXvdgItzbnkUA206efMlRXNa4Z4Bc3Fwcno6/nCNnkx/dRdyAQ90N3ZtKlH1xIfU04txPaLaRNcGyZug4JqXVxAmSzQ0doOjtS0wrrlZlVIrxba5qHITqpZMAKJUNXFc3MsnSRtBVIwzrQbyEp1bAVg+YTCdyaxT/1cu739u3BU2Gc8ivSOFGVnETpYPfE0YnxkD7ywAnS/Q9uZEy12PjeevMqjuxzgY9xfE6bwElfX3tEBq/Db7EB6aVCqZTROOOfIR0aBSroEdpgOacDqfDEAXqCJqk0w6CFce87X/AttOdy1AbaogHNIm8pTIpoK5I4uVnmRfotyq6ORQSYGEK9twKkh2usrS+nV7/5R+nHnv1Meuapp9K5U2fT91/8Pr6X+G0C7xtvvJZuXr+SPvfFL6bVrv402bI3LTX0pvmKpnTzzkjQ9yNnTmQ4LdWsuVtDihwaGgQPe4Lp6jHQ398PnjVlFfWMypZ/ymeec219UwoYLueUWlTfMw7JiqTyLe2SwVMiK679Dy48FCJ2cuMB7ySm0OloP791ks4JIaNpWYHML6IFyg84F6WWnJYn+YgMI9vyyfb5Q2m33zxwgeqNe9DDR1nL4vlDt9upMy+lIl7EUZ6pPM8qUCEG77C1ACOjMfomEeldz9qO3U7Qw7ZJ5bL6AdKkNyJmt3c0pHOPH+ca2wedI8izqFBJjvkb0AvSdFJ+55230x7CYOlQy4I/FFN84pAuF5D4XNZml3Myw42tXBMt83Jx/iyTBUaKaUMCHB8fDZXJZWpZMhFInJ1biNDDrOwSUZvvDFIHjO1nzh5ggqQ2vf765ehckotq64rRVOg02joXUM1VBzXWOzFk43rIGMs2Le99FDjJbRppJAMf6j9Xg+1QkVpVF3YS62UH51ltgkO525PWwbBkWkocBtaQWdbBWLeQcLaYFTWqej2S9ZmTvRj+97FeeQ2GjsQCc1JKcrZZWC1QfFuHDBE44/qHhPtqhEmOTk7Hut4WBj1hU5VC8091CAYbSN3LMLpVJmha+3qwYeKWtKcdtylWr8zPhiolQ84DW0MwyzbiMmoboWkoByljEEdzZj2lqWoGqhiAqa/t7EIDGWhHC1tLAN0aEpvxIufxg92Dmn0P6UpTQyVuKdm+yDYWLJF8+YdvgxekWa7v3LyRDrK2vK+7DTsdeKvD7UgmGczJKtvVxTH/oJ0aJg1riIFmea4zkbJcV81iRwLeQVfgrA5YdVuTxpR4JFX+A7N1gmL9ce8D8WVdSnuZzFwVu5rBRgrR/BNMxY/5SrMkBJfee+ut9NiRw+nKxXfC7ef8o+fTb/6Pv56e+eyn6S8t6fGnz6dXmFFvOHQiLeuWxvcbSmD0weefeZpyZV5SGQcnJ70GB+/gU3k0+qV4a7ctOAI+L0i3+xvhyUeGrbh54JR9bOnv9HOTW2J0XeAJNiFfAEu+Cx4RdOcMvhUtDr+LTpLvxZ9wOEGpScMoWhkWaXT3UdZP+Dw8l798FY93/yn4yu5HH3Vd8fd+7Z8Xue+8DsCk3OKwQqEaRE3zw3A1oQGDkGVmVia+oeGppKPEJvtYX7x0PWyOTuzY4NpX6rCVHT9+go4JIfkHxEkw95EiP/aJx3BJUYrDLYdRhcfx3r/iLo90ufPamS5efBumt5GeeOJ8SHOOZsaDXKQs1rdAwBJmhl9YQyVC3K/CHrY8NsdM5BT+lHQWOko/fmdrTDrpftOEKm49PPSbWyNNLWusu/ta0t593bgALaZJonMbxXwVibWrmzXJY/dSM0vnYkMmyu9GWnXZpTO1Eoezo1KNcBdZR/7lDO3OgJOJq4wqtI5NqxZGuQGjzAe4phPbeyWhetYof+7MQVx7ZiJgqmqOTtAGFpmfQwUnIITpWlub6AysN7b3IdCIG5kRV0IXHSQDZMNYFh2ObSRU7X/3639C6LaD2C9Zaw5jXhsdSYfZejYmJEiplKzkMEebde3vzzPs4KAJNXBM30YGMfEQTuuk11SgxB2dBeZei6q68v6tVLWkG9MGodyW6exV6WBHL/Bilw6ChhHZJNRvFZiWGeyGCR5h21QiWR46eyptMkAwn8asOoP0rWnci1TOawnEMZlWZ0ZTf28XKiYbuDXhwM9A4qAYkg31jUkA8BpSKBJeDX6r1dWuarIvIDdBV0vQ7h8N3AU9rMGnEatRrZ/Ztzd14T1wn2hMWLBBJ8sZxSmwyhaC8ZHD7j5Z7omuun75yr1U2VTFyrMzwUy2HHk4VLutdzUDUCXt8I1/8o/TUcwOg7dvYYbYSD3g5j595egjBwkqspV++xt/kCo7u7G5dqVTJ08h0dakzzzzDN/b+hoJGJDI2gkS32mLXcQ8ZNDhmMCkzrkPAyuAhf+kHzxw2F//5Yf8YpHVSmpa1jvYNFmVA4S5luq4eHcSbo32jHSkF+MP4IsPxLnfC9vNa7fBLBqQZMqVR8l/QrUPsPPz/NIEmac90M8k2j/HUfXCj/3M18xz989PgwGWz4UY4ATQuIEmDpvbdgH56wyAvJ9/IFgftu6eLs4Ec1nAkZSzKZXk3MSpG3FaxicCGnG4/eSnzyI0IUXSQa08ckFcy1TK6jjamYuS0x+hjrg64pNPPx22jnXg82ti4GIXKzu7JJ4bN0slMgbYAt+rrtcys7iCLXQTO94yS+ic7XNwm8WVoxFJI69Fl4nQSBDSYew8H1y7FsEZVAWaCXUmIzWYwx4M4ZMwhXp82BZR7w2YYKAHvqaOwADucvg2O4FE428HXzu1zBjQHkvBTBmrjskchSNjwr/Z/kYa7JA3xljf3d6dWqoNGYYERHHGuWygAzaxXUN7W46BWUknDFsxA5YGf8uM+yJfHkQb6SVgG2tz+oANx7bWGsJ+pdO3FNzMxmHjE2OBqzp8LcPNiuf15LnBkslaJKRapMlpHIi1HzpRoIq8xJpjD80WUnkN9Wplcm35wvVUSSCPSuyq40yQTUsjRhxitU439kyZVDDjoD9WYDGY1dHRu4gWNAOz1HFd+9oyklJ9TWt678oIA2j2cbzx/kVcnurTAQIf7+ltZxBkWSiDjwE6YqAGWdFfaCN4EoMBE2EYYqursS9yX9q8ZXpvEybs3hxaERL1mb59aZyZYjyXUidSbK1ClIzW/mKXD5xybdtLg7tGx+jwPJ1jgu4KLmX1LEUdIMpS/z5s+bqWkRaWwA90Qwcb1O/4ucdx/q9Njaw46kdd3sPWFFdGFtOv/dNvpttMmnYdPIbPaQd4qUlPo6I//sTj1FHmx7hIHbWZ3751Ox1ktZD+wfO0jUwyTBylRB2wW6pU+/BhPf58h/zDQcjQe7E3EPc5x125Apc8Jbon5eoaZKEl74mUZXLP/IRV3HRgRprFk8DvY4Ajk+A/5JP5UPFBgFtmQlkPH1Hfhx9++L7qcz/+M197+LHZZWNsLiwqI0BFwngfaWRkMsT8Jp+Ljg/lyUDglTGh4bsl7AuRJirM5luE22pBUjp37iSxBPcgBRFNBA4ShEaWUbrElsHgjJSEXWUWNW7k3nB65NFHcLngO1RLAtXAIBnx+TmdI/ZBPWe/z0zGW9VWbXaVqKJOjNiYLovTb1E3BwMTaCRvxI9vNGZVsZnR2DINzc6jTEDUYCS3Y3V296UROqlbNDRjPJ+F8FpYiuceK9ltIQMuc7uP1CNO7SshvQUS+RNnB59c77jlM89+rTpttFZdbHLn853pVQe54r1h/VX/5oZvpeNsQSDKZAAu8fRzgzlUYwN0r55wR+HLCIxAwoCNkiTjnZ+SB9L3xgrb1U4jPdtuRnypwfQwFBJKDRJDozOz1GkWm6Jb7lquQm8Dbb6G+n2fyaeKjsY0iftPp7ZFCLsV++T8EvZbfAjdg7uaiO4LSAeJQUqn0BHeTbP3TCP+gLiM0nSEaSMohxJQxHCEwRonMWjEAvl14Oalj24bkXSW5+6l8UXs0syoN8Fo71y7nA4REm7vnlZUVJz3Y2afoRPJ2MGWP2DTToZ7EYMMxeAeZD2UCO3a4IViotUoqxk8jrKdwzz9YQazzT7WKj+By1oVmoww2b7+ye1oS7uW3YkZK2N/icwirbsbjrJNcDXBLQYJ6dfKoDuEd4ASfCerjGxvk4tj87OutYSY69q3Py2Dh5HpqvQ7b93EL7UtzUEgTpLVERzlP/h3fwEG6AKIXJwRi65fx42NgWEf395jYsdlr65F30QbCoj8Yzm0e5RF+0pj1jvDHKm4/vMdlu0v0x+z4uQlA8x55TxKE4OlxGBCYulWHJZwRKlF0SEkFBlLZ50weVKiMeWQbWHWCHjN0LLKX5FBrpkvd47cuDv3u69sL4Hhh0T51a/tfldeB46Kcpz4iKKiotspyoudM+njE5ENJ1lDUpianouVE87+qXrm0OxKVqKsktUCX8ZHTtXQe34gIleLMkVKmSfvNuC6H1x9HwmlHed0AhbIACH4FSaLZpBAcKUmg2BD5Be5RWPFH25lOtnfkmkmrl0uplrjTK8z3zpx6++5jBSlT5qOr1OTU0ibm9ixZI4AA0y6Nrj51BhSUiMSqEzUcnXLUd0Qd2WnKfBcIiagyioZFQpilDjtqMLHmX9Cnv+ITd6jXjGxmgnNKtKAEfEmcIXLDhHIm9hVsoOJnAO9OmKbgflliVGzCFySnJSKM160plmXEtuqPLn8AlQaSPum2yzcp6NrRFfSNijGHLtCTqG+VWGHdVlSe3M7O0eyDp+ZY5/pbGBNNnC2dg+h5kN7WQVlRCCkAAaTNkPDLbKSBz/Mxuvj5LuRJslzBThnVwmmQR5uuKa2UAlDqMQ2uWSUdf7ZVrlthVPc0aZMFzvgDhGebHLoWmo8cjRNs0Pm/eWZtG9/V+rtayO4L7DRvq5pDiYJboIekQCdzWanCEw+MsjsoiTOMm5sc15GUyAxQ9cnO7rTcSasTrY3pEPYeatgeCFYlJ2ORg9PAdpAOsiaAcgLnNsy+XkMviDVCUCXQ7oMU9paxzdxBHzt7SfISxCQ9FH0B6ECnobeA+nX/uc/TmvBXJBmGSz3U89f/jv/HkzbAqAX6HKZ7Wxffe1VNls7w6QWQZKJndnX10efnAuNysEiTEK5ggGbtOgt2M0ZxdN/1T8CwUCuWYQy7C9qo7r77T5yUWKL8uzvxVlPAc1o+UFxKt57p8eBzeL8QQuLPlzJZZ3jMNMHjlzKA4/Km7LNyvvdZ3EfOIAuXvjiQ4zSTrurLsHZFZ94KKGG6Asmfe6xfVbijOeMg1yv4Ooxi7NeuMjgA6dkqYSpMXYToj//2On0V776EzzHFkm+0WXNk8qXndeO7KCqBKXT9p3bt4lbiOsD0p7GdyyNSKnsOY0/n/YsGWf8IxuRrlov7oQ0N4ISFj/v/ce1o63M0k5ZTVRsDfu2wBIdWYN3M3ZJv3UiSqlRFdr81lDVncXX1uYqhyUYpNeUGnmThKNsOS79KH7UlcYRx+7XUlG5mk6d7UF1HyG1M6FCl78UHcK5BaOM1UE+tyl4FlnRyethMq0bC+x+CJbIlz2nYhJHT4Gcl/WM2pptZJChKmCLd+CEAWdkcZpvcWMBOMtRDXVpncxJe5Z2T5fI1WFaqEEKH6TTWV82qUm9tMs8zu/zywupHdtjdvGBseF8XTG9xH4/XTA7onQzaWaU6xqWDdYMTuEUPx+ahkPlIg77LsoTBu1VEe2dztWD5NMC3TRAm9V0PAqFLBh4g+bcjrUqXTECPW4wt69cSNPMqPciUfWi+nexL08dYdH0lzUGop1WySOjQug3YZIMhKyhr4z4pRlfIjjTjLjjmrLFepUmA6Cs4FzL7H81Z/uFwsTOQQuFhKmsanqkyXhNDqjQmdoVZmFw0Jx+l+K7rp5BF0YyhpRZz7ruW7fvsLyRZaQEjRAG7YymE6IqXMO+8Mmn0x++/CplbKV//ac/l37mJz/PKilanfpZ3NDQULp58wYr3Z4OM5D10dw1yrbDmkOCSZpxHH7hDd/K3OPZ9su4i4E9mEe+/bP/QlMM/AYpyZGm2CYNO7KrrrSHBoDBL+zdlEPxmcPYL7jlUZgNeGF72ZeFcOfgzs9MDLCuPHPjNtvC/hUZPPTFzre7rkz7px1RV9+D8V/5r36HvDNatpmePbRAlWq3DE54PB5IY0V5ZgM4eolgR4ElRrEF7E0u5dOlZpMOJjo2mfnV1eHf+sVfgDBd/+mGRgASKomqZCZi87Mc3UYkwJsD12LC5jCBWsEYOMCnj+c2wgbMRiddPgnc2AdkgCGGFxWNqvIiP+cdz61PkCxVL2QtGDhrkA31RcdfZRLE3fwqIVxH4lYCr+q8u4fZ3HJWXFtJjCEObWSYOxZ1AL6Hj7ClBGGIdlQRvAC6+yrSE58g7NfmLMlb04vfvkolgMb6A7SqivXQZYaxgMN7YYcBMV1QVzmfmnBorkGqczXIEpM2z7D1RV9fZ4FT8tk16O3AxGRPgYNaKrAAU729MInbkURdlR7p6cdX0nBu2SbtxIHxMOfYO2jsHpNTRCWKAMtMiq25hpx27WKN+QGCUdAyLDucTkeY6KHxkNDo1M7ColZv9XWkxS62uCVY8Sore1axRW7CJCbxJqhFUtV5vw6mIMNtgkHX4rLVx86V1eRTSXvbtvQ96pavkQXTPdpmgkFT/8fRt9/AxQb/2MNHWB7J9hCIiS3uTQSTd/GDds3yIAuYplrFOkxJZIMoHoIx0Ewh0KR04hHSImdpJq8dd/6bupGn41FIfcBXprOdxJ2qe7QjOKhw0o+6bjELDWXzzobhG4p25dQattkJ4qBOE8R4jmWmI7g+9UJrJIfJ16Qnn3yCPHFRIn1oCJRnr6pBDNa9zexiDTZl2RevYUfXDesAvsIjhOHzuoHBQibZ388GcZg3pCWPiA5PXaxu2b/jRcED8vVf4C/56fmhmi8d20aAHcciQsiyvAE8oRBa8AMFOMR4WEcPh6M470pnPzHfjEqu6SR3mGjTn9PkwTDjK25tn6LwB+pY8L4i2YdPwZvA7fNf2LFR5gwKiVK4+MkkHbnLoyzEc/x8wbWNI3GsEHlmGbVJJrYOkwmjPYUZafyxR06nr3zly0GMW4zEymYxix0EyTVvovIgwOMeDex6T+0oBw7sB2mZSNaRUJd05g1ChPhFWHzD/i4Y/rVZ5CPnQ7ZFvhA7L3IT5LOfWW786IUu34oOhISpCriKxBabIoEDV0C49tgJmgbcKUSL4d7y+EuuID1Pavj84R+dkA+caLm/tcRKo4Np/2EM3fgWNjV2pVd+8C4ql0EP+DBa3i4r0wVLqHfWIerJqY4Jrza2223HhliDynUPx+lF1kN/hX1t2juYxY0ayhSsadl2XkcmnDmAFayFTffK9HCaohM686jaNsV65GomuWJrBuARBqUfVwAZpUibrZMmdlX9JvWBHMPevAjDqwZnLR1d6dYQ21WA3BYcoXXCVqpaZ8RvYunoCvt/L6JtuM/OFHa1ClT2FYjbOJfRjrRvF64gfUiSkD434QAAQABJREFUrgNXYpJJxqDBELFGO82wjPMaa6kX6eDLrIGfZilmA47jR44fRBUjpBcTYPow6iIVZgftkcVRCTwNqLp1+EfW4UoVbSJqxIicKy5zve0nPglNihpH09i2EqOHtB8n2otrsR0/EmbJhgeqmzJiujtDeryXBYhX8w4mAhN1ZVWWvrDHEk7NCcEFmKa7Kd5iomdv/z7eM9Fjm/glVdLNzWv/ea3mc/nyu2xqxjp+jjt3bjNw7o0+pFa2p3dPwSTjNX8K+qDeRc3jRXi57H5QJv9XOfO9a/c9xscn6DP4FQspdKHNuQ7GvQKzjNV3JtpVntAImWf/ySdkmiYpf5l38Da+4w8XHZjknLgyer7feQRNlQ0TT3b/yWl2P3nw2vcw+ee/oOqdiShmj8gwVC/BpEH8Rectvi6vBTr+kUSG4chgwIuw78FI4IO4BkgfjL10gp/9ua/i48i2gKoPoUJIOFbOpuJfMXqXlbM4AyPIKNt1YKZzKD3OEXprAbcXI8846qiSighjNcrIZtyPRQLkWSDQIvhltsA5rjlzEde8FOHem87N22sgWKWPCNIKI/B+ESlZW1o9kwwkwxQwGeGq/NbvbFZ//nv4iA7kiI0ExDRD+vJPPoFJYohOjLtOy/70x9+6lJZYK24gDScqxEXur3QmMruPeuYWF/UshavDhtbsNa5UW2s1aeDWeGpgp8XPffo4W0TAUGlKywmIou2ExlyKw3rCJGtA/9jaYro0ey+tI93TgNFh9TldBYZJ1ifLcttZ8ijUfBQ4qiJSjsslK2CaoANVHCmBzltHh1hdZJZ6QaV4K3UiCS4hlU5PM9uNWkSYI5gLRIGtMyQtBqJRJ70g6vtMG8sUGshnC+moH9twE9JHrP8GFqGXmW2An1UGhin8DocY0FaJ3HGffIffu8xA2smGZ72o9jBI8FBu0hauP0EP6ivUg3xqmcSrx8ncPbyjO9KAtpp0L50oaNla+an0La0WhwnLS/FLKlNHv4j7aAI+MhHvzCtnHsICXAEQwAMDj7ZciUe4pKFKIlA72VRPezi5ZDupjY0gfbe0dLF30G36UwUmBVYzEaA6m1ek38gIelWzqkgHDx6Mjc8c3PQrdssQw+TFXvGaNEKytkxhLw4Jjnul4qji7ndlmr/A2WwVoJw4ylmCV4tiMpVeCwMl7ilwx8HzAIOb3Oo7BfIq4N2F/gxnkcTvAtEg22WoBoaZZzCO1kCY4WW0iao64MS35mUr7z6CD+3KyzzVLApGyZsoKX8Szb8bot05FdfSgcQhEvSV0qHavUR0BVjFBpFJayOdPH4sNoQKdZdilA7CrYXybBKZWoAtQP7b3UCk1/63hX6zAVUtLMGMUeN08jW1nE4iaUOKXEYy0abo6JyZpGey5ud5m6F5z+O45yoYZHkPDHwuDceoVMMor/1SW04dkpIRrFdwV9HOZcTtaZyvZRCZ8MgkQxX5W0YGgPZxJMGu1U5w4ec+fzLdMUZhdw/uSBWsJnodFxzlDCQvvwQG86E/cOmgAg/DRomBASkSR+6KJeZRCRjADPKdwbvpyVP96fwJomJDGHAHisydJXBKPrm2+W/AxOi1BvO/ujCRBrBJbuLW4kgXso1l8o3/0A9QjVADkVrbqGuVDBzkOFo78aD008BMtxtmGZzjPhGhqtlgR0l/HMllDXuj7yuxu93B1taK7bfWdqPdHWRllq1sYSqcy3yP+JraweU+t4CFjwSdRMqgNKTTujSNHXIQAXFaezR5reADOz10K51/9BgrbAi0oesMA2ZsT8H77G4iVUljSKZMo8MvaEvuoSk7ReCEP5ncMx7iGV9EO+xmkvlRvIk/0VS7U8cnOU97Y76KzEtGKm2GxkufiVlf4BTCoH6yUh0GtQzOeivAzHnfhE14CO2qBga6wIBiux+CGYZbAN9mu3mmexniCjZgNR7jO44yw93uZmpxoKo7QYaQEawIWPIgXsJq+5hQeLah98Ff/LDz8bPNc54ZziXCzn3zj14KU5beJ3GQVDbk7yNL93nRv00hZWzzi/hGLIpX8Ic2oeuTey3ZmTSZREPwLtfRHCxL7O8cpcAWKoN9MWgERvnZF/7a1wJZfJ3/mSnMLBBmplzQkWSI5c9nWdXG7ojouIFqoTS6zHpcnyt5CdhPomb34evltYRv55BgC0wEgA8zykCnsKiqWA5Qra1Vptdfe5dyiqVmZGNOVtEm3QCG2NXNSu+utU1jXSG2GLN8acVhrpKKP17FIUHKJL1X4jXajBM9bsMQRMXfRtRB95V2NY8mhRaCQLihlHbZiEcozqij0o+QCb/fusLjzGOd6cjJ6nT3zkQ60H8gXfjRYLr2ATN1yUCsdBYRLhGYhUBTfa+NQ1lbw97kDSupEZi2cNO5eW2ApYGT6dlPnkp7u2vxwSMwBJ3I8GtZuuDD4jBH7WF2R4IKpVlCs701dIvlbbBCyswShLDyEzcUbLnmA9pZS72ZZlYX6HhNjP9IZXQyMBWDg1t1NBqJnfbfYGLDqaxqVXOWcI6MEV4M6c/18e0EtZgYv4cUa0fFIVzXLKooQ6zFjtjIqqc2vmum/i4btHwlTVHib5F6TZHPBI2zQuDadcw703fuMsFDZPCjRPyJ4MLGs8yTNYBHHrabOclIDHzMRBKSZlWVUEpb1iIf3tv2pvYoW8HxTZr1HPjh2iYtmjWffUWCYH68iNVmnO0roDgSRx+ivDgcAUlvPXUZIwGDiZtvwaRIogjgggDpzsG5JpgakiaDyDQDgxpbPSaH61dvhDkq7K5kae5Z1ed71FoniEaYbHMPIj0xDHDRQDklY7ErWHzYXIU1BJZcvwyokOS2yPd/wb8PdkhwW5Xef/+DdOHCbRzfl3ALZEEBjFLy8yjPO62Rn8df0pgsDy1ccCMGPXzuLx+0IDd6eOxh/focQZijXeQpvKC6u47c2uWDklFG7YsMPVU99/lS9d7JIBq4KNpMJZQY/fjAMrwPpkm5G9xsYo1dx5fRIBZ6MfaxnOyzz30251AWRkaZVKwBDRCEY4VMQIY8M28R6dnyItT/FoxpeiFsNctMVujY7WipLTE6khWHMYck6fdInDpxm2swPIsjRxEgMetK4sRAFZ28dmM6VSMlthCmviaYeWboGsWdsTMTEVaHBOZIbURt1RvVfCOaGFJLG4yz3S6la8FUoCRmY1itDAO4giIfPe+GU2tEwjmQvv2tC8ySo7LCSGJEMyGH+PH7gC/whbN4M9HGGzC8IwlOMQrfGLiT+rDFPXXmCB4AqJjuqaMNE3hj+ZsZiUCOiEjkGepzMuMuDtQXJ4bTcvB+cQRmxJ+wCrCH10GtRSchL1eZzOG243YH9QTPiGTgyChDfqUUV495QBuZkzyyWkN7TbKWXu1iHRF9HYlygcTz4wsE9TAACXWF0NQuZBr6gToxwkOkR9sLEwiMdJbybtGRhnWRAq4lYonO3R5Mx+hg+/uJBdqqHVKPBaNAORxaeaHK1FYt09ETQFtkvCnf2UbSCvfAIG1IT0Hr0epixw7szzYtsiVNrKSSfvm2fAX48a0JZa7mGzwReHgV9RGjkZdn3sdgxICwAezuomj7Bfaou+EJtUfWMYjUxX7edFYGGQOfDA+OsM6/F81kNCaCujFtRBALgDD/simbmdBScKlF1ZaGPTLTthJiyHpnutngW4PBuMQ0YygLDtLF/5dfZEZhCjO1OMp/Fw3q3vA6JprldPKRozj/M0gUo5T42jkeuInHGZO7UxRpRL5wmo9V45pTFK1JsBtTjhOglkmqaJd4SXLvaYr4+SzaTkKIN+aTfxW/9He/7tOdQ8SFmJofqTaGBAlSBVSYSolSG3WWKFlP7Qwo6pZrTxt1SOOIzsf3lB9UlGf6vMmV8L0qMC/jWYBXYMsyZEy6pFy/dosAtpO4ALCKAPqUmbjKo7enFymKiihpUTlzso7htC7i4kY46ITe820921A0pOH0+je/HpIM+hlbvLKJFVLH4Sd/Im3iYrKJ024tUqCHxCQWReAq8MyzK+ESM+OuM56dXsQut04+2W3IFUfdwFWNlCR6A0+Uu4WdVdm4ohqbyabMNBOtYkyuedFQgVtqgYpdWbmInc/gFlnV/+DyCLO/FenpJ0+krpat1EwHMrhu3nOaujujqFwSnR/AgTcvk4PxoG69MTmUppg4chmkspTSMokCX1QucOcQJXtRIna2Oh+0O23hr5q8e3Dv2V/dkmsA8dsRV7BJr4Gb6SlDda1wxvzCLLmDaSxjg4F2uvabZaltBKhoJLrRGWbAW6qZWUfCc8lfiWd9Su2wutGMUaNxmDH7KKZlTACL2NramBw6RAT25haZsf6H2pAJxAHgIUXmakU9dKdpRM02KrxHSH25UvlvdCxiANBulTDSLQYjGcV96NgOZFYy0xj8/IJsNhEI7mt854j3PLOe5l3iyXc+C2xaNNe2tYcCgsKEey5VtkJrugSRk65dDso1uMvFFsvxGbgHx2vAZz8YJ4r8vRnwyyqcERzUO1iu2Miy1MTE3udf+DT0jakGQDSR2KJqhrnMOEUfEOrwYuGRWwivE3x6mB1ALwzeChPaOZbC9mLCaGDi2P4KWA8c1vNBhvbA6w/d+L2mqUUEg++/+EZaXqDvYF8/evJw6trTgrXIfqbA8NCndvSHDjnQw8duWAL/Uff8be7+9Ak8Ct56/U1stG72xsC0K58ssOVcBcFvyoHTvMv+WfXsC0qUxRGpisQ8Eni/E8A4yzR9ztkMPGcnUpcqdqRnn3um6IDx1hTR+ORoYu4fPGSUkZ+PTQJBmUpVXj+6uflFNpdnhhTG5CoII8+4PYNocGndBOGh3MWNXg2s5iRxSyL8I7+yr8eZPzxCcqxIr3zrf0UKaUwnDu1LT50/m86ePZMuvnslrY/dTE0YiAxHH6MreYqskqEz6PMdiEcK8NBNCC91RioM66RzBcwMUpQuNs5e+tA6ccE/7rfw9eBcEkW8MiM/5n/E7KTM2rrNiPYuY99Cpb353mB0+E9+nA2omlhmqQqJFFULs/TbGGzMo8B2sD0+VhqaQdr+3s3307wwKyVTeEhSEFRgPxdt8QGGNcvP7VBFu9suVMM7g37cW5xlEqoFW2nOwwmwWn8wmzokP/EVeyLxjf6ZRovXxtba2IJbF7OzSN6j89OoXMTR5F2VmcM8lARcjrnBZM0gzG0SBrjBjO86Jp2JobtpPytwDvV30T6o6wQerqFDq3r6nZ9qFrBuDlMGudXtx2AgDpRRP0rxiM7FgxhIEQo2mUz6b//hbwTDv3TpYjpx4gRMwu9IJA746dqiS4tRmXxWHubrnWeP8k0+W0j5zEFR8wcTNLRFVQtxOQka7CZh1WhBUYeAvMhLUZUunUO8WT81Gz0OSKtWhLQpjrVZNmDqGLgzkFoZpF1LL9getk5Imvk2YMMDDgleWPAVRup/6er1dHOKAbwS/2EIfBRHdIWQZsqPgaXIq8jC6gSUgJzryoOHkkTSoHFeyAGG786lF198K00ziDYQJ+DU2eNsT4KlncmrQGcA/HAuD9+XeCwhKc7ScVlhH/FZ8ADPNMIoQZmvXLgcQW8ypNZ95wha31WDKJUPt/tokbTqs8//ta/lDGxasyARJ+/8OYNpBymJI3ceGKQ5IU0oUUg3MZJBdKpcQYB84wgZ0NropheK4ucpRtltorMz2jmdGCKYAwQwzsyygWgd5V13rUvBCB3OJYeqwHYMQ0MZIHfbRmi+FrKNPK99RqNAYFWMutcvvUaosHlmBPuRTNrTay+9lr70+S+G8Xvi3hB1QsVm9cWG0gX/cJMNCcvuVoFEo9Qm2PpzGjFI+90WKpE7/9UhMWnD9LBzSQj5EIgAZKcRIpMCNSHBuvfycjDJmrp1VBSil4/P4SbTRGitbmx92GhRp9yqVNcl6xSKEtkCDtmj0DLIVCM1a0u9sjCW3iRwxwbMRHQ4mAhTNEV8Y1cSL1mayXdSQSY+6y5FBFVEBrZ7Ru3YPEvvkMSbwIeDChwr8pYf25k9jDUYKygYOJrwQ53AdUV3iCp6YCWdfp4p9mmWGbajWtZo12bCZpb8rqFqz4PXCnZVnJgi6MXcWHr0xDGiQzWAGwYyaMzllDLhqBjFAQH1wHQCLE7aNGCOyB3GVvNdYCiYZKZMniK1LuGp8eu/8Vvp8597IZ0+fTo9cuZkTp8xGsKA9mj3oXH5pQ1vfh4xCEoHPivOXpt/8P6cLA+2CE5u7bGFmaeyg6AhbhJme4k7Po4+4yVfR6taJ/tNMbiFjyTakyuLqokCpcps37MxJwgxV40z/fiEPq7zqbe3D7qwXyJhmn8Jh5CRvoKB6BZr7l9CU1skixrWvZ871Bdh8GiGtBdhpIFBLPpvUdugmZD2McPgb2twFDlDHqQpIGDPBQXHoA1c9vrii+8SS3IU++p0OnZyfyxVrm+BSWLByaBRyk4nKUHNGe668zK34IMPy2fb9eRB+BkD8MW3LqUxJG+31nCvpVzgQ4wyBqSd3LPabhs8WF7VZ55zMoeHitnxIxGtnBtc5lXcZ5EikCMzUyX3UW4rjc8uc2PrAab7NaDmpUo0e+QtHrVK7TRaXAlNcUh+qvJ+t8JIGbPoMJ4IfAoileLC94oONoUK5gx7XqONUyuSZkRBwYdKUVqJwnHPRvSf9zIUz5SSNpemCaRwBzV6Pt24dg0m+YU0zPKx7r2EH2MZ4IXXv5cOH9yL3YhAuRDsy9/6ZppixF6j3HZmEmuVGBl9taVpF3EWeGNjCZiWmHnHaVpbEgxeO5TvQVfgs2A5NIJI4Z3fe/ZHYNjmtg1UKboJDHrwxgQzKRvpxIHWdORAPcE3cJci0ITRpHdm2fO34jWYHdlKMNPA98PbH6RxXGd4FbUOjIgPmTdnOTh3gf1gKMIAhsSbP5/l/wJvhwZqvjMq+Dq9yYmhKdp7Dh/GTtYo16BBw7pisqaGiYhGzRl03uVlJCgGHnNv4N7wW2NMMmhnXmelxhqMcZQI9w2o9ON07Lu4x6wgpa9j4hi7cyft39OcTh/Zj39cPdKIk3nZdkd2VCGvWXcrCwmNajP5gfqK249TS3b0KmAHdJEQR0hCJHQ3w6//8/+bqtYCz2D6qS//WKwmkqDFQNA/BK572iKrtLrwDVVbGB0Zjr17fG+ZZTqz3+4rFkajayMWhzLpTWAltBTqNpF61C7CpixWBE6mFEnJDxxDM8ZC9dqnfs8j0jgpidSu5M5g0gQOVwhA3IDPpQxycckdSlnRMzDM/uB9tLWuWgFAhoNM7BM3CY7x1jAeD7SlNGkdGnE9awX/Z/s7UzfbYChN6rYzzABhmDxjZK6ByJkVtvPgefi88q2kVCI3oOWPNIbDRPoWs9oLC8DE6rNjJw6idbbgmaBw4XfWOx/S1YePDz/b+WJXauokPVsHg+v4r5YB99Xv403CFim2gbPfuhpqHgqUkt5vLFa8Svc5b8v09+GSqp55/q98rWgiCssA5EX4Fs5H0KDfaUmQmUUa6dL7YKwmwGZGcFa3H/DNOEzHKDONqAQyrswkeRVHBsSs/cUdmUpkuhnJhLV7WpHsuoMdhXtTWqY2KWPnLeCD5zYLTTAP1S0nEnQFaCVwb3YLiU/4ykYRKSBSSQZi2EuoraGrVwiTtpK+8Azh8mHuhiBbxq3i2rX30yb2xw+G6PmVTeTJDCuNvYkd7VwP876r9wgAO5jus+VnXQ2RunEer98iivfMSBqcvIY6QQivWtyVmHha5beJfcmVCTpdW1cR6Hm7gXhu9JnWTozdSGJzwDRyd4J9fbDjHethp0n2pG7agkm4+yCSLZLiDtuH0KV16qdf5DKzwO9gJ7xIJOwF3UtAcJTGe5msxBSSiVjhu4z/TDC2my2lfYZuHdmubxCorhLJlTbU6V9CJAtutbPhAkZ7Ldh5WPfd04bah6HQGe1a2w5mVd+MNwDqsfC57h/UR/mqim7jEJtqIe1uEmRkjnbdRFquQMqcw9yywDr6x84dxubrtgeN0BOqNlJizPIWnQO2TOWpODA7aeNKKxcLUBywimUlaXAQ1zIfrsHfJmrmb/7W/0HQ5eejbZ755JP4K9KzqZw4cl2yeBtmF8VG7FouYzUG4iIuaP1oIRRYDH6UUxAyVBbfQsm8Jyt1XLAYJhx8Itehl/vtPRnL+RVfgHGupd8YuOIs/N77339Zas7X4o8XvDZCUAP0Ut/Ce8vjuXbhyUnMU6xyGiAS/SZmmx72KtrSJzPyCwxF+92duIuNEnomNByLk9JTpw6mToSACgayKB8cj4yNEspuDW0AcxeMUt7mJKpz9NQWAKUZrwPcqBvknm7fnkivvvIBvsIrqaWtJh2MbTZYisl6e6NX2Sa7j49ilNLZh44HP4vX0qyPpWtFd8ggffdb32cgoW6s1Gmg7To6MXHwT+GKigQN57ytBb+oAH/izJuPKBuJ8qe/Vr7JarUZ7aT02p/dx8NpdjuIaUOq5LlvV3HIbkJiKAuZJQ6jM+HaELMfoRWSAMynyMu8uTPvKCEgzq9lCo5cLs+Lg7S7xXyZjw61+ok1wjiVwsxsihUANkQwp/wlRUbJogQIckP19B1IK0xwvHfjerp2/T1g2MIvciLU757uXrZ97cLAvZyml1CRKluQHptS4/156rSWLuPVcwUn4GoY5MFWAuASYFhV7z0IhOA37NlyE3sqG28RoNjlZTJ0neGjUwskDVJGbWnvwvevmRUtGNWHCFq7iMtECwbuR090EUGG9bHYRHVLcnR31jm3ZlExM6KuShxb+DH+zktvpYWupjR6Zyh14XvHRyQEt7SXo6oStFKY0oI/Rfh6mIJLvpTcnWXNAxtYgpOus3PgG29cSFcJRHLo8EHpMIjM1tIdzM4TrkHkNY5tiy2xUzu2XydWZOdKvjaLbi7aMbeQcA2woX1NVx4dglcMyYYE3gjtVCPB3bh+FfeprnTy5F7aoIrdOImOrvsMbW2gBDtxHvjsIg6C+Eaywib8Xe20DobiRNxw6HCuhqTNu458fumX/l46fAimwCZiZ04ciNia96FTaXQWhh9+u+DlDtLsPjSMRfb2kWQXiNTew+RJBFUhbV5nLiZoVfAbxdEO3AhVSDJ+J6wr+JfWdaOhSP/FwZAVdXG2ewkNSpwopYcmyIcZepCHf63ycebHZb3EPT8GpWoGR+ulV4YbssnkXZ1jfTewk9y9O5QOHNzHOwY9+xTwIb6kQ0yEdrO8s4EJtsdPHgmvAwNm2B7GUdUneQxGeYpgGlXANorwEzZSYHGQj34U+LdCBVzU5fvfexNGORmBU/awmdre/vYQomxD+zTo2HV4Q04PPCtef9TDj0iXGTWUwMB078699M6PCKTNwF6Lbm/gG1SKdP78E2xhfI+24t48pI+HftGQJWQ26kNH1aeRKP12+91DAEbn2P6IVP6HIJTxMmP1S5sdAlXSQM0qZ1SVqiZZXueyQkORaSPLKN0ubTtn88iqKmmoRBBCdAqQS38PRloAylvS5PKatX0hfch4lGKNgq3zuVsxtBJVJPLiO7uVobOiHDKsbGhLPX3YipYmcLuZTe9fvYZbU3/qhLG34GDdR+isR9n+4Toj9DqjlaH6763XpQF8XHS3aMUQ3d+wnLrrkBTYG2gDJvDujfEIm+WgoXQ6jf+WLhp2cFcg6OyrrXVDHBHzsKdX6yebr6FqXrs+wAzVFoFlG/ANJCQYjKQZNxptkTWoWiAk6pIRlhvakVhcKO+vVDWlb14cSPfGh+ngfUjArM0mBmijEX0gUFe+kEHkIy5aGVx0JF+njVZYbqoqDJJDNXaL4IsXL7PVAmvdYbZPPv1x2o7hTA2Cb+E8AYZ8wW/s4Kv06Xlmi2dZxtjHpI0z5OJegz2g0y5OfmmiYDIHu2CFzJIZ32oWM48O34V++HZqOD31xBnWODMoNRDRmj1saun4uo/IcM0vWpL2036nyu02DTR50GTYIYHHsueHxtIsv0Xob3GcjdWU6vn38U98Nr39xpvpc89+ggGC2JjQzdyUg7orwDqCyagFGDTCyFHua+5g0AKdZZ9D2CBlOHPtRcaJEjZtAVpESSWdVklzA3g3WGfesOdQWqUCDtRKmAZvMT3WGSTrSZZ+shUJWpPqrLSSmRB1he7cBz38Xa26ufO9ZZqXODACltt8VGGzrcLkscFkG7I/b/E7JUSeCyP0W7SftLAefzM8RMyMVWao5h0E3TBuwDh+rl30UwWbYeYBtLM7oFTA/Bz4D+7bZ4enLaLalG1NBQdI+G0y6fb7/8936Hvkhr3+OEtJu/c0kB+ud8CWIxQF+PFd/iPtUquoW36y/XfXw7j8qDQkVstRmHr9pdfR9CYZCCQUB2rmLaC3z33x8XTp4hXMeeALXPnuI49cnfxq93WRuOpTL6B6h60iUP9APgJYShFl5naRLAHms9dWVwOqe4M44rrfrxkJk3lMTI0zQ5tHvSAunovn3ZJrMDQ6hFKCxOC3IjfcXehktdizlFD0x1KHM70MwE7YRGObnyNgjK6MJjIjA7m2oYqrrgfpmKn5eqdIhWG9GyJeWJwhWGxKew4+nfYePJ46ujvpWEwYsFzvSE8TkgZ+X0gd1RSi5LqqKgoxyHvS5nRaQsq8RaccuavzucZ24IIp6sQ+B8HVYUNykmcBVWR+fiodOEJUG2b9YC9pive3bw/RyVbSx072pX1sTxArTFC1lSKNnSlzill920kGJPwQiG48S5Q3DgNfwtbXiRS8MOPWtdpwtwgx1o9kNBADlYOY+KzBZnewqydcq/Qx++DajZCiVV2GhoZjoPkXv/d76ce+9KWQgvf0Y2+2W4Mv2zoOGlX8e3gW93Yit/nAYJFGFwmlhqpfQ55o4OBfRse2CkzQaMt2fbgbb1WHdEl0ICZpDh3qTo8+cpjgw2zyhR3LAA5Kos4yhwmG8i0yBkgdyI0dSZ6xhYXSLVgJmJCY1gjIsjo0DtFgS8MktD7Pcs+p+WB+2EmQVg/TfrA6zAHjY/jlAqv+sEN3h4lx2IGECj6RqKxTI5JaNR3dHRCDQVFX+wREGPSbaZjyqact5SZjptui897HHNGypx9m5zf8gb6VIO8zEM2T/yQhCLX9ScPGPlhGHXFSUkkoo9fC+InfaANrCQ4sg39hgoEmlOyZj2GDMfoCXvz3oX8HI9VzJcoGhIL5mS1mn4fYkvdIaAP2+ZjcJBftnk3Qu4z6fbSHfTDFLqRnGcsK2pAMNCZIQlq3HaAHylO6x9CC9rSZvvPtV6FvmDamlsNHepiBrwtJUok+TB6kLxmercXXViqOeF7elOfioafgQZZXvIt2hnaM8yk/+OGLL+MZAR8CnkgVp6p07szedGzf/XTs9MH03geYGtROycSu/6EyA8dFAbuvi0dVn3r2p7+mauoRjQ4CbWgP//pMyVGVwgazs3jv6B3JTAQRPfH4Yxi7J+kQNB8NncmGU2CUEZ59UNaJ9djGJlOx3zevdiOwRIK8wG9KAgwn0qKzREi0UCdJIzECk41lR3KSQ2ltCulBfIX6RcO7zFBboatDbGxr4DlLY9SFhmzGhnHwxCNEnqlL7w0upMt319LN4fk0MI5lA2ZVUaGNDBsgHQvA2GqiMk2hihm0t2nfsfQ+UaaXUc+rmiBwJA14KniAEKmHRKHKu8TSxyYo+cSZLoJGGMDgfrry/i1U85XU24oUeRB7JM7TLRjS62UyELuyhfUv/9nIqrz3GTWdVJnaqEsTGwTA5b4CafRIZ3M6dfBwGpskXiQuVXfv3k1GXJplRYdSlozHNjQC+T1gv3T1vXTi5EmkcezKRKt59+KlCFLw/PMvRBuVYfxjUImGierT9rl9o7MBpR02tAHO2pdX+Q2xpYOdvJ1BwkKN4APfLCbk6JhsxaBdsaezLh07TGBdtmcw1Fk1xlbdjJQkrbfMxfYMMhKf3F+5dDn1GakoE2huV8oSKnG+ZTSeacwMMLg6bM9LMCQ0sFTvLpAMYJrSpV1XrhgwQrKYRHp0t0/paZXJG6XsbiZwoC4GgPyB+SsWrEN3qnwORgbzqMI5fIM9ed4eWcckU5HaDu9NLUymVGPfXMeEsaVKJDckb7vRJPEIxicm41q6zW1Mz6IOc7xTjQ4TAx07pGTKLSoHAOCYG/1MM1KsNxWAriGZkNqdG1DKNEBNHbO97tq4hAmhrpYVPddvsmywi8HLMviOSsl0o9tx00W4PGnXnTtvXr8Bk8QvWGZuwhgR/SYPmVssBrl44S7R5G+Bv4nUv78TT5JuhAD2IsIUJQMXRv/5vf/MI87WqSg1u/bFg50/JScTPn4enjII5AaTnEXbe+XlNyFoBSHwUaTR/l6L4FC1iVR8ENMfdvYPrmuSy2lMV+bpdRyisDx2XxfPqp55bseP0vdKD2aSUcEDqChmuQOd3u7kch+Gof3r7OnjocYso3blGXO/z4cqMXiPpnSUnmXm0JBPSly56jmdZcavyD8YpCkkMEkDhAeyYcTOfqsSmLew+R39x9TMDrMGG1XKbPRnlGEaoWQKwuxArdCWZbgqCdH0sNo0xoxhe0snRmqkHyYNxgjPv0T+c0iNg4zEVcxmH8UtpRdCXFtbSDO4RywuTMNkDlMWAWlxpzCCuLEstUU2Uj/XLxtGTrgMJHHoSFN6+jNnw2YyN7dKMAvW7tL/jhH5+yArTDpacXxnRteVGNYtRk2ZhJ0roITAQKoB1ohjncbX6ojfyJI9KuqOiHaoCoi7DkZz6vSx8AmcYGLoDgFgO5raMWh3EFRhgO1he9IKONPtqwv1cplONDQ4RCeqwQ55KB0+ejjdHb7LHtCXUIF7C8SCzGh2ulRxGW1Fi9jO/hx44syLGFhhvlObRKMn3qR+eW7V4C+WhcIQ65mI6KRDdXRqYsAntIF2JVCFM+baI6Mz0URkG4fM2X+VdM7LbBtxB3uwKlcvttd1yrGzRwrqJu0sE95rlVVXq2zpIfDLiBFN1MftgxXS7twZRHLqDy1EW7iq9SrMUe8J6cvJL79T0ss1VHpyGITeGKwWGIgczNRWpphlfWNgMc3SJn1MFB46sSfoUnYaW3hEO2JcQOKeYVLIgUlGNcM+5W18v4pkXEvbT4yNoIHMwNRm07X3r6Yjx08jyTqxBuWDh2CInEM6hS6CRuAc9otS7xceZ8QboblaTR32PT5WgnZCqonI74N3xzANbcVWEluYS5jBoY4Z5zazNKuAceBAf7SFwk82m/E2iFDbeWv6F6ja05Or1GMuHT+Jqk3szzYi17vWPjp9tAgZkp9HnCxg+/DGlvuoI3/k+KxEad3dZsObGmy+F965kgau34L+of2A3f7s4a6VTACz7PZjjx6iXRvS62/gBrVKWwBWtCk4C+a8m2nvBqK43s3rmMz5q1/zc48A2w5XUmd+/NFVsQYQr4zSGJNu3iTvCQL3Oyonk3J0coc187bT6x4yi3QZvo/Yf7L0apn5owfQxsMyv7BZwjQzw4QJooaTOWWYv+p4Tmk5BtRdRXp1NtZ9cWLrVqSCkWH3L4YhERU5XDdQG0SqEXhGx+aZBafzYT5YwrlMiUGjsJUyGIYztQdY19zXwoQEEyVzRMpx5t2IOAtIT4YNa2KGTUI1yncbKl89zrVVqEJ/+StfIojBAaTqxfTuW+/CMIR7CbcXVBxUzVZmBpsandWFVVsnR2KOaIdoNDoskK9WsHMhs5STEPkanZPEwRTsyKrOEpRSTg1teIgtMpoZ1Wka7JYzITGdOnU8vffee+GUXK1kRbu4/FJ73IEDOeLMOzhc9xCd5iCTNw5StlwQjNwlWlHIOOKWAsvHnHcTVmaa2C0R5e7MsYEbNslOVvQ4a635QhXcnSL9CYsTEx5Rd9qyIAjO8ThubZP7zGQOsIxTR/xxBoEhpGY7tPQjE7dDCYfRahywNKG0MqnWgcuaa9ddVumqqu4uA9iOxj5HmiXcy0cKaqTtXCwQzIc6S99hm6RC2n1dYLHM99JGZX1rmlipS+/eIqgH6vRjZ4+lI0d7+FYPBxgYaayK7aLNfA4aiUUFVMm+oMAwN3UrXfzD30+Dt64TGu1cunPrcrr1/lvp9//ZP0t3kXj3HTpMPZgIpGxxHf1EsYo6Zq0IWiGvYJfQgHWwPjUwSmO+NlMffWfXiVsq7BPYbO1LLuK4htnl6NGjwRjL/pexnZelatrafYhfuc3M5HJ6kVU28wtOECX8T4/GgNfkIgDa1bpJm9tH0Ybb9w9cgKmPfJ8fBimU6UFkNX3g+3/yUvQlpcqy15u65FsrrEDb19/BAoeG9KM3rqQ5gs5gzyGFOCsyK875+3hVvHjounj6AKPcSfngFdk/+IC70kdMRmdYKNqIEXwFBrUagRFkktQC9QIZiM4RqjCYDvcNvp9hpFftdDOvwL950oC7O5uF5gY0q1ylYJQ0vGmVTpwgUR7XJhmdmr/eu9tjjPZ0DJdihSiORGMQi2mYuszBHKEdDNnj4Vy+Sp4GHF5gHxcjmK8jOTpzv8I+DKOos8d6GtNNonVfus2WquRpXcgixjOlkonJ8WA81knZY+/ervTUk+dBApLExGK6zHairdiLDu7rSceOuD1BFf6B2MewydVD0LHWFyYSjQmxQfLghnIAcp2OOIoD7wyMcgMbWhAtZXtIkmUHslMabKGaEGr7UMVb63uwG7JtxdgEwWCH06lHVLXXI+K1e6w7kK1RR2dJL757KZ07fx6/OSacgF84bA9/mewtcPcvSt5+Vrad7akUrJwiflH60/jwGMsW9/J1YD3gzSYT8iD/IBf+ZGKHCeUHwCAWKJPzOsa+QTwDhgbHUCuxcaJebWKL0xbd2sZWpjDd2J2StlHqCj9X6EOGH3Kh9QGmVnzqhoeHcczGXYeyJ9gHSZcay66BBsKsREq1I2GTnkynTVdpuRba0uH9+shSuj5FzqjKn3vuNIOd0lmmP7HkUkK50OUrl1FHuzE9yUBz3bTd0StIjjTNoocPvv8GwZEx4SwOpVdeezP1nXgiPfrUZ9I40uXY9ATLWbuycgmMglQgjHpKI+IHPPKLWXnSiL86yoi9xdVUIqwcM+gMMNL0JNJsO0soP7h2Pe1hUI214NTTNon8iyI4cVCnONWnN9+4zDd309j4fNrT1UNoOxhSO0se0QrsikEpxQCRPwIsL+JP+aQ4K4jw4iNV710fSIfGaFic20ivvsSuq0QRczALXhDUkTM3atIy4QE7e3TdI0bEJH7NmKe2EEDUofI+Ublsv8hf5b9BGAVYD1wXz/CjzKp3JlDpwlZ48Ai1TnrhcayNtDdyONKqFhuUQZpQZRFVC8y2OgMNCoKhuVmSQAYjhPgkXP+twFSnYGRuZWrmlh3G+6Khg7ly7buAzzTmSSk2qMbmYJjav8A52TKrqtGdBCRydtpZ5zHscWbjKhrLEOxhRuseiDc6Ec8WcZ6+j8orxzc4ba1xATWsk7fCjjabiyMDqOVKBcIjg5SNQUZc66elOUEVZwbG+6mnP8bEBI662CvvXB9NY/jkNbD59RNPHEDawUWDjtbBPsoNSJLaqSQZgQ7mBAxWwQ5agaq5guP7ODqUESKdfS8lXWofcGhrinaDIfsh4HBm5QQiVCcuICdYU+tk2BTbU94eZHO0mvWQwm4M3MQVpC8qIwPoZbbc+ig5BXOAyzkgZNwX0qVZb/9sjZ1/5uG76FZ2AupRi1/kCpNcTUtV6egB2jkO1eNchrlFPYq6aPeMuhcprUvgF7pxnf2Qe+E4/QAexlme1spSwDXUqpnJDdThaTZ8wxbNO9vIvMMvN/ICt4DkYoBVpMcOpEwdkNdx39JE40oTrDKkZ4BA0s7mJs9FPnJ8rmO2PdWnD2Y20sxSI23clD71qcNAn6G2LYTZzm/Qj2/83u8yMM/GYHzm7BkkIVdtrTPpNo5gkdLA7VsxibNn6GraOz2SIJVU13s6ffavfiWWdup8vry8FJKzzCH7Dds8lgKuJESpJ85e+y7j1CS6ZVVgzHUbBgdGJT5d1qoIFOA+9k5iOfmn+rx//36+ho7tW5FfZEeGPMXM9u1vvYwQwWZyLD89fXIfe/S0QMtOeqIVMMDn2XxhKr7jFNfcZ+wUzwsGWab6MxkleJRJXmcZ79Wrt/D9hHOEpMtgUBSkRrlC/1WSboldUdG+GECHmaG9fmOQicJ9CGuWJqVFdXbBWAC7G8Dd1wWQVZ+JJYw7b/xs565IlamuuIEkigR2CBtqDNcX1U6Rq7iuIV6pzcmWWhoig2ZirmiEcCiXcZKRo/YEk0D1RD+OZYi8365NWSvyFScZ6VxEQ5KM5856yiRjptkOEt2UfM1bQEnj0jPVZyP+qPIJg8bfcVYd6De2b/8+4J0OCUBU2tFcZufeLqvsTbKyMocaj02R7yJLK8J/jepxIZ3yTwlBcf+F5z/J7CPLLFMTy6jexZl5HlWvMT169ghmASaPsH+5a6FSiWqKanPYGbnO0WrIljxx18blhg2hmEyaQxoOgzXSbUycZBC41kxA6SDHwScYDXUOiQopf5331ZVzOEofYMSnjeA6gzfusY3saGxbOop7inVw3XpIQNx5wC6KugZGwkXGskq8ftRZnMjV3L+oEkmpjlnQzZHl1MySynoiJx3F3SrwJTMBxtwZ+YhrMRiVpg52HO/KQ/V3BXV3AUZpxO9VghzokNbEjoR372EuqXF/8A228WCritFZItK0UR8ZPC0EXvwXdj0mvPQUsENZuXVs18u0fxsO1dKikn/+qZsEpNxmZuuDCuBwrfq9xao0MVuTzp7vTwcOs8kdLwNe4A6a4/7qB1fTy6+8RB+A8cCBnWAZxavg2JHDrKipSj/4wR+ka5gQ9uDAXlffmU489fH01qsXUt8XX0gHWntx3alOQxP3YGQ4yGMe2SQI8hPnH6cc8BOIsVYZa94G4xSnMiza3SPTEmYZquvWxW6t0gD9NyIw2E3sT2pYs5iE6LVM9Fxncqs7mGnuOmpclWnwzlh65aV3kOTAHQPJGZhkJ/6tTTJecBn4pGyxEH1UOiwPyghcFsCCIg5vdo7AXn6x8zBqCkXAJF/+4dtploAghQzOOf/T1uvA5n5Vbv6n3TdrAbXpnXfex71rJh1gz/W2Nkw+FBn0VhQtHsVghpdiM1Jz+buv4wklP1MGxRDJkd5UZCCmyiOufZtL8dYCTCPTc1XMLUbGPagHAgBFwTjZeIvnM4b/R5UTyJA4+EZJUeLfzg8oZzFi61YUamsgzfJ3fnySD95plwxpU3j4H4E/IRCZtPYvt2T1UCowD5vN5XRVSHyGw1e6DedtKrGEj88YEmAbM5wrqNpRDIU5Wq1h61hamgrjuoQm84z3lJFhdwYSwqSMGmA6Sqj+R88eJR0RUubxq6SxNjESnjl1kGWdTRi6cfCFUJUKyplNR+9MaGTpQQHh+gNjHF4hgg6McQ1GI1G4B5FlZRUit48TH0pF1j2kPyjCmXylsDXwuQqzMCp4FRNLB9oIZsrMbyXS6SgTVkOon3172sKWqnSh10DZKsE4ot0LsMBJydzKs29k8jL73J45bRXwbiHhNeCB3sAyzN7OhCR95KHvqSrfgWh8+2Aw/ENHSmNIWZV2avCiJK9rTbyyY3OjE7VRvjd1iOdZFXvmTNPZV5dmUTUbwNEmAyL4YJBpQ9qLaD/gYYd70IYFWVmPRtQyqDH+ZSdy6yD9R7FBOyGKKlrSFiuUPUjbPvH0eZZdMmgxIMR2IGR6Hw3GnTy/8X99nYF3CobDZA9t0dzSGqrtpUsX0jsX3mb3zrn0cz//N9Li9FisHGlt62Zr34Z07IlzafD1S0RvX049bL07TzTQUTSfZz79KVyn2PMeuEBLAOZp96GAYLU0eTjIOfObzRbWxsEBugGWWph2Pb9WNCZGUDQwKDh2ZyQKOkvEBm7fxSyzQpT0E/Sf5WCQdwdnY+Oufft601HWhGsyakSLND8RVKAzLoIvUOL2U/HIrWnkMKGR7gbclFEZ/xQ/Gwh8z7H44vVXL6EZKYLI2IIVB52bo/MQS0jbmtHs62qHLn1+9RXUczxU9rAqqX/fHvoa/ZU8be/MDTwXMHFhcZnB5oeZ91GxEh6uMqM0MTe7j38poySxwFmAq1VE+K1b2d2liygv8kGlFEcxmZOAqY7HKoaioGz0zWWLrCWkvimkyzZUUhnAwwf1JJ/MaM3QikctSSjzFGbVKGcjZT7BOIp3luIOcK4QWMaQHeqHo2F0cmZocW/Qnhoz6uTtjLrrtwcHb/Al5EcDOHrZqjZIMAdhQU2rY2D4NBLBXjkC9R4ZYJJh4F5Ir+cePUx9DMPPaI4dshHJWeO65QbDIY+oh5WN+rHEe7Mu3VmuI7guUh6MyE5w+d0r4d9WTZ2DZEwLvLbB4DC+cozwbt27RSfYhFkuYtZA+4bJ0j7AFPVhUKtnJcfJE4fTyjzqZlUbqvgE9t3ltH/f4XRz4CZOyXgkyMBEcMkthI0jw5mZiNdOmrmqRlwGfjETNPBbvDef6lGH12cm0+kT+9KRYxCrVhnwFpUMaqMCcYdWgNS8VtOevnN7ON3DprSAA/8el9NhXQ0XMGock1W2D2YRWYFqs+uwNb9UMvgYBGSCZZF6DejNs7ywFSpiJ+5okkku17OUmA87rjQTNAWOPMq3nsvnvtpg5dPCOgMQmsCp8+fAsdIplAHnstsxd50GLr2evvF/fj3923/j30/vXrkC7ARJYYDu6XGlywKdd5XN2e6ldy+9ka7fvJy+/K/9FPUCX8Qe2MQ23lFBhPdTR9I98HB98m5awo7/C//mL0I3uFsEQPfTzRs32Pa3Ldoi6DtXLmAt6xJ1lT6gHbo42EOqje8ZfIJhgnNmxFukRyYmV7CdQibBZBbYVM897q++f4OZ99sMTvVMOM2mc2dP4HuLPR2PBfe+0UTmdg5gIZcdNOM1RwGTlx4O2vmQUW7flA8LRlneSiOVOLkPpvev3Ebm0kXKGskkAU2a5JhhTxxXCjUx0eWKJPu7fsAX3rkc/Wv//j0wShaP4B6W/T75OooGBuDLuRSPIt/IdtefB+GEUTLr/VHAFwDFl1zLGMoOLR6cQdPVwkkUubjOxsZddM/nIWxHfdi7tGE64eLMpvtDu5dwC9JUrnjwFPKU4QJ2IIMT+cpYbYwsdUGMpBHEAJMPuMyNIUxR5aLavNCH0zx1MzGlcK8yeWEnleG5cse8dftYYBbSe6VTpReD46riNNCrna1+5+2XGHRhkhi/dTi2KB1c4Y0wY6W0+6kHqeWFZz6O5IAhHz567dIAy92WULF6WZ3Qi8sPdlJG4OaCqbiSwEYVl/GTLjhoav7WpEnsiG/jLL3FenFjbcq8xd3ePvAJblwloqTu5BHUii8n65FhbjXk7yZf9/FBvHnndmrHJ3CYTtnMGmNnKqkh+Tt4wHhX59IJ9i9qYAJDpWtsbBIb3xyRXQ4xUBGJxsk3GE80i6jNiA+8RmcsaMNN3DaAJR+0xBpMbNT173Qk4kc+8VgfNlBnQh3RM6kHHfF9SM0gTLvWLdL/4CYuXZUdcY+tPo0j6bcAu+vG3TtH6aiGAUb7nlu8yoAcKDacIIHZbOEFUMPySZfv1bHKyBUqOnAbO1JNxYk9ag8ecofbrpztHnW0nl4UB+V5b1BoZ6rncexv2nckNe/pChtuFc+kw+iE9ZvpG//4N9KlV18lPFlFuvHWK+kv/dxfj5LEz/DIIF4h0+mdt96kLQmwwbYVx3AhGrh7IezmZ86eSt/9k2+myslhQksOpq6Dp9P+IwfTT/zEl6PNdUdawa56b2goFg84QITXQgFv7vgl7AEVkFFbtBJX9uShVXZvnVTFESac7ITkFEgaWAW2tcHEGLAqzY/gDWC/qMc0VEVc1EdOH0jdrLfHiYMBL/crsRQmEvJXSsulg92y+OJJTudfD2g+EuS7sl/nBgBKR3ZE4ddfe4MdUGdZkMBqMb/ZnRd1niESUUsr6jSwSNuQQXr9R29gdsEE2NzEyrRuJupw9m+rD9OApjazsJ+HCcbiBRhYMj1zubvtfS+uikPtMjNKvyqpZVdFSsYokYtsc5c4ZZIRwMIzw7fqt24/YR+h9kovg4N36CTM1NHZPcLuRx6T+DPW67JDJ48RmTxN4ehoRB5HcWvuWnHDloWEUwJdwJ5P/hUujwx/XAf8EAU3EpPSn2r2BpMx3AAIzcrJ/aqFw2WGSi01qB/iCjBiVvDy5bepNp3QYBYBkoTm+In6Ryc04aeffhJfyv3YIt3etirdeP8ujbGCH2NH6tY/kNnGpmZHbZYqAoNMQljsg3EgiWpvLMNMAQW7EiLdzjO5RAxGt4lVAlVK1lnWWXYldKUqtwW4zKZae/EF7GH21kyVyMdZzulOeys42XcS6HiWQSeYOoyyKpaIUBm2Tt0g6k8HSwQfQZ2aQcWfwX9wlOWPnR3t2JXZMpYJOTtLmEuAN9hC0IhF5QpYHyUWI/SszcIA5mDKqEINdYusfunENtzMYOfKYgla3PstUjzppQf3D3x3dCO9i+1Rxiy+ZYjrMLYNpJp7RMMxNmkbqz0q7iO12naMaPBx8MiqHFxgxKvL/4IF0rDVlDeFtDGL6tXMIDenB8MKbxmgWnHZKs0x4j86B22fGx7Ks519zi+qqrEPc4Cmi44jR9Mm7SljVJoC9MjL6Oz/y3/9X6KuYuulbVyb3o0afffti2wCxoTHkcPpfVyyBm4OBLPs7K1Mn3nuXEQkusp2DtdvfhCxOv/6z/876bvf/UPUzdH09Jd+GumN3RLx4xVu3Zi0a6+hubXh9qStPfbIVvUVVnAW/Sbu8h+ZV4YROKlHli55attFBWFu0hNbgxiWrp4BXe+QDaRmVXAneR491k/0JpznqXcj6cotG4TJiapN+inYYLgzQ5+RdSaNXZDsfpb7vKm300V4QfoB5qBVzCav4UC+ifubS1yluRyEWI8DBDMYue5sTUqJwO4urMZH/d73sAWTqe5We3vb8Q/tRNuBSZIGQqHOamVc027235gbCTiFZPfhQ3Eq047SuZIiglGyhJGL7aOowcNZlJKEEo7Xhs5yZMubmecGkIkqLSlxmf3I0EiscDASsw0XzsYwqDlUCu1BBp6NGS/yk/gcfc0/VD+euWnVHDOGzTp0yyzIcwfSfCeJ5I7LuTDgSAt55g4kgShdMXyn1CtkphcdMkwR6g6Lmg+cubMEmX4bK3k2idy9suEst6oLhKVhnm/qGYq/+tN/mY7HCgjyHh6YSEMsyG/GZnXq+D5msxl9YcISt2pTSFEyCz+2bDsacMfoJrPkdg2n6U3WQV+6MICaRgVMR8czjp/rsFXX/UbYLl64wPPZ9OQnnyIiS3M41N9F2mhpaIUp5L2567Td4TTcjlQmcSgxuw+1RBLMj5HbZZh2nDOMwG2Ey5+chFmiDbiypr9/P7a0cTqQ3gvgkX95hc4OZYjHKpZPrt6dT10rtUQgH0uHDvSwRQMuIzAM93kJM4XtQlo7k3m5hG8FxvgtVkuMIU0auJbH1C7DJpNyokz8zPNbhNF1hD+skzNSFtnBNN1NUdU/t1uWts2lWm8FmPwotucalqm6zlc7rmu4Y304dCc0Bd+P/PIfB618FfvN44q1QodtOngYH0zw7wfRsQGXhEr1ajAT7PfegFO/G+v1dbWlRoSD+hom4HAJmyF4ygvPfTZ975WX0tnH96XPPPOxmDQZuDMU2sDiCiYf5Po/+f6L6W/+J38/HXrkE+CZfoG9RBcmJckWbJyu7mpDilpESg4HfuhB/PsLExjt6mE/A0hwh5mARz527Xes/wbmEE54F47wBRL0DpHdOSFby9r8no6GdOZ4HyYjVqQZ/Niqq2YzqNhGFMkD+gk/pW0HN8sUdwGFNO2z/Hgbpz4oJUqhjPT8wQjEHkBD6ep719HcMmNz8L4uRgYAAEAASURBVFV7UoAyT+tv3IN66NpVadbv5o3bbM37ftBZK6ugenH27+pghRcDq94NgR/6J41ODpKY5RdgAaO8A0KKd/lPATA3pOSvJYtR+FOo3vEwJ413xeXukwiXidnJZJIhVSLxhDsFtGu2NphMwPeenTFU3XYVxN69e+NZuGKgBrnfjCOjDuEZrAyagNsgMlwPpVWD8zpaqD7tHLlSUdntSvEs/pMXDRVSrIjymnyVxiwl7F40UG50bW2sB6YTuXJItSQkJd7XE/7Ld0b/CWYBlk+dOJT+0pd+HNkP6sH15YPLd3k/m07AIPcRLaWlFdUe5thIvRyVM7KFp4TDnASS0h3RUW863fOE7CbpWKtsaDMyMspoiN8YOGrlnapQq6oGdamBqPv29IXvm6qHAQyMcNPBetwRrnW1kpm6llrfOAcH2ZMdP7tT0Fhy5rD2OziBY+rONjxhhxoZn2Z5JkGTWfa3f/8+fBSH82ScMHMYoEEbYQ3fV7CLZM34eqqHka2v40DP0r29e5kcIsr5TrQY29FvlTzpXGB9ACf/7w3OpFWD2GID09/RrRHEDAVE20mi+i3W4Pe3tF6dbhOVqZX1721IidQucKHPoINvLJdTAuFe2rN+4ruWzjOPROm+Tq5wWZpnoQM4mYfuchBemCuO2FkIgB7slIAqjbvb5waDUDOO+MsOoEU1zPc+0u43v/u99MGNAb6vTOdwFD955hF8cHExQ3hoJcTX7Zu3gY1I7YOo3Qw4n3r285hIUnrtzZfSLQajGVaDnTl7lrKQohksfuon/g1shkSJgiHLxi9evIRUfgopi32Z8KRwZlf6dV8madtD+i0FmHgQeM49Ivop9fAsw4z4ltJgHKVwIRmKabUv2hL6am9rYMVWQzDISgKOxPYS4NU2tCwKz9f89daQjPmZKSwHmCKJf4SRI1/GhYwybk3HdSUmk9defptBHeEJ5mjdNDH5LteBUH7U3ZgNOaiNg2hCinw5nOYdrPSL7eomjiarz1yzbh4+F1QHagGw3DB5cVdA5VMTxBNhyj//5uu4yDUoJnPyk+IvHFRCM7F4ERkA7jieGaUiN/dIf56VIkVgMB8gkyHxJPIy8oxF+n7w7iAOrtkRVIDDF4rOYVg0N6eiHlRMoC2Usvhnk1tZc5tShYRRhh9ZTpJhJEEmnPK889I6WLbM2Z9HTAYwUgXxCL/fQyAyNSeBDLUlMDIq0A2xt7LK5v9l7U2D/EqSw75C393o+8CNwY3BXDu7yz1FzpLLS6ZJkeIhkmGGFKLsCPODHWE7FFbIR8T4kx22P/ibjy+WHJaCtnhYpna5u1zu3DOYezCDuXA2Gn0B6EbfaPTt3y/zve4Gdna1jPAD/v3eq1dHVlZWVlZWVhbenxfulD/4g9/BNddpJBh2x3BI1sgwCzZID6dOYILAdGBvTFFglNxtKOG2TkEc5id+ZFL8j1MGkYg8JoFawtTaSx/b8e5hKN6F8fTi3GI4bbiPymCQqfUkTDBOgSQNUEMsG+XGKO7UkAQded3L+8ix4+GJuw8HsQ4wEpzG0UqDSpSBSedHCVn+BZbcccKdge8oO3JYqw1HsOPjY+UIekslfXXRTofMRg8tG3fowJoEwlT72F107NgAJlB4DarcfkXb23jZStypNgzm7cll/GU6xQYumbUjO5Rvhw1bPCOSjC9xwSNhotAXeBzD8HoORtmPg2YZqOSlRBzG2zRvM7pLzxDyrCVXxlfRT7ax11mfitPoXveiApmeWgSPSGZIKJqUNLJ9MGFUqqJg2n6V780HDpdmBp+1YLpK3n5iqnd/T/nTP/mrMgMOWvB+tMUsYJ2BQgm2D29UZ04/Xt594wLnOw2VXvTAW0ivqkHeZvV2DvXEP/oP/rPy6pvPl73gbAM97v3lzfJf/Rf/fels3kdbofLAVMfdM6dOnSyTtyahqb1se5xjuyeOWli8kIaS3oEHnMVPNFd4diDyjJ01vkU/5U6C6ivMB1w6M6gHTZPGOePEcFYXnpqiDNsmyzJ1ZhM9kgT2cW7+JU5KlMKQTCz6FOFe9uudi5y2A/Qi1VBefuHNWHwLXkOa4DVRL9qddvPIFxdshDfOUQI3b7/9LuMuO4/ARz/0r7WNJ0zKR5xJptkdpcpPyBOSCb7ks1fgUAojT0OibJ7i2TpZufzjV57Azc9wXK3B9WUiP3r56C+OaICziHg7oAshuS1RVBGD6DaYl+8WmdNgA/K7U8c7OKyYm9emEGcDAN2Il2kJ2RHeabaVtXIJcGQX+SrlWcw8BKM3c3c5PHwlARGaoMdnw6IjBYJ4BjfByIFJ+ESBC1A11I6oIn6R/ck6FNBIew+enxEtyu/+/jeRfu3UrUwTJmI3x5HD/egH2f3ClLsThxpKUW4bC7vIyJ/yLDTKFz+BLZgk0wq3MTDFEl6F+3X0h+rfDuMcw0PaOjzzGkJaRE0hk2pGQtXmT/wrVbhVMYz6JSCy1tu7Hrj3oZd0BNZoXqaciw7U1XgOauDX+OFUQYL3GaYiDPqgRIgoB3s78bqyv4zjpmsUo912JMTeniEWmhZL9wbuxsZg5msc5YB5yzHgHdrXxUDhdkR3Q+WUUH4cHYi77bAJE/j29dtllF06YQ8ahKq0AzMHiHOP7A893wZTvVAPOO2CGM2DKLQb+WgyQ7m3FzbLAXWp6Fk1qHYQVPJpZNrowpGG2erTlKw9lKuRdmyG+WkG1s22Q/1gLnAek06QZc65oweGR1ttMMi0Dh7GesC2l0aq9gOA8+ffKn/FKYJNLLS1sZFBetUH637o5q3vv8gizBFmShvli9/4Odq3Hfde+EZEpfPcq2+ULz391dLfPlheeeWl8p/8p/95ef+jj8s9dpr8k3/83yF0uGiCZ330mgfZ+29f0YqEKgf99GoHCGz2MWHynrrWxG2oNAiXzlZIF5KYTII00rHIC5MypddocNqZgfzm8AjHcKDvs7dEeDz5xmV+3smHh6RcokUg73xLihZHmc6wCPQuPL5GWOZhPr7KDCdG75YLb30S9raZiK/Qp99cm9AtoE5cWqFrSIEqNpc333sfPwRsHgE/noQ6AA304tshVr8RdDyiVzO+KMf+R2GWKEfxXwyEERZR+EMNKjh54RI6fz98YXD+289qSJu1tgFEiWIvQfyUVuqFm5hyE+gqoswzlLm8R1wKzCJE387l3t3IR2ongqYkwzdulkNMaawS0KMXcUq9yWiKWQk6iBrWYNrkqyRbi9AuFE16bANTzPB2/WBxUe9ETBKZjCqZuBWiOAq10/mTATvdiulaoDOlq3SxhtMC9IOqplpZTT6Ga7Q1dJaffDhCY6zxvp/psAs2NCYSpGYpOgulz8rrc+QMpi9WorvR+ViFhJF4uFRE5CauhcVqyBjuY3d5GNdmHe0ycA5twxxlcvgmq9rt6Jl0HsFOI1b3JBILsp3vwcDci96GdCoTaEcP7PwkSETkc6mAl0na0VYJu4vuaxWikjkLoQQa0x3uDoR6G/r82cfj5MMp9KH6ZuxD77ZxhxF+E8lxmanjo5g+DeBAohP7UAg1mJY6BBkcdZT5bjAA3GRh5bvo6la28D7PdxetvLbgyi2052F2Du2hzMefOluu3xrDkS2Ke6exH75Sbr33fFm8wsLaHLtIOodoM5yBAP8oLut6UYuwh4qTNcWnDBP8oJrYw5kytpmLWCJojYUCDylr6ehDjTONFIhXeeBzN0r4SUVF1KGfsv3HS2MvUiB1F3syade/XOj7X/7nf4GN4RTx2cFDm7cjubYy0NuZB1vwYr84Xt564btlEZoavb1UTj36OJsPoKGpCY7WPcZZ7BNlfGwY3K+Wt2Ggf/jv/0flG8/8bZgkuALnSk8Hcdpxm+2U/Uwhx8ZGY5HO/G1jL9tuw1X4fAv8CqfStnKxnoychyXskEBwGKfVtnvq1w2b5BiIt167yCINC0/MArbYPpZ9pCoo8pCQ63fpM0tNanmQUaauHRqq4RQ+0/JfGsh+zB1CV1B5F+e6t8fv8pm2Mo70AoP3shz7WTcmUHY+eeQqMP/gB8/HgKn6qR1HFzrF7mQZXinbtvAwue3NJDSffWqbSVoIAcHceYzqWRhXhFUxM0TQjfTglYyy6kx+is7CXQBzSgbo4EipJqbaMBZHO8OcAlpQZisK/VUBiddt5IiAGA0tgzjD6HD01NPrliPybqLCTkP132hHteMFWAAd6SAmRwzDfNdFlvWJveIRkYwtmp9FS+o1ZIrjXoE8/riLZ1uHYQJ+ElAVKxioW73aseW7z8i2BgF2dADz1VGOSj2M/0SkDqZ5IVHQWI5oSgRhmpQFJ7O0wzmguEqoFMmUXbdtOlCwTEdOR3afYxtiQOz2KxT4KNYHBnpZffa8cA8smw3fla4i78Ws58YNTIAgJh1suHDjgKb3G/eMM7OKukR9rR9vTsnix+ssdWom7zvzMzB6pisSKdJl6h8xuSGFtmmO8CePHi1HDx5lf/uV0sS0cA/2gAdRDZw6xmoopyHuxS2c9XdAsu2DyCg4qAEcXhhdLO/OICHB5EMFQd4OfC0wjCfRaW5g5H8CU5grIxN4mx/Dl+Q69bhbjq/eLQt3b5TDSFj70D91EH/801c4uRAv6nt7OL4WiQiTPyWofSyqkVF0JFdD9V7jWGTHkVkK06omYgzwWwzKSprzbIRox4ZwmgUvdbz3sOMcOHY26i4e7N1izk68yjERZx49h23kJ6BJczd0eAxYzjhakRw30EmudjMFxALh//6zb+M96MvlYwa3Yyecip8sFy++WfZxFs0sg9MijO73//Afxnk3ITVG2yfepPs+3Jpdu3YNnJwIfAKCUOTtgadsV/uftKXkGH2jSuVX2z9pn0HSgRNfAa+/5oFbM7HQNDSAP1Z+CgvSSP64Re/h3SDowvL955VYSaaTrM1n25tvxt++pAez8B8DMv1jBRjVLa7dh0GarwzSsgWc/y4Mu1YQGx/4DmsvE+yee/Odd0O1oTCiaZ/WFB7dog7emVOas9nuOZuxvWMmadm78Bu0ues9QOU9oIw7j5RbP8b36s8PM0rglgGGroCR1ru7QpQiHXVq86BAjPnyT7ryPdBVIct0NZB8CMCFIPWQCgB7UGjPhHSkzaVYdvHFEWIZgvJoUFeNhSUAr/INnV9VkwUkKbcm6uMykCAMdTwL3b4s1xf+8BBNCBNTInWUC+81SpfArAQcnd7vdP5B9GFN9LrNDUxeTj1KI8kYcJCK7sgFm8gj4pIv8ZWjshjyDWkWaUYmCUN050batTGWCgffY3cD6V2IyIaM5JQnE91Tjhw9RBtgNwn3a2N/7ih6K49s6GX7nmcT9bAiGoRNscH8Kdx2sLrxRHg9Db7HirgwDO3fj03eBH4we1m1ZsoK43LkN4VP3u1kaiXmw8vMtTLFdrteCPML546Vg4OdMEj8f+ItRl1z7r01FbhziAWHi5wd9F3OzJjEvKYRx3CNGGyHpBaLMRvlGEdWtCCVDrFYdRmvTpNzK9STXSzYRbbfeZMjei8gpQ8iYY2V4yeOlzEGhpOs8o9NXOA8nUtlDwNX2YuaBJ3hdXSeR3FTp6mOq+EglrbTVlBmSWdiFRSUQb8sPhYM2XEq0oSrrjuTej7H6zer/8MLLeU69qQnjh+hIrYFP+z6WC6iOvgzQKXypS99GVOdqWCc7a1I1UjYNAbu+JrL4lZbudfUXY4ybX/hxX9T1hcxhZtktxoLfEdOD5a3PnytnPvc18tv/3t/wHnszJpgEHX/sK94qSN0AbQfK5HdVyyYAonxs338Sv35uRC2zFZM0e4VNBQPfjUOF01759Z8+fCDT8sMp3ous8D6U+yUOnSQQ+HsAyZ+gMtl3pk886jLBQoyBA5uFhnSZEZ8KAt7ArFVjoPHUQbC995FFcFBFHQGc7BBkqdwty8rwKhjhhy52Ob56vk4vcCptgepKbiodurG+xfNGzNR2zn6XfQl+3n+akZJQIYJNc/b7z5zWZQ8pa5fcIf8FN/rP43P4GbNyteMXenOdpMhOvIrVa7zszGDUZplVKRCWYVg8zbEqXtEEKYAIlDCs4xBxkQNeVa+MUwvPSM3R/BA0gdBe6hT7r7QGcXU3anQ+0U+kcoUxAAumZe6LHWbc9hC6kpLplMjKhBiCRVCMlykVPCQqfZVGtw6Ihk/Gl/uEN8og+9KJwf396NcP4L06mq2or5TTRXH9kkbCuC4ZC7mI4O1nq7i6dF6AwKgkCg7mXRSdehxaaSoEyRkcnGXkpdSrqvJTEP69+IbEr3kPSRt4nueuY5/NSZfRNdGYcCJoj9aHfxYZ3+yLcLcPXIXifTESfxU0qmmbk+F49sttz4GyMBJxFrRHqZQTFdHYE5TE+yqwqbzBJ6QzmBX14ctYg8SnPpIiTEIklE49I6uWiLBnZ9ZL28hSXpWjLNiV1ydHlrBFk7g442z1M+Vm2OjBdecrLCjDwaQQ5ujiLtXUCHo1Yi94uhGe/BlOQ68h86eKWO3hlnF50hf2nmDA9TujH5SBg8cL0s4DRlmX7mS1YDcsQHDaXbONBEe5IadoLPwWDiTnhGFGvnWhH5uVgnWDQX4x9xiFf4m0+v+Pk2bhBfd4RYLjTUXgmZPcb5MP16ZluZckMKGk0o5WG9oSI4vxk7UMo8NDpT3Rs6XzqEVHEC/j33ravnFX/otfDY+HW0V7QuNaNKlR6G96glj3hoUAAlIHzYmJSsKVpd9Iy9go1xjs3eJnVcMpHySuUdgMHlp32h7OPriXc6TmeMspclykEWhp546gVNivZoz+7BtpLnIOPONR0LC7IgXy82pebahTEwGGf3ddo04/CGT7GeqeXylLzBCvXGe8idneEO6h1akOesYPRG6u4dPBYUi3QyuoSK5h2eoV187TwYycZgncHbT35xJdcMsaf6QJltoVK0e5AVKk8FfSENQXHXf98WgZOrCGJ/jj/D4Gn0n8KDo7SdqV90NCDdraa9koyRz9O5UNJhkMM5kkpHzNtJ8qxlRlpx/Da8QW7crIdvKZz/zPbYoJr+gsZoQsSfQX8IU3I1RmQG50OMCjgp5V7vdEpZlwgBg3DUihDX2a7Oq7uFKUVOJJZ/4W19Z+ZyO8JX/NrMSUSMwhPmNHY0JWAvY7kb3doBtUENIUNqXtdIYoYeTCfpP6cX0EH1sLQwGmVPXTZ5DH6m6AGZpYcYWJssMgvItCC5hFS9+rWM60tl/QjVBvJMn95dFdnj0YrZyD+Y1fns2zCacSi4zrXHlXl2kV8BXpV9iT6yek3SnJtGrm1plJdZxXXii40LZtrcroIYNX7nO/mmcUHCy5SArtEcP96EmQScLMYcEXqWTmANmyprFkP1fXWbBRgEHo+XC1kjPXZlnys4LNVspTx/dXx5jv/BFbObmWblecMV4Y7n8nS+fKOd/8J1yCCazjLrh2CPH8Ep9Oejk1LHj5c///E9pE44bYaDyLCF3hbWzF3lsxAWQY6yMd5e76EIn8E5+mAWtxi0ObGP7W0gbME1m4eRF+9GG4mBN+mYAaaQ+qxyneosp+ED3EEx0gwGCxTpMtQ4dwi0ch2+hJIk2szdpFK/97FEWsd5hcWGVOre2bpafOoVn7zY8o6/dKa+9/z38X7ahM1zE5Gy1/OZv/n1W3IdIy4AC7bh7TQP1foQDB7ilWHwDX59xCesPX7ZQXppQQSAwSqgKGpF2ZC7+20TSffmlt1mV58iLkWksNvaX0yd7oGt9gTJQQKNJcUGRdZbVPXPaCTSm5WZcGaH62wzzzrUNVjLIVZyXfP97r8BLdujMSAo6wqqQI19QleGMZp0ZxfCNUdz9fQxetMHFnyaS5F5UTz3M4Nrpjw7MzhJa6af24zgKJPCauE1JUlgtIgGKvuYzv/q5/iZH336ONPWfnfQ8lca/9cxvPateEjkSYFkl5K8SZTBLKuHd71E5yrdddmcsQIHt/MNfI1SFBWGRlkSBqoA1AVNnERKYiFcigYCWsHkbG3NHzxACmLoljy9ABwSDnKPDelBSjJoxwme+Fh+VJw9NiPS118fKNVYn4ABoKFO0eSdi/GRFIpnPAZeftOKnD8EQmf4xgmlsO6g/RxqpieFa42ZtzSQT6Cuz4sGyfZfk/DnF3kRC3aBTagKkflJdlLag6l7MIHLxTplhC0geLp4IVwwgMmJ+Soqa5mg/5rTxPv4KT505hr6J408hso4GdoBcvkm+LIaAryl2M2lvaYXFuG0Royh1XWLHjAa71nkdG8vIk7oIjb9cyMHWkE48dmOcRQbMoHGndfb0ofLIQac76OOYfjo9ivzJMxT14pT21RznTWC5vMhKMtLYPHuX3Waoi7EsI/G2AINvR/ofmcDSAelB+J46MVBe/NZ3S/ehI2WAgXIVR8gvvPADbDIPlQUk4fHhy6UdU5rDDISXYE7XOdumb+ggJjDgjSn98IdvMR3nbKDDxzFQ7ywjmFb1dA6WbrbfrSHRNEMMqnWUnjREdgLh2LUCbpEz+e8soR1Jm+M1ZTjkuYzZzhUMmo8eO0p9qtViPnkl3WziqPd0WV28y4p9H8z9Znn3/efLR1few/P8Ir4Tm6GdA+WP/ugfUy6StaI17TnK9tK+Po9URj3BgKDHLKWp3Xq+oFlJ1bLAz+5feHginyRAI4l/b4a5nZMfMtvVKxzRcJHNCyx63dfb99kjnPU9AK2o58OZb1IbcbMfpcRoifUl9ZBx/AKS6kM+C2MIwQFl9Uk7HHNE6BjjyOW3WLRpZP+6eYg6+6TMxTLvsclDpyGhoyczxmec7L7L7GKWPsjsCPp3DcAFG4+5DWsSOpoOLhRWlCBVVYSQYttaQFyU9RDOfA8wHwrP+IlfQbNOtlHgMurhuzhgkE1GaVVgiv6D2ytZyCB9jum2uTxwZSfM0vkQeWWGWVgVVsG3W/oLgPls4yvB5TSViCbnZqXc/tiB7mgvYrZA5+ql5kG6SUPcdgEkEjjCJ7OKOxksMw1yQUgDbBvacuqrJjgZkpd//ay+kGyCWaaCmJVcRlxNDWwAXUnFlkueZe42dJgXmS7ypy70vDgzGma07iBAB/VnXdxX66FVuXLvIGTHlTiYMtnoFO4AMTGONQBuoSRAXXO5L/gTtikKm0cVWPIyEoqLOIPsZZ3DPKcXxbZ2d6ow+of68dSeZ6pv74ghlcTUTocEKnKQhRLGXwVi6yIqfb4zMc5xuXMwpzl2+bRwEBWnUnJIlOfbaPokHBXdBINzO5852A3WWJj6wasXcF7MGeeYxHRhhrOFesCplzgUT5a8jE705gQu7ehMsQqPWc88uurh69fLJgyyhRXYK5c+LD/LbpZ/8+1vI/3CoNm+eHioF9On3vI0ht3t4HcG5ymXr48yOM6h0EcPiklXDzuTmpv2M6gjmcAg2CpVOBEH6dJZBu3s4Mi756dr8yp9rAOjHVu9bxumKFp46GvAA+sUHdxm6Kq3doyKE4m5xJ0+AA5iwydSnnvxB+XWzC0ODeM4Cbzf/9av/4Pyy7/8qyFNOYjcZ2AT5gFWtJ12zkKj+9hqKuOWCCV/Cnjgeug1vkX/eiBiMiEFmdjzjueml158E3+X98s0KotBTL0eY1FpcHAvTMftsAgg4A/qIz4Nw2U5yRQfLNGTN3eA8tvOTzh2M8pgtOaH+uXdtz9hsZFTR7EKUPgy9+g31NPFmlVUPvZvzeO0nllhUH7hZRZ5yN/+r95RW+QuFhqdQajucnrdRLvVun1NwmpG6YyQZNRLHFQtxEPd9+MeETLM9/qbdfJZ/DtG+h6M1aeoLl9o38avP6NTDCu9wyhDigTxKU3y0VweumrEJhB+NNc6c98qYCzHSmx/j5cEFEw7VawBB8TIx9FkCucGdvohXPjLTJ022Vm1uRSe2KJEbGhuu9DIh1fPqL7NbpYeRu4wISLMq/4e9QcoeBFhTslgxpSpGN+GSO+IFu82jtM1OxjxQgqlcOsS9YbYEjnIktTjFgxm7M5dpFEkYlQA4sjztPW2bPpowiqf8dFR3IB1czDThXL12mV2aZzF5AFPKDAcGcgInlBGxy/DTNnGOT/FaYG32P87xDEPXXRmdpNwlvhjT5yiw02BNVY96aAe4NZPnGnMXlRBKP2pJMBahsaHmMBbNVHmGUAIdzBc4XjfCeBZY5RfwiTqJI5ODx3ogSF7dkziw/qmTaZ1rQgzOpJt1oieebysYivZtLpVJvEDuMx0sgEpqo1V+vucy9roChhF7sxISEd681pFX7j/wFC5ffED9FVznHVyrvzpn/05zGkQL9W3y5eeOEvCxvKVr3wBJ8ifYGyOw2e297X0MlUG79LA0NHPsYvmZ8E4CzZIqitr7WWEQXMClUQ/dq4OdjJ2Zw7ODOhnsYXWTraGLthVfkYvm4hBpQ396XU6MxIPiz+T47Nsxx0uJ9h9ZSXERexXt2xoowl97VNf/EJ5/qWXaYeN8l/+0/8GhshUm8ys783RdGaxMD/LbKUzTLj0rg5EEkXFcOLxgT/59YEg8OV7/UVmx6vtCvNbnEe398rHDFCc7Y6zlHMnD5eThwc4jwl1BUxH29IYrElU5+Bduqj7s7nXl5S+c/EsJ4kgGAv3mlGSPOq5QcCLL7zF6rapwA2Vj1MAyN0Sw3YVfLc4SySDTfrWKLuU3sfTEqwIxoqVAv3PVW2PjNbPQSs71+x/zrRktg76MtJglGKQ92SUlAB4MjlpvW4nIYm+KqKs966f3+p41kF6NJpzu3jlOZDDrfGrz/zdZ9HWALgyJZX37gP3FMcTiTVD40sWFlWPF4MsL/7Ukh3JM5CSndY5gsVlvjzkCJRRokGAzRhmoyJfvZz6ouHhYUxyjgWCrKR2ZZsQ9RxMyb2pUYwNEeUnbEJspV30yIUX9B3my19R4OZ/8MsbDQBSg5kQ31HL6bMM0e8xekFFIj8RTFri2zgBs4UST80frKB8il6vDcPmSRZAlKJVFYRdRopulCyc5Ad4bl27+MF7dMbW8rkvPlnuIlX1INE8/73nyvsffBhTdxmATjmsi0zw/Csvo7vbHzZkq+SvScix4+wgAW79Ljqduo5ZyuCBI6wievLePAs+TMWFeRs/1t+6S8pIeHhsnwFPG+jTtmDKZ44jfQywLawLB69MoWOQCCKFiZAoWg+4VBk0YLLThd7ITQSeUOnmO3cC6b5rBcl0fu4eSbBzRL+0gOlSIxJB4A54bDdxmFNO9aOtZd+RI+xqebVc//g1toNiyI6t6EEGyi2O8p0Bzg8/vFi+/EWOqqDDnzx2pnyC5GK7/PQv/05Z7/0c9IKfyEefYJCcKostDCZu42Rv9MIYB4mx+hxOe4WbmivpSvEeY+KikVK+xvxyAJmf52CPY1UQCwaoNdY4uPzTj8bKwUOHGUhJb6/l8q87XfSK/tNffab87DM/x7P5q4Nbg8HiSR+bX21d99IWy3CRHm1gGaBsFBmOuFB6BbQHrvjm910/+6XSqCZZporVeYz433jjYrl6eYwTJFmsuj9TPv/EcRbskCJpx3YYec6ApH6uWCCSFoXeXChdrmf5u3474BiPXwCYz8JUM0r70e3JWU5EfB+8eDaNsf0HfL6Qkf21G58N6jwMU+v76quvoZLCDy203MSUuoXptHFURehxLPoftK1eOfTi0I2zs2CUqEvsraqv6r65ffcLddvpt9I/pVb1resdoJFnhFdM0mfpIn7xTP5UtvFrz/zms9ZkGz8EBhOrGGUWTiERXjE7SqgLi++W6CUsgQaB990/ddwa7RnmyJDTZu4Rx3figkhjqrP0rpR3k9VBdTodKHbVbTqatLBzYoadKLrw91tkUtWiKpa4DeFAVanJBlAPKBrEjU84nwmCJ1r1TcZZMU/uEpf9IUYYiCTgBQ+yWweC0O0yzVtcXMeY+DbMDH+Dt2ZhlrnwpA7KnT47elXB3Coff8iBRxDO1772JaQmT4YkPxZXvvXHf1aeOHGmHD/KSi4S4gg+LbXh9LzpYWwMV9D7jWCmMz+/WB45dQJmzKo/33sGW/BMzQo49pFdlH1zZDT0kZ2MzJ4nI+FFe0VdUj2xlxXdm5euoGNjdXoRJk2HOoEnoT6Or+jB7KdVZwhITE7VREKspMu5YY5NHIyGvyD0g2i21zhJ0Gkq0mOsvAb7ZZAIr0fsdb7Byi5qAY2EV4hvp4jpODiM5gImL/FyjwZ55OwTZfji+0yvWVTCnnTfINI5K92bTNc+ucQeeAaTL3/hi5jpjJQDp4ZK5yNfK0utp1jZB4f03DHMp1Zd9IPndaCX3Ye6pn1zAZwqwVGOxIFkRGtGh7Mt6YcwTFQEwK6rL5metKfp1X2k7Vk6swOuZi7XaAfXmg/goUZvNtJYCALk6/RXW0hp4/q1YQabvnCUoff+2NFG3Xs4CdTaarFhGfGzXXz4CS5d7KWuXsQxlcVq4Pnn3oxVeHWs+zHef+yRfZxn484hdPyoqnb66sOF1BCQFXT98LUTlGXl93wOvgp97GloLe+8/SFqI44ExnFy1siY1I86Wm/d8dX1Vg3hQuRLL70MO7LP05dZadPruuqlDvDcxrMCibPB2FJJ/wgdPrh2dinO7fNCosSaq90808DmFwySbzv1JmaA7Z+d8HwRBr+DC5hlxMs/O+mJmIxSJshLdn7vvPnjqgurM/DdX9j9xfdIGQ1vnCqnTEuuCYTkmNd2frxGpQNI8zRt/PFvwGNYDlusat+6w9RiAQJFB8W/cDnGlPY+nUmvLbFQEQkeLEfm5qqijElPyCI/937KELNMJbFoENIrTYbelOdglFFaErVA+iQB5U/d0ypMjd8SBr9M+RoZ6TQO97havb5MwKj6WckVtDiagB7hFszDGHJb32Wc2/7FX3wn9i9/5amnS6MOd5Einbo/evbR8id/+q+irp4O2MZA4ZkgZ594HJ+L7FMOw/Xo/pRbytlHj7CIcJeT9/BcM7OMedVsOXjkEF50bqPrcRcJejmYlSP3xKVryCEw2mWOJUXJf5ADmXqwEe1k0cZjTmM6A+WpUlAG87TJggu5BlaBm2SScCI98UDtqAvYcsk61V4U7wbsYfCQ0JvQQWnOMX0Hf5cYeG/hJKKjowe94lQwIaW4us3XHNHB331sHI8+8ZXywXsf4LqOBTz0Bvt6Osvhwa5y4rGj5f/8i9fL1eHRcvj48TI9+OWy3HIS4QzkwoS8rYDfPTDK1qX5cgzHy9OT18vT4KsNRs1nG4F4lMqLnS3s8FhNV1fcBj2p/4YCYgGOiocKw+mg7Siz1BGJ+/xvomo4yzHN7LInz9VksOQZ7Qy+ull4GmaL4FHa2ZmNOnO3SoZel05przGuV3XLl3/LX3X00qgMZxhzn3feucRgyRnXU7M4NTnFSj0bFZhqt+I2TTvcFEa8W8qPKUnkPXTtBD2Y1uWiVYdK9rm/+MLrQf+qOzL/5BtmpTMZnb54/pQbVsA4euXh8tHHn/AMo4MBWh9PQFCCj9mftsm0hSZ7CknuKtIPqSowGaRqMvt+3p0ZyjizfnmX9sRt/InZAREMEKS8eE6uZfAuRkkoOVX/iGq8KlnFKJMxReKKQRopCq4zt7MEBAQQ0TH5gYvXaP5d8ERESjJmJq0azDr4rwLeu/9k0PXU1mzq7yFGgxylqytXrsQZN3ZkYWwG0eavJyJNHiIPEbMrvfnoPUZfmN1MhzU/CgQT7t3vpkhxfafcLH+nnkQT8ChPlIoF07tCLyy6alNl0IoudQ1mN8HUbR9Tx7uYnkgYuh5TpG+AYaheuHn5nfLB898plz4eLW9ceBtP5RPsCX4aD+G3ytWPP8Kd2lvl+LkTcc52/xDbGlkR/rXf/Luli2MrtvawywfpOrzC2Bro8PSTefTIUGlxegMDa6GMq57LAgzLTN3dgaO93+3xsdKAyVBL4xoG7T3hLaYbJteJo1O3NIIR8qV+/pC+7AK44IY5ancJ/LSTtRcROajCp2R65NeP5N4OcSuNxlZI4mss3NKMdEvHVrroY8DSk334JWXm4NRvh57QGQL/0ace41hejhxm6soRM+Xa9auslOONii2es6ssjn3l93AHx2ox9KUwIBzC1Mj0ey9qhEEcKS/dvVOe/vyjOMpFBSIjtimpk9KQ9GYFZJrqv1MPzjNSrbMUGb7HJ8QCDvDsxSRJB9U6e9acRddtH330IY5IjtDZ6fRhnG7+FEKedkAXa/RIfvwE0r/TXWEQp5Yr8gIGbn/jq6G88Nx5FmtcIPIM+7Xy1KPH0Ck3ILkx0HnYH3hNqjZzy/T3Y66aI+yKshO0Kz2PKywYTXAK4/k3L5CtlhRBIdQt6+4OG9tZj1/WUhyv0z7PvfBSmUHYgZGAMwZ+Bm5tI7sYTF1/UG2jLjKElrjTntuDWfa10FXCC2gS8uEuTmEuwTcC77as/yg3+ABPFd+KMP8QLyXi6MHZJkEctDffiMDPWzJK8fBDjNKkNmTGqxLkWySMEP7k1CHjyWDqvM28voJb8yEbLeMaLxrAyhExkkYSGWoCKvNxpHdRB/QE8DIWp21Ozd2+54KL9nTmJ0NvRZJzwcPOp6TgVMZs7fSWF+I4UyM9YOv8VKYqcgOHAFHhsoInAIpyhaq+KogheiCN/CuYqYhbGjvx3eie0/swzAaYp40/hb6sk9XYDVZXp3Eyoe0cxTIl2UQHd5STBEeY92E+hD5vGEnr+TfeKHMsCH3uiRPl/Y8/LbfnMaOgnl/5+jPl53/p38UgF30kAGl2dNs0I3cgSKRLeDWAhRPbQTxo79uPKRULQ3s2OnD5db10QZiNlLnIiu46I30/tpEH93cHk+zsZqHMqSewZ30rnIE9vYvvQTJr2PTHuiRlqLNx5VYmlViGMMWHOj70id3s2mH8CikttnbSNoLXTcdYmL5TblJPJWNPrFQ3rv7JliLLbC/etjDRGTxwFuw3lSsfvFmml5rKLWD/pV/Bqe2Xf6PArgIWSAKiZ4qH9NSInnSQTtp+Hy/n2EaePYtn7gFWerGBNeegAfOmscPtnM+2PYNBdBDy0DysFWmmHe6sWZhH/66jc7TR7KRKOTrSFecNDFZXLo2Du67SO8DusIrhO9SIF1Ujvegj0/7XIOBw2i84PGd3NibQ+SnJjrcffQnnd77zEgtvjWWSY3uPsVhz9lhfpY9k4WPbG5JFWNDDP/P+jII+o/AMsi5cMkOYUgNT7Vdfu8AsBZ22xzSAF8tJBsN+cxik/UN/rKCDOmH2x1T7hZfO84y+FPtI9b7uwOmBkbrTxsVOnZM421MN5UJqzTCTMTpYgy2EI9/lGTnl5p38c+qddXLqbfWEvYYpElCFiFGF19Wt+Uu0TcV/qphmEPnYNizm/Paz1CfyioxkRlWmMpn8Z1KlPe4ihWfRH9/IrAbIdEGMfIw8uCspZPwMzGlPlYZOX8WM9hTppsh8JV5S0zhWQqbmN5mid09NHJ/ADRjK9Rg7CXeL0zzehTaYDteSprCZYwAcFcDRKpKlnTTOHhECCSBKpe62QoQljMJeX9Y6zo2W4PkpHXp3cupo6ijnSl0HRBCfMLR1auFUXF3XAIbQ4xNT6K5cjQckTiY8eOpRpunILRzCtYCKYIGdGtPEnVnidEp0nEvsUvgn//S/ZneOxtDKNxy6BPO8dOUah1thJkQHVaJwgaHGvXosda2H2E2zvjbL3Bh95I2R8DG4hWR47Eg/jLQdVUS6hrPzZ9uCBTqy6BILyMghSe5BL9koXQRuxKU9gO++1x2/QpOr2C7COXDsw7OSpk8SeAOS2gar9Xry6cAh7vSNWzAQZEmmZXo96tQWlH/wcjoaf6jrOhS6Fx3v6HuvlT4YwH/4R39ULjdiXM4CkTDA7oiLiQlb4vZi89mziT9Ptjw6TX8E28zeblZ6wYv04iVs1qoTJjyLneEmO2ba0N+GDTHtJ6OTvsNagEHDBQadAO+hbGcK5mOrt9LGM+gtQ5plxd6FjNu3pllYO5KII6csk3psXz5bfiIq6cp4eSVsFRLrwLiTzj7ANTI8VV587gIwtqITH2EwPVmOsmusr4cFKWCtB4K8m/dn/OAQMcDJKXb/ooQH/yQzkeZpFwYFtCfoFjl/nIFj3QPkaB/bTHvlsJ6ASXpOVhs6R8twg8NF9PGXWOTUVM6FPI930ezPoxx0ZuFsLGZlfAsmGVNrMAV4hte/YJL2NWCxfg7AfI0q1rzB/KXJ+pdEveu9/kbm5uHP/ustrnjPPAN1tFU92DR+/Wd+61krmx8q1JKA9Lxs51DntB20/cW4/qoMovNUH/O5+h7xqjwjX0aDqmJ14cYXMZHOHOM9kQL9gshc4IlpN+/LMJHRmzfZPbMvTAtM67Ra0O85RUKvF5IP8AQy+WCe/tNTtB5xDnAWTbjpssLxLasa8eLd3HZdgZhd7yKTfyLMbgCIKKa1AcN2j+n3Btp2zR48e0WvPwdYkb5Dx1ojvJfzdpySHT7M8Z/oLeeZorfS8Z2q6j36H/zDPyy/8eu/CVEmTWur6Dk4jqrHcOnV1Y4SHIZEH4FZcwVl2wWBh761CYNrbcUJ7/gcJhtLKPh70Zmxg6S/FfgwsgY/EpvNBeYr3JAX8xLrsrk6Sx9dCDMfiSrWAmkI28IUUe/ANkVXIYmtlKb0Kj7U54mTuD/DU5DesrdwIde4iW0mDGga3ekKC1B7MUC/TVs4gAi3nUxJsZkdPmgby9HTZ3GM+2j5dP0oKHXboJAgRcIgWzbA79Kt0svum+XpcU7B5MRL9jC7Gu+ULBi/NYRJClsDNLN6dRw1BHvnGQfWWRhrhKFGwxEhaI64IQlDT+7G0mRM8yL3hIdLOuDTWFrb1TmsFTrY2iotXrl0s5w5cxa8c5qnA4SItdSgLZ9lUlWYMMXPdy/f42O81X/C889mZ/n+d97GmQW71Fj00zrhqcdOlQMc9tWpAbm6T2dg0muUaetx2Vb59NDfiPRQ2A+/Sk4ynw1+H14aLh+y6r/F3v3Yu0URoXYhmX4J9MTehpMRaXMTyVGTq+defIWNB1g7oHe2z+rQQiapLtt+qu4xTPPoNLmSDd6RKEMN4mxSpknZ/vyeU/KdsPqbbRtqQWARB0G8wp7I2L7XNazDf+hdtFRp6m/ebT6m3jJK3+JvIDbiR1CG5buNkO+723c7zDx2X1ULPfid9BKv+fCdp3zm3VHLZq3DjOO/+F8hy+86fkimJOJsrcJUfDhGo26cYyiNRANA4B6XENb/xNOVmsgOQhUGYF1F8tSdlYp3RzqZgVB4Rfm73iMwPlQV2wkgjdKNVYMhUFYL+TczhetiKq4tnodc2ZAtOFG4OToZo6mdznNvetE3Sljd2FR+4XNfKJ/igusX/52/XX6VoyaUdsIXKGnvMF1tgrFJlEMYOSupNTXhLgxqtuxAFH/FoN3EKciFdy+Vj98fhfE2sStjH0bHnSwqsKrItDI8rRDXtFQzL6cxMKgG/DzCQcgMDs2eb3GRtaYFCNtDJFnVHnSt3s3ETqVkkXAQDynI0d8zzd1T3MwCkYtE7XTsLU5ZVC+oo9U9+G8cZQBRVWHd1hgV4lA5REuZUgPS5yZS29JmX7mH4wkOdwQ+pVvuGCq3swumfWUa1cJmOccuoh7UCB2cU2TNxENWjvLA19bsUtnEEFownXqHXpPpMaJ7SEKbtJUSu1Mt6VSXbQABnvVz2RArsqsMVupenYq2YFCt2mB84gY0NAi6WsulTy/hIqyDH2qhuGLYSrSIqLi8189VUIXhne/5dB+p97t/eZ59/u24bGNVG33rCQa7ocEOBklti8EnWW234Xa+D+dfl+P9R39zT370Ra0OQODGent5nnO1pzneWIcuJg3MgkR3zK0jNTozcCHGdPoVmMI7/kvs1W5EPbYHtYuSoruBulmw8fCv3ArsNBuDMhhrbC0F6Z6SKuOUOcsk7d+x4IZOMm2ZKZkwB6EQsijLikdtKgTErLSqXvAZa7uDnEDCj3w33UNxTWBw49e/gT/KKIxX/utJ2A9en5Xh9lcjRZI6diTZSeO3GvjtHKm45CvCuYIxEUedUcz4LFtE8C1gquEiTQ2jd5mdI1fk4QgEgnX6oGHvI48gddCIMqZ2dmzo/zLMUzAijr3MkWeWLW06lZ+6fSeYaGz/M+2u8u0oD1yBH+G3gvaoqiMYwjfrZOMCFp2rMUdPpD6n6VqtOBWfnZ9GRaBd2X4Wau6yAHKQDgdjQX/zpZ/5Sunqh+HDJOzIOmy4Onw9vJcvMRW3F7vDYkNHCDCqvCDuAAX8oc5ghlvewq5u/OY0q6CDcTxDDws1HTBMp5PRClUbZF0rfJuHQKJj9aiOWdQbBrlyGYtQ4oZ0sAlrw0pm7qpoRDqoWCfwyTClEuIClB6B1vEvSckhTXTQvu34ftRnpFI16vvSgaH6LLpct1a2sJpvPT1GVX1o7D2nHKd2DQx2iXnMbIBxCDXC0tQoto295RROQzTY15coQAYMSkLSS5tw3uR0SRii1EUz5WUT2l6E6aJuFQN1DcLdbejatwMzYxgzAlfDHfw47hfGJO0hGNMGMGzK6OjoZUcYR07gMs49ylO3F1npXmChbB8FsENIfPDjIe4+x8+pa8AQUfha0blMipnF8FW8eb9+ER1xE7a5w3Gq54njnEeEKddeGI+OY6ga9VF19PBleT/q+lHfoB0yCi/oRFljev3d78OkOaoCqoD0Ej6JTQaZp6xKU9IH6ajMhQ8+YvvkNZgeggd0IVP0XKpurA6UJsNQHPy18NNzkQxPRiojlAnacVKCrKRI4CBqsIzURSYMwTAr/IG4XXg0ctY7ce63KqBCh+/RXXj3HtLoQ2mqqHHzU+MzOu4lZxNYWsYH6Mgh3w3L1/qrd79xz0dTb6fPL9W3CDaSF18oI5iJZQlw9PDMP2IQZmGmiG98FykRrWZMUG8uxIDY+JD6GZXIN0cc3T1gCHsVOrVmQx7DeQ+pzvqpOA47OQuIn3C4ar6AY43bsVIZjQAQCQp3Adt1bSM+4MnaCrTxrFsgi1FQPWQTnmuUqJxuyGyQsaiPp0KuwyQn4hhaz3r2HBhdt63TA9V3WoZMSamqiy2L91fuMbpvhDTpQpDTEAuS6VmkcZ1m3oLxXnjvI46EYGfGuePYIeIJBz1g2Js6PeOfkp6p4xcNCwOHQFcXp8ltDccOayx63Y4986ovskISMro6JLyPL94uVy7fQULEn+PMErjmLHBWa5C7YGiWEajmTo2ZglmSJk9wxtLHlLixiYOsOhtZ7UQ1guMEGere9p44DM0zlvbQ8bQUaNfmiOQh+Yk7MlZX2sHuoX62NS7dvVXOsc3y8AGMlFlcaYWhGcl/yazZxQiTufvpcGlhd1CcxQI0fH7gMr52emzpLps41dBRxSbt5wAekrM4JkV4TmeK7xEESsOaRcmk1C/KPG1TFxo1dbnPaZqX2UV05swp8EYJUeZDBUeuhtU/waJMzG5eev4NdkvNYu7FoMXxwk88doxZASdbho2r9C5DIF1kKR3EgxlU18Pvdbj3H/EN576btPEGZmfjE0vsNHqHHVWdQbX2JQUBZ2wucK2gj1TyFyfCscTmh79+7sWgnWatOmDimrR1QPdamrhvW+kxtuzKFGGS9pWQGunfkrNhPiR/yL7ks9W0fWxT+2Z8V/LcVY3gJb4Tr77qflrfHw7/rPeH4xrHbPFH+TvPggEAMEAOJdK9B8xEgdgriHZnwtgTgAq0aeKWf8w7LuP7z//xM9/tnwjIn98c5SMuMSLP6i1MDkhj1hEjH3xh6hfLKJF3jP6CTbxRJEt99PXjoksibWaKYv0WcBpB5ZD4lFASkqgTieS37kO9xTRwP9vLxMV2UZYd8JHWKjzwIT5FWNYn822kA+UoSRpg0J+hnsCbkM40c4IqUMC3w9DGIaa94SRgcvIOXmlOMZJjm+ccmM7gcQWjN0dYfMG4mpFZo+YgLhAG2RDP6REevWFa51++GD4Wl3A79xSK/kEWazzTR92uTJSoIRVAouj2oobhQacFHdLrHFewubKBtAojo5KdMCnb2A5oB6GJ6STN5fXzn5Sv/q2fwi/krTLJ6vzJE8djBX9hcRmzqK40n3G7YiWJh4UAuAwmxbR98b62dR6/gH4Rou4gjXE2kPyVOLbYfjp3625MlZeQ8Fyg0x/hJmZLPQDRu7qA7nIaJu2xwIexSeUAMKQ8j1itp37Sj+3bvIg5zzBbHWWAtN8iejRPhqRlwQP1p/x1OpwDmATgvQVc3sdQHe+YpYE9xoE18rP+7iVuhBk7ZYxpo3uPWVHX6N8OKp67MHeZxNlsm9J74944NmQvEmf/gPpyCclWqAiKErcv6EX6WWEL5A++8x5SfTuLROyy6u8pj2M/OoAn+b0dTlVlEPwkaK7Mqc5v952Pkf3u8urvkXT7D6gNktabEvYa5fU3PmB2NoPE2h2zBmdoQfdmySCtEXkzszWZ2ib0efvOFKZCb0LPWpxA1+DHQU6PXx7VrMNdpUcXDaXdMMeirnSB6IsO+jHd5lswQQrTvCye5Z2Ee16T9TYs+qx1i2dvwEHVclGHduQ5UE34A3fKMc0urEff3EZE/eD0loRE5bIf0u4/jT/K+vv2fTsSIWZuZzFVJMxY0c2ogLllsPeduBF/O8PIAgAl0TqT+u43QnmNThn5+Z4/gYy8ojHrcAkloIqR3LTqNpyeqZuTgeiebXxiArvCw1G4DaQ39EW29nmF+RF5OkLGKFXBRRZIeuPROXuQ5OzEgYLIpUKBBW5fwCTqCTK0jhvvxFN6i22SMGdNT1yo6XBVkPmrU0uJZhYGrtcjbfWGsXvswVmwzgBCH0HWvegvY2Wa/AMvVdk1jpYWVvBc/W542umkM506NhQ+FcVJOF0AH2I+kMZdoloHFp0QuHKsU4JPLt9AWuM8mpssjOA9WgcELoRFMuI7zVTaXeK8mjdev8pRuU+VM0g5166OQOyFvcV3oqO0wASdSsl4xIsMMi7yUJ52GJaxa9fqVkfbpYNppItfnpNih/Qcmqk7roqzSIDdp/rYfqSYblb3V+cmyrF9OMhFuurtRFpG+mzBOL++ZL6ePLmu4w1+cewsZeuGbwD7zaiQkQnrwOP8EhLi5udOlsZ9gwxgwIunHQeSVsy5trBEYAnX1qVdScCv9mHqdBD0wriY2jMIWqaSlgOS20anWclfuc8Jlewk8tjZaQzCj7MqLr0FPQtD5Gy24qsRpjpc3nv7UyRT9NfTk+UEO2y0c+3pYaUYxqvUKt3aU36y6yeMRx+DBMr9rY7ygxfeY6Cg7e3bVFx6Vv2hVH8Pa4xkXtAvuDDOu5zzo19RGWST+kikzB4kSI85zr3aqAhAlEKD9JhSOXRHWt9lbjHw824/tH4KFiFk8D3R7r1ikgLEf39J/4kJGWKN12CORjHxZ9wjsPpTx9kJqzKPdHUosMsos8AqU6miugwPhPAeoxjvGTebyrl9nTbuNqAA1+G81N8rmgjkG+ZDEIhlma8JubaZpWVXSIkw8/Sdn5JApIh0FgkBV0gX8cbz3QWcq9euIvZj+a+3EpI70inRqbvUlMFSnV6FzlO4/ME8ZjGMncPecAijYWENzVx8M4px6itYUORtqCB6BUHR8BYAxLwzSkoMaHs6kCo7GGXtdEqxjehx7mNrtsAKbGdnN6Yn7GKBMO1wmi7FVBwOkrWW8dhIdGSy/+jiJ2WCo1/voug/fKAXe7pOFP1434ZZhZeYgBXolaIhQn+L6B8vuztmgEPeWDn+6OMbZY6dRdO3OUMdp7maviglaSCvZKukFe0D/P37GnBAexQJeIuFsNucuY5qA1jPPXGOPchM3enH7mRJnPGXAQHhFQaSMCvJATZ6N6Z47Kray+IO40ZM/V0QsDS4STgMmWNnzhpSYBMM8xzmQxsLU+UxptpDeDRy2q6LsibFEvKOjiKmSXtveLK3lpzCAABAAElEQVQ06T2I8AX0oDPseT8Y7ZiNExIUxcyST8OTj7A5wJV0mBCLga24KSu4WGthNEHOLetsG22DiTXCkJ2OWy8wSYdXd4nNn9IxLxpQx8KGwiW0p3maccfHR1ELsL10fqN8cuX9cvIkTJn40kN9bdEG3//uy+X2xCyznmVwtY4N6CEsJDoxYUt9pPaCSfPi9ie4JI5/62UcaIPbxPRceZFjIja2sL+F/nOQhEEy0LlYo1cudY2M+lRQc6Gt8j0OVFtzIFT6U5JkgOtk8OpGkmykUTVZkw6DAYKT0E9q7ypz5D3sncnLvhfSOmFKl9yiD0u6Nd+Jfk1AzVvcXy8h2e41YwSpO8/UrO6nD993o6X+lmG7MzO9of6pGGUqabMzxwc6JxiJjugQH4yI+KI1Om0QvYTkO38gpEjH3xR/o4Q6iFDjkYuR/e9zcJSMJ1OJyoL8ICDucT5wECWlynAiISNdMElfa0KLDKMxsuwMrxHrXuWpO5M4nZhlHyyOWKmFI596uzmcCzjqOU+TMdmgWemEdYUVR/WH+5A2ZLzC4MARUEexEokNlVJCXafAWODQeprOC2bMsxKmo2V7Kzoxtpk5BXUPdzhfgOBG2TWjMfzK8ka5M83OHg6cwpYls4gytVMMzJc3XnmT80f2sH3tbjnLDpFY1Ya5hcOHasAQX+LWPczuoLjDgsNbEyNlkoWJcRji3r3sZ57x3HLisH/+Lj5BXWWWid/iaAS33vkc09PAvdsg8UKNAfjSfbYJ4pRDw/ppD+2ig8tcZSKhMkF6YqyKuqOWJIxOiSQZmAQPIm8DPV+Du2k4e8fVZVfkC+Uv30fibMNGEPu9DibCLtY8enqI/DEGh0mqB6unZ2ScdZznTJrhCcx+aEtQJJ2pt+xC91tfhku4q4cw/D99gMHUNocJIq2+/8nb+LKcK/vYdriGDq4VybdZhkn77FEvjErBASc6p5IhSZvVl8MkYoBwFRcG4UmMDmqqeHQ6q764xakqvjIvXRoJ3V74AACUKSTNV3Guu3KPoyPYq63t6dkzHP07qJSNqz8YrsMrSOGXdMlDXDlEJx7tkvEewBlmbP/ks4+fdSHzlrcvjpVPr07wGVVDIIjpdfQJFtwcyKFbdY6xIk5Fp1jke/X8W2ETq9Ntj5HWD0M33u87WbRpioUvLStyuh3TbnCjpChTDKHGvsC7YREOmMkkfQd70Fz+KFu6q+rhXU9n9jkruG1sTnjwlR9z/6z6R74xqIinB3EFJARJMMCWEmW+iGobpW4AYbN5zKAGIjKr8gvGYCR/xiKbeArmminrbzKi7atOX+du5UxvyfHMW/6P0O10ZmHEOi+etej3CjBAcNYgggKJJrCj32ca5N7bI0eOhtQiIXegU1lGH+XlCMf4SYWjl1OXBIC+whT+NjsJOP5ApmqUmkkLiwHcZfb5zzDxlgTgU0w6gxHLcKij+CGNJjOe56Jk4lnUa+wsUa8zA1PXRq+1FR3XlWuhn4yzimlQj4CYYHr8ycWr+I7EBhECfPzcScxiPPOc6T2STYIUQAEbOGFxYI3OfAV/iRcWOQ2RlW9NktYh0snF2XLy+FEM3ldYNOBsG6bBeg+fhPl2d/eFC/929o6rH0PVT94wN8TEBrYrHj16mO+3gJNvTMv7Wa3fowhpLW0juOQmCwRhTQNcDTAbW8gFKtUkRvEn3vewVK+k7dRMX5HdPe2YWW2UA0isTz56kEGuG10ugwvVY6iDEYJt4Hc/eQP5LWDIv4LXpi4WIsJ8h2/RPDYGhURzgnSPpG04eaCs7e8JSdjO6O6RRujj//gf/wcWYD4GV5gs3V/Aae+ZsrWAdYFMno0A60w91c1twgDU2ymZCo2dVbtAxt8wtvbIiZAuSWcnb2HgW1xaZDDBV2g7OkyM08dGb3HA1zKH7I2y2o4vA/TTZ3HjdhzTHz3Jq9sLRxBSFfDVVz5HweA2z2BiSkIcVA4Ei9+8pEAwsI2EOof6TnwsC7733BtsK3T3tgyJdgFXsWADo/TQtVboPlsNyR3h6Z13PsAF4CQ0i76dctWZ6syiU/tIaEeTKiXH2GlDfu6dDwEhGGNKkvbxnGYrPSpNVpIkeYlLTwuwH25PySNcpsV/v1mnYJ47eLFW8c2H6qrf63sdvvue38zQy7v9NXG48w04Y9WbwqP8CoAEJJMJUEwjSSviI4p/I41MiDCQa3poM4g3ivHZsrlS0jKJ5ZimGiGCs5I2Yu0GzrSEVsQeU/QqbQ185AOCQ2Ljm+K8+eZoRGUDr+RhttyEQUIaZlXS8npZGRdoJQD3aHvUpyNjOkBVahCuhNfnaQyiNaodxMGFjemoEPUVLgoz/8AF73mPSlGE+SQQ3k1jUwhUpqFzubABQQI9+inqArNwv+xtnEnoQGNkZBwJc5MRe7C8/c77TM/mywrmUCcfGcBvJN7HcYLg6J06H/MVF1aP42+ZZq+x0PHSretlDONsJUxnEM1IheLBqe4EPi379/WVAZx4bKAC2GD/bkNDRxlBt9bCiva9hfvlLotcB5Buw5QLacozaVRt3OMQuK7uTtQYSstO0ZG8ZILoO1eRhIXhbQ7aeg/d8BGkjma2QuZEni4NLIFn76Boky1xE5zbrGceNBM4ne3g8LE27khWLJo0InEGPmGGVLLcp7xm6jJz5SZ717EiQK+5iHWAemBbpfoPQxEXrMwCb9u5o2Udz/V3kaLb9mKPSrkr5LsJPl/7/re5T7CH+0rpP3yszLV0lUH8hLqHvokB1UPe1pjS69/TaWYsclb9SrprUN1BfdvanbXIvDSx0Qkf36AZHQzfYqGnB8cgLhg1oSOdBw5PonzyiSOYcrF6zyxD7zkymqRlW8nfziXTd0PCGhVDeGVQxf6UQchL5hJ15zlSgad8ynxU5dBCzAZay189h+9InVlIu8SKRTXoznLvo5pqQ00l5UqxFFGee/5FBhfpG2kRXWQ7A5snhMok1TMrLbqgxQ36AAfQpHbFMs7akUXEASZptZ5mi5usq4xPXIlHalH9oh15lvak7QgnMPqRYXW8gDXb2rAHL+M9iIttvGQliV4/1PedHBq/8U1WvQOlfjRzM5Mgs0AfEhC/+q+KXX0PgB4AlDjRS01v3Gy4jGdY5kc2INzxz7IiokHb13Y8v5lLna6KG7BUFY+4wlZlE6O9rWVK4oR4T+Om6O/hXFN0yEkU5S70IJXSoHxkOskxrkgDdlobOgYA8+Bn+XpmdnfN/oP7khllU0WMLDsbL+EhExIGKrIKvMo0uaR0LnU0Ak3RwaShveiMy3RM40hAo6M3kUL2spq8jOnJzRht25Dazp3kuFgYZBfTnTDYdWoTkgelhFQgbpuLhkdvjXEkANPAdcpKCJEmBCOgECq8m+M/UrvDQ4cP4bprhZph74hecIFTGHW4qunSyHUY6hAnN7LiDDsnjw2kPL3QOwCk+kL5UKe2LlQto+967vZ8mdrTXboQK4+h7miC2YiFHPyof+CC1d497Rxwz3Gw1GH/wYNhZ9eukTo6QFoOJlSliTfryOIDpyiujE+XJrw3LQMznJstnTgMifyz3QL1/Fknfefnz5RlfE86GI4OXyqX/vpbZZZFqBOnT6C85swfbC054qr8ys98o3SdeQrHD3PlMgNr475+vDDtL+sMlBvgYx1Ja5MBpRUmsUbbSRsCZAeXEcgANLdqcbbAQLzCYEUsJGtmMZ4DxVEV+lW9MzmCg5fB8uiZQwzcOknGd2e1wBV9gnpkLaKhtv/IJBfZRnifmYKzRhmfzDhtTnmToLhs7chiO6VSJ45SRu+UV8E1thLRDlFKtANmP7Y96YUviJfwubmF8vpbbzNbSf8I6obTdySnEDDAqypSMnS7qPamppdhxio3+Kin2tZJawH7fW0RksKCzM/+KiQW67uvtnmGxX37PWpmhDqJybavOs12QJXvD4fvxKifzDn7hcVn2X6DUf69Z+0yBuYvk+QzBEp4MCmDdyUUryIkiGQ7rXkkfn2IPCjYe8Y1PkggnfH4sv1vm2nKWYDUNN4F2s7tq1fceIm8ibtdhjnxMX48x+qZIrsjGyN3pPU7eWn0zcYYfAZeLwNIiOEElYQyyXt0BlegHQWFTt2co6FwyIA2kBAmcfnWxW6e2E/ONFq2E4ND5C4MFpRM0ZTmY8kJQ2j7Io44Mdz4gEn5SDwd7gLRZySrAkp+EKC2heowncMeR7f2CKu+3UxPW5ieySQzHzsMl/hDh6lEd4ltnO9MT5R5mEMzGvs1vjXBxIgUcRNCeAQdbgOmNEf9JnH79vTjJ8sapwyqT0Qxh9F7Q5nDa3oXO14mUUOoy+rEJRvZAL7TtuimlMlzEAa7pZAO3+Y4ggUYwwA2j9/cj/Ex4g8QkIbOAx0oNTcwdV5BXHn/o1ucN74F03qEnTXq8xJrVkccVf+9RfpN6vHW91/ilEgktH0wR2YEB/D/6K6dlFJ3sO4Kf8O5I2UZvTCyO98bUMGwYn/lKueWD5a785Plo7c+KD//a3+vnPzi18oc7f/ptUvgtyd8f47dZKX91PGyCmNuAGYXa7ZYjFpGsu9mkdB3pcsc9NVbgiGsBvSk7g6ovTASGYGbCAAPZogKBwnty186w+p9HwtTbExAteFU20EhK2lFH7ycAlsO6mt+2G2CO20ZW5GgQ38KHpmMx+yq7heZl5QhUB0s2LxfbkziD8FFlgrHCgTuz1cQaEUyVDKWflfpJB9/8mm5zgANocUgoA2plga97DzSua5SpbTLZ6bhyRxlkrk9MdOEFCkj5RcLmoASggj1jbOz6AcxzQaegEm4gkdk34hZjGmIX1+Bb+MR/vAV/e+BQNNlXg8EP/RCjKBf6cdrdz6NzyBR2ogWGLqzxGxEijDDK2By2kMmMgE6hMHxM4hns8/MJZm8Iqnx48HQ6gu3+i3jZH5mVD1FBn4TQSLQjh3TKBq2Bkrds3HMy3RBrL5w2SFCoiRteCISCCP7h2cZzNjYmAUwrUW/xruE597sRQzQXRWPcqvyrJt5eoyse65XmO4NMjWGj9JZYBY2pGWQXzJ3C+M5bn4TJv74I0+nveIyiYO7hETZnjDXxUjtFkuTdiJR9rEa/uQTQyyuMDXTVARYY9XQVd+qYb1voVRdZ1HmOaSVK5i6yJRkkkLU5MJFAkN3yqmWusINdab0pT0sXm1imH2Ds1ZOHe+PaRPzZ+BTKmgpUwtIb+rbFjdhmPfKkcNDVAMflQ4UYh749yw3lTcWsTZYb2EavFE+B0N9ai8G5nggWnfKDG7C4B+O4ULArXvs5rjGTiWOjX3s7DH27feBG6VS8SaBSzu2PE/UWX2ms8yFxdXy4fAtFlo2yzzHZmj6pe6URoyBzXRZa4JIu8he906c5q7CBLbQrWEJVE49erbcuvZBWbj8AZ7QF8sno5dL174jZejQUaa/GFoj/fbiEPm3Ob9n9oPLpQ1mHOij7RwYNT1aQTpUem7pai/61PRs8VA9AHouOKlXhbkwCDdCI0rU+wbaytNPHwiVSRdSZExoor5JNwIsnRMUsAN+XDaz0voqbb7KIOqSkYxKBqU3dQ+dk8fl9Nsk4hA6A+gV4v/VC+fLLCocICMf8OAmANQoeoZ3ZdvNGXwIGl1hIHjh+efDdEx7ZRm+elN16E63lZS1l7SJpHu/pzTJoE98+4q4UtyQvtXrO6Mzfn7Lvpn8IsMCYtKYsA4Py5cMIidpQTqIKDzzQNjDV6Y1I797z6vOs36v77GYLa6quD+CUf7us5kgO23GrQt/sJAagAyl8gwlVl5g/Ja/rETN3KyYBGujR97cM15W0mcZVg2k92B2JqwuEWK8IJwgqMwqGIwp+Zb5mKaC3TDeIh2YDQNjSMtQGWJ0PajRRp3lpEAP6NJBhoXwmYZlZZfdPOGCnjiuAsrczI8/xGmKE+6mp+fLI0exj0P/JSqyTHPP8qMKpuFjypLEgdgl19jHTb5mXS8QkTOMmikqvae3h72xMMV+HEsceaQfQnVUtiNYMRmkeBMuAoQb+GYg8L+8ca3chZkvcOCW9Uu4TBTRAhdwRBazGjAp2ofzXgysWdldR4qVsFuQVEZXcO+GJLaPc4fuw2RilREGM4u+cpbdK/swpbn86XVgw6mIHcZjXWHIb8Ecr64hhcJ0P4895ueoejO48TwVV03Vg8EukWi6ygejnDE0wQIS749ybvoADKQJ63CZgdPJoATA9jTLVZhQGx10hUUuBd0ZHBM7vZ1l4WVucaWsANc0Et4ADlKW0Icq7SgpaeTtoNCKoeAGi1/tHO7VzKqLTAdslH0nT5eJq1fLxuRYmR67yrG8qDT6GPxgCvfmZ8ozn/tiGce2sZntfFIykEdbBfMmb6F0Ou4WyNp1n2ZEMSbxTV1cM8ynGSbprpr+/nb2a3NkLDt72mAuSYlJszH9hFbINqhYWvLZu5d5uuIrFA2+MDCssjrv1sstFuCaYdgd4EThQUarKdgqU+3JqdXyypsfgHvNqZDW+R6LbaR315r6fX2oJgdqYlV7rrz0ynmkS51cMHNxVZvv3QxGwSShqVYY5bbekTJDP07HCXrjbp/2l3aTSpL2GejVX/SflDBDkPEbeHLwyW8Zx+foq0HAKVCIh8CPSPF7YMrQnSv6aGCtwlzFWYn+mdeunhrfI1cIJPPJJEiUTr29wF5kVOdW3/Pr7r9RgQAy02Uz59+MF6zOenBRLPdkdt5BSnwwPH/iISNF7IgbcQj3Dr3vXPWzeca//BTBVXzrEXn7wJXPxKgaImGR3OxISENE0zXZ9eGreZZzNDCNDiGvsBq8zC90NpYnzJGvz3RgRvIRVtMP7t+PNGpnghlHHEvOK94DFMqzAWhpywycR14Ji+8RzrfUp6LT0nCXDgatxrdYJaRciRpMEqhESOehQ1zG9vPFyVGcR6CPRNrdy1EQiUfZqeoBCBemhtgZU8fTJ0/RwVfYm4xpD7mpP1OS1V+nu5ow78NJ7hzb587i2WiK1V46DVsNdRo8PTqOIfwBVmvv4ibtLotK7muGaXG2zAL61C90bZXHW+nIMDI+8LOOMEpGhXlMYS5wvsvY9D32ofdynk1n+MfUc0xIHbAf4ZHRKXXvQdfXhH9DeUMHOtllju3dov5rxPdIkFVgWkLC9FTLaVbhPUFxbdXzelKdIuNQMmmGWd6/NVMauzhzm0FHfGDvUwZOPwau+srU1U/L25zD09jUUQ6fOlWOw9BuXvgIOHoCpw0d4A+J0J1L1sj8g6Z4bkatsIYuL459QMoTVttT2g6TMHR3rahU9lIXDdRDjxiNDXBmZm5BNztdP4Izm4gic48fYZrx5KAGDmBcbQxiraphbGdwowXZBuEfXx7hLKcJZvqY/kAXYRcZAwj2pgyA2q4qDTo7cRB7l/OaPHepFUsH1Toe4+ug0wne9UQe02cXbMCdM69axSWD3GGSyRRzqu2zfV5GCMTUMZiodbe+cffR90CDmIhvfs/f9iexEYwy4kZMKvrQZb/Mywy9zIc2q18zcPtvlLf9ZqtxEd+7Le298Ru/4NSbcP7UPyGpn+u7ab3qd+/1u53REVai8Mr3vAeMfA9EVWVkZ6ChI0GOFD4KUIw6wuM/00UG1Qjjs0jPr1FOFMgfQI7LW4jrUVYVZmD8QCD3YBgVLMZIxKiAx+v4zTEIxrNN2L+MZNDibgMIRinFlT73WQNEwmW25kfD3IRxuBWxgylYwkyuVZn5bjrRrgyhFOjHumzCZXxkFsEQbOKS2DwIb+LPu6myHj4ZsA6T/H+Hr5RPNCuCiL3C/o78LDs6FHU7feIEDjPWYrvgV5/8Yvnwk0vlBsbYGoQf6eovT53EdRdbJcWDMt0GJkvi5gbT+HN802u7u3iaMA3RAevcLC7Y6KCaw9y4OVn6BvvKfhjjaRYmurX9pGNouuPURmlXuvh04n65ys8FgjMnDpahAU57ZJ+2+mGleG00o5LAtEaaNvDJvDWMokW2Hmvaw6AZ9IKsRmBxe1szu0Ec0DRpcUV5Uzd26JFXOJIjppTgQdxqF3kfiamLNA24R1uHbl09bkd6Z/ZfBo6cKV/5+V8od/GXOYrbtMaGrjLPis0xjstYwii7B/3pHqwHxCvgBPORVpvRyTpYTU7dgel3lzWkdT5HnIhHOwWDsD2rD6azT9d9KiQ6wqSSingi//q5vieNJANW7WP7enegkhkabwNm/9xLbzBbYjMmYdKNdB1HUSPhi5cOFuhUL/l9hQH/+8+/wJ2BTYZL27U7SMNI9cqlVYVWIYxNwUBjqg1zlDaD0XLP2Yt34UE1gZRoH0oaZtQlLHARdwDif4KbzEggAxfUgERV/MASUZ2RKGj4MZISAqaqvHbfSVzFiKhEloqrwsxg1y/xVcWrbvbUnTg+U+dv/HwtUfq16sxy/4cA8OsDYQ7Tgl9XuvqeTNJw6d0Gsor57JMweve7aZPgfOfJ1syvfozvhhAUl+l2X7vLTiVbhfgqkvEtxytw5T3KoQEtmY6ZcAiF6MU8iGq5/XEMw++jRx5BSmESSINLBJrCWKZTFRPG9IW705wtpuJTHNPqaYoHWLWNCR/hATN3ZkXBdHz32U6+veuJLzl+SfKR6IGKEBLlcgt8eo+2omM0YWv5P/0/3y97cPO1waKJnWFoaDAU89ZVQuhha+RjJ0+X8es34mTCx86cw17waqwEb5LmKDuADnNmtjoutxfKlF1Bte0czBbRdV68cakM0WG69/Zgy4n0Bj5iesoUe4lO1sTUbIKdPWsYVfe2whRdpeafeAYkmFFTef/KbLkzT2dl8ej0qQNMtdMrvJKJdfSKO+Wu0mAtTLU3kNLVodqAMfVkOUbGXvBv2bcPSRJ/h83AqKemZmDTNnAeJtwQkvItproDLEogTyntByLNCtMadYuGw6T1b+mpgINHT3KkwpPlYzx4L7D9saXpQGnApEcXYW5aOH3sMP4z8eAEnhQMbL/oBqSdQVr8CFOfaST57n3sk8fkK6ibOPEvaA26CQbAnSplZfNR6rNv+Nt9PfTKp+gx8TeohQiGaNMZkiQAzbAg+Ryu0Vbx+yldWr5XGpGzcMPsyUGdRmIvdwN79mfK+Tfewbkyjo4d+FD9qIvUt0APtKGdrwxSnaRTZHfcRJ9wZVtmSJ1SSuQukxQewqJ/1n1aPIiv6h59nWcCAzb/+D2uCM5nw0JnuBMt41R/t9NshwLowxcD9TayH/q2O1ub5LMuUzf+7C/87rMWFjqXuPtcVXL7XcizIhmvrlRWPoHd/ZzFERL0sI008ohqRF7E4a50RTE8K1WZwryJ54+vwhI0xbvhIY1FLN8JiDhZxZopk1XmE0WYkAefiR8/AuKfnyBg83AUj6lJxMz8rqK70ilw6uCcxrFCy8rgGuYePtd6S4kkiBwuu8ICzPXruMSCMVmHzFkALMF/YgBGwpMcJOpvTQNm3gnL2ESrHnZ3HjGa0yf0S2Q1x/Gk735wE8Pvu+iU+iFYDcfZ6YMk4M6VfRy5sAozcdFJX4+23wh74Jlr0pHIg4UbzWNaYGRLMBgN3dVJ3sdEaR4d3Qxn2yywg0c703n0W7fY1diDnq+LRRSnUk0sVKwzmNzC5rNVPDAFvcX09tBB9L17cJu2sVxusXvovZH5cmt6iUGkG6fDe/G/2Rb2jm5BFCti3OpGlel8TUh4a7hjq+ueCnZpAaYmrihLpt5NPB1TOGipN27FoNvFjhkldPYSzLCKv8ZWST1qe0xBC51fpbAu2wpHaUyziLOPM8Xvk2cvTiCufPd1GMlmWYVp9O5HypzFAQTfzhzbj0Q5IreJFtRniTpX1pjLbYC8xlz3Lg4tBvbjAIM6KlUhU1EjW9paGT9u8UcaVYJ0oSVrzatE8NAV8aLEnXgRxbQ+BILAE9J/C9PlDy6Nlvc/vUY7Y5VA+5un6g77Rpj+MMCFQ2vydHr+zoUPyo3RMVTeSMS0p2Y/7q7xZE2ZKU1BODUB3w5GPueKNcyQvKxaMkmZY1K376Fv5D0Ga+9mZBV43v7V/VEc+Gw67/6rvsVWRdP5+4zLeFXG1b2ORPiPYZC7YsVj4LIO5A60UWRd7C6JEqy59Bmf6waro+3KIUja71aGv/4iW593hQWzrSpOnERiIkBcZTreTW1c/xFIW20/G4moETfwazmCGYn9Ul8yIZmq72Zeh2fcRKaN56csR1SENxdG4CjXsmx4y8iMYmQdHZuggy2HB3K/aUqk6ZAnO4aDWeJmJ7VMmZx6uCZ2XNwMQt43NGS/zGwFDMINZu+jSbyi/vkoTIbLSo0rxBFQ16nqTMabmVstb75zjc7LwhKS3Qpwem50Z2cf0+uN0g2sRwb2s/uIExmRkteQ/A4ePFzG8Fh0D33mt/7X/638ws99HYbbi0Nc3GIxfXUP9hwHtS3yu4+PxSW2NC7gHKKNHU1b6KpcOV+CiTbrpRpmvMF03E7QhpnMHHvVZ5CqOij/2o1xpuKHyrWxRRgkXnywO3z0jF5wWDmFWSmlhWROPZ2m2ZGxtS+brAK34G/TBRx5QDRF3EUAPwNlgjCo+vIwLZ2IuCMnTvBjEcqwBc53mcU+tA1uM0WdDyHp3+UYkC51tzAE9tqUNlb5743ejgWm4bcuqmEuy7TvI+dY5CF8iHodYZFpCfXDJtwx3H05wNmmrOxfJP0o6oKx8aly9tRh9pR7eF0yyISTeNFmFb1V7el0VyZoC8eMxHcrZP3iybv1NKyqqy/UPS0ndqJKUYa9dP79cvsu+mdxw7ur8fUGikXUEbGzjDz8rqPkH7zwYllkEJX+FWY8hbILBumCjWZALjCmLpIBkW/iViaYCzc+yywZ1FRjGM67DDIEo2B6wE/etm2CxHdpnTi7VXHC75X9NOtV1bxqcpBtHhkt4tZ/Mo2I8cclc4zRZVeYfelHXFWqyLpG/e6UJnPWEBJl5sHbdgGGPBy9BqWGti7CqCKg/plWxpVIilh+ExQhqeOZf7wmwo3hiCbSfK7z2x2fpBlu3iDbS5Mmsxb2SFcjJT9H/IjI14DLdMSP0csPvMpAcytkjphRduDbjyq9l8vIzZs4iD0IEUCEpNcWU2bpaC2x6CtSWOM7+irznZm5G0cF7D9wEMKwMJgKP+NFBP4KOiTGg8RA7aNTiQXrk98NMjyyiO/sJkFynRybZ5pJrkhWnSzEzKOj5KTp2ALZgKnHPfYvT+NFXZOm40i43j+9eo1p5a3y6Usvlt/41Z8vf/1//Us8CTG9GthHPfUxCCxsR7y3eLfMs7o9zzy3D5tD3b1twUBaYJSs15QlWIp18ERCJtNx8mNLSzcMqqvcnMBwG3OrO5wQyHFASHwNqDEGS08fOi+cYLSic4zOZL2iUclKxsge7j0wUPdTJ2kTYRtXZBSULE6gJiQ7acAFiDjziAQeR6y0L020YTO5uQczFiTJaZgEp1CU0ZFRVpyH0GNql8riiuyR9OotNziHqAd70XnExyUsCm7fZWV/b3/pb0bKXhyTQEoLOkh35VjvZSTO11GzzLOzZZPzej7/5LHSM8SiB/atfo+G9V63Y9C+aaPIbGfr73sEUmejR819EAM1u/CdX9U/bUftV8PHAEx0mYPGXjn/QVlC1NbDuAOxUR1MtVX1/PFwVwcuNej3/PcXXnw5aYo2VTLU83gnA6VM0sUbS4+tiEyvwyaSezBG6D/1jk6z62m333wGYhkm8Nm/fM5+7AdAtgpGsjbRrvGYz1n5DOBvXfNAYVXvRNR2lHjIfCr8ZAiZ13Hqh/peh+/c6y/RBtWLtzrcmD43fvMXNQ+S2IJVPVCBuhlDEV8lsAJRCeNv/6x49SOeqLDeD/6Mn2HxYD4gtEamjWDrxipapPe7ZVGaChiuhJE8Im5dpun8b6k8xN+8E5M0+YvweIZYiBqjHNGiDIgn6L9KK0zCGGNz8MXMb4yFnv6B/jC4tSinIussLuhZJc+DzumQW/kER2a3hNJ89OY4HXQ/pi8kksBJ7L+EV+IVOhhPPRoSYH2SaSbhZ1zqQsdWSnD7YBOdVXs3V+zVFXVjeDwP826A6S7A3O+hp+tgiu1ixSJew2fYYfPu62+VVhjix6+/Vr76+SfK6XPHy1kWH9793oulien56iq2lzDKO1MjpbFvf2nff5SOJAzIuODEjhiY5nmDei5Tn3ZMXdxKqIpCBwi92HxOTU1RH/aDY26zH9vIfvxG6ojEqTbZcdGhSGPHWYd5rmn6FJKYqE/syEQtOZDpE+3n75/9s/+9XLh4AcfE56KTR3ZCBV7cTun55W4dbGLq7t7sFRjcIgx/FelvEXMuEBsMW5zI6G2KoAe2MnawkNGoBIf0PUj6lrV5vgW0lJ1ehcY5kuLdaSRRVBz72WJ5Bmcd7ey57CavWvdsDc1YvOW/hDIbW5r0u9o8KTyoPOIbamlh38rc2NV9CJ5kmYs+I01a9Yjy0aWR8sHFYQYF/Gwaz398dNyVSTqQyySNr+/Iy+ip33vvQizAgbwYsDwKRTtityLq0ELJUCsPdZG5d1up0bgyzbzHVkXi6Yg3JElxxHfbrmag2/yBeEHzwFdLktayvownQrbjW9fqF2HU2DrnmkL2551+HV/qrIhk5YNCd8Ki9rtedz2KF39edU6m3n3ZPxu/+Uu/96xg7ABpdIHaCQO0B979RsAPhUWzR2mixQrtxLHxa5AiinnGvx0AM98sO4HIbz6bOlZPyTM70M63bAZyl4kQL8o1b+Hk7iXxZPk8GM5/F1WyQXilcxgc0eK70PmdTkPpMYrzVU8wCxijD3HOtvlr7yhR3UP6ag2HFLnLQaJylc44evm+wVTU1fNevPG4UGLvE0uBqYDFpzqMMgMYIaBs4eSJnKT26p34IMWjD5TOll1oIpZeXDwOYnmJ/cnoqW6P3ym9SFrL2tsx/T02uB+d3EAZolN899v/upw7e7rMwNSaOX/nw/PP4ZbuExZclsrBJ77CXmj2fw8NsEI9F9KakogYTryKG8Dhdw/nFfdhKnov7wLYLqbB+3D5dhInD33YgLZjVtPKKrCdhG4GnIF+LXPKOrhbxVymCSnGqaJ2q9GORorLh2h9vGdvlj/+kz8tHRxG5tG1rtR++NGHeNs5Q94iCdxjvtMM092PudL6Ogs9TDE9oVD8rTftLbM4813jILAFjp44fHgfDP0OzNIdTpbh3nG8rTPFHmBQa8KYvpEFswRYJtRSLiyXch1Vx/zd2xw70s90vjt23mhDaTyhTVqpK+C9fuYxM/uMMPWdTOmD3oDXwVCDUeqefUm8y0Dc360zjDaOgL1QpvGArgF9WHoEoeRijfaRMXCJT9KsoMN86dVXw4WeJlUyXxfR+rCT7ebYWI3i9a2pvWN9NIN0FSvZSo60nYOJA5vhKVVSG+CtmZZ0EXG8k8b3+scH6pHvYmH3ZZwUFupQWysvv+Vl+/wEVzDJnyDej4lSl7g7SuPPIVHWldm+VxWq36mtGHngV3/zLnJqBPlut96Ovp1XjVTv2dnqhaEdCRFEgtAYDuviJBQyi5/TbPAlwoN8qji8ZrroDrxUVyDf+ObJN5mi+dhV/RdESKTIrYLbaYPRIwajZ9aHtypMezMdmF6/cb0cPnqYcApg1NbhgQw0fDEahDGvRCXtmth8pjne4A7eux/BJZrGwqETjoyTQfpo9GBG3B0ZU6qEQZJR6i9Dw+nXmK5qyuNOHU+4u4fReBNpml3UgIDvsNWyc29vHEzWjK6tvasX/SUHlmHe0o9N3KmTx2E8f4yu00PpmaZPLbE1rrf8xh/+o5C+2pHORsY45XJwqNyFMQViKNZOqeNdJSLh0yuQ9y72RnsUblcXDooxEWrXjRxT4BaMluMCJtvNUx43mcpuMM1e4TsasFiJfQ8p8SB6RKWpQAQSnLraVeLPwLz/+b/4l6WPFX0Xj/Tp6DHALqi9/MpL5fOf/zwzD9s0k66wgNM/0Eenlmb4UfYqKpENFjzu4QRlGfOh+YlpduHsi2OCG3H+64AXnoyQkt1hEzuWgEFauLfZVV7jNMt5dHXzC5PlybMHONWSDQHoW2MrqwXbfgFCwrEj2fi++0c88g9ijnD8kjKFH8cEbQqptxsYXeLSrjRSQU/O6hwoUXLgJX5PeYWV+XV04Vu4iEsadeNCtsMKOmQ9uUt3YkPLgBdfPR9qipgaQzPa5/bSvnpqatcJB2XptSeOakCqdIYS22MrCTIZJj2Fto+fzBNhoJYio1/JQO08fLN29a+mm+hTlOHgKp6EziuYfD5Wf/2Sv+hf2zEfiLTrhbg/JEXu+vw3fazoj163XQcYpeZBNchVjtbwb3A9lDoaTsTlT0ZHSysN1fk6+vNiO27/qndByRFKtHLV+cSjeZof6cky7sH8JCIT8p+GinIzJMLMxvIkTssTjhq2GiRjZLqALOL5rmSY6RxJ+WbaIJaG8ESkP0unLkoAOgvwSNl1OqKE5wq25kUS5wbfISO2PW6EQe9BpqQSYzBLCwdesRTwCKcP3OMfz/FKHMu3tnZ8kWB97FBKkvo+VIrSG43ux3q6BtBXzlAEEgXT8AWYTTcLLUpv95A47uJD8qmz58pHHAj1MWqFL//ir5Vf+b2/X+6gw1tC8SAD7GZ6Pw2TlGW5cKOHoYOctT3DYk80AnVsYsviXg7UevLUcRgxnQ5HFs1ILUrQdvXAedROya5iksTZcqrNx5s3R0Of+8TjjwXDtI11/OCCzgIuyLQHfPu998uRY0fx53i53GWF/ae/9tPlKvrW06fP4LfzDnuYXy4nzpxGCu6Q0rhQDaCWaKWubehERZfMVfzF8Q8uPiEh32VVXMbtbEAVime71NNnB9Qt3NqNNOKwIwYKtiLiG/PR4/vwlp6LNi7oiZvs+EGFUXaAQPqdy+fdP7/Y4oTB7FxgmeQ4jQX8cA5g4tQchvp8Bl7pUEEEGbFcHrlT3vvwEkkp1w4d/UqiYG82qgBDwrMRdweyaQbB1998m1jmwVQaeHXZ14tU7gmh4kfpMBgj4ATDBE/SuKZCIT3KAINhZt/KqXXqJbMfJXzxLKP0t6uqMd2OgKxLDiaAbNWNSt1+1PXjvu2kqQsz5EfntRO/fvrsuNH3iFLDZ5b/vzJKC4iiHyjfFxFMlwGBSlnipUbwA3e+29AZPxuFv8TNjDOdnw2jPaoRTCLSA7SNmvGJo5KmgkMGFY8QQl2epdhpDA+dpCmjAAIIDDjJj6+ESyiWkYRteSY2jt6E7uCN6PChI5GXI6/R7HROfSzDXyz4mIw6YqEYi0NtMDcPxbLWAXdQUDJD37eZpHnEP+71cJwUFsDuQRpsYIrouTzdXUwjkShR0SkkYjDMVBwl/zKnPrZhnD2Jz8ZGVjabKFeHDt/983/NtH2x/MfP/re4FHuqXGV1eBnd3UEktymOM1gFeKUO1mPKAMp+/XdOLcxShvNm9qHPsnKMd/QmpJkjB3VBB7BRn6qdfRZfhtKO2itemxgt/UyNG8DPKEzykaNHw8lC4FVMgEDtNN/58CNMV+4wbdxTTp46gROTK9Snvfz+7/9B+ctv/WX5tb/z6+Xb3/4Wpkv3Su9gP0b/o+WJxx+nIAelCn/A5fG63UhPMgMl/nUWazT/WUPS1adnEwPL7Yl00Hx7ejq26plGhvoRiBzFSfEyR90eYkHqGCqFAc4iSrd2rm5br7hlG/J356rqLQE8EG4MvyU9+dYIbvpRoxwEzlbKBm1EkS5U4YBqcPIq2xAnpnFooV0YhUbuxNGJS+ipXZlm8HFFfYu6vXPh/XLp2nXw7DnaeISHKXZi8tPHnnf1uGEoTibhWBd8O7DV9bINfLftkklme+7oH+kTfHPqrRRZCw/R1r7Ht7zXeskdOrDGO1cdvhOy8/Tjvu2KxWNgg7s4/UmuxH14cn8oep1TtGv1UjHKJO6qdR6o5O4KP/gsMQIeGdW/+iHfa2TtfM/02XFsCK8aEXXeIh88kzdjrHnzlGE88cEOEOYk3E0TjeUz2VmneA8GSg4hxdlhlDH8Kn1ZrrnU8EUh8S1hiS/x3VHYEdskNraIi8kg5QYfhkglIo+WGLk5Er4jHa1N4BGe91mZDomSDmdfiZytHJc60SmmxjMQ/pHDh8lP+zxhM5a1p4z/j703ebbkuPL04r3MfDkjMU8kAXAAaiCLxSIJsqrYrapuU9dC3au2lqqkpVbayNSmlVZSSSuZpD9CJpNJJlNrI5MW1d3VHAASBEgMJEDMUw7ITEyJIZFz5kt93++Ex417b9yXLzGQLFP5e3Ejwv348ePHj584PhMpd35T1ySANGPBAGmppQkPbMXTIvBgJw4Vo1/OzXQ3sWD34reHivLmm2yyS//h28yLvMRB9nuxOG/5whe7v/ir/6Q7wQDPcU43tAy/wBSidxmxX6cCfp4txtw04RIWqVuZnaEpegn+7vmAXclPoSDZVdyR3vvZ9s0dcOS2OTArWmTSJU6plu5zTFh8970r3eEjx6P0773vi1iqLgs0M4L6oVnv/p+/+ZvuMMrrV88+0/3xd7/D3E4mczO158Fvfad7+cVXcibNM0//qio8gvIHv//V7p/+xX9AAVX6kSfxFVa83c+TlVPQahFosO1GgWyieE+fQdFk3uj7dWgWo99rzEl96s2Puvev0KXBJPPfv/8eTrQkPiPz9TEEic09yjrzf1OrUiLln/ckTtkVFfVGHN9z4UMUS1llWLyrTyLdzAGxxfERc2Uf/dmz7CFJL2b60nsZjZK8SPnwsaKpHRkFr90HP/rRT7CYncKGZc/qMnf8OcgqpxuYGuVmvC57dBAmypHwTKuyKU1BiKea10givI1BIn3Ap875kcSFx2FBweSdsja3ZRAVfIATgTz1OAZY4LdywunCwiDmZXzv60zzk4fVrZFoEz8QHOAKSr1qkft71bk+kb6sekU5xleEjX18Hmesnk0OBsmYpWsKXrh5/2BI3CK+mNILWwEDAtkWRiMo9OMXXA1fKTLqV5Solp87L1vAgmttwr8ItA8Kgq4x1HwIl743wlWrrWACaWK4QKkcowKo0KnUqgPD19IUt7l3I4eD2SxyhYPxz7uMjq+9fUgFK70+0SfG7jwn3jiWSc/tVEnjhDbSsiBN0cupMJha+DkqKhBiQTpRqPiZWyulAr2H/r89KC4r9QWarwq80z/O0g/mIIFW5ruc1njLvXd07146zeFY8rTycp5t3Q5hffwuW569+eZRptOwDyNpS8MG6exgLfetlzl97/ib3Rc5CuJuj4vd71w6uVAu+YzS8l1fmtOXd6D4jnbPP3+U9eQ3MRJ/Fgv3ve4mBpvWsaKK88w2YNDmqed+RReBa+3PcPzuz1kyuav7Z//sn9L0fhl6PD97A8uXASy6A/7qL/8F5/jc71csHxxTk1dKUmQqvIZn5Nutz5xQfYURYef/bdBHeoX+2stY4adppl5iR/NTp053h2mivkM3ihb6V/gI3HiTTXhlio9BryjMVsksCZG/KESVZ/IrFV49LZaVZekd//ElnLQ6owCEFUcfrMJXjhzrnnrmNQZw6D7gzzLWyrTcL9LPKng1/0tG3mQBwWM/fxLRQAlCp2e/H0CJ5pgG8mkXAy3r6o9MOFakShP4XBRiKUnvyrhdTqQKbalP7R341Pte8YXo8Y+ELTq9pvwX4UbvA38n0AnWFqnAlLgVYBU4B9HKSc5f2zHq7WAOjGgZVzGR2uJldZ2/LLD6W0xmhktmims1zpaOuIuOMS3Gr6y3r5kpirQKbXTHWz+DE8ajzV2/mnqXtlWY+woUPKKqNLwjw32Oiu6k02cudPTh9vX4xWyCgzcR/RrTJ4Ql9saJNxgR/UJiCufUio8++iiKM6B9nqCQus30Hiy2I0dPMCjgulqOb8WKiNUIyxV46cplZcyVFHs/MZpBK6QVTj5KP/MDMyJPnxT9bm4JRxDLphnoAf7td99ho4ld3dunOfKBkXg77uWtmHaxPPBO+uBePXqYQQ88pJcpNu7BSCdat4+R33Nvn+KIht9hTTxzI1HKHmthX6gclGYT61vhhDlYw16Xb5/t3sei9BzwEyeOYyWyjRk79Zw8+R4rh26DP+bPSeM7OVzrdxk0OdV9xDzQB1g5dOjQge5//d/+9+6f/4v/mIO4/m13MydkOgXpX/7L/zyj2n54LI/T9J06sOUiAS0pv4nyLpmHJ5v0RzjP8hY2IL7AB8INh/fu4FCxPazoweryzKA1VjNtsgLp9zzgi1HtgyhLd8tR8fgxKWd9kM8Rrt5v/tbKihIBFDj5kitRjZ4rvSlGLZSUPVPI4MFjjz3bnXjzQ97hKTTLV6MoHe5stcHHbCcDUKbjOUpPPPVUzopHECkLBhgpd6cGHcSS9pgGrcoapEExIpOZCmQd8Uq/JP6Uge8qyVn/ZF+nSD9dLskGtFC3YiFawYa89Xk0P7jwHq+SX8HMwfZdgzdWu3zoWVUfnz6sYY0NAYQwdSlX1o12GVZ/A9IeubcpF0VZFa2RIertuPq2VdH1cRA6E25KZZGIpXeSCd8G6hD2npFV2YumeUWucFopqmJU+vpZmBQkhexcw4T7CUeoanROgZaF3mBST2eSJnJZcDKy5b9hboqn0jWhmjfmu0q9UKoQLzOSreXmtvwvv/wSU4huY4DHpWR89bGItOQ8S0UhtSmoVrICuIzNCuhxE64kuf1OT36U3r5gqeAlaEaQwr7grfgil/74KRiWgXHL7UCB7eUoWJtb7nS0xtQk+8MO0AQ7+ga7p+N/hqlN5tY5hZF5ZlV/yDJG2ISj4oB/t3N5GPy4wGFYtzGd5B52/L6BvSZzsL2VrP8zhtRg8mSkdl0k8MOmvztkOwndPHgaportyOFj9B/eyE7uJ+HNJta45+4wTYd+xC/ed1/6z9AC3eO/eBwldqb78U8e6/78e39Kuju7v/zLf45CZCs8ylweuCjgTnj31lucDsn80fqQVXkWX+Qd/MJdZo37zUyN2cWgiBMQxOGI794bD3T7bjrAINE9OWFyH7MZXL7nctCZkhSDeOujnrfImk8zV2mZnqm3yloxjd2uWQxhuEjvoYefwJoGRiDypvLTeZ7RpYtuaMFOPvDdlUSwrfvhj39M14gfAS1edoLCinT3qENMuN/NwFmb9mP9cC6r8yBtZruO23usZNKJkkR+hpZiq2fIqfykcEjRPCmz3LlyxycKH6/ULYnV+c6tr3kDbMK28dNwz4H2OLlF/r1DVpxpm2L/Wp6ht38cnqUozG0BCUn0wWf20CvKcfB8Eg1UgucvmOuf/vCvhFK+6VcCVM/zimaMQ9ztPRaB8SiQ+cEb6dFPYP99Fn/5UY5J3+Z1Cpdw5D3CbblayU3DaSJ+QV2CtpNngKkg1RQWX+GO6COovBrPv6RTOCwM/bUeQwNCzQN5L6VtsSnYhtm8f4MNZU/TjL2DOZcAIZA0mYhzkRpQeSBnwuePO6XsJPEjR97oPn/3F4AxHWGqgtvkFp7/ugwjbjXnknrwO2hSYgCAjpuT42/ECnNeoUcTuKvPbazGeYcR5NP0ZWI/sMqHAR+sMVq1JezQY7lu0hzdw4av79IM/OoXv9zdwSj/QTYQdjqNSlelWB8a0uKZedsZSd5FDZb/6R64TH8m1frOO29luaVHI5A3cG/Q/D15nJMTsTIpHRQnW9bd5YbArEOneXwb8zhvu/XWHOX78uHXUXCb3Td+74Huuw9+ExhPCOSANOK7LjkrUKDfJrbdDE7Ktwsk/KkaBD/lmH9s08buvUdePtLdwSmbezkKYvceJu0f4pweJsh7OqaDH65KkctxMr84X+/+pqkN72F4q3oNKrCWHWlX1W0hszsN/8IJHjoGOPmSDSp++gvi+IFFXuQffJKHLkXVovOjY7mI04PKHn/yF5ltkb5IytdjO5wGdpD9I90MxDJQ9uyOcqBPi9064gdb/lXTWlmzz1KYUp6mEcsS4JLxgkndADZ3YJrrWZzXXvIie3qYY/1Sf/TYphvDR8aI13CJwjqTe371aA/j+9izPYtF197rafZWoe13xz/+CyacEzq7qnLOMUOmwNB5v3Gcht57gzMcoYzi03esPAtGIhrOEGSlG/kVk1BmUWSVhpVLnC0d3pJV+7ggESuGd8ItP4vQUC22FDr4/XoCUMIAfB39ij/PmXxORczql9BipSpXdPIcEss3TUwebYprSTbn0xoDKCrvCxx29RLTWO79wn35Wsvn9BuiODzULHP/qNBtrz4yS43jzOzjx6i8NGtRAMX74l/SECYXxJiYjvcoTejWiPNK5Qy9AUilUBFq3boDkJPXb9rDdCH6J99+h+MtqFinz3BwGUr0BiyWfcw7XGO3n7VzVBjWfX+N0xpvxUpxDp4T7c13GEJLom1XtcEKGAdta94fFEGXk8HDPyhiTLa7k30er2BZe1zFTixuB6A+wJJ2jfm+vTd0R4+8R5N8D8oTRDT5XfV0/1e+3D3zxK+6/+q/+C9RpBwzywRqV5489eST3f3339899+yzGT2/1O/D6Y5BmZJFuWi9f8Baz/1sRCu7drIG/Cpt65/99DnWvHPo2eduhj6mEqFU9jHY5VptuwFUMLroR2Qm/AXDVbshCPKjJ49lsedco3K4lLrZ5eCh3SjLDp6CJMsQ/YTAi6efeQHL+k0EhAnh4iYNrTQHBM8y22CDkWq7cSx0Zz88+tiTHAB3jA8+3Sx0M7jZhWfB72cd/gHWy3t8iPDu+iOPVZQZ4caa1BqNkvSO4ozVTHisS/Ld5F0WWHesg9KSwVArlzDeR056B2eFMnKPq1moQ/i1HvIBSoImWhf5Nu+lHPt7sxwaPlkNrcLNrhY4vrfwsV+fDPLC09zVW5RjYBEsF6yMW3TjpIqxxeB5uDHUQkjPxPm4KkayOFzGL78oQl6L6XjnWVhF1gppJGekleJLIRHJk+AUL8VYkAEPDzZJzG/mfxOYV+/iC84ShuRfUH0Jz0V4fEhT/9bEj1LGpwRJhbKT/RqPUBlY8cE0Fgl3oMdw511mOg/KsvrArDyOXHLgF9Nz3G36NkahVXy6WBiE5+47uPybVWIrb/lLkxaPFRjqwh+VmxvHOkn9CoMmlxjt3YviOEhz+hjWXPhExVlnd6ANdt/5iJ2Abme09Et3cca2O8qgvN3yP7yVT6kdxdcNiHa1KQc01seG5MM3KDDPuRRs5nDeweYR61RSFd4u8Fn/pfvtN99hcOcWjnPlLPZ3LrAh8j1kg43QiPe9730PHptbtgbDinQ3HLe0c0s8laUKZRfK5AyrlBwJrmZzfbCyYglasau698H72E+f6c6wMcjvfuXeNFNlcMnVzGqCHOjXorTijFwYXLwtZhf/61lrvtRnPrjmN2KiHI34wFvVfz4dfJAefuQJNqjg44VMNOVqMp5l41Sz/Rz05sAMNjof2K77wUM/7i6QXzQb/k4gd/I70834iOVExL5JHWWoBQlelWEpSGWY/PI+7oucN4aEkRy4DZxOepWkyo+8ScYS1sLby2JY87/2HZy9lb4I2yzK+MucSTejbzJ4G56W26KbU5RaVDJhPvsVZSrjwjXY5fAWspjktd6XiXSKRCVUOPMLPzTiTNcrzQeAnP+mwFeFqvDsBp2vJf7EUTnuoDZn7iVIXDan9eFqmvBIoCTS02oa/V8LaOl6j2XZQLlbTfCOIqzpSObpKpuoovgYgLjz9jsSVnSzqQEVW6spo+J+DUlfZUBvYiaoHzli3xt7IyKwKkSRVyUDLa/BLr0+54KCvItH//wGripINcVtaua8FXYHwiRidJTDtNicdo2dLO695e7uMqPAv8Og1F3sr3gDAz97UULr9HnaDBRPRmmpujupsDthnKtZHJtVoE9zsJmDSH3SUhF1I63Gtdm7n41zD97giqIPKQOmVaEIGPlhuefhWJaXLznPknXyNNd38GG5SheBH0LdzaLF0QAAQABJREFUTQxAvcNE8xvog/O8HGcMiCPHd/Bs01vnRstaVZbrOkchPP3kq92R15krilJ64IF72V/ToS20dI+Xh8QbfkJwpelvrvC/LL60QloU7uF7HzlyEQYI0IAGzNBEvzTTq37681+iELHYKF9MgnwUmrJVJmxKW+6u837v/Y/YAOMRhBheAW/eVJD7sSD3e7wE09O0CqMYY0FqTSJNyLlK0nrhVKB0D6FkU2+gcWZJlhKV7IIDljhak7rqp1Wuyl+/sjR9mjll+/qc8C1Ou6/G0NKcQUrjfF1cHXvrkKYoh/IGfBjMSb8WwqIQS/CMgEI6lXFhGtw43OfZJXPH77Pnwjz/q55YhFc85Xu7AEmzSIWY/hfCtIQoT95jO/Hs11I/KrAB6QKovEXd2FxWqv0Hxs5tE0j2qVUl5I02hQdAgMWgq/d6VojzR5qhf/jq4osgK5zWVIXRAZVXX30la8U36AxUYHcxZeM8k55V1tIj7A4sGdMyN+Zfq2kvzSrPWrYy1Shoco2AUK0gXPi6pLMufVrlNSzqCliF3ybmbrbVWaMiXWIK0RpTj25iyeNN7I59gKkwv3f/5zpOAGDjX0e1UWQjRa3NGz7ycdlBZVZJyqIz9Mna1HUNusreq9GmcGd+IKXlTkS2cLBpu7tQhJlzKh544miumye7H6YbyB4/9g4KgO2/JIb0Nu16gS03sULI6S4bWrnk5UOa7pdocrvBQy0OgCbpggE72VD4oe8/3p3/iMEPLNGvfPkulCzTZVQ4vUsXj8+t2ScPiR+ugiNKjEzOeGxIvcd6jIz0RWgsylY58m/RaRk+99xhNlA+nL0gq3le6V2mdeFlC8TmswpV3j373It047wCeSpI90d178gDXGVJZkNdLEnL1c0s0gepIaCSVHlyxUKE99YblaQy2SxGabTOtK4r+aGcO7JdH2/vxE29KT/L1mzPX8rsdboRz68Vc6wkI9vS6NXzGXK27Zy/bH2bu6yH/BNSHwHuKMq/+utgtaKZ6XpZKtqxYggIP8I2osbh4+cZlOI174QbrigyGT7y6wvBWGN/q19z7Ylo+OanghJgIRaEdcvMW8H1s7BT/vw06zNKljQz6MJIa1OkRCBy4fFW1b/eRetTlCF309Al1B+ETYulplXgAS77i44dO06ltinOQA8F5aCBa23ti9K6vMAkduHanE/LzhVAblBxK2uvy1ERqVDZIl8PYEy+JyEglmhKlfy20o02D4XwgTQOcAytzfFNdkJa5wiHL3/p7u7ee2/HgmRQhCWJVibB05UgL9BwTj/ZTd+mm9rKy/K2r4xmHhVRmmZMMH7lffYBkkr9kDual7feyEcAZXzR83DooxOPAzEnOX/9hoNYumyy69k+bnaxTvs+Ak78pEvOHMh5A8v7859jEIzkWhn5MX2H9fWPPfwME+idQ8iORvfcgpIkzyjZmSwpPdLZ0xXuSbb55SLUWx6Fm3PG9U9n/HxCKFbg5A1XTd2K9HHExVr38E+e4FA0+mnhlSWD1CVPKubzKHKP13B+pMrW/usfPvzj7h0OT1MmVILui3oDAzY38CFxtVJGs1GQNsM9brZaVaUEVYR+GL1bNpH/4NXPd8LJZ/xRqipiAoJDv+SZzJk/pbnPqMzp88ttzhUn5ryu+dLiVCrFx+lIY3qEKM63+LMSnY694JsP4bxfRAAv00laPK/9d//T/2XJXtM1MsaAkjTvrw6Wf2Nfn4FblK1Atp+K197qPvObXGYE1YW5oJsizJeBb4ECFxsAOD8aWjkZSVWQ/YcD6JjAoWoQUtZDM7jiZGePDfFsmIsXsXfo6yqroodNHGmrNGwaORlbnCoz01HhZKQXf/vW3D1o86orKDhBEAWcIxdQDo6667774LdQWPYhER98pllKsgYyFHAFX/q1qFTK3/72N+lnZGWJ6wh7576MkKDxXLzx7qXgAxl/3muZYYvlHXpp+rnyhkQ4HpfRbAZrdtCNwY2qoeWKDeTUE/NKHnZC/254qMXuFz5lAY3YQanYgh0+ejQV/sYv38NxtSgCBpAUPGnK3Ui4Gpyz1b0nZ1a/fPxdVsOwVRzN0tNn3Az4fY6adZcbtwu72n3ruw+wOTDlx65FSqAV3crtRj9y1IGZHTuY8sQGH08//iI7tF/M7IO7OA/ods5Ed8AmU4qS+ugHvraybr5F67LwVsk1qLrPQcVCKh8tfrmolfghk/d/+fTzchM/P4Qq0VL8Dk6l7vBhWmM2AJ9UjuX9sHvs0Z/BL2SBXZGcteEAn4eC7WXqktPPVMvZ9ixWpMrPiw9Y5EZl6Ts427v1k//IFYpSGpqL9Qi9hunah7qFu6u7cmSZNzdf35vv1J1IFvw2nPVz0Y3TXAzbznt9XOchF8vb0Kn87PhHjHrPR51+WyZbXvs3dnAQN5+QEApzglb8GC8inrjGV7HaJM7Xri9kC7pdPCXtwAJf71hIPpsY/8hH0jXUYi9haQJSMAElMd7S2S3WQUi0pBRi/rQukxZwbZcaE6mkiF8Ec1dBN9w+1RdcQKph/+48SmGUuE2mAx1mqy4GStgMQW93n/bYBqe5pCKhUItO81MCnPPIwXaQOYjJaOiUuOKFtA3NvqTtu75SIV95yRs37vLK6TB7uTA6Uo3DNfMNRPYk5UtwlZGEDch2JPWKowqJnVv9aG3Ct/c+fL976uknuxefe7b7n/+P/6W7ess+jr69tdvNYINcsG+0fQBDirHTjL/KmvE7OBaXvlL44HGprqA5x45NH3zwIU3xg0xpej8DHLczrScbJsOSGmWnHBQl5nzuZhL5v/ubp7rTrNF2p/Yv3sdBZvS12s8qPvNMglzy03v79Uk/w807/FLry7zc8faVW4Npd2MUjPG5+uZkLEsyaSvi+ReOQiOj7lGe4vGD7VSo6popGbVv+lL3wgsvdi+8RFOb0tiBtb0Lq99BqQN0azj/dS+j3CrODMigJB3RzlJEeGurSFzV3C6YdEdBR/VHNj9y2PwQgnxUFQboqu4LMzVzaeImozO/kqXZ++TT0LSeDF3wlH/LziL4RM7y24abys9vkaI0E1ZYRZOnKBzFqH9PaBPJlttSCgVDrMQ1triMy6VfL7cZ1aNpkTA9AfNrCwii6ItBxuWLClwEy2YeiioWhEFLzvhVsElL9DifBW9hJXsEWpPZ2QeTE/qIZz6RgLfefitTZNy6TQvVeIKeZ3Kxwh+y8GhfePF/yNELpxggupV5hs2ASdMWzCA299645JDOd59NN/+Dv98EK0bgTLiP47sj2afeYvoQ23/Zo3eJ5vFrL73EFB6U9ICH9DA1PHzr7Xff7O76/Oe7Q9D1wP1f7P7o7s/TP/j97kePPd49/dxz7DR+lJMK2fKNqUbhK+na7RN+oxDffv4lNohw44ldTAGyj9kKTxcAiuDI4TcyMV7r9y3mEN7pMbkO4JFbuzcuo7yPH3uv+/mjL3aXzzlFZo3mOGvab3NOIV0D8J7sQLa/FAP5DKOT8bKUGrcCoH9ALeOKo39VWgP7iPFsbyg/8hNLkYK3PJ948unuLTYNdk/LSrPKVCXsUsTswxlDgA8ref3JI49hTbvHaHXVOJrvqYgOUrl3pBPKSxGSfQrPM9i9y4OmJJXtvMs/rlLClL4wvOtKZkkFPsRUUVBT/laHWd605mZ5TtThx7jXdsswwYf3OKTxZsTqWK+V9rVT2RIilWhLiARO5edTVpRmWaZbCPXc2DDPSwXOikForoqTJlgKqQmkOKadAmSGLEzvUQuAF07iG7WQc/d95GcQMRuVWqGCVsc0wkVfD4ufe+FCUShwCOEVmsTizeiaZJnPpN2npR8AUXLkL3SpBEg6fUESJ8VWCEreNBM/6bMFGxXm5Vc8W/zudNRr2bkMzZFcBduKZ19mylvJId5FLI8TTJU5wPQem2OFV7Vhk9hf82VCNsvrTwQZjUdZWw5Fp3C86sxXsiZ3qWRMfn79xcPdqy+9yrpujrNl5FtrTgWeD5v4sZAe//nPu5deeobD1V5mO7AT3Re/+g3O2WEJ3a03dl//nfu7+xi5Z783jpL9iL7Yj1jnfbw7wwogpwM5Xeo9zuQ+c+qDfLSuALdBU/X2mzlTmzxmazTyU/tunmEKkN0knIVDv+0Bps7sYyckOi+6R37yZNaPnz3NZHV2Vb/rrpu6QzfW3FFXrUBo8ms5pvsFHz8oln3rUwzP4m8YTWaedYHjN1+lQcYrzF/Z5xUlCU+u8PU6w2Yjjz/5FCdBWgLOv5Sx/IPG6Uzn4INNaT3tPvBsmx/9+NHuHBEcpbafUsXoyLdn/aggd2tdIhzOi8x8T8ohfZS8qyTth/SjE2sSOiyj9DMTXi0yeNBXvpR5yk8eQIbt6qhMcw6tvuFfcFIp0LxTfla6FZbkIGtGJLpyppx6iU0qvCdt7rotUimAa/2m4lwLiHQm8vMpK8oiYj6hWWVcJHEezlALsAg1LBfVRrqHd16svu29PVe5y2TDZnQUXI9bnDwapwauKA4kdoAnzMrgn31YETAIipDZLKSiaQFUU0xIic13ODiCF9+EcyfQhFPq+XiYnHH4la5MxBaGEXi/+JtIxToWzxtvnIji8Gxx+1E9T1xJvYi1pFJvLrTKMJwrbDzT+o47744VRtXp8wh6oqg6y4VjkhAa8mA2khehDNCDOY5kzeVx7536qPvFr16gKbyRtcSb7PZzC8fbFiX+QhtW3R4mkr9M89jDuc7xofnFy691x9/m3HD6ez/Hapvzbx3tvnzPXd19n7uzO8Syysts53aZ1TX33PO57v1Xj3VX2IGd3tE0o0W+wYdpjZ3Zb2XTjFNXz0ELS/QoL5vOdl14rvgmk7/fffs0/ZDnu+effZ2uAc4ywtK+7947mYZ1I2udGd33jG3yI51V4bn7bJ77EWX9c4VTLbz6D+We/c/1mRGwVeAZnGE6cYr7MmX52utvdC+w05F9kbng69CPTXPb/uhdfAj9AFLMfCQPd8888xzxUZAoRM+Ud/mpCtLD0/azWMC5kPxHGcbSBnU26oAslaAf1LSSgImyRGbTR0mZREkiDK3uzN17xZlWl7jgF7e4xhtfrBuLTjyrXQuDoMTt5bB59xGDVz/pQ7nKT19TXgNM//Bxb59EUf45m2K0dLfKcLMcxsw1J42J7a5fMVOG9EzhaR53OILfiHkqHJUWQiKG2cUTYMavKg72/jnvMpZLoKQbHPrxRQWLvobJ+ii+HndS6OMaPziAUl4iM1LAQ6b38FyeiDAC51cvS+NEbRhpmtfgTDq8S7NB+SGsAsEpHJe4+4R4Ap443C5TefQ/xQDGCTbX+Dx7NTptyG3bbIq6uYYj1WjvIBdtIiIE51j+6ETsO1wrDk2pvNAhlyWgUu7f8Uo4vEkpCQ+yPOeBd+6nOVLi9TfeZhKP5/F8mO3IrjJB+uRJmr2sZXe2p90IruneoHLdyJQdPxSHaCLezLSVKxdPE/9493//v3/T/fk/+cfdJith3JVSLexAxDf/7Hvdqy++3O1AmapFPHtHKpwBYAFaZnRQdje4VhxFcRbcl1FuTIKBH7Wr/FWmNXk86xl2RnJe4RdZQeQRFLuY4rTTYyBGedfi1sV65G4HiOnNLEpDpUF/eAZDtGp0KafAtvDyr1+A4GVGt1HeTzz1LP20NJ0zzYuY8EbFKK8usIRznaZyFL7543roxz/NJss+b9D3uId18Z5hY3+kq2x2Mwqu7DnVZ8MZEjw78T9y7jP47TrhMR/ddKOAupSmH2DCwB1+co/89e8Z3FMe+3yaU12b3lQ5J9w/4y5clf+F3yVLMpIVnJWQadTlx8PQQMBw/3R9UfVQvId/Am99VV0OiuHHuGXADF55WMzLVFwBsSi3pyhXIZhPtmV94PgQPBV/5kfGo2yMn2o9xPOhFeAY6zKUgP6rDsr5rJPh7TmB8lk4Eee/YlS/zUwQFHz+ES5+oM+lXusKaWhU6O2HMoEk01CXB7iTBr4tnxFSQU1TYfMvAiqMld0mUwJ5xsqgf84O/dto5ro8TeeRE3YBOJASUCqA1Fc00oSmw0eOMOjBwAWKRfzyqmevKAo+T/KgfKQlI40yS/5wKZcX2NnoNEcJuDP7GtNpdrBz+fE33mXa0CE2uz1elRhltMbIvicUHmCeZ6b2QKNbo7mlmfF++exL3b/3J/+AvRWxAmHaJs35r3/nj7unfvkcHbHQgPJzpH8nWkmSYgXJd4OgZTfN7IPk9W6b4jRnN+UXWsETHS8xm+DypXOcX3MbGyjfmZ1y9mCBRUkkg8lkcAVfrwjteaiPR5VUipHEys+w3hF9hkHf2dsAAj1XmbR/jk2Mf8IBbpeZMCqeYnBZpu2wL5eQKljOkzyNcv/Bjx6m3JlRgN9uZjI4Z9R19Dk2lvfsT0B3UJ2GqDJEKdLiaf2OsSLJp3fLW//IV/MD79hPmmZyp+xR9ktZ0mPJM7Atz6vvU3F7XKS16AY+LwYsvisI23Ctvs2Brog7CTsXsV5+exRlCqUKbaCzWZk9cxdZvPhuPNVT84+V0L8gP4PwFECfFmkUet+N3wtZLDyt0J5RCGbVHKdOMLkD4HzV8U8ZUOvA0Fcu79BRCFMtU70qoV7xAq0SwzIsBanwawNXsyoiwY/K4yTHy7okz+NYxazCzoYPNFsz6KXS4K8Emzt4T516N5O23ZBDOmbh0kVW+is9l1FIxTm5Zx9sLjK2jtWym2kpTo7/yOlSrEneYOT1TZr6nnB49fJHzFN8k01tmXfpNCia3Hs5ZMyBnSsMuFwmnSvk64lfvMiO65vdbffcgSI40P3OV7/VPfb4UygXNpVlCeVXv/o15kly0BfpZ/5q6UjwgAAlckk+r50jvfdRIjd2GzcdBLfTgzaxHg+wm9FdbJzsdmkoXFcP+ZcvRH4G3lQ/mLjMo9Yiz4CYX/mUAZiKPfxa8LO/erO0LaOUEzjW2IXoNXZCeunVw9DLgI2ljvUHGEB14JfpuV6bQif9dT5ox7on2YV8L9a3+PZhOdrP7Dk87vrjjvWxHpk3Zp9kNqwAp3IX5QhPvNscl/b0TypTwERp6od8qSR18lJ6Iw+Exc9bPeZ99lNxZu/1ZNxrujB+Hqr6Zht/i2+Nf1OW4mQ6K5TdfEqVv0W/qqRLvuHFsu+yz2eoKFsJRJQmCZoxQ9gFuPT9LfoBBmjDbHZ8HruIQg9QYlGhTWmqIBAr6CmG2h8SnCgbXaWIqYErNAphKV/pVSUJZNPGtdnWMoWx5k32kXJDSE1HRLjciT/kuRKq9AhskAq4wL5ntUdFZ8L1+1na57EJNuF2OsqJ4J/DutK6SBrQpOvfsAIvMNBznL66O6ks0FpEkKZ/ZiOpJA4qLr7+ehU9wpFnBhVUPns2DrH0kDOB6KPcyWqd91CEb77LMQwHb0KZn+huZKefq5iVVwnfj2L1PJaPmDfoBiHPPPl89zsPfKH7h//wj7u9h9g9/KnDfAWucDzFPo5xuIPR7Fe7/Ts4qEte0h8s90qp0c0g3ShFNhfrHnn2ZLfvS/d1G/vXmRpF05SBkJvZmm3ffixI0pZ2nYoaOwp+Fze0tCvPpRQt4cx5BXfFMCZ/4VFQDD8quPZhqXvhrFKCTqzhJ3/xNEsq3SFePhPegygXF+ln9diL9HUzaKXi/9EPH2J2wHvwtVoKbmSxj2a2/ZCutHHVjUttNyhbz0XPwIxKEv7YfWORZ5AxihFZIEw/07DPMooUOmyhNPoj9ORKGfRKvvMssWHy6D5kf+5hkN+RbzVpR0wah0HD3EdlFDY8TijAqXRWKbsBT3sQ3+LVwhbuU+lMNdE/Q0XZKKoCoDyW3DyRC3BpK1qU9bUcRw6qAk/xzoeV2MfPRBWEvio04ChLhNvKaJvUylS0lABVtPLPx1iUhSpwKh2FVCFUYTqg44RxhdV5fUlReCP528fX0lMk8xp8hTTpRWEXHel0Ny6FrWoWgRXOJutr7ER0C+dvt2a1TbTzKMv0waBAJacll/44cLjd236slr17WROdDxAcqUyWMsIaNqXxVYNUJA0Z1SzUqqTisj7cinuefjab2Fb6kyeZOrT/BnZMfx89wTERnHG9xlr6fTS577iRHdTffpsjKda6/+w//avu+KsnORL3VPfhJfrhbr2prNBL7L4BT/eT1Ss09c9jsXs4mv2UlpUrU47TN/uz19koY30/x8wy4g4tbp3nkRcpAvmagu0VLAVXa/e1YlCK5C7KMXA8wxdVqX7yy8qcCg2vnWxUI9cq1bAfCEuOFy/KClXFM2fpnL/YPfHEL9mgA+seSz/EEOLeo37QXHW018E48qLVepYlrH/7t98HnU1t5z6yMgrlaFeJfZH2SeqX3XzItx/EXWRQWWtn2CBmUYjKrLJr01wZUf58LyWp1el7XTwQqWQ2LRnj8K5/unugeTtuvs72MZTd8Kdh8L13pqsLjGUEx+H9+JpSTEZZSst4n7JbSmMF/rX/9n/8V0PqW0XqszuHZgpeuCiGOcjlTJdyQjQbIwNPVUX44WIf2/t8yg1+Ko1EHeIa06ovPaUCCm+P2xoQx3uPLMoohUElUnkQZCHmDq5UOJuXaWKqvDp2J6d/jL4pt2s7z04452menmdQ5SLAsT6kx2fx+Mw9lTR48SHMd2tsOvsDxWofBjsusxXbZXBuMtqbc2tYpufGEDbD72BjjW984w+IW1XdScvnsVxc+6xydxOJ9K2SR/vCTODmm29KnCs0j0NbWABvTF8CehdvXmVLnvlRETtQcZkPgSO6b7Or0HunWFtN36H7Rr7/1snurkMbKEa2+tq71n3t977MoV2MUjv5GwWwa+NA9+LLz3THzx/ojqME76SwbmKd8mVW3tyGdbj7Ch2V5FnFv4vdii6jGC2/cyjiF974sDtyBgqxVL/8wL3doZsPYmFRwVGoVsBBFlo5Qq9ykoPYyFNkJnlsOSRaHlV4PA+tF5TKDISn4klaHfHvlQ6DNU7tOc7shJMn36JIVQzGrPBNpirYH2lfsssyTd8BuddPnuieYxTcSfR+bDOqzai329a5K5NN7Xx8UWBpXqsE+fC0/kWb1qZi3mfdNk35VT6tV42OtE5Uhs1Z1/zP17951r3qzrzfUEXmvRfeSC/MNB0v6o28l9/+m6YO2an6GODy63+XfYRHLlvcHi4r4OZiXt/LIj5jTynpKb/tW5QTNE0lLFjPmrkYi7B5R7Dn/X0fs20ZU4NfDklZkLYhdVU18A1hotS8V2EBoqaI4z5Ks+oTcBG4HoSb6YpBUS2LTz98rKyECc8iM9AyqEFTVeXnlA9dK+/g6AWgUelXP4JGfMPrqjg2oxKXsGy4itVqBTOtM8ytfO31w+zBeE8qkk0142rpqQiDtMcXC4N0LtIUP0K/mPs52jzLNHrzbqbDjuI9VODlb6NSuqyAgIEHmwXrFIWGUnPJokdZ7Ob0wPOcK+6+kuv015088Q7nXt/CSDiWFFbUO2+dYCUJR99eZIefq3u7G8nL2pnz3V0ovQNXznV7SMqDsJjJ060D78Tsc+xF9CibRrx1galK5PuBB75EM/2gbc7wWd5IzUBnX46taC2v9twHJQ/6tZxWpnzzMr9jV1DNPzwJHzj755lnyCsTyFGSKjf0YMrKD6xb17kW27IKBizHhx95hGMd3mG02w/ZjvRFusrG5raj27tRkpaxZe7cSMvT5rYDOG1upH3YebYrBP8M6ADTmtuWkUpVeizzKrJRnpQ1wpSTRbfsA0emPBcjDkAlH/Iq3VyLcPMcnws1mcUr4DJvdA1JzcXe/stUvrcb+7dQUS6Q7td6JOUts6vKcOxfU0GsRhHXHnEViXhmV6+QgFCGmr/F1569R87EAj293sDPuCWglnYNrmjRuSQahYUSyvJH4/HZtsFmk6858VrZko6e0mV4nxGbZw7epGlDNnw3fuJh1bz2+utptjnVJBsmMI1ICdcStfmXuXRUsMIHAtI6cuQI7+7mXeeRO+IceTSYuPKtLOCiMmGhracPdA7yuKRu14aZZl08k+XXd7JShxyeYtL4OkrvQ7Zp2+vadK0/aODzwSYOHAeBgjzHQWMP3MjGDlc4V1vekkfLybQug+/w2bXuqeOcvMgWcDdhCd9z393dvoN8JGjSW2Hkkr/Ca/nk4j3N5+Eur8tlIAM447aBhR4FAFj1loNh8LYULLSkLPCEnpae5/w888yzTHsCkrIgFEdTHV5bdtnfk6a0mK6iEC/Qwvg33/8hE6IoQ6xLFZz9qjfQFeKZ8PuwKDdsXsOf7MCPgsvoP83vTAcCh/fIn0rRD1X4VXKn7FnG+gnDQ+jwg2Y+5pzhDa4PEGLKmjRYfkw66+TAvPY8g1RRLrplqEWIhfcRCst2JS0L0czLKtjwZwF+u6+/MUWpIFlu8mN2NXFsbO1LasT4ltlVZTj2j+DjUVaqIV5VAmO4YhY+LUIvBCVoCGSLlyZaCWQvcygUlVHkL2jqa44f1oEd7+sosKs0w1QB5koaCq8qswm7XRBAxNoUpi9t6NGv9TVFYGgCay1oNWrZuru1Z4u/885b3R133AV2K5MWyQZbunFKn7AobJcAilZn5TpFf6Kj6V/43D007bV9LQ/wAaN1pLCb8yWXvEqX+cZ6dtCBiu4a8bMoN/vprjDQ42YWO8+z9Rlnbl+4QPOarc/4cpD45e72vVe7W3d81DH+kv41yzQfABTPLg4ze4hm/VunrzIP8TSj5Dd3t7IN2959rPtmB/I46CTCrLiWiJR+PPsrxSoMFVzey4bxpRosH29VvolM/gzRucHw22+dYuURa69pRDhv0VaD3TB+kCxLrUkXB7SPzOtHD3ePP/WLbg3LW3mxTA5iPR7EitxHf/Ee8pMVNunftk8RLChDFWOsRzyaArRLKlYieJritLwG5dgUZBPMJpTtnXsUKjkyT+PL/E258HAcIP8UkAXu2dwuP+9wExhT2U4aY/RzzyaDU+a341SQDXSJ7h5B0x0NX8op+Wk+q++/QUVJxlrORvRVuS4EILDNtcwuQLTggVmDBw+pGkbI1RehQolHVdK6t8iDH1FKOBGyCJ4oQKKF4a0XVCt56FK5eAHru0KOMRXht1PfChblA0zlSOUkpWVnVrrgNa1Gm08qsBBHbPunVBRUIqHEY4G7JvrlV1/LPpc2iUWs9eJxE25BFlqogFIgbiu69Lxx7BgrP25gACYTcwipcIVNBeKllZn0SVMlGkUqnPmGVjdj2M1UIQdWLtGvqtuxzmRwrK8PzzpvksPK2OTidqY3MdDN0sSu28+qEwcpkn1TReGeOb/W/Ygt0T6iyX324pnuc1+8i6k/rK5xTiSWslxLFSRv8qoq7Xy1DT9CwfjHUjNfzZmq71UK5atfUTPwyHc31OV66aVXu1NsamxZhf9EFat5O8+Ajksw3UuzW2OrOD5iP/zxI91b7zgK7i5ATI9HgR6ie8JRbS1JlST6kXgoRq5aiqiynCnKKERS1BpXpiw+5aWmlPWtmFiZfd6SBX78lz/cvfiPi3z1z9e89R+Vii2GhkWemV7z8z7mI69xDb69X+e9Rxk5BNW1sI3Dh+fhoadI5n1Mt+PP+wnnopCRq9xkCPCT/hNIpnAvxdVDnENAz63hfYz42mm3aFbzseuTmaCdkIAGgii9Igsin02Tl/onXFrLT5qjILUCVGJeqhkUW5qWWJg6WssIL4mMJFgMTXVW3k3QCwdo0jBNLslLPyHPsT5smkUxG76DHWqOoUBq4MaBopp7hxI6cybWzhXWJFrxxNmsg7fZKfwiW6DdgiLT6sjgkjT2rqckcSTAeMYvFwLz6GDEHg7lchnmhQtYW06FIb8fMKl6HSX69ttvdjffcHPnyTW7/ILYi+tHA1ynaKL+7B2WYZ5jEIrBn7tZgriHs8L3sVuQAxuyq7lZ2s3nWvcqoxmUyLxmeZyF+USYeaS5fPHcZdawM9/THYdREIlFWH2cLmdZqefUXIHnriU/T//qv/53P2AKFR833l1lo5J0R3ZPrLSp7cmHmTmhbPCRqb5Gy5Er76Uw022i4oxMkQfKuT7cFZ4i8CdXn4N46qW///z1MItc6GOMbuZudo15PgLqYeZ9xvFmz4sw23+HxeUgZ1RVto9ASLNyTTfL71Z07/izf/If/vUiru0K4io6zOPi1WC3wl1ffa0yhRIMVlYiZvRSbo2vFUI+TncAAV1LP3nlxbSsCuOrqkEJVtFZNJSc9f69UiqMPdbgK5wQz8MsD+ZFXJn4S79TrUpBQZAXY6dpZcUzz8mueYcu0QRX3dNflsoILmEJt9L0IJUt/KzAnm396quvdl+87178S6m5d6VblZlflUBVOPNUFqIbBr/OEQx33XW3LVT8paN3wPAf+ryNy7By0fMGZFpWWpfOe5Q2UmJu5a7uxDtYYxv72Hz2AyxJBjPoq3ST4Msc2fjiu+e6l2hqH+UEwjuYkH4rm2jsdm0zzdSQm8STsqlDfl0lLwbWlX5Gw0dX66c2toquYPPSP8/iNzwldmvdmyfe7l55+TUUmVZhpQbyjHhfvMDeonz1PDY2ZcNI9hsnTnY/e/xxkmEgh4087Xt0+7wbD7kHpiPbrNVWOVJuu8DpEkRHsNPUTjdNfWQtm1nT2/KDMphpmbTWizhMV2f/a8qkf9evZK5kz+cKB5YoK69xnRAOeeN3dJlepcnDyDX/8X0UfJ2PLdWW1FSKSyjHSbfnBaAyDBY8B5lokbyb53m3o631DljP6DB1Hm7yzTjbdaWEqgCn41SBzNLmvZXoRARJvVb6yRNxp2AV/EUX+F6oSrCakCxDzippH5bImoukp0LD2wqnssB+426AFkRNIrb9qhVSgFW5DZdWnVlvvPCuf/oxoySlXo++LUZh2yfq3LzcSUpr8rUjr3c3sV+lJy9ayewjE9dZjj1VQTu1yAoZPNJKZT12lNMf6UPbvXs/MH1T3aT4q688L6Y9XET0LTQCRYbN427mUmphXl1jatMmAzV7DnYfsOnFBZql77B13EWWRB7af6h78uTp7q2Lu7v3GTH/0pfv6w7R1HaFiqc8YpMGr/hTaZOUP+2Sb7O3BAs8dngWjB/G9lz3xt8xuFOBdjD954XnX2L6E2eQ2/3Yu/RJ0tS+wKi2Hx7X3NsSuEJh/fzxJzkn/ThccYCLi66EgwzaOHDjvpH7uNKni4KrvmsnjZMWFuScYuyVnuUVuUGRloKc3S07PFME9uGF943I/t7KY8F74hUEfhlTnuPg9qEkfCjrcfhn9zxVjlsN0nw8Sqby3DAtU9D3jjeAz+4+pc1nguo3pDkLRmdGxv7xXPpRoYyd+qi56FleAtLDeRMmimgEa5zFjuN1RoOX5KfRBBI3i7W/LhFFCrk2sx2lpj5FYTiHUWXpShG7IlU4noejZcC+avxfwjIpq08akiCwnkNTDmVAn6jNdS2p4CJdLTUTWXdOHvjsK1tnms5lKxjp2Q1wGdxPsUTuNo6O+OrXvpoKZaX0MKqP2N5rD1adu7k7BUV6VIQ2H1958XXCTnZ/9Ed/xBxJ+zdRBmFcT1J/M0uLriqoU32cTH2AARia0ruYUM4OROJ3tdCHb7+H347uxJEPWN7IOdQH93T3fd6mNs3UKFcJIc8wNxPkU5HJrzT446Ba8xsIAHYkDI20tkFutOQAWw/j8nZmAp+bDHw99eQvA2CRQkD4ZtKe+qgcuzfkFZaPWh7urvSDH/yQ/LImm/5CtF82sNjniZUMcOWsbeBV+/LecnFUm29SKUge6ttXlmNtZqGMJOmiI89lHSoAsWB7RWktmdWjgG/vJ/xbBBXb9lyTTqG3H2se9xjHOER8yspn4z4etb82i1JB040LdfYsV3rO9MJZPloMCmqizv30cgLCijmA8DA89zGEbSkkFWEaUoF952Y9895cPSdG88o9afeAuaVGERchTnUDIH/eCTMtscRyAMbmt36tj3GTUelYT2IPEUATT/jgt2yr1kZRamEUpXXvSSGMdGYZTAV0Vc1p+iedEnTvPfcWeiI4gnyWY1Czs7YV2LSJ35wb4L726mvdrbd4gJe7kstDw72SyHBLyCiuMNIYpYDidT/FbF7BAWoSuO/g/u4Y8yoPYj3eesedTP851O2iqb1jNyPJ+SgU6upuKFz1oW1pc2/5bATLn54svVqwytBnr7DQwN4Zpt1WfGOnJOZFus0ZPuYAKLhCeXgukcfG+nna4ZJD88ogzan3PBHxUbZK48A38mV5OuH/hhuwIjNgww7kriACPod9oSBVkq1f0sG2GuUGprcsuYVvWZJIPFcllYKFJvD7HIccNTfIcvPo76v8ly3IkqOF6LyOGLoQGJ7Khh4q/F2AudbrKuzJ2USgVeN63bKB1iMJMp4ncS4nvlJRTsZfoHI7MC1Kgx0X3uy5sbmg8juqeKPHhi6CHP8eccMvwPg57wseeVUIB2x9HDyW/JaERYhGbzE0b+LjakdGqHqCS+WJtZa84hHlh/KoMAmo87xbf5NUlUAEIinVez4ZwSOuWKTA8piKLkKVdOvbUlGludr7OwXoVZY/ejqizUaVeiY1o0idRmRlTm4qS0lHXMeOHsWSOt/dzG7lM1agMoq88MLHWVmap5mTPqcP7aAv0uZ0pjSxZfodHPfw+fvuYS4nJya6DJHmurBjbZZ8BpUB4fIMsaB6D64nfHivh7HvHLjBILCcXHX0/K+eo0/yJAahZYO24rcqGRsqs4lwyg0lxwNhG91zL7zcvUz/pRa9vHbZpquKPD5Xi323VqSj2Sg6lWcGaog7U4jIB2VQ8qAhWjJSA3P6M7BjGUKHfGjN7YHPo8wPfuZp5Kb9w2SgzEfj6RJneixj7o0Q9zEhzf/BjZ8Hzy0eVmEPnonAmcxtgXQhyDKc50Ojsv84LH49E3858bX/5n/4P+d8bU6NETfixn4LtCy9NlKWAhY8EI3Bp+Y6+moGdBjmNrFwdQh9HoefWGrD2+whfYGz1zxN0W4+F5uO2StyjhuIEoweO8aE+1f9URj083kVv6vSCdDiufLbcEebba7Zn5VnRlFd0eLZKFc4eOsCcwzdrfwca4ZN0uVa4oiyAx+p4Ik12kuRMAnHOnUnIZ2WatJljqNrpi/RzN2k6Wyz/ArLIJ3v59K6g1h0X/+jr1OJqYSEORhwnmMH9lLBa/oR/vS1WZFt/loO8vDbD36T5iX9cvhv0veoa4MlUzwOQCojtEon6bvM0qlMTkdSsVRTU0jyzSqn8BH88w6ZgIzBDXKxDNdsQeXWKOvwvlyTqwELefLDst49zVpt50muwdzKhx8ZbPyeXjfXrQ8TOFGkP/rRT8JrrUEVmVu6uVTxILvMmy9H9MVTm+z6QaL7AWHzI6FibJcw6MMoQfUeqjEWphRKm+Hm0Ls8j2v3eht+AxslPnjlITvzDF6lHISdq2cJX+ZPk70WvXGyvXs3VmRk7MmzsjN2q+IKMxUWOR4juI7n6bjh5DaxLFM0WJQNQ9D1BRS/Pr/F3Aa19X2eRathe5urkkEwYO8IWDEPNRGUUUAeLesxdAuPDLSX/j5Fe/sApEL1uFbhHKOLYkhtNnW/VhWqSCvceiS9/m5FikscFFle8CVhd8opHNUnpVXn9v6XmapjtEwjQhTFV1ioWKbjW482j4SrOMVVznS0Shzc6WkyLYJtyjkY8drrr3Wfv/sLQaNV5VnQl51ziYI1FaQfVLNUfT3O2eL63cBuPZUSlMhA/6Fh2ukPHOFaSTY9tbbsu9PvKtYlv4DUVbs5NVmouH11HKE3waJg5CnDYumOxl+KPgmccJf4KD3z5DOZtG8+1u23owxVLp4PrqLcjeJzsMuJ5Rf52P3t938AOZSCvOWj4Tptj411xx+7GCy/NJtRls6NlP0uaTXvKUesdBWsFqIs865OcV6ryiUwqQskKwx0exfYj2SeJ/JS8YRecCUYvad8VZ64J6/ysPFxIu4QVtEbZI8st8SaCFiks4FIQXsWgfHH7/p9Ns6UpvI4ldoyRUuDOcp9oz7PU3g+Jb8pzT9j8Mdn4SLd22WP2RrHtS76Pq6T4/DG94hzEuGn8dg7l53ydeIieBBQLWGGXRh0UblxBgx9XbtYlneJkkh9oCIxRh3r8hIV1el7GnVOHzKd+tapXHgygESKZzUZ3BUzzvlLCJbXFQak7CdzJ53gYVMNbZerV3exq/bD9Fve033p3nvw0xsitHJpim9kgrcVWtEuJ71Hjx7JTtxf+/rXwpthsKQBTdzDGv15cA5nOXOiBTzLUzGfvj6Jh0cZxKqcDNa//E9wuFGY2u+4EhafYFGfeMuFediJkvC88Dc5owebMspUjtoL6U48Z1zRhDJzIArjNwrs9TeOdYdfPwovtS5tQq9lp5/9jNBrUe5WAaIVtdId1NF61Fq1bOYsSJUh6cTPXIIryhJYGZQP25ChfEKKAwMTW+D13Cv37ogER6pMY5UXJ1dhiniNAhsPR15zj43XelZuTG3e+W5WTLld8xDX9zalQ7bG0PLc7tfKVWFbVpT4JyOfqGC2JnV7oY2d24OegpIVLS9jZTcFq19jnc8t3pznAoxwQkac/eLz1nD4IY/iw9fwKFPKJMeqUims8JluQphdEJtU3t2sm16nZlpZ7Py/gAVznvl6l2haryOFm2gQqlXSzK5BNufwN00tF60i90a0QkSArKxYMqZzBQWJDUczn/XIDNTwGMvmyNHj7IBzonvw2w9GT+60zw0l4OmPO8HvkjytnbE7/eGHHOL1k+6bD347k6kdgDGvpeDGkNt5blZ2Dyvje2e+zEtmF6BQLMPyKwCVkOBzZUteZ/29PSLx9HD2IT/3q+ezQ7xNXZ28yoRx8L3P0k6nR7l7OotE83H52c9+xvENl7AoPS98Z+Z3OjjlZhZ7nSZEeaog0w/pM5ZkU5Di14rWWa7Z+Udm+U5moiTxj5WnXx9muPmQOxnU4jl5HYUL05yKedqNGNoDFMfl5KfvVJbmS+xTKSj3rbx81rX3evt1/I4pUzJW8W5Gy1LT26CyUGZAq/zmIWZvy0UzCxs/jeFamu1ecEIgIGPAHoF+E974lSKpUIVLqL7k+rjeTGcc30LLFJyCFmAIH8MVisboCgkk8M03MLwYSv3pHVBUdj2lUaVWfyVQVCGsEJNVUXonGhXYzv1MUu8Vrs3AGe3apmDRSvHiT2xaKVaGsmBVBj7zC+6dxieWc/jsu8xAE+GHjxxmYvRN9LGxoQPAroYRn9Zl62+SLpVKyggFfOzoG0znqRMCsyTSPJuJBSdVK91EoLzQpTyguUAqd760ChYYflpF8x7l0nD2BeKrCugyyu6Zp3+Vj040p2104/SK8hJ9xB7FoNJx8jrdlt2//dvv92ZRdRsc5DTE/cyNvJGD3zJgg2LcYIpTLEkUonxzECdKM01uPm3g85JvmT7GvforKQni59mmcMq9EW/GzLOw/pYL7/vn8W2V/5hZfmaDsyEbIxhSGHnCl7GbjCZAD1Z1iCTwWkVPwhrSHuFKvA3uU7nPpbyAcZGC+XwLvGRR6qkFMnaxFBZwjYV1DJtnCng7bmyqN257hnRzjdnzHdJ9KGk0y2H8Fc7WYSMcPqbvqSFtd+JX+n5RvObhZIH1SAtkhC5wTXGAgXeE2A48sjyXa2VSaOI7F5DXVEj7qmzSrNPczgP+5lkrjrEeN/IRI5Mb+d3B9BJ3qcGKucigzBm2UKOzjBhC+OeEbi3Wwi2dKirvUVz6q2BT4ehTk2ek26vK5P8i/ZUmqn775a+eiRJ48MFvMQgEzfQb7OWMnLNnODqWLdKgOkrYOw3NKPRjh4+yL+Px7mt/8NXMHyxrRToAX3DSNXMCcDXPNAXlJ3MZw3keCYuVLKSgPc5VlitjYoHrwQLvLnh+TN5j3fWxI8fgtSUB71KuDsTZzXE5Cn+dw8h0lymg148e4zrKRsVMBwLG9ez79+5n1oD7be5FGTrVB+sRHqHreGfARrwqNYiNYkwGpIkPHn7mwY+YZeSgY8pFxuNva0E3rhNNrg1pdSFAEz/DmNVEmBzQ1a/y3Dg0A56sY7PgPFk6aaks+I/RrSqbcZShyPuHSZzjCP3zduEmouKFZE4ySa40ilrMZf5MKsoG/nfzXuIwpn2RQQqdTJ8JX8UZC6nxr1noqXQtJcVoXqBld7G8/7Wm6Ee5uJGrlamc9NisQ2GlNqGIKNTzKMkdG1qVLHeDGK2/C6yqsSKrHoX1IyDdRjOfsRJFSu31g+cWboqBo79UacKLBgAYjS0B2bQj7qpL8jpOMjzdff/73+/++DvfzbQWR9sdDb/ESppzjKJnRQpk16a49LViha0xsf0JDtT6gz/8Q+ZIMnIuMaZzTQZW7me/jR8zn+t9UpmaK3msvrVuPP/c89l2jvUy4VO6K8wyFvVFaHewxUie5HiZZYkP//gnnhMJ/Q6GMQfSVTYoSS3Jvf2ATdbww2P7I2sLuV45Aq+CK4UpTsvJcu2fKYWZQlVhEoBrxRLexad+2kd55DXxuIpvq/wnUPy915YcmGx6T8awwPsAhXErt1jYq2Cn0ChEzc3wKPXzbhaGfy9s8xCzN7+hzYV285KKYYgPhPbXLPXySsXDc3ynLsQ12Gqy+zZLx9j6FMzYX88KmZHN++BnhatwLT+tTvWxSlCQrOrwXX/eYx0IriNT5edz8/SR57wLbUXWquHJO9U2zUGVdN9EFMlh9rnU3XIz5+BAvvMLdzHf8b1TpzIFRiWcSt4no9J/iyMf3JfyZuJUmuFuuCIHZhTNcyoJRbPlafpnlB8BFnG18jF/gtrF4Ej1c798Jk1tdTZqSUYG/yVmFtjPu0Ffo1LgbIDTWM4Ps+uP09HMn2Gu0XZepMc07Oc5I9gkUDv+OILtII5NahUmaago5SOWZhQmqWXTi57n+vNYvJdQLmnX5YM3ytms3Cp8+deIoX4pqFD2iAk117lIL3gXY/R8WfT+uO+TaXxcZJ9pvBmPtkpmWxalBWmZlohthe7XFzZnhm+zkM1HGTrkxAxF2diALmtQhbHo2pe++VvhSqCbj3cVjjioAb2zuZ1Km/dFvFYm+OmQdqJkliQkYf1Rea2kaY5TqQq31icVkh122O82FY8FdRw9QWWnYvpnhXF0vQ4kgxbyZqWMQgVfHfdAmmnimnZZtBFothHLUkvmaWJgBZeW6tEjx5kSdKL70z/501Ruy/9mdi0/e/ZsKWy3FUtXgfysT9w7KMt32QXoD//w61E0oa/na5SrSHDeSq4ab2BET1sAFn8aWO8/1qvi0eknO21ev8MenSfeeIOloOxgFP4YjiUOzAWUuZPfbTbbBJfGV157jbN8jtIFYheFyxB3ZPdxJ5K7E7mWpFRnEws5Ts2pCeW9YjT/4NFZtlGeocYWgXTlJ/wSxjJTkTo/cqBf/7EMjp+NNOfMabkWv717H/OnpLv4nbAx4K/5ea7e9mlP+f2aybpmctu2KOcK8Bpotwu7IPvBWtVtPoEt5QXQa6U3iBQJKlSma5ykH7/4ILgV1lLXd1EIA9nD+dyc3/V5V/gLJrEIbvdKvwhoz4QlsZ4u8fXKh1uqXA7zSiSVoIMGsTlRrsKaeosLfGNa/Iuy8KmHCzzPsS7BXjwkPvFq/iU5gh43Bn79tcMoPc6ZZkK1itwJ1A5WOHk8NKmISULyfZKcN1GwuxkY2sfgR+gi0A9Sq8Byy2vOBYE0zPkOL0VjvY5BEo1E5YZK8vDLr3UfnTrNHsH4hYfgxD+7vvuByKi09EIrGu/7Dz3SvfvBWZRWLTF0U4tD5PXAQXYhZyck50cqQx7Za/eIk+6jJL1bDl6kE0uytyYzmKMfl/2ZmUeZsOK1ilMlWWUyy81cHlcxIiyYxSFHffkPrEp5NM/GZ2OIf5zGEMNC+/+lm/Fxq+zvHGvzGQMH1TLErUOs6nWohEPo/MMYZwuZ4W4+0/dx3FmcZXrGsam7c07LbOyu9JaKSri6zSqCFUxXfsRxlUp55TfDJq1m9/5ak1ZG4caw8ykKLK4mlKTXC735G6O0cjmqbZ+kVqiNVa0e4W3SG54RcgZ73DxjA0snTXMGINz30UGbHWxXdoFpRDVH08hFTXBp6fra8yi4yEMNL1WYCjGj6fry6CbDWl87ma506VI1M198+QVGxl/rvvvd72CNOtDDbkRMHfqIFT0qQ7xQVCqLam57XvYrr7zSnWQPyq9xZrcuah38uv42z8QKom9xCG0+5E0FPOO42Yl8AGq5etjXVc4Nf/HlFznxkX5T8uQ69xZDmtuzeTWJ8+yT+dBPf0he2NkH63IPXQseqeEE8n1sGLKLARoH6qLkwhunAdXHyVkDUkkJ93SAPWRTZumTtPwwt1uqhJU8B6gsSUJDVU/YYr2q/C5L1qxegACHBJGMcIU7nqOfhkGe+RUb83EEtvS4XbiliJ+Cx1Tai/lelcxU3FWw2/Wf249yVpBTDB/ErC/w7SYxg5vPqCK27Kb8hJqPuxxv7BMcvWKKf6+ZZjhQVuPwAoKeWR4bviUwAqqKNIi6L8etnMzy4xNX6tN8OkWLFa7y6TvVPE25WHxIesKMz7/WiJVXZDb3rGCGh3zxU4l1yXYCfNFfoHI+iduI+leaAvlsv6W5VDnFK5E8gfG1V9lF/fbbY11Jg0dBXGZE3tHzYTAKaPlhfJdoerb4XXfegUJnl/IgLBo+6a95kE6XRp47fbZ75fkXq0shKtluDIgnb+7wri7RApdH7pb+wosvds889yLzQBnNxzLcjZW8l1U4h7AiPTLWCffmz/5FrWa7ZTaAyemI8FfFan6zykalCTH5qKU8LB/9yj9KVQBdf5ff7UNdAQb1MM2Dcp5y24VbjCt2L1jwmbtVympMu/J5PfSM4356GVjk+TTmiT7K7UWcRnc9vlYlK9O8S//fqCQXw+ehV7yNa/cKkCqilYGDEI/Tj+EFba2Pste/QaKfrqzTep79jrD4OMpfg2neTRioY6km9nRSXQNmv6LriK/UnJdUfHRXd8mKSwXdgZXpKO6lmKRwVwVIWoTGOrXZbMVu/ZZBqikYC6gnysrKuTZXXTFEU1R3hb5U++Y2Scxt3J588inmER7qvv71ryfczXq9zrN5xh73XTTd1PHKt4rsp4882v3u7/4efZw3XYv1wTn/M8EwJYdyNn9vvHakO8NBZg7gZFMSIsc2J9zNip3rqbISi2f6PMSotudxX+XZ0fvd+za6fTSrD2JJOoF8g7yKPkpQ/sMzLVRx+H3yAzAoxShE36uMLL/hUhhSFvO58a3Jy3JI8WzZf8rnemDlyd+7j8uBqgkx20Gx9EX7uGin49nEa4pACIVlrFgs9lSJUfk3ZbTqC9VSangafuOtFkZr8SiRhqS/qxAbbU05Nj+jtdjRBWIK0dBuvB5Ho2cB9VCJFv1FuubgTq9FMxgEvhQQ+FNpUXQus2ubNzjFKOA0yx21tQLb2ltnDuRF9rrMkjU0lrzLJfHSaBPfj8nI2dwuK0gQRn2t9+B38IeeO1ay0FxlAEn+urP3hx+c6X7IPozf/ePv9JPU60zuC/RbamltsBcjWig4TUrL74UXXuhuoO/v97/2+6FzlPzWj43BPZSvKkSb288/9wIzm6ARpWehOT1KpqicM3KdDS2gmT/PXf8hG1qs8xHYQLFfhW/7mSe6i77UG9g/ci/9keo7m865g1I2aDWvwYtacUPisnGkEGP19++SaBeIHwq+F5kfGVhe5PiwuYWAk45I23JN+q4N3GRS+dQtsDN+i/IQz8/gx3Ra+vJDp8G0Hfdro3Hi47bM7aY0t0P5J4ZZTv4To/wNIFAAmxC25FcraSHMN5e87i8rk5ZYVbrWdGuSnboZpZMBi75SauG4CYPz/KzQexmE2KuSoom5h/7DTCVCdaM+gsA0Fl1rjmcAh9qd5ibxpcOrmtM2QcG3wQyCSlkAACrqSURBVK7nO9zZm40i6Mtz8OPRRx9nCeRbyYf496BsbJ56HIUK1d2KtGB1boR89vQ5rMtHujMfnslA0ZgeebaKb6X+il8OzFw4e5Gt0V7oNumXtKJpGXrZ3+uGFlaqWIDhNef1vHW6e/ihxxmIYvd0j6qAdo9muOHADSjv/ayy8WgK8gu3vJfFyJ28hGuNddzzQerLQPobX723q8pRProoAPaMMzr5rEwsuFYX230heHhNeCNw8F16UEE1JbUU+Bv0+G2kaZEda//1f/+vlsqwVZ5F4OX39q2ahVhcTXBmvj4tC8I0nBV75rayzGZQC08KhJ/z3rXBnbnO8n6Ap8F4n9GjYunzNiGkM7iKXSnJxhkrLXwbe2VHFJy/gcXSWnRaLHGx9rCGrPjAZaCFACu+FpTbtmk1+e6UHq1KF+vwmrXIWlLucnNJq5Ln8+yQ40Bc+xq7zZvPucDrXENdw5lNNUyrj5NBErdtIxGb3qGBZ3dPd1u4TSeq874HZf0Pvsc0IvKs1SucfYM1UqzSJYS8WS6hHag72bT3/gceqPeReMy2Rgtpg/KU78rDO2+82Z16892Ye75rYWeiPeEZiXdUHgWnVrjM1KenmEv5HqPaKj+V1h6sXZcfbjA/cj97Re5kEIctM/noODhGmZkO1qb9kH68dnEGjvxoa7YTDi7v7RkO9sq1pMFR7+aEgcSRfLWQUabxmpNPQRZlr5fJtuVbw7LVvX2khJGGVW6qnk3BNzlaheea/k3OR4CLRsYo6JqPU/TI72Wn37L/mD/LcWY+1fSevf9WPk0xQ0KnGbI6CyqTxqtFnMEFwPXiXJ1aqc3FohmRsFXUVNCrtH+Fb00Tm9+2LFUCbcmZ+B2d990zol0brkJyo9xdrOnTUnSgJduGmb/g44cHlbkDP8atgYdegQqH9GqdaarKt8Ch+jdZArkOXamsWJybdBeoNF0T/q//5t903/ven/Trpen7Qxm5M/jFs+ez0YT5iGJDkHcysHOS3Xvee+999rn8dtJbVWGMcxXFK+2vv/J6d5H+Rem1q1bu6PKBgA4tWpWbK2yuovh+8MOH0DdFrzswef74BidFenDZBk1uZ1kKrxLUAoXFsaTThaGuhVbDtWKbbHgv/5myBDIfAS3JeeenYzvO3OmGEqrXJb8GNwr++8drcECefTK+7fizf/8/+uvFVJpALPovvy+LQEia0+j6LApPYZpOpypzS8vKY4VedNNxF6HG7yAZ07WAVHwz2k0wb2MEw/OqtI3RXIsd+pundytc3htE3VUi8Q9dDaLnG7Sp/IQwC+NLVNTjojZhVmziod3ShATYim5TU2VitW0crjwTltjFZI2YRnMs8QSbfl3pvEsMBjeYj+g8S/F7BKvN1KPHjsVCdLBHQqXBM2bOMqjixsgqXQgwJwnTKj5y+Eh3CPhsSEGcYXJ8T5mK8vyZ893Lz73EQmx3UkJZo5DysQNhRrWJt5vuBpDG6n7z7fe7hx99jA5GtkVDUa57IiIW5J69TP9hZNt5oQ5QOenc/k37IXfCIz800myY8y2Lh6UQqxvCQR3wARP+SW8uk7ZsZZhZ9w4zubcPQPkluP8p2OaTcAtgkM0Wjl+YBiNGCrvF2/Iuv3vX6Gjv7S5/p9wq+CnYbftNpdWyuW0kWwMu81n+rXBT9EyAfoYW5RbEWehcqTRzRCl8EYnBVx5qOHj/lPk5pOGDlU4Gl6XZUlXOP16qCtmsDIoXYlqJjQpa/MBa9KjXRC5olWRi4t/WKYs9my1g9Wj5hUy2UGtKZo1Knma2CoWKl2ZvtzvnUKvczGflObmnaSlGVShpZsVQWX+hibDMv7QkAFQxclBhaNzNYAnGJJFRIMYm+mHO53njxAnWiz+IRYqyIXgPSwA9UmEH8Z2wbv9lFHGU51r3S5rHd959e3f/V+6XoLg0RYF378gPORHRUXi7KGhQE870dRS/faAbWJHoThu/sa6fevrp7p23P6BJXQd+qfRcp+3RsRt7OWs71qNla5NbpaeFaz8sz2JB4aXZ3beeKwdmRRPTeMVv86oBmbu5TyEU7fUMn/ibd6N6EaVo2XqB23dd8++b2gOKFl5Qw6+xF90olaHJneY/gOrhVcpxEc/Hfa96tBwbln3mbqjDg6ZfLIPrJ+EzVJQ9MSFWiZoqzkWChZlmpVkdZ1eFsAjZYMZCMp/CjIaRTM+DDG8NyzjVIXCbD1I4ozL08Vo7ac9oWUJGhTBUCqxwrU9KJZZJ6eBQgdkYTZOQJze2uIpCoDuRSm5KNs+vsqEs79SQdQZ63NdxfSc739gUp5maprWpaAlFI1ZfmnZR+kdDInHybtqMHpsdFIv9eZtu14MEbaztZucjOwCEZPkfAxjOrXz44Z90v/8HX+tuvPEQSshVL+zEg0Y7x8YeHplgGk1BrPMReJO+x3fpe/zOdx8kibLsXnj22TSxa4oUdPmxMG/EdV7nHpYXonO5UHBMxv/RD3/YXSTfdT5Ph5XJRsgM2uxj1589KHWyCn9sYmstgtURbvKjP3oy/DTt4jvkSSFw8tL+1fIvmahn/PwjztilrMce13wunPKwFOeqCIY32FUw0/4qyHkqC06/j4dxOp3fPl95potA1+N1/s6tzBnigm88GDL4b+MhDI9ybKz3TlGkIo4RKFztHRgVKQpi8UsULD2cBd2cj6PXeAumwCaMly2/mlNf53ECfUJtMKV/bb7zr76FxiqQcR7cTsu9DaUWNRSw4UM3wqLFNvgDLynt3RzVVnEoQ8OCDX5RcaNrqMh0+cXayuocFKMNdQEdFNp06oxKkqapCm2NOYPiv4QyU8FInjTqlxzkWXqkGSuNcGlxVDmYQ5iKw3ATRrETZzej5ZcuAO8u6iBaZyDlWTbJPcD8xG9+8xskQgLE8Kycjz76MCt6VFRgJm1SAodn1zzy4x93t7mxhgqPvIU30N/4egUr0j7IDZStfaBq6w8/Ots98dQTwEAo2bUJvRfF6CTyfU4gp/kf5YiSFGeO6EU7Om0p/ZI+Q/QaHxlzGSUIrtQDWTkoyQozHwVTYRCRd+9Wx8ADI5z5K+fzyA3GQ6vIhvWwU/KZqDM+NEwLWOMtDboUVT2GkvJ0sK48G3WLir6PMndr/G/3ucBtvjR65tJb0g0iG/OkkE+la0titWuZbECtHIjRP6bVMkKAiBM2gjOM19UWpbBTJWDEa7iFZIBe9hEFotZjmg7vA7d9C8kNJbHyvu3YnxRwlPASKsMQcH7raQlgxIvlMOOGVyiS4KEgtTK1O92/UmVp2arYTKDAON0RDXAFP/9UeB7gtZf384CtozjiPCpXZdlkKSkQjuJwHuJgafLsWm3nGJpYDfQQD7h1muoqU+F3at5JJh4qLa00N9F46KEfd3+CpVhbmlVT+DIj89l5XQUu/WQkFYgMeNjZPprLqRzgaZWkVgC5SoY4oXWte/XlV7vXjhxDyaFUsap30R95aO8B1ppzTjij2g7gZFUOhGkdZms0Py7A7yQtHskXSpJneVf3UoSt2Z3mOHktOlTq44pshnXtvtVzALf4MVdbORm1VXiFNYU0CTmK3x7HlE/G+W3wbMReJy1V8+YjTeW3oW/3FkPY1YpSKGNMYexFVJBPza38gs5SmCp8dcPYrSR5DPQJn1ulHaMJm6xlS25cobQ2fB9pJd7iQ9SxBWyDd6a9qKCtdti2HjlTjOXnA5/DGlDg2ZKN4hG7a8nBT78l20oy35KpRPRT7mCN88UrjIozSfziJY9DAFToMLVUhBbsus3OKEkVBcpZP9BeJS5mI8oSBRXFCAL2z1y7QlP1ovM5UYTucMQJkDb1f/bYU91XHvhSd9utrM4Bo32V8lLrcv/+g/HTP5ZdFLK0ky2sxkwgR6FrGcpmlfAlJ5CjgD3+Yg1cbeuzvUweP8RGwztRlITwJ1ZoRjFmy7M0vUkfK9HAKEmYbxNcjyhFFWdvRUpDU54+f/qOdBVuk/8MXasrfTGvTClWFaGLct7e230lgrkAM7V1ivP4el5cI85cEtt4kQJZPK5j24gWEOOtVJS1wqEXkAhQQ9squUnLhGu5Br8IV5WgfH1eBbcYb/Ye9vckNCGYhRZjqojqt1FbzNJ6GdMABZo123BW1IargVvYrcDLKmr5GUO29ObZrqW26Brkor/vwZ+AgqoeTaw8MuY0GjWJWcvAB4yJUksz1iCax5iPqr5sHsz7DgY51tc8gfFKzufJYWjgH3c71KoheIaSKeuv5yzZa3wz/2scWrZGP+IuCPDI3DX6L+3LXNP0JdUXWI99/ODe7pt/9A3wOHCCdUnT/CLLH52iEzW5kHlTctAmm28QRzovXLjS/YSJ6+53dpUMGnffXqxHliDu5u76bBVdG6HeydrtKE0szhrZrkJMWcK3VYqw8dp7m6sZ1i/8WILjkl4Inn4dGQdWRuefjt0qmR7D+DwFt4AqUeaxz2MZyhA6WjW47vw0lKN8lReYxk2WBje+L8UZB368Z3mqm8p3C2sfhYIsRdq6JYQxXP7O19gGzb0JiF7pyF7SDj0Vozif7LHVjmWlMYXXTMiASSGZivAp+kUpLuKDHtTBzLcV/ByBho9gAj2d3yrAaLtANeFt0cdfxqbwozBVZEYmwswKRRWjNPzebTI5HNUS3mEM0seHknBHIo4e24EyWkepab3RKgYG5SC5ksHtSvKEby9JyogwiobaWKvV42fV0pnLqbbGmvSQLq1OJ6y7I9GZc5e6H7He+sFvfwurUrqwPmkiOxLuOeTS40DNJt0CHoS2E2txz74D9KlCFx+Vl189wmmQx8GpdYlliBLcS7/nPkbW9zo3EiWJ8YxC1CqUNBQpaag4eZyF9TItjnaVdTl7b/4phOv8sYyU0VYpV0eXgV7TstDiXRtPg/xk9yGdpjF6dM0QaEp1ZSqDsAphvsKFOXCKYXDBN8RZzYvF/sQBwRYP2+P/FggIkh8rFeU4amMQ4lPe/S0vUjLnxoEG+A7QnHf5LUWdB1p4m0skL3Mo9VnyWI6jz5Au1knV8oo4p9Omo5avtW9RqOFmE7DVZFRIS181U8777E0/ISu0ngpCT9Ievs4tpYan3q3cUphtvgQXn4pPYURhXCHc5rP9lw7+qCxptyZHyQMRnEKUjYChInfgBjlAA9SUJCVCuivMcFQUOHtrHa2EXo4SusLAjnRZKbQk7Vx95JGfdl/68n3dFz73hfpq26GJQr3ECZCb9Fu6ymb//gPAquDtGljrfvLTx7vzavGMXtHSR0ke4PiJ/Wz1ljNsSNMKVU1slCN0x6rsm9sExYqVKypOXborCJjvd0zQtn4a9xeBodJkVrhxgBjG7yui4L19yNU4pkKm8rDkB4mlz7ZHa6XTsMzH8QM77VbnsGGajrfsOwm/Ktk++mQcwralKBsJVVFIKRUOlK1WNYDhvpgcQqmEDs7wWcUbvKt6D6/zcQbvPAzWW0Pb7oQup15xW0U3vIF7H1TUYsSKtvSbuFGW80ElRKYvRKoJrKqUWqVMzhtgbxa2AZMeNEip32DgJzSBA/7pZwNNZTmuhDncLKnWAI/JGy6PzBtqixeVGwVuOaAsdYZ5XM6uKJN4pEgdoPHsMze6vYRVF0s0uBJtRFLfj4l3aCWklI6KkoYkuNfYgCJJsiPRJsrNUW5WPmI9ophQXkeOnuhOnjjZPfitBzNpXT7tYqTaeYw2oTVqtJDPnjnDMQ2P1vQmVtYQHCvUI2Od+mOXQk0g13p0Ejm08ZHwYDbliFcsSeWwFLY5Kbq0MoUd+5e8NvlbVKAx2I08cqAvvvR+tsJSnuHBDHZ4Ghc2caoMRwgXHhu495KDGcAqvxlEPbV4rR6Mwxt+MyFc8jiXo4Ju8jyOu/Q8ZHIcUp6NpyQxuDyP4qzixRTdA5L+YcgH7+Nng017nG78FjyMM/bqq+j1KUoRlxPbKGfNe9v3MSnbjrQloAVrAW+XqjHTGzX2YW3HlUW0GnLTGtorFqpLAaJ4VrHMpXVNiBtW89OiNj/vDccMnmZuQDP8MwbFYiIERFEOqDKVj/2SDsyoVMIt1gEyvZ1nlkAy59CdeKRfuF30/7FhEMoU5UwqUbgtBaIkZyhtxa8wEMhD7FkItFJVxSAtPyymjQbOZHgGeezDXLe5jTL+6U9/1n3jD/8gW50J6zxNNa0pv/LyK92x428yWXw/QSg+aPcsm0MuQ3R+qFoQp3KsPkkMZEfAUYw7VYLga01qlX50XO4zhSidrRIPzwKO/E3DPOO75PwwTfnPAAcOzbyu80mZaBX3OqMGvMlOyu1jITAPHzv2x0nxuuI0ysxnex4jGNf55t9slvbuPfV77MHzdVmUC3E/5qsiNXYl5GOf63mOQukjyKCZArkeLAU7xcgpLKloUwFb+DUhFcR0pDMqi2ZqODBVsgv4zKtg3HDFt+TXfPMXAUFxWZm0OcNpXqKso9CAU1ExKi2mddLux1gKH0prA2V5BTNT7JdpIm/sRhGRsEe6Op9R51Sg8NoXCYq/cfo08VIhqVijsHi/gtJNk5ypRCpuFdrm5Q2U5UWa/vSa0i/69NPPdnfddXv3wFe+HJrZGKh79LHHsEBR5VrBKD2Pi7W5fcM+diDnrlLbkbmP5BsFqs7UOsycySg58gwPajVNGBUGGi/K0zvwg3KEVp+TP+5jtyi5LSywo/ILOxJYZWSCJZe82weyTTfDUxGuR0mWfBEPWWt4muyM5XwovgWaXEcfOOTG+KWkK5PBPfjNRyy4eb+WbvNt8cf+xZ8Gcf33lkdjSndkfg7N7EM4573Nl9+AohxTVowf+3zS56mCmsJp0yiuyXJe5ivGVDz96iu0Be1tFizoBigeLMwmwLOUCki4CMs1JUb7TbVYrgTETKh8KzV5YOWsxLTvsCQTRDw2tMhxDT2sSuGyz6TrM+ZkKVMetdTWmDZkk3UHCV1gYMWRX1f46Nzv0qQSPUoFZRX1jM2qJVdggQU5/yokFCoKuPpHwcvAyw4Gaa5gVV7mOsn52+99+FR3z733cLjZMcLZO5I5k6qXfXtsZnOGjbv9QJu51mLUOjb5UpQqvlqSqEWpvW1XQp7VU8BBBq7y2zi5qCgFbLJk2uZT18qw3ma/VQ4jOIJanILybcyQWdzreVI8WlrbiTeG9VkKpqgwj2HLCqSmK8S4XdHK16CW1+Y3RtPCxn4+N/9x/EWYxfdxfhbDSu7J31QGoXzKf8pvarDqN6woG6sWs/xrfB+V0vhL2yiI8mgvw32yJIbQ4aHHPUoiQfO5nn+bFuMBIw+L8C1M/xFdeW1+szgqhva11ZLSBqxVPy4NRKHwfkUzE4lfc0Sc4WMtSy1ANGgUmtNznKOZ5FAoY+HNOeKErbEYvD5GpZBMKyt7VJKM8FSFIjXMxiwlxKpcZ4T86lVW24D49WNv0ZS27xFFTTN6g6WKB9jUwjOD3OWd/1iCddCXL/zHr5rcTfE5sJMyVEP2/EmYuYUmXbvnhZ/iUXv7u3sfScMnzoTc07V7vdXvlN84/FrPnzT+tfDPwj8+RyYV5ZTCmCX28Z4GC05W2/ywKahkb+GaZp+aFtBozBcWHA3TtGJbTmQq7SuLnxeQZrZLKtkYx1bfXuGKGoulfeWsfPVVLjxRLgAM9PNQCgfcffOs5i4W/OzXXruGVyXnm+mpsIzLP37Vz+LMPJtOKKteSRjBODUlA1jCbIjLY/WjI+Vr9Ek66GLsy7TBMpm8VypsnO68G06L0AJUuZpWiOjvKl+vnpDg1hIlLfGTSdd9d5uMstPUX9sAmrDNHWx0YZseR+8kGDyrhoEd0nJDCze+2IllKWa3kLM/WQuy1mmDWOuRPLgkUXXvXMkoxF7GJD8Wrf7GxSPhxJmTGfwhJ654W8+Vw+JtH1o3fsNvSZeHvW9e+5fKVf+C3E+58cemhYt3yjV+z4UtwI7xDTIIjHGn4sORgXbxKmWtq6XlbzzIMvOboyI4Kr/z/sOb6fsyondL+D6i+ZkaG7BMdS2PPfi2b5PxKMdFN6koF4E+9fdeWFSeUwrretOrbDUBHJXA9SJahFewQL7MtkXAT/4+G030I9KnuKi4k0yfzyhTKrX09VludCa6AhTpQhm1mj8iU3USBVrA/TMARNuBgrJnQvW6kwScHuQcyp0q2azqoVppZZIguo5KVcq7NIxqKDqjpBfitC4lZ/OqWracRyJoSa557jZ6zulDrtTRqaA8zMuNLfbt28XGFqywcQs0m9tYlzvJUBQkzyq8zJcEXkXZRqhjAMubnilti7RSiirHUpRFzfX+9mVwvdGuAd+UzzXAth1ssUct9fIxVk4zJCmt2Wv/1GSqBSy+6z/p1yJ8BnezEXEd4W7lO/L6TB5/M4ryU83KWGinv5ZDbenT7evOtqiwYMYrJqzEcxbINbC0DXZrJHw18MxqNj8Tmm0xqh+bXgM24Wn1YWwJLUYb065KuwqwOxDptDRSbZS+IHUQxfmWhAc5zwwEsfAQHuzMLupOPq/lizTiqTniEJst8zyYBo/iVdllMjzPIox109c2m9fCoKPD3xxn4RJEkGVghrsbjKBTM7otVo1Fw7WKi0AjV1qzh7IYS2FIWb3zMLjGPz2IvsIZt9wYvvlJwqq4seAIDAv7CH22ZxWfQMPHH7W895pgLs0xoh5f5Q8cjQhgfGyvPdiIhll+Wlijqb3/pu7mYWnkmfwMefsNEPabV5SRhsq5hTohA9fBlmkMWl1bKY+tEhiRtxXYirDt52YK0txs7Sq/TYC2FPRp1lCRekU2+jRHYfKu9abAqogCp4Wbpjj9iZiSNmfd2OIScyQv0dfY6A3P8tL79GlrxTnRvTlbFFfFl8EvLFaa5Bv0idpsdkNdFaS7tmfjDaKpGGNJxhpEUerROz8A+evxe8t7D9PCAheYWVxRtCaYivjazrhTJbY6ZoMOb4wtfb1nk0/vdvWsco3GFm8VnCi2JRMDguvPzxD1M3xo+f3kSZg/3RbMLYCVv79xRZmvLfTbBFcAWgGvpPiaAX4p5y2yj6skr5nUCoDkqQ/r6y2W1DxNS1HVOoOrgl36qhI+tgiLWcCOzZABR8HaxN5MJ6CRR4H9o01S6b3KaLfnwuiiTCiIWkWDIhW/4zdso+ZEcdFEveLtYE8OJkMIPSp36EIAaFCdyqdkRsGZQrm2+QYD21GO7vBjn+RO4HjEr5rb0pPJ4rBI5Wi4eda/zY8UY957Ptr0btN/WpiT0oUJMeZgYYMR4bblxlpuWxGmgRZlfUpOayI/8a0bPRpzsF03lsXpOI0fDXtBScunp6imU57yXeTJFMx1+6XFRIau9YXZAjH7US5X4NZBOo43xfASujHU9T8P6kHrguhWbJ2F1IrO/rLVbhaYIk9FGLAmmobQmEfirubaPNbFQkqcnq4GaW+c2E1rlRvzpSmOsd9UvIliIJH5fBjPvJSz3NRU/KPkxhSNS9TpHGgXgutkwjZg0ugZyhXF0ww0B7XNeyoud+1JLT93J/e5Abpm3LmRKiSmp8cCveBuQa4ZD5eK2FbZCw5SUyCS5cCOfZ/e3UQXLFiV9n3WPMjqR3TQxvJKf6Tl6z9KT3pT3Oaeh5YnXgHRNgSAaxxW+S26WnkHynzysDnBc/HJhebWVbAt4d7TuCXBDWrh3kcfKx95HBq8c8HJpZZPy1PKFBhLejYwOk7DXOCAafmph7E0CCChPayvcUgJ8cZOOqcU9ximPY/z1PxW3af0TYMND6Ej5C2S2IAW7qvxmc/l+rMQfduvn8iibJWsFea2U10BqOCkcPvwbfJqBTZQLRT+GFDci8GD4I4BP8Zz44tRG2/GflMoG9xU2Go/BCE8uzan7FOkhgE+X3FM10v6Go0qKYU/ftYgwjL6b4cgSiJexLlsXNeEh0DeKbw1Bl4uUp1zuBch4mj9r6Zj5bNJnyZ0mtfuD6mi7BUnMPZWZlQaOhJHFRJlKj9RolEXpNXX5JaHdpccQhNXv2279PsuQ5vMojJoMzKEbvlbjrnaZx6nzOaaIHVxJoYK9dfhetb+OpKaS2NOhzsNg6Ww13Yy7lqMkcfbxbec4idSlMvort9nLnsjWfk4Siu4kKSmIBvuVlnq7JmiUcuosbd9PSOrLdI2sjJXeYj36X2/ehoXzMwl0uRXYLZKWQEBX8+Uxovl7DVuCOt/r1BBXVF9IAyJUTlGqYJ3EyW3qVVJW5eFj+w6hGJkh6BLm/RbYlnmeFuVJX9pMYNkpiTxpUaCIspP2lSQWp6Z5mOShKmIDLO5X60drUuJ8RJmphSDg/irZlNYxrJjqJA8+Dd2Yz4bYjk3eTRsrtzHEfvnlkYLakpnHK9wVrk1eRV+DKP/OKzh2/KeCOMcbAk9F3g9aY3pnEPCS3hLmY+pKNxjn1EZ9AgKpwU0Ko98vOY/7kN6cxbjqJAC0HCYps/ckdOP636rFKVZssGk67NWL9fx29iyHMUQy6B6zjZpui12nFtQi37LeFb4ENdiaJViBdQn8q4cjFD4Ucjr6lwX9Ha4WZgCj1SrlEAfRRXsKCMHWZqr5h8hzoW0aY9wu5RQGVchXmW6zyZf8Cg+J67jmSk7YHbFj4rOJnedW6PiU0EaRrkA44qbDCLBUJvZcjd9nMShV5VnKekVjfF65diUZrOOG73je6uHKa9wcJavMVx7Nv8B6z3CjxY4cTd8DDNWKs3ftJkOuqWTzuuXp4bUFMzX1nkbE7B9yIrV+DilYIuKRss4lennMY/mad6KqsUw01v002s7Vuk0Xc33U1GUCqUC+mm7JiTzTNx+KhagVLUCHWLyJXK5n4rAMNnrc1W7AervwIO52ybfh6/vlNColBazq/KJuqwAleSgkFRbrSLyjBWpDCAFsQ7tG9pJU9/BGCel5yxwFaWJBEevEGG4lmP6OVGQsQZVmOCJ4lNhIwTKwVWVK3HLYsTPeH5Wg7KIH8tgex7KvkAqL/E0onkYu2kJGEcdQ7fncTNcv8hVCzQZ873g5lMy3GuRnoVI1/U6n8J1RR0BL9a9VidHIJ/ho3nYDk/knbX4s3OTinKqg3RqgGdM1lZfcOGmhGUcvz1P4pkQtAY/vkfcRvxytHf0Gl5mtYGVGvOmVSIVqnBOot6OE7bFXYRfFKwp0qeEbSrfqwcWTFVanbvIrVV8vbd0KqU5jhS0nY4jV2WFEoLQHOwFd0zNZMyPClGYKLhkRkWJUtXyc7qPW6ihxNxxvZrIpgsC0ha8lGCv9EzDZrvWZZSmo9rSowVpSjzTNm9KMrSRjtOMgjKIZ/LV5KyVjzA6/UldbImnn7arL4WzIA0fu/ZuaHs2fPw8g58pp5augCrOsfPVNGeyos8C0DjC/9feuSg7bsJgeLrT93/lVp/EDwLLNnGS3e50mUkMQneEwDjH567OXVLzw7AOoqFPZlHFGv1Dn4w9123ZcwDaarYcpBSmxHgQF83PdtEYzfnGiNkBcp4oCV635roz7HhNIJuBjpNGzOnhK43dBP+qHoxVxzZlohxs/hs1N8bsHsHwrl42YdbofZflCf3ndc+CLDCKoMwYT+vd1y3eeIMQT2XJdD/sp078+wUXbdHOGSOK/GV/w/2PvXSDRYglit9YQhJz2JFcHXj77tJaPB/y226e5ljxhGjU4CAx3vwTSTV0GnUlTyc8+dLkdx26r9CFz3HinLDZcLMZ8gvLIZ79DqIb/EgzJbKJ+D2WE6vvNj6r6AuJMgseQf9dYxP3R+KZbEEoct+jbKivIMkbMMGYYxssXHkCmAmuQI7Jnuz6D1SxK9s5VMJKdpOmvxtsNRxpOz+SjD8dZ3duH39SbXbySyXa3Knz1zZuf3M+f7ZI4dvPG3v6AQEplEiEkUipgxs9QelI/uU60a/BHV3R39vQiwdACAZRH1e6Xi6Z78vEtwRDS9O4iWJXTnEr3DTzkzWoCv8U13Cyv4QHXYZbsywZv0S4Ab5Lf8Peuj8wHnJiEradKDXRoR2Bmzj9hKp02JUff9Q/HMcgyQcDelQcPHYiBCR1AshpWx0K+FjTi3i2pl/Up2183+J7IsmYUd+1aVBGshrt5zX2VS2HORNNGJYZv/13B1jC52gCwzDYkiFOQguyGed07Az5OQvj5Ds5P7sEoRUTIt7BxOB2OxQ7w8AhJ/4wZ4c/uMLepTQYbZNrvEi8qBK9TUa7aCcZ2QWl9TEK3YL1c9sYb0iVhBqbm4t43qAV3YrlomsGYaAVj0m7op/+B7vDTAX8BVpD9SuaUbofrE4/cHb7ium+p4aP9amMcRIkrpnf3LPXepf+Vkoa01vcE4RqbOI4yAhw+m7RmYKCeZfuU3hKYAqMT/H9Jh8lTGSswfLa5MxaKrR7uOfOx/UcC4SFkrg/PHGueN5kk8WYdiRJr4PsCD6hwXJM6xMP9Svc/Kwx9XsStDNIx3f42JGLB0lS/UgTL+pVkAP/fmEsZPH3pBE7cUgxZADzd5Ei3kq7RCN9Z3ge44TSq6Mfu3bii1HIEjqrvQrniP18cY/kgOULoOngyVJRYW0tjAeCfUDfUWqF2Sc1fWyCZOfgXCDaAcBLSWA3gPMzWU0M+GB2N913LVkynayTyBaWNSYq2oNHtObveGmYwZpZhIfdPM5IdLvdQ74HqsF1UA2BqLI2gq+wSJyiACvK7k+Vhr/R2PhoO1Csrn7OKAHtisuydF+Imo2hW/Nrg0HmfgaRF/0mg/qu03zPgoqvwEVHXppxLCmJWie7UoYteDJJQzfOK+PBUJMNbsHOXzVnDLpKvSJOMGx81YeOzbaCJYRFgQfYorCjg7bzLZAfg5SwGAfqPk9NV6S20Q4YEmSPVaUV4FxcYxuXPt8bYozPwOQdpfFjdxAQnGfmwOOhS/77/dAhxv2ohfFqfnYOLaHFX6+ZNW4sVlF0jZZ/yxkJNPCgVwcVPo1Hg+fNCpjc5Wku074qvDnLS58Q1i71ueLyC/oUE039j2nQA6jgqHmuq/xEG30ifK2eM0fBB1DWW7acoL4INm7OfJ/rqi92eTxjV2bj8Eh8XSnvH0jxm8fojQmAMtE/8UoM/HeYre2JEooFmfPQ+4Kcocs9/lOMnyFjXzfGSzHZqUhCFzspxW7Hp5JoRprC76Pl+AnP25df+CpHO81K4QLvkm/RiRNKwwK3H38dSCvZM4zXDZYr84HXBwFKykrST1jj+sX9T9gcaGb3HLpLADQ7RfrqKhraFQ/8pCQs3L1rxa2g1ERaklJgmlYLm9g5GDDvCnyGGq7vDmYZ8fAGI2Ki6XVujtVg/C+cnBSp5/bgOLym+Mm3oPRaCh/oF7WLuXRBlbv25GSK3bpsy/jrPKlwMv6oF0ludG7WliS5SXWNhv/GeAbu2r7mUPfC41NjM+v4N0EjVxxWpVqbU6gm9ZWqDLIWFF0zwzxJtC0GFhMhMGcTGrUmajnps4S6noOR+hqM2LZOMPlrhUtvJMke198Uhwbe3FYDo4486tiVCw9IMgw88ct4Qx7YcOJT43qHdzLqfeQ7eFSCx2jbz4FMgfgdatPKRUlew9c4QEgydNTA96MEH5/Me06M2FfZqJtpHxdj535EhH349xOUKp68I32Bo7HFn/sFSXzOi87uhSE5aufr2W36GkvQ9FGSi0/VsI6KQRZ8qEOD/xpT6j5uig/gEpyWJj9TZHzz21obKrfjk28bb5PRxzafSc7IBw3PAfJMw8ix56CIC3lwuvU23Jg3UhQd4ScaGFAPGf2MErBKlRTU98krKsqFr/CVaWc039IfvlVxeXTcGCN6JcaK1xWMiZdC9QQVJaTIicKdUkEh/N5hAT3qqtkzlJgzUwYQYrsmwj4pymUguK6JcdBI6vV1tnAE9hXVawmy4JQnedH9bdB2fLtzzCdt936vV+W/2cPBo8I7466gyf2v0Ge6nTq81wLMDsamP6zIdlX6zDD7xyVGkIJbIjSp1X5locorK3SolFdQeO8E6yuTprunOQMZWm+mlUQGLVfNffRSHRS9Jm1GD85ZP08TGLoW5Q+Dr92So2v2SSObaIAt67dLy3pk8fxs5FiaFto5HBFqiOH3mJjYds83umElv62MEtcxDrQH3Zn+jdgv/SGUse96ZASr5//psnT1JrSlWzrG0KuD1krxYENjmFEZT7xRyctzJNNMA9464DEVEvVSBs6odZSDAkf6wG0zRjuzA53Z4n+9JjyoNMZdmlU084CFPuEf6nza/DH+MZYVD2jvSj1W4w5rpc9ysp+kb/ALej28CppyR7my/3Q7q/tp3iU/fLIpNLuv5PW7AM2QKmCKNfGxRVcJrpJdCbriUeH/gW0G8u/gqN9ostmLe4e2vzJotSKfrXXvjDs27tpWLKLviJ5oCfHh7XlXLftFkPEq2O10MQTWybxLFZ9+1c5hdxXphPeVyt8V7J7Tz8Sodyh3GqxjJ/wzuPofXfuYPaL+Q/TQA1/fUbK19knNb7dOfmf2iYDS5vnMD5xPjFu/M6zvw5XgqkSY/dD9tqgEHTxE7/W02C3o/RjhjB/4ebEU/W5S28WDb/4ZkOTc/osMIX7oykKYfZePAJ6IyGOW6WcZuWe/PmI6bR8UQDdsLhfIgraKgdPjgYL+DvSqPnf8PtVf2b2+DQpZX0+U2SAcHxPrONoEMJNZ10z3qXo+zP1E0pSTX0kWsmX1wG4gaaLv4DNZVzmS/3+/Hv1iEHZrxfnjU18dZTzllOnY9Y4Umnv+1L/ngX8BGHTsidn1AuQAAAAASUVORK5CYII=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320" y="2098566"/>
            <a:ext cx="3017520" cy="287121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150320" y="5264920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Карточки с деталями книги</a:t>
            </a:r>
            <a:endParaRPr lang="en-US" sz="2700" dirty="0"/>
          </a:p>
        </p:txBody>
      </p:sp>
      <p:sp>
        <p:nvSpPr>
          <p:cNvPr id="10" name="Text 4"/>
          <p:cNvSpPr/>
          <p:nvPr/>
        </p:nvSpPr>
        <p:spPr>
          <a:xfrm>
            <a:off x="5159464" y="6787485"/>
            <a:ext cx="30083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Модальное окно с описанием и действиями</a:t>
            </a:r>
            <a:endParaRPr lang="en-US" sz="3000" dirty="0"/>
          </a:p>
        </p:txBody>
      </p:sp>
      <p:pic>
        <p:nvPicPr>
          <p:cNvPr id="11" name="Image 4" descr="data:image/png;base64,iVBORw0KGgoAAAANSUhEUgAAAUoAAAE6CAYAAABwCxvEAAAAAXNSR0IArs4c6QAAAERlWElmTU0AKgAAAAgAAYdpAAQAAAABAAAAGgAAAAAAA6ABAAMAAAABAAEAAKACAAQAAAABAAABSqADAAQAAAABAAABOgAAAADjEQDDAABAAElEQVR4AcS9yZrkOJJuqTa6R2TlrZ42/d3X6G1v+v1foxZ9t50Z4e429Tn/DyGpamruHhGVdWFGEgQEMkMAgoPe/D//9//19vXr0+m3r7+f/vHly+mf//hy+u2fv52+fPl6en19PT2/vJxMd7cPbLdsr6dff3k8/e3x9vTLLw+nv31+PH1+5Pi3x9N/+/vfqPv19Ouvv5zuH+5PD8CY3l7fTm9vr6c3UH357ffTP3/77fSPf/x2+uc/v5z+8c+vp3/8/k9onU6vp8K/vNyenm7eTr99+5o2QXK6Od283ST7+vIW3l7gzc3Su5vb0z38/f3Xu9Pnz6fTv8Pb//brr6d///Tr6W//9is83p/+27/97fT3f/98+vvf/+30+W+/nD7/8vn06Vf4p8HDJ7bHx9Pp5u50ur05vZYUTN2Efwm/vb2dXk7Isio9bznMW66MWxntqO75LUdbPp/jQmjr356rY/U92wsyntDby7Nlz6eXV2R9fuJIMTLbTtsI/zZ4KHsVH1v5QTfgMKG96EkVWi+cKfSXfQA+If3p8QFb392dHm7v0Ce2fLw53d/fne5pe4Nu0o42T/D27eu3+MpvX55Ov3/9evrt6fn0+28cf6P86Ss8vqLbx9OnT59OD3f4BNsdZv6ED90qIqI/g+eZ/P/3+2+np28UwIc6jpq1xevd6QXdSutVnSDvC4Lc3MjLzekR/zOLlis7uL4+P4Pr6fQFPf5Ou2fbPFFPizv2v2DzewT6BDOf9WH5AdctPuQmbnXzwqZdxzerW+vFJNFut+FFzVBk1SGVz0MB2bHL2MHaWxoKu2/l4+6A+w6aetL7ZNleHh7ERan9wnSLPYMbnh/uH04P9NEb+k34o0zf0pee0PG3p5fT16/YUvvSD79y1AdNn2hrn/obfezff/3M8XP6vTHg4eEuvnN/fx89qusbdYoGxa3t4nPxv9fQhq34x6//7d/pl/92+uXXfzs9fv4VH/k7vvMr/fJXfPBz8N7gP2/Ko95Jg+vNvoAAr8YMcJv/+vUfp6enJ5R9d/pf/vf/4/Tr3/9XYta/B/ft3afg0xntE9EL+GLWdYTT+KDx615iSej4dSnC8xADoHVVdE/O9xKwU91CUIXc2aHoaDri51/u25Fp8vKNzoCyv6q0tdnpsmEsZX9bgXDj9pzUd8/k9xY8iMom3x/zHP9mJ4TBvx2DI7K86ZTgMWCYPH9jcIgmcCTbvApzllJKybFch1enAlruBhxBYFIc1JNldAeCGIyGtxp7ALfj0NkK/lMyCX6v8mZHBSXC2pGRfHPEG4LVDYHFjpWEHOrLv49S7BydoVv+RjZRJB9tNuhTsqHRMT0vDOXQSVGMsIH9VMZB9YaOckuwe14tBo0+Y5rBJWdTuWB/+vCGfFhsl+J6SzuiMH+WzHWsLT3Hq51+TEUdqOdrKbyCQv0EBhn134/gr+H4mTIHRft+eKFB7I6TXOfqxxjFkw2n8XhrnInfXsd4vXSnY30CZUZMI/144wqrkFnQHjuatKPbhSG+qkVkkHLksnPc3VGX/kSHd4YmNGW3zNgemRV9Y9Zxd0/kd+Zwy6wnUwuwLAHFfTSywm6sWCNcIA4cCkOz1222p+JtJt+OwYxtNxxFbRov6Bl7MZIoDz9kNeBNAhtlnL864oPgjmP+VpPwkyDH6BQd0lb8/BcXI5086wzoJzNASbGZir3ILDt3xEUkkMed5W6X4VRsDeyDP604OWKy7ng+AVydRQeaTXnvxEdh9DDDh22l63aGhfOWxEN0dm0bmEp5E6Og1yV9ZA0ztJBG6KwmIiv1QDsQcwmR0u7AeSbkWVXbRh40coSjkTNUwifolQ6gwB3ab1kbziaQSf2OBJx+2DbAZ7sjG62w8eA9rx2qHgcicsxJEJwHZ7naq48twYHMt7fMIks4cPFTCtJdp9yrn8yin9EbNtFm6sm+sWDmuE4vDnKwuLAffJjEwuY/+Ov3LatfHLkqRms3Jq7hHXuuPnAOIiGvDl6Y2DlbrA8s8cJx8J83ytl9psQGEoKITn3D7AlaQRjWjCwIa0cHNzrLrkpGmXOuSAbHXpLYTdw6SyPj9c7p1UtM0OmYsvsmPZXP1hFl4QOouHBwAo+xJ+aXF5JhT7qlUkM4/sAOyD2ylU0KuNwVEt6cNBUF7YtKdpKGd/ti+qMI0EUalgSnZvZOohym6EAE8pDAYBmXAvxFl8DpL6J8fQEmsOImL4IYlwAcTsvRaxoA4zFpOF2ntpw6DB46ECiP1OVfnuCXpm+ZtTpTtb20S11p5N8ZV8qAS+dxCKVd/EFSQ8ti87KTo+3cgpgjudQlC6yDpeB2aDctxR9ADirSLu5F37bWcbjRjtqs0/IMwi41pFMtetWvfmMDGzcpuVQjO3WppsRjfEF5uebLufUiOLQXrGmECWMyVflgDM4jh/LoC1ebLyzLLQbpOkpdupU9neQAEfVC1mPkGFZslkQ7bR809T8KpvLdsboGYjE6OPWB0Fh0PH9N3+4kw46l6xs8Y8/4i/JeoSUvZSi8bfJZ/i6hOfrCLfDq0Jm/Hb+xgJYhWl/YeF0kr1AuPZzNy+5MwgCyHRWhbLeTZRaxWEaSoUhKLT6pfNTNgBr/oSzlQNotmFayBgUW10KcpjorfHh4XJeltMYpbsESRYfyBDDcg8v1rL9JKMqVARGvLhFFGCVRhoKTZNu1Fp1nHFrDTNLp4vhT8IOj+EyuoYilgWhK5UsZmEWwFqbyNcg956xsEfzLp/zECZbx1UU2yqMb+Y2OmDmD7g4N2s2ymcdhHXQMBhpA6sKLc+cE2RG6dDr7Tj36Dn1077nJy+F03pz9hd1GfMu8Q1YeoA1NU0IZeuIiIPa5JZN1MjulnkNSKllN2/C8zinX8VMZyOpBnEhcePJJZ+2LS7u7jmUSt3p5CB/oY5WnctstXNt5M+PwQ+qOpYNJDqS3rLk3UNdeU/dnj/ryjVE9GvsYi9y+4zijQXvCxy0/qPluWynteA1KTjxM9rEMOuE7RVd3kQs7tN0BF9kude3N9Fe3y/Id4n1u2jgRkyvjUa/idi3J63K79wguSvSRyrmuPJQPuV1CK0Y8iv6v7JN2SlNyflQH93d0Di+Z79fx093j6e2R2SVrOyzHEly8AdGGdhIXwG2TkSyCWeeIwwoQcOMwOqPMdMaK8788nZ7ennLjwpsR8ullssuizi6y2M5RN3rNkSyzr9pV9YleJaJO25L38kk6FiZE0a6Kd7Ffo3mTgMVf2lrupdadRxHQLGto9B8X0Q18uoE3GqThrDW0gqd5Z2vSFV/UPn4DOrAEPpeWnBmye5kpMB0zeOQdjRBw6hgNPM5NnqkfZxjxxRqlgqtHqAD0zM0d03R0ZZtz9eXAgAjAqjdDlNxRoczkxRYpUmQt5wpLMjAJMwFb1PfOvMjc3z0EprMYKkSYpZVRBEUw8PYGFpZU2IFHSsCi2FvWrxNoHVQUFpwvOgwzADnWPnayODX8CMspKKGPz3jpnaO8jpJyHPpSsj3V0TNtQHCLb+J5y5cUQR6lrwTNe+7fMamDWxz1NTg4piW0AibN6sw2uuGtA4knFykTBOWh32SWtNWDP7OoONBeupCI0/Du0aTKklX+JGvhWj1F6Ja2tjodzViTgRAe9YLgWuLqJ/Y5Jz3Sql+pF5co7FsAeqWJjjoICiPGIojHLJbqN9qRUqs1IMHcvir31hsX1HftSz1liSniE49tkheGy2PsLg8JO8DuSdy0WZvxRLyBNvZI3zoyNrMnWM/tRLFRoP6Eds8mvAl/M4UVjvZX7l+hEDkg93r3jc7wzB0mAid+/gL8M7OJN25JOnDpdA84/N3dC3dGuSvquiNIohQ4kZnQ8hIbmBu2jTaOPnemEvWpyIxOFuG0QjRARe6w2p3CyXaPlg3W1s8eLlPTYKGOhKMs4BVbo+qcGRyQZ+6WGzSzxkqZ+qiqbA5dDWsWTSbgmQdpgnTK4zWh0xzi20CFsAnrkBH9jKPq3FTrNF4qnN28Cb+0f5fs7B9WvoO2YAJeesaCaBl8Wb/K9hwlVDRgpgsEwht24pi2+oKz4zhvfGMhMk+Ww1myXcrRs7o2BRfyBBd6Sec9axVW0kFtm3rt014ayNGGujymvXzROlRGKuwq9t2n5PvoY4cGfzJbXVUf5hOAVO4wN3jDCycK+IdTNEOrn2gbOrui5CnaiU/t5ZcsjM8V4grclaJLHN87N37Unzy6DXRlcm/Rz6tnQ0AHw7/wN9xm+ZlWxoeCcejMkXZjiylax3vmjwRWHuFAWQYCA+MXHqNg8GdWBB0IvLKSOe0l+MhjBY8APFD+mTvcPhJgh/Hy/C5RystxZ6INNwkUBIOMJMyGbhi5HKecxUlHPD4iklmNWmEb5chn8scAYb2FYcrM3jE1qnXsU70122CFp1PGIBrFjqoyCQ7GAjYHhSQyCYjLcskTCeM40am02LYh31blZ+ha7zA9KH3qx4HMtUp50AWydzhDR52pG24n5IpzUum9n5lM/c8dpaejKHe5hdYh+NzxaIcww3M6lAFqQZ9TKYaWHYIv+Hq2oAVbelTiyI5uaofRGjCBU3aURJIP12stVu9tZ01T9Dsnx6MNSZ0vHPBTVo2HUM6E+1eljVaVfs7IRnQxe1W/G9AHGeUYWT4AOSseWtXtRnIvpog/dK3rmpytDvvRnnY8wBeK/YLfzn86cw2ZjS3f6/bcNcQS3/tNOS6cniua9ii9+lh7ieuCCvduFIzJIwGL4Maji8wob7hEeWT9ztvhPEvFZbfzPgETZ8hJjOv10yObHfaRTvWAIzszvSM4OsMUKrPHtOeU9PbCHTTueN8SJL30vScMu673QIB4JFDfQOaZqOxsw8sAZ2C/M7v9ndmsa1Y3zuoSwbis5vL/mVnrEwbjgj6zNwP1g5EO/F52KS6xKJcSYSB82dHCTY4NkqjN2UzuvpvPpLztvMEFHzpMnMaAiJ7swuNIqQtuZyMMFEtRgnbxm2PyNpJ2A47yWJCLeZgyGMT/Ul6TrgZplvVfWxwCmkHDy1VxbKO+vEqGugQV80kRPHoxGLuM4N8M070JVMgMWIDfMQjeGDSxtUl8jv4mZfLcmcB2RRHdeO4gWP1LMHwC2zVfztWqgVe9i1cptLGXdxkwajdJSbm06m+qWnr6jjYIT6OT8KOOwMkmKrXxbKMO+xaoLZki51JAZUvFv2CXQC5DktRJZYWU8mb/wl6k4I7PRVhwKddlGhn3OnlRd4LHV2lSP8UrGM3n8jh9ThICkWpz2zafTGq6C87D+fez+AB4b5koxY5EhTzKxWwldLC+50PzPa7Knyu+3Kn3igu+9G3wet8jfOoI2cCgDdxi/4UxcWV0dKCygiTSE/NEhvUc/T87MzRgpNMSDN8+8cDwE0qrMkXhGoX9xlngHVOjR84fEcYFdy8377yM5GFVtR6HhaF0yGcu66HVtTs7KrfoceB76H1WUZw/xpuAti1/8sWyK21AHOHbOaxPkISPJ3h44rJe2eUBVLnZYltTOwLtwfFMsM40HJ6VI5eOKDAySQ9e57LQYKjqshoYpVJP77dPbnIpj5ZJsn359NRLaQoCm35iQ8tXWZ7FjL3YpRNzsH0Og4cjjefy3ON/VkpHAVk7rIwobZMc2YHUx4+TPMNXgtF16CM+6aqD6Mq8M+tlq7ZGj6C0jR3XtNTSk4v9BJydV7DhS99PdNDtsqGQSvEvScighMo9a3/v6HxHd+9gLwtGSfaRaO0S4HhemLjmWv6YWgfgXo3Z/7TBGKGa0QbqrLbQMEd/mbxt6qO7PYbC9WMmRmf2Wka/kGVKr2OhVLqhXX7b3ECJLBkQCbjEilziO0h/iOiyQkgCpcUNEARAZmrODCkJcg37wnNXjsDaozUGynXnl6mn65TeCMpdUSGJ7AZXNaotxG1kT2dnRunM0qBoIPHu8ZvPdd17I0hgw1PcClqqxhlnlmZpU1VpzGcWWw16T77BQ58gTiblUh5jfiaS2y7rhOHaarg3SMlPlNrzmQ35wLw8i2NmGTqPcukzk+xfc54ZJErPHfs4rPjraDqbzbJILs40NNBbBhL4d0lZQ75A45iiM3SUmwDwkGUMAvoWABY/rS8d5dBFo3N9BhiokARms0B62IoTNtPK66jRfUsFkQd5m7dFXpnt8b6OY3yBqPPPmaNlzCOpVTflp0CDZ9FZhbnzT17+FN1hOoE7wVpYeaVetjmFi5aRDxy6lj9TA6XwPU/h2c5yOMTP1rAnNYKWeu1NquAI39rDOvBVecGU2fySa5cOWGp7Pppu+zQ67OK6Gt4Gi+/YTpgVWA7g8LWBHYu3fGX2tBzkqArclu5aVxD5D1l2XVe2nTTKd2xKnf6FVrrBRAJnBnHlQtLw1efG6h9Y/IZrz6LL0l3CJIDCzoPe0r+WxKn8M2sszyKDo+BUu7SVf3Jjc0Uczn3UJzZbBAbnrld9Rb91OamMlh+9dRqtDmM9fVMd7TaHMvR8dWYxUcGM8A8U39LAh8HfmKL1jtVg5YgUzvTsnLmhgyBxanC98MpQL+twS2aX2kKh1dXLN15BI1hK0yDh62z3n+lgv5PPDVWZdLRXQXY8DOdILKdJ8tJXrZ7ood+YjTw9c+5CpyBRIMsBD96YcXaITNJOW9Vkh1bO8tTOSSlAzo698+YxjUSHh+tMO32DXI0+swPrcsdRJatJOllhOApKsUeNlZmyOlk4qI1uPCYtMUtvCbSqin1kCdpV89cO4l1kN0ReFocehotz4tDVHCAaMwf1W0VapJ5ttDlzoLqzbMqFDQp36K6zS+rb/NDqfVYYec2sIN35Pcy7Egely7QJLMam6DzloTDFHxzbTi8t5x+A/bB4Y+SHkN8DCDdXUY3G9tbhNwbYyy5z438GSn1ZLOdN1Gl10Lb4/ZzOsZY66zuXdDwvbvb5v9BmcKnjHyX7Gtawv13oYcdobDE4XvGHM/Q7gj1noGQGGEeGgiju0YgzHNcNRGpkdaSRWQeAZOggaQPIPFYEJEwS2IyDAL080YI1w4ycZFW+QTKPGABxxwyOGMnE6u30iXdtv/Keuf3O1iZJfSKQ+i73UmeOcmLR0+s9G8GYtcpn11SwlHnx+o7yI/y7PJBAtzTt+qHZvLMue27QbH9fQR/ZDdYmZ4cMAWfGblCkEpDIhH4yA0kLysTnICMtRsvczSbPvDEy+b7tk0o6S85u9lFM6Xu+Hymw+F0C9dXyHRBH08uX8SZgTb3FfSWzek85o54zRFHHzvrDIS/M4AlqkGRApEX/hDhntrhaJraoOHqB1kRZm5G6drmP+LY1RYRm/8D+nA8bqlsHrmMaeQwO+sX30w8Bvt/8P7UWjSPieym1Z7T+XWq9UNPPqhd1Yxp/9IkMlJUyBzWTNj5P76lbXz33WPjzoBfuaOqAWz+TFNipSB2ZGUh9EkVe2zMvqMNz+eUY7gAEr9dY9g/fRvKK0anX2Pkcw5zZqLrIbHp0QRC+byR2wu1flSJzLeEc4NwkCa5RiGLIdDtQ3kJxJsUMby49DXB5pCQjErjlfV1O+kiOsyqDiTheCCifPzM1HvTBThC1I3FJXuOVpoH7hWtq7x6/UPeNK4Gv3/hoBMHpBQRePBBfWW/1aanjCIKKoZt11IjpckENovJRYf+0EkmjJKfuUjbMtd4i9eglde7KehIQ9WhbAwB40IuCiV05fN405QqL3L0EpE3qetyMTpl5B5vYY+lsqzfA5MaVFDvQIRqGWbMA81Gq9Xty9t8kr7ZwODhPBr7cfEFQdVPFQSX4gKXoxvVF6jPDy5G8PKkc/sUrX3qTCygZmCh3TVi7O6hQTQHnlLnskTeSKDom3xoqn8ChD+380wkd9zLMATfaWU3N4x9h4lj+AWbhItP3aWuby/Rx5wShHUMeSdfgHIRdG79MquB9qVAji3wMhMfmYy/OHJzsK6b04it8py5XQiyNIb8322Le2It2MJG1fjCEH2B23wrqqzth2i3Q6aZXQeV5+Jbf1suldL+fdCamUQYGcHg2mugD8CDI/w8RXSVz/+XpWzqrvbeGsnMWmS6u0+OncOpcDiZSZaTHyRLwbAdrSP7EgqHBMTcdeAworywusj7onXUOznX6dCjwerlrh3NW42ywGix918R0vONNDHnx+U4DzAujnUsAj59Yq3y+PX2Fb1CFBzt61itUl8agzs6pKC6HxsDShL6zPElL1dlmvk6iTBBzHDqm4+wRCKo0SvUSXslud5SpdbScwKZ+NdqLs/gjUrEYDNBh5fXoeq/lyK8Tqz8KLDum9DMLLsqPMMcOOB0l9Xh31n7h67gckEFDBi1fm7qb/OCe8+2oLekF1ftAeVTrlotD3asHFcwVwYUi4mPHpsnbvvb5jpiB+S/ZpXOXp5+mJ+MXsm5txWcy2vyJZLP3La8QC52L8sVXphj4WPyOvjUzqvhu/A774WyuVff1XK6QFrwBqk/HcFiyiNZZYPvP0lWYPHLaOJBxYnQQ+eEjx4vdBesXtesUXaa/cApO/SlLbPZDfe4ncBxl13fl5v73338PXp1YL44zJ7iUbgKObBOUVMzAOdtw9PfRiwk6PmLDFDUNmTc1YAWnqgSOaBQ+FYTZZdSxcDr7g7rxujSW2B1t92CVpjEcIZLR446bIj7frkC93QBWZQHQqfYdAd2OmyIodj1yAmTPQ1OjAmSwzuVIvM8Z6UUCzst8CEQfE9yEin6oyyX7CnwGefF7lAdT39iBP9XAJqnIDoDyWe95jpybPMQ21EkngJZZIy3bsKmptrbyfWcOLRkxY2tnCZk+t6XlXYQHS/gVLqDhd2SQBWd2o1vLN77QQUiwS1kxZK+OlcOjfWNuasgznEDeersXfIhTOM7Fo66yzkveP1P8MbmLXXh357ZkW21S1J0MpOHwmQB+QGW5lLK5kyc4DWZ222CMrwl0xleMC4ztkpQ5mI6F1IhUjE0jk0HLdbXhzXLz6UXSBjz8Jd/2vZs/ttO/nMnbznr1iLzglNfYgDpTaYy/AI9PbBMmQEbmtyxZYKNQhwdsI18JRsEEsOehSSuEl3TtrIK0Y/1GOOlyoH0ayxYb5ZSVhME2zdCjXlHatYDaLr7oAVy5YbdoVCaKSO0ZRgn9ytZglR1tufwrtIODcmxnnfoyf//NdUPuXOmUCpCODYAo9ySrIrSkEtzcEgrB7AzJ2gYbApfXvYIglJfstrFOltIBaZO75gYkwqdGzxsvTPPMt+OFkI1QYBrTXMY5p0ohcwlG+3Qcg64GAdRzW2cD2L/wJ7Ik5KAgMx9nPwjuumweG0o58DSWllisv0yuQZpiHHB0BCJQu56zktLMHbl0poVGxz0G11cCvQH/hS8q5ZuTLFk857VRjYRMOrZpY0PO1kaZwbGaGY4pU0mr1KbHVDStt7yO3tlr9EK76Fi508PFq2NpS8pKZqHkRDDhAivPwWph6hbgdnCGnaWXxWOgz3BqsTYNvaBhZ9ChBgrBVTrJXt3Ztixgq+FpgxwKWwEZgCzuLhXaqY1TkbLujuXWhQB7u/FFsmoVFrKw51AHoPOKq2fvaLyDKqXyNbg5xkYconvZou9dtI0vUeiSUT4usXww5audTQ7Z9JFYjcL40KGyvrmIbMSqp+FDn0g3g21BMtFZTYJ3Rc3IDUACr3DwaDCr09lP0jpH+45P4Ox31FefXRIXF/DJtOUiufVPcUvDPnv/D+9S3/jIjqONQWUnZvMyKkKVMIh9WLxo87A2iNKvMMQtry2aBH0iaGoKP6ogQxNznDsmnqYMYYF1VuM7xXnEZ4KjbWnU2/UgjcJqRGmoDOG7ZgUS2cNS2mkb6ThpwJFOROfxIgIDo0oeE1LR8k3jPBoEPSdYBm33puggubWDhibK1210PvA5kotfdJOyDpQ1E0Fo4WzbwGgTeRCeZIDMiAzhfFyVEJuOTp3tMvLbnnP1ajO1nDxHOU2lR9PMJIu+Zcf91J81OgKYD9a9kFN5UsY57pWHHHDjYPIu7L5Y7yCENrPZBj8A3ve9tdcMpKp0J48NLAjPKveCL9H8ZPou338Ar/LpE7H3RlsZtpM/nol8fwXBNZLi+z5Ofci0ei0BUv/Un+uf6TPLTwv50f4jZxv4Q8eYonXsVUNdeHXxC4ienrnFFYj4DeXhZERfJ5lQkR95MsNNB8K/Rgm2tZ8hb2aSHv36GEdmlA0G9nBt5eygeimlEqeOTGd8i8OJeqAyGOayjyb5fNGyzf29DlUHagcJ1wmYd0/OLKgLk3YgH0syABvovHBv3cwow83yxAlcCuANHx8TytfOEdILenH5aNMDgUmjX0+LyRXZysaxE6tU9TFw51jSUVSOMMsZAwu4s/IoezURTPwTGM8x9UwDdUZfl62x1AEIWfvVZNYPN8E3J4NwC4BTcDwuPUQeG8LQSglS2j/4DFguOVivPtZggRBqtzNs6qB1TTfyZWuHyHk+VLgN1jxA4xe5ecO5yzd/NuUq6EjjiEi8wa380tDJOeBj5VRuOVV4qu0gl3fEA7D8JHmvKIRPmuM6PRym0zvw0gOX7i4Awpt8fYzn0CJZfWNS87uPj49loFcnA/iDo/Lral5y//EkP27ysfMinvl8384xkNCaj19LU5JGF2FKHV1x4qYOe4OPvqz/iTSKdaDqFcb0lTkGcgX60FdfXnUaC/IKNcsZ6UCLyMZyeln7ru2NJvRl74Xc//ZFRxFS520HH3ZBs7LMtpIVpqJsk75lDEsDIwOB5ZzZVAOsaCi3gwBfuD50nj5JrTMLy70gtyP5MHo6FNryMlaywSFutFulsCIBWidtXwmW33hfXHovLjjzMPozeO4UFNr50hDH3IWOo8nxShkhnBWvDl1yGIoHVSl7n2rU3uGH1jYKgR/a83C8IptyGSMMvMB4eJ9LGx9pGgNnFANu74RtLxqdRtWan+S54Mey/ewa39NybyGOpATZtpGPDFhThb4vsWnH96VtIMp0WDM0DCzw6nJ0nGUydOEAaxL/dAxL1Ik32lrbfeAsy+tSnv1sCsYDMNRWFNOjS73VO6UD+GUWXb36tEF8Y1rYd8AEf1fTViz8drJALXOzB/zXpCMHCSAGKgPJlpo/lmxV7zIKLqQyNIlfe74TddWfH3pfQJMMhmWeDczzI89bxSETeiDQp9065dgB+jlIgqR9EeDVi3cAZGhfniDZeJFL739+8bJbzwMz7zbqoIYrw5lf9PbyFPeGMJfGgsQ5PDboyT2kgTAZ5NqBhLslaCief6m3jY4ETmcctovwBiYir21SHmDqeJYneMLDrqbcSaat74B7Y8VPqvmtyScerPSS/oHfxzEQGRytM6nomtJRg87WYSx1FFQuQVnXuOVTc5maw49/lykdQlAbJqXhIW92yRb6GGD9pUZD0WRzTPJeflf3lg9e0VzDLZZjOsJY/p7nI/TkC3WgNRVzPENzdjIQ7yiF92Hn0ESzJ0hGo1Ph8SMdD19zLMm00D8+7MHoFr/Y+zzts6ZcG1Q3pVvMBuPys9sT/Odke16wMpK9QOeFmitdZKs61G9lZo7pAHMsJr81OeRbdo5jZpL61FwFnDU+4O3gX8/esExGVpI3s5R89McDnj2b+SuCD5K95lpOzJGYnf17O1/A8QivZKLIaximTHpHmsf8wCgFccwNOdz86xB8Db449WM3r1Zcq+X1a97lXo1zJE+vLZAzM6Tw6+cGSrclIoQMhBKsoGWLWVkCJYqbYEe9SYX4EwpVgoGy4TifZLeewbSzGGeT3q/WSK7VETqDgpYhzzghX/CZb04S8LyHYtTPs5scPyPCI1NU3xoCmwJwLIwjhh3HGyhZt3C+Sb38qXR1kFlw+Kdo8W9uSwl0wUgRRx0kDupxL39xvQc6Tt3zehhHv7sZ5W9HbvksfDatDSrfZmJwm+AuvOZk21lHw+WkIe/5d5KjbVPbbQF72hXJAEFTOP5riBxTJoRlbJ6nPm1LYIOn8XE2qZ3lweFVy9y46E47b9A1KZP20EcEXPpATz7LZ5X41NVlskhexped+dkxgkkbBa8I2hEzhI+tD+hGvtBY8lkdbYO/3J1TT6m+xJ+wpSV1amhQHQ0RCrbAcg1bcUt/9AgC+gjYBCcfImTzmqx+nWLxUoaCHZw8kW7WiQHx/kAHLDXiJbAwM5tUOnTNn7OxXItBbGRWiI0X6s2374DJOsrep+IefQqjujvRsp3Xi3qCf17BEQgoS7DPEytebWrrc8ziGxWMrdVHy62DawHCI+erv2VyhXS3fnNyY1i4NI7kym+cSD9dvsdnJ1McLvrhS7Mqx0hq18yDPRxBZMroLESVBh9x+la6N7hZaygkUR+lYDWN5J8zylxqA3frty4FAzydhrwfz+DCGaXVSXo5U2cTvx6gQhoojevCSwd88Cf3t7eP+RrREzJ8Y7Z2T9D6/OybPsjEZ+Qy41R5oJvA5fOP6s470fe+G6zu6m2UHhLE/MLKZZKnwaXeETN8Bo+4Dg204b8spSdJTxefVILS9bKjCXnleTHTtUPbWSbz05YsurGdOv4oTQAW4gilbRxk4xf6BjrN2jMk0kabHWiJv7Mec9gjnYkrH2nbnrLgSu2f2G3MmZHwVvBzyOwD15qgx+gu3ogMwSb+EY5jI1P06aTizyUxa9vB+3NYpNa+NLwd2ukH9If4sHJob4+Q8PjdtPztCHNsczbDPfikz+7WmseWfyxf/5HHXRvpe6KRbYSeryE5M/QRxnyNzM9AUt8BRX1yQodN0N1k53wF2BXNilN5xZ2NXYIEkRfYjZHpZBn9MbpM+baiSdOZ9Oc3vma+JzsYIwYVKlAn10lkL6Ob7X0fEVyWZcbBsZ8/+0au7cUrhP7VWZCzEJ+nhI+MQgRZ7rrz3SMuwf36UT/y4StxTYRQspnpxSnEU4dQIZMc2wyk3/PjdlTh/O7mcioQaDhOS2Npk1pqhs7MIHd6ihV8kW/xBBKDlfw1kNE+dMRUGA7Us2EHjxq6elmIBLiSVl+lxoFFWHlzxADPpqsrDSVSI7yr3IIkIErmQ/UZVEFvk1dfiYoHa0tnRn2TahBNXxPkmDoEwh/w/XE4PCTCUrN4UXffTeA8s5EKkEk7htqM/ro+6MwrI9xCKF8OyHZp7Sr4BIGjOrJmP3xcZcdCN5FcTzveHWZQ7jxp614FoZAgip9oQ87cW+oLHulNG4KIiUm6HqgKpio+g+K1i8mDOOobPR/7BGB2IY+d8zkye+61FEVTUdxChDZH6V/Fmzr7dDeiW/KdOQ4+2tJ4+u9+rE21mZNAJwKRL5edBkL4ZSLUVyJlQNsqMJv/6WO2ab/reZYKI20UA1uKUacIjgo3jrhDxgQVncIELlpuqrJAeUhjfC8981s2Mm5L+xH5DTfKSBSjTe90S3vVx4BrRsFo7lTc6XoMugR0JunnKB+4C/TCcoI/O/DZ2aoKqtlD37XMOL5BKMFoKSWBU011E21GGxWnLsAy6WiUyRtYNcjMzsRtz9oUn/rSsk2N3vNpM/iPR9sbEL4Hc4RvvtzCTtNmGOhZoowrYYac63SVEufTkwck+tAhdSeuCSjPDRjlW7rymOzCoNyXKRajsZ1Dm/tkglcrzmIlJquSNVl03oEooI1t3amT8Zs0cCea1X4r+6lM6Q+otlFd5/Sn9vvH2EjZVAZp1K9yEkhT2ro/xeom5J8WNhy4e4eBgtgQ3YbD7IwI6Pp7M4YNo0g3R6Nd7aXN0keK9aqJxu5HVD+dh8/6ZGWynaxXBiywFJ37MMSgPNKHoL1iclJ1kJdG8fM5Rhf26d5TKU9UVi1Gb8lIweNlOpr4fX2cmSbnNTuuxRY0VOrmSnHMPMVv2/RwFe2PRdgx+ixTL4N51nJ16gTL6EKBEQaN+zyjb+MEM0yEcpgRHxf04ParRv3dHpYVeB8y6xYEykzJOfoh4/yBy/Cw/H5ThIafmy9O5zvz40i7nGMQj31kCSk5Lw0GC3EblD2CZ7YN+ZVMgsK5Qq9AHYuQOvBtJK14k4UGGuhOoEn+2BQQW80lh7LBLje4sJeK2HwDoPBfeCTJufoe3Ee05tuNtGjYqG2DUyPGYpdNtnPbALSd/9FMOsY0Ct9KKb7dD+Vbdv4ImdGltle30cbG5jqPRrdCYP5YkoZ4y98fZPAnSBW/gItHSLQMfYT3cyTTx89LL84uxZXtixRXWmXKtl0hbHB7I2+uJmRsdc1Uw9Qdy9UXmwNX6vHh9IFI0/IESBzbSdlOJc0iu23VQfoq7XPpHccWY2YSIKelo7qzjQkUfQVJborWz5/VMSyriodZmdL9PE6ZuBoAhRa3naP57GEmq4uUSVsTnbx8Dzmx9bI5l4Ypy679ViBxsXXKXcVUWAvBFtnIA2rHfybYRhEog0zq7UzOljJdlymn6L0i82xPwhD8bOezKoFnzVJ5t6AoTloMjTmOARylj+ucHTgY8WgTeyxqwr0yCz6m4mpZLsOW/JarBPkY2ns7Z6bIHp73GU6WGACatr4Clu9fZnawLvG0TIZ9dQY/9pSph5JtxRvZ4heVIWvSeHeWRTBq/YyjMKSZZXk51JFcrstL/E4/8uYNdlGutFLvHQZDV/gmYLhxU6ApOxxBrV6sVxQogqXG9UpHn/f1yXz5CVRegocqvHkFYyCXvu0c1auvA36y1tvZrVNWhpiU+SaaaS5tc8IuwXVO1tElqcEtDvVifxC7s297Vsrlg5Q+pVzSbAH1nLYThR/P56mSNFq70ll2o338Rjvyp5xuwQ9P4nYv7dlkoX5bXkL4DLcnlWdkCtvwK0/+qsI99Oong7fyRfvIniUhj7maUf5FK3TMw+XAHeqGXmXgsXEmW7fPX0+fHvmeoy99YHNtbNdyiW/StKuvYL8lL2/v1YihAfO5zKOVzlzHUVSEHbiF8cjuENE2ll+rG5jjUfj0v60Q5rfGO/NbdTK6yvukIU1dQ5Xflcco2CKEMpu0oxMp/Y2eb8z6PpO37zlD9KUiXyX0geuNL9qOk43TJijYTqfiqFK9c51ZpOXmwddZJHXOOjm3Po4XTs93NTbtwKmxtk1c67xH5NIxKDfpOGfGpWx/F/2gQ3DoNAgjBG2qsbSlWJw6BaaGVw44j3wrQ3RjBcmbcAECPh1dmVji4MAgJV74gTdCzqIlLhu1/bz+Gb0t3lsj3qbIB3x4C14D2EGWAfzpY7R0Dl31nZets6v+pY4uGb3a+l9VKAPlLBb09Aqp6dhR+ZX6j4r6U7vq+LqQ8bc1wA2Mwaz99XqbnZb1ci3HO9e2nZZz3NvsdZY5kKXlNcBDI9yPMQ3/W37oiydOypwZ6th+OJwOnj6VWWX8aix+6Eu2z2Yg9kmcpdEwIUOclxcDZVAl+Oxu2tyuIKH32vL8sTRbALIVYC4Y21onPMdCwczNhzngLBLOgJ4ATt7CoTjcr+JMMmyeLZ2bmwj06lwie0SpDXIGywYHHsiUQEacKJV3r6WrbpzPGHAMfCoweMTr3XRw5TzBZWhY3gBSXRsANBw8bcZYBjqey/F23vYDr2ymnoMvJ+hFpCn3uBs9hYGiLMdoMMXhBQQG4cymtYOORkDlAJ8OLMgQxRNM8SnlsA6xOAI3yseIefxJKqtf5EMowOsvcUfoeLOsxLEWdaumZexbJvFyKy+c/VSiyd7+gxaKUl6wpowijDbN/SYpiUPasBa/JO8MJNpdOh7U1o/zmdUmZynyTUkgcvIOjtLKPbD7Uf3a0p29pdcdcCMp+ZTlS7qep9GOZ3KBDZv61eAgD+7c7KAwV5AamcQcb7dxSkStv3DCjRx5Ci+r7vyg1kIkxdJ2s9T2l3wLqbxuo38bKop1JZpcAWLJdR6sApWmbbSja8YbLjKhiWzOup2xLm8Ev+fAt+EQBEtfgBHzxokkA8fe44JObttFQmuFHiatndYyOuQtP08yvaMoFSEsl3oMYHbDfaSxMOOAQw0PA7Qww/XWdGFxpimIgcHHoJ6dBeUDFEzLeUXwhd8yv3VKzi9H+t57AoUBDrfUUdq2NOJQzqQoNLgGJ1WdQa6ZJLgNkHnG7aJzRbQruzpNmAzuUnsPWLhDuU0OpwnlKdh1OxAZWaNgbaQ+kAZYeU1HnTze4o2wzIQBfU2HcO2XE/Tt01H7DBJYkKitBBiOvqY2tgg5+WE7chQGpiSRtSWzt8l7+Kn9+NibgZUvl8wi2tJghFf+2mW3SllMJ20gbbllg6Iy2aX2OplUxnRGis3rku/TsXAwvIe6VjLQYshjWjpkkscj3lX8o0PaH9rl8lOdgS+oB/9H2KlfbQ5YvkMV3O3g5zA7mbPyKZ7jWeWcxLHmhCPnPttt3x4DZakOPrtk5y8icMWYX0RwiUnO/RnFlZLRtpZvpcn6DfBAWey6o44+SWPv9YUbtdmp3nXYafiTxyty0nICrHO3lRagsxIDmMd08AsEdvZbH1A/OI4gwpZXg5d3xQ1wfqWHzu5dcAKCl+K3HJ+49G4nX4uTIJhF5mEnQQFaefPHgAj+zEyDy3NvGHXG6YwsMyJGLuGOBjDATpqZaHldPBt8Fu/SzOzPoZY0Mnks3paJfy6r1ceemt86evC2jRoffMI7K/QDqH4YWd04wj5rb+ru8qBuw4sDg79dlAFBXnkdUz3AEBv0nH5uqXzntUTl1rnESVYdhb7tRt7VLuXLacUgD38kyfWRi3TW+M3ClABd3UjroyTt0BeE7Vqf/6jteblY/lq6cPu/hCxyKQ82mOeoj34pLQfAQ5eCHudbwc/KUyv00Sbbs715i+TMOpxTYvVKuokptvmQVKQInHEp/ohjpQ2G0iftE2Ney/WL1i9eSiVllre/tW+5Ps9LMKV+6LNp4mihgtI5QXu+RtQ27y8V2g1rSNqS0aFk5Y5OZx+XnEf1LO7MUHrKXqXNVNgeVI1tHymw3SQUInTZ95JQXltpN46wCkyA8s0PpkcI3xmRjw+9vn2OAv2oBvEtweGWZzlvWKj0t9H8lUjl87JidDSkDUyZPYqfgBBaPopkcCBAyogL1DXQmnUScByE5qbYOGNhqJOOG3RBlCPgoFoGH+Icd9lqyL0K86u2JX8Uv1XWIaNvZI7tJABVb4CZzc0G7a5MWeju5Wh+q90gpj2xj3YSj7QQC92t9ivoGJr86ooBUwpJzj5iP2EdNNaNlJEPQGEPLdrMnrLq5Ln6BpdOFP7le+W9My8G7WDOem7kSThLNbZfuGzuDb0H6HfWX+ppeNjpy3bcyGs5BbGUaFeyUwlX+TzW9nmgHIIZPNDJ/FDb1k4FJi17TMXFcQsc6mrVpeNP21WqvOdPrMCH/Lt0oU6w6cgzvG6+rFxshhAt7FKESVsN7C3vB/tmUG5u6eF5a65+FeDDrn3HAhWlnOCHf+k3wRP8hmc6ceA5bjd2ABJWtwnMNDscLRfv4DdOZHKwbJPDygta+EHQCuNa6jg1Vslu6ApGm9geJrY1So2o8uOMYWAQ2lYDFfFe+sdyuTkU2lDHaBoPNsLYYCqFg+LVEknjRwaaplOklJMtWbufxywUWbI5GfnMAJ1F0rszqzRPUHzhK0fOLJ/5HXF+/5bf3OENHqfvSi1tO+IhtY/WyOm4q2NGd7ZCfx3VhOFcb02aAGtHakBKoDSgADjBcwFfPRSu8J1tVkcCzyjY0fM6vvlKzzjNftRhioswlp8Dvs1vEKlDfm7OuIbeclMPnSiSOsryBYODM0vzKBn7Qputalu2iRdWN2P04TeCqiiRslWugbUWvzT42mkv0rllgMQ4eTtryQJCzuEF1E36144nn/iaKqjAeahtRWSkYXuPthyfUqQNLeWjS/1A2cdv1GvvrB58G/h/ZZqbZj+ioUzK4PisG2e9nkxlsbZJWSL3XhRdqRU0XOUM8LsjjRxE9XFjiXb2lLCY8iP8wj86PlbJk/c0lisdq5qfigzYu673fnK01vvm2lga9smDmLH99mZOm6GpLThh7AhmEzCsg6SGn3Ge9yS/X6Lbm+KU73ifjm+FkGXaJYBxvmOTcU7xBSs8m8QdoZUBwTszA7eK1iFyabkCF47hrMrZ3pu/Etlpahw9zg5ijyN38AdnO3Xa0T6ORrBQ0bnrDaE3ZjQNmnMp3uAirOXypSEn1aj7+ZT//JG2HYZp8h7PUV/ijF6WLGP7vLVAwJG/F57heGF98ss335qns0Q3dg5ktE55DaALBxoU6YFdreKmrsa26HLyOFFmn2C0qRNAB6Kg0eYLkxjlPcdWp8bzQOkcpjgluIKXNoOgtezbwt9iSs9Pp6LM4hItuy3YWpkJ98B5FDxNrPij6Uw/NlauMhq81Otvw7plkz8jeo2BCAz01kD0AKqf6E/uZzaPL4JQWyZxGP+4RG3g0i6Gn+ihLX5iLyY2fVLbeLpS6PYxiilKdVrI/2zWisLzkcUyk+Vu/NU7WhxEVuOXP5UEE78Hfdx2HFzbdDsPlAoTQIDIerlSMmLQuWFlIRPOvPXXor/115JCVWLagi/nCzBVB2Q+f9afBqCDLse5FrAMLlWU8pXj8DqdV74vrNsbL15+uTnDhC0Cg3f67fxx1FhmMafy3ORDEuK0EccJbhP8bKETCJYbHpyFL/iZmaSTr/AY3oD1yNbU436+in90CGPypDDSGnx7w3XvdiuYAKc+lFmHtrmXYdGRAwpl1uXSDP2MWp54OkBdud6rXAocfBv2ydi9lA/cgeFs+VrLOrg4Y/Q89oRO+EDnajKqsS1/nkANXou/a8gTWKxxA1JZgEngLWjK25AKKqPj4CsN8Wd5ZOH2XD70MChnRmmZ/1H3wmtd9LfOPzpsNhXpSrZVIp8GSP9EwcItFkJLGNPWPQ71wg5etbC1a5PwbTY4BhHnCZKrrTPlyOWRsvirfByRfZSnzcdJgmOTyjwBV41ePtGQmAIdIadlcCsvBeHHfi0vHCdwJ04cmFWW6iWtr9pG/NVbdb1bRNTUxn/wR45cegtuEpi/GEm1NcXFAdlLpubPHeNMMY4fxgD7UflBWXaF4z885UfH5Jt6y9pmZXgg2WeSrci0fDT9HjFAVV4+jEGQ24/Ix6XjzSufVzP4STWEyI1nBm/XeAAAFXAaTGiDCRnzCRzIJ74YillX3wICXrlXQLFBZlUGKBq6NlMLiJygRJnlkjdvMi9fnlukBrIeCC91bknYyUIqZbY7pjqG9WJYDsFxzvXAZ+rumUW+8Mtfz/7kxxpPc5MLpmpD2sJ7dchgw9LFzKRnjTAEFu6QY2dQVWsuAUgz7dVj1i2Vw2BZfsKTakPQBM8Z6QfxlaMDnVdCs6aujsaEgm9y5sTdIUn4kMInRe99f7rnAXhlx29GBukfUwevdvBj+Z/Nn8lzQKLv5Nk4JhtIfahZuj2UyXOWkA7yX5VQx+tk9Azfj09ihQVWX5UjB4a3/uDVGYqxV7lee3i71OVZo5zYN+xH9pP6l+uoUmqyb/9cil5Xv7LD8bPcRYKbBx1iQMSF53YC0ToCqMPjyDzCXCM7zpK6Jd3YYAwrjWNKGyM4dFBfJm8uGiu2Cq2W4NHOspId1ZE4qNBBDJ5AgpLsfP4NYdokqyJXZ23nBAPnBri8uijOOBcNQmvxqY6DEzpawo2ymU1JT36e1uyKbHjwh85n7feJn9VtM0ds2q/kGwIzi1VUPjblS+vbz5R+WnAGX9u5VOfzbl7yOutTRtvfOrtDvpcXflmTep0lAWNXWXWw8Bl86hCdvanjvNLF0XHA58xASbCEBl9cumExX9XIuvSUEXETIC17kpd8JiuKAZcA6s/gZ0PzQjprLM3Qged8Dg0HS1DmLQp5g0Lsbzu7iUGmVzm9wuiD9WADVlMpS/7IZ34Wms4IVh31pQ8+YTnttvRArSz3pQVOSAnrBhKbkvR7A+exL0y5x+iT41kfWOWZdQt0kWCvPkVG38r5IX8El+5+Q7BMSTM+CaBakzaWWC8HAL/6WvoHMIi4pdCTJoXi9aoKhQZGftWtSctddFlLrIqfSUP8s7XOtraU4tKxNpReS6i2j4vDtn5oTV0DoEzhR3Y4j+tUzvAvDuq99Utp7NGlHfoEb8vloyxqYfEv/SZ9kTyKzCvR0EzN4kMY65EmeMfe9MaQtTr/UeaGvKj/K/dV2ChOJdYA4SHKpA7+nN30da8RVNegTo2mQ+5cq2iV2EeDvFREmd68MdB4+UiTJx6Uur+/5zEYh0xml0QEA5xIY8iFrnnL4UE8BgzwGLjESWmcNgEKQ44qXxg5c2Mo9XZs6zQI8Nw8yv14eFRi5TCQOJUae3gJ71eS4nLscgffm1EAK1/fX7/LndwnZsY+qnPjDRad3WgGnDNYO7kJ1sJbZjjwLi/yKj8Gh7yVBQve/X9mZumD496wyc0SnCs6xdkaMNUp7ZxZo4s4IsjsaLe8GcEh8B1U1GB5mSCbIzTVnvzIR/gpoNDFGUtY+EcSOgTfpPAGvmsJKqGNayUFduWvwf+obKP7F3D8iEblOYdSOkk6eJ/NAPVn/UtbWyeM+fSNDAnrHPtrhwUjnPbOY1wIFXHSvDhKTajrSXvqA6P24fl7ajFAFc6GTZ7bP/akLO1z4rY+/Vw/zySCzysaJ2ylUdkaXzzK9REX7S0bkTYitKbssEYpxDScY6E9m21r/1cyE5wvAtpQvaRVoWSiAtJ/6VQGlHdSpUZmVdrZpuEtw2JRKMcEOIMcPTWjp3UsWuaxB2CjOTD2srg4h0csAp4VHGlnoHB6JVca2d/mSMcXDwV3vPYh3zQK186G4nxMYQhv/FZ5HSIjc7AIi5EI2HligBGvQcR2w3sDHOR5HRMcBOqvPOL0jVv5b/5gNh/8eFY2gmZnzbT1Fx5hSSfxKDOjJ0+koQyvDBhvDgIcb7wMR/euUTrLl35+KZLn4FyndKacGzpLtojJrrqqvNKy46Fu8EnHIG9gNchqAzbaqJNpvxiNvlKmXckUYvAHnN1mmSk4O17OAM8qf+JkaIqnnH7cSN1+n5vztsNb/OO86q+dnTFxdrLhre3XKUJWzpF2A0tGf/aj2u/TddwDp91Dh4IjZGxt5/4oUXWdk2mwYsAKlvE0G0yjiS8h0dixWcbolzi0ryWcceLJwmUA3R4PatylTwsAEmceicIcu8hMBxoGKPvTKcyJCELmRxhLFv483pGgSJCgsJvxxrztEBfuwyrtcimdS03rypmzlxdnYK4F0gknGEiilxTQjgFxexRt3k5r8zuehRF+biR5s8ckRW+GWCcOg6E3dHxO05f77UB+jDSwzKTgXuWRjorrgv0Km+ACa5yvBjMw+lC2DbsmCM3lnL5GJxVIJaBI+5nAaHD77fcvPObEc4G8YfT2TICcAGSQTB6Y335DiIfT12+d3cpXZs0e5VKZOWbNFf7zhBSXzurPx1vyY3AETgOy2shoTpu0XbqUZ2szCIDM2upePqkDlw+vA0ENeT584vdB4VITFNZqkSahQM4zMAYf51GxPAnYNDMFz9RPju5ss9qrU4NS7BKIn9s1eHc2nnkXNn73+E3WwspPfZP8OPQVMtEJ5fK2iQpePcykDL1iWj6f0p/bycVRH0ocRaiMQ9rtou7HTh5rP8tmeSM3zDBQnqFcDJ9jOyD+QVYbaLo8V0xmk5921qkTn36wR5g3ZUlA/8f29kPhsgZFgf23a9vtm7u8tow3CuwJqfq11G6Wj4foEeNLi55+LAf+7r0UDzNKzkmic2sYGuTW/NekMgx1pNjXPeAHxu2sI5A3bhQlS2DOvNp7wqQ1kQMAFZrASOBsUKCjEzydWb2wvfLc5BuX3a/+rjYftHwA1xsPnTtU7LQquzjtzCagQvPNmx109BbSZtV7E0hDFMcqBMjg4oPOMBWHNAYKaxfxplV+rjaPTFR+fyc9jyvYlu2VDhlHtr1BkAVMHfrx083p99+/AsElMl9S9tGdrGM+3fHaFrNMZn23Qfw7cAAAQABJREFUv/x6+v2JDyFD/yvymupghW2ghC783DjIIICPBt288htEyotwcB8ZhfU5SnWamaIeDIPqegKo5+mMlmEI8x2UhCNvuZfrNPVSyfPMLtOu8GVSeyo9eltJPavG76WP6rVc1kyD83sYPqprZ/uo9n9mefuNvnONCwuvVtRm2KSzv7GhvlU8WRvemroCbAD5XtI3um1Q2mw7aWb62LF4+tCxbPLndrcXyuuiJf8XQbO/6+2qvzGCvqRi8GvluUYb188kcejZn0yZUUrIRv75M57JUy8bOrDKtZP0mpLS0V5QvN+Jz5QjWfXrArkkW9URISVL+R5Uv5e5RIsqwBlnAqactaPKW3BYR9kY3tmWyTW0KECFmMqK6uy5+L1E9tTgSefMZSNHe+w3Z6YMZYNDNNIrNvmQrslAyDOXINp+dhcg7o5Fbr+w7uNNfpKskqdJAoQjpcG6X9MWpwFSsdkRLG/4elFsQFAUR8olSVJHuENodH2Q0KU8rrE+sDbJDPPtUbt1eybou36ZGZCRQ35evyVgGUj9RUMgtw4CcYgAxyFB0EDI4JGgRlvdrfYliKIXlxycYBoI4YI69BkOZRY+0Y/681nJVy7VXQLogAUJg6cbAA4UaRmFg8lLf9rfMGhYJ4b6HTN1Tp0JOCPZErIAgnxw6Ab/ylG7d542lhOb1cricfCUD+hYxuZuZPV5WM/h1kL+bdlUnwS7jdhetSOJW185Fkey225maiG2Su1jfWyq7Vya6FswBRBP/aI6i49SZfnQOMJr60q6CCxi024rTXvNVTw7Pts3OZ/uR3IQURnTgfRddQhfgO3Q5WnOB69HHCA+4IQgs1TbTR8HcZa5VkPMp6pj97zIZRC0jjLJH30tyzjEhH1mKWKAVgqn4DdO3ONbiTTakLKjPvDOnGdygknzVhN43s0oB/F/9TF9eMkVo0dJBiM5yW4dl6YsE36qBCN5aqfOV200PCXi29bQEhjtVIQHOq2Xpf60bYIO+cxUjQCOKyjVnJudSgeRQA633whgDCr83TE918m9QePPsN7SuYU1dNx7Sean10lyo+GNyUzSACjCOxuRveWmzg03lBooDZYNknOnX/AESnDEmUHkJfY9cvj23jPwL85Owe9luZfITJhzM0anueNTfF+ZdPoTuS+v/Io6bb+pG5laSedT2q3IqgS/dogjbNY9CWZZ4wW/gUyHbUcDD/x0XdXOoRMLqyOKVGE8pxx9z9eXohLoTyeSrQE3L3+90kAwg7iFHyQ72kfpO1UfNTmU/5HW1YedUfn1F/9/NqVNlfKzTf4T4PRfmLyi3POiOZvjR6StZ4tv1A9yftCDS06mwWTVoTp1V3dF25b6V3ysAfPYXu+N7g9IrB96h+Kr2UOg/CPNruL66cKMFDB+LWXEIByMBBPoGvXlsXxa3o7wXlQVgr7SKZ3tOErYie1k2QwEq+PSSwFEiTbghkjaGSOZWWeVxJmrJAxiOE/vBhuY3AyOr7zyaCw0YBLc8hO7Bj02Ri47NbuMhOHU4EDGeNR1EExIO18NvONncvN7u8wOnVFl5OMIorCQUS4KQvbFvzdV/N0e1zW9TH7iNUxZNngZEO/4+bhnH+0B/zgLxXGop2dGV+9mezl+YY/zjgJCHa3GIV+VoNHqKyWUobzZCtEynVe9RvcabUy/bOK4VJ1EQ/Cqjds2x56m7GznTORQkNbhsXgOVWSPZeYJ3vKBXuZbqyPe0D9vfzgbwEPRtWz5aY16SZLhIysWarCkozSr6MpBFWbwuKiTb3V9HGSUc1f4RYOL087+L5nbgc65G3mG9x0uOW2+iuoTil0/uNSvGIRVrdMGCSPjUU5n27X4cKJP48zSymZ28g6oMtC+FJejILStsE+xnaUwYX/duZj6LVDatpc2U/WvOLqyobqajvyEZRSRGxhUC+U02cszo046EmWuU4qjyu0MxhIfZzBFUQQeZ4Y6jTcJUrbks63Ok5mJa4ucWnLDBzOc2YQnLw8JfF6imrqALWy45NyZ3lt+DtfZ0T03UQw4ziQz+0OZeatIw6h3gx1JM8NSNwTQaHbSXGYioz9hwbV7gqVlWVkhQGvQ8Gj0DS5mh8hrsLxH1hd4N72wFNBL/95J9pEeZ6l33FHPLM5BAXqfmGbyZbnTA+I5E4VtZoLVkzz10Shngd6kknHoA0cXDJ06Y+uVx6HI2alW6ZqlcqYB9JS3ztuAuRQgWv60j1ueAkAn2l2cc2nnif6sXbwse1Gh4+A6ASkseNQ8c2KFiTJdKP5iQHKEIr0yEDJMAK4NVlvKl4kD89FOfMeEyroqtQp3X4QWddZfTzBbh1vVteN12L30jF+Kg2Kv3nPyRaW2z+UtqrsMUqpr8OVbCNpiDcLO/jFO2myz+GBXILe0Tsmf2bks9YrzZQKATeXNvuZlca7sRE8yamRZx74SHxyF1pa56eWaOvx2uaitEkvsAxogM5dccNe/41TQFP/qn7H98rdMYtQXhfK1BUqd+VKJkvvXJbiI+55TcDE/zkWxl3H5mABFKkPl6fWqJ51PxfgHXPi3nMba1206bT8fJQzq9i4unbhf6fEcvG50dGeDmV0SML2TroINWMRENu9ivxAc6V4EH7AQHGlH5T1Tygcua/MIEIFL/p3hNdgZZKgkKU+cjwUXA3UBfYjbNgRGbtxkRplLdega8Ll0d41SaLjQqhzhj0trL7u98XLH0oHaNIj4Jk0fRmdG+uANql56T3+8Y9b5+shdce6Mf7WtzKLXVxcrg0X0CEzx5g/k84NZkr5InSVW/wm26DcBEf5gPNA+BF9bGBrRi/hJhYNvJwWWq+/UtD7Z7+xm5jSBy1b2iYU+dgPx+7QiC1ylTt4yEqCNa+DvEfyBEpjxb3Spn5rmvJiqJ+X4uVDZVj/eS6sa/THsDjH9qSULBwdnnEt1O/AH+O3GWjV7dcBW3++ArBrkzL4lVCEDnl0mFUfWyV/CCGjf9emW4JdOgmWPTlxCBSLpNsF82FFt6M1VXyC1lMl27XE5ZbcFyhbUUXXgj9IY+qP6Y/m5MxxrzKMw+dkSNClQILmIURAj8YRCnfkFKxmgohTb2X5YBUYjemp3zJsfniNvgpKBwIVBLOjjL156szC2GoCIx1T8mVv7tvNQO2GUiC6y9kip03xj2e0dMzdmfp94e8ZHiUBI8AQvjfMpLVnTOJwHi/xTlvVK5Kgxmc1IVgiCpGuPvUyHAWVJ0KDOto6kyupsKkJzWAGb62a4gpYBqhw3cKorouTtg3wYDuXE9l9Pv3y6P33h+cfHRwM8QfwL660MHptrSIu0Dj057GtXZUN/hxTdowv1Fz9ZfqT+naW8QEP7yYspAwdZ9eHygcl2aav82iCCpyp27FoWjWxnnUS7i3QGm+g1tFO58BXH5b4QLQ3dxdvRd3ulBeKVLoPFoSYQeHZ41xNNe31ODzuZFWDnU/6dCugLo4fyBejSp20y2HgUm+ULh77aZI2bduKIUpivpWxkC76F07zZjYaWwmbebMO5wmYGFDEsu+hNtMj+cqerOhszlgg/tOL7q028WVwO1xpNmWXZbLbyrhatDz2vCgRIki/P2aRjn3YyFEEsB+/qPy6zeP0Qn2nj7J3M7Emf61mDp30avOC7CJR7kw9z1/XyIfheMcLtJcfcoB0o2FvqUMkLkowCxzgobooHT3S9CvMYyhqfozc6qzNKg+W8pmWg7F1XO7zOaVBxlmWsEpFKErvcsBZJcLrDUK5FPhIkM2ECr+fecc4sMsER3pkVquw4FTPKOACY85A7NHIXFSOaMmt1RunMExpu/dafAc7IXDx9tTIKCE/iEoWPFfnb6reMrJkFI5dv8bzQLssBXmcr64PPVzIv5geWPt19jQyP5B8Jll++usxwqVG5+wOpig6WYMJxE9jiwGCn0PKx8U5OB9We8C3sDtHsgS3bxs7CD7JDvdx6iobNksztZy3bOChwC7sP0mPB+/yhdSrPz5WjtHcPPYc4x2jd8Lrnji324EU9/KmrQ5ND+6G7U5gSffEuPnnEzGCFvr2peQxgzq7L+5E3MZ237enOe6kWJvtD8zOWL5rY0+ePHngQbXxdRMW7S9bcppvgdMfm7GhhKSna2pHZ5GNS9PgO7wDMsZT/eKAcKv+iYwNKkZvPbGOCI8Jn5EG4UdBc+hEmqDWgOcaoLNvqBI6M4COf9U4crZfgPg8IPCNm1ifN59K8gc9emLUdsInZiWMuu5lS3hPo7gmYzsLu7x+Ylc1I7YxSJ+MvwY08R61TtRPICKpbR6LcddgESsOzQdLIl5G1o2GDLXWUO/McuWM+13cwfi7/T9zFNgAjqjJJ0/f1/cSmD47nlUc6xOdnxtWHp9Mvv9ydfuPBc38HXfU6MLhc8f3UIIZq4MOBZ6ArnWSbBODfc4Cc3bsOec/Rganrj4Joi9VCfD9gIKO8nq4+PWrtQVA0Z3vUERvvhUPMtkrt8V+X9JzF5feJoBdTb1Z8H/Sv1apvdTBy6+PV4fSj1h9tK8WBv0a9vKcmNtHkKp7jXAZz7vhn+ZE6JcAxmF5Bq++k23K0d5ku4Zzhhv9gLUxbNS+8fat9kbP0NcvsS7Q9Z2YQnB9jG/p7mF8CmM+6kQjOiJ+3/etnEgiRC1RV+nQ4BTGvEU06vv7tZXmCIThUlqr25oaKWZO0KNk2KpzxEqO1k8ZiQccsS93pzODrl5sJOpT1WTTy0o02dSjDpUfcn2Cnon1W0iCp4scY5DiXcpADR7ttek8Z/BugLYucAPflfNvhEjnvRbJ4xSPcuGNoKZc11MfNDEDesHFGaURnaUE5nLXecilsd3Ud0+UC397xJs/9A2/xAPrI3Rp/wfNLHglFq6E5rgmRs1SbBYRydbJ1AJjs7NzLbOaG6E7uc7FtEFTmbLWlaPuzuOZMKoZDSaRkdlNke+s9NNngMlX/XjLlx6MywFCWNsLPNhrVxgvPNXS2sJ4NCUPMz24dk5d3Ln3sybzIzuH2emXYhNiLP6C/A1zPzV17a/UV0ZxbEFs4YNdrBNvS8NEbIegswW3sNbqhrQHjR/xFpgZfaeUG0lLBdoMoPDi4U4He4s/qduk4AWydb3U6M77WtK8j2xc3LWrgscvwOf0uwW4K6Q2r0eDflLEyo5PIvGz4L59RJhjIwCbRJVvn5+r1aGSD46jDC+QVt1YZlf5jIOu8F5N1FIKGN2y0m3UJtETMKIBZla8ZevntDLOzSC9NMSywmuEuNzbkBBgNKG4IeyHcgMo5xvMGdVb2cMK8fK8zLuM7OzRIjgOIw6BNlyKgsWl8NlyGvM9O2hHh2WNmoZRDMQ+bc24Aa9BBKJJc6Tpejpv3hpXTXtdf5/W6rA/RgQ2MBnW/0GNgf3y854737enzZ5+rvDt9/vRw+ueXL3lwHFQfp6X8CYh1qPJz2ch14jx5gITC7TfUhG+blC+7mC9epTlPlthi0+XqSDQZVOcNjmfwnBtRtl/lWBp8g3WAtbdlR+9rnT6gf+VVuSVPeGl19qpfk4rhmGQRTcSvjuXX8pdtr8H8mbIGSVvCTYiUkjqfj5ikjyRI8mqA9tIeUfCRq2P+x5zMjPJoJDGok6bJqfv3aULj+5pDSYJgB+Wwa68IWvuT4vaxPntJr87oR+lLHNshA3Xk6oCdbHpZ1yh1gFzWHCAk6mxhTF+yB4BDdvG1l4z8e8lBORaeq2toTM2h2dVsDXheJcY4a4rLbdnA4ClTmHaCXHLjvkzD0vm8YZL1RSCtG34sN6FXAhaKpXlgDYI5p72BysDGZlBL4EpHLu6tcwcRJEHvo0NGzTz2k2AKDtvEmJSnvaaVXw3VOg6BE5VJTm+VAVw3PNd5k7vpltXJ32DY8vwgGM9TvnFz55V1qns2b+I83j+fPlH+ieDp+ddn1imjrOwitxowPqqDpi0DqBWdfayG7WDWiGIH5aQ496NFAFDsYLFVl8j1vfgOOA/ZK80LnNiu/iKAZQ2RQ1Cu5LWlBtCP0rEGPHO6sm1Z/MVg3tRjfDY2bulf2g/tDQkFU+ZxN9YGcZmRn/ajQ1uAimaQTas5n6NSVaczYETK79K17dAU7+jnmCs9cev9Jo/mdsop3kusZJN0eAHQIN8WtE3XHF4Ly34l+5bpPYVQrfME4t4O/+xdYAJHLqMyqkAGWqEHEuJoUKXx4E7zMuSlrSl+T9YZTG5aSH+lQvSk9J0lTe0SMqeFHAMY/CY/xq2BBS4C6825eVle9TqSO5MxIFqWWo4MCgYWcibbOvMzJqaMS1UjQx8Wp/uIG5l9oDzxMDNFg6YWoI5jbty4XpgybvLYxkZgNDyHMju5yKWt9QovDJcHdQtmHQm06NsA5xs9jJbb64zSAv6os1tl8/KCwjtmpRJQ1FlrDR8ERW3rXTDf3bZMOm4P5B+5FPfB+azHil9uQGLwj5OiC8Bo5yxDmUzL4RUoST70IT0BrSs0KbwqfFKkX3lklFH/OSa75aW3NQp8bEQu8wbr2OTEdiY00wB91qz6v8kv/XX5wZmdLwhUSue8NFCmxcMo90hf/vSjoRV6ByPIglcxLtOogX3CoRKqL2drDGP5y/JRkCwlmSdJU1p6g2JElDN5ApZdlm4ODDnR2fDCkJZTR99Ls5wVGHDls2oc84c8codJm0JLxPpgeW1GfVqWwh5Xk+PB5t30IWV0yrLzd9S3+qvflY5Q0c3xSFv5L114p078hVOCoSdvYJM//BkIgXKetUvyGaSpqa1qE+FtIubmuWIsApyQTteHfiVzPYWgtKjO7CmoEFqs/M86hNN5FZhAteDD/XW0LV3rC9JQiZ1VSennk5yrjtnMqQidyDK7WnKc6wQJCCocNy6k7swNEM78tFgdg3qU3Md9GmR83tI1ll5ak8fyxsh0EvhXhulLVXTlsIxadgBz4jplDaZrtPuWZnH0xpDgq42OGjnY2cHFo974zyUG9Vl+8EKBAU+HtMZliNuHTxkIb3ksyIfjfTD9gctxH5b/26e70y8sVP72DYsxaNpGbuoq0CA5YIXQFiw9N0lcGur2kDZGD2UJSsoi7knlcn62QbLRU+QbGMWhAywSQUOVneOHafnVyFP4yqacTZXR/BZwVs0cYs8f0BMmVzUb3NAZLN8/Ri3D0vdB/1RtJgj63S5u8OyDVQNZ9OpzsHjBf2pCHdHvj2Rc9bhV+tJP8xAjAe1x8tM4Qu39J5YZPoTdfFKZL3yZknufA3z94oiMAqlXaTprJ2KiA8emLwOEzCOwl3rp6AYVO3yp+obGC289PPkjXQlClrcuyK7t4swIAbmQEr9srGbhiXbH49AbdJl5rpM0o7H4OjZGMM65a7E6oIEul6tZH1QmRyjlYBxJEEy45lwcBh1DrgGkgdxxz8HAYFmue1RjCSphQt2oMAIX55EN+s5p1HECKvCBodzZo8qeUbBBFlgDNbTkb0vijz0tg5egJJgod84JDeg/C/3KyEcpvAnlo0Q+hP7AO+Xe0HFG+cAD6I88W/nAHZ0nvmUZ1sGRpQHwOuDlDZ0QdyamlE1ZE8Zn4jsIPutS8Ut36DV44IvYDU+0Ew4sDX7Up9xOSn6Up/HIe5PBQegyKfr4h3WiPaYMfmUiz9/6ec58MsuBIL5aKTn5MDiKTxqDO/Q4OdKV3WLSAMhlfQxjaWvEE1/kdHAdc9YnUe+cvC0ZsPEJ4S99fUEfDpcK2ukK5Jq125TGL2BU3cYGwHDfL+z6Qka44HznlfxqrG9mggC2rKvHL/VNN1HoqyqBLf3ao5ic6bU8OnIH/VvssUy90VCnTpRsZV4PHx3Y56qh9gV7JVBCLDrkpRuFc0Tu1K1pg0jzxt/iKbzKeLRTnOYjp55OnbT5DichgNnFK8/a6eQi7q0RG++piqABP+2qwJ/oWKBwAsS+Ts8CWC7j8vwezwS+8g6xv/m8aWBHdyVnoCrDMWkYlBfVBQoV+4N0DgF3UdIo7uhM0AJfVb5aRbk6gYPBqqOJPBm/fB7RIJNzopKzPTfXNskkyI2OPPYSuyYU5JisB9G2BT72bNkRzwYbJGp8JT03xubcwJ71SYPKupuO3gOrPIBkxsmXhG55n/yWdcm7+zWzVC5gPjGr/Mys8o3Pr9mRtIEzbo86jT6St5lCfnHhIXaRAno+JEtMI0uWQMpRKw57RbF1juTbdtFYcNGDFfJhGfrDij/wC21bW9rE/DGN+o5lH+UTKM6bX2C7bCmXNoDfi3aXkHNukLRX/evS0uxFX+rkqEEzljA67SPAxs6Rs7HvVrlldmFjs23pawP4MLO3LMjl+YcNzyrkUm86+qM+I7ZdgvraXHWdITiDmxq+uwASnQ7l+VqcM8uiK5sR1qbAeJnmDPSBV/Ycsb2EyzcUnTWFEToUI9I3PsLw9fTEmhif/eJB5q4TTrQe0j93rIjvVfbdwKkjZJMGvBkwMwAUz1xejdp6TodCxpF+uLOMOLgCY2dkrk+6tmsA2dNgawnNks44T+A+h9vbmxvqR5hjfqAt28ttJT+uIfrtSIN9RuTwh94ZBDL6A6P9bnnX24eP77iJc8fM8pHA+UiwfcAXnqn3YxrlXz2WkvouRWXepTLnAKv/TDpyl/VfB2MHTFLByAOUdpRlLE3tcSeWc5zDwfjkEfp7+dHqwAyrlUcazU39tePPBrvzth/jVV/Ojv5qOur9Etel3FN/pKpd1UA38nMywHOkIt9GPTaeuu8dxfdBEtX3bJnZXtoeiR7zB8SbgYJ1rziUq49MYPbaD3Lvadxz7Z1ZyNvb1zi7ivLxAI2YwMHRhWoDoh9tcOH/wbumdjQCJwjIOw52VumHaJxluW75+s0ZJXdTfevDGVsCxQe8UWyUNwQ7azC5z6uGPU3ZBMhe8qWoO/DXJs5CvYRrcecTzjxAIg9echNAKp/UGsAze1qNolvgvAx2tuVXfPwQho8DxbfdySNbZlqQ6ohlmxkQwC0dJUqj1Rg+Mk+jztSPRwyM+G2vwNazqTN5D/8cKM1eJgUDJrJJR+MBf/fCdx/9+pGyIh/fD4o+Yk/s57OW2fLwPPbCtsrmbLSX5x00SgldGoAlvHgOL8wUVJcvOzl4p8NJP7Lu7Y8doTDFqgye+z3LXG7Luu1TruzOfg36uz6tc1BTFaYujrSdTWcSFBhq87xjeJdJWCOfQSRBW72muHDNvttvak77NrFsmaN6gbioBjYBPSeLwNDRVov36GJRs0iJtWcGlJxIq7pv5QLmEDVxzORGWVxPp3H9unC5CRjrY1Ns0r5cviM+zfKKorxjvyZ1La4OlFmu5kz+vMpw/TuP1JCXtjeA8sTHggFKyNjRoGRLZaiPuhSnnuL9EUme4C6xIjzSnywz76YvzbKemC2r3q2r/zWYRuNA2IQ8ftotnKe8z5ru5cWLvCC+9NE4dFrtO77rQLBjZiHiF76Wo9PCgiQziwrjrHHl7Q8+CPtIp/L1PZrkmbwHO50dCMadZfuhCB9D/CcM+zVuJXvx1wepfOZ93rN1tp2PMBuGJX2R2sFqgHQmHP6jlPUXKw2KmEEVOorYiYp6eYUFLMzY0d/4Fls6LOureZidOvVi8OQf2d00AIbDmLnJcjCqAUT9qbMtpUeoF0s+5ndmevKobuoMdRhx5hxaVIb2hn8yoYMcMgoxyake75xXaBwUPUQf4iEPqrUhi/ZkwPvMzPIzM8tvVLbbzeU38EVN26bSggbldTIByHMwSCVFJ9L7IMWGdhu8jYYN9kfYpTPlBqdo1UX8celZPn+U5uFw11jx7gU+fM3xR1gq24+hjhDgjm2kOXT3+gxqGuIPpk2/W7v3uLeqZK7VSxefOQI68FHQvma+MEeQyVvzno+pPcM6hekB9rxjbZ78SFkH4vjZ1uKPZeL+oaLfHLYVK5Q2fRfm9SMo1q8D+2Na978Q8X6nHzlcuKCr0x4ZTsS+ZYGfTubzd3e+yUH8+9vnx9Mn1rS8dIsD4/B+5OCJtc5vfO7rb3ZURjrCJ5fizGq+MiKhqQnCl6xpoHa61hjHFNdjtRvmtOR50wTEFgnaXpXcNuLG+Ix+/VCGnXN7kGU5BrSN8gkiKrA09GMDpOuTWaIgoDjB6SiJZNBOcKNl/Er6GuZdB1jB2YCV5LnSmS7kaeH1/TL69UpRGcS9YaUucYXw2iCeN0co8OvbuTKgPk8rcH7PM5T33Jz7zM2d3/gk5u9MJeZDHNEBeqhGS9mlFH9VMgH4ghnt5eezFC9ff6IejpLy9oc5Azazkn0mgw6W03UGmXk42nK+QRXw2qQBWk7cRn9rPKDEpDbjMwn3nilLLWY7NEOZvLuJAxo/0itQl6m8nJeWbsvCYUxbHizN18tTFq6Y8Ncv5Cn3UJRRwOUebYmPpdKKVjXXfWd0yJGGUj2mYthaqWNwZ3Binz9nhZliFsVRhpFRLPYBFtNOj06IsMcrVysheSQ3efvkqsxjU7uhC2EdvupBeh/iGXzXjrGZfm6fmiGTwR2/bjrXRWioXwmyJc6RzeTnXX/F31JG36H/G9DvPyH0J2aFPieoA+fxEGks7p093RNEP/mlGQKkj5S4luXM0dkkExKQ1nW9AH9Y7z7/zpseeU2Psq9f+aAsj6WoYC8tdr4k9HHalFgpAfwevN6119tkuV0IxCmWTELqG7m0WGXKq2Novl6Oe9mqolZwA3WU61Dqmz84nQOEycCgeXbqKb6yg3LajDEXiDz8uPEVfBdF4og88D0IQ8+KGirPR+JMXTvkiH1vucmjjR9wcO2pBq6lXOolwEWb6EtN7slWK97theSEyyNW5oVJrTqYszCdUneyLP+ZPXLi0QG3sm1g7zJiOcfEWRgiNFwTyQ69Bi/Neg3kHZHvFIQ+SMR1mSwS/xzl5xrcZbu/dg61yPgeywTBqQnL+P+k1u8aia3DvDobSQb6J4476gUMDv67lv4T7X8IcuRp/NKypj23l7wvm7r3R77pwJdkmBl+/vTp9OULP3fKuDGdrNHWzrQCI5HyM8Hx118+Mavk2btfHlmjZI0zLcqc+vgnvwh4R90JfH5U9gu/DPiVy29/UtW0GSmdOEXs7Dhu15NttGPbOku61LzBwdTyUdV1bAQ3blx52b39VConeUQqU0MvO3uJakCJHsAuhcRJyyL1qsso9l7t4TUj3nBxBQZG+0tw7+t2aab9x0d5TPLAHXA/2JuBAnU4u3SG6IYpuXJAz8LRJssIysWA4EeAH+D3noGgd6mLMooHNssajjChoT1mK1xQktWKDh4lYTsGFQJy+AmoNaZANvtuf+4LcA5OB9kGTtsOFo/SCD3zF7guXSWdU+jYegeOvTase/nP5kL/kvgHjf9IkMw6PXw5s/7ZJH5U9XGSTzvUpHxBCLvlEtzy88bRbxBarm3O6wfN8Xi80ST0pR1y9aVcx0bv8gce39VNwTkGr0riK/DZm66LxvIdfUh/so//KE4MBb5B6+W0s0Q6CPmn31nIxSDZRGiQdNaB5r1UM0AZPPz5A3/j99GbQc5GTSheRfudRqOQd8cfuJ5/BP9nrte/8MNXT84uFnd5o8BOyzTaQ1BAZ/u6tZcmTtHRlVPmOrJQIhiaNrSTrI4Cv+P/qlhjecm3pRbahMRuOUtnLHZl/8RNIBWRzKJ43+hI51xvzKhmDZ91FmfJsoF+Jok2wVwZaNNAVi5tGwmiz+o67ExjjpEh6KypoeOsF4DCVQRmXdQVGhmiFulVW/cAPqNDhwBTBwD1zowZ28ehcvVgsGS5BOEcANOhIdCf7UzT812IU790bJtwET5lDu5XB39lKeYNXeS5SuAzy2OX4Eer1TICZXFEv/DheXD442T7OnBlGEbCI5DnF4NeCSBtLlt5hhQ+1bllvenFII4uZD/Pb0YO6ykLY+ZJ8KBHlLuUbLtjILBQ/t3kejjUl5ZqwoP0xWYyV78o/nzdChsES3yv68Vz5VJ/o3aQB0sxuY+XQGy/wQInh4E6s8KlZH3Jzb7hzzFHfNng3MeUvJidC4bEAvRwB0/ezKl87oVBn/p9Ns5lEhxOOtREfpcKxRM12OCNusBSmw/MGA/8M+YgWHxh+gW8x4PFOcl+yERA3PslNzytNoJFD1Lk8qi6MyYAH9JVXuSXnwtlSn9zBZGtdP/p8fH08JWbMxjIAPeF9UjT3H2zkR3eIJmfQLCOIOjvu+R3Yrhk8zGhJllEWD88ARN5uZ4Px34mkH4x4AKXn6JZLrsa9WDPjkLEpZK/l4Q5KC/wniskN3BoHjstFB0l2ykScLnmfmWG66vNT/zMq3fqn3iOkHEij8zkAxMxRBEgepIdMo7Bg+sGO42vo/mAupdw0qmi0YLBASbiOHpcOsBwrcvoqIrcvDp2ZpnOJx3K+/UidKpzRWQb/Eg3w7MW0KGuwYMM3uxEfpDD++Ky18/H0SHg3W9b2nRk0mQT8Eqh+3a4Y8nH+XSoK9WWK56vYaoTbWTZiNqOSsBcafDk6EBE2taVyTdwprjBOGXqAeRnSarnSXl+JmmnGRw2ePz+//zv//30H//xH3l3fgLcVv8uI/3Sy2ydTnukLyvKPmXKq18ryTEd5Z3yY2yZsuNxcE6ZXvijNuHVwYs+hnWmafhTF40ZyASMkvnDfR+l2FcsY+SPAP9Q+fAEfZQS/TMRsC/aHXOEsS0gQ//nrG3f8AYNo7wzSh84/vr5mUtwfx+6BpKgf/ZU2SgxGTEYaEgnJHYugkY6H48XoSDvNz9wfOZNj4dHguQXZ6wEEm72zGMHH+kgDqEjZkPv67j6BM2YKUA/Oo514U+nEi7jYWdsjoz5s9o6EPjZeL+U/kSwf2a2oTH98jY+zsYxswlmARSgEmggiYEuARgd6Kxw8Ex7HRT36pH2OnGcBJ3EEaEDWQuNOCKTcysTQB0cc4kQIBpDJ7NYwOebkmmu5kVeZCLc0+CnpDMlabrJZ48rt7URlevFypKZpbbUD3J14WM5APAkgDjIyX0TmbDA0fAkHWdFzsaTT7nn1C12Y6ONfx2mfrUwKijAdiwaMOj6Y3DyJFzfnS+f8jFp61yLMU0Ws8kfQOZ1C+3j1p/IwBvSb8Gd+dJg+/5R+aIv+FR2B0blM1k+SXq+8////o//wVIWzw+rmygLuHXMlY1ttoZ0ZnSvNsfnlfuY0lbcEHC8NPmYk1DZDvBWR+9UeLT+MolPdmIvKvU/26ka+8txoF5sA1x8qefEW7Rq4TD3DH+5ulqyqSPtEH7IK2PkRP15qYO+lZukXG3mhon2dlt+qR5yHvnwjxyDaO02KyCoeaVQ4tLpOXmKhg8bWhuVr/Lc0LRipbHZnM/x/pdffjl95acAPvPNrSc686fPPDDODCsYOdQpVWOdN2taUpIngOQ/z01mmrtg+D2WO7R8z+Mm90RFP3hrsLz7ojBVnked6ywtZaCiiB1hhQncJbDnMjEAKx+k5HEmk7VwmQBorHIzUCvrE8Hw1S/qECxfecft5cFAyqienqaSDYw7fnMKrJPl92HUiYnzvBsuzcVGHbxOuAkKgrnzGVzKaWYU4ahsHu8KGivN2Nu18I+SuGjjoWohtzw1Hf7YHhve8lX2ByLT15tvWZ/0hYKOxMEQaHOykCQ68adaOrVTug1AlkzLHFNmSzEMFgupjXPbkiw6hXJ0rb57w2l1FDuOfzbbIoU49Ujsqo3ih/AiCfU0TAhEsgMPP3umdT/aDyqPI92UXW2LbGOq+MAlUJi8LFzn1xCvMnHVF4UdXV7mFx4OurBgXlMcU+RglyMV8srDe/kb1VXOnUZmiwye00bzdRJiC7ZDHxlXjtstFLYblsOWNhbQ7pOjgZDJln4wm1Ua3bSz0vNtPxzJxyHpW2w+lTJ8zHGgbOF4fDVdoXf/y+On09dPjzzC8+n0+9cvDWrc4HnyS66kMXY7SERueXirYM5GTDp4DWq5DkzAxAwqwL5OKbM0Stbvo6TRn95Fy7SOyMHiIv2dHpJ4tUubCSFgGeVtgdb8wSsvK/t+Ma6hgwOTS3M9YVnHvukD55PEFQNTkctSZ9I0VLZImHW4gwWkY1CK0QsjCrdcykalGBSYBFHL5UUiI4dMGDDAkUdvgDmmcShnvs5atr81WGiH5/VTvBlALGd7ef7KwLAvq8wliYOhaWx/pGVvia7g8Wr9GfD5ifBuUUV4QwucxK8BzW3B6MFig7aXTZ1tZlY/a+ELLZiAY28vEA84DZpweEY47/EnZFiH7gEXolKm6Gw3cjnTcZZ/CelSSGdexWdj8bkUM5Tlf7fLklnAsyQHbeFNRdf8xTt8WTM49mZTeygBUBX88WTDeBp2kRMpiqsKSleyHJh8zeoKgVy5LH3ERligV0XoRl8cm9NWtGglj61VP7r1YlzSJV8q4++033ufVd8T1LrGHfH251QcLOwBnItz4U1/+i6usjH7+8+8s+1s8jeC5CfufN/+9jXfJ3zNa2wGkwqbH4JCki78ViKqcsna2YB7F2/7Ewtq3j9HnjxPFxkQwl5BijPanj/fCDEVz1FbhRvHDRC7zGodicDdmSOU0mE60mUGwfOehi95UHnPOKI/C+HRe+/+UuEbs0eXCbzJ4WX4J8ovk53C/iKOzDTJyY8L28oYcZTNjp8jO40Uz5U6UoVV8/DkACKcKXhFA6fQ74yBQmUz4NI2sBn6dMBFo623/ehnbDWX4BkY4NF5m3+5ww8tO0AW25UtTFen7YLLmTbseyadAtYM1rbMYIOc6Ricq/10AGuBky9tFVUtmfUF25p4aRLqWgOa7F2jdR08oNDolYp1luCLftEGvAWwQQNQINBNpER3DjivPBeqnBrIAHqHvfXXF88phjHo64v6nkg91GdkOOvOwa+s1rGBIEsisa2yVg6rJze2sGyCnG93zfnUO0sLjXQHPV9rgxP/bCSpnu3gdQJxDJWgO+wsL43CLDiahm2O6rKS00uRyw9uRJ8oqTN1/RT5aSA3YQt+1GG14n0HdUVgXTrUx/P+v43gO79JFZ3oz26WqzNlkl1lXllPI49+Dx4dPTAe+jdB1DNtYgD3hpc85Rlm+YUXhdT2wQ+M5pF/P6bNUAsZCpjsmM+yjpSpC02bHZLl6mls57l0ub9yl8D4Kw+Qf/n2yOe2HrnJwQcTkAg+UCIdVl5kynfBuQrPTIyMDx0/8yiJz0g+0u7/J+3NmvXKzvu+hTO9Z8YMdKNHdrd7YHOQGEqKaIZRKCqSJcV2LpPYLld848pFqvIN9GFSlVy4KlYklysVVyRZlBUylChTJE2y526gGzMOzjwf/37/Z6/3vECjJVlZwHv23muv4ZnXs8YdISh4IQ61TwARZgzEi9zwTmAyRsY13tUAcJ+FtLzAAObdCJjE+nV6OjIhrWmT3xd1lxjHIXm0HA3FAThw7gN7mi2TsjCUBxmbzABWhKUyUA6krRaz8JcQluG4UgwNZVUXglltBE94ymBXvFDkGT5V4D3/ACkAZZzQF3JWgokUIa9lLo3OERMcFJs6FZh4Mkn16J/UHXpJM37AqQEu+FUK6SYNKN36CCqEQwaZGZUX1Ol4c/csjw49cci05glUlJesgaP4Az5DZOrjtY+RhUo6/lveEjAp6dSeNNbrvXVQl0s7Qg7ic8IR4+ZZyhWYC25xMzjGdew4SgeqYoOXYIubhiaKjUxII4ZBtRqFJ7USxXtn1pUHaVD041Xe5T2lYMF55lPAZFcfXLQfaPxDIsv2Z1Cmx4pIQWkITeY/APMfpZh0CGVANJaVj7JDDl0P05E+BkEeqJcaLaKGIoyVfP6qDvKTXt22l9c/Kia91R2RgAskJrVF88fZbE/+UkiKfxo6sT2txxfV6Cc6f2pewnKUG+hEOWHHJHqnyXNXDQwVh6dGBYNHUgmT8uLcRwXTi6DP1dSGMk+sR1jgNXx15hvsTssY7v5TL2z1hhkUZssvQRdYI7mLd3k4YonIrifJyBg8ScfxIJzC5KEJhwiO505qLPcxlJkMgIr7TCEfMMi5z1Ig7/cxuh655pheUTB4htGPAitTwv4h2vsnUuHRbHmaSBcLXUls0Q5Qdk8dP2T2PTuPeHUI3PvA7ccJD1C0Ob1KjOUR3dNDEikfR+BJliFw4/3wkx5R8rxXMDCeGiX/wZMSdplDWcBTimFR4AQsx85YDOhFVhSGWHNp0IN0J6+/KG8xfyxbPRlXhaLDFLgi7GXAFDYbKe2JpdvgpKXn2bJsHvQQtV3pcnEvaH2JibTIsXMIm/UYgnbu6k/3SPq7Ps7an3MFjhRcWVKG8AhD9zot2ePv5Fe8SezXHIYlXrh8IbETcVLUtPFosp+dMqS/Bkp8eXuGHUpTjrlyPzIeozHLFlzp71cnR/O1FnjE8rZspNB4kkbFLDzTFyK3hptSQnjhAw4Al11aTC9BjCRRTvMLm3Ts9AImae5jGh6uGgv52wPVD8vwavWEiWuNMjUMOKl70treUAHQc4svsA31xWj5POAi6ZWLcJY0NppTOjq+YAJvlvtpvgE/v7iUsXv1/AgZPSReORB2Gy1HPtydJ1xi2f9JH8kjNsrTVBEnZCGRyAKAsEpb6WBufoFPDj05RJaHcuOQCG8KSmHJZPGGgsU73yEhvIjzlRvjC4yk7Jkq+m/0F7xliEYSw4AQOAkjowtlLtza0GT7oQTUoEhEJmr0JN3CqOext7cHcAVBungQOR6oDMEohVEDgJLG1ocUBWSMG/VCuBJIU1BxvJhTYarE9Veapbohbxdk48Sg2AZeMCTKxQuNwTj4zLswDy4jV6lSQhpXdSMAMN26wjRKzpWI4GN3maQxRgMuprXcqkoDRoLe9Fs5RtogLNIr3T82x6eVVQN7cAmGAkj9EYIImBIuzE8OwqTyBYbATPk8pLvLtYr3fRmbbiDlgz6KAh8eApfX6lJTF8Bq8DE3lGd+3xVdAonISj8v3Hvr1UDKsfGqmPqbdJKZGw2ae82xUjGQ5nKH1xRxfuXSFQczTLbtI4j2dGz8xMmulbyaR241hGcwetJnyjyk640ESSV2wcw1S91QeCiTff5noH+8aerFKlRDUlikfHmlTaty8Cr5rGV9PE06uWhZHk3wjnvp5zCCuEiM+m45HpKOCfAa0mhx9VFoFhbn2UY617Z3OKDGuIHXXTZtKKTXwZG71mVwigluM8qY/CPK6Fr7jPzwz3omwwHPGkMNH7tWQ5dlK1TWTQiijl2j6oQqUxiEU+Prjjy/3jmNxz4XPuFJQn9pr6GsXpXyUcbbBtgeV4CT5xSUw2SGq7U8HqSfv9IloRJeAIgcjq1TcDed/PVXJJcX4C7QxE3PcLQgshU4TAcgyfN4pX/FM2xzEFnC2g/3oIuBECB+5DiPzPGfxIuSIBYQObPFXDWWFJKKbdE8qk3b5fUEwfYaRhfoDNhTDoAK9Jzr5qhXI61MWIcI+osBsdwYS3lAXGl61UU+cowRLnYWAVRoCZtAMhcdy3g9Oc/KjK9AVcqPXypUCfS4EjHgalV2Rdzh4oEZ9UEy0goj0qAS2rWLIWT3kcaYCEHi4h+wlB4TMPouuJFM6JLctNA4ab3vIfl5FRqQi8RJExr1RHU1XmrEMPC+6MgzSJRR02joqWCQpT2F6p34sTHXnQoT0ACTVIw5rIIf+WsZlgcdBdl6QMKfeFX3WGx990hG0hARIZAenw7CLn6eQuW3ezL5Bd0XVheZmZ/H8Dl6vACZRm1heTXDPMoDggPYws4FXO2GH2H0XNqVYRZ7Mrbywg0MyqJE9+uPlYf0GN0Dej4WYxnBiyVtyUci6ee4tg1FNULgr4yDiWUqp3peIUJK9Y/vK0hvKVreIz2cfd6ERwMMGjef+bezsxPDs0uPTJ4WZlVO6KoxS1nUx/uqpOTCDR2GPllxjP66684gTubstPfZYB0inmsqExbSEc0q6RiXwAGtbbTdZGKj5pprexka2mw4ycHP7MRTGCwysDOkx0Sx47MHjHUdYSesTjwN8UKRQ/USc5rnZM5b/xT2EZvYAJ6Tv+Bz6fIgepY2zlU3pi26PPbib/1Io0yBIJ5WFuDmEEpnwg/Yn33Ekh5X1tuy2QpqNCKgwCUa7gs/QdC0sJkcERHeKWSO/fntFqQ25WuMc2QZg0RTfFPawdWMT1JuEZYCSWOIIqrIFObguyJVCpnh2NQNSBW0yt3AyGGC3a85lAjVzr3vNe6HvBcfv399pFcAjD4fYOhUMgU+3Q4VIThgJBUIFZCftjljYikXmAYhT/2BoQy3AoFEhVmkIt0pI72Pd4GBsrFQTCLc8hbhNqWKgyhiJKGhhyFTj96fs3gKBylMnDsNjB6hdO/BMjOOpyLzQsVOQ6E+W45lU0MNqyCs0CWqbZkDn8vfJx3lmp7UZi7eSGcbGKLkVRpTcckYlenK4MhXlVLDRwzpxEriEEiWwyjyyHkClLlwBvVcWG0z58625194pb30xpfb1c+90hZGi8C/33a2drPGd2tzM0bFQ6H3OcLP7uDO1nbb2d6M0dPw5R5DecKuAg2aNlJlPeQ5HhZxU8hiGl9fChKwKrP1ZUJphhmM8cT4Rj68KjOV3jyhLcJZ7UDR1viOZu4n/9AAJkg4QuhjHfz0bDVIGVvEA1JsCqYk9UGyJ14+STppLE9P2AQx4nMftvjS2vfT4G8avakCiHjpwGVvD+PFg565Q2XKgHKX8sildx6v1HE+lFcnaoHVMQuLi212YZ5n115zTgSH6nj62Jw9gtRm3dLxpF2+eIGht73w7ACjncaeNFLgGFxxQ9ouzsvx7g46SPeePFPTGFe6ry5bO4Ub1NHzY+RLdA1pM6gqjVdFpfzIYOCQLD198WtCDZNDWg/FDSXURbuhAyetegh6drfjhmN9ZmH6gn4mvxnu9f4sTubNQbQR90USC9IYsu0RATziYIV0NShL5qpByQewjm/M0f1ezNZGxgwFMHoOMbwXAygg4AaR7x6Kny2o2VWpIisol2uN9XDzSPAZeIFJRXc/utsnJUZhYe4yetXnqMw5sca6gTVemekjgPW+/41QC4PC5nuFdQDBkhPEXSsukXlZxqJT3FTgFiwGOgFpcCLWd/GGKaM8mFRRO7aqcMlKuRZdCudRduI01J5USUBJAYIXekUJXE44HzRG1FrFIRkhsp7l8HPAIuM7Q2kxFqYliF6uyWj+jkeZ0nr7hL+V/VMvjLYBnl1abWef/1z76je+2Z753Evt2jMvMmZ2lnHFBcaTOVAFb3iXMwTW1zfa0a1b2Q57/+5txtF32/bGJkZQr2UP3Fwrb9oNxptZEOy4M7KHqHLcn0YS+RuWSuXITvDpuMbrtIAJapYnSFRn9GMYyF95NpDnsbdPeIx3ZPxgMK0/DJUS8ACZOkEZy2Dxbswj6WzKZKiCfcevp+lJ67tHcl+vD11GaHzHY4LGvmQZmYN/nvjlumLzyWt1ILqIHOcsVuDRUOyxQmZnd7vtYyxXVhbbNFedrIylomtOBBr06NW6zc2NDJ1UfUKDfcGoltNFzwGg7K05j7GL4T54uN7u3L7HeOlcO3/+Yrt09am2unqujRZIq5zxz3HpOA0TPFIGPx0Klk/HDzGS8UnZPiMDbQWpqchiZ7FAs3hQeNLteF4FRvgALIpDqSPea1Dtpp/ufaYEkVCDe80DADX7x55vCHjMmGZzmyDLdkwWa0+dji2VnJwKR7qGenSUi4yHJPECeFYo/GfrVMHKJgxR0iCGRNtFsOXL0ABpZL7d7iw2x9AwMkU6hEPlQIBpxMrz4BqBASfrlfF+iztw8lU/u2ip3rooI38HeAIf8SGokBLfoXNSAnKGVmkRRUBa8C9dZMqd1ovUAPtOpUn3vu6jEMZbxlBfMKI+qTAZOk/Gwg9BnKASQcFze6mekdcAhZIKn8JssHh/vn40EEmwRmnsVZyeGMz7We+GDDY4z7/wUvvaf/2b7fVf/FqbXT4HDUZtcXE1mY/gk8pu8zwaLbTR4lHbRTY29RrxVra3tgKkzcwZlDWTJnRvswpjX+8PrzJ1KTuTygPcIKc3rKQ/HsJHPSP432kgV4xX9swbfqAQJwrp3zgM9OPS1aWyYjSIQxsIj8GTR/+E4EnxyB/gOaSh8CzR4EjSQYLg6SCKyZCCuFOuKC24FR3inAzFB3dpJZ78U35Lhs1nGVLUfMjqBBKWUXmRecp2KOHwcBM86RPaw0MfZ1nFsIiBdW5jxq45V8u0sXHseXtnH6O5327e/KS98957bWtrp7340kvtzS9+qS0sLVEvcAn8JCuJfTR0PHtsJZ6UU1M8nqqnftJ1RobrIvVvxdhy2CVxgifjlXaXSOJSDBsMTzj3nYSSZiEWnkjolWeFD8NLkimU0v3DrsnQM5QcbpXMFkcKC7D8CXE1DoMga7eOqQ89Ttc3dowywgiFN3Ur3sJhAcXGCD5GLS2aMDuQYccd+GK0edLFFw8NZowFIiBT7X3paZ3Q1bWcwJA47+0uAB+UtuHIGkpxFRYzgqw1GYQt1BH4EEghU8C4xgskbTgGgAkqGbTgPUROjPVEGa3TfL7jj3SqrHVv4syq96J4Dj+Hq10raSbFhMEfVjjP2RNPvbU33s0FFW9d+SVflVdlipU0gr+UES9fGvITd/2FtPpk7st/Ov7JaF7lQuITgi98e/nl19qzb36xfemX/m6783CnncO7PGaH1MOD9ba8vIyRFHnKtHGGPiNmZp977oVMHjoGvoMiHdKjkS7jxpO0nV4qqPzaZ9xRxkSWLBKaCQ+UFJwnhHBNco3LiudJWeEDeZeXllHsbZ6l8wQTHitNHjwepLFgCvdnZh3kuucNKaTvEzMgm9DjjGNcBHt9gSgI80TmPt/gUJaNnD2oEITbydCNnUmEL8NvGfZRTiWIP+lgCnFXhpXdio/MIf86G1nihhefVQnw7wQ+GD+iK67BzFmoODP2KqKYwLnDZJZGc2t7tz1cf9ju37vZ/rf/9c/a6298qX3jm7+h8gZutDb1C0PZgGAMXMWjagKxExJOYvPr76qxg8fBh2L+mjBz4iCr44x0b+zEqU4OASuYxwi1RsfRPp8lTL61wnt56JIEuzw1HOeyoRIYEXDiRIJoDlV8vTuXDWhwHftwMkGWCnjGPU2XGJkDHLysH0qJkeSpFIGKjacYGKQAFnMiFbxweY9eiqN9wxvSW54CRiaNIgxTaMwNegiC45MFe4QpkxyWr3EuvjjrH2UFbtkj3QOVlehxSnC7VfxXCRwfML/jcNaTqgU85aUwYocAHhryE7uFLGsxWX3Kwdlb8CZzWl0Mf/jQ83G1WqqqQF1diai9/g2KlbNBhZOqD2k46JBCJ6iEx4ofy89/5LdyOeHYFEfuHXLqfYK4EUITUnrVMMpjc0invONatBaovDHbI6ELp8L60ueutvc+fqu98+5P28q5Z+lar7XVc+foDu7GK1xgE4TBtDZuzoavrKy0q1efjlw9vP+wre05UQD8dqmxAPYQ0guQdpoMvHTHvRxzNAiZ/Iieew//DWngc1d/JEVwSY4hjkulbjGSoXfkS36Tob8kXeSAZ6nwpPB42U9K83hc6ns8kme5LRpZAA7gcqVmiU9rt74Yr/DSJXFQFP5Vr0meVtqqw8JO85pGRLQFY4xOX48higxAZ+l/iE3RPkwrdOZCWHOUH3ZFrahlb8ifcgscYqENcPkWTMMhO2znkAUn+FZplD54+932p/Pfad/6zd9qa7c/RiZID1hPCoI2Bp/ytUHC/7cNM4f7uyDDgDdClpldStJw2bV2kFzFKcEvAyVgdo1BDUngnsqVP0/jKQMYloE4BWlRgM7FuSdp6VBFNMpDKGhEArdli9EkDn6gTMU41tjo3UbiLKoMXko13xBKQMtIzNK11yD3cRqThLWWRxaFRyZ6AMbJoQb7dNA+g/dhskpHOpCz5XX8XThyxXjY+ll9mBQGFI2K0UEagtjC2p0VAsrjr7TMTHMyDukwWjEy0JeSMaMAAEAASURBVNuxWwBHgIDtjMIizYW780APwPKkQ+V3jLgbN+NRFy7ldViu8h1j5jVUJg1AlWHjavN44tnV1E39CrOHUQBCurLuXiohFgNpbJ6iTZVtrdJRP8V7ayl4pZGESpnU0xsscUoDCg7K3Le+8kb7/h//q3bxhS+2V7/wi23vcIQsLTLOyMlTkCGNEvSpSS6GgBjDevqppyEVa3jppu3u7bRduuBReOjn7rBiC94kMgTUaVlzfJ/wEKNMmCaGItBYD7iJ1BCEs1CQLqfxvvZdDA31eQjGHuOfRSfoHJ6TyCz5PZo3+eN4AAcsdXjBeoUqfAHmkhhgQld60AiFl8IlrCY20LXNWlMxG97JKxGsCTPlRRxoJBFo6Waz4zh3L9M5Acvood6juyGkkux94W0dAIKOKLMFi/lssJXAMpY6S8qEuFS5+YQMs/M6W34PSZiklfmyuN0GHJwOgG9ja7NtbG5l3Fn+j7Afv/DFL7Yb+zttdG61nXlwhwN2+rDKAHXnEdfokrAhyOr8qcxRmMG4Aa6KqL86X2AVfoQ2wON1ZguAXAOZtZG4xY7JkAoBgxEgpHoYvA5VFCGMIy31hWAyMGnUMFJmR4+VeE+McXpNCoWDuQJesb3UPNYfovJeUGBUZo0tJHm8sVTqGcogkS/zX2GVXsY8EowDQGdgoyD+kUsRRI0atyQIk4lLlzRX0lg2Pz0OG0exihwaO66objTyhoCm8UtlVVUEUUaY9JF85S1h4Ssv72xtEyJ9xlsuQld9pryPwI4LqvTCHwQrN3/BVxyhu6FSDXgDm0bYoYlq1RQeeYNSDTzyWWpbjkHchT/d7KG0vBj/sYZKGx5y29nUkwi3yjKHwfvBX/ygff0Xv9Su/BdfbIfz59rN23/ZHt59u33uhS+0g7nVtrd4uS2wxbbgrhLSBWes69Kly6nr4YMH7eb2DngCnzw0Njj4DC+BYYqxH89blT72HkSi4xaaAZPXgnyANLBLj6Fe01AumYcElEvclStX2sOHeLZrDylDGj0aHilz4lUtbrfxw3kAnsDBe68umYsXN6Q3rhoCDepA4Q7YRJmP3I4BEQeggKfC3svqV5Hu+jiZ3/cdefGsOQevQ3lF6XEWx7xLh2rZoPn9WXZN4NAUCIL1cSOnrMKGTVOsjGvIN1jVsLG1QRecBoDYGdYlaYv2RvPt61/7elscnSNnmtpPE5v0htTZ4eQqHub4m4QOd/AfMmAot4OMu1L8treDwlp3mZHurTomsr0SlQtkbGEzFgUAWQrENeaG1iDGR68NAkQRyVuiZas2CKMU+qwwvNODKGMmgrZMEyFRkEvDlKIkuozikYSFpFhYhIMB1KtyaLwwkLr7/hjvpwVjxo0vF3oC+wyt5Ai+ncEznXZ2x64waaZZThRDVtNfGEjKVhmtk/KzpIPnATtqhWJqKGEAL+l81lON9voOuqVx0jABV7xOE5FJo2wJJZjgate7qBy6SFvfKQQ9FMlSY8HCrfSwpMK7eFHdbVp1/h1NsTxEMqacoplCW42IZddPrydCREyuVPapq41PwKl31pzGDiA8JDoCjMeqHNhzmeGTxn/87e+0b/7aL7bN3ZvtxcsX2vbmg/bO93+vPdhgWGduvn3hC19oV19jomd+yV40XoewTrfVlVXs/0l77bXXGMt6QCNMgw9D9VYKZ3DQ64lQoHB02+01aGgjTZEH6CKQQzg1GOIBdfip5BZh8Fk56+ssbTDuY6hdj1nenriZ5rTUDJdQ12TwvUMEykg1fqdv9dTOuEJEDlKWobxVaGo5KGZKo4z+PnKQlP2PTC9eVgnyofKjmT6krHiz1FGTq4/C2MtURlKPsPhTVuGdjdE4kLX0j3JD86K7a1bP0DvyrNFpcJqmG115wTuG1RLgCYbQ1QpO3qyzimGXCbI99O8Inj3/zOfaz3/1F9rT116BnWfa3Vv3obdDgoDyKMhjcCZvTIK4/f8KM1t4k3AMZpUrfcBUPTRE6JzsGFxzmJkxNOMwgJJHJY2n5zVsoxXpSqxbjwCr1pCPdPyVWzLHwocQxnEvEr42TApZBAnCCEtnes7Po07VXZ5pqITfYHkuis+aQZ41iknjPUlcd2c99Li5x0ASl7MpeXlIWklvp+SAcuxmsA+k8LDbHQMArlytLYIT40a9CI2ei0JvnYbga+XWSIaOvzdJAZwW6TuxMV7jMVSTckRLuiNRqU9BVEhTZrhgWbatFbwLKawPHCRbX99aY6UacqtEVSyGsoTFRsSBfd9RE38dnxwGwXm2rPCSV6a3DtOehhSWSPkzViAbktNEwx11ohCe3biD7O2w5Ofbf3K7XXvu+fbGGy+3eywPOXO00L72y7/eppeX2ic3P27rD9fah//+D9vNG5+0W3fu8WW7i+3atWfbCy++0JYWltuVC6P28vNPtR/9EAWSrv4TZht/Gm6dAOkvHhpnFTU7awJ2QehfZUS/wxClDzHzOPwxlYnkVaV07/zGBkuR0Is0nCTJkpyi1JAvFE+enAlArEbCcwdqfL6Shb/cKjbFP3CQ54TgE/ir7shf3pAWZqbRHHhV+ojjElms3kqGmyjLowVTNniWvHSDFuSHEoWh6gkw3FdDSl2SgFBQkaZuyGBsDcFUI6LcUDawKT2IVOQtjYb6gmwcstvKCQ57WlNT8219e6ttM+c2vXCuffnv/J322htvtNHKFXCfhcab7cMP3+N6k/kONBWYrDo2yKr/mqC8d9iTVAEecHk8qw2ETkPohAx4ndlhOj47FqQTJcnvMAX0NCuIWgCatpVIJhEvADsz413KUBamVd12J3pl5jcHBKDCdEV9wLDwCJGsmEfjCMBXaYa0wmICy00a01N2LU8yR8Hr1UWpMgcULBi5NZ8CTR4KcLxFA0j/G0UZDCXpcqoQY5IHxucdQw6MMYIyCk0ryJIgi3AZCN/O0G7xQuoMrapElRNWomEjKBCp1nek8z7x0oVf8PdiFvNRpoPTeq0RHOntANZgJJOfsiWHNAJMS01e9VnBlmOd1t6HdMMsvl5E6GJeywlVuObecUoBrBIDaO59RviHe2c3i+eCK6258qfLQb8GWfH0H/Vl9MB0yo88kuaa51w1XqP2L/7F/9n++f/0T7OAebQ80+7df79dGL3SVs9eZj3lhba8uNIuPftqe/benfbgwT0WMT9sP/vhd5gd3cs6vHYyas8/tcraPbptrqukJdxh7HWPMXiHgQ54FqIYAAGSuQThK6HLk3/KYLo+NbhVurwg/5NChnugvw2Ehs9hBVfEaJyy0wgejmmDfMovFTx8Ew6fMejyTiVVbu2YSXvz9ZB3cjx1CbhBGez3FaNUGCzf0RxpXo5PlRVYiNcIe69HKz+Uyckg5s47SJ9Pe25lnDXQOhf0mfnrmmrqUIeIz1DTNGsgWSVzMsvSntlFutAL7YAdVkfHHO1Iull6DEvMfp+99FR79vz5tr653T764MP2H956r737/o322quvtxdefrkd0PN9/toV3j2E35sBM4b4cdR5Ez6L6iDnJjZZYe/Tf3qYcXmFvIjSpzgd2rQBeIiqQwl0xkuQKpkZ5aDmEBkhiN8QQzkoWsbDSsEiiBE4hMAHmRGGDIoNB2RI0gV+nyoIV5TNG4LIWkOt3yrmaZ86PNwFJkFRCFyepNBmHSWCqaBFOBVSvUfKtRun0dxlyGGWz+ruM9N2YPdN+aCLKI5VrxNQvOewD8e6XFxrq6O34u4ZJ6v0/sqjHCDlvZB3GpTgSxcNDu946ft4vhhFdcOupUMOyRdBLpqLeErTmPpS5aP8UhrziL2vKi+3gdu6jZf28lhPpgCytBAv6UxffJE/1jkEkki3UmNh5id6NnReSBnFF+aOkFffkibghg71PjJjAfY4TFYps8LiL/79D9t/+Y1fgu4cJrxzj8mAK+2Ehch7u1tMmLzCR+0utrnnn2nnntmAPy4zO6D7vRy6b9650+7duUsX/E67c/fj7AZxgmWPc1Xn8TpnZuaDpztFtvFc9vFmD5iAdIzeLXYxpvamht0sGj/lzOMG1QInbuxeH/IThywtI07eVdecK3hmKzDycWQ54Cep/Dkeaa/NEC+RMuRI+MV9+EJCU9h7sc7w1mfKnQzF84EXobVv5Yf5SpPD214ecQZxylgohFf2rVOPW16pV9WilZMjkx0bdjOJeJXnWzrkEErphc4EPMY4HmHcbeidHFTh2OPXzp5fanOLy22BmeuVc5fbufMXQIa1FNDh4dpG21pjbPnmnWwimJ7+aVs9f669+OLnGGr5PJPDB+3//ZNvt3/1u/97Gpt/8j/+s3b7xgfwcwdAxVE6KmPWaSj5AsnE0UGCbsAWuEzPfVLxNwKcTE/8U84c6UlajR983eJLibb02QkSROtliDh4ECk4MAkUiMYQWqvELjCrxg6ywIpKyJ9XWWuV1wLqsheMBUgoGgIUxvIUZUuO0z8Zl/FRoSRx0nDt+8BDsCQf3kESt0vqkEnLKLVCT35K4G0ZHwf140Hqnlmu8cBteaIVuTYeONOFgMDia3xRghuYEQS41Whbdv6Tv1goDYRLOIqZCjNVj4Okyky9zTblayhVQLOEhsTH2+cp7wamW89QLG8qdZ6FybSJI5GG2cT+8s5UZhbaUyFKHG8qXW6ST2ELQcwzlGl54tf/Jdo/Q9FVSq9HvKUBV/Cr7pK0LsUz/oAG6Lvf/V77z77yhXb23HLwn8Yjm2db4+bB3fbeO3/RXv/Sf9VmR8tsETmgO77ZLlw4jwFixpl1d3fX9tqN2/fpyrMAfXqJ9ZbzbW5hql2+yuJmBQHQP7nxcbv1ySco5np29HjCe8atAdZxzRlOiHAbaU021ux66E0jqIHs2FueByEXU5UhZMvxeHjqGOgcE03bTC5lfSdle01m/li2D9EvDTSKnWEvDLImueSfdIAc3aLQMtrSkpzKva24jRDP3Su00bQhHw17vjPEAK8zYYS8ONHC56Go3yEVJ2mVMfUEI0Cj7xgim2bYyTabZVnzTJw4pujVXuUUL0dsXVQO1tfWGWrYz5poh+p2aIxqO/AxeG+TbxTSXL95v02xbMGxxml7ZtTtLp45DLDLfq5cvtLeeOXleJRbrEddZ2fOzfffau//+PsMo/yQdZbzbZHhl69+6cssCztqD+6uZe4ghOBPF7WxXEkf8cqPe5wkj9DL8JXUik3quT/7ijgOAT5AQ2k1s3lgS6ShpBybQKKzxhGm58CEMIo05E4aKusd7GJqL7Q0n1SktUyVtRTWFJl59cp7Fdcw5cDHOFRclHIcVzdjQwmytfZKYH3X6yzMRNBZZ2fs7TK498YDW13s7sL3WYUMfFSGfbJmrzDVeh7lgV1v7vUwD1BqdmTGI6U/TmvpOryaRtHLdABcHFycrwAIU4YQgCfwA55eEZJIOgVSQ1EwRkHAw4a8YqiHG8dKXZSbg2WF06zCoJHEY/UkHcdCo9ghGwJPvhzMYVrDWBCEb+gSaZhStzuS7B0AK8rsOK4/j5nzhx1A+fWcHMfyuLlwMm1kvBCVLR6u5UVKgEV6V/kqrIaPi1UnZLwSLMdG0vf9RwrLcf99+Ehh09iT3/2932//DO9hDgZ89PZP2guvf70tHD5sszt3292777fL11baEpM6enpOoly5dJWjARfalaefarfxKh88cOaZMjGgNuhbbGvcePig3b9/v22u3ef9fSp27FJYUGoMhMZLmVHBSvY5lCK0qkacDEKbvyKmcbBbLS5HeLV6tulZYIBKsageBtrzcN1gTWKVYaOmtrhEF1Q5XKCw8BR+YEzsxurdqpplrMkDDkUzqNTrlMaKl3AjF6+//nq7fuM6kcBvehRVA5wzMykz60spdY41qRcuXswi7wd4c8qDshf55L0GfRrDuMbQxcHDbZZdsV0Rj178LPcie7efunolldtwbANr4Y2/hlGyG/3M+Uttmh03I4yh9bkk0s9hAzzwQDuWIo7lZGet3Xn/frsTMoAr+CyA2E/hu8uBLtAVn8Hwf+Obv9LefecddIqJoMgXBYFXOU1k7kG+owPxrXmvI+XQks6Ro+68JdRfbZlEhDve/LVhZgNCGFR2Ac26vAgzdQoUVkaLqlBbOCwFZ1/wnjgZchqs1B8CZOSUbRGZslZQQaMkPSV+oIkX5biG6S1DoaR+KhElG82OFKy3lMRLcCg9xATbdCMkXMED86mcebaMR3rYghvwHWbUsijIfkORIoqIENMTzg8YWOYcELrfGFSEFs0Bf5HGcNh9g+lOULlradptmHDdFQJTxM3AwCkNI1Dq+Rm6t+vuHbskCgcVhnZin24YScVZKvAWoRXIijPekC4PMEwhqGemqU/FMrF5Kc+F4VZpVNExN/wxshRGRVNcPAhE3jkepqDrFe1zVTn36Cru+cw7u2V6IPyHpsCXcqoG67IyYbBUuZKIvOBOSTZNxQa28Bg6S05hjiLnvXykrmIcM9az7cYHW+2HP/hJ+8KbdLXZRrt272ft7GUWorMdbuPhTZRvCWV/lW7hbIzfNmNXS3S/3cXzHJM7D5j4cZxSHGfmprLtbZH3zzz7nGCzsoMjzODZBvuQN9bW8Eb38YI2wRW8aT3dH763w6zr7jr6oIoBPbzQu6s9y+5NZlxULzE0KGNZjZQ1OGwDjvxMzwxAeC8PTB85wKCXlwgv4Ke5PLoteqXoIVvTGAoXWWe7MGn0xF555ZX27rvvc7A2OABPmsPpvfb//fn3KJsnCrLx85+eFCIc2P3SpvLkmOHHt26TF32wTv/aRwVL/VkZJ6+E24YyM+HU424qcjeNqw3NoodjYAj9IsLq8grGcIa92RfSIKxgiJdXWJ1A3C4828VTdHjjjBN4CI1dWb1cG9/eraVicAZHvuz6s7ffbhvrW+25F17IEMn//M//l/b2uxhJ6KmCd70wjzIaM+FD7sQKvIB9diTy0JYfRAh7pItYl4CacxBU7v66MLOr4gDACYwKM6MIKhhwYUAiIFSggTRYWRlKgDBfwfZYPSozBdm9Ht70dL2Lr6LZ4pkgY3RGwEzBx1cqo81dahzcFImkYRbEtEodT4WYnIGHAm0lhNtDX4ciEDTyDnXEWABfDCQ49k9BuKtnn/h9ro7pTWVWrmZ/7Z3nc7vGQwrL05vUA1E45Uc1NuBeABbmEQ7oONBKw4MJSj4yVFoLJMTIcBVPhVQYXDCt0k3Fq7QO7vFSFPCMwVBXaMwVUCZCPbi0KcrJm0MagSgJDYEw7+/z84BlDMQ+/N/j2W6S93WwcTqDMXZSXd7Lx8lqJKleyd8m2BClBgoUr/Lwj9q//td/wJIfTg1CGR/iDc4tnW3PYujeffuDtrvxsB0vM2aJ53PpwtV24+OP28vLr0DRk3blqavtqbvX2vvvv4ehY2vhAXQ89jQaaKXnj1zMsjgcgtAtX8KzO5udI9sYzc1NDKOyQGNxl10fWxyqofQdMyGUvoR4Wg68oQMK/aShHhXGkLHONKqUX4qsMpoemuP5FocGfshbX3JVlqtBQh7gB2YAGMhD2VOO+9GAIWaB3yx6xSXQZWzqVCZ3JVmcMiOG4inkxhW83vfG2MRumFBj1Af5bKMpD5WnfSa/1FsPitGDG+PMPvtlPPfFpVFbxkAuLdUJQuZTlu7fv9fmaZDOzVxGXhmawJhvQdOd7MWnSGqM504diJfQ5ecyL43kFMvwrt+82T6+eatdvHy1bQPHf/+P/xHjzXeBFKzNU4RTUfIgfhCe+x56mSQFz+hD0najmAJ64k9dtR9dVx5/OSORYgwpI2UGCYwOwqRSaOpSQO4qewajh/jHC8yzGcHK7osgkpQyeEYZUhZ1Ga87T6wlafQHOvhcDJbtDrKX8AmfKVNciCdSyW9k3tSl4MU7gIYZn7DeJOmCTN3Ib8YoIbQKWj+74Z6kAjxwM8YPo6kA4Row4UAm7oUVB4yWlFLxOjT0jr/YTU7/QqHFmy4sZRp5gSBdQuhgo+MOnTQQQXyAL/m4D16Ua/EY0Yy1kD8TMqRxO1688igCiVL+mAJiehqQllJiu3VwU2/CLjZK6H5aPSNPoPfqlrND0ngvC/lfIVVQSYKc801/rtieuvOqxz7p2sv1qrGA3OCJAkH7aRruXU7W//3f/7/ab//Wr9JtG7X33/ppO8d4lsf/bT641W6fLLanXnidbz15is0KC73XMualQbx27Vq7x8z4Dh6hDcEOY4XuKbYRU1E73PHM4dkcXucskwhLq0txFvb5VLP7kR/STT852gmWaZyRpQx9UIT88deDMnbA4RuZ7R4ipbl8l6avvfZ6e4euoyHGzBfeY7xDt5Qpv5U14qGFQwF6sh4ioQeW9MmnfCA7xOltHmcH19CI+z5KTH5gEp7IJUMAcSSqWhFIg6nnKE1msEJVtwbL8VQma8A3XjaKom7YDzvGQOoJC7OyKeMiq8Q5BLDK8XjC5eoQeykeiiGZrHaeE+VtDMxrY+SQRw/z8wvwcJ0Gjska5I9R6Pa1r30Nz3S13XOoxKAOPilAC7Wrh6qh65OxHWmu/Pf9ZHj0mSeTPxqZ5NOjmenfURAK+SLYlMaBqBIGiKEkQ5lUqZm2ICggI/s/40JsmcjrpO1/NS7gk5aMcswXBtLFSBk8K2z+HMeQeZZiHscaM+Dss5XkHYbU+rmPTz3UE4wEjXwKSv7BkHRB7M5Q95wtGN0Sg3Lq8IndGlf/TzOYP0OXwa5EPDpbXuoRRypGcGg4AMGrHlbW7Ek6BYuL3QlbVxsex/30FvQ87MbU1TTlTWo4050gX7q35DFfCaj3pMAuZ6JAY2L5St2QnqTko3yujinWhILeCJ2oeDtD3RhDPRTj9pkFVnE1mHuMs9WssFsAd7M7a5eZYI80M10ZzsIhyA10EATVRrp4b/0uoK81t9IeWslPqcZV0qk88YQlI3wxjmzkG3AWKQPpzemwxMbGWnvplRcynreAQdxiksAttdtMxOQUJBi3uLqKIRm1O3Rlz66ipOT3Q3mOre1srbMXeyfDDfLOsUKV2TTCX3DAQxpEYckKB4h6RllAMPbdFqmXyduS8cpi1kOMomOKymt1oTmrkXFHP30ieuJRQRmeAr7bMVrWHZr4UqHkWfkPLeFbYa8eyG2OO8Qw2e3NhMyQl8vQc7AOG2lwQ/6kjaSXslWPeoSeqET+jPfC1YXdOrp6w6XjZIQXdvnTKIg1UdalZ7nA97QW8+kMDDdpnDBy26Y8zrIm8qo3569cAg7OFCXfGt10d/xZH1AEFmVa2RK+ab1V4Ftggmhzcwcj+WG7fZduPQ3fcy++2L71rW+1WwwTnFJf4CmYX6dhOVqCDgfVEfVNeUeGpxkemGbib45j+txoUL0K5RCFhx7yxSD3x/9SvFwYykyKemYIjwz8fFkpfCSOinWQEniEro+GWPLkIl5A+z35T295BzEtmP8KwCyEN1TrTj7KVlgkmgbRqj3uX7CEShhsvXiMMTiwq2A8CeJRkofXj8BnDSqmhnugBzGGmFqpQIKYKsC2ZDGwHHZuME7ownOVKQdkcK9namqJa1ZA1SLRyanBZQUv+NgIILB+UTGn+gin5fAvdQx0iYfKO/gaWrl7wTGiLgBCo/cY1RE+J6ioWPuuJxzPlbrCJ8osHgI/OGkQqzLekyc4mBe4nYSwu6gnke8aaRDZK53vGuFF2oX0G+8a+0MnsTTW5C1lqmLDWwneg/WLiEGae837yUTi6ZvTOBvfmrElOu/ATUEnjUp/gAH7P37399o/+h/+O7YqXo1XuMaSEkfTdvdYBrS2yCGyq23x7PlsIVyji36ewX955ITD/bs32yHj71ubHByLkbXuFYyrcBT9sVXU48fx9LCNS0MObeaYtT1//gqzuyxROqBOcZRflGLQ6Lr9UlpOT8/XFmDulQHprC9R8kcuynUt5WcFZdxDpm3AFfrQCT46nmcdgZcyVeYeSi/r2fogStLJr8lQNB9iwphKZ0zn6RAdeKvh0uBQGy+kZTkj2nXNnVXpuAinFZtWbZxm3Pgy48cOSmgkaaQYO3Zp0cgzGzH23stfQdQY2ys6D+/sDdy4cbPdvnc3jdXq+dX2D/7bf0gX/BP0Tk0EOeBQ5UpjRZZf6KE+auwLZuU6KwhMaxrh5D6gcg2hcn38j+UV7croDkRF1ixALc4J52aTuRqs3KMc5htnApBPBZgJtcbR/VYDNhkUr9N3p1mcFBEEya/CIytpicqrRMCICzM0DCQVWZlEL4JnlbgEVy+rhKhgsVSRGxv5CWBkvj8nmSpIfkkOzBjIOnrMboprGjGYdGuER3KDhcUSuAZ1xyYZQwIgJ8CyApxUGo00DSDtkhNNuN2eCkXHCD8RafEHemWgG0hKAClOHgxpdJGRAeDzQI4hDVXKQBGNgJM+C8mHfBEO4xR6qyUiM44YhWNnahFcu9xO4tQH4bjHI8rQAx6n6wTJSp1gTd5sFRUg46lZnGwMEsQVRVde9LJJBP+KWr43Pj85xT2Z68o7aaEx1zNVKfXWHLKdPmA3xvpJ+/GPPmpvvjndLjFJcP39d9nGyFQxBs/B+vV7y/EoPXXbLYyHRy4F4qQZDnu9hOLuM1Gjgnpoxgn7hqfoNaww+eAJVtJOUJw0SVdWNBUHCc27c+cutdscHLyxwZidrr0EJUPkFb7ieEau3fY6T/3r7M4xQnK9+MJz7cOPPozXKX6lrhQ7hDS4xMfLjeyz9AZj6nidhtXT3BUy6zJYtXikQmjIzfA3r6lH4YCo4kC5/E+IDpE89Ul7YqX/Kp74A05dCko2WPnZUKtz6KQLj0nnkiP1CBDRTY9MhO4adZAXJ4ZRUZsZlvcst9HyIqUzfMIJ8tvb7FTiagVgmTrVlWqMNL5TOaJui2GO+xtb7aNP2H3FEMnq8tn223/vN9tDjKZjnJEhmQRqapEtlpOjepKGGEn0TZ0bL5MSbmhRM//KqhPKGlP1tDRRvEMs6Wj5Y2p6Lw187738oCzS4LwVVXMIhvdEZgeN0XA95RiNYaryZXx5SSYReTHp5VhBN7i84LHERAMgwWWEBCyDKO4whii7GBoBjWC+oZM0MISXfjhJ70gvQ+Vl+AOFBn2lkmeNZfZL+wCcqSOVP/5HHISXsRlaNAeQmaoL7HViDvVhHN2bSgLopDEovIt4Vd5ACSvOwHThJbOkiAE4yODnTWvJlXWehjQmJLVxcGbVXHpKdmv0plUS8ZVROQVJxiscGkyuCvYhRtPhgRgsiUKdZSgRqIQScplsUfEiEV6/y14zv3qVGBFOCNeAxljiXZquDx+UEA3FPX4p0j8eG1w+i/6BkvptHge1LdiA3y67xtI0GT5g8mpv77h9+999lxnQp4m935ZYUzfPhMIRhuoAL3Hr4X28ygdt8eJT7Tzr8jZYh1fHcs20p56+1h6yVGgPI3lwyAlZGJ8tuvOK+PIKJ6ej4MLQd87EdGJI7brJxlm6bqsYy/WNe8AllYUMznORm+KYe5jv+sIzGEp7Ewroe++9l3I9ws61jY7XdaNH1gTz26XO6eBcMyRDgcan6+iibeKjkrphCUAsr5WtHiM9kRm9tdJB31hOyZzl8Z8gvOTn55ZLy3Z+Im9Srw2HOoGXTXw2VBBvWRpxz6AVFnVTXTZNzBV0HDG+6xCIMGxu6E0yy01iPXaDdTqpZc9Jfb7ADLl1PVzfzGTcNj0bC//yV38+qxecwNMjql1FwEB+mmBKEhHqFywk3/pc6lU6ofPED/m1vqIQMkWWPoFsLvGpcvIw/LHcFDoRWSVYkgGHqG76NLqR0UmNkwIcYlkMijgwyTSQjX+VV6IbMjs71CeDEvoFI6gbnaUGlG1ratnzLGTNrJeGkni739zGYCicEqW71pNdy5CCd3mvl8TNACq1fEYYGzLyKYT5AZVMgal6gOM4uxowz2bBIOolcSDkfeDyhUKMgMUb0CPiMYF041n/RyFyYkEjOO3yE5BV8OYHDyXveC1tBbd3VwCGWhh/wUBqkPG7KB9DqayAeP1T2C278tmlzGENxMVbw3t07ZyTbHa980PgFfp4mBhK1wXGi6SMzCpSa1gpH6toi0+QPuLtcXgSSJ4rFSbscAxJx5fAWkwlS/FMkAO2V/Jn8bLKSiPmDpo//KN/237tV7+RxceZYUZpdhhXnZndaHt4LzNLrK1cXMBQriW9a/guXrhIl/wq47A7TOxsBUcbAXd2OI5p997u5DE8ijGR0+DioQ0eGaixvnT5EnvNP8QoM6424J7j9rgPrsiPOnGXmVlD0IIGnpmpAXZ83XHg6EcEqMggDSSndJXP/ot3z44weaFR0MgsMA6od5e6SRsjWUWM/0pDJUMZTK9G62KJ1C1RnQiUtpEPbvrVcevoKFfrkjbhDcovfVwC5bNjj763DPFwMX03zA75OFG2gJevkXKM21OUkhgYJFkMKt6kcixN3CSgo7CLN3mDDQCuWnAc8dKlC+0XvvrVdus2e7lJpweSpVNUHPkTcuTeYxrLEdMx4R0GN91t4LcOYRZ/lcf3BvNL48lQr+p9FK0zmEQpw6FF4pRo8clMh4XEy0lJvESAHOvSMOl+qwQqqqfXKBjEUoZxZBCIwiR+QuJUIF6lO8+dwmClWXJDvAKqfZYJni14hm64BpvFNnCDgWnK0/s/YytkObwRGWdED+k22w56xL8uiKiII7m4F15zEGeVlsdPr7CHKAXPeZ8r7xQqfgqXipJxRgCwG5clPxRJ9QPhT42RJJCo+htZqwl88fpkGBAZ0iUwb951KOqqgY5XoefKDPoUH3ObZe2gUFs2QKEc5sWDPsYzonl03GaL2dxdx0EhsEIjDCUgBU+VDnkQnt7CGpfuG1dhcfLHmW9nIE/sakeYBw8DXttgUUJ4C+WDv2wULnkbD4kHP9RmpPJQMAi9eSuoVNK86CTdS4EygQVR5V/1CMK18E+uOhnm5gA/DvbOO++2n/vy5/FE2M3x9FW6tZ9gQPAqd+6j0A/ayfocyvUUi88vs0f8fhY6C/O1p59pm+v3ka1jDN7tEFIv2p08fojLT0dEFjEEyrvy6vjkEdtYVUC//X2ObuptlgoJY07pBt3ghKyoD+bXO91lOUufqbYgl/bYwDueZ1AiepAWLuKhoHj4iuwBaXcx4sLgez8j6wSZEzWRHdOjV7wah24IYiypJw2cBVSV43TS0zLrB1cxQtFZcJilopQDvWvzhDwRSYqB/vOMMeq42JjP4WU7MWJvLnoEPEus9ZzCm3Qic51j5qSvn37REYLbaahdXaEeLfOZDxIGvhsf32wfsKd7Vh0D4N/6zf+GU4FuQVNxlPclaxCdytExGjSFUF0oHeeayYNTT9Lu/v6RqxaQe+zDHDBlvJ2rWgWFyET10mcgZORcO0eaClylYdJ6VZ6xVQKhTtTYFyALjNYU8FVEmX0ipYBzsiyLFYcyghYoMfMXJMsQ+V7mKliOcZhWIGMkGRvy419um/IzpTnWjBQabD3LOd57rL1lxKVWaYBBT8olQyPu9zWUVFrGjIT+J/7xQHGPBcoF1hIW81MnQE3TgtcMONu46IbNIBg0V9RnYvFFmbSYg9BZVVoxZ52JS5dVjw9Y85U5rySSyTI/3aviNOVBd/KHNtBgyUXsi8wkgpMvfGcwues7mVthN9EJkxMHbW3niF0RGmcVnAqUqiF0hltfDxrrpCNC+koPFVdjaRiPP/LON7kIhrTllwH9QFQ4JtPwR0NtKcJrjcpPMCPekPxDOYmY+OM7QAttEj3A7HiSeNsoF01P2v/zB3/U/v4//O14bysLi/H41tfvtnMHT5Nusa3dH7EljgkFjN4eC8inGV8c4alcZk2eB2ecP7vCUiH2eeM17wxe5Yi0U8y+6jH1STBZPcI7Pd6Bd6wvvXjhMp8iuNOO2Dap9IllupVgbANc3g1486bTa/XsKnxy0TvlwnuoH/T6H9MpI3ZHpZ5028OL9U7+yTs/B61h0PPd1zAhsHpn8eAneJs6U7cQdBik6WDMjKSClEmcV/Nwg/wAAwa9DG5NuPitIbv+0kOHpbxJe3p+odV1w+hxLE1jadZZtiMuMpTDUiAmbzYdp0UBHW6wDME0rbuoFhc5jFkDigNyi9nt65wEpWskPl/7pf+cNc+cwoSX6RcdTxj8NJ86Ko0dngJoycH9KS2DMfA4RuuZlnHuMJ7ixZ/Aml4wOqXX6fimtoO3RQOu3YkqGlABUOUQYe4mA11vhIWXGV/hjUmjLmiTEybZjoiWngBsjOKQO0qR9BI+vOA6MIv4tKQ+Uo5GsjPUroQfTx9piGIkSeup5BgqCVPeJEQSWSvhj3ZaN1ISOQc0p6WlxdqnbJVSIQLYKB2ok4rn/FL9+CmxAGtdwhNmyBAqsDWdBba+PEiG8SqMPEOrq4DVDhVKAQYJjwSAHqJO/XYJ8o+xtZgOGEUt0E1lsOsCDfwnw5Ugy5CiFGdrF3ohZNL4DPta9dDKoIE1dXgqyyHKu4eR9EDTLdd1alStl0Ii/GBt0QZhkRShDXV03qm00sFkY1hsUQNT8VLa+e70V3w1HnFJqPQWjHoj7IfEC3M8TGsYw1Hp/Zvy5BXB15bR4QUCIqQRvYfQHTqRRhpNIYcP7u+z4Pyj9vM/9yZjYKyNxFhK04d3P2kX9VTY//gQ73Hl7BLX9bYALd3+dp4tdZ42tPTMQrtz8y5ddiYKnOBhbNbdI352wK5yjaEVjAqcH7I6wDAs8DXApbOMVd7D28GAY/oEP7IjPlLGXVsue6kG9UyMpA2uPSV0mCVXGheNo/QdeBUyFI4pkD++i8KStsbbSuZ4U0YAgkin0H7IVGssT/nfy7e3okLZgGtg+vbTyG2gpgAJ7MU0lKyRtPG0bstx7aM6/QzbQw8YwojHSbw8c0xfGvllBDctrDFe7BpdJ8xsbFw+ZRmb8MIdPCsMjziUsMVGgI8+ucXSLSZreH/l0sX20ssvsg//OkuDal85i0kISCzEjXxEpcGRRm2SYn7D3TWbMZDArREU/hhDHAiHF2b5SXd5A1qRpZB+kOPeSKSe0AJeDXRx0kgZM7BkjN431Qv0aSilJhogpAqZuXcsqhRuINZQoO8r96COavgQ7GL4DlMxboHdkeNSIVsKhdSZRw01tMdg6CZXfnejyDQ5ahq3ENriWou/qrP+prrBPR9LwADD5KVy8Rd8syRJA233CaWxWzGHgfSTmv7m+Gqk/wwS2+1+GcvhmSx0j2Y4xxILrmTIDPEWHH465br/Qjpu3XmvYfW9DYFluKB8cWGGT/ky3kPXe2Sd4GqtUqGOfVPozItBojy96v0jJij855pXjDxvhapa04AAj8zT+TqAxqsEUxeVfdRQWoex/k5Dz17XqsO3zgaCInXY0MAT2FRCZUteJFHgJpX6tNTTuzKW0o6yh+oRz3RN0yW3DF4wdNq+/W//XXvu2jPxrOZQGsDOzPYmM7gXn+Ib0qyfnJaOeIQawkVmY+fZUeKnTx8+vNcuoJS37nGeJTzw/TTjbTMc8absyX/HP6XB2LsgfsTWyLMY23291GPXBSID8ZaKeoKsDI+lkfyiAkbwFpSA0QbZ1C7gtnwbr3IqkA6eo+i8V1mt27L0e9wQYXfc59AJGYt3VVUPrIL+lNfp7DVaSLmVTIdHY9H5az3wiF/9o2LvSLzHuO8Ki7zdcqhOaDiPmQT7+PpHDHucpYflYRdV6tmz5zJ0YTd3K6cx0fBQZzxI0shDP7wnnufPnWcMmZOE0Km33+N0p3scbqEnjyH6+t/95fbRh++lwTo6rOGzePgT0Amhsg0wlFf6KB1TCwZZw5j1rOLpM0R30nKG+BhOQE4vj/cd/n6tssEf2vZgWt9nVh1MDNPnzi78TvaWQuzstwQA/sMaAkyWiOq/9CnjFCnI+zA9iasSjUI8GNOmDMr0aplEhJDcz9HSO74zS5zf0dBARVhpBR0z6APttpYaTQUlXTotPAhJDA/9dGJCH6xay4KR5Ampk7t4i+THlmRwnQX2uPmMAdFAzKMoSwvuW2XxMq3nklu0eJ4f8cwWLT1PhwWkS37AM0t+FUNaTHslzjMqHaviAWQVP4yIBLB+4uO5IjAKjeNY4j3SmwGm1aW5tjxP64zXujR/Qv0oJy+yBIPyTe9PBQ0toI9CLl6mccKDFPxSG1f5V79EDX98X2lOY2OzTStzh9B5pYcr3AptlVfP3hv6dSKrkUP91qUZrSDfe/p+NV+GBBRKISNNQWFa8OIXmG1Qh3/Kip7bs88+jzJvYMD4JIA0nWHIgp9j604oyEc9pzmMpMu3HG64dfcOMrNL2TS+jsniiTi0o1y6V9+8ylbgo2Lhs17/avm38FaPGP+qSQ4bsDI8pkggfXY08eAhEBqQebzVs3TDnZDyYApxTHmVg0rKyFmWDokNTYwalFDx55QdvQeV2P8TxE4jRDnxXFPu6Xt1qeJtpJVGy6YAQhllaE350kiDYvC1X0SMZ0z6ODDKHXBfZgJmnmGoWeAhF2CzvIdut0NWu3wp0Zluy43MA0sf5nFnjnvBL7AiwSVc7rx5+50PciCN8vUrv/INIeM0p4cZCxUN6d+7+4F5wFsw4x3zrNOiMUs9w9Xv8zgh5jCAs+Czo0W82wUaTuBWh4FVHtvVtw71N3YtyEMPKgj97cBpeCFI4kIeZMQMEj1jg2Y2o8rOT+OdLiAEs2WUmF3QyZGCiLUEc/HSSmzRLF3LL4s0Hr6cCD4DrEJut43Ky8NCcIJE6hmykUYGONnAHUmtT4R7Hb3cyivhK6h4wZI6hJLANcygHI1WuvtU77fM/Wa5y3Mc45rnQ+9zUGaO01DS3Y6gKghFQB3IKd5nTy6fkJCJORiWFzJEWmq8ywBBDd1+FCdLfwCmDAHnX8LAJerDNuLd2PVx3BY4KUP9yHgxg91+XC0NEN3LeSYmVmQ2RnSHMTTT7XKax56DmNAmHknGmEV34AtFDlFSwWTxWLzvCtf5GvpTvwST7j7XT04SGVpqUEjCHxtZI51IMB1ySyru04TJjUgAaU7vrDe5hrKVGWVLblmH3na+Be2TaEVE2IOPEvz4J2+1l19+FaU+Ytb0Oiejv9jWH9wAvzPt/NUXST+d7t7q2YusxeNLjhjLOQyn44brD3dpFEes89vN5MvhPoo/p4Lth9eOraVrCiwCmBUY4LVEt3FxebXd2WDiSOYLN3BqjCKXPOt96aWa74iu/YjG9iwfwVLZ5mFqlh0hw5Vd+oIUaVMV+eWIsuM++xDXarwlgzqK5MVAGZdmkfeUQAFCIv19sBxCmF08zCMv5Y3K36/eFyzyTMrXGKgl2LDpGFjO4sII3DS8yDs6Jw/OMd6rbBxwwMgmx9rtOVlDHr1E6afc79NVl9bnWUCuJ3qbs0Lf//AGeXCQoNVzzz6b/eLvvvszGral9BLs3WqsXcSuJKjnLimKwQwiwOQ4sbQJzTRu0AXdGp9mDy+1OvJl2nEPgtjpobvsMSdacSUjsfIRGYNHKceySCcNsvrA53S/4XV5ehgeNMa6BS8LqFOQZQkc7QgvJWyPJjKhV+CD3UM9KFttEcnEgbUaZB7vKz2Pspc01pkrScr71IjxjmdqTKul50GxZOd5Mo+JIiBcHwlVaf09TaJxTLmUMYOgjjBUenduWVMQRhpHBMRxUr01Pd9SfGGB2DBEpZb8OQ4LlI4xXH6mV9viDhctj9DnEAsxoHXibTkFSjn5NS6OhzLBHe91lj3kszMYyozNkJr6pXqWRwCAgxE2ELN4jyPq26erOwLuI04TOkK5Ry6WR0BdABzvmvyfIksnhnTivn/dr6IVpQp6CcUPeTPcU17xplLLQ3kkZV2YDkIxaJYQlSNKujkealAczdkHzhM5/LGs3t00jXXzZyKJlPBnQKg5Eu9P/vS77Zd/+SvYiIOcMOPE28bDG5x9ONfOXXiWrYebeHN4k/yOaXhmZ+cZuzzHmsg7KP5S257nhCAmdQ5ZP5oum4oCX/Sg+1U4VFiNl8tVzrLr597tG1nuo9myB2FDYc/EWd1AB0+CD7w4wvP1o2du9XOS6e7dBxxfxhFwNgpKhHS2vq5QlNXxl7L1BN6RN/MMcswNtrEeuMar6nktk3s9sicG81LfaZVFZ/U1EyBDsepDxiNJ6PZRpI/64TXybePgGZFKpQ2DXqPBoYssKgdevU4Xpl+9eAljuJT4Dz76uN1jx46L02fYwfOVL3+x/eAv/xz64eGjV+rT7CwTQDgerrfHE0nXvdMnVAviqS54ah8Myr686tsX1bd9Jt+m52uoLDuoPAUN3UlDKKVj15J5oAlwI7TCovPQ73v9+i+m5ldEy6NPEHwyrp5N91lhIv1QnJdespZccY8AwoBJVppT49DDREnkr1L8+1eHqChJeq2DcvE4Li/dOD0+6uM1tiqGcXGBrjZd7sWlaRhL15tWdJEZ6BmWiqjEGeeg5GlaCuQAD0+lQinoLrnezsYhDKB8vUDLd2jXVsnDL3yXozdRSFsbl0842mirLRxTTGbNOOsN8zSyGiHbNeEeBz0H6pVxrm81pQyN50b98Y55NpNdFLVBkvZF8I+UZaFGmN4wQfs88kf8NM7ZBOC9HGMMGIjNAF68y3vqozG4fOkKa+BYgqOnD74lbUIJJoHLCjsUA1dlmbGDrHk1bfDkxvsOph6VFJFGd/iuzr17jEteXKbbx5Wxx0PGF3fcxrjqeYlT7QG7Oy4/9Sz8UWEW4esyPGU/9vZhPkq2g5JvcZzaDseAzdBC0dxBMmrzvzyEN9Yn6FOUoaGdZ/zO9DlkGeAy20pO4TWf2YMStJfu/ttmJnd9+2PKdlG56cqYeiV5gld/0rHuEk1DSVpejNMJDEGZNAhh7sNr/S/iEKg+XJJEw58uO8X0giFGYCjTBiHDEVQWmaQx0FGYp/FxttqDMazL5VI6V3psroXUEdCoZtkQDY/XPbzMixc4aAQj6TKhDz78gHHJOzgCDpFMczjzl9snn1xnTesWa2AxuozlH9OiHRw4JMcIPI5AJkEHYzY24sCmCoVy0M+eq/eZvAEOYcphL8DphwGzBE3jp7NBXIYbuBf+7kUrc75TR8XFe4cRsuWSyuzG63HOhIBqHIwUrlP2QTAA615ACfNA1UkOeK+3aKBSOatIU3rF5RlAiFLqTFKIG1FxxsfhBIDUM7wKEfTQYFLWdCa55StQUoxfr9t3UtHC8uNCUNkSrDtUNk1Krhl2AHLnzwwMyhIm6qNxhOHEM/vst3P0KFy/6HxxlIIikB0ISjosoMt2ZNAZDot1AFsDoqHU+MuQY7xFx1StP+dKkpfRR7ogeLSeXqMN4ngi2S4+OVlI4mfcCmNDPme4FdSQlfrFSzL5E6Z482YngTTu8QNnQoLJP1EwEw2Gr78r+msgEUQy60nmeDkLzRTLUJ8FA1PJjB7dAw5xqOUjDkk4FCGsNexQpUcuuBXGQkR6Wi60SUEDfcMn4n1HPZQUjsZ0Yaz1xL7//R+03/iNb6YbvcKe7nPZN7zTHnx8o11kV87WwS5rKq/zLZZnEJM5ti6eZdvcSru7eT+7e9zGdzCMOTrumHFKPKt4lcIiVOIMHeySzzPLvrp6sW3cZyICl8fJLHmrNEbuhrSRVeLcrWOXfZOxVD8tsu9sFHBnE4fckX9cgrvVcV8ePC94ad12Q5V7xdyklh3pVTYIkqePL4emxAm/oeQA6KB1YOKq3hXtjSczhRUryjj4zt7OCIF0TfMyB310z1lDssTzAocmy55dPgrn5I9G2dnxA2mIF7jH9fzZs9DbAynmcmDJbceH9c4p95lnngaX4/bWWz/LWK7zDdKxd5Wn6V1hJ8FbpShPPbPW4JTNAeiH2iuWkSfQSK9A/cSoeahLhvQiYqUvoRt1SD3lvjd00skQGqljvHNFBDeBSY3PzDo5Z6KEMkLhIEGxpDKXYhpH4J3AyageqgKrrzQeVuu9M9fei5KM8LW+hctoktRxCoRAo1AD2XpXdB8VysDSayg4fAqDh2uvt6eyihICkVV6qnX1PVXEqPS0dSWH3hFwjmjxFrB6zsgpIBESrnp9dic0DjlkFAGiswVDsY58xvEMaaYxgFlgK1HEl7FOd0I4DmPbo5EpQ4HgwfgoFAxV8nMEHUKtF2H31TN7s4AWN9d8LrYnc+hnGls7j0A7ou4MZrs3S1wJvcWNYvPcr8WwSpOEE3/kZQXF9jRNjbGWosbjRS40TI6LZaab5ykaETnqX2Gxu58ryiCMM9DBRuaIsQDP9iQVeCjcg+LKsCEIa+J5Do+lhf8iOMaRX/pqmIY8LsXaxDN8++0P24svXmu38WTPMSbpkjPXVi4uLzCQP8uJ5nTBmQHX4MzNLaL4Z9uD6XWep5ndXeTb0SM8xA2M7TbvOZGbhkuaqgsqbyZS0FW3hp5hsugiH8C6y4k2u1v3Q+MchoIMSRvTaqQ8tCUYY1g2mT0OGoobqbQwQV0cNQ6UbT5p54vy4s0NTzr+0C9yQ6x8rnWqpBiM5UCS8UV6Sj+NSdcT09r7KXGh/ABRWarBRWYxMtbvuLnBcUSHojSEWToFbnNMkFiGXVy/vU1V8SAF1dOAhNOhrLOrfCcH732bsyhd6P/g/gMOV+akJ7zNl196sX33T/808DuWe8x5oR5afIg+TrOZpOgBnRhWcUhAHOJsQCOXKJZCS6Eylk4KlQ2j+66OMDygocxmCsq3V+fPSb2jQ9ZFI0eaXz802IO0Th3otvrtkqPkc3ukPQ1aJJwpKqdg0OenOeNed3NQ0l5YiC5DlVbeqVz+TN+F2jIE324GN1lOhHgk+GY6yPIocnRJ/QwAPlj4JtgaF1tJBU9u6pH5zwXXrmGz+kwuCSNJLMPMWSNFncLSjYZcdCdP4AUIUo5DpxG8hzm0FhpKfqPsPHB9J/WhdAqJLZuK7JH8Ltdw/FLsM9HiomAmYM5gHATI6tCUTLQ41gGJw2yBKHcfXPFQhVmS24razXMczROHpMQ+/GDokbIok3uFwBbR3RBMnsJAj0eDsexHd9w/1EKoLFSBVVHS6BETelrZE8I4No3a+EksQisoydV/0EdjoEZBI8eewisakATipXmEzQXWGMh96DEFbhluYKyOzzIR4I7pcl98Tj7i5atgepVP8keKxmPi3vqUsS4p9nLcNfLDH/24Pf+5Z5npxHtkG+Ey5yHuP9xoN29db88+/2Jmod9596325hdWgWsmC6SXVh9gHHfxghaizDus5/ME+0N+c3wyVXtmiGdJnXpULhpXDjxF3SVHW0zqsCoaHgKwcAOgijeLsdhjCZHw7jOpMD2DpwW/sogajI5p5NLoWoF5BiNpep9riRR0RzjieSof4NqD8abrRrLrXfEcmphWo0iGLuPC5rPXBU6H38R4mUKnxKDMOGFh3lkbRIzjFA3eIg3LvF1leLaPLK5w0Mg8S3wsbZ0GwKvOjTqiwXM9qmOB5+HBCK9Tg3YTI/kxB154bija2776lZ9rP/rRj7LkyQmuE2T4GFnZn65tnpmUYQjlRG9JPOiSC7tAaj9ciN7PRoAw4IRt8A2J4lmDdBrW4Kxz4Zijw19ekSnwkK4G5byHeo++ksgDY3w+8DroXnBdWZr9HTOkJQIgxVFDmWUEPpvYsqnAq/VYUBdb84Yp0h1hEmiLkGfG+1jib6T3pchFZI2RXTuYjNAoOCYZeBilsdLUS8W2vLbCnu+Y7h3GQ2PhiTd6khqUBCoXHz0PBT1by9DrnKWnsiNvcyzHOcs45CrjkavLnNrMzoEFnufxLEYsF5p15psxSnoTURpnubvQlmBSLmVlbJA6xlUHeKgDIh7bJV4aLhUvP56zf1f4/IExmGXJitSC9MHHVtttcE4UoWsw2VaSH7hriPDbUEbHUGA5cfIkniFlWqqE74pURHn0b+FQdJJpoZeKMsDpEi3Hl2yJ9ci61nKKAABAAElEQVTSmEADl065tGme9Z7zfK2KV9CJJTEQ1QNgpQfJkldZkC7yL/AIQoRFGdJA+vOVsgEePEfooWFfIqaXU3S3EPMXrDaKlutYpN25jXX2fHMWotvstliQrmIsrZxngq3FY/RbMbN4heaxO6yxcZZ1h3E2DadndC7Qvc5C7UhhVSc1hQ81CL8E+P6D21FA39nQAXrgUisct/S5vDMaWmXUsTuMaBlJygKIYMOf8AFYfO6TQtLANPNsDYzxS+IOT6riT+VVpgyW40TLDJ5gjPwQ12XAq5/5sCgkMTJT76A7sqMRdn3zLHxcYrJllW5234ljF3qJoQo9tW3GaO1yW58nMbmaQ5kRT8eAV5no8eoxaT996y3gqaPXXn355dDmxxjKNMLkl/7ywWU71bgrP+CjbPiPMiPX2htkXEOXcUbpRxrhjy3yPffRFxhu3ll4OYOBnoGG2pos0wM/EB3TPjJIXg1kerYoms6LxjVGUzgol+LajOuoYsBpcsI0u6QxjgWIAAxpqwK58liY4GNaLrmovS7vD0aoiDx3a++7EnT9FdL60jgrSso8FpCJG2rwAvCG3Jo3Tz3G+Kprshx1s//GyalHI6UwaAxUMMda5l1HyQD2KMsisAAYO+HSm9RLcpZOw6ShdveBAJxxoTiMt3HZY7ZN4T7Cc7TL4iC43oZdcKIpC3PGGkGFzuEJ28QTtrXohNd6UNtOYMPNFHUVNN63ZVMew135to8nojhpY/np+pKnh/EdFRZN+5vHrpRhsD6DcCuw/I/AatCzZGMwfi73cIjChs0GDvkGf4VUEwH8zFg67LC3W7OYlqpw+7Pbte3i6TSmvUYSEIQx3hJX74O/xEooGIeHiYv8m2E2eY0zDTfSlVbJHNKZ5kzN+/fuoywrGPAFzqa8R7pb7erVa1lQ7RmI23S5l+mi+7mJ7dntKLEzuMtY/XHV1NYNaibkwO/shQtMBp1vdw741ISwljgGruxyw2hoPCJw8KZ6KcgCdHHoIhlCd9KJtzgjTw7huBNEmYEI1dBoRChjoorUo6cTek1SA6CdgVeHC4GBljx3GaBYaDsYVsruyqNhRULTwLlWUprUYRrylXM88RJtQDQmHkZiyLi9jTm8tc/lmQ3mc2LsFgcpX79+A9lxAwcHYdBIXeDDZP/m//43mSSZYSxfWDRyBuHz57OrEdRH6a1hCO6+594OZCQH0COrwg1+Qm9+YbH7PW3vEhp1Ixtj6jP0ddOK4/m+N2SiRx3SQEprYLCxs3FTn4tHGMpYTKCxK+k/1xrVws4qLAOhIgXItkewMfeUGeCCIPkMWXvJVeExJoaXPJnEAB2NVT5exjuNo8Yh18pO7KOhCChCxdz6Sz5iMvTF1XvL8M76OwyBkni7f5IbtCACVwGnSHtNhigWHpKf41T5PVA0C/B50GPMzCNp3Ytqq6Qh0JBEGHl2fMWyM3bE1fVzzpi5PMg06sQUg9IaSpktI0T8hMmjEg66YwAjPEcuYZCBpDmme+3QhMbYwxHseu/oScJQG5wYSsqLPCGqjt/ojRqKHmINARzXIXTa5SF/jKdSgoa7rt7rVeYR/GlENJJ4Gct62SiDB7G6BTUfveKdPI6Q2uIjYHs0tGdOXN8hLzAGIOZvjwkX9/bvQS9r8ztFPcgT8ypjMTy8Ui6dXAMi/vMm6c3jS3MSR12i8L0/+4v2a7/2q4yH3Wovfe6l8HRzbavd+PBDPkx2jZ7CQvv4xnXGMS8wobCYiZ/dPWZcUeTzLKbexbBubnJsm2OVTMKMWHtpiPyCn8Mtwnc0w/pIeh7uH19jp4/H1cG18D6kBl89yWOEzmVBly6ep8GdyeHBD/imDFyHN9K8eDLu5w91iUvq5Kp36GcwDhxv8UUP3GokTRcDx9XgOLK/eKCT6Xm3wHCBH1wLT6hb02I6DQ+EDi+l9yw9ghynhi7IC2Fdwms8YxcBvLY2t2LQ1Qtpp+Av4n1qzIU1kzn0gq5zIpCz/TPIi2Odr776avvjP/rDwKB3Gq9QGfenN8fP6yEwiZe9RhVCOe8GLboD3EEXGmhLptUVIhR7ZVAv0N1zNhgauXiKQ/lZ/YB++YmWiBVSGPsCDKbzvk7TYskY5Wb8lGvKlR8qmozT5TQg7xmPKgPJg0HAJByFBsKKnfg7pFNhqbA0FuJatpgpPETH8uce5EgXT8jkvEy+iRInb30XS0/9ncgiY1WGyfuKOf1b5SpMg/abp2QrwtIFrrqcpIqnhMICZ7owg/ApSGdQALsNdvVpYgK35bqrIt0HDIhG0u2PMorICBGqFsXPei/yajQx0VBUuhROyBeeJQYV+HbYz+2kiIfqKiByxm7ZEeO0Z2ghTKOg2A2HKyEzScZBoyuSfnyqtCFPw/uBDnlKwtxJB4MXY/Wc1Q8ntRYZhnAXk0ds6VVqKN2fbwCi8E50D3F3Z9zbLmMAcMoDQmhwjikLyxhaKGe+tpuXg0NSG1hYHHWrhI+G4cWjkXlSvCxrY3M342GXWCb0PifSqGDTjLHt06Xex3heufY0e4y3ODhjrV28wpbEcxfb7ft8ZgCYVlg2tLbwMN/69tMFs5ueRESXN3wvWORTxuAYd5Qoq3iVCwurbWP/LrOhAF2aVxBCQCl5yGaAdT5aNrXhODQHAbPgfY1DareAyd0jNui146qyubjdkebwgXf2bjx/cwO+23tJAFdnnh1n1HMzKN+R4aHeST56b2NX+9DJLGCEOEfeSFry+6zMqAN+lwirBb9dpI+RpAzT6W374TF3gtlgSmN36/jOL1cqzUJ5j4k1hzY0kDohn//859tPf/JTGqob0Sn5f8hWRTdXKCM5SwLm92EHwXIIR4DiXFiB/6WzjT6XjqN8GXvWwOkYJ5mgr6suGDdlnFHYjg7ZOKKXmLFmdUzaO1xnHdg8aCwd/STKeIkQ+ePVWjnwzeQoKyo5josGFHgJhYDAFVEFaNyiS7ghBPhQn/zWaKEE2JO/xRnzckeURiEzfCiPrZCLnqNUKbIMkw3uuAqRT4kgA/NEqJCzJeIXY2krNLQ01GNXRvugScs6P/Cy+DLGwqBfjCGDrdI+9EdA9CLtumUsI4PUGgOA1tuyAJiQ76qYWwAZmJdAGdAXW8q1IWBaCCPnQL+k5A9M06hk7IPKHEulunii+KzYMYyoUooQ7KK4zppucejFJqde7OGx7LDrRsra9RdPZyXn+KmcWfRNYVYj7Yvu3iciXFAhfVdI+K5TVKR6ORUfxTIWOmRXCmXb1Z7Hm9R+LTEcocdhQ6CXWXyyHMlT9Jnat25wPLMXKJzRPwB2G5OaDKNhcXjHNMLOzCJcDS0FzaPt9LygED/liPK6nChIhsiFwxfWjSyB43e/973267/+99r9OxyzhrIvLsNLjOWae7sZuxyxO+ett95u5y8/DT9m2kUOj73JRMMSY1kX6FquM8Z5eMAuE07aPlhgVwnjbMpPjbvTqEsTecVExxK7dBYxfJubDyKHQmkQJ3mz51GAyIMfNhtx0KhHlWlcZmborhfRSEv3WW8U5gUrRY1GUdmwJNP7HaADPLMNuuUJoLvhZAxl1HK08sB8Z5weZTeclaH2b1t+JkikI/9ykC36I/3teoaD5Pe0Jfltmn2GSfYZgvKb6U4gbnI6kJ/AjY4As/HKgjPbButdX19rd1kv6RcyPQjjeT45q5H+sz//MxKAG/XLSzQPzHWU7DUhN/S+7Mnq2QmMZeG6gVN5fcTwHwLpkJSwBw4dCH1fQ2iiwYOGMb7Ul3LArw7JkIfQmzq0VQ4teI2kaVe85+oBzxm7dIeP8BD0vmfiDSEQEkwop/CaVBIrMcT1Bbn+zE3i/UOyycdx/F99o7GgLi2nHKKQYlQ96lHEeOYVbyCMRI2+k9LaNdCnUPTaLKXHpsTKw60mJDEYZ/Naf/+UhC9KyMDd7jbCUz9GXmSKFiLl4i3HuNu6WJqMVKU1uzyrLRpu0rheTDdQgrvESAGgE0tFZfRs+SLUMoyysmCdvI7fpQwKE+Z8w4Yuq+zSCRVrx7M8zciZ1C40gV9YSmZIPRmEtdNlMr7uB8qU0RIWCB3vmvJU2kyEkX8p6+L0JlD6bGmr3kO6fFRhwzXDOY67eJGGbP0CHr9oqUckXdwqqHepZy3MlU6egFMe+cONt/29WH9WSE+Cl+J9SIPywx/8KMp5/96D9nBrt12+8nTqWmeHzBW6056AfvuTm+3qNU9Ev8CyolsxOH7J0T3ZDqvYDXfHiSepp3s6VB54AlgZvYuefXnrE+oejNiQzq6le771yF1RsbS00LbpskJZaFR42j0vNZKPzPzyoII7Medp89JAg+RYncH78m4m6SKNLa/ok0aH+0lOxyBIz1SG3ONsyAeDeTUE9tCUIxeDe2CvxSmz9hzM5tCPa0DNq35Yn3vrHRrwJHLXoC5gGE17h22KerCWdZ59+Bc4DONf/svfPTXqUCGOjuVSt/eW79DUHvf2WISL6st5EF4LJnQ8KSESwSuu0KwMQ9LEGZHGrkYBL/GPQ4W85QruZRyjSYHZeL1PPc5c8XiFjQxcMaC81/FiMUdVaH0BhmtanIHk8E6qEmdLgERyL/DCXx5lYPwb/7EOTU/qkolVcbwvBTPvvVJXL9/0BuuMxfD6qTAZWcIjSevOd9yBTIybigURIWnVh0UwZa+/ZuJ41lIEpvJO4/mRS8NtkEm2en7+W4PC+eEpz6Ezu5YOLZyR6KbhnwS3w+RYjK0Xvi/p6vAHvQj3dO/ZLbNw0urkC6VjlUbaFRZmedZn9Cmq4DSPnqkhTKvbZLSwJ4V4pWBOPikgvsJYDQXjssibM9tObjle6GlKGugYS8ao4nFTrspXikQp0JYv1CBYpuXcUIizD+BHNMB6W2wcJIMcJSFBfvdfnisyEFd8cVG8exA9c5eMcB/BmOLAhXfbpatP4UDq1R9mEmeBZS37GD5PLUfmm8uFLlzikAe848usi7zx0UfND1qdzYJ1T83ZZZac9ZcOMbD2zyAcNuB2Jf1Gzgm4n7twiUOWPV7Nsb/TYFobWIdg5Pnhvd3SFeTBbXr+EkCivDPkBhkp2gPgYMjMf5PvXKvYkUNoqqE1KJ89FGwOk3Qt6W/qKm/mGXddXl1pN/Cgk5O6Y7AsmxgbeiedXOrj0JOeYgwp4Li3ew9Y4hEqH8ze+8XJNU4y98xNjbm0Xttdy/0Kn4VYZR3la2+82f6AM0TdrZUDsAHdMc80bsBk45ZJUZRFGcY2QhuNtMNMvI9snnqUwk1sdNQMTozFQSG+5AT8LRdainPWjWr0XNsrfdE381mvcusEqzg6gaMx9KQv94u7ftJT/nPwspqmbMlTPUkL6tc9EjsgiqFPC6dwaRiqJeCqiMKoHJarVkRkueaex88IaRmsM5ML1Sr0pBKhZgS92rWt7nNOsEFAqY1/NaNn1xncQIY/xIYoYB/PVxj45V8Vmip8Zz7QCN5hloQaAyAehB7h1S4CZTiZ06/iXcsMFBiIjeIrXBkAh08aEGeK3dWTAe8Inml5xgt0obb5fM6JJjIApTrRWCr84HrC+xO6eEcx0nQP9DJ9x+/ItE4giXcaLqLJo4EfG3nuMxwAHfTqTpESwdMQ4wjMVqMiUgxlQHvLo458QwihnfHYN9a8zTBJ5YJsx+r0mjQadtFjNCfwjiFlt5FduBx+DM6zDD1M0ySLSjwt8umJ1nBHNQA2Av6ML3igY5GkgAY2IAze4i6fkVpkFHngXmPjDqn/8JOfIENFXw/o3WedpLJ3nTEyhwvuMiPr2j7LWmK3DsIW2V9ZWeZEnEXwcTxZb6K8KPP60yu2uxb+Ub5Ld86yAyUawLOrR5xxVVb4y7M6g8EkosRKvmBUkFuHX0xvY+2SHRvULHDGUijPKqZ1umyp19+NpMRQsZPOBwM083DtLqvCYJAOiEoMmvKh5wflUqbkTI8J6MRZfqplZbCRaYYrzO9Y+SGGy6VuLvVZ5CNiGxubMZRY8WyM0EVgvprJqxXGYhfa5998o11n2+KP//KH4Aq8pOs/gEz9em3x3ICnhtAGOjuW6I/35SH2Z7vVA95cYdq4TMtxeMBxTusRD274j+XSWGrPHKvEaGoQPQndsvUgNfK5mt+jC1mTe8x7T9Y/ZtjgkOcDful6S1SNIfyLks24+BmDJnHTWge5Mka68caFgQL0twgaBU8blhFR8oFB7l6JYgsHnMzuHnRdxlcrWoZFuyExJNxkEKZHg/ApGsDOreVIxsQR4YSLrr+CZ8jSFWCoawlrtnAhyONA5Y61QIECFeXpxshDMVR+a0i/n2yeHu7gtO2fo28qk61nh/UAhunlnkEQHadUIP1EgQIbY4UC2CiY3nQKAlaHZ5IDa00IWKNeYYXwjNtJzyMEEDKMykAR6gBWeGAQ6upmAym0r2VTGEK8J2e4HW4oxSu+ea+9Ek7HQR1aUGBjKD3YAG9Sb0PD6Gy3+3jdeWEdNjBTJ4xhkk+ahFYDHFFUyxVU/4CXnoPe++PsrSEYaAtN4hlwvXPnHkuD1vIlRsf8Nulun8UL8uuOHpbhWOX7eJXPsM3RCYvLV56iC34zi9E9N3GXfcrOgLurZsQ6PNfURvmASU87k1PIiztRLl24mu738YE+NPwCRuG1W+pyn9CG+PKiSnYd1nJsLjBDrwFtWYACq8jFHxVYrwrhDF0zXEWaNKzUYZBn1mcZ4YdxPHTZsg4NqnHXP/gIHnD6lGOONATChJTxTm8UPsETWVHHkNkYK2sn2SLqLrQR+DruiK1paw/WeEcZiL5nJIzodbg0yGEG6XlCV+g73/luaKiDo3GkImDx12VZ/ROO6n4Lo8FvErmFVwE4g7cpz33le7XQgTjxtkHNaoTkqj8pjzoykw7ubo/MaoUpt5yalz/qjc4IcEgf6eqcwhFDRu49TzxweRRfnVwkJfxHEFhImmvG8IhLqyefMCjjd6SJkTRP/xV+4DXcEP94EMn+A2XKG8wVWXo86hPFiCIBlUKpoigYGogczoDRCMbk60pu/kcC8JpHoviLwSWNvVIwDOGhURAozxLswN9/Kps2059pAhtCpVkU6j5+Z7faLnN1UWEYcAq3hiEemR6ksINDdjpw9dg2vT+vdpOqm1MeilxwYqIMZsENBUjvOYniX/QTzo6vaNdzve80CH9sEWwZCD0v4AATP67ee+RbFsR7jBuKkgXmJBAHu9p+9H7kWBRC5XILu2ZzeJWe5p11phgQFcf0epYUF++yJsOqnHi7NiS8DA+hYgLKENoEL++FCdwcAuCaxpN3oXfyShP++U5eQIdM2omf2jPgitzjHRy1n/zs7RgcaaFXeeACaV560rkN2T4TJNevX6c+jmZjwqTOE2UDwgpfeUTh5Y3jlH7B0YkAKogtV4ZsCIRX3me3CrtQlGY4Shr4BO3nOa2ohl6UKnF+FBfBjRFDSSN7yp8/cDaH934VUy9Jr1IDGpmGFip2v6fgKhtYpCdETkw17gq8RrN+UBh8abAYglC4eYpshJ94mhpwG8VMWHLv2QbuWlL3/ejeIodXWIfDAXvQz/R+SuM8QxvnzuGNL9O9Xxm1Z597pv3kpz/JuZPWoh5ZhoZVGanlUYA24CwdDBq0HqdexoiR2Ti9aY2fqwU03sZpFOV1NmbYwAw/aZYGB+PnJ0A8Cs5f9ziPeO/SH8fLQ2PWbdqAGJcF69DdZUJ6kjGglos3yl7vARiAjbEr+gJMISBTKvCCUH8r5tHnQQlOX336bkgSo5iSICXlS3T+K08819XMpeQqGeJmGuKEUaOV1pv4riSmr6DQpqjxNWUTB6r+rZplACgaJzOlg+64yiWTbNlDA559dxqsv/4Ji+kNieFZeVUoa5CcCQ6tk2lgtuvUXCBe+JAHZN26aAsnXDMsOYqhQaATl/Jokd2iONRT/BI2qcEr0hR8Pk/CmdfjP51+qZM8/lMxFX5BdpgjXWGK0WBp6E/p730Qs8Iqc5ImRGX9oAbasvMrvCxfqOJJwLeCUf5hWFHA/8jZmT1Zll13+eQ8Z1VlZc3VVT23LMnCFhhbIhy8GCJ4JIIH/i548htBECHDgzGWARPw4CCwAUsgW1Krx+oau6prrpwzb05832+dffNWtVpus6tunnP22cPaa9prrz0cxIN7268QOfxGYBkGeqScaDG/dFIBRXig+Qk9yJDQXylUS8zPsT5mS6MTNgr/HkrvDCcNqWScpV3B6rlx40Z3+co1LMZZhoyrma1dZDnOMsPpLSaCHGm4bnCW/c3udrH91qsSjW8W/emWRv2cWxxci4ounJJGmO1EdjiTcQif8SPkEZZRFFab4AGGwQq99FEp9FgHAZREfnEjDCqDFlSMDc/GWbY0MHNEhHLCp+TX+rdeFaXB901ZVafs1mKtPJSkPAY9nOHW3fLFwy/SgUBM6MMBF5dW2NGGdQZu5Olv/tp3ug8/udn92X//8xgbxTPwWThAdVl121YVnTA78cVkNO2aRnm5/rhabNVtfW/gpD2OLAIr90I/5EkT9LXkNk/EAKfKzkNpDlGMGi2H+Myz5ph6onSxiqI8sSiF6YB2axFnOyVw2q7IScAnIsCnIYXUMHYQXOapTFwWtCD+8mATh4QdSWLZ+VGeVy0qCamiaUpScRIRNr5+3gMohIKUfWlN0KAu6evXv/obLhrQvW4Bw+otkc5wB3hkIixtENXjoYdXREqYIfwtnuuXAmWWguiVDwpSRtCqkrH1A8USIE6fZtKKhzZUH7aRVvUojmBZ5wgMwqMPx2ufbFhvw6mKTr3mszhN55I4CS/Oecd7eD3KyKFxJivANbcZKk+yzk3/owuLtYLd2qYyLGXKFStzqPApc6iApZeAYeoRnXgFuXUoxtc7cYjA9XTXwvUX3yew6a5wy2lGGMTb36Q86+LX+MlyS+nYNifpsMZQcj/5659xZZcGeN/FSvAEbPG5g1Lbc68yQnHv8zuhydmz50pogMWDZj0eTKHyJBytSsufdi0pE0CeIuSZljPzs9n7fP7yVRapL5KTDo2GF7/abgCOi4YrQbeMUfpdbfdoG6hg+OwBHeG7nseUQ4NCjEhzrVl28W+Ib1GCWvcIbqxb2unr07UUhQHPGIqfgIE64MA8y6ORR2ily8s1jHZiToy5CP8JHwTbWGdoSlnzrDO9fPEiy5cYknPg9PLyXPcdzpe09B//6P9wBB6HhoCPsmZLpmJUkFflNSpPWprSUP9hDXvrfW3Q4F7ez6/KKbq3MrzWT3moWXzKSnlamwo1WAP3GY6jNPVPammWBenuG3yQnHx/wKhjn3Wi++ysOxhso8C1RPVPYl1iYTKZQ8EiL3w7Agy4V2CLTKLXgHIhbvTXhLref/lv8is87RdiInQ9UZvg5sShXsDrXSmT3JO3MYECngkhp5ZDGi5q8F8ScjQbSw9AWYjj7pk0CKBkgn0a7WG3fhrVyYAQC8RLvKzbJB48v/TTAQ9pkt8ydKCXG6BXfiPtUknyGIVkmkzqIC2lQGlHOoJfCnghX+UewtC+vo0+hymMp3CF39Z7hTowOV0C73yujkfU89yTwDpJGLi045hjyr2KSQU+47FvrCPOhBSKcoL41GNpIB/VFfhroojMVXsPn5DIuOIbxucaKx2cSUeDStxJoVLSKkD9Y+IGWLi6DnmKNFHI4CqKkne+j+5RMMB+q5dH6lHY9f3xoy7r3EU4btz+jKF37UveYCZbF4PnVj559Ji9/BMMv29n+AVUbG88z3IXjmBjGOrJQnYctiXfg1GAyOeMtQrLba3S0FPmp7FCF5b4uBntk71UFv4ENjgCB7VeUIPD9ltusFQKouelRldHFEQNQ1O8hVNLhlcVeH66CawT6RipGyUHTVR8+klVMqOLuZs/3grsuC3f4bc7a2pkQ2ejFUY+4bBj2GY96DofCTNqn2HohQtL3cVV3DGePI3mX+Yk98uXL+fou198wP7uTAQhGzRYJZi29VfrFYfG2Q7hyfZBlJp0850Kzvql5clPa69mpU2XCWjT9j/Tp0xk1/duJsi6SOoQZpWjC+Y9Dk7FN0AJegq7y5sO+GV4Tlq3Lpo/30WibIVfHGZ/hUJlKCUkAvlVVCkC7jPTSDqFLszS3o8Stb+XeKPBBtCKoj/vQlwYK8qR2BJe0hCnPKkUTSw8tWCaen3m93J4paKXX/ZPtkTBMm2lFx4XpYJLkKIVAnNhbttpOBvpwbwxy7m2Hr0vjE7CMooo7Z3X1lO2dDIhpUSgEke2pEGgYa/U72wnaod2ggPiqzOwE3Eo3Eoaudp+yxE5IyH4oplOMh25qgB4DMbnGKpYcShLCwYm69eS1c/mqUni2XdRljxn6MuaNq1LFVb5W6s8yz0JVU96/OBUPBjHj6tM3hj4JA/lwAAqcU+rcSWAwtIsUid/YkmitK3XTllFiMwX7onLiUuposc7ZclTDllFntsjHZi+/9HH3bXX38zM7BETNCscxUZrowjWOWVoGj+ss7NvvvlutjI+8gRzFOtZdt74jeqng2cMNTe7qR2+RoiFpBLTSnMySmUEprE05+KrXH90P2UfgnP5Qd+u+A8+gM30wmjIJe+Kj4xT8bYRTK9LkzfohD5auJYiTsc8gozy3Ja4yBpQlaJ1UVpkxDo9cyAKCGGXPoYGj+/Nk3zQ24+saaHamem30wAwuETKjSEek7bPel7599Kl093Fi/hymcDxO/OuFviN3/wuu28+6/7jf/qvKDNlR5oVL3jNbt6wRfGDNFXpWX8UMnVlEwJLyNokr7honauw2ElbhG2oZ8rivn9MnH/Es/pJF8wEw0RPsxqHecylWMhLlhF8w3eucHDI71Bby1M/pfqi4DKd+Obq9rQ5dg/Mccq3iPEbGc5g6ZeoH8MNHPl1vJZKTeEpM71AFryvEQCypQfUkwwKNo/lHzmJTpI0jDqNNo2XPLR0Lz20yC9dW6rGACEiWJOhJYhD7nYiUWbC6ZXio3BYMPz1RBa5pFe4G2OPKoTGIAIroVVAKqRSBA7BZdBajqHfR8vFWdIQgzyxoFQG5H25rbLJl0MTvnpjS8lnfn4J9C7FGFVmWbMqoZrAUUCcrFEQtVD0rQlTlKhLgHjngSHJRx6t4lZ2a2uEAenQCpfBXvrBgMETAgMXA50CD+5l6R43WjIqocAErqaBwWVIwqbCKRyhDJoGEbn8t97cpKHQUfMSf6d4twZfv//+ByzQZxhI+jU+YuXEhJb+c3bsuMri9mefxYrwiLQLFy/hw9wO/6+gLG27sA8YlmmNRBFTpnzTaGNZF1i7OcdWSHFkG8SPnY0LrwNSDzfQFR4BXpdTBdtQvCLAwWlijE8r8vTyHxWwZdGTUYw+1Lg2zA9so3QRJp8bzYZF9zgUzlimlKe/UL5u6T1NyaVAbu3UXbbEPvcrlziUl1O2VJpLrM389rd/HV/uNkryv8S3q+GhqyLwpAX1p8EUWaEucWELh4j0vg+2raUfvVpms1BbfMmgbaZM2m4I1hjRHNEelweVDCu3WqAO8Wkj93UyOvfybfi0oGr8qxXvvYp3cgHlKMKd6i9mPRkWp1YQJIN4DNWhH28mo73BPlaYw6tYeS9La7K1P2GHwK9FQ9kyCS9hJ/7aJK4KDIyj9aN1GUaHYGJSh3JZkooYP8saMpm1pAZvEl56Sjr7GMqwMP6KaC0SCxexbVjkejz0XyFGYaf+IEhheamOIoo9U+AnTy1NsXxiJCb5bWUNVWkH7bI/HOfAjUN6XDsaGQ10BOfwKsME6nb4iyIap8708JQnTezVhHNokqQma/cnzkSJwiOuVETEyzTk0yKvekxT5WXihsgMbz0EhKGkh1049HYyYU4LAwUw7dBShSW8WKWuPLBGYW/B+wiGPqYhY4m7wm98XXYqQa64r5yxFoWReoKnngeyj5w2a80q3C4VMSscJ/WSOZ0Id3Fd6AsNfbyKZeGTNowQqPfTTz/t3nn7nXyZ8cXai24OC2x8DMVPkjW+Y3OG/eEPHnyeHT1n+aztY4blexwldoZ9zs9YOP30yRpW5g544GQcFRNt1A1iTZAqytRvyMxzVuPz7RfgyLqFDWUJ/o7QHGA6vkl5wj3a41gwfmFRnrMMQ4bBtkT6BUfFN9IvtIWnZAFYifeViRj6BddmagWJBXmAWHk3awY5L8DDKeCnssgokzKE3iMEPd1nDrgt33gVSIwJnl1G5bbOFy+eY/nDAxzi8vYbF7ornASEBqIQvk/Ed4QWWVL1J3/8n7uf/+x98tcutCgzIJJn/Vf6q+poyk4/u5N4HvYCdxXNwMewM5T2wtWHrLPmPrByVUeUfNnyirdsWWSMA12VwT06N787NUVa19pOeCIXSi+HbxAfJRglWRM5znbnxHX1GnBRAfSszm9ykQWkmVAhwkWr9hzSmn43SIP9EW6sDtYi7fPCBqp4jnUqW5lc/LcMgJCg8vJIt9GgcPjPRmfygwY64ZIDJSQkWM9QolcIo3m/fH8CW30wTX6A02Q+qtVHMpCpUF4OGTwKS8J5UkgsS5BqD5g8/K0AnmRGHpvCqF6n2lHveCn1YGiFNovdeRTp7nBS8XELGIqODBWaJE6LBDLQdgTRCSA/kkQEoHwpqJga49iy0RCBEpPWAywKcDoqHrQWpTnGLT+tW61ah9x13qSK0Qkel/6oKFX+Li2pttmmk5qaNV178asHjqWu4meMZV471mJKFKZSQ7tdkmMxCmZoDqC6IFwlwCCnFAgwB18gyAM+9mVcfubjkiYriEUL66rhoWVaTXyWXH/Kwufvf+93oDPrLJkNXzm3StvYVcMw0x0mNz75qLt0+QJtne4use3x/t27HC22zMTOGepwBnu2e8a3w52ZDV+mfunIj8rn2alyimPEXnBOpXiVvvq4tNQ0MnQn8M2VyI0K8gC6KojSXXmTv7IES8uX8pzUsjOzrTEeSDe0lsjUhJcESSNus/Y3TCfv6K8lD3XIH/oovdohiqtyC3C4B1awvGDQ6gouKWscZa5MrK1tMskxQJmOsWZ0AXwwFGduQBx45uSbb7/b3fjo0+6HP/xT8rsbyRIsSzqDOh6gRNpnBwnZ0z7zy/eGglEeUK5IZEaCtyrCFppF3Pi9ltOBC9IZjE9+sohz95jb0bs3X/4zHE/LK8X/TM4ETq3J7MQhTXyzChowWJYsdgRcurMm5yFmhgsqSYTC499bsMGZ5IDB9nzPMVMDfBUszQQYLC0qU53iqgiCWr7Ra9rBexvqxEeIS+Uqw+oVuPLPd3lPSemJaLj+Qu+DOrLGX8X1bw7mMKHkoFyVq9YVTC8CtIAAKMVINE9wjmKkJm75kYabEFtht4yk9o/I9lfITMzIc9adhsgnOYZZuSmC5ibQHcjsgOkHlepLmDLRiTKT2BSfDf3hIR9GAxrf4Z/BZuW1vYDPPIDG/leCbf0qTb8CqWL0G+KSxV007exEWSAz3mrSWDQpDrzRScJoWTZSUYVb6rEu197Z+fi9HGefM9RxLEZogi48dgL8RXDMxx1l2n4t3BwAbBra5Jq+snBoY4S+8GdeSpQSFp26Xx1ySp/inbHu5p273dvvvJvvS+8wKbO2vskEBJ1ANxOf5C4z27du3+jefecb3QpbE+/eu8XSnm1mc5f5nvdG95BlMVl/CPD6JOlbEsZRbO5nQad0p/nS4iOOF8PJlV0dx+CTV90RaexwxLF4z2gGPMmZdjIqSPk6fmHyTE6y35p3nuLjVTmxE/JEd42EFES8+FZxu1SpKQ/52nh52uB9rhEH6YbiBIa4OniRnWJoGhWFZchfdi7ztPHFc7/1g+Xr6ILNA+fOs+2TSZossyHtxYur8QP/4N/+EWd7QiUUpWTJAbvQJXTrYaBkYqA35QubcAma7TKEJ6hcy1idYCj/Y/Gxz+MiiRDlya3wVrvrGjVvoaRzNt91kpN8K8mPlk1Sj8chBkTrJW+NAuURJpDwS0a5O1lHWtmzOh9lRSWOovREYnuoLDqWqFLU/8TFKYrS2ANhDpV2acz4FI1ESe7jUI6iC/j1pzVLNv7VwZ6OxjPeP0lLBESyrQpSI3ohtRAf0SBB4n51Bf3bBhFltxiroVaFPYJtT0IvkhNuEOqcKI5Q2qPa+8SChqsBaxgaTF4NKoGmCBojhNDkik4Y5hSvEtJWV2+vjrODOEJI/EyEnZWf7cwBuQoiR5f5KQwnPtzVI+LaPzmzMYwtzEQOMDXXgtX4vlmSwoKxGBpbbxbKk1FrUmvKIZrfDNKK1LpTkTq8VdCFF0BDn9ZukeK9tApj2XGL8ihJcSJD8i40KyFWgVF4EoYHtKDJFCXJ8D+WrDgihdrESXc9Ph7WlM6E7FpL5rVtRQurbfUIE/QjOxQMnYXzRz/5v90//r1/BG7gZ4bSRweL3S6jpBnOqtR3+cnHH3bXrl1nm98yR7GdY2H1fbYormSp0NiTR/DBLse0DTjp+3SUWvBOHZ7VOEV7Vk6vUtZSt7/NSevChTlB9xs/fy2OR9nRLn+Tx/hglS/omeG5NMDPOMBKUxfadrdIehVdpnPCwWP35DMVj6MtO1Etc4MWlnkNdlCG8Bo0aFZjg1l+mKfdDvvbRI80cnSlFayf1iPHygQ87F6/fpXF+PgrN9dT1srZUxxdd6H7D3/0w+6DDz6FHlqq4lyac4VAjUeGV2CuT7f0QAJfFvMDizHms8GZNPZdeJebPiQXMJbJogzxE5/8Cw9wb8fo++IFtodiDeuTzhZEfNBahwcUXHhQxvuRDkuBLMP1lOIhekg8h79oFXpqciHHSYFMCtQ/NQ32FPKY7zYa62Biku1mAh6gmUonju/Gx6S1sLS0tehrXC1Hq8m8rQep0n1TiAzihmWJeB8qT/wtDrPCGQrxq6EgfSkWxBosR2tHRZEJHJhQB2/2ltrrKNghNIiPFaMf6aS8IeEpqJSjPTI9ltILfCfK3NpoXwHuQ4LEHQ0+RZEBkFbUBLPAWgl+W9kJtCzTQUs4JFVoLB9SVx6ExS1nsczEG/9VwsMacuBApU15CLXlW64HXkyriO0cobnnB2pJFk2oK1ZptanB65OVFN4rVnw4soiABHeFP6LCiFnq4XvSyciRYcdLPR7KDSAOhLN+dtIq9TAq1WQ4S6MUqWHbqvrAErxQ9qhVqdwFXv54fcbM7f37D7qrLGMxxoXnM9DMNYKusXzG5M7HzJJ/+9u/ycG85/FbPkChDrKf2zMgd7brq4PbLGZf8JswAJLyKU1+nGICyhOFHt3bBl55A75hEsxZY7/DAtqTx2F4tQ1kU0IbXmpZHrCXulw9HoSL45o8nnIlfwVPpMmSGuL0Yy/gR8xOGtsOMPLRHkNOg/wsPiKf4DU0ozxHjy4HcsJMkFSUwtCsO+vZYuZfV5eFXr10sbuAq2KMBdkuE5Jf3nr77e6zm7e6H/7Jn9IC1pJBGX2ioTHlRXEJUMoXsMIVmEiZlps0vK85CXEBbxPfs0Xu+4FR3ql/DJE/0tkuV4rYJaQd/E2ZxCu33tcSItwObJ+N8iON/UrEGaaJTzayK65U8OVWcKmZIbIQKmMsOJmTWWwE0d7NIUC0CAk9Xfkg5wvxQHstTItrFoXC0qTkIxWNUnxNIiNTCYhvIVXyUuZQ+wtkiGdD+dkTZmU/VlN9VMh6SNQDa31adxkOw9ieHl09k2JTPikdjtndIQH4Z01BqBQiuG3K4vIWWP0E7aF+JN5pNVZ8CTLVRZFG7/lOwvNgy9S1uVpP/7P8LF63lCDfGIOl+9c2n+BDQMgqlkrZycQU7Gdv3QU+hdNc6zE+QzsvftPQ4EizCvOq4IJwFAnJYr1AfvALPoWXUoI63jkRFIvQtE7asGgyWxJRjFqPriX0YF6XvGRJDvEzOghRsPrODFqWsQKlLErZULitq+/SqUk/7lUMXJKmGNZ78MDPdmplaS44lnAGnZ4kyt56tcT8ip+wGeRLOcvF2sZpDY+DAEgXPChYoV/Kplht00wqBUj+gFPcBQ3e/8n+43/+z/5p6lMoHHat8VmI8xfPogg3u1/8/OfdW2+9hxU53b2OdXnjxk0OeViKP25ujrMq8Rd7tNiyH9Bixw4Ipr0Ao6JkcuQMfsonfC43FjJx8o3+Pg/xVUGpBGb7dg6YIHFLnqsNRLX5j+aAVWEFchWZcGsBlR+4hDiHOBCvUlSZatQ4OpJaKoaSrWr/KVwHm8xa72JBG+8nGITBbx5ZJ6nhGZGnomDIjS7wSLg6bemQzzec6q6/fp56xulosCbhxUuXrtKpLnS///v/AoPJ2W+VubBJY3gA4O0HbQOXYZAnM+Rn+D6dFTXynB01riUyC78jJj83mzbwbNmATaCNVvBSgNq8RA3yj2CdZIgP1bMGxD16Qev6gDMGTOA/OUvjzHtHi7Qc2YLLyOuEtZWGX6yO/OI5qy/mWA6kw9iewqUh9lDYMVEKezTElek2wgKcwdtnRukQoXNmSevoZcvPhF8dUo6vo9hsnj+Fr91Xiigc6wM5GdZx34Zw6bX6xtjYKIVXcUj8q0HiiSwgj/AdYE6r4GJVwsieknKijI3X31YMGYsJEEkeJDaiNQGMIu8JKbwJMHgFaqzKqVllU7GxLElaSpQ0vCgGgenBq7pVnTUgr76VQ1weWlrO4DnsmmexL6Tjp1IDi8Srd6S1R7VFQaNZVG7u6Z7GpJnmWReLaycd6nrvVrRYKyrM+NWqfhlEWEeZNjsd4kuttsX6gcm0nlSKR+ALPqdjA5fAkNURuUI/0nkASKx12qRlGysHSK1XLlARqhwnUeh2qtJXCbRtdbpUEBYE+q4UeE8XY0kuqkkdhVyUsNMEHhSau15+hjL8ze98h6SoCcrWzbOBz9J97Bvs2vng5z/tvvt3v9udZhG5y+Q82dtjw1SQiEMUqmssz51ntYiSAS10eQjx4inysK3xiAN9pW9O3QH/KgQhEs9QKf7hQ2Zk9TE6YpDW7p/vjmZRqqXsYimC/xn4SNj54Gqu+1ik2JEoHYbdjAJUMW6YiMzAszO81wdn2zwQRP9bPlNCWXZMc1jQdjrBfcjICwMXv1fj3ngX6Z/jExmvXT7dnT+/wOTWHWSh48Nhy903v/3d7gd/8O84SITdK3YShCz2pz7LFNZM4hFfb4EVedWd48qAZX6e/znLJzJsc3yzzqoLN7IT3oWfNqGV/OPuKOWvyVoqzB87QbUHfwh2SrbBJ9P6CyzwosoTWys8ZsfaePpkklEFCd9aj20CDg0713SqMfz646SnxGTYrVOfocKcylLhotYpzPiDAf4qEG8FItI1dR4oWzPSPZID6i//I+A2wF8h7uV00gpWQOEBbG+xxAIURABWMR4AdTR/4oynURToMVZaeJlcsFfkX+rKH9/QCgEQcdzY+6OjM7svIhuixI0/8JSeKAoAcKzfxcv2wpZm8Y0IZOeheqaCU2ISRRkVhjex9EIcYEg5ZrURfVApOauLzooC8+o8yj6MbW+uj3IBZafg6S9xImZ+znVtHV8gnOe07sX4yaxxb3+se762w9mDT9MeiBcFlO+Uw4ylFFGa3PvJUHtXFYAWrH5oYeF/T3Prk1Xshavt0iMNFfaegcNc3OfoMFrolXFA0YnkOUaMOCnk2Z3uHqqzPGmvQs3PzkGlnV065BYu4111oVUc/FlnH8IPwKKfWbpFmCDiCX0Kv1QX/KtINAg+eP/97lvvvtfN2UHAb/LHHsNqassHsj7+9KPunbfe5CNiLKy+dL67detWTsVxW+Mm1pb+zT0WoR8dngFnnHsJDCpna5vEKlw4tditb6/DZ+JR/pP3bB+4tiegQjsJO4OaRGWYTb4ZrPpDlIk4sK2udMhoi/zhR2qQZfJZCOWTtH5hUN73jEzxcMTwWLk81BDJCIT64V+XAWW9LLLt2ujA1dNadIozFZZ75HeR7TOcw7mCVX396rlu4zlbF4lfYrH+N771HRbxf9r9tz/7H+xoswNG9uDNKgM6AyNQUL+dkxgx2E5PeedLjijGOnCFZ/TIIi6NnIPpwSyOImiz6e12PMQi7ULRO4Pt4nrXc+6ig7QSQ2dU34Ft7avyok9bQ8YRg0w7IV74cUseqAyuwkvAF4OHa3MzaM1jDZJOelqQ+LaDUVHqmwLIzOBxn2E4gKezoUIJPX3IbNfUEULLxnWW0IxxuKmE/NsG4PyKYBMVR68i32ERpjCN0hx3uOHHgdzD65mD9mS+tzxzfTkY60vKg+kKqaZSqdbVqpCdWD8RNF5QHUwpAlXQ9RNRCnOjRmMAFZ2IF+ZYvj4nLhVYCaHeazVKnPrVm1ZOkvRpTR2fDZInYcf5rodE8vsiftXRnTP0B/TO7K9dGO++8d4VOjY7LY6Rsqkwr2nPnZMJL3Q3bn1BiXR0KuDwIcoQIU3HiNACFnX4U6iFu4dR5Njm0IOLd4nij/9p56ivtW05i2XJO/EXPNLLu+VzX8UoPlWs0oCiZWirALpCAc9VZz1r6flPazyTOD3+AszIH2oLHZJanuAnr9SEgkJkO2ijjbUm4PvJT37Sff/7/yCfO5hliYyzrf4ceh4ygnr//Z923/ve9zgZZ6l7hA9fv+Bp1guuY3l6Avo2EzZ7nOrTzQIrSqiFSYT/9CpbIZn8OWSY7pZHjQC7U7BN89rPoTYyBkixoOm0nB+Y2nfCoToJ4w3uWJnIsEkaaD3KkCh5lPQEFqm4lmdgiW4CRaSs+P3wPdY6jsMshypeOsEoanrfTNaGCgW1HYgumgPcG35j2zxzM8fde+9cCb+9eLbNmkqWBtGucY6l+1f/+l+CK3AOPh2NKYT+i0VLuaAXZQmMCYyAaOQMbdXP64aWOY5lc1OLk0Za7BpehQM7ErhBpFC27FDbiikLmu7vr6Ak2YbIqhtPdtLS3+bwksERZ0cqwKSR0nYuuelxnY6M0vw2fdLQ3nAEgApzRkIKOWlUzhEwUqSslOcbRj3xT+mzoDExg7mfZomCbHVgzwXgFjZAGBH3KI0MIQDExnwphCG/FNsLsrLQmCXgJqFgZbjZZ4v/CIaINUkjIlwwS0z6KLE+IchJi16pLtEUr7KDRXhbAmRi9G5m1LTDFSqHgs5+OTSMwuPZOP0XU/yCd51iPbjm8VfMIWNUehk25ckpCVWvqryW/djuUpi+Nq3BcoRPvIgkL8IcRcmDOHeIDESVHoW3sDDWvf3meU5uMT8CETGEuahbodGymFya7K5fOdvd/XwdIvtBMIULqw2NGatN5Ukl0jcdJc/CUJNrrQ2psmAFLkFucMdva33Sw45N/MEnClGsG+N8B+rEeS1AV2HSPpWAeFLIas6CNtiWgiGo8M9oHG+DIzCRYEEFUOEqae1g6n2sUOO0zMQv/JPREzi49/k9BG07XxDUXTHnMiAE74hlMJ5D+NmNz7q33rjOJyOudK9df7375MMPMRI4BIP1lLqoPFVoc2sdYZ8PXwtPw93iEse28aXHNfZGuxXWpTfiPlaO/KTLA4NDR6u+PYfeBqHW9XVMGhEhTSzTkZZ5w1u84PvSKD4nXvE3oixTBvzhLpRxaLAvD6EQNXWs16Fs1k2qjFMmmIYPHepKJ6XYVQ072yrWYyZuFrCoL9PZLnWP+aSGdcxNsCPntWvdv/nBH3Sf3/9CKIAfuRR0rfLwfslbJkQoM9/H4aqLJ5OTwBi3Dx2LPKYP3Gd/cSml46h3tYyQTl/EEKSfnfHiElIAfdRHKspYmCh4rzJZ2mPZ8LuK2E/sZi0yuNI4SFnwo7wm/8mvfuCuRpYqY/kSPylWNYgF9yQmyGY6T2irSBRoEEjrY0HxVjebBJRIEq2EmjJQQGpqeTX8muIQPNKYoymE5EkcdfAqwp9SrNRnryUArewM7dIU+mKAdagpkvSDqIzaZ04FXotO2AJfD0OATp0ymSjWkU5HQJzNpnMNjAGAO+WVWmgHRCABVdK2Mr8tK/VEuit/4aNwIqcIg30UaO3LNU9SWVFwEZOfNPbCYCfxQmZIT6yZSH6NurwNgey1jaV0Xkgo4VRQTy9P4edRhTIZINPaXmAtfJoe/xmZV05Pd0+eczIKuFMh1MRNz6CxMlSSKm9hKTqIf/FlzcaJd+kYJW4yEcajoQS4cJYJLdISSZ46JX+AULuAX2FWaYrGqH5grS7AAiskK9lts/X5JnQFntZPwcalUHkJxXiyIyy6yFsqRTvcea4T1LuPv+8Q//OYlgpil0/vophg8+72J59053/rt2JBzsycwS+3gbXiSTjLOUnm048/yuTMMp9r9fO0TnL4xcatje1uh8m1FyjCZb7m6Gy1vOvICxC6BT4Ne3p1tdt48YSyPaVGq5J/EgC4lS/broUnrvxgl24h8e7qC3k8Fj5l6ZclOvgQJ7Ku+7I92NkPqEkKlZ4mOk0ljnkG3unXO2ZycJxeyCFvyTf1IeflE6d7BS6trwkUFOQCNE4Cwil+/vxyd/7ccrdNGfpuaWB3nu+h/+WPf9L9xV/8SJRTfypOe6RU+BS49Yx7L71sj5MpKmkX0Ms/dswqxsgj99zSVuOJI01GD/DjhIdq0DRe9LLEPe2OWk+jOTC4t/RdTD9AUWpOZabf+lHeljmFtSouAYL/djxSItSiXC1vjTHknVGEeHfkIM8Ndmunjo09wjK3k/ejq3lp0w0iV4GlZfkXxuU5RBIIY3kWQWmMSYehSilFMYwMoS3TnzIXofPCw+hPQS8rpGASeJWl1ooWXiYCKEMi1L+TOkqrV/0jscNbBVHPa4Rb5FGC5dREBGVCXCdlMoMH06VeBFynmjBmRo8yWu9eBYMFYTGvGhasZ3dIT0yxJKHsMWXKzDDKILYh2COPkFgGcVWW9yqbNDS4tlURFMpwiLaEMCug4xAR1rcWE/CTEWijTGe5KAhnbde2dmAcGFBYIJ4MqtKQMYN/YPLagvX7mBn/Pt6dJG4HE3LhEd4a3hbOhi4LLElp5drbPaQ3eDWvN0AlTRPArXWqiKvtFe1f4+10VYUG8ac6tJ3OKCsUTkgxrqTjYDgKLFqyzphDuAA30IEPHpx4TBmkse2eCaoLae2Le0x2vNEtsCXv6WOsJATJdr339tvdx1iQa2zdu3PnZnftjW92ly9c6W7t3uqW8d35CdodBDNDP2aUT2G9aOGFCpQvjs6wFfIJn5nIMhveOKzPsi398Pj0FFqFVH6ZAB9+rE3aZ7KL+OwRH0FKlKrP4ETFOoV1K47i56W88BdEDVcDgz7P8cz0InNRNlpZDm1Jg9JwwugQv98svKQS3cK67vgW+3lOBXrjGt9BZ4/34y8e0y6UKKXa4f37P/yjLAuUS8a1asGrlp+dl7xaftSSVw0DrVPdM66VdNjbTshXxoU3Gwq8559Db+N054kbO28ALSVH+aah4VSk/1Uqwb98yE5L0KAVqzWpASeakkNZoH0qW8vUohRa+yuNCPcMZ0acPB69Jlu61106uPogIyRO4Vcf2KloOkBEQIFh/dlyLwk2hIzWLbv5y/o6gJVxyxoqAib9L/nTw50yLRcwLIWfZP0aIb0qwoFWd02ZOBMiGxQwKaqUjmWiBCr2pYKT3rfmSaZ6Lfz60NRxWjv6XFR4Wkf6Rqd554xzdvRQbpQXNVBMX4BCbq9DDSqDdn+SgDjq9LlnEAVGBRALRGBiPVo25QC/7oIobIhfirwvl/goM/KoxDNja2tlHJisByitz0wgRfvNaQXG11kqxE1N2tRcoUybxe7ApyUmnhIEV6QYVNiUJbaDcfFnPvIMf8KusERJglO3gjJ8UWEmDVmyBAzF3BRl1WVh1gNTcys8meCoCkNLRwVR7sBu5zDN8NjOaJL92o6ArFf7w4kuXgQ30mEGWLQQ2Bthaflpz6uAxzEPDB9/+NPu7/z27/QCDUT45n/x4UdYgfjr0B2bbOHb2njEnubrTOyssgh9t1tYm+VzEQzrJjy2a5s2n45VeuUZsgAAQABJREFUZgUKop3PPLPfUzn5XPqAK2CUuuKNBxQivjCCsSr+GZbtSOv45albheY/mbLy46dEwYmk+ODIq+BnG7HRNF23ihs45ENH8074qahUQMKmonQzg1YVy8m7pTGULXGeoH7EkWPnTs+zl/sSs/1zUYjOB1jXufMXuj/84z9hQmePvCzlwVpTz/AfHhblI3zgM2/kY27z1/fxTyNP2XKbzln8+yM18MVvLo9abn7CDOz1kMpM5+dSiCWfrz0LE1cF/2JQKTfCIi9qKKgowZn50kGY3zjygzLS0QnAI0gZ8ob/B4BdmiStxKF+7gMmxLJiQpymViv2xtYRbEKBU1EBhggR5AtnLRWbSsnlawTzRgFbhjVEQZxkLGf7yXPdFbpDcJrnt7Nj5YCQFpKCPxab+5Tf3vbXvOC9iJQaBKNUODXZYG9eBPU5x3R5pb5an0hq8w7r5V4kUUoYQeIY4VVE9+kktMQLriQ8OVI7MEjyhCq63ZZypFwJ6BYymUCBMsi4lr2FVTM5sUR9MhovZKiXgq1TSISlX6wsw/Q/8alizMyq+fr8li3oeaTIrIkMnYpx895ykw6oaHOUgIYSuNTiD7x0BrpMpFcW86MwM/Tmmt48sAqj7UIlqBgQ/AyTrD/gN5FAgLAKppn9Z5k3uHDxtgpSZYB1RJmggbVywkKJKMFS2kw2YD5I4xZi5fRtNXZ7Y42DfNe65RWERkTSZnl0nAMwpNqjh085a3IGC/4sawqZzOG8yiWW/zxnJtgho9/VWVpmdw8zyQaaHfxNc6ivh228eHwfxGDFoSQsXFypNHI+pHzI/Qw0iQIUR3Y0Cq94TYGW59BUnSlEIzghvwYqKaBXjRLyHlzasct7/uwgLT8WJXVJ3+MxFpzTsUirAdsPTy3O5bTy1bMckEGJTzgsRCZY4Ag1/bW3btyOMkf6wDOVoqQMphU+lbxwJIb7PPFSVNsS21RyQRJj4IsWTINmIo4yyVs8Cq54kTbQHsuIsuM+k1LSn9kr6W69TSc0SlenTNtJHyDENXnEj52xHYu4Tz5utfgN01io4WcszEPodnjIcF+ZBv58CkIAbXAFte6XQxXe4q3SUH9b7FddLfvllNZQQCNOAd4EjbgK8KFDiiCroAlCzWWcoJK+YG4lmy4Y4PrVwRQSFjw5CqIeehQQkWEPzpoIewTeISQ+QBhN1FiXSKw6Wt3EGUO8TCdSa87FWINMDIF41IkfyqJ4XDriUL6tDbRO5bkUjTCVYpFAUeYwkkzgIbrOTm5tHWSb2YILKQOBeCnmbQ5o693nW9fO0sY/h/XQ8CtkKqcwrBaCbQNGf4Z6pkYisoid+qWTH9ZqiZJG5UgycSg+RY/PEQoerM96HAGJgymO8/Odu0pm+eaOKJnB0Z4Tg0wLrk0vceXCslzAFzfOxjp80wenohRHe8zuCpNDPYdezY/tnnQX6B/6nnRpE3nNI98IF39ibdz5+NPu1/8eViF+MQVrl5lU/ZTjWJfbDLGfsWZy5s5HnGv5rW7lzBVmvpkEQhHqN9/HlzVguRBHfVNc41M7wckMv+8xBHaqTQUjvqxb94cnr9tRtYknLb3MOstDpFUpNutIwRYR+Qdu9VGrzP16o75NRx+OUoI1m6VSIChD4T3yZ/4BnAuAQ8k0n9URKvrJiUEmbl67fo5P2k53Dx88Jw5ckPpg77j7X3/+l93phTPwn4qDiQ7419GWdAwPA3PkCZhtYtoqIxDk2ljK8LerZdxSmMMqWLNKo8IwWm9O0gqTnU8pPfFEu1Q6tFGeiGXYd/RZmhilbz1ASt7wvcnhZzGgwhVPSWF+5TA/eYkEPYxiXJzYubiPXXiPGIbYwfss3VT0frSkOz5Z4cALtetIBE9hLK/87DbdDaDoZCID4rkw08AtgXv+xzrwiUw6ahPp62oGj4iCgNt40liHQBXzIBxaMrFmYCrSuUQkiHOdk/+sxjyptWr2ycdYBVZlIoLVB3buw3ik0zFMkTAkCkCkwXASKTs7XIOGFhUVLq0QqdX2FEfeKtc2RGHkUVam96PHtTzdGApD2u1761AzGINWEcaECIHtASbSqHDDhNBF5akScplEXB7uKKIxhwez3c2bB923vulBtCxT6ctKmU5+WS+Ll+/evg86xB2MQvVSAYwP6WkztBrFve+DL6/kzyHAwNQmc1Q3OZigr8vOIVaADESptqnQLR5QFQjbPmPAaeCVT1wfGCsBnMmpKkUVnlszJ11HB25c1yhOnSm1Uf6dYB+xFofLTI7wiynCdGHp5FQ6mU2nfJdPicMwOjg44kMsx0xuOJmSeGmOTxPsBl7LJ1smAp4+etStXns9jOOMsd9RX2Qi4IClJ/scmLG1+RgFyRB85ZvdpYvbWJRPcvbiOCadX230lOzpWaxK8GiQ1HNMNnio7vP15zwjjvyciZanS6kes4RrEbj7WWlwEauW9stHCrz0VNZCEh6crCI3+AOn/rMBBC+FLVOCM+idzQPcx+enL5L7Jq+ulVZhzUCf2bPzzOyvdqvnWP/Jpx62WVO6MMdSnN2D7sd/+eN8KE3aoNtpAych0bh81AtIxOseLhb5h0ErzzKs+C24uIGX+cnDnDC+tYPhsQH4tEMXyDSz6ROMBNy8YiM8gUhj4Jg9+FA88jnGetNqXThX1oweEEd98/M+u456vMQvayw4TVB5Sht+eCv7OHGFEqRhdiExdMhvOKJTyT5weEBjwk4Ri5LkYfqk+Zp/GiLa9VdnE6HpHEiWoWyfXMTGL0qLY63RBnspkajLySapZA8jWPIHQs376hkgFP8MQmH5tuXrhCQLlsvKsEeRkTM8hCFDXP+QUEH040eGlG893idGpgAK8mgBByLShoEpH/0GrKVk9cM0QFVKWWCfMkgvE2K9OvumX80lKoc43D32yW1zA/eL0kB9aC7vAaRujeURn9x81L355kWI2HZJWSBn/GEJPHrIuYpO48NZ8kujVBimr7cwDO4pTxhaKu8TR7zsyQXmrg6l8qvQxU1TjqXgzGRqZztdUCwe3D7mp11tl6UZLCMzsQDmpIwzoe4/l9aZuKCUIZzQxVlMpx2nAMwuTiUeS18YQOY+9UwSJ5/5c7kKGMm9C9yNi2VOG6RTfM40SkVkm7+4d69buXCJNs4BiztXWIzPcBrjnXowGg5nwecDFl2/wYqD01hgqxyQ8ZwTtdj/vMMpO6zrm2bpUBAdbDkDPY1/b7VbZ6JISyydMbTQ8nUh9RKHUrj4e339RfAYCwZ8ykMqxLTUtviLADMRpbADt4djIPrVLmRXF0fxP5MmKPqyyu2MwBNtcVeM9VMU+FXJqqxZLwkMq8B4+fI5Fprvst1xZ3gYxx32cu+zO2YZha//Ny4qLPTQlGGv7gM79ik6Mtvkkv0d/HoTwGIrYhGD6wMOzzmkPQP4WCXnIb/ZKUR+R1B+oG32kI+XsSZVV4rLto6P6Q7RXhodmVwGYpVf03FSTZRIv1iQ8hM8ZNucUbd9hjbKGipMYJRvggORkTQahnV/hN/SkNFIfOFQQb0QZdpnCBaTzGwgP/cWUIX0r+pZSY+1J8JfTVE5W3qfWgzN4R95YOpYjpRRS2askTKFJfD0OXiM2c0azhRCvWWdggiRwz8FWcEcChb1aTVGGCkm/VBgVe2CBMpPf8zVVhYDgVqFEAFLp0HxUQQqctLJvNbH3+RPzxk4q+2mbVaD6WWgoIj0mWzhYQxmQgKA3zzAZ2FpJnBQQHwh5BMeh/zxVRkPDPF/kl7YI2i8d6fFoxdb3cYHNxHqie4ss9v2l1tYBB4jZo8rc534BKnPKiVYgleB+HrB5ppVpdOCt7E4owCjaWHCWooB2DA+LSWTNJh0iQ4KLbUDl0IcfxHSY8eoFSkDF92KfqnHOOtWGaJMxQ9VpN4jypmkDo9gS0dLBnEkheUbrYRxrEjfHdrbYV3aaWi5FPVtE+WDzy/u3emuvOPnavFLIfDPXzzN1sVjKjt1+kK3tfeiW3v+OQdfvI71dSlfbXRofrCNpbS91rlw3Z0yhvAfHcWsaypZz6f1Fj9cGk87aU/N2MJzfmET/gzcIE3sNtj7wlKeiNO/rgINj9mCXgErU1qepKhREvFZn0jbplgHqaKN3FkgeByAB+ucX5jluLRzqcYDL3aZ2Flitv7Jo2e09Vm3yOx3+JoO107xwCEpdaRTh/9caTCJNShP5qwAFOkAvG+BF9eDxkpDIbtEzDmACcrR2HErqRNRdp4q3GlcAPMsw3IdqaOwvT3W/XLUmwvU7RzSKbDCQ12h+VdnmcpbjV/kdfnOjqHWYtqoKEjy0+Se90KAtLf9sWyDfG0bDfbLcYPRWtt/wAw7a2JBOD+vda85ISOZGbSQUMLwZBnWmOea/i+mVRR4ESY3ib3OkOGN5196NxvNzx0m+V6OMEIwG0KmqgLmruos0x/AR9GJGO5BtIt09b85JFBwzHiULpXb1MZfytSk9p0CaBAm2+o/22pFQQhE1OIQUSGuCgpm02/pbheLtg1m8ZCF5LU88GQQR+aLEqExEVoTG8xM3jjjUwAlAberVuJKCDT0ruSHLjBQlaVvbW+fjx9hPchMgZ393jOskcxMNbhwd4ZKYXvXIeCLwFMC4+wmCPC/yLUr97kPeWd8tLWRJ+9ampNre1ftb/E0GWALn0UnnRlwAsmj8MC5zOv+ci1gJwHoJsL0rgOMMiE+FjeZMisPPCedXKu3QC8rQP6pPKJevnN517R0BRw7lxCJB+cGzDMBzrVxwjpIQKhPenGg0EeFwEPrz552Z7eeZ6/2JAIaviPfpGtSUXqn5pn1vv8JvsfzDMEvMblzv3vOlwkPUAp+xQ+ih1vTDlHD7xQH/07z3fBt/JhKlFbcGJMEajNlJGtYgULvjuTIKVAIvzPLLoSWuyI3znDzPkpSmHgYyivlKgK6kQziWszpUsl3dsBB+DX0h0ehm+5KleQlNiTML8xle+Aa+8LPMFu/tbXXPcDCnoEmU/oS4csDOpmsm9ZvJ5uyTdYVInu8Y5Qci941umOMZKxG/t8CJ/pL5et0/DRyn7Z7gHF290EXaeDhya7/XGeLort0Ys1z4Mg8lqbuCyfKZnFreDJ88VnRTuEua9IOF76inS6dS9vTVnhCZsx//8irpanEUwtNTH3O5KZwwTwxcMgs92T9py1XONEUNMpZVjUrjGzO/l2UAPHSQqUZost8RKgH3KecADDeqfhhB2HjZ8PU2zBEBIV32MyWryUV+9k1OJSPiiitTrQEsvwTWaZekvmsU38OpOpfUPEO+MmmEQKyWpsCUB8vIw9WgfcGm5472qE1JONoAWbWG+I71KZYGIOhnu+4z6GxNLRZLeZXKdpZKJiWIRFyFU+5IY5/tWaLO3BkvEStjqfHmRDZfpgwdGCY4+ES9sh+X1gB0A0hvpqisW2xxsSvjVIrsL7Oexc0GwtKyFOWW+UTK7yhLvP6IMxJaLxEGwmtjfGbEW+do0E+8Vd+XciF5TbmJxYcLlGUaxrd7VWWE/mhQfAhTFoC/AscNhB4wieBuNXTX8WxvCbe0jnYcWlZUyb1G68jXx6t5ULinUBcdYqWo2LhLz990pA0Q8FYaNA12wmJX3/ylE8brHZTCKfl5gxIzmWkb+zOcjDvJn7K589Qlpe+lV07Dz+/n+2Mg51NZo93WK7i7Ld4dMiI/49yzqycTbkHY+wesdVY1naCdrgGrf58R4nOw+9Y6/dUwRyy+F1B0j+vhbnCLPqjp08qD2Xrt3Z9n2nlS1KDY/JRru6snEqE4gjf8a5oVb5Adc4FTkxaYT+7u1rW+ETGDLvx5lnS9AkjlD2PU8PlIA6k5R5fMmXuhzJwoaATXJuaTwGjM3ZJMKbAsA5zASsQaYQuZIJGe7pbuAJ+6J/RkUl5rSGyvUk9aO1taDA54yEhnibE6UJTuAGwblWQDs3d/jijCwB31LTbTLHcZ3EbiGlaGgswHan8QKS85BslRmaouYKKavokvCFv8T9GislNIi+al3jLsC3SgLWgalAziGqYyxQ0QsskPVEEVgTrB+ktTFKqIFVYseoCGEkE0uJ5V2axlZAWpvU5PsakpRwblYaQSYUlDFGOQMC9SkVtLjgqtAzp6EXojyicXhIY3bfKGx5hlOSxYgWWOvPPOoTIZwKA+axApa3kccZN81p4DnCs50AH4BAdROUq48Uy49mQErknmeABK2Wg1AKrZQlLWJd40th25UJ8NYiCZ9tFjKdXW59ByLQwkB+YV9/SEVvIasZagcnEB34YnddazFoXOnQCmoD5yEMmymivEyTBBVeZILCKBeoGTIHjD8GKR4JliKv4kInXUmmhyqnIKFsKGioyhL2OtYP5HU5TRilv0gsb9YUZ+3rFVfFLD4eVUFdg895MBpjLu4wquMqLHsQqkWI98VYQaTE/71CeFCL+ciVG5erIYZdOSTpr3cn7nuAN9Vkz+aLb2dro5pfPsK1xgeVZbJND2DfY231p4ly3evZS9+zJ3W75/HV25ZxjB8uFboMlQ8eD45wqtLDIB8kAyUXhR65fhX6LLFJ3Nw3fUQlfpMMAL8dYUlphsyiXU0sL1MGEELPkA7af1s4V3SvQDsWhNeWWvHkURz6bS5t1CWQboW11hAI+47eVjryaYBG7ScRDaMOdlurcwiEL5xe7cxf4ljl1rfEpDM/afO+9b3bv/9UvujV8r/plQ3vKlL2maA+NgocZxVCXSm6C3Ukqzc5zBkgzwZKjsegN8Iny82R0D7CQIsfwrefcyg/++A+IAlrWph2dxynuk2cC62Rmhnva6PI4j4jb2kJh4tqYxfq189HKdHLTo+noi6kfHPA8rn9WmJVXSo+Yc1W/tCBnGOS7KEjuo+faC+CVhhYg3x5SSHSNHx8S184a0lcECTpRDc4Y+vlOCwSOkhYUZ+CiMC2DaQWQZvtJAwNgppJSlAoFj7yTfbV5qJa//DOZCqKftfEsSquwrihJ6ySNSky402gIH6c9ZbJ7M478CRUUWl9cKCA5JYjEERcrJ0Rx9chSAZwEnOYQpE41R3ggVnYB0VPGRyjhea//sJRDZY7ggWj+J8Qy9SFxEqBVogKhnQqlN7z3XuXS04J70oNu1UCUE+myzQvmcnbS/ckWbUEOATz52oW2xnsKupMglEq7C6c9RKlPxRolGSXDHfXq3wl84CzYGbahcra/coBKDTXOneW3NtmgwikvA794T7CnTKSw6iMUbNqVLP4RH/KEv0pr+yFy4hRA4ZUPSOLflNeUsTFiyi2SXhPIbxGg1WJaVJ4tz/JzqArvnZ3eQfF5qEqNQNiHDY48hUqaWuLTxw85Aeh8t3RmFQEvq+0JltyVy5e6pZXzfGzrWbf17EG3eO5tFqFf7B4/vNPtPtvEunPbIKOC0AtABJ2Gn2U745kzK91WDm9AdqhFVGLHppH6XT2MQ7qoYGbt9IBFy0qf3QzDXy3e58/Zdw1SXG+qstJllIbTkrZGUstJvM2yDMshdXakIAtl1bNiAH/u0vIck0wr1IUF/XyTbwatd9/4xje7R+zEuX3zdmRcGlAS8InQnl4+A6vKQ8U3AW4949RJuQkmteKvBK/u6nFC1gOEPa7NtngoSm10KB4Pw1uyBgTvYS7yIBfQpmgvJVSy5U4Rfi3f2Z05rEv8yPOlk+Y4rGNqmg6HfO7p9gzPCSb9PPk9OodivBoif7mrP9abThSYAwPR4te2a/kmCBuUEg24DBzy8RLJ0ElrYrWoRPDZGZ+6MmXPFL/Dc8VHEXRrEngSlTzLqCqqHijK0dKLoNB8r7WVyd6kZ3MlSSuVnl2tjacuQEeZCWQADcj548zrhEwdYaR3o8wsEVJZElJ3daPUByKIVikoQNn3TXmhfchhDhL4zjSAUovNqzdTgVZehApNVkQtBJKl8uba/+lhbQQoZTCSwOZQZpSKfCCwXrgmK+8iCLTJLWwyxDQMmN0CpKvyPIkFAUJw6mxJhipYHWmHbSGkd+SasqBjllbZcdChGbRIYnkUIhLXGMUH62lBO6s5uONI7+noe/NoUMgfwh/ae5N2WUYaSXlCJ8aKF1o7qh7T8S69MHfggK4pHVN6+764KDHvgysUH7yiYFlG6oXQ4lUGTxrL0YXC1fd7ChrDNpey7LKiwG8kaWUdO+xHkKbBhRaKZeyymH+LRehL2yv5ZvUWEw3uJX7MsPwaR40trV5lKM0E2vJllk+e6c6t8g1whpBbWD7rnFnpKTutU3ESZQpL0GHi5jNxC43h4TFmirMuEXjT+aG0YhVJJ6zMGc6M1OrKqfNaowTUUa6TM45BUCMoBy2o5ONZ357WqgrQbZ3mzYfheMdAGUWsJTkbJbnI+XwDDCTXiF6//ibrQpe6u3f+uttgDakmhvIX/570JDSeyOw7NJBqWc/KdRZlJ461Lgfg3BUksERN1DBkVnb24tskMjwOlkmbD3n15VtL6E3BR6Sd4OBdrUkbqt+yDutmDzZ0sG7r0+e/xzrWeXYSLcjLWLQH4IAqZBRwAVygTGMhRhuFNaVJipLtXkmGl4HJpZHpIuCrprtMa5j0WyAZEsPXrr+bwNLYG9fKBBgYTGlwhsqlK+V7AwiU24REBsApsKoSChm1KKgk1k0q05oAQKp3raUDRHuksmXMp+IBcQ6jmDELQag3vb1CCOLLNUAyyktvRhVUDQYohxvEpde6JZgi1ygJbYyI0zqKsPbvqoDqzaiuEE9Gke+QTAsyQsY1Fq6FKEgmptQYp9zG0iHG+HpXsBnf6lP44sagjEmtOAjn8E9F1kKs5uANIUGwLMu4CQ7nnT6qmVTTKkTlgtCqoKPilwMsBCv1AJ24IYjLkxqMERv8TS/e2lLpWrvARLU3SBRnYZvks3yDf+Pbs83ca0kUpsUn+Yl0iBucmAIgggvShmGpP7BBH4fM4trlPiplBxf5xnKUL++IA5Wko/MmP4UOaWV7jqkodZLG+vQ/OkqxzPaBM9Y5Z5nUrhYOinJPPkaIsr2NIuMmyJUy5GfKec4C8xWUyT6WnlbdHkd7Pfjii+7i1ddRjue7w52n3faLu93K+Xe71YtXugfMEA8O2dK479IWFFizKmn5FMuG/Oa3w8VDzrHMBA48sLuDBYqyVsGpFMEaTiWWVWExymsOnac4pML2+90Xcd2CvDOb8SExkFVKi1OVQz4dgrL0sAtPKRrs8WkKLL+FxSlm61e6s3yvfBt/6qPHT/H3LXTX33yv+8VPf8Ez/k/K0BqMeHGluHSqugCcLEELU12PO3hPmEB1YHS+QD+/xkZkBjz63R13veyi1DOhgz4p4wMDTDnASGsybjnSV/xYlp1mlJ36hw6tuM1RAQqUTZgJpIfSab+7aqzXffB+ekM5kmnULWAjSjK+08oZfjG9vJKRAOmsw446ktLLT8P7pLNOMrDBvx4SmzVL3tNAGTBr+7Am0WYoK4oCEEBA6MqkDmaJ6c21vNOXFACNJ62KVJ9aKViFhdrobcBULFg1eE5SIUoSBFEKToOUmwgf15jVwKlQNp+VtUhoSsmtf0ABaSlPhClMCIJBRpMwKnSd4t6XYiyQHNZIwKQxnZlpTcFifJUzqihFuEo977hvzGI3oeUrbILmMB0WKWHlXUq2PttcQMIgfA2TLXu6QBw+WlazDIXf8iZ1edA4UaiFGEHhHTlMQlX8k7kJptOtYJDhrcdeuULhtbqTimn8INJMlrYBsxYF+g3YwRPxGS6pxAACHRk44/PNvc+03mabiSBe/aJdYCVfLGzLl0lpoz9nRLkEXpIEP0AosSRE4A7s9P6pv2+HZSJTJIH5uVFo97hKVyceMCS58o4SY7mqMMkzS5vKzUJacM0Twjje3b5zu7s2z4fGzvK9GOrfYnLhzt2b3dtvv8N3dC52Dx99hMV5rTtz+jV8lw+Y6LlPvRyiwP7v6aklysZqBBYtyCV27jxhEgdXJiIEIMBJVTlcY46lJ47S9I9L60NdIyKToXnaDYzCK8+TPVfb2qwj7w3BqRYUVmZ8wyiyge4AWjyPkjx7Zhklv4DxM4hfco0dRr/9/X/I7pxBd+vOXZTmEsPyKazpTdk0NLMTriP5ahWF3wVSduzswwvAZOckaVSItZGTttFG5cdPTgxQYLO0TR2ikttkHSWZw5tuYLBN8hfJw1tZAK51jKxKZ9//snBIWU6P2ak4f+BpQo42tVbtnHw7xiSUFqWuCyRGD90wpGOV5+Qj+beXGztvnHCVjrYqd4bJDKuZ47dXc7NbHLa9gAmoa8A0hx0a+05GLH3jjDMb09V+ZU9ytVCJrDD0ypAyDf7VPtF6DSFIFkHnqiKjBhDjQlqEn3T2bCECmJIXHAojBr4p4C3ERkilYahezkcgDQJTr0MsFKvDR5lQCM1mGodrCpOUUpA9Z1GLT6nzWWFX8NrSgZyJSd6ST2GiHBFOOovRyjG9uCplybNAULdl6GOKw98o4rQo8pq8TXm1uuJzElsQx15d3Ftv0oN77xQQsdLw4Ky6UEWAYBxxFx9qYoUbZBMK/rrKNP1rLtVxyIDRiEntH3FtTamddPW+GA688SiuwnTeW2QqqU5JWPMMThW2uEx6IAQpvmL5IHhX0QlH0adq7NtKHi3/BEHgXrw1xSEc/tzxEsVLOQ4LdxAsrcrAKO8Y4EWXao0z0TJNOs9tVcm45nWDSY31J4/x9S3mGy/y/wMW8b/xxltYK6eJO9U927jXnTvzDRagX2N/9Hp8fttMBk0zlBUeu0SVgIKrFW6bcj4lgqsRsr3DWsZTKB+GyqEj7U0a4HdtYq07lL4IruXJ76Fv336bAHLEZ76oyevsdiJSSUgZ8P7ZM6c52GMpCmObz134HZ1f+/Z38GUudT/6qx9jNS+i9LF+WQqlf1we4E8pM5SlHa4/T1iyHi1mjanwmAAQ5Ax/Wo7hCXDuMWfqDyd1BugYZ7jtpP2wmyow24ZDv+J9W1X74uXz6pRtW5Qzbbf9rfO3jgPKNuguMOirzey8PMaZrWO0XT6wA3IDgDw4GtLRymNs6JBOWrhSTYNK3jGUTxg5tWFtuUaEjQYeyMj883+sSSxIFWp2jsBwVjdBBVo2DivVQxUonEoa0eM/yTuqF6H1v5JGsqoeGyJpTR+lhRBGMYOMBBmb+lqwfusIv3NtIYL4kuJsb/rrSRGJUMBiAYFYQIiCVMmVcjTOn8+87EMErVUZ+FDo9KCJ13KBKfJMgSrcdCwhskjvlSXP4lwGcFImvh8wEEGgnnQmsbBR7BIQXEnALB+xR2vB9lCG7Q69Wjxp+1e8g4zkz9VU3Bdc3rd3WpnFGGCBe3Mbgulcg+a+A82r/Km6La9wWe21qCq7UoZWYZKCPa6ZvFL5AwdtzLITLZEwbOHT5S+UmI45VpZgQd+iBsLAc+pVafehLFqXr7ijiW+wQIcdhrl+xkT/bIQAzmkCp5XjR9a8DiYdXcHP0GYGiXtw47NuGb/kNL42ld4+u0tu3bzTvfvGm0zQXOu+eHyDIf46e8DPY3me7XZRQHvu1GHSaIrTxgt7nCbEYupFTks/YhbdXVfxWQKfx3u5pjSdJY3RMj8i7x5WYbZxMgGUkQR84zvXpY7jv3MWPZZO0ClSVCa9TIgUQuSHPKf4TMgci+g9a9IzNTMpRHkXrl7tbn1yFzzwLZuF5ZQxgRWszzTrp6GDfDnc8aIViVXsqURRkuEF6u0VpTBEUYJvdYqTovGZolxVUk7sbHPc3xQWtBaedHYiyyVYgTh8IHnlS2JkOH7SI51Ou0/r+j8ksy5paxnrfLJinnpnmFBiF0DwpK9W40pLNXxYiCK1PJOah4VZr/Ak9DDI28ZMOrPt3tboIio9pmFi3SK0kmpYwrdzeKcpr3XpzK2EnAZpuD9IGJWV8q1ca0ODp5mt9aIUqPf2dtF7OKVcApi5Tof0vgNALYZYPlg1JUhFBPNoZYYoNiSsyKUPRpneIVsUAmnL2nPrWBEg2UivJZl1d96DDH/6V8KsPudeReqvCGaNtf4tFRRsdPaFIy0Shhg4nD1mTEbNUEqGg8hiyLVtDpO1xMWdDONkWoRhSEBrEXdlaaYnT5sTm3Z5Z5kSSWsx1p+RLZDewYT/Y0EDQ+GxcJCeVDyFDiicHjcVX2qoHShrKvGcNsDErwaFI3gPnkhttT2SA1tyAwdw2gEYBL3K7OExL51SLWoGn+SHBFGepjRYpPRJ0ea3Hv7ZmRks0+iyTOmwEAyHffoq/brerlfSyqrKuHlRA4FV2js5EjcUMM6ypjCHuR5vdg/v3Oym+A7OKdZX6tt7+PhR9/rr11nWs8IM7yMmch5xQPI1Drw9y9KaB936C2Z6VYBpJMYEitB94J58/uIZh/mCz20Ut6aBB1u4drC+xGinCExNlKChwk2ru2uXXusePGJLKvylX34MwyXfYVdWqYeUkQuVufiJhY7szMBjfs5icQE/N+33sOF1rLnv/vbvYlXu8QEvPkON8pvGF66v1t1T0x5cgowr+wpxLfuCyvBndlcBn0NvQ70T6/II9VL5JGst5XtxnsM++iG3722fsu1VmZnkZ6fUD3RNQt1VVqzIxJz8KcuyaGYH6bN1OsnjvWUNaEMto0PLMEnsEN2DhrMcjDZUBynMwis/OfmktMhLXCnPn0Pw6BHbS9mT+kz8ahsum2j4PYiQNVoppBRI7UO1l69fFItEpEDF2Y8ZnYSITh6tvAWVQeSMtOJCOmgcUU2Z295TnoQPsCZQUcLObi/koZRCCiSTDWqFc02jhJmbGmJLmKpH5Ctko6EhJIqEup0JVXmWguRqWeSrNnNfuOWZe+qW2A6zg2QUvl+r3ENAPKr+AOd/LCTKBPvVMwO/SnKSnmWCT9IeMXut8jCORJm9Do5AUoSMtqtXxI9tj0XOXcFdV0VE3y5P/a9JWbW1+VoazCQawl+zmlVOKci+U6GooJ51gF619uLIh8kKVks5CQqUZBMC64kmAllSR1greIVPIgTCCN9A/HRm5Defw8TCqxaJnY60LDqgGlJBWZtVZrPyCx99nF2wfEG+Afl3USweOruNJbnPMO0QLSlI0s42qSibtWKeKAhnpEmE6qEjPWa50IPu4osr3fiplUwUuEvqHgvNX7/2Fvu+L/IZ1weB3zWWa6t32cvsB7C2uimsyEnPbwQXjgTmFtiix6cjDrZfpPy0FRgcRShDgUUeC87EnvIIjNzc5XvkfmBPH7hnACjs+Uecn162LDs72xRXGoprlmUyZ1mkPo+SdPH4kydPmNXe6S6/+RaKjkNVbtyHv6kQRa3va5r91RIccIKrwo68iBXrSMiOXJoGZuKUZ2S1RkNSl8CfyBpyMeluHui4j1J1+CqMWSsJD7jUR2uyTdSqF8R/lLPyEBxY4NcLll3KGdcdxpwjU8DMfEgNucElsIlr4atOzGrAnwZaeE9RhQdHlKVK1AnuXlHit+FfTmHmHL5DHMvqVyuzIINDFjWsikHhbsM0kaUFlsmKpKz0PdooI5H9H4UXQPmJCMXF52YR+JTjx3DAtnotx3uHagmlNbjVJh0tXAENnYFHGAp2wQdkkAMSXrF6hUTBFXkiqBSi+XrhVEjJmE5BZWep/CHawpLnALx4YIBCqMWtEGXLIcrSpQtRQJQhI1hPTnKJRUkePuA0y0EAGByxbA/Au8LirF8W0sOgpKJSMQUebEhCtTt4AZhSqpYfCPs0r17IT/a0kxsxRPNL+fcM6nZM8ZXeXoEB6KSk3ODfNtO+xmSthiIJdZO5OjQLrrfBFbc5XYokCr3liouaXCr6yry6cHYZ9sRnTFsjZA3/liH/yQsC6a8PKjWNSuGuo7aqzD3osstnILQo9xDYgXzbA2bXlHYoBGC9WSrGVT1KAAoTWD1B6MYnH3aLq5z8fXqFJUbMGLNU6OplrEq32KH8dnaf4uO7wAETV9kDvtNt7HKgL6tJplFCOYADRTPHZ1rdC24HdcDRd1LTTt01nMqACkfeEzfim1dJO8fMu5NS7o+ewl8YXrDNdAI54Rwc6Vd1B1U6IoTbVSlzfFDpLDtvPMJukyHps+ccF4e/9fLV692tW4+oyzwqOjBgneTRi5ePkemX5F7eEyd2xnZsgZFolahwZNTD+zCT8JoWF4t+X/UITtYodTvYKDIs1RmYYoeRlEPiCYbjZeFpDAkP7QeO6rihpzSlrV7TkXFvbfphpVkL8oTlS94M61HCymItafOAktI2ymGdpHWSd1iGckA5+VmfPCmVTMos0KQKArnWwqcXVhC478sJY5E5p0eTTuvJj4XXB8MlNQCQ9oRtiUqwABvnw+jbargxVskK0zCGxEpSAHS2qwC24EqfpJbXl+V1eNgDeQ0RagumoDAZ99Zf+AORTWpJYpag3KtICYJKQaqPQiCuGYpTgEQouihILDehR9RJncXp/fo8h2oKd2ZYQehAYSCxVkrApoCayPEIMnBNvgGCrH9qBj+loyiHDq59sxcTD64qqMxaW9wOQ8Hso0z+y4LpwV69yn3fTmJsgzhX8Vuw7c9Qgxfp1ZPeV+IfvNCecRV4lLdFCoyZrdv7+lln3XuVpmKZevokeW22FqzPdLzwnQqjTaCVG0RFZYdlTe1enKpQqhDLNr8WaX2+uNozsLNi2OcJSk4m2IHqM7PXKiuoKqVJBR9wGKT1oTPzrgencGO3mAD54vO73XUOjPAzC56r+JBTga69doVlN6f4bMSjbuFwlUmTawzRn3brD++TZgu6ctSwBYBoFeockzxbU2ssE0JB0AD5zMkrT4japWM1cXVEYk0+BBZ4yjZWPJF9sNMaoFQOUYRHKCYRko4IPprCv3qeLZcqatuju8APZn3n7/8G7XiBr9K96bXg3Yo0UFzgDgeiE1hWBA8G6T08WZGiqKtQ5WP+JdCuhsvwGmVRHfKnfEIzOoic3gQfz3J2qoaHMuLJUvpxXWDflG9GPeRXWaqH5GuVqGn0g+rfz15ueRCEqEANhSnyKaM8O7ITftdhgpHgTVmdYj95W0ucjK/+sbjoCPkHHlNhKz8qKupiMgcCgfRUKdL4R1Je5n+AsvdRuvT7hJHJqEBVYdZYQHvXCFrtqHgbVkkQDO4VDzBEahEOODC1DS9tn1JSDlVG6SnEQmYPmLJSWA8DaQz2SC2gFgtu25nGcyMjRUOSj6qpLXEWZVsipGmTuckHPCEs+d3IP44Qax0oJFqP8UcihIMdZvS8QgwVqIK5jwJ0F0gUrj2TFgMM4Hq4HMlP+W5PnJ3RGnDiACLKCDCGBwTIJNnqxXPwKV2AX4FTYfTIrDjwAmDEGt9CbwmYh1A4q3dtxrjeVJx41r1isJ5YG7SbYo1Jfvef0/LgsKwAEefr/srtKAyiPR2FRRCsT/oRSR3+elqC08x0k7uWlehL1MeIdQneBgCHfEGjoilRwGNcPVu27OHEjXCHv2ByLcntHFGHXU6CKKbAIR0BjvqESZCG7bSt/IuFS35PHKJ/oPzx7ubNT7tzV99g7/bp0PDho4esS1xlV808Vts81utat7B8KR8ke7z+pNvd9mNk8h0/4JtmHeUpPka2+fwF0sxnVh0iurKY1zX7SzKTypb8E8fyxpmVM93tuw/gScsqvDV3QTpw0onX0EQ+oK2rZ89lZ47pnzJz73rG115/kxOBsCyfbNJelA3vjlWw1uaFirOGUYvJCDUddYbvTMVzWXEKD7+8lRje+QfcUXd4jTaLydAZmRPeTGSSDc7EMtYi5N5rrGRKAHZl1dGHvuL2Pp/xRVka2ggw9QQ+yqBOwQ8RaZMTgFP8NErEz4Q7Dhmlcpt0WorC81KwGcUE4StH10N3lcqAEEVZEwIoIovqG56MFgAgNk8hFVCVnBabSqAvo95bmiH5ufRXuTj/JGLEXEVpMp6UAMuCMFHGnEoSEphZpodoosE6E+j5jDNYhsEjsxqRcptYsgduHzTrufiDEPqDnICVIFnATnSUJHGZCEAJZoIL5b2PoNi5OkxUee3L4Pq78H+pCP3Kn8ea1YQBJ48jHFqU4lOHvWtS/c5PWUB82wWC1bdMHCKMd/MIsucxzrC4eJI1arNU5qQTgyjScfI3xM5MZwQEQHkzoeD1wR6+8FQYbfFix3el0HhCAi3VkEkyrtm7LvLz429oAFXAvfjyWszTrj2z2p7QrQSsLHvLMR806xWDJIRdEk90BSMDB9D0cXa2dtbaA1mwDEdrDe6z6NA5by3KfD8aoKy3wRWhUrDIZ7G1nAjYaKuOeycT9iwH2snX+uHtluvsxiFARqTM+EkRMPYgcuAw0ACHe/Cln9b9ACvwHmsr3W54zK4p633MIu1rV1/jO9WrrLO8380dnGL4fZGh+T3Or+QjZJyIM7d0miYDIPSYYLgp3G7v83s74iwWs7Il3JGv6ijWnbUFzAP4zG/Z+05lmZ0mIG/1wkUmjp5GGbjIfoHDI1TKc/PTnGy0nFPYnz9/ynd+HnKgxiprOU91H9+4B9RzWYxO1VFkNI84QFQ5gsgoEekWAvmyTwD8KnAoUJwkKRPAnwUQjEo0fxJHGfKVfKhvU0vPEZTXfJccY8F6HCK77tThej7XK/04fs4h+/QBh9+guPy2T2ChDg9bkRfk8WZZloWuQSPtsSpVrtKcYbiym2V7chn11ad0hdgk8o+8Cy95lae4+hsNKEoiZUKar8lcSrMSK0zJpGCQwt5cxFqGSoXkQTJPVWawU1gToVYV1cqN9wlNeCik1GBfRwCjQVaQUt2nQLn0XopDxSkoPlUdKtimBIgOXK2mshqqSv86WygyqYF0pTQs26LsAOKTQDi0auJ3RBm6N1bLUYIJrRM1KkotR4/g33LZCUTZcegEIXfZFrbn5xfIu72NmAO+390Rh0Icf6SEQ2Idbu/O1k6M6QHbzVC6uywLcbjkJ0anEab9KRWrSzJkOK1E8OAvpRnnvbj36m80IFYQnZaHGV9+D06hX8sXZgHvksDYyifTVITxYzj8SzHTQdIYMJ/Edjw+aaGEac3CK+kSpuNtkhCvVSFHGOSlWLfUoYJUCZRf0tlecMxqAMvJDDhDaHGokrEO/VXoP67yRylCrXrjVLzys5a9s97xWUP3wgN/Y8VwhQZZgsMbFx1DdtLrVwYwQo6Cgx+c2CRLt4gQP73xV93gjQvd2L4zqx66u44luc/IgAXN0HCHnTeLC+e60/gyN9e2aRd+Stpl9bY6X2uE/pRaPIFycJRWMqa8VLz8GLUEzSeZN0BbZuZ2yskh2iZeNzjMws/SAn38n1pmY0zAnedUoLn5GXhxu7t37172Xl+99lr36WdPgc+lOIfdwvhiKa/Imu0vLsoIiAc7mqJryXhP4ii/0CE8Z82+P1FWII+ykCWvdA5e5S0ZwL+G7EvHAAhS4sqRJ2gibZbulnnESUQesrHvFl7koFmAE3tApdKj/Vqa+vxNn7KhUya74Ilx6JalVyjFQ5WmOOdUJsicso767WtR4pQnrxqU/fAJZfrfo+78qScm9/2uiAwIo9vrSiQTpYFeIZnDMnUgjwQZVvB4558ox7oU0IWYvDKt+SBIDZ957hnRkkpmQAzpjE4dIlrh5gGbL8kqjyUSnXizWpv5jJfZJAbQ0oaKS/L+j4yHYFC2PpGksz7+OfyPvHEbRkFogw/QoA9SRh53lpq8IlJ/kp9i1b+oNbnDEGqb4fcOH2na2VV5Dnhm2xYKNSS0PTYMuNCDCBhEhkFYMQLU+JlgKA6v4ZRnLSqsSnCrdTSHL2wG6+YQJ4+fVPAoLmlS53iKVFqhBBP8K7ZGQ5QajGIr/V+sYNqKk4nNlV+Ps9CAxMFL4K7s4jqHLfOYmnxHpWHMgFB1REAEjX8qnFTBvf8N+c6LcCcN0STISgPwbHotdQWG/oirfEbHBW/GeqQMFWm+6859VmJIE+uB2cWZQJE8Vpqz3ZWv+EGrUMvSPfJTOPflE/FnvO3W5+f3dw4QKLe6eZivC6QdfmP32NgMy+7fvtW98WungdXZ7fHMJntgxuzcIrtOnmPJncU/eK17/vhZ9xxf4DGTQWN+gwZazLIec+n0cre/tdBtEx+QwQHNKBikZGhRvOfSokk/TQsvqZuyGF4dw7KX7XxiVn4yD/QF3vm5sSwHgl26W7fvplN/8413u8ePnncPH66npza9+LcDjtWVtsEXDMeV59CaBPKLhvBoiFyBrBbtM1iGdhTInfwgTdPZpF28VXcQn7iWMamhlXCTT+lUwWYJHwSEnAzPVXZMyqDoWpCntRA9sDl8AW3i5wRej6eLD9NRHB3ePpsIHH6rfD3AI0ciOtFkFxB4KTX1yxVKD/+AU54r+ZcngY44kT9pTxymBksynUqQoojjNT8LUEhqGYogUygvirg2k0Q0QBCqfoEqEz1vZTAwgnGWPPamfUcWzR+z23pNF/JwpT7LKiBBpnQYhj6/ABIkjK+FRxM7zmHKq54sSeqPyftybHvlPnlvnJ2EBBBRmWWj7GzOJ5k+sVg6LP3Z1feFUO/g+9liFnSL74usbRwgKBzJxeEIGcHJjbY1FqXKAYcwh484YeO3pZ2RPVjggItZZr9J6/pQ6YAoA4O9ppWCF3o/T0g6YqGxjEAjsYZsAGXKVPyzk3sJRWQtisgApLCxBY5FEvLHm4SG59DSmPaaq7f+dB9oWoWlKFAeSI/c+zvK0u+zAlvLZ9kNtsRRTDodUkSoaEMmEeE68ZvhtwqRe+mwz8978SEMqIzgpYasWD+kHThkg3dgZZ7lZ4fuMrkcaEBJYWWVBV7QCFfqV8iSRkXtuYtgTmYYQs1tFZL2fo6ivHT9LRaRn+Z4sh2WBz1jsfkZ6IjlRxgM1vnMw1m+p366e7b+BQvQtzi4oQ6kneNItVWGwQcczcY6H9qHSQBOpQnN7EPhznfKo8vMdL/MMMky54QL/OCyo11GNWYCXC5K1WF35crrOW1okyH/xsYWp5dfpANnkfwtvp10OA/LgCXoxWkO+YphTd4imxSiS0d81L8CBchIK++CDf7Uz9g+nbQlXkNIeQnP9shKWdAho7XQwTzCSrrgt+rwNj/L5CbWHZ1CJtWkbW9wqA8M0tQlPyr60JA86fCwKN3ZN8myKK1ZJx/3950I0tAr5df4UJhHyVslWzYwCB84L7ktmIyf1P8RS8oGk4N0URaWVJYczEeDx/zKfB/MqIBm2UiiZdN6X491H6XYQyRjK77GGUSkNeozM28sT+MpGyhMkjS5iWWUu/xpDa4YOIUstt2cwizjVzmVQru0hCFvuK/ys2A298RA7LIoEVIQNcAfqY8oPkZgj9AiSDsoyj1mtPWBbcOEm/TszzdRkijKrW0E1HI07SNwXBuFgcFhpIznsF1/0kY/dN/HR7mPEByzg0Klpj5E8qw8O3dmOU0mvTvK2W/tuF4uM5Mkk+hBrfckCm1CS7CqMg0ctp901O97/icfWQhircIozsoFAiV47S9WsRXJY7ZJoaNUOxZDmM+yeGeJtf20r4sIcoRfYjkoOAAhA0dZ0U79lPliJAwvfpwAcxLGk3985+HGSU/eKBDeZVE/V7ITRxnUrTJViSugEbqed6SXHanDykk6HX1mgZW86vrgx3vKS1ttY8xm3C6UYZvc3qdi/vSDn3Xf+u738nqLLYvPOB390uWL3fzMORTUE6y6ixz0e4FF4pz1SMe5wJpKZ9ynPB4PIVewtbRU6oMBC88ZoaSw4JE//TUfEwMMJ3sWGII4BIVVsKLck802QGRHn6lK7tRpDt9gN9Am7oAbN27wGYszORXos5v4Sx+x/xxrM50sdY/NWyefN8Bi9kgy+cHFaVJJOZKiPnnnBKML4sFseDPSVQwU2mVnjc99kK6FQ/FIHnCu7IT35BnimrKMgQZmq+MEBebteUUDjr2lwb2GgDpiNDi60+JWYbadQtl+yShM4Cf5bIWfLraTnSKtaTQClX3xGN1FWw0qxxZiBKrvjAOe4gXKG+A0L4DR/gIZwSNOH1EPXJnWPeoAuk0IxHnf16Ag2zePNkf8Od0PaEHCMUIeTAicL2FG1WQDU8vVRkYppNy+JUaOBtP1ubxrdZq65RhNPnqverY+Se99y50eDIvPIZ+L8HGLwYAQgroUDuibIfc2SlJFusGwag2H+yY+yRdrDL23EGBL6wEI/shTZj4QRmAVfvxm1Mugip68mMbZT61w2+31mN0RY0fMiiIcsRYRcmGexg+Vb1kHsRBdJqQ+i0614sV3PvHOVn5VkFkN0ltatKtx6VWJk2nzA1PpRIAiCtHKrMZN+q+ECBJxMnYrB5ZJMC5Wu1cQ6iSaSNONIdj+dG3kWyooB5WkHbl5BEQXibhzjZzKUllSMcYaNx1xNSTX0pS64NT2Aa/v8k+EGdQIf5tAetvu4csvOHlnd53T0DmzUljdOre6fw5/4AId6VPas8PWx2WOypvrdlm/6O6QCZbEWL90d3eXM7s0McP3AZ9QUJZsi/zBoD51zTFpJF9qFWXtIG2Q/kUraQGfAA8GZ3fu7ArUPuo+v3M3nauf3L1//4vuzu171MdC9yM+q4uyUFEfHrIfnauKGmxnBYby0IL4MjjUd12lvGwI7XOXJ+gl/8ob8hKtAz5xruKLfBtLW723Ln/eq29qiKtrBd7m2XiNKO+t3nuVVNJLd4RD5TjgoGCvGg/RW+BMJRh/JUNxg9suD1CSdo7C7Jm7Hl13RIer62Hc89d60ZA1myyEqSkPKNIu6248POle2Cwip0ARxDtz+t8qycKjoOcF99zKrAZwRKiGmdaUFm5oyi7FBAGgkIf23jQqgfghzSJQXFJKFW+SYTl56FvXCKkAVm31tt23q8W0ooQ7S3RSRmHJoUjDmAgRYRn+wfx+NnPseBemct2WgoYQY1FuOwtJb6w1uIFfcmPb46SwFm0cwXrEZ0JP6Lq3LplBOIqZLFMEH6Cg9VWOa4my/CifyMW/MkZ9Dsv1gc6yNewY4qMu08NHsZO5ZkGrTF6+FF7CNW9CePHsTwILK/iQ4UXkSXrjfA54pJWBxU/5m2pCBIajfUJUoXDqpJlBf5WMnJ1L1GPZESDqiwVB4/UrOhupQhScWu+o4sPSUmn4g7kP3edKTU622EmJNn2VDo/iqxIOaUcZlqM1mp0+pBxnqNK+hR3rIPSXPioa1ANKKP5K8Oz9VwXbbFAZTdPh//WP/3f3u7/3T7BGWSjPRJ4HPcytzDOxg/+RT9yeOb3UnecU8TXOfBzgopmbZk0lePT08HG/dRR5K5wMwKsKsoLLY5zxrS2utkPlc8BQPX7OuSWsVBiOej178ojZYY9PW8RqffqU49/gn4tXz9CBb3cf3bgDbnVq8h/kjIk7kGd75WF9eExV4QOHp2hew0PNGItHdSuWm5oYWZFv+T8MsRxJ1EYV4SvfWkkfxLmWfxQq9Usnh7aGlioKz3jwU3yJLuLZPFradiz6jdNpiDdkU+U3zoL2dBzg6oB7D7R2VOVchHLs7iDP1vVLkI4i8i0ca0XONGCi+L2SHkoUjwoD8Ft/ruFbht7bzqiBrpiiYtQG5CUJe6TEB9E3Xh3QENKuQSBVtdmpFl+F5W8Aq7uTvyrTQtkJ0qwz+usk2VfcqdhVZi+//hvzo9CqrSdCIaGzgwIkOYFT3yoGWRBUh7JNZ9SbTwj4IS8PWdjcZjkQkzZrWJb60cKMgKLyM70MFaZ6BT6htbcMqmUG/smMu4ATFOt/YgZ8zAkHrCL9mQ63j7A66OPDzAzO44Np+K7CLHk0SPDR5y/fy6BSIPTivtGtWRfSpt7lJp2AOWxXLLSXyq+H9OncqnxNE/9ZlIysSD6ERnjbkKYUBsLEP8cwKkktRnHqZ1mlh0Mmh8wqSaBN2QcITilvXRrWpWWCUMRCMR0w9D9EJA+ZhGxMnRQk+P8Idgaq7ge3bnWvvfct2gQfrK/xSYfTWDpL0HsCnsUAAEAASURBVO8xbThEgZ3HqnsQRSoKVH5+MOvM2fN8e+dRt7W+AdxO4tVEl+6psoDxW7NczLMwXRbj0FcFM+lCbXCzwWHC+ewBOnB+foph9ny+e7O+toFyPk++2e6jTz7jsGG+xsl3jNjXxy6weRRt4V+5Ufl5qjqYyVcG3V3nyCRuHYbkyrSK2BUfNbRFv5jaDH0o/qmHplh8kmeihLyHECo8cV+K9RV+I54MydP4r56rHNstXPJNVrloTBD8ZIZnh5IqMFpfFCn4OWAiR1eHX090HWV9k9vy4AtHXdQpD9tRGizGtsT6bXCmbOqlfuGa9Iw8e381jtUaKlMB5HNvLHlbDEglLa1xyU6l6Q2MsNceTZC4r/nHhnwtJpZi/k7gtIZRxenbXx0KUa7TcgLFIbY/Dz/VOhljRUDeaf2AQD8j4LdN7NG39E9ug3jSh5K0Vx9k4aJgy98oCaAYIvEEKplARJXDGoLjnMSI5IcgohxlTGnjARoqlgOuWq4uZyE1llIxd6j+CsLtnUOEvn6JbWgMLI1VOgLsu6K5z/yXiwgW0eJz5aVpZZ6UQ69Z5an4ejqEflW2ebAVg1PJxCM/GRp8x6LkLZGumxTPTlBYvspOHEiL+BqpR/yXldjDBAzWGAEELq1IBUWFmaG62Es72lWuDEbJZRzAfFUInApVtTcCBkwWp3JRVh1O3/7sRnf93W9wCjen1ZBWJa+FNsPzNnyy5Odg+W72Z5/dpn1ONPB5hkn9lH40a5l1ljsIta4GOgbcD1n/R/kUAW2dKe/hpVwxqvLcxSeuNZWtrgzD/ca4Hebm+hbKcBbX9hw+ya3u7u0n5MFylS4A7sERjQfsqF0a5R5ww9QE5SG/6Bbi3Jvtkih9k7ga8AG6vMaJxIIH5IQHT5AnnxS/VVzxgrIlXwC5ygYw0k47QTpAXRb5RIeKTasU2skDuh8Ua+cPzGdnOJ799z0fCTvt1sJUqY8xYrAOab2f8yc9lKPk0CF6x3kgKmhHNrrSAo9ghvxF0xiCmi92tmRpyrHgBh4Cm06oKP/IK4AUIIMgAkngn/B+/2TsCY/liQgLqwJ5qLwn2QPcUJD6crRMRwu2oVGRaUApMJNaqgz+atBcfjWkDJimwdeG/zJ4kY0eE+hSWhJhiQgHwIDb4G4fTE0wFGacHQvHWIXW/bY7IHuXnsXhza4HXxAvzvR5iENhqlN/Gva4NiCCTysjfdoI/PZo4E7eyF7unMdJfTCxh0MxN8lrBAeIKZlezZOHYA4YV4KLAuknJlRuUQzt2tfzMpqon/fJm46tFBpFES1WvCn6W2doZj3Dn/Cb3wtXu/q0i5yJlF5wGkFmjaUHcDlNCWY1WxQ+eFSwuEQY+BNGtmDnDPMBLfNrQZJG68G0dQJU1QVmUqdMXVZZ5bV6ooBNHy4WUR6kC3gT3cQJtpB/VVAt2ZxqdwlQjrmyXMvHN+jKgwMOs/6EfeDf/a3vZaPBJvuxT/F9dSdt9jhpSEFbwVf4YI5zGZnUmWV4fIS15nBxCoUZ2olHZdCyqVSci6MF9morVionKIGyAiAi3BprjIdUnHZ4f+4MvMNi7HytcIEPcW11H/6cLZT7cDp5yA6/MbxGIRmUbRW6xwjwMeRsvnBCJ8Nu3nsqkf7LfKsJaTlGqR1hlGZ3E4X5QbQWzNPCCb6EX8VFHQTbFjqCC5WVMnOy5pX3KC8A5eoIofjJpTwqyiqg+M/5CzlI3ARfwBGfp7ggLvve/x977xnk6XXd6d3OOUx3T3fPTE8ezGCQCRIEQAJEIAWKpDKl4q4oW8ler2zJJUsuu3ZtVdkq64PkcrlqP+1K4lKptkraXYparUSJFBNAACQAYoCJwOQcOucc/Dznvm/3fxoABXKprf3gO/PvN914zrm/e+65iTSXa6APizk8MTJ6HIIvUXmcRLXrUkUAymFSyqMgr78s69wrL77nWmrJloc2IzsDla58Vz6/5Vp6qAz0Fk//cC9KIPx+ppCJSitmhRQAsYvF1GCItEQX2JP7Fuh/u9kCGAmzEbhM0xAMb2MU3QoJfUqAjAoKnUIGigyvk08GCXS80K4Ju9kYAmHFLrpAJLHUC3ZiYiENhBUtswYAACepcAig4RHkKlp7GwARM4TUxsIK+Bb++ML3WfgIvS4YWbiLnCmUxL2hUeE/gK4ocJRDYbTMuVClgJUbEdhtNryCqMZoq66fkEPemRM1S4XRbqqGdytQ7m5D83ifw9gl1SYZXWfCmVdCB0AanxU/hJqyWSb/Sc3wV2YwsllWcjL9nYSI6EMeiNwyCDK5S+wUFLrAxk/tW12dT2dPn0yHDx1OHb19nN+9EHtPVlc3ohE2YLecplvMFm1tbWmIAb8VAL86tDS71dgsqeRqWQKJlVe5q4lKjmYHePmtFm2qhgGMZtZKq2FrJ27lDJ4qRoR7AMoA5hrmZjI4NOWI94Xz6fqtUbZLw15H/AE48gj6Z7OEQKnsQj9NPJS1CsikNGiN9Wil9q74xr3zeOMkUCZ92+1XptTcM9Oh9G20lS+8I+4AsqA3vDGuaBhp0LgKlqH5V9wrF/YCIn7yuiFlJb+KyLis92aKV+UUuUjXtPnl+EyHBhbArAYkjd8xgKgX8k9lw3S51+Xw3gjIgEBFXAothxoqUhIr/+KG+3fnylBFgdaFb6OotyFERaTrihbv9C2QWKm+k3s7LfLt/RtRZWTmc8NlEJGoVqsCOKiIaiwydplJ3rkbBVSSMZclCozuQrPgmmds6fQcyHcGIwlrnPlHjCSHiMY/qbouT0U2NnIj3awkXGCMTFtAEGdDG4BhMNiqH9N+uF+GiYswv845leQ3qI52Esu5tCUZG/GEGYdEYPcmB00CWLjyPagEDXQKt+/471MhOAgd9wF43hH3hgNEeMi5MKAagVoDSI8/u1BhioCmAo1BrWQKsZRxyourLgKIqDSZtnlGAXgRFSLbHuUJZQcglI/IszemR1xRKYy7yPlG/irvSLFoPFQn5ZM5J9qgWTRiueBRRgG8lsbKsizDiyARaaAMQlsAR20VOcEOgp/F9NJLz6ZP/PinYvrQAiaZ5la2NmNt98w4NkIWCri88MK1C5wZzsi0q3gAHVW9Oub6eNiZh28JlKVcNgOEdncdBLHrS5ZjP4DpyelYBVTNpOSuTnYGooGcR4vdfvAAIDmaTrxxKr15+iIzBTAFABB15DEG+0IgKWzINt1eeSNIkLZgoeSYRjVn/gR/FEiey8a+jo2CSyCSx+H8jgaXaZlf+YnoQg6Mx7h1gqPhlIPgO+X1GvTlncCpgAiCwWAThyk5zbJ+8h0FQfuwvausAcJDnpXBkFPllvRCJpQXGGzcDqCF7MG3TAppYVLIQqTjAyGJy/CR73j2Xa4LcSx0blUsUnZ6/u4cBQsXyXDnlcx8l06BXcfadwpbqPQZgMt038Fz6RdR2OxkgloO8pk1OogmWMS6Yjrd7vaMD+60j8FkfuAkFQfC4c+wUVklLtlQ0HL9871QkPNW5tCrVNnscpcXRgUTqIR4ml1kRQdo18AegY74rmG3UiDqBFAy7NI8BvnQTsgjWq6b7Kq5qinoiC1Sj3xtSjSDHi/jfeGfskTQInxoTxFTyEluxCxfRVxBP/3YFyU1KBl5VDCNRhNGCCf5FjQVXuuBLbvzIgVB8+BVkIyKQ8AlfoYPOyX5CnuRU2qgqWlGkgUxxfaYfxuv34nCEaT4k0Fa4gQoGQRn8OI2nqWRlbvahpF/gk2MorIGPKaXKDT+cK5tv3z2DEdHjKbtu3pi96fo3tVxhERj3hy3bcsWesa34szwjo6taI0Yzug6aidUw1S7EbSDppaRsjqA0oTNUU3RHcrt5rtLucqC+V1gZH1mei319rCWHEJ4TMWRo2+k8SnoylLGGuiPVETc62AWAhq5Jj67wWj9CjWMsUmO3avodrttoF1+t/tbpgH2GNmgEPiuvAa5eaPMSz1xVSGxSmSAlIfkk7LEM1f5aM5Dm+Vq/YleCv42whABfq07ksGE4moyOOW5eB3P0UvRA2WtUqmgx2Uj531oi8haaLR8D42SVXExHmMY4gq6hFzm/BIR6fkTC3L+LJRh0UdM3eQ3nO9KoSzfKpTvzunxO3su46rUKt9d3NmX4czx7bl+9zGUAGkMssX/rsDxICXGS6isCkMBAEiBXaLcPcS+QiscNh6Fzv9ctReVwuhV0PIjnxE4rubXh9IV9wJHuHUBzh/shnu8KtPQ+UcXnAg0tC+hSXiOyjIVdgWE8HjOWhipZlbTaCtLaSIu08/0sbta5i3e4ccGIN/jp4L3IdhkITaCWPejbwXJQnAf4SP4+h/5YDXI00CQHf7ZbbRBiQpCck4iDw2CQivModFwHytxuMb2dAGugAAVGNmMtPKyNuKyghYMl24KtBziEnkzf+VvPWPchB0N4gdlo+HMtAnmVXr0viif3TkB3wEHGyiXwDllJg/0UTugcbnLt3bDOuxpz37579KnfvYg34xfHa0OcOzmCNtBdvKhS8tAzDQreVbbVtntvJ3wNHKEQ3ro1qL9ubs4IKUsuSxP+hnLLKtstnZthR7zzMtsY+OhfLJhCyDaSnfclT6Xr1xLL7xwJJ0/P4ycMEWJ5bEhz2icWR7tIRXEkxLk3/JBbtIBZJQRPrsBt4sponwApctlY1MWNDJ5Zxc2tqqTVvi12QknI+Q6dCsbRKUmA6BKBr00eQzoK6v+BGMn2oeckDfzJ/+KGHO8lP+dXOQRz6bhvfIQK/qIw3ehSQKM0UhzFTDtJaw4xY66E4CPX3leArZpZZBE4o0DhSQUCxoTN3GGYRvZ89kuoImXzgK8HahlLwRYdxthfGU8GtV1orxOwFgvfghVxTPE3UQpQtBSWBtKB4j5FIQq3xVXU5fhpSsBWTs4KcfraDGIMyp8SSQSNZ8y0x1/MBPBXMts15uuAZU8jPj4VyYEjjKfsXUb70zbVtluQHwuSUE8ZfI5HGBXBAaXC2c6+guJCy2JFwEinse8SOXRgK9Ws0IgNcoqpgvFRggAaGjCko748BqZiVRNGILEpeBnmRcFxZFfkkWwDJSFVc92qaSxfNfJQp9zHrnhvfSXvzJUb/oV3GRVgCMP5BBBNV41RGjqvZoMNLFbrvbuUaFh7FfQCbMAD2CGyRKegMXP+EOL940JGnuRdvCEd/kfXyiOfYiQYcAoRnIFIMprQxiNlyCVix3+Snm30sieFUZQVe+tcO54o7zYAEbFNC7eG0bNy3XWVy6dT+Mjw4BiRwYehM5eiVuwLbMufEtXdxoevQA7HElGoyR98+nqmxIkYrccwM015qbpVmxubjE8PJj6+rvYLAXeA2TdWzo4o7s1dfJzh6KTp95Mr7x2BrlgqaYNKnMk61lfTncoV3jSKCkp3aVvVEuE2rqlxiRN3Rh4EX7UckSyvJRnzsiwxxKkIr4VujKW259gKB90hhdkZF8AJM/yS1mwfNGToPfjIJ/1ye4/ugDf1NazCcYalHcFynVMsZRGcSUdj3uG4JF//RJtDEZZlvJnXXB/zVivb0DS0K67ajr8w5ARuQ7zFKWyXNkZHxJtwXXE6TcbETED7XrDa3jgUbKEMGYaBClMc7MrhctPhdfwYlgz7rsi2du+b47nH+xZKleQwnSiXLwWetZH1qCmz1HJCSNxrKrobfHOyhPMlwmEjUEFQV5O4QQ+U9rsIvUK+lp5szP2kjLlO64FQOQ8Y6+ktXdZFjDKPwz/TCGpDa0SoALAa5kfV8uyNWMSPN2yTaFUlspks/YcOcHXRi4tjy5aUMJkQeeqF57XGxzuhU1BTD+5Uht/lpHQ7KJ2IIAImrfSxwqh0As0TtSPKRs8a4+zQTJ9tUVX0Og/TBvx3uQNFzIeQGseQ4uP/Jfp4s/EzK7SFWUQnOOJ7iAcBYykn+YKN7+w2xzdXclvOOKNhtOwPgcl80ejptrz1rxCfQGTLvKKWlV0lbnKG5haA/hXoR39+ec/m3751/45YaiOAhANjrugT7EHQBtHSaytXogdpurq2RmdVTyeV2PFjAYEukRFRQbUXps4IGsU4K3HPuiRDp0cN9vEBhnmv6W5MW3lnRt3X7p2NR0/cYo0ZsgvR+KitTVy1IP08KdWRIzcSmfKU9BY+luuaHxBRAHGLvvSItpsnduU0cCQ1hoFVLPW/BDdWkaOla8Nl2XK5HKcme+mp8xoWvFfeSaRmqTmBJ9NWzNMaO6kb49Eh/RtRL/pznh15TXLtwBrGUjT9PxF+eABV+3JAnWNMsk1Kgd0jlSILsuycSoP/qz3atzGhWzwY0XWRqbKxM2IbwmTXc5b8XD7pfRSXr+D19sDxpOCeBvVN/kxNv28G6ffzbkonzfCKw8Clr7ViALiCoCKShaEsWXkq+95jopPNqRPJtxGfO/+zhT96SyTeSvflc9+y84vMtsWXhpZSWV4LczzUCap5soWNTTnuIVgAA7+y3zcKDvZDlfOHfQ5fqQf3/hTajVCjS4aOt5HPsIffriajnlXmBRSv1vJIn3BwXvjI58BjnEPUPqN+xgwM9+Fn9DiidPveR5qzotN1wY/ud30HOn6Gld5n99s/A3ApDAx+4Aobd+UeRUEK3DpyE4kId/9HtNRKJ8aX7nKKGuXjEKT31VA0kYrp+60LTXQyXTq+DfTPfd8nPe50hveQ7kEdaf8TE2NsxVaC/ZLdgUCcezNec6OWpbMMEZHvAWQKZZGNru/ZM9WQBUTC1Fu37GNrnlKLew5OYNd8tjJ82yhdjkaBEkkj6NxIF15KX2rkKENaTAZvphWBbBEQ8QAUJhHCrlacuWLK8TIo/kyLgGkBh4HjZA3nfHkurEBUCED+JdmdnvzcSn0jgIoBUin1wGSXkPjs+whvRFn/iMNN9QL30U6xBtzIotCRVkoT9RN88J37wXMaMhtfAQ/nkN+NWzDn5ilgj8bkygj9xa0pE+ZnleAshKoFJwsPDnbesFBqIghHvIfK1KRz/W3EtPYTO+dnJrKOgBXCGr2vzkvRlTG+k4xFu9DBdLv5ly9NZzp61NBsrRqCFmwfYuzVeGL3/0XXUk+lUAhOb5TGXMklX+Nl19ZeDQNN4itfOcJheXSxxAG/FqZPc5ADWVBAYXhamdqjtq3Yjsp8u5SNBsA87TO8CJ549rscquZORzChZ/YN9M8Ft5tHHTSKiqIn/jl14TlQYAshcpumt9CQG2J7WIhmDGxGErG1BQ8SEu72gGcPPvesHjPIMs7KwxBTZ2fBeNXZszXOL+UfCzvK73kHoMVGo/SnWtUbu4dzRVQ4tnIwkl/YyLeoBmaiEDGP/mgXwdYsg/9UAbKX639BH66CCBNLaZjLz6X7j74GOv1WwgDPSiHE8QFhtyYYPdkHX+752zHFB4bGTUi8wgAEJ9ThMYnxqBJps31mzdj3fhWjsTt7R9I9Z3NgOtEOnf+Vnrp1ZPQGiCg6oT9EPByjXZsmkIGBP6ySuT05RtlNf+AWJ6uA3Dx7F4MbuqyvFwAZmzxR7kot6AWcRJfbMKr6SDoBMEop/zMwGTcmffyVi1UTdEGfVmbJHSImSUQxsY0Bv2IQhkzogzJ3vMLbPK+Ehcyf0ybZIMflit4ZRl4Hz/LyD9SptEv8oo/5TLC+cf+t2SHTpkmPJBn41PTz3UjxwlN+RiCSEgLn7NYZMEnnJpKcZtfWCTL4d8N55MJ6rwXTEuX29f8VMYVyZYe/jNfrUiWG9pakCBqtIzSLjJuFSmIHlfLpuATphSQ75DnKD8MkAmZGgT2lj90APM7Bbn4blrv5KxETsaFd2HbiQnc5DlsPe5vyeCOqywURsxJFKsAAeKuzKvZNgteFQa1ugwO3CscPGf/CiaJ4cy/WsY6uBJWOpQAKT0CHHkZ2kPQNN+r8VpRHTAIDRLNQbtkOV3IyqG9MrRP4o3Keht9c/7Nr+K93tU2/5G7TDX/BggUNDTP/jSJSGm7irEPY0V9i7LyzbiNzEvQhvzEVKL4Jj2sbnSzi2cuEXe28RJ/NLIAKBHUszhgmV3Fj738hfTA4z+JRzhNwFq2V1ucmGRAp5nDx0YAwdHo1rYwGJOwM3YwEX2NaV9QICq8Rx4LmG1tLamjvZPpaNBxDU2UNd2NLazE4ajcW0ePpy8/f4wVYnMRJs/hpVvOvpiNjOY49Si0aOqoWmtUfnsBAY7wB1kRsDLg23gFFdNynfwA1AQ08iBAOrjkruyCkYSSTmr8WbalYaZ/gI1yxS80U+KQ16s07p4IkFchYX5BNY5BHeJesQvOd7u5xmcusknMtKLCSPJNTr74y7wN3vMQ8kfeXbkTIAcvzZP5yb1CGB3pqGVTDhQP5b+UfQU7MMCI+UW8AibhVWsMwR9/3tqNIEB+CuGMSlG8idfhcf3P+qt4o0Qh7HHPn3XFGSJsdrefjOhXK2uuArf5fWvQ2z7Hg91kXaQjsX2wFNzkwvginC2fAzx2fXQyRxc7uEQbZBiEi7DSTH8xoot3NT94EQQNiTG8DUnxrzyRslKIynvFwLZF0DF2U93Ylt7BhZwP/yLTrCjAPw/unOL0GVdFgIsBLoswzzkl1UwbqaUr4Xpgp9Y4WJAPUcp5j/JHRn3OJZXxGSRtb3MauatpiR2kyTzI/hXIHJZs4RsBCoEm+QA1r/zIZ/gzbn4BghBKQbQ8AqZ+nJdKipHuig0UmlhelbEpHfyVTrrEbublK5liThRs/llpwzsyUNJQ+lbTeORD0bDeoXWbaqUraR/RRYz8CcExjzq73VAEpqlVBvBadgLY/aVU/smOwrnzfT2b9Fw5/a108NEnUmvNDmx89AAALoG1ifmU7QxcuBbbXez3792ThhmFbdb2yKBdZ1d77IrjTjgdrOjRTjg9NcuyxUnSptcAsMwCsgsjN9NzX38lnWZaUjXA5j9Jo01WF+eEUwBPQ1T2Mtngq2BI3ss6JjjZSMEaGMOfYtBG0PSdGymDkXHvOIrP9Q3WhVzuiFveB39y3Bl04H9ojhlk1Bq1w3p8sGC5wCCVI94evKdpqdREI/M2SVEPiBialS7yDY3lhSAY03z4yG24aETL+kyBzWGWWx4ERPxpSouw5EfQdxZD0IJvNhohq6aB/GaNO+dfrZslozI+k9IUJXnlKDgxkqoV6D/NSVQraAka/2mxvTW0+XtXeYRYEqmsCgpZBgSJG0/xbGS+11mx7RbxIp4pCs/8KRKMrlkEiM/ZT/aaK/D6ayoctJbGBtVLSfpSnE0i4idJc5MfXFHJSXJIbZ38gpkKhn79qbk5CttARbEMToqOBMxiRKa/opxcA/Txp18lSNDM3Wj9KCTKgPHzbB7jey5EaI+GJBxZCOGqnC8p8NqyBzDiQZ6bmbIrnv0S1nQsh2mZp0ijeDb/kXJOU8DyUX+6nC/vCwbE2xzCN3lKS+6ORpe0AIzchTaUFUaK5/iK4HEp6XXbu+LBUWm/+zMPXi0r5IDmat6CQG2aHJ1MZ7/1pfSeR/9RWmNyeWgknhPDqPL+fW76y2g1W/TNjbSnIQGl2l28bbCowNB9lXiWaACrGDhx6aPpNrE+fHqSHYFOnUhvnj2dnn/h5dyYKsvyGLmoZ36mZy25BlqN1Lpb5jUySSqWWnNIaF+KdCg11k0bA/kpIJI+dlLPdwpaB68EVfIaJvMMyMbtwKc811+AS6Gp5viz6cX41EjVLmNgz1FvtEpBWkzM+FPwwnoGf0Jjj+sGraVj6PaKQ9DfK2Wy/LicV/PCfZEnr4bzW7bDFvHhR3mIOkBYZVF/yq3LidWIzV+WcxqMSKPIY6S2HjQ/fV//mk4u0/c1WiP7+6PVR1nQDd8KDtTIEUSlzZWyMoOZKZvCR6tX+jIOoqgoH1G9xeUgkWKkVxljBmK+GVWZzSIGmeXWa45o1jOiSVvMziloOMFYGU+nDabGqLfCRHeQt4rZeh7WhUiBMIDplF8rbhRT9xDVv4KjC2DGj3Uq3xcVg896CWDEf7TKhuNnNzq0Fa8k5qh2FsQybPYXwIv/d3JRjzd9DNoSxAqqi7LFPRlECwntT1ADKPJUoMCRUFAycOCtsvwV8fN6w1lp9ag9Y5MrZSKXyYqliQENaYEBuPmadPHI8+nOOz/ERpEDaZIpPJbTBtpNd2/eHEw3blxLC2NjHEQ2xI7ozaEFWi5F0cnly5zLMzc7zfua1N7aktraORQMfBpiL8zXXjse+w1U17heXICVOYTlj/9KJx20W8qXADXLUjjzE4Me8kVA4NlZC2qCNQw+lc6BDjUvgcsejuU0ljKmkvbSwbwIMNnkIv+LLrxxCDz4iS4w6enMtn8Mt9kpw2HWkCYQZWOGSulTOeJjfC9kivssL/lZikjPrDWShmnxwnQ1dOjMv06AVF7LPDuYtgqg+5loi1HvsMmFf+POv+KxvJSoXT6/3TWIFgkb9VudavP32wFrhSsFpEzDa3lf+tE3giHhucskykAjrwJYCjU95m4i2EHYoraWwhYtr+ELIgdaEGP+V5KQ/JCI4LgBWLRgRZY20i/zFrp8kSdzVngsPgfIEmV0adAslxCS2mBu7lK5Bb4C6sRlBwGESi0r5skhCGXKMuaqxI1JkP+sSXJL3AKPsJa7y8SrH735C79ZcIxH4Y7KQcRRAYzZisCzFc84HOEur2aAzwhi1kBi9JtEQzjJo+mHdkmYEGxyLa14jcsV2fzmd8RtmQzkV+I2rAMr0VsAEEpeBU98hvWwMypcdNMqunURSfHHLqZSktM0tPkCoSpAJngKDdSmzLgjuvMUTm2wurqePSgdfltLX/yLz6anP/0/sXlFZyw5nGIj3utXr8XEcxsSx6Jd6ljtJhSsvhkbHosR8L7e7rR33x52MWfTXypsA1OE5M4E27K99vrJdOHCICYFABB6mJdoqJja4ymGq7FBi8de5LmPlqSkgfQLZvJOzT5kSTALgGDRAl1+z6f3fKbodchHbD0xkKPdjzJK59wDsb8ubYgzeJY1tjzNC0kirPEbpvxl0PWdvCtkSb4bb8QmjzIPc9zFyzId5STSI8moEMiDfOe72mLwivssv1n27N5rn478AI9uuybt4tQGKUN8IbfSgPrk8Rh5yhLAaddcvoIJtY0sfl9ws1iF0pTIshU7i6DPOCQsC0wW2O8Emn4jaaLJ4pYjyH+tXP8QYBlZlNJksiR4TrHMQ2VpssYR5gWJTRgFTZXeLJcMNKaoiFGO22M1UAmWphOs2uwlZ+C2vwqsRF+fhF/xNYbRgnZWCR184NkshnAQ1iQUCA++d613aASs+1YgBQg30VBIHCBZQhg8NiDWDCuIIZzGm2miPyIjcgQ5EqECcA2wQnhif8eckYImyER4zzIQwm+vk/DRJTMMQqm4OnhjnhW0+E5AAVFwCE1G4fRnGbjyn5/lKSqPL6S/f/1jnvOND/E+buTZbW/kojbaGKhFptUo5bc8Mmfc4JRwAyrzb3FGuP5emgvwdompXJTPQFGZyWvETfye9R4NB+VTq1xeRuunmz2frqSbF0+nPXc/ZIqxD2Vbe3e6NXQrjR0bY2f0abqidHNZbbM6Trd0hg1+sWe6g497VbqDTw3LFpfZ+NdKfIHt2k69cQZSSPOc82xnBfSYniS9A5wEOKcuQTMn9OtKe2RsQycA8E6bnavOBOMop/79wjXAgzRX3eKsAFM3lbAhiTpeEC/4x/eIn7DSSK0zni1b/HhGO3P1lQM30kh7p3LiPFppanrSSM3RCe66Df7AOR7iny/5b7qRD8KBhOE/3nNnXGvmIbRp4jVd6BN5chnqmnNBkR3oqJNmKgyaB0zUXfZnWUOfzwYjHehUe9fhvemNNy7G/nkO7Zi44qeI6IIQca9Q+8Zcen07l0MJuIKlZbIC6N/WNwY6uDe4r1Vk9fu9OINVBl2PpyQg11wOKw4kNg/+KwKVYc0LVIv8kBvyQ1XTEwyzVYbc+RvE0oYkoEVaEZ+s1Xk1ply5fZPBkzxItCIxv9qtNR+VbkOhL8ILWPgJ0Sm8hh2SFl9+CJZ5R3VSAQ2lpe/q0Fg6Oeiqi2kke/buYfUGS+VIyPOnr126kG7euIn9RaHNQCaCeBaNxfUQM1sKp4hk8bFM+c68xmFLPGZtAK8QQZ8CnlqkXSqn+UgDNUweg/fxjbfWB9+pAVjHQ8IIaxklUWkrw0eAkvGWzjmbuiyLcYc8kUZBR8soz9wKq4Zy2N20kdE+GfJsF1oiw1N5Jb3CFRWleCouDPnQgESDDuAY3sq7QuR6VzNhh0bKITHIF3FrE7TSLzqNpt5RXc5rBwxWGNz56n/40/TpvYeYeN5Bntyrsp65kDvJ42o6ziYUy2xmUc3+AdUc0drQNx+HkjkQNjY6BFhOchZOa3rk/Q+lMY6n/Xef+4/F7uaWgzwGXWwE1V/Jd/CB7dOo6K7aqg8Zht4BBMiMIAZwCRjRyAoo/OSd5cxgj+xBe3/yKvjlPXIhD6s5KTR4RJl10WDynmhCNoLvkCWDq9ojshVAy722PzzEBieF7GQ+V/KaSOVX1Cnpn80AwYdN9cb0Y2mr5SQ/ok+ctIpsWhYyH7ijv9A4lW94Sy4AUfxYLvxk5cAGI/POEzaX2SLMTZMFU/3U3nloJ4GX0xunrwSirgOOsf//rqBABsJgFgTWcK+zokrsXFF5scHv+J4BcdPL+HL7nzBcE4lgbtQyx7QUMq+wmah9AARoPRvZ37ALQNy/e28a2NHH5q19qbd3KwdabUktnNUSk5mplI6ain+70RgeXHg4Xb58OV27cjWde+PNNIxWozAZvWUwhWhBvfLM/7iaUwUlWmniikGZEC4Ey/xyb0U0fLZJ5vC+t8IroMbln2yjIoyliTRyOqZR6fQezhuLryv9cxsgFS9v/6PmqKbg5g6Cl/exIa084124MvIy3tujIBkKqaMBKbt3OQ/kFQA2eGwkIT8KZzpGp8Hfs99r6brWU+mWWNs9wb55N69fT7v2teGnOl27diW1OqLNEsMafg1NmEvq5TcVkkGcyelh7mvT9Ru3UhOg2tRcm8aYcnT0xJtphEEiCSJ4xeg+NBZPBAj5EzZi6U48iwwqRRFDjoAG8pO1TZo3AF5e6DKvC54VfkP7h6cCaw09ljhyQnClnKYTjUgRPvhImgEogkpoqFmrDLMK6SpnjnI7K8A4XZWjTAQryGRloxiZWv+TmZRBcv3lphtpkWuaEeYQejF28hW+uUqfkNLCRzQC5ptG3EaN73a77R04lcn8OoUpaMa32t7eVgR9IDJ75uw1NqRlRIx//yW4wCNagUKx/j5lSdJJLAUlA10leW+/N8mscRkidlSmKxKgYmiIraBBPD3yIjMt3+Z3Gej8tMFCgbGskLl7mOOxS6cr51a20O3qZkOErb1b0r59eziOtD9t798OMG5ljl0bqzaaqZTVsbN1CDxI65L60KVJ3rHUiJMpHbXM2dvfflfafeiOdN+DD6ZxKt/x115PZwBNN3tVYrTXxHQYSFNWoKgIIGJoGzBE7SNGBrnmuXcZ9HIXG8mBJkpnVFwrDhVMaVIQjVOqG5d3ki7TO9PKJ134yx8LQZcmEW3RkHAvqQgWYA/dSvICj2iS9CIYePAKtjF6a68iA6Vx2+BYtaR96TabhCKPkUiwNfIaNLHCkVj0FIrA0sj0XSxoSWJeIDcr9WieaCXPfuVL6ZlWNEoGX86eO5eu37yR3v/e97CJxfn0wldeYFMNdwqqp+7Nxdk7Owa60+LcdLrrwB52Ub/I8siF9PqJMwzuOJdRsJaiEsC/yk6+j7LFW+iFFif/lTt5IUCp2QV4wZdcPvjDfekifMGnkHF5TRiaAOLwXrobFsAsSGc8xi8NctffpYmYIuJf5rsj3bHJNUCb0+W9+cMeKsEiXfmCEhB8pDhZeajgj4TNxSyzW1xz+jH5HzqYlzCTkGYcYwHgx+oq3ruX66pgz9WpU5ZJ2tmDEBAXwT43BXH3LgHTLvg8Zg/rd213Zw9AhOoOwcz8hQs3Ud0VTEmFM6/QUobApcicxKus+PFy8x8ALpwE+K4dhTC97yVoRVrKT9DXrPseJvuGarPuSy0uO33gUWfe40MWIpnnV4XKe9V8CBbAgtjwoggXgbOfuF3/k79LM3/ioVukaXyvq2MeHYC3rV/tcHvq6e9JW/v7UldXF3OR29n01bl1dWy2kKd+OB8w55O4nM1MnuFjkQfeFeWJFClHfkZAIIb5dtVHOzvOdHBq3zbS+8CHHkuXsX29fuTVdJ0T+9bYBKGMQyES6AL0rCSUPyoF96YZz1YQ5MFRRLxShYtKQ62KwRy6h25IkL8pnIpTFtDo/hHeax7V5DsZtwjlj9twRbHye/xEHPJLkJSgwQPpQRmpcDE7BhkOe2XBn6A/lUTvlc7wvoqGufxAQCv1Bi3Mc66U2UuWDcOUDYyNkraxsH9FGspJVTp17LX02FM/wKbMazRQw7FyxoJMsr/k2PiUHGRHoWaAxoPqVtK1G1PYm6mgAFQcUsb8yvHxSYqollvQRvmzFeCdnVMtCw7ghUSUxOK9/FKz125ICbKGT7k2RnnzvXHbta6Rn1LXK+ECCOV9sQMP+BMyjJdweIO/Yod8d9cnpx6poREe8IkRcL7n/SeRE+Qi0uadYXVeglzxlOOPesJby/QWD4W/8pKBNpfVUua5tICfpgkRHQ3WSfPyPQCdvDpfPIO8+WHrYg7wcw26O1epSeZTDOZjbb5AWtvubsmq2b2dVAqogKp85sKNWFdalKPMTwh0ZGr9zX+em3LX7Nt2Efpekw7Jl1C5cpQckjE6W83AH+4VvrCBxJfMTieXu/V8tIxh14OxCl5ERBxqK1yi0sA04xBX3YzV0c/+/m1pz57daefAQNra1522sBNMJxu62l12V5lYwuZxtUiRxnazW26rr8BYEXgT6SlophU2lhD+1TQxNRlzLl0u1s0+iG0trQiH8VBe/BvWsjqB2xUjnRw61Um3/c4H7k2DHIR1+eLF9OpLL6cb167jN2tIVr+8thuhQmhIKoQ9ut3kJA/S+M7KQt7ImMDIY9CzrHh2ZQPgLBuRZFnKdDdnAQJGnv/7Kpz+rIxx5Y1xxEBQLlC0fzGxHOKocQke2gDBS67wANBz+WGucf7lHY/SRLbFoJmE3MhKpKXWIf8CYPleykjO1e1/jcqfZbC7Dy6xIz30QKOcZ/efm9cvcxTEFmyMU6Fd2b2zK2peTDc0O26lqXm1a45Hli66U3kCYGdiqpC0xUckbn7gLGXJeQvA9x00CB7jV1fW2bx8UB7xK0DQxs7vFp+bwr/5APz8xj+10VpWHdHuxLPd0lIDL9NxQKiMN+SDsAJtaJncL7OwYNlReQmDsxymF+XhOyWIckaZpDUpmaXvxmVlT95msDTt0C7lAyC+Gjv/EjMR28gI7jLMlW7OUxYg57nOw5s5bJQL8XPaF3WlhQEAtYZF1GUbCUekZlA9r1zlcKKCMGVmHSnOpLxNpsrPt19De+OVudrk4o104r2CWOlWw+DO+woyVQKkhNRVBstMQ3h4uZFD7gvGZ03SUH6l0iPIsiFYQWUzLkgZ7wNNeGe+tMlYiWKEXO6riAZNUNeJOy9fszvjEj822mXFxZYtval/W386cGBf2r17V+rBlujJeG3MhWsBtOqYClIeByrcmTZBCa+wozHwJoSYD+ZSwbIYVvp4Y955MTo2iuCtkN6W2CxWe+QCuwvVMbF5nPkpp06cjONLn/zQE2kHoGyaUZFMDBJatkg46Ml5z0xTGdi/Pw3s3Zve/9hj6eqFS+nE8RPpyCvfTpODo9GyZ/E1x8aRKR35509+yzvyFgDJi6g4loF7wTS6OTznimsIHBd5mu2BPIsBRi9NyKf0yP945oWhpIeuwEnCW9EyeNjQeBdaJTfiY5wwGCEjlCGJn8j5tg6SvHWHoXXHZ/7j7Opa8fAc77hKw/K9XuQdkZlnyao/ASB4R9jV6ak0SHe7Zxs84nCwCbTIwVs30R7zsbOWShuqZQ1ZJxtdnR3kew25Yad0likqs2X+pEPOC6nyPuoENDSP3oeJKJ5zCbglZumWaR/daO9JUf8Zu9C+Q8iKApT+8ZOPKc5ymGmPH0mgnxxzlDdOzKQh1ZmG0478bhdbkHaE3ZU4dsPDDCCNjIh857po2jjrH/kKevjFsuQvm/6aCcOYCv55zFpiLlec2givqtR+wh9RY/+NRloQt26RX/fuNI9zdLPj4EDW5nvS6sJ8tqvOc61t5mBwA4ZIclnathonDTpx9tbQJIVy6kAuPKlEpvhj3t6dqwhSGeDtC66P/CWC8adSdivDe19mYT1EBCrfZt+5alWEtLLlAJkB3Ls2OkIV5cth/Ku9A0bgR7Y5yiiAC4jaCffu3YPtcHfas3dXgGEnoFVX14TN0BP0ZFzelSTWngaNK/LBraAdzkJuZIp0qDQyl3TnYZr3xtfc3BL5NK/m+Gtf/zoN3FL6oY99PG3p6AyNo5VVHzZ+Azt2pCVsLCdOnkjPfeO59J73PJjuvvvu6IqaZlT8iI17aYLQui2YpKlhEOGOu+5MO9F8n/rw0+km2uVLz38zvfrqEY7Nxf5UNhbSrch6rkCW2Rf8jx8U5CZXF9/hn+8BlHw3rezKO0slYFkx8r3PoX0UPjdfDKkGZRgBwuV/tew/Vs8JlQ0OqtAvdTAizCmbApcgaUU0M8H+Cj++twL6z0E0XVRaQNY8BdsETTNpRuKSaWD3T4VFkLYkM5NjqZtzdex9LKOxTE2OU1E9Kpq4pQW/XG40UubEDuzowuxSn7bS0F4fHAZk8FM0AgEspk/c62UIhJYWRUZydiJHOXPSXR7ADX8FHzbA07BloI04VAJsfGy8NSmoJW4AtnGaecAW7S2mBRGvZ9XE9B/eLXHv4JIg6ffSnzZBB58ivvWETdcaxr+gm5Kznqkyc5uupC+FzQfhQhMmHeNQGRAMjUvnNzSc7A9Zz895nmjM8cSv+XJALqZ58ZynMKFRe2iRHK1ObRGBdqW9aCBppYk1pqfT8MRwFoTIMihsit8nV6rvt0VnOQpXqUmW7975ChEqXGz2QZ510V5BrLwGWnJmwinM2Z6hL/0aB1c+WzGasQ1u7e9Ndx6+K+0CNHYAPl1bujnQqSM0NAdSnJeWkyF+wjgtQ95GSwmjZFKAR6EpZwEoqBjgaF4AE0GKW79PMhXkz/7sz9i9ujt9DBBsrG2kdZtPJ0+eZJ/CptBMtWN+4hOfSHWA2t/89V+n8+cvpCeeeCLddfgwQI49k7l42jPfy8DN3XcdZvPXISq3ww05TwpQTPmh0ris0nTlR2QJGVigh6FNs7GlKd1x7+G0c//u9PQPP5MuX7icvvg3X+RslrPM06wP+5ddtCyDmXbKLFHwjrITodq39BCGy4pJoeOblVaH9+i2hibPQ+QjvuQ/2Z5pePxlgkee/So4OKnY0WYrsYMjDq1EGwc/bOyiV5Cjir/rAGO5JTyuuMR9fjYe6FWAT9Ao/AeLcx5p1CqdlS92J+K9x3lAcpXPNDYyxKDcdgZrJhmUmUnzXKsAkAYGfOSJa7/lw9zMFHVvPu3b25+62Kl8+46t6fTFS+xL2Ug1LQdJIIL58J9lC6KQVvAhA2hZpgyMGUhK2udFBvld5Je49FeGkcLZESc8FFSjwdMPn0paRnwyGheDRQBj2B/1I88FQrAFrM2giMwJjMYVeSacaeZ8QUfolGlsjOZhg7Z2AHJT5bfbXQ5PuXmdaUB32qE16mOV4Md7ZSSXj7R51pYZdlXyJyi6Dn0eW+Y83W9NC3ESKIqGA3OCfK1nAUfrQsaW19itBGO+E9C372hNE9MdafbUBKr/QkyJsXpv7irz6u1dKUAy8V06SbNRQXzSGT4Lcjxya+u77uRcJtH6lQaQN6rv2ZcEymDAO2gvllF9I+Z69nKsRwPZNbAt3Xv3Pen+e+9J+/fvY1kZ3WS6sdVoJkaU2WB8Ao1XDdT8tXwIq6OqgoKM4oZ0MpMtj+P2IRzcW+kWmDLyhS98gSVud6KZ9jKP9c300HsfzF1y4tOW+Yv/5L9NI4ND6Q/+4A/oxh9I991/PxrhPeTJ6SJj6bVvv5pG2YrrIx/+SPrRH/1RKuAsm7dOMTgwnrZv22YGSSuLlvsgNjahYTI/TNtLPeXS5jg8Ohy709QhUPUcsSpBpG10GdGG3Tpsfm6GHXFcrVHL7jWdMR3p0OGD7IIzlo69diw9+/Xn0jWmv2gLsqz2PwIUKYcUzpXCSgwFZZUVzzRISJ8la+M7790q0O8+Wzm8hq3Me2Pmmj14A0BqUoDC0jjAMiobyzlpxJywHeBf0IEA6y6khijkpXJibLqsaed7wdRU/ZvBknseSqDIX7Nf/5aVPjR08mobagD31h7oaUwDvYxsT7LRxeBYmh29mpqQrW62W6uiVxAj9OS3cxFTGN3ANabluKHGEnMsNYXVNVHpF1iRBfjIO+kisxx0raU7udmV9aggea5XvnQCeazg4bbgRdA+CqmcG3fuloYdGNnIjZ7vBBtpoGfCkwd/8jga3gBGwTFrlxk88zcBUvOLgzt2yfMWbMYB/Yu6Yk2JeI1buhfpxEvf6VnnxSzAOBtfXYwTAE7SXGpEvgRmPofJhjSCP4VCshjynactge/RM1sG+0pt0ony5jF61BAgNu4VEJoYbFBhdWh/YakjAuzZSeVi8O3spUsMEszyFUKGpGwgfeTyLX/8XhTqLd++mxeyWZeJke+Lv1HryjemlX92dWBtCL/nFatKq+VhwovK08ug1YF9e9O9997NMaN3oDFujXmJtj627RLT1Oz+Gqd7BUbl4WUwjvfRHfdrMCxqJsuBtX3Iu5rUgAH+/PnzAOJCgJ7Hgr5+7ER64qknUqNHmaIFPvKBR9Nf/MVfho3xw089TWOE0Z/jTT0DxcpvJro43P6f/NJ/F93vz3/uc+nuO+9KBw8ejDAPMQlZ24rAJkg7WKS2aSMhIAqcvnelx/jkCNoW+cNvI4CodiaobOvro3y0t/zsBto9jXXGdA2XkIMZgHeGnbPnsZHNzbK5LBWtjs0Ztu3YGSPzz/zQrvToBz/I6O1E+sZzL6S/++pX0hwjuVErIV9oItBJwLQ8/K9wPiHo8DG0SB4lZ+kCEMuHuFohrchqOfq0ISz4RYXxrBl7DrCR7czYPES2kIfQ8Ann/ffDKZHijZqr9DRHOktT3llJy0oe+eXD3r1M7+rbgX1ynm43WwwB3p1tTamVRtmjIlyJY7m2sOWaPbwb10fhY0f64DNPp62Xrqe6o1dJAMlm4CEALBKjXMir6cWP8AJ6yDAFFvDMIwHgrzfZbzRevMuA69VvxBHvtFnCsQBI31ECAUe1UGf94KfbSNc8kQa/bJvMYJltlr4HLP0OIoWGyXOAV5G/nL5RZ35G5N/lH8uaGyh7SsgCjBKoSQleUUeoUsEz4o238E+FMJsDXE1mF7zsalsO/AGcjt9IN603RSWyFa6lu8lIaDsvSczRUkeKppjTNcXkWej1fXWZ3LIo/4y8fJcTuv0pv/OvIUpnQSprATtJA0QHDuxO995zd7rr7jtTP92XPgDIEWArEgWLSmXrmTU9yYlDYOi8cUO6CIOj24qHYJQbCFKiZfKnsCxijB9iPqIrYeagT5tCznvX/u7YviP90R//Ubp65Wr6+Z/9hfSDH/vBNIsh/6WXXkJbZz4k33/+538+5mv9xZ//ebp0+XJ64vEPsuX/lqy9kEZ27ApDt+xnPv0z66WUuaY/R3wOEM2Sdg28WwLgPL+lkfI3sSmsAm53tLu7JwTdZWRSNIR5cZZ3Tolg+RxA6frWvLEq509z73ktC5zX4sjf5ARbfTG/bJoldnMI14svvYK9rD4NDOxEA78P+u5IP/mPPpk+/qMfY/XPjfSlL301PY9Nc2FqBuHMmqryVFDZHPDLPKTa5WLG30q+yg4rVH4XAxgVPgWEsjslYLpU0/bFwRvnTUIe0oZPhMkV+/a4jSq+eeOn9Wys36y/NLzmDBswae/8URsX5SVXpBzcypU1UgHJrmyOXFbu2b+fhm9H2jI0nhrZFGNslI15VWWghTuSN2NXXqGbZ0PvnMre3v505x13p9TBgoIdeynrc1nuiMzG0NkHldn2/vY3pi11M883POOzCJjDhLdMo6Loyrt+vFb2CBycU3cvXfAnQA86FLSI7nbYHwXnDIwxodsuLKAjYMpSZdAw5tF32T5b8BtZCbmoZEWZ6FuuOQ7/xh1/zBepkEYGcGdAeOSxvCFZaj31nrhVZAK4UTs9G8hZCC5jzPtmZo0yskjciJYCpabAKgEKRuxUiiU2AG1M83TL+9FqDqHFTNNfv3FzKNtc8J9bdUN/7y4YQnDoEoU0JhmbnVR6G0qV1Ch85UsZRiKl9Id/8K/QlrZyrzBDJKYGZCUdu5W6uI4yqHvmbeYgqk0QDYPvQsLx5nJGK5sMVrPKQJu7mPrpZC7i+auX0v/5m/9X+h9/+VfSg9gDFQBH0giWfu5nfw7iL6Xf/u3fTpeYdvMLv/iL6QG60NNM8P7mCy+khx95BA2vNv3EJ388NccaX3YyV5tDU1zRRkgaDhxp01plVMIcj3AsqgNJgmATlWsCra8Tm6lMdhPUekDSMhMU4HB9MuuEsYW5l6HkUNjVYDwHWqCcpxHUkL2AecXJtXNoj9OsQS5H9Wd5PztnF4RBCPy5rMvu08LqNEekDqdvvvIyW4DVYwe9Oz34wHsY6d9HA7A7/cJ/8wvskDOU/v2//TwnBL6ETAHINlKIsNq6lFaYLROP5DlzO4SbzCtfuSJmX3I4D7pl258xWUi5qeasaQBOYfPTTgmYBBu91xtxSZBNLsxIpusnExAEbvOXw+zatSt98pOfTA1o7bNsezbLrj6z04xE0zVT655DNsYZyZ5gl6CR4dFowBagpTZgI46D6+g+s9407di5J128NpRGR8dpmGyU8mDdCjw33w5AOI1mcWUhjUzepIIndjXfhwKKuaQqn2XjQX1hGyd2ZSToRFajHnG1e94AMPgvGhjlmo82T2rwASJBEyOQAPxI1/DSwDh9ReAcd3kV5EyPj5Fu8CiDkaAvSGrvswchIFkPnMsYB/QRh41KLFjgm91a/ejMvz06fOT88k42RD68KZzPm50NUnZ8o5xFtiN8YBSvzZdhlf085Uk6qLiTd+RaxWYxpgJpo8Q+qdLAtxi1J5xzOaPrTT6jda5lL7tlFtO3qxmJG12sJqC1W63eHsZ951kOD03Qn6cQEtZMFoXdXIB3+/y9By8IVEk7ImttrkuvvvwiE3U70r79+9KuXTvRjlT9AUu6xdm7fzfCS0TtPKrsI2MT6Zsvv5S+ffRI+ql//On0+5/5TPqVX/7ltIP5jx74pEDrZO48leYuBnr+5E/+JP3ev/rd9O//3efSb/7mb6IdNKYpjPKjgFp3V0/6jd/4DQRoKbR1pWMLk8m3YUcUFCy/o9SjrMeeARDVSu1CQ2GAiYq2Np8aaLA0jzj3rgftdYRDp3rQEgVHz362i+Hcu3q0njUAFhGkEsPoaNkRAtYUR4UsGsIFwE7t1qNQp6cnQztZQmOMQRfCrSxXp2lskzPT82mC1SCQLws5AqSR291XPEXPSuXI5eTCVHrhxRfTs889h223Jd3/wAM0Ao8yeKHp4OfTr/zqP42pRn/4x3+S3jh1mpI5qg8vZIMoyU0s4SOdqKwSpXAVt7wRUXO6flazDyFWu4SSDuAJjPYUnAYSFSsYzvdIzFAkV0Ya3/K7d/rr4V4/9alPpQP774hjZWdYPePsBzXwaeg3x3rs2IlHjQkt03ezNDZLVLyY/mMdYSOGBXgxPTHDDkDTqQ+TB3s8pWsrc5yLM0o+sYVjR64LOgBU7AQ0zaj42dn59GgV6/e37GYmRRs9HOfIsp6cNTd2vxVmZdoVKDQXhFNc/9cNAABAAElEQVSGoVH8+Ci5cG8pJmCZZUOTi7QqPGbvEULJzDZMwMTJ2ci7P8FfukrC/Mw7ZCZAEnkVE3wWMBeJW9kMLVzZgQY6v0WfTr/EZwNRWR/1U7LI+7d339lHzi+0x5tHCzvh3UZDsDSkeXEn+WWOu7AnFQM4gryAjzLlAI64GDLk9cSXf98mL1oBUd5AAsACM9Un2b5+Ho1iGAbfBEDOXbzMaOf5dPPWCIUvWjIFQcYUzkygM4RG4CsznK8b7PJNbr3iUwlZ+aH463dbP52jh/mGDGOMdvDBNaVuhKq2sLdjjQGM7nTv/r3pcF8/gIFtso7Dm9rbaNHWYrR64M4DHDCEMBnVek3hoahAeWWIaeGH+McR6N/6rd9Kv/6//M9p99696Qoa4aVLl9nB5XzYHx9//PH0GD+7TTptfteuoQHAgJ27BkKjJHL+26BQYgDSo0bV+K4zh87VOAqp8xsFwRbAcRlEQnQQNKeNVKer166kPqaUNLc0M+F4ik0u2sL+Nu+SQ7Sn5SVsXQhaaF8BcKRDnNGVptJG9waNxeVYdsu1M02qAQGU0c3mnTw3f3Pcz8ygJblEk2hsTe3SO5Dn8jC1SP0pSPIvQxPFsttOvHZh7Ao7SR6Bijw1UKZ77rkzPfXUkzQAHQggfuHbkW+/jlni3zBX92ZUciuUFV8tyTSy/Yq0FGrTRBi8Zhsl9V9ARB105yu73I1ok2rmDo40Nto74oxswDzmUgb4CMTk2Iy/jYvKwHuvseqKe3sjVvif/pn/mvw/xX6Q2KNgp902Zc6Dv06fPp0m6EKrWDhAVsWySYHCvMbGtIvQdWE6DRzoS/vveYhpV9vTmRPH09jgtTQ5dDNNDV6lcWSUG+e67kgAerqvqI1RbcuW9PGf+zXibkt/+sf/b3r1K38LCMNPQGeeBqubNf6HDh3i0LLONDx4i30ub8bmNjFAiX1e0c5ABWiH1pTnBcpXp53Z9RQwgjY0OsqiDUMDPYQ60g/6MijmlCt7nDY22dyR63soSsi1mmIMfAQf0SrBEJctejKogOySQOVI3i9EF5dvhIPCkhSIJw2idGBZs5kTceqwM9eTbiwgkDKkbaMYrsAF30lrXVkGfUQYv/meeM23fRehyu6+crVIXrShmj97fZ54qnlpngbOeum6b+uVMxhcQLCuUUpVE6hryBVfLFlbbcm2LxJQnU+7d0QjpQAKCnmtb5F5c7vu3kEi179v3Ihbb+soTB2EDJaIZ1Skhvq11NMAKA50pAd27Un9Le2pvb05taTJ6FY6oFK9OMWec9iTAHvnrtW2daSbaFnnLl1khLE33Xfv/akRI/q8XSGIphCEik5KNtLywjS3cJbJ//M7v5P+8gv/MXUzCi2xaxHgnTsHUv/2/gBDd4JRSAJ3KXI/U4kgTWh3qvOCRxPnpFjx3zjzZrqHeYx2b7cxId1W1UqeW1s1dZa2IZzNgHwV2q/a0fbutjQ/PZQuXLyZmgCZmyx/W16ZgGm2wmQfYLX7pzZm40DNDqDUrqhQuovMBBqPfK1megn2aioGQIwWkqobAD+ElfDIA+8xblOxF+mmu94/AMr4SEh6aK+lOIU9OwNhBLSCob3RMwS4EX1omrUKwARQfu75F0PbdFDpofe9Pz391NPpg9hi73vgvhDeb3zjhfSv/+APGcmfovx15IP1zI7MkqeQQVnCvQ1nXkCQu+voXWGr83gMK5S2vVqA0nZLGx4hAugofFQvpbqoU37ciNMH0zJ+76kkPsCKdJDewvseejC63HH8RVFBx5jQf/To0QBKNfpbtwbDflkHqEhrwaatpS21NmI/Rrvc0kVj14ps1G6J3c1XZlvSDLPuBLQazsWxHpnnJvak7GaVloOR09NMTIfnU6y06mIJ40c/9iPp0vFTqYZZDV1opAcOMBDZ25t66J00MMCmxmSPZGJiOt0aZGPg61eRqcG0MkfFp2TS0yYOFvKDR6RXziaw4D5vduHPMAVPVYiIBvoYi/S0UVArlOeZ7yHP8Z5n5EdNM8xRBAlABZisZ+Yqd43JW1TyiBJg4jkqVH5+57/moSJghccAT/JjOuJGLodAaVkER8yLKA9yPPa2ICrro8pBfEcGMibkSI0vbJQ+SierBMULe88qOyynZgmoRsSPa9CS+2ipEcBLl68TIZnVj5Vq3UnO8L3+5u1ubOFDBUcwqYZUkCIOCUWhulqr0wCg9PTevtTf3Rl20wa6sNrYJFIN609r6FbG0QcSjTBrVXSxqfTNaBvNaBnLnHg3PryIPQ/7UtVQ+uKX/iomVL/3fQ+lfgQuDk2yllQ4CROlhck/9PFPhHD0Yqvt7nJCubYiPWNLonVUk/RRutnanjx1MpYnDiKs/Vu3ZQDn+66dO7FNqj3gD0BXVNwtxjNw1rChtjZWo6mzhHB0Ip0+dpwu6ok0TrfMVj1ix55oy+cgQiu2sjZ2EGptrmJeJ10yall7O4dU0QA0YdN0aWJzExtq9FanvdXd3NPgVdWzftXuUD2A6ZQTBIaCOEVocGgkjdwYYZ9L6OU5M8FPSoSGFEADaWPHJMBD2lhe2mOu0U4TT650tuq+i0a3oJGjp2q9ajBf/drX0teZTuTg1GOPPRbTmj760afTRz76ETSh+fQ3f/vF9NnPfJYukZqG/4wq6xGKu+gWb7m6Z6NyGIM4XKtcX6f4UDG0x1Uhl/JpBZ4Yg2YFnaJVSHL49a3woeZgY5CH4LmAlD/+kz+B1tYNAMtzvvEbGx9Nx44eS5evXGamSHPWUolEkK9H3vS7hYa1GT6obapJDY+vpJ1V7VFGbXTaG50d4dEebq7hRhP2RObpxV2dvhb7iqrZVte3MP91BDDcmdrZk+GH//HPpVnsx2pg8kE78+DNUeSsl5kbTamjv4u9AlbTvjsP0ZXElorfMcw0DrCdO3suXbh8Ec1JgCicBH47J5FwQbJ8G40OpIRm1neu/AIkARWrviAYpiQCqZFFF1egtHwh49JZR7cWeRCUghdEZzxiSP6sr3fKWPay8Vd/RQa9I62sZeZ0Q5sIWgnofCcZFT5HuM2v7zSbxDEVHnimeQDAdIZAGZdphVwfs+tNZDqRVwGz5XbdowXWDjaLkE9ivJ5kCsM43fAbI6MM7LD109E30q3hIYRQxkUUke0gUvEiulECmEJY4eKRPwJkHRRrBTvu3L0l3d8/ANDsYICCnZ8Xx4MJDdgR3AeQWKjMro9V1P3xnnRsIRS2KgQwpsFAdO1FQC9+SZfKP0pXaQnB7tu3P41jn5NAnrd88A7mKDJyK/Ps6ueKScxW+uLnjjzlvddK97l/+7n06KMfYCR7G/lwH0C1CrUdq6d0JY90Vx1QWmHPwVjuCKWdhsWGhalqfjRdOXU0vXLkZBplntzk9FoavjmeXGHTRmXraauikahJO3apPdNYYIe03NJ4cXkGUIHxtI4UF+Cm68wONV994XQagI4//ZOPJRSb6C6fOX0zff7zX2Wz2Nl0gIp0z1272YgDbYT4FqHvyMhCujI0loYmRtKzzz7HQN5WNCBAmvI0oilpR21qZdIzQhbpa8uButk+Jejmyq4WLU8USjUYB5KEVF1UKARRp7ioPdSjDX30ox9NP8A0mHlMArXY6+xWfulvv5z+5e/+XpqiZ6AoyXu73sZUj8lFsPVY1iY06Tq0OFfhNLKiBZzi1xCUd2BEdtkbCCCM0Halgivmju+Uj7X1XT1taRtmjq6eTrrZbay4uj8dvu+9qRotrwaNWc17xPmrr7+Clj4Wg4LKgrNEert76H63U77IJQA2nYYAScu47/D96cChh1ITPZQ6zEGXzpxMp06+kmYGb6SVGZehZtOGGrHInnc+kjZsXtLRk1r2vD89/PDD2IvH09Wrl7FdTqaTR1/HBHQhTbNRRjdTVFQ4ailUR0836R2KHk8784DtoQhu1gLXMI+NT6QRei4XCXvmzJl06tSpsKmSTeiQu93OGMhddxshdl4HzO2SO2AWphUiVMaDI5gnAhRpnJTrmCMp2MDo2IkHDLEH40YTYcLh3l7OPLIjYEWDBk/sBTTR0MjLtmbs8fTDPUWynmt0oyN/1vrbnfRX1nSV9bPynQLghtTWd/mTdwrSxqxWqe1YcMwg6SbCoVUq28hx1GUUIa9VlUAZCQB6Tt70n/13ByEcCRUsZ5geMsEI3xCTjUfGJtPla8PpyOvHY8TPEWKdLci7Acpl/K9y8tz9B7al3/n1X0qDJ4+l+dHrVAKH8CEKGY2lfHYvgxYQBYnAzAiIAzwUlBIwkgog2ULTjZlltN5KNosNb3GZXVkUPtKZ4/0seX/zylAaWlhL9z/yYHrk4fdh9xvlOy07Xbeevh66hI9TwV3RYddLCYMWSlqFM04Jl8GACiggygztawhIaD74J7cwBvphrzHONbTgJYDRrfZd0uU5KKvLc2l5/Ea6fu40AlWTvvLSsXSLyd3t3f2s/sEmhqAd2NGe7jvA+vHu+oh7RTBEQK1INbVNgBX2ZWjlUjG7eTduTKevv3wRwWtN771nOw0B3fyV2XT18kTaimbSx7zRTgbpOjtdDrnCiPoU24B9Bc1kKj3muvCdvWF/mwM8//SL30pffPEIm8467Ul6M0GawaQWhNnKKWNcyWUr7B6DduVyNwuwhBbav5zYu6Q9m+esXWR6lsJcklZatbCu+ad+4ifSg2xBRhGjctdguvgPn/+r9K8/+0d4dUbGInZaTCvQvB7exlZzAGcDGnkDE7Qb2FJOG59+nSeg2uK0HrX3eqZMHbrrULr7nnvR+rZEHFtofKqwgXeimTfSMC1jkpliWlRP/x78d8aRrTZ4V+nKvvLqy8TKiDJo7NGzW9o7Uh/anHK6TGPljuXT7Izt6HdTW1ca2HNH6tu+AxSrZ8pdD3bUZkB0MF04S2/h+hUmnd/APCGgOii1Rte7JfVwDEQVAFdFXlZo4GkWqOg16fzFK+m1V6kjTgWzTPDfjXm7GDwzP9bTRZjCWA8mEqfI1THFqI8pXLvSjm19MbfX8ttbyLMc5hlsnEgXMUldxvbuqq+hW7fCtuv8ymZMCpqlYpd1NXfQLMs+vIx6ZYNIPUSZQvygL+DHzzXT7oKkPKihLWr74zerXRx5ECjn8GcXHQiK/NwOlK4qo05Sn+tjmlfGFe3C0ZiUAsPVvoIyrDNv5e8tsqUvgFJtftG6Qn7UKsUQ13c73mJ+7I4rvyTFVaVJEM896LcFypw1RY25Rhj5VU1lkFrmFMKQwXI8DQ1PsL/e1fQaRJ6fh3CC3zpQblQI+/tvzTzCS46e/ODd6Y5t7LdIBT58aF+qnppL14+/kRppcRbQEOrt11EBF5jvZ2FWqhoRPLdtt3KykB0gmgHE45kMH7t+M43RzXxqVx/CxHJAwGOCDU+39fdD0pp0iXNJzjHNySM93/fe92IruzeE2wGi2cUZtLb29OGPPMXmqi1KXABSMAJiZ6ZY+WAQhLdVtbz686vA4TtHgqWeu3CvCBSMlKrteZUJ81TEeSpUX08LANicblw8jzbFAI0aMZXzr7/8rXTi/A3yKJiy8QVbcHWicjdQ4fv6qtmTknXAnN/cyhzXzi6OPm3B1onQ3rw1xPy85XT08nQ6f308HWLEv7sNUFuZSbNoQU6wf/D+u7FnqoFBf2lMA9LMXMzB64NMij8aO2o7HaZzSzODAyNpeGoxfe3o2fT88fNp7/bdaZBpMNVU+O3bWkOryt0tAEwDvi2xmi38dtAnKgs0UMNQ44B9604h1JVyYV4kju+VFwdknnnmmfTk00+GIGpsb8Hm95nP/H764hf+BjOMc36bo7vrCHIrZWpi96X6RnaFQVuvp7JV09ipBb2HaVvvf+j9qQPTSXM7sxdQs2sBGpgX6VdhrnF5oBOQHaRpgffNbVuRNedNLsRmuxcungPAZH1dDN40seuS2+DZ05li0HN22kEzt0ZDPAHRrt6dacvWfuoEFZ582tg47WqcJcGz06x2G7qaEhrlzNwYNsYMYD3s4uTCj/Fp7NHUrTfPnSPt6zFiXqVJBC0h28rtsQCUAE0b2nONajTy5uCIx4TEwBs010nLRoC3G1vmnt3kqYfuOZu01GGecdBSHV0TkpsDj9LNv0r3/OrVq7F71DzToFAVMiibhsDBsw1mxA3dTSvzlvQBHwePArQBSenp7Ah5N00D5yyO2OORdzaqxmV5MlAyGBcaJQNJyKYmrtuBUljM6Ubi/AlZeQegLOVKv+VsDm3BC+aXfKpUWWXnAtixVYJtArk93yr8+a/UKE3n7wVKTRJ5119XZ6BZYmSeYU7cGF3wYUDH+WBHjp0CMNnHMgAjC39gBpk0wwGUwi6ZWHfYw4SV5qbV9L73HE53H9qblgAL7TZ3DQykATSXa5fPpRlAzeM/YtkVFYkhEITLPDhyRwtAoTS0owNiX1tNN1mRcnOKVos8dqLO97I22yE1BWGRcAPbByRBtHIjaJTu5PLwk4+lHQf2MR+OgQ+EZ3l5PlXVV6eP/+AP0rVhAjj5RC7RkOYiPVts5yw6QXjNszgQiqC6fymvGp4V34EWu57Ol5vBPqll0hbdOVqraMV1tZyRggZUjb9dOweocOOMXt5gGsk4A0MDdAlb0RBvsbv1uTQ4VoWwsQQRgF1AGFub69O2jhq0xC3sDtTBXEZGWNGk7aqs1vemV09eSr0D29Oz3zpGhQBoAUOQOnav6cae+fh77kgtyP4CAy412CvvuP8wDcZUun7hHMsaOxhw6jW3MRJZDR3V4kfnJjEPrGHrbU5//tVvxp6Z7rJiN6WBwZpZphIlthFbXuIsGCrT3Go9QOJ2VrmLJl1KVwKlz9IsgDI+OpQhv9VYbKhW0BAb0o/++I+lpz70VOS/CjNGEzbKU6eOcWzrc6mRVn9/bx3a3Q7yy+wBBH6aBnIFXu7dfygN0GC0MGOgvoHGD1kJ7VfUDo2IXgiyoolpGvnuZT12BxuMOOC1RPpXr1ykAboGvZtDJqpphO1FeK6L03JcdGBvZQUw0GZq5aolv7Vob21dW0mvJQCzm4EX7cEjo4NB88HLZ9MaILkIP2sxIyzRwkzCvwusgrtwiW45PQznbcZ2a5RPja6OdFvIhwqzmhyoBB0Eylp6fSw1RY484sBekNpXABF1ZzuT13c2OTLvOeH0CAHAGTbc8JzxfXv2AaLdgD/2VmqGYCYODg3R+0IWb2A3d++BQbTNaeqWpyFYt23wyQW0RJaxnzsLxZUtZS80ehP2NOBFBso8PWgRgCpHvG8HSho6Rrqj6x1Aade7mOJFSsrL9wKUUR/ho9qk9U4N1yXEXAB07MIApbtulbvD4zV61JbuNqA8+ne/R5GhfOnoRqAX6i0LLJ8kygJdEoVinqVsdi+msHWNjo3D+Il0c2g0ffu1s+nc1Ws00oJWFn6jXAdKqVvpHNk04montzekn/7UJwFEJkYzRcXVIjUA1XZsLncO7EmrMOrC2TO0srfQnBgVJQU1BQ36zqgPVZqKvOph82giVYx6a2uYRIObIq5BlgZqk2iva0n1MHo7a5ZtuZeWnMA9ma7x/cLsRPr4Ex+hi9RGGejeobHMoF14TvJTTz6FBrUVGswAfgoKI2TRErllvJoueUCjsgIqKHEmDUIXYIkQ2frLZG0grqapDg1A7ZsuNFS2KwmlgsZ2QXu7WtPOLkbLaQSuXr2OzXYXQIRWgqZSBWi5yegCDcUsQn/t2jjMlgZzaIPNaQDbbl9fd7o5OJK+/ho7aJ8dQ1NFMy3JzwCN/HFCGLUbWi2nDxzeke7r34WGM0MDOByNjDY9AbOhrSHNkt/LEx5udZGFB2iu406AV5tjkEM5QQAdNV/j0KaB+un0iz/2ZDp+6kx6+SLAr1AilbKaZiP8hiZQIQ/KSOmcu8d/4lIGcTREjrYqoXXYzLTHfvLHfphBto+xy3sjNrZJ7NIs1Wy2YmHXRuNzXqIagQM9YZaxK6s6KLVXR9NLLz6HnfBEyIBdTFfJuKb6ACthHnn48RjIWcBccfKNYwDEYNQDp2+puTWiyacVWhjRysoH7aWm5qq4CsTkkSyz/2Q7crwl3Xn3A6HtDXH8RlszNmF4dZH0L595I46JGHYwjTm344zsabdzoKcZULe8MagDz20Meju6AgS1xwtAdqFbGPDxBMe5eXok8gHwd2DHrnkzdawRYkYXmoa1isGmecIMjY8lDDgBck4F0m8LwN7HvNfdAzvp/qNxsjqIZOmq5rEKzW+T2EcnUIwmsY2q6V5njf+EGwqjda/CYydqhzYJTjijwucFrvb8pmNjXICVegK2QtPce9jQKDcDpbZn6IocakdWZsLcA5VLF42tJiGc9+UvMKeQKRtxpA4gRNuFRzPOCxYYYZDKVNRdQTOUHeSD/EpHFZpNQPmZDSktclAKqVlQCXQ34KjIaDSLRJ6JNoOQzqVRiCejr9waSy9++3gaoRKZUFkzy0qQRx0L214Rr8k5gKIBe99Af/r4DzwRQDKFjcfBjAmAuAWjdHNTNdpCV9rV05PeeO21NMG0B+HYtdyGVZjCYFxsDCH8VKPGu8cm+IjtaCbmIzrv0nNMRpjHaNd6FYA6cvYGjKtKO2h1R2foEtH1/+RP/lAYlB3Ukvh2QaqosHcc2J3u2LuTFpJNQiCJXTxXYDhZ27lp8mbaNfGE6URrc76fIOJyQlfeTGLfnaHb7ea6aiFzMEftZAX6WrFjoivMVIh00k5DuhVeIZXZ2vrUJmKwiM1U4xhOgJrJPuk9dwykjz66K90aXcDetzWdOjeUvnbsarrC4IJzwdR4Ore0xyDAPFqze2XOAbhqEYJnPZWtGfC0mzjCZGhbXy1J84IXUJ+nbQhkCFHQRvjSCZJgRy1d8vq59AOHd6ZD27elr36TQQcq2Ay5G0VANZOU8iCNtGXnZrWIhUiUEyuHDS7SER/yKDbvfQfh/W7PY4lVR64I+rn/6tOsgz8IQ7IWGuv2BRlo64AO1i0xLMB6evps+sbXv8IKmqFobNqxBY8z5WYbNsknn/wRGiO0ztrF9K2Xv5GuXLsSvMy5c0CLATZOUWxt6Y7GzbIoq4JDnIaIRuf81OhR0Ag6J7djS1e6//5HKc9aunTxbMzBPXX8WJzrbUNlI+rI/BQyOkEYZUBFwIHGOjRTRJbGka4o9OqGL+5qb9XXxQAM57yj46Mt16adzCXe0cHEdehQhY1ZgHHq1tQEMz/I1w0a/hEadpIgv3R16fI3QCM22Y9FEtp0BTyPDalqbUjbtvelFmabNDGK30B+6lEa5JeypD3cHua3X/lmeu7rX6MOKEc0ivS6HCRRRn12vqJzKt3LwAbTg9cE0cAVynQbUDKo1saKwOh6K/fwTsBy4bZlqQTKEhSVhdL5rtLJnwBKvDjar9Y7g410gatzg+1JqECpnGtPVRq1URplNnGQJqIT9tnXvvi76yltTkgxLYEy29sotFqlYAmRJiep+BBsZGQ83aBre+7yYHr1yBthrykrRHmNs1SMj8ybYNQDrgGUFLCJUa5//mv/fTpx4mgQcufOXQjwBGmppS3EShttdKxgTrvpFq7Qah8//nqMyDbC7EwjbJcwZYzzkO2eOg0mGCbTkI4bLLnr2zaQ2rUXMXI/PDsJKND6YtsaZGOHUbrHDW5nRcWawO70Qx97BmFVU2ESM+muop0uUt6tvV3pLgYFphiJXGbepgBGHQE4AUq0Mo3duettS+XZHQKKQkFXloEQ76cATafMqB3O8LMCaIcyLm3Bpcv0yyySiQKvU5IELh7S3i0N6ZlHH8Cu1oph/kY6feZSOo+WOUWZ19C0Fsj5GhoWFArADbQwvzRQkS0S0hBfTdoxcEXeNQtHVwRORWMRQEqFQoN0k4lSmxHEtRsbPucfIYNGu9qb0uN33sG9FXQFzfJaOj8ygdCp1WVXylopHz57r+3KPK4LJd7Vx3XmRVBGhUnVNFCt2BpbGBRzq0DNMV0s5XycreYef/yxGAxzPK5WrdfGlPiddXD5wptsRsw6dOQ474TtJPW29KHHP4GMbUMjm03nLhxNZ5n3Kj9MUuhqpsF2Lmg1808Hdu4PW7YDFILyDA20K7bcY9KexirAqUzaWLo0tK+XAR2e3zx9Op08/Wa6ePlSHs03f2ipMd0OWk7bm1Je4Jv21WgmAgjwqFZNg1oDL6VPdK+pxZ2c0rhtoA1+zaWulo7UTwM5RcM+SU8pzAOk69Quu7tj1NtB5JNZYmhrdcw0aUjtzDqopTI6QFRPfC3I/zJpzwJOriZyK5w5npux3e/avpMNhbew92l72BOXFpx1Mc1CjEvpZVaznXnzZJoCB6SZygm5BBgdS3CgES2TuqlG6bQ0eyKCXAAlgthkryCA0sEczBoAszILeeFdUV7ClE5+xu8dgDJwJuoLmi6EdF6zNso55HGB3xJ5cJaF+EC7Elqv9NZGabqbgXJDcoscKIrZic5khheERVphFALXwO43anAyThG21V9lioKjm3Pb2Xkbtf7NU+cQmPI7XvEVcXjlpyvjdcQw2kfitLLdxaTsGbr2Lv+7eOkCQrYtdff0hn1kkMrWwSqVJXbcXqZC9h48GJrmtePH0yArE6y45tluQ0sTeZIwEMOlZCszC6mGEc6LrMVdWR4ObcZ0l5lis4BRPSoO5XSCr3Po8MAWYi/C2IX04Scfx+MCk4gbset0cDjUWBocfgWGVrNqh1HiCbrB5FlbrPPp1G4z0QU2GIOAqGVk5gmi0AxCOBJnK+e93Sm3qw/mQ1dJzAPv1NaMh6se+ebcVcG3q3Up/Q8/+5E0hz3pzLlTafDqZBpigvEQgLyGsX4FLbiGNAQou4ZNCH9bk4LA/pZoM9MA2RJaqQAui3P+BD7S4YXagwwTaJxxoEYZLTjX/Iy2DE0moZlQ5mjlLDbJM7Or6cQLR4Do3G1epUtehdxosw15IS75H4mYFDKQH53KYcFJE79kF7vuajqwvYscV7FG+hqqjyuaqtMeVqX09mxJ7V1taGmX6B14ONd8+tpXv8La8hco0wrb0h1k2tGHsTuy7JNpT9Vsquy+nDHYBiBboWvY6/OxJ34QTbuPPKxhl7uOfY4J/nRVNZUITvWYPLR95nNWVtP1a1fpZWwNMFBWXI/vwE7XFoARM9Ecs0KGL19Nx44NB8D2sjDC5YVV0Ft79qIyAQ20cQrwCosDCA5mbGcBxdaOlrBbtjIlS1FcI9+OnC9jNrHHor3eXsA8QNXA9mtb0fqq6lrT0PWZdPHi1TRBhNqqnVsqyNQClvTIecsCCdKwS635aAb2LqIBun9nKyaIZUxZk7xfhB9zzGWV+otUXGVkamSe+aCX0OSvBlBuaW8EOJlID9133XEYe/huFGTmjF69nM6dOYPt+PmYiI/gQVV+pOV4B4ouT8g1V2VdGUC8EOuQNm5Kh6+oBOVz5TXzzvphxDmeje8hxzBXMaaq5fpjHeJnb5kv3Jd1Cz/406/OsBFvca8mq/t7gTJ88ceCWigL5DI8hVsXO4MguK0ti6mb1O7YvYMlWiMs05sgUPz3Ej/9e29U/sp7CxCE4632DG1frl7Zvn172EAuXb5CN3wq7QcY69lM99YIdjS6PPOkN4XNtAbN4q73Mz+SwZlLbHJqzmxBqhGuFjfZpQLVN6BhtbKvIi3dKFObHJywS+YRo3VM1G5hjqDCZze3AYFZAmBnGLgSsV588VswLaVHHnmICozNkZYYT7SS2rGuEMsa0256qTD17M14k7To9qNeam/UWGx32UonQDp1wi6ni/FtcXWZNwrmBqWc9uKzjZNMXaJFzo0TjKUVZAV3GmGThMHJubSbDUB2oSaMDc+GrcqzWqx42nnbKM/29oa0r68j3bevP7W31KbhW+SbQ+SusuXXrWlae9IxZQFEs4U7aZsp823egBPiIw88yB9tNwJ2A2As/8OuSLj5udXU4bkwaN2raF6ra1Ru6AD8xc+YXFSgnRf0BhQBYJKqVoviHhNzalf4lVzy7s5HLQ50sOb8wthQ2sUgyz17t6c2prucvXornTxzMVWdTenQ3YfT3CDLIZEbK1epdb/55hkat6b0gUfex/QYAKhvb7pw+mSUyzXGs5Pz6WMf/zhzdnuDtNOYXurrWxkdPsyIP8sM6WXYkLnSqa7GwZrcQNUAJsuYUPo6PQmTxpN07X7fuHAhnXjlSEw0d3CnFjsurQeDjJITngFwC2i1s8E9ikkDLv2ECPel3AXo7d/OFofQ7ApHR6QFFxa0MoPhXBqlZ1XbWhcaXQereXaxEKO9Y1/MN3QmysVBpuvdopFP2EWZGULzR5ls4EgHWjfSpZXYKg1xSuJaA/QHMBBsFmSlWRsF8odwgwogKfbMNQDWkfF6NvNQ6xWQpIGmqmFod3kQOy98agFk3Zilt7sjde85mLbtPZge/OATYfu9dPF8evb5Z9lp/xSNC3VO9lJerwKSdUBQV8EguQ2HDOtKoNr44B0Zju/KYWWgDV+IWci04mtNLxWOGGBFvgJz8EQ1iRkjKiKli9qgHFa4WrWUcq5gIDEfs+F7w5etfxQsvpE5MunEbgGtAe3Ngs/RmoR9idUuhw8dpPv9Bl1gVqKYXqbKRoSb7iJdQEotyQwLSpLAorbDgPvuYxSS9xPE9/qx11mBglDt2g1ms5oFg7La2jIjsTVoLbsO3sdKhk5WyBwJ21MdlS+0E5a3OQpeReVtYu3s8kpjGqGLru3E1EzPSbuO6s1MAUoIuvs1VjHt5DpTZyaw3/3l330NQ/1qeuapxzBjuZoGGw+DUQ5yXQcgBdkWQLsGMB+8eiW00diwQBpobMIFSKpZkXcriGW3YktTV9eogTqZ2jlwDibZPXCjXvkocGl3C8fzDKtsvvHqxdT7+H4GNjpi8KWmbo5uKR1zhM/K2Ui3dH9fW3rkMKc89qF1MHAB0kblXYCxNlB4hi7EDwAHLwIdS+DGO7eCfu4CMWoPvWvQtJw7OEsjpLOldhDLQQnlySkvDnTJI+2olttE3FCCOhj2wVgkQEV7D/MN26igR7Hd6Xf3jh3pwN79mEqupyPnzqU1Biy66BbPwb+/OwWd37wGv9xntCr277yEDNQQaQug2NnVw4mG8IC0ZljZ9NI3v52e/9oL6df/2f9OIdhLc9sOJlyfhpZVbMP3QWZBHELTrE830CRnMYc0sIqpvrEn7dvXTUM4RaMyBLiwnR1d0n3scu/Kp5BNQGUCvkxcPs9E/VuYZNyGzvXT2CyRmUXyVofM1Xa0pjEGb7T3TtIltva6btrFBk6dceBGFnh4WO187kpvpTF74OCeMPvUrbFEt64zffnIiTSFFjo1OwZwTTCYMsp+lkwRa4OYwb/a1E+8XT0eBdIe012uD7GfaEAm9QrAV8lxgYGSR8qAIYNE0ComdUelQ2YACE0dNZpikEm7oLFohDqsbGRe02iS6bqWzjCTTSHOs2Nz6eboNPxbhPdMR6KL3tm7Kx1s35ruevC9Chd22RvsmvUi+5Z+nWWWw9ED0ZxiGhLB+rDhgCvCxEIV8v1u3Yb8Eh/xCoixLyYVSEUAksN7lQCabwTbzYjFFjEkNFOS2sC6oszmrdJGaWYi8ndA6crMirqO9Lqpq5spOE1kmErosZpXr4+kY29cTK+fepPWy5yVIak0BbGjgvLaIXsBoIPW8v/4X38Vux2DQRBGQ3DZmljHeIhIZKTd5EscfnWdrtgHPvhBBBn7AxrkhQsXwna0HW2UGd4x5cEpBy9+4zkYbwtLFPzchGFhBo2CeNbQnlYQ5HYM551ooA30debweH50ljmYjO6SrKsL5qGe0zeWGTFzpFjxfvhBbIMt1SGwgkTuwAIKMMRzWjwy4hbdYgHPScQ2mYKiNAimkB3vYzClEAafHYlsR2twapHn3sROPYS1q65BXI3O0VxqftrKROt/+qlnGIkcTMc4l/34BWxGky7rpCxoPl2A9v3b0KaYZG53a5BBoaHpVWyHKU1QsdXKlwB4hceudQwYIaDmz/vs+KaE6cif5fS7AxjO35TBai+hMXOfR4C50pY3O4MAE0UjgyvtTFFpBdBX6D4uLUymXXt3owXdSNeuXKORqeWs64eo9I3pwpWLDKTcCE1njRFdjHaIhPZCWz01MOxZdIcd0HHyu/sTTNPoOUDmAFoT2pNbvzWi2ds+aZL5v//Fv2DUnsPSjjxPFOzZiZ36mac/TdTsuMRuPSOjQzHwZy/E2RStbHQhneXHGmWoZQFDLfIyycyL4ZvX4SnaG7RrIm41Q/NU29SRjmEGuEyPR43ZaUnuNu/mIO7qs4At88aNmzFnVQ3UHYZGMe1Ms3xzDvldsjtOXWkgzTqubQBhJ7tg2TsaZEBuFjOBDU0dtO7g2/Zu5kTSBXZKjTbNBsrbgZYruDRiUz3FAoszNxwEhGzkp4X8dbZvCbDUzLVYVc92eTSayG44ZMz6JVBoBdeRJcqGI0/a+vzGrRzPMsy9PuJC3iAZmAjAITsCYCtlr6pC+yav2v9j5yXk2v1Or167mP7q83+RTp44Ht1/9zmoxd7iJicqtlYJd+mX95EP/qjSKFcqFuJDqTiU9cnc6KJekV/to05bcnaMWONgkhPg1YrnMVNpE3aVUCxgIZzxqzA1mC4Z4LIxmFMmYuTex0BBJPed/+hfG567X9vdmqKr6n58t4an0iXWDr/48pHQtCSigiSKW/pIQ4Lzi8EAKmk/E5x/7Zd+MU9zgIlxRAXxa2zVlXmz+qle8T/iHAWcX3/9VTSAvbFLkIRxhHgUO1EPmwl4LrJW0B40jTdOY0i/cCFWMrgCyLlnVWiQWxkQ6KJitZDu8ByrFRikGkdbq6YSWaZpykfPBKLbnUaT0zAN4c2TB4c99oGHabfRftFoatWaSM+pP1YGp3i4bdoUU5DGyZcCpitbT0SKwvk/094RNgcgXOPuZg+WxRCumR7CpGHL53ZvMn2JgaSDA13pkXsOsSQNcBllJgJayQW6Yc43ZT1Nugv71cE+Kz4bgZD/i8wbvT65nCYQllmExnStxFEBcsb4K5gXlYenGD1G2BwACsL7jlsr7BpCVQ1QKFwzlLsWQnXTXZxmMMxaX7s4nR5gZLoWDeUKsxUu37zF+vzV9MT73x89hJsM2NkQrKGpDXKP+FNYJBAAirPP4b+NnIMerkDJlZrGhcbRgRQ3pVAZcr27Tr9qsTVqQ8TjCittp//sf/vV9Nw3/oYRZuZMLtamH/mRn8WuuJ2wAAYzAJyGFAMydL+vsEvWXrTczi39xMduSksMvI1cY6npEUZ/8xncWBxjxkAj9kPxe4musYC3DP/nyMq1G9djnmnP1q2cyrmNhhX7JwCrmcFKv8RAnrM25tC6Z+nGz0LfSxPz6RtHzxOe6W0xnUnJRVIsE5RpoSwBDr5zeR/pKL+t2Efz0rxVRu+3MVrdEw38xMRU7DDkBPgaNHzBQZOTU6hENNculf1dNS+YHvmHtZGe8GdebUTVxjRV+c0eg/lwMMyEYv6mPOQfvuOvOZYjYROEQMoHpAlNX9NBJ/VSjVVN012lFqkfx14/mr71zefTdQa7qpk87QBvPTLkEmBYTOp2/717Z6C0TupUrlxWa50VKAVIR7qdBJ+B0pF7J5mriFA++WLjb/17G6AEt7Mz+iAQnqOk5Yd3vEos0JbKXMdkZ9VXQWSlk0KjgTmQctfhO0KAXSqVnVodgYJJmYiOcjItOR3avwvNkHmL2PmEcYFXpz3UbmRoK1SaDOSCka1JYhPbnvShD30oRmTPnXMlw7U4LuHAgQPYfxZCxfdgLtcz92+jhe/fEUvcXn/126mNSraLlq6FvC+xsmIU4R3EcM1KXojKqChCvL2f6RFN7P1Iqz47r+rOXDSIrZ1zHuPOBFrM1559IRj42MPsNMME8k6ArhZBrqEFlWEuqZSmHvNgORxR97B1nUukpIHCqGQtIVSLM0toP5eg4SJagIb9vFKhjW6SK0fcRCOtzqd79vemu+7YzZQH7KnMA1wB3NV6BTY3d51Ym0vP3rqYTo80MiL8/zH25kF2Zfd93+19BRq9YesG0I1lAMwMMSs5MySHuymJFqOEUmwltiqyI1ci25KlSuyqJBUnf6RSSZWTP1KVslNJ2ZWUykkkK5JlkiJNhvtwqMHMcAazYG8s3VgbjQZ634DO5/M97wKY0eJc4PV77757zz3nd36/3/ntx4IeJYh6EWaWNDKeV5xMzjyf+e6BPQboAmPmSnbpBk2GA9lF9x5qVnLgsyErW1hgZBDbkRT3Eaw9TS7xJIHKxw4fQYLCycVicZ5tDVYgJG1vQ4O7kRTXqh9MnMVcw8IDQ9d51ATzbEKSAzVYXIhuoK9KsSn5B8x6CNwWYsacagIw9rZBE5wV98QNicgFRxTD1ox0mI3GeF4vmU1bkP7XMRkceuw5wmG2x/SiaaMD9X8rNmqLqHS1b6tmr09Vp9/5caTSm4xFb2wfGT+thINt3TYMzoOXkVhhPvQbo1PVTvTEEK8U3oUB7CEy4woOxlOnThKsTt41PdMmahbMNAVT7mJPPzg+TlHeIRxHqNfg+yrj7cM5trKENAPgXWxjM6cAiiqqIWaaigqq6BlGoiZ29hptRdYCeHM88xbPgDrp2zJzwW/Aow1c3D06BuPcTugc7andmPQBPASY7K2J57cz16bjyqJZIsBLtCdw1KSOYtejXeYj1/MMJVXNcCAL1yKdcn+0QXGF/sSez/NlYM6Reddz0NESO7xqHjEffRu4uYVQtY9/doTXF4gaoGgxUvkrP/wOBWLehDYXwJMyr2HVMth/40EPAZTPFE/y4rvvZRx8CHaXhvz2Fx1NP/3G/0LmoVIkR2OlyHL0F92V3wpSumK4mpmaZNaIhUsl5utIlTeJg7xwcZLgZ/YId3adPoCOABNkttPSppk3+/bsJKXwCQCNiotEZwpTLVUajuRk1VkXkTK9l0kK42RybNAJ8uWOdSffZ19rMofckAtlmAlB1cQj2QqF76AijETRgpi/jJS2QLrYTSThKTInbkPMZpXYT9XeTZi+9h376pFq4Y4ZQzhzh+rGBmwgebZSYOUySPazn/x4mI02XPvt2u167KolwqgKKiUoZS7C2Jw4m48NhbFEPY8axJTwT8KXyanu924h3XO4vfryZ45AvEi5MPAZzATT02uosBRtuLlY3cRDuQp1rFL01+eZK6waYaiTghekwXlZobMukYA8nE+cJGODBSEM0k/66P2su9UwjolRwk9mFmYS9tILo7CupqraIAuARWlvswB0oBLKlC9OTXIXrSPJKMlCg1kkJVAJSBjojbdato4ct53QwWIcooHd27ZsDTMSFrFjcY9zraQrEYt3LjJYARvvSjiMjXEqVUqENIjK7yLTXP2D//zXqtdff7Ua3/+Rau/Bp4kN7YFR80yI8vYtypJduVh1I+HtHdvDvC9X3/zqH1KBChUfhtxFf7qxR2/tcfsLCrZQCk2dHogyQmaXPiV6AenEOZIzrdKHK3jaz0zdRP0ery6ffq/aRPsy5tbtOpjkjGuQcWrPM4zmXWhlAjj2sJhfobakzK6Erwi8TSTFXeD0HeDgDqE9qOZbgtPLqv7AQqlbGEmZ2oila51Nt6DDmCrQRLzGZXBb/7ZUo99GUoEL0CZJGh2bmM7I/V6l353dqMBESLShnmt6kqEODA7HmSRtkrEMrZCNhXalhHYP9Vg8c3OuFnGVzyJWycpCWuNr5hyGCoQSi+mYVNE93H6hgwWJYWCyKrb6NhiitvF2pPjLF85X3/z6V6sb165g3iUuGJhHuvY5HI7bQ3yV1/hueJOmqsRMYuaQvqw36W6LyBUIPo2MImien4JH0tufJVH+GxlleXzGnI48/ON0lAOcpUN0wGyRmlkiTdzC2D1NJL8FRVUVlUI8nEC9zeUrTBppb//B/SAgdrkgGm3zYCUKGYmVa4IwMBEBondZQq/VcglPgqoPA2BkIHpofX/zjTdxjmwn1Y94NtDEKPxpiNxafjvIe5UFTRNj+cqfvEZsJeFCAMscVglUSVkpShVbAvT5zok53D5f+PhS4hL5AQNwIAAYAv04XnJtnp3Y0FS9PDKRACx2SX4T6eapynSL8l16s2U8cXyoHvHcIADwakK6wEpZfYaQl08/TXGLrRYYQP0DUc0wWF5pIkJgs5q4sVi9dXW6urGIimF7PHMNLqia5Iylr5xF5mUeCoOWQdpD/QLdSMLzpCHu3bGbep53q34YZAehMhMUm91JgdjtA/1k55hosECsINVeYBoTV8nI4n51AFNLVWFMpbP/xvIp3cnonXGfr4QvEA2ZsUqMpgkrxYRxM+d1gRWvbZIhMohIyQIe4pFJlnko8JFhwhqjrquCt4SZMidcbtpfM+rbf/Zf/Sapg2R7jRwlW4v4Thw0Fs3tRYLrhUDXmfcNJPO33ny9OnvmNOXviL5ABXP/oa14zA8d2A+TMG6zA6HAfYZKVo4hSaY+WgfSgg+igcRp9scGY7uHtLWBE2nqNo4VmOBdgtt1hiWlzvWdTrpIqQG03ofRYS9tJ7ef24PTeqklYo+jR49Uak3GvEYKDzyUtGgAGEsHeqkNYvecUQPCXNOGNKH0pyOpDcl0jfC6w3u3V6O7htBGlLiHqqsXcaZhQz1CTnhzKzbEyUlqaW5ncTkA07lfTV6eYj7YRYAwuzak5IGxUfAYOKDJTN0moaCll6eBRHRYswijAh4IB3zSZq+mIP4nmwmhgk76/5EDHEV4sf+GZSmdultAN7sWmC1nqJhYMnHqrer32e6l+DH+NKOUb4gj1h6QLyl8yQeYFhilNsoGo0QzNApFP4r8I2Yb+t0GDn3YRkmRegDtSDgi0fJH5P7w4QDrQ0IorNN3iQLwsPq2o5beI73r/n1EHVcDavC1IC6yGCf3NrYGmpFgRW3WYQzn2JhQucYO7AuTdfB23qMZ4unHIaJxehnGq5pvxk0i+zEI26esUjJKgCrUPWc8ov3TfmWYzUsvvci3+8TQ3aouX75Mhs1BgnT3xF5x8sz5PG90z2j1l3/hy9RpXK9+8OOf4FC4zJhQpSAIgZjEelqhcZqmEg0EuJWUuT1dIBmM3J9YN6sF1LOl9W4khHvV2fcxUiOlPHboMAVbQVDGY7EIib5dIqLPSuGd2iR3jYaBzGKTXCZmUzUGNKJdkJ1xubB89OiB6oUnUN/vLaDW4UXFOw/NA1tW9WXCfFjmZ5l8IJg+SxyCUibtFhGaAyxRBo8HGbF1Avcuzt0hw2qthd9RxQ5RQ3N2rq1axF7YC4NYwPwAqMkVH6hu0Nfrd6/RGgoQ/VnHrrd6ZzLMvYnK4okFJNVyQ3xgzsDVwE/EM4NKztXGAmDWlUjpBf4LbgFjiRpKD4NT7gjj5J0rwFEwFdirqhmq4qEUFSYB3GUQTA4rWGH+LjggJuMikJrrVldbkvu+SMbRKm11k/LY1b2VyjmXqlfefgsHy6VquL+vGtu1u/rcR5/FMXmTeOD3Yz9shpG89847SDxu1MaWvdiPVddVA4FwmE5iTOmC9tF2GBG9izddu+qNmTm8+u3VIkHhrdi9dYAZUH2v2dAxrrTP3LcKnMQNQ98cmwzS5Y2fYCBN4O5kmGTO8axARmkIWK/L2NGkTAwxdxygUt1ogLd7SdxArwAOLcwp9IPZpg3Kr26ToUZRlt3Mx/zcjaoNPLqKxLpA3HIfGT7PPvMS2sMW+j9b/fiNE0mW2AcT1URwDoZ9iLFcu36LOgX7q6PjI9Wl2+A/EtuDbSqY402iTLKwMbXOvSO6D7PSOp5anIzfhc6jzGWJonGhdUHY2DCzSBpz0a2qU9DUFswv7mwak1zudLg8gEMcsR0Xolqy9CcFKzomJgWmMXcBW/tGF+wEf3iGzXjth46m43/8j8EpJ6h+wcKYrPoonS8dicGXHwqj9Ap67oPpie3LUFxttftoY1S6UCJ0+4F5GB2snYa4wxfPE0usYnLg8GEkFFR18modiBkXIkYGyKS4ekZ64x6tWous4KqRquY6TBTbVSn8LqPVJtgGE3APIG0U5qnbx6gMSDP28/Tp02GyI4SiKOEo4VmR24o07ltjlZXzE3ju3zkRm+Qmk+YKZf+sPNQHs3xmdHv1kSH72YIUSeUZnj3PBGYjddK4zIu+SwzgPIjRTQzgPry8hme00jfVNWERewl9zFf6KMErYSxCLHOYMFwR2zAT7CfX/Nl9o9UwCLNJaMo8Hut5pMYFfl+i/TuM+S421nkkk0WYJrwWSYZ+MS84vqvd5IDfI599OwHzrSxO55AWLQ6wm4KwZmlMzlwnABnChaC6zNaAwaufLLJbYxNhLnSMvirJAVcWUhVPzQfxRDMvqlB6yV0Yauk7KWhcw5Xc53CFVdASFPVQgrBtr+CbSCtY/FKuDp4odYnASkz5RcSwp75zbbypcBPNKu6JrRqshGpdxdG9u6tPf+5zSGOPRarZJAbWwrs/+tGPMPHMYqe2khCRBkrTMJiFOzPVzqFhUg/JPuHcHrQQTQGXr0yCyzA8nGJDwwNIl6jf9GEJ3JlhUVlDBFTK1ItqFo/wM+zI+NeT5y8SyE1KLvOlGqs98/q1myxQ2JNpRdODzE8ni8ujW4EoaLTAXJVOHaT0so2MGIu4KHGnfgCMdTs2divru4GX+GuomothDuapwzJswKIfG6xVqFT7tTGb171EpADsuOpGAOmgIzLq20hfb771Lhk2c9ALGXOMQbPALgLKXdxnZqmyD72ZWmyxi0GKzuwk82h4dAhRc3+2jFGa1KxSpErGxbw5c4aLhUfAF5xBPyd8rMYJ55mxCRMp3TFug6ZX5qarf/mH/5x2wE2cflMXJ6olCscEX7z4kUPm6KHWqK9EfuCeWVY20p68SN8ttWY1ozWeb8qmTFU1XlR0MbEPHcBC3JR/JoXx9W/8k9IyjRdmCQkwKTUzDEPjNxnNn8co7VjsbHDAiLp0ZhVGWWfFGJjtLoZ2moZybdqng3L2LX2D2DdAdFbELmwv2jmz5y7SkQZr+6B9IR5yQJx+0GuRQmBr8HYyDBvyWjfj8jk6YHzXg+pR2wgdsAzWe2eJ+7Os1O6RUZAbZkAf3WVvA/VyGyqGDFP+/u57p6vTVy5zD3cDwBFY0L/9/JFIOlF/kbbsH6HWSIRMCgzLOpgrfF6CIc3DH1Zgou6gOEwgvdKliMAbi0CBPQ3TvhI1xvioTUjSlmeDCLr43oOENISEbTjDXRwo8+RPL8AYnBvVOQPClXF6IXzz4u/BqKch7tsQxADq7QhpaDMEqFsBvR0p+Bo2RSUA+2BM5YaZHK6mvGRyTApwBVFAFudLJNTQz8csXEp2Mn7ZnGlnnrcHUkFi71jgPJc9bsoHRsgJDvsM1kT1NDSjZpgWyXUOZcoy7fqQUXo+CE2HnL9kCTlmJqgTtcXK7yPEvvYSxTCIk2R870h1AJNOL3bTE++9U7395ptZpDdYWEwfNWQk8YJY6TbVUJgPVU0Jap75ZIJwKnVWg51L7KW+jcwbJM6xvTiF6CNMzQVcj7UpjAm6B5/csMo+GjrHsFIod4VKQNcIyZq8YQET7XksXkZCMIdzmDCMSe3BVriIOWCNscQkwrjkH8IjoAIQOrLcJM+FAQTJgl1RyHoD22cTqq2hRAf276+GWAy30t4lS7RBQ9eoxaAg0M289yAVDw3gvCJvvRdGrHNpDVhY7Pj8lSvVSWz2rYRxma5pkkGKZtCBYRaHDmBsIZZB4pQNX5udmSF2dyvMegfmgo7q6jyJFqxyjl8y0XwljDLX4GwWWuZfhqQoZn61tl7tydEwQLZWFwjwYpgkkNd++P3qB9/9BnOwThX3baSAnmb9kOnyDDiYOKlQ8ehRM0rNbi5KCQ2CUcoQdSguOl7pFLz33egV6c7DptwryFz2P8Uo3yDXm67nwvqPA62P1T2nsQAAQABJREFUmmHW331/yDC9DgLiCUF7J5d/UZ9BFJml0qUrSfKaQQQhWEsVGRT3NKsfYp+5Q9rjEsS3BSK2LmRqRGoz1NBvy9yr5zQHn2V0Ek8tRRpoLJPxULox/sx9suMwaVzr9R7aLJzAvLyW+2SYXps4TMa1SMbDMqt0DyroVozu2zC6W1ZucvJcNT7QQYAvk8GQ6iIALhKrIPIq7a3SP00EyxC0DHIJO+w8kyPx8B8P5J547PUsuhi4ivnKrzAsjeCO2cM50Elh0LK5qtpZSrUTflTSo68Sgm17KCUY/rSVBcNKMtoIDfBVJVIlNWyimEZQ/0VSnptgcn4r8JFB0h8eL3yMi4wjCBXJkl7avvIo572Bqd5f5rXAl4YeSIE1c4xLC0QPg+N6npbe2mPVSO/xTI3sjiUhJJxnQjPfPteQJEtwWRNS7zP8jOvuVQcO7K++8uUvQ8ikDGLbEn5zt6nY/r3voGJfJLaUNsBLaUOGZO6vuN+DjVImKPneJqTmLoVRXD3aAICxjEpbHTAsmcMu6nD2D1MpH9t2f/8Qcwc8YTTLSP8LSOnigCYiiwDfvjmLVsCiz8RcWpirZpe2oLJeiHBgCTf4MYHqFlgxcYNqUfzTCidBZeZdQTksytLdQzk1xm0d0QP7xqrTF69h4rDKOw5EHDeG2KiVCEsdcYYPaReO41BBwvP8W4MeRymesXMnKb5IVVtRz/sInXv/vferC+yDtQkTbtYchjYmXWsq0lQyikni4P4DwUu1B3vqwpLc7XvYbYWtZEwf/SeDd7FYV7XhqBc5mgye2B/XZB2qbQ0cG8YMsLo4W/3u//k71dzktUiwC8s4W6nB8H/889+pfv1v/i1MSCyQPEcepUYDcaT9+k+NOw8YJTBU2ndRVJJcYi6sQWniiM6eEj8p3dEmLxmluN4h/isg8FNC9j74GDug9MV0OegP/2hrjxwlIJmL6GwBRAFS0pGAgreL480Bng/VOy7g4hvkAcgMIOsaq8hZMg2+d/xEdfXmXWxia9X+/Xurz7788WpsdBfqTi8rNcwWL7HPlCB9nkjgoVruBvIyThmg32W0XqNzSTPANiqgJJ+bkRcvOkxCppoOhi7wvI+kDb322jMlzp7Y05rIW72W/HM9jcceP4p6SuI/asgiRViXmQRVRiu/bMLwEfi51RUUdArG20tJUulLbN5kY6qLIPskyDdOAd8h1COkFM6HYfCutFbvISSzUpJtQZ3bYsgLDGue4q7x6PGbISll8SorLJa8aonnGu/ZZMEN5kDEcjfL7MmcPiH1ZEUXSXguc+PsaS8Srl1IL1aXkVhkpGGYUGIWlrTnmDhsPO/cz3X1EXyQq9G2jwtmIAUlgRtIhKpF9oaZRyYe9kB7WXjDyHAKgFuxTXPerRRSe1RpG4S+g8R+6dSF6uLkJMyb8KuBE+yzPlP9R7/6VyCoGRx4OxPw/KUvfp7xtCdT6yevvIo55STEBq5ANKqszt9twsM6GW8r12mD61TMliKZxz6iJGQwLaieRjF0k41mXvMCe9bI6ABKXoayaRfX9HPlyhRB8HjUSb2dRvKf0RRDMsUgkpmmBGYTswz2aGydiWhgfBYANpxJdX+MKlW7SU21DqZ1JHVmaAWP1rQOY0eNvkIK6iVSHTNvwBSMA0+YI+EKDcTshGkA3lqNjSBdw2CHSTO8NXOzugijvURiyFrTFGutEjKSHWUI+zDF3L07yzgJD8JMoRnKqkmahC5dmSQ8irxygL3BfEFucHo+Q7/SZf3aYDEX2513pTMP8Vnc0e+wqUjNJDcTvzqIB3EbcPvm1/+4+umbP2BxKovZPJEvd63Luns7PoXHkC5/kvuDSTXOpeUP/gl+NvhDPkM3vtdH4Vnlmzwua0v9Y+Pdaf/w0fT2t/8ppxvI7q9e9EjDIq2HiP/oIRMNfoQTMFXh7F4jqdsILAGmZTUVJTszbhTxtRfavRpYqiCreFb/0f/+e9UVwlw6KDLbJJPBUaBUYzXuIbIovgDTPDiyAykN+yeqzgKqvABQhFfllWBdTRT3nRQ9X6rQOnPskSu9TFQJRIKO84fri5TDX+6zPdU4JdTymTQ1Qorm56x5aOgCz6BdaciskK1ImFuwZa2yMl/Fvmo41AZS4wNQ0S3DJQyC155jFgScgv4iZSpdcqGMvI8iCAf3UgcQRwG0GK9tC30Lw+CO9IXJD2xByDA9fleKVAIxtm4e2JpWZg3LSIhBVBkoqoznHWlDGreoRpwijEnV2cBxVWftSqrcIgrQoAXnM4/NORco++JR/pa+5cSDM+Wbfxt38y5jpAe88pm+iE8+IRexdMfkoBTN+Ox/J8yoi9XI5+mVVB02gPrcxYvYyYglhTjXuc5A6uztoj0NJuUWGk8/tqf62U88Xm1rJuOK79YhHN7JXtqUUGvt6KVeALUecdSdeO8kG5p9G1svDjXS/riMPgELhAX4IRkvmym8YdB5Lzi4DZV+GE2is1Mpi2rqMm76pyTnTgCWgRPnpYVl1GqZ2m0qxF9lP6JZcGRuSXefCzWRl3id23GAffZTz1WDfSULyMBtJSEl1GLDFsrqC85HoSolIwKVqtMTN6szN25XLQSbu4jOYVNsAk4KLc0gkVvnWh1oBFNPJ0bqFU1fwPcyhaCX2TXQeow6ndzO2YVRh5B0I1OOJMqcdJmIQWSIarG/mS+uvtZGu+7L3oJEK5Iml118BBDijTa/MrH0xYXQZzDuDpyWmgkGsddv71yuvvvtr1XvvHFcOxjtqS2RcXflcuJOrVBkhpSSsbjw+c98tvoXv/97AEImbPPwnAYT9kTwiecqoPA46BuhjHbFnTU01kiUfF6AZlYQENagP53GyXqjAWlW1u42x9KAYX58hCYcA5Tw9rf/WZw5PjsHD6uJwe81sX5YBf8go6SjNJyLeai/5QDpa0a5hs1Pm6LMy+onGmr4OcxwAclgDidBCyWiXnvrneotXkvY5iyaIBNsnmflaW+qxncNYEscqY4+8XhWORFrAelP8V/GJStxkkTeOH/oUspeARiZn8xAcIioOnYM4dkgqFvAwmXpjxDWzopDgM4pxZp5JIIpolvqXxUniieXqjKLGFaKVn2R8GdglqeIQ7OMmt5l1TuwEgaqnw8mSiejJjl2QyCQaNI+BGY63ghbYowM9VddIBjdD0PgL31UtannpiwKShLaljoh/CmyPmZxchnP6jgck15BPaCu6olKAEZFFTMgnvZFCEUxRmFbjtlDVdt5FxY0k88yzxovfK8Xzvqc9z165E7up1mRg6bABZqPFpDGGs/jGoPe9bDrtMpeQZzTEZgsK/Dl4uUpJKCpSH6imR5nNyHTjmts7YHxsWovmkcpgMzSQYX11sUb1W/9rb/OgkTWCzZy8eiOpb9gkHv2joeQxAFTKrvQEm5Rluyb3/ou+eU3mGuewW/9BKo+99zj1XvvahtrwRnSU43tHYJ5stslTMOSc/WhSUPi0jEYOz045xxMU1nqyrW7RCbABElBVEpz//Hn2QdpbWM2hXTDRlzNAiyld2DtVMDMCnyBEV+1QS9AC6+89j5pttQrwMZ4T9UW/GomqqEL+PXAVBKDyvzOkVF2ffYu4AfP1Qa4XtHb6u1uT6HnXcHBfH3xKHuT50k8DFzYil12OwHq0pJHP2asVFNncZfe1D5aWGgttWjfXczuE/UinivCMIwwHanErKLdCAKv/+TH1Q+/9y1og/4awQKtTUxMZDEfpthJzELMv5ESLtRuDaxW8V//w39Y/ff/3X8LXJjfMMk/m1HKcA1ZEm7unyVtraJmh2Fy7yJImD3OUcfFu8IoeRI4qa3UCImo2jwzfQij5Fl/FqMUKDUB1IzSc48eOS8kfHE8yij9HmZJx5QUNLwbxOu+O8YYmjHjvhUSD+OKmrCKanJighQvqjjv2LGzGkDd+fGfHGdTpYtVLxM7iB1pGY+kHmaR8i5IfwSGefjIYSpJ98QWd82KKyKbmMZRYh1hThIpjFKDvztJWrXc/pqyZviEK6XSrp/NUy1xWABabziMVC+fNkzH4qZnKfLA2GzTtL5IsHx3S1z3dVkl4HqRFUu74DSMU2lyzYlD8rMtZYP7TKL9DFMCMSQTEVLzRB9S8D68kkMUySgxmIwKgCcmTcBz2NcyViQA4KEtVEa5GKnZnezMcy6qoqqrDi/7KT2mxBR9EEq2Vgf98jFHGDR9Ege8psgyXMtz7HNONq711xw2BBKK6EpwHkqGUFNehnu48K0CwybjjbitA+LcjfNlJ/MtZzAe9DY2RRe+aeqFnsOuOElVoOwXY6eYM1Xo/Vx/kAgCt4VdxhyzqRQG4d1jrox8+MUvfabqwwHQyeJqZ93vWnvxHeb+Pvij1CFzEYa7aMtanm1Imqr2rRD+wMAgjoML1bkLVO2ZZVsGpS9qAQwh5ewbHcSe2ZlY3mKWsWN5DNcxBphygY9jJyX2Frn104tsGjcXR5rSjQU9xthV00whPfPmMgvbEuJm6FhnHDyaI6SLGxTmWKcPFrDYwgZkprjeoAjFPNV43n3vVObpr37hY2SwzIYhdCNl9uLQuXR3vfrGq2wFglTWzD2aFbRXA1DgADPis5lw0oLPd+FwEzal9X/3K78YFduixm53O8u7Dp5OcNy4X2uTKnmqkUWjgy7cHM1tehN/DG34rF7CjKbeOlF97et/CN0gZGCGW4XWrNyvpDaM2ck24pwDXx2bv1+Zulzt2z2aBUk78J49e0gieTdjta81syzAl2lKHwUXNUmJpiY6GLPpdhV58fsSn2WUq7wnntXVm8P7ZZSdDToxnO0DjPKn3/qnZBWWB6kyqL5KIC76Sksej6pcNih5lY7l5/yJOuhPjUOFISo0bclQ7iGZuaGW+dUGu5r1ouRjJkYzxHOPGL5TkzczEFdkpRtDMPaN7o0KcOKtN6t333k7/epsI8yB32/hddNA2wMCv/TyJ5M1MYSX+gb5xMVZU1YNRQTH5AoY+ySroZA039Z2nAjtlUbk2yc/x95C31bd9ZBnhLnDyISLEiGYxn8mOH2X2wsrViRW7xYqGfWQ79yJ93AR6fkmqt05pMwFpQ3sN+vYrCRWxw6UkCx5pu1JwHw3nKOVfm0hE2Qn4xnQTgTjc6VLOI5P4h65jX99tF9NCVxnfroTXgVB8Gsuy/V+g3YlElcxRVvvb6x4pT1OPXKI8IbgBB+c93p+aci+mGLJr8ChgWwQs6ErGxCekQAL5Mk3I+XoGLB0W5tbv8IYdqHmjrLZ2wChLbIZc9hnmEsVt7MTExTNZa8kFtQ2iK6Te0b3jlaPsR+OkpLe3QWkzUj9wSvTPGFcqOCacQz1+e2/81fBrzsEeBtiVbKf3IbhFjGC1gotkhpeZFTUIepaWoRama0Hh8oAHl3rS5pr3YtpxawjHWIXJs5Xd4it7MM2qNTfQ1xsOQpQNGu4EEpLOrikJaMeFkhxvXmTjfgINp+lpN0c4WI6DPW4LuIodGE2oH0Q6c3q8+7DtICn2lqhbhkyewenIngjSzo4sh2H1cGM0b1vLk5ew9xDcQ6emUr/jELT1nyFA4950KZtCmGKF4P72hlzHsEjZe1YQOmtCF3tO3iIilyjVCx/rfq5n/3ZmJzMXHF/epmYJqJeTATikC8PeQDYHnowpbSDuRnmmnvMz63p6eqbf/x1Si6y/QUhVTpkL01NZiHTX+DiBWsKrMUfhZ+LLIxWUd8/NhZ5VI0xcim4OrJ7d3Xq9Ony3MazCw8qvak/S7fCX5ytGaWRJ3rAZZZLwNftMAx5So66Cxc0wOMzZ1G9gZPCh0w9CQz0tOmn3/pfYZQAjB9qRmlvfJCrTvksQT1CMJz0esguv/vnTzPK8mvshnTM3exkTCKJdgoZmVKmUp3VeDYIVl8kjWrqJpsasaGY9hH3iLEorJPbxwSMHRinjFY/JdROV28cfz0rD3AhLq2bsAWKPbDyPXb4MXbcew4HCbswMuBFJA6dFtlzm+EUSQw1hj7BnVj1tBmWfXgco/1SDFe602tn2Mg970dq8RymHxBDxgB8JG1U5xSLEFRMUBiv0yuxcE518j6rcBNqtcU1buA1v4mjaJGQIRezqOZMlBNcZxRk0n2G0hfPMRB6hHFvgZDdVCwGcn7Lc4U9z3E2VKBtr43YubQB3DzK4ucV6SILU2PeZJYuDCIqfVCSsK36SBv8FpNE7oUR0i8XzuAKktAqqp/ZKSKizH+Rccs+xQedeqpruhmGsXUdGB+jigzb3XJ+DUJxobtBKTXDwd5992SIS/vXDpjobtL1+ikI3S78sCutQXxunibj1mki8+pEbdR+JtO2r74waVe/9ev/Dv3DFoVN0Kww52QFXFvEbqhjL9kZMPIblFZbwMOdcnC0M0y+sSX8rK8oTnSgnmoScLyqcIZ27SDY3NqLIEZwKM6JBsw0KUU6z+JjdhgbshFjeYuC07fYIuUWpdTuEtyvWcaq85oElgiEN6lAbFJjEQcBXPDfWVUQEP5qFLA+4C9sUbdFfCbrPv1WahePleA0B8Vyzz1m4ciAtD0b26oDTO3C9EJpy6IcSuIvkpDhLqXfYYsMBQnt1vZDfBLnhWvuY5GzDaV2NSF3d3Q/7l3bhwEHYUiXJmCO/zISpwzPfl+8eCHZNX0Erouk4qJ8pdbCpiYxqfDMQ4cOxCapxpaD62KDZIfMmvfcgRdknrmgnu/Aq/E9fQYuwWXu//MY5ZKMEoYZSTiMsqje4rSMsmwxo2lN26yaEbj1puFBAE5mxHcf6Z8HnfNzsY0VZmkHPcq7BPfwOzSSQ+JWovRXcCz3u52Dhm4RVTuluxgu8y7TtOyV+8bc7+hj4yNCcgxOpz8ilGK+RnofswSyG8s1ODhEeMMumGdf9QYVR47DNBdYnXVu+EBXaY3pbhz/3LPPxqGjWlPClEixo18STxgMEojZMRKDSKZqLDNVQtDeFKmKczJaz6U4hEjq2EAlpUpHC0aWc3wUqSMdMlmqG4RUFqcDEkITdiJtQrNIFtdh4nOG+uCFMd6rRgiZkZ7DBMLShipBRysFJRjvdvfkhul2I0HF3MFTeVrGIsxVMXVMOKeQWOgpfa2Jmbayv0t6W/qaUncZhWMRQcuKLJF4aCNyHs17X8TOrBw8h/S0SpsWJjYgW5OI5otepL5eVNkudvUbHO5HEmQHQIjQWpHaqNeZ7zkqPk1cmKAu5ASmkDuJURwiG6QHBq8qKoMRR8wy8cHaUx2riKtTTcko4Uw8HxSOLfYB7uLs++gTw6ne446JY2Nj1dj4eJyCSzDnTcrPySjdsuMWlcwNE7JPxieqpq3y3EVwTseDwdw7hregYhIvCVOT8cvgVonLc6F1G4ojR49Wu0ZGwqjcNEw+59ypHCxT/MH6nLexE97FtnhzljoI4KX50abVLSM5LgE/BJ3giyaLED6MshWp1sD57I0UjGUioIl60WKagI1zxUvY0C9pONX5+R6Yeb0X8n746BEWCjYFZGxqNfv27MPksQPYUOqO7KR33yXInDAcmWA78ZYy3sQ2A3vpQvOVYXu92Gn1hG9lk7RN6Hnq/LnqBz/4NrU8qaNAX1ws5pDkZbh9mNHEYenJnTyZqvT1OunCtwhFOnhgNDScRVc8d0i81zZyx2WWnbQpvN3UMAftwK0YuyAQBuW0sK99FKKONm55worzBZDdwmQRtXwJWraqkLZMbgg92Ib4ZXyzqZaq3TpvWXsKo3zjmxTF4CpfAke1xM+ZsPL8DzDKxqnSX4jxUUmSvnGUgRZ5Mifyp6iaZddCC6S6dewyE5NofaQ2s0iq9j68hCKb/TF8RYYF8YIw0zM3oxKb9y0A3DlPG9GO3aPVNhC6jQn+9rf/NWrbuQxUdd8+yJg1/H/xi5+vxsfZzRACkGkuEOjrAQjFIxiaagsIzH2FiWLbgLCVZmTq97MCaaRurPoiKhKYkwiAGsMF2oY+2K7SGVfrBLK9Gp5OYKRYJqmJPi/zPoeUsQjRaHyfQ9XXzsd80icaQvqTUYKVPI4MHwzgg5gadpK73k7HzSW36AMXBm7uR9LVTQgHvynduEDLw8vc2DO+52+jn3yGHIG/0hBMHcnARcFVPrB3bByq0reJE2whrnAV7Gkn/a9zaBDbWRMMzqLJqFHArg+cGKWikxLCAFoAJIY9FkZEm5OXLlODkK0KkLIs6tAHQ1WK0gShKi2i29dkdoCkSs6qPkqMPCDjsS+GvzQDX8M7PCJ5CGvmsCJN8OhoZ/XOyVOYboZhqvSAttxT23Jk+/YeqPaNjZH3T6X0LduYTTUFoxtmCem5Wl26MMF38q157SR0pY1CyO1tpHfSjy0EdC8SD3vdwiPT5qsjCUIzLnwdZDMdPXKkevLJYxA/7QILHQU3sVOr6cwQ7jJDYds5MqqUbLWjabtW6in7nrM4OnhfjDUv5iWB2A4SulTF9iiCC2NlXDXtglRZoJXUaibZjmRoIQ0Z3S1svy5ilmF74YWXqu9957vVxPnzkR51asQxA5wjRcGoVds93IlzHznd3ZhAIiQwT6fef6966/hrwJQ9yemrNOz+UTqG2oGDIpL0Ls676CvNzjLn165eIw51Fz6IHbEr0/0PHM5neI9nQX7pRhy0ipL59H6vhTEvcZFwKagPtTjx3aQIF5Ti9UZLVBBB1TazTtV7CSk6Nkq+I+sA5cL7RDPjc42jfJRRSl1NMsr6QRIwfLQwTE5moGJvPj8k9pzgT0FQ2cHDw8+FKdh8ORx8OD3Is4Zkqdq1ApNcwnan1LaGZ9I+t3Rug1Gy1zUqpmmA8gmBF0OvOCSDQ00zZEd7FJ1lJVup7hK+00Pc5O7RkdT+Mw7yh9//ARttTZSwHp4vocg4Dh/eT0jGZzJ5qhhKuu49wlwoH/IdgpNpgBBuO+pZzQN+dvIlbMUFGaTj8vCvsPBde0uYVLicxMsoGIMwCSiFBYNVittwtczaWBYcjFLJNb9DKNUMY1heVjWSNQt7Gb+PLl7OHhjmTrzj2xm322OEodCWCN7RgS2J/ohCgTsdk/7KwbMgHD2ohlKtwxBk/25dMD11hW25b4V4dHjpmHCMA8bO6Tml36sQRisEt20IKQqJytCQLXzv7++pDlPZaJh5MRVQW6TFWd2eY2pqivqgMzD8AocwEWAqEXWTTWPfBaW24BA8FGRIjqEZHuKABFJMCGKY7ZQUtxAPsExMKFJtByXt/9qXXqq+88Mf8cx5qlddoUL8bRh/BW4MZyvWLtVpoOMa0ENg+p49o9Wxp5+sRgiqlnm3soB1ITEtktc+d2OiunHlHAslNkNgOk2bly9jOlmiQ0isiyxs1vU06aALR55MXjV1lymnH32emMhRxtYapug2Ie+ePAfDZNM8FnDTUFeAqduGyDQLvbEgyEGgRb3qSlU1Tdq2En/+u0ADtPwumJhgd24cRg02cuAITPsikqI22ueff5644i3V+++fYiOwy1kYNsxWoaG0Tbs8hnlACwG/3Z1zHInTEB3tjhuM0WIh779zgvbYLoPrtMcaNmeGzOieXdwH0+dc1FlaLXZ39k56971EqrhPvItlcv6lBfBas4EwlSk6q4zGgdCWmMsncRRBw8LH7nWk/VWmW/iLw1c7yqUP/nir5hlNWfXGZkwP2gK4S1sL8CAZJdNZ+iojD88D5H8RoywpjIWpRaIUdE6OmMthp2IgdWIaRz0Qgex1rtg5XGG5PrZNKVNJqHH4VckwRm/sTTp2zDhYXJjDs0fFa0Tje829qXQjAQcYIEryYO0DA1QS9LzSiwhzB4+yTLMTxmoO6K0ZyrnxvDYY4O49exMDNoM98NVXX2XLiGupYShzvDpJqSbG+dILH62OsptiO84A1UvrRJax0jpShnaxqItIlqoejtvVN1yVfkC+9fAevOvplVkGAbyCz14qk7bvGRfnS2aN40Il4Dfb5mNWZY3vslBDGmbJRya6obo+0yAmr+U3V1mV6y2kjm1nS1RtgMZ/dSB5tMF8EIWiOq3wTJEXPKZ9PvPBKjcrtONOlcZyKqnYahPnmwibUBUdYL4MAWmieEIK4KKuNcGtDDS+B+H3UI7s8aPHqjHgrFpdiqzSM4hKW7R7Pk9dmsTTTGwpzEAMaUby7cFzaiiKJ4InPpc+KvWIf45BpugRWAED8as4lRow5DfxIYw1LQvX3EEm1Z3qN3/l56qvfutrTBPqIQSZBYEL7pMMsIQ0d5lSXdbN1H48ODxInVBiDZGYjNnVVKKTZ3ioj2SAfSQ8jFaDO9h5EE+46YrvH3+j+pPX38Qryy6ehBQtQYDGZ46OjmUO3f5Xr21Xt1ulsO0C4zH54ciRo9Wzz1FNivHr1b6JSn7i7ferEydPInHi2QfWjJQXjNI5Ycwt7DtkBX7jRC1iLK3JUmSdfMx1SkAi/cEDh4gAOUIiw6lqfP94rnULkXaY/sn3TweW3l9wUDhC8/RNErUe5kFSPXcRa+qOlu42eguH6CnU8YlzZzI/K+T8z2FCmMZJ4zMP4vzZgmNLQUBHjwkLCjT29fTJ92Lu2rV7N3jPAu947DCHNS+jXjd4hedivnrAXxyb/Sz0oHbldjBf+cpXqskpSjaCV6dOvR/aT7k6IQbNyfJFKhn2BxklC5FqN5JkGCXvcXpSS1a7s2p+zSjRumP6MWwwEiWwl3l6NL3+DW2UZRAJHSjnHwzMr4/aKPNdZsFRS5S5nya0izkRdpRZ4PWQkRS+qfoEZ4fxuKKuLFK+H6llnlXKNL+KjZ02yYst6V18twUQUSCbrx1VEqILTBigjhclSydIr2lUOpimud53YMDGQPbhudyNpGCmyRwhDq+D5LeotG0Pl0DoWVTwIdLRPvXyy1U/cV6quessN+uqnqyAxlKCDZGOEgzM8lSmxBHaSjmigvO9RoiaUda/1wyzZvb5rkjDocYYCRqmIKMOEwB8pqspXd8DoTfYIsE9Wdw3aBajtsVy791X4kUSQPrrH0CSgCA7kCgt7aXHVJXuLmOQUYqHeRxz1BRPNOjBfYaHRG2GQNx3RnujBm2D0E0UaOHVjj2vE2QzrcuUvgOHDuLYsIIOsXc8L4sMi9a1G1MsQmwER+yb6ru/KQGokhmeBAnI/SK5RBJCOhV3fLlQiDtW0gmAMzL+8FVYiVMSgSpVGCg/KU3wLfgkwboIwuOqX/r8U9V3X/0uTB/JmXF7vSFRpoDK6IVH4vV4buLrCOUy1e4GSQPaxAbwQFvI1103t2I3jbOI5/awQyKbTML4qAEwQMFdbMHvIyG+9fbp6jLSuEzWPHM3xWuH8Yp/MhEdG6bGKTlv4d5h9kP64s/8HLZ2VFAoUSfFxcmp6r3TJ5GALyV8RQnRbSmaCepWajNsyYpCHkqcEvj42Hj11LFjCBzLCX1SaNhOWNmFixcQQNCgGB/ADcyyCDkHfLdM4ejIaEKzzDIyI8mFdxIJ9J0TJ2BGCBLg4gI0pLY2jefapkZHyO4ZG8fJ1o+UucYzb4UGdQbrxV7gWlVruscz64UMxuUsyQCcL+bZHHL7kXnhu4wyhw/xMuZLTUg2s85v3czB3/utv5d71A58jrUj9KxPMNYpcO42tG0nXXRj4wdn1pDyFQys5GVRDFVxi8jE3ME5NTsuV54MDv//YpQFYRsTwUNkgjXR/3mMsmB0GXR9P+NzjkOYWa6EDqPPX1cxbEsyNqsMral+wzCN1VpCte3cMkh+uEgMYBm00qc2QgHgiASARKP0YRpfYqSYMAErIsicFLFtz50a3fisHelFR4/caDtey0G8rhKlasPJs2fxQlqXcIWyZdcD0KdRwZ499njS1O7jPFpH3HfbAe2URvTXkowTrnLrs8uk+9lzwANM+TCjLJhQ/tZM0nv9557nxfNcJCVVMRcB37VzOQ/mDnciuWiLdYKXYdjz9GkJItH+5Z4+7mOuN7NJmyGqo0Vzm3m3unW0BAjOykfCTwamcyLFhWVmtGscnRWXlHjMFe/gum6Y7iDt9BEzR9gf2Sqoyox7gzCvFfa+uXp1Cs/yNVQj0t64tmT40DZt6ZWOugisRAAZjs/NIU3wXZgJBw8XCTA7c+z3SNlBZhglDQDZwDq/iaOM13vttziVg+v/8suH2F+ejA8iKdAwG4uEEjovcsK1fRsiFQJWfEVlD47SlnCyH8JpGeKX0S27WCrBcqlpjFYaj10PU0mpqUn8JTDrxyYr8VrKzywTPfPGCbpQKNKvI20qxbh7pUygF2fHyOje6ulnn6nG9++Pt1tcmkN4OH/5UnXq5Bk883e4ln4xB86XNAV28Q8zg/Z2GInB8VakivmHFEAXIaU28/i5OPO5A9zftxcbPdcZLI9GXS2Qgnvx/Nnq7KnT4BB7wUMLt1DVr1y/meLb5mEfGB+vDlEIZJR4UzNl1hAgdHZp+zfmVxpV5dfJqoQnqcbOz/kwReg9IOZP5pl+KT89akYxn18ew+lcq2ffuRf3XdRcvD//hS9Un/r0p6JF6HzVT6EdfRWYGvA+yzbZJgtMTExUU5cnI9WvQCParROSh43Se6weZCC6i+ZDRglEgZmmfp2JD5w5j0qUx79eKpwXRicicvWfcRSJqfzgIOJ9E3M46ntjW3EaaaMgIQNuEMGjpdtcvZL1AkK4Cs6h8nZjWF/F5nPl6o2ki2WyIQaZo2qq7zKMMBeAbVyjSK0UoTThxHnIhJxQr1tQWoUh3kC1cVVytXfl0zY6ikqlSmSFoVk2RDt7bgKPO9s7APwZgp2VJF5+6QVCQUh5g2j0aOpwkGFqK5XyxUOdH5l5ULc+hEcYpliaQ4SVJcIUckpEfsgglESMP+QM7Qlb1d3y3eovEp3eWU6HAXVDgCImxhvahRmADAv0w6yD+xDsJoTcitdZxtWCcb1FItLmB7y0+yn5p+ISi00pAsA7yKiq3YHqJCPohcH24K43o6IN6cDeWFFpFml8AYnxKvvKyESUHGy328wa2jBLKOOXKdI+I8+8ec4jxMK73yQWiUiGJ065WBTptzDA+toP3NdoJ+cyD9zPORfNmIBoZ7CHLCwkRKOg6sVViWZduxi/ax8Wf7PU1fgOvH2efUnb9NzveTn64HFh1ko5Kzi3VOdWmBtxzNhfa2YGz2CYmheYMvCS/Zcg4m3gWjcMyiBtpRvpwTlXSlRbcj62EiR++Ohj1UGSKLaDn1YM58Hg7CqS0yXso+wXfmM2jF46LREAArDAwHkQFoZUdREZsR17pRLeAM4lx0H6drbSPX3qZHXp/ATl4WYwv+C5xiw1yR4/Bre3gvfef5AdJz/x4ovZM3xZJoqzyxx29waS8RtWFD8B81/TeGF+QlU4w4iCy8wrn2vGaD8C38BW1sgQG0xU2pBvaJdcIiJEG20neLVrN74HIie++MWfCb07RtFgHdpwgVTzke6zJQp8wPRmzWgXSVY5i59igo0IV4DhCvwgZifuMY5V3BAv1HX0cBs7KaPUVqsgxltUb/vc9NrX/klRvRvALp3gy4eOeoD16QxOhKMRGZj3RSVgAh9llPREnlKeWN8s0cHoVMGXWMGsh9jW0x+72XVW5DvEnc0QbygjMzjVbAGvraWGDJAJ0runx1RG6fNlHjEos7J51IgT5wHMVnHdPXX0nKt+GKOp08BYPz23SrW3sR1dI3xBKVMHxG3sUAf276H47n7UJvZpBkEi5UJ0cEwQQGuiAJfwQViIk66kP/yFeApxloo5+SHgEMKBaW5k0nhn3nIotT48yqID7iBlYmfBXOCiJUNpZbxmQ/TAOLXL3meSN8kucZ/z+5zbQAIxnGWD3zYhRmGkNGn/rNdZVGyyQ0CSbgoyumVsJ4SZatR04D6S6ipmkXlCP26hli5ipjCW0QEYT6fUpUQaBolEqjSaFEnac8o/fNS44vl8FmbCB7FPx5a2RA/7KUPzyPLC6YSYKKnDgHNeYDeYmt+dY6AdHDz+2hvUB9hgV8ej4JmSpgusGopSJZ597ov0iiRZnmgLZYFvrGR5bo3zqu3pJ331PeFU9jsMgL4y6cZdunByQX53wVUiEmedT58pPmZBYkHpBl5eGzgVhMnC79iFodliaj9W/h8bp1QctNBFWI7MXmfljekZamRepw6pUSJqEu5N31vtHx9jcd8GPjO/SHomeljN/+L5C6jUNwjHmsvrGlLjuWtTgJD6rzh6zLSx+MzIjqHq0594sdqBaWEaCU0GOQ+j3EQSdyEq29iW+ck8QQ8e9iHj57PaUH0uQpVMid/rc47a62WewkDlV+fcHYQYmesA49YsJHBGcLR97vOfK/tNydKQPn0OnAeGrNJckkdMRHDRMgSIaQ5f0CZvSNgseHydXT2Pv/FGdfz144xnPnTk3FhkRRNOq8ID49P+agSAhbI1ldQOxaaffPUfc1k5inpWmF59rn4XKCJTeYmjMIlwZBCGwUZNDxEqWRXE8h4B4sEVeX/wB0JYRUIphTLWq7cJOO5HPdhKIdD+bYMMmg3lmWBVOtD6wR4qIqASncxCe1+Yis8Q+XMepFE95bMSTx3Y6nNFQCVPpSCZ5Cx2tUhWILBb7rbDLGTMVgI3MH4OVWQB9dLsiisYt1dg7h/BYD7ENT2oQm45YN8kYvtTbLNFhdTWGXhCRP4WRGpgkguKEqdH1BPehWGQx3N8FsH8zcPvMsr68Lt9kVmqQlg53hqFOgrMZum2fzD/Tozg5kOvdRE+RfC0K3SkTJhcG4ilFmy1mq5lGC8mhlVMFKswxeVlbEAQo5uDLUAkUYXAPhHI+owGWYuYqtkpkAxBGijukOKp5d0qRfUhHigBuerLqCJJMraE83CRiGqa3TpE55gLkyx4JNoV5lhgWLcJ6RX8k9ggHrMrZGDtSES//wd/gIZSVb/82U/Qlpk4EBFZJjJL7oo0Z2eFaQg5U2GnbapI8lwq4MvjkDZlrMLdI9ISn8WxZDlxzjn2KNcwzg/NF7dnvKp7dwmzsifGBiqdaZ4wm0ovrvnXwQ3ai3ZHhoMM1tfonj3ZaXTf/vFIrj2kyq4zB/cxnFrsWsGBjma3x6tIU1NTU+yxM+0p1FQqGJnNg0pvjdNeNLi+QcKnwAmZwzPYOp9/7hm292Db6auXI3kaYWKhDXHIuXUuNBMFNxm/81qHAWVvKeiq4PpDeIjXRcV9CJAHcKStqNBoeFvJwjOLS5vyGvD+xMdfrp576RNVDxEV9m+BrVJYUdnCRFxSkPD5CAZh3movmCVgbKWj0lMRJrLVAwzRtEXjZ6X7mwhjx19/jeLNP8RsdDMSpZqEkE/aLa1omhDfhbttNr36r/5n+l0QQGlDhucFHz4Ko/Rs+e3DjDLEwGqvyuw1tum5uu0PM0rpSAO6my2ZVvbam29VlyYxiCOGj4yyJ8zu3YRy7KCjAIm9TW6RsWMhYL2iFh2VqETY2Kl4ot5pJyT9ZJASnN9VzSOeR7Kw/05iYXAyWjcyu42BWPuVYHYCZKSqLqmQDpYZGOyzVQlmUDunJq+xIVRvdeTwIfYjJzhXCuNQnWNtDNNTkhRp/OdR4FeYoQhnMHFgzUR7iYylhpXEnClJG3ymXdvx9/oanygxS6gyTG2VIUb+SHhtSJvdSCCdqHO9LDx9eG23E7/Wht1W583GBosUqsgSKXBLrLDW3lxljEvAWlhmAWDsquPtMEER0WK12hhllMYVajOzNmXJ7HK1V/Vj/gUk46mliKi/9KtmJvV1uZZLVVu1dZnaamiNyClTy/HgzREXIvVaU0e5kL4ZQkXmDeXkJsEfVS3xamSkr/rix45kbuSl4pVZSzXcjKvLdxmceArMTBTwcXrKfXy98GkGecAomQMZBUt04J0x8ru46FHmSDbOkcYKXvjFosguOl5jrJ+9ETftkwv1GozgPs8WBm4vklqiEgr9sz1tZ0r72iuMIOhEC9qBWnrgwGNsx7A3XuEzp05TG5OK6zqowAu3CZm4jIONMLo2cFqHzFZMA9r1jFh49qmPVEcOPQZDvVXNUEpwlg32IBz+G8rDQ+mr47CPwhG2mQWCrzlqfJSWsoC4ED6Cp7UAEFrlXtuwX9Zh6GJR00s+B0Nubemqdu8brz76iU9RLHtYLpXUS991LBrVYvSF2XybG3jZXQDlNbxk9gpE2rxjg/ccEqJORhdj/8VWCZ5ZLHgVE9oy7ZhRNkN86dnTZ6rX/+QNvPzvpYau/bfcidhgux5NP/qD/4nzMAk5MyddvbUtFcLONRl4+cQE8btNBAAANMxAYHqWiayJIG0+wijR/Qph525bkJCwb9B51efX33oXNcJK0djbUJHdA1uv3759+4jDMjh4KwRZYe9BFeRlSpoeWHoaUd/neaiiS+hFmuMptOdvSjJKlFGFmChQlFUDQDNmCdW9yReoBq4k6cvN5LUPyiytCSjDWIGQLdhgWtltpFFT8EDt6sDecSowD5BQD3wKNvFMkYt/qCwiif0QxoUJ8CNt1DAufZc9CpfQgUMJZvpbXmE05XN+8kIOGYBEXZiSwb/FbiPTtpJQkfCao86YpubC4UPcWMutDbTXGmwvk9C77oImo81OdNjZWkFCGaLxmS6CsYtBvOKIuFDGYGd4wQgco+OIaitZOWmNI+MULiC8jLAxZdypxKIkCTQdb+as3MfwHozfMQFBnuszyNxans9mW6fOn2MOcTZRGejgvkECqh+jA4tU1KFlgcPhs5j2tGXsqN9lWiEk2tM+6hHplnF4m/11HPavngcZgguTh/1ZxyzEXfluvwWD5z10dkSKbXz3nM8t1/E8nuOh+qfz0vM+z4XAhdlyguKxfevAiWYwt/ZDcVIYOFsuyHqtDfGRNK26tIod0eiIJeLKlgiDUZvQ1NTFom7A+SHU+SNHDrKLZ2d199ZNdqGk2hWLpezY+bQvgRrMvEj36WYDRkj+jN/zuZbnK73xJyYpRx64ZY4buCscwXcl8LK4dsCotBdaOZ6tSChIcuyJZ6qh/YeQLAeDZxI7QweI2tPRXKA/6dWiFWA5fIOwQrRLFfA4Tl1EgrfF3iuu1vSlHbgsyozN/tLsMuFOjkHaD89AM1uCYV+4cKH68Y9/XJ1gO+vZW7fL4qkA8L1/8T9mdp2QSAt07FGp0ocFWI1JjSgaJHLCC3L5cI/amVNLCt7LMPghP9NJEZB7ZB5MQnK8WVHvYXc7d5Ecb7YpWGIHQBdnb1GsV/Wew7DrntgyTXdOtOKyyHgTG4pVTXgMKzChRfRHoz7TEyBZWUbMLM8UcZE+eJ5GYFOVYq9C6qQ3XGZ/inS2ggHedrXH6MSRifqQXhAtpdqwbak2Gaq6aMwZiHbxwmS1h3qZj+0/GPsTLQWOjsSxOiARSmSxWEiYJhMrgsWOaT/5HDmD65T6HiJiA74sLMJaJFbQkInYZ5OBvKKQneccNiW/6KOmCQ3vHs6dr6gsMjqQS2+piJaMDJGQc15Te8a14SrJFGQD0Win9B1iYtVOf5yABn7kQfwpbN9+wNJckHh/9Khxhh9DRLVElmuAg7+HWdG2zEZYuCPhbRbQ8xOolUiPSj39FJLYTibQFgLFx3f0VS89d6x69cevkgVylbFs4kTpY0HdksVOBhcGTl/DIHmG86h3WOYgBTkHNRyz+EDgm41xyiTtl/eKNX52MXJCSkpcYQSAr8BZfA/EHD4X+YA8hDdgIlNuJHJl2F7CI7jk4RxbbFmGru0tmSVKiuCk866pSLt8p3ZpvPEJ4ga31ECNu9yCaq4jxJCkfu2d+/cn08Y9s2dQP5cW2PmTxUnNSz+Bs6tUZk9jh7Ur0FTmosH4nGdxNOcb8yRee42H77nX+3iJo+KT0Rg6XaaxdVv8t41qYPMIJCZGPPfip6oVkiSOHjlGVAXaC/BzvvPiXjA2VYlAlTDLFvZJXVu27zyvcV3MSuIv16v5eC9f8u6iEm0ZXObEwznhU2yaAN25FQ7uJCtfuI1D9zaxtu++806ymJq++3v/A6GNTqCucTM8eBhAjkRmzzhkXPVhRzwClgZw6t8EiljzQUZJf+mchKBTZoOqxuS0UZwUVcPQC5jZKp2cXeyuZqiqYwVskcB0wqCVA+BhlkczBIDe4cmjMAE2uK0QwDCpfFZ/uXxlKvFk7hsiUPRwGbPJzIWBl3AGCUSPMo/hZUUTZ0WCqKsD1dJfIQKi+Ikli12Na2IfBSlkuG5C5larMllVNOPzbgLcaVLW5At7R3fgMRxKTnaQiGvq4z4EXlQVpShzmWFOtsM8WDewZh4F0gVpyr1lngSzjNIjkpmEzj/HVI7GHNEn4wWV2j0cp/UpRSoeivrm6st3YCBjdu59iWTlc0ljy83BBbUJ++Ace7Ygop9qxHas/mtc4E8+OL+XL+VvrhMmtOu4i5TJncCjIHsph+YieenSJFulEiuHk6+H+MYdeHOHiXm1/iPicBYafNrVf/yrv1x1sQd0QE27tzCTTJPqusZma+fPno9qbqjPAHZwt/UQT1TbVX5lUpEEAb+SlX32FWkJRcx5kgFwkmeyyPJcr09YV+4t48xCaAtc65YDZjwZfyvOyNi0nwufsNB0lOf5cF6Rxn0uK13moNGO4FSlFFbCx/ujSgK3ZZiPmUFWHTIiQ4eEhW7NyzZZQ+eRWkEH3z/+8idjw76DRxjEpU01g8Zi7XN9UIbhuPnMueAPdFRw2F/FVH8qi37GW5DBHzlkpKjX0K/7DOlgMX1R84xl2pTaxI1UcQJhn3nmuerbr7xWPfb0S+z6+Fw0M8P61HxM+jDLqwvO75YsZ06frN49oYnuYvV3f+M3WSSsAUH/AZ84I0PMPxml38Fxn+Xin8Wdz0Xj5YbGEYaaz7JjbaZ1yT7mTZNbI0SMloBZw04ihvnANhEXLxiyRDrh+QdN+7kBGFcWQSuBes60JTeS8lpDJSxHZnaLWzuoojjY+8ts9YDKpHpr/nDChFhWe7c/j5oEkLFdwMuQ+ArT9hkGv7b1F8nGQGYDYC9eOJ/iGIZAbGPl3AlTGjwynHCjS5Rr0ni7nUBymei6JbsAmlVnDNdgjsP8GCyMogBaZ4aflUfv4YEtCGDhA7zHqrOsMi1NBcn1FC6TZjg3t4IdECcKUpmAHO3vrsa2P1YtMe6Z6dvV6RtnYOZ9kYK3EK7jnIJeMCs+wPJ9RtlzRNQS/TjoU3lj4oCnq5xIGvgqKgBdYV7PR/3uPdKbR+yjXGV4YLOrDAThmF2buzFhGChuwQNV7EiuIFgYJXPujGaDsbzbAO0xpzKF+2gCnPYJMXqLWP6XqPLovBdk9Kr6EEk96nHYT+/RHifD14BupRvrA5o3fR2P7kW2yZi6ilf2/mo1RObRODtQPvHY/uBXG2My46NEHDSegmTUzcZZmzi5lKL1ylsKbWvfniz0puW99MLHGMNmdY2KQoaAzcBEr0xN0YHeOBFVT4F4psIF01mimxxiYYG7wkDREOgDQPX3wroKnISj5wVIF2OiIFbV3ew2JTIPEiNg3jpJDEjXMeZ2G3HoCDvacu6ElnQkExbGYaDQU7OB2naH/hjO0sGrl9jaIv0BT35RQpL2jHWVpbkoL4Fn95sp93frOp5tcvRx/GUx4oY4Y6BdJVc7XY+pmE44JWPO3AMmnqcn2UUgV4M/CgXihtfIdK0xyoWUFlwglnkmWW/XcYS++dMTqbr081/6eZgRc4W0P8xWHT/6yetEVZDOibNmbYmdBChIvI0ki+kZaHziXDXx3lvV7Wtuq0ExDxiXONgCg9yC88oQn5qBFxu/c1QWIXEqAluDVzGS4Fxh84XGpKmCk0U48LvMnBI00CZ8qIsSeKRxKmSxAGnYd3U0et1gWFUxJuSeHiUnjakRG+oHBnH4yrNaRAiAJqN0HdnQhgeiZlMhmJPB2nJkq5svI5mt4FFd4/waTMbQFFVElGAwqT/qjwjRanl5MLSsWEprXNQgpGFULG0KbvLkiuX2nO+9+w6TTmXsrf3Vnn3UrsSWMzIyQtYEuwxSjOAG9fS2bmWzMgzHMjdXZgGoyiMw4xgAgR2fQ/N3HSQZLggnAtAbruU3YCOBJ/WJZ7ajTsjs7hAL2o6xWQ+we5V0QSxjoyP0EWcRq7fFAK4Cn96tXWR09IcpqI5KGFHlgWVZuZH8hHWO8q45xMlU6pep+rPEGBsVTFUiLffw3pijhx5n5saH0L7qo0bvXhh2G/2WBO2DBOMhksRoIRwAuV5kD/HCf6rZ/mCR2Ye2SaeGxSZX2g3wpdEHANU467ORn+x45pI2uSa1EZXmwb3p2ZkUjriAR3Yez6zSxKEDB6vndnyEi92Pmn6GYCUMeknXoi7zIcOjPX5OwLQY5c6B4rTxiS6ySmGDwH2e8KZV8HOYlMRt/b3VrqUd5P4fgIEsVu9QxdyKPvei6rIQAPdutqLoNoDfoYgrwoPPkTKdE17aiGWcZoCEyTm2sNgyfM/ZOfvQjgOmrxWmTGygcDdBwGQGEyTcWdP2ZJo9qNNmZcVvw3U+XyOWf2WCmQvmvfwri6xsUth38AwPpUmse/ncigAyRCbVdmpveo+H8xFtJF+Zc2DqORlk+Y3fG+ds1/azQ6R4UN/P79JSK6mfCiLzVA3SFNELrVlb4TvffwUagMlAPM04BH/97/xtasVOVx1so+E1OtBWqbPwM5/5BFJ+f3Vz4t3qrR98LeFI69gvmUTMCaW6mDjR3qV9lH4Bk4JPgJZ/Me00+qQErQBQ8JAOAjMPr/ecMJZqPoDDnK8P51b+5xFpm3dNN0BSwLrVq8VBYVSIyEoQOiESqgDzQoDnGuPUZJz8BvLdozjDfTynm9i/7mF4dk+c1eWFpCSuIsWZx53wAtALUg8SJVSDTmictdPs5FHtffJjVdfIwercJEZoImI7UMslCtWRBmrwDB7PkxllEEy19z6MSea0lTAHw4Buz9yp3n777eTsDuM1c48U4yWfOfZkUpauXbkC47wSO6dI6tYMMhv91CJlRYiMTLjUnSxIJwNWapE4BJ1MUxjafxEx0wTT0oaXVZf7LQ3n2OxjCx7hvm1u2ERgO/A19/bCucsJAHfDpi3kSBur5Qp/n3aiLgCv1MAMDAoiylgkXF9uiMVcRxJQGiiqROlXoMS1QSIhBhLbTXflc5V3U6gu4u3M7qGZMKwgGe0UROIyR8VNWSwhMA8RT0bhuKImAg0/555c4bOERzn8xOXloI37wNFzltoywN/q9JeRFi9cuBCi6EXV2k1g9LEjjzEXZJtAIOAyR5nvsliJk4Uh5hfGVKIXeBa4IiFtQ9VbIi3W1EGPZhyIerejKSDFWAlnZZ3SfSzeYrV52eLAKHtS76CIxcnTE9V3f3ScQhfAGOxTuvAeIxusxBPVVhWYox0aUUBQA5KhiK2hDXBEpiIDFf7CKEyMi5RGfW6gzPjaOdFGgL5bNNMU/BT7I/DRuWA1HjNSrB3aCdxU2X2CpoaEtIV72xPadF588dkFXft0Df7yO7kJLPIKAa5V6RP9LF79Mo9qST7fhT/38CeSI3joVLiwqhKpbTjVSpfio3bfFWKOO6g54AC/86/Zg4iccJ2hA+wJxA8kQXRUv/2f/n087Rb/JaAddNLX8Ed/9EfV1o7m6p3j/y80VBiwq5GLQXsxtAdnmrlfGHs4X/Yjueo5Q/8YlOa6DtJwCywYfYOZepvoH+jwpRYOcp1tcZSZazBfvkc4yy8P/8AhbIKGmRAryrQx8GbETgllk/JEAsSCEHIruf8qUqNBrPdBshUQbhXP3PrqPGqo8Xdkx9Ap1ZsEZdsJmnbC9aK2tCKBQQSrjhWGzF53DLKteu3MbHX8/ZNx13eRJ3do175qO0Gzzk0rELoHA7U2YZksEY+hgRFWFTHQ2thBHTy6+13JpiYvke86kdV5bIwAXEJjtF2Oj4+RXnaxunjxYgq0GtBucY44RHiOtkJBtwmzlgkVFQM4wMRijIcyCpKJOl6pZEcf+QhNZjWWCXuf2bFFiFYAAEAASURBVEQLLBZKf1bMFo6poKJdCZODG2VdweZqnJfpb53dpBHitVXic+tViUPksC3+8s+jSIDlHIwTZIrqxIUigNstlNm0bx6SH4dIA7y1ybmxlilnEoSmEhHG8dlmQq1ow4IAtuDdbrTlUVQxiaRu2zmU+P1enu9N8hGZpJJUiV2jeMn8nerC5cvYCC8RrkIMH33Yjcnk2SeeRBLBuohppoX+6JyBGwErZjiclgbBvaTiAYBUdeJpYdBhFD6bXpb/1Y1b06jfSM3Mq8UvTHXTNmgdRgnMsBDn2OcbQ2vsoVEU0qgOv317hqpf/qUvV9955c3qNNkcy+DS9Rlro7qFAXG/K6i6XS0UH6ZKEjbSVhafOIWY08K8HL/wcr7E1mBs+sdJ+i0DtrO8GrCTHwg3iVX7u+ah+6jlbKwQ27LSo7Cvg7i9LhEcoSk7bsvAP03K9Pxu83zmPS8ZnMIJtphIwzDJctgfXo1+Cdf8zo9J6kg/xR1O8ALjgkOy4QU98ry3oXlevHC1+sYbX9W2wELcXu1AYq5amEft30jQn/+lr7j8J8a1E/PVDoSH3//d/xuTBOIXc2OyA7PLf2id/qjpWYdT2yIYmlc6AJNWoxAmmhS4ION0LM6rh5qTjNTr7XeDW+T2LP6OxV+BT3A5jF+4ORGFvv3dhe7Ro1XVRMmpCZXD0mJGfDa1KPLibMHDtgHTMN7OEkcyRkVpw3nmUReUDsAU2oOR8S8iKwhpDzWkCmyH6SS6AkiMqkOdTqJzxXOVBocH9lR/6ePPE4i7UF27S/4psVw/PXu2Guzuxbi7PV7NtAPzaqOdoh4AeiUqkLW9C4AqFfJo7W99qOYy7Vk8pGfPnsmg+5A2DI8xZ/qjz31USOA9PY/n/CZxmyO5z7Ai1W7hoRRlQP09nE/F8ZJB8JsMiRmWsTQg6cQq7Rg6Y1yfi4EifvatYbJ1TBnO1LSiNxnbGYRqHw0zWiKYXQlLL9vGJvZbkLgVxFEaLsHvVJQmHAThNCstt9A2qBoKc8KFrecaH+xTTjo1oJl95ZChtofhSwz2HIjyxmiZIZgm14XBca9qSfHSemdBnrBO231wiLTCpGFfRLOQEd3EU6gH+Ny5cwmfmp+DSfFvbGx39eThg9nnRolRqXkZ6U8TiIuecDFgWskiIU+0XRhjIeQsXJzLM0uvGCbX0Jb40IWtThVplWD52+wn081WHNE2WJRaqHZu2wYbK5lpwjDVUEeD391NcZpCEO1Itu3YRD///LHqxWNPVK+8eaI6eWaKedGrTT+x9VoZe/Ia+dyokMJIjUCNwm0qetEQbM8caWM5k+vO+MIEuUZa46ZMT/1eZ5rwCCAtM+J64RqmVGAc8wxn6iNbrDCf5er6LO+2za1hkrbhXPL8XMnzZYJZZIFXKjrxu/D0czGPiA3lurSq3RKkSPET6GaW8nAKSDKpdej2+z/6QbWMgOTv21ghu3TC8MCShYb2gylq/JlnqoOHD9s5zBpNVT/mp6//P/8X6+FKtt7YsWt3fBjWY3BBrFOdZZAPKUx4FNxTm/O82pq9dcz5jXuLU5oxgluJBQenxSvhUcIFmQk+h0HaHrjrYQs1XuWEf/wZWvS817c2wQiaVXfvLVct98lZJfZqg02LNpDOksQPgZt4rjogUvZiA3TiO/AupkIKWpLMndbCKEVaC8laFAEMLkyDB5ripXQiA7EXXJ73OzevwSzIZ9VO2sT2mp1bqyefOVzNY7uZsNArGyudvcAWlhCBG9uPILJneBlwHguXYFAyINRZ18iNVaQnVrY20sBM+ZtDHZapnyGw1O1rtQl1sGpbOf2pp56KN/vUqVNym5IqBQG442IAhAqxoXplv/ld1UjmY/cL83AcBdBFReQ8CJGNm7jCmD1DkdrZM1mGpN3SlECmDkdQN55BdnDctoVc1iG2CmCfZ/JtZ2Gc12fmKNRBLCnPGiD0ZYDl19xaVRonXfLLJILYZeIDBs4HsHkTWWpkywLA91AO/ZOhB0FcOV2hmSvnRuYJOMWStMUZptG/MHAYqBPn82US7gkze1enyAxmjenq2nQJ13IxVNq3aOzzx3YkX95QMKsybRK/aVk9EX4LY9HpYv8dS57fwA8J2nOu9H6WyMt3CYIF3JTB9IX+SDz00ZELI+fhLvYys5UsEHwfu98Mi681AOaREpU+YqDHeaW0L+PUJKF9/S7mka0dW6tWPn/i+ScIyD5GhaCJ6r0zZ/Eugwc8w4UyCz/glImuk4K5eme+mrwxQ6gOhSMgCBlg/wBzS3ZUr6Yi6EeVspVxmC6nGmzGyUO7pjOlCQRYMD8+KHNXPgp2fneETCHPV1MpR2ar8Zm3+vqcAVaNe2QYBY7ClPNcpwQfmPJZusnNfJZZaX/nIcELiw9b49LMlfdPnyUdcIrFQZ/EYtXvtr3cY1B4Z+yqvlNrQHUZ4eQX/sovEtXCmFhEO3vbqp/86PuMeaM6cmA/iyX9AC+WwD2FjGz16ygZbPkXMJSx0T37anbNzr276KpM1d+dC/rPnOuElefEZAaDT10DR+WFDTiUxhpNemPjqGmo/p53yawB3tamJUpLITHeZwe3ewzc8B29j5ZucuWwGo+i7joTHScCD+wk6DW7Icqy2A/A54mczp1GbWdVtbAFLyRTGmDTZNQ9CfxBpxlsE6X7O+avVL39bB61c091/MT72SKgE+QaITvn2GOHUj/u9PlzME1q5J0/w8rtBk9USsYW6boCqkZcT5iJdhYQyVL6Vlxp61yHaFH5IYbiaV+utFe6MZYqmJKmtq1DZDe4Ei6RIXGCEIQBVKsu74MSBGfitWhXxHbCPPwbIn/4LZ+0Tfmr/5ysSKcBEp8x0CC3MAGogkg7S9h3JVxzbXdvHwA8LZGs3VNnFifREjGct3UI3cJJAfPvxtCvM8u9oM1SMgjXwGafp2rEG007u2UldNXNr3SpiwD9VhktdgJVHH/wN48QT00umGH87ryrsirx2coiOOEi4z4wN9hGYYZwHUuqFe9sG3YnqmE/+QQbcg1kuwA3SVuDMd7Ddq3zLQsIC2ivW1XQboEj/QB3+BLYivB1f9InmGRtBikRAJiF6I9OD7FYvNPhVFTGogrL9HvAER0LbsXQw+LeR+yedmIZpGaHoiW0oJ67VSt5zizE1ESh3a5qBunG+W6n+tC9lYXq8IEdFODdRim0G9WZC1dSnk/zkngsw/ElzbgNwwbnxT2wnQWauMHbV0LQKoZGO1hhaCsZU+4N04YwYEwxt6Ugg8KFi1BohvmKxKqLLY8qDMQlumaujr8+akL30gLXBpUVcMY04LVhlsxl4JU5YAxcU+aGGEbmnIuo96hZaCNw2SSw+2vf/CZRfZhIpFnwa8+hfVXrIONAy2xlLExJJEtNePfYsZLcw+o/+E9+u7qNAORMtcNNJy+x+wDj2r1zJKYWPdgKVuJXnHPgseNwISgorVRZ6K3YDTkPjMbGx+Xh8JrG4gnE1IIsOJJD+rMtV/0ApIyvwIjfgKEw5VEPDnmbMBAvPOpFW8eo9zX9q//m39oUeVSF2tshPOwKdkqVcIm0sEga3OvzitpoMj+qJZ3MqiSCYAfy0IOclZ/GO40ZY3WNXYCBcFXUFhlD6QQdpV0dKEosKxBvc+cAITVWDWHQMGOJRvWoBcTrQ5LcM36gugdTOXf+PLnX07EzWSF7nDJQ2/FqumdHNoFX+tDmRd8kok2eoYTksxyrRnxTJ5MUj7PGQ+TVtqXnujx7A7X9LMVZp5P2pVdPk0MASb+EMY8rBO93gOwBSP2TSRBmTrSjz8EJJ0hEBoQhKtVLYVmrAUrjFuhI2hwTvQC8brMx1V2Qdg7TxArEZR+3sMLr0bbtXiTjLcCo1DwER7CngQr8JlLguMpcNVVjY+MJ9r0vI/SR9Nvf9dqmT7QXjzTE4ryvwWjcp2QaZmNVbjfqknnPw/zaYLhdGM+395GbD+z3ENuqhGgZLqMeNpC+DANpBackIlXfIBxIVx8+U2cIHcxv6YNMDER3ewa/JyCavvg5B32VsEp+fQGoMHfB/Nt/92+CA6YzqgFB1FITh9lHTogOH4nfeFjtlkvggVV+3Oddp4+LlKmxNzAf6Mg0YsGZS4ZTFrOuSPxXr96uzlC78S5xv9LAJqYa4RmbL3hgkL50IAzrfjt2owcCcf6EXJlfYx7bdfphYxee8VbTpvY5YdcBwVtRnIYYgouhixYPoz3ZSFmUC75xEedyqcMOBgSGPOfJp55mb589YUwxXTXa0BasD8FF0Qo77mFlFZ0VQpiOH3+FnO/b2Vmxjd+XqX2gbRYJKpqHdvRe+tlJG1A649aujqkJ5+UX/savsI85Cw241sN+5jM3JquTJ38KjOi78w3uObfLRMG4P1L2EdI0wQiKE9KRlAU7/ILP8Fy2sR6q/tqv/o0E0Wvwc0FzGw55E4067Ixb+Ghi0jRngY1I4eCN4yx4yJJDvxPOqADE9blXPOO/i/OjR9Mf/hdfoKYCJ3nIVqrjtLIaLCBVuQnSCoG6GkdlniKVIQ4iMGTE9e6GR4obHdQeaQdkCz6F5zMstwMlvhDgGWxqDcBFEHKe+CqJL8QKYw2C2VFeUF+1se0QG0NNU4zhLi3h1EAFYLy2yjvX8GVkdF+1Y+8I6vo6GT0X2QbzegjAEknDbDd6gBJRzQzUycguj6IPz0+OKQ80O8f9xSXqbDiGeUGVWIaldGE5Np0q8fYyDsto6QDSYSRDBYoPACmARVyZuv2MfYZ7svL73A8drpROgUzK8Vlc1+eqYmYVpa16cZHgNO7bDx5Jn4mJS1oaDF9piXqebmtqmbYuJNIeiM6dGvu3WruShQfYOyuS5z0oet/+AzBKCmUgKck80zs6LTFJPKa/uU2sAcJ38VzOEElw7RZl1Zg3EbGT+VG17SF7Yiel/QesOgNuYIWBmZAyiMSxsYnkSAhR4mDFC/5BEk7gg6NmHpEmlAadK+Do+Q1WEC+VoamW5doQlbjlIa6CDbEvNZCZz8LywP7R2L6+/OUvxe5W9vouc7WJZuQiaf50WSApaozN0qIIgxaH4N8tHDzC3mBomZzSszOpl9y0QEAU22czY15goZ3FITdx+Wo1TRxgJp+r7W/wgHYsIOHofXkoLOT3nGPxAJ+Nz43UzlX8yPM5D+PUwWGwtTtCqnFY6s/0RUOlnAvD63Qien2yyoRJ/gU8nJRKwXXwyoXnmec/RljUDuaZvvAcHS1kfcLzcI7A8DtYJCyfN3mJSATqVC5Cf+1IwNYf9dkDZPfcJaXPRc+USRcd+9UMXrUxzmgzxrEgyf/8r/2H1V0cYO7jrl3cWgLvvEV9UPZ92vQlQwS+Onx1uC0QMWPREk0qStE18xf2aOfkwFfVxz72UvXJT5YiGXrr78Og5TnSiKYXGaKLVs0EBbmZacJKh29Sb72WPnmU6/gMAB8yZp9YjiJEND4Dw6bf/fuf2VTSYhRRUQ0ovYsdZxWpwNtU7+R8et0kaI3XrmyugkbGK93IaGkrjFNEM9XMQTtxJa2RDZiUUCHEUvbKp+HsYHACXKbi/6g7ox+rpmCUbkAm0Yqgjs3n+HwHpV1pETuXqs7wDvLALZ6BMf/MmfNIA9NIoXjmYSC7hgZJ+D9I+xALY9SD7vNtx3edN8Z1ajPTk6hqpufc32WY2jOdzE7U3RAyELF4wCqLiHnmIoqHK7uHK1+ImP668tcH4MpRPLlcxxhcdFycJJys8GEGRbLzWfXhvTF5cI+TbBFenTTwdeBD+iTEP02MqhXPNZVsY3XdvYOsJRY9vZy2r8ezA3vtgYMHuR/bE3O6CmJaNHkWqcktfWchDB1KMU/QripgqanoVgdt1Z7dbImAicLFSJRQWtQco4PC7SdaCCCWwMW0OkZNcMhwAGj64Zjsj0et2pS938vvXqvUJbKaoODiIWwk5iwewi2M1MVEs45XCivaNFJACQwGc+Dg/uojTzzB/Mh8saUxhwlpgyGnsArzplTJUxO3aeym5fl6CAXSBm0dU9u1ry5O2jWXqS4fDYdFow3nTzuLqY9ehYrngP3UNfcNxyHH3Ij50oxB/fZNNu4RxgLwon1wShgGD/jNMCRtypZQk3EaWWKhljg3gIsqoBECbhGrFKr5yS0b4J3Y2imAAq5qkzUzJ7CifZ8q+zSk7JOfehlzEgsCfXJXASWmLdw3R6zx1bPnq3nszACaxdC5hMFBb45fW7t4q5NNpmfbOm+UQi3s0Up8pJvcrfPbKiX/vvzXf6VaZG5WmQ/x1hqmr7/2E3DRMnTQHvfoMHZuTeQwxzw1FFj4gy8ycvosDgnLz3zuC9WTTz+DdO2mZRyML3GUPFMGKaMMowN28pqCX1A8PMldA+RRvgrsa2lSHlZetpdDmksHfL4fgZzX8Flcbfpnv/Eiz9XTqETsaorKxFj0XMoQNdBmuvmsKqP73wYkWg3xMtZFVBvtPviGwuysZJNd9XyiiJE+eL+hGTBG2pLYTEGTuGzP+xMCMfwsangHzIiiuzH8F9ui6pHMzDi7bhil1b/9rsQ1CyJbSWXP2FgqknSBdGcJ75iguKxjsD/DgwPV4UMHqibGJfNzi1wlOE0OZu6ESSZg3jg2PP0gqkZ+EaQTZu4RJ4WfQVylE4nLWDLLsolMMv+aUcr8BXKZuNxeznAyudYCXFJlEmTMzlF9rUjkZ191G7amWSH2OREEWCutrzJnbnm6gJlEh1Y73vIdOwchpPbqDuqyZeyWYWjGUOph1NOuRC9R36XKzG1UaSVJpValRWVAbbM7tlNxiCwO2ZH1LjeBhdV9jDNdd4MziMHSat7nHiNFkrbP9VjKnAbZHmGUWUwYlyp3bIuMqWYWIrrqmPB4YA7g2uIFZvwiEjArzwLmwiwwBmH5CR4JXjVXv4ZEY0rjzMw0+AWR67iC6ThnOvXso85JpWrNC+YGm9t/jc2/+llck6oKXivdWAM0phokeZmsOHGPhUHcy2IKvJUUlc8Nh1Jtv2I9UyJGvC4zyIKotCPTqedbG6vw0/RSUmNZaGDgsZ+KLgwJWRs4yDT0CYAv4LwSXTsMcwD1dsdgH31gpOCri4FjEab6B+qEDp/fiibwwosvVNux63eaeQJMr19n36BTZ6tWbLD9nGuWfrmvmbbFaXmCTMi46jAk5jlbYtABvxsaRYexd3Mt6vUCzsbP/fv/XrWORsMK4azQn5Xqjdd/EgbcHO2gIQjwrOz0CTxdmBZRvTV9MB3pm3D/4s9+qXr8yWOUeNOZqk4CnwA/7BcfgndqswkzBDbiFZgUHNFswtciYYIP0cq4z9CtbOdL79RgXZhqOouwyD0JhwyecVGD8Ubz+d9+42PQFzZGVwWQALy1GRqBIbFqqqasgWAyNOPvRBSRzOtF6AWkkaRNcQ+n0hEFcZHa1D69YWmRH9vwNLviFSwQvSSMksbnKurg+ve8WM1U23gu5b5YhWRa2pyU/kQoJUNzl0V6kU0jvMhlpSEl1mkS/ncj/fSzevaQ+tYBA7XM1MSliwTAY3NiYgbwRD5x9Kg8DQbAZNGW0pgSwzKOh0hLXFeKAhc7rb2WCJ0o++rnECCdLsTHQhDgZ7jAgsY5amZXGETjN6jGSc8/riuMAcLk+fXxKLP0XptLk3x2X5l8B6bGgC5BlGu2x2ZPu0bYvre/L20qORhyJVOcxQu8wfXuomcxAsMrlETcuMk6lu7VvIWoARdAM0OkgyJxIzUq+fhMAKYKE3UGBE7cJs+31+A2OCEx8y1MBrSFeAtzqwlABul8K535m5J3g3nw2TYSbE+LEq6wC1I4WD9zA5DP85DX+OwheaAOsmA+dewj1Rj2auFphIS/aTdPyiDMUnVeVdfdJcXj2L/BafPBzYG3jJ6ZMhMTF3FIDdl4nHtqNUo3Sim1c08CtwN2KwwFaU4uRs9jErqF6eLGdNlewUwuyUrQ2P/cyF/tmEpdmg0y986tg+ISHRGZd+7o0AnE4j+EfbBHBsvkyNR8WmH2LJQIA342lEhmmipWtGNFf/cZf+qpZ6qnCdWRGWvXl0m30yGfKy5byUt4t8AYXYzFA2EcswDMkw/pkzjfhXlOKU5GA6WnXmUPtQ3W2VANcZqBKojcq947cQIcMk6ZkzJB/hkPrR3YhUbzV/bOgq6zrz3PHB0drz79ub9Eps4QeMaCBBwSRyvkgFWkR/oi4MOq6GUkdM6Jl2Z8hZ/5LPoontVM3zTZmNOcN+HMER5AWwXX+A4deYTvMY45mLjz3vQ7/+DTTJ+ThxqBSLxs7CRqmQZzSzepnskYNdIqNSUZH7W2EIMPUPxWokBcdxIaxGaBDVXSsum8sENCZTBtqEdKaUWVYkXHuyvCSgIS4dbdz1S3W7czAdjv9PgBWDm6tgyBqnpm3USJzX7JMO3LrpHdAb7AU9Q28f/M+XNImfvI+e2LfWYbQc4Gyl7AEH+VtEIJxnSyEYhC+xviEtIlKhl9lRDuM6EyZhmmMZvaz3y+hMgshFFrmlDSFNkkCAEMmGK7DZOQeTSOTIafWXFtIzBg3PnPjEnyIu6D67jUifa7bSX2jXNOpRMchw8IaQD7PHBYos0BxmhIyir33cTWKBws2urcurAMYQzfhvNlK6aDXr4XxxGEQf91eq0BWxecIvGB4DxMBHTTMsdoP4KsvAMJeiIyQuoQvfMUwmEcAKpI7lzheRczLszn2hFju4UHhlUw4xA/9/mMeve+GhaOVxyTsah5yF6aiY+0wvqnXv4kjG0weGCf4iVnLtxytpsajPbbfdy1SbsAiYu2O00usg4yC0Y40AVsjUopxbt/NzigHUz7Nbc1FsRCK1ncGI/nTT+shQOlF4sjy8aklbuoljdRaw39mrcdxoaOmOcpOcmgMpm0oyGni3TAbkJuxMvt4KV1GF0ESvk+aAIGYzEXzVuavHSOuneMWkELzE+Ny4B9K3QDMnqBRsD4RkdHq8cff5wFZDD00aYq62rI74nMAGmFjbAKY6E3LozOp6puwrhkInJhWs588Axm36/0yzqP7FmOBjM6upv45GvZ4KyJ6BLn2OuFmfQh/DfQ5Cw64WJezHqb1RMvvFx95MmnQuvuuW55w8BZkDWYWRmTAys0ZFquu5Yq3YcJ0kfxs+ZpjkeNx+u5gK76j/YcBmML/XKNi5L98DnSuFrEXXwASpp92vV/77/8EiFOIA4X6+y4fg21YdH4PVUxxGg7RKuKv2tMtEisDaMDiURbhQ/qwFBifJ+/GXzrdgFhrjBRyb8QVpkQVQKvNY7PQQiIYi8qEszmlnHE+L2ZjxaYag0gubqMQruYbdeDUu2wNJJ2Q3ez62OPmx5URhFIRr+d6kJumXqc1a0JqXOOewcooDE+vo+Qj31k8lDxGDvNXbaeWCQpv58iFnog77vKSVhMqg6h4p0ujoe6oKuTDqwhLldhS0khiUFowqFU6wZhRS4v4nAs9bufZSCczDnnVsbpEemT98JEIEauqe+tn12uhAlBOITBhnDusJi0gDQdBFtvAmcRo1m7Fee2kunUT/EQGUsnL9mci8AqEscyDMI8fxFEScbq5c5N7NHMNWRSCJw+OTYP32smnv4yDOfS0JUwTuBmexI2g8wCIK54rUyZq8v4bYyjHqPESs+5jnHzqMAJouJEiFGJLlIYksrnPv9JPO59MRkoRQh7GVEIkoBvnUEyvtQtpS3Di5ZMtQVfGADEQA1SCtpqJpLZSGjuE++4fLj4pjRuIL0MU5thMRPwHMabPtPXrAG079ilQrUJ4awAoZrqmO8C41tmY7HvjUUgJFfxxpAvd3xUyzGEqRcc6sSUoznnnrUSxMMGAbuLoAvOOo4pIWhtx+CMzw7UOMkRswXtO4f8gT4J0GG8Rm64qMuodSQhP3M119G/4DeMvUhnNCgDBQaCwmvk7WV4DpDz2CClDVVf59VF27JuX/yFL9EWizc+BqVH0V/pUYYr85F9h544Z1TKPI7jLgL1n/voC9UWwobkM7YbDQeTj7DzpbQfyc5xuBhIZ7zkTc6xeC9OOmbtuvIcBS/nKAtCpgZfCzD8/yj789g9syyx73tZ3PetWHtV19r7MtPqnulZNC0vI8uRZmRNJI0VJ5KMZATLFqAkSALYjiAZhmzEgpEIMBL9YcBIDMRBEsASEltLZMMzThxptp7epvfq6urai8VicakiWSwy38+570uy20KCPOT7e5/3We4992z33HPPPZdrgdFA74izHvgqw3xJj82HocBff6hOBt72/M2/8PO3afXEY5b5zbAEY/QCItP+5BmBMKmVB0faxlOwNsbSaETlC/yASZ3AmZFkNhuuJ6vrqECNMLynKIUOscD40CagOULodW4eemTz9qFHh+kwk3/gCAfD6COIEEdJ9TxHP6uStSBrsZU+UrJR4g+0c5xwFo7ncyUEePTpp2eN8Ve++vXNt5//TnBB7L6JBfxk/pAPf/jZUbhXWnJ3ueWFZgKtNsAtEwxbr8kaoqx2w+TBCwURMDqX8YdEJEpmVhHUxnk2+BES4Ry+MYA2UA5x1TCOdsITQi9FWV3ub4/d+/Nu1yjbMVp73iwrRuM2EY4j2e7hLPyjYvdOnW44tKxxMbK24biWAuKvpQi5VWYf6miKlrOcse8RLFbEwHkXdjCNot/CRQmxKrgFxgroPp5CP8cwcaejTAcPMf7gYt2f8rfPGn47WNiiAgyd1yTOGP2bC81Uf/LZx5u0eXzz3EefS1G2oVmtAOtET/Qu64Y/1UHRSPmlRBac61w69kjC07Z2Tfu2Xe3ruYoSuPCvPbKOs/pY2FdTbjrnpK5HE0BORyX2RVhHIGvK0AcjB3vFjDKDVxEbdA6cv8ef3G9wz3ax40fNwOBCyVo0oqPkBeividIdFqNLuFvD4wrv8FtdK+pkLs0f9FlQRI8Uko4Hr5Jl78ySYDzYBbHPlBbeodnQZWI1w+psaYKSXTdc1158jr/ua+UO+eG7pGT+6B/7pc2B42XYGv4JDJWpI1xKsgs3RgpcOuJO0VYymyMZJp/81KfbNLPdCHqmh2akYy4CfPhsJu9C6IxC4lGH9g0sJp4GLkoyWKOR64yXwU+wkycz68qazOblkOWW4LqzZ5Z8tvYpcnBh6Cz5pN8uEkDHvOdf/5OfScOFwGakjqYApaDnp2EVdH+0NetPOiiCMIwewJTk8hbVM8agmGL4Y4BndY5d0K8l5MNINYI/zxCecAJGeQ4N1fIDZ5/evH34seFAjUI0M9Te1xNo+O4d9blH+d6K+TmI+Z4M9xHeEEq83Mc+9vEs5deHIU7mt3z48cfGghbe8Q9//b+coGQ9sn16WKsssE9+7MP5SU6OT+98ad2OpfTPZmHrACyRYlmAYwRm/HTaoedbIQkzBAuB1k0vxddQLIaZQ1s7tG83kbG0XSVgJh/4HwbFu9XZO65Tng7nDvhZCsevhLF2Y+rFMCCKueooWJQ3YpTpYPTvMRc/5WQvn3ow1+697lfREsIhxR2Y1DorY2rLtJ9AgrcbBJGCVb93XXfNO5qMWQmwZ7RXG3fPEeZRvpXbW4OrawnVu41i3mklE5eJcljQH3v0ic3TTVgdLZvMiTPHN08980yztHyECS1lWd1KeZdwxhMO50cThA9uZzkGnyzhZv5lFMLnOlcTN+j70ssvZ3UXllaFAv4pkkkJiM9qyQftTumoldXig0arvfNjqyg9o/06b5ajIHhbcZAxlph7kkTDJ+v2evUPT6i4A61TEdOeubB140TROzh2HV51bvceO/7Y0fBH7/m15C+wB/YhSVeHWuppkgaddrw1NHa5J0LHfDMaxqLMUPqjf/SPbR557LHZDtizwFG2UQu+18mMy6Phj83krs2I9Eixqlc2f/APfjHjq5VrEQKuubkklTk8I7R0RcpFPVOuQreHFlOI+6cjcr5TlJwY/Y6WrHBuOmn1LuQ3xptyPEgEfrRlrCzLUDGuBfzIutQ6VqtInR+8+GLRNN+OX/ZE/MqNxcZpz29wNCAh2PABU03yBQxf6/0+kEUIC5SKQpnxCzGLWcYsXrzUYwRwDaEJFitLA8fi1HunAfi3KGZs4aD8qm75HnqeUjY8GqUQ0sGmwdOLZF7zedqBcE8Md9/BLNzg4x86nnLApOfPt99OQy670p2pB/nu178+RHmgJXZ/8pd+uQHIfZsvffUrbWT/lbCrRZvSbn1jZnkp81NtfLT33OnNlWC92P7fTPGTre09fKD12sEVy/XGUgIQjyEEOROeWb7YtRmGTW+yCM1ScKZtd5kxMewdxwRVpzxmu4KQe0f5uOezfQ6awTvE7gbB9c9/vwypbhbCMntTxzhHjrQqphg6x9Am2kW9eVwds8oHfhPG1N/8U9QIRxXBx/v5O5U9VktCsRMMEwB8Jn6veL1FT3VV8NTDksoImbrxDH7jcw5ZSzB75Xrttmn9qwU7P/9yywLTgTJvW3khFEU+yeY32iemuMCy4u954eXNM08/NTw11jsaBoPO/Wp4ns6rzv5iliMSoIs8l7b9PT4JNIqaaKJR20VISKDyfivORHM41n5KhvXJAOuROgl2eFk47No9TV29fndTOGRhrS9f6dSEtlnsQElSzBMuUznT8faKIewquS8Ycy0ZSmX1ce5auHID3fqmUP1af1Cmj/sBuTMq3F4HeqmDEVI7poNyzeuupwj7R/nOlRSUsvFvhU25Xeoa630LRzSfYW7vOeCETGij4TF3mXX0V8rfetiseLkZJI3+z//+P9z8yT/5p7NCm5AFdBUZPeJhHfiB5g3mcm0Zuk7hcDCtHePBS9P5xh9zvXuMAcNmE7vf/u53SqP3ZqPFjxT18tHZEkWnRSc5wKgMHbVkzGGievGC+Zajm2effbaMY09t9nHmMzkxrWEzwtKqhuCIQFkKMDbbBZAbJcUwDEJ8eeagZmUYWsoPg4rpYn3O8kcC0oefx+whv8D4NWOY95pRomgoFwTFgocPFQJUfX4JtxCxb2gvmQVq6h0oQT3vHOGMM1rg831lMrnJus1aYHlYnXPADG5tYl6r43xrfsWqnXuw5Y/9/saXvjQ7vX3sicc3n3rqyYJf39v85pd+d/O1b3yrOou3qy+40HKu8wnt9PAp6gfOnW33u8JCLr1d21rTm0908B6ipc4icIJ1UflWPSjXhqD78a3UFj668dMRgNqk3QRhMSfW8F7tC98j1D2jtYTJb2yCFR0jKJ3uGErdPYL2XSREKZd8lvYiAaQ13+tVZQdHMHibkgOLTDkcUjqhmYnsGiZ1z/dOqffSjxzzbld2DL3CLJKoICeMOjONwFt4gK9oaK491YVGV+OFG9Xx0kvFJBb8DdTDWY0LLi3O31cb3grMy229+p1GCSdbGPBMM91115snn2xb12b+bzc6ghfvmQghDHxctTL+aQKxuq2AeveqAPOCyI/k141PDLm1rziGFHi+sxSp4dr7KcyZ9e7euF1GcaVQ+i0loAOepyGVd+cYhbRGXLtrvZIyztJ1wY87dCTofi0lNs/XBsms11NLKcHV3ePu+3evLTCGT6Lvji537+MfdfQuJUjDU/5VjjfI9hBKvd3bvb+uu7W64imvtk8ii9pu641zJZ3ZwTdWbx2zBR0mV23Qd/hE29CmCF9Pnv7T/9t/uvnz//Kf3zz++BNjRc76dy8DKzrQL0PDOuYtivt9t5MAr/sT8pOSNLllK95XguOb3/z28PaHP/bRzU/+gc/OMN6IY/bdCibvkT98YARK4e8vbPFgynFFIcQDuWSgmtKksHMv3DerMJYWDTkxNa0p4HSCxiPm+DgSIEzHv0gJUX5WDmA/yKYEernrLM4UVrNdrmF2TGbp3aUUlFgvx5nT+5s8stysAN6EZGbrPHurGKiUCytPqAO4mO42Xwe4nobf8P3Kn4mCCDeJdLeNZ+2xWj9omO49hMYYBw9R2Mz0A7M6w6zbmyVx4ONszqjMPu+1wufFlOaRzec/8dHNFz772VGQv5s/87uFiyDWJL+t/DdbFPx6q1aMUFg5J49e7VOH04zlA+3hYnKMb4elzXxiJbBCKH5r4yn+pTTzJdZ2xFH+9PB945bIuZSjn+HUMXI1ssEKn0sB3v/a3v/53vWUc7dr6KEuDIXRbgv1GEzOC3PWQ0N36pjFxHwcpa3NAbZTfiMk6u2zU+QeH1DIXgdYALo6gsJ26mjQ/FK5BC5n0Rkm7c162x8vYU6+Kvcv1Jn8IMV34e0r0wnKESq0LNAm/tCsK/pNBxlMhr8fxLtvX7q++eo3vl9atO9unnvupc0/87M/szmXyyROD8ZltQvEvnajBNJZwjpZQ+6b7+dDr+xZYNCzhnvCpSa9XbPph5odfvGlV7JOypHa9Zv8lf0z8hnc1PBZHQQB28P9hYx1YdaDh4u5Di9z7L4RenfubCl2uJzyp6B+xUfurVcXkheO19t8id4ZMPwZ/K+OdCl9dz2wvpz4V227C3NT+JdLq6ZdfVhvS9ieYkzNMW1Z8Gc+DS+Q87TgPLNYgMssOUhejR73tsIusSij+W9tfu+r3yhK5eESwTw4vs3hq+HLBR3+0bkZ2ju0F1+7tuY9ku94VbA618m3vvWtzQtFspD1z3z605tf/MVfnIkx+RMoXTgZ3oerPsrDRzrnw6U39NuijMELHLg/ms3zwRQcY0RTSKxAAgXx1rgOgGOdNMOdr8Ast0NF1gMzb1U0CjZEYEpDZllR3NMbXRdqhKmrzCy0d0eQI6iwDEuyjjb0uRmQ1xNk5v3xh5+cXpyGNUSgLvSOZpQRnpVq32kzs+Ayy87/wVLhsMZU46frHUsswdX/ECzrtZ0Y6yG67tw3h7rYyWvlHTQpJJnu+wn0yz98saHZic3PfOpTm58qb+I7KerfaWj+SnuN36i3McS0tvX6e20JmgVy8e22ucgi+mowHEuwnnzigbLmFLAdoTCY8I5RfdOG/KrhCGPO7KiheTSgCGYjNG3PP3eHuPC+lYGd0CDqEL1SVeD6jgl2dBoGiNEN97R7LMKRgcX8Q8uUxAcChIOP5p93gnHK6hIYf/Soru4PHN1bweDz6rSzZeaNZ26VYabEI+FztgGJ0Y43o3u2oH8Jivc1grG0zmZZV67eaILtlc2rb5SEIVrDw5EU6DETHMPkO6s03qmdhnD4FaO/m7nPhaHvvREPfrNFBj9so/v746kv/NTnNk986NGFT56ieGtPbqYb7b6XbMdjJgDfy294eGJNjZjeTkkTatslmOw52XLYq/mp5K40CbQSM6DNEqCQtPCwRRCcOeDQQQYgcK6vS3O9JxZe7702mm572/07WkkRu993X3C2fq06Vb2rd0pZl3cFLhju/tq+u8C4czmcThk7+Kfau3UOWNt7avcsI4CxpP7bZIJl3TGxsl2zou79njl69OTmb/0H/7tonCUXf/xrf+lfa/EJa7/J3daC69Adg8LBb3qm98m+Y6z9ZMa2Ei/FL/+v//d/k0vtfCFPn9z83M/9XH7OPzj6yITe3izAkaXwLyrGrDc45tji5Q6utvWqeCIt+qaQlw5ZSnTq/w//J/9cma+aVewfh7ABDr+Z4TDrrNoT6hh+hi7ioBpCN/w1FKZYjeVNWDCvxbWZDRfSsLKbJ3+Vh6kBZraPtWcfig/yQZkZxkT72mfm//GlF8tl+NbmdjFkP/GJT28eO/vgwCMTeVMkozgqrPOl+TUKHBQKJKxhUkO6hvyUsXI1FkGFR5jwWUdISLFyDbDmWDTaZs8cQ3Lp5Vio/FNnz57dXEpIlGkzsxYgZP3c2ryeA/4b3/3u5rVX3k63ZKnWNrgbGkTXtZ1E1vK7bVvRuusHHrh/80xD34yorJpwGUziRCmbCaXJjxjQdTrLn2UWcZSaBscteuuRo85nIqSGjPDRd91baq9r7kd4paMhgEJDEx4P5Itr1rtzXhjHGlbxU7Eig71357vbwkLQa1kkihnEr/vhi2Cwfq3xFhkw+4LXu18scPsmXwWY651YjScfvr/U/01e1DbJIwjJ9Vb2XGrC7fvP/3Dz9lvhO/44mMWI37gODpdp5liui2UF48jFm5To3hTobBpVvRksuUqEzwRLCXtlJBeONbOUYI4fT5Wi7guf/6ks/VMTniL7vqD7mVio3ULh5KZkOc8WGX3/+m/8xnTCn/6JT83iBpm5JfiVFPp2ncqs/AjrRNhfHRp8DU26thPCOA2qf+xY1LozlN3eHUs+3PueiRnDlTuU/dEilE+Pqt8x/FFb5voWloEHrUdZK7fze47xhU4ddy+q8cePHW/trt+FaqtUYSAZuP+xhze//Kf/1Jq8SX4YTWaSr2f539fE2P/i3/grk8iCzP7qn/oXNj/7cz/dZE09WMfBXGUU2w5vRpg6LGFs9muXAepb3/zm5rd++7fHmPqpVhl9/DOfjm6HG9WaYF3KmTIl+7OTZN/4QOdmuE+fhaE7dYzBpvL4ZVmvELq9H65293cyseff/3M/lYyw2gy395aA9ORYH3aPM8c3CinrqzHqCJ81uHxMfAgAiQLqmsMSN47S9N/4PDihx18ZRwOGFWfsLwDWbw5XCuvq/pOby0cfze93fPN2AmRfjf2VKxnqh598KmZvJn4b/C2ZhoGsKiH2ej5TQaGGggT7aD6r2z3DL8iamzXitc+6Usuu1MfEtQ4YPDtfGWXJhSAJ75VgoDSvZxFdLc5ywmYqW3KEw4bYpZDaX/7Cd1Kml8qo8t0E/oevvBGBgimLelzClYXprXbRzgkXCu6zWVYPF/t3vFRp4+OtXZj+Vspj2hBeKIyxlrO4x3dYW3eMnh6pFKprKbgRjmDrUvhYDLN7du5l9Z48U0D9kWPd1/uvwyvqGybpGx0d3tlNGMCnerzDJeP6gXA66cpaG36tIOp3z5c4okUDVmK03LuMMZVhhVA+XzP/1/eH+ygmCz28cr98r62JX22pH2Wto8UvR2P2o1mSB/rxfrzG0kAPPCRw3Bpz7gtKNb3YN2UNsizFcG4VGLcQ+i3rJGDC7d4U+ic/+fHNH/jJn0ihltau0YK9lrhBPsh9owRWKZyjF6UDL7/xX/83CWkwhNKnnnpiJgJ1nrfikw8awuNAk5o6Wweu3CmlXWd070w0ujlWBm5KNZ7FxNtj6Do0WEp3d31Hy91v32h077Er27Wpe0vDaquepay1aSZZatCPvt8bW9rvylT8vdfwjcNf+NodIiMo3L3J29lHH9n8C3/mV8eouFoM5ckmQD28J7fHv/FX/3rtNkhnhH2w+Rv/3r9dMHlRNClTLr79rfS5Y1FGC3DbUvebv//7m69+9WvJ8L4WFfyhzdNPPzOjtNvRe2+KjwGmfkqNsbKUJCEUGtcI1dA7mR8Fii+mBQt67eNSlABFLofJnxuNRkHWfjiaZ6pDJ7rnb/0r/1Sx5svpeviIeKS1MH9iF2vY+GTq3S1jE0gqvMcxTBqzsiqPJBAKRXwVyryDCRDQ7oO1e7IG8QdeKQHB/eWRFHxqOHirRl0vYe/f+a9/d3MxKfvZf+aPbJ56+rnNd55/vj1McsoGG1+fWc1nn3pq80FO2/GdJpgsw25XTgJZgwkCS4dTWg9iuE4RUgaITKHPLHVIsGRxwbxCAnYB7AR+lEfvzFaj1XelCP2LxVXW30wAqrRQgpEPpzDtwhi7VO9mrI4vf+O7rfMt1KOOBvEiZYjGID3DGqu37XJtaqlgQ4/HHmn3yIKNqddsqGpYw3IB62LVZAXiIphZR+9XD3wmrlMOHt7x+QyD7ggEQsd0OexP3/9givLo4NLmTNM+jMInoVW7AvxSYAeFMwIVTR3iZa+WnPbNN97YnG9N9JG0+6Fbev6GwSmsvaz6+09tjre3+b5WwyxGjCdCOke7MK1vfue7Jd4oP6XW1hDPcBSqhwpnSRAYyodw1IIAAq+OsPPuzbPpJisyhIzAsQ6Ra8gwGr/YabNk5PHDezMElyBjf89LfmIG9kLrutX9bqMIWZUkVya0RiVroUQULabvN7Ng3swlcK1npd6TIf9I7dTpTicSD3BrHEphoumkWQvm4atwxvjYHTtltts6A23IyH/rIPgVNrc61zn8+DF0+bGLlIB3uC/02On86Wh2ytvEHH6m4v2/c2RVghcNhx7dUD4rjaW4A9G1Ga1gj+37WMU6b53nw089vfnn/8Qf37ybXJ08eSac9mY4/6v/1l9vJJZfupekb/t3/vpfTUdYJbZ4h0FgpdrkTAgOLpv/w3/8v29d+oMNp3+h5ciPhN+WXKZwzUlI1GKClutmYNrCska3i3fJ4+T2NE9RmfhD2joz8BF8DCTt0/HfF9+wZncKcqEnGsZvgbtwky7Y8x/9pT9822zRu83y3T7IyhLMfa1g7YdnFolFeKQhjVjCWRqm4rQ1RWSIqDAIuC+Gt0piKai2hc3qFMhrZlsm5QNZoIZSGAumJZQ43+57TPMrN+/bvPDGlc13Xnhlc/mm1TSPbj7WcqsPPfP0DId+/zvfLP3+KxHqdhnO72+q/+nN2fxQsiab2X4/i4Yf1Ow3C8BezawegcEUOj8q1pOeX/AxKzO9Nc5mnOAaxQcuCoHSFCQ7679DLOU6PpeU0ETzJ2ysUb60q/k3HYcKezjYJ5WxuRKO3moFxgsl5bgs60yw6RAoymHkKkVSlhTm7SvLs8S3TUKca42ylU7gu9U9SoJlNTP/teNgAjwhRRi82jDrSEVfZGSEdMs8CqZQTufG4LcJLHwwh29KjBXoIhgchFTcLLyJpz1fEPbF/ELXs4pv5Y1nTQlW3iNbUPS/lVI898SjKePWRseYN2rUCCOlHvysi+/U4Vl+avJu4uGyLigJfsD3ap/O2VYkLLCdVVzDlxW+VZyT2JWlUPkyFaGncK9D4WQiIijU+Ew7RHLA2aGE4J/+Q78wIxONNwOLvhckG67869Vdi2f5H6Fjdc0oI/rr6IRRffu7z2+ef+XNzvFStOiZ8lBM3oITQsTipYniSLEfYsWEk7WNbuK6RSqa0Jmr4xz1X70J4/Z+P+7QxUXPOUwW/f+lKLWhN7RlVzY8OPCRtlIIy3eqji3xO1tPdXLnADPm2vLGDqZ7nhyXQ8/IOPTwU89uvviH/3DbITcUPny8JbW3U5L/bnQusJ4OiW6f+Mgzm1/5lV9KkTaxk46RhWkSzmx7DAmef+c3f6uFBE8l+8/G88Uy5iox6pDIGx5NrjGKLBPVFiMJ1xkSLMdxIcUFXIFw4J7n5p7rPT8uHh1BbZoohp5xwAsrdeeGcg1PuL7nb/z3P397lmjF5ElIAiquL6XRA2IQMY41l47RwFU6vqsKNzN5MItHeNGxdqqjFG0PK3j3wQTn0ccfrsgamcV50VrXhjyc5nxNw6j14hcL1/j13/5GQ9iYr/WnNwvxYam9+mZLx9J+jz/51OaJ557dPNsOffIH/k7hPGm2BO/dElt8fPOxZ58rW/KukZaoFdaUQhVDJ3mshupNDbmtgWYN7kJhKC6IJF1myK0sYjnP/sEJkiSmlCirFB4GaZ7rnnPDfvf0dhj0SkpBVvVjraOWs/BmZVOwr7ycA7otLd7N3zrD8sEmmFGy/4Sr0z351D64lgskUpxqT+qTlcP9wFpCE1ZS6n1wKsmrXplPzj/KeAmAb1YN5u9OTHbm/odirJU1hmXj/k5w4ULbZz07oer+GynHy++UKKJ3L7an0NHwxCKOHYfhJhwrep/Mejze3uli4gyJ3w9GvbkO9Y0c7S9+7/ubaxHW5Ig1y8qwkVpVhAdJidt6IZpeakhby0PAUqRaCU7+SorHCxQzzcMPeeRwHUY4CXHDp9pwKGsSEtBF40Fr3fhf/LV/eSImWIqUpBHRrN4qmYvOdYZfDfXRz4H2s9IrgbRy50g0eOmVtyYTla50JnUyJsg23WNbGa624wmyzP8nSl5xfNaXd682oskI69Aiukwtw3JdWYdro9juvdk1OPj/dVBWI8jTY66nKYC7x10VOLweBOvbM3crWNfuvuVspyjvvcpKnvKrY9WDRns2jzz5bD7KPzMdyIV2NP1f/lt/oyWz56J31uT+25vThWD9m//z/3HymaDnk2dJmq/AEzpHbpMffvvbjRgtPS4D1mOPROv2NapjpjPwMr2zttmok8yqNAfB6AHH+qysTjoaaQV9iydlPY6FXD3z3NCiDokCZWVuD3jEPyuyARstOXJ736WozflppltvbRbWzJXo9RvXLpf1+1gYI4qLyHrRo9ZCbxnyzfa8eSNr83h+xBMlcn2w3JBPPvnUpEm7WDQ8/ettuev25osAhJRpnLq3CF+AstIO5p8UUnMwpJZEbfP42WP1Sk0Kvfny5h9+/cub320J4hMf/vDmI30eefSJzTdy7n678I1vlpr/TJMFH//Yc21F0PYNbWYvdnHWMWdB6D1OtIRPTkETTJTcfYiUjO1N0Uj6sRhNcHiEi3esKe3iWM7TzhQzIe4O7glffcIH4TdcM3ybBBvhhe/sSnFioWzWqx4rVOrkkw+2R8gTm7cuvzez5j94+Y1lXcVgRHowFNEMSfccjBkS8Dev3Nycv1yc5uadBNCwsg2cUk4YbG+KbW+JcvcHy9HodTjB1CGtSYatpRoTsSas3R6/nVqqg3C8XzzrnjqRd3ODsBQvt0LpcuvhDV8kSrYzJWvalgZHNCRkEans98KnYuLHGw61Mub9tvrgDzZ0mn/x0YVGCS83fHr15deyrXs15hRQ/n40F36DOceSiPb3FZd1pHCqc+0b9FaujUvNMJv1VxZI0cDMt+D+Y7URs3NJoO/Bht32bAIYK4BLxkuGWYTBMP5wLhn+pZnMq36Kzj3E4WN/pzAvITzeGbdIz8pnYFRlFZPrV8oB8Pi5U2X5Prr50lfaKbQyDJ/rMurwg7T6WfbvtILn7UYPr1woyUaCrRPDHwwJwmx4Tr7YfLL/4CDnlLxhKUVN+fa/3+Gmb+0f/usU3uam69uTnZtk9z23/r/8mbbPu6jpUNvuuKtQd1cGht2Pe76X2623jQSCm4/XZNeRY6c3L8f7/+7/5m9tTj/wSIs7Tgw/HSzA/H/0Z/90MmJX0p6vXXzPLEXtkufyQsmCZVXnkgLWnmjQYyOT6mPRq21/w3jZrqRw0zG+l8V5uEkdLiCK8b5GujuLnKLb8RJ9YMHAuHBqCwuUojYiBQOXz/rGP71X3Wu7j207//Ivf/K2SYvGsSWEOJaiOlRoy+ObNxpuiUMS4mLbVRrkYkN0e4xY97q3yRCKySqGk6coJ8PptdZa55Y1HlIa/vAtBORkWg5sQ3JMalsBDGvP5/v2Htq8UTKC737/9cz4403enE7htHKhj6w3nPdWMbzSHi3XE/ynP/KRzSOPP7Z58slnxvH/tW98dSwaq2E++uzTm8/k49wfvCw+iDKUNjMKoQSCdSkzECtRfj6sDsZZZ9s1FGJhCTrmu7qe9cqfN0sl+0agXul/BO/bwZaSVARjKxdTIhTrhHI7kpVsttbjeQZapXBp860sTcrTcAKbzmRC74xvkY+nA9EpbkMwjDsxafU+5xq+HG6mdxIoxGhHwunBkO77cMwCt/xO1jKfPNWwWDlKCbbLb7y5SQuPksQRs4pDZdXdjzDWV230c7L59Htf1vjRZ0remwWpYx2LyuNw0Y83i1h44c1XN281oqDcjkZ3mbHhasrrMUtkuQ34Jy0vZXnKF2nWmWVhYuz1+IITXlIE9BprInpBkMmv8S31Pb7m3p/ciQS29ylMB5yBW2jen/8f/JmhCYtyMlClMK3dNtnHd/xOoxzvcr3AvwTI4jrdR3v84V3RHNcyKsR62ivIuvqws/CVkCHszm0AihWW1tnQM7xHC0H4rHGujYMJKQt0EmDHHzppHZWD1RZI05knyXNNbRTFUgIpdhdCyk5JqnvHc6sz2NnIQPNwAE7XhSQp4OEpZXQg9NyfX+tP8I53dkffAABAAElEQVS6HgNhe6n6pt7aLjJilHxGFd/lpk0B/3u/9pc3//H/5W8X4VB7wteRJmzsIPqRjzy9+cUvfr5EGW+3BXBRBsnCoSZFx28YTAdTYN//2pcrL36ltDKonnrm2azCJn0pk2l8fJPsrj2OshDDV2SOdjqlNWuuHSJWDNnX5FB8gDd6zvU5qSljXcbDlOso/a55bvzi6NhvGJmjtsHnnn/9Vz+NirNy5e1mmk6Wkux4VuQbndMCQik44s80W8tXebqU8IZ9tC+hw3yCv1elt2e7BLPLtralNN4P4Ya+ksfaCc/EgUQAfAic9oarR44c3xw49cDmN7/8nTIPrdhCxBRSQqms9dT18vHM1cIFJBV+/c23J3Xaxz/5yc3xRx4otdMTm6988/c3P3ztlXrs1tMGw09+4uObJx59rKGXGMeGVyFLwPHMVMaAeg5+shWwnq8lBURhXhY+EuyypEvacSuBMYQWezc+DLBtERqbDD4hXA+0Y1ZhRxTlUswU/lrjTmnOKpAsog9SCG/X/vO5GV4v2av1zCvZaxaH5XJNliBZxQxBp+yqW0Hgi+4Hs2pOZmmauTvZR3Ym7ZghT/QT9CtJxqTryvqlu+6rTe9fzLqmNBqCsm+m91XPtIYizLIKV8dKd3Xu0Uc2xx55aHNfw9v65XDYQ8HB52j97PPPP1+y2lwLuT2WkDciSRC4Dih98Nt3hl+aq+J2w+ib+YuVcyCrlI/xodMlG05hmkxDj/HNxmN8ShU6tCPcoyhHmMI8nOu4tqw9yk5burK3SveOsvxg8zM/84XNk08Xn5vyu5rVx/rXqeFruVTxJjpRKELYpKXjG0Mz12V4N+oYnDaUFMYmGN3Q3bYX827nFAtu0K3hfboUXocPBrHu+izeiJm2+O6S9yMOl5ERhCWVwmesILLmuSaHi74rF/+aOFX+WELq7XwUwlYfMDTw4PXaabXTjTpj1jJXEtkCh+fn0A7K7t4jpbV4e8nL4FmHUr1WuXDRWbFyolVfx+pEb9yX663P8fZQmhFO7rYTjfSO51P/tV/7lzZvvfZCcY+vDB8eTd5l5Zky0iWvfLsdLs+/Gt7yPTZxc6KO3aiRwgUp5cyY0NnAgUlOSUP2p4RnKB4sS9GlNOMX71igwmrUAeucufu4XChR8y46ltFhPQ0n3h8FGq6mEw1Htn6ZlHnhfM/f/J/+YnkD2kQqC+dIgZ9vF7MkWaXVDCZn7q9nZ+/UhwzB+ZIw/wxhAcT0rYegYGTOZtEcD0FmOl/O14WNLUwXW3hcCrSUw0ECEPH1pvYludki+Ss37tt85+ULMbDtcGOukDMWUTVbRK+3N3TZn9Cz2Gx8drm6LxewfD2F8FS+yg8/+5G2SH10814I+lK+TDGRMrIfP354th09FpIMAb3PH8kqdnDoUkLv5Vs1s0aBQho/Hb+W2XTItIpDu2fFT8gzpOXId4xf10kMRzAIEX6kUIkgQdMjUrjjjK43s0oIHmrZEFUqru8ngK/lsrheDzH7CgGRUx9C5iBxlDKBdEq8UwzVayhucsNOjadyN+xN2VXIPMOKEY1wpCH8cb2wnrZ3TYjNtgN8c60+mVRelXgoGj74yOMT9nGr2fn3qmR8Vqu4LL83Col6pUm2V0tvV0dUeTBBUfJlgxFDQ8Jk1zFEDw86FO7FPBKNHEpEm5V5JObXDs/O0BkO+6dd6zsMVVai3SM953rfbORxk8wVTaV41EFJRh+ClVL27+E2P/uFL/5CHTNl2TYjdVDXaruldZ5nRV7N+kcLORXtG2U2nMWM54fOwcWC4eKwmOI73/tez2xBjyADcXSSE2E61J7v4vZYfHIv/G7xjo6vFX21TbtYcT79XwpyxQLr7CxmONpQ1rbR4pfJRE6XFN2qyMiLQuC2IiNXc7Ncqo01T3FThe7XMdZh38BcKt7V8NdvStRztnWWpo4LR+diAszESoho0uWjS3bQq3jGIyfvTzmmOOMzk45nG3r/2T/1382t81p+7xerp/3X66yPNtmzP6OLn9kE27d+9/eaFAN/S4CPHKu+05uzDz2Skoov4qWtK3rocSS/5Wx73LMzSswXaY6AooPblThHxxFekjGsqDMc7HTfMyxHs+cVXtnwXs21S4cHQWTSSMaoxegDX+35n/3Kx24bWphFfiKrga/LcI1gs3wEm/PljJCn8MTGSXQKaVKlvfjiC/V+R5u4eTzGadP7nPjRLg0ujdqtzR/84s+HqIbsKs2ye/viW2UUvz7+TNbCqXqjC+cvbS5e8zmccr06PiX+RGnbbQalUYa942fIRcCSIRComQ5NQWdl1pO+lT/pQET8uZ//QyH6oc2jH3qsFTYvbb6WpXkoZ/K+lM8jzeZ/9jOfmmE5a4uPQsA9pMr/h2H0RBffOb8UavdnO4WUshnPyV+XBQ3xlCZFiKmWckDXfnTMkHRgxPg71ow5K2PcCrWHhUrBymKix6vri/yFasWpb7SNw8vFZl7Mj4h+RuLq5M/CBLquwUEMjElWrdVf+QS/mO1h9GMpokMTjN3sbISx4duhOgiztZaC2l0PzUdpwmvwC/U5XoD20ZKKyGtpNc3NuJXb5GIW5A9ffiU/ZBEKDVMXXIJ7uCF2ShKkozYWfoKO8JuNZmUczd/Id7cnBnZMhwOG2sVdYoKEJWBI5RoR/xEFUz1jsVXHchEsAWBcfpDFA5ao2eSXibGt8oWzcPMrv/Irk0zXmn4upPfquERJCCm7Wnt03HBr0ud9SrJ3xhUSFGDBk5FsMgCJWHgxPLxVoP2NoQNIqXPuhXU2Q7vgmGPaUnvTfouG67K/htR0nbdHgOjVaEFRUtK6Ce/xf+4r0t/IYV8vGKHB0/JRN5xkXfVelOjTMe2WScmOmrnNtp2h81n/PoxDuUexPqCe816lgGeyJVpMKrvKAvfp0/fPDgIPPZZ85aJ76OGHx30hQ5WJXdEmx1Lqf/ZX/1Rb2V7dvPTi8+mCMijFb0dShIdTlPbaOd5o4iv/+DeT5/b8rj1jhDXSOtKE2COPPj57GDE4KLFlaDTRmGvn8XQNfphP/Ctr2PjXM9LAR1eR4enoeo5yZj2KjT7eiJkydZBfsjiWZDKkY3f+TqkZRWxYNuvarDv/T/7NP9a2vSvWcCZyCGsFAM6ezY+GjB8U5kJByvxB+R2oN5PL7W0MUm91uV56MgtVKKF95unnSmzww5DWWvAU7tX8QHyUepoJw+mZhx9+NKQdnVjJl7+f4z9i3N5/tkmM0mEVmzhDWRpiGJUfq0mTgpBJ3liahDrz27B+KaIEIaSyvC4003qhmL8PPfPM5iMf/XizvvdvHnrs8c3XvvutNoFqaD6+szZh/8iHN889/tTm3VbfmMASFjVD7axN6a9YfO/mgL7cRBerWwVWdphwiEzTFsxNMSEkxrSkEq+vYzHy7pfvYcKeR0zKBLF1VD4c1oLbKap9+2SgNjN8bfNqlvmFOo63WmJnomGUE0HS1VLtMcfuUJ6ekZjsY8V173az6WA6cbwlm5V9jOsjy9NaaqFTZpYb4fXJb9bwmrP8ZPkrj2Xx6XFvVOab4eiVhELIkxUqk7swpiLMDjjgJ4HaOWoea+REivp0I4kj9fqUjFhab5hYGrjD6c4qnFg4Fmn30Pbe445gaN+00chmKyx949lYZfA7s5ZN+BwOmLEo3QgPC0/3bf7YL/3yZH634gZ+5UekKN9tyG1ywKZt1+p5zeIbYVCU/HHe360gQXepwLgQjECs2FkKptYlvGOF9LxjlJ/TLbxzbXvPuUOHSxn6vpVyZ9XND6qra9VcPSE3mtu3fdoejSlKiwEYJ92cdjR2mXfsgug4EDzgroDeW+/yscIjo8MH/rhFrrA+s6gnID8lwp9stGBLhgNN9BnuHoiWhtv3Z3ScbE38idxylLNJ3hnWdv4n/ugf2Tx8+vDm0hsvbi5kwJC5mdRq2E3uj7YQ48Xk8fvf+vooIj7gY0VH2K5EmQ8XP3kzmax142qaIXT3zC+QHTDMZExN1A4+Xm0IVaMrhtZ0Svd0XOjhcH0+XZ2jZ+CNG0YnqTOXsPwwhZ8LD808uuf/+lf+xG0O0jfyH85wsQLHnE9oj9b7v5eVhUhS2rPATIzYyMu1QTrt1Dki+Bbv9nZDVkPxg/kf+FgefeyR8W1eyh/267/xj9Ls77Yk8ETBpA9sTofk0zl996WIf+drP9i88Orl0eo7a0LcHt8KX4zd52h4/CIcRf2sEf4Tigx8PTgWsaSgtxsivXXBDoXvbz770z/dbO0Tm1PnzobIg5t/9Fv/eCw6Pc+5/Cqf+4nPzOys2d77Ur7XcjrHVhNjZ3hAkcncrl1Je9/5NaprbwyEGI5lfaSkYsqZUECDIZ3vdWB6R9Ctk/4isLL4US8nvFBqawrDWJam4OcbtfXq9Q9m1vzCO+3znVU+vW3P0lULhirs95yTWkzhd4I19QWnvnQs/hj3ZG6V3a5+NpEzAcYnI8D34YcebaLudPBc3/zwzdcaObza3jJvhusYDwFwgHb2UboQEUrySIr3VJYFRXwipTuTBnVwK5vQYlKwzEROPKYHR8Phn+Bbs5IENOUe7DsGX+2D63XN5nIUxDwXNKM8o7lOgiBwrZxMUR/JtNbeGYVUJP8n0fmZn/256Zj4Jw3FRT9A5OVLV+tky/Bfh/JmM/gsIIpSXC3eo8T7O5YWYLR77V+PpuCp/p7RYQ/uewbsYFptgDm0Ceh7DorXMS6WXCY7ejEzI98W53Ad7qp/KKqY6KHOGl6bW3rLlVAHWZ81ODd5tPCbrxp9q9ioYmad8Uf4t2BDOf2czhnfrxFO76YsJLbYEw/uyTW3L4V2LcbLQ5hCl2Dm6CxmiHEm/O5Ajf7cT35285lPPdMs9uubV3/wfG0S29pkZqvEKFWWsSQkX/qdf5zsZ+1V8a06AJ30xSIwHn/6meYfHqqNtSOZMOpzLuh/hQN5v/DFRgTTKUQDoX94xd5HXGv0FCtY5+u6ibmhXfJO5lmVjDaKV8dgRaEhN35EHHSgX1an3ZX/7V/8YkZDyqUq320YYngLcJbiJI/oupeN2ZmyQgF6P+Ig0trRjxLBqBTlmRIfnEgJskq+/vtfK1Dd0r5b04ucqBcBPCuFL+1su8i9XniRjDunzjy4+Udf+s7mWy+db7hkf3GrM5Y/SLkYjcJKlLBTjEphdr16IcJ9SPXtNzint4xj+DpYQD/Mr3aqVUGf/8LnZ/Oo000gvPzaq5vvlR0I4bz73HMRKdP/doimNN9NqcsGPtZm12Y2vOEhhWlIxEQnAEsxhtzqccAHRLMKd9YI2SA8g6twcO8xQuRdvWB6gw+NdYuxrR7YFz6tNgjKwf1bWcxvpcz11kJT0KMG9IeQLhi0Z64E5+DLbwB0WLIpZpQlb4JA6M6+AjWFeBk5GK6IeZTc+MXCfQgjhaPMGToGJMe49440cXOq8BnKNrVeGwOmDwtV/TtlFtf1/mI+AowJMXwIuQMz2H0Gf9GE4ly/eyyaTmfUtRUoTABWRAW4dJYEAl1YIEdzMRwzkUzRjZU3YE3ZlP0TTz1VstknmsDJZ5myNAPOVynY/GLnFTLDcQsAhm5wkIDNGvSKnQiEyrG74g3ZyIsP1FawSd6CVuCn3PB8IEJLSARTn3uOuec9dEkRddozaOmFXokn9k7GkX5EbMpPwL1R4JK9hVeV3Mq6lSlp4KszolaThnGNKAtMcGTiTH+Kr2aWuDKF5+j8WIZGAGSQf9uCEZ3G/iytU43QjtpW5GhynpXJujPh+uYb5zePPf7w5nOf/YlguLF55dUXk5cWfiSrR5r0gXOK0kq7r3y5ddtbxe23BCcn2stpf3xnC+qjzXvYbvZI5U8EAb5Oj+x2WdBJHkhRR9ZBpQzqlkbfyIjBL3SBxDv4QUjjA+1pzriZjGO1XUQPflm6bSlgo1hGCzcfPaVergo8tud/9ec+3xYVaeCUgpAbPQvFRx+91XCLoDv4JB2MWw5jGZ/FRoqrk8gVcK/m2Id0MWTom0iP7+TRR9sms57jUpss1dJJNgEoFuJ5MYe4Yk9rNzdHN7/1+y9EHCa+qfuAns3H1ppQW1AAnpCtCZnlX8B4BEWN/mrsCDYlgInrAA7UI7IlOOov5fd768LVzU//7E9tnn7mo820Hdyce+ThzW9/6bdmcgLzHYwCn/jIx1pznjA2m3sjYbJ07UpJFGYyJ5j1WgSIbw7zERK91RwjCHr/lKULPcN/hEHh8MeP1aPH5D1saEXZZ2tNb6dce00P0wabTiupqT1ydt4sBrEd/3IPvFUGo/f5l7eF8xU5RCSw9kZxUsTwHeMZwuhVxx3SFcHU7o2/a9sOMW9oAb3jF+v7eEMn1qjoBUrSEjbKyLs+Q4W+DbPBTEAo17RofLGeidGANs+zpHfnATHCi4ZwQAmMj4qgbMtfMOeL7D7cTKcY/6oriiekrKMiOeKXfTf5nSsjYaWEUgODn4ExvBxO+D/+iY9uXj//eijZMyuq5A693FDMxBYFoKOcmdPKcBhm8q/rHCmsKav2cA2Ny6hndETK8SxhZIX2YNco8d7Y8usUeM8fbfLOrkNzC8xjxadY2ITwQMCmjC0+8czu6LHxd3JRwTeeohB3B3nHt5QNJa4ceJzJjO1DU8f2nNEyWXl6jkVHPijMQxk+pzIqJgFyw1UTNMdL/vJY4YXCfxxmyY+kdCjZWVbYu2/m133thz8IgNxZtcX1UaRZg0dy9zyWm0wilXebqCVzZrKVdyP8ag/87L+vZcu5ScAvjIwSNOlkpAmHjp1f9VqGxKTKo08qTzD68MrQQMex7bzJJkUZP5Jn2cF05gdsxPYf/KU/dJuvkcNSthdBoAKRraKBQLFO3OMUlFCaaxViJsh0/f4UzNGAo7XFULJA7ctsdm6slRrEt2h4crqYS5l4Xit857lnn57yWCSYCIMx/29Evb/7Xz5fTyaOjtm8nPnKH+d6StZeOBqNPTUaQSkgFoRzjd4hKrWzmErPFYPa37j29x5/TD1OFtlr568W/nJ/VubPbo7V2x2uVxK7+bu/9+WZ5b505UIz/yc2n372uRRmQ/CsSeEllsvZBAmzzZFgrJ59q5C6CH/3MtxYQzGvHJbD5OvNH/1LSXYFs/f3znN8vO836269sjIpS3t17y0GVdsxlGxFL5fJ/fyFAsgL3p5M5OF+Z72N1VsH4P3BVYyzW8JFgAn5soiJZrXHJOAULH02gbCVgRUoJwsfI2hJVn/WtAGfouEKfegav6d3x18afHO1et1bn4RzLCc0u6tklwVG6cDngmdZVWsoZEIJ7IbeRj9wWjXD+FMf+vduzWkNfcO9eFUnJAUYcD3/fjOAZkLxnh5EEo6f/4Wfr6N/Y9wfF/PBApPxYOYTP7HuWViGdmbTdXh8ZHBE0O05JMfp0HXaOU0eJTrxk/0cheoeFHRQe/cqsYqdY3HA9qF1afvOwqOSptFb5afOwZGyIQMHdT5g+HbFN+bfHZ1TMnDp2J1vi5z63MEzDvJGjv1cfFHnV/v5HlmJ4qk/+olPxJPlL3jyyQwsQ9z4k2JNL/Bt7ksXWLL4//yH/0UDdzRfHbOtaYUa3ZfeMIl4//0PjNJVt06QG25f1iNcXW0+xG+GEvoJNZsJrJ6Fh1leXV2y4L/80kubP/C5z2VMmLDLDIt/R1lv+dr2EEZOdJR3GVUSNcOJqB94Zvi8Lc/D3/xX/6nbF7L0rI5xw9R5MAwS+C8QgJMXhoTHxC35K99OYLNCY1ZDtWlIlcgveS1BPprS1W+zCKcRYfxwEzQslav5Kc8UdmS7CZar/W0oxOc+8uHNDxuG/72///xMHiCSlTpMZATx21B7lDJhieuVvfMrIJ5nAngI6VSvDKGozildE1ztH6Xq0WGPmRy5Iu9gsYWf/NRPzCRQg6jNuQj25W9+bfNiSL9xLb9lltvTzaSbub2dD8xWnGmalGVlKyuBuvfAnNsqhxDuYdbEe5QDeDCToccImAdSlDvmjeyu3D0o0YRaVmbK5WYKnaqySb3Jtri6gF2pzAq3KiaTf/ZiQ/gr0c0k3N5i/gSXU20LsC1OKncUn5oMqYPLkPpYjMW5ffbMmQk5gn/DdIqIIjOk2x3DaBqUhh+FHH53HdbuGb6+XdsAoAyHa8uCXEqzpwZP/V111VZWPNoTFuWiHStLvc53dY2PD21r075W/jzz6KObCyXxmAlAE2Hhn3W10r2FQ0owPrzWyOWf/yP/dEk7yorUCMLqMbzDUiFkrBidNX4UPUBxGJKq355EeGA3O7tggtu7wovGDu9BU01bbdYev12qHet7fvTnHr6YO+vPWLFTyPqtHspVx3Ln4L/p2EMZ9a3NaDxVY/5RlH11dwfvvHDPH3TZ8YVn7qjpbd2jMPFAemLX1v/hX/iLm2PtSzUraeIXVqYJSgpS1h9rueV7Pd48gYmwWb2UxWlC1rP3F8YlE/nelJ1tOvCxkZG6rjbxJvsUC5ZPUp32U/K90wN0kbwL7ySrGmvBxwNFwDhnDJiEpjeOVhdainpgcLEatXc6z63Lw84GDEh17TP0PZAmNzNGYV3Mkb16Uol1bYR0bJjrrYstR4whWj+Xrmxqvyl+sZEsq2qIUbM7Y5YDIY0QU1IC1PkBRsBqDIbTyCtZq8cTQPvYEB54v9yU/JnKPHCi+KaYVmNwEyt2FAMmqKEapwfQaA2ctdY9eV/3WQvDFbihQpU7B0FLqbPC9ucWYDVDLmaZGezg3/dBiuFclnAxpP/g7/ztQc7HP/mpzYdalvXUpx+Z2MZvfPPb7Qku63VrVZuk+tATj21OR9Bb97EuWTGVV1mUjUMV81M9GCph4yRPvKrbcrwEkX+3toLH8G6Mrx3cU4o/OLxP33q9Q5YOVvDtQ/BjBVGC/l7475rUXzLcHCl29FwfyXHfy/J6I7peaGh+ref5a/nPdn4zQysJHWwbymI80TDpWLQTPhSJF16bYBC2w0/IVbIveNB1JtcogW1j0X7ArQ14YPDRhYWXhQ/PriFq17dKd5Sd57RdPRRyZWkTxew+/yDM3g5JFKeOePCwLb/XqnTvBJATCHF7YkRP1BaTMXjt6ge5M4wmmgiwc6cYvFMnEsp46tf/q9/YfO7zn48uFlDojBYhZrQSztCOQteBWc0zyqdHQkNNijezilZ7AXL32MHoysCIlB2D/75jCyirjOi6Y5p5YNW/U6AuYQOdYz1J78UzVR5oUDqjJrdY5etNarB783i49d0f8My1rowceEYBd5+e51yby9v3wD4jnVX4lKNUcxVrdVeKPXgs+LhVbzv8HG85TJgcKizsrfacOtsodOK2LUtlpYdXfs6IMe+D2hJUae0maJ5CTW/YMZFCtMPmezffK6Fyi07OnhteGUOpdlk+S4+dTlnTNeMK6/rOQDlRGUYCl9I3Ny+nZ6rbLDf6wafFBEat9vKWR1bo0UQ2/Dt/4Yu332hVxbWcrhTIjRhqbfMJrSweiS8OjuYFDCuQhqd5FyOzRhqGpziONfanXCmF8THGkDvcxwMRh+aX9y9zuuHnQw89MMGxCPvUk0+npC9v/o//+e8m9GuGSkwWPw/C6t3HZ9Q5KmvUGk7nEx0F3vCzZzhxZULSk1g+OZvHZwHsUnghzKxswW4pNDNxc8T12uY3NwImNsxjlT31zDObM61hP9FEFeP6u9/9Xkv23hyC7SkM5VxuhUcmBjXHejDsCbmTGLXGjwIAc+WRO21hie2sSL8pA+3x7Tdxorx6aTFwAr/EA4dSFVvGdn3IlNLrlN+Y35SSweRoR8gjTr15k3G18dKlwiCaoLpYFANGtuJK2JbwjMOFcwkfWiuh8EHKIn5woH1FRndDKp0NOCiwBfNdhTaNHLjQ2ckalncWjJ7j29YirZnhIGXZlTuWZL8dgxuKt0MnuBTmOn8/F0+XKmSNJHTC9le6mABwJ4jZE5ZkdRC82Hr0zWJTQX0qYTkeb+mM349X2Nh8dFDPrfSpT32ysuUkEGu4ZkW1g/ujhlOTVRsvGw3EW3JlziQnWgw9+p7T9QPfQ95OKWmX812nsnCycDlLI7vvnwPOYWq9Oz+WsurqjpcpFiuR1nN3rVDv+pioYb0v3lKe6yxxtOGnXj7idR0+KeFFb9cU7flJUOJdv31XLh7QaThkhvrVf/Ff2jz98RIepyi5J9DnmJU4rSD7P/+f/pOG1afqiM1BJGfh1wo9iVsO5/M2ZJf74VhRE/aaZxkebcR6uVGoHAR8ld//3vc29z90f8Ya18fynb7ZklwTbA9lOWqLCRhJt/Gv7PR00pl+MwCNnk9XvomfwUHt+n6Z8QXpi8/kS9WqbqbA97Ri7pXJorb3U0+c/GuhOWALAcokJsaWw7EybaFpqKKxLBnMiIFYcYQQQjGZ2TXLz/gAACqMpsvj81Qh387pNLQlhJQQS9TQbr/epHLefvvC5rWU9b4mdF5+zTpcSSj02Bg4hzCBjaAsWgKgxxgfXTCrD6MNsWshxbRz6JpAELBeYSOkrEpEXr9jxTQXP9kMJRuWYSjCfV8BvbLVmJTiuBb8DpkvvviDLJQbWdkHN08//mhD88Jn2lrASpof5t+S8eh2VsXpcEehzJElFgr6wOGa1FCPOh2IFUvW3BGnuQZ5AybUe7lf8zV3l9DMsHP7/pxXNt8n/Og4wM1npkeUBZ6ropHo5mQK4kzMdzrl+PC5+zdPPvLo5mzxb0d7R7o8M34TARCds7tneKmjpEjFlaLX1NezFKADT+wsQIBTftMZRYvxNdbUkeNplUYN4PPuuqS909ieW53G3KwjmNZXzt5oJT8itIkPFPp1Lb/wpSvXN6+F97ffyfqoiL11jsdKPl2oQMO0a828nk9JFo526sjmoXISnDnRCpI69T1ZhlZ4cNxTwuDTDj75l159LZ/6mTln0dAHLMk7cKsnntdRu2eJ6Lq56IVmQ9dkhkGx+z0TWtMw+Imm/m2fRf/V+ddBRkvyptO2Cshe44wTqfaUMZZ131CmfEpt/KCAGZM8ODrvNs/Q8IBq1bU7dvUOT1YGuvpoF4tryg0GSU10qJ4bPq0McO7enyL9ruCg2Nx/9oHNk889l6+yTjrFyVghm0nq7GBavzJ6QEQJXjvTzgGSOpszMGF8pE5MZMmDhQdpC74g95cbER1quG5lniWG+5LNWxHc8tJTdfYgQCMW52/91m8PTihLQ2cTjm+99dYoeuGI2vJq8dQzaR3swuDuzzIVFse6fSMj6IXvf3/iyG1re//Z+zd7P/HEib82DvIqeq/elTNUgwGOeWYtbL0xS40/DYEpAZbKgYadFM3s/FflGi5ODaIlExg/FiRGNMNnfgo+UBbJLLnr3ESOFSq2Uz3aGs9vfCt/YMqIMFbJIAAjWunjGivC5l0YGKvNZFMIEt7BIsawwnFYtBSGGT7XZljTG7MGNgFjQeB9ZVCYhnGEHbIJuY7j5k2Mh930LmYw2wGwHun73/tBE1M5giOwcKinnnhygm0lI379/PnNq+3bIhvOkUJmDmbW086UPmIuVg1n27MKDwYHO7O7xjZ9jYWjsR0jVOFwcDJXegR+5s3dd+V3zQeTj1M7BTcuDO/Cl7bV2e3VYYQjy80iYwyn3SmMFJLrklqYFTxUHOy+/M46tgW/utQNlvAWqL2yUBTQ87s/KLPDW+zSMX+63vvg3t0eHPReZWm/TsxSOdl5YMt/9dLHK+g5qzm/8GvR4NWGSO+0J/SNYD+UxXLUsKw1yNaTy6/6Xk7/G/nRT7a1yJMlRz4UXin+veFh8pU2JAcHPKMKCK3ycoanJfnQnmP5o/FEKBlFmgTeoR1+kCCEcjeZVtHzwZvK0GEzLigAFqfrvtWp8OG1vqdTcan3dfp+c01I7AGwLoGq5xc/3KfT2EHtOSiev/C7TrmUHMu9YjhHqnEdi3E9tHgILXtv92L3nc92ICrf3qF/fby5O9xFOqW6roYj+Rc/WkwyvBjFHahjFrf8d/+zv91vc2cscAs5+A4fGJ6DUxPJNiA0L3Csjvx6suQZE0FgpjO4mFTEZ2hy6GCKzTXuQSM8Lj27rT5RvDQX3fm3zjcfcnoU41oYU1RIegi9xPqyKvEMI+DFF1uL/mahjDXSstr77z+7OVv4oHhgBNhnZYIe4t0qNOyOXTbvfiDIvOBhs0S3U2w1mgXEOlk9G6tiEZ2zvz4rlHKer0j2Wyk/Qke56aEIoR6SaZ4OjZnbzCufmj0xpPl/8oknCn+50Rax3ylItZUOIZy/syKzEpZPbPlp9C4p6RCrsSaXwIlMesNhuO5R5CaCKBgMjhEwJ2X/QVI3PSKlmqPbkjcMzUr1HN1kVvxm+z4Lyl0z27EWAtcWM3MHTpupv7X53ndfaKh2bYbdZ+4/s3nuQ09W3qaEHW+Oovydb36nd8oHWULexxqaW9vKksGE+BEvUw5+3j0w7moPhQ/vy2KuLT2sg3LfsE37FOK3XnIQdregrhfSU497UOhVNPA8YbRtMOG1A+aROiEWio7EGnwdzwgT6dwe03FEYf8ccL+r3xW/PbMT5O1j8yxcCyYe+gU/xTFWUXXNez0VSHOAQVvRZQJ+g+16qzMuvd+kVErxolSAWYOslLNZAJIzrAnBdzcXXn97YIILx1hKtcSGb7JKHQkP4L/ZnkeUED5eKhIvjWpPy7VSJcXr4/3zDdVZQw888ED+TBn5s1p6ljLFD2inrWM4DH+re9EPDNrnANNYeOFfhzwvha9dB+gddNnBDpp0YT5hinhbzw5L2hfD7Mpe2IPL1e4dNntLgaBZ5W5hmfe2j94tY8D8sT/rIX9XK+7e9p5raLsO8FRzbbOyaTrn+FQCixCYxf9ayT6St/SCN4XjPfrwgzUjd1ejRYr/wTPninrhPnq3tIinikSw+qYQoH4r29LoJ558anjWkmj0R5uvtkvqJz7xseW/TOG5xt95MFy/t++9zde+/vXNE+kXciN1JCNCjKh5hr/3n/29lO7pzef+wOeab/jQamd1iRLhAxfx8FLpAi/mC9371AP7/xoty9Fq3K+X43NhwtK0mIDlNMI4Pc8y5YeANXT5Ce6ikxIbxkD8iEd4zB5ZIsS5D+0Plub9TL0C4TULLlj3kYcfqf6Tm298xwwlXlhM6Q1Mi+BprTvCiFgsQBMiM3SqXM+pj7ApeyzEniEYFDWGpAQG852N5dI7txLI91KO74U8ySiEQGFi5XhttsisXRgBfrSB1Sw0guBeSYBfyYq81EzbgQT7TBl3Hn/48YhXVpUQ/k5DwB+++nLDxMuzkoGAh7kUZqI6FiQlh4VqYzjaCYyfOppJ/xQ+HNq3znp0i2vX11AetsjHesLX+tR5bN0cs0dxsB/KJ2RnREOTvXVYRguDo+1LuzpGiYSHe4VqBGXwevf6jh4DgD/ema/+BidA0Gc6zIG7mypJ0Q91w7fnwnj0/6DclFc2dmd8/fyFeMReTIdyFTw4QySvSQ795vm3xi0yQ6jgMUpB3qqZc7iTgedACm6nqFiBHpDyTke4eKWOMTpNYHE8biWK4aY2CWQWiH68UCPv7ZJPTGdbA/A7GdG+4dFgu3MAdHvcxQ/6Qs8WP721qNa1bjjnY/WBIH/HMtXRdw28sWj3yQcr2O+e72ObD4ssxnINh3cs2Hh2RlLxN3kxYqModh88vVwnyUp41OlVUaq56+oMCt8DMzqBTHvnE9zhxVX396U3fuaLX8w1YuRYToGGyP/FP/i7+SUb3VQSEmm5gHydMouRa8cI9lzzAGCeTqyy8IqRqXIl64H/B3oGzoUvyjr1yGMPTzssiYRuihJPmzyS5Nk5hWsiiJ77vS//3ihK1uRzz3148/RTz2jOKMVpd+evt2TY54Fz54r4ODt17vnjP3t/ol2S0YaIlAtrLhJkkUkW27UYCBKYwgsxmJ0pHFgIO/cF+6Zc84+pTJo1jQXgazlaa2fWac71U3ZfzGKsHtljHnqkfX17790rbSgWIr75veubH7whBGn5RDJA5+ALWgpqcFV5MegQySbmTV5EaMNDyh1SCQWg+dC8t1aDcBewlhCU0ov86bybKSbJD1h3hFHbTGZNZiFMg+FiKtY0QiGe9rB49fqTUKEyrRggaFdbq36j+6dbdXQ28/1YAmae+42Gi++0UsDKj/v2FXpUvNgj584UppBpPzikIgY6EM6ZIOLpWwYLVb/99oWhhzCdD120uUP7uzvX9J53GXoxtkkmgravRCaHGiYROLraa+PbrRi/RzBi2lk+1s1V7ip/Z00u395OgOBqCdQUFn0c6LQ4aH4qeH5PeQjgfkqgUXJ+xmbmhZ6NH1swe4Ht49uOkWN8q5Am29TQFA3j1miyw9E4LyCpqrs7fmyTNnJe2uVReJpj/NLBMZM10RaOjEgoHHBROKMwOnfPMJYAP/Xk4/ns+t1zy1Gy6if9PXqn45o2o8/2UIZDZ7Y9XThRXx9RBPyMlFnUqL6lLGHK4a8SWNzkchWyVVRbXl8dmvLJb0dEhJdtzev9KaP3ALs99+3njr5+7467UQvBvgrKV6z69WNkUNu3MCiXC+Sv/PV/b3Mza1Ks5MvPf3PzVgHme7b+7Eqa7OS2ouZ7PNwkjVwC4+dNX7Aa7XQgIQU5pU/4CV/4wQ9ncvWZZ54bfrGjwoV0xvGsTzxB19Bh5JQLzjp8hyxmX/vqV9ta5mOFuhXEnsG2QrzoAxK3OsTf/u3fnpEDI06iHv5qSTToly9/+cubPX/mn31SdzTIor2X0OTU74FRDkmjiZdHyhByvh7ci8M8Mbkh+QyjmvjgQ1i9TsQKGYT40Ucfz5K80hDmrRBVCrB8XgeKMZE95nQZ0e1QeKMA7hNZNzdS13/n739l84PXU8iVRdnpORx4HyERzgRQRQ0jY+YVvO0aJb+Yh3LE+OI6MZBeVE+zZvKWJO3aACEVnP+k4bo6Y9hRjs2qznm1m/mkBMEwqzt6ziyb964HwwzVi2mc/Yb06np/SrqPoPzTJT/mtObK8OyF1sJfGUuaD+3I5pF8NRPXZXYedwcTl4BVUfrqgREe3Aq+dSxBXIK28ORWegNYAyv8wMOy5NZ7BCnOrlco/KclaGF1BEodrBgzu1Xd+7V3+GIpj4Wvda5+ypJ1Cyc7IRvlvYWuEsZC0snt+GK+axFrzgwkK+5CewtdLPCff0p6/+P5pyzZtMbGDPT5LMpLrb+2f49jrGjf88PfWH3bowoRi+/XzXBv6aHVQ3xirH96GT+oF38SlJ1C1HHWnGmLJYwO7aqZPbjD7+3NU1av4ZMKQw/DtDsWqEL7/+MHXInBpCh3uMpWm3MWbmfVzdqq06g+u0pOKBuCsriDAx6XLxGNFy3Vsytv1bkq7/E57ijKyqV8HZ53fXe+zn68nKrFRB2DA9/zqw62kyg7vzwD5lGU6DBK8MDm3/4b/+sU5aHN0Sr6r/7B/31T0v5RZHY1EFM5+Kx4VqUEGQ898li0zoDq3sF0wsOPPjY8IiWeSZhnnnkm42t/q+puTFwv//mVqxdnolZ4F3mn1NDSKh10piDhifFE9k34MPooSXCTC/7siJncL2XpecYFS1ti8e9+9zuzwdkoVsQW6Mk5ajMwJvz0fBAyH0Ruxqre/smnnmw26IV+y5jCikqYKpwG59ehWAErU3Ffm++/8PwMHQl7Ul8DUlYBOGuoS8ShFwi0qfP5F19MYFoR0XMaPj1nyDdRpAFgmeFFBa+GahyLzmRNSsVzCBcsstZ4hkB4hmLYX+znOgg2ZU7x5nc8iAFj0MqpJZXR9YStucYpm9JbLKOXVx5pCp6eszqJ4rzZ2lqKBgH36HJTmmYrmwLPOinJcNvvvtmHv/DBMoQ/kGX98ANnNxebgHqzXvEr386XGbHOZGU+2v1JElKtH0wIjPbrAMBZB1KDRuCCNXVVfTVwet7FvvCuPYaDsgON5Zw5MAqx3yMo4ZPyUMRMnqgrxTiKDsJqG74wFKy4O4e27wRTHQ7fPq5PD41WXQeHA7p0rofrEAyH3itG8Upb3b4aPrxjCMQqeDgLgBvn7azGN1p//8705nU2lRE4/UlIa396aWhtAo7wD16qcVQHWLb/ipeZGXsKxqx/3p3B4xSVgnQ4H6HthEJc7e96v8G9JmvmKU+OAH6v6IeH86+dSCApOHDBrhJ3OJmH7/mDFkfKIXnvfcpWJwcH8/H+tozdtXuK2Ja/YPF3Z9Ujw1Kg23tAUpAD4vqvXe7ulOXc68Lq6O6l8NyZP2JIU9+DFxe8y6ocvqg8nZ72GFiiO4PJSHJP8nAlC+9cO3+++srL409mx7/XQpThk57v//iXM0GU3DA3H2Zru49lMBkqG/aezLAwaWNyBvxkx4TwO4X7MK6kdjOZfLnRqBEl9+DAkAy+/FJurnQJBTtr1oNTRwUx46ap7eY3DMeNhOkhylF6tZdeemnz1FPPROOH54MWJoL2/ItffLzRFUd8Qt9nT5YdIpqGd2RjjFYWI0lgHyvW6L2c468VXyQZAAKIJaN1V0+XIKcwAWY4jLFNwGC8k8cLzShWT88vBOWd9mlBSxbbW1fe33z9+SsNwZjdlC8BxNyLIJAMYQNnSg1RzGzrGdyjKDXKMQQZBqyAdWmu3/1DUZKRFGtKEdyU0Ayr5r1YJAU3eKkASnCGRr3zftwi3lMPqGx7UZvQ8oz6wThb56akO+3IOg+v2dzzjMQeVTdEOlt4kSBvPkI+N5lTbG7Fr/Ng/pHTp2KcrKKd9VIFKcZg7V+1hUOhUUn4j0iAGrXO9/Klwsf8DqeQuqd1sgdjErsMVuRdJdFDy/qrntozAnYPPgj2KmjhzLuQMBNvnY1SrvyZ8MAbPX8tGK2+skxWNnugnmg9L/8tq0nnerF7/LuCgA2nlUlBgmW+wx8hmJnYGCbd180+c6Kdi5a+HdobWyQAhNe67IRBxEb3dDKGuGMQbNu4km3ApycqxQqm6tYedIWk+VaCYXgd5LlWlz3UMG110jpY2O6YP07uHjoYuNzx7+C12+oA8yj7aLM6egbAUl7uj6tHodvCd3CMrFXngFfZUw4cYa7d0Ts9EprWtXVvyz1e6C11rrNVhTpVRS6nYw7HaOCiUnAfo93iA7gg4BSlESXetKDDZMrHPvzRJmVstCY8bxkYO35S2Ayrq4sytGT5dgbO6RLW7M/C3N9ox+jCWm2yJTbWu6eaeNF+OoBOYUWaQBZETmeZ8OFrf7D0bwwo7+h8WaV0m/A2ipfOEKNtcleUjgN/CXukNGfU5WJtFk3zvee/t9nz5/7ZZ29TahC2FEyWWAVQEtNThAiNsceMNzlfTzc8YoFdb6kXjB4XZhJAJmw8c7NnNUZ5hjw2d4rV4qkUZMi1zeskTOieGCUhBF/99subf/zll9sXOP/kFhast5znCIpwi6g7gmuL+5Fold9fTA0pU0bC2puuzvXd+2bEF6PFYJXZK/PcmAw9Spj4teY1jNJwmnCwDvmvOMNlV5eaiSKTZguAFL52DzGzOmtu5yyqhAQclEAfRBQwbWh+oL3Ubb1xplAEKasERlModotk3Vouebb4v3MpFxmtCS+rcvA56Nj+riL1urQYHA+v5zH/DA+DES7ua4Om/VlysnVrOQt5x8SjnFjitWMQ0xMsS7ygnCmgb887llWkzqUgdQl8nXjhrUKoTMqYSJLB5eTRlGO+K8vGLjfcttZW0mRJMQw9p7zww8VC9H0CdurqUsj0J77Sjs5nONoVwsvaEcRPydCffOj7U5Q6skmA0KsTMxkNhbytSYP4A/1XxTViuY9k3Oeu2eFzlEdw+QYbzrgd38kk/9DD96f0y6rDzRNMOyW347VV9NQQ+Dpc7dMxu3P34PZwyX0AOR+asOy6tzsGpm4OT5KpnvRvGg1J8+xAuNrlRZ3pempgiL27x1ghHQvvjQ2rsOvThgXLTAaFBzQdHExR2wnV6hlcK6dXTX7Bh8zrx8t7+qGHH9t84ae/oPbKXDPIfP1Lye1PAa595hlY6Hw73J882zYS5VU41Ace7E7KImRl8idbhWYCxzVDatbhK40+ThcCdO7cA2pKtuKPWkW+ZwK5qyzHwT23XY2fCJjaRdHyc54pZpYeQrNdBAg8CDky4qFU9/yrf/wzt2nNcczHrIspNK/qYkhriM/lTL1w/s1VUMRAyyMH95aFuHW05eybAPPewLhmzukDpBqFkcBBjkxBgDdJwuciIHpWg6REL+e8/9I3X958/zWpqtLoiIb2Mb3n9QrD0L03zBNSMSzEIAKlPumhEuZBcHemiMrYHd2ZMoZRt9bnjvieUQemmRnMWIOguD9s1J/5BlPM9UHKHsLBCJ4RCoTt32SH337bc2a2rE3wOK8nR2aTPjOkheve5w9l9rOiEUXqN7F7cHMpurydf/daWeb1oGfrsM62CmgyhIfL9vCogDX8QRP4rsBpMph6YmCjWDwHT/xJE8Scf5IbhFJlwIABD7CuHJSPf56nJFlgsODZCusUbiim1Z5rwSIR7tsNq68Ed69MT3+y9Fr8SzpWO/W9yedYBiYpySB1lIYyp/wUAPij7VJHXZ6GLcFddU5TPDLHgtPT+FWB8WG0tMTUFqiU5tCnWwTb5AD8q6HGjYLdKQcZyweU/gyfgWVbz0DgZ3hcfIHvbs5qpqee+dB8o+XU0XO7fmbws6WJ81XeKtTvoUlw+SbA63e4rYDJQB6/gWWYpRZTBGPp9nwtmfP64fh+lbmw4m9wulbZFTv8qg0LFK1ch7fgR6eq7jsHuodL8KJ9rNxz6+MZvDu/FdBB3o3yjpb56zMffWDzJ375v5NF+eB0+uKee3r0Ca7RNoqLwbBzvRyLH2/lotjX/MWBLMrj8bqEGuow2hIOJMMQnImTneWLjbqs3CHTFKeD8qPgbU7n/Gy6S6NZ1fjTyJAeQn/WI15xLAPn1uaVIi0k4HiwtGw7fyb+2PNnv/hES2f3p5HPZc28Nxl1MK/KHWYdhcLYTtI1AaOsxP0t79GDyPNmvffrrWbgF8LvPiOoAWTIA1AWFADXkLYI+q2iPJ7vKv7c/F6K8lsvvhNzmI1a76trrD+KsnOWop5lhkrVUbEplLUSZXIgBu8wVd/qHwFx3rvpxu21RMqPjkGAez3risuYfXd/nsEQCZQHCJ3VRfySetAaNEOOnZUJLrib90Yx8WHWm9Y+Q3b+TopmVgRlTaoXbODE9L2ewrqez7hNm3JqC2YXTEsJXbhyqR6yxMEN3Y+12ugBvejZwnvC7564mJKvmI7VNt8764YQDCt3y2RNFNwcLKZsMo4Toi2s3gaLYci0t1IprhH2ijDMX8JOCNsRL5+R3RQldZawANPZGpgFYPmZPZoF5r/ezoWXm/GHC0r65h6d0BLKoUv4nXKrnwDNkI4Sm7qnUUCbg4A6+NCoCh2WMzPawy+BbmLuvnhRR+8aRa9dO54WDH1jRj0GOWgC+xVc4dPW7bd6CJBj6DYni767tGYL7t6O7hn8Uw8hnA5zywuLLmBGmx19CKxrWoG31N//2lzTAgW/B5cf0UGZA1tleGeu9odMjV99wFrP6ADm+vDWgmnVvc538MwI5542KXMd9yjMbb1Llijt8BGcwFLldFC1IIyP9f7QA/dtfuK5j2x+8nM/1TD6RPJhO5m1qIT8Gq0yfqzDNjod/DF8GnrbAuJIiu9YFvp9+R+NPuTBlBbNMlT9BXcN/hq5CQuHMyrkfDB5Mx1ksiOIHLwW0tAXJlLth0S/nWhideEsHDEAgukHP/jBXHvssccGngnf6/1ps3ZGxz2/9oc/HJ/U0BhtiDSMM2Sp4vwGVSLA07DSEFqQuH2VCebO0rM88YEmJ6wZl90j1lv4juhmuTwXisZiEcukR9T7uGeCxxrkb794YfPCa1m2m5bJ9RvR+JeGwWMG39NjV/YMUzTEvx7Ucc5wFJNt6x5LRSFTEgZkLSYsBKeXdn61Yb7eG3/qlLdgr5Z+0dirKbhDXXC1ZNxQs9/9oGjWpBJltUJQvKXOEfz8vtd72CoSylnHrcNwDDGqpPkgv4YRhScRXnF+hxtmnC5g/egp++osprPk81JZU0xuPNhw5f6GDnzIR2I8CVNvyfN3zzGEpuw7ls1UfFqKko/ScZtAb0k2YASjNoaW9anhnhHverWZ6MtZjJcuX8wPHU80EWgLgNPHLCMrjCxmfOPN8/mVSiicD5rVS5iUT+WMBduPWekT3kZRdn3wBBaVut87w49buO4hRO/WocTg2jKdXW8cMIlnuB2vWepnq1xRD5TREK6XdjjvSvzc+5U99KzOVe9d5bzjC/cXXbaA3PnqxDllFG4Hbxhke0y5c961cIefpmmuBcui+5xOMfhInQR3Uuphkm1di8/jxoaO6DJFVONMdPYQRTmdAJ9htFuul0XvEY55YcG2OmbKVpu7MW2vGWRsKxsVcvc1D/Vq3cDAw/8sxGyl7mtmufvHmzw9WUTHY01yPXDuYNnxn9o8+4mfDMe2WGiyhQ8qHDAy6AL5YWeirOot9LB/vFV0R5vk3JuOOVXs4tEsTO4irhshR3za8DD/K0s5XIZoSnGyKPlzWeXwa1KX35RyfDteNLt+pnLBD8/aC79GbPSQ4bxwJSSEYzG4MPZ6ice/9a1vGbFGgCodRoGTPhgRAxq6zNA2E1mi0vH1xNlmTCmmqam/77RcTx5KM0WnaqxccIHT+wLWKdaYJK6cEJst9VllH3ywEqJevXJjFq/vaQVJLDwIQeyiVgcuYjOCFVwUHQAJlnIhfFklverNe5h1sNpVbaM4d+a1NlqHyiqEEGVSwphsN3Pf46PMt+BWFCW4ZT5lUpjVBw0IptecFQmbUnE1TN4d61oujMBGuAklGtxh+i3XT4t3bxD2hsRZ7GhuVYne8MCFGKnYMb6+c2fbpS6L0vULRSO8nuK0teaZeuT7U4BH8nsiM/cESxvcGJ31xbrEgEPLOkd16BLQG1hwTfhBRti5DtZGXO9OHKh42uOFdvEJjdUYb1iN8YMXXph4Now57aoYQzY1KzUgIG0aOQzfme+u3nP03Bxd9R+sXUK/irpzeMvSsrnuRvfVMpZCneHE9Dap4NB1ur/rGOdav4fuvaWNO5dDl/9bhzKRacD3wBbggXwLI6HBg2F6d3tg3z4auy43jjJ0WqphR7IWx8UzeK6S2mJztzuTlKrrpeH5waF2LBxC5cgI5dix2l+b77LoXAeR+gC2kw3NQG/YwZ8z/Ow+unnaO2AFpff8wBE9WfmNRpL/QxHm+FGz+fFko0LuIttA7Etmj7Z2+vqNQvfqqCihm+U7sBxR8P4HGQEsOUbXWuQQPqoXHaZtdWBSpLF2xVZazijkh3uQMWe4LKGO5cKMEzGPZM8BZi4eSTEuN8qRt5bv8aHWjYufnKXR1e2YmexocTpYRz90zbyJgzy/9MMfjsXLNfAzX/jCZs9f/uWP33Z/esCAndi5fD2IcLahn3E+pQiInVKps57fO6vNmlS+zEOH9xcc2kxuyPve98orWaOx8MxuNtTUIFP81xuSzZrymJCAXyqbzYV3bm/OF6l984OVqOC9q1kipSKbnkzl/i8NN43ROGY8ptodwxBdd296jO2NXp33WXg7k33Otwyjp554uCqhMClgvRPG0hnqCTHgqI8KW71rvX/EHHdATmbwEQLDL5M8hGeOnhlYwwTelPfQRlRNFUSsyq13pqjURXAMaT2/OzIw9AvskYFL+TK9izcUkL0vZmBdXbrajHn4tVvAifw8Z+uwjjSjbumeZBeDpYpVzsECeg/E2LWyugyvMWvld88+7MLBrL+/YljdkN8wy/ajx6pP8hMJc23lO87wty5OWBk8LPfHYsRpz512LGGGuXvbpo0UzL0Hy+qfdLDa7313a8MN3kegewl/yFgjY5T9ztEkksyxOqXeqj74VBYeN/HkfHyEWyXElbKr7G87TQAAQABJREFUa6VaW7/XOwsO7fPZHasd7q0r7o2/tZ+7+uARre6MQlrSB15qyPN3edZv2Lpb1joD6906t7fnaweL0hbs8LiexesOz8xnex1u/Pb8KM6+KSMjr7g/3K3GdOZBXe08byb7RKn+Dh8qLCdFyFjBG9IqCn979mOfSzlaz12ikpSL+w40sBMrPlUmncES5NrzzIH0huTZx+vw+RZvtoSTD1IUiXbPbHXWo2/6Sut0+OpgDeqkZwsT7qgaN20LbhOHr7UxHqVL35w+sdZ/T7trs+fMeL+Z9cj/KfTIBA9lbkhf5Zs9/8o/92wTeJACdAipUf3Xa/AjGnLb2wKR+eA0edZfV/haxpdl1rlUaztknywZhLRGluxdvPxO2rwg8hQPH9UiYsKeb/FgQncygb2SeX6t2Cj701y8sXfzSlnHL2VlzuLPYLIDXDI8EwuRdPmCIL4G8KeNn6nz/g/y/KG0dowHvrEaQu742VKEWMB9iNYOvtCl2zCj/r72Vq8YQPkLDRH07Pb6qaE9o4xgi0hj2aqvj+WOc1Qnq5flTBl6noW1Vn2wthIaztnuQbgytuw8wwNl7AipnGUzTcm9C48xR0rQbnEyTMs0j0Y3Gx7b/F3vLcfkqaw/YVl2Q9Qbs6IPH2xmsXRS2PX2Bw2po7E8lVd6B7PZa4QFL/SCf0dqPBldLBu70prrN4t745u81SwC0jiWDbosK3jxMTMbGgbPOxp4dtcuDPrjitL9f9KxrN5l/a37uW92Ahh+lMXqZzGfCBe7+FiunZ0RsAU1AJxFu4XwgcczhmW+p3OMVrF79yiHJXTq3fHv7nvBsvuro1y1iC9m3VREuOCjr4OMQDP067fRBUtul24vZplCptyh967MIJ0yF7B3611t8BQOIruL3xeOBh398ZSSnc3QujpnmK4z6N+U0nPgXKNEU3SVRR7id/BRnNwarPg4OV9keWqLCz3cMIlvONFuqNwSwoa7jz7+zObBRz/c8KlRp1FR+DSSvBFfzcx1kTLaQNkda7hrwYhoAx1wQ6nNmeY8bnGjpEBPliRHx33ugXMTkscN6F14lRVMVi8fUTkUJKMJDnSAOj4LFnSEDAvp3BzLAC+3RcHs5NVimMuV8XAp2k6koMfI6TkyZ3jPz6kNwVvhg8YtQ492TyEkgGL+xmLzEnsjxOkNCQUGZ6reoDwHuJDbdX7Nq1ebvX6/zB0PnEo4928u7LmQMNa4BHssNQD37K2yFV1OsMFwtvCXw2ZH28bg7JF2gEwxXb/WuutyU17li6h0OzJa8SJ+c03jg2exwZb3t8oOSoKvBg5iO8fwuxlFtWsAhvHBMBSpXnQpvXW9y8MwBwoiP4xRIl4PjOKWXXwsz4rib+3BKTZJiFDVF6NNslhlT48IopRpcHiUQ5t1iKiGhYa4BFOdfF5W+XRl2reEo06hf3yZCGyPodsp2ss3LtVjFqjfcfr+fDsl67UKoWpSbjdbEtgulDnCL7D4+RMbmp+ubsrAEONiSvHdgv/1qPxWAncffOjhvgvjySIQvvPSi29MjJplhJOgGLKDcQRuau5PjR5B06b+Uey3JsVcF7aHTm3Ra12gANyFeziZNyHvn3AocTHdoql34WXKCNdGOzo8loUO40Y7VtrUbvKQ9uys6w/u6fBrJzjUNEqo+3A6EQ3BCDkUGovqgzJIVeN6bvf8Fr6Bfgvu8F84sVvm8B0FjabbTlnbGBwWFoxyrMHz6vzRtgqlLPvd3/XZwTj1LtxtdftAgH88CWX4CH5nyOp6H1Eo871qqvgYLPmxvFinr6k6Acd0EtNzBFfX1qjRXEKyHx7n0zjoSHrh8GGr9dpCOuWkI9LxCN05loFk90oRGpSfoG7+9us+uZDwy/7t0JfMfNDoEc9bDFJpM4p5680y+KQHTp4pbPDAe4UMne4ZK3gssTY5ulbZCTEzKhWR41ung5YzwotvrSI83sSNCSPvaSU9w4h4pxyzX/nqV2rD4c1nP/u5sSDhThlriN8oLL2lLtmJhsf+8i99PPKGtB7yICIjBkQissBjwtGfnuEgT5l1TigmP2Hv3FWUMWBAMbEBdl8hGqdrqEZy7E8UffcM0SgZ/hEIA4jNx1gzUvDfiDmvx9HvNky91AZDb1263vv26cG0y2oAay+uRvSNKUeh9P2jR79dW5y8bhGKXl+JRbeXtLXH8A2CznCh95K9nqvnzN+y8GPmfS2/YyWPMNTmnTCtGfJgqYxxNYyS1Ebg4mDDhTXUoKj4YVWq5xOr+QGrI23IEW5SZlAfvqaDiVJooymrKLWqSxObLGooB/FmAinLo808H6mnF0/okNXoRnUI+JbWikDoiTHTkUM9l5UjPdnF4hsv5ne+ktvlvSwA2aAGh1WKV0aKR/im4rmlq14WiZoosVFtfsyxa7sfo0gUEsxWBjl291kx61b3O5Yy7J355V38tTo5l7zHbaL31znNMXTU8TUyim5Tw/xJkfU+1wK3jVC2/TECASIoXodRCNVp6Fhn9VW0WQivrupT5w7eEd7owxAw1F7rxZEh+ajMsbjC89IPaLpaMnCjfe1ddd7l32lF1+GajMCB94bWlOmPHHCRUmwRQWAt2LrQG4NHf5TjHvkFvy6CoTN++crq7rRvlGf34c01inRvnd2BLMdDB7PUjUoaXeyvo1W8xSk6J/LvczS+Otluqg8+8nRyU0ceQieTWDgfoyE8MhoEeVtOKFH0ol/+5mToYHriaBOXx46fbkKnuMYU5vEylQs+J7DiMMkgXSW0bax9vNDvGXL3zedrYzfyO3trxdMmlLzL70jxPfHYExk9h2aka5hPFrQDkm5s3YJQjLbiPSd1JEY1vE59DhCwjvFmT5wYagaECe4klgjFlpqb+YYwmnwYOcW5mB9yl6NWpZBwNYuEqUwIBaqbLJkhekwokt8qHgxGlOVHZMkA8IPguNkSwEstx9z75ltjGVwsC8+19q7R+/f2MDSC+jfMFNJ8OxYjO9/+xk1zgCtEdx3/ozjLARuCYQQX7OHFMwgqCalwj75iGvFalGC4Sakh8Lyp7gpYw+KeQMDKYaGN9urv1NU1DAsHN8MVRagXNCwjMtObV0+dfm0pKqD7cDvlOu+Clizmhwfio5X5HnO068Tea9/vd1s9hHlOnTrTHur5M3O439+sn574SPkbOcG5E66X3k4v+8rrDUFSjJaxvlfAu1ZNL1vZsBUwkDrwDQCDPELHogFBUHXfsWjASgzKPndpsmgxGslzfTD5vQe6ed7k3+49z6+M8apIcUQvVXp26EyJBA/BHEUWLPautiLHfRYrvOh8+IV1UEJvbKdrCHzvMU2Ztken6pqwmprFDeMwqgI3Pt65XSRVwV46Tq4ZOQPmU9vRqZe7idl6t2s1bMoOuIHPzPEo//iBZezxwauKvNW3dk0xd/i4axVF3lioyl4f/Nz7eLN/8L/zNc5TlRU2hvfxISuXgtQ+3GT7DFYftw1Dx2KKI43wKMcJ8M/CtLx4Xzpg4QeE1Rwub28TKwu9MrGjfRQTGE0KT1hftNBGGcpEtYy+aFg8cxzFPpI1Ron0agdK3HL+jdfb/vpM9bXvTrBwlcEkuk2IWBayme/RP9Uzw++UO4V5OePs7Vb1vNLusBL2Srcmv8SCB3jlEyjl4wdXV0o313326ozxe5/zuQEp3X1TSYy24tEAgNAVoKK2aMUEADxcwygJSxsnWDyFRmj1zEMQwIcAs0R9DRMtB3r+mXwFB5pYmNUuhbgM8kKIGfEGc6MwDxdeADA+HpaYUs2g5Q5uhq1EGkcRs+VR+5sBezdLbCuoE5Bc3XqX3bEECNlXgzUaMzp8EWxCNbQM1mXVbP00o4ysNV8Mp9Rb20mX9xsqNGANbmVgcjPdKceezdUXM6zy1YdtIb0/PdePOZbSgBfWyshO+NW73+rPvqyCmYPotVk777nem7JYk52MUKymLBjU2XWXJMxggZjwHcZpcuziG+c3V1t7e6QZcz5HM4m3YoxrDbl1SO80a361XTdnMgYt+hjS5Q6fxtTKrgQQfIzCXC2Bl2rpEy61924j587Cz91n5mIlgGv3LOtgXA9DS9WxQFJ4iNSxygiCcHPnWtfdlu18dw2/Andvz81KqXgTbIq1morVD0nD4z3LQhFfwQqd/V66ryxthf87EyY9e6tn5NM0bOUvw+9w1VNLgfXMwZhg4jU7nwnPqa7SNKN36LbBbN9BqmFdgM25MTSLMIsfh6+2nXi3h0f7hundPAKluQ4VLRp4Xy3+Lxyr3OgleifL45uPhvhDFi2yOGnplByi1hA7HNaWw4X7yB85kzpVFQYqqfb0pWYdDyU3OKOIU5zCxGQq5xKzW6iyQSCh8TSidyhL8x4seMaWZN1rpNaIIB2j0xyoq+f9QhD37mt7amW0rBcJKWrv4ncjLLqqF2ckOqnjuIZ68HyrbUzgnGxG24T0I7mShucGtzqO6qt9Zw6dbiL5/9PYnTXdcWzpfX8xEZwOeSadVtsRdqsv5O//TRwKK3QjX0mKaKn7kDwcMBAk6P/vySoApKSwEnj3rp2VuXLNuXKorM7GbR7SlOGe+MlGwjQfc6adLJia228Lk+d9D1Nn2CHmF4F6AiT9KCo6q1Pme2QYYjGyRRyIq/cnPI+NWWQoCKt+BtFRI6IKiiJa5wQh/KQeZI8DijRDwpmOnxfWayv13zL+L/X+377oHSfV/+PvOGcLL88fvvqmRYQU90XOUi88pdDAlQ5DYm5CgeNNW80uwZPT5JiWSCJ3NKXuag63MgQo2quxMAqnnL32GMR9xBxOgUtXjwEo3x91utpbuzl4cOEikpkTS3E4PuU4DPc5KIicuaSYEYonJqGMpy3Q5xjjy2hD+y2/gPlHo40KxotV+OXhRVMXP719qYHufb1hJ5j2uFEMUcKZYzzGtAgX8v3HKs7y4hiIv0rv2rly79/3968K/6aMBT7Q77Ibeo+H72vBZZHdu7rhEl6Yf+pxQzm5HBXHsGPR7K4Itghw85S1kY1FS9McXY93+Bsfo3zHh93zZ5N3sn6dfr5s7m3DucriE/kcHSjKyriUnQOJf3T+Tu+mIeD5AeOqPlmv03HP7eR3onI+6yp833N/pSaK2ZII8NxG9yWXeKEj2F7RbqJ5C0vp2Z7aqQ20DkrXxzYqV9k5zEzbIdOZY/rYXzZpPj3ODDcrGZyThrVDbwx/yYCD8xSarVybeqoV02hOINu74CtHH70xQBTrceiXbSdEBX7osESnhsc2mjvMl3PipLwJ9l+1wPPv/5//8PDHf/XnlRV9mjZjN5A1Yv2qOcmv2iZnHeFPf/pzzvFf7wwFtuZRR77Nfkv4w9nUGGZahOIgRZejbbxuRFJZThkeph4LMs47cvcWxcJYAKmOidrbEZpTnDDzZMcuM3hD5hrbijGGJc6F5hH+y2NPYFh9bDK1lSwMMLck9ObAcmMJMgdZ6HM2aDuqzIvqGasV92cNwzuU83//u7x9G5g7Ueant63IPnuT8+6kj4aP2vVydXT/NlE2+AZqyfddTv5R5xSnG8fQOJ3juFDfj81NoV++YW/8ziEm6O7h6ZO0AnP1oHOctSlC0DNrzAq3umfRJzwJJyCMToRz6hn6GdZn0LHlfkAfjskm/I8BPa7DEUkeuk40Sl6ciugHbTe12jlO9eCHARTcBtxz0vjhCh6E3qLQWldseAdxMrgN93ikwyd4/TYd/v06d0pXlk7pyCH9uWQynnfv0KhlnUA4j5aouGX3m7Y+bOfD6xujQIwKuvasjkmn0yAoxOllfxlo8boxxmSpw6KJczTJ1VNTW9AqUydOT181N3sWR84ihHfX4CXY66zCEZqu6W0U+yjhbr8weOnOP3wUgan0LlddsK7SvvBpHanrA3x32V8u8brGt6AoWw6eus+Gt4vjqievzN13SpThz4Ki6nnfOYhhtHbM2XKcHJFtZPB401sQ8VwUaa7Q47b01yIkPXzSkzAcnBEnOZqSWGTac/YCjQUGwVHXQi97Eg16bvsjI5x44QEADpPzc5Dv71ukYSevmhZ60ZMztrrZlG4UqzMUQYoEbedxkIznuf/x3/zj7k0/QpUuhPicpzw0T+9imI6M5eyQmYvRmzvNRp8UJD1OeZ5nm/wWBj+1EZOx+pP0NNKix11Fa4U1dEdvi+S65wkIjFmjMREjF64bqufZGd2xeBIBTOhdr58AMOTHn3qrY+EyuD/2nJ/enjMyr2ei/VE9z+OUdopRmbOoULly9JZzkx8okRYwYg4FM/zuz7c0BroYLi5OmvInuCl/AnO2pTRYU3Yt9i9n5UrEh386WND3SJU822Vq3woi5Z7ypijak+/CHMqeNa4M0NuEXxk9MsUTDen5FxlVfs0LWUS9feN98k6ZU6rahpHfcDEvSvA6HBYjmmJthkoWivDvJ0qRI6GcFHHvX6ncO2eJpA/S+2HeyRwVo+WDQh9cnqjlZLznO4RDhW4lN8nn5qjDVjrGdHi1jOvjncw+yDy8BOoDZ3OYjNHxTrSXUaUhGMjZLQqq0WcN2W032x7H7nkM81XRDXneUdaT9NCTPZ8WRDBkPIAvver/ErVz7eeh6OT/9hOOY9dVyO/BuuCQ56AE8H9E69qORfe9D9X9yM9UxuEhm5qmrg06A3Tw6W15GztcspstX7gtqw8Byg6xcZh0pUVidMobVkVqx3mDRfFzQI1GtwjSlJHdBoIutmCUqD5HRb9PSivDT4xqR8ejhpimNV71ag4O6pP2YHuTpA7du7V+aJ78bw2L2eZfevuBE4JS6s0v/1OPS5tr57Mc6qs8uhetpusYjCfzTXjRn7R5bBcVabw5ndMeHilzgr4c7IwubkX76x7NtW84J368+JetWJm3cGLGII2JnM4BSDnX4LyJkF00eIinZQ6l4DDTL3guvPb+5cx+vZsXDH30UatavxNSe1d4Cz2F519/3fPdDW9+aj7NHJu5Q89uPkmhf+z33zp6TM9B0fVigWzit0li5YPxS0MAqmaO8NgK99y/cJHg7A8jJQrj/t1dR9UYIqpraUUFpfo+inaiymqUfRywRQARGjjRnZeiQDqJ1xylf6yudDvHK9x4h4t7Tqj5uXkYDsvwwuwMA5/TCyCYZSXs4BNmnBShXmTNUTpNqP85ITSCV8QaPLsGzHG+tVe2+86l3PxwzDNYDNs5BvthvTpghco+TUZ7F9qP/YNbhSuh+ZS7XRScJLrgGjp3umXAoS9F58oDImkjuhj8Scsoj269h7RoM6UFz9997x7q6g+UFu0b6pGPyX5ORWQYKyZuK/5v4ruDeR2TR7cdVEKpnjfC+aTDGMh7ZxkEYyOpIiZt7lT0IRxQHfqNCzK6Ph3Ze5xHTzBCVoHh96u7jTzMU0/V4F6Jmy7UqEalzc/O6AcwUOnlB6wpV9vpiPsaiOjVrc2br8fRnymIoZOs8OyOPOme48xGd7a1KDFgiWsdOx08Q/rmF7v2FI665OR0ctGhMwnsthBtckL0siIFPI0oizDp5xbRWiD27PZWqeMP27alyLrHmzd1cKZMko/Tox0M/pe//9dbiDQN8qayeGHP8OdPPs9529ssykwvam8BW+3wIVHPZKLBrodkGTJihHWcBWUv37SfM9lbkN4CUMRuCoDMyvcG2iPX4LIbwwBRAGXUo1IyoXFt1cBxIptbLB/DF7KTBy50f6vCoZU7PUbL5DNAK2BO93aii20AnzWUhoPDNBjHGPmol9N/3uRpPZMncV7YdhPUV2/a1/fDOVnEs86P6q3aNNTz0s2zNQx9nfIY7trjdhvorbiU+FY4fJkeoaUfU+eY8K4sCty4U0Tfv+YIMLyng2LP/p4+AyG2X8Acn2Yj8SMvYEsgb1t0Iqyf400xyt58eM7xVe+kGz5e+NOx4AlV1/mIRJ+a24VJ7Vgg01OSk7kYuINBqJSvn/HecDHh//y0uaEf64DME+uigm3eafWrl4yfFE1Kb00RVIZrf1xdc0vHvZ92V+jDj+7j4M27Oe1FQ6dQ6I2XOkw4fZjQomOhgChbq1ehu0OgxOsUxtvLIV/w7+E4ummPb8kVnVxnES/OafeEVf2M5HW7NX7sjVWvGFmy+qHpnUXwV92nDRctxHjpm8VK87QMbOeldmXPqjRDDF+0j7i+UfK/klbnVwU5sMB8yLvwHVVXe/vqAyukO0ofz2v7VzrbfR3zIFThODAOIv3onzQ4Xa5TT06R3P2kkp6SV26/kiwv+hvlsS0RJCcNCvrx6tPt4GhqrHuDH7+awcsx1dGnyNq2idxiEVxfx+9tJayN+2GTT3NyTsaySq7j0lf8XOT5Q3t9f/fU+3HSj+RlKP9lB6zYuua9Wq8bXnvrosgy19KcYcuN0fiejwVYjcjgTkyCGnR75TTbufUW73Ydz+akM8I3OUv0eJVEl6Uzn+lhEzQZvT3l1Dx//HLnH2LZEcR6sYDuXcI4O6Yn5JRdTyhcpoxj7yKaGB/yWfAUTxivV1df1Zcd4/72l3NO5du3X20l/eMWcOzy5/E9F/rwN0NRcxC/i/nlTthVb17jo1Zq9fbZwxRlw9ehxbxFYJTi/B1mnHK8BXyp9YdKeyvbh3lo/zC9KUzVBeS+UoRgczThtVXyiopg6gdA3p/W+QOHl36ccCQRI0VQYkP2WUn3KqMTwR5TDfjFd9meseF35SnyhpFJD6mbF8b/YFBeQ1nKwQHhghVZsuznhKvTUP9tTDvYADqE59C1Pf6E9KOGQ1n/SWDX9iKn2jo80sZ1TROjk+O9E4OSefTm8Nqw7SS4qgPvDyNIVY6zg8p6fBUqtzYJuzRnqr3KSr5dnUip3/AXoenRSi+bTjKF87KOdy+KQ09/ZGeY9iSd90imeajjTsyP0Xtb1zgOnY+pINK/2ktWT6JnUxThdfRNa4dtZ+GjHxeeB/+DjzKX63c5HXl7eeGzdecY9U0ftsL3TnhGgY5+BjOd0rHWE1ek3L6P40r31mR6eix+9gq3bQWq1zbPZ9vPOvvJ00iqSPyJHS1n5LHRUgGAspwjvCzYOB9hvL/kgP8xvyH4p3vs0KuZn3kZVknkHtg550dFnBzW5sqzC/tY6bi9p6aYvM+II3aA9aMeSvk5x2T0aArLqeOvDLMr91n37RXeY6X5JENvuHKKFovOdILHF0Mr+E4uwql+zqmmVMPNfbhwjLJummZf+bXH1dPpmkrYlE0GFVUJoYqvGgavQj/OdzADYmKXRyV4iEBqiw6bejgC+tiD8oXTVq6dO7nXCjTeuR9EX73AOe3ECed//GOP0MUQc62vcoLqwMGjRnqeVxk7u9Km1bOXPZ2zB9qnHKjuZop7hiXcGPUNQNls/Y5AzpwEQIcZ3VoCF43/fwnewHoMUYRG98x98ZnSIvHgeFroSfzQ3gysLs/b/9ZZxLv655iPfyJtTqCyIrSEuTguep60uRxO6Uc9Z0Jsu4UNs3D1elkb8cFWR0QucYB8gzkjcdrzPN8XzfV8UlvmgRjYExFvd80dS6ftrl2UHmVk3Q2/FK88NJvDW2ScQ8ECcNTWF61W5W7+cYzHwXcz/GdkCl3wtSFNf4Lj+04cHEosAopAtKHeOooaU3K6CLR/WKaMVFvzvXIqaOpmUxnNN4qwmIdpCBPyjNEWt4906DqAeEIOuk/Da0YFxo3atpxdaGovEdZeEOEBv2S3hybg0TVH854ftVHBq7oSVwKpcvcv3h+cZeCCGod/u76RAf269n23AxD94yDoJcPXKnj0cE40kHvpXoYvgtxiDPzpYXWNSpwVSmZioTi6uvIcrr0Daytv1Giv9eNOfvfI7LtUY5zNJ4bdRYlnj2g6HS52jUCG7WyRLFkYvr/qSTyd+XMr2snCS8D2Lq0WcBzg7cAWj8eaEvmcA62eIbg1Ez5AZ+pxRPR4THf8r52PWvcw+kIF/t1RpMVTAdY6VfpWcOH+iZib3itS3QlH5Rumc74ft28UT+6E50XeV5TUt+s9943lIUowm9gsUNy98isyVBjPgJUx44qIly/y7Bkvx/df//rfMoCipRj+WS+hf94cpZA6eqeQL3ri5ps2Rtt283nPIj/72PDVAs95HMrcGW/uwfqXPaGjF+EQEPMsR2ADu21JdCI5prgHj/R/+MCd8UmYK/Jj1NIZwpzfd5nl7+6HH/hwfqP/PGpYYzHRvzMNkXOs93ybkLbo1dzKL5czfZYxfNxw3Z4xi1jKU27lzlM49Y4ZiycJGK1h0PMOG/Bs9pcNMdD7XXsc7dM8BhohMy7fjANyyS9aP0qJn32Wg44ZYNvrZ4P1ok/OofKbZ4tP+hnqIolE9qO2yx6Pjtz7VVnuZPFq7W5LhUrRPyOtyOGD3+HkVjlxPicG2vt0/7rL7V1Ly0yP+oYP6awa+BfOgZtOWphSThJp6FC5VgblqSacAPvMNRY5Fi0ahpl24IjBNqUUZyq7lvIl1xQT1Ok7tuLPRYtvBhk1gI83okwy0C4o3UyG0dz3XU+2jMORrtWt4DrWYeq+2odvyMLz3yZ5Fyq7Bf4MHgUBXycVn/Z+qXhiKgZ+/p331I+gHJKcOFSbnIY/zqfeMQxMgyU1O1WcU1rk92lPyYnyhlMGpV0H2zxpHlenI01vQuLGm75tMQTVkI4nRixZA+I2kMGF1U02Hqd9UtT2u96VY8eBxxwf5bSsUzxrFd2jknRedW2aA/WKCLbML7zssVtTUZs+KfIzD8ofccZsGn5nKuaSp44xWKYX0aM8HTKsF/xtTru2yWT2WeBDBz2OCes6mQvQSMDLCgawYn2ngPF3qz4xDiIzkJi8Fe9K6ZkdiPGmFepnGeabN97Fe86HI6zP8s6ffAKBFNrwJtjOLPRmvZcvbOCOMR+nvBH2qpA8nu2ABgorbYiSgO/HwwDIfyTclCKw60S6b+TIWRawJ6P9IJ8JMqxjcD/CAVQCu5X6dp7aOj3xaZewI3ew7qG2O+i1aIIXdN0jah/n5D9tpfCXBPo4AkRvH0XPytTuGB9dz6vjSQjyeN5H6hy8JrvTPQqgngiPgO0lq5tqde/HetJ7tTolD4dFiqMnQDHjGAHqUqo+mzKdg1wUiQg4I78602Ha19/o6XLDP8ySDw+FgOYAuo7Tmxc6LXS/3/hvzktSYsBASBcwHnWXCFcGltqTjsO92sLEEph4sJFCeUwbGiOzCzTTAdHNVvEDvk3UoHb/o/j5Sfz7ODl81siEgzSNoRPiIJFnODvDDhZapwNV38MHtX874m6Vjo7gLa05Q9Xa7KY5ssYVByeFgwfXk87F0S/5fscPX4i5Cho17/IaIbg+j7/GgmgRcMylv0Pqgo4QaaA4Ody38JFuLToEF77Rl52euerjWHXYFi5GBbsust7aQnnbbB0MK9noWadSlL7hcvlsmV1LbNT4pmrJLDuZP+hHkEme4DkfvoPtcbAhN9192mKRaM9jgx81n/l9U3LsxFSBt6+K6J42Z+/c2ioONkdJbqJDZQ3Z/Ragcfh4tUXdZC4YA99WJY4O3D3HPtkP/X3gEYd65lvPPnE36B3BbDTZ77AdP5+exgkGwZfiJyjG/S6RzQREminJEIi4vrFG5GjFjNOwOfN1ofNeXN61+UFzEoZANrRqgxP8/ZeEUyjeJO73nRT0y4v1PRMCT2/i1jFHj5rX3HPQwXHCjWFh2A5fRG03fwQ/y8r22GOoPqnXgOhPetIEpj2MpYBS6I541/LvqNJ9dFMKhQ4zT5mrlhpqDyYBje6Ebu7LXkeHAEzRtP+qqYNwa7o4RxpvPs2Nxacn5rsSJqFvw31l7wiM4/zu23rWVsRF1ToP82bYf4zufKPBa1rhn/WuM4vUFBxXGNu6jNGmBx7X3N8w8wj/0ARO8K96zkOMrNqKX/hazSf41/23KaVEeQz0Foks53DlulS5TgQWv05n28Wv8yxD3Al0hsZ3ktk6mOizcZkTneGFhxokaVpoPEy3zM09z7A+bmqHPhpecmoiiLOnlZyDPh2/nOQ7HN/rxa0LN046UkNzNEuiHNuH3haBxdbl/sxQ6dbl9JXr1hwv8UTKnHTovksbKrs5CNFRfZR9KOMttKzIVbFrVzq22WsM8xz/NtTXfGyPL6cs2bg0UsPXOY0yPHLrdHblYtfqftwUz2fpsCm2FClcG2a36DcQYM5m8R8yvuNsxFvE+axpN85ttuJeOqOv1Didgec5HyJ5Ru+CjgCj19ZA8nmbHv+uoTi7wyudISXk8AyNK9y9osocNQc+wqblBzdtW5g5UWT4FAWStSjXsB9HYE4f4OqeOmCah3SiuTnRUA9H8hIgkmC4BGPTFoOgBw8Z7KMye36ZECnARC6kPYq2CC5A9pfpfTgq0YLHx+55MKtdoo0Nj2Jo0XCvHsiRbDhEoaAg9HUC8avmMluKN6TO2WjH9oCXP34fITnWmDhnG8FO1P4xeIMLBhT7oCAm8815FSzHiLMl4XFU/xxeir79GZaHxTg3B9Nv6Y4qx5rooUiDORa7f1i9r/IYp/kQw39pG28ZdqTpYS1csWrKoO7Hlfs+h2fjrirqwQZ9er7jyKuSpH68FmQImSGmCuMxhEZJcqFwhG5ulDM1D8TRbpIbPiNU26YljmIpj2bfzF6b0hwDw6/OURSNMtiUKhq31aL7M5oJv7zg6KVrSUlgrs9gnJ8AL38flwOZM/gwf/VOheEVTNt58HMGFK7Fgv2uHdF2OmV6RufEx9G5DUUDQSbmDXVUbzo09n6kEE+n1Yx9RI66WsbNG9kb1WNAH+rG7ij2Du8aph/Jmq0k8Mn88EHBeNsXa7p5cXL7HEviGxALKYPhZpCmuwT2QUr7g1Kq7UocHlRGneMoyaj8DgbWdSmsTTYZQ3KC8WtOLD4WaW2zeeD2GDIdLAi0iOqZ+IrxUJfcjwPBb9vMJG0KWOjz7CEGcCD0/bUFxIIBTnuLXMqED8eVGo1sunrmKhuFNey2uGSUw/bMb5qfrFplj47uqLwcGX0QfZqvdw3G2e8YRyIWH15lb4bQdMMhv09+bIh2tcvh2U60DjL4Ho/mIAlQHiduBR6i5nvXwUQvHTh/Oc2un9qLxEnbXvJTvckmPgNwHrSvtYkqsadwjqHSszuRZS+Xb+GAEA2FtudM8RJGasRJ24YADuq1bUUPQahxMafZRC7lftQ7eTqx5mXKLaQOUlFjTiKcOEUOVQ9jEpbx2EJkF78hOScg6ji9PqZFfG17vOqX5qce57keh5uITHSJYOm/M4Tllh9eFHK0xmnihrMUS44yhzPezAkSazCdtylZzFLQ0PKHaIaXDuNNHYIo8ocMjCCefXQi0WfR96yh9dDqI1Q392WlFv2Lqiqz4awVk9JNA8VlsDoFrvDQBF/8D1nOjUG7159P3+ePfNS9YNYwHZDkgSH53qNsXYggHFT8AYSV8fsqPthX5lVuruR9Vld0g/O729YsuRrZnJ0U8SGdUY4szujF1h2GmSyIQ8iizCD7RA/dLC8e3vtOwdj83crVZkxb5HzRPWqu6xXp48br/n1VdefKurlIOw498DpRf/DvUuDWHof+q3T9NhrBYDi+/zt8Ge3yq2iLtn2KjHrGfrVAHtseRr+VZeQ5P8aOBvDpsafYABKdOjrsOJmivEVW8bEym+uLr4bW9HXD32hyYO5j3qzE+Z4OuB/BctrX815Li0ztKLV+aGTVYGXkm3NciheLSNlHGd6F87QKpgY4wffp8PB2nKY4PHVD9Ryiu3fE52jnJGvcrg+vqvEEn9c9PGSKv/SoLhsQLXpNCZ8GH45//qJvEf2G+/CprCgSP9PGZNbvYLMR9kZnWujk6PzgcNIynjBSKhIwkaLoKUXN8WwhJYba1Ostd8c5Mn4A2y8ZYkegzRGsl9Kb13i9yXfNSRpm//4Pn3eEkvfAfF47jzZX+eafctDJ83UO7kV7AB9t8YaQc6qVYe7whNmOa8qobDhfGI62Yx1970c4hHMOxKOUlKj1oePYovN2NNVaAvdOaGCe6m9Y1w3qisGYSIGRE7dG79rly5ODubCqj0cO++Coto0qxre1ORjuiUKD396+py0AOS9x1KXsqx8utuWMa0TR39lrdvir/YNvEX0r4yLS4TRlVitoBA/HPl4Vge+Eo6FdXfyZEgQPL8h95J/ru8PBDwaODydiC0Bt9/NqP73Am+FT5pXuq/HHjwP8nVysFv9Y1KJTvk/63pQDxsGlKgzVsP4+2Wdz0WRSXQVEly7vdMtvbZcPJ3+MhE7f6bdyv/PvDmNsKBO9v02Luq/Md+1lueN9uI5M9WKa2kePool1y+5jHfgp2HU5lWUbkTs+07NNeyzMir/sLZiLoG2tqQ64e2lZcH6p47wDg3XciyxP+9o8ZNCxosYaEV0+awuO9twja/rIofZzI0SjRAnbyCkKRiM6pwcqlxysAtb2MYaL8s64xJuzyJV2ZJPm/MejtZNjamh9hu8FDwUI205UFGoVW93JPwf+RWemws1DGfhkoYf8LJptN0jB3Y/5Bgsyr+sI1Heo78GT3YdvuLLbmLzv+aXo+CX4i3Rz/MrPEdbxChLv+XVzxfB5N6XgGuEKBGIKSnj+aYSzEE5bCduJI+Vl5wlQ+I5pkYaJfXk+0xH85jn0LwTAmITYwuEfW205hmjeQVToofm89xPzkc6RC+kcabs7qmteJaVoUlcU83i9Z0aUgzbU+LkI7eFxBXmSBD58R4gP6TDYeXlCb8OwCWJKwSlUFdNiAGbd31EZQ6j1pcRUCLNBDI+JsjpBSAkwMuFXRGTrnSCGF190ChJBOMDjhw4r3R4/jjzmbyrg6qENljh2yig6kHRYxiObZK+P2LA62MMvPEL1XXr72tA7uU0Ex8GbP4NDgPd3huQMWj9ZO+junymggI52xnzoP/C3sEO7KpdEfE3GYCSJfvjdX/mL0Kp/J7hIi3B8h7vzGb2Bc49odt/w7UdOER/7jX+idouDdIWTvOWx9tdYsBpZ9DF61YMEfdqQuxvkKOjmGKx2K0yHGetvnSSUB0IpZTDmSvdc8erXBt0e0Ov+LYOk5Ebt9jn9pIfhHm2cnkUGcPEMbpJPHe7jht1hezmtmw5Oi3TQ4lrHamgcTxDVHZrJAXFhT3NMAhi36pLji3bBr+2cwdqJtjnT7i2CIqD+wxTfbQEyLbkFnvTTM+7Twcrr7E9wcNYVxt/sUhzFeZsDZxMOxnjc4iOZgyy9gcv40A/4GElmWeD9suBAZOdeI6v2XW7EGME6Sec//v7LP2wB823nO+SNZ8Mct5ECB1pmHUm2+rz9m73yBG01uXSPGI7dVY5DVCc8hmPffAL+LjAMpkd78W/2Ed6sZR1T1/RLe4soNc6Lmry/HxPUkEliY3iMl2ykpoN6umh6l/Qw6mFm6MQSjeYE0jIKw+F+0VmUjvT6+q8dX/SDOc9zRPvLTgF69aL3WvztzTYIe38L5TKEeJYWcF6eof7IPsSIeeNU5V8a1ta+RxyF7gxLmoGVDzUqSpAnP2eThNd7jBHuXZytwPAOdwp51eg+AwqOYV5wjkvrd44I/f3P0ae0fVM8CqT8qye9pL2VVyecaGP7P8G96igIpt/Qoy+URtk6yJ4mEXFxeN3sPwerhSf9nhO70EbfOSS2jBmAG8pWLoCD31IMxTc1kkRqJ1qSBQd2omQwDxJJafCnzAi5ONHFu2SEIfHr6W8QuTJIouMooLV6Ux9rd04/HtUuM1fdPKphoChoc9pVp8fIreoowFzOYjhsLi/sPaN6mrq/psQ3X9GxqKFaDBNGd6L0KuOCBrBLgs/Z9+0+GVx8G/3L+l/6OFFoyPXftIJHKCTdbZR0dfi8LXflLgg52escGKPOPE6MjxBkX88bctO84yizA7peKXbhfjkLTFiJyPt00BzcxQtlAot+eNza/bgAhLNT3qovvTC15QxaUdqxd3sNe4Y7u74TmZxFSE4+fvbnRYNb1Wa32bpDrX9sixyczQWaR9ayDumjNq+3fj1bxGL83l8lPJTxLNv+tEDDGoShtL3AFszpD/vFF37Dk2s6iUWN2Ia6aF7yRbD95te81VGaDWQHaOVwbYFSn5bcdac/HGt57FFZC4lSc5TNf2BsPRVhmdglhJVWwLA7wHoyeVVflGfTKOODnxVfhAurPbLEQ3NKT0SRKCWo9vl5a99XverBrqDXjPWfv29o+dPD9z94tIxAUoCif8Mm/XUkBS/i2os4J1dv9DxH9bqFGWlD2+PH3uFbwRG/VasJQ9/fxZVCJaYza47wfb7bfq1HqgwF1TMiLBSQsORL1DFnuRxCKpdCxAx/+OCpBgw3XWEOjkJo4fR4KcgFUC+3hZjuW5/7qShYxPUyATHoRa3DB3eY/4UzOqNDhLZoN6+7SX1GVsNwMlI4HcQdVaVgV/UTcVDiUhW0xYDHBbj2+x1/kj05P4qWpa4Ngzg9zt78oiGXuWPxbOSOB2RGHmfYVjMp4ccZEz2e0dbOHnELiJZRN+UPKzSAbZ+pxDCHT3WlO2LYj/LgP6TvjFEWfRdNZF6pyWe0KB/8E4mRdhmDMQC79HMO/GT96vM2rsGsUw/U8IPn7ZDu9lSklQ6C8GzyykTW9AV+mo5XfqOfA9tWsaGUPcVfrJy00o/JrhaVNcLaNFfyFmXt9PHgnH2SlSnfNfz8kcnZLmXtwPa8k2+eEl/MY9ptIqJcAFV9+UqJ3Oy95Gjwfwdg5CjNV7pP/j+07/nb3oLIb3gvvY6ItXGme3trvy3IXByZA0PHzrptOE+n7YU0zTCbEbBUGi4cuLIH48MzHfJji1l1ju5ZnDIloD5Yzr7leDesrqYN8vwLuxz/I+7WcyMaeQvyqksnbrk8/bf/1z8+fPP1Nw0LO/I9Ita7V2CH56bx6xHSQjHBWVTB6ICkQdSLQsfLkOsdO3HFGwtvpBwH/3OnlJ+N0RlU8wkvvESs3uLp9/W7VdxwKwJttLY9QCjP0ThLUE9CgH0NJgWhCDv+SG9jKB4M7+2hAIa2e+qga78p+QwgBnH0cC0jA2Qw3eGNr3QzS/mq9se59C18KqF29YPBEBaRVdY3ZTRhnHzGN0JlucMpr8CRARPbug5o96CyVCMcpX9rr0xlnuqh4VnxMqZwaqm+tI4rJQoQZZE/mGWcyDN6y1u0UIU5p/BipODqlRfRRee2Eo3JlDA4lKX8vTaXjFQOOIVHwzZ8d2E4ZJfCOqzK2ziMO6DcUdbj5IUvGx4FY6OWiwZyFoVo7yxu1DEMBQVw5KRFE1Co3CHyyr+YQQ/3PxxqqDIcO0DjSLSojPkQiP6rPP1o5qdfp6U4cQCXb2FIB+vOyB+8c/v+XDR+/VBGe3Acnn5pDjqrW/vL6344MOpuD/46dcLvl9EXxbRYOV6QrXrlbxgZLAHNhr+LF4oqK/G4eQfB31kb4GiPI6hqKQjJaU6oQEMndxTJkDW8gsmJSdvFAreKHFro9pERXdfBb3EkkO4/bUFn51JyaDH04xzRk/I4ykWmOVXsF7G+fWpIGx3xBAraYCP+HfvJlpu7/KlHSXdEWvKY7CrM1k1nmZeXhnf3F2WDGe2zyQRh6soCq+hYsmiDX+QgaLnPp5z8jD6qHyqjR3lt+kO3I9dG5z/8m394ePHn7x++/eu/PLzsjYlrmMLjX4RTZhOdGjf/xeBVXJSwRmzFyREMJ8rQvQJsAMwlvuiwi/ALlqF1+yvrsRiv+TPG87mtAn1PcRBZW/aaeiOgVW9OAB6JMArO40ic5Y8x7nHR6N27zqleZTnypRQKroavm4+Q2c/76YVT6L//xKTNVVHShDQYlG2JssSXAMmv6Da710gX+NXexzdtVaC1eAHt8AfnbJAOZkYwR63yBVP0LELDG9lTEPfURUOwwAmlk2haiSMVFZ38k9caVql21jnUVr8YACVjZFsgCa8jZN+eaKm3LjpJFMPBcxocoMqmQ6YSwZXn1PtQ6Rqep76pm1QqWadc4Tvw3eNw5hIqj6bjUNQ5IxgRxzqO9Qh+nDIzoMqLOCeDdjC844kqtXEcB15Gn9+Q7T/p2+3AcE4qM/zAXrq+4HJke7K3YkzmKweedGDelydH3sXXyoIRW9eG67tdMuYA5uQ4jJVRrhbGuHCKsfjjnrxtEOcIxzd12YZ5xIKCbEfndp9eRdf4AvZ13s1TueT48bXZmjMR7YuQFvhE75oNZ1GVyNE+XpR4aCSXUlt0tnYD6vupESH8VGyPrwVBB8HsNRvlb8G3euIvD1k87wmaX8J5Trn2FyRwkv3bNJXpBOzDsPEtGOEs4t+RbI+cjs6phU0e1RZEC3sO2fEYpXx4wcdc9Dr+MT/zK1L1vLYn0jhKUwdeT3vKd7+HYvBBXU8/cqCCOdEnkR+64wW8ant8Abt7T7991TPavXryi//jsyLLrx7+2z/9c3OCL3NQnGO8CajFChO9KpjAD2RkB6yrCav5IydBP08ZIc6IMPdtHm+r6fXNohw77h3DbwhuI6k3D/a/Nra00UX/zc/FUa+I3XP1tvjUsJ5gPeGsoLzCbfmUOVXou0i0diB5ohkYHCLHXde7O/nMYA+ey67uMZBjJDExRXnbUL9GVwsvzckMfp94c7XQV/yZIzyOjIKKtAi8/1XR58ONwwHvKBDawZhTxjdGGhwR+cFNDIkGxliD3XvvaGQHAErVPUYf3mUNzYE+yk4BKj3j22q+AqKu8HHHgpl3laTDk1OEXhvYc4gZGuP9+U2409I5HDI2P0YPoqt8txjXcTzBDQ+6Qd1uPs+J1F45R0ZwR9sQ9gNTTbccvVCS82NkFbru91VaW5eCUwJDL+2YQ5txKoMuPA7edCdYIRXeMuUHs6wV6efIqx2OZa3tni6jiysd+k57HOF+z6kpcIzrLjsjDve0IAjoBFVQceT/dh39ccehOnmi1mlGIiRnYj6xoZtzTD6qsyO6sIWNIG91vO/VR0m8FAknuGi+HGTsm95FoM7FCMh0mRGcvc1GiseSKhce5hbvbXG0Vopt6XQ+IAXbrg6KnTPZ9iv4oHH0RQe+kCk9ih76R6Z8SL5tDmo6WZ4605Uw4OSmRw1tHRrs6DdB1Ok08xEFUBY4OTGOfvPc8UVn8Mrjj5As4Y0N7J420g474Qw3qolR81nV4VMWbIWrclGzYTtfQq5VK6jxke28efbFw3c/fdvcXz3CF39++Mvz3/Wy8P/y8O3rf4nQtu1Qfvzv/u2oztFJmBChIaY30Kg3wRFELN1vcwMaMRxI9u1parK210vEqh304NG8nT0XlPAMTk223xJh5jteUqQZZvcCpX1tIWmLRKKgBGHerU6kQjEloWHsiXhhJ1EQSqqNCrrGJLKs7O1w9r1S58PKHbC/TtENBxKV+tpqa0w6Agk7xExmOhnlRL7KHkHqHVVk0BrwJWLb7zL8uwV8mx4ZDMTdLghdMxpueA4AXRHFgWkB3PGkL7WV5ygPCCXAOG6AkzZvnZRBC+9cu0UZ3/1x3qceZarDS4EP+py/rV1nHm0wR3yYa78kwjzYh17QDQsvBiXfYF+8G//7Lc0B7Yq2aIuCH5xlc0IS0OdSPTyNgtOLzancPvHI65RRibO4cQJnCS4wvAxuuuFG+Tc+43lZoyjePdkUxnGFip7AIRyCceCEd02h+MiUdVRfGzFuW8TmFE1RWVxpwSNvsl0AbE9D48nBfTJs9fmsPOcUg2PLkCkvfED/OuqKn+FpsNIHUZ7TeWw2F5VuWNk1Xm0KRENsbX+c062roanpwTvayJGarvFLe8dOGGj1sTV50dea6WcjEyvdYFwJH7alqfqTS22PTve7YKtOP0crGtisYTQdeJ4T5YTds+/29QtRZO44Xhrq27zuYA3PpisjaY9D5kPkvXeokD36ssMyosVC44II4hkv8bP8n54W3TUk7o0wMVFI3qnB/9s/PDzOo3/1X/9LFpOzjKA3McH8gWeQOUUNamaTxXFkiw77NqRK8jFmiEYkD//ZZ88ffvd5hHx2CPj0s96x+30wOhnIzvqfhfUhZAT/Y4Rv9WwKq0cH71KamMQNvGMCYYRL5JdXm7V9eg699pHOXTbQybJCJG9o3IKU5D4T+W1a9Dwtqc51/yjf+bUaffyUFngigXI5oCL2DKYpg6EwLdGCKE5bfVLI37R59+Jz6vEbXu8V7HRKVV3alMPozvFkWCIPwyDKVE0IjExO7DxFg09Ih6NFo9Oh4LgO6FfHhmkUcRfP07/AHWcR2H70P9nsXzRSXNT4XSv9lXLgK9slp3YcUz8mUwVO4mz/R+k2htEZHvAV4N/JfaYqGTLDCX3vOrCrIDJ+2wQZyP1QLxTHNxFVCE93xgb0gX/VUU6+PmnzZtlLxXdYj5HX3d5gJ8P9DjERMOD01IET+bqHXzJ6pqLzem5+vmtTU6fjaKjK1lIgOqdz2TAe1cmZsdMmzphB+40nvjdlgowEwKFykq53EAld0Tnewhld4UJRtRUNnpZbBFYZizCmbR7nHMHiJO1bHLNrQ5Rp8oCwJ7MEiuZD+dUpuHdxhm7fcPb4brixMzSoP/hFuzctswHtVm/RcMzm3L/79rvR6qg8hwBzjrYongWZysSHPWyCTsKCU3DIgT4jd7hHLyesHTzYd3jgK3kuIlbnrw21P+9kH+P1H1+30NLN2NsQuejy7zsw94evd8r42/Y9/vTL61ac09aAcp7TmLRGdAoVxEp7QqJL7KFFc2Q1pucav+b4KB+ny0n2esrgft+JIN/1jozw1sQiUcNWCoYIinE3q8B66EWtyCmFxIjdRWo/J4f4YTelUxKaKxdDGB+sRR6+JcY7g9nq+m2dh3nKnKi5MlcNDvGYyKkLtzOvqm38Uta9LkrwoUh+jkfytA/f8g6/TllGc5LfoFRjtB/DQNkUKGVwvR54Vas3fsg8uJ/I8Ow4EJfvVPhuL7LxXYojKWVdU7zp4sCjQP3Ds5Xx1e1tAl9bcEBzTVVfuSMtGKGn4ldod1NzRMMJyNEp+FvxfST1Y3gqV8RxWwIW19J44Ee37+hyfFPe/W5xfLvwe6i4d/in/mBc8NRRnGnLX0N90TFpq+P9PvfiPRn0u9ire8k/OKMleuBBVvDd8LuCTw2hM1B8PYfcRiH0ndqT7MAz9wgJOnq2iHGAQofgVNdp4eQznchejjiOfnu74fQgJ0hacOMYZmoZPT7QDZZ70pETm7wffd39m67whZNtNAHeogZeOF9AOpiguWmnRp5Hfmu5s00Pb2ssPDjGGHE5K5vOObftCrl4e+u9KNA8ujoWceeg6fXFn8PXJBQ9NIxTfdo8pC1Oyiyhx66bGhfQPW2qz5111kPoqo8nJaJCJ9kpv50APesuceAO6oD70//3P/7H3v38+56W+cP2MDnM4OdWpynG8+dfPnz52RcPn/yu9z7/5/+8cyI/jlGAN72KSzVN2vUphKLRiMc0UY5FEz2o03DMP7x8CXm9lOHCo4fv67levmyztvmFSj4N9kcdhuGZVKfgIMVwi1Gt1wxelwkmT9+fXu8obEpW8xZ+Rj6UxgHkhtRvkhxwViYu7ncVD+vcC+9gUcrNy50SkRvjKq/d/2kyH5kQREJLixyD+QEaUNMd3YlB19L4NQedgCj68BvNB5aob/OZd8XKHGcgg3KGc8Dxcs6KA8+CveAM3xeFBAo/28VfG+qkB9UzPGMIO2h5sCj54fd6+8qdqYE1pcHxS5vacigFmtYZVvbooYY0GD6xDA8OrC6kGjdtsTLoRPTUGgXxYLpUgbJF4L96TJYSX/JH8/gVDu8iY3UIi/cujZe76hrXusfIa/ZKp1w1hucpfznN2r6N9ES4+AbDRhOb8wHHr5OsVs8GdB5oLBo038hRGnlZUBtuQbhf+Kb2kQ8dPjydDIO7tnKAxz1pI3zYV/WV8fveRznjRnfJgqk0WrAxG1WcVEEzktDmKXOizjnt+G4OcHOY1XmUcbFrc+n5L5AAAAtsSURBVJMrH03TU3WbHrNf2so3GgQGOMNu0GgulKPh5CUObVvrQoRDw2yTRx5j/ChHaQ+snSY3HYe+QyfdOTp6eGH6wIG+Z+F04IOZLOhbZc01pvghdfhBROMpvJOBka4h7NHhniNvxMyhPu0Q46N7lYlfOoWn/+7//ncPX+Yk/+7v//7hT3/3l45f/7JhgN7knA78tN7ilyefdv//3Bzj93/7quYjNrw4NO/ByLWOKQQGKUq1hQxPIMyxGrrn3F55gsVwohWsnsqxXWgBKiWyutYw5qfqv/npVUJuH+GGPKfnI3SP8zHEHYyxihHSApEe71HhkSckzqo9kaUIoXNWwDndo3yLMrs9gxrjlIwbld0m7+vnFCEn4N09J2F+V/GY0kj7mbEuf7/w3e+jfCvUB0EsJYQjeHI6OMpXWj9NtJQ6Dna/Ov1NyRMUB4kGSihxdk6xUXt5/T7bhJiBvWothsWzt01prAORGWx02eJh6cs0S/a2Ts57dSS1F/xxMBQqHIYLLXN/XnaXWDaYQFfI5+haEYYdznhz6ekw3wJLGToTPPBeJe0dJwkcHjEy8C7aukK98hfrtTSlVurm7+18yul/dcf3YafUBRuF0RVio7M72lmq2m0gJy8a4HHRfvLIItNWZXMBZJX0ao/jEhQIDM1dWpQxhARjW3q63p7Gfr8DmR3TiTNcLpLKsIdN1cC8y5vTc60j06nd6URjTDnsMLvKbGD8kxmux7kk65yZkqJC0wZzAtl6DY3GzW0nD1uFtrVnc8m1NRZ6uCN7pnN4Ei1BwrDs9Mqr3Ibf3SELDmx0Ah9ucFob1flQ//HMsXg6EwSQED1522jzUZEtmxItsw/RNHoOvHUVVPRdOnQjPHsoKv2516OwSo6a9ShqZDc80ZF9b6prd478z8vR4HtoA/PpfypS/Lrj1l+2Xv7VN193+vgfH/7YY0FffvlFr3boXTZ510fthXQYbQHmw8ctyFR4RlKc0lziqxZmXuyxRMgRFvuiTOaO4KIhc2UvmotU3kEOlGEGgUEhi9lbvfLSp6Ig4TeikIwpytKDKdKxxPVOSiDozN9YfYbDVae6XVUHpJM3RgIUTuCeBiBJucMrRM3hqXfuX+UG4bcfF9wBqQZHjfjqhtLaUONcginFi3hDESiENgjKN16dEgetCaoMrYg4N19VmbU6B1iH3m8b+zdJFp3+HQwql1JPKcrDTc5p71lO6XRknhc/T31o+NBiJMG48lzlaCzB/c9St9WEOL5mNrV5emEgNrQHbxgpWFKo5CVUjGV8qMjWvMrnlLnHk/Dq4OU3/kx+u6nM+3vLepfv4j2M9/fOFRjuvoPVb8ZnbvtOHzSbLMu/MrQYVnex8x3ObNzcoVcemIPbNp7J9cgt8Gvjbvumi74c2Q+j4bRhfhU+6fivRdK1KMLbqK22OcI7nc3jJ/JlAzfd9Hj6E1h1+7ER2xxtW2I4Qven6sHXPd/OA44iKzasLbj+wrAqj0cO6dgL3Boms1uRKgj0ZTy9xGKR5ceCHtua4MDZ0XW8hs+mdyq7IbdwuzSbQ56OujLomFONt1zoWRhc0dmRLUtegWKj/M3HWUE4szPnWr5ts+zbpvfgJgKdvR0Q5V349NuwX9SMN3YC3Hgqaurn4bvvv3t48586M/Hrrx++/eabh2//2FD8D3988GZGL/j5uIWdjzpOnhE4e+/3Xzh2XQ/688PnP33axOrDw7d/6ymb102MhrRtP4ZUP9arevsi36HnE7E5wfxMUJcXM37J61v5fppAtkcvBA0TTUBLtqZss+qlUBPeJYgZWkyP921fOeY1QYXX7SwJeT1QsBhlRIxh5yScNdGN+5uC1PPEYPhXtAhMY1eBKeJVtpvr+3wrKztBLMhT/gpX4DMlKsv3KXkc2HKWpfwpt/K1eZTczVJfeO/pFyMJ3xviJgH/njw+k7qbLqi901t3JziC8scWHIYhXhyY4xPEY7NN4HA/bR03MNeKATW+r+ordivjIiUV4Ap299BwOrRxxs/xuhtKfpAqP77inbrHERFP5o3cpQMZYCmDnPy6vOpuwLF77z/uudAKXSTd0A4u6MYXuYcXytU+w4yIuPlelvgjdW/lb1AN2bDrjJoMpzkZgcFYEIzoD5zBiPYYt8h9sp2cu0Z2cgRn+cX4vs27HVa6Uds6rHgkQNjKb3dvOa8eAPjbl1h0NpHxc2ZngfWaD8xIvA6Ds9IGm6BjTuraKAxvr8Q+f+rQCbI5lJ8bc8QRwjnuGW+d3egpL3jKggmfYx1oTJ/CnZgNu/dXEXjgNto4zLBpk03KnV+xXjI7GW0uk1d/O238ykM7OzWiRfuTdEge4TlE/Ix84NL8qZf/set+eiRxT8Xq2UrkrR58Vl/mnDOeNyrrgJ4d7bYhZpHID72Q6WWP+7z4/vuHr7/56uEPv+8vZ/n7P/z+4U9//FPPavd6yBj90dO/5OhetMKUx+3NiI8eXmxTp3jib73aYRGjlbCUzzym50cJxv6nGXkCoSD9D8sY2+/YuFPPrctIGMhpEpgtKgQ2IjiqiBo/KFr5Rj8ztlN1AjHUxD3KuDmPSwkIb5XP3avG+y+1pCPsytbc4OP+ku8j3CvjfF2GpCfz35CP4P2T4E4sSL4T3HafkBPiFn26OTdFuTSM7v5plevZfGPZnKQg2UMAenZzTe+MsbLUlL4S/uY+0eFfmXt2/UJiizsiD+2GkG9tUd4Ph9jjmzKXUimozFLXo+/qGLB+Di3ZqrGIyeWHye+r+l1mrhXd5T9eFBuuOtK1g3sWNeJGdRk5uraANH3IQ6G5e/6U2+f5ca77PNEIBJPHeH6jcdwBlOjSaRMMcqx4eaMxz2xhApzpI/ju4XVtMjoecnrQLzosenlXNlgS3q5MlquVdYqcBUBl2KLCJiaH4NsGw5ltEaPfRjzeZ/Nh0nHRo9vg2eoi25zOiZTiWc4TLuwK3jqARYyMcT18OEOohPIFCeVvXjFdmp6if04Ft8CJ8tp1SSpooefuHruMrobwiyRrW55thAlg9rlOvcJoFJk6MNjIxzPa2gEIzp70ucQa5INk2eORDgTvlBNFnscx48ftyK92OR1Oz4MzRruzjzo9j2iPpiDDntzscf0+X/hDj2N+3zvGtybDYY2yCnB0JjV/+PbFwzfffPvwh2/+uCPS/lyUaf7y9/09+eSL3GMHUyTwJ48TWKHtx233efbsk4evvyoqLcQ8sojxbcF5klXPO+sxInLnv3WFoxi3vWAhYMg955hHHbNj0hQXEzLERJXjMud27is7pa7caU+ZmB5j/L6jnrMVJ1jhSwElDogR/zZNqZcZyxIeZar18DhCIZyV6cJiVSxd9Lkq2g1PyqLOEafyXJfv0/aMr7uUZJPe+F8ZUe6GUuZ2e20oAEeR4B2uU+aMOjCMRRt71Wz1HVhCWYDakzfw6wenBQ/R1x4vhSNirsSsKQeaboNdwxefVmztdhWMdzyt/NLx+OcSDIyXauPMJ/mB4sP/XQyQ39EZfvSBfnAecJtUJsDKDPtwrMxp8T3uB9b96a576HBdTc3i0y66A0b4iijxycdxRuRbXf/75vMPjJzAnPYp74Vxp1MDszr0dIqh2RpLn3B7861wkBU8jnV6CqvKa3rwyWcaS1Zcbe3kQDbHDe79l12a1llUNSdV/W5PvrUr0jPFwnke42+o2zCSc5n+aK9/5vmHVnXeRNf4ApnR2/edwss9owOwj6M0xxmO2uPQJtIqh0ic6C9X0r07Abu2a3Admzo57RUpb3yrltrriGprqS8RpTal6WV8QL83ZTpVXQKbrUiGya97E4J2QnrPe+P37E7HRabRhJ1827fffbWngGxI/7yzLvc2hnScrF42jfi659Vff/d9Z1B8//C3v3718NU//8vD/wcGyc6CsYaiNwAAAABJRU5ErkJggg==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221" y="2098566"/>
            <a:ext cx="3017520" cy="287121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47221" y="5264920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Избранное в один клик</a:t>
            </a:r>
            <a:endParaRPr lang="en-US" sz="2700" dirty="0"/>
          </a:p>
        </p:txBody>
      </p:sp>
      <p:sp>
        <p:nvSpPr>
          <p:cNvPr id="13" name="Text 6"/>
          <p:cNvSpPr/>
          <p:nvPr/>
        </p:nvSpPr>
        <p:spPr>
          <a:xfrm>
            <a:off x="8956365" y="6787485"/>
            <a:ext cx="30083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Сортировка и выдача за 14 дней удобны</a:t>
            </a:r>
            <a:endParaRPr lang="en-US" sz="3000" dirty="0"/>
          </a:p>
        </p:txBody>
      </p:sp>
      <p:pic>
        <p:nvPicPr>
          <p:cNvPr id="14" name="Image 5" descr="data:image/png;base64,iVBORw0KGgoAAAANSUhEUgAAAUoAAAE6CAYAAABwCxvEAAAAAXNSR0IArs4c6QAAAERlWElmTU0AKgAAAAgAAYdpAAQAAAABAAAAGgAAAAAAA6ABAAMAAAABAAEAAKACAAQAAAABAAABSqADAAQAAAABAAABOgAAAADjEQDDAABAAElEQVR4Ady965IcOZKky4xMsnoeZmRFzs/z/g81XczL6qdqCod7RiRZNT0tuwsywgGD3WEwwC/h+fSf//mfH9++KLfb7du7+p9uTyesm6g+nj6++d/707e3t1d9gvLx8f7tfeqi/Pb0dPsGH+q352/fnvW5UQHyJL5P7zpGjY+PsxwjBRPqbx8fkvgQZ/gdRMZ/xgbRWdapD90i7/bt+dv7DUtTCm+bI7LvFoHxz8P+C5F5f9xEg09UVMcH13Ib3YCjv/mPDpXF8cM+jH5uazxcPGbUUTD8n95HZjD+1vcuuwwYcwp6/m7BD++v79+eX541DlCN3ovB2Ez7fauraTs/VpAtudbt6iPwr6wFI4b3Ai2uq33tu+IBr4uL86vjk/R3meMbM+f9fcl6V53yNkfqHx+vHFaJbYqbxoXnDd345jDwqv9iMJWP6rJ1QLP4wnHaO6+niyPcR+zeKfRd3Gus8qss4wkXG35VSgve1YaPb8SCxm/i0LyWbuiIj+RjzwNkxd/g7WaRhjQqgE/+eDHkwRfJzQbZkAdIAybxMdi7MXSljZJufbspaeJClN6TJWOfwY6Sw9aH6BBe8CPxXuXs+KsuVtA+mrwkoncFzXURWPS/W5Hu2N7Bf0iGExrkD5E+d1R/+N+3O/5tX/XYPfnkmX1Mps9SHEoenzeteFnYzlj2kwfyMx/mHmObZfVMd21hTxeB7z++26ZDZzHaFRex19CHtl+5/7oNv90CxNGODueEwSQiXq+l+l7hjAEf+ssP7h125zP78Ep5tNHlGMs9ETG5d81Lw6bjmPiF/pUjulYmdI/s+ys87+GW7y7r04DfI/yXw+rX3/NbsT+rofFweDDg6r1+rgTdUXyGb05XNifojqFGgiBKMiSsvTTYdhj1rrxX+N32IejSHWtetZt50W6G4N13kztyB3aH3at/hUcCYabExrp8U252e5/4zuw68R4YuHjMO6BtdJiDLKTs9k9lozvB20AdkbAiv3z/av3c9B5axuqF04RLOU+Go7NJkgXvtAMARTpg7yPacCG4Pwc4mlk7bPVn/DMqp1/nJXd8gR+7Swze8ILnhn/CE5w+zliKwwLz/eXFbYtVcDEULD4UZoDHbNs5usNfGbMbZyc4YhvXA2cDn4D/hgYq7Z9tJv8bpP81EWs3CRmxEt+GiUcm1elp77YxX/1UPs2IIjLgrPwkMab2dd6duHzREBsVdls6iInCRBXtPnXadARsAg7MFk8WkufZJiW2F02iYv2doxWx7Nv327c36fGhbYP160zZ2L69SXfZkOVi67hWxfYRTpK+rH75PoEWHcKiE96OOnPF/4JAj69qNm2rKjYfOpWuH+1dTkcn8T6jkwcURDG6I2IX+ASBivW9XGrZ8a51xuq60IWPv1cSQYVIAL7VjqpxSZ7P4sk/xoeCTinyl+zz6RED06LuPUaDzcBN7dLfxGZyycdNthupl0UbHNuInqMrutXv2E5y60gyb8DvbhS+LCSeTxbI5afnlTwlWfgaPdNx+hh+H/tkxwzasp0FJoUzK6RW8oD/RYfoMwaLp9Q6Fftw/HbqUKP+hcde2j73I+OMt9P8pfrusxIyH8weZcd3T4krUJrzqsEeR2XxKVG2Y+3cNOCPio1+3P2ITHAmPgkvAbUQbcRhQIPyYxIYzoXm4nvzO4JncbtbqVPoJMDrt7vIAnrB0AXXv3R6jsc3vzDxub765ATWIAehQ3NfOhPmXrlCG3wcs8ARGB/fXrWL+f78w9dzXm7yt+zdd860ofE1QmnoU+7n6Feeu/xOjKX23flZ+7QKvxw7Q+9Utci9a+HZC7vtnNLjDVmm/96BS6/uNkk4W1Ts5F/Wk3B1xuBk8iWqO22f5HYSA8SaauypoGFjIjVJGufOovL8/PLt7c8/1yUMfA1feHgcJOd3ytLFhPdoiKNqee7/KsK4FuqzKelFYbyXrGm7429+mesdGyvjHF9nvf+mSJE9sHhN8l1Oceu7r6W+oDCTi+LkCK/LwH+wWsqx6+aDsflSkOubAF9BMA7PuB7ONw4DKqW5FskKTCpfCU5yvSq/X07hxC8rLImGPhTcDVbTWnC8Xzo42MU/6Eld356lH//InmK58E5sDv/c7z8hp4GIrTBpOlmzGcDfY4NkP5NQJmAPsoxJ292NmA/OFaMEd3cVMwb4VVkFXblfhhQSkXdmZ5ZJUJMF4PVMkhQdyQwR3SV2kbA8FDLT8LV+Y0oTm2GgiWcLyY9EHP8Hio7+gKuP+zCNBA5MX8QHw+N0pTYjhnLclOoCSq8a2mUbwU1IXuQA+KwYE/BNix7x7l3jxD2CbqNrdTATfXHTRRwQuaKd3SyimA+ccfWoW1Il+/b+8+eaVwaqiznEabpv5CxMKtAlJhon6WZwjsUGX70iT+iHTdLNDgr9QZfaoRH+lF8nzkiSFHh6XGG6lcL3MaQb+LXcg+EXCgvKvuCX39nOK8f77epELzFZW4xNMjxtRMqD8eNzKZM8n3zD7GrTZ3wnSgbwnrPK2sbdcRDyE9LFzHFi7gzcW9DpA8t8SMRRzgl0cL3jU/1ZuyE7m53B6GF9CbCrjbuca10i3uXMpPdr5++3v/LVzgW8LkKBo2wUbgAxyd5JIPf8uzP7om7SoSfJ7TKXe1blzKin26jFCBiNL/G7zan4TkFwOkhl2x644HA62R0jJ8fc2tkLSejdieq8GN6NF8fHoTSySA7EwbvPMPbEECnsPNF7L4AoPb5o0UIHOcn6p5fvodt2nx4/nzLLGsl9ZsGR/STEz5uGgxO1jgE8Wu6NMTDmH4uMd9cn/TUG9A8D6viYUr6WI3/Q5tMxuScLurXozXzD7E9JB0SVRzzS+/X3f4f2a85f9Dr5Hf4OpnwoENA9V52j5Aue0yXfh4SjN1Z3OHjVbCBtPO3grf2ragc3eBFEHHEd8FGxXuq0nui4Bd4dlR6xCVwiay+Avf414bn3d+nWqj/koTs7uMF9lnC0yAl8OvxpbzxYRfemkonLBju4/br2K30Ycyas/xE723g4iQJTaZLcfcUuIhO11pz12QMZm4bVICXJnsZ/Jz8jrx60sUZTiX2bj9y50E8VdEdnEhgfEhrXyH+VJE9Mtgb8rrtJ70Y1uvCnVB1P7DY2ODgPfbCiBKyvC+PgzwO/fU39f1vv5shN9fvQDWGrrmuUJEkmob59IX3hCOZVmAnBZ3Ms6A68NbyL6k5F2J1Uqvq5yZnkYUlonHcad5j8peSWUzZxQdE5nC/UKlisFrL/mwWbLjuocrzpkgH7KwpJhsIOhYlDi8W9cHcCC5pD39q5zV54JrkRWWDYSZRKOuzdB/hhLWKUEC6TLPokUTTZeVcvTj6K8O31zYnDp9yjQ07bjwXtVc/Xwotukkx3nPcUijfS0/quVxIXO0G46aOtAvr7jFtOeNfkvxbvMsFp1x3/kDB6GndNgiWLD0Q8O7GO17t2ptQ5XktPP623GKG1VRcqG1cnSSXfZy4RSP8mQFsn/CcuU2HTGmB5RfXqhLyPt/EFvJtsl7FgHKXj6Dm74VTugfn/Rq1jv1vzeZT23mPeAa2L4LMS5QndI3pAcueXkduHKBOGrX+D7KB4UBN9BmWOBMCvNL+wYlXvac2lazXREhMeFQz3Lo1o/bcWabaupcidvyG7dvT4mYSE+9mJ8P4d/uXXxLTa4slY9VlXe3QmbJPETde59uuS3nX5OhGhEumMFaeLxMi+46wcjlxuIcZuukb6dSyxm4UivN+5GCudegeZZZbrh499Be25WN7mKO5O+1rqFutdIK7xf+Z0v+UkOX4zBrIeKAhuPmMhuILF5viUkV76mCHMzgzZ2LBA3YsLk+ClXacAP31n938Gfz0+Z9y2kNV4KOzffcSV+yzphunsucdavaxdl3ByMTrfrFQY16QEwxpbJ/uoDk5PXGegNTHeX39areIjfl30ltO49sgNDgbyXXIqgwDYr1Gu+qYkv0LxCg7TBwW5ni7yDnpfr0mySvPvqwE0j98IpgcqDBhdMzxNLuyG2JTAf/lHepKyV1t1+0s4gs4HR4vXJCIBR3/B7B/wrgXrKfKGuttiB5OJdKaxzVKuAbXr847ftSOESVORV2we3xEMXNTtWFoq46l/3WValcsXk9FJcltwvYsqXpUWr+jDuOkUXnBfK5RQFk+E2w3oUlodGzo7bOv+xjVa4oAPifqnrhdz3JPRNX5YZLlWSUF/L7fVU7DuJM2XtvDFPgX9pCvJz3Sy20U2gE/pQn7DTqzR/xTpCf7w8iNFYvKMj5eASaT4Y/6VusmB9j627u+gF/nB8V7y3FGviTRzem7kSaeWx0m8GI+O9lo6q7NtD29Ay06B6lOcqCu8OsTPH348CB+xV2RQ4Iu/8f/oOX4WaM0J6keBbjPq6Lhfw+gaTpCQBFt2PgR4i4NIBu797TsfR+kBcteQcoamE1ccCUl14bYdjK+/0aV69fg1xdG7yw5UGt5RksDhGcFdr3s+uAc7pP1ubRvpIUGlV50ys1O0jZ7wQLHdh8E8H7oYNkmeexVIsgnb0Nu6i6/N19eXtmyx9iXeVeC0rbJlHu7+rbHbXINcHpEi4ZIIoL8WbNvh4DVpGI7tG9GOu4GNs+PtfXv9irPzQ18+wLwbZ85dY139/6cU9Pw7Y3tf/3t23YPdpz6gf43myGhw6G7Fd48Olr+qOWgUAjx60QEsjVf7afQ0bh/04t07yr/iehi086Z+9BzUDnQ16WN1c0L6hDjJdgs4dPJdWybLBFmPB/fUAj+Y0mZqmYcCNvYdMnZ66zUA8KB1khn64gJ/wwG7lR2fQYoeNA5dpms7ZNLn22unZKJjLmFY93aaKn49eIcVz2EyvpVlF4kO3bsAb0LpyEKNal+pR7eZhbp1xi5+PLiyU7gryyKih8UNvys9nOAfN7ITPC/cLKz3aEwXYr4/FXjyaNXpd9pgxQUn/O52Ti4/YaTxxG4SXcePJERoGJ3qiL7v769OkoXdYfV/FajjWz/9zymf+XnmX9gRF+0/EuWahIRahqRIPXYwGsyGEwwT1H50QecN7FicsJR0KODvtA4AgkByqK9TbGPrS4ma03N+SsejM5TSlI+B2xenQwQOD1lzpEBzlDohkO6Ag4O9mjYkVu20/kpZ+mCPPvm9+i734IaUBgJQt9llvypJ67S2ffDhJR1ixn9j6oSBisrOuzYB2+G02OFo4qsHvusXOmoz9/StDskWwplSoJmUnpwkc/4Jj1M8Cvr91OWV+JnewDRq7ueL2qPd50L6RSVjY03jh1H0jcsZF6VJ4sRhaWC91y2KqwTCGQfclf6JBj4XXnuEdPyxFbz6mw3C9x8/vv3JQ+fS15cppl+HU4HG18zn6FNAMQPOOOr6wMK3jzfbmR4feg53FYhUeL9LRm4AADc0mi37mV5hj473/FMfPKL5XThxGpt/l+Jv4LEJZFKtfAcPBMvH2691rpyPROkeuTazSoQPvHrloDanLdwB5fSEZPOoeMJpkv1OcdLjFJFJoWnHYOwDwoDZXq+4TBBhCYAu1R1JwFnpkxg7DJyS88sVXfAWPf+QB0/viichPNITvGWF6sj1znVCM3SWLp6HP9A/egdmPqLHjvTldBh+7CbRUd9iV73hTDtFpFOZ4+kgHSs6qli2Sd707UChdfDDzy5jH4mWctgbhuj68pJf/JwDzuj+6i75gKSG53Y/OMHYB+G9+2enDZ70wVmrHLoTBllM6N9xQMZOyeWMh/Eex91YkE8TBty/VuBFfGX8D1qu1fsSh+N3g49qVw3BqF7BJla6w03c5CaT8DB2CtdTM4bOjIbav0X4xTFJ8p42vyD8H+quZU1D/0NiFCITO3fHn76ZC6PAC3ct/VyxfRU1/TgLE/W6M5sAq/J7UPsC+E9eC1WnS1CV0Ixl0nWAV1CJHzzMR5SWbg9FD67lEYQ86MvgC9E4NkF1MsGb9EfPmA1+kxZziuSqRO4H1qM1gYG8JDeoIgu1rbnlI2rg7TdmYKvLffgJG5DHp4kgGlltV4VgP+RoWVFJ32qJgX0BL/2T2SpZINAxMpHPBzlH0mUx4QUfp535oEJHFXsp7HQyrkDHfqoutPFfdGeiRu50Dx4JOHbJVlNMv7ZFJDRKrEi9MO+qsFM4WbyoZ+walkh2wls6IUu92un7GiK6zRiiq+MCeeJrWoss8cjXwTdYFCdAGi1+NRfjfaeYsj6j33p/RvTLR8QCNn7dnQh5rMeSTJ94gDK6ggg/SzBD/MGpNpBoGIY5C7Bo0zx7XIQ1OrMLffK1ZtipoeLveaj+3m/WjXT6IhkzJ07Av9XoWHD0mKPq+FAV21fGx/wqBBuWaQbuQ5OYw0N8Nr408IP+Ict8K5OuLw0LL/Nc4wEMZ5wdoh1lO9Q31dyVzu5G0JSrQOFiOorUGVGSkN+F7PxVFz4JE5omGARgaHhFXL9JkqYJ0tIxIhSQI4pDJFELsENzbHIjI5gKylkIYO1EUkcvDvSMAGoXHyx98cGgkiifuGuqUyKfulYr7C4vI0OQsvhWlI6BrT2d/MUliOo/to5c7hp/12UKjpQuRB9aqGAJL5KIec4vO8CDH6UB5l03i9ustksvMOXoXm+O+hl730k0F5Ep2OCVsZUPGrAc9V9quMCLKxyVy7Enl0xabkz4FHn4kj5MLDx48vt1dldmKsbQUyx36mnHH8CZdPkJbBYL+nmucy/wBtd2U986l4wjmKY3hi1c5NjbQNAxpf1i+6BI7p2+RE0ch16hH0cOJ/tVtIOlZytlN0DfPn8gbtFClWT5Neb93ugk4ei+6z+gUtWby7+jbft/77gLuFBgxhfdF+xpxmNplJgj8L3vznOUfshVaCsw4HKmAZLdYXkbAk0Cc5o5eFlgmqp0pogupwzgR6lOyusDv6YbWnMXOhROBrtemtzhdOwoubZD8CdxeL+x2IUl0zM6j4ZwNk4fUem1JQObld0YRWRLdfdkHGdxcR+5PsvF3mW7LvprRlR1dgUtsQD7pANJTi8OyaMz4jN+jMuZ0KIST8ZJG+Y8oK62d+3wVP8zL8RQv8dSF62gaUJCph/5kY+qgpOxZBoAPMLMzM9C6nexnhjQwlf/vGuxLrMj2haf2COssR05b3ocjDMFZLBzJRH8/MlNwFk4pWHGOT4QyVGwVS2f6j5/F6VksvUWL1RApzyQzcKlf9bRbgoP+dCXVrRYYIfVsl/TzZkVL6Dm8an3dz3iBj/s0fGd+FIw9PV1RyLHo0qIonU2VsWPgMFS9qFf4wOQjF6LgPXzqUMc7XEy0vEVPWH+uBCj4fAY51GPdbg3b0WQy1Vnyusc59EveDjufqkEAyWkO+Zsw3AW+G9vEWF7SX7wkkr4ZTAz8YoWlLSutl0H9dp2wmEANQgEbRMFuxK/fKFCtqOTxi+dHQIca50UwJBUP+QcgSmj2dr5lAU6JS9Au2GeegDqA/XD27Po4HvADkeCoynkCb8Gmt0QgWONdDQfwZwU4KvPBKZ5olYLSYoipL6J3HfiyVijdPiZSXjXcCnw9CJPs+OxECYPdZogaUJzwFkq9jUV+gamC7yqxzmmAd+FRC1beHCcQFfxrs/1OlP+Y6zVTQK07DKWTkwkrh/z1u7wxjfxFTc9vEOc3aw9bNnoHP4kwYwRD7CLu5r2Mf5mAUMGuoOGDoL79N7ji5mJ7e8kwf3N4ctG4YjuH//4R27A3JSIJZvflWPL8zxveVNWItl6oZfPGX/fCECsdYxvUYNNR20U1IrZL75DTlxKOAFJmWZ5BPj1NwmScfRYeoyDH98gX52bfTu3denDdEdM7zi/U/+9BFlOiYPVeqBb+4+FupC/d1xzc8gZCXx3FCly92YOmCkzMzPIXK988WQ9EBiE7kIINgJ6P2UtI/p8x1hB9GbnRxMCxROD6FVxXVUCgg8B+KuSU1jRTNB7BRWtVzzxp6AxnGhFnirCQde06Z0JNiI/NGnYlbBbgFiYUAdfk4+BOjnZ3s2EgyfJD7PsLZtXWQIzgeEGD/nVL5+gbinR2fN7dBGq+HnqW4cxFbALSepUSAqW37EKIweuEO2bjWAFhiYpuy5fz8SH0ulJCSy5xinBXhB0jgcTrgcDp2AbD+Z+8MMBGvLCmuRuZ3yNKeFczvHuSvhcEjAf2cvFAU7f83IOEZLoKSyAxhtfBbq+0cLv4tTRSZScKnugjj7SbxktHALZxiIxb1VfzFQpKr03vTcU/swHXgwSN0vXSbDEObIQxq6/sYy+8UFixPytE/AsCtWNt/f81DX9+uxDO/jeuYfOU4h4kA7gEG/5McfrWuQMA5FdHQqbyFJ/+ZU5EbS9XsKll8e8eBmL4vwrj072YmgzJgT+lfx/ixfJ0kWrVotj8HLq7V0fmiYGrDWwDhS7Qf/ES0fDh1n7SUrEj5fH6bseGJQOAn1rxRWcyUpU5jEdBSYrt1dcOuJEV+RO/hXigJlWMOFLYDNZOrj0NKnIxBkMn64J17wMLAeB9mKwvvyfhgHH0XDJwg4Zkh0QDKxE8CBBruXpuBXbMHCjqI/dIXDwTTpKGyYISZFdSwuo8S3YexkdNnr8rukFQWQIPXyVREcPuluFG5PdOILbbwCFwCTlT01gt3cq6KV/t6X/YQsqcAMCufCw9tKlcqq5b4p5sUkqJZHpvwu8XUwcHvE3yTldnD6TeFq4hBE6kmnqxS2OuaKTaMHCQ97I6/ow152fNZGwz29z5zqgCjzQPX5norEo2LPupw2OP9DIN/K4TnR+enGwTurnFPbFL3aWXMmi+HfxJOvxJzB+nsiLNdDVi48Yv/zQTxYlc/85qbQSBtzRM07Jt5otKPWwQE9/j9jJ3H1I8KnjoKSL1lbanGObG8adarF+oQRov0CpZXeE3AVpR8kOI32eBBJSGZk4ass7Tow4Sqh+W7MGhv5+HBzqbJvgcVBMQLEalp99psG/6fSGkCU50qdvneIlGAATCL1ZALtVBn+1VekOal1DolMBB4dO/HcvuwROVndQcoFfMPVxza4FnzBV/AeVnCAI8klKOIGPeKO1awSz6KGhqOnCdT9wjC4IE7A3FYZFEEW7/DN4PLrChGe23l74GRi6q1gOfJCFhT5Yp80EoCkSRFKNP6WbJpsXIe1q/AiLOCz9rEcmvJ8oCHfvYixNseDVHzz61EY+L4Vw8mTHODCPxfgFecYPCa6Ty3MdlwXhpgutvkbKmKmNGzl1NA8bxTgep/7dAcZARZFk6r/t7OLLtdDuVL7PqTP4ejBsfKnxRZbK7nu3FZksDHn5MDphKn/mATmyRAqgFu/ExF5fYkIBlednaFM3wDjoQgxlHLiu/PQm/vWX0F9fc1nCO0vRf//O6b9k2X5z+vZTD5hrDy82t7lEgI8SJzfe0TlyrePY0OukpO9qFX9l7Ij1LDTYWAzkIZsjcaf07B21AQC/LNX5IbYYezoOl9N44lfpsfejY3miV3S66htmtuAiGNhuG7yN569RYg4HnqkMfSGJ8I/S01Tt49xmReNuKhPMk2AGzE6dug26ONcPS8sy3Gue7AysENeXeiFdk9E8OO2LDjjCi6msIDBfdDPifmEWYakGmuTFcRzTR1tKB89X2bEerRjbgDupEbzaKeA4W63J4IK+8PyQ/eU9fTQ5VWTi5jqY9JceWNGL3aaRXiQlOW+xhKalOndg9sDAXzf5qjs0JznrzKQc1WaxwvjyiqCxYaT6FFYI3ploovoUmgmrR4p+fP9D6m1/7U/M7Rd0J0l7FMfd44deY0WP3vQCzaeGrHT4YZKCE4Ody7jT11Kn4jvGQkW+MYrUty8JEY0KycxcsXPId19xcYiFWozCCxuEKIgKvoBeHMZJt6fvqCW7tQDpz4GQoOJDATFKfHy5BD7i4tPmhoVgfmu8EwdadXfK2NOmNKFHAwW94ll1xQ8J7LsWPXn/2+tNO15ILFb+1lwDj+TpwpipP0lMFf3/oeRp3dSnS7XWOztf6SpkLzJCRBXmoVg7/EwDU3V4RyrbrRMshI8/4G+/wjdNocOL+VWb0g6GeGtsIO0ln8L/u0fi4DzG/12Ov6a3HUIb808Eeo5SYGGQOJhA/Pqi08yBz69s1AcxjPaESdsBNhS8YTrXheRMuggMAkmBwVaR0xcnFPGDp5DdBjf8CSBkwcfcV5Ky16CZ4h2uiQSD1cCb1GjeZiV/YrcCLZ53YlRoqZqiYGJ3wFkaOAse9IIJcPp9XU5VAkT7EgXY0BBQ/FMTtVzU57oTjuAkzLEr/fom0ITn02h4UYRmXg7Q9AXORIMjNPIV0YT4RTdeGDamEQLJJpPrm3YkLBoKejqFTpIgWdSDkCLiuGQxyVKGLZ9NIpHyQVbbp6vWV+MNE+OILzA39Y3vt2JZuz/Ai3mOC3zF7ondKGDHhhXfmFBVnMWHkmcZ4qzdlc8GBhVZlJJ7Yksdn0or+bjPvnVVovnJpnzFdSvcMwX/szOLNuHqRK9xzNgEMXV8N22eOiAJKhbYMbJb9vO9dI+PTKOkmsU+O3CSublIZIeZjQy++CFcJ3v1WS90cAInuUvtISChVrfgywYhEI9PBL51xzcg5ujFyXSc0mNnx+6ow7M3Zss/1qJrfFPXlbr9GAOKuYnPii0hsDggssmSPvg4NhaD4Ej1VaCB9q+W6vgV3YsNGqN8yqL6TpgJgzn5eOqPMvYfydD09KcjTQ2WJzJBrI9OWfxwLBNDCE9+vCN9DCo08HEIwApuZkfSzK8cumqhc2SSiClD4FogQLPbIaToL9NtwgtGML3pURCSBwMSvlCnhJaAUidyBU7SjJcIgOLsjiMI0Zv9xhgyKsDn0LE2mbG6XNitahIQwOeSsWGxITAzXkxcTvfYtRS/jNLOrhT1k3hILNjNL5OetYvpJPDE8fh0TNVlXWW3nGPr8QNgfAEffCiaP/8pXnouEa+QlOVI44DbSeSbX/GgYOHRyQyeC+6xJMZG3IR4+lMa6msJX7Udg/BDOnIt3rQ5tQ4MW6Bm04tnWLhv35PM4juSMslM9nv80IR/wh/fOg5o1w/C9Q4dJGNyZGKLl3QnMZmD/OG5JMEsKkCzGZikhT/0Mb70IjmhI7tTJr9j021dk1Qb/zkG8LUK9ZsyInS+5CA7YJAoNYovN7B5wWLeTPShSwRgZNyFrp/SdqxYhJk/r/qpKvtSw3Vm9vakywM6ywpeZMDdNjpWaJFy9c8+oa0iXXwYmH2KEeNHFhHiusXoO7064LdEFPFffIT/qHri7FNvlE04qM8WoP84x+gAadPYtLeR6aNHQ4V7jEJSTAgGH9Sc+jFJSZCSuAX2kr/xN41w+HkkQYb4BipCjjrSUxhAJxAH0OH4Q+9Nf/FwYEqGJ4LtiW6e7GYZt8ETHW2fjntBjzUhpkNh6GTUhfhIiLE0fAZZIrDPjwJJf63h4oc3PxcHE/jszi03k/88NlBGbzj4Ouf8jtU+Fx1+Qh4lN1d0VIJ2+yR57CeB4i9NltxsGFx14zsnSfQh2Jl/qreQ9NH1lZ2UdnxZaMY/RdqOiYsAuigg+1rW+It3o614mOLTwm2L4V/iiInpPOuY6NgX3vjkh/7O+DtnUbK3yRFXQsOYOQ6FVxvUoU0ssYnRR/HihF6aB+YuHwWGNEEkH9WQQzJXy/zpe9dYZWTUj38ZK7Fe9pIEVYBz55/C3/zRf+FNW4TI5SOwv7z2agyAvula5/SYDwsEZ/zYiA7QMV4/SOpeJNSjXTFw6JGFfK51pt8d/iLp8Q9u3rkKh/BBD/hTTOuYcvOUJIFETvr+T/jW4qkhuGiVnZgc7uCImqfVQaB3JQ5SBzsCB41g7CC9K5QveKzCTgLPSQZ2rKJtazDUXoMv+vDKQCOVSYJq3o0K16NDG369ZhK/e7WBhvTiO4O+MA6EMjzn0SeCDns8WNP3zuUBFctDluAe6lmxFZFYG2xHuNH99VN3MH/ojuV6R6HouSZKMDlBahUn9KwqE9A1bEdfSeJLDeUgtZGdcLcaljBf6iIlGMVBJp2ADaJ3fQagOXwYmwQsPGnHowcNnLlWybgc46EAh9yFCrQkHl3T/KO/imECadIx+yTzSX2MvR+bwUaMd0kcMLbIEJq0UB09KTog12NRGOCtjld6KcY083XI2KAO1PD2pYm8HSL8dSJvfwudWOVmIrowHrx8BVL/4Eex5YJPRLBPbh7j6WWMJgFb5PHW6I3eswaZjfX0dGK88IESsT6+mYVPdMPPCVjySc6KYLFk3HRgB+ix0YaBiMQAkpOCxVaOqhod8YFmxko89d980Q9CaPweWAXc02vi/e1DD9ZL5nfdOScAYYEJ6PxDvNCHOp/XFy5FiI621dBRgcJNOPojnx275gnBrNJna/0noUXFrGKe4Gvrb6yZA6rDh9KYaBz6siA+RjcFEQszPw64FvDNN2yu3Z/aXWAr13Y5Twg11+NMo1Pv5emDibAzYRVG8ponoBLfSTY4Ujy/GBlStVGS3RS47Dyy2sBHThKvtZtkosuh45fQ0e8EIOJ2qOpgVnvtNBgs4IyoveKmvzCYHSiFRYBVnMD2aVyg4p1BRElWvvaRCPzzw022SbYvYVsfJlALgfwqGg++dUIp7MN32g3IpuyM0EWnTppFTDIKPoFkla2+y3A/AShkKKFnJ+iWAB4n2XIUsORzxo3gly7+Z2H478DtDTZo0S9Jk9ZRgP/xQzd+8JF1Ru/wZLSZgL5bKxLgnviiwf7upoF3Fwtn2gR9ZXIEdi3AjKv+vQQmyMxut2PlgQY/WA6puY8vGqnoKAHKTfpoLFM08UWEn2/btVVkeOw0hm9c32WjoQKPPJnArvliAypYfnjbN5PQuOnFPCGqPMm9ccHHL76r/UMLOKTeoUm3DzK5+L3MTR2Sn4vmMUmsLvJFFqnWpI41eWEMriAxaufMM9E6jR5VsEKbEumhMfEfvJO67G6/KylxLZsLBowR9nP0IqyfnrFT5wXcT96loo00VjLm5d96qtoxSxImkeZJByzCR+HjqvyX8RfURgj/4kY4u8i/P/1XLh8hFPFfd8w1SmsaphpuVZhZEzAEkCYbq0ADHsyYGRp5xZVObN+0IWuokEQorCRNdHKJIOrX/ySK4BKs9hG9Ch6wCCASmaSrJSdKNVgzKXl8gkFtAZ9djW0QI09quJCwIRSPcBmdlMA8GYYBD3U3EZRndB468YYHOrcwqAQ6sp28WCwGj4PvcmOUGp5UqqI/dnGEjkKbwve4TrA01mNL4IsP46CBMzF2OUFIxotuyiSAh5d0sRxJiV8EN1P6qUj3UcAJwGT6wgb6dFzFfWktOKhgiodvUKDTlIyxpMg3XxWeCgDXPsM3rQ8R/LtTiV/LLfrbDb5xA3z4iMbFoVH59bR6qqeJMYLo0r/t75Bjk8fZeTA6AMsY4x31K7ark+fInLIXFiWOb+DvSjiWvxKy5Eq+RjGI1o241O5dv1hiYeE6ITEBBjFqPop74skmoBh9jBdJnyKY8cGxH/DsMVfo51qsIUJ0khIp1zepc0b055//pbocgJA/ZKt4s7PjrAHeXjCUAJ/A0f2wt4/cFDNcOMRE56dli3/iM3pQ5/E0jowB/yjkkTc9idE/IQxsTKBq+/c5aGC/IGauo2DLbKzavHuEzlJ0NG3bwd6Xk0A8SbRajrA16JqckN4rDJjvTHqQkYOkXVOoru3hxMBMFeNbZ3DiwA0GDxukRKGbENyMULQMdQ7Ixu/QkwRdsCUVQdQvNiQID5rq9FIXSRaDKkHbfQQzNQrH1lUz3FirfrU/k18yoBQqOmjt8YppmOAcm7RUdXHgiyA00E5ywOYhRBY68M+cOThYXDGedfS4hkwIEWAm8BW1ePIaMvzJSt7X4e+LI0Tg2m9DCyw/ZwxPTg9dG/268FgHkKfAYyUacCkijB27HM1BXdb4k/dfjmxQM16RabcAdAnsqKpd/sXY+FjowD1fpUHGS/GjZESi+im/wHVNTujVzniE2PYI95MwuusLdl3anXm3Zo6hTZV4Hb8jbHQmhkmOyF7XApGvj4BKVpoL4kmx/n5miDpRNt50sle8zY4vl60yO0h+TmzMbyU981Vm5YbXTa/So4DJcxLsDkmg0Pj0Fx0Ybx38DCzXalXnMgwPwHMBCdVImJzZYRM74uYLePOcKgV98XePLMYOY4xS8fXz7p4BEK9rXgNoGce1+VtHaPg0T/R4EOs2JZNOnzm96C89ciolAmjwROw5KA3WQMgg32xh5jdz39HVk1F89glz1OussE86QGx2k1zDaQkNkzo7nt0kO1nO49EOioPFs2jHKqccI4P6ZuBWhYdvQq3+YxdRTg5IRtWKawVX0DlihEDVvBlY1Z3ngQgdt9K/YKCqrAmZ7Z/l41I/5kTCQBf9d5lLJ9jR0yylLnfZ/kHr2KBDFPXA4iT7GXp26P5NN34vHdjSncnI6Q4d3KDghbT7KXtjjMmR4Y/PwUEPSsbOVdcLB+KzBuGBuSdE6r47Lx2adE1nh0CJQeF/OAX4Jg+ULQQsg/GQM5wUxYOj1ZS88sHuV35BI3tn7wVbdZMciIPEmGFjo+v62m1LP34MnIfrU6QJ4mYwqfoMxHNRyIrx9EW3+o/Y9z6GBCoM1rdjQZMtQ1evCGUKOjOW330qTf+7cztzRpwkd9FMPrDPpZ9vOGkl92UIIfXFzT71VwLm2vn7JGkSr55U9bDwcpFnJUCfRsthJGNovz//x7c3xRP8GRxsc6JUOy/f5vntDBquTV0/3xxYDNIZk65BrwVkrPz7B4+A9bnyePpf/9//v3yDo6Ia7k9h+58J4hEt2MesqAfu6pyEuWd8B5ayAg6Bk4/U/cFg8fGVdE1EVl05ZD3MvBinwmTvZDlfxzBnI30K1AsP5FLg1TnUC7s7agOQ4KMOLrZ4xZPO/PY9D7NvVIPHJLdGYyc6Re4dn23kVMEzPklP9SZP36AgcgSDufUa/iQU/9JDK38SNdLHV66F71Q/HeoTOljpCfjqUeTdr653cRQC18B+/qnEMrqX5t6xsnZ+X9ElkRGq2ETikG6zICz+TO5NnwWHAp9dCnsk8OkjoefVbfdwGyFhcPCa3ZjAwAz/LEa9Ge/ScWQc2+6vv3b1gLV/hzMv6juymrDcztKWmAk+9DPelpXdGnGbewdJilYXfUTUWDL9xJaTp/pZnNlFMgPYEUuo0XjCyHNVmRt9807o4Yd+gr1qo9PMgsZsDEzjhK66TrPJf8Ao6GHY3CSCBtlMPhI2xbiCvfv51PgKWb4OKhxyzymBQqb+o0SWbz4uIP2is2npb9cLL4ZIoUO7ofbMkewObBeRLgb/MuG9XblyGEbbAV4Mdj4aAm+rxE3BSsGRa9IwIBV+h7VcIv3o0ED6Gw73C7heObfu6CDLfS0mHcBgBj6FIGzCpCvXccjrXKhmlY5iJDOcTLueaR/HLCzBjaTH394VD2p5EAj4BpnIQTvvdkc+F93Rlpc+gAj+tZTXFU67fRx7XdAyh39xFl+S0mYOZxb7DvIqo/yv8PLlCH0njPGwU4HvMR5Zlo8PNFGoVyY3QHZ9TD9fJ54D44ZHx/hq504LU/fryIQ/7GCcuYvL9cLo0zixjg+Sduh3PpI2tvnm6uzmzhM7GuEH+0JNdIcsC8ZM/DVWwhqeJAzvYtvmvJqYhqVjRDX+Tz9gy1AM+bRcLbhnt6se7GI3LloSI1OHOh/inhtUTTOckvOiHW58IQMMdpUsBOwGoXnStpa3+bPucXmA5OenPZ18w4nxA+Wdl4OLjzevSrCcAXFHXYxFO6f4w5f5mYSJL+IrbKPkIXoRnQoOIAdpIbiUngMILMPRZCtWTMJxaQYX5xQBpi1Tr6cHJ4lhcIpSEhgVf2CQAWJwqDv4jFciEFKnnzUxbKIXOvKx8zfetL1jkC3O5bABl4b+d7cG58VDvAlAcRMwuw7rZ4hodakhaR0WyDW1j/A4FzBW6jx3nVpnup3PqgvFN2YIHHbo+neU6BlcdGq4HhiLDyCR0sY/bo7e5kpdn517Jk0Ic6df/ENq+jDR9xUmUOVex6bw602f4lm/E8NoBHz/INu4YwvtvdDXUnt73PuKcz0WxzFz6oweTGQuSYQnUfPZ9yeyrZFxJNF2gkrXX9oRuRsbV5HPv+pCm8sm+0JRP13th652lu96DC/cpReLkeaR/gk5c9B9xJEq+vhtXOghM7x4CYz3F+/e4BNuEpl85Z2ivKYdgG2YXSEM8SX6M4N+isbzVfx54obbR95Fqs3zrH4siUQNvsaDRYIdcHCSbOFJZCNHEOsWGGOGEZ/LSpRMPn6C2OIk7djKytOePfm5GwIlkmtBia6u7WtCwmHLae3UMY5VH6euJALBoAHXRgkAjnWRTe6T+2gLxQU8ypW/AwU+7F6DIEolwhIKTGIOPTiSP9f/YotsFJieJqieBsAT/7mP/vJEjoqDBX9c4Ondvw8/gstuccwxrf2i1Q59vIvCcv03X4RrpT9EuCPMtznrMcFFxocmdgdRTfSU3P036e1j9yTsjMEmt6dsnjzCQB/0qO6LXv6FN/jx8/SAK5h1K7KOxtl0j9Ionr48Spb4MFBf93wMDF6V2TZHx9n0H3yPBSc0kUl/aam3aHoyldXsGMvO+hjo1RGCXW3lhSf5BZJ4iF9+ZQOToVcVPshP4Zh6bAgUnD0x3rNxGCxe4fs5DsAjqjuuffoCDfkfu1wpS8eGY0qXYdDLvDXmfU0gfiE9UeDLdWL/4MF1+UDXT4mFmy798Iu5yEjig+zHj8wR4Dza5JzFAkNiFOyD388jYRLkm5Im8zo3lLQbdewRxdglGVYIPaSY6h43a4ecI/hecsdSjLF9PVOZJGV8vjxeQsA7/XZydIdh/pLRyOP33hyvhR0JzxDaeRpwBpGA4bgnUR4ZyMs4xqGiS4B8ZnpAMIwW5odn5YcWs9UvvYk15PHHpcYk1UmaSQIo7xsnYwQDiUecyC0well/8cF3MI134M0wpIDOM2hc60UY7yD8Pj+bG5TtkCAAkAd5a3dQOLV9+dFdC9yYUsLFIP6j/+jMwb3sKjETnCnUWWE5dizost80Hq4TMQeJYfx+2vwJbtH6sRDx9x1JYXCNl34+Wc2PQAtT6RrFlj5MCiYUk9t0HgM7OSQnvZEfVTCK3UiS5dm+YlyPVx9ETyUlTST/5p2FEiIJsX2Vja36tG+bP0LGSZrgmjvlz+T3QubAIC10pwjzlLJ2S4z7m+lnPQSfCYrvYqz5IoamPk3uarlEV0eC+CT5733UvUBx1/0kuFhfH9mdchoLrUZXx8TBYrUGZfSNKp4Hvsbp2dPzr9BbIjEo3MQEMUMMSI7Oq/Hak15e4rFQ3efaciPxsorqPDCPXho6xbSo5rQbFRxXwBRfJErihc0Nsc/C5PjRqT7SePM+Gw3bxzc2bfH/wia6AHaRBLiJlhegJ7lsVLFS38A2OBlZTRspTWfOGZvAtqOlAEfvTIVLwpJYl8ogSVK8EmCQeMFXVEsavwwqnZFXK0Ed2PQIF148tkAKyz+YRics8C+N8K4KPkKgf5omI9wERKe+3nluT1XvJAGNPe6ftg4uwI7EqLuBTpIjaHDuHdhRjER3I4NkkgfHNwrp10UGKHbyyQO5yNFuR4GBEfbBLJnmg1OnwJ/g6Bh4fNrZY8fXDoIfOia4oOVGUh7ZwoeMw0wOywT3UmYH7Jd0OKeSwPEndAc+avrSiSdr/A0nZFCqM3UHOBUVaEiA9O846T1/45va3+PCIAAdNQMZH7olFTgzgaay0dc87B/1mz4TtzxPO/aYMV12hOqSKRegl4vq7FqZyIUhg5iojei4kKfWAyGwxkPA6kg/i83rm/6srv7tfmq9Mh1Hwq+d0O7lwE9SpY9QYcGGBzp4rAWzf5jDAnps9YoZ8oaypAydOBSxf/JqDqLRnHhSIhSiC5cKn3ltylvihV8BacTNG/7+9Y7mPMbiMxLmu3acLOhPzzzjSRKVzZaj3SbjpPorj1Hp6Pjyr3N0cxMz7F4xg7nvaEWPL75hgvwOzBm18CqXdoK1fVAs+FjevqxYbLdziplLAsgaD0FbvWGkQk+cf+jUGy2cMsCTmGMh4A4ayWVPBgwWDvMp9LAA35sCSzi+9reyI4NS3al3xW9An/urX4/0HvRXG9J79O9y6AOfgiz6aAJrmz7ghy6M3Uw2qdAVepcLvj+z0hUHXjsebQpjwX8/MuJHs7x3T594ybHGgvYoLEAKfAjvFOTvBZ8yRvAonytO8dvPsba0bz/S17Eqb9oiMlp9Bl550gFOLLLZiyX44FWuaYoorMYKBI90X8xUQadVpNI14SKvO72d31XfxeOLCrvGlp1XYRxJpBQSdsv6ZVABOu701YUr+swnYmnvhysP1Md3xDBzjh24IoMfcowojwhxxPNMs1D5zUeif9Eumh3js3z/rvjD7zwHjiy9e0dvEcvlqidtum68UpAx0Sk+uY6bQSIwjpxpWp/Sa4xZgJwi+T4MUUsc/A7EuUOFspQaFtxoXpgRLl+hgtvVKRdENcHBO1d+TmJ69uAYEmgVsOMkyPYCPXIBZ14K17tBeM/K1WCYpAI9D1ojw7Qk09HFq6fq3OH+KwU9WOUpnTAHPby+5nf1Q2mBe+INoJOS5pnGHpjAi5PAbQG3+AQSfbSbMIp3UlMq7wFePa72MdlY3LBRLF3A4fIO/qxcOrzjDMpvfe82QACv6lEGjqXpA3bVr3g5Rs8rTuWUd3XGHuZUyxEnJHv1TQd08HDCBbZ3jk8G9dPhnk2fkIal4chi7EaxnX31uUd/D1bZtfeEI2btB56Zhs0XWxfRrskCrvFw7zZ++KvjgN/IQSSxmAU2CnCYuhs0J64F7tnFx9wo4uec5AH4svlh58or7p50aePtTyVA0bzrVJ/nHnITjZoSrHIfNJ4PL3puGLFqv/i8fe2KlN31EKivZ0hIr//0OibwV72K6Vh9UJzPXkTYslUL8hESdit8iEAV1mjzHRp84iqncPpnpw2MZMnAhdLkxi3MvyfF2YPAGZB/abDutsXBz1puXpnAGii50In1JkTk7hef7wUPvqCQQFJEZ8Jp6mB9wNOg4eyWTsa2vzpCB755YfN84ncFlfoou457/drH4xd7YMK/MsLosKk6w49Ex51pTtlZvfG+f0IqOD5w4pOp+9+pOei1C9BqVF0rh2MTSnUujXG2Lweu9KAUt8eiET/dYbEb2Hdkn/nGl+DA59pf3gcc/EiCpnqTqCj96Z9tFKz09D3iX97FhdbvKRg5pW1/8X1Nmk4VfN+wDiTfXGa6V9jV9hR677/GrvvQY8KWeGfs0aH6COJY2Pm4zpzFL7UD5q7DIwyTnAZPu8LmIYcz6L78QlZQzK3tEjvGQ1qTo3UUITyoIxs98Y3PKsXBdZF6UdENoQ/ug+iGE3jcNGJn6Z9N6kcX0KPf7VX9XIPXv3XXu+L7mEZOSyVV//2cGIarfiTJUMCU62HdReERUClNJtBlItGnYJDh3wkKrRr8FHE5X3g7Hdc2xETbZZjJSFQYxT1wAKdQ8ym1glg77CmilwNedF2Q1+THgbBMcoGpJ5eIcQYrEBfVIbcs0S4bylJH+KwyVe9afYFYg7NFbnAP/AbAop9KfbAnk0fJIXaMs0S/60N9b8O+ExsZfjECwPHRbt+iw+27jfhFQeUiU6pjk0ViJd2+zkOVcRIPZPIpzWCtwxV+kjtYux8AlS+0fKpHfQjOEY+0Ppfq1Z57csuvx+Je24XDg8+uL7iUe/yBd2yom24WYNqPaIDDF9t5c9V1TkJbv5qn2o2WPUmWj+Wgt94i5XmFDooPz0+dHdm/w6A6Id9nCd4IMPcqAekPitiWvj/u6G4YfZ3ohrSX3fLnJzJfuV7ZmcQxIZz4yrwCbwJbFvMyGheBZJ6TpLC9w3z5h/6UM/NV2eh2041W2dNfJdo2ErX+4wMs06l3k0Z47m3GGAEYZ4MAqHQVBQ5T7uhyTOlxmhzEozRabJT+FNw6Mvmgw0m+foMw9cEB9aS66/UO8urgwmDf8qSbCbiSl0NQ+MaeBAt7xiYR9eBE8UNiVwvbqTY6sYt2v3XCBHQ522b8tXJLN+1QscWBJT4uQwJuyrELHEDQJBOcAy+THV12WGlOE0F01nnb6YC30115e1UAh39D32toTBb4tXgkhNM/GWF8TQzjaSCLa7iCOQW+0aH95dcjcGiuZcenn2RCueLjZ3aO9QW4V347r11Ocfex2mlrM0MOvLKpl0ZVwXeuqTcGyq/09JYPdV/2kQ3FA/ZV2fHKk139IxvhtXxzh3HtcJfOethhZZ5js25CaucFDrL41K7Og8YLF8h4c5Kw7u8wN9m+Jki7w24nDoJ08JmLN0dx7L6x4EXRGomNW+vEURJt8hdtfdTt5OufjEpH0WIfsDfFeB7b05FdOTYoOfpShs662BxyGk7sYbtyBMKq9aYDUIxQYSCa6LoC0EeQ5FiFwYambZQJfQIkCcw3TEYuhnl7LETv9GZ7DycK3KqHAQ+/hCke6LkHI+h+Po1VheQn1ZBHoqaceJuF9Bh/9NiA4HjlnR3ZMIMSHZAz5RSMI+8kc/BKE5+WOvqBj1xKaRvApTsoDhpwK790Pe74O1/qrKI733s08O3Ouf3Q7P651uEN7IpXePto76X86U/B30my7dvx93r7S0u79R53/NY71kkKkdW+8qQtduYHrx3enWJtPWRJvugap+Fx6ER7LzvPwsurfRzjmvpnMNUsTmnKg6MjHQNUsLNz2wBgtanhPfyuu0f4NM5K+3eO6OqnASr3DhN0XJcCpx8fA4c+8+LiB3s8RjDvM7YiBiRU7mVI8pLGDV86n/Uonu0Snq5RsurUKQfyopoKijC4fDwwkkAwQH8uAoDDgV3bKqEjWbFbJEHSK1QXlBWBPvpPUgNK3ezcCuJ8NwDcFBP2MZhbuHVEZy7g0g9rryJMZjCjJwY4gW58SwuoSRIYH8peJ5iOywoJ+OLR192QCeer/fdgiLj2i41gZzjBsYr6/X5BJa+MSZLRCccegsdGtxgcldpWHTrBegSTPk5tnUTGJ8DBOcsktrIroZ+Sdsaflb1yDr0S8JVH/5F0iDeeucy1yHDMN3j4KWVVHOi7XuB1Icik+hxb5QIun04WooYC7Frq913v3RcHTexrG02vPtp5F+8erLLSRxweWIvus6oHEnNCtsCHd3F+Klc7CR1NNPSFZpff0//91H7xg066od4dKQvNegRVeiGDWX0UdPVz2LPLpQcaxse81V+7rfruEOG+MWew1YThzRmud56jWaCMdGzsY1x6JR1W3B98d+gLZfqg+MLFcCtymO6kJhFW0gooyDgaoMQ4iZN2DGG3p9v0yNCH5EWfT8/tKA0G6hkZySlNnkjm+UeXUQMTKej2rNdEca2DRIjh7cMzL5LLhOERhOJzbGJ0MKAP/yofW/SvPhO2KNAZytrp2rSxKgV9+MR26TI07d+PS94C8vzlj9Np5upSBX08mVXncQ12esg6EgEejkCGm+dk9wQObktlN5nA236Swr5kQvAK3XaI5735tfOqXuVLHzcJkXn48fBdLtCf+6CxPJtw3EgBfi6HHYWH7nD2LneXX/z9CG3fkrT7CJzdHtrt3+F7fR+jnb43gXZc+lv2RbywPsK303CnmGv09bdxD7NLevcIn0e+qAzs8zMohHyyiZwgu7k2ybHjOUMAXX1yCP08PvRVRvE0UybGFHF6dtKPIGnO9kcYIihqYp/45aMSO6Igr4Wr/0i6bPLY8Fkv1SNXvA52w5dMtFj6Rm/+Zs507wcmm50OxSi2DIKx4EsQzeWoSQZDB2kcJgAJSwBvHlFU/0hMPKR80y6h1yMqh3XCb8MZJ1Q/xqo4PoWhQ9k1qxpXKVWalOcIaDlEsi1TstGBwl0uXj9Vrc4njwAAQABJREFUvhz9JyWUTCmGB3USPobF2YpP9+eNMNRNAlUr038veIKyywVCImuCos1Y7MFcfPrwL22O3VkCP3CiR9u90ZFx2fGgSrs42HLITbIsTo58f+YRaHSrLSxafZJCFEJJQqwe4ePvki8bal9wDr/W9sLRdU8WrR82LNYPK7s+fTl0ffeQ6Dc6rBvzZAIEnowxU4WNSAuwfSErvEfv5sUHPbHPvpn42HUHn0TBkyyP7N/9B37b+9F8pKsXSm8pBSEXSXGSmueQhgQaEmfO3IBmnJxgVaW9cPBBumGfhOta8Mxc7SwKQvRcG4Q5mNf4s6fe6cq10uMsRTy98Tror+OZH9rkxwnF2nFerhMQpAxgEs6OfGJAttpKn33Kqa465Aj7An9gJ24awJos7FZkKPDsRudUTPh7ktx1sHPMRwpwtPsJtJwiZbcysrTd8U0ZJUtSYgv8uPhsXjPQ//gPvR9Pd/3MT6jgsLs53h2Ym08MXHedBDg89DtQB4yq2vnlLmF17kQ9yZbdvyr8lGtHs6myAnkU+EfHtIFhO3hMisoPfuQVVjqOfJiUebgWLime1KwAKvEpcuBL0s4EZazPOn5eCJjUTPzoFF3RqQsc9eqFrOpGnYJutfmeL8Ghv8mF486vCWKHQdNy6HaOj/ZzLI/qAaz8dhjwa2kiAR/9rztIEjGzY4ZVfOGd24uVwRE9KdWFOnDa1YEj/jr5aWDg3yuVce2L3yOz/MHxrkxHfrbKTm+Xh61dYHmErPOkR/pdVzjCk38t1NEFP+CDY7rKF/PrGOMmJE2P7PoF2tDDBx5pw4obM7RTmAvDRLXC+fs7y5ea95sCrr50axomx3f4lvkBp2bHYePqVsUWNgFkAME1RN3rFNw7vBLKMfp3GnyIVGp0WrTDm11bBHMTqHxiehKFYOwUl6OQIX2GfucNTuEMOjLquENuZKDjq36n3UAIn+jpumSUtkfgDGbLHnDF2WHgFc7kOeqFH/a2r8fS0q5b4I3ewDj1YIjuFU4v9zEAB9rQ7USRD39fMjkFYDjv+pRPeXOEb3kzodtX3HA5vjvpweNTGo7woSCThMPvdxMnhZ8nxcE1Neh5YmPndcWpPZVVGwLHH5mETbjFKx+NhmMcfD70l0dxZIH6ttapngZxVPuJDRap+qaU5d92j9G1rSTbJpgDmtrC3YZ9wYwSi3zPgvFQXFWuexhf9NvmW2XQT4GGsz/7HewZR/rww9YM76Gj3/4WrZHGl4Ef3/DrDR+gZ/0PvL3mMRmAZow3ake/zi73ZNMOb51RDmfFtnb5iOBcB9PAOzmDqIe2hUufHadAVkUzSpMDOJTe8TThAQkuXfSBX2dC2kLwkwQpJD2ed9qNt5qDH3j5hufBJ0jV0fzkVNrdOe58dzxws/qX2+ejB2hWOWjbvhfQ7f/MBTegZ2zYr+uuZxTvDEwnX2iJo+M6JDBeX4Ue4O0FvCSZ806sOOXXdo/Q0XftBx5dkpiv/bR3Hfb+vY4c2uhMkuiOF9ryqA7gxrb4HN9RfF1K+OBdC7DaTd9V9hU/OFyv3R9kj62lJ/k84rPrWvzKgIbPFaf9xT/6v8bd/bvzCB/88pv2jh+vPHT+prmuE2qSJDj8n/np64nj7nu+wAaXoekPGNDZN4JGN7nDxafUPNCowjOPfTu72+J1ksEmirMdHewrU52/gn+eA8WwSPHgcaErhnaUo1Gx9+MXXQSmTtqkqHKhnj/qQJecnSoJctxS8OkIjemE1zq7QUYS1/AbbR4Apy+ne7mp4YDswAxHTT/XzMeJVG0yN85czldbxTI9YEcCdsd80U9pwNnW0TW6ZBUd9HUoX45hgd5MnkzWTnL4USrnegpBuzjLgTDU/67UDqqRXFjls+td9MJpcNaeIfMBmtPuAtNn0EpHjHQ37QCMcYu+/JCJ7sFh3OJD+JdXcTnGTwg8lx0XnPJtneO1fAV71AffR33w3/WovJ5RQMenfqZ+2B796CuPe3LC85ghjE/xK2+n2+vt/ytHeOc68bE7f0RvWdh3Grvox00jtEZf/8Zac5TdPAW6X+kp6YmxMd3xzzzRP+Laj52R7VSY/9Zb9SxEiiuev1Y/L8GwIpK53lgm1kpqolHX8CAzoBPjQeKlsIh6lLZQkne80zVT4e5l/gojoEyYvu5pRzrXd0ekbtn6qkJ5sYQ0QAknNK2ANKUsJc5McvU1D+PJfXWydASHXSQ7CVZ+6tyqx1iOYcWKYpayjf7hjyauj37yZmUPtgeDt4g3MPNG8WPi7PhNcMDAv5dw4EvfnuRQAdx9MoF3pYdul5eA2P2MG/Hu4UMWp5addtmzTbpdfm0oTWXv7WUHgagiTTwG8ImL6/QEHKu8x0UyjR8k1/mqvbsewKsr9b1Ul/Ksjj22vzS0y4tj8SqveH/1eJUDfeWUV3GQRX3XpX3F5VjYwWdidmjLozTFK13hV9vAe4RbGo4dGvh1XICXHzwqi0V+b6srfb6GyvXLYy70SYvt8h9svdNswqJdHZ0bkrPMk/jmlJ0fobAr7RmkeeAbVRpnaaEL8xwMSnxPzYl8eNOm1I6FrhxhO+cHEt4JCw8/qEd6J5ZNrK/+KMXMmeQQk20flTqRoz9i2gQlQrQPXEeMqDHWW4aF/zgYfBXzFD5KogN0OA01eCzGrJQYQHfedUqGFtlm4br1wUA/U1T4MVGBwDe76BBaNh2LT5y6dKELBbajG9PuAHAk8Jrkir/kPXBpeUO7gmgJaOV8LE2he/tahye7II589v7S4/PKRg9wsKPJGTz8ATw8Qklb4EVb3sUDC/vhb37aHaySoV/NvVJdoENuS/nTbp0jH/i3XOnpL6w4f/dYXk0ytOubnSfyOqa7DbuvwYH+q1IelQMudT5/1abIirxPtKOHe6lbNxLRMVABozM6EK+JCf/2P2zRTp/MTXT13/se3skr6D4oIMzEI046B62n5H8u0E4M0X+IOaMKx2kAlNlVBuEg8E1eAX1mFoMkPjaxs/TOW/AmzJUokzyEwhYahGX4WQdaHShnXrHH6Qh2SIuQ3WONNrX0I5nysooM1hEgllua4e3VRTwI/mf9/Ci3/mUE221dyLW50Oif3yWHV1ykN0n0ontsi96DKA9Wl6Hk2kQHQaAmjD2gqKN/J0ZsCX0nwIKhgxRFIwq6Qt8JZhiDPWWXUx57oiqsx9Jd24VzpI9Pee+yd7zdLuC1b8fZJ2x53uUnc9sPPTbAr/4pT0+MNnTcaQDTplzlAm/iod5PbawtwB0/2yIA7HdKeZTnTldbgO3XTcsXmtLVj9jeUhj0O9/23zvew91hXSQ+80MXfAnXw/bqVx7QU/ccbUyq7TVqS5QOaHFi7IhrfwvPT32IjqTDFCp/pPJ7a+46U/L4X2IenOgF/nmRo++YGSYN/dogmZnvvCthjTxywMhBN1UjA/gh89hYwRL/YAn/wBsd9Sq2fcyAf/6tt95AYUfAWwnoWAXi6DrXL7+spUINuoTNeJB06EZ1aHo6Dgy1xNhwJyfT6BqPdj5Jvib6duOFGfrXGy3c7GIwewcdPjx/1oEQlXjGYNdnNfHbVpQYdyeRcNGL4oGRPp34OImL9maFsCnFrxPbvtLTppCg4Wn7GfyB9+jVLKgjAaIkF9OPfq134tOGB5ckmKz1deUUv230ZYJCU53Boeyw2n/FAa+XQKp7cR7R7PDiZpjjT2CVzRH+f/zxx9hz+BzZlPKgDu/qQbt81CP3yU6dToG/P2az40ODa2c4aJ4KuAfP8DdvJY3aRT915ODbluiJ/oevgZVnfumBbteBD4eOE3fjM7aHLxp38KL0GFsjI1zyDRbzBT69ttr+3X7suPoUPGC7bQetZLFpgclWwKdAEw8wB8R7cKrvNLcDaWpoyRhDUL8Vcd8dWrYMLM/owoIkYgn3u2VnHKHPZksd47vwZBxiQ4/Aj6SZPmDeUUYYhqMunfr4vxziHd0EnlkEBweUDX+JTcT6xEI3lSQyUMBUNzI0CkIFMmsIg9jkxfNlKPumAXjhD69rSfBFWfM1sSgEhoN8+TxvQSdG+6A6cvbSBEsY9wH6GcsdzXIZZOR7kBXEz3rO0gX5U3ZnNvk0OHYc8HbcBn9hPTo4DvZlsWiLRwf1Pdhpw9cwAmKoTzRDBx5l7zPgDqyB10lSGpIypXDq7StN2/S1FN99my/p3/FJkpTdn/AFJ2Ny9unOl19s9BTRZxwKNmi5znVPt4NnJvUu86oDZx43bgqqeKJuz/RV/yt9xru+akJRPDFJZ7wvrjB/vpoMu8tLB7YvFFfqGxonXyBjiqhc66WXwjmCVt+kfdAVD/t22xpHls3E3UjqC/pKg3TgHEEFfrbrrEPlcnQilt/L131MyYSym3zZ9s3m1XGpoIN3zBd4sxiJtD6tzN0/vpmTQUhigCGFBc9+EOA4BcRoATBewZn7CTqy5SZJQkyfCJcwsxVMXSgKVwIPnklwAqnYoeonoXmHFIosLqYLnnE1SP4HHJbWlIqgc5MjRgomXXLnPLsQdsgJxiRGqCnIr6OSdjQibMvR31ke3hZmfHAbEAZsX7UFUPl2su+wjeRUhW91acdVdvlwtzE3unKKk2sv6OnRMzl+JxDi/4k1dWPnzhdkZPNhF3LPvt22Xc/4O/Za6Hxhd/ns9R0/fCA49Nntp788dt6F8auuXozHJu/a5s8wFH/3P7yJgdoY+fFXdCQWhpK48O5J8bJioVzvH+FNQpAqkpOY8SkeU2TFEAIq5MwH/dAJ3PrpjPG51QQLPjZQfAdZSgM75B60hX0lozoQPxTafLxDO1gtPcuzXcbHFgH2Mdj7xbVNzXcu4WmOcmf7ojdw3Ld7jTzCW35WLIxu4FiXfZMwNixhxeE4QOYI/67FO0oS024ECvrakpJKjp1kBxM7QAx5iS44+rIBiOCU00qqwd/PxbhOUl8vFH9yD7gxMDim6Y0Y8SxNje6AOrAlDW2+KuY3CPiIYGInnMC/T2t92LLiMOngpAmq6Hd+4O0+qx47DjAmDLjArfc2WMD2YKh9O9/y63HHhz8viBAT25WXokrvWe3LDzyPkeyADyco9CGHUrzqU50LN9J8Adt12fsK32H2pwDQ4f/SFxcdKq8w6E/1neFWB4d/xMcuxyhzN5N6ZbduOo9Hxhh45V3HCFrvTB1r1JN4oNkLeEeBL3oFho4sYMB8ucWIjP1xba604ZO4KGw/nsTsHVu9vmD3ZT1EVPtAQ0bhtPc67Zbiub0Jto5qR9f4vjxKw7H18nt03HUDh2SJ765w+jwVO3Xl3lfNL/6efWPZOPKzhGOYR6B8nNyBqa8w0GiD33wDj2uZRAlYyFLDZzE02fWRtLSackE204sJN1qq642/mEaSRH2R95knIamp6ShwJ23IUBB8XEFnAgpYFE8bQuQENrji78uFJAFLhE9KedKqA1ZAWwy44xxl6OwwZeskCnPRxGJCjGvhpI8SqzunOfXK4Nj6Qouhy57uKMBjQNALuTudb4Spr/z2gSxe/Z7UFmnA4NU+LwTq8khKDoPfYp7TqN2l23lWHvhNbNSvhUcwekew+pYWXOo7XfvWJB6GtCsHHNsjcaZV22WOaywEdNDPM3Yes3YuXQs4YgJe1SM6K7bw01aAV+8cpQzxKa/Cmr+SyF3e/MR0S5qaK8S6T8+Ro49f6MBuVNHe4gWLhuKNHwG0VCanyRmf+K/6ggdOLieU6jjSt+PSU9vwL6Uy3LjztfPY6/AtL3SjXZ6w8e5ZsFpDf2Nsl+lNF9l7SvvyIpTYG8/hswMPdM5S9dskb8y4nWvXSeCL/7K3+iWT4k0QR3HIhij3qzte4BSXOlxzPyI+MqjxNxaB71NvAoCfRFE4Y/Hvtj0RZPwkJic2EToYIFDh5guFFpOOo5UYpdVIqtHR+XHrf/cvHHLdi9Nh5H/oT8Z68hJ00AwfjjiVnz15JypB7RPLU522i/zGwJhOgdKBg476/qsMggDd4e9HHVRfC0C4nb4ru8FDZwe9fT2Oq+xy/+xMtrYPOurLbwBUgBWnycw7YTGLf6AQHklGx6tsAUxPABPQ2IuuhBKU4P/4kZ/8EUwzxOrZCn4aPuDz2e3lT2WELxrEJnBYWixD0NqADrwFnyM4Le2n7bq6fF1aHHZZPKqRBTd6wAP8HsuvfO7J6K61NJWNDZ307UsMhD96+Pld7/4SO+A1fsqHt1DBq/PFf5HydX4aStBei/SvjfBAv/ICXhs4ot8+lrXzyrL6HzdvOuLBLP/ypk0dvfdy1Wfvq87EBovlKmrvpbJ2GAF4/QNp1fmE54bmgFjiOnDIEd5QqQ9JwPIikSMm0I0dO32eJwpsYofCJTm/eJrm5hb07PiHs/pDAtkqznT75Zw6T5xDANMpBIEDQoNKP7h085x+MjwrZ+ByySTHKhpG4FJ78d+5jgEkNDjJThXhy0OI58Nr1A4HyQHme54kfth1HAIHSiclfP33L5QEj8HjlIcJgq6SaMeStOU0Zw00fFzKp0cwW++xCY5QcsKWXchp/yPua5DHt921idgTK5MxO5Ty4th6dSFoevOnwe0YEe4//vEPTw4HiPIcSaxykddJefNECG9Ob84vF8hPOpmUyE4MMWjYK5+PT+CL7sjCq+AmIuIBcONt4KJS53p4WT3q9piYjxpd/ODzSmICwQU+8rHq2As+dlDA6WQ48AOn7Qm28XI8Cr5wxZQYtF0s6rMA16+MSRZ7pMU6Yq4xKGo6zmXprUgUfXkhE905Vj5HxnJPpjADz345c3YST/K7I3fDZeyussoXfZAb26JPcTk6vjWmezGuANV779vr+7jU96uf8aeBHzhKluuMaduqe3lmAXV3xtB+lsnIZwPQJAkZfdmMyWceL3MzrtDVDTz+ZNeeAM5CQH+2hCBOAdidBKF3dGUA184APAl0cXJJiJhefU2+MRcF4ngbIXwS621W2gbJrgN4ThLjCA/SaGMeOHAKfVWUPgqaS6rrvOHcMPcBy+rvi91gKvCPEvrim/fRuWrVofKKX4Q8ssQEjd0MAhOnQVK8Hpl82GC+49cmScOEyHGXV1r3E7wKIAo675PqSmNfihc4BA1JsN5kTNktcUQ+/eiGr+DDBMHd+BYcJ42h7m7KD+tOYCe5zMQf/WCw60SwU3wjTn0eFy1s5wJSAhlfMpsY4xappVjHP4GA3URlkPUeQeqDtv6Cgjp+qW/Qjw9tsMdEn3Wg3wLQO0KDK8DAygt674hqfzD8zVf1LGDnt9erL3x3WdDtePQd9qTvir/TlLbxSXuXAdzxgBsOFzpPcNmIWHfiFFOPDU+M7IgI20rlAGIc4O2zRZzMYHFQzEkLv13MeB2L8WF19thCwgKmPsPRUSo8Kx6wg3x2LaU/wWeD1rFOX2j9UowKo4Og7YC47SA4gua7fq7GJJFnpAtmSkm+JlgMsZHQwI+A1B8g42WxMiQ7z0hEWRyCMalr1+G5Dhf6lGgCcB190A0U1DfNJGnqlNBRy6qXJJg+oMaY5ne9vJeSIDp0MnC+4Fv9Crdc677zjT7gFp/gQV//XlbB0L/s2KAqP8axSQaYE9T4pDgdkx4rg37qwKsrdWB7X+sGMoLIxAZNgmCmxzzQVX0U9wuZ52ZJmgSdZQ1RzhAYq/CDRuLXWFtP+CBLH2yHlCTtCSL5ljn6ElPPirH82sPBAMspkcNTEw5+TQ54OZljx/DAOOTgR++ahMMYMEH3IowTrHqET2Slzp1VzqJkmxY+/nHNa8lDB8lsQkEGvLyQcLlIeRWbaLtPX4p41/mCFvyW6tE2x/LjiP+7EO64XWzpCw7jmDlT2TvP8gWXfvRofe+rLDtgixZGxzZuujth6SeOrxebrIhgFPjhK5Iqi44fPUM+PhEK7HxNcfORF0/yiua7bZ7dnxnqq37w0ZyIMzjyj+Ks5bj8UzvpPjK1J9Ek520DaDqotaP/NGmBa/e34FJcIUFe9Gm3ukzo6zZS1qdJQOTsD54xE55eSqyjvjgqUAgP/r5PwiTXoZIgM3EwLolCGFyn9B8DkqHib+XFi2TrnYpwrZvaFoO+dkYCKKu9IJNgGXhfn5ggBRv8263agGujBb9OTCNP/+DpIjzonFpxHcpG4hRsMB9BtiBxXTqwSFDn2KGDO4HlZ0LVhz0tf2hX91MB1VLetMsfWAacO8exB1j7i4u/FJIKTt7YzV/MVMKQDejBJAa/Bfo/9Bfq/vnnPwNSl0CyV94hUBlFw+KrjMJBD5Gvd4sIDKzy3yxSHS+bVgfjEBsjOzqqW0jRP/6q3esIH/GGVwObZA6MSctxt6enrP4DeFsMILd8VIlM8cSL12TBGPUP1lHf/St0F2j4NAkcyUV6EqtjJzLVMM2uq+HDCyeBhn17goM/BV570t9l0Qde5KUOD3CA2+axtzyqW4+7LuW3VGNEpX55sRC1AMPfHQfg5cli1gIeOP4724DFD4/wLDUbKfj7T+MK5tNgtXm3gTdZ4IKgYj2nnja5Krxo40RyiPOFd5fJIc/PfbWe8D2PZ5HV3Iazo8vByzyJ3p8SJUkyER1BKOO73jq66OjTLZRnwrWoW27yK4qEECPUBz2KkmxbkvxIVuekQTvb02BCa/rERya4unBUd2B2gmBNjGzhKdBpFnqyMim8mx2nIsfVMckE+iL5w7sDAQ5sqqdXNZwjoF+9L5twKotEi+WqwRE+kRXbEReeh2B+otm/TFdaeP1UQpPSpqfd4CvOoWP0xb4W+1HyoRGD6Cdf4I8fP7g+qefORgXe0ATedyWbhrLfT6ldgXrEMrrjZ6/585wqsjyuosWm+rf2dlx0QrSSIbozFrtfwPeryzTBKNjN4utTMRg/KJ6QSlpNAKDZ7g0fu4BVp46T5UuX5cvBMw/VKbhn3dQcHwHPda4mS+LoSM7wbVyiH3PJ4+SBH6YwUZvHWtALHYwjcI/EcpJf4giSlsZBj9A34RWHo3VhBEc/6zMI9O30gOs70232Don5pQ9/Mob4YPPhjFV9Xbp7R/ZQPlNRPHYMuMnjy3Ei8POSHoGhlr/YJAU3zqz+nF0kWQNPrpF2/mdqTQvkmZ2O7I8Y4V6v7I8JJED2ZLzId3CARlsRH+cnjAhpmboOTgxskXFCZ5bQcAaZ2MLl1FwbgrlADJz6PSFgBR99hFUBxhHaqUDnZOddS+gQCV4Ta3a2cAox302Qod/g9GnC+YKuwL4RgdNMlODG2UzIBhNtSv8+0JsSCkGYn0Mx5b8p0ehndnYqSZKCNuNUM8+AEkjebQu3rmN145plk4+pxcSpnUkWhvYjwKcXXbJQ4vj+40WrbxMOeJI3+PzdY2z3hB2N0AlZNOH9wd9+5k/5SifWXPCNio6qvog/p6aIZ0fH8nVzdElXJgVjTdVLOlqngM+1aP0nWDzu4U1PincJxI/1zcj1Z6ckU2KLF590x9Hro6XvEb4eL92tp5BIKCQ/y3QLMfE/TcaOU2aSFzjl0clcul5egKbJlLqmjgyULzBQcjjkkTjFBAhTPNaMz8QTTrSr45mlUyefx4oxUEEGHy8siCufmXexx+4zH9s0SRZ628RRH/SjmDM+V6mtbugLMKKBp+CX+I12/Vff0AY3iducTbbPu9JwZJ7x22/mXecTBA4nU0ZP2t0hIov9Gd6wbuLzpL8GiL/AcSxrntJne5lT1R+DVBxLOkaODRJMegxPOwf1hSBp/ndyGl0SAN93zZcUnCWt9JcPxlvmAKr/+yAiHv/hfJ5gaTEjogCYtQoz+u1c0TlJThtD9/lVQ80vNq5ANkxfbLcPkUleDAJl59cECk/LhlaDdGgbXvRxuqmD+uDH6jEBoCRQ/PKp/shL6eRTIPDnIqwKVCO3DIouBCanTxs8MGBGlyGWLvDMh6S06iQktYkDrtP8Q6fBCTgmE335kG9Z+Ui8rIr85HLRYaN4IEuxIhykq24tgFNLC3+86TEWfLJ0wJ+ioxCkKxlxGiK+9Y8DWDjhpKPonAxMeXzF9jBscuRofyND8cR49GM+M95w6bi8KEmyeyCxkNDBp08VC3PdtfjaicvjHlnldT2a/9CRsN1mwqC4Cn8hlN0lY8oOnEIUWSqKyAOUQ/7YtmwcRkbVpNN48E7F0jQ59w/dwQfbWrZqkjG6DO/ieEzqxwJHbJscR/1FT3v5Uf3Mb9rsuJBBYsaPta24be+8qTOuTpK70gO3+SDRp//yQviiQzs5/ZUd2NNC381nHPgFGyY4hxX+O7Dhix7JA9RdWtExPmAE2SgIsMtSHdvwA11P0ocrgX6OMqyHIVtg7VJIOLDij1VRILYDpQCBynU/JlbKBIZoLVdw9KJXWPnHDDd0KECkhyC0UtCqjhN0pHcvyAbOnXLwi9ABq37sZl+VzBjgaBAdWOlIKh0A8JHBjlLVKang+CM4IjfYJAJrva6nQNhAHybrgM48F7gXu0w223cIHrvWjlFt+1n6sxvzC3PxTw0WMy8QYmufwByl5oBd3dEHmAUhDlMQi7+DX0mYB57hgf5r1+RJEXmE35N2oj9JpPW7mOJHP6Qr9TNc2AMvEin6WbK+Ynsu1YyS7epRJLggu290CXGTsP/mMvbjlxlDBNjnkueJiQ3iZ1usBz4UT9G1sGN2sjuUcxc0fByDgjAhfQNIvH1pSTch/XgZIyC7ZfjoiD45++D9BOdSB5B0+D2+fi7Jgmx14nP8iQ30o5JaekxL7171DUbZc9HTbeG/8zwnbp5+kggxxYjxn9eamSe2mH90y/jE1kWLkza8wqHDB8RJfUqfF56BAf+qxNTQgGd6+Y7YpNjv0pdSuTZAGcPjJr9I29XPGAx6YMSJuu1TvWyCHSk+3IvHdS6nBS7HgQWR445FX/43r4OWOHPM4ljGSVT6u94cNoV0Ek8SNGSCFkNsjJyz/jzsxnwZymwTrnchOpIk89agOAdlvcuiosIuqP6GR3cZ6c13eXNEb3ZRfhxBDjdM8PrHSVZBm+sxWICRXCbQXS4lRDuAZD6Dtey2D4weoQS35NxueRcmAcLHNyDkmZDrCAnybTZ+3AtA2sKzKkyQ4jvSPfm7OpII8Bf+y+m5x1I3EbLzaGDaZvHk5o1/uiU6xDgBji4Iqm7g+/EoTTBfuFaQvKoODfOe6zIUgoXAfJdxN4IHDMZYEcWNJfjjA4+t8Pz2JZHC34uPbRRP8X+bIGc1tn/gL7zagLz4XnqyuxJNLvOgT3pJashHZrGFaL35ZsLx2j4nT8EpTC1J0vgQV1kQOGXshM8YSpbxjKoxkF6KGX4v/iGf0kedJ/V8Gin/v2oi+hReunAt1wsCQyhxJBT7AB303zZSVVtaCCRabnI6CNTvbSo2o7G1hUyV27cf8yKWPEon5nTMhPZlJ48bwNjG3CKBGG/8JjZy2/FCarDRkYXY8a8jiwZlHxPqe8mbuzoexIb46l/HY+EyxmqYl44kajAp+MLXkokb1X0pjA7HlXzQwQYmLn48DINVPrhRKjpwrJnkxE61cLwaDg3FmhfZ4QW1E2xQIheGqxCHoh57e1+CJnI8nlLfc8RAxYPwZ0cZLhDT5+2oQMgi6AQ1ws3XuWIwg8HOMzTp55sP16C4WM2pexwbGqfOCRgYOkDFEx5JkkkK9FFqTI9wp+5dqvTai2HWX/B4Ag7Sn0HOXWd+d34t4X3AM8HKmxU4PrAfxN8DruNeqh9H+ilN+u9MJHSAj8gcDFRAK+7FFjPQ18kbF5kEIOOCJsj6qQmzLlAveSQxzzQnM/tCPiBVuJAkhMsYOfGMzNoADiqSCG0PSULjZx/QR6RKNn0UEh59XSAjGkMZN/qDd+Bmwnq3IFp2Xm+vwjeaCew0WynaykNGdmL7oidUmyp69ZsFesu+fVyQTbEuFsGCOxMZGR6Y4PDNZhF53uUM+Pg5nJIgScfC0rnbOOj2z3hcSpYJeWBBDfRC79HhQXCMOXxGyCzeqiPXyVOrHc8LVodyDG7i14/YDb0XVI0jsrGLAm7rBhjW2nFk+LoILShA/XdZ+gYAX+RU7x4NE0E2CcHtzbs8FobPdcYjnNvoCH/GJmPPoAAZwaqjF3w9T0WDS7DVtmkBjGylejmSs6GbfooaHxy3mb0BY/dg5vVkBkxp+1xGtIFrAkgJO9Kn23QhTDcZNFl9Sqt+EqN3amKADf3rdvmZowYCxjYO+pTs7OhgoDD284AVl6ONxjnoDtk6ZDIwoRg38+NbE4AVjj8hy9uOXOaAvAQHOy5OJXEmGCTXo029hd0PyX1NUpZvKzKGiUFugggKSELYNXPNphM2MhTcglumFw6UqRwGl5A4CmrtbY+LHSpXiCHJ8LuSDAPPjtuldirc2P3l4X78AyfpJN20RzRn/5xxnhMEhj9eSVgq+Jwd2evrT9UJNOxRcJkNeyZwjGo9PNnNO7S9c2wLBOcdkdCHT8acx8F+/szP/bKzxXXizH8ShuKOcpwJuEWnUOAZvYhF9OXjhZq6/nlnKBta6EdP66ExFZXl4dI89pYEjm/RA/wcLdJsLEd0mU4ZM8YQuMD2hUeRNrZci8At2OW4EgCOtr3jKFLLgk0J1McwekEqDFrJ8o6eXeZW8Cl96NM5TbdjQHyJGWLU/NBVuGCfimDEcG7S5LT8p2JCoJSFHoDHUTyje+SDCBoxgY2MAf3wBI5o/ronsNfXf+bylsbU/mDSC0FX1GFjXI49W8DnUhAHZkxGH89l0dEM3zxD+dPvm5VekxeQ0UtWJGnYmQX6qfY5UdIrIrbJuEvchRhDcSyCBdLFaE10DQgrQZMluxNRWiEeeWFLbM0HFnbAmq1VBeiPvjFUjmnBMEpWHlUYKKGQ+DTKdiB5Bmfh7BTJn+TjaYw4VifwpGu4J/Cha2HScMcVh/Fhd8OxOqAzk7ZJlb817MSkxeIoslk0LlHdVQIsBd4aBE189I2eaMREF50vC+ACrpGEIgkN08sDuHDVrG6cKKKr40R4oMKDI/tORYO+7QjbwCMP3C3Xl32CTg64eYgLmTw3yOTF9/wai3HPQtbxkLxJzsh2QTb/hOsEJz3hXftBY1KCz7U23jsKnuE6szAb+YHTH8aCicjO2bkSY1Sw+SxPQBOqr3IHB1y8y5hZw3HqGnUBOQ0lQRK7FJ8OQucxoENI8PMCM2PjhQd/IhMfwR0ZHPMtEtNg3wuPgG1xDV0UgrVk8d4D2fmua5TYwF6RswNCwtdVpYN9ZkLpIN5PjK//IQ+5qKqjdOGY2BBGzHI/yYuJgG3gMD9fpR8fJ1PJ9EQRP//hrvIMc40LMUXCZJHPc8TwSjc6JJnC2/yFt4pkE0v440nPMXI5rAWxFC944k+8vfyh2NDmRULNy3XpVS97pTBVbHW+kziGIpq403bx6NHSiVyBf9BNRxkTX0qudRaZevWlhZQD/lPfOvXGAUwWHPBDQcqKLG5Gog98CFKYdgjTGiRBzxLoCS25+f30gZ+a6KD1inuYgWPsePjrIx8+LPTDwzso7X6YxC/eKTIokjs8kmGQKmb2g/iKq6a52nI0fARgk+LAgViAHzwiIwVyUyGBhDK+Likari2BXyd7UL0QgEV8wecokubixWO6EE3x9VJrBSAfX5PTqJwTSwj3JGk/mAs+ixQHn3nzFX+A536B6jtGHRjvbuRFuR8KVoLfuz7tILm2+EPX5IhPcHytWnZx5qCGYwPR1YFTYWs/hhmucWlQ+qeR+GVg7AWILyYaON45r0GXz8WNyGKR8pjosSEWY8Zu92/lowvFY6Ij8FxzzxlNZHi4/QVebiYwnvEBSdmJUobQbxrx8iMuUt32qY1ujQ81HX8crQs+Fm5GCxj2JZhzOq04so8kl0SG30hawuNdivAgOfBnUlmwBVDSVIxreElEjhfp5tiXTK+p+Ao8eAnxVQsfv5qD3jqhu/r1X3N55EVhgvrbm+TxDC/+4B/6+tIGOBQSG7sSDOPShEDcqbds/Eiu0BFeskhyZkzVlqPsN9gE3gQKJAvn9+96nhf99M+7YMUFvrdcFmC54e3bP799l46v73oXga6rMOelsK8Xe0TwF/pdCmPWQhybrwD2y3Rk5oCpcZIeiZVQviu/ZOMAUQjWdghEgpjyT1Y4KYgTYIKxMIQGYR50wwTAOMG4WBxc8MM9eKDIcYpGkmgCOWpyMToBZMb6ynF0UxxpCPXxqgWuNPApk9BeuAnA8MlR2ZlBK5V1OBwjCg34DQczwuLhySA63+0WLjAC9kO280ubrHgkzQw2MhHDAYkMpE02KR2Rh1zbIn0tH74qfE/Vfgk0wRzXZTlFPtyQx00KCnQy826xLqNYxueM1jEQB8t17/DyzpqxZkzYsamOSE0bxUAWPU5BrTxZhOJdZ6o4BBs5TfqnJjp24y+OPLwDBfLZBZja/UrIDAGBqe9jkQpur69yamXdGRPzVAx4sg5PJqHafXcAGhEjlidh/qmg5AqgiaUx1WJO/JB02I94J4EGgvf0S8ycDzgbyIiSoOIH+Lcgw3Kc6MSPIzCs5L8+ExH2BW/DMkRwI+A38fUlF8kiSVP+67/+KzGuum2WPc962oQkhr7wJfqrGzT4y0nSPwzQpkHtV19700IjGsegKAh9+xoiGJiX5qs2Q5TOP6mThKWEyU7qNroD18gJD1uZE+gj/bSgwmG/ROOzOs9HEjjxAS713CTLzUfFm7h4B6g+b0SE24UDHX8oJv/8pkT+9B+SoMT6JltfNKYaV3i93iapEqvcKOu4iQ/rDzbCx9fnqdI/H5I+3VhFhfXMN8XQSvpg7wtJXB3KPMLRR0V3vcVcjqWAuI6qmtDG1PGBZfAIRAkVbR8gDrVZWLE8+4QyOJmEF2V2OVEO16VwRCfgnoCizS5gEGQIznCQCO8PvQmHBM/1FQrwZQ/GY7n6MA2erBQkiFzrgAZPyQdcq9LE8mma2mwW4QM1hQFl5cOBJAXDYKpCi3xCa8lWX6+ZWb/xMYrs9kc3Bgg9+B/b4csEzGAfNJGGJCHDi384BFrpJRU9+MfkCL+MMzbiEyuaXaNosMfJUzrYR9ZRtgtX7F1yeSVJHUDGk90OPoHh2K6xwAceB/H5qWTwh94U5d2K9Kzt/5uzO/v1JdkSu/7b83DOqbq33XgABAZjW5ZbQsgg8YItnhBgmX+JPwuBLCQGP1u89AsPFh7aNLdvVZ1pz3vz/azI3Gffct3GJs757cyMjGHFmmLFiiEnQ0APY3dVBl7a/VavCC0hELQTnQQX7RGUt/OLGPXAIdiVt6fzDlx46dswGD5YHMqZ0rar+9L329sGn4l9JadQdKjlm/J7foVhYJJi8aGr+h+zUPh4ZcYLU2f5KUoWz33bRaUTP0oInNIHlLq4IfiRZ/WCQgurzdpXnv4hFRp6JtqaM+1yvxq3GlQ6nQb53+EmZ8N/ZRrFWZrBVcw0fkkFZdHhnbMmQQRYFk5zwc0pTlOjJtbRJY0LLvITb20jEu07I1jkaMuvvlHAATV9Mhhqx1lpwPj0Eh56TlE1Ex6u8mU3DJ66n4NJ5zv4LMboYw/DA+V5bXsv5r70iycWLYtdMO84Kp28K1/1bPF1LPmCmOEpkN14gPiS9m9l+tYsxa4wlQG+364QFP6tF8SErIMaHOE1fgRPdpWXbw87QyPOvtNEGin2hu5X9Z03JBPcg2eHSZwyptcoPytWPap7DT1PviWhcry+WkO+she1K4n9rSJ2BL7GvSl4VbH+ggFTEQJhL/cbpJij9g1sO3DipN6fu6VYputddVMiZdlC6bo/YlnLKJt3JVi+YbeL4PPKfW3FwLvALzcDf2wO9N4Ttj0sRfMNxij4Wp40xPEoi9Ks/h6WMl2KaHVuRzOp92inQ0hT/y8F8HOdgHeUhc5Mk7a4gUVHZunJFk9g1SePMFcNLUw+1EKDcLglGeUWg0zawdmWdkOcJ9m/heqHlx0trurZ6xyC9awz2D9dAKbH5Ek7hgfmWrecgiwiq+8+xXg/vMHtAen3d3dLgVbW4CIY+eisYT7nIqH8+p2erIkI/EWuwDsdFloM1Cv/wPitFeuNBLVnXCpv2jn5qpcrRt1+qfWG8X3DKNgWnsJhlpv2v1qakxY+4oxNzhce0YSbBu8v+Eo696M8lQ8XBW4mJGXksPAHv9F51VSm/hvZnMZnSwnmLjE5yvUWzHjPCGi1a5UJ3lf6TB1K/T3h9RUAXx9Gh6Df23AK6EEG4e4fjmaKshJpfY0ByNqm6HYhcywzxW/EVej0Rm4K4ses3u/LtxAwxfV+kr3+Ue70XnyB3atT2Mtc5R1P77pnks7wjuCbDJln8Ey+ofNWjspYQ5WtfTGdtN+srlXixA8TrnejmMLB3lMv5lyAK2lZezCmxh1+zK/ao9+BVQ3KHxjUXZZFjKU8lKBk+SBnLKwYTp1DeO0a2fC+hL8Qpv1b/Nwj9tYebcD4YwHGXLO1sKL2/mJhqLqKwJQmUfixAKojM1vNirJE7K5enZVAQezDPPwyVhY8bArdqgOBMl/0RqtvVum8rOzt5Wr73l7cF1D485zzPz5c6AuW8lgOpY2rkwVXJde+wVUFUx1GCXaW4VU0YkkJ4NSuPa3r4P5niEWTvRMfK7znsQ4DRB71f729GSS+3K4hNeJQfDMUJsjBSXnC5XQYPTNMHHjylMJ8eFiW5UsWJCjQ25bKs9vzw2XK6/7icmhxfpHSzKg5aQstXKODybRAGDh2+LTv52Gstho4qOZnTPnsbceDaE35wtH5RXQ3iVYdYxtWweqrc8VRSvhoC+wQ+dWN5nyhkMznfY6O0YNbYbeEZ80uRGtneCAPfg/hUjm2B6O5U+RfgmfokgsA/yB+1B68PrW1d2Sp8k0KjssEDJX8nD9TB7XyTmWDH7WOvG+GR08Dh3gt33LHN9qwcDrInXQZO4i9BHYRfhTJ1gtTXBqJGCTKZQnNYjJ5p3crXtgZV2uXktniu2AWYVdOY81U4Cp15d2JNwnf/FHuHjRdumWyg3a901RInrQI0DOfIyLqa5Y1Etzdq3sQbIjQ81bE5D/PujJM2juCWZA8BIX8pep3a4kJPjiJKaYY+MDolE3ALMU4r+aPjmNvvwXM05HsTQsQLCjf+HbcJ0wDx8g1nH8r6+3djrfB/4arwRFm2xJONdu7s+DDL11e206J6iCFYfqEmTI0PFzui97P2/C6+beuEuSvNzcjVKyoWTVQuwT1r3/db/UQnA1h835qe9OoGeYGw1t673SwhOj0gjJWxlo3Cvt4Vxr1TTW9cw+HyuPv2mHZeRDPinsbJm/x/Gg3N7cDuzg0mPwpATPkOgf4oOiMmCxMFsZKjE7SsHgm38bz8lCUL1mTD8/3vYs/i5PHpOlLcfJNvZV99e46XF4cbm9OD+eX7w5Xl9dZqReHh2A7u2zo2bsdL5dXVyODiycX3tFtnyQCGxm4kPdsycuzTg8PBB8lCVcPDf8v4v3xB59eTpsvzFNsYWhi1I23wZ9MwKMZ8wvDZjipoleadzcrG/JlkrpFg5Xn5b4JtOp+yafq+vTgpKrj8BEts6KfdazJ0RqyU35LN1HCRM3Q++5+G63i2+CxXHFwHu5NbIFjduglc3A1sjGMiH0Wj+zXvY1vr9PeSbdi60pYj2GgRo9AxB2apnFjRZIo/8s0yzy6TiGa9uZeca89V4CVfYJP2U5vpTvvfg96zsd6KA0Hg/op9pN6EEiVZ6yqN3VQ0oJ65jqAqSiiRKQ11AZ7BK6MpZon6XSEK7v00rxRIlt5S+BGK61MUk1V/cFthYpdeBmQw9kG3whw73dFyGKrK9x6Yxm/vVMOZb3jcXpqycuDCXa4Kawdj/IIk6e0e5gJkoD0bw/U+U6LgXd7Ia8tkS/VPeUGE1xP6B2aa+DgVy9emOU5xfW6oWDtSaBnmNwzi/p8OtLyVqR3k6s/+3pOz6MAu87xeapTnufgoIjRWiDshPcVL8Uti5oGCi/lW7Oc4cnMaNbYWLI6MvnjO0ppQgKkVLiYukqgYxqjgJDXIG+0azq10j/c3x7uSwemEXxXgqzNlX1TpyA8sVoSTpMnM8SsjLtRrr0EY/mcCTATdD1b5mQJ0P3jTa8J9PPh7i4Lc+JTnF13blXuw8PXgD06XF2/P5xnvd9ltV6kLK/yx5+mXM8uspLrrMBe8YML7hM4gbu3SnIALt1lFumvr696H35LyzjU7nEVBO/77z6M3GvTmnQN94PBKWFoBSdh7vCS52tZbZVVXh4E9Z5WtqGwX1WOTz8IRya0a9aoVoYOVZvvKUxtr431ObU5PD2e1446o/jKKVeZzd1n8yVLowhLZgLJKhTtnE6oMh47PEbHdZvStaAcAHDzEFwnjw3fo/2s3tAc7N97MM/XZIuykUKbhhfLN5ml3cJ0GeJVUqoy9yBiu8zxW2oMWIjyWgVrPdwSgl1xTcVJDJGbhKWljjx7twf3qzfTRS0WmXJ7mqFOzCns5c5Df6Zn6Ao8tQw8ZfS86bFVrcKK1KZXi3i9GUSsfAumJTAlr217fRTUKGpCq6bRlqu+Su7dyiuPMOVNmnU/ZYXLeb+S/E775Zkh8JZ3OqDu4WUvU5oJWx3uB4ff0DivoRV+3wbtmLTaFFwDH5ynIPi9MNzbMGlDmKrWvSte+FauMso+cfCxrO62eMLF1kY08V9vzuKY/JWx+x/RRFAWJcmqpohHee3xO94m5Td8gmeK17ZpE+tktW3BXXm1a1fsr/VUp3bryFYbEubo6n4pxMUnYPC8X70niPZo44e7htPiRpE9dV95+IvSo8Dv71OClUEB3N2l6NRBgxSmrKwce+ZNRmj3jotB6qRancU3Wrwcvn750tD+9vDu+ruxPh/uLlOSF4eLFPr55cVYnV9TJhcXVwPD09OiGUtMB7LTjxKlnK6y7vj4rBh5znC5zxq+S6c8937gCZ98k8g+eVNG5PGxOjbSldi71QH1MgXDrKJwUb27yjCHAJdwo5w5FwCtSiMtOpZh+EInYjLL0ihD6Nki3VGAs477PqOptrxkAR8z5nRM6gm3adQ6yiz0269TvnNWDfNTjeG716VFn+loU7q2RCprFO+mKI04Z9itQUJX8KKXmL2DB/Apg5HxgBmQ1eLM0arFlW0S7xnFK8CuG4zDAqC8WBIqEXYh9QS50CjsRHM/2jxBWSkAt+WbGv/VMva84ADDKLcQ3U11rEYhmjC9YAWWbJh+V0LzrvixMMq3oJosc6+OpRwqtswztNiUpGcCtOKrr7Rg2eFRivs9zLvSKHiW3oDN45bPdYQlHEy9W37Mok2yTijbzOrtz0W+pt+SaIm4t8HTMOVWn3dgkvbnStI7bVvw1643Re1tMis521ej83RklXUWkxGEwU0Ct7IFf2n3ujRk3u/8saFoh9e7fTi810XREbLXUBn4y+wqJA5/oUsVUvfKkH7i40VhLI/ahNF35Ue4Zpg7cUuYpNutQzggtGOpiB9lVn5D5vJIO0q068PDbc9Zhgkiq+cxBTh47fkhi2YUaFZnAAwdRjEPZIuv5nZ6l6HePP7uH/GkMQHNPzsHq1BWlK1F6S9ZTQ8tB8qnd/HuPQIODPgXnVhP8GEiyFrjwe10XJ1GFR7PYirmyVVp7ps0emq95FOEZ1E9Jf94AMyk3bCW0h3cFU9sFw+iy1qRQnPEtnUM/SkXJVXDRyHPQdHV83SUkpu4yo9wJ/lC7+pwuG+e7rLU5ck1MZb33edpR39KF3xDb0pt8eqi20tK/j7Xz9ehMb+vRexPdy21Gv5h5JDVVGdWKVfGQ/g5qiM4rsMY18MZZa2Vi4+WMdhD9JbRPzTQpgwb1S91hs1meKv0ErM+dgbmv4IgBMA8+5AL8yDMCkuBLESuKpB76nIpr2dkAgTH+Jw8XV2YmpU1eUs39XYFpiBeEG/d5IshRP9md0cMSmFPoGy2QOh+J0RNaNnL9G4vd+69L7s2PulBtqCNwo4L9zuc7gV49H4pmnDqf0QYIa4n2uuZrwyWLoAn3w7tlFfM/gyOapn/Uip3ZGtLsKFj1beBOu/lwrWGJjHfoq+yVtjh2J9d97h9mDrvavKqainRl3woU67IhIng7Bbd5N+Wj6iagqjQ0kXX0gkT7dWGS4wAtrH2Sjf+za7wtcOjqlGAQ8cFze4emtnW4d38b4StehLzKX+UV22/+9pQOh7blRxhWqg/OtxkiVBoa2hdGynALEDC/Jz/axRoEv3Mj1i6pxQU5SHPfYpy/NV8YREGzPCNJwWHilBEeBr8s5NsgR8exoaZdDP0LQ2+MVTX7n2RPyvx4rzflckcqzwqJ6Z4frpJn9yMxfV8dFEbs1K7nl+9S36aqU6Wn7Mez+MvkyRPDTtJ3f1duD3vV7zJEUN39DvblBd+b//V/DOcNYGmPehFYo4N1wfHNbXrKKFqe3GyVE+YZSZUuzqVauShvNdZvib/WvpYmcv/T/7HmqO84pWr2nn/9ClYc088fInPw+NRFmT4eLmp7JT/Cim4ocHqDB9alH8fXR4r4yG3xkOK9/nufvAZENFBB1+bgl0nGCECLtfCY213BmpD+FH8WsAyDh8OJqFE0WLJzupoTinAUR691KOcJAThOk2bT4AC2pQgzTtKCsSDl0XgfZg6SmQITSQgi/WnbMkru3djynYdBHSdYRJCxPB8c6McyoMgs3VrStKIpUCXP0q99jaHvIhiqKNRzzV6lHYNnedB6GI+xczOF1VX/iyELg/e5bdajumu/WMlawvYV6e/2rOBMhfl72Ha7aE8r6HX2k9cdgUw76bChY9RJuro5/61nBIuJblKQ5ukjV7pbqujuuYuOMDCkjAU3jusIw4o6d/AORH9Uc8vxe/v9+vAs5UfgOWr9tEDyk7QEri3MI81E+CvQ+6BEJ6spYxGrjE2pSJfsjRMDz/g4bPDD+t5QSH3HvYRj7glhOUv3yipPVGgEbLHrLqHFNxdQ9Tb28eUIgtwKWw+WrPPFN4M3yjDeEWnYra625lcGOuEFRe8Rk97fvmGL2qrNmsf+CNhw8fnw2U7vMSmjYIzOSKopUPHUfrFawN83vLnhSdmA9yq4+HhJX+iIfbZ4fr6w+Bk5KTyjynmKnp8/CmfXMo6xXD0fBtvX9beFH+TMM/5+I+zmh5SQuTmMr/kU/umL17eHT62vOilxdvXlynSKlQuulAW5LucblKmDIWUP/zW2GVdasHiwLqyYI0n6oRSOYf7cDKGTm3D884VQONZJhTuqHnyUIYZYpe9ZysmesHibbvsgYX8YDUDGE10faqdjSTszup1xVU2P2X0hYNwvXhpvRudUQoTSOggAwmcowTDqc6h0tt53GQROBvWm5Tkr9euI77Q2st/C7DRi+GPzgnzrGNm+ogjeRyFNUsxek1pENE58aaKpyDC7V+FDnD2BG/vyjLxcy3daOYatQQKO0yCYQ3MeRESpscKERU38XoMZQ9mAO5XtrHyYqTxUwazMofxIspi2NLU6HEFVMYI05SpHUsJjtoO4cIIdmUv2NfQ2sES+5B12odQmOdnYStiYge+ymFhbREaUqBsFxEmYs/kGlwU95Ay/EwLNxyqrSaNMEbmbsRIUUaIcKlcbQd7/2vLSgGWiXOVUM6Jq77yUGI/D97vgYJW9wQfPlJ45fAL4Y1V5Cr7W3m9kKxylEWRzCSd5DEtxqa0RlCKo7TAP8Pcnvkv9eY6LAoC/i9SEvtkkGd1TyerzPChGXtbpdv3JSdhw5PPKebnrMfHJkEemmS5/fz5cMsyZDEmhEQOxhzEcZ/CmUmV4DZsZj2uSRhW4uL5JG9r+zR08ppcAMOuLNOu0dSukjrb0l/auUIIa+vIGIGDTwKZwLOI38ddJjv1a062opAyH1KQ17MM6Myum8rg5gCApS8sz8en2mQoWxsfblPuT19qTkP0ltU8Zl0enRheXg6P6RTOguU0JXX8dHF4vmrJ0d3p4f314+GqGXPUPGvXC4pGiqwAAEAASURBVBlfEybNqlcnrmPcmNh5qmGJwgT8gU8sBVoTKLg0/ESHOZoMbxq+i629Z5UBTlY2WZf3Dj9Meyo0udHB+82Sr/D/9Jjyby3nUTDfGVqX9750OgEWP3s20hT6gw4D7ZJTao2Sw//aIxzZ/th1LGEdQA8mFkn30bM0tZ0PdBLxfUbXcI52TzNBljujqFdVMAJYfbSrQOh6qoIQiejz5G+xAcPq2u89Fyn5vJsbNUuimMJrmu4JyH0MbcfB1FO6UbyYo3dgwVjeuZ+fe3Uoa/s7VUrvX5GjeCdBDxIVOYpny6FMzE1pdDsC6p4DfFeSK3ssu+0ln6q2P7vATmXKr4xVVuVisOqzRVbwepR5+BwFVoXT1vI8E77STmcERumB3A0rY8oJcBbnPhkxVtyGTLAL8sOb66qxFwoqgQ5wQoXqabesK+4X/m7NWVkGpoEqy2PRaAl4bYjhZ0hdBnXr2eFdeMrPRCGBTxrLaPYF2HtayoiVpkcnOLZCzlKuuF8eFv9FVg9as8iExQ8gDFflGTzWIDErLBfQY0ttDM+Pml0+Mely88PhpKHySRMGtynNrw3HYTuR3RRUwpggG/bNLOteX++hcQI0jNLcYOnR/urh00rTBrvQLi6aqb5C04aTKczLlOPICEVQW59jjKOsv6WUEkyKMlj44GZdJOGNTDrRi6vrhDM5DIZlg1LsX8Jt7WhS5/GUPy+5THk47vDh5tPhJjM9Z1ZWWgrQcL16z2++jEK0NOnl4Tojuhn3hvU3d8H56f7w/t15BgtfnZFpdGDhlWbkvfJmmU6LzY9ZWSW6S2aXEmsou83gB8TqvILbMqN1CIVOqXyxxaxEMIwPXp3BGmJbKpXyTgM/NFx+jlY3KcW13rTlQvG+ofzu7wx5lfdwuGlEgKfgyKjScWlL7ii8lHW8pRN3Dw6BvtzldgyMKSs+rWN8qRyExlMX/KGPyzTKOVB0BlT6yXemsigpGByxrvspKVNB8QqO8pNmMYZyi/MuQiyGlTq6BOBYhKWHjFlvlxKS3J9RYl1nuFnUvliZgqLMDAXGvxHwhItimOFBeZSrfJaINWGDjPK81B1PGzCz36vyDuaFp6oOnhC4rJTi/StdtU4eZWH2ol+Dd1BWPzYKZ9IGB4HGALvC0y5ZHbCrl2M5zS4NxNwK3JWIwuGOlTWHh/SsnJnEQak3ABiaUnTqEsBIIa3Fu9IGX3gYZowOwliM2kDbSrIF7RWmTVuet3RbydBYW9eTv1SfdKFumJxvGOzqtE+aUsP844CPgWUlCCw09HdPSEZ4gt+spDawvseijHbWOXK0X2ZFicesz+9Yhq3v6x3/41rWgaFBtXC4w08RwfmgD691czrtz3I4yWZ4lyC9P6nus5Tk2eFzyuyHnz7P7LMhIh8Zq8fi7V3Br1r8Xcp/nkvzS2FwHmDWKF41QXF2cn+4vjg+XI+AsVKakEgBsvCes17OGh6P6hvmTHnivfxxxykpCuPi8sMoXbTlC8ZDg+9wWi2BpLz4MJpb+qIDDM1ZXBS9dn7ON3lTefkrS3fVOsyHJjge6yzub1M0uSLOz+8OHxqSX7+7PHxttvjd5UMug5RqNBwfXZxCOYzbLfjITyooGdVV5uftd5oGfOJ4pMxCzfg4s27x91KIj8HyJT7oPR6KicSjMb5Zs/9Z/sFvqB2Ah8fgtETr6YXfM14r38h86Ycxmd5o3Fv1sFtPgoOSn22QacSLKxPNm9+09wIsjoKsPNLKkJlleI2aXmapFxs1HH4Nb/3T7qPNR3rIn3nfZFPpNT7NKeVIySpUBYL3GMZl3VeZqIGZwC9riTDOREVAuD9rRg5ygDoWXHFjEZVZ3ChgxdAuBRbRKNmgIQSEZNVX7ZuSjAQpyTXkqbgpY6mRygFTwZWCmWtF70qCImSVrNpKhwil3+vYBW+pnJVPp7FbZZhE2GExMRDQvVdWdYZcpyiNAq8WfhBlw4Hwtp7xWw1s8+r1jzSTWoEFeHtrtZ+Nm2PB7v0Oy1IUaFT7YiQBHG8VtLgFzxvhFzlYmJtuwz0fUf/MrpoBhhe/x/yLmNrQdfxDMS96abxOjYUIDnhRL+FmAcxspDwUZ4Jyn7I0E0q5Du0Jc0Puq9smLq5bXJ0lJZ9hISUpvx0qZ5cWVm+0Dz54Ud5qc1bO8E8kCQeUH9oachq+9moUwUXjp8szyrnlPrXnSwL16XPCUZ47bpbKN8xbvPAzPKHzhqbRw2hUEvWZkPzu3Ukw5zLIInufMj6v0rN+YLbkhSA7um4dy4a/tEERyVBXv4v3DcZLH/P3Lv6vFWNE1E78OztQwi2r0ND39ibXQXA7gf2+9szkUHXBv6UzwueGuV8yOG7C7827m8Pnr59bWnR1+Pg1RXlzmZK8CA/nLR06nd+4DPKzPrTG0TZKu2QCZ+CGgVCY7q/86rioPdoQKOEwvAUHen2lcKLPbetO73tetMcnOsnFC2as4YA/faz5FPnRs3WmhsaVC71o0c1MsCXQDER6YqzGIQa8gi1MwXHvuXtOA3JtbZxE1bJcdktOlv5C43IQCmScgKSG/4+tz31OWfd2JrQZR7GMylInYvtDwXhezBICEDqk7MyzK5uVPMgmmycBEEtYyzJ5PAsQN4Ja0hWzGjiMEIT+qV99I4AD0IJl4r2baqqjpr3ULRgKrCHnVLHyl471uCZ7lLnqDsXDdIn7EGHg2urQNszPqghD/e+h3zBt+bV/2t09ZjwaAa09AJIv4o1lp7wt/RAhQuscvPvzQlkUM/haeNhTT+zgdCmGt+WsuvaUrpTkTjtNAMyiR0pNJQXYg89VI8buXcw5kzXlv5slGssaphwNc4oeZl8ugJRdTD4WJSsgQUAvlr31cJbVsBYIDP8YIUlthsPepyTTkP2vleEQj6DlY5bH4+O70hty8b3lK6ys+xTklUXSMf9dyuEyobbNTYDT4SdSOo2tzNJVTeUXF01MT5ykhOfouNJbasOPHaEbeuaLY80mBJ8akiPlzcNaC6n8QRH3SNIZBobPdplgVFCC/Fjv330/O2kCreU4WTTnRh25lBLWUW4om3IIQ9XB6q6s4ESeRxMdtQevqAXwZ0mkSSbpBLyYvg+fWWsv4a/fQ8NvE0/3zc7HzVludUgBhTf9GzfFVoKaXtDi02NrMju2LDfKu3fvDrdZ8F9SlB+zfC8p+pT0Ze+uashZcvW+Tuu0SZBpSwqxJOGXcsfrC+eWbE3HFB+A8+Uo5Vwbr5pdN2IwO/8lpYn98ZJvxdtSaqJofMHh0QlP6HXsN/JTJ8HkSyCTxLalogWZHgwOXc0liJt/WdE6FXrAs/kVzK6oQJrw1mjAI8LwjjIlCncDv7r6J243cB5vl5LVQUyYgrvTcIVMKAML4vV5itlzLAUh3Z589fALiFXAt7SeB6g98UowfwdBwTswVOfMUGtAgZISZu9nqKMwvNkt0m+wTar+UJ5xlkSjpDU6IiCwssUl+ef1oHrNGQJX8Suk3RvKEyjCDCh+G1aUQhcx1aWm0kRMFJmOoJhdWU0CvWDvdhjnfl4ADRyrjaIQahYJ00qFPR+491R7p6OO2ZlSHkUEYmHVtfJV9ptnccMI0vZmhr0JpWExBZkkp6jQmoWyFBzfkriHcGByZhztMRkBfSjdU8rQVj1lMSkorrsUIWtQEwyvZgiO4SkG+Os/dwvLiAC7x9RmT798+pQl8mWGPxeX7w/3162xu74cS/VdW/pOzqorgb+48Eu5lNcQlDgNv3TFf6wTuGV1zcxlQ1/7qSmIk0umEYpRcurO6muIqoO8SYn01plnI5SDr8FWMHMFBSMaLwweB8PV4f2HX6UkPxyuPnyfxdsoqveU4Wk7THK+JfCsI/fxEEKFBxMUz+KCV+et8zF0fHluZNb19o6gk0HwhVrwVo5h7MPj1/x4zQZnfd3NJE57zU1SNS3MZaWTwJP+wov2+4eX8aAfhfPxY/7M2nnZTh+7fS5T1ny3fMUfUqIs8esv91nyWZlNrJ02RH1/xRXQ2ktbJkEerOBKZQVunV71vbs6PuRlHFqjf2Iz6yRvWtHwpfo+tYAen+g2RhEO/QbcyoDblCSI62FOqsvo5qT2Hx/l122YfxRvLXml4BYlyLbOmQzgieEnbR9kBBscVqdnuIZU8kMm/IR09YQlJ6XwrvTzXLmupwNgtQwTTOULiMmp8kHwsNAqTUOUPw0L2NLsimC/bgknfo9bIPVGHbBc0OOO30MDK9dLhF3LdzQ8hSfUs7M8EBLQE+WPxnTZ65iyi9gZGuMp0VCXRTPWRO+dzq4Xk49V6B+Em+jdyxqrZOpd78RDNEf85NPwYBl4V3Mi8qY4B8DFrPyP22uQejN54BXsQ5SuFB9lomeMAmPt/E5bJy2FrwddVuowxgJjldr9YgrW2lKOozwSUExtOAI3X7/aWxue+pnIoMHGAoxjKE8nbcMtRehs0tvSYEaTBo9mLFkLxd9v2/A05DmLx+dklwCtjuncg443QhzXJb+Eu5kpjR4XWV++n/xMyCkQSSvoLguE4nwJBrPl59f3Y/1dtcf5srWCXAKWEpkZ99GzsS4QugJ8O2bWx6XII3a4XYpoKSQrExqiN8lB2art4vy6offnsl53f3r4HEP6qJatdWP9hA80gilDZ3l2+ivH0pWTfnM4xQxR7WqpLR04e5SvMhu1/FEzuuJEnYz1je6XIl67SW6bnT897uzF3tmFUmsKSyZs2XzK0rar58uXz7Mm8cuXm1GOd/FjXf64zQz5WbnaPfBWlnKAzfJlPTMS8J2hJb5n4ZtVZtVe9DNpx498kRV++y5/5Zes2cq9zqVwc99pRtX26fPd4dfvPwzNauwYHJueqbYmsOIBcjDX6rsYn2jD6gA5TqF+/PTZoGE8nYu/0a52BPvw8z7yiyd0btMJkwsMktyuLYelpwc2vC4jYMmpti+XX3jLij2J73RywqqPAuw+ksw1mEcGkRddKnPSbSMJ6XTE46NciiV4R/kl2HqzMlEIhk7jWFaONgG4MGSkZHpmwRnu7haP93u6/TprloJsWGYUjsLm/+Rbw9jVCHkm31bfWpcVzhKSBQsk7Q0MIZW3FEiCssEMydqOSS1zAJ8j+bsN9sof2GEMsMVFqGKBPkE6y1ak3o9+8x7jSTtIhsWCuKAJpOAYS0VczLgVLw2fKwtrxxGCvAbVlnZm3it4WLz2LbhYM8sHh6HX8pYFw55fPXf5g+DBAlxZpwftxgSFhbjLIpajdW/tWzO7iKEc+5X+LA8FZGtePbQyNoWJ/l+zZlhDU2bpXa1lg8xZ4lWP7fTrmW0ujs/O+la00Blql6A+E13EW4OfKbPuLD9i6ZznExvLNgb/ePvT4aQZ24vbd030pCiyoCgas8HX/V5aD5fJU/r8kAnzDKtTxBZJnzUR0UK5ZbXO8bJ4IIuw94Z9FAILjPX5/l2+uwThvPJYjudZVrcNna2H5Le8qc75lvtwR8IIYvLRD+xpoeHVU3VnFZ43afPQcO3huc6ozuSpdY40AwvpqLoNg7UdLy0BxTl1ClQHpqLsUvhz0k588VRe1tltroLHYP4aPA9P57MG8yglfd6M9VUTD6xovxkxlY9wz+HbmCg64HeuJLSzLIp8ncerFt4bHXxKYeoEKEnW8m1K+cQET7h617D8/Dy/cXS9OM+fW9suzZCnuPh6M/XKa5QGL+gBz8HVygXKm2/YUqnLnlmoX1Ke9/HlFy6E8HFq2+ToHggtBOMYEnVsrNmnhuxjpKS8MiEk2PSPzjt5qU44EvCzTowbaJ5baD+4nKfuR+6WrLIsA3jh3ftBFcok9+EKDEYeFvw3+umhCMMjQgxZKyxl4Mh2AZPH9lOY571huwYexebFFkZpIEyVC7timMfqmwCQbgbgmGAeevY69CR4alxw1MIhMh9HhY2vQ6OHWeWpQZY3ENIRVPBW0Axnu7JGq2ji1D1MOXVtsIjcQ0QX5lsi3c9QLm1yFmOy2FhrYH2rMHUWyjShpe0STNsxf0G+NfEVkQmZ+K3qatjyICAYeyVbNyw9FjHa7EpSu/wG9wkzK+DL169jgRkiQyXHOQuSBcbloFflG8TAFuSu026yDGuLSavZhtckSy9SQinF8phwMZR2JFYRr3CB14QIYayVo/xWY7Tfmrj4JFyxPllqCwO1p45q/GghxvpBbRy8vFinljAllPYhh4SY01KUhmstYXnKd/jImsznZQh61/KYq6v33S9aX3ZgxPk5QTX5gGNak9mBEk/31VcZACBIfNrJJ84afjl+jl8CFez3zbienTTEH4XSRETb8Ro9B0e7RmqH4aOOiHxQbXbu6HxdHyme+ZcCGDcs5WotYApaQ6tzOk64T/FNlbVxcIuWwVyqhfPBFoGGG0jK9cECawT0NQXzmJVsiU5+hCz4hs25DuZQG0mVFU2mwZW4D7nTw/GqBBSpjqxdNvHV0ygnIwMWsFUV9zNBdNfw/mu0sK+cTJkAOklZfPfhw1jxlKch+Hmd3jsWZIS8SKniLfCiQWp6FOAxJLb64LhO/qpF5e+vWacvhy9m2+uwKUydkazjX0SOEEQfMZCeLfdK8R6FixcjgqxjHcvIT4pTRnY//EO0Eeo6CLmn8i/eC5/xr/D6d9CRToCz0sEPY0v+lbCyu8fjzrt4HVOPpUNBhMwpbvwkK4+/CkGIud8L62EJ7ZZnewYUBD8knJhAeTugK33AVc8G0tLyI4iUS2ljirF2BlkaHCK0sCslpUfUMyqTVSDMh+uzSGYIGSPtw4mFwGmz7AX5Ftye3gawKRNsq7dRZTgJFyZlDEtnCLC333XSL8t78mN68f1YWPcREuNIB1blH8dUk6bKKTsoH3yUZzmbQb2ws5SkeEK6Y2xBrSzDttusgoebuxRIw7P8V7e13+wiXFGuM0ta3YbhC2dZmD0b+j5kQVV78KXIw0sLtA4XtbUaR3kd5ddjNNxRogXb4madbYyFLvhifLo9owkft8B6OcviW5aAnl9bKSn4UD6hLa7kazQQ0+q9i9dWSp3Fc5w/7y4lpn7fT7nOh3Z/b+ve1xmKX2ZdPjSZ4ZCI3eeGVpWSrr5KwLN6wgsrQXvBbkcLhnrhS0zZSe/oMri5qG6K5BIuWxZye8OqocRPxlq/q+OJC2ci5uYkS7tydSyPZw21tXFg5zesjhRPFJhyKUg4Ve8+2tjXG8KKgBd2g6JiFv3KRdnqYNLVKZZGRsnWRYvKTURdp7DMTOOfmSlHBxZewg/B/mXoDk4BiEbAsJ2QwnW02uxkqW5uOC4add+F068tNVImA+GymfKvnz4OjlmdFsU7uf7HeNvk0FWn/lzk09TBwWOq+HBasyhgR6fZ8nwaTq9bZ8q18aGJKC6dL2bur7MAYzIL0U0EWhUR+QuL33dZMDKscUsOes8gMHch7MbJ7MRheQYDfut/xSgHftwaAe8rauggCjKuC07plIMv98AYYmzN0FtmBe/CugPo+lY4pdmH6Sv9er/yLyBU4JlPa1mrNSZodwvU+1GECaYy+h9RvykRs2GUIjyN0tiYh5CzcKzDwpjjg4tpzbqOZVNjLnP6XzZMYD2woMzEXjaMsG4XAxKICdX3Fh5xA3N1s2rW98oJMvhK2z+Bwtth8zxM56awlz2+zZ4X+Vgk1akxBWUZemr0UjIL79U+xFiptrJi6IWDYlW6hR3vCMoaW4owv2EM9hBjO+nl6+ec9fXSJmFmvVr+Qx2I9IT8aZResPSEVSy5es9PlbCdxiUXem1KD6hwoNNrWHUfDT43rHyKsd5yE0gHR6GJxQIXAzKhFIqrpXO7rOkdn81WJnSn1T2MXL6Fx8XhdyYt2pq3DuColmh6m4LUCTyc1r6EC/3vL/JlPlzW1pRqQ3QCfN66RiflnGQRXmd9wQ8FPJMyfIeswZMsmToMM8qnpcdTFwHOBQEObgUnqfPj3nf013m/y3axqMe6wUe7fhJcC5fxoBai/1NWEOvsKDjhBs/iB24BP/froIsR46lXfWjEQNjD8HiYm4maIr0xzPTjD3YW5Ry9lrWn49lHg3iDopzlXN3rlow0Zrlb9B1YGqJyBwTV8IHr8HtX9wK51KGC68uX6EBBRy8y5fmiybarlKSF7u+zdM+7XrT8iu9YuymyMidr6tk+WhgNDb/R5qrtlO9b92ipk85Mn31/j8/ODj/mh6WsgYKXYuvat/yPoZMIgdCfVVe0W0ZZTFuG+uKQPApueNI7Cg/HDz+GQ+XBTRnDzSppXiub0SjEu2BIUU6NS6N2uwRRLf9qoEyWD4QWhm7pV4He/TwMgULMKIUQTvjcU1rDtKPyQ6ln9yGMwBDotbQkxsk0n/fFjaCX/0lPPQxJeZa2lhhqUaTDhCHSEoP6puCMgDG7HkPbhH1Iog1+mGHaFiLBFzv2i6Ej/mzDlGkPminNKmqLXW0fjGxo2F97BLd69K56QAxEyPlM1+L02rERRjpw+gemUc5dd0tDnDIJAsVxUpufx4fz/9Suj4e6ihRbcSyiZpJNStwabw7AlVo+AmCIrC5LQYhZG0k6lboF3ylJPNHrTWkF60YfI8GZbfdcnsFnNOXqQH5DLxaUblz7ZxRd27WFRYS2swwpRJ10gMORYWPMfN7Q2YQIy8NOEMoaza8PH/K9dkhCtNY5WjB9n19LB8yP+rn2qWgOR2CNZHnOaThZmY8Ue20htBaxnyXcOs6j1puc8InFNfZAOxLNRMgcgWYIGoyGlRSX1thawqd50aw7hfdQJ3P/0KJmCiTL6OG+o9Bu2ntd0l0Glutix/mKxxtjESmzQFFX2cAv38t0Xt7AkWsh3C4BXo+SUwLzHq6zCG3BnPXL4e24IcGyGMN31jPXwK54yQYXimd1j6ulNpAfk2aWYPEnc8UMWPixZ/Rc4GQJpvRYoV+ztC9vLw6/evmDllS9HH716/AbjaLcDJePcls8lb9WJUnxeHXYZYMfWPQU+Hm+4ZPqP4uOePt9I5cLs+fXDtF4atH++RxkbLLtriG69ZTgpjdGPgYJ8TJeHT42kZacUIC9m66ZAhycrc4bv0M6nbAPsUdmV4ux7Xqv1T3QBcpRbopyJVXiWFmb2aryIUxZAaaSEdaJ7HkDdAgbcleoMf1TOOVwF7GmV+x+hn3elk+vq9dT3lPMpvH09ZTfO1YlpgSteCeUDPFidALELxT0y3rJf3Fa/WfqqBfK4DlcHrfoizCUF/HHjk+4RIz/srTDnGCpPGEfMmIcE0b8G3tYhFlPMxTuVtwvBflZFyWYOjCe5UU6GIyGsHCiDkWoZk1wrDLhee85h9glUtcoc4SeTOEf3YZpMCiroTV9TpBJYj+0++O7nG//1vuLw2/bhfKbZhpvWnai3loeGrR5McCiP9eCD4AZPsYU9fbw4yednSvqNfxVLz7hrwMXC5LFsXgHTqqjNsInlJ9vTDlLkooYRc3ENyQLT4a8FpOfsyxTlkfhxScPNI/wvjz96vCYqaFzxDe3KU784RBdnZhdE0l6HWr01r7Scc0YPltG9JhS4689S5lfZiGC/7R7IsxnfFL9lOVxViFMnvXlv9ttUbYh7VjiLPLaSYGPDzOr8qyO+K7exYlDd48mNaJR9QpwMtbUcG0dTbgayyV8Dc7QUdhYCA++ytd68/pXElQQ5loZY0ikZO5bt8h/9njEfZJcVC+3i3RkREca0cNjecIlfjG0Zp7pBGYN7SShFZK7lKlalrJVyjY6CC/LPaJzFdfqhuJuosv7i3fVhRfQNlJUFLzqGNVLOaraZgkahXFp6HtTp3fdUB2PFzMdYYPBwQNe/z7dcdNOql83LP+Se+mHHz4dPn/JVUQn1E47h1zhWlj8mpFVy1aEjoOM0UdoPQxVq0sDJyUaOvV+6YBialuCPzKy+DRFO/IY7bdSFwE1pRer16lCZctfATMU69346Crc7CEg9FoIzv+2rLHuUxYqVM4MRViVxb0qx+7Huuw9BQrDlNryq62GLqUZY5WWv4sDGbP5HOkRRRhMg6gQwMdgxhSB5kiqmNfkwOgDir+G7L0DIiyiL6QsRVH9lUeRsGqWU3qaVRmLMHDg/W59DmKCecWvNgxJRgHGONWvJZTm9OxVhzrKkGefqcdQ09bSS7J6vQruCX6FgatyZtlMz9NZ4L7KguuF9/BQW3/9B+/n/W1D0Nv8ls2lxJBnhz/r/sePzu7LgggfSmZFxhV2xSXoDcViZiIUcEP42SWh/mAx80vJUvyzYDzeAF61Dx1Ya5RQdlrKMQVUPszJWmWxHaW01ja76Kxt2pM/66K9xmmn/LYUW1ZGV0uJ4M0XSi3OPsrinFn42np//z7FluL8PqXp0IuU4OxOSVl/eviUQoxPsqJ1iJTp+C1TwucpkNv8iDYieGcYaXaU3WhL7FGW2RwlVnnVXrlZl2iCj8LLSZ3ETfUajh93D3fW+JkZP8vUPksDPCQfg1+0CcMzQRLMyhjiw0lp0IwF7Trv1BEyv41etk4oLUMhCVws+Ea5Jjju2qvNNYVGd60/HVizCqxBRLH5zEJlUvRKEC09Xtl3XxloLPErrn/7lw7Iy9nMpJdJjxVG6IUpOpryFad64nGyF0za1D/D+3dtmcQ+4JSTTMDDfNa4dHj33BrTLM5YMtleHS96O2Wd1BgtnB9fH247Yu5rdLlqYbyzNS9+TGmW6fbWwR0p42rQbgpv2l99c4BIz9q5ZD5sRA5wpEZmJLdsoMYUwTn6JxgmgHvKKn1XgX6QnkoXO4w5w+F6ZEONScd8ZgFVqUBIZu9mNQ9qazQFOD1KzCP/OgOvnikKYATCTREogd9yZgqL361K5VKaFNUwSwn5EjDyqUmP3jsb7zqrI0CGMEu5aUSMhHCYl2Wpp+ueMoUVgouQkw6WoKs8A6dFyCG7h8rYJmq6jqU0OAHZCgO/dJRgSF9l4I8UR21Zyq34/sFLCdZ9+NDumYks/yw32uob90GKTVnarqOQd/xLyhktv8ortucINmUEXHm0zac8KdGiw2HoKe5zkw/WsF00fLSN1Fq/68u7w7uc5r9+f12vfDtW5k3MtgvnvWFadT7EB+9SqiMQYKnMBRW4DFZTqCkcaSlLsA9vuJZ4+aKWdcR6s47yu5TfZZ0YlOJYjvqbhnpfHA8m9utPh4tf/SrF0xCyNp71Oz9eB0ecZBVT6S+nzfxn6Rk+XjwmNHdXWRbNmuaT9p0ZEywUPQvpaxanDSwsdr5KM9a3ZynM8EFp+uFeStuZjCyys/N3ozSfz5oY6lzDoxv80yggnslmjWdLw31Tm25TlkfB5UzK4buGuyYiWPW29PG1naY4zeYaQYxfDI02WcQRoxDDGd7YA2EcHBU//0azFRNhrV4Yl8co4KKKmwmuXAVXaEzZyDdlrpUKLCBlot9M7FTZzsd4jbU1G2CSmzEwuJmogzqpxZOVgC9BVUHDo1sd8LIUZWVudetMa2bKMvpLX9rn2jBnQoKjdLusPIbP+SRFaSjqSDX4O8lnqSN79z5+iam///Dd4VPW/lXKcdarVu/zj5+SJ9ujNYgyprsqoCE3ZS2mN4FMLghFOgsuwVBllDuchJX5W+O/xclYCKztj0uR4WEmc6YUQlghlIaqxrqLmZjqhIJAaGgRPbtSeuIQpvsYSLxh0fij6MqsN0qUc3zX+oSTYhmLYZjUjJrTOWryMGZwdS+N5R4Q4fio+UgUxIQQs37S83UgGguBjU/Bp83CGWsBYxtasUBTkrV+Rx4hktb6MfVAnraP0sEXIRihd7xQXmMt6Z3VixnKN8phEI8eFO6SBuUYvj7mVljlQP8K6tFZuM479fVKbeqAHzgjGPCqBxbA0MvSrfzd7pnCefSSLKJaa3dbvWZqL1KY33//oSH55eH74j7lgP/UDou/kML84fPD4U9//LGha8PW8BMv1MMm4Df5PQcisCyLh6XA+jLJRciXcq69VQmM3erW+REAYW8PGN53tNdawxc+mp3md7pMud1kLbAATz9nEV3VcYXz49rMJ2npC1rO933Gxxx+qhv+54zC8IE3Hf5wmgV5ZHlUh9ri3y8+oZAida/D5XM0RL9rFvx2OpA1i3ueEn+svIf8j5Yxnfa86GLZUZND8fTDmQMlTByZyW5YG99QvuBw5fY5PqrzaAmMsyTR8CINhCb3HajAp0lQH9BveBCrro5lVkMMttYf/ID+b4M46YYno/2EkEuBSUq2rBh8zTf434b68cOS8+S6MizxYQte1rbZ6RZ+ltyID9eVa4g+brfaIWhPiBxeNUJcpgs1sJTNgiT4opm4h2az947gOF40SjkuftoRrU0IjrzRMjWADnOs2Un+8XR2FYLBnnwjxMPh/YkDjJvsKy2f8FW+tdt2KJ3YuojJKhteH/tRltwc9JBXNWSUdVzbw9Jv1TQKc+gsVe3FyVZHTFtlU1aBjK+9+ekWY3FIHOFXYMJg/dtN5nyablmQFF7WIIGwlsnM3QzFUqCz55eVYCFyAGIe4ryQzWC1C6OTSAIaABjsaPPZ6fHNMn/4kHNiCwNcYLjOEIkQh2ygWVZCqaZJgncJsR76LIvFl+UuWJ21h6Jsad5SktVr6dAUAJrKXUxHcZo8KH1l16KBb5R8CB8ield+PD7f8uh501sRo0yFXpcfkWK00oktV4KS0sBgK1mxeji/6pWxNBhrEUX+7f28S2mF80lVndIKY1kCgIT05BWFT/E7vNXHtm5TGtcx1n0+KjjXw1+Fn6vwfpa18OFdhyDkg3Og64fv3x9+89PHww8//hRKlW5YTKj38hce7HDx7WaffzUJNdYF+DfBpcB2fM3mgBTGQ0PRx5j9Ie5/ZLXEiFFoZp8/HL07vKSkZ0olBWb4+9wHtU5TfElZTub2fcczL63hfUy4qrjjrvBSvIqWBCpg7dI4PY/nCEZK4Lyh9VOHv9pK+BQuWK8zoWVpS52FSZ3Lyr5sH/MouXND86a/UqZPPmoVX1rGYmH0Q2v+8OrwVh0kRWmPO4vS5Ilv1ZynpO1S4rtkWOgcn7KKWLbp3hR/XFV5OpqZ2S3P7ttFUqrmbcALKw4+8V3v48VhAY2mBMVTNgroxxdqkkbeXb6mQ4m3ddysTVeGyRxJFs26m3JPkr9jvpnaQ3njufNWCZDvWS+KX/GFq+pqJ5BYuECZb6YXJxhpPuWPOO43YI6GXrBafrSMAPKXJasQoXJR1WYAk3vcPs4RHSOmNHz3JJcusR99ljIVN2uiaw9ZHZnoCsY50KSYJeOrjsEU3NTm0S2VNxM+Pa9OsXThhw5Uj4bqYNe74FFHP4Z2gO8WVC8StPsvPx0ebO2KAMgZBg9fEihY4t+A52gVcsxKF128T1W6juDGeGYyDYXJNUVJmKtqGB3RWIuISBlaAzdr60I6oBTO+e6eKU4Zuc6Ey5RBgJfiRVCmt8NFlWs4NOZ1fi+ogoAwBORF7K4AQUfOf3XcsEgiwMJD8ZUHUZSHiQ/W8G41aTx4ytj7em4chIHgsPoHfulpzYEAA0ven8I3YdjuK0fa3Rrt4XfST6btzwhD9/DAmkJY33m+bkvZQyc2P5o1TEGwWFnet33+M8gqr2FqigLOo1ZLShqO50z3YakP7VH+d359ffiXv/khp3l+vHrtJGCDf+EY8sBoPR8xm+GI5mxtAt5qV1lrLIa/iTcu25Z3F6xft2Edeivr2fFc4ZvleNaBs/iKJfn88cf4pEX9Rie167EJued8Uy91Bs+soBiacjKsFYwQKCiWNytiJl66eg5DCVI4Chc3dQw3LVTHaxdXX5qxbTdOC9bfdYL4vR0/bWW8bKnLZXh5yHp1MAV+c2QXX7zPQRy3kuC44baF077x4jvnZosdC2bN5HQeKUlnUTaFPW1EUz7L0euh9bRdROnuBHrxnU7aSoI9zEGz8TXlF8OF1GVxeY+XWT5lrW5uJoovZFaG0QMFpBMZpRg/TppkYuQKA5abr3CU5Sjf8tQxzGgpLhm7SmdfSh0gfufzXou2e49HU1tmsy247VVl1TJyhyeKwOPjkhk5ju/I1Ch1a2KDIF6w86qub3iXOTk4IJ+9u49/z5p/uGnnEQpTyJXM6Kv+yirNcTCeOLKOAhpWDXIyE+QMtVF2PU2TK0OnKRQTqPFzJc6z+Km3q/jKxsNrNxMagjccxJuU5Tb0nrzzx8kkd18/Hu4//7alItZFdWpyQL3vRJDf/ubPRkgxhaGU3oBQPIb4iwr1NTfMaMvTScOc+aJbBCUdTn4ZQUesDShpx78CUA78AJ8hWg2m4ChdhO42qDFNAtC9pS3TkP7YCyvuvOHdHGc11YWW8k19NX58qMGqd8EIelyzl2CHZEtDHm7CuneEssHMdVYHxT9ry+B68L2UGHfDTGoVNz3WRqCZBKsC5QsVPfmkEcCEAcQPk1cogioLUSiMeRfeKXIEchWGGZTbs73yFMpuGUOPcvweZxF1yiOHv3oxiplCn/F0oABWOS/vxfdOuk6BZq3/1LD1/cUfHn7z8aH7p3yYPzbDHdMpN2Zes+Qewke0Cusg6nnV2cPAPcpy4NNxHR0+pUROWxz+XIeJR04r6yJGN7Qy5IU9MDu8FdkcU9fhid1kGXaK93NW0fN9I4hmVvk1H8PfSUNhIwHVz+REivDOgvssvrt27lgONcOvylqrIxbNCKQdG7Zz3qToLtvNZAbdZ2DNjlOelxcpzNYFwg8WM2SnMI8vG8mkKB6zOk+C4zkFbjG7T9Sq224hy22yYaNZftR4fUYEwWCvMX7xSQX4NynpRCYDEqOOdXJ3eIiJ0QbNV9vCi3+hCa8wBoyMCDSZ0XnzLaLHyEhypgwuKYQZA6Jn7/RnaFOmcLbkjGKceQJ1du/7MVvVQ1d/mEk65aXMuxYXB/S3X+X5gaE/0WVZpgv22lAqYQyHIilaS/0YTNo+S8DCyZhi1VFhtT26dk+zzLJA5SqjVF/u4jl0L8azrnC+/aOSAvrODqDaPEqvtopaw+lu5t619290AwTDLx0h35QVrGPNK3cgDN55I6IyLN7lJP/i+PWbz4fvvr/Oud++2ot67oY07y7+Yksn7vIB3aREQtdUSqj71Q57Qy/qld/FYDMU7L1hDoRSipAGqLGEAFg8Mjkmfs5yDFiTPxy5jmty6vEiOMWMQUod02G2Op8qrAfUVcFmDZoeM2sAhlg2LExNvYyILA9HNmEWhz1EtupkbbQlLqExc1r14SFrAqxBxjUwywMgZwvjhI4ZEd4wU9C+cUt0b3iKAbVTe1W5fKQg2ULvWD0zNK8e6VhHk0KRg5cu3S7Srbgpb6qshyMA2jB4JIQJdZ0aS3OtM7XouYE0qz8L7rZtY2YaMb4dFGdoc5UFXhsNSR3oeuFA15YRfciZ/sOPH9s++CXLsNnwcIplE4vaoq39wDswAwi2Fg7wxFjIWQD8c5/zF7K2tc7ECaXtBO3TFM1TSsfMcefc1mRimOpM8c3OkuiVeZwbKMXmMIhwfhwvUroBEe7RgDWxZr9ZuYbaOgTfzrbwfqw8p85gkIFrkDezql8eOrw3JXd+eTOLtu+aILq96ESdrFlrci2kfuo915B9yle5AM6q/7iJxeeG+6fVg8f5S/k2+bsf2mppXaMDeFk+Q5+2xVjTeNL3atB8Jmay2EFFKZ6Hj7useIoBz4yflF+PktDOcDMKcd2EpwwHvBcdJk3x/Ka7QhgrLzwKw1fVQRnhqX1UxDUgmE/AnwnL1NPj8CS2jiO9iRZRtjoo+X1Hy64kXWflAJoEL/6Dc2HkvPfLymW0LMtvGDqY0GeMJHUFROz8agCRQ+15bj0mQ8hOnpwZGTaNPljOI/yrfUH8Cis+1k54AdsrHPjWox98Vca0kbVYZWa++UFHvvBqL6liPYSOqETfFKUGzQeLcrJTRvNtk191Rt3MFGYV1Jo7U/MXd4fvmsb/0lKTz5300osBaL7YGJI45Fkg9tDatN8lIP3VeOLUtTxjpfSgrv4WWboANFMbpKVFwtiJPCJSzODkakMLJ/jtlp4erlVyg6xRS6id5aKuqbu/tylDyrWCq8+lcmPaZwwaU981mfAxgTaZoWexw+f6fd9SPmvzf+0nLAAf5UdJYNIoC8Fz7NOmtIbiKLBBs6gzWYtZAbNWxPT0g43a2v9RQ1o8FkJtnOU2w8ZLCSE8olr2xIeinNOGKQ/NHjsEApGfmrFN9Oq0lkVDeJ3tyLLS+djCJzi/sG8VxNgJXcMj/svzrCQHQVzVabxrd8X7fE1f3l8efojGP6UwMc/8cx1h0A5t3UI0nY5TWyoTGqTnC7S64MeHPskQLWLZFLNVFSVI2Z0n+GPpRm+2qqPeash0RBSh77DMz5C1XTosU6cQ7YIwyiA6jDIOBgcoeJc4jJCPszoQR2lWn3fLIqM8W6WRVfjY8Pvu3Ley6zD7mSC57XfWKIVF9l2uDQ1KRIYX4CoNGc6afbf0qGVKFPpdazlNLD1WFsvWEqPUR1ZynW8uAx2XOIEC4j4yVH3peLLhkgQ4jDC3hsdWn284DUel6QenOhw8pi3aRQbQR3AIiqUzMxkbPshX1cyocFeUFZHY4mNjwoUb5Z11liaa4s+xWGsjuacAe1296LZwSBbAZD5g3pcvYJTWb4NN2mRxPRsZRhcCjeEn1h/3rPX4uqsijDZO40UHMOP+vJbprHg9/j52LkCdH8t5V2yDm6qVmtW9K2fdMzeUkW1Fjfz2t1p0xumQrP3lWw5q7a6tY/TBa7/7WVdcPWX+ZlGWaIakAcBKYQ0swvZdjYbSZmGvrWf7Lud5S00sbv4uJnOO3ceGboBGSOqoFjUhcNNSD8wAwEBOMXmg9PQm9hUThFk+UJb99O67hjFw7uBTjGznSMn75XDHFJimCP6VSVM5rJBZ0DwoZytWFeWFZhVmy5UJKoGFRUkz/x3p9UQovnw6fElZ/mRbVmm/1h7LL971zWTWAEaYSSSirkdDzfKPwEXIUX6IjHjqAGfIxWyzEoAS6F2Zx29jDd76UtwikBn9Yc7gkm98n7VzFvVXBqLBL7r4qcRQTDyfmYAhTk6z/qXrvRUHj6eWsmTtJCx3s70x/BtKB6tlLHyOJib45M7r2cxQX14e57e8aCju0wm3Le+5PPxpO11++qFPDERXFg0A7B/W2khYs4oDlroJCmEAZLd8afaiLwd5wlB9liOx0hyo+1JneiufdpbrweK28DdDteKbOhwm729MneInToquHNbkHvi+AMFVNBN9CbAvDmovXFhQD1/g6WayUSDLyrPPOGVXOjxxwdJM+V3E44bf1vW9f/9uLVGrDhM8eEtZJoBY5az4s/I5oOSlPBdZlvyiVhXM5ASFVXvOT99Pp+WUcLzkZ/kRfsQEQ0+8Ah/hFVbQ3OtZzdE9UV9WupFenX3/KEpxFCDeLfXUN4oNZqubNUZ56NCqIZyTETTpGiFf8RP+tUkHdenLjuXRYVDARkysZTIBd4J2CcOP5VX3Tm/x3i+F6SG4oqEwZOh5jKGKsMkELMr90nmYNYhdV/qjw2c7dIyOlF2ar7VxZzPy5gAPeIJP+AbL/nG3Wlr9sKbVcOW36EEu1auN/nIh4ANfdYX7x83IGEVJI2O+QcKGJH6W2c/Zh4ouL27yO+a7CTlmykzdX2dp3XdmnYXNV5ZjNFy/b7ZzBDZBQDR7ZA1fEciSHr3b8rvVfN1zAGHuWh4zQrZem9URY/TqxEJkDBBHE9p7GjNivbPHNOG1DuyMkzclbl8zJq2vqJ6KUn7toqxuUoJhptKroYb6CPws34ixTVI5YMGHp+673rSL5byJj1vLSVqw/CHLcnyugXeaAAiEdjFFBFjUrh7MBomhV0VCjxbK6rXGDbC90PMZTiGEXgxjaP30jKPlK0ZE6ZU5w5gILYCfxYbwwsy+lwZz7JyTOh5/8ZOjyKqbRXneFjGTbw+1y2Lk+QjY0Cn2wCgJvVlxAjATZ91fOrG779ec35wffpVLhWX5uc7EQR/IRjjxTBX3zyUm7g7zwRHY/ZQ3ofdLAYa/eALTPXfKjmEt/kOhp9pFsevx0dcQ1fKa2X6o2sFLpVW3o9UENPC9Gp3l4HQURkojS1OpRgSU+QjP4GkjUBcWrzpSw8Fa/njsIffS43375u8aVfTJhA+dmjOjpKzCk8p0CtHYGMFyZJY3epyG6/fJxEXy8NAM/ll7z8/qZCyUt//8oYmgi3yfdyngwVg8yDc6IcUzKzVA3yhhlQ+r6NwwsfZwdRi245ciptNaEyfhKBzDRxzUdQk498hY+HgonpwOYnCwFLx6lb1GSYsfGUrqLnLidV6U4+L1iBGRVEMZjzWpbHUXJi98FNf/Ak5Q1nL3mBTTorHs8Y9ErjilcqXVvtuiuBZi2o6k48vFRzp2cycWmzsxPf7Rs0hT/eYmHl7a45/OyrcTPas9nrPLi41+lnVKcduUwpdtfetjPf3IXha49Z5A1qnMBFLtZ9BRnaN/ko/cfquxEABY/ihK6Pgv/MWYJod6cYalCsUwpuj1qDODWAEE8LL9mV9vcm7n37IA2Dq2mjs+B9vQhOc2uyOi3+zbnK+dxWARj2BHoxq1BO0k0xqAlObqauslE2qr+62P+5gmvGrY/AcpUHr4JWJ+Cbd0LQc548JCWIGFNkPFrnMQQe2Y2e7K4iv73LCckqdAZoKnNn1tlvRlHPQhNMQPYkNuyOjU7bBE2EIkxE7kqmnVM/e1A7LDrQ5jF9J51R/xo0QixWLCGh/Mw2QYtYfJj/G9qoz0cFWGp5gbnQjuKMc6CiSlJAnGzrgUCwYcpdgQ4ub2U9aW02ba8ZDVNAurKYaUkvp8EY/ChHJtOm/GN9JEX1b9S7t7Wlr0/jReuDz89nMdjG0VCbg1rmgKan7C5V+u7okJ5grRY4+gqgn9+2Fn1pDPqHqatsPXMlFHyVGWijFzrOOzUwdfLcW3dYQYp0Tyw7VOh0VgcuWlPHBn9QI+xwc6LHiSx7rIWXAejE66gkZugMArbUO2hO+0od5TvHDyocm9cM5QYOXq+AV1Yt7xZYfL03fR5yFYU9pXfd7ivqH2ab7fFwLacJwPn6Jjzc7IJPB9yGpGQEUGaby7Ol0d0X0dCToCDlzag2KilEFz1aqUBS7oPqU9u2p03NpbfEwz+bhZKMbBRTgYXuoKd1aLrGF8ZeroqqwSevAIru41VSdd2XA8Q261RvcF4xqOy7PT2XXcVOVVD6UH5xb8z3kNrqqpQbEbNtbI+DLRD3d7mynKh37cZWjssJfVESqXOy66lNdhIbNcKyw57cuhIUalTll613ZIrpD7yneu55c2X8z6y0ZWy6okX7W0Tual3UNH9dSDr1G4QyjMpsEUZWvuWjqRAdyvY+EDgmia7PiY+WuY6GNPVynHs9abnVew61X+HEfuO86fJWL7nEmT3Ynr+7nTc1QHJaiuVedgZhCISapuGDlcNutuGVF7cRPiBjaHn5oJ/dxsbHNJY1V+bOFppz2Fnd7Xu1CQFKX9tzocQc8yofcBVA3VYpxLVEM6q1f5epwn67lM8UUd+5VvOoXH5AjfyWXtbPSf/wRecuLH3FwKZdQM/4MbqWUPlzHpsHBMthgNL6Q0N8bE4wJF7jdbMIeZMJbypsTuI1rlTp9RG8CPEWYrZ2VRk/4TnFmAX1r1CfN97b5maGnFWUPr2WZqGPnBWj/Dk2ZdG8I8sHIIZ8xleCPM1+0slUlh/OpXDTvrBDGX4fJlStRe3c+fmzlu5pwgLEXIMqb2YvoNFzBNWQ6GBq6l0EoS2EtIx4eK9+rwYo2SFp9FWzOHaT+8+64rXZlC6Rqmy6zzWALNwoCn5Kc2KZh13KQLJZlWMRRXPziBIA0aXae0dCTW8V21ttPp46wPPtVZmzq0igfff9/Mt51O0Tx+4m9U0HRgBCt4ppMygkHj0nA1afVFFut56zV9k9tSoodm8e1gmqMCg3uGzDWadYg/tH8fYcwQkEBUA2WgjTjAOkAH2g6H1FkNSnDbNK5ayVb/p73di18TJ5URjKOwlDcy6H2JJ4Aj46cOFX6Uw/3jdrcg0XbH48xgh1uwTYdRGYp0gjpYF00o1UYsGRxwIN3s3osPFTxt7QoC8jvkKz03D6ZGO3oE79oN9Ri/GaHNxK2eorzwdmtk0khQOdKeG/31oD339ylChk6n6Rulvk9xXjVSNkqyj/xrrsTbFr3fVg9faVSYf/Cj07LqJx0I3esHYacpQQzMcnzOz6gXP4Open5anHA9JzBmQ9/FPHPMUyX47u9lh6deJEgsl9u2zVmlrye4SXOHtbHoatZYmrVgCIQNKBTCPecPBpzjn75LA/KLngdTLJrgJcZPl4fPWX5O8Tb7/mPAndbAXq4WjJQRmAill0aIcchaTECosgVCnOHVqXZENEJS5UPUahkEw0Y4Df7a23Kpm0+/qcPIMjjOiko5P0eE7/pOykvLGZqaKG9WQswyRAZ/gsLPiIjKQryxHiiM4l4d2qW19RK+McRsvdRB7Uzs/fwWfeB2lE440TZKfJZFUBBKIQS9szxGT0h5iTtLsI5eOnm79jy3HZCQOozCUhYffr/Ij+n+Pj/m87hA4BqzslqVg7as9yzSixRt2x9vrirn/dXhUy4RjGYm1SdXwQWGsWaH3SJ9sE18bel27kNJioZChZ0VCPQoGe1PWUlMaOHVjqNZOxutZzUCS2TqSRnq/ctzn7Kh6KynHCUZjS1JIqizmiH015TSZmH4aFn550uNm24xa2qoOfgPd4Zfo5wt5j9911m5+eqzUPCl9ljMP6fmRzPiRYFRZGWLbqzZrK4seEuQ7O7Z3R1kwre0Wb3cBWMxx4fjW42H1wYGX45sJhZv9NePEWDp0tPwB9qmMLvnf2UYwAE525XqdDzoMTiu3De4DsD4bbrZyv4WQhcSVVu/blaKt+97U9616iL66XyUW92Dc3wcDil59aHF3DdSQG9pjuIVpyWxM6YnC0afbRjwSmNzy3w6GGRVN/iJP09SjJQ0nrEWVTsnj3bDEb0QPkeBt0jYKhztOcnf/hRt726SkfiIsnQeJz/xaUbddX5YC+a/Zjh9xdvRxSqcDkdP0y68nY5uCThWit7NUMoe27rVAMqiCIjjmNLOjHOEjeCWFUThw9caZNGwSR7foQEYZ+i7dtpYyPsYsJ/zD940k+iqwQTY8N7waS2MxviZy3rzEGPVvdOz+z+ni5xRLpilSx3D4Yeq/hQDfonjDa3gGtHGCpk28Em19g4Sa2jsmk4uVQSiLu0sSgdEtP6Ue5Y/VN4cuhHSnHYDRnuHj2Nyfr2o2bVFy19j/BZvH7fU48vnjoJ6/6uFyHBlBo1CwRxlj4G2+56HObp6F/6XEnBTKFVtjh3DteF0mCl/DIipMLPycEu0YYnPboQUmLKUS1nYJbWUgTIJAIvI0KvS+NXCKWSwiMyEX9bhENqZlYW7lrtUSHjrezEPLag2kZfb5am2whMrAhUoAMMXy4qe2nP9xb7y1hjeZSV9bdJivqED15UJklflOFSqFcGKcYXA733w1yZt2X9wYcmJIfwIIWSGEzZHyf1NiUebeG3aXznLeq3gltWoEx++vFRG1DeKOE3JLUuQT65xkuFY+MHjFCllbEhpfe7AUU4WCyCnYzppp1Cnn1ueVGkjiDojStWkQGTIjlhtoFjQceCIB7VxFr6XFn615CJ3hh09NgdwgRjVsJIcXIv3KPDpFGo5nz7XgVGSHUTaAXeW6mjLUtTGf6G9fHyd38JSklhNnhW6gdKCspeSe325Xknfe/QiQ2/DKONeyqvhpRg5LmLazHf43MgPv7AWZ1NB71iC0qO/4fN8GTJeMfweEsdnFKk8MxLFQ+7LY6jOdwu3Ly9vl/Hs7ZPPEL66q1f5OjlG0pwi//zu8Ge5PW7blfau1R5GEteNgh1wYrTsG+UvrRP3MbUO3Eph9mu53NcMvdsMh9ukBVfgAABAAElEQVSU5YxLMcdCZs0uMkmrthiOwPXOsNDR8RZjc0Dzu/j4E6Hjk9QbMHunR5YHQ+SrOcQQtoOZZPnwweRQTFFvCrlrbZ7edymD6YWLNwO73xNSPhfEvKjXPIm5rnOQX9To+3psQuUorJmBy1Iv2bRDjzfcsDEEh27aPiZvEifKz7CFgJLpPE56D9/1MNycXRl6HGZ8RCp1hUbMjWNuOJPDzQwHul5mZVA679vAz+qd2dXaMYo6KKatEX3WZmKs0qyZYy+9Jegsz9o9SqNo9VVtEPWnPIai07bKr4xRlgNDVmA40hGwAA0RxipLyJ1IzU1y2/7nWdjPMktwxxfVBIRjwebrkjrBmNdqgOOWsVi6M2cVNhlh256JiVkxEBw6FRjBL+cxFQvy6umiBdydXH3HOf5y+PGnTwk16aq+kQDN1MpCdFEXoRaQR3kCKwTxWLihISERR9wqKYYYAaiNRgX2BfMlGmLBoPIJCt2HV9R7zX1UBUZGOg11n9U27hFDa+nwzRqqVyHYhhpdPVbGLH+q4sf8lGiBbjod1rLZddbSWG/BAu6hubb2nv8zzq0hHlmXtVT7ej9bEJOj55THeaOSM4oyml+Xh/U1YCy0TF1Yj6WkfEqXlTt6PPzY/XaaTKTVGD8L7uqiNCeoP3g8ow/cwpe0YAMTxSygjaA+QWcPLulf0215FmVqYc+BXcea4o8+x+DMIBolTBHWNnMBl/IF1xpG1/kGkzIZS7sFTReM7zcFZrLVBCPI1C9+lGo4APjgyV1lCM991sNcgq+IGoon7Mybmazj26Q4P3/yVclci7kNr3MffWdzgYmeirTqY/glK/Oij6ldl/625VJfs87u0gdx5wp6pwn54Ib4eqxGlHwT7APnBTJth1ETDstqHhMODIGITx2m8BCy5mj6lJ0FnLUvBdHsaVr8PoUJOD6tmy8pOqa3OqpU2xHLDLGhtln1+VRlgm7W6yhGM0SGlOBPCTS8GuVRfsisIo2fGeBBbUyjMbAMjw3RLejVQj2yxcpLAfE/xmxtObu0n7xc3AbkO7devf/FLGBm5Y1FV4rxjQSwYezLUZM+SfT1SRb0TbC1nISQEqZXH1d5xmoNFnnhhHCP5eBBmf5g5u4wC0XIegQPJS0BAWN1CPxGM/To1Qw3wiWr5MHwpvfwYVvm+5Y3jQul/NesD53OJhSXlhJlbZ2YGa88a15PUyRr4bd90k341Ck4z9EkhG9Qz6EYCWoQDMyWdJ1nvfFJ27XCIsKIhuLJSIpkV4ObCtIkAg3V1TmCorfCAAG+lGWJcKzocKDN83nX6CGaOgOHiTffaRmLO5yfNorwTmfNcuMyYInPJwgoxFG6OrLiU3jQuiZ1qroqR8ksmRslHTkqb1lz7LXZdtkmiJdoa6Z/jAgKN0Atc1PIuEHKRdHMrCw+E+LfNHn/NwWWME5HkFzwK5/2VUiW1ENW6VM+ZWii+HUEszxFu+vwWFe9IFQhI8Mh2bJDSEc6J2fV7tnhBZmjUKb2+QPXMxJUev+3pn5LUNwG7dQP96h3Ea7wqo5YxzUKv1x4DJxmphkYKHxcB4k9rGBZQ3KGSWnypxohUSizNpYKiwBg9Q0ssj9yRfAqZ1wncJ91qh71Uow++4Hf8QQaj8Xae41hwOj0uKPW5ySsgKkjw+/94E5ZtvHaffUuXWQFx7sOiLlKLk7SESzKkf/g8nnhBk6D4+uMsSaJAh6wGu43oLrX++h5Ajikj/JsmHVkljWLEvDjX0uIZlFz0FrbND4XTHHRGqwU2lXa+bJh5YPZ8T4G5Sy5y5SuY94Nxyt46jFknwWmCNoWQgrxtu10liSlZscBPIc1xGTnbeW4wGAl4gsCG78DSUIPPRtTXbv46LBAqeGz+qhLlki9CKYPtg5LDPF6De3nHihHP8PC8zbrj8hVMFiGKnBQgiF2RLtvFpkf8CGcGNKdJcDnbSU0nIu1q2PhdkGivUVWzwIIaxQCy3uK97hOgbCBV1vcjLIdmNaLsUzLYzA3DnfdepVNrx1T3NZxUYzSXTbRZnIEUmdWt7aY7NABQdjyjfG5lb4PnZiQsHvnJT8eq9KSlpl1zLq8SwlO3bXX2jjlCU8XRg/8oFlG0d53nH1vRuvGXxld0XrSdplZ2uLGii5N3NYrfAjbJZ1yWW7agK7qIji9T0nIYfKFy4PlbBh8ZpTBDRJtejV4c69epSuXAKtrlV8E+MQHU5gYfBguTyjTWFm1FSWz26NNwjfda22rXJYkaATKCM/MzK56q5GAzoREcA+B1B2NR74yLI7TLGG+zKzTaugLh6MQs7TSDrOQHa+Za1/+dBVZlF+n2NCQm4GAr2bWwcbvUzYFMUF3oe6yBMvC84J1+DL6617Hpz6ptj+y967GDE9BJ3hYmaN0ejctTJmZNIS66ejCxTorgdLvVKZog5cHjyl0ShB6H2vvba48o1WKjc+c/qFv6BbW4CvflN/miqlPeaWjLK9stEC32sUdwwolV/P98/zty3DQYvGBqP2Vf/qxIXY7Bi15fPep2fD49rphuQ7fOQg64Nk4E82MNMnmKa09s7VqDABARMopUC+bHp5qAnuEdR15ZnIlBniy1KTPXc6R+r7di+gvHefV9rCsi++aQGj1bQKbkmxZhZliQ/er97YO9oW+FKalRNKaykfgWKe2VjEoAtQpLLOrJE5+zErQ5OzNdo5EsFKfh0Az7iyqsxr6d//ef3H4y3/lL4/i1LsoZ5zzwcAHYsp/hYgSw85ylJiBXxDWpwbVC0WBKY2w3fc+RmHFgI1gSApns07SM44tSKe+EboYQ485nUvv5Pt5UJ4tfWtroB4NY6fQtiFzVUyQl2WSqPWsA1AHKzTmI5SGO3EifHYTY7LIUnytMZstXqXBGJhTmw3j+OaG+TWzYmF2Jpe6x6zjc6u8NehQpj3NK43Z1GWlbfAFl7KsmW0ENtfBau0jpsL83XAwuOieIhQGl3hwiwvTwdlfgr8jYVJSeoBNccpaG0LAvGH9EJjB/5Z3wcSqqP6QNcIW/TeQpnxxa8nJRsOeHX5h1cBLEzpHJlei475ESzXg83cuah9YFg08aAdraDrtYLGecCxUSiTaso6rdYQ9kSqAST73lE+pS8v6HwUYgcgkes9SJ3xdiUaEOhCKe1YwsNwHKBy92jMFan83foO3iVx/pnrNeRMG7z0Tg3EbKDPaW2IHpwBZu7507r0rTju02YJvC+7/xT//54d/9s/+xeD9qaUj6ILeV7EoHfNgM0llgl08+hidGpWY2BmLM52g5RBjHuEkfh4eqT6bDXwR8rGT5vmbzXeQAasp1ppJ/FAbNv6ZCeaMtN/+2cnhw3cOR2kHYhbme1tXkw1++IvSXs4Iq+WS6anpipYPA8+FUBipcoiHMwhd1WDMBcAMY2KyZOzw/vsa3tB7lj60gJsfwVZISuqnFm8bon4IAMuDPjQUDBuHC0zSd4Lv+tHk9hR/bCnOxywzyLLo1bH2Y1tAUIAMEWIIjGqCiUWAifQC/+6//ZcOf+c/+08Pf/In/6JdNj8d/q9/8ql3hr+sEQxRGcPghpYLYYg8w9Da+23IRIAwVddpPXDLgDGU078hmjswjHKVZ/WCCAeFAlxiLL9qXKVtde9lT8Ltz/TuUi1pqQvQQbXPdTqNlWjSVN7sHS/KTC5Zj32GWU8xTbjlV3Jc1RyN1ztKzfdmHjoV2yzvc1YLBaxFayEwy08zwboU2j7EwgDaBS++L45RaVPrS18ShntjrcHlwgmrbHVAhu8pfgwbIxOAUZQYqjhlqI0Qj9sH301LgmBwBpGlgefSrEOBi+l5dx/MzhVpy6qDmiU61QNekQRjqhqYVwfj3WqPskGwAgNuvskyj5RLYaOhsp5bUymOVbsGmmNjqWVy+LPqTV4qjN+aDOjURqGkHGYCkeUYUPBy28gBHpQPUMpn0BBf7a4AMM66340vFg6NZlZ9YCrnaid8tV2PL/WIYh9mjJ7hbA9bbesRLuZdsYskxSvRb4XYqfJqd4BNpwkeNOnHWJqZa+kpP4kLIxbxRI0cvvz+D64Pf+mv/FHpTw//+B//H9Mer59aS80Y8I2c5/SDESX3gKPfZsIHTsh5dVq2CGdOgxqrdgyCdtf1PKOw6mWEcVVYLXBv/30dJ+/HYxMzeKmUwBv4qn468d923N9PbTrx1VYbWRwQ7uBrq24cOG2E+J1Dfv7o7/zn//1YSJAKCfNPsYS8qx45JLE6IafomGWlWj09/1DDnn6GQBoB0WaA+XEGeTWK2DPvlWNZwqxJM8SsTA5VKL5J6n9qmPe19J9jspsa7dy/lxytL1mQFdrEZrq9IfBVvpn37cn+7/7BP6iOTr3pU5qYTm+P+BhsQKlmBFqw1ycFP8Xo4AVMN36q4kLftNd1pe1d7ZwOo4IMabRtGFdaitcPEb2vA9DuNVFj1r6eDSwR922Y/MH3jRWhPXwW4ToIDmYwVPvr84r33E/+Sbveg2GUaG9H7jyjUR3Jsq56USCw+/BoWUVbHcUT+BneDy5KjMlBsLW5Fg4vTD3VD6fC6jikDLKBaUEKRsHsbUUVtCmrR7vmXffGNMrhEJ4S4A9ulIffNrpteRdttLV34Km+n/+mpr0NHgqDVbC9Rfp69Tt/v5W1aDuKOLoyEKZz6roMCLDtdVd+RfutQBGPGM51pz/+z1Ee1MnCltZlL0dnDjcoYmnajCy8xxeu278drxM7uNxwKA1a5U9D24SkmIVrndFeytsrOaFEvV8SOlBO3RMX7eB5+ctRBZ0At2hKQbEOKdkZuidcy6Apd+Wqiw5Zf8j/4+Gv/nv/fkvr3vel0M5EzSrEAybVrFwYxT7IURcI0HlBPNsRwxF87X5puDV5Y+223U94nRjO7sBcMfbfm5C1cmaWM/GnBu7ISOXuQRtYwLac3rX5xO4fZ134kqnyb+vwrY4Iko3o0yqAQXZKJUBGGRYDoZA5gDfcfa7HFKAyfVER+eUSTJ8gOE8zO2zArPgsc6kynyCYwz3rARxhdtmssuP5j49bVpIf4LuG8fdxxUP3v2FdZrIzgw3ZjyAy89XwkTImQP/Bf/jXDr/+9R8c/uk//adrZg4CMEoIhutlNUTkUWIg3eJdh1kRfSEN8occmHXK8LiTSD7l9o9iDOnrUAK5F9PjiVEA+fzkFxBGuXUZw+xlnzCEDk+vjugVPWl3RbNFTb37/X5dsFbzlLfqWn+Li+CGo+iGcblVzHiz7Azx1pY3BCfItSsU6LRWR6LJG5BT2RoivVpgeKGDCYZdem8VwNlz6y9j/ud8TcsvLH9Kt7RgeWl52PrqISszQSkz3LMiSjQ9+xI+FXoZo7sbfMM1vgz3kiu638AYnMR7dYir9RR2DBZgpUcDdSiLyS1/mR15tu8Um6Ejwkmmgm6Ge6bsSo9GS8DxW3SM59DYkplerLjpATyXu3sdEbou1wylSjaiNauHtaXjDTdbpcWHn9KQQbPB2qic8Wx3r422Ge5ppiL49WZVWwb34Fl4mPuUJIWpk9r5buWtHVUflBC5/ZJrcRu+QuI8TxsDzNdM+U7blA+arTh0WW6bUfAKrzxD3scmFj9/7OuYjKCiR5Fu+ALjra2cTez+rT/6W4d/8n/+k+FJ/kCK6CiZz8Q4fC2N9aHIaNUN2ODIBg80gld4cji1zxD/9OnHlvN08HPKUQfjLAmnkM2ywejG70le6BwuKQcp0zVDvoFd++Od6rhpaZGJoZ8+fmzNLLdeJ6j1G7NA5YtV5Er4AdLdkvnlDxm6DDEAqGdcaajw5xrg/YlDWKv9vIw201un99Ds6Qm/RENBnxp9+aoOi7k7zmr8Zg2Rmz0l3OOI7x5DXzU7jnYXOWx9utLhBJSQGau//h/9jXH+mmVdNQd1MDzn5L7oEFYEoSD4zqJYsPo7LVgTUGkIDL0HTIdv9nQzq9nQnU+PBcZi9iMwZnox/6z7bBgriKfkrMsagS1uLA/lVugIgvst7Qi7jFuIZkP8ndlf4wH1s7DnHct4IC7BlL3S7rRDwNVylFw/eSmRxbzf6lS/sBTTVs6bupdy6H3/KLpVnraJWYI9RcQ36KEE8f4KhBdTrrwTVVypQvzEsVwSRjkoAcO8t2HEo/dvo1ec1DIpfPEpAVotWCWsp94XH3iVv6znuLV0ez3yS1J7phIl9Ha735X5dE6UT0E9vxjeVj64+pYKH7wGyudt6N0OeyI88PhDIS0rbSWe9rxFBMD3MOUv+CjQCFpJWrnak3lVSr8tTXfD++V7HqteQSvN4IZFP2UWveEftRdwpVNeSmdCBeEOAfyU22OK7x/+w/95rjPjP50EvOKHl8Mf/cd/+/DHf/zHYw2mEYovf+dO0iO+g7Q+Rqfzr9BxQa3ylTX4rxO0xfNzp0r99qcfxjI18KzZtScoUqR5ygcqSpOO4W+86EqHfU7JCksXBFfx4ystzgQpi/JzOuynzi3NnqjyIjGaMEPIYWIad/WSq4ekKGoghqwLWghmNQHAEDpfQGVh8jH965kszTBTDGFPLdJ+ySdh/eV9M998kGbAbIdkKb7vSK+TDmw9Pf2QFdmWSe+DR2+XzdPsZmTIT/GHf/iHyxeReTKCX50YWG/vY1Mzm1veXaGAa4VF8dmLnHU1vc3+Zku056GQ+TcpR/jgamBgLIW5zHj+UQpeEG/CiNjvFiUlPUqz+oEgJQi830Fa1y2Bd9+A7QlJ9pTz+Ppn4ns1amJLsivZt3lmGdTUquZUy3DcazFzI/1Kt+I9D51jmkXv4mmYglKWoMzjqBqCzNoSRqEOXOwSoVZvisUT5gXHayjtroRQeQ944+dh6v1Z9Gtpr/FgWXD+PL/nNdP+poOcOmVecehFAQ/FFL5piR2nQ+0tbrWlNH9ueAVsUoHtW/jW3onb3r0tV72D89/J962En99B2wbedrO6rVeMT5s8vcak66ZVYeJb3ILHc4rktW43OHxLtyv6DJRRWr0eRTeZ63Bqnl1E/83f/69m9cP/9D/8j9NBkz8d0EvLED/ffjz8tb/5Vw9/+i//ZPyInz5+PnzuE7y2xp5mkZqcZLHO6CR+RFksNJZ790YoM1nZSOK2s2t/vPlxlCoZGxdg7wdqeExHmfC5yEI3+rGkyZm69vjDshnyb7jPcKt9O71mVn4sEAUShlchhrwi+00/4TaggZo+mD9LiLwARJEa35N9ySNX/ZHGjp+zZuOe08xPfa7gqW2AfIqzTszavICmeOeQDc5TSumsT64apsysoMbYy9nQpP2Zf+Ov//VZ1Aw2ikWtlJ4F30vIF0FHIfV+FFfYXUP2Bb82DcKnMZXEdAV8il0vOcPr6pbXEiSKcNbmFcea5OBlUbLAqjQlaviaAtzqA8GyKOG0JD0LEC/NdE4ithfYbx4HcXvqifpX/sg/QQO6B/Zr3O/cw7+0fig3hBuYZX0b9vzotYfpMD1MEVud+8vtOnD3as/3tthfzvGzAn7P4//vvLX3/yvvDuuqWmptBvlgcsPZTrRNKazEv/P3l+rZ8fg7CZX8c4QX90tppft5/M+ff172z5/BtSTx25tvsL6l0PZ+NOvOK9/yIPzvwl3enfdek73F2Wvktxtll8eM8n/79//rwz/63//R4cc/+2GK0a6ZA0ih/uEffpcx1bkN75o4aUngDz98PHxMad7/0IlerKUEhw9RRkpSrdYaU2CUGzjF8u02fTY6JS2bKOteW+KTfB41wpT3PpfhZaNFfqcn18r2NVOF0iejLOmu4nVlFDv89YXQEFKBu4W12kaTl0jCSphG9aA3GU09BfWyoOBJV8HSTmXdzSkcKRlmtqUuLHtrNp8D+LH90pbC8AtY2mK6nh+NYrpu4fivPjTjlH9SCPbWJx4fPrZm7G/+7f/k8H//9mN5lv+DgWQrl2/GTBc26UHTIyXXj+7xOQTTRWZOWUAUGwSxHsb3Gny1rFwarTeUl3JkTZpZtw1w3Zs1nnKVrdssWAM6Ilpdy4kNbr3axoA1oupew55vjxheBegW/jzh0KF5v2rec3y77vV/i3H3LfUvlf3nxcH/L71XqnhMypIIcxOGf7Z3rxHr1TBzuban33/5ffX9/hz/Jm9+Xj/Id2W5v/v9CnKv6d8Exn/dtP+66XYYfum6+GxvhxRLPr+lfftuj4WDnYJ73C/R/W0a5fxSWd/yu2PFY21ri//ef/l3D//r//K/HT53ev5SwvzVHbry618fvvzowBUuM0cCXvZ1hQ6v+HCWYr05/Phjh2E0CuTbNuy28cvJU1+afDGR47zQvHUdXJPyA5MhdIOEOSl/7l/WZ5yNXoPHovfRYyVKA0wr6D9Gsk5mSVewBPhst25UPGMmQ+s03hhUGsdte9z00HnT5LazrdNUNqFgAm+zlKNwSg8Rxv92i1AiTgpXpDXgznozhX/UadBHdv1knZ07C65vLY+voZ7CgnXDd+unvnQGJMPGcNxQerZP1ph3+Tw/5odIPVWH4b9e5Ojw/a9+PQI4n6YonoJSNyV1ntTatm7LInei+4GVozmz264BpwTdVdYiXBGc4ClK+82VATeWQZiVQ0gdAYamiP3URTntTO4677crfJZk2JBC2dNNPGB+Fkrxe/lv3v0s/Z/3+LauPd2/dtwb2H4pj/JWp7jatpf/513/X/bexMn2rKrz3Zl5cjyZeXK8Y917awKqAFuwxUJR20abNtomWtvhhVOE4Yu2u+l/gv/CaO3n6wj1OeELB3AANJShAQGZBIGiqm7VnXOeT54c+/P57vO7lVUUUvKwsX387j35O+c37GHttdZe017b51/O8UKpr77ReI9fzvtf2zMvr21fW9n//30r8cl03508dWh915u+q/zRu94VHNc5ano58yq0yfvaZa+uKZy2xjVuIV0p+c2QOWp7BrV6a7fcW14mKoa8lHiv9URv723X/JTwnjEEmzF4S7MholqqoUbuT6QwZxJiE0aLW+Nojkl4Az4iO0Hb8D4FPhiwuRGyyonnYnKDxrMKS64p9/AkY5OtShhVGiOnHhmvtcVFZuBlmWTdjc9rPO6fMCMYjA3iqnfcyiHc3e99hnIMc0r6LBrXQrIchkG6BOoUju36cRewSxB7uOZbzEB6xybYlF5gLyycK7dXtmHgyn5UCjPWYWS7LD8hS5w9bJJSJAsWYLDkkIQRtsiaY4D62vIaM9gMZbNKiAcPsJuqWmvnVMI04N1QECcKTvlob2wxZVUJkWvpj4zSmgR0v16B0b/Gw2GOkcy572WldycXVQKPMKBaRH43f74SY/L+S0uMtSzhf/bds9//rrJjdmke+Cd5fuEE9U+yi9+gTqnOivaxI0qL4LpCk4f410yOSncuZZQbPfHGJ8pHPvIRwnmUKKUFJEU3ZuMcrRXaSQjREPG+Y0h/EPLQBHQ63ikTGyMwzO2ysbsK7XYxyZFzkYUuozA4+VdsmqjSSfrCb/mRtswx2mVNsGuaYEKTSng2dQL6dzGM/hZjMT17V0duIiXoB3lG+6JoX4Ki1jAOCVyGYOKE5ggf4L7xSgm74IL/zOFmtLxqdLyq6XBV9wxiDgDofOx2psSSEdGSpLQyKTEe8OKaY2aAIzZo0gPaQ5J1o6hRQwVgqqrmCfalZ4YBoQgjmpPVhfIFQJiCM0PCOExuwSyDBDvCALkM6VOf/ggq+lh5/PHXlju3b5Rbn7lRvvNfvAWvFhIwBm3LONSwjbSruUCAKlk3DLJmBgIRZKTUowouQD1UdxTlNWHUdsjQZKw+Q/tyvTJKmVnDYPNsSnjhn5diho5F4sMwB+gEq5lrbHW/72fOufjNP9+EwD8gBMRHlxF+8pOfLH/91x8Pbcc8BX4++OCD5YknngiOZnksNOAhr/D/3MJ8FUxglF5zuaJ5Bo7xXitERLiAziaMimFp3ggc0POoy5ch0VF4yQK7iD53+2ZZWSHN3y4JSKgXfgndynbRNuEDJoxRY5Sew/yoW/6oZ7tpzykLVlxy6Q6y8qcmzhhuz/VK69Ipe/gg9/HFNbPV/gUXVerBQZPQBApuhKRaONIaXmmZnbFf9nwIidAZJeXwPLwg39Oa/KmMKIyUrqh+ayQ1DEA2qmo/ZG5HOjAAw5QJmwjB8rqsH58jMt5M5MZPyoCSXxGPGi8g8VVmVeuqEptScou11qMwy2EY5dLdu+U1r3lFeeSVDwPCgXL+3GR55Oql8pGP/Y/yujd8N9nTmdGYGQ1kdn22QQPGb4oMevDtP/9pL/3ms8uyzd/+7d+J6YALMOyp8qM/+qPVYcQ7XnPC+K+/9F/Lf/qP/4kyKjOvbI2C/GKBL+OwPsMXfuM3fyPLPf09hU32x37sxzJOL6OIr/pInFk81dg/faGaIr7qq3ngrBTx8t745lP/O0NAiRHSK+99z3vLMurwz//8/5nQHBmUq8E++MEPlnehXr/13741eH4f1f3S5w2PPPxw+dvPf7HSAgxznwLNWzvI91A0wpKMRM10GEbp0ulhVhuNw9CmWbK8s+vWG1fK9sIMKQ/3WF2Dx5yP6R3VeM2ypF20OntsBvwMmlT7k/ykba8eQ/NHErhrzeV73qfeZqGGGq40h9apWogUlR7wnVIokkIdysoYfFCG5mEhccrYIQquzhykPDrKYzxQC7ZRQkGG6vdaJmXYKBvC1+ysyHdd9aMwy0GmBNP0DsAkzRE3AIBUh93y9pgQIx7l49pbmBPX4ozBFIB8G4muAsJZxXW0zkKI0rTr3p3nyhuf+Hd0HiDy22WSEwSr78OE5bNG+QwiFSsgHrNUDQslfbE/lAvjTPgPDzrbCAuB7Z5BP/JjP5ptJD75yU+V/+c3fr38wi/8x8BHZNFL/v3f//35XQFDHY6QR2Ab6OZnEC/Ay8/UcZZRvfs97y5PfMcT5bHHH4s0+Snq++M//uPy1re+lTYhaTIWPm/bPLTrZtMpmP9XO87W4yhbQpCFvqtWeVT1iTv8l2k39Tg5Gq3Qxa4snL5ex8u1R760LVMgN4D+erXof59yHJuzuHB2fL9evRBL9lhu/KWnvlTe9ra3wRxdqtkXuKD1N73pTeVXf+1XCfPZQYhg2fKZI+3j97WHHyqf/uznonV5e4cEKj0yUO0RPE5hkAgfeIm8oQ1jlGSku3bbWGbiIZE2p/CSb0+zvxWJWna2uwgS7Ay7vc0a7vXki3U5tUl8wn1oV+VJ8CzKknFKiG4Loe/A3K/+rowV3OddGhIawCAID8ATHdVQtZkXagyknFwpyAdQvWk4N3lRJkShMkmqqxKWV6vRNJXLbSAy/1XVszZIEdhsPZhYuSPx8QRMVMugDZSba1dU/B1nw3siT+kA95DoTAS8f7xNzdxH1TZJgVJaXPjI0mYfjjpLE4dgtiQsIl5K1VuJ0nipujmRM1NkO/pi4KmMS0OugBrUURMbKZOGXjHKUrq0hQ6Q5WcW8jo3hZX2DD8yxF/7tV9Pf3/xF3+xPPLII/Hky6wunb+A9Pnb2FrMgTcRyZMiCX/YYkZ+DyaFw3L16tUYuf/svX/GIv2p8t3f/d39gcI8QRtcnuWSTwEnTF/7La8tr3vdt1pM+W//7f9iq4ZOpNyf/qmfIrRio/zpn/5Jxusay8Xe+J1vTP///M/+vNy5cyfRBG/5128p83PztPnXslphfW29vO2/vK187nOfKx/+0Ifp32BZXFwsP/ADP8A4DZbf/M3fSn9kwEoJ5h79nd95BxOPNuVSLtBHYQBwv+GH4/KPoiF/L0g0bZYW/vEfwviZZ54pVx64UnESAeLsIe1PsFZ6aXnpyxhlnqO7yTRl4hRoM3wH5NknvucGfggQNnQrrxnEVNdmNwPjSkgLgS3RJBUkrYCeRliMko0A8WmMk8hiiuxke2wGZ7jRNvS1fHcNtZytlmFf0u6AvAmKTp5b+qCAoSxwDK84ZIHLIA4khRxVc7eOOBS/XbEDfzLtWgpIggeYhkvd9PrIKMU5l6dFBaXzDmeEIW7Y8OwPIjODkSq9meqIF2E8EDUE7Wx2gsjs8EtwskjkMe7zCm0O0+I57ZsudTNjuY0dxG6gpKTr3sXwMqPhFhuA0TGXD2pBRBBGOqQg20n59S/MmDEb5eYI14dhmtoOr1y7VFZX7pbzF9gwLU8TT8WSpwH6OobJwcX42lIOeE9pVWAq8jsZJD8j322/Eqaidv1O6wU0fXKtqjZUm2Nbv+M7vqPMTHfKk08+GYbytv/8n4FrKf/jwx8qH//4x8t3ftd3lve8+z1Rn52I3v/+92cp5tLSUvne7/3eDFZVDQTtCTFoP1T+4Pf/IPagVz/+6vIQs7ETihOA9sp//u3fXq5duxYm+u53v7v85E/+ZKTf98CIP/OZz2SyWzy3WH7oh/5NlnD9Fozv537u5yIJ/siP/EiQ1iwvH3j/B8rP/uzPZrzf+2fvzQT6rj95Z3n1q1+NbffxSAh/+u4/Lf/+R364rK0vR4IWT37t1389zLWRKgDgN4+XBYFQ08t68h/TQzI2fRfi3ksd0sMGE/b09PRL3Q7uqjVo7tJBGqkXgcj1fl00xrWdLRgeajj/ZnAmT8IrjFueHD4qs/w+xAsr0xslgUXUctRmt1ne76HpsWPoAQxzenqidHDa7mzslo21DSRNwoj06lDnAPwqe2JBW24uphf9CFPjCQxX5ugho5SJyw7SX6VJlw42qqbEDu3npkSgx3tI0YskrJBtFpV71k4YDzkPu2uimzTpea6SqJu8yyQBJp09UPrjrDQU0RaGI4pkpYRnWuNqjHjaYVYWba7LUbhetsiFmbT4Paj0C/PF9MtsIlOzoTAx6gnjDmOVibrOk1kApmYA+6WLi+WD7/+L8h1vfGOZm5sLg/mLv3hfefObv493mRio310b8YXxgcnzXo6ULZO3Xwwb/eBXmK2B8jdv3CgbJOOQIb76scfC4FSjZXLOqjKOBQzXf/RHf1wuX76c66aVU5o0gPajH/1o4GxevJXllTA091D3PQ8HKLMzkujP/MzPlNW11Uh9f/gHfxjP/Zv/5ZvzTgemzIPl+vXrwPKkvO997w+chJXG9p/48Z8o73nve8oXvvCFZJv3WQ3xIrqqkZKvz7oW1jr9XL50Oect1u2+8pWvjCPJXTiVbgW7qe0YTqTtatN2u99IvWn5N/98bRDoE9/X9vL/srd0Kj744IPlQx/6UPDGisWZ5njf+97HSrvJMtNhq5SvcATPuCfe+d1J3++gFoVhPOOzgqazDD6PQMNuajfbHiszuCYmkQA74F8LJ46rbcRF7ZFt7hvzfNgjjSBrto1scT/2dgcfB4xSbWsTxgl/zI6uW9BAj3pdKnmM6U1JsvpHaIdtoUu2R+7V0rGStnmBG9p94iCBgca4r9wKJ3ZJkZt+KRf6ek0uSzEwE6VRvcKG8VS7EQUpwso4Y/MzvxxerdShQO2X+kevuKLvYCRP64TlUY48SQNugEijnaWoKQRuO1saeGmrnXDfEr3ACIcQLuwunm5Cg2C0n/j4X5UJAtjf+tYfKrdu3y5Pf+mLrACYKN/ymleXj3z4A+XSlWvloYdfhaqrEdcBo7vUT0vSl8CDCuvAUoGV2zjOa2trlNVGUvuhbOVLAZkMwij5vouN5tGHHimvf/3ryjPPPVu+9MzTQSAzj4sYSpZKlE5WMs8vfvGL1CsMKb9/2L+nnnoq6ryMSm/im77rTeVXfuVXIr36WINk9kuzyBve8IaU48QkwjqO3/cvvi9n6/r93//9IILt9F0PvzsZ2A7rb+7JUG/dulUuXb5E4O9G+TdIpeb5a+lMc0UW/+kqz1cYpbBv4J+zsPtamiGBfOMOx/0bWf/L67k4qQ2+jZ/gHb/7jvLjP/7j95v92c9+tnzwAx8sP4NmcjZi5sUla9cWx/qMIDRg6j7m3iTXEQzDSIz7xFhusqPrHnGUJ7fWyyyhQtcW2uXcONvPwBMMI5xgx4QJtNAIViQXV6hSaJO5upeTWztMuZPozGSZopydzW5ZXt8sBytLpQtvU9PVO2JAI9TEP4Q8fvu9xj4jdLGNFo20vTAdGEWCL2FW4QUQlRHrKNWhBuWkqqJLH4jNMKswuBCOqqiufHPMkVEGVbrKkwCVTX5Y1Y0NwsSn8hiYJXUZ9O0e30qZZifWNqaDwASkp2aSxsPlfaRu6qV9ELASTI3jVBxPizJIbpurLdEYAfehNiTo05/8WHnVqx4pD1x9IFLTK17xcGVCqtDU/0ru3bx1p3zqE39dXv+6N6YNMhVh4Bp8ESJtpV7r9l6u8l3G/W3kwMzBdftgazQNqJILt7X1NVQCEhfzrKrxX/7lX2LKAJYUoyT36U9/urz2Na+N/e93/9/fDdMMoVtN/1BFeeb6M+Ts3Ibhvj7v3rp9K0zSJVw61JQMfU/JUsamVNnpdMrnMJbLPL+ExHvh4sXyrf/sW8P0RND0p+kXZw/3N2+7jwg2oE984hPlgQceiNr9sY9/rPz0q346MPzwRz5cvud7vgfY980zYIeTSTOh9Jv9dT/VCfiFxQZWL7z0//nXP0SZL90omcSLjxDiCy5+LYz7bB/Ofm8K/lrKbN71bJmqzZptfuu3f6v89//7vwcf1zfWy4PXHiwXLlwof/gHf1B+8Ad/sDxw5YEzr0Lv0ijHbYSWs4e0fnCwGYmwZ5Z84ie7bJGsCqsAphB0hPZ3b3uvrPKZYp/5uZnp0mHnhCnCAOem2BEWO777z48QlaOzVR+KEuXp1GAcPW6aqC2zTYId/R4zc51yEy3t5upaljbWKUpaB58zYcqnIguU1g62O1VLc7ZZsFxH6SDbLED6irLZoY4ZJDNAmBFMikdDcPR7mLRryHqa9mBi2haUx+DMSJUDJs8k8zDmXRggu9jBBI+GKDPEyvVIJXJwGQ3/SDxqKiR9FzIzm2RaJAM/gRdMgI/SJACMZ5zfMjPlVCaRdNI9d7RpuKnZ5UuXaBPWD9rpuwwVz9TZQ2nq0sVz5dlnb/AsSYdZS/5yDhnhLMuuVL+VvgVmDurXMy4iikgynXv3lso7/+hd+f7EE2/ECP50GPv/8RM/Uf7wD99Z/uZv/iYMTqRTfVUlb2ygTaGq2NoMf/mXfzmMcWFxIR5vnz1/4Xy5S/jTuXPYXxm3H/53P1x+7/d+L0xNdf/Nb35zWZhfKO985zujKj36yCsCe5mrEmrMIfRHWPzrt7yl/Oqv/moYt4xWg/vrX/d6JOPd8ku//Et4GsfLv3rLv4ppYI4yKwoRsIvh/uvp9a79/qf696UY5N+nr74vQ/3GHuKNx09hD19aWkbbWC8PPfRQBBq1JB2TOgevXrsaeoA0ckgb4ppCgnxHmvRQQtXkpAfCbbCNgeyOkUBnF20URpgs/Jy1zR8iBW7uH5eNe1v8HiizSIzzW0dlYRJ/BuGOMx22CGbHVLe/noThKnmOucUDAkB7glVAmJgmsYF2ui6VHC2L52bLMmr+ytIaCcRJB0m7DI9sDts+8NNv/X5St9EAfiidyACTJJMGGAakc2KK/JJ6OidQ4/Q2ZRUMDEdHiUxnCPXc/JSDqukM4jEOoBhD8ehqKzgmkHu3i6TTIlRgmN0K2VB+WI8VhJh9dtH+h+H2Nbuw20ZgKUSzMyzAwPFRg0Kpq0dZSliqyHInc8U1jM/15Eqkzj6jwyiwMIKlOzeQ2FCrXfQeVsyJw447Pg4YXSfSH4ATEjTWniVcgBRPSEuIs/RN55JtIKaSGc813e7dPKw0Bax4wOICA0sVedzlME4N4Cez9Ikm5EAp04EVzZX8lErTEAvhODvTC1c/Z48weMp0knmBHVNplnKdBJsyYmwH/s2zMV3wrqq9/2Vsqul61ZvwIqVWbajBAxBXe65H2kL5948UYZ1Vdc/9/nP3n/k6f/lfJVF+nZt9prjnCe/MxRd9/XIGWMdT2J+B/9/BKF+MMy+qID8bHHmpe1/rtdjmEaKSexNEjEmJs5ny69iBNOkDdExuh3e84x2hiwgv4Pnk9Ex58otPkwsSTzjC1Qaxylsww20y87us2djlfezj2tP3+G1EjLQrzg9ISwhqMzDMmUiW5LclZ8TiNFImvGVyBDsm/EXePuIKHiQq9/nZR6XfotwdJFczFm1u7ZVl1qHfvHOvbOxQV7g4eE77Wh/+zNMwDBlclRBF/jhCICAziM93sAew1ewc+v1FOLJGU1Olo7NjutR97mY+OHJgkscyMlqvtGLYyxEOoC2kkQM67rLEw8MNpMF2GZ+eLZOL51KGe7aoghvsLSq4OZkZz2MvlCC5KENzG4neIfYzWJqA120fJ0sf/5RZbTu8koMZiEj/qw89SnxWdVSEO3AnNgfO1qU064ZanZmLAdwh+nZYKvhaBWcH188LD5mNV8+ibvNEs79wtlXIA/ZNdt6Uk5rDVLUXvvgQiRtkbxC6+S0cvNYwyeZd74swzeFvmaDw8DjL0PxuCIT3lUBl4s2hFKmU6YTzgrbR5LPtsuMxc/BirZsyqDPdbQr75vnrCIF//JC1hTJJD3HiLI6K/WcPnT0eFb+9N1A+/4XP4WjZRgXGMQz96TMw/Z/OmkOEj9MJyueevEq0hhSQlSqnpDroeKAsbe+XFeIpfWeaDQiX4VvTLH2cRgOdYS2zWztMttn0EP7ltszjaHzDSJptGOXUKFtqs3KvQ1zmLJ8VMhfdw465vrUZ/oasRCZxGGK2cUBt3Eck3SHUpQuz2yF+6da9e+Xywlx5DZV3kDZGOZ9SsYQPOCiEYGO4s97QEypUfTyAEI/I9rOrEZbck10CQsMoee7w8F4ZHp8uE+vrZf7chXJ+4XwZY8tIvebJAkInTtxjBa4v09RA67FHMOkYTFUpLcsikXhUrSeRdhNKFAYDU5BgYQD+U55D7mVE6kydgQGoGbaMKUyD+z2YpVJVGAyc2UQePpU+nmEkaYh3uO1M6Yj5Th7v36yDX3+cZR3N96YNvufHw2t+b87NNc+q9WoBZ5/3enPkfi0ml86Wef+ZM/UojHxZWbxv+5r6cz4rQVJQ076mzMCw/6Ops7n3zfM/NAScACuO/kPX9HLLV3jRb/FSR4NXTvR37twivvIuE7STPiYf6G4S7/j6ynLoeRsJT4YI5UPreK9Zsaff4gRHj0KVvHhigh1fd9lOWV4gbUs/wgM8VgjY4bOL6r2Cs3Uam+QcAZgzE9gvkTKn2vA7eMwYAp+2Sndd1Kw3hQpOJlyuuUcOz3cOE1myRrq39c3N0lrkhSkKc6WLjpIe3HvPfZxhagfUvXHYgqvul5tLGFphWqPYCYbYXTGcnjXaPZ49xLN0xMNdpLe9Hh1AwsS/wxruY+KhSNJLw48Rld3nWdF5d09bgPtcwFT5aPyd6kyFWSOrAAztfvSa+l00r+3UQZgYn2Lp0o7ckHsyGra0halrI2OOgW9J7gCO2UVmJzoJxHz8yvMeZhoKaGWQMkZhjXmAYav/GHSl3MoIqy3G9xoG0uc7Xso1apCT+MNvOVJV/3ckYBGDO/n0H6vl+GSddnLmoskzZL60ohYGDI7OcGOvyiDDJOsTKfcsw2qQ09t+92juN2dfau6dff7s9bzonwDz/q/U9/yv+q2RTtO+s0B68YNf5XdV1b7KQ1/hdtOfF9++3+cX3/hqv8HbLzvO2K++7N5XvNCUUwFpGMrLP5p3X/4b34gnz45bGFcfS6IJgcNbMJwPvO/9EDWIB9GJImovzzz1JOo4CS7c7przNv6C3gF0CZ8hvoIoFBRrabRPDm4xPdRC3eaauWqfH/NKFDJaqdmsYPc2dsoSzhpku3Jufr7MTI5j4sNjj8NnOt9HS8e9vTHvDaMmz6JRTU0cY8vsJRZzYbtNlqLJ0noAiU51zD1y9fRMTSK1HY7GEdOD2w3vD5VlmN3dlU0cEiMws+HSRZ8fovG6+HfcjAcG2GPT867SI6E6SnptpMJJt/cEIBKQdsrs7Aczlguc0sGlu7fLLvFNuwSYXsY7Jhzc57mFbbKwEbwAUAU0I4jfD7FtGFepMdeBqJNJXXXTRqzmIYBJPZwdI5c2ZsD8zWE7ZC64mLhvwDbt8jfTlMzTQ283l6mzPwCWeeaTOlKcZVfmI3tuDp+VKNOG/sWvTBS+l8Lun6mN77W8lMXPZIRuHuOeX8M3m2v9cyN5NnU3Zx7P8eLfzXXb+3IYyQvU8T7jfKn3bI51Kd1/83gxBP5+TO+l4PviEv8x/c6IgwDVl1BpSP/CM08/nUgK0zbKOIMaPOfZhRYKUEcIPZrt1Cz3sU3usXdN8sUShaNvAKMgiG8sNSY2bWNowEqm7rwobtYPZTMJSdsyCHmAk7wM9Zm791jcghoOg5zrTJep3SOEr15pb3RLB97WIYywTcYyd1OYRPhqj5/iVR+GgRN6ONuewniKxIcIfIj6mw4Q13iC5GgFqPrIeKcYV3vlyeeW2KWMwrlmJvMd1O0tVO0e9gTf1xap5DiGi/6aHuT+FADNRMS2JOMu+Qm/r8c2AdtKifswwR6M9hwB2hfOn4cRQ2g4T44OUfDxeZhEN4xWqdF7toqywoRpdxeJVm+3q3wsXYbjoFmXzZBBemTXOSVO28Rvmq6/vj7nfa5L5GlzvsOYlEBh9DJY99KI4VrgUDAuHCRAPv13KIJrQRe//t0MiPLP8hInBN80PX/jdeMRDqTl+oX71NuUz8UqVdpe3k1H7aOTi0/xbL/j969RYQMX54bUl3ZUBmwRHvfr69fr6Wxb7/exfz8v9f/Ywnr0C2t+cm7Kr9D3RoMJZx76sq+p/cuuvqBB9+/y7IvblE5+eVvuv/IVvmQjMMpyWwCP57fMAO/+zuKeh0DsJr7clAEQxZUqfWlZFyYNDDjf/+4Nx6+5ZyEeli0Dcry57aU8J8b3O+7vl3VUPK/MuL5j2wSg7WuYdC6lPO9RN5X2a7pfi+0ILsKcHFKoJO/rHPyzP/9zfBZqlpXSgkf8mYFZfeCDH0Dr3IUxmmYRlRvfg9szZOkgFfcw52XvnEGSVkBr2TQNhqn3W35iWX7qeNif2n5seZRBK6Iu2ho+NNDf93DarCDduqR4jtU7MxPjOG8IM2LbWh3XU2Qlm8TRTPw6CTjQuA3xcw/oHSTAHsxGNVoAyXxM2utG99oBToiDtIJNsnt8bv9ePFp6ffVOxQkTWx0xj4EAXuq03sbDOGlskuwiqrmSxmVKMtOsqrEj9MvZ59lnnytb2C13H7rGpundcvHyBSYMvONw9yOkVbepPU1gugl0sayyNlN26Wwl43J1zx4OJJmqSXdZk+PQBXABHnV79p3qKGJiAHwnIJWrAETHigYgTGBtw3yf2YlnBnFcDSLlwhItgTOlI4nKJAdQBZzgssTR64EDX77KUZdEniUE2D8jHiICXmH3aTPPSDC0w9o9RIyawVmWZfu4SCOOXQrKO6Ap0rnPAndWKvm+sKa16R68OOfKR+s1CcByLcvi/JNWWDdlxx7kdQ87/BIHr9d3OX9FODjZoXI1k0Elfl/wP1IDCwZeeFSie/6atfBWpY7nL/MNbOMjTP149DuTDtUrf9df22zpyWRlGfwAnDkqrLzpz9qGlyw2cBfADYxqGw6Vpmif/bUey01dlpbxBcdt78s4KIGXLN+PpTA+DHBdm8xY1+a9oKT0g+s+5ytGacRclT4rxAC1rG22jU7+/AYPK/PpFxVc+PLC02rL4aPp7ebNW+VTn/oU5jejXmgPTLA5fKZNBM0HPvhBkvV2YaKY4GCk+5rySI6hNOnoqem5QWF+nKCWi6AcplAbgj8pCqVPSXzhqEMdXJBX6WSOJqe2SOOqsMO7gKvS3TAqPsl/b94pS5gU58mXMD+Nmr1PWN8eoXP4babGaSdqurvBtu7g1Ul4CI0/hunss8WoGcpPYZ4J3Ea5Vxy1kTK5Q13rrMesQd88x2CpLvMtHzsCHSCdalCF8So20/gDJE7d7QEAjE1m5SHhUzUHK13wMh32niQt/BYpl/bKQ48+yEBOwiQx4loOz4gbiueGuxjWJBOus3Mtz3WbzkBYABLaVJGhSny8njKs0Da5FafToCYHJUsH+xhmK1APT7DTHrHU0HbjVJJInEhqMLmtFSnS7Lzn2w1y6vn2ooxF2MrI+w/ZUd6rbXVrCm/402uDmgNoi7QUh5XvM+ipPJCDEdrI/qEkUpsg2dgex8gsLqB54OuEwbUwnuelUroaE4NFVaYoDKiT92yR933P+5X5AytBRcH3285A+L0mNdbhZkvqYf2+739jQs8eIvMIIWc6ENtEMhh+lrhRK7DO9E+Cz5f+q771wsPamracvSNeWYbwqEzHJ7/8CNPv19XcDex9mU96D3zziG1Je5z0xQdpxDGt983Mb7iXz2aSCk+o/W7GUci6EIMn+u/5tKvISK4iwFz4EcYKrOFZmsNqWdbhOzzCkRPtEy8PaJOfLjR7jNBi8Zw4rFsrHWeetV+uqXbhwxQMapI0fcJd235dBacq268gEw3OWKU6+4UJzb2tE8mCcKKD1g29NH95uIDCpX9Kg7AkrjjorqijfgjCcawpFblDG/QpuAb8ox/9CJLkXhhkF7rap+x9aNes5PZdZpuY4vSV6/SXrzkLkUNsmFnFB0Ovkj71ipOOC0c4jQyalxpcEl/iSUfQMmua8HXjQ7pTbt9jueTyRqTchYXZMrZ7XCZhlDM4dkDV0rqezX4AqB2jgkMa6zGGxLiAg2cEj9DISJvG4w0HGCfEEMrwXGDOicoAcsQZAeKAO4gQJ5KNsK+bh8GEKZ3X+4QvigBP6hQJBGQ6QUd2sXk+d/NGvOT7JPJ89NErZfjKuUiUAv/UlTesPzc2Uk/9KR1OrCbvBt9qiZFY9L67vFGAWH485pKAAyhcaZ/Xw4AdBN/lhjOSiO+SKgnqCMk6+2JbHh/z18lATNhce2I51emUK86EfFw5Q5Gpy+tpB7+V6qw7Sz4BvXBIwLaEQv3GmYmHaYfESPubo4LY8aoIodRiH5oD4ZgDaZkHfSuMkD8G5afflKUNKDd4TkRKpADP3q+F4pIxiXbZRhE3K7Isun94zTjaExxipyQ71ijvYVuCBRTm92ozbvpgm8kxekDI2N4OkzFSOquJxsbAL3gtreGu/bF/KY4/vpNONRdyFiaaKp4/rJDxCy56telNc65PVmnKa3xEYL8FvhIRRTCoDWGBsbHVn30ukgpjK3TDHPiufc3v0WwkTknIMaFc6TYMmEsnMjOnMp5N++nmGHAb0kFKeZp3bNcgDG0M+76QPGYG30cwCOELC8p1W5Lst83PA3Al25oQcyhjabadbSZt6wke8d7+vnZ+ksugsY2jbu53SSaBbd+UZSAB5QLpPv4kpI2JvGVOV67tAxwnRWOLdbQYyWLfesBc6o6pDPgdUt/9sB3gGxCLB8BlnHHe3d0uH/urv0p+2R792sUO2UUoO4Qhuz2DApVb1cqYHXu3iBGuCijR7qBLhTAFJFpDg9nbCo1OPAue0j5zUSqgCGczDGmSE1PER/tg/LU5cJ0ILL+nBMs7O/hKbq9u4ADajI1ycbZd1phQJvGUt4aIyGSonHtSWJu1lKpF41zrAESdN8cQ44HMAzH6iOlO8T5rfWlcHCIMkEcazvmU3850qsUynqCVzImGiZpRu6mt/qp/RYq6GognqGtzdblcP9wtw8e72B3JYHz5CuXhmbLHvGnWEBFDWjEIXlwPQvGuALHjzVFVRtNm0EcZCM9W4qDXNkiuxd2qluYmTNBrMH0Gye8BqlJD//sA9cj8lQhk98m7KaFaC++cOAgQTOoBCYUOjUp13mfO5ab1U4+MyA18gGeNcQTeIIqqx4DYSx31cJQow3fCJPhtMfnuEyATZor6DFjs17xOG2mbiGNZdIOzRFfL4huHD/ePMCrKgkAc34ZZWphNkZGBhyCpRF4D8yNOp7xaRuDkWEBgVXoDMnYD3DEWDnN92TY0gn2ZTzvMTEkSkQAAQABJREFU4OyNMoAdOn0QLjmspLaufyGntCHfQtW1L/fb38crX+v3/ey7+U5XbcqZHt9/JEwS+FZzjpefh7n3lLBUJ8UL1UXDW7Ttx36eOimZ97OMl/5biScPid/nlJpkXnF24W0dH8dNwXgcsy+911oQ74iNg2bM+D0MnLJNipSEoKKWpKlJfeEQbUGb3gnPhFECLydFRo9nxDfxHXykHH8rubnDoUtop5EujVmeMEwGWp9QugffMk5UL036vnQ9zJi7DYs44WRywgoPyxKXLT/mNfFQ3HCioAVqVuKHq+Q2d7ZZqfNZ3oEZAj+l1C52yS6CkVvEHCCU2I9IysKV9vZ4VtgJq+CT5fOsUmGlAfpHZV1wyryo2cjMFXvwLPMp5Brj43LGJr+CY+giCyeibHULTDTtnaJBTrHcUa1xDROgTPwmadpGI4Wzy8Ir5jsBbIM0EoBozNQAEuDFprNut2DfR1mdI4G2WIKIKJfG6uFOurMAVolAyap2hHmTq4K5qroyFiUlnfcSW3JS0nD4BINPuRDV5BTLiuD401hSO3xvE//kTO9HxuJMwdO8D5NiqnOWOYChihzjBJFqT3RwwhR40kOgVomqtkdJ0RhNwxESusT9EQDnihQ/yfZOm+Nt5zmlAOOd3LJClSQbGIkTFmd/+eukkFmY7+4RbEq4qA99gsj8Zz/AQiAbaVRVRBhk+wqBwL19BkqVRVVKW+4p616fP4BrmFFzTTjSkP7h1yCQZ+AaiQ4k1vAtvEU+CVVtAPSwuoxQJhauN2V5VhXTvOEqLGFC4/hXNYIsNKB/SsHO4lQRiTK7alLigIMMDCQyEY5eACsQ1DahCZiM1YULB6dIEqPeJf+ohfOtfqn9i7Rb+RTX/dI/rNBDZv+Cw/eBNH1N0ufgyoueoV/87x/ea8qt79rOMBjaWrUKmAHfnbgkIs8ySJlScAdCjYRo26GNypAstxK3v+1TxcF6XwYi8dvnox7wPRgk4JlFvjAtnZba2VowzWg3gZsM1t/AjXdM/WfXlCRHgHMLRiFcTSABVfBsrc+qUz0tsP7gBu2UhtTcllaWoLN2PxCbhSDEFMo4s+gAGGZZM1qb2pJzvQy6xXj1qN/VaeN4dbcJ8t7rVZySQR4ioOi7OKYtrqDZ26lhP7Ytnm2kRdX3MErDCmmjDGvP5bu8q1NHTNvjbP9pdoWVsPUHuCkN2a/8pE2u4LPNmhOGR8dzXWbZxrTgMtxjxsw++11uJOz1c3SN+YamBwkVcvVdm6h299qRwcqkd3BE7eFo3mJpY2uUB6qEAAd3ZqSoY/aRUerTUXFgA1G/ncmszIoYjcyYJrvkIozCDogPEI8Dyb8QpJKLKdg4ZYblRddRhgB4Rkm2TThSG0+TDNHlR+aY62AU6MAo7ejMzAxpknDqAIRKcEqSEjpIBhMbx9gqcShCq+lmRGmTjKsh/LQN9hwmA8OTIR+CiIeof2ubG4npHAVw09QlwJPazQFxwyPtiPTrUGcO7h8Bp5cuBABsHDTrSZ/TEtpF/eBqDpnHICEN9r8+K0N1IqHYcH/OKUfCgkFyI9IMSAe07BDdq8TMbQ6lNMtwahfpKUjGEbjzXP8ZYVKJgzaC5bbR37bbLX4l9IbRcIt7lJEJiEmDsZ7ALj3EuaozEgJ94n2XplZzCtMHYWFKSSKlKo0MwI9FhSi1jTIubbO5UIcMdwaP4jhRES2WlLmb5gTqjcmjbWPTzwYuSuvajGsyaZGJR3hM2DZjK0zr4RncknnyqfDt3+qfBLe9rDDinEESk/zICFBlJXCSLrj1iPs2KT2K5zLHPSbWA+AWx4QV9A/76kTs4QQljBli2gDOcU+VOhjSHwcbwMhRLsyPSvd5uJ1EMDJQx58FFkzIluX7Mp7YDLnuNs/COpMBpbS4ByKXE+DU1RGCGaTuOwNVCifqlF7Sb9sFzkQCpixBt729Q53kZSWR9QxJo00iMUaWqCl2QjTPQztbJED3mLhMd+YxqtY5ALGhBRmcrSa4hrq6w2KVJaSxTPIwI5ccG48trvUMIcRMoCCg4LWnVMm9HvZVVWlVZz3cyQspTstVaLTah4xfO2hMPaCUyyMnWUUzMoLeC27J5GZJRO11qVZ+Jn64M4JLipVa3SLCuO7gPPR0eLznMGAvZ3JSDae9ClkizhTaTTnZLkfDMHLKPyFHZWsDL482uJBkpBq9jur5DCZfbaBIohTlWbHZBjv0/lfiiFrqIICJ1FMJnbN2BdW2bEUrjGE6kwDeGWAC6bQDU2ozi00QOT/ph+tjqAEGtiuVKrFIXJl96YSTsOVX4oBhgDC7XSUbCI+B9IC3Iyv1pb5cqX/6PCkkEQQEebRxjruVwRDhAsvLZXlljQQScwAdhhk7hsiBaYI6j9it8YTvE0hZR5y3dnH0iNEOjbFdoKIMLjntvHqfgG0zRE7Dwkz5LoMIY9IwJxA5YJ0hjIZRhtHkjiNTD6cpSsuP/GWMajW1HUC+/6RPcc3/Ihj99KhErJrGdOhEQjvOSt7o7VUyZK28jGuIRKnpYogVqUZGKAGAL/bF1igNVMTkHVQzqITxY38Txs5tOKanWAqLIjKFxD6u84BrSpOjwF2Gf8K4ZVJzfCsonFXTXtX0YdtEopUTpSiuC+cWBKLkZAuyDWrznn2sneZbxQeqqwfMU0IQf7zmK+o/Hl7zsK9KH7useX/q+lPs8GfIGjAAV2ISkVEwjsIstYOjMqxaTK0vjJECHRdhLx7I6J18vJecnVzLElPVRRjHAMztCEZ3oAAA3Nw87xRakyFXh6XjRPtFBcoNbUAXw5Qj7bXQkIagy2Ge6VJONW3JFBRKfFeQCjvbBBxpRyY+mRBtFM6up15ZXQkTdinrLJ8O0mYbKWwikubZ/LB1om4z2WnfG2Q8B4lNdLxHW9MkyV5hCSB2aBjTAYOqOk0TcTohSXLN79UWCRNlEhGH9HQ76TspxGyFjq86HycOuGicd3sCRk6bZhFoLMfnnN3szwSM3twRk4Y7wpRNcXhA+rUBzBpK3sdUeoQHXVwdhB7EQWnArbJ1KjkewrbLd2HuZKKJRHoWjq1t4g9NlSbnH6UyH6LevGTWa7eRjfRBKRKaYTpuCi5NBikFPwA66mOkxJRYJxiC+eDciGycJYtm7zDpRZs1l5NIi25HOc6MNYa6PEGjddCYrNc9LvbIYLzPeWuLPcVHUdQxA2wM9AgSZY0m9kjTtkn6YQK0K6oqDqTMFjBjGamELjNvGBZj8/xB2wWSksz4eLt06IIOKPcNfvLp62VmZZJ4zllmWNoNTETuCYzfTTZmJVOPdeKu9lAjZM0Su+1xgm8gI5M/y/AMn7Jt7tMRFQ/HVGZ9ihO29ADEhhX4heP5d/0FzEPofeT2Eof1hgLyoxKmY5vCGCTNEK56gO1VJghRNMSsI876GxuQ1QJNIhvUHpQ8vKckiUQAksPKrIVDyDJeQ6p8SBgQzDBwH4fBThF31uEzg1ZgjkCTnYwCPxNAOz5OsnaFQWUMmJApH8ziXlXNLf2Ue3AQHsd+ST7TY+yYx/zWLqjUzWamECfLXrGkK1nrwNDJ1wc9JWRKsiie8Ttn3xOx87HG+sx9xsotBiFEJaNfgBhvkpVpB9uaEplODBqcesQpW61pKkd/vISxdXvErku7DLNT4sl+0RCoaQh5nWOUcommAAedVFhIm+W/XfqbVIX0Rg+xORN0sCpVyfTEk0xi4JYTrnjEKGDKIakMUugQCLiBhGPZR9zbp089+paICpkl73tE+gcXFJL0OWjKEg+c7FfXtij7FvQ2yWcGxjQF7TLRIX1V7Q+aoP46lKj/tKDlWLPc0BTao8RCz0xME6vIqhgiWFa6LCrBAaSkKQPqsfJuX4mynwDD/sVrTx+rVsXwg3sySSd1s3BdZLuRSYQXfQHS5KVLs2I0zJewInBTh5BmQBmianXGiLp2idOuUidPD4xGuhxG8oH1hdHuEyIkozRDVjWtGO+p88zJBeYtzMBXEtpUV/4h28IeMqsYFKptrWEwsaFJUPwbRsWK8ZrGmTgjI06JXOU3Kh0z7jCzpIg2Ocp6bqTGcQ3F49g+MBY7O41DROOqdSCLEijbQDLYzB4Hw2UTMbx7RHwTwZDbzLI31p1hUDWGt8ul+cFy7TwZbTqD5QJZQUYZ3GQmD9OCuUAlNkkRXgOC6omUEzIRMSUQDkkE/OJvJRaB7iBZLjiCVLlKmMBamOAcxHKBLRQ6MEyZvkwnqrnSENiuarpBBvC7y+tBMmd6Q6tST+DDaIvczOJhpGmNRCfR0jwfhdA1SNs8kd7liyF4bjUMrfaiSgZpuVJM/yklLI8U1f8T1VBqtMtMMFVNl0GKeFwCZinbBqgR2GbGwJQgp0hwkGxWWQ2P7FJAWEIFbsqs4SywX2BWM0tpTx4bPYJJshQWeCqlyxCzJ7JqIhOrXvEGp2rdtXmqyiZbZvrgPtXQHxQy2sFeJ55hRkcHW0FepaBIB0h6rZMZysS+NOj+SphlqE8iSiFcaY7UVQFBmUBNmPhprtUfebwyIQgRPL1MHgKDjtch9Fus6FgldC1GJvAgqCQBUZj/PGSSss/mGDbpAs/q6Z0Ym6jmBTo4hkbVR0yYZB2HUaRlGd0uTNmcoGbmFkFUSaVFNbngCXW6wkQJKn0RXuBCiwlHPDcudYSxnMAxEYjSNE0++zCMLba/bmyXqplV1aRsJlG7MIQ2oNTqD8vW7GF+hRs3bmd588LibKTMabQChYYp9meYgr5Vu8VbM2O5hroM4FFmbeE0+NBm3E0wMbcxXp4jQ9ete2sJAeqRxHvfCQCThpNQIy0nfBCcpMsIuf0JnX7JLA95fmBCJwwmApx/XlvfWgc2Nf5baVVGbyihNOrzRgcMwXd0hFEM/aJvPGPspmYCv7sqUAarTVImLn/TWSUehU5lFoxta3NnM9ijmKkYKwFX5JI2QD5mwThOJE4ITdd/YpUoVNXYQU02DmZKE1i0AaKINoaKWpkmqdoMdUA9ts4kxRXhLZvfNnLleKxsArwtxOmNHdz09MuZUE+eM/Hh4XDZWdovy1u3y8MX5srhuelkNJpikfsQhG2AcuLAaGPCBGiXY64Hz0P1RCbWHDKmAAIAiBUm13U1TOk4zzjrmz1ktTxLMOoO4vsCM+o8ST5dG6oq7sZkC3pqR3VMIGFjX7q3tELKJiYaGQ4dyx7kDGbDHGQaibULMmbcxHIQmj6CZNrGRHbV6/AtiE4G5ljUp4VfdVLVa4yF8GTMLNexAg0Youfr1IkT1YpSgygSSMqz+7XsFtJHYBVmVQldPHHHyn1EESUjc38OQ0hTTHALSBmz5AaYn5pljSywAtbwRbyDECkzue1Q4rHVHvaFSoGv7ZIQZWjUH6ZG2cDFSUjV2n2KopEAE5R6xg/URPow36nM5QSGIXInlOpwBzxU2tQEAh6MzqORYMj3JcbVVRhUTJk0gPolrLCBpmEAJHieJgn5CjsaD8FjGqKYieE5HIus1MAktNJZL8/dWymrrOqAtgM/pf8qEUtUSiwVpzPmSFxtpDCTUNdUfeZHUCjIUPA8zwoXJHE3wjOxTGt4ouytkrFmfassnl8IM6mhK/RdlZkeuLWyTDDSItKQNlTjVgzzoUS0M+gxkxLjIezxEZi4ZhfTERoptnZ6ShkHMgpgnLA3aZ+22DJqylgpIHkIvj36fJc2DUPf59l0bp68DJ0pfAr4FdxK2uV+juEpDEktakqnKu+OD6G69xCawIfZ0YlygaDup4lXvAnTlCHRe/AMuFO9Z+Gp3dKmHAc+doB4bBJg3DtZgVcckz9yGpOIEraZybZheP0kGphMTFLtbgZuNa1woyi4RTiS47zPhBCnEeFI2p8jHFD6HtKuDDI0q/MSXg+J53DzPPFmgLa2Yn8EGj4Y1YRHglsiFg3y2iCNGnS24IBhIx0i0TljIi1q5+pgAB6FUeqR06BqgkyJpRKHg0pD9B1wzXRsB2xLucWSpG1mx81DQgeQIHdQrw8P3GOXmQMQas8clEky6AZW93h3CSDuX79bbpMC6VVXz5XLMydlkVRKjBEDwzvMRiLgiaE2ANhNhCgsfdPTngPgyQ7dK0cZwDWkpzDUEYhBaa4FkAcoUEl3AwP1ysoyiLtWNjansqheL+HEOIHS9H0KiMqLnUkHYOqn60OkZiJpB7CD3mxRBimwcLaC+YMGudHHwzD2/aifEoO3RDEPuQmzvGNgYf6GMTjoPqfqZIb32kFLpb/+cyz9R190tPhbwVEklGlKCqphfpepHsCgcsAQDVqSa7bJLg/kQTZ2tkNyWCRpgPYqMzVNKzUSUgZOBaEcb4lDordd4o7EZrs8m6N00D3b0yaehZnyAiuIGAP3aWaMjX10q2Lf0e4sd0VOgoBQQ3n2pGUeAl4L18U+qASFpHlIPOaujjWY6RgJWYfGZxk7c54itYEHQhOSClGlj5RaJwoK8y4N9ndCxoB1Qm7o/4DaCvcNjNcLrKNPqbA9NU3mm3WkrLtl+7CLvBssA1XpNIe6DAUCAyY+Jn30K1RSGCSwHqcf1qq5xy/yJh5gDGFex5hG6PcJNKSw0kOaWkKzcUIQZzSHCVzR2kQPiSNg0jTLF7czzqd4cJ0YnaAnaXOnhSODXKpjwGGOtcqnMJk72AK3o8Zjr0O9VNqU1mr8sz3gu3gAvcqIxKr7BwM7SN3rmKZk+BfnZ8u5WeyYU+R1QICYh3F2YJxKzE54TtuuquuQVtGMYxMIFVM4XmegswfwATx7Z7M8dXMFxqhZhT7zvBKlZoDYKWmZCbcz8PRhFzV9l1WBt1gXrqYno9Wr3u3uJHDecCftlG7NEikcTc9cFC4+2cJpq+lI++Mei2C0O7Yi/dInaH0MAYAmZ1I3Tro6EwE2jFJPvTTEyNAYGipItFmJ8P5w9veBUZB0hFmxZrFmlqICJUYRSDe6RGwizBiYwWZnVRFH25ZEo6H4FEQWcTWy3j0YKTun42UXSWYbwDjTcUJqsFI4OoMdVdURgtgjeXquhZUuwD9kJtn4/HYA/orLCyToVA3Q1mP7KQYg1tm9Tg2qmlztf/wOQsAmJSIPEVuv/ghmgUEQaWHO8gybkJBHSOi5VZ67sYTtZhtbyXmkSxCfmXycmcEZfJjy2fqI+mGwfO5h4zEEIn2hDvCO8gE2MAjyUa2SiNUbHAtOSl/8of30VfNHpEEfgDkoHRkSkkNgeXg97zFOEGGISamM8cjSSgo0fi3Mma6HeYWInRD7ZeUZh4j4PdonQ5xDup4hcfI8TBK+iHeRFFQSOwgVe5uTCJ8gk2NC22TCSm5CWMZOR5Gi6K/Ts6s0YIgjqp/awoUBNjtDzKptkd8+x9uY1oEVBKytCXXbkBg1E2YFlnZCuNQjO1IiMoHCHllmukgM1mwJJ8TcDo+wR9AwOTWZiA9ZKKHkmvfCZAFYAz+eFwvyE8KJjQ6iONxbx9NAUDYoO4KEB/LHRmbS5jEkxFm8wfPE6F2/davc2mTJLeN8bPtpW6IxGD9HWUl8ZW2TYdI+iyaCmj1GGcYKapuVQRlWZ3xysvozJicwthb2/FP05B6JaFq8ExoAp4SzoStKktvRXCgBfBEe2m53WHanirkJ42hjmprl3YUxJj0EGm2AI+DbsDotoTwHaGFOtAeUF9oANvGqU5btDmQYTEtvjiPpmDaqTe7z/sbm7fLU4J2o45cunyuLM6jYiOEzrPoxPlP/g1KpYyqfkGm7wq9NEoqZNu2TYc5Pl+dWNsqTt5bL9qoMzLECehWRqJov/HBSV56WTh1Ls5EH57guSzakSFrbHNiEOeLXgEdps5R8tDHrqFIt1xw0gsbrdetwKrD/8hZR2cmhVl3pQxOW96xz6Pxs5+2+aSESuaExIoSi6zwZrufY8mCasIEZvGCGDsi59ViOMAC+Ey+SAAGqVqKNSQYkQRxBGLtkDF/H7ni7N15ud8lEdIBaqw3yCEal0VREBgBKGWmUjeeah8HuMo44Z2iwzpSMno0H2XbwlN3BU03/IHQMvTD07NZoGUoksC9Vcdv4wmG387RSRsOTwCF1W7wp3fyoRsoklTS1zfp+F+Z4h5l+gzXvZnEfADGNX3OGzeQh7LChKEV47DKTmQxYdDF2Mx5m6nLQjtHfJFKNxV53MOxHDOq8m3P/WY3aMkIZQiMJ+rzmEhmvM2TUeq55Px3jutqCE1bqkBC5F88xbZ9AYp+CcBcZ28c7R+VV56bKo+dHy7XFoXL13Fi5MId5YRbnG9LjOA44N2iSH8hQhJOjbRuty3FxyBjC0mJzJzWKEZwtw9ipB0cn0UaU8nC++Gn5wQkzyAcGmq2Nw+bsHZoDqlCPNHz7O+swTbzdwNiQGG3VwqnCy8lFLyayFYwnZh6DoXlmf2+T97di/zpRGrCp0aVoHPD0I+wCb+HpINCP/Ka8w83l0ttcZTImpISJXcZkXw2B0illrKFRGzojpwg/sbxdnt0ntEXyUqUDKvQPnIPozZvotWS3R1p0AlQaypFnmRipg64hwMCwiJs9IAypR5+VglT9DF8ZBcdcc3wAwzoA77Wz7UM/XV48GBgru9ZPeTtoaRu7B2WdDF9d8HQAGDihD7DCR/v5HpKwbbJv1mvOhLpzwBn8o0wdpK4kUiVOMDnt08vspH9KWUqBB3w2Keu523fL3aUNyscRSx7IbWMnYVjaCOkVZciY9WMgWMSBq3kAyTemnNFyaXasXCQxuKuMdumXDCpjlNGTfoWW4yAdy9TEFWFNe/KFWnhXeG1j413f3gxzNPuQtvERJ3rqNeu/EqLOaK+rkdWyKSvEV/HCaymb8vOcWtNjDz34diPzZYwdUw9hCPXsb/dIkSnqsZQ4okJylptTUppuO9XxlZINb9CbhVkPlXoYVZk9Y/gss33kNrGZOmoAnzIsDex3WuShZfyl/IpgqnLuqmgFSjpV9RRQsD6pMR2ACfK8cZnbDIrbUB6omwAEAaB6lhpsKs+EIfK3nnlORkmJAl5gh/gzQ/OEA8w71iViS/ga9mUIvrW2xbaXbErkrKUAFfsKuD+K2lGXRyGJg5yuThcuOyBuCJzBMCdnJRTlDhmfRCKSVoanpFnBS11hcnXw7MMBg2yjEwgN8jkONWlJn9BhWllix7MGekeasodDSFosk2sjLTxCxvrHsPG+8txIeex8u7zy/Hi5utgplxany4XZiajVmhIAX+Bu/+E0SKGCLMCMBKukr5RlqIXwGQaHhrFVtZQckeRaIzNlYJSPEh7hPOjFSF7YqpnMmn3fGdzA2bGv+ED5mDBoPt108oWpACOZoX2vK1vEAWAHvE2YIO5ok9IhaN+7+7ulSxyk2bIHYAraozXFMA1H6xG2yEaZpGRgmoeiZjI2Mgbx4giCOwWPdRAcIq0gBkZKF/8jTIAL0sZk7JdI4UhQwmbHZX1UICHL3NIm6ttEDbTs9IuGR/2mPeJEJhvHH7NsF/VYU8KpdkUYi3goExNBZdRj2M5Hlc5lVMBExnBIv5dJE7aBdL0BkzBhLTNRvMHbqJlO0lTC+CjVQ89MKGqNMnZx18BvHqqMEfjFlhvYMhnR5qxCAkba91zB4mQVL7XPiLOeEQZ2u6j2d1ex1a8h3eJAQiQ3u9gO0jmPUQWmIPqpM0pHcF06SZ+g10lU8tn2EOp8h8m5A50ZfgczdzgAWvWLgCrgQ5gk18R9J361tDEnEeCT7VkYI01nLtHURzLE9QgXtEA/gIlJjOJxos0kKUIIAGEgUoF7cXZywX+OmXUOvf7xx94+hbhsfJIBpkqUbvQj06KFeckHa0EiFcCE+q1QicWZY09GRa+Q/ss2g7SOEXeTzy5G9n2kR9Ow0bRasQWncsunU/nwPY0SIUCwSIFc4lFIqBJtmKeAgkBBQjsv0upMYmILgu4yMK4TlZ4lDFXPEJWwyDzvOdXyx3bIyhwIvoZYJVxFf5knJfCIs5ChEM6GzoBmRm7xwi42IVXsPWZ3GaWxitallmTGkSmkcs86f4RpAm2ZSERcCdQmOS7gKr+Vwxl8EYMbnHLNBjiLq1qJkE4emvLsu88n3gDE8x3niKjZ3oOJtlBbF+FP5zrj5VtmRsvjIOHjF2fLYxfb5eosSLlAMD/B/lNTSH9IirZbKTuF2f9AHtjUFofhtOj/KAZz4yFHwZdx4tpGYRLDJFRujbFRGWrjAPsinSA1ngy0GZc2yUbci9MJBtDSH8NstAXnH/XAOQNr4S0x2XdNCYOYdgZxqrRQ2SQctQ8nGG3hSmeqgEpWtjcBw/ZbAuCZPfZ73sQpskVcoKn7hKgqvXF0daIVq/jHuxJcCImKE3MYOLt2GOJA6h5gwjlSFUc6cWmuz3IDvMBUQ/vcqGpaCRM4uECiSwymExkQjUmhTqQkwN7EZqaKSL2xO4eROuYyH8dXDYCAceoxR4ETziifsXYnjo0NmL/9nYC+ppDIZdSaNtxRAPqH+GUa4hqwY/29EmMXPFvHNLALnZp5y+QbLKyBPpw8jokyMUE3F2hTj99+N74xkzXtsavSp0H2LmOuTBSMAN9sb2KGxWXxz46iQWpfvbuyjg2SSIE91F7w8BCGvYtX2ecUXwzkl+Ea7QA5QVfYwtFYpgkl62BCW0S6vDSHNsNk7V45yWUrrtBO8d7JqFIOWif8ZBxY6qXX12AokBOsNG0ctxnQjo2HZQXOXpfoCX6LJ42WGkJMXxUyfEka5Tvv6liU10lPQ6+DUUaC8g0aLjAqqYJItC3qTn8210PdZWWKev8WYuPWDkyS5Ve7A5Nlb6RT9sZmyv7INHZE4pVQp1zKJ0AjfYBchi9oq4s3mg7KXGhOOqZ0EgKgUu0N/AcksAIQsqr4ojaAdlbnS7Ktyyj5aJs0tZplySy3QFaZxjDPjsjYqBsI8KmHBBtYC3Y72SfWpt8+mVhJBsBD9d/ZSUY1hM1pDA+eSDSK7WkNyWWJvYL3Ca8aZBKxYGdi7TJ1dQPIS9vsq/Yp22f5x87Olu0/ys9FkE4mb9siaTopWVEOEZePVXBJxijBwUJgigwkXuBFQpweZ6XEq+amyqsvdJAYx8ujC2Pl6twkTi/UbMJ5JsaIa4QRCYPKiB1zx6lKE+AviGG7ICwkxTbLSCeIGJ9AEp1Ay2iTxGKIkJdR4uRaqNVQNIxjjGB81GhtkKfV9mgqLFGuMgFmb0wPNdLB68CfGnIWqdO/yiTTR8YkTh0YpBOYyK1KfgijCKMDXsdOzKhpLkNTajwgcFtc1U64vsbezSyt01u6Ay50wdcjbHdwysA1029WS0FIwFSpzrX7SpZ6WyXGoWS8pn5wJzQAEzumLtVC4eNAOTG6YqxKR8CKGWcOz67hM2vBCezplsk7ezClHaTduzgGW0iGDri2yqr58BzOH6nbyV90cEUJlM+WLMdlhbC5v13GkbGBdEYi7d5gF1wkPAtbMn5lpFEygiMhKh1P0KY29ll9C/YTI1G5hbS5mbwJaHPUsw+CdaFpg9Pd8mXfydYu0QSZ/AjtcidEszu1jV3kn0xeRppJmnqquQC8AQcbVdl+WhY8GgGplNXNfSJHNss+vKLX0yGDLZW2GoqYYG5RO7QILKDBEc0ahJrJODuYcObA5fM4jVyE4mq4AzQEw8AgEwkkk06+8oeW8M9eKOFWaVt+lYnHCcHJAuJhZEPzldnWsdWsVScHSnAypJ9eO4LBavcVP4Yef/Tht/uSSGIIgkTjbOM6aNeD7rDEaQdA64rfMnAUgO3jnT4e6jAVLJTj6XPldPpCORiZSmYhvZnKc2Y3qYSgFGF3ZErckUi5IyNSUlCtvv+RQMASLnFUaVYHgggkMRjuMIZKOwsitmFEE9yTGTZSqQPloA7DdA0lGWKZokyVjkUsT91pC0VaFx+Zkke+p2WOgaV4T1OxBTQfJUbUTJBYk0QNmB9hQjjI/hwrxtrRP2Sg+2UOI3WY2862Otujh0YtEulkHB5KjcLAScprmcEZDxqVtqd+GuosqDRmuMfIYA84nOL5Hymvvoi0eHmajeFHyiN4FK+qRjMrzxEqoZfedrYwC6jiUy1IwAeEVoKR6F3C5mQ5xqw+SdzbzAIaBsx1chajPIlNW5Oz9TMxAwWjSsMgTwdZnKDUxHtmfnGysck1Fs7xgkGEACuAxTHkex7jOTkBh+/WQ+RvWCf3mLB1XByDd4gU5WB7g/KY2alA27FlmYZvkzT/25t4MpEgd9k1L0wZYW5vGxx1CxIMakqgJuDtsZJK0UupRdnVIHaEszDGtMG2S/T8MH2X2kYkW5jaAGNopADoBfwoF+fAAFJRUoxRFuuA40UdR7LUDKBNcBET1glMyIiJHhl7ZMB6YF3DnKQLqNSAPWOiPTKhKxBmF0a2DWFvwJTXYfS3wKmPP/mlcgc6XObaTdT4Y0LoKBC4g0MwxglMHSdMAvdIRttljMfwCzCVQRut1ClczPPopL5DB3dVlemr69btgyFeLvhw4cfsNGOOMDPC7zb44D4zAB88YeWP9Mo9qcJ3HYcaBC8Oqfk46QBmym5MTY6Z9T57ly1tkYrFC5PXbAOHLuFnBIGhcSogSI/QF20Rhga2T+H0UVrvsLT5Evt2zbB6r9fdjv02tAHsFSRkuuZucPycMKs9GymY8aaR/K+2alCMo6FpcVQPu3Z8bMFEWBizqxE2goO/QxzwFHHz3/7L74HR1tn0FMnEPWx0r/dkmHSa/mfpXosZZgh1cgjEaXeulNNREAH9/5iZ+QgpSyZlWAA1IUu6lImVBzRK4IURc05hoRGZhCKyCMm8B3NQavR+tsINE+M7UlhEZOhJtjuLhDPBQM2BhPykDO12h2WV9tNwvM8sfJeB8lyHge4gPWnlUv111ZFLJXVU5eUwP9tWiVb7k0dfruEcqFIvs4yAYEBMTyZiKc47IM1stcoKnRvs370KEq9DwNeIM7v6wEUCspnvYVTQDRIp4UbsELcCUT/H/kPPEch7oOGeth/TJ2GkymD0wCnli5D71KukM0zdBtgoHS/S9cVJQj5Q+eYpexLmO8Hs6/LBQbzeJtiIxAQM9WBCS/SkIrddFWlkzEYq6JyYgTBahHW0YeaurgDoOG+ohPMJTH2QcT9xfCnHUKoMGH+V/FzupwosslmLNiLr4sEgfSYChlU7UYLeaYAMw+eMSlBV4wvP2jCK4I+4aBjUMRLQ3toSTAknAeqXPRhjgnT89mFU69jC1lCv93FYKHk5qWnHG4ZpGWxshIUolVUvSPTTSMCuD7bPR8Ao0Yc4l45bLHlDlcVbFRJy0rALMRP4XSLjQ7YxxgWGh1R4iLOgJT6rKSDttICXDgMaBwoDc1TNHTL0rLEy5cbSevnss7dhFHjAmWS7jK3PHKOKzk7NYAJZiPRG87Hf026Id0OhhC1SjPfbpX+8wUQCHDPR9WMugdHFmYnyMNEJs9AkCkr5/NpG+QJwGcX8MYk92PRpG7R3C9roAVcZhXVLV8aKtlTHYUxuRa0TVHzO5I9ER28ZVxNtMNnQr13s7EqttqmL06kmrYA2aFgYEOVGLmUsq0pex5MZVXTAmcTYqvnQm4vnZ8oDF85l9VMYIsxYe69SpF56SDcqtCYvNSil6jV3WMR8sQoN3VjdKV+4uYxwshX6cQoWf6g5dCSsUjs4GnNS5ZDQMv/Au8ZElWesgJY7OQcH6UfOXKVn9a84+s8fewV3EJWRHp3xjVsLUjtzC8xJJQr24ibAujWGB1PmxoxFvy0+QKA5aWCkNDrZwXg/iXraxSO8wyyYmd76aYRhJSEM3jVkwOP+bwYr9gPpMddN8srMDkGN0Ok57BfnQcwxbH/GZlruHgPJ1hfEqvXKPM9O02ZX/sg4JGJhlOVnFkiHxyjD+E+lQlUnFS2PEEYfoAEa11pir4dnAQjhOHPKKGUOBtg6sfTo4yrOpFXUvJukh7sHwk4y2pcW58uVi4QTEaBtfJd7mauarBG8u7K+UW7c3iw3CSHZdUqhfKXXFvalYb4Pkf/zBM+g3sBzhF1cQw1RpRtn2aB2MRmH9tyogiKEoxsE4Y5n28xkp4pkL5yIXGqoKu2aehPnGkuWM2M1DKGfMsnUbO84XUD4Gr5TVZXGfpekF1TlxKIU45hSWWDDFxh1nWJqTCIDowTGJKqKVqVNeykTh8nAODJXYmsbdILD5umYDuYdoNIjYcORCR+Y1Rlvu2S0gUkOuoTQ7MOQYqMjxs7xE28TuE7bpmbYEhl4KQ3oPJBBJvQNWClNdyE4s8mf2O82cXljHbzykzARmA44HAlXigOG/ITQZZowbM5DfA4PUPthaC5jTM7DUcYXNXUQoh9AgjdJhdsgbCMVLm31yvXbq+WzX7xRlhl70kImLChwATbaG2X0A7TLVTTCQLAqlQW2/g2c7b+E3T9o2wVo5Ry25nHwbRNfwFOrSI1wTXclUDqjh3zXtisDUtU3uzhaRhgl2A+z1Hnl1tQTSHDa0peWVxA4KvN0qxbHTSRKWjRXsDCBmjFI3PNohA0nT4UXzzJN3srRtL3/C+GGtGVM6uewm188d67M48AJowSv20zW0yxkmFKogUbHmLANM5KGNRdsIlmvkmx8mSWH97aOy03geovJYYucD0Lr7CGTVDp88VHbU59Wi9ZRefYIDvfh7fXwtVdeOX86RFxbBhsP5RDeyVEAOTazEBXLmfZYTyVMhebymqUSxkADJG1K4VyvufRHw/oCM6zhDDsgtYhSDb9KO6gvIgRIrQe52kY9QzhIOJZUgQKjgGFzOdcijvNjBkBeJkzpGLFYm0K8vwwKRRGXxfJGZqQxkEFAQJqUZnv5OKuBRLQkjFuGlUzPGN/dEwP+kTLqnwpAiUMXlEfDP5Pj0rJhlNZxiHkiDgH66UoHE2Usba+zVGuF5J+shsCmdmme2RNVeH5musxh43Mdr7ZOTRlrG4fl7uZuefI222AQq2mZCxDZFVSNuYXxsogXeo5+tVkSFkmbFjkBip/S0CHEoHQYlZ13RRVhVvcGQVWiHiWdDsy2Pd04YZCqgCNcMs4SNQRVYN7kQ6+VzmQgFBTGRGUycdvsTNwQqpK+E1HwgbHQA62EqWfa9mg7NH9pLwwD0w0Ivs6Hirlvf2BewMLQs2niN8cYiypN6IRj/Al6V0IGjfpSsqEzIj3MZH+7HBpJoETLPx020oMSLC0El5C45xeJmTOtFtfRAgZhMG5Ot4902oPB4lGQExHCxjjDJEanFpAIZ1HH58sxTOQQm42wtODYTYGD0rg1JM0eA+FEubezUdokYMjyQLSGFk6dITIkjQBj22GeRW2pKxvrZXV1qzxzY6186snnyh2T6NJ+D8c9BO3YireQk9ea4344Uf9Z78hYZVA6GmaImZTB7PeIJcTj3HNCB3c1BQjTMdoyy/7WddOtYyRElxW3MVmAv/TTsBwnHBmotrmlNVbBYFdU6zAPpRKn5iwAHqa5i0f7NkkvDEkK7fabmskeoHmOdNnvgG0NnkiLHDFxIMFJ77ZpBhPRlYuXCWBn/xqC113kYNzpBOMwg7Nx0lBEpUbwNDZGBLBNQu+WMLFsMuGtYbu9sbpbvnR7gxhTFiD0YSdfkpnbRlsUwPLtBbA9wyjFJYPvFebOPuP7rVdce4iZlMBcvZYY6dlku/QY4DBH7ByqbnqSdMN7qNcnkJiXJRaxKTulAQzjk4wptFGGDAmQMEA4WXZXhPkJq0ijEJOUGHUNwokUa3Ggos6ZRPdbh/88wwBV/dZA9CHeTTwfqsoFiGyC2WaSmdzVNkp9eolbMlJmvlPuuan6CrP77W3U9HVsHCCGHvFrDz5YHiI05pUXCFBO/j8ZDY1oDp1P9EWpxMO2CPzYsKhHhqOR2OxBcTIQgjMCsx5FhZ4ZYyCxL91Zwzazv1Ue7M4xaKyBnSLsCs3G88Q4G69P0/aRRfY77pWrC53yMGrJJOVMgTyqSALLwe4xEG6/cUxbekwUohmTe6QjmbUDK3hHYaxTBv7O4XhhwhqTWTAzt2hrC8mRzUbghTpetC86FTgmIAeM0LW3OtIOIQg4YsrUJiohEbwQ9WwQKUUxUMgMw8w0eO/BKHrAd3V1NWEdJhhZwxyxxmSxjbR3YBZ066L/h0hgTmMynSM8Uqy3iqo1BmG4ydMY5SP8Jb3XBDayqfYg5gHjOdlmVEkINdDFDvsDuzh0GGOYTbJ9Y984RapKCAmt05wwgIZhmM8pkkgPdf0YO50fEAI8EWZ18h5i4is7q8kfcNAiw8zxNKtkJgg6R3I3vASGrXApbugxVhqWaIXD6BQsAaLXK37Cp4ekOQgjn2B8h9Ei3NtlquNa+HlWrhCwzsRw+fx8+cwz18uHn3wG6RV7r3oz46oGIcMX2zR/GXHRTExBQP5UT71ET3/DkIbLOp6TdcJzpAlNQkZjzSOVXQAHVJnbOH3Oz8C8UcW3iPlcZpzoRKTsNehhE9+D9upNwlZcfHBEGaP0Wzulscwmw3A9/yFbV/ewLSbHAf3SOaMw0jgc/WXb/VuZo60Gb8VPxqT2jL/ULf7Uu0OYGoj7/PzTjHO7XEYDu3RunnhtYpNh1FuMl+Yll0bPMgFZXgv8nCOGdRpetTXZLVvQygJmrouLM+U28ZxP3blDomBw1qWvEkXI13FSepRp+6mH7ZDLNIfjrDZBk+8flFAGfuHn/8PpAcG/XZB2F0LZFwm0ldkZGFa8cOHnMivUQioWURqACBxt+TU7MYgHk3VFC6QBQdpIBp+P4RRMrpXouFfVi8qY9BA76J4dKF398mWdH4rB9kvPIovdGDhyxoDkiurjIEAHD0+bmUfjex0UZAqwzYDZI4LQN0GAm8t3y40VnFLYBBOALggo1vCmS4j9r33wYnkQhjnbZhWF9dXbIKXsiE/MBelK7rmsUyITuVRFDYJTSjJQOAHSIPkOM90yef2WiLl85vYdJJjDchm7zLmFc+USZ72Kw/RFKWgXqaS3uVIuQlDnZ1DDQIQQAfXUQHUlOcJH+PSQ3JIIgHue5aWq9eMQ4Qx9abuiBuZoWE3N11eRBbWBurQJQnyhegBMXys8dFRQNgxR5uykmH4BijAe8CAAaxBM/KCMEwzru7T7HvFzz91YxtPLiimkFCfCbMOh9AhDoZmRVJSCra/RCMQnHT40ChxBKswECG5xlhFZ69gpG82x6uN1j14sj1y7kPje5ACAge/gJNjFJqy6N4Gt1VRfLvsbNFZVtAHmA4SuHeFE6BlmAgLKNMVd8TvPwowcg2ZVmt/N6bhTpsr+KB5+pPtBpG6elrfYUj6WIPjsEIyaMdGjfgiD3Me77jI41f0RpLZhiNgJ1ckKVpb41l2cUPfurGCm2Suf/PxT5enbSHDg7AH4Gm8rbXTijVOBt1QNZTX+dQjEUH85ZkqyHnq8vTGFmWeKrVMfxOwziw1zXQkaxqeabyylDHgLW59hNzKIIxhfj7bL7CbQtMzvOo0PoGdMKONj/gKDxLX7a3Iywe4emYDubbE1jAPL4TjZInkBgA0taFuvkp20It3lIR6ruKR25qVc5locf2oQ3FaCvXr5fHnk4YcTYyl9YdDAdOX6eSILYJqeHWTJ3gnYZCJb4MLyJtI7EQcraGpP313HjqmECdAoV5qync8zca8xKmlTv32eZJQia/+QB7U2GZwN3femW8NWpEdS6Y3JBJEXtY+ZY5hBVwKTgGSEGs2t2Awgqs8C1CDOPRiPRBhG5TuATiQGerkWQ70/aW880yCHZWWGphM+qrQglzerjNJmHCHUNSSweKADIc8YRoBaYYTeNBIcQwIwKnPRWLuPx30LtWCDmfL60nJZYplbFxdnElhQlgTpYe6/mxDbvY+vIsl1yrdcPV8eIL2aTNhZxKMyyfp8VgZ5kZ8GE49Rd/qKKuLqgzgoRHgIRyYwBvPqzJpAYLrcJq5MW8oaqxYOkbIWkR5nmeWVkMZRg2dQjWWSJ4ZAAIvM1MBXqdz0+U4s4uUhcHDATZ56nuWbcxBENulisnAdtX0aIoNLbK4iLTD1IwOQ6aUnwOjFh2Nghmhtmj47LHPgnGiI+havOHgcFHKAhLZJ3sG715/CpoXTYnWfEBQkX6MdhI9TJV+UiCKRc01m44Qio/HjpCKSZvxwVx1H5WE2tQJtknkH9ZWx3Efy2QEXt+6sQUlMjoSuqLvYximcZwNIFIMQs+N2jBfTielUWPPpYf6Jasu4G4Nb026Bd8BKr7EB09rfoNOyTQKIDdcVH6whRYP7MOCRmTkmoNmES9kvAEQtfFOq5HdwnLpPkIBkwKd4uU9R77skhT6AIR2q2tPeYQjc7ZRbRBVMEN86dW+rXED6f/bBS+XDn/li+cIKbXAMKd6wJeEXJul3apJ0VT5lpjIe8bixD0rMfnTaKLmsMmmPslRY7UqWtI5k2V1jpRi4aRzwIBqRoUsdTB5XxueQDlHDoS+TlBzCdEbAyS3ME9qpl7EHu9GezEymtMOW1Qf0/b72ZeNy0B7r76NJc/WlzuIBzcijahd5jfcMMeuR9X0V7e+BY508HfJ64ByDCQ5S7w5mlm0coqrj2uxNxuJ+Pa7XNmNZB0lzEdiuTo+Wc5iclreOyo07S5gT1pLesG5S2LQIXL/f9uYabXieR+ai4zDwxI/+h1PF6xw0dJRZRXV5CqRcQMKa5pYGVTPmaMAXMfVku3mWBcootfmpHu4yE27REZdVdZUUQKjMMkouUKtE6Lsy2zDYtKi2NHGQSGeG0wzLjAGhWUhmmR2HkTaEPfwbCZIF/6hhpvIyeYE2TVqCiYCaQByzo5Azo9xdO4Z4YUxkDdmFw4wwAAq4oltWY/iNtqhK2SaHrE0Fj7F879UPzOGZm8ebjB1POUDEou8hCB/leQX25nDQRZAkQAYRncG0h2nH1fZjOIQZYVZIsvHs0j0mlF55AHvMQ1evMajkvCQpwlTriKwsLFHrEf6BKnYIc1AS2IHQ7ZshWh0y95wnL98MyYXHkHRatM80UiNJRCBjok/0M95pxknYeKTJjp3jAKFmlssdeyHRV8bpWAmTmDr6/bsvCeT5+kfzyzaZrJ/83BfKc0896/JhmKRhJ2oWlcADUh7XOYichH2ZyRdxwcUMSunqmHEMsQXwWpfVTnuMCyE7mKTKJuzApXXHiAvGBT5MJNpjGP4N6r4Hwn8BpvnIIxfKFUKYdNyZmf4USYhS64Ft+ATiPnUZIrZjmWTkHWcMtRTwPUtO8QzvwSC2sXXpxV1HCtmCCPWYO1E77tp5h5D+x2DEw45VZ7EMjpPiTXyiOLCaP+A03txEHdDx0x5SDOUeMlEfU/8RODbEWBmgP87SxwFsL9pSaVa89uYQuM1E8/TNe+X9f/vFsgxjN1NU3SaZsbH9lBs8YxyVgiSdBsbinkzLD+DiOaMQwCcmaeMgzSurs9HYUhObzGPumWubRZJnGbxZ2nUEvtxFA+pi4xvEZLVPmXsGzwO5Q+jYrOTxLTCeajL2vH7AmudJAUZag7kz2UOPHlWCo91+7z+bSUD4Ua8ZwsRhV7WpCZma7uLli2QqOofpBb5DKwaQZrtMQPvYJjWvmUTFBQGaamYwv42jWSbngngPjOQ1WzrTYLiuEFpCIHqaCISb9zagR+EntvTbd6b9tisDY8M5/O0HJxhoy0tKE9o/RvhtQPIEXLpNY9ogwTSG4pERRhVR39TxmwSdR9Ih6l8nkF5kmWJ7Zj52ItdIr8MwMWFEGrVs2xUHECOpQ8d66y6JfLdzXBuC+Rlp72BPAYBXIClMUy94USU2CG0aKU1pF+NTgKGUpDSrZOfa0zWodQWie4pwnR0G+4B6lFobluDgNjYV1SNnZw8lHFWLzzyzXb50a61822OHrGSZYrCwFYa5yGAbiNZzYAfMVJO0uyidUB2IZMJhbKYpG+QVngsiJ44VZrrrt+4kbdXW8fXyqiuXyjksByNMCDsY+F3l5HIw8+WtskPmNoMdKRTc/7EffLRceeRhCBVbDfDxY5MMulBRDRIyDjUmUTSgPffZh/2GLYK8NQVZus2foG9+yCj9JZKFDrzL14rUtc8au08IN9nYuEv7NlC/zGKD99/bdN4YXCeU/KOJF2jjQ+fmygIhTW0kQe1b1iLU98GfbexTLdJu6UlusUXE5QVstxCNK0WMr8vWAhDmPZgH7KOswASfXGIfk6NbZX9xtLz2NY+mkS2ZG30zocgRUiFUhcPH0KEKhSSQYBwPXEZJONAB6rVLXneQOJZYSeKKkh3e0SYmyEajsYCTiJmHrP3usgZ8ANV+bG6bz3kkwsU4RcQbJ/4T7HeSnrBrEXKErhra2B+kb0h3x5hidon53IcZtVgQMIa9Ta+/q5wuwYgnZ/bRPEq5wpr7zz39TPkYDp9VYIuxlLENcANTx8M+vVB9tGZgb/+ZZGVJeonvLpFirBA/6vs8om3dLDzwftqIiQbGtEMY1t27y9xEzUbQ6RJ/OoBELlNU9pcyLD2r1TzL/GRE4HbDnLkcHJEGzx7igc9bljhUn1cjNVwP6RrekZSM2M7FC79LP8ZOt420YUGH68djBkS6H+P3MGGJ2oEPMHHsaupg3PdYOTXqEl0my8kIDk6GgwgeHWIvkX6ZdBeJ9jgP3FevXEzI1nM3tWOSb1VgIMJLO8oV4q39jcRLu3MPKLJoBWyGi8k8nCFpY3LxLTDjGHaw0Ia4KEAgdDFWr927TQPN7cZyKjKpXJgj6Bwk28DOdpco/E0oZo9sQSM0csh1vzApQxEoOrGZyAnVwC68mRFsmIfZe5wFBS5sNTFis6y3MoxAW9ApKoGp3YCxowIR1UHJulNVJ1K3LSGFXccbt7xCzBozvl0bglkmlx/9M4VahzbNMwgHpOhaRPU1A83Tt+6VDQzZPcqV8egh/+Anv1Ceemao/LPHzpfHrlzLHj7CByyqjEAgSiT89bjPTGijGpkMYxC4yEw1WZwOoZrzyhUIaBJr+z3COG4RSnT7zl2WfCJRsdZ1eIl+McFsoLatETx8d4lgaiTiHlLaZWyoG8TvuWR0VNuZThkH1kGmXPdkT/Ooq8k0dN/OQht81vYG6Tn7P4fYEbbFSNilDAdfuBztgX5kIgB+YcSoy3p67966y5gj7UJ8sMnE8VmeTFATRJCbsswjMIdj5SIJNoZ1sEDAQAb7JsyvxwyPs+smdiWTp8wgTYyS+efSjFIGIWDg5UPnxmGm2MWIB1RSuog0/QRLJO9hTtG27hI/ez6ovRjJ4RBJ7hgYCvsBUvZVgz6SOo03nnB5CycE6rCEALskVR7SsSqdDg3g1MU5tQ9T7rifPMRnVh4lOIYAJgJDvXundBYvlPOXHkQwIAaSMKS6hFLVVys62gSqpOrPENEKLehgoIv0Bh0c0Ice+HZ4D1MX0usoGsIoquIpUu4Y4//AJSYUnD2zODIefuBc+cRnnyoffZbcjYyteOlIhYDDwPhdB5Xxr9Kag+cYipU+i5gS2s57POvQ+n2TeLrewQ6Mx9VCxEciICT8i2cy4VOGHnvYaSSvs2FKFekop1+njC0amvjBGx5GTBignnvSs9ooDEmbuWFoMkgZ5RgfcUseIQ9RCpUfqEnoRFPTkyGPI+FauoLcAHgxxmSn1DvChGf2/i0Et1FoyLXcJuSYBOeUnAXaGGGCk+DdFGGOCwziOvcvImm/4vJ8uc0Eef3GCrZ18Bh2cooz2MTVAVR6gr+FssbgGUNXXvOGtwtmkxvoyJhEepzHRrdI3N7CJIwFNUGkN9jaJUGqLc5EzgBZS829LoOfvXipbBNbyApZgzdBRgE3ASK4NaTM6gBEN07L4co/gcx4ONPo4WrDDOdgJA9ghF40ftctAbRV8oYDlzXeIIHL4wy7MBD6AC6xAjLf3OyVZ1FvVzE+m0BBlRIWAgDZigJ8uUYqqFddvVwOsBuNq75jE+wg4XTX72XDK5M1uK2Ddp5TzAbuuU74jTUAAEAASURBVHHr7q3y1598siwt3cGGiA2EFSpOQLaf8c/Z70I2SME1wEFbnQWR8WwzZ5dmmnNR2Ua71hizuYknTLRhqJErFj5//Vb5Ig6RG8vb5Q4fl4cqiZvezkQlw0g4Mmo3gxt25uVs2jLIMwwtbBJg2g6nxuw0iWSr5B8Jz4ZxT1j7pbba316XfeZmTv7xKaVtVeVGepFRaivuEgb11FNIPEhITAUQhaqOZfhOlbBdelo9tszmOGNmmXQTEsYzEvge23x85rm75eO3WJONZGd7ppECLjLzL2In1gFirGv1urrWCXswkqX9nwX/zHG5glNkfh4bLRKoadgMldL+a5yktr4W0gUciCV/o+XZjePyoTuH5ePPsW0q8atPrrAL4d4xQsE+UROaNJGm6Jt4Jb4xZTGxAgfGUGlTVdQELAcwwX36P3pCnCeZinZIfG1Ij16FOMYY++RVFIDaaxl72zKAx9n4Su3/p6ZQ0zzABHBkiBm1GX6l89P14xNoDPoGLhFSpoS5jnNiS/sG9Ri4Le7JVDwa7Sg/vN6X+Kw+4+h482hstBl7Lxveh0RPX2VGMjafVyDy7Dg7RveTdnDNo+JOvdf89jnf0bEEwgMvc5XiUDKqY4J8lR3su2wnMT2N1x9bb4d47DZMy7A1l3JWuzmNsY3WySf2WdvolKoTWKkUuDlZgGppvxm9NNNZxjCMTC1pC55jMhgjRPawr2b/b7kAuE/xaf8MtDSD8zMZoDCHXMAENk+7XKSgqm6opKvY2kzA0ywI6EzPZR+eoauv+fa365G2t6MUqCt+BkbiUq8pPhpJIx0ABFdFKFW6rNHgVDMbm25KjuswGhC6hbrjEix/OxjmsjRZgHYDbXU1jtLeAlcqlam4MdgUSHkO58h5GOR5QhvMpzfGO96T6FxOloX5rAo4xPHEympU61NsVjvlGbytd2AsOyB0XXYEUwIyCAvlDa//tnKe9c57G6vl0Vn28mACuLlyO8bdDh7JS+dmgT7LHRHrV/WiYtfaZNnZPnGObk/rABgg/ulPfh4GSvJRdg2cpO/VO84Acl9GFD7EWQlThqCdV5Ws+c5D9TmuyZvcQ8ilWdpg9K4fMoG4J8il84vlKlncr16YR4qcYUsCliRCLNcuMGiqa/wbBZ6Ss/YdJ6wwIIlAhA/js000hD8y63xg0E4edYqq8M+gO/ACi3MIhG9VdLQ4JAPuedc/ngdhJvtMhLduoLog+coodQKCjUyCZs2uRGcNStV6N0eRphcMT6EtluK65qdurZdP3CCdGRPorPZZMiBcY7uBV13UcWKguHDkaSQT5SNLVUJ2Le4AkoEbfolfa6zOUII8IERmm7XFu55hKj0CJLtQ1Q6Otk9d3yh/8jfL5foW0jAvKX2Ln8zpsWfPMiFrz+1StnAw8YnhaUM6CqCHXfrl/jV5D3iIw7v7O3hXN4iXXS8bSMUH2KLjOQfm2tnEbu16To5O6PYCCiREB8LGCaGUaBzuCSaWYyRYV+ocgOv209wETo6TxN2a7NY43AVwdQuzUo/JPJpCBsURBVDAJWfHEabiLeHvF5ldHuWK4+tFx1UG529GKM/mfX43kqJPZhByyou55B/fTTmUDdjoL4HhTEjtKVTdWTbnQ9LudBZgjjhGYZQTBPSPo8WNEs4zBGycUBwASzUkzUUE2vTdlkKbvvvcaDsegO4NPZR5ud1tVgtas+3k7eA6ph15QwtNbhT6gbMyNtozwVMm1h1gnOgr+NcwE2ciBRAAxpBuF7B1nMOBOk8YVYtJzJRxbUwqszPncRDOEI5mm42kSDRMBYLgNRi6Ru+LKCI1gETVcn3tCFxYQ+3C6TzBvHNV+hIJGJhnbj5HxpAVpFIKRf0Y/5+MvdmPZVeWn7djnuc5MiIzMpOZSSanIquLXaxWVcttt9WSugAJkNASBAkw/GB4+Av84n71o2H40fCbYcOAYAN2w91ST9VVZFWxWJwzmRxyjIyMOWOeB3/fb8dlU3IZ8CEj48a95+6z95rX2mutzaSg5BqfRGBsE+MRtiLF/EpjES1oA6t3hlD6bVShDJAvN2byN1Cwy4n/qaREqlrvENfMoyI8aEzpv4FhuoxWNvB9SNrPEIBS2O7AKHOXL6cWeG1tuWwt3C+Tk6PlObGMT77+AuHeWr53Y6bMP98vnxEHGh6boIkCKTzkte0wvu2ybK1lB203i4giYwkzd3bN/+3f/Ly8+8F75Q//4HfLd168hpVkd24FHRPlf1Gv8JKQFJhIEEo9QSKhCJWRu3T1UHesnwh1XL8Bkso5auLK1GSEgm6CB3V18j3jOwpBBUaLHdkRdqQR81rFZu8/+xZaqYN7gAWW3WWfi9CShVqtu7u4vnl18VmlVCddP1FbB+qVm/KtuDp1YflXSlGA6VZJL87P2JVJ5fZGdNU5A6d+GyZFoWHh7eHa7mP1N5vozbXJ31/ML5CUfl6mCcRfpe3bpRFozFxKNmhM27FW21QWm2nYxNYDpM4Vju7EIqybsULdjnjMBsijhfUyMUD+qAKJ5ewg2MwS0M23a/g8x8JscWDdCbmRgDNKTVdTYbZEU5d3n5+U1+mWr3LzhuQKg8fUEENvsdJEArBCTEZ5Wlanxarh8BwvZYGNgoG+hTIze7WM4Zr3YlGZ7mYWyIlKSosbnjqDqQ1JnWsFQw/HxCyP8F6acAPJni6nMGcXQvEci9I499S0ZzahQGHomwjMz4mh//TuZ2UbIX9OnqA0Kgar8PIRYvHi4oX4asSctT7lZYVF4onyFzDwcgxhoxB2BMdznMZo/i2NAAAu9zSow0Yw6uVVzwe8AWuFmjm6lg17+Sx33oWcVq2bvnoG6WSux2PIBDy7EVo33ZyvcELYwYfNXfAfFnyOkEbxNcFv0kUnvNWkQuM/VAuGi+l2pBBiYXYBX5tobG9TscO9u9DhBrzdx6aJx9I4BxW4KY0DhDp6e0/BGWEPihQM56jchJuX6/anFdHgn3mgxG+Jk/mTvrY5Qxtb9fX9OPFMAm0Jwu3avG2+Elp1EQSvYtGdcmpeGn1yawdWVw8xoJMdSvpod/X4yZNoTYnOJppXLs+W77/5epkhbaIDwO0S0CfxI65mN25mcs9YuC7kIc9bgdF2YQ41jvmLewD2OYBkeszd+M40ZY5YlTRQOCB5eHpklLEmaG+1XjpXSPRG0A9hDW5A1PceLrCD2hN35rOff4AAkvmYNGkIWgbZkBA4Qka38MInOSLr+ninqfyv/8dPy6/fv1f+0R/8B2Vi0iByTceRgHI2D3OKtuP7ga8aL6PVTYIQoUTqLpUkyu+zaYU0CevEVFogrBPShLwUSiod445uJqG2KAZgNF04nmMMZxsrWCHVgUUufQbHqPpU6ERgNMhdAsinGfv/zz/ONRd4kwlrwB6y928+MD3FlBEVTD0orI4vU/rNY5LNn++csqu7XfrlSZ6/sFqrkKbZfdWSHMMtH4LJWCxpQOusgUIHQGM1z7MVktg5XsOYpe6p6VRuBvhMJsHzm/EENoiZd5VxaMmzkyy60Q3fJY7pbq4MPIjVu0I/1BMtcObuPBgAvJ+VFeJdv1o5Ki96zAobGe3A2hZf4se6csdy48/UuQg+hYnCj/f8rx6QRZx1bx5PZYlc2akyOzMHbczEBWWauLUKHwBAGEDNZ1WVjN40Qsyum7QdKrPOcB1xXyiv3KkVPgjIFnjBfgGd0Gv38BFGyk65eXmwvPfl/fKrr5+wH0AsPsupcBfmEWiujnUaZ5ZG6kUYAUvL937TlcyRC8EQ+PB98atHJ8ztZ9lLS8ZWXV54WMVvj0yt0ISsGFQFZegBkEWgGb+UZjS4jhGMlr2aryutH8Lb0olCGqDwDJQDJaSGV1oI+Zn3myOGxSdjiFtAjzAEbsgEm/C6+dsKLlxS0hf1gDHAPKWzA0G+Dv8/J4ZJwWrZwFjyDCEkFSEU5gWRdSOERzGelqitbx2iGpE9lkMtfXCf/qfex1xbrrz21h/LRjw3O97IyAhLlauJz4QNkcK4Quw+tUFkxlhMfDYNBJBT/kUcYmKmDIyOlYmpWXL7LpWB4ZGkbHQAtC/uflSWlx4Dtb1CRA4LElcaItknUXlvfZGJbZU7dz4qH3/xdbmLdQCYyw4bGatLayhYAvbMbY2dyGW2+VexLLaY0wYLsfuJB5CdC1yQaXXIIG5sDwjdwxpM7Ih0ghdmZiJs+zGvH2L5agH+4uN75e79hfJ8dQUiAwsAZZ8dNPPHPH4gAV0AFLiAHElQttfEt+nsOYz1nLji+x9+mo7R4yOcA46LpHbWzU06EQAUptnRB4tJL2KguOPc4++cTgjA016OhNG0oPN5CO7Ef0lIhwbrGAwmcUhUuhI5SoHn1T6OlSjtoAI9IGgYA8LySAxdVTDNOI7FF+Xa/HZ3r47JG85cauRznueCuey+w5/8yDD+wHAIbV1oKzc2iFFugpN6/goWpQKECXh/zUQAmwygNXiIRj/RLWZHfwNL2PUN4kVMYnWNk6topxhhdYyUMzHc8rpHjxcp+XtGIQ3lbAgKrQq9HmvWO2GWbZTaKnG+DczIbdwtmVOXXKvJFBZ0HAKpWu+ubQdBBVRgXOelCqv/IT7Is+2ArrHwOT6hEy/CFCu9KhnbaqgABcA4Rz2cPZT1od4N8GzEJFWoxtU2ocVVBP4+67QaS9y7oXGKBNMk4S08RCwb4YzAbsLFb4N2WzFCEB1YWRgDCGhPRRUzOTuHudjwow8vpovcSw95uzY+SiwOHBBbMwRiLNkhGzvU4lVhKe16+a9riuvdeE86D50CFz0FxnCDReHYjeIZIUVnjOeMsmk7Oj5dRkYnEJa13V7yruE96SoCUkHEldJiwmzuXewhpPZQWHtsRKZ7PRtaGiNpTIziawIObexLdFpF1juAgUTeKi50J3sbCmM9JxWSV842Yr4qN13yuPCs0c/Ve+E9YJ0TOZFVbjTazesMejgA2AdYpHYENfxyDC0YDvH9TTZI902lwQMxPVI6NoH9gF1x9yr2VFxAJiATIbot+xDGJi5RJ7uPXWpupPs2JmvO0sBzMsm8tgGrCNaV2IdIPZTeQG4z97f3QGgw6gnpLc9X19CIxFywBPpwFTphMEiP2BE7kMvLTIyUDYj7BCvC3MuHy2vl1uxsaSKAtMhZGufN8+WYmNUZB0e1EOtIhQnz9ORCBbcMYE5VK8LgGecwtyPZxwkNzNIp5osHX6OgeQZAf+/uJ+WLL54R+6gMrbBIhQ1kpKZqRfAiZqqGY0zZ3SC9ieMhZj6DpHgWwoL4lQHifXbffvL+Y5TB4/L3/u53y6uvXCPP0/59Ot7+VCTyIsSZv2PJ+I6XZA2S+bcVRWQMqwmG9VAtD3TL2th5jasLdylEbF6y7eYZryWqFuKVaQfGGOiQsktqzAkNQmzeYHWE2lCLw0vN7ypsumtTWDdqMk/ethRQrR8hCk61mEzIdkdWS1LlYWxOa0zYX5qZIhyCtfiLD5JWg/gkRcY8WJkFy5ex9B5kSiOXD0mPWeB9ZCyn8rXSDq6vTBGPnqSS5BxBukKTV+lArjXAbwB/j7nbKLibxsD2TqzCl1MraStmLNrNFQ/Y8txouJucRSwHFJk9FmMJA1LdTkMInkw40MTGGa72EQxxKkMpAPlf4eR5MkCV3Nm2MgHTfrFIazcUIjfGRbPwwEYrCl+Vrcnxbv555Illik2WacJ6xnRNaTlByH325d3y1ZNHZW52jkqTKwiacfiK3FzWl8RshIzMbyjFvMlmhKUC9KSD7AbidGY4nC0sl5N1BAl9LluxME94Vt8QGyXsDYyM9HF0c0e5M79Rfvk1HYrIEVTAV8Eo0hEqzEca8wr680oMcR/4zD1oGJV2H4LKXV7jo53A3DQdT2GN8OBOxbBWsRJDXCs7QAqK7AI34MvjF6xtj7DkMzcEoSDowFAQNGVKEJvEOSab8W1bmJAH+AOwwAZ4Ag+7lDeBS7th+V25sXFJm9KrXgayL4pLHHp6gOzloWkqw0PnJYx5pl6saXsJ5zjvC6XimBGsIFZvTLppB87d8E86yMNvKpCmH/7RfyEkwwwKxg4EjYnepin04coZM+TZEE0Fuvxr3MH4SxdxtH0mswcTd3Lqmw/cl5lNuuZbrUjid372p7hQS+xMksfUT1CXhdvX0g2fYwUURO9RrmqHXYLwk9NT5aW569Rq02WH/K49uuusHazRqKCzzFy/XYbGr2TR1tc6ccliyKx43HCL+HvQTquLy6UdrfccpP3qw4+JW6IdYLwWGxA6f4Qiq8HaArwAVQIP4TKe8S8vEeYVgRFEs2YEmYweixGMmK4k9dmZheAprl9z+Se//3a5PncZNwXzn/lU4QoEWZ8Cp3F92wUWOdHyzFHiC/9CYFAyQhILF6JUSOzjHuhOrpFIr7DqJ9jfQRJ0OwnDply4w5p6Vs+aAfYeheBJlHayaWKtCowT5qBgdWPO5GcJzkvF5pGePReWnelarcASJFcXkakb19OVskGxifoHHK7l7vcnD9bLw1UTq/lcSuXS3ZIGFJYNC0d8WXhgJuUI8ehh5NCQcw5RCSl0hUwBYcbdQaiovIWDtqCt4GykwYAh+vts5HzBRtsiDGCgvgNLtIud5h5dN9YZBcj4/uYfLMq2snbSS3kiFoY0Bzz8aW4mw4CjS6bIZXxllHg5MfNd3HTL4baIp+5C0+I5qXT81ko8Yk5mV3iQlRafO+0qol2EW3aLWY3hgUNitFa2jQyOITCvlGv8jI+PZaxa9YVgYHpNuIRYLVl7G0qpyd6UWIpHeFWnhFZa4DNjmp3s0jZTmNCChWp88Izn2e9xnsqvO49Wyjso7VUSy1Xk5sz6n/F15yRFy82Aj3fxFBEePbjSWo660Z4uquDy6BfpXtjESue7jdcsPriRbyxnPIW29tjYcv1mxTTwD1DBv1YwbjquunFEY4dafVYwaQXa6CUXr/kiIPY9haWeq38T8wS+fgbU8103uuSjlDtHIELX/I3kBnYKU70n+U6ekqYErvQI7fO5Rp68pFUqjTqy0FChBDa8ZhY1Ns569uA58dD0d/7oPwOmTI7BjQGZTtMN43uWRRUVEBrvmfMoQXs+RT85SoNYMu7cMsMIBegTV/morMCgHqnpRDyms/l4s/zlX/wJwNwjT47uPwhLEeIu1iK71Zu41aZmaL63sCv2ws2b5ebVG3HNnq+S1Ly0hOB7mmd3ECDPpghabwDtN4KLP4ygGGZDpAtG2WSnep6Kka8XVsozKh10+SxtdI4KcV1E3VGFwqnaB2aXWBPLA+haXs7bS4SLsNwj6ICHyLHdlwiwM4vIVHAa9FfhKYhM1r96ZaT8+Pd+WG7NUN2jMuF9Le9vakohgH//kpcbFzPE5UOYS+gKc+CjsNzT6kLDuYGwR5WPjNiHsBsgtuJOagtCjlkHly0Qw7kbKSD6/GgtFnMTgkSq0VXM3MF3BIXGLIJDS8d1q/mFmVr9zPdJhs/8gGFy5CBoJgQ5MR5jbeGCe8bJg/Xz8gTlZuOFbWuwiRX5PAVstWxUa1z+rZ2JhddOQnUzloQxQOnNWFc7iOhGcOheGyk2Tu2BVtK8VpAt9tbIEtjFjdsnA+IMT0VBYLgBoy8WjLErK7z8bYs1F3CK+bF91lU2aHaxz3PN14sAiBN2Vt66dE7MfAOaJbWdhHStp0WaKzyhTdouFURmbfR2OQ/gAE5tEKGAqKWQ0Apw8YhUFYaC2xMabcqLlI2w7MCSHiT3+PZLt8sVrMxBu8Vbssv3pB3tJi32etwrcTzo02MoTsD1KZkG9uUEHaUDBWlD5Q4z1FUmvGfNtsdfPKGY4eNHm+Vn974ua7iNRPsJXyFQERK97Ex34V31YgRZJNKJ4umiGU5KlrXOsOiNzeW5oFYrTp4Rh/ZOVama7K2y9rNDNkxMwXF9egHmSqZEVAsO4ahAbuOZfn6O3EgKFOMzXC5hmGNn+Ez60uWvglLrs+JGpd6kJQpN8BT4v1qTKlL/k17jCfka1Ei5GijScD3ZoNKD9GEzckME8Xb5Ww/JUI0NlX2utJAL/Go48eTQnE1hmn73n/3nKEIlfGUUCRW+CLLg1EysCwT3YV0MESfqYNBhkmj70BQ1uKquJ6CO5bOxT088YiZ2gXYBlxC4uytPyFVcZNIlPRifreBKMAXzoDwHyZIxt/CVUpev3Cgv3noRYtAVQbAhTPdwQRRMmsHbW+v8bEIV1HhDiMMg/Bh3yxxQrRba05Ul0oe2SA3RSnR+ag8FoOazcRGtFV1SBtXIcKGKJRBRgSMQGxdvRRAkn4/4kJtMEpHpUiJdE995OX7yupiH1HHCWcV97OC+/ebL5Uc/+B4WBFaz4+tee0VQgvYQTEVO1Wz1Y+NEKqUIbaZjNxdfJ3Ylc/pDOomNVj2aIzmZbooRKzW+gx8gL4d4D9GKVpXYKbyZsEOzJkIVV9HQSV9yPXCgxCSxhjqYQ5KB/dOYp5MFVicSFAoyHZ5gLhWXc+cjLCzigFhhOwjNxcUlAukkNLN5sEonoVb6Ndpyz5iqDYl111oQcK6LR/G7wsH3JNj+dho1U/Bl0rcMdXI6EMG0wWaddfWxPKE8YjER3u66mwPpTqadqJyv1kQaFENr8RB4T+PQZr37fG83QkFPwebI5+X7VyzZZVMFOuGmCIdDiGSNjUTPkt8F1+K5CaUpmaTYAUY70QIkdCRYE6+FH7T2N1FSZiYopOz92U34yYwNFkt54Ui5Da1fuzJHgjkCk7kJB4WB1iUmZfBgTXYLz7Vp8DHVKCfQ/xlhDI+E7h0eKu2kkTVT2mm+p/m/ZlOscgTsExoFv3PnfvliGdj3kLuIIvV4iCFOVRXSNj/R4leMOD/FUFr2oYSMTcsvChV3j3MEjDE76M5jTqQTHs+awL8bO1jw5h5qhWpMIP0jtCRwLcc0PlEISmdxqZU1/sgD8GFojq/xO6mA8H7ccWbnupSi8oS0Yhw+QlJevhCUCkgNOTeiHa8VnIV2+dsmPsaepQbdbq3KKmRRCoynEgbsvM940ENwLxYAUuSiv53H7/3z/zKhq0YaihpLJujCrWyHeAZgijHM80GEEm8jZHCtLyYYooc5dnm4HUV2bLukNMdSsMfgFHXLeyvzaEla26MZf/3ll+WhTQ1wvnqJg2AkEYviT4SO1qHuiXE3d1AFZBbnJgBCOLEFFtZM/M3Fu5mQBrZ85iFFzmvffDckxBKJyG6Q9BFr0rF+vLyYeJcyQk0RK4r3gWm0XhDK02Koa70AumgwhISWqrmcHs/rBoSIMJdNQemumApGxEQzgrGkXgAnawm0n8hYKv/g93+rvPXay+SWUUXiQ/kxt06maAgtx21c0WwXgiOCRCIBWB7oZpzyBJfHnE6tzlOsnyMscxVAJwH+NqyEzu4hOpOT2yrCGOfM1AuraLRCUTyI+KwjngRSXitAy1qhn+kxM+lT5lULGGJIeaZ5hdIF+Zw0CIBTdGsVkqwH2JyBTBuPmB9oM1hjeNasf/DrD8u1F15IRYyWjOdJP3y6jAcAbpnNDhsyO8S1knEB3vqJW/7Od19L0YMVNuuen83n+wj6p3QN/zUbcf3MuZ9nOW/ECkqXuDexcunJxhCSlQJWeta6MRfuVPcMeLS39mOFcfYMdNpFOtYIscEOJN8srfFamuwGbsYHih2Xyw3LHqxAKzqeo9S3EfwWPHilSQQ0CbGAd2DAax4pdLPxJC1YFmsStIzrnFSAuusNj+Ha1Ey5ffMWWSCXoVcOZ/MmYO9JjJKHZbDtfAd2xxsC7xgih+D7GBo/Q1meWesO7/TRmowl8QzomNSas5MO4qy75a8/flZOUVK62aF91s8UL+bOc5hw5gzMcsYMzZKtdrE5svM+cJMMxST+haH4TaK4sVaUpI1YbLvYrAKB/h3bBcAWXFXBZhOR9WvlSecKU72X6pEhHIUHNC49GhfNnIB83SSsI0qbijRhnBgv91tMwbCVZhGUbvQBuvBmPBSknXnahgkc35JpBaFjSBv19FjeY66wT7XqeS2EzpAD3AgetGwRwreoZe4m3mE3Gj6FUFiAP2hIg59Ql6I+EtfBJErbsbF5ieaplQoYcDyEReLh9GB2D3ZwFngH2pwJrgB4F+zRn70cYTo70lsWV2hiiruGZ0tqjQ0uaEfPHzYL3eUnu1hAWoDl+AUXpiZg8nYod1e7CYJeo92+blU7gqqXmJvBXQrGStcgSFNAML8eBPIBKUG6IR42b2wpolBEigOQk4v3VenRcjCfz/H4hlZeKwTVZNYfS1R2NU9dqp/xzDTVZb4iw0aospExvuQY8pD/7c8/KH/z1x+V//g/fKu89VsvJfHWR4sgp6H2+vYVoSkFcOmGhTiAlQ0m3LczRy1NcsFPO4JcJjjCYtzBPetEsLi7StERCkpBwmwg4CasjlaszWME6PEWrjjEr3WkEBQ/ITrujbWA1aBFarqPl6ERE3rbsLIUXKn2geDFj4pCS0GlZjxVBnFd6VGK9bRBx6TL0+NlbnoisEqFEt+7Qt9Bvsmu7WnZIsbmBkAPbuEoLqVhjnS4ATA22u2mFNCkjm4sl/tYNeyZJoXnEvfbOcbSNWO23WxA7mBlex6LXouun0LcTjjCVLo+haFOoHMdfTvYd/OMllPCQnhM5su2ka+b1CI8FTbpUyq7e4iV6WAKAn4fQIt6PCrv9KuErkytkYSEDR/n/ngGwC/pTKGdCs8jhE8UD0M+XF6gDd98uXHlWnn1pVdJK7oM/QhPhU1V3u7Qn4HLVs7vboZPOzihsI0TL09ReraP21xdwtNaI9OEMBS71E2cgHnMetq62Qxjk/UApZxjaaV9BQUCXL5y/ibS2x7Q87H22Ds4QBBLjywH4LmRY/MVFK9CUctRgan1KL2Dd42LxsV0K5ylCf4T5sY7a+gO2PI9FYYcly5hvJDfKg/yG3o7P8cMi1fHyOAH6V7n7qSAvUaMa8izwGWKKYQWz/RTla1HXMTQcX4JlfEI/4NWVJTOy1nLTdlHwCtgcRiGzMviA9cOnH1bxXgsff+3//V/w3RqVULObgGo27gLe8S3TEMxPuDDteCSQ8kYKXviM2MjxoD6FVLROORBSuQcU2tk44RDsLbWV8vTedzv9ae0fVIrtqSTB5lj6aLz1u1XcBXYsCHWJIKFgDGoqp1ZOEJKoecVkxnkms+mK6MZrQB1wQmIc5v5km0Iq5jwwH4fQvIzC+olzkMAr8a3o7jdkF3LPptPIkv30y7tHdQ8GjsKOOH6o4sE5hq7A9ggygC+By9pWVakVcHhPONGgtQIHecI1XWeEHxv2ie9or38mPzL77x4IxsqCm3JKsIxJKSQEbGuSsIRpf6GuFl7uFFiR9vrHpmwaw/PHEuBMjJ+ZNOKfryANmK+XcR1rShxzWcE9V3TKbXa589XSV2H2S/yNd2ljCYH1rpXkrNEnmeSjmO9PfoIQoeNIThAy29jSgokKIv3EqQHhs7f3VN3Nm1qbGgkjMd3xC1LgQ64H/Mv60OIHCIohYHPSIyJFz5zH4GlFb2NZ7G5sl8+JYviKXhrhcEvWenB87XsL3grHkSYP1AzpupMGRTJb+6i4LTvRXMLVRkTUxykxnGz7MC3oCxWH39Bnuw2txNCgG7cADQFzfO6k9GBEWBHbbMzhIBUaXxaPFeIsCZeG+vzs2gbfsWL8F4lKJ8IZ5WQuZWhHaDtF2yP98brr5UffP8t3kGAM28x18o8fFqqhfw+q2yTBskcAXAoyHVCUOTdarkijPqnpzm6pa/cXdorv7xD4xIeC9dAK6TBcJ/WmY2MD9g30Mp2U+YcvrXK6xScdlJC2YEVmn6mvCe/yQ+wDsLLNShghC3AvLjEnUZDhBAwNyMl4ShpCINJy126yamTWMtVySqRHAPeATYOZ+grVh9/KKjM+EgeJrfKK+lCFng7B5SQ/wgbpJstGauVWpVM5Sk+5X2f15AX4kYPTVxlc5IbxIUl1ES7gYOebt2s2wZmJqy3bpEKpEVofG8TS2l7nxgIr62jDOEy0S4Eh7uqdgMymIsaz6IGYYZBtDp8BMG0s0u4WZYYdGPvGWkb3KubiLZv9nzncw48Yr9xklK2bhh7CavSwpE5ms1OgaQ/u/OAzi4sgQl7IpxBXLnrHEFgwFhik0nNrzKr3niRMUcBo2UL6XE7JY24abKGYyhkHUML7ADNECBzn4HbQdY3iCXNABr5MA8ExKtTCFiLxt37HIXKlGwB5bMdzq7TnieigDbw7WaRiNXCkHi4A0ZR6ykg1YqiBTsQd8j65GfPz8v/+D//G+qZ3yv/6h//PeJUV5kXc+c/rxAf69F68ZJ4DHEoNJNCYv0w8zUMoCWY9aN8jkl7caPNeOoRjLO3u0mxAGvGjWqlZvWMqikJXq3RBAwVXkfENwsJ9NZuy0Q8KbCBnmN5nWNiGY+DylgHxCRRuqnivJiPKkfyTW27ChUt3Iol7krcIEirMN0eNK4GgfFikJWSQ8+H8RTBxIT5zIB5CJcbVcyhAeZ4bD6kypF7d6AlrfUZrGN6SGDdwuTEPY89hAa88S/P5vsIWZP2nWHNQdR9wtMZmSLxmHJJKme2OcmwjzhhC3g5IMdvaeFpWaXBsiWacAsblAgILGiTms25O8e1NhND1xAqSR6lUIiVyXOZTWjC37x7sZZ8wN2qpyogmVnwDcmwfuCCQDHR2hhuO5txfaNjrJdVBMyuC7hBBGLd8FiMLPCg6Gwheb2ZmF+HhgqC/YS8P9vKLT15UvoPhso2m2sb8MMqOanWp5tInQbb4FMFZey/BYuxiyYRnl9lB3xDK9UbQlXCG9m7cBnMwRCUihPQRwYopFJCK1K45DPhbfzYQ930xFR20qgH42XjFGVVLzEFEEQaazlFeErrspBCzdQ9Sc+Ec2GgZRgFw58aZW4AZlebv71BmDtfv1OFte/wnuPzA6SzBtOnHCdNxXldjx2BmqEzhW2qAKEzhWrmwQDtvN/0T//lf3XOURu4lZqcDAbiJHIFo8N7Kpvumbt5EruMYbeUIeJtfu6xoYur62WT7yuIMmOIEac0wsPVC8dWgtHNe0ulBQthF4tgnZ593RDh91+Yw0VEcJ52lfe/Xkzawwnuk0cl6FYbKxCkAkGYKBwFhlUCfqZGd2OAtXOXE2RR/GvAXwGW8ksQJvkKLIWkJr1WYcoImV8H7bO0nO1Qs0PA3PrjNohPODiexID8wYIkBYdHmIQsA/fCsLrbvtadkfi0LqRyhWjmLFJClBJm/XGDwc86EUQvzA2Vf/Ev/5AUpyEIiedBZDKD8R5nnFW5oLzm2Vhh/pnSNZ/Fj4LWqodzLSsD13bAYR0e53rGa/v7dfRzhgyZAkmeZixDYAQ6OSCLmBQHnZ2y8QC0YQbmJhqdq7eIdAhFUW0al8pHYm5GESk3dclVLHAFpCNs+S7rtVoFHok1YLJb5sj8NEjqhoZwBAfcpPBQGEqYySgA9h7epssZ/GLxb2DVzXN65TZC1zLbHuekYsUl3djAdVRhMZIgSRMF1jjK0b3tbMDt40Ofn3WWSarBNt0QQfnvE+JZIo2MQBI72Qgb5qGykJHWKT6w25BJ/eYIO54MqwspI+mS21DCclTejGXPiwhK4RY6kL6YjHgkfSDPtOPVGYpOuvJM+A7w0k3BRgcbLfJbP/nCb77yEuGAC3gzdmV8KZf3QAgin9ciBgEEn0FpwFkhA96gS9u5ne88T07p/313ofziyVY5RhhKTfmafARP5/gSiNru+Cq60Bt0buwOUgbv0qpzz9fyi68G/+LIMJCbOG6Yxp3mt3IBNmLOCFBKbptI3G/BZT8LsTGm4/KPIQle1ddZj/zC37zrOuwH6pimX6kQtCSrlSk9wWvcpzCGgCJj6kkI/I3SUDBqoAh7n8HAoV3H9pu67ekHwfMqD4gT8cQdwN2UKslKSzMKAWbYgf5ah4ewFEHghkcZ4pr5sa2QnhM0t8LAgLTCwNgEtBPCj/vVRFWNzJwJA3weJDK9J1qIWeiS+fmxUpwa8K+/msfvIb+Pe48pnnyBDSIb2o7Sg3CYgPkB1qqn2w2AvO1oQFORLEuDJHQxAWILC1QoHR5tQ1zETEQkcxMsjZIjkRxNx0rVDEfu1kFMXRBjG7udWhzuYLXrHoL9A5h0mdxEhZuut5aTOlyl0MFmlmlQVrsoRLSSRbZWgK/3YDgvrSe/YrC7ulhAw7kK0RBdFZK5GSSoIY8Y86snC+W/++//p/Ljf/gH5Xvf/S4fsxKx7f8i7+Iyz1TkOe8QPTD1WekSzmct5MVoeWp5a/QxNNVS7XT3prKAxg3uZOpqddIWTMGmnNRSOSWupcV83oJVufWcsIMdjeyiJEFBE4zbhMsQKw/F1WXs1tAERKmrLV2oHLSizwzyIci0pkN3uqDMWeI0d1WCVIDGYnJ9/NQ4qNjTYlY4E0dGALlxtcPcj8CJh2V5zvUev08QWOcINIVkmyTLGDY43gP8NqEYHhkvV8anyO+8j7veVF564TonIC5gAR6Vv3n/l6Evrdk+4rWDA3gnAKK76ZDYOoUSpJqt8pze1kE6bBP747X8ZjqVPKB75nEEjb6kgD1rl9bMz5PJvfydlTAf+WcfF9mO8d19Q4RCSI+DplVeVTHKc6weGDVjIWps5Dhd3mxlracqJBap223NNDqHtfMPwt5qOekOUgydOV4zR4E0c4JhE/HL/rHTcr19hEo2+M3SSejaXFs3YODo0DmIhm60V+taInAb61Co8kFNt4EGwHWbcIcP9CLt1u7hY/JTNWRctfxzXsY5V/nwYIOWh8vlGGVqWzS+HSEkjIBSaNBXKhaFknZWYoj1TZ6FEmLNjqm5pAK3cY8hoW55FHl1xrOkteyXQB/SGkzMvVVWaHhYdCAv2fM26U8qFr5jbL0NJabskqe10wFzlHN2/vl7D+WzD6xbP7t7r1y5ep3uLmOk72yyOUDvPrTlc/IRQQUlQECEh0rKfI+XMAi/IwKgIt/neTxYYelvJsBrnuZMxIOYZSQuJt1Cxr+xhNcvT6SMcZ2RjqjzHuprLrcuT5ZPH86jxWljj9bT5d4A4XbVMT6Y9AeeWWNeuD+4lQrmxMrceOE5CqdYJxJ3PgN5mR9BeExqvNEgwOThI+Zok1jPBj8gfqpm5VYGFGkIAb6oJaSAUfhXpcCgjC0tJbWA180A+wDGFrFkJ0H0HjJmydpFmzK5TeBwNWldMW4zzIkEAnmENgDaKgnDkHDWE6gKyAq1rKN+WVA6ORHBWhvjOhndHAhB60WXuRkrqY06YC1A4bW2voY1T9iEXMwWrPU20olkHBVHWpJNjJR9dn89v6cLpLnWZhDVgRWtVWb5XBvCUSELu0ZAaDnushuMMUfiMaQMPAHjxWdYBeY3QmTOUwKugtLfrMblAWgFZZvCGAvxnOoWlcwxu7ve76bhHjfbgJkjWrDscHsReO5q77tm54lG6J3mLB0E8ezla7EAFQZWzOyTz/mnf/kTqr4Ym3nIzEMI1NnZ6XgrQ8PDUh+dkB7DEPQqXNunXBbFAvwOEHBuXiiEna6bOXuEB9rpe2pFEMPzOUoRBS4dwbGMhZBj/lsYGdZ0d7Dh0oPwnSK8ZMWaFUW1rRjLZy6iWFwrjMww0RLDiAItwJ5nmiRtDl1NAEeig98eLHeWHyVZx0KI+HyFAXPMj5s+tLa7+R3OaNrDAgaOq3xdy9qTCbbo0XAMc+RHHPCsSp2Oy7x4uM+XR1QMekBurrlpqqVXN9qIQ/OlehCgz608EYFJ265e4vFNh+vlxghdeZjwBnDCroDuTUtCLDJeZQlpjTWBnwhL3kxvBcZzVsaylR5WDnk2FivjJAW8H2AvD2jV5+C9rMK5O3PkFl7rNk1xdgnN7CsgGXcUfNuXAVQF5lkz/xg2EwDi45ANSdfiDrn2rPxsb9vWp+t7NJD9lNZhPWXu6lxZXVlJuoaE7A6uZqgMLzAdwMsidAUHkHR8HsBCeIoLrX9XIFjBoTvm3NElOUJ0jTzK3/2dH9AwA3cKLb75fK2MsRP++ks3yqf/15+xQ4mFB0FqpSSlAWLxaMpe4mpu+Suoa/yvdiEyZGD6wgEWQNxsxrQaQCHrrr0M3GQdNfPTNVAASqTgDKFJ+39CABJP3A8JVGjJCCzE6hW1t6b8MVaBTCCiOxCuu8SDtKwTdxPwjsmcQ+QQk26BRKdwCKIZO/0ZFQi6w4Qbelp2y60Xr5f/5D/9V3QLAoESOs81rqmQZ1TREJj6F5/6y7d5pUPiCywStar4ALlOHBJKaEGBAYXxmb8hMOJY66QIdWIptQ8ely5aSUnoauNTiUUBipV9xpG7xvhI78NqR+gzhrFb0ykO8TzkX4WiFGdsUeY8IhXIsIAsLiy0EU4p9zQ/LZVQWIYq16TRQPzSkla+wtjMAmNf5rtpUVifvU84Y4t0INvprbMzbvqZDZW7ekcDe4sE/s6PflR+/cGHZWD8EjRzUN59/2O+e5HbypJNoSINs8xNTpeNreUyNzFUrl2aToxZRniKpXn/4WM6xrh+rRe+o5LndSs77QpbrbTUzEeadMJI3sNcAPcx1vMRnJQuTry2vdrg8FiZHqbcEHe3HZwmdQZ4yDpZ8wUK9Q4cUpRKIyrkKFoUqTZUUMtztOzxYiO0NAR0/CKM+GLu9FaUo5se8mGeI2qgU6gfQcfYmJwTCgt0o5tbR1jS20gt25FFWELXXvK5QkPab8cwURFA/vAB3Ms8TOYXP96jFWs+svdqhfpchSiLYX7EvQm1ra5xFtXlmfIyvROtdFrdpIoIwf8cZWrcV5L1Er6aKIZaQr+MJ40JLzdgNX4YOaGlnADLvTvQhgaJ9K3FmHnzHdiLe/EQFykt/ujXUdzHjLeNMbSA0hqf4ESB6Uu0fyMVS55kXNMPXYNyxabLUrExTMNUWvgJL3SNXf5jzLy4JsvPniWdho+rucoggDmD+IqxAgQB4Wv+Zcj6OgFcAKhw4P9YY7rGcQ1dEIiy6sf6bgPkHTCk9ZctCCPWR19B2lTR1NPzZNxlPFbzsK0ukyqMFIjGlrSQzGnksQTkt6NZFFg+V0S7q2cqj0joZPzk2QEkhY/36YJt497vAxxBYkMCy6QMlEMLFeDMqA0G7iEX1CbFFsifYGVoIQFBGNvGvwPEND2znNplYpXfvgSs8NEV9gfbD2BDTGi/1oPNco329D969Ub53ss3OFCMI2pfvo3V4718ieub+BBrqkRYBYtrzk+9Kc/I5o8wl8AFPHOPXcy94sYvRHgDT1vbqXwOyFu0g3pyU5EOzeIJolHwAo1yxn2HwMWORaR/w0EqHTYCgB18AGGjzOzmxFkz+9TkH7KNbKWTIRGzAHICJoA5ghm11hUJzk+6MVwAKoIrkML7/ME0zTd0c8cWW9ZvbxmX5Pv2k7x2++V0fR8cHUVQ9rJTzW8Sun/68/dyHtLDR/PlKZ3iHUokGrNqRnmajTFK/G8Ya/jW9Vk6ET0vyxw0tUSX8scPHwAvek/yufmXWjUqQpnOlCWjCDIoN/E+XgqC0NzXUzZ4VtYIS9EVexPGb22jwevARJkYv1rGp+Zo3jGCoiYVizCP6UgME6EaZDXwy7gNHvOZuq4qVosIjhQazAkjPS6/OJH1FeLGShXSenqGGQ4wAhBtzFOrkKNkFb7M0VpzRY8xUcwEYK1ZUGnS3xojloJ2Q/e9CEGP0e3GcuylsUsfYZUc3JXX9JIFdlZK+WMppuW6sSKlK3WKfCNuESzCX4/Hs2xOjjbL+uqzMjk6Qp9Zyp2h7xGeM0o1C4WzWYs0o9WcMSKg6hyVOYGXv5i5dOx/wsQ1qaPFiz+6yKmM8i1ujsEG3R6TDXDCxtYIMQLX04oM8QygZzTh9owi+1F6WqyeavYV+LK0bQxZelURN/5z4NamE10NYlLEUPTrHz56lKoCOxPravAmU1SeOxEtRwkejaLGITbDuwAIgcOCtZzCpCDeHe24tAgTg+SDpCvkECGY8jG7i/OLC4wjGmEaQCCQR2GC6xDdaM8IffceEXfCbSAMoKXo7rK9F0XUGUmcxk0s3k/JGECwQkRXoYX6dPPqbI/lc3vIM7x6aRZB1ULzgK9orYaraMwEhk3OVdbk2tSgWL6MM8qxC0fu7gMqEakAqCVaaPTssnroF7HWwMAUG7SbUHY1LkhE8z+0RS4payQPr417Xp6cKK/evIFgpe4VRaFG68AKMe5qFxohHWzDDN++hHesDhn34qp3SCyM7+P4ibBH1fvaZxvfaQ7TIMDIfHc3U6IbGceNBj6LnFB5iHvaSwy3Fdjb+NRZaHWcspGxh6I6wprvoHbcg7+AQiwqy75szuEuvvNV+OkKaSF6YqJxuVgDfOaV2CNjGpf1Hiu3UhLrHJmR9+7zHYXBHpZhGrMAr00E5TGC8t5XD8srr71Gf8Ht8vEnnxD7IikcdzJBe3CN+kIPm6cLQ0CqprH1jU/gHVHFwxQekUf7yeK8XAy4WuhgBe7xcTbofGRXnz6S9BWQx1QVKYSyM0xMPX0RmdQuDL28vIrFa+HBILvnk8QZ2Yi5yB6IxQ6cdclZAiNUA8J48r+LSUUe94Awlb6FAMaBV9eoPkOwn8OkizSSuQl9Do2QQM5Yp0jsI5u+MJb4lbDciDT1RnwA0mQo8EGUlCJR2z3pVwhT7wED/Cte+Tsw1xCAX3AX68YKAgLlIgzimfANLUeYLoIvVjbvNS7lQL0U4q64XvKkT1RGbMP3uwgrhU0TvSI90oUB8VgUXJxOyhlDi1RuLZvIf45QgzabsDqNxzplSPffuxgbHnNaepbeFtqDb32d9oa+BeE3AcfRsSnSfTrK9tOnZYkyaDeGx1BA5xxOt8Xf93DNu974Tukco/yX9WhcGTtPgxnGd/f+mIH9D4SVliuzs39sPbGdhmORcJPWwxbZ/zborbOuei1CkkEFu0Squ6QV5y5SQ1AGdFiMng1yQDUOdyU+JJF7JMQRLuwuzOc6DUxLXB4hecrPIU0x1hFAathrsyQkIyjXSVc6xlW14aaay5QdU3RCM4yiO22zCq1O02WQPXwfq4+Fik93TT1To5kwwszUOOlMWLKscR/Bq2Zto9yK2xHAtP2igW43gXAtJ7twA5AcpqZCNg56de5qmcZsH8AK3HajK0yP/oPghJ0VBiaCV/JkE4Jysz4E7neuTpff/8Gb5eYVOj5zDlAzz5QYhKGVarPkVLqx4n9+4Dr9qQQutOvrfMl7uDco9Hbv91dggRJxzLxT76v0VhlFoIvJKBQYxTxQMww2VlcRSJ79bDdy58bzAKS10HsIjGMIDh1FKzvuIVZIcyNgDd5wO5Nyhao/REAaC8vmH3NwFs5aHOgFyJChFejhBHzCOVg+KD+CmirqTbT/JsJbt5uwWtnG4re+WAt+B6H84MH9sjA/D50yAQjaZHHL+2w31oLLdu3Kpbiu68TWtabWiMN5wJ09Sz26+BCraw+Bd8TGhjvXtvAyDmmZoUJBV1NhLx42sZZtiLG8uMUxDAhPjIjBsUtlmhLbIdz8bkIUzTSu1e0DmVWx6PZe4CzwEwsCgEtaj2cAfI/hiz3o4pCNsx1yWZ+vPAMH0FKsSQQiaUKDI6MZ03mmWw9zSl0y46WVG4LSz6IYBXCQXPGtt6b5odDTM2FpmVcNOUlb3Ad8rNt2Q1LFlQv6rUKy3qMXYihAOvQeQ1B+tdImuL1YW6UsPst6xbl4wdvYM0XNExPZROVeN4KkAy+9ux4akfTitQ3QC7IPC/SYrlknWnN81tiIUalkuiocXlhUYHxUiApbRGvu1SiIe5zfjO/n4EN5MwAse6lcOsFD2iYNbAhLX+uYED79P6nEItPllOM8lhee4G08LY/uP6C/xEoMLTMRzA11qU2//db3zSohaO6h5tQN41Im1gEReWj7GN18jAuowb1cSK6LyQs4J0kAizy+ioB0EWZQW5JZVqTgcoPG3m5nBI2ePH2EFMf2ZAYiJ6zNwtyaD0HAJIOk7LxwaUqws/tOHBUrtA1zWYTItZYWdmKdupcm6q248CiCCE7mvQdR7sNIWhRnCD6B3oZb1seu7iTHLdyYnC0fPL1PXiPnn9D5Wg2ioHUw5+vZ3DL9zIzNV+nOw5iffPKZEHDSUQ4m4UpEQkSXqIM5NO1vkay8ziFifeXvvvJGuUR39YQqxKbCwk0fXBGFfQePO6Npxts//vvlAEIMzYIHiSKM5cK+denSKnDEQQMP1qfWXE1nUQktFiaDmcbkj4rsHCFxDBP5EM/pMS6jolOh7dF4eYHa7B422jpZa9/QKG66OaasD1jknGy+10xY44xO3K3AX6Gna5q5aE0zD0BAYr9I1QWHMfhbghbPYTR+W4qYM6SBnYJli/DJAYraiikTuRXOrtONHMP7ehEyjha1MSmFmgw8RQeeLeq+tQjnny0k1hbrFAQeEr+SWnV9fYZCIzvzCBgoBdjaIIIUNzbcIliY+IpdquhGtEbTDOOLg8Cgi5QtwzXSoO4Y5gbjwZ7MR4GQK+QgoqBD3ve3mGDqXBUu1uSfIOwP7MVINoeusDjzbtndWKh9AAwr9A/S93FmunRRfusRK8gGYFpj5VazSEPyADNBcECr3GD9vvXhoQnmEMMlc4FV2ERRiYubzMtv54/6l7FRL4Vqg6b8O5s69RbwXHk/ng1ytQpHbroQWt7fuNx47WqTj7YJpz2j4MTjPo7JHuGYl5GhMj0wwkaPtA4NhX5s/FWbca+cdnOOEcdzEMe0DZ7/ib88htmfQ1MaddKDl7xkmhIg4U7XUOkxH0Mr8dEZxxmfnQD7xw+JWZ5yQOIq2Q2UgULD7qLr3VnAskIIaYWKwTWUp3Mzjjk1NU0D5km6B739A9oBmnYBUNndWYb4dKnMzIe3slvUzwE7Q1iXdhcPvzP5lDk6MYjBDierxH2MTw2xQaB10g/TeSaM9ysMF4lNrlGlc0Rk+hiNY0zTzxK7c9VcLikWkcKTRTg62OPH+7QcjUUq8rgXBGsyWzGkYOuQYPieia3mQS6hPdirjkVptv25qQQMJAG4QTVHYq/doxdpsNqKdTA9dQlhvhczvZ+0pVu3XiQGxZkoS8sQeK1m0Kq0dNHYpIyLQeqEg6x9EnuP6ab8xo3Z8sbLL3K6Hwcsca+pNXvUDOsqxdLFcmUxEcwizTZXwyiEac74bsIFPOHjECJrk569IozyQob6TYIyt+Uf5/XtywoErVxNi5SDQkBpRmuMFkI7AVcnCKN98u9WViiFY8NnFNj0UHfcgbBvRhBpjcSyQOi2aZVtYC2wXq3hnGXN5y34gMKjHe6VNiM0EEgJ8AO3bK4xD4y79NP0fBqmlGtfC555uwFhKs4B9GglzDBpPnbssYmtIRY3o6QJSx3927hm0o54/qHfdyNEeuFvhbxHeiBDLi5CJH5Obp8M527pLs06PMvbOHL/8AQpLdPcSwgGa9vNnSpPGFdG4xOHPWeO4qMKxTq0MNAdFPS64ebnHhOq2Kek1BJM5wnw4SXjtbwEBoZ62lpM8KYME4Fo6MvzWfqJ07eTaeCJoR3+oKBVqgpJyUEr0mR8lYU8UnnIeTin+rlxOvlIWlCopOqK+fm6MW/nGOuQUSVjLwWhGxperjGCkd+GTGr+scKUMbHOG8Qp//qdWqPtus6w8jmOoUOcwjfIjBU2cLc9hA366cbAmUYAjZAzqkfnc5ynrq9O3D4lpNuEOBaJf6d3qGlMeaZ078QMjsAkPEcZkjaJjsGPa2vwh2vQy22stw3PZff+A0pq6XGLUHxGytw6OeDO3zBcC8je3tebIdwUmYayZU7Sch8b3U3ff+u3z23MaVwvXahBwC4uz3N2wz2K8wSgm6+lsJuYmBQfQoOpAngGxBCL27rOVryCRaFgfXVtuEnSL7GWp7pMINWzPnzQAABAAElEQVSd58Rn0DC8BACMw7hqBC+GrcAISfgaZHGfv32wcRo3gESgRKM1Z2J5B8Q7R/5cD0y9hkuj9TJAZ5UHT+fpXkNTV6yHFlImdBUlIP/TFXcto2Mj9HdcpbRwjNhhd7l06VL55OOPA2C7pXivmk23QS0jxxhATnqCxM+hZZZfvfbizfK9l15gl9UwAZofabzHzrj1yTnvA9rKvEFKXFGY1UPaPr97l53/LZqCDJUf/qM/LLc4HiNZBSI98HDtrhVLAsIQFo0f35cw+OcCYt5X7/ezerljD7x5XwtSjWyepBr9CJc3VqcWIh6BTUW2JaDFNWJWbWWc3WL7HmpZJQ7HgK7VbAbPp97HzeXk5dT0d2JNq8hUBmlbB47tTL7nJhDPtimv1o2BCZO5t7EihKv/HwBHYdOGojZzwE2KXWDveUbLayvAo6YZxZUEHwrPC5IQhUxKZmUNzMuYsvA55tlSSTIJeGVZ4So15RvAXOvVGHy3XbCgVZsOx8VlMGNdER0w4jlr8qoWJRPlE3NUHV91rWKWByIYicdJj7sw3wEu3Snhhah05iazKvgdx+oXTw30uwAXgchmJvRrbKwbpWl+ZSv0mi47PEN3U29HQal1a1hKoaWgdAimG76JG+58gJ+v0YIVRk6bS0Hi97SsFZjGOSMoeW1cUKtTgadiS3zSL8mk/o/h4WXoLb9dO6/FGV/K+vyudA3E6erFkRFdCFeiOLr4Glg7lNauIx/2+d3Ee70UVg8TwhpgU67T86CMw0Eznna5x8YZ/5NWhCGzZ2qY3ouejUc/GC5QefHczKbBD65HfMsPlV8aBodvmOey/4R45VcPy0kntE761jybe1s2ihHNfOeQ+HUqAlm3Kw0coAPjvU2vv/rauVaSi/Z+aJlJulyOgX1O3SvAtQrGXnNiZZCjHd0tUxKbV7eFRTaAyzBAfG8PF3kVU/vJwjwjYX2hDU0i72B8sYZHxULMTqqTcDIRHiJOZPk7CLzArvf5PoTduESkR7hawE9II0gmk4NjR91Y0ho5ROiNl+vjVB0Q1O+HGd77+E7ZIAZCCDTjaUkpTB31Mpbc5ORUwgL37n4WQayVEmHmNACU1rNEZZNSUyROWdMezOAJij96aa5cvTzHuDp+XHzXE+X6gYmJtx6jKn0lsA8MEbnEvTbKV/e+gmmpt4ZprEKaxKr8vR//wzKG22XcT8UkUfvbiYYAGF54eH379zeE/a33vUc69x/jtFrg7rCGgRCKKkaFXqOiR4I3/ccGCYccArZBTu0yddWD7Fr2ojA9kN4ei2Ajis2Ujg4sm43Hj+kGvV8GiTfx9WzE+BwzChRWW8B6h9QhlYyVFtlhhPm71NLg2+OLPb1Tq8vDoQ6xWA2qO4b0YugE/59nwhzSJX/rGVSFUOnGZG0p9sjv8F0/k/h3ELbr7HBuktfYSZL3CIH7Lo4ctpsQlMOcmLMg8tvCFUSJJy/hy8ff/F2ZkHsCf61zLCas0n1i6G4awtp8i4cCa/NAm2gLZ3qN1koX7mgzsGuhzVkzwtFx/cea9FjGCDWVi+Gd6ZnLWLc2oUBAQiuphoI39Way26yAZI7xTuBNbgoPaLBUd5k5MBspTWEWnGc9xohNQXITqAoC19S4Gq8bdOX7GjYK+7ynwIDh/Epj48R7lBr5PODTgGpBHoBfWL5WoDkQuGFvwnzkbfjGFESbhxirtlH4HC75KDASfhYYOGflnX0iD8H9Jm7WMr1utxCUZyhNN73O8UpjRDGhWM58O41dgIn8IL0po8I/4MR83VOMuO2HCyhpBDaI31hFaUJvSyh8z95yv0SAuh55R0u28brpjVdfPt/AOhibmAB3DkxQFcKzrbqsr5XtMa7duGESkqAx/eLKpWkIcDOIXmPhQ3R9uXLlChp1hx3CFWI+WCWMI8IrEnyywAfYF8QIdYLMv0UWg1fm9gVXNB+/1apaRV4ZCyHnTrsC3lxJKy0UmjJRqwDi/uvTaCvagZ0A3Ocbu2WJM5xNuJWIdBNefPEWwrKVTYKvA+jEcvhU98DDnGKFSYhgIwILaLSiOHZIyH7j9u3yys2bWI64/CC1EybYJDHeOutO0imMP9mkIgQtyCRMWp+tIHju3rkbi6MPQTo+Plje+O4b5Xtv/wCrzRp2CJs1IAbC7A2mzQiM+Rt/A8MQaj6FbKUwLpm/Qfy+p6DU+tSKNM5ionT678GkJ27k8fmp7jgCQAvJlltuwK2AW4XjxKXLdX0mqhNGkBglB6tHjMuebK2UM0ISu+Szag0YyrHbtydnRjVK1YzkXCVs82JlbDMjDiH6HdztU5GIAPGe7DzLMHzLstW0SdNKuiAXxAD36D7WdSpckcvMlxSg5XXGogE1XsLE1Exi27E0GcdL61FG8rvGoQOnC5pkFhJe7su9vJRphJ1loZaIWiOfbjzClTFs1Ot4pq4onHrJ8GhvHQJM9EjgR3r3J3mX5i4Kc+gy4wNH8VNnBpsiyPrgpRkUuOl1fk860kBQ6GpYuFtd66x5HwnZjHDJ5iXzlC+0HL/hK/72angaFV4KSgVpXaf/Bgb8btCSn1nFoqDMZ9yk4SPd1M/EJc/iPhWumx7hd9bfRi/WNmKmHjzWSTqQwh7K4348EehPL3ALmeMpqTblAMEo2vYywQmcPWymCkunbRf9Ju9H0O3QS2ILi2+JjbY9zHoLNwznBK/SFf/F/W4IOtZS1yfdV6tXunaDaZUUsWuXJsr9u59z0B2HETLWEmW8Zyo2aCNKUzoMVpBhwvVf/NN/fP4hrqY6uQlb2cAmkPavtNcSzDhVCXS3ohEVBsZ5EKFYl4NxL7fpxKM8EBlJEo8Gwc1CI1Tznk/zNMnbCVxcMEx22i/+dGH5XCJu3MN7NRZREa5h22mdN9/VrE/tJ6/T/cSFcr8pAmq9aFiIDExiMVrtQxsvmOeFF26Ud999J0+A7phjJRSfbTzHc8hT6gTT2L5sm3icJW7/4Htvc0b4SJjFUj6tF7uw6LKrfSV+FDvPRoDw/CZcim3SkRY4Gvfe/ce0NjssFEyUm5dHy5u/83a5/Z03EfB+A+HK78CKLyvwI1CE6gWwJFaWyZ+84f/AyMtNpG9fDUGZ97zf+751SxLkYXYrX1QGoiUWEcR6yvzMe1VZ6Eq5+aPi22T9WmUeNNWFZdbKuUBdvbVzNYjN+KcorKPlB3gTixC4VVDmvmpJ8LFAZtJW3+hC1uRqEKmQgFEI4LB5Yw6hxC5lgU+I19xZ/gxdaVF5OW+FibTmZ2ZnPOWspI3nlGf2DqLwJ0sfFrDVFFq0zk/Cr9ASNwg1AFnfc3DnBU0KIz7LN8BBbe+HEMcKSikl1qnuWxv3+uwIchClFew5N13WbMM7qeLgPcGuAPNZwtmUqjwXuvDKuoGxOBdH3+CT8XXTkYhl5srl7A2YVpc8RRAZK4l5RhiCPBtVGHOvnplWnKNL/7yHJyR63ASTfvJkFwit+nfjh4kFR7zlh/m+vCBN+9vxInSgp5xnz/q1ElUKmTv4ilXn3Lkb8cHzNVicL5YwbrbhKOfu9xSsJ5zYKmy3MDBWMSCkObuLDRKfHaFGP+lPKhNlCI/zjG7pSSxsGkbZJXxD6FdjIhuLPNlYvApFmNZLmANbHivsGSpCeh86v8q5OKfE2v/NT9+PQeh312keYrSlhhtRpvwnL0Z0fff128SyLU/rKA8eL9AmnvMzMIMTkxPJinY2dww+G2RPg1VrfflbILmZYhPSbRascJHBRJqkKYPkh4cxSu6PMOR9Ed/YwapxEa09rwr8vHIcnu9oWoEKPntE2iaqFYGdBGjnJ4LQWm4m+eyUP6q1Wbz9Ggepr+3DvTUf8unThVhLSTRlrtZxuwOc+A1WdN0csvxtkzLOtfLi6HT5ne//NpP3GIwacjBQb7wvCe0gSMa2/VQbGzeiSMaXmR7yrDsP74fIJnqbyq1Lo+VFSjeHOLpiEFd7eAZrhzK3erKjMSfTpIhjQe1+H/Jm/Y7PD7gI1QsYrm8YKxxe35MiIMOLP7zJlzIh/4KDXPxR3VPcGAjP0j4tAcMKJxCQO4nG+0yFkLhUHOlyjfu8ysaWAuLK1WvgtTXNlz0uA7aAYJnlMRYX8/704884pXKTWRNXAq2VAZkDeHI33Lm7quw4S8B+n+8pvJhSGFQXPK4QX9blboXBFEpWkzxbWisLzMWdygHK0sbY9GniPOY8C8ERUDGmgX5Gq+vm3ygRnhG/guc4j5qCgyAA7tKZmQ/GGG1Xd2gWBe/bjFqXxaoN2B9aIe5MLNFdaTt7uyb5w+NVFT4JG6AA3CgT8JIoRhFMx2vG81KwKCy9P5c4yn91xjk6lr972Ny5ifdizqafJLbJGH7NoTQKEtCBn+QP8zL9TAEqPOW3CCixoYDkPwWnOY9e8p5ziUXqZ7x2TppKho4uEPLNe35L3OXbCj2e4X91btJatTKdgz+uNhYxr3OCJpYnIo15u7Elj5IeRmrYOrHxVTZ8jeS6F9GH8TFE/NJmJR6PkbxTnuVex56hI4pkNkn1egadaRGeswnkvohrjuJjdBWlP9JkA86u7xiBfImw2QHx77/+9Z2kAI5xpMo2Zw1tmZlzsaKL7WRWwFrmZmfO7QDTizB58PARAdh2ArH1JDbzrI5CbBBRGMJ0A1xY4ligI66BpqqaRRa1K7JpQA1BKaQiKHlQHsqEdRUEbgQm3xIXbTyzsXuldSXTCESRBx5hEGMedO5xFES8QXOZQiQzUJblJpFJtOmgjXVjja6Z99sE72/feql8+eXXcdMrQpkXc5NxPYzsCKtPpLZj0i+xQ2fp2w9/63XSiCawpWmrxrhuejjXbnIKJc64rRIYc3C9sSBZ5zYZAJ98fp/OPdRWM+YwB9dfm+yjQoQSTs+vRsl0QwBnJkWT3zXEhkkTljrlMQhJ64hr4F5FcgbM7fKikJMAw3TAzqtBoBGuAiNXZcIIRW/79r3RssKKe5FGERrAGWkY5lBpKRh0v1V2Z8DP367TLIYce8B7G+sbCKnFMjk1U4aIpVm/3InQ0F2C/ZUAPOOsPHr4sDyGnhoXnwA3BCcKBo7O1FRk1YJkgZoNF3PR1bYhbvJreXuTtLWF+ce48vTZHBgtUxzQ1camiE0ioCSeLVYR2NBiYuDMoXFZ7ePVYBQbtcg4mQNKwPkoGI9IW0pdN+t1/kKyCm9eaUhgPLThyXRR15kTBBWK/MfN2dyCXBNzBGGBmzHwuJUZCbBgBf3tCYn5GvNA8IrXi0t61uJPWEOC5P+siV+XCWvNzM1lHRYqZD3ALHFw75O3fB88aFQ4tpZVNnn42PtVBPKq3pZw8pLH4jLz3Vyuh3sdUp6W5r3yfV7nNx/6uTirdOl6/BChpvQG/vJIbhHWzMnh/ShxS+6zfj39Xxko8Uq+I69uKTDJ61WJdGIUjeKKD+O9CA53vH2OtGsz6R0CjRYFbNm+cAcPNpktdbPQfQYzK1JW7AYqtBfhT4YCLF3GkHlf4El/9nCRMAopaBRBXBu9REx7lXO/yMU1DiqcmGvW0TfQz2ZOdwScCBAxMrgudhfxKM/+UMv6QE3cmUszmPot5SlxyH3dESagJVcJQwA1cUTsc8FWAZ4V5lnAS8QqdGUUBBvfU9AIVJGaNBaeLxpaiHP0YIbbvQfKgYixs7ncyJH2jaH5XeM9Bn17OUJii0TeNoU+8T979KnFF4lHmG/pPBs7o8YwhbziHW+dkr7tss2ch+nu8vZvvZXD03rYeVQgH+B6K6QNtMvIWmA15kEIQIJk3l6WOb734QepKe3FLR8hVjkxAGPhF/VyOuMgArJHBeQZ1s6PxPcuIt6txEPb+KEdNWNhFTE3u/mkiQLP1KqqGhIwVKj64ptLOCqAolwkpm/Bu6ZHsG7u+eYC8b7v/RJwYrF8R1dT/Cacob8M4eQ91hv8IyRjBfG3VU8rdFs6IF9xZu4qTGBsljmjmJJTy8Pi6iBg33nnHaYLy/G4CF5wpzujF+PmjhaAIodZMacq+CTcR0+eQkcbbAx3latXb7CZxOYYlpzxwGzsMIb6wfXr6kNtWB0qABmJEAh40cpzzrpfpq1UKx0GS9qOZ8FQggj6YAcEGUzHfdb3ynyupbtvOJttMr/03UryvYo/3of3CFS/w3eN8RqqSP9O1hL6hD6YDpfrrwyuGPYKvnjd+O3KHcdEb68IQukt9xKPQ4D3sjF566Xb2aAMnmF67xPlfkshCIFG+EHW9TPW5iaQ92hZCi8v7/e7sUJ5nU5ffBSLNQ8VZtWQ8f68VnCyFlcuPL3EqWMIF4ARWtUrqcaT32NM2Y2VJHeU2/JsiMD+mD7vCE9Goei5PgAkCnuV+OXK8hLzhQ6Pdjivq5eeEJwP5DNYg12o9DT4FTlk2tnaIWlF9Bm1t671+37u05yz6VutZhdgKNgJrAPY/vJn75YtNi6le0bjOBDypoeGOfaD/qSkjmkMNq4mMtc54O8iqRdAS1hKXhduCowWmikUKnzNX5Mwl8hcHyYxNr36MIMVsLrdxp902c2Fc4NI4khMg/Gcs8D2ErABpIiKoBG5LASIGri1GUVbh0IM4od41HgBNQJaDebzxKXjxyTnc+uvpQGfoyCs77N85mJno04YzsRpBR0vkspiV+0DYnDXOF729k0ONdMixZKxyYadtQdI1xAWdWBBriZUKIEJxjXw/+jZ0/Ll/S8yb/tVjmFxDHkGC8cLDIB4rdwe2qz00+G5H804APx6UT5q8uy+ssZT7mnvolckR/6e4kKoNDyDJK3zEZbqjvR8zFRgLtZZ4zCVSQSGQlSYAFj/DYqlZbMVFCCh2OBBQpPAFfjChptdCwQvzJJChKXnaZMKSnsDJsaGpQkwuRmB4o4v97iBZX7s9DRpRAixXvJtbfjsbGQML928+5Sj2oAih3/xDOnAJhwRvIypG79IStLjhSWY5LRMMd7szCxGNjhVGDKaRK8gM7/QjRvnrkCFHPKaQaIYLVhwnpUW/J5J9WwyseG0RzyTXYAIOpWsca8DQgpHMK3FDP008m1TOSvwwYkSPXTJTuuyecI8Y3p8MnEsppL5u0yFhT+VLqswQvRGIdjZx03DnM/ivECP96osoqyEEZNVJAqXJNVfvBYvrjM/3IeHCR1Qknv5KuGPq0YDQDDw431femmxOY6CUlLQomyXP319Ma4ZCwoPb/DePBe8qpBDDxmJjysKvzFspH8/1zX+9uX3vdLXQd7Emm3kOws/aVVuETW77DzL+24gGufX+jWW74at7dsiVHmI3s0um2freGZbmyStE8M2POTBhmM2c3FEYKuI04jTgs5RFiSsPYdmHq5zsFvphncIx3EPfh9zZ57g33XsUJL60QcfgDO9HOZO1gLURuiN+nb41upELVybpwjdpsHxKZqIuyN1ARXebizcxSu8LM1zl1IrU+Ggq9xF41ErdlYRiDZi1YJrAN34h8AwVccuOxlP4IJ4NYiAU8Jr5aFseCALRjh1I2Ds/NNwWwSylpXE7I4f9BVGlsFiZYVItRgUfOwWkijugUh+rguTM3+4J2wLUHsQ4h77usNurut67RXOKLkEk7tO1rgL42t9KuwlBt1RrRenrqZvYl1atvZivPfll+XrB1+XAZ7bTT1UPzvsJtN2e28z3YGYe6+Ckxja4FAPcyMfEaVjErHjWR7F6oAnYNHyaDX5mLxV3Ajnm2MUEKbCtZXGBVkFcPsGN8DvN13187/9TBhrGecdYMEQDGVSLQKL91vgIElBq9N+kmmqy2adykkh5W/hmPPFFa5YC+jxjHmIRXZA+d3Tp/MwcFuZvXIzhOf52266iDMFkspP6/FnaHDdZT0RFkWayHb56v4Dcgvbygs3bqGEh5iJAo8HYw0q+oNrZR/MKI06HwWmCzF+G5pgTcnd1N10vtCdGzAbxJilKzne3WdhaJ/LQ87qtqN3F5uR5zBFSxv9IYU/sPDAuk6e3UcsrQuvoIoXD6hbKp98ea/MUqkxNzFLpgVzZBpx/0Goc659K7VK+Yi5xk5R2BEbqJYqv10DgOWrEZANi1J6jafD+14aBN4TIcl38h7/SIeQJOlO3eXlV18FZvX4FD+XJwxTWdrpSaoaJMJfXqzCAuuJ42vZkK78AyaN7fMXP+KbgfMaA8bfsRrlNd7ObIQGbzMfvUKvtPbzt/gJJUn/yg3+YdqGS6KE8UqVlJ5k2qUisrVexuHJLMjvp3O51qfS+EImHKOgdbXNxd4ho8IO7nvEj2dGR4lhcsidQhocu5Mur9ozYJ+0iyPyplc4FfYZSvJIl9xccOjXtobKlcdfPCA09NAF4CELnarYGvw1AE8aQ9/Fe+LLpWni8hwhOZIxcWW/EZbCQGLk8osJCKMVU8rHQl2YzObOlBs/Hk/qWdPNCdT63SpME8Tle+6cKjTNw4prwdh+15hMzuAAKHbq0aURE2pgrVnH1MKQUZMaARF4qYFFqoARGVoACqEdhLLaRYKR6MxndCnC8oRUlf3t3SS4vv3W2xexEubDvVbe+H3bfUkgWR9riJK4IDRsBpoJb5Y7JIjLhBL7MLtzA3zexveshuhgzu242gN9bWg+rEcscQ/LMnVCV9tkYS3JwFOdyBw9p8hYJC1jOEZhIK+FeYrzudffhhMU3A23jxUpT1x6CIW/skgtgIpoVw2cuKNuuskAih0uhEALSqPZhFAs7GYI7wAXd5fcznMOgusZnSiHNCaJ2wHzCguFnkQmHtyd1GLAV+V/rU6Fped477DJsliu37jJo5rJq6X8j/UpzFLpgiDRxZl/xmFaj56Wn/z0Pe59pUxMz4QYsxZnybRkPr/nrINP4BEhyffrbwWOeNIKI8UI4eeGk0cZ76DsFEM9hEsU7ipOD4WDOKETkptJc/Msa49AOIJhQAY4x60FiMPEWh/OP+Tk0Z5yDYt2gAA/UGdO5jwel/tPn5RPH3xdZidnyuz4eLwhaVBFgOFd6QzaTGdu5qxQVIkLB+ehtet6WMTFZ1hx3Oc63XRUaJpPWoWnt4EzAcL1DW/y2u84jvwzOztTPOEyihxYdLKh6HrsZyCZeK981UVtddPhZvnf/+3fMCeO05idDT8bk7956xYW/SJHUvelQi3n2lwoKmOgWuVVLjp2lQfCxashKBU4PCrzzKNdIzg3BGElVebn/VBWqNP7QXrFO4rceYKPuPR8YA6j42VMvqcHZM7pk0ePUYRHxK03oMFjslDGsvFjU5EUTzCiHZgYLG71Hny2sddeHtHz9hiXW2geUS312a9+HYHtZpJhE+EESWVuKmWBJGb8RkJYk7PXMJyYKKvTLI6QgNmjXVhFzHG/yOVguqe9EFDcwrpkhkJzISSMZbkYXfB64b5jEbF8mMySLqQzs0m8TwghID39MbEJnun4Jqj3gLAdktdDOExYBlOQuUiFejaEspA6JwVnA3GWwqlBdXll5F3qmJsBrCWKt196Cbfe3VGWD3PpWpozCXYj+Fg0wq4K4+TXQbia6c/JCf34049B9gmKoebGdSK8tK7a0ci9CkHm3o+WH+ds7YHB+ltXwriIAsxT7LQSWxWKXiFEkOZvGMlmCG0ISjQEcPALrgiLzHAGFqxEVBUW8wMdyXnlmfwvEEJwEmD+ZtbCQGFu+zARLoGma7ntp9y93ubYYBLFbQyQmKXaFoFyjJvZNj1LtPtKOcQi9LiNCCd+i4ckqCeNCPeR9ZvqoeBMl3Fw/4ya/B5i28MQsHjt7BzIXFV89qc05edP/vSvqLqhhySHMGlRm0BsL0KFiriowtD3catkGO/hRwUswxzYho/X6+vEyXmm8HLX3TVruNjr0MPxrCrqYC5D/XSIMdYdWKPQtHQZUFzPsqE2jSczRFy4zbgXzHdI8vwnhAs+/+orKrfGaQh8pYx0DgKv8/IhfQ7f+/STcnVqqrwwexnFgRBmdil5ZP5a7xY2GMJwba4psTTglPukVXCroKtKCPixQPnHdWcz5wIGYV7vB6nhS+YsDrwaglNBZcHC6995PVVwGh7pYQlMDAUooCxB7GraKANt++WdT76kA9NnVGERcmBchbkx7nZCJ6cE+gxRvfbqd8oCxwlL/bOXxdN+mZu7goxoQQHpWRpeqbQmf4CYCznBWEGU5ItA5RNtHybNWCo/P+ReP+PH3yp/Ye77yqDGRilAQ8BzXz6v3+GmxDXvgZd5vJhecKsgVlmPYbRMcVpDjCfuc/PR2IQ19KvUb7fTx/STh0ucCntGqiN53oTMspnGbVUoXyhj5wh+6uW8K/03KShDoHzipEy98eFe30ZU3rh4TyusE0uyG+GltSQA1OzGQQzqb5CIrp4WUQaQ3bRxbN2fLYKk3l9TKnQh2NZHEJilL1NXAUAqBvGjBOcVaoyr5SqR6HoFwM7lYlJaFnEveYYEqhW1SUjAVJ/Xca/dkErzWZ5rOVWSnSUk5tYgOM3+XDC96zO4//Dh12Wexq7GUjo60coI9VT1cKPWYS+HQelu9+NiD7JJM0RJ1sgQKQ0KSIhKIrUsT0bQSlYgSiq1yok8P5hFG9aMAntFWiqo26a7lLxKfms1JATB9ByvQTwym1eaBlxMPRBh7SogBUE3AuOQTabd5wtlh7jyCTuKfU07KDJiQ+z2OxfdbxWclmJac/GucZ2zPuJ1V1+i6w65gSwgigWYCOdjN3a4X0vjhIB86vKBm5sZJtrbW3QNK1XmOj3rRmhyiBc4Fq44SeXrh4s04eCcHojY3MkIE3ELHkFJ4p+6W1pmZl6c8DwtLfPt9DL0FmUwNyBkeIXiOQIeTQM9kodH9dgxsD4jbNMpDHmuyrUHYdqD4pnm7KCpHnoRGLPmP2nX58oU0oSvrDvHL2JOzeXde5+WJ/OLIpGek5fK50+fxHt589btcmlojGdjCYIDZpGEbJt8aMXG5XRdAFpYGzJo0FtKeblHHlHRq9iPpHnoVxVZv1HH5EuxznjTlxlDlLupiH0RvlKpTGLlfpcSWKYJrVwIHtajEhlsfk4OL8encNLjvcfz5d78fPnw3l3mBU0Kd2C0hwLqt88qXsYuhorn6axTyiwv69F1cTqj9fT//I/+Gff1MW8EHDjQiNmQtgi56CmiZxBSrpgfaDy/EYROXkEa/uV51VrmDeYnvlWCXlqt2eD1I+7zv8BNA473fv7eLyNoNwih2U1saGiI357WuVmmhmkqwt+oCKamcPbp8AFhJT1fT5b82Vf3y4cf32Ue0EhG1zhx0k6RL0TE8xrFfuoauZrGZ677SS6FkAQFSglkcuypALwY4OKWb35pzhuz1LpMtyAmFY0gYnimLbfMYepQSPKe2ltrlKwAAEKBOuavCbpetf4bsuRzYRWLj2eHaPiuRxk4tpea1Tk5ptpDyxdazNnk6/SaM3l6iqTj67gjdm3n5gjPc6wFhZXg8EfhIzIdllsYA0HBf4eURt79/BOAuolgRKDA4OcQrzAxDtrB97rQuqZQDfSRDwnBDNLqa0Ch2cP9dJeRMW20IDOrhaHazB8ISS4hyhyszvMUdCZQa+m2oq3dDVYgpukIc9PSMOarwJT4k4YELLWiqrUvjlyDxMZmG3FDYzjbHC1xsrwGDSJsEAghPCi4JUK5xrgiJGA245LuVGpZehk7YiJlv53k8su3ymk3SfZM3Dic8E8jDfB7StKwx3MkYV2LUGHL89zoMTZt5VY34QfrmYeGx1gLQguaufNgiRQjDgHR2kUL7mPxN5Qdo4RYt1mDml+3HsphfeCBde4ztrXe1qZbDtjbP4gSw5WmWa4pRV7ZbDC5Hfj28d4INDqCdTsuE2t5yh6sBTQxLli/+Kk79mAJ+PsepMV6FGQwL3hNUjxreIaL/xOsyhWU/uzcXHnzBc5qZ3Jat1Z4WaFzyPxMT7HOXQGpIJAJdb8VTNKv3dilh2p28Rs6dvNS4RlFyHOTdA/MFaaNSzxIW+LcxjBJAeLjxAVhoFs0hL5yZRaaY22hb7yd89UyTlf7DtuZMYfnGEPvf363/OzdX1I80A+vAg/ittt4fTa/NlSh0QTFEa4aApfkSTNvvQUzT26/9HL58qsvspZhvKjHlLK++sptLM6usvjkaXn9tdfK9blrrNN5O39WyhqYdWhI+Pp+BBNa3ViyfOzffkV6VWDmcu3cb6qOtLVBhsrn9+4lnLFBHuXK6gqFEN2EE6Zz7LEbRZeIJU/aJpJ0vW8Ps81+x4bnFWMs/OrDz8iuYNPZGyQGrmo0AjQuLXGkUKWPbwvKfJob0FQQxCYF45l4FtX4tC5GojX24sZOJwFwNymsbRUAEoGtsiQQN2Jk8i5cVafSRgNZKULNYxlYdgyBoRtGR5ztbSpDOl0rBAVsBK0LqEwaIvbhASgESHDI5hUmT1+fu8pu6Uzm5VySfgCluCGSMj1eKwy1IBQSsC3zpJEvWsOSqnto2LpriKvfg/UIAyugJUatsE4sFC3IYeKOnkI5hIDspx2csUmZTxiEAJherGOlMDBSaEbpKKhFCO9XQcpcFIoQpURutx43s4SfsJXQkdPcA8nwbJufOhceFgvNg1NbbajLhkoLa9jAkmumlNBqIniQZ3IrFpFWB7/o5o7IYcxmUp/aaFwgowEkuwFwP9YVfyarIFDiXoh7E1i1XXqpnAyPo5QIqTCmLotxQXuY2oRX91ufV4sgFqoWIJ9bN25c8yk7xlevXYc+2tOQ9v3Pn5UVGoFIwfKPDGkjZGO/6+RpKrRVwp7TY69Ke11iXPIemwAIRBm7BSHZYpgCS0cYMnPgoyVP6SI4GmFzbUQriGfYGFkrVHRYNKAw588wbYuCk/dtJOzmh1zqOIACmAg4aEyYsyFgVoD3wNJlC5z8+SeflwdYXm2U1c1gydy8ei2CyRhahD9PMVRkTbdtw2TCRomcsFI4QeURlFrqrkUL2rZjCSfx3MQ5uVfhKj9IJyocL3lHfa/rqOdmBxw78rSwk2N+8Iu3b0WAuKye82W6+kBj/sE8DvjRNNghPebjO3fK/cfPyjKndm5hTbbBzxsoOmP846NT4cFVhJPKSe8hvEuIzKHm5m4mHdC2hENsjk2OjOFh9ZWXb79EK7wJYOjc3QCsPGxSfhQqb8grrkl2TsgBaKiko7ARitKal4ogigbcaEVb9rpM+GgX72KYpjY//dk7qSE3aV1eun79hShwT4h9YaKXeUwGd/Jy2jgy5jb7FXu242vpLe+9/35ZWKZZBwo9zXp5rnLCuUlX+es3CUpn6E0KOOOWSvHG5eJEkMnaEQp8YCt2zW9jJU6mVgIolHStakcVdxNlfF1HtYVA1trSpVKI6N7JNA3g6W5XLazr5GRlYokYocGHun9aQlqh16/foJzSzQNzMUGM9ym0+RrTzd/Opja30AJDrPE+oqg8evg5btUDXHPCCcS0jrBgRIbrsZs6D2NHFMuF1J4hLBPd6zFMexuC6K57nK+xMZNncyqi82RsFso6WaQA5zkBt3NnQrGOIwgRkt4XixHXG62o1e3n2a3MyXkIQ2rKO7nfVlEc3kw/SPasESyH+8tJPfIM6ibmaDnlKYppl76KsVqwhvTlhYcw95hXpsDhYmx+UWcO+ZUjBFMTFVdaU1qL4rqqE9YBXnThT4hfHQ9PlvPxWeKW1OJiZWhFygTpK6glyb2mdEAcCE7fRwAz3hnjHcBEi/S71AW36e1n91fK2upWeYQVcoTQ0oOwKxS383wYAavKZgUqCDvqdBK7lcaSfK87DK68dAddUxd46AVuntMeV5t1ufNrjFgZKt0F/6y4HfjXKh+UG2vL0QFoEoZJOCWWOmO7duclTYrDmpPnH9wLvj3sapHC/H/9019kw7EFV95y1F0ObzOzogMvYZruR+PDI2FsNxgcU9rN2MIbvGR058daVZ56WtY4K0Rz8ZlhIGnbc7MVdCoq+Uj4K08U/HwbHHLyJvBCSoAjXH/G6eOUzZc5ArccLMKfZGdQ9CDMknbHfPzNTMrixlb51//nn5dVUmJa8Y7W4QPb6LHbmJDC7ZdfQRbsl/nHj6Az8x+dnw/Hq0KJupEagQZ8TzB4OslrnpicDR/1ELoawKC4NEnjbDZt7QUqvXmyJMQSOjFMIa8ajtGSL+eEWOSbwAi4OUu+U7MBTKqngQp09+TpfPmLv/jLMjUzHRxvIRwfsOEjj9/Aq/QobBaJlzmG0AcXCFeVCQMCxyZCBrjsPJDdivITBOZa9ml4fORRpbPIrLFL1yq2gpX6TywN58okdbHtV7hLrKvh9vq+grJxVY2OtmanUbPc7f8IJdCn68Eak5Cti+6pbsEuQFYvumOt1WFOVBWY9blqUs+ykajiEsFFwlQt4QbD9NRkmZu7yvyITbFqBZAuiRaugty5auko/CSGWnstYnGJWMvHn3yMmU4btB7dNZ7NPQq+diwVhYr13s63UUqlEjAGY9zTGKQtxeIeENhW4PsTZgpcgI0CUGzwf427wpSM7zwV9phXrEslwONl0tY+QhFYUVhJdnGmz6lkwrPYMKIbzcnGMn0gl5k+6UkgGhGBcGQMktk7yc3UVbK65BTX+2gLd0Mmd3OCnxAbRGlhgAK99GH9IyyTgIxF1KIiBM6GXhI3Emf8hA5YD5CN8N/tHC7tkzfKDg0ftIWSZI31J35T906FkzFKEMSz4TLmKg7SBBn4Wk2xSrepO189JrYILlF0wn0HfB5gyZDgAGOPYTEOpGMVJiXPVcQBS54hRGQAaVKruw3XPV2vsXK6ed8zmVyTcDbCKGgtm/O3cDZnV2xrkHlAXBdNk7W2m1ur4PFJiEeepVvut/gMwaTAVojXPFO5GJjAZMKf3n5lH7r/H/6XPynzblbmufXz0KB0Di2/eeuVuKU2lTCfT89CQemyVALiyLN59LL2MB50j3kMaPQfBD+f9cAPXcwrdBf60BNwA9KNKfN17d5N+z7idc61ihfWhMS7cf1SuXqVLlm7hGMI4VjsUDf6nKspOOAA6Dx+ulr+6t13yp0nD1FSg5wFNFOerdJHFhpRULdj1Wv5a+BoZU9N34hge45H5pynL8+klZzGeC4EX+RFlCd0hJBXwEsbKiwb1wzTeWxibLhcGh+Bx4YQXHhy57soaQYBt9KiMkPDSfZKKAqPQ76yDd/Pf/mrCEwNu7T0w6K3mEDPVFjdvP4C+CY0srdZrl+bK1PsJ2hkSVuF3pfy5AYd8fcgwAPk08/e+xWWthkyxJ+ZgyXRTWPT/29B6QIlROaUSzfwDNfEmJPIb1ziMIjmXt2K5Agy2T5cow6qfWK+cJPpJUn8xZTXEuvADc/l4v0ewkx3Yo+i9BqfrM+IUOHZCr5dYqZdEPeVuWsE60diZUUAhA0YTevJXzzL7+U1k/Me/5T4tzkY/u6dj+Ku5DQ33FVmwH8IeYRihCC/3aTqZSe0l+C1GrofQaRWsW2bQrvmpknHCD3cPC0BgZ5nYUmojbIZo5BhDikzg1O1a6xX5gbfDAPqTnsMhYzbj6ZtV1Pv0zz5lPjeyfMIAhHhbvMxLqh5ghKI+aUtfKell40mQgAytNb0AQg/pZxLZXJEvqCsKDRsZKIiENac0Us3I0MhrBwB5W63MTvdwSgmpicTO+Pc0xCWxLdOMTF3J25xdvRsTvkzAcsGxPhTKDx20WGCcwjdmK/C0h1NCxqEjTvEMtyHn35RPnowj/uHoOvsh1kGSzsWmTEyBRqTAH6UtfoHc2klPqhAcH2OK8O0q2SAuQrQg6uU/x2+xwvdQy0wwyhgI0JPem7n3g7osx1BoVUhHr3HZsNmXzRdBO6lHenU7A3jntKTG4tuHPhsFW87AkA5adz73btflT9jl7yva5RjJOyQjaDivvAK39VmU2F0Ef/44VvfL81Yy6nmcVwEh0o1KUZYYlaZmZzu94W/dOVpANY894FvU9i0kBmQT+l5wGsVhB4QD7wwOmqZseeEi/sO+hD2ohxtCzg8RMYKdHbIWs3PVXkKb+1GK5Ls4ORpl/PzC+UXX90tX87T4YeZGGoBGNnssTtYKwbF0NB0+cEP/qPy2ad3Od2QfrCEpI4Ya4kG0Kklh/jXuFeUKhs0iNzwU4To0VW6qAZT8j9ZW1sThgACzjxke7SOj/EzSiYJMWZdfpWcNK0hZQ3+z3/+c/KZv+IUBI5hRlbAWJENHsnr+U01vQwvCVhfuz6H0kLgc9fc7DSVeINkxLARB7yVAdKOx8ZYSGM2zE8++JSD7vCyoN+m0amrkOK/e0kYAtjL3/7tIEoctYndob2+LShHKC/auUgvMvDdbZkewlIrywfIKBJwugaDXE1nLSYtGGOZWjrpXK2wdGJ8x3K6Q/7uwZq7TN5XP4H7RhqFAHFeCmGvWEI8Q8Hk8yQy6cm2YvPP5ssKOX7NHENhR5dstkDs2CUQDUIa4aEVLLHpGhiwNllcDW3/Pq08rZgOCCxuF0zoFUuS90WaTKFwzI42z3ZuMiK4jFaLO60Vyv1CxPdlcGoHcKU56Oic/pbGfU5w/Wmlb/k3g+GKG0s0bst+MYykuxD8wDzGhpsQeOcQfDtC3M2tQzp2H9NW5Qx32qyLCD/mpx9lAxAlUTMpTpqsOcjJMlQIJcn1wARAar8xloAEP6zjHBhsk+x7ijCRQU4oAWyZuFxaZq+RCsNGAC6o/QFjZWgBQHaHlJ3BYeBW1zovglfHPMbcWAKvSxt2VzcZGFzzfuKorCt0ReK98HVT8ZhYkvMxjuXY8kMrNykonashEu3GzggQwAZsVT4Sg4JSoYk4iFC1+4/Za56R0816FOytCP8O4nq+J550x22+YkqTB8g5n33jWdmgNA/wnO+6EakQZvJ4NX/10V0Ey0JZYQf+COS2Q08KBjNIFHo21NB6HWLD7rdffJXYKTNmLtKOPRjtoSAMzLcE6gkL8ACeVa0oT5Ts5fPkGrLmzBEBr6DndgS5XpTjECtmPEMowkbLsQ+vo5vfxl49YG4Lt7prtB/0HNBNa4R1ETJBYesFJjke65U3yi7x+3c+usOZQ2c0eHlGNgunnrJZk8oo7mhtgWc6R+HNy+XZ0jN6ac4k22Hh6QJHqEwiD7bKEnmzZr0YnzbG7KFpdgGyNNcmNdXwYo3AXStbK9ONsWNCSIdYreJaz8bYbhQj97Wzz2Ert6bzQ55H42xo2wPnYkXzXW5hXOhF+of+AFt9DvxhmOrqFaxeVm+4zbgyYIyhoDdh5Zfhnw36CxxCX6b1vcuG1/+noMzogosFeaUWlNcuSALYQ3NKQI3PtboMYvdgGezqgkiQEJNVF10XuYsSu/abTC9CLFUELjAIOhfkKuy6AWZa/8NI4wSGZ2YuR6iKOm2juLiRjQpZ3hH5kEQFODfxDHerTtnk+Oyzj2FEBAFC2ED3sQnWAjpIw5qgvrqbtmE2pe3D1R6gj6DtoLpwcaw0MR5k7Ci7iiArMUvWpeDif9ZoKy9cWhkqBM39fG7szKB0ch8hZOeo5jc0ksPjiSWeU07n6Yx9/w9f7x1k2XUe+J3u9/r1C53DdE/3TE9PwOQZAINEAhBAUlwJgKgl10uLokStXLW25ZLTltflKrtkG+W/16pal0Kt5VXJ1lattKvA4q4kcgmSAAOInAYzg0kdpnPO6XXy7/fdbmi3yuU3aPTr9+6955zvfDmdXDV1kCRcYlzAwRphcmjvDBZMzdI6b4yNR7oBpngZKc/D+PZherusT6Zs1ZC9Oe1Kuo82GV2CmF9GRFV8oOSZAfAcv3NoGBIhUQcYKloaTEBtNaolgJX7odm3Bfd69Q18Nxs1aQwXTHtDW/qZcz2cmJlPqxBKw8VnYQI2NeF6kRJk9F7PTHfdOyBdpmWqSUAQXKePTRMJcYCmol+UOaKtVBGw60Qkh0nFmaak0Zp3O1oD0XgWD475i0Vqh65Z/NENEt3y2SOx1T0u6uJhPBmj++jviBDzrMxUxWo2S4Fn2ANRxUrGqMYqkKOSh+cxTdaF1h9Cn92BeKPBhWthfV4QuMVtr6N9fZtE5lXGs6O6e2YDGXuySnxmd3iIWCdR+i89/7No4miOPHvFcjlwwtMnGYy6Zs6cZg7mSLLDIbQbWE8tFpmCXpwUzyLwwXp8SQvOLRLaEYamp9k/0qqxUhG4OF+KGmzJOk52yAp0sZ/bwnTuCgFawne5RY5t9G2IShb2EysEAzlw4Ds/+DE0T5CKOU3PzJLWx3EcWCNGxWvYN9ehiVrHviziXnHuBvOkHTgl9KLIYieh76N9p8At9gf8EifEF1/um3Si1aaJvjQ3S0Nu4Auc96iz5wooXRcXewD2ROwCZpnHrDaTxnxPA7uBFPo64/nAXYbMez6I7xzPI3XPnjkZ82wk9nAWxm4+phVb4aeH/nUvuhZu+v9hlM48XrIoBhEjXSgbIIJqmtlLLktq5kEsUv+F9cvmKmp252DVh4EeTT6TPzUtoqwsJp75zaKdk6o/0lBi78C0PnmiH0QUuDxKhPz0lSHGp3/6hmeptUDeaXRkhOz9Ifx9ED4L1RQXkY2S6lMyqiwzl0k3wCTtfFPG91iipFCzph5T2hzJbNNYA0inRhLMkvefMmc5JZ8j6zKJyb1eU8vGKin1xWoWqojnWXOV4MvCNL0aYSDogakJymwp8ZtTGZuRkMgSYIeJiWQX1tZ6q6Hm0HD35LC8IgrLePo43YdttSb8mm6oRCvD28Fs4LSutEs0U0IEfwMZnU8EoMhb3Q3Tm3uZF23A4/A16ljDDxbRV4H+6YvMBQJCd8cW03fe/Tgtse8nOET+QmdjmM63l3bSi7/4FeBYZA+Q4kjl0BSA+2GmggxD/7Gt/uHawFCXB0yJnx00hSVg88Z7t9MMDZbtJiSm+VJ7Nw+1mX1yfZmPF4hDXBIPKwhzLPyMwCMLcqhHAUu+jAg4e+m5M6ap6Vs2vauAZZHDHG3EraKPUyHn4Vz6DoWre2yVWVgPYhVEr3Cs5R6DhzJ2rowIvfmGCgij1VyB4GpMt0l9ev/m7TRIetMWY3qipylNfxtYw0KA6V08c468YtqEQaBxwJaMkr1UszzXcyw92t1HkjguIdawj+BX6wMFA6+lCRUPyQhsAU9hDMA2mCfPgNc4c2BAyhgZHOL1Bib14hoRY3qLRo4y9+YQyEd7u2kvNktHKAJBvNAzQvibJxlaGlbMHszTKPE3/+av8TMvkodbIc2G/pHtHQRtesiLnUwnT51Md29/EqWjaqdqgMpte8U2kttqscUO3cqLNBthM5ljxiAPGaVrCkXDSbDHHtY3yzHDJbRAk9w9elnmKK+Jk0+1YmCQ9mXYpYO692f8RS0ydjX2Uh4QiejMRbi4vxGg8Q/avV29dAW6oTk5CtTpk6eBGvgF9LJUIaDLeP+fGmVISicbtyAFQXIfLuhNd9Aca+9oCwKMTkEgipM0sOJlIqB2vbZ/tLQHKDLKYrEhNlap5+HnmuLhr4F5gP2pr7cP/2Mr2gDqPYvTj+HLZ/vK5pD9lnWIwBK2TQ9ukOKwzslqMoMwV6AekRtUQKqScE5bLtNKPPDeXK8KkT21CfsJRgK2hACCRbt9xtMMVxPyEQE0NogHA5FMUOgI96/ogOQ1TpGNr8f/5WmPq5wPsjBD12/9svztOedRMcGYKJDUiJOoDvI2FnYomcM0aoSJ84URbiHt2jTja/ArFduakeRsn63DJQ7gZ634Hq4AFpYxCDCySlRyVyYJQhv9rmWvACPIxdrkKgqKJt5w6Ft9A4ILLWaPQ8VsqWak1r5/mcntTv/ti+myFyTtEkj74cf308peXTp19VL6s1evRz6pzOah8xfSw1R0GGkVBxw3yxlkj2CgwWxAwPAxstf5XHP6/g/eTjfwYUnkSAOuURDJ/GAkBxqpwHAuzRCmxQzCud5NAT6QTsBDQRtFDXwuc9DfVQ9H0RelWWVAr0zlUwFGp9ZWzO+mTgSMt6ud6ZbQ6jC5XNzcwMWxgrDXZyfs1EgtDWzl0CyDfAr/DaK8U1MEOdDEy0R0w3/G2j0BcmcbawCmtMVeLsEEX3vv3TTMoX1THPcrbxCvwX75JsSf4bdrs8xX94I0I3ZZT34Rmvjs6fOphI9QE1OTWwVA4tWH6ympUY2mdYZgnB0cCWYQGj5rzYOPR7vboKcqpXy7nHBo0AwBxfgGXDRvrYIrNeJz7Cgz/9X00KnToczs1TBfNkSG4R7uMGFpRHfCjfsD6dV3rvMdDBqoh+WFcNmg+QhcjPzSU5RItuCvnMPH2A1dFqj2oVUeGl9DMzm10F0IZTc3Xpnw88/Dj1RDVD5mJ4dTG20Ky7w3N3qO8kUZogzNogSVNTCM+5yLPAEXBnPM2DBPY/6uI2Ad+GSGi6l8wB+3Sxme4Pc99DVdw63UiuJ0+tQp7sPy5dle9x8wyuDofKoWIjFWdyAit5SFq0Xajs0KEiPAaihVcu9sL7aGPa8pHm3vfSibqD/Cw5lMoJb4TBg2K95iflYPQDHNdMxjahm2P95LE1sc+OBuIKsy21cc8CQBQxj8FQsKU44FDwzcTfOYAdKNrZPUKJxvdOWBeIsECkxHUYOsh1F6lnNojtxQIOJZ0P8IUYbGKBPhHqWcDnqsZ4hSrYLnhnSSqNQZICz+syNLgc/zIK8tJnbRiqr4cDZID1HDsDbaOZs/KtK7gVkgyBQP/LFoy01811REs6G7UIX68Ly+F/NMHZxXaLUktRdbm9M2vhM3PqQcQkamVyCZGzGNJm66EKWJa/zWlA5GiWYJtzJtJ4QYxG3It9CCedTKfYyzt4aAUqOEWCRK/UMKLw+st77Z2m9c8JjFEgJzAj51aEY//mQ8ffMumhAlnechBpab5vGLNvf0pC++8AIMBpixjMz08ZnZjyLA5gVGs//mlZ9wVDDO/Qybg2jdYfMElfaaS5Eiw7PEBHaC5P7mOK+pG/93zYFPSiyWSWo263OKfWFfc2hfBX9gIJYU/mhwMEz6PRieSeQy0a8//dn0UBcESyknw4W5DETwR9L9agWzOMaFwIBLByVyne0cg0GEeH52jhxjMybqyb6g6gi4bOmbJOofAUluNMcv3BjQzfdv3ktD68tpA1timfw9TUS1rS1grUZ4mDUi/mmpeSCb8DMAJCbk+H3txMn0xdMXoR/8/7hOML0iz3ejiZxRSizv3b+fWqCvXfaTHBjmiU8anGkEf/YxTz2CYQtGt0HwYgN6Nhne7k8e3SHD3oFWFdRHulqwCGkOQ08HjwRWo2RLeAbw4X0wYOYjpS3DmL/z3Vc4A4r9RRh5pMeuVsx2LvUcP8bzlwjIEOCCP+iiUgGrswS43p6eMHZ4grgZzAha8b17DbbB1MQG/2C/6MS1MH8/vfjEE4EfM5jkMnlhNUt62zrMcp5gjilr0qgvmTmXxCvjHdl7swd0SzQieDs4q0er1wT2SdoGbiGMuoi8H6P81oKTXvrR9qEt6x7IlRtbX5YBOT2lmX5GTTx9GuVyE87XTkqjelJnZzeLbqcTDojB5gs4iUf/nBFjP8sqNGQsAB7CE6jNJGa7cAncllMu34FN4lXzPdXXF5U0AsRZZESlXuBz/OEOpRmLgA5A4LnkIWCDg/diPCWO17oRceQnya4Vmru204Szvb0rUhwa6DOZabQmxhM5hGko4Xye8w7VmvGdm+aWjF4TLDRSNxLCdeaaZ0pok7zzOMSr0+NUv0yltUnOlaaSZAcfDzOOTXbD3TIlcJj/jKO5aMfs8JvBbSPiqgbK8wsGig60Vsd2Tr6yRGUgg2mXw7w1abwWE70WItjnmYFowhbNBllBMIj/uX9SIPBTx/LlPKILPJpUrUEd/t7DJNQDyIbENe7L2OgMmQHD+EmpFmJeb90Zg7DQqihp9MwXD47vOnEGhDqSJoaJbhJ86sXPNU6y+w7+ne+/9lo6f/kSgM3cJkzQ0QMHsrSzmnTj+vU0MDiUiggwW6+JewAufiEZAwfcp/CtClEIU1ywY4EToAAAQABJREFUgMCXDOTEsWORBRGFDsIUbcaehiXuM1eyAVjZdHmSffqDH303zSrIGCdMewTRDj/vD42kd4lWT3GMhA2rG9EMxes6uqWrIZYRpiVg1YGg0nyfmZ4m724OHMhzWmcPZz6TLoXrTJeDGpXdlGxL52+rutRSXcf338NXzu85cvY03WPPAi5iSyYIhJD0J51o9Ti+llxUy3FPlTUOLs+nY49eTrcnxlM9EeaKaWHSGTGBVjRmzwU/ffVCpL+pYJga5d6GNgVOiQ0GjVawDDyWeBWLQqDHP4jWGnifh1xITRxX7BlPqzzbeveIK/AEBakwMj1KTfvCybMUeXTTTesW+0lAESHRRCWPZvbiwiyCgcPXSG8TProGDE6WcU8oTJkcPwcaG37HqISB2ebwjQINRlOjQ6s1Eg7KTk9MRovCBpSf6clphGYxne4lVxOFw14Dnr+9A45aginPCbSGycgcVRoMZrUSELZyT3fbHL7aMfJ7V4GF87O02YCkrQNt4WdBw72hISqyKJrB9n9ZR7NEYi1nI1K7jRZGHlXaijQo8lmeCekz0+8oc4ySLN5rgocfDTw33aYeArbKQmbHTPkeBzO+L5FZRPdY3MhJE9D8VJD2xxlHRgJUYg6KUq/lz9hgAWmlxuTkGJ17PqJd/DjPV8rplzT/DWatpkjuXQudb9p4XhOqvaVtBZJe6wkoKWX8bdmi2mNEM5mgARtYTfyL6gu+U9q4ThmJCK2/sgag1XDs7T6Z/1tzU2l9Fl8jSFuLBpFjY+MW1sst8ePkzd9yjhIAK4pxg0FzsQyNEWCQauqYkDA/AWDXZxOZ4y6e5cPcLNUOO/DI3Pe4Zpf17HOP8I0gBvCuQaru4GzfIyVCqQ4QBaC38jxeDFEPI6glkmGfRyYX5vbQnXvpvQ9uxdGwlCZQmUFHcfyOVnf0wAD/5C065sxU0xt3p9IbH96jfK+avvnG9WQN/K989ql0E/fCR1Q1TG1zL2lNRnjf/uBDiIaywfYjjM/63UxmYRqVk7l340aaoVpnmQapTS1duGEgFv6pRSlcZR4yDOEPIMNSkWlKW2o4Hm9rKzV7FKqFAWTQRP+nGg8ijQtlXg/mFtKfvvFj2tihNTK29KJLyAl5fs9+Dp84cJhc2oAgBlNzayl140vbJYrvXubxZUYQCBzIETCwJr4Oim1kbY1Npr9hFUnQMPd1clhtH7eFwDpM/THFpEKg4PVbdxEiVNxAC67B/8kiFMihGDCWH6txiZ/BIP2EPXzxpZfSZ596Jv3gRz8k33QnfXTvfvriV76c1rn2D//0T1KJKLLnBAkfq6GWcGU0UBRx8vRp+mziCmC95mYqkKpkQqzjUvAztSeb30LRaOIEE8GvJtxNDdIJtDwzu0BQdS862Y/CmNc312CAZjhIq8CP8dXya3lWE5bNqdN9pPJ0UFp4Bz7SiLyDssBTmX8JOndNnTDcBtxfykZJngUyb6vqMJPRGmHjPBedHqZZQ6vCvX2OOq56yiUCEg68xd5PQH/j4E4je9qJ++8Yz5wYf8D8NtLQyAQdvTqiQ5iuAnFK3mJKWG/3UXI1j7A3aNKc8bWM5beq1g9Dl8bEN+EXZyAx9y32ahLc9mjjRpr51hzrPbdvC7Aim1okcKCRo0jRGcsbEE+kYUgwx39yBYlhR9HBxGVa8RtAGDUyIr5GsuYKqUIyihwSRK1T5lMHo7TyRB+CeXtNJJqe6D4udQTg45hWEEQp6hzmFmYIzOATwx+kiayTwc2RoNS4fJ4MUqIsVaj5dZNZtIwdEIV549hWzHifSwpnMOsJs5a1iCgMDtPkHfMtMEaOtXn28C5OYpPS91lTAeLS12jtdAR2QBbNxGCG3C+i+8rOL3d+IpOfOGcgxx+RZ8p7zlqi7RWuAdwX5Xp8lDAvc/nKRJIjmRhGFs5mNV81EzY6GCPmzR4+yxw/u6xTrVFtYo+zPkw2J88EuAZOAVLehPSHmQLvVZj698k5WwY2/f39BL3GOKr3JGvPU/NLWgtSVH/NLv7cPPWxvRWDOIzH/s3D0HRB/KPPPZLu0lzj9XsjmDt76QgR8FHM93kIUKJvR8BKhAs4+2VWR3t603/0d78S+CGc1NDVGl77y7+KwB1ASkP4hBrKR7i/jCnHmdjAhd1gEYfCMiiKP1kH37ifOHNSHctrwNfcgUCsAEddJq5T+EUpIx7MHca7MQ2jB4ecX1gPwFJ85nH8wFTBNctn1RIVoB3gmXXqG5quCKan+s+n5x7pY74oAPo3IfpG+iCqaarx+CDN7jXgsI6Gtq5vOPKcDgQhvvD/7Y/+ZQR5rOWXOBVenj3kmjRhfUYoB/w+depU0Midu3fSI488kt596206Az2SvgJz/O4r36an5+tAoZZTRC+Sw/h0+s53vg28F9Kvffnn0xW07OXRqVSookQg6LSC1qhLt3KnCoOUUTs/926TfVJzZFuC8Zs7LDMz+j6PdWTZpZC3z0IZn/aJM8eopBpC68ZkNV/ygHmF5cJ1GaMhaAVPuDUykN76cAB6RFnBUjLoKyNXCdkj762zuw+8g+6A/QbphhvrcwRf+QgGqRluhRpbBFygV5itVuW2vncT46FL+4a2Q/N9x44jGNBaMe1bu7t4BjwApcymPFqQHsVhE551mKI5sLofFEzZMcIICK61veR68CrxAwxjXHO+N7EOFbbSrf9yZy8/+XIZZmNLKtWOSJbmt5vB1J1rbKIX+x+3ZlpKILTfcwUcSORWiuivqQeBs0kgGdj8MD0hep8VPgSITgYVVTx0BbIMTmA4qQUihYND99Inn3xEmdtkmFnmWIrUagS1XF/k6NdK65HUhMbSQIS8QmftOHucTTUlKTNdmVEQB8yM0XwvELIf3vBpRDnBliLaQk7AQLSb81NpY24ibcxMoDFSlgVxGC0FtYN5mXsowYZ/hRVJuP7NDrA2/WWOl10jLJy3hCkhhsYArExN0HeoIllH0EkZoL/UuXEL4JSR89v/sbFgWUhCU04AXcDQ/M68UhBzbh8tZp8IpJpZYLfMMoSPt4vujI+AOnH6TBoe4xhhzJNj/ac4L2Q6vT1EyykEEpVqdM0+C7PNpcdOtKffeOnpdB0JfWcORMJc42CltEWP/Uopn9qJ1j9Yr0u38LdtQHT6oE+fPZOmQFqZRQzJmJpt7737TrpCVDFr5KtWt5+G7tyNve/s7qA2GIf/yCgTXYkKjQ3TmhBs4kpEynm2mKhmFkctACT/2SR3DcRfAskXYGwF8QjNbhsiQnTDJIMOUyMmaS9O+mHy/KwwC7cR90YkHmZ4iA+6inZIvyLZBL2G8jj85eo4w5T2vfPRTZpAnEltTfYZRetCM9c60ddoJ//5ua1oJiHDtOuVMJeOrP4wwf5HH1+PTkZ5YCjDUOPUBWOARYvrH/zar1EaOBLBHI8HfhJf3N/7ylfSn//rP0vPPPtsJFW/+tr305e+9KX0K1//Om6LwXTr1s304YcfsB58rb/yK2mE+/7p7/9BGuK0z+7eTo43oTcrPzmY0Z7+U+YRqVi6v1i09NBCBkSjwhpFye5dS6SsLRNziM7xwDizGMFmhd/sbByVYq7zPfbPOEUBYbGNkIwKFxifriUDbFbX9NOUIwfTmxkdTycffhylqCOsUqvi7MxksNQCAjnIDnnEao0WKohLUpA5q1qn0U+AOQctwSdiv5i7uafTnKJYhTabsAJMJVPTV+M3thB7zZxk7A1W1IH/VYSE3acUiKYs6mb06A5jK6Y2aa0YnNM3Ls8yk8PP5WU1jz77i8BDRgA5QdShiUikaisiFNzJUjvGZpKq0vgPeJ8jOKIE8h61DW37MCPAcJOPPf9GRBeRommvDBQz3ppeRxPZPRahna7WHnc7MzEBY6QKgOeb7JuzQoV5iXSelRLMF22nATW4iO/UxFCBowYpsM0rlAk7R9OBHIM/mduBpOAzNUEgEL4VxWl06yZSvkvJVy3pBfpfZF6CQyTJ0nDQXGFyMiiJI/yAbBSXudDQKh0/cyIzLhqNMIwkWcbONBzgxzODYfKZ0yg7V+5vJnWDgB6apUcFs+4CmhGTiLUAM3+L1GRVpBq0GRl0iUocyoRio7eJWm/jwN+Fmek3ihSU4Jaug/1kw4WGjIdP2EtcIMjECapH/t31cXw0M+khfEzv376NmtuSZpe30q9/4XJaoV78OzcwaVIDTJS7ebZ5ltm8ZNZOyH3XooAZM69IJWEMHDXsUTkt4lMM0wfEvHLlanoOojed45V/9ZfADX8nAYMjHWQ5kA1x885NzKp5jmM4mjaoH16htEySUaCGKR14llkCrkS8kLk5H/cn6qsZx4PgNPXK/DYpXD+l9eRVNs4I6VsffyBgmKupOD5JqPjGFC2Il2sNtPhS49NU8wC3BoJfR2As//Gzz6T+No5vXhjnWppSr4JH2+ApDC/2id/6J2vES57TQCXMDz6+kb75znswCvxzEKiVNhv4xbYRiAtoW9euXUtf/vLfSyMjw+mP//iPUxdVLk8++VRoda+/8dP0j//7/y799j/53+kkP0LOaH36xjd+Jb3wwovpt37rf8YlNREMxdQy3RFaRtHlCrh0cYRuA8ysC9/hOYSFrorAA9AkNGPoGBZEfTOnD4bbANcBa4bsQe0Mp7k0cFxLwDxNE/Cb9dk2cGrrxBAnRJ5H28MFBa4Kx6j5h8Y8vdXacE3vWxOY+VhMlrJqbayRuqZGbk6x6XJbMMo9AseeV+5+Orawd4NMMZM/ZUUf0Dm0IC35bVzCqAaEm+BHPcRSbJati0E3oscsR4K+z2SlzsXTYu2EtILWWUBAVJlXA0FqCxuWtYRi3SguWBOgFXPDv8pguaPHHnpZYDhyOGp540NlAlm0CC0GpNLsWMMvNzEyiHSZCDW+HZ9EcPq4XaKGmEAOpalRchmC9r9VCjq41W30y7G2UH9lrAP373MAGEfIotEZbLDTj8DJuDEpNG1dqaUTf+kRgjMAokKUtY7n6a+LbkUALrQ6N0omJBPjt8CMtmoyTRBTHcUC+XyVTsdLU6m6MIWfEcaMWm4StExFf1eo5jJGHuDWCyUZb2iDrC8+82P/+dvrHIsfk21lpOqYkpo/YZ77vfP0+3gvEzawg2kN87X1lyktdWyaDFw/pQ93PfwPrEZ7xISrQ5PJWY3jxvNxmG5EuK3CiQ+ybYvd8DZ3UqTzvUB3vuSUpPcfzKW/eOXtiBK/9JkrqY8MhV18NVNLnH3OdV3434am6CmpfgBx689S4Cg8tCgcS4S2448Juq40KrBk1CIy3+v8t5yN5cBs9tM4jvhbd+6kq1evplk0yJEHwyAz6TYEdFZw+OsbV3CuECzRheNhYlXu0/WTvSAi4CVuZNopcHef+CcB6Pv2uAUwNS3RKs+WaOZnzkMY1k7L0EX6LjrJyFCMUIcLiPlKcA2ktBlsVJBvwTTMBbbnqqWlup3UVNd30aIfzKbXP7iZTvUepwYfvz3uM8QRgbZCpOrUIOQrRFPtViUeOk4F394I3W6YQPq5559Lz1x7DG1zM33mmafjeFRT21599dX0/OeeSy/hk/yrv/ortMaBWKuR6Vd/8IP0n//Gb7D+mjR0fzC9/8F76S/+/C/S5z/3OSywhSB+8VDct12fL3MxFxhvFivpCxevpiI0bMpUhcBHo9kWKiPszwpCdpG1qt1K94bgtC29RibL0VUhCENLVuiyJ2a4RINuBQL/LGk8QqegTcbTMhEvxTVx2jScCjC1FHHg/l1S1/ALMpci+XLVzWU0ao6KIQ6hEpJp+Zl/WaQ18du9CUUOa0G/YfiDcXN4sJ3Cu2o6FgqZ+2aXe83nCvi7QjqWqYIK0zi+hbksEWNo5bydFpipDcWdp1qmCl8Dn2X8zngNOGYchPiBmQ026a65+pmXAveBDy9nBWbLqEB00U6grKHxbcJxFTU6wV3Ebl0lXb72FGYSCwSAEZ3mvkyr5DlIIJ8jgJ2Iaq51lCK1ya/mXFpLOz46xgRVwSFCCHIf5LdapoFDuhqbaR6Lj8wehvUEZkQEGZoBDGjm4G/uCw4gK+Bz/rnZ0XqK8UlRxDTFgU1H7xqib5Y9ZR2NERe8giHyXCWxaTYytiiCZ42+ZIAyfSbJXHiy5hvSu4451EGYakaa25Ks2lqUgYGAdjo5fBn8ijXzTBsWMwRmM2lIEFKjlRPQW9R748/J12XmRR5tS8YgxuXIeayjIXABTVJI7anFgQAy0irmrWWLu5is0ZlGzOKlr8d90eSOSgNhxg9oSECHNBFM7NYydco3x9PfvHs/tTftps9cOpN6SBEZXEDzGhhKd3Hm7+3TVETnumYEe5lBmeeEIAXiwon/HNWmDgwSDGwbYrA+2y8Vpv72mm009//ya99I//z/+mf4k3LpzKnTUVffjKXAw8KhPkfKx5htryqYkDskpvN8O/OY/iXDFocUjtkceCgvmUjGyBUMMj+J3jQh/5aJOFe6zlhfriDi/cDMOERkVBV8Zo8sXQ3/FDivq0RmrwaoaQbmBRz1ken2qOAMvkRq0BMnT+BTw7KRabOxjTDFoeFhcv7YP9GGCG5DxxH8r/swi870w1d/xDHFbemJLz6ffuf//qP0X/3j/zF9hGn/3ofvp+9975XUz0F3v/mbv5l+7/d+P03PzgTezM3hLmF+X/3qV1MPkd3f+Z3/g/Vl+6xvMNOyANLhi7fSSh0ar8zvaldH+tK5k8hbPgu4sVfQ4wIpNcjGKNWDbQVdFLkvqp7wZetvXsa1scm+xjnrPD/bb2jeYJgoAShNBVrAbDevs5VUP4/kMLDr3FQIbEhMVlJa53kGUj786CPihqQXQvfOUz9hbLJQZu/8TIYnM5Z3uNZo4MGzfGUMDdoUo/jM6L58IawlaFWFrx0/qm6d7U2rrqyMAh+5VyEMBZEdgX9Si4e/bM+2RDzC3MwdkuyjMIN78pRJuodaNTVXPvsivI1HQFgOvLtN2gCSeBkHcThsTYlhfqZkiCw15GAV0Op6TnOsAn4KAffppsHoZJihxTBoLFCmIdGyWCsaTAQ12GME2Kj1Mj4gCdpXa2snAY0iUes2NgHVnLwwo1BqK2qrkbrDHGVcwJHZZK/YPN6qyRSYZ8Eek6jy+wQH9kwpwf+SA3iyRi7J5sxm+JJZRRSc3/wXLzcqNEWgJPBDQ+UbGWUwWb4Hhkhbutbw3qoPGWzACIL0aFFTd2KCaLMBH+Dk+JHOxPcVpTHPqMC0GsiNi0223pik6FoQ2soQsEXnZarFmd5AfpcMR17k6ZE+M4I8gK5K1La6eNAxSFgyVggo9hW+dfDyTeYPVRhaLaG/cJwGv/WczX20mURqGNHb9yfTX7x/h5zFLo4EuJDujDxIN8eI8MMow4+sSBAfuNcx1ArdR53lAhD2HdcxQowbiM9CxQmZEajKFfvpypnT6da77wfi2rewg0BQJ3lrulLWEagoELTLGk01JZKlc1QBSfR8qEYpociU1JgVjv6n38/tU7OMv+HRFhQ4Pl8zf4UY5jWas2acwjU7JO6TYAhaKQr5TFFAuKNdmqYjk9Td5NqiYos56E/TG2F/gALz+XWCKuRr41aAyPBrmW6yB/Ps62wjSDaZTjx0jmjw/fBZKoTL3Hfz1p10/gtPp3vj8+kP/+Rf4WtviqCMglkG8Y1vfCP19/enf/Lbv50uXryY3nzzDXAsg70mrDjrS/+ZAdTDV8bIQl7FR0LJrJHPXTmTvk5BQHVzAS12Iy3BuZYwuVVm9OqWUEZK4BrUBl7VpTmS4/VNW+OOWIaJQMdcGWl9PhlYmn+pcCZtMrX0HUWgN6S7d+/GqZweX6L7TSPJwBW7JtIAY/AXeH4ydJfziUbl6KFE2YzDubtfwlqBLhJkQS5uAsf8LhQa7ldw+JK3BK0CjwiAsq98mI4jlI6S97o5R7s99tvqNrNjbIOnS3ATTV8fpD7hZYJXcSQMdGEpZgEXmILVCsIt+i/4qrn4yNP7djTewFxZwaYXiW2+KrMIfxvgCeSUrxo9xtRqJQ3nyLFTHIZllNz1A0IWoeQHOqFJqCVKSIzNKF7EV0zwENFNp1DtZajokm7tqH4F4SQMjLZZwO+Y2UtNRVLImJdAlenY2MAWSpqxa3Mz1FBzFvQ2h3/twIy5nr1hDmwyJqdMMrQ0nmLNrHPWhDw0Wxwn0oP8nvX7E8EZN5DPwt/hmvjctl4VhEgThFeCwTlpYacmiTxAMsnUHDcz5wSAz2BQ5qo2KuM338/TGrNNLlWQYpbwgF2a2AXNbNR+EsbiGFWZnpUfMiU1Kp3pkD+Mcp20Jc6+YWDhyxRYN0jpgnn53qiwL5GJyQYDlqmE35G5r2LOjNOk4h3qrPdJBrYP2j0jijSn2PQ5/JjtIPLaHerZn3kuPfLwo+n3fvefBoNYMxiG5qCAUKBs4IeSOIKhAx4R3KouNTZ2lrLO3fRQ77G0jlAeGR6AIZXTuXMXAqlF7HoYjQxpdn4lLZIAXt/QilYGXAmyZNVhghKcZK3+LxvH/Y7FA1vxJttbcUp/sG3C1A7cYztFCQt9w5rqM9T0LlFNJVvwmVoNVcxRcdbS3Kg3Zi/1q6qZRkI+f6sxlWHi1052pGcevRRmuwerNRK8GLz1AcESGC32aCO++CrXT85OJVuS9Z0+nW6To7cK0T/3wi+kP/6zP6er0sek2ZwmkHkbpULGILEqGFyk6z1gJMCQPz79TKshdhVmxsyAMQIx1u+9WbRZ/Gyg18F/9tznOWWSk0hJu6nFN99Oh379ulBvjGMQZBUmOrtOKhHQshonfM88U1xzTxWwzmkb3J8nHvHW7RvEFQrp2WeeI9OBRPOleQI+n7Cf59jfZZg56VnSAmtRbEkTNglhk9KHBLo8w13q0GpgYUGnLi5EHHsUipSBN+jOPZOJKRx8DtMIUAibw5f3qUu3cSTq5dYOFBhmTrS9Cg7OoQgu4J/3GhuTy7MMLJmjK540kNHgXO0+b1Mev3OtufXVtZc3WUyVoIZRKglKQotJ8DD9gPVUuFQwhS0BLJGIWqRPnfmVdtaQ2RwynFgk98gwZEg62b1fova3fsUs8Zt8TZ7XguZoArvVM3kmpCQzKul10c2a+yMYw7MkNMdxNQ3khvQd6SDR+Shto1pTF+2Y2jFLCzDptZlRUkds2CHgIBauZ5n8siyxHJrLKtFaGSRfBBCYcABbVNCM8e9ATQCmn0Uk8xMfqSYM+YV5HxU2fG3j2AIbaGWDyODYanuH6w5Edzo8RuYooZnALKRk8pqgBX6M7ucxxXNoMjkYRQ3J4QZx9nm++X/6WmQSvnTem9QL6tBphegpjvMQwo7vBYHMsRT/Yk5EFwmGbdLRWWbqaZGCQD9VLf60RQISf0nAAUs0PXz6IQieaiuY/QqpJlfP9hNFXUxfeunL6YVfeDG99vpP0vWPPkifJY/ykUeeSq/98EcMxLjASX+RCBZ7xRyiMohZOhPXbtMTa7V1iXSVdtO5Y33B8McoB5wg+TfDF2DB3mtSWS2kWRXHSpDCZmFBCGGYpEFG8UMTz70RzsI0xmYumcnPyKxd4lLrD/8xALKKR4Ztf4EGzMw2faQUK3iUsab9JkzaPVSjDAHPuD5DpSB+M67abwSaWMvQ3FJ6j47nly9fDTNviZZ+fSf7SI1BaAOPNZhxDb7Rk2dOpcuPPZY+xl+7s4yywH5+77vfTX/nCz+bvvSVX0xvvv0OFS0EGIGja2FVbl+sTxi6Tsc/ZAwyL/EzY6oIIebrnLXE/CyL8gMf/KmbfP7+gwG0yo30BI2bj9Cir8JGkDUY+GI6TVZuKt2gW4bAx32FjHXcHeDo7wXWMgGT3UDYDNG9ZwEhCejT0L2h9C7+U7WzKw9fxcxe4hCwMWicY4iBfeSwukc8A3KJh+ozPAe+Lc4tEnFfU1MJZmy2jEsPBgvMs8sVHKQJARv901oAmcYp85QPQSw+lp+IKwAbj+TQbdd3oj8NT4ylsbkpep9mzTPMuvGIawN7ceAhN3qWt/gig1Rb34wsDsYvNzRhMaopiFigkcyJH4vQ67jY3ERPmLNNU3wHo7DBRBHndz2MJzQ0Vi4jYlkMAjKxkCANkMnVBqPgnZcoFfKa1YwRkXXGDh+UVzIH4eNLZGf5B38wv4OXWfjPnOvGrCYvCv/ZJsaCQJXoydBMC2NDaezedeZgdn8GODUrGVgvGkxrWzvpHPMcVMUpcyJjqCT6NyAcNj6LWGfapF1p3AxnoiQT6VyS5+LYHo3qsdRBoKWElmUJJbF+/uXw6aDZwWRcjJ4RTxkULvzHs1gLvz2SQA2ngjZaooSxSNszQJ7yZZhwE1FtnmvupAivQqdUN09QopBV+6GJwZqjbvwKhCpTsl2aMI994PJAOD4xP7F4BgK9PZoeuXIpLd76Ec04MDVgFPOLm+nbP3mXBg71ccyFaLmwyZrajkLUn0krw5+kiY8/jOBMHcQ1S6+/rUa0QaTwL/3yN8iFW0t/9P/8n8BOk8iNYh7MRVJXq7bGvZ7F18Iw+jroRrNmdkElPd3fke7NcyLkdiltEjQaxxc3T22wwsjqiV6i8bb1M/VrnYDVIv6tGq6r0rVoddfKKrTtA3xREGRrFc7sn/MA4RRWMhYJs4iWFdVRwN38X60QTWF2NWAceMJcZwku3R8ZiN10NQpc9z98pOIZ/vUWkro9iOvBg8H0v/yv/xP7X5v+8J//izQ5OpYunj6Rnr94PrWRltIMDS2T+G4jkC3K4rYIhtjWLw/Sz+Ev+8GtD2H0tenevUF4E+3sYNK1zMlGxuKJjFlY+spcA37IHru3fGYqjGsM2uFvFYBICmfNQUHiK98HbnCDwY3i7lr6H37xC+noxqyYhKWgtQC7RLvVfYBlz08+LRDMWMXqq8Ua20ZrNv1qDgH7xp0baYX93GQtMi4gHv/sFWAesbTNgOm5556leqk7zUFv46Oj5O32heLh6QTyCnE5BD9vxepNNu0t6uIX8FGznaEgRGAFOpK/KNRljL4UuofvQ0Dyt99I8aFc8ZcKTXs75dYIo4V56vLZw1Y6hHnOk4pglDkCy2YULelFl4c0XiUJ3veNjZwbzkNlwvC8xpetUKnDT1XEEa22WMLMqUfLK5OfWFMwb5F0AL7PtDy0PgkYZFGihnQD4TJGAJGjKclQTdfxDJB4D7GHlgiCGEXUNPNe253VG1lDNTeXq4TPoAwjrI/v1LAOf0AGPtMJ39lQm47R2KEexBNR/MlgJ7LD0EFeNZENwv++nJ8I4z9z/NYo38pOj4TBkNMVyARQnb95Xfoj1SqNzgtMv89MfiDG5mtqyVs9EAHXYkQFUQozInUyEICRWrWccGazBp+jmyCep3bMdYemt5U5tWhj9vus5UEFWn+pUepDjMohEF+GbnPcWpjFNkxxDw3Stmjblsxh4q7TDcb6dwYMMyWI60D4CRwZwQLm1EqxE8lNWRpJ2Dc+eJvSvaV078EM5jbnYW8R6wyGT/uph86ksxcuBMG555effD49oCIqh7nWCmH2ghP7nHnT2d1EY46Uunv6Sf15Ib399msQjrAEDvyvRNpFldSNMvddPspxr8ub6Sm0h6cv9KYPhsbTJ3PL6SR15zZqmFml/RgpLJa8mkIyC3GZSN1JZoVWTiPpUEVgpPVj/0TL2HbJB63Rd8lYQSDAOHx3wFscMwtBuEs4ZXBcRunes6lBePop1a430NR15Evk9nLUjOzEYtHHZmf/wAH27T/9h/8Q5lihEoTqMJb4hc9/Hk3lRPrd3/n9iDb/6te+mh69di39y7/+dnrn1icIwUZwnMo2cHKfZPOu7pa0hIAuoFnWoNVtU5p3a4i8R7I65qhf3mWedhmyJ6X4KDNgptl/fCf+yA6CMchAmXMZpmoJrPm9zczNHEj+in2QscoUXK/+YRlYHma8AUP68a2baWl+jwYYp3AdwAwdhuvF7SqxgVuYz9+7x0mNM3TVz5fTOsGp98hOeWdqDEvDbo6ZvxwIZwwcZmuVHv+LTBcmngYHHxDpHkiPPPooDKsjui25r/aVzbq6QxfMKSwAbwB3juKn9vSCGawLA8AqCWEjMf/4lxG7Vwd9+TuDk3wAXHce3OP+6L/cgOm10FSmg7p1cXkBFwvkDROkUTSLLpOf6x6bHmSuroxSnJDHRfNfFQ/4Sq7S0vWy+Y1lAjQV2h9ZPVBHTpINOm1oYZVLmDA8VG0wfIcCw/QCmICDB5MEEWMj+K1makTbQUVcGZ6aUaTDwEh19HqmSMYsQV4kr1KvzHUFGGXkweELKsNErdmtwGA1Mktcc7IdxKB1v+kPAlbmpexwDlBNOJgLTe0w33J08IGXAUh1G4GnBkVysFH8AwJQzfYVR0XwfBmlL5mjCKhEC0YF0CP67bX8WAdt/qNewhJrFhlDq2Yezkintxurf8WNEXkl2sznyYz53jnV4ZPMI6XrWHceX2WlDeIiSdZBzKcU2a2hr+FnF+f7nmlWMHRru63V3obJeHSs+YpczDNhHofw4PmOn51rw9cwmaXhW2md9a9v1adlSsem6DN57OFr6Utf/dXU+9hzaXbgXtqYGEx3B++lezjmh/GjnbvycOq79Bh5fA9SE4h8Z3w4HaF9V4n0qk9u3Eg//NGP06UnHsY0/wVK36bSBCZOhbnnCBoUSdr/T66dSidI/XlzZDRt4xM8TsBukQYeI6s0M8DvOE3rr3mijtPzc6kBjf+oFRdEUVfZIxFboVuG6e4gKKzHtanyBuPYyce9F0b14FcTOGspXiOWTgW8FacM6FiWp/YujljOJx7bcSeisfzW56Ye7oa4Z0aEFTBGsM+eOYs2Mp9+/oWfJw1mMt25ext3w8NpmMj2G2+8GWlEv/RLv5xee/XH6Vvf+lakNf2j//q/5Xdz+tNvfitNsY67d+5zeNVceqgHDRk/ehmcyyEgTeRZYu1//d5b6fSFy2lyipI5hGIQJvN1Lpmg43rmLk1pdmZTZafByUhax2SVUW4SROogcm9qTwS+YKS17FOc9sj3ukQU3goONfO7BDRev3ELq4zsg542jnGdSv9ujG5O+5V0k/zake18tNJ7gMVwbxl/tcFamIYarj9ahFo6HUTxdblIx3ZqWue5MnutCVPLPsIPKS+5dOVyXDM8Ohqft1F+aVK5XeTFX+nBPTIP9FhvD6lcnRxNMRK0FRwTuMU1B9cFIPhfBDndV/7JWOU5fmbhhlkNBtdUkqTtFvBLmEzOTIb2XYeSplCtQHOL5FeuAktTFKORMmsS3qs0Dqnpv/gMGTn42JCiYXqwOdr64ehn0m5aRBKD2mFwPhipFPmR3GNjWbkv4AuEdW8jJYONidv5nxI5fAgsyi7SMgw3nh3jN5/xnNAIAAS3xSvzOWTMRKaiJocbDy2OSFqe+mogokkr6EhsCMZkQggJIIEM4CHBnek0cfc6wR06h8P49D39+y8jZ0oVXxlgM+1NU8bJx5qYUKyHcRQMmgsVANuC9tcMk2sA+A0QphvsJnmKm6a3jnuZuRLaIaI/H7OLdUO8EUThGWUczijA0VCg3AmSdzaF6bUnYPhP03hf5gjT2SESKV9nChAQ2hCmT+SeMc6heeZaolLCN7wi5xBmP4M/bBe/0ySpRFt0B8qT5L08N5Saz56nqccijGkzPfLS10gA701vf+dfp82F26nj6GmwjtZbaMhHTp4Dflvp9R++mn7u519I7/zglVSYwd/FGm5PL6VZYJ8nYX0VjX2LbAPSftPzZ/rT+P37HPLUh0SuT//mreEwqfPbi6TmcEY3QlmiqicFDJqKhYl73WgUEsptmPDixESkcujTPX/2XESjUXzBk31O/6PdFg1dG3ARpB36NsIQFW76In1cFQEZR8dCjJ4f5B7ow1Mz88eopngR+8317AraTgPny3DUMdrFbfyIC1omAH16fiY98dQTMMcfp6c+81Q6gRn53Ve+nz78gLp29v+Xf/nrYd698sp3o/RQWpqamqIxxFLQix2IGqgd//wZtHXcVrlaMheYZS0ZGsOkdv3Bd19H0yuHH8+MBwNnQXLglRFfXUehDDDPLYJMEr0VM549HadKsu4CeFfm+haiz22N1NnDLMYWZ/Apqr2yOjRqkUqcCBokiV4fYDA98jV72/uivHGJIGUZfrzFnJkkswRWwEBlQkYrTtoo13aKJunPoXWqfYv/WmO73scrNGA+8yUlq6m/9OIvZFYD+bKf3LqB9tgT7c3msXSyPgswVxUDx2Usq2SGxx4QTb9HsIe5M1/3V54kTDJiyEZQudEq1PeYuSmcB0FFfAkm2Ou7tQKuocnTAKjsAldnyUOtEHcxfS8UHMZcIW3K5iaeIGDQTr5Rc+mJF5kShIZMdU/4nD+RvgDZjirmMNpazaYMdqwxUVMm5rGQAkXne3RdBhCyLSWbEUYZGx8E8snodIzLcGSa/pbr73M/PDo2Xc0u7uFab+UxgSgBFNabI1JnqoGNSHM025Sxmqrk5kADzJvR6bSNByY20zKpHISwPj+VJu9+FOlBIocAUkt0E3xJcL6UKiKiP0Yc1Ybli0pfU0sEvAgsA25k7s28aYZJVPjeMimvE7lllLZ9kiXrdhC5zLe09tv18ZY5o2EjbPRbFfFJ8jblOeyr8UgzieU4PmXUrFWtx4oPu5DXoj1WYWZKOOfu9CVGzeXDNbgO9VmFm2eqGwTadaN5b89BG7dWzj2bcq00ah2/n+Y/+klaR8K2tZ9OI29+DyV2NbU9/HOp7+rPpLs3PkgDb36LyqHa9NjTL6VZEGcP66GdxgLX8VfWA9sfvva9QNgqjohpJLeat4JAvCjtr6dTjZxBsl6bxohapxrq5msbgS8aeBA4zAxT2gDKvD0xWUs0JhGOXNPa0pCuXb6Shm4NpAcDd9EYcczjdrh8+TJWjVFeGCJwm5RI2fPW1lOAjdw/FS7Asot5uYmWYSmj+2lgkW0PWMXeMo5+RwDK73z4zwL/2PN12uU989RnOMb0HXC+joohGqFgKq+gkf+DX/9VOud/mL7/vdeiOkZXwb/5t39DJ5q58O9GrwP8qkWsMukkIu3AxA0Tf1sI+LVgQbxI6pVByTqaQLRA2Dc5OO53v3cHspZAG9DIbGBhezJWxxz0Bbrv7jUuw/BXN3PfwiLpXdDEEYopnjrGWdbN9WmJKPt7pHTt7JdTP1U+25ifd2FEY/iGrX8XEFIiLA/tERzdIde2FotFHgCNSOdafAp5ycPesIwe7h2tPfMUPdFgDr+fZbM7uEKkZxmR7gzP3/alCRv13c47PrH9WTV6Sr7w4s+FkFoF1sPDD9LxnqwLkJkHuuB0JcmgAtd5nsbjzU9uRXAoU9ygZZ6pcDNH0jN7GtCmpxCs+h6NNxggzXE4X5k4AFvBnhAwBrf0P0o/Xi9vm0Hbt4LQnhe6ixRgmwZIVVIYw5MCct39F1+WoGtgiDUASNO7noTvIlKpQg1lEUQo8VNErS5h9og4wTwhQgkCuARCCGDNSpHPLHsRswCzzSpOYDp8n/3IHP3cyfuZGia8gftCyvkH04tcN1bjud2OI1Px2S4UuRKL8Z0sPtKTSCRWowypC2JGNNJPAHqRUq4l6kJzIJtPN4vfZ4l0PsGf0EL43vcRbWV+ljDqqwxtkHk5/yJuhSLPJ/5C1g4+UaUUP85RE1fQbrkL+DZcu2sCupGjxpA8izXwGXhINQhHKZCAVzA9iKzzUkslCDyDAPPiMbWkA3l8wA5md+b45kM1aRAe/D0QqG6nP/6f8YHDbolIIz6yOBMI7dFVbtEBZp1IZL7rKGb+kbSEv6l2iX6eIFD348+mWerGl8YG0sb0QDpx+UJq7X0ovfHTD+jKMkaqUim9/9F7JEV/L928fYvGrffSMkx4jbmsgUihpdCfkpTt1Icrp4Jv7j6HnK3VFFMP/sQ2cGuBAFwb6UZfO3cqXWjm+F9MySE0thXXmYm+2L8Cz20FL0rsdUfPidSMD28W89cVzkDwRk/1J0mIZbQ5Bdr8wjgrDAAEc9mCsjZhMubuqoFvoFUq1M2TUyvxYoWbZrdQW8P0v/bYo/RnXIJpYI3gs3rqkWsEkBajXNY9QfKkn/7k9fT444+kL3zuC+mvYZCe333l6hVSesjHRBPSBLWLvrXVTdILe216ijig9o9bNTrT3xmbRLzspePNMCWScnsh0lOdLWl0ajxNMmZZvCUVSi1JH54+fgMxEQBl7k67HtP7718+kZ5trqb/4mvPpece7U2PnG5NJ/s5ihihODlPgwtS/joK2+nvXjqenjzVne4P3CdwBl4SBQcUwRztRRkKB+PYno3dZK6ev4Pmyvh1uMBUgDrJdd0NCwCGqFbJ2sPKYw8UPhBMWAjCWDi4Tx5KFt2LeG+uq/Tg5x/fvAHdIHhJxu+ms88Cmrcumw7yH71ObTEi9zwzXox/hN4Ox3HLaEZbCCMtOb8S+LtqWSJuDv2RfME+Y3nyXZlAQslAKQKKhQE3BaPaNUIcF5Q53f7dAI/zMDK1zA2Evt2WDuMMknOu6+yjL9exSTk4aRkna9FuPEj5PK2SalBHc0gQ8xn1MSBuQOiMoTn/YFwMIpNxMOYF0sJQ+LF1k9/LaGQQSmvNhTignYXIWH0Gv7gP+cb39SCyzUYdQ66fpcJkjMWFyYDDTAjIcWMGQe4Faw7mpqahZuIzZBqABcaYtY/bwkGtA9xn2GVEL5DAi6ig62Lewfx5rk/nMSFVpTSbGFieWA8RyyjtWGPCuQcdSXA8NLS4NQC8JULzkea864YfgFBsFhqpKUCeiWyUO0/eZIWkWJlkjlQga6qZHdoCiItGYTODHUxlz9222ULGFR0LRABx9on62lQ3PJMM6Ir3IK6ajjMpf+RsWoE57JFgS8QHlRmCJCVrD4m9PD1M0UA5NZ2ippt+jSuDHPFAWsSpz/6d1NbTS2BhMt2/c4t6/uY0DgKPLUylsZGRNEFxwCrag9Jd81cYKUSsuTdVp0Ak+dqRxvT4MX1W1TSKpriDStdEBL+Z8aYwaYx8H0V77sBHNknD3EEa4KLX8CxmDxJrBuvLLoPYa0toQSPDaLXldPL8FdZWxzEENAwmdWkeDc7Is7OwGEFiWNVMRrNSM1qT0MVwNVV+6w+XMch0ivgv3bMQsDzBumQ1t7v4Z8+fPosfrZKGx2nrd+d2unL+UuoiJzLPgi9TCjjKca4DA4NkTdDLkAO3HoyOpo9vfRyMxh0QTxXAWlBWejm2PjfxXJwXv8K/DrOyrv7m0BR0R94lVVlduKYfu3gxtVFHfW9gAKFpCh5YyjMsq/QZgD7MYJ5oRlaaobRmg4BZR1tDunDhEgwCZYBshv6e9nT2RGe6OzSQpuH8w+MT6crR5vSrT19GcNWl6+OjPB/tkDkrcLLddO7aQjBLxnR/PVlzbY0D3jBfVVYMxko/63wGOwzhoPtEhuiRFlm6DnjIcw4tN2GSUeTBKAfrmKLY4e69e6mbo0XaSSHqIHA3NDzE/m7RdKOVZHei41yreyQUDPDdsS1O6EV7tsuTcIl9BDiAFsFlpzGsPrIzPHVSq6MGmMif1BDVjn2+czJYqvW1BW3FefLwBtO1LDaIPFmBrQThv9yZJ59/uR5fQz3mY5jaaoxIRLtqWFMsEkbmIA8UEaJeGWJXOmfnUmeaVmhOELpal4xRSSpz8HdoUCwiasFlXTw3ShEPrjUIFAwVBkIxKc8A0UA25gvT45l8b0AoGAGfab5laT0sJCAZZOY7fpBGLG7fZ/CXn5kEbbSvhrZuq2gOdlTRR+iBXkwBROF5AO7QL6rqzZ/BmML0573fy/w9x6PE8yp2SEcTqMjkGEvEstTLGgmRT8kf8+a7OjhsCbtLoaYENm/SlmbFVoJY7QikJnwhfsmc8jJZfnuUww75ngZuLAXMUiGMNLI2tLgtBFlCa8wXiSDyu4a/FSzOu0qu5E7Zfpxt5FiSCG7jD9YkOZQQihswoPXpUQiqJXWcfz7OMHmAe6IO86sGc24Os2OAVmrvEBmfpcXaPrDfR5PeDGLhIUCW7Umneo6mpz/7THri8c+k/v7+NDg2ltpYl9VWtxZlklgV+HFbyiTzYgZrCm8jdO8vb6f3ZhbSEAEdK4xNP9NdI8hlMjsQ/lEqlE63FlMvRN1frqYJtNNWCEorZxOt2KT7ecYRj01o1rdpqs8WhGL1hRpZwI3v7Ubk2TtGWhkoYKEQVSgFcTMu8o/9z6XBkZFId7p88RJVSxNx3MMC8HtAG7o7A4PAAcEPJUZ7Lkw8GYT4Yw6iJqm7r8CXDtRIfGVn6jA2W8wfEZlV5WBCwawezCynj0eocUfLWyfS38AmPnnqfFw3ODOG1YLGg49Xf6LC1jQo91lmDzqG1j40sU4Z5Mfp2jNPYgESECw2446oT49Rlro5SXrOaiEN0WNyTF/r+fPpcnd7GoJRL+NS0KozvSrTCrJpCtdgdC4AHC6C5zJLA2yW+20ikOwPqZvEyVil4z389+lLespS2LJP/b905EvGp0FuMOje/XtxmmIfHYeaYZimXQ3CMEsobLYZ3KTsFWqK5yuYpVlhcQyhfvxEH4IdKwMmbZDYpr/RcEUtmFiGPSZDO2RM3Sc40KRuhBUWFvTi4Xe67mTK0YaN77RunKc47mxl1LkzT33uZf2RWfoNzIRZyJkz8/lAG+Qz/5YZ6iy3TZiT9Tp9UuKfzmq/90cAqT3KZNT2vDZYGYtTy9KmNIIs4/MZQsDgjM0h6BfGNMmIB9mcZGgvoLaEpO80zCbxT0D7XG5h9Hi+zNdng7fZM/3ceXKvAMqhSZgwv4EJWgNgbaEWQSyBwhXcFD+Oq9lc78L4vA5fpFpOIwKigY/KJTXjPaKu5pdm0X4bOGjuCXQmEXNXey6iccpQc5zTkuM92I8QgpiotvEURdVNfU46yNlJNEC0QPw4VU9SxE5TwKPsxHqcl1PchRHudZ/EZ9gQmreaZY5ASp7ULldSQ6OB3Q2qDjiXpth+HFOSKhf8ZvaZ3C3QigrXygrH9y7TwVpmXotPrArcPqHLzZ33r6eJkdE4M2aTyLomvufIIJRhfNsc+naKQ9EIXpHU/7kvfomWXn3pFveZXPzk088Q2GqgGoNaaSYrn3isu5A+f7ybHM26NE7QYpkE9irr2nb/2PMwffkdFzMHCagBreWZcx3pXHeZvaKdFh167HKkMOqgqUUrZ7DIvD1iwF6lmmH1mHF2BdffaNOLNbTLyDDgbyPA+jUzbUkiwyyEqcnIJFZxUrdJdF9ifDWOJXxnnv9j1c40KS3iXVaRwr5AQaYk1cOMFcCW5YrvMq7IMMB/q99MF474yKXck+F+kfmo3YTywHZKBdHkhDnMsv9LmIIK250Vzpah6GBqnuAYz3LsVnxqbbgcGrg/x2dq52r27lEeP5zdfd5+8510tK0nnT51AqsFtwQWxpn+7nS2uyG9Q0Dkk418+ub7d9OP748HczrPdcsL5FOCl/raTcCXQTpextScvPyddSsQpEM+yNCc73iZWRFaNPPw5XsJwNzNw1JDGEvwBffXV2RjCH2JFSLW//vh9Y8iTbCJyqZOIt5qd8MPhvGHtgAzSjWhC8cNHgXzYiD+IqUI010f5SpC3dMWPF1Tq018DV6AkLQ7P9PMaAlmq9aYCTsYJHiuq+Bwve6j71XoDpWn3EOPPfeyjEyTINMKswkEw/NzGKOmdJjHMMhPfYncJCLCz9iMzOTOkEWmCfK5IH5ECM0dWYfP8hr+E1vjd9yDZBVhHIdSeAIm+Bd4hpqCyCw8FNYRyeK9QYxgbGJJgE6A+U5CE4lBWLiowR7+ZJxsY/UUeVxmkRyqHH4IIA8D2AnTUSYrgjAI64Fxw/Rk3q5XorcVMNZdHJ9ZxgnfjG+xUoFJQrAyBDe1yphqwcLSteiH1ewmcwUfCLW09DI0T9JzQ0w6djMk6h0IbQ8Ncp9cQssAXXPVBGDM0718Y5icEmD+AEm369Aiu85g4rPxS6RzbC3AXFdglK1pv6knNMf6jRkYLxVX9ZwvY0MN0r82MeUiT5aOPevkUtZj+q5OP0gfvfn9NDx4GybGQVOAYAlTah/k8qgGHdymyAhH/Xzn0UbOXrhIfexGevMnP8TpT//Kxx6PqKH5aJ2dx9HollMJ89jWXcNojW9MLWLq0c2HNJMqTNtn4R1kX/RVUx1CdLEIHAE1zxN/iATPraQbnPy4hPneyId5cG+KKPfK+nZqP3YSgdeemvHpLlp2iJtmi8CHGBDRS/bRpgwbEI5ws3hilz3RHDS4BeC51p/sJV4pMAKDQDbh71zXMDs9IE8ha71yBBfU9iEqk8+DH4ArtvYSw3dgVLYJPKwQsa2ZDMFIe1gm4JN+e1/cFm6ZrG+BygWwAHf0eWtKC1cMjXSxvY0emOQWw8hW5mH+XGPT2i7WXmCeRvXN/dzweBJxu9Cepu+PpVu3P8QUPx7jv/X2/fTnP3k73Z5bIygH7aD+mQfdBQ7r4mhmrE6Y/hz7Z6eljM4yjU9QiacyehcspQUjjFUIMSEpY5EWM1qXhiAn1owmfBDojDp/L2bOMkdpLQQOz8RAiufIRCc5zdEIt/7QZhjkEY4c0Q03PT1LgA+/O2OFfzIYDJPjmWqXmtEdne2sv4R/eZE9ci9wqaC57LJeLRBzfP1M36umdliS4EXmhuHRMX85FWuXP/HJ4VpzDz3+3MsSe2YOwxTgfJbHeTMfx4aKwIeBicyUZlN5SOZv42FsVjAXfUwMHKDjnkyPkysDaCCXJYNmKTKhdcLoDJjI9kQ0b9V0rt2jqwepKLZd8+D0TZhQbJBXunNiKP95X7T05zP/+QwB6RI1fTW/M4mejeA2ayKYC1ZPn0Dn4PEJpo5YHeOdMnAjeFYAmRQuwyuy4SqDdl9pYE7NYLDtl1yzpkOVDdjYgoAkQkcHYAWYv2eEm7zk2coVmk5Yv2z2QObspl8ffsF9NqwWJ3KNZ3bDtH1ZRrZH9dNuU1+qbTmN819HPr4nzx5hTlukQOVhgNvFNhztBmpACDcfjbEGLaK2qZN1Y06tTMNAptGcYcogEpydRPWttDhwM9WgcQoPO1pbkbG8CawLlDiipXQcO56eef7z4RedobTQ1mSPP/4EKTEn0k9f/ynlXcV06iSaZUtLRCxHRh8glTeR/gPpzs2309DQYBqk6/okaVlLSPIK+NTGudGbrNUkDK2SS+TDduGrLNKZ6KHWunS8djM9eeIox+A2paMtJaK5q2mNfT7R2ZqOsVeeWzJIRdAanHx1fSG1UblTh8uhDSbledQra+TG4m81qGT5ma4b9w5KIehAdQ8al4emedKieyzdiyMg1KeEAtj5Dm2OZ+jyiWgv791jNpdHyTS5iP9kTuHHA4fddbvR2KrNHE19k5nPPtMcg76kJ5kh30tPCl9dSIdnKOV5nsqBHYusJy9jxTRhSjaRUnQKeHz+wrF0sa89jZCYPjdF45qapdTC3reSyF1FgzWoVMUfvI/VtYq5uUbnp1c55dLTIt+9M0ywaw33T4VMjXx68tzRdBqfcR1wGKWh8RHiEEqvCfzhzBw6CEoQNAcvlZVs3X4krQkDlamAnyTvB/xIaVK0NNpEgERlYw3BG2a8MPM6cNjf/vNS1Bd+8Q/YqC3qqx4aHuH88BlSxY5SAVhPUn4XGvB8ZG+oba6ieXt7BKKBbVRl8Xc9vR/stO8+r+C62kEwqDE6UDDEbFR4Fh+x/owh8h3zZCo8M/5/8Nu5xFJS7tITaJTc7OaFGc2gIpkb6OdZoi7IzecCQA3w0Lx2cvKibPMZjEUKKOHms5yYhJ2ptBkz5M94yVBDLecZfh8hf8AnCM0Lq7UtPBvuMZ4+NyS40j0WxyN4dmiW3J8B3BUxOojOB4GEDOH+A49sbKAa3wUwOHK1SInSDhxwg754eSSp5r6dgKL+mSFpZMkAAEAASURBVHsUWsJAzbkAoy9ykHwDBFe2uwgPFnmCUcIMtmB0zt71CyNPA1QbLWKel9AgbafvnCWucBwj4aIrDc8wwuePaKbJA4uDUHEz1OF3zLem3SLBNXINwweJpIS946HAP0fJob0+U5ngCWZ41kiEXcIMD3RfmUqF9TEqYhbowTmWquQ9ro/cpQ/nLEcS4DMk7rpKg9zmruOp78KjdLAhwZeqE+vue3uP4Suixh8/0c3rN2C4W+nchXPMbD9yB02ncO2jI6NpkYj0g5HhSJExEV8/tpqJgaajWAXn8YcZ4bbJRQW4dKAW/eypI+kyvqiW0lZ6tLcpPQXx9rfUpQu9LamP4E0V5j46BYPDXTKPALg7RaEAMPHfOhrr+jxHWcBEi3TTbiAaaof+MZjItr4mTH+JS5NaHMiRPrODxlmH8FIREAfVmgLvDvAw4A/sQyiDYyZpSyXul68o1eNahaufqWGJ2+51NF1wHHam0Yg/rok4aAymZ/aHPiLxSEYZeMEzFMIeu1uLhmNrMzModGlFvT94oAZZj/loY+fGRr7n/Pc2BO61i30I2tr04eBkWkGo2dqsCeFoWe0WzHIRprRNSzf7aarN3X8wlq6eaEtf+9nPpg4iwPsI56UZUnLmJtLa9lo600qgCq1ykHzCZRktMA7+x5pZffzf9fs6IN3sN/M3pc78xEijAVa+/L93CWe7Ly2bk6igiW/4xUtFwL+Fn/mx/shDDhmlI8ks14lA243I/NgmmoqUsXCawUmLGrzfVoy6eaT5qASMmQFp4FOmmrCFIJwapBqo03MrNRqDSvlAHIj58luepRKW8Sr3W0xnTigcWqe5i595/mU3/W+1SgflAm7UHPVQJQMtcvrMf5kxxDDFuUag8vzsBwSL5xxca183E1EztfzgGpmZ3IuXDDcmzd8yGD+2O/o2fqFtNrzA2DX8rZTwOqyf0NpcgEwnY/4syPFjqfGU7PkugFeMFJvIE+B8sQauNjK+y7rynBPkZ3toK3VE9UphLnMt94SWzHd2+ymhApTxNRb58ajbw/GMllZhkpk2KWC9HkYJA87DEIogegsakcemilAiiWea26UlTBA0lVgLT3SyTlt4yojtug5XpTEGehjMb4/gjJ/l6AJTt4OpuTpNFx7+JkBiBRUlPRAy5Lo6l2oWhljTBBoKJgj+yW0YndUuMudaYFog2NN18WnW30ZKB01qW4+mEtHXHZ5t9xq13WNoliJx/8n+1IwJ+PGN6+SyccC92hvzWITY0L9ASsZm7q7NANkm0nOT9e3h8O8nmttXxp8LE+hHo+2CkXKGVzrZBRMubqdOuoWfP9mbeo6RQtRpPiqpPjRI+PABPSlZ/hIO+AU07lWI2NzdOvalk0OHzhMZ7kEImQayQxVWgXVYs7u+RgdtTK9NzGYjxprd4p/+S7/bxd2gxVQqNGKuYoZBxOF347kR/QXuJlfLJNSCYj9YWwh+8Ynr1D5CKWCjFOxSIXwtPuOS8E02kl5XZs/Ff48hsKrmsGuUAlhFwfzIBjICitycRzmIPGGeWA+MGsCzlnr8hpUS/lyeDeNZx41xi6bLH89VEyd0pGX2zYBKFcLIYRUFc8KELkB3Je5rJuqrVbOwsp2+feOT9OHQgzSr/1VugZl+gk7lVqbM4oYaJzDGDDIXBavX/RDchXV9ipe8DeWIuetekrFFn0ev9TLmefij1WRE2iOttepkSWr74nr2InMEgdzZ2Sk7CrpRm9bVEdf5PP7pO7SL+9joCGlER8JaayLbQf/w6Nh4JL3b6WmNHFu1S/Ic+UHVYCj3qAXzvY1cYTukWRKp20T6imWxb9Kryl60cnR68hG/ROzZC7eR6PvR3hOp5u//N78FY82ka5ToebNA4FKJVdajFD18iTCOFL+VqkzGwUSgMKP9Ov5ldwTXBkBWBSCLD4By+DubJNNkA2A2mp76eagNriFJ1rOZm/Hp1eOTKcAoFjcwce2PR85kcH9W6Nz0QfIJ83XWMP2YrsiczVsnfcgMqRDmaMJ3+Cv8nI8KNqalUmBzfBi/HYcfgFxqdTskeZu4XOD6FomLNiplGGA9yG2ZpkVTqvXrJlS7MY4PppToyAIOwFDRJEHWBkxMm6BukAvpBvqyrlYCVkgFUvoZo0IPjIyAUlix6VXyEDeITqe23rRb5uB4YFldmKBF1nyqrNN4FuEUxovaMuOLkNt2c9HkhImE6bmDk76OwE5rJ2YQbcvGB2BqnGF87rFU6uhLsyRt3x2ZSC1dvakOAnvvw/f4eTcQbwdmov/H81bQy4C9C0AAcIJhB5r1LqZnodwUJlEtAuAI2skK5uL8Gv4zKoFePFZMV7pgpDB7O11v4QcTr8481I92RU9EEqbb2khLI7i1CUMcQFN6b3A1/fDBclqQQ+SJyrJnLbRRssytk2vPwmmP89OGpnFrbj1NELTaRIhsaIVQtzw2MJQmRsfcQfx7aJxWwjhrYLUhbHLk/XHuUoGfRUx692QPn4ywO0yWFp8ZnfsyzQlgAl73F6YIXola4V/nZkFPGDS+19y3hZuvDA85Yhnt2+oQvgp3gM/0O1PHkKPpJITfKMOjkCJewFTmusvcFsC96wMD+GNL+Cab0uDMWhr3tE1gWIVR1hBU1OJxfhJ8GU3a5iQQUMxLhcOyPDWrvi7K92AUZmdIG0UmsYh5CprHcRBRw40wCveU+yxDPXi5dhUbe2J6r64gDWlzOw9f0pLYKNyEn39p4rIEotcycKqo6EBmO0d73mpxWdWmz1CBEsGyADH7wP3Sk8/xSb6cQ8/RY+mxa4+xNjV73PBonUa9TYB3Xlv8HfEWnm0qYBwBzTNVEDwGYnh0OBoLa79Je4CRaULLjM+OIFDriby3wCBNkyQTCLyVh+UuPXngo2QQo8PBS1iZ/kSZYSR+gqiBHAILMAgwGYkRRqHCt/ySF2f/lykbJFHCeX+Y4HwYprIz43tWHdeHNGdsJyrX3yawoVNcJNi2GgVGZERdBlIk11BEDkewDAKECnTmtwwq1syjfSM5O4L/DykXX2ZAdwNiE1DR2Xq+Z55IfzdtH0d6HXO2bb4baUqM/TkLjFGCCTTC9GxgIRNboaRwljy2VdJpbAKqBmFDjyL+zvoKRADTsUO2KSibIjcIGqo867JZQUT8nByT1V92GH0FUAcwE1QwarTHPfxvNeSD7tQRmIHhGHzYX6fAn/56dXswH7VP8iX3cSMobwwChUeQXMwCBFZLjuw+Zmpta2/4P9eXptP61FBoqTUVtDHcA+NDt9Lq/EhaGB9CKOG7BMbmGHqynl7iPShRa8C9P93VkHrbqKfHN7tAwEWgH6Mpw+M9nel8Z2Nqo3JpgYDMlfZCutrPcR7A7TgaYyvmdZH6OCOsizQcvjE4n+7cp/UVGtHUzBL5kbtpCsk/tL6YzmFmHeeZnfj/zhO8uNDN8aQk55/Dp9lcgbHgAx2cIuWFBO16GH8ejZWdgzke4fmt+OVmMLvoMsXzLDNUkBfxee/hA69umnO5TbMNI70GRAAfa1VIZUzSvYKQXBnfhRDkvcxIupCtin0yPL+TXtQSg7HCTKQXLRKZZjtj2OzF/fY+P8vyi/mLDAWT3fOUsnbpogHH7uKbe3d2Jb09uZBGgeEiI81s7nHOUZW2dygKAW2YDDnPZ+lSZMqMR//6jaWvW1hGazAfc3rX0Ow9iK2Za9X2DWqswFRnyBhYMoiI2U4MkWtxCbGGYHsZ92Curj57yaT8OPsk880fptXJINUZg/C8CICpSPjTRBCxi2NcTvSfQbulExm0ZaXLBvjs9Ubq5XhxW3wijmWU68gxrmPz474sk41w5/ZtzOq2eLbVNTa40NWgT7IJRuwkdUNEa0bmwIxgmGaolEO7tMTRwKS1/nKvPRhlU1snjaOPpSM9/QReaZJt4xfgLl74wNzFp/RRcrm8hg8DCRgo0xQ1M2EiUF5UpzhhMEVksTFoSFSgZBqALCfEBwALTg2S+Dt7HigFJEzLkDurWjtxV5A1bbCCIgvlr2MG2JRAJDRnUI2mSkRP8zin6QuTYHY8g+fHrvIQhgaSIYXiLfepFfsZE4+v/Z9kwAR4m0Vc47Q25u8nov0W6TpliHODNARbl0FBOLetk15Oi/jXWvE/lWGEuClpo0+wgoDD0Px2muUEwR4kmueL7NbQ+I2yxArmqDDz2M8qJogIYqpPNLSA8QYxOj9e+iyVzFF54QdijRBgHWwjZhlpIGjYOzzHQ932FvA7Tt9JOc7RRhTDwAjsFHDq1x8NU9Kk8/ruSzDtBoIis2iy88AGRGaf1KpayVXLEQhBIqU0cQMiR2urLqYKkd7F0XG0Tkx1EGwRP51M17mII0UYSl39ejrdAlFzAJiRfrv+MCtmmQgKEKQh4fw0TKyP1J4GTO52NPGuLs4pQSOqx1Q2sb4eLdujBabIH7w1RMAJJrm/hwloJQnI+z6f9+Pf6qdBSJP7jUbU392c+mGQfU0ECcCDLTTM2ZVaghuLdOOuphkaF/BQXBzkT5J7J1G0Y4qbduVBXvqpLBvNgpJoDuDvFi6JPVKWJBxUrgwPIIIQ+OyBTM/3Ms/AG9GJvzShQ9jyXvxWW1WHjCwQ8DoCNeydvzH8yZioIjj4IXWqETdJEUToZF09mNYdEPYUvSsHFjbQ6pgr7pO7RKenrcQS/3muaUpBC04DpcWqpO6jPWxnDdrqMpUkHPNLs2o1PLvr21jDpPbYc+inAW2uhb6LHuuwCp2tgcvCv4aSz3U4wRJwi21mrplrSrKRfiUhPjvAU7HSMQWHDMTvo+zU+/jOij0VAYW+/m3h2kXQzXLCJfJDtVzmKXu0SbiP1F3hffIUoaw2rqYIdWRj893hKzRLcDfceNw8SXehDhq0eOaSO6Yg9NybZSqr1mHCLUTILWXUncJ2MQbzdUzhh0BtazvCeCg35B93dfemlna66+OPVw3PFDp32vkJRy1WXgJF89sa7EAOFpsRMhcyOaWfWmEAjZsi2IPKv4800JTSgW7k2yihk5HrFojK1sMsLI1kig4TzEukE5AyB5txZGo8kAeB4rhPENi8QD5hTBkqajHMZpMO3hxNz5GmVm1wBAXz2ECT2w7ih1C5x00CxCyMDfSRvK9hR004NsIYwSOvgGl4PrfXq8WFe0CtlJ5hm8yprqcvkMcaZKXOPMnTrqEGNXxpm0gtHHEODXEMhL6Ps6invYT/b5tKaRgOcKrF0izt4pOEEe3jWxOrQjgw3mEuhEjGrkUkVT+M2qawkEdGNJY9EZkAaSBOnkT8ws5k2h6cisBTLc8WSd2xOAWv1JNq2k4R/CG9ZHoIAkX4oHUW2nvSJmWKptCkrVEIjSNlIRyC0NwJXFl2YW0CngnD5ziJUQI/m4FcMByAaKqVOOGrzHGtD9Ns4QKJ4EuYxe/i15W95PQHsucyrbEW2rAdb6WGu5B+hrI5ZByCAzSTualxUbYp4larNIrGdH/86nGSqanamV5LNziT+hPmsMiamzvxnULkYsImEc6FxRxBoOZUw9nnKFb0y0xpmP0ZQdN6AFPJwSwquk1g5HW5Lo5i6ERzo13g2UKaIuXkwTDBJvpCotLiOyaoA2yaMMk3sSA2FyZpLQiR4CrgcSG8NT/1C8a+yAnZnzDppAP2KPPRwyS9jnVFKhm4FNF2NreGno85UrzMoKAHAz5aUsSKwFNbmxpsqcLGKuVaXAYInI8H76dBmHYdDJOrYu+DVoI2FeTiwhYaMNYBDG4WWDMc5XxLfE60X6EGsuyBb+6bZr2mrI2SPcZ1DcG+JpzQzmu5LopBoEMtHTXpjN1nYgEIBLNQTIim/v23L8xukVdCD2InCwSmpKnayZ7Nzk3Te3KE4KaWYD6yIjxSRtP331cO+EMCZ51yMNl05uKwv4HEGzjHNUHLDud75i2jk/kabCwjeD51W/Ecc727SCeylHSaw9y0/GzIW0X5yjJ5ZP76ndUuORO+IxflkLriFErCLdYE/kt3JtjL1NcQMAo95stGS5UAJH5r6oL4MhY/FUH+A2CBKVWqHzbx663jb1iky/GynaFdPJOoxc5vg0DbCe030ILJ6FhWWSKzzBiTwynxHMEN9b3IuQsCB2MTjhC7inM0u4Apz0NMeRpfNEOMtl6rpW54Db9WFRM6zFjvF7GYrow0Zs9vn+EKXIwRStN3NO/N69R35m8Z/S6+z3Wyv/P03ysdP50WB3fS4OgnjCnCYMbMzKehRZ3QnL0BA51awCwigVo/5BCJwdtrS+l4R1Nq2m3EKU1iENcQcA3EtMuL6wtGyG8eiHnAucUH2npIMbVbtOQwcyEKCTAmLeKKPPhL9YVZFlgNJHVRHBjPIGvzD2j0S1pMQ3eqxy81MTJMlxT6iyIlrYXdIcl+bXac47PHgsHuglR2f96mJrjAxFbws84h8LZ5Vt/RXo6WWOaESk7MU5aGCQoM4HotRKrzjRzfSmPXysJ6aoYAOuizKALbPRpPk+YGzA+fVD3CUzeBjBLhsofpZ8WXWl0rkfAWND7N0xUirvOY4ftokatr/M3RFg84XGwXc6odf2c7mkKNfTdxdeTByQWiuuOLu+n2zFwaV/sHaN2Y6D1UA1whMlym5rxKs4lhOrrP5+hMRAVHPdrN8OAAZYMcFQLUOnDwa50UYdbi9iYuC105LVgNazA4z+iBf2U4Il1AD2qVh4US0V2dO4Ns+B2WE9p9lKxC+PDiaMbQzH0trN8Us6aCTSjQrkDQAc7KmcfXvYjwu0tZplxPPM3SaKQjwMhnIUQPGFmRTk52WrKcuILmvIuVsQpcbHphipAmdvjj+S3t6k806LFKzuseQb0yLhi1LEs4TWnTNyjCuaYYMXDKd5lSJO6FJhcfCQP8l/ok4RdqcG2tbbQns/MOXZtgSGamlIGfrdZsuLxmyWqoc8xLmuTJKinC2a5DfuXZ5zKnKPxgznb/4UHMhy+hXX2rWocGLKM3AuOdO3uetKh2YH9QgMJzM93fR4NfCIOjvRx7zBw8E6cFa08eZhWV+6M1KwyDZwh11sesYIxYfygM2+DdBsHPPWBqMYDjw9JgKPgDs8x0iBGzRUnq3TKbHJqaE4cr8Sh/ZQizCRDmxkfS7NgwkTe0KZ6xAQfeMfpG/++tFesrSdGwryXpDcqqGhBEX4ZSRIKR+eiHBD7BVKxysEFtlcntw7AcUXNd5luDaaY/YwHnvYjeSDliiaYPoC6pH4zLBshsGJRvY0uCwYnJ1vwaSlIjNhpHKIZrTBI3YMT6AbiVG1YlyM301ewgiRv6LqQmuqgP3PwgopMsiXpiT5JUw8yA6znHQ7MkV/NlH9ouljG12bVpamyBXDZ9YwV8VHaS4Qan5S8Y3jYVJ/GeDwO8bF6YSiCw6Qjh+oBpSYgyTDdzu5o9RC3av32c34PuXEN+5Oj1tNt2gXp0tg8htjY9GeagvjYTcPVBW6lhfukcju05krdX0QxPeToUBGi+YgUf2QbIsooUzcbmWUzQ6LlRyVnOGemB+ZQgwhOV/XQRE6aFtBOjx3vVVny222mO6HpzG63cMP3NN90l8k0SX/h9rYGGUwcMLH/bQD201NFcVqtWtkFukkFJfeHEPgj5RFdzOsoxvV0w2bxhYZjYKqk+A2iek1QvbTCvY/iC87gPWuo7UiMBg2aY6351mvN1FPwwHMbmNOqUe+hMRFAX0SxnqLbpbLezNRove293ojrWvYOGVk9aliJafb1ODUTC4r304K6Ly+KNL0DLewMqlrbyHN438jxPKZTc2xj7SEkmw/yB9QKpZK8QfR5GEGlV6eKwYkzlwAqibQRqaE+MlTXwNYOihLsE3xsjw/HSGv7VRcoPKS8Dx+jKBN7a2iwsJtEKdajMftqsxfxW/64guDIXGVYUiy6zXssLd7AG7PYO2vG8DK94A5zFNf/O/HS6kYBkOoKAMyBjgExBr2K1RjaBx6t4jraHcQVkmE9W6CHLA58zcAETFCnoO0465TNLCKXbiEWA52aEhEWFXW7so4VsC8+I9wgZ+Ua4ALVS2RPhIX9gttlGyI0djU3XDtJ3qZm9Cj6ag9lsd3P+qYXmWLBdpbSkzBxYRUmwYMJAmNwq3IcqUM4YOOUXRgcjR87N4dnY9lQ8MDlERCCImpY4kQskYWr84eI8QNxoXnT5YeFlJqeGYgXFFkmui3uzHKiENomkt0SvBDPyYLLwHfIsJ6AE3MI/4qQcX2mllLCSJUr6eB9chKutAXfxqzC3bY49gO+jWbJ1RDAbQcZV88dAErV4zUVECMxTqWxVBYuXYlx0ANj3aJlsspUU+k+VxAJYjVMfid/vIDSajp9IvTzj+js/VVFiGzBt0RRto2UgKjRAEZygyhG0yUm0ypUtjsBESzIdqI/gRgVnvsm9iglftqaSGarqy7wj3YTvRCaR3bnGd8CklkENovBxwEfmhiyJypNGyiINlm2BxNPkk00sbaX6kbXUhq+wiEZaz/2amUb+JOxgzQgrEWSCiV8n/3EDwm2p60rHOKJBwhuGmG+Svzi5CppiLld41gr2qBDRtLE5a8+xI0T2N1LrEmWDpKLUkQaFNztrQsF8m1pISyEpPY9k38HHXQujU5tWc7As01r2bTUhMhjMN/Rcby2SJYSQqUo1MGIbqe7vY9qrwbCOMg1E1EStydUHN72PjxhGaXCttwULBjxoIiCyTTrK7m6WTta2OQcTIAsBf2olT2oVgiwPkTUT2BqBWU1Oz3E0AEcFoPEJc5tVQ7HAZzW00h2YWw3I6xTsbVBnNgSMvjZ8qhIQc4KYSjDmSvyGQXFdCRybRosbpDSw2taEH5DAAABU+1shb/UubqQV5mUerDjosSUysxryJsUNgS3jkhbaCVrYoLiGMaL7E1kLm0R243wb8M/cWulGemKWsonQ8mxWvIHLwjOGdG2YdrOPNnnIcLg4K+NlT7yL6QQNBvPhbxmkrjGDkWqP7nBPD24cmIkJ/XafN8Hfs4w8gyeEfMxBZuWLmfDMYJCuxWeKA1xTw7OrzEWBE02SFQ5ojmrTBbqXlQ1+GRiFxqyrj27oTNDbZYGZsgZ9S3zSdfwnQ2aWrFcVzGt9x8bi0yWdiDXMzEyFMtRMoYQpVXYbWmEeayha0rKNsqU/1xqd17nXlm/CJD96+2bc4Ebm2LgqZpeMsaGDCCmROrm7C4opxoJNQocYcChvkaqxyHGQcDsQGkJC2vu7gRwyJ71OUvQqktvyvEWVCtRyzcANGEj4vg6kmpsU0sLn816lo4aIiWq35+zWAEiRxpd+D4vXJ2GWAqK5lUUhPctoIWtEeDXxRY5AwANmqaodZokMmWfY2EDMrSK9jIiuby6GlHSD1N6UOLI15+SB8u2kzZy7+mS6e/MGiEy+JeuwhVfsPNdvM2Ej40OLm2kMBpN25iG4ldTXXkl9QdyaF0pmGSNrkyep9ck4mJB77Z6r6YU0ZfwMwdg4CEQNdHN1P93HJJ2YR3PHr9QMIykV7JJDL0jy60bRIPdLO+mJJvaL+RQxQW3OEP4ziERzHppK0wSgJlFGhkm1WlxDYtM4YRpk2Zizpno3vYe2JSMu8+yTR8izY2wydRiDSeJmqEeDq2VfW7qpxz1OVZAIBnKZsXANrUWLRLO7SD25VUh5GKbIp6CtQlh7mM01CBoZwrb+QcaeoKHDzNRO5PN5BEZnw27qR1ttp/Kkimb7/9J1X012JkeCplMDmVBVKF1sstnTM2Y7tmO2N/sD+8/t/YrpGzabRbLIIksABZVa7ft4nANiONMfcPKcT0V4uA4Pj4i3WU47VdiZcpRtZX2SQv7FyWUJ7cc7/1se5Wd5ZQ/imYe1mQcc0lqirpge3u15ObOPS+q+jzePivEdxevf/uH3xZ8zuvHvx6XoSLmRV7gXf13JtyzOfN80UoM3w5cjrNEwkyN5/WllnsQHT1p84Tg4EFLse7/6rwpU/9wg0//VwNtv6qIyWC/K70S7JkGVdka2YpV4e5gBx1X+4tBEvfIfN2JMwF+XAfC2AR8r+VACnqcQJrae4Zsc3mTPqkdPDW7kZYmJS+UypdP+1dJv6q/N4BL0CPnMRm2VSKbitNrcjdrwrJ0O7IqpC/s0JSNP8VULqfAYzbf+9o9/WKPWmBcj+8yBvzdyusE7B0g7jUD31e/gDr6rjCQjb+GSh4WyTqrH3kgPouNR8kxEt2MOU0DwrSPs5/Xd5DCF1KHtKjhZ6oFx+BCrY2r0szZZ+u7LBm3OxLtzYsxketHSbDNInEFUB8Nn6bdZCKhrvNcV/qqqpzEOgDEuV1yX+vTHn3L3I1TxRfZhPqvugI+gFEiC8KQFYMUHrXF4X1dyP4v4uB23zKZAiMu6MT/9kHSmTAr5zCwPXZA3b1o0oeF3K4U8iRmsdchbmPglwQtLaAD4GUCqoZ1k2aVgFJcIBbd1F38sLmhjpo/zKMxosJIPj2N5a7xWbj6liAFjyMqwIdVVk6TtkaFrXA3cuDweI+tmGuQJ1T4eEKuaU5XHmuL/8h/zCg/aCuD/DcliL7UpIGfBjRgsJ7J1BOVtJUR1w76onZ8ctwxYrsGPKZGzVhg/CI7jPKzH0ob6NtDEnt8Ms4F24XZCCGDN+3mVInnzpkUhml722xTln2wjmkHYPRPEzwrnET/OoP1T6zv+uimSn6UgP2rRjsclxQtSh85gJOglbee5/GsDIL9pC9ir8PA0pfKk7zfd/6Z5xL8v9cKOhP+tlda/zKI/baT0p2h1Wjfvs0Yj3h2XwlM362V5i8+jr5SXA3HH2nGQ8Xj0KZ7EbMV9wR/ubsO1xYdntD9Y7+KT8RJ7h5KUvmOl9lRoaS0WRW56pBHv2vJxo+T3lG7Pmv9ciSpoU7T7nf/arKpfJlBPizF+3gpDj1Ow0lHGG4/UvCwZEwYD9/Kuj+/f7DzmaUbQ0xTvbsrrn4Pd6OmLQhRXL67jn9rQ2pn7FGnCLCxkb/iDth45DE8HJD4Q9KKOwuez+FRa1XHKSPes8dWdP/zUdrR5WG9so9DjbSu286LMg+nOhbMZPIxvdHdxNT4XKxPzFA8TSxtDP20J5wZLS/26KMbsMGjTg6NUAzEap/wSbj2ch8Fh8EkY7SblL5SlZwIX0mG253HZXJ9yEKmYt+Tq5yWgH+V9clA+/fSzUYwvXrZ9cS07a1CDh3oXrcQiyUxsUxu0YnvQFF2Dpj6DrDyAcYJql5hor1UeZ6tdAvLs7YxKiY1S4j12Xa+VccW7Uxh8UeIdeh5/+ctfZrvfj9sP/jg9tCCowi0862c9sS7M7/XNM51V2VPIsgUuwgmnKy5Jq5JnReQg5QhysbXPQQcd/Oqf/8vO4xI2X+VKnxe30nV5Vf7ZJN725ElL4x+n1DysJN2myXMq/vi4brq9eA+yPrsWHmi7AqhKz+TWZ5WzgGfnLdgQtJr5ri1PJXoD7LB3Mr0hpodrkC6053RxpAqZ0sg27cXM9rkx8q3bZCqZPZ5tAXoWE+/X3by7e9X+Ji02nGVqOu/OQVrrcjPgoT6DNXaQ48WKsb1KIaDYk/bWMW8ZRFKdiGIL+9TWhRxMMPD1hHytg1/+Ouu6Xx7X/1NMpgVwE84JGYQnCFb+KN7Dm+amtm9PZVnU4ef7Fncodneyhxmf7ny+c1oXNOvZqOd+2QMYKZUXTAkyIxGj3ISTHxt4+Otp2xAUEv3XH161RWhKchZc5e22kGmK5J/kM+oO1719FsKskflIIypveKt2igW+K8Txc0bkNS8uK7CXIqqWuugNNNS9fFW5X7Qz4v/Zor6/+GJ/55Ow8Trc/aHwylcpo3/8/OnODw3eqHe3ofIt494xGBmF+7w5I75HeRQ5odOl0q0yl/0mg2QyASwxyCsuJXieEs3Q7SVMYnMA/qr411fh5JfFdp+l8IVtTiiRWjRH0vNZyvOLaH2Td3rYM/eFDEiEWCzhGpooLrye63L29kEx2icZCoud3MR7F8XRj6WGfFUXL9z92OyPn4v3FRkoHr22lDgUE01p3BeTvm+W0WGxxofx+UkDU89T5o+NICfQVRWfx4/9/ksjy//25mULVmS0UygogbS3PM3g0Uker4eW6xhei+a2fz7OIHthnIz4m1LRJgZFIQyogc9pZHVxKPDvUd6rbrLu9dnE2ajspXyNcJ937VH0to2LHpe1QkF2WA7lycNSxVK0jxr4Exa7zFtTxr//7jfR52pGfSlnYkrxzQDoUGMDi8t/dyxarXb6fRPvobX0HfI9OceFE47SIQxZQlbzSCHsCEspcPG4HstNuLf/uyT1s5wO+PvX//5/73z1q3/a+a//+//Ro3pmvd9nLRwT3ioBzONoVbYLZHnitLXzSSGXX2VYjHu8y1hbrJdRgWMDTECg5xy8zoOHWdCPRjjr82fx37x92Zp4TboPWfK3Pr4v1eJJabwbJXX67k0B22aYZLXkR9n31kDIo6a/7RZfQJiXKcS3pSPM+oM1VA7h0tiNNAekmR63pXKc1p3QGAFZXexndn2ssQBbH95f0/WmbpZJe0tqCc5RTXWL3hSv0XXnOO4Vx5zl3jfjT+q9ScjMipFxb71Aixdc9dGlPmjEG1J0ixQASfIeeSU80UnqhincnlKz4vQXhSYs8PFvv/n/GlUrj5F174Fx/GsHGGvKzne5980ja2rZzs7vwoecsWZLFlvrk0fzj+Va/uLj4lm1jU1L5guKp0zC3127871uauJfmt3y+0Z3f/NDOXIVsBb+rZ3NDnpaYf+55O3/lGf1dTHdk9rOW/FPFxvQWI8SFst5Xfjj5zzRi4yTJd4MANzlfcIbZf3L0rmuijU+LRn84wTqccr0RYrjk+J+v/rq852vm4NtoygxMQMDj56mTMKhLXXl9g1TWRgkZW7k8ry8xss8KwNkYIJrx0UepsD9cG6Yi3XDwUGecInpnxV0DuqvUmAnGYEnLddE6S7loHNIGRZS6KLu26xarZ0p+1GOUmPiNwKDJwyGGCSxLcbksYYHK3MfFtt9khW7SMFY1PlZbTDq+uKHH5u3nsMQT3/cYIVtD2ZyQeVNHmu0sa6l3oC93M9yBv5ab+pNoY/bCHieoP2hlfTfxR/7vK7NQVjFye8LRQRoArnagd9M3hCqemxSQPBYCu4qD9hKR5QLGkpv6bXaEO0NS+J3PaiJ5RV/rE3XKThpLJcJvofVuVd3fDdj9SDcG+k+7OP6kwmLpKTysCwQo5f3tndPC43omr5r/U0KCS3IwcBZGfgcBMJMDDkOM8Ns9Jo73Q60nBgKr3OyXtlSvR4URjEvPGsx17bphp5z3CY0Y0BSlHiWY2T18dNi/uetREVpc0bcWx+VtQBIXXiKd5mryun+hN0Uymp2GKfQlolD5jA5VkJ8Bqp39zN+j2qHMBx9Q470RuboXQr24EXJ1Kc+McdZBGJrsml1m5sZ813XmhVyWp7U42IfLNvPL5rtkBs++YIxGAZ8XBdTbOGwBM5X5ey9rvsuDnmRgsKwGMOq3RjY6JyFJyx/lTTtvMyDpdUfxxRGxR8WZ5mlsnBGn9kMiifQO0gzXd6x8hGJYkio5VO+3HlbXTUu5jhqKS/L60+CO9tppDekKVJ44VkpLronCLOQnJWtTMm6Rofla2He+7zHySFNmXjXCLeJ/p99+cvxor759/++8zaPaztIA7E9VvfkYOf7upg/X7aPc8rJ9hk1Lc+wUcKs13/Og/msZcJep4wueL8xxduUx19754cC/jYne9GyaW8upD/VJSwf9Zlk+IhKSGp2no2VZWpngwNSjzLP8UUYyuMbA5pAhPIAEnvqWt3JyxLjpTzEi/FrCdfhbS+F+3nzpoVaztrfpgcKORe/DNvmrP/6Hz7e+cWvPiuWmYHJ68y2plwKr8xotlXZhSdiphTkXSsGnTcaDYDz2one1RTAKYiwpKdwURuR3rGmngqZPN75Ovo/rXG3NQ6NDBJJaLfIsoyGRYDKQuM+Na9DAynH1Wbt1XafmjzCUPbYBO4rZhSZaK0V4x/Enzd1V/Vs7vNyjho0MXPkQUr6xQ91n5vrbkBRLH4t2NA6lynG12bAxNcvM3A8yN+1Svd5lWjqebi7Cv/2jfnwwGf4Vxd4DXpwBAwM5WDkZT2uh2R8gJPwpl7Ez20IxpOUvhRLDlPNMmXh0OCG7ADzpC24YQ47j+1dOa2jJKdu9ReqKnTwKG/xacbgeTL8SYuHkMvjeiAhZxTr6+qzmZZpjrIJhEUYodV1jmq1S1kGnGYmHnxTwuFTuygtiokMi5XSScc5AgbzbB1Db8hwGc+xkijvaqjIaB3BxFlnc7RoHKXHSBmsAhcDsWg9KrLf6YBwZovZZ8+/2Dl59tkygvWUKLfDDJiYp667Qw/HMbH/6qQ/osBc62JliWcv5wZdJqTYGMpJn8lImHurjIPvvv1jMZSXMXAWxP6+YYB7zVKYF3z6bVuGvvx+dT1jKMwyU7UC5m3Jyfc1/LCd8A4TRJbI6senjfgR/nPT6rJIkImpIXYWOk1rU3g3dZn2QrCtIS3matWPZ5C/Yw9xHsgiBGUr0KqhypguboLEjU6TjoIUm7xvn2LK9knTB82VPi5Od9eCFZOU3ttxZ48vi3YUQ503E+J1RsJAD+ZP1fRIDOY3YY15b+IUXRzmHEOYIiYc8fn+Vwn0Xavn/H7nxV+K44RU8RSj5zOan6RSWjxOS6ix5N2sjJRhczUsGfauJfp38wQvw9O3hT2+b/Onl230pI08lnZp3vlvX3+RV2cr1hg7L+UyAbPVhK4sr/5ukqSXJ6crKN5JyChDsZaDmNY8Y4aAwvmymPAnwfjmNDoWd3smfal8PkLJ037XEv9GAQ1gnKRAv0hRfvR5gyjh4a7BHLigJO/gPY8o5DYYkkfzc0vGlepzmYIkbGO9g1V3zm9CK4A/oZd4izwDM8pyMvLgWl9R21KONkObyQSUGhKHw9ARC23aFi/xLKGUAZSkbECC50nwdKGEWmZ2SuWDcwYuohEhnRge3JUpcdjq6bsSl1OYR31//NmKsb766ccRVnR92pJkVqWnpHheLwtTSes5zwC8iW9N8RyhDzdBlje59W/Ah4fjXLB1l6NioQ6xuUeP2iKaIqltlBNP9k0eKmPGszxPNtKgtSfeqy49nGcpcviSYyn2LIxxkfKbcJV6oLSDtEgC/6rlyWY75ZSsfa9u2/3x5+o4r1eoLnsCXfR7nIrKvane4VX2LRyugTGya2yAHEbPDJ6DYtfDIJ8zjzsnx2pT2ifB27NRpoLSJwHGMx0lmdVCK3x6l56gZM/rVr9psZWrHJXJb4zXid1uTk6IT7nncYcoA8KPmr+/axZNXu5pDp2p0od52Pf3jVX0jB4fTOAPBz6Aj/FEow3Dqg45k/SURacHfz1DXo10G9l/mJFxiTN48Kp9ZCRmWj5/T7dsAvR5DhDSA7xI+VKsIS/LaGsQFcd8NV7nUauwYH6jnm9aRNUeuqd9pHCMoogxZmI6hPWePEsIssLJwNWfwvgp3WaPVIdBlk8++WTnaTMo1IfylBYTNoMfYdwI5h4XTYxzlFH3wwqL+upVXlN1iFlaGt4y+jdZ/Nm3MUJhVxVL3ZFjZu5rOKvdtuElkJVbWUYMCcXjvD/v8GwJw4QGEs7HxVgOmxuaraxL3komGRwpOFsvdijEalX2dFlqu9p5Fi/yuvaKrf2hVawpXgHqd5VZQxuZvJlQyD817e8fmvb3Zd2k5ymyq5KK3wToy0afH6Tg2mhv6GVL1nM4jVls8jUDYehdGziaEWc8JgMUBmR0gSnyV/st9BsdPk0JP44p7Iud+zs5hQxGjnpJvS1rFQxWQpJAr7siif6u1JzCmblqCX7KL4neuSq1x8ANb5EiIiDT4i6MkoA7EtUBtsWsun6RuPPrfpyHr8saRqmzO/hlFiDBQ8Hs/ahTGzMAhM/vBGO6StWpiz0eW+8t77rm1+VFTyua26lzBnm6LwrFKzp/m7En+M2a2S90dFy+3oNPJGof7rz8sYHHBmJOy2awio8FhpVzlmK5oMjiweuEk2fCwHIGhFhw2FZB9nMUt4FBysaeMxK/T6Kr6ZYGMs4amCM/Z+UiigeOokq0FWTgZHprKelZwR2dwoWBCNPzYNpK3SuTQ8WLl5/Xa/r6qy8m88Ee8NKw/vLnP7crZoq+lB4DRPlS8QJ6gnjDM+HqbwflE5IqVHs4EMImDKMkdeGKx7WD9yhtDJxr/Qc9iN4bOqBF5cdrygCfXttFi5Nc5MWeFdOlY+4Z125KhdvPKOxWFvwcWV81ZhxDEfEPwt9uPVej6+RSmXqAYS34ylRIDhiSwBu+IoDG9BORLuCrtaqRueDq1X56bo7e43yIhcLps8Jax+kgZZbqVrylkbu7CG7f5tkkPcU0Xklv8/wUflZuJCY4CLBBUi9fBizi8cYQ+9WrkqwjhJgYBK9RbPDR5ssbQZRh8a7pKkOP4fir4hAWmTh+0OZR7XsCsSzFySbRdMwuLFeutRnvdZEjAMaFWHjg8VkcNm0dknbyBPJMa0sLkc8K0O0ZRzzmHo/1WVt7itNQLggcLw+ckG809o63+6pBGARL0Hld4b8jZV294pxffv2rrvF+m8L3p99nKas/OIbdKsesJMi/kVbD4yBc1fOnYriO/So1Je1BBH3egMgvWuD3eV7eV817+zLPrenNjcDmSSYoB1nvvZTa69JObsM7HBGsq+oTIphZDIMI3fClNMiv9lByzzOCFPl1wfEHTSV8GFM+tx1FPM0YSk06ro32Xn/UfO2Ttps9KI+SJ9CflGRGs9zFPaPuDVLNIrgxqZxIM5DSUz2X1xAKCLDnxSuJjaXY9hocYTRvmw10KVaZEkPD9O1Y/Xe65QqpDAqPkZGAXCdg8N6rXYv+GfGJcdWWTM8oZq8Nu6cMGYJO5zxopxwqVjuUa61JsFdD33m6eTK3eXMHpcXwLq2C/yBP7/NoZ176j7riekoNHo6i1g56wGBV7+9mKMUuY+nKTymrPHx1Mrww8ds8lYO6dI+agsgrMqjBc35TT+K8dKvLlAY5CxNBhRHx2DJ8D1PgBtHIzuucGgNp+Aktec6mSZqShx9NTeQpKeM6xBooe93MHwM0F5NrLO4ZXPHiLl4NqegOXHyiB9DPwRm4h5PhrXI8w1uUh2r2DefiOCUmfWjigj0AxrXCVIWslgysdIt91F/VgzvPKbMdCxyqLxMcHHp7KcGUL+/RNha8SSPXQhn4Fz+YHAK/+dljOMG4jKMeRnokwxwZ2gAwvh4i9U54FXucNRdqx4RAqnvQHb9U9ciLhlfEHGhh58+n8ejHtffAboAPHjQNKYX5sux1QefLPAtdXcSkFBXIkpw2p9TeMRCk2/aRGEFINCf3ZSN974p1gLKq+7NUCgRuD12iQWiXZkAmzWvaYPLeN8tQ8mcK8CaESnWYLnszP8xuUfBiIIyfVKYAWZBt7GdiDp5pXMauanclk9buUZb7eZWPQvqtrl+jkbru/e9YniFxs3beRfd5tRJ8zWqQZmTlbErzU3mlxVpmCa3gn/zSmMJCAF9kuUPDxOv++M1vQnqDVrqG/dOWZLP7umWEPzbtfPCTh0FcW+y7RRIyWCnkj2P456W7lGU1xuC2EVaKMGq0h3jvHRbYfpA1bF667uYMcFeGKZU5fuGQB6dmD1dGggc3syjsXDU7J881ZWg72HRGA0m6Up7RhSq5u+Xknjan+kEFEirhC1uTXpUDeFl4QPyRR6/7NCsiwUPt20+B8JzgTTf/PKN1VbwzE1x9lV375CoaZKknXpqTufrRK4VhMGvmKjOg8FT5SESWp/se7LN+afVEot7LCPW7HtfAzjhvZyyNoCZc+TApy1qQNyzvUcgipCUweRUVHGuPFwpWBvvm5+939gtBHZTndJQHeReOnge41Zooy1clkHMsRrRjIHh0oHHFZhAYwTWYNsqni0IEnI3jFO9BM8keHFF6hDtQwhuvypYVt8JUlRFFwxYFuHofx9ZL2MiQWS8cGQvhzlTcYLAT5ZMUix7gcYrS4Opte6ob6f5zI/ljMHWtI/RWgQ3vg4Fmpxw0Qh39Z4xcY4C9i19NgzRuQBHb99oWLUI6FDQ+o0RnnQfPK6CxjhkTiIYGha9SikatLUyCHqraS5GJ+evBHRaGmDSfZNrACpke4xLPg7U35h8AV6wzPgt2oaVxvIJxYp2j8eBt9YZlXHhbrJNynBlI8fs2FLh6AcsRGJzAgyOelKGASBxEC+Qc0LJWVRFToCDepGAkq06uVO8gko+13azsc5tLaj+L4+JX4pLiR6ctd3WftTxsquLsARNQ00UNSMw+4pbwqnzSSlKYORUD0J045XqiNhGOmLgu748tZHCYZT+YFIJyLSMOBYC5sZOXj0Kw0TFWZxRTzK9e0sNDkiuFCXRvjvOcrDN5LlbWc/e3zZUdgkFUgokgLEJKf7pnEV/3JpLmDZUAGxECO2GkaIKTwAYrooPt8y+/XB5Fiv67P/1hgsqzKkrvUKKhAjLnq1/Bad72TfHHwzat591VZkLm2Wt4TlHbrD5STJtZe12Ai2CffLkGjPbKnVkCoPBUYuUnllXDy6Igp6aB0bQ1lhjahStisT49Wzuz4+Gv4ESMa7T5WXO5j+0HlCsnT/MuJXyVF3nZArBv8rBv631YfQbuR1kG20ld1Wft5c2qMohWBDotkdAkgCgXTcRcoaA21KZ3eZQXdbMZtYtw3phUyhMvBNM8zoDWvgh+l+AQHgNvZonoQRgdu7VlyGUrvWfMJsxTO/QwpgteHWOk4ymIGGXTPdNzzRjS9Zr9ZvB6tByvpLZOKkuwHZfElbuU4cjDb6aRKbSHrQHw8mWrHWXQxQvl9Nasio+frP6R4B42l1uvRXq3udl7Cb70m8MGjnb7Rl9KYJR0Su2iuD4FOAvAMBIZLU7DJO7n3c7Mqq6LWeoirtXC4VFBLVPaIM2zYnZkg9dopttphkxXdhDpsXJ7PcuX7LRejC43JyW4yUtXx9vuHbSjIPCCGKcFpyWeG2GXUbKUC4NYkRk47clkpITi2UbejU6bsaNba290PDJy5cFgRv/dlKyei1Xp7R1lYgL6WrrQAT8gRT9824+BD1+srJmeTV7gYJa3Cz/oMLIf9u/jTX7lzHjSvNoDUGMgPPO/P8j2wsPmTp4oHTBOHcTFI/sx379siX5UAwAmTeh9eVUCuazHLGufgLOepjbN6iqJ5m0N3Kt7YATaaCqk65KMAgqjrKt/gImX0CW4letHyJ5nIHxwGRPyxCTNmEMbk44HJDhMQQa4dwHRTy4y73cuj+KaUuc5Ax48RLiuqJg+r2nyFjFkcIe4LoNijlnyLUZxzSbrArrPyrcioJJl7c6nqzj1VSiFibGGYFlDClUAW4W868EjRHY+MFSuZxFG11GK8pM8R1vfao60q3fFbnQj9xOMh3Wv4UQ8zkchYXW8setgZ1h0z5bnhB96sdbwZed372hL7F+ZMU9lSiPBsxGvsis3d95MEonwD0sof2TBi5YWeqhLnsdPMC+LQd7mVb5rPrtR+nraDfTxGJt9leExmDDpFkoMRtPDhEAuwtWrYlBWgZ81A/KgdbMv+mMDs9Pa4P2z6r/sw/5bUOUwXjpq0OJIQnK5rvt1Vw8etf9Kgx+HTz5tceFWe88zu0/x3KSg9luwFzNrWMVUf+0MF2g/CiC0UOiuMY7n4KPQaz+nYGJUG9yaty0txwruyoKlvYy12VgHKU4pQ7ORHF6oPP9246sNM9b+XqoOMTur2+hqjxdZ99yCLRwupDR4c9mWFlJfxOyEYLrd9fgi7+1RXqJZbIynAsEolLFCEovnujF8yeM7NVLcTJMZmEh+J2cQiyizlloEJu05cM5gaLQZrzE4hofCGfl6lEI3RvC8LSKeNOHgo5Twk3IseZQAxDMV6G/4Cb95uAaCzwpNmNb8+qefdt6UYnVWGqF502OA4vX92uJzUtrV48p8+FF5xg3IuJblqug+ZGcUIKVZTdreudrEQ/VuKVThPqmJshFm5L/rg6UIRllSzD5bHTZ06jqYHXh0vjd/3p9vrk8bNXI+ffX4AbeScjsumZYCeKrbGYDmdAqa64JOknFWNyoGgH23m3Pb/Qko18idVh8/jJkMFJiGZSTMc7O0UkSarm5AEGADBRhUnIi/OcqzesysocgokVHIDdTsNtf35avvQnjKOUF/XID6QQKsCf6wKrPqSCescCqs8iiiboZQFnNilgnrcmHFFVM+lcUyGeyYvKva5dzg0QNCVn2EDWyzwkrdUcJhVPJdaSP3DTTZH1tSPAOC0cAjfvPll1/3m6G42fnzn/84QjCkHtoEGwYIF8rmLRXda9mwmDQcGP27THDPmm99mAdznJf3qGeUvbV6D+vqH8WccEmx1OxpM4MRFjbM5QXKstywhMaGYQzTMkjaGsmK8z7LYzyu746+NT+BTkHGkJKXjRwaCZw4Ygrxqs2q7upG2/bT/kC6uTzUbkWfvUIvJaNXyIFpjnVX3X9THHNGuYPDLChzfIV2Jqadgrw0V726rvI8pctYPPXBKMkUZUY3BEercIV34jkDakIdk9oVf1i9WxdMLLkU0MGTOnhL5ykF3xVb+5bHuFsIRl4npRP6w1f/em9G6MNnl+JNn5RHMXd7kffwzu4jHkXKq1Sqh7WNYvr55U9tWdF+0hl05ogDoP1w3phgc74b8GjZvcMU5EW0YNRW/2oZ14vSv4SOKEy9AJUz/tpoEYiHJYiPzu06GhhsnTBOgOOnMYT9fhs/fvPN73tPjwsd40kyqyVVa4Sa4icLEWr4qIpHdskJhaOHIhndAJNY51HK60F8IEyCtQHHQfAhWmM88xiNJUgjNADrm8GGUEpujy7YKLSjFKLVwmctzcoG+80mpqt04SNyiw99jxfZdXKie473GTShKdfw/uiI4BkCzvuoCdilED03eiN80Jg9MnxU5dXB2eMk0URLFt13eE+jeZOMq8PfA6OYt9dtFBUDWXoKio8MwYds7rsqzEDBTDyu+1KBzLiQdyn+tVcMxTuHjz/pXpagGIb9YIaYEeeu1JQgC9aqA0SH2AyGJswYRdzHXrzDbD1DN9SOBNHMgOaKFwjOD8kbOR9LZzUVSMAQFJ3y09JRMFSBM8gIKKHCKO8kQd+0QAALV2yPh3jQMlyHeUySlTExxGttHNc1CkcZ4rV1HwsFEC4CF2R1Jxstq04roh8lFZOPVTswgJVgPvn8q4R0dWW//fb34SB89O6m+VAwBOEUvquum/qiGNBxkZK8LGXoo+B4fdBoawM8R3UFbHgmBmVmkgViZ4QdnJtCGSWEPa9eeGWdMQOlwns7K4xgseNujrB/mh769CM5ginNfvdkDBLOq/+g0SZdWOigVIHms7xlPLC6uFfBdFmdEvrR9/Llu7IiMjZ1JSd800t24HuaAFLY+5OHGc1j3jq5GYa8pOCdeGPd1Ny23P4mLZy0lFtdMlBVWfTX7axdPW+u/XQru3aXN3lbmELPEnODn1Ge1KB4VV7jTBVM40wPJCRXXIKmXZ7rR/dGaJyQEfzUu9LjbssrfBevH5vGmFdlYde9BN1OhvYoIvx/+e7PtYNTUVkVIIZ2lNHfC15m8KCUO+Gp22hqRayl4LSjmG9jAeLZM30v5tezk+FB4UXMMZz49ywlaeDGMQM+Cb66Qv/Qf3nEZCTZDW96elv+wFh4SzgC9ckFlnkUnYTa9BwMLknvMSax9WDBKbYr9kexSIAX69OrsqXCuxLBZ4vg7o/qUmhtt9DHg/I2j0sVMpWZN27W3sotTT6jPZ2inokVVo8eJ+/0oO64uCglteQlPo6XnT9MDsLeRnfUILPyut6VYU5KfSxLbYzzRyVsZWPrZAzuexy8U0+vjPNQOavbjvS1p3NPrXs9VHkHY10DZrR4xJgYwkjt8jww350kEwoxAABAAElEQVTuEeVQY3iC9k+Rtxi5WymlnL/DNzsn1wVhW1aLN3Kc0rPaCZftouD/rRG6GEejJq2DIGuXT//UATG63NIDXEs1TLuN2l2Uz/n99zwRwluuZbOAdIspgWlUDQu9kwReRaNE7/M4MMV9ylDc5zxBvTsLgjiaF/KgEWW73IFAsUYgJ+5RSTUhyyrbP9iqzwopRuCtmO0wYgeJY7lT0A9i7gAZgvLqeANf/eIf4htU2dv58x//UPlrgGebDKsc7ZTfJ+ZsBHJGkbtGTl5koR/pzhvybQ3O64J4Vk7iGYLa7n2eZ+gueOe9xOM9DydWTdPOmRRQ/S+LE/5Q1+w6GK2t+fWthSu0/6Z57OG9EqW7XJZbeVJIwjxQazyIj2Hg0FX5dd/gs7qNqlJGFlGw6Ox5YQl0uKrOvWAwoOGds+JlUajE+VaHT8l7V3zxbd1NAyunfWrG0GuvRTjEhWxPvGKs4aW2jqKT41s7eY578VUkna0vGA2Ce9wEg6N6CgThsqwL7deVh5eejC5ozt9YcJnSKVf4ssE7eEOJUQY9W0uDuWvBjx/w+FmKYdd86GKzDz8qDSbek6guz1Zy/IsXP5Te9jJHLSM2rLBibXz+g5n7b8ZXq69nHMib7XV1VXeDz6AY3UxJLl6uxlz1NzeNxPfsrcyB2gkgz3nGB9jrXA+Fa8CQ5XHHc4lXRiTcZrAsj6cbapKHNSB5ZTZdoxx1ZfG1wSp1xcHRIpxHa3qZZ22VH56jjxQmObYU/Ipzh9fq2qvR0njkNXKyDuoVWKOSQmJ4yNso7PC5zslh8h3M/lA3K286JRXtDqOnG6jRG9M+vUC5uNLg/K7U4TF6AyLGGw0vcwSUn10dvHCdnHPEtG8OJ3H+dgbO4oPewXN9PK+3qlfFyz8wSVyszUg2oCdZOATpWhtw0C2/rn8la58nZeCEYI8gVoDzUYQtTWWiuyYcH2KQNeXvvNjDZUOa9rRAjMFEIE4MomaIpYybmzeIoeP2BiWwK+tHOFmblFnrDf71r995M0a62fk47/dx0y+3DRwmq27/ZxAFBSEQM1SHEW/T9u7bK+TmQd2yKjhu6a6H3TcbSZvSqiFpMZouCEUrjWXiIxEI/DzZGWHr3EE4XMNwc2yIpfvy+edfh8MImVL5Ns8SMXm8Y4cwN+Hto1uEcYwgI5K0qZ/SDfbouS8geNozj/u9nxesnUYfLWlnT+7XlGft4+1LhXmVB/RTikUw3vqIvOC3MdjbFmm4quLnPTsL1qaYnj7ud1kPxqzeNgL9JqH8+C5FFQ6fpwT2s+KHMb/VdaRRTeoTL8a/4EQkIQ/bpxJVxohMW0lH2y6jndzIIm0onfDmJWW08NhVbdYbYD4Z3n2eU6kvs3JMtBOMv2Vsk9j7Rh7vE1JeZWYghVBCVvgyKPOoWJe1BVMLE4drOKOZ9BmVrl1T5pULzoG5+DQXmUdrIGK2Ysbr8RM+8Qx+ypwEVSX2TC2sxoxntG+34tlzxwANz/EkONEdroVd3qQsKcGaVzWLlwyI3eRV3mc0tJMLcJMsGMijkHgLdi6llmKjeJTnqd6/Hasn49oy5j1QC6dF0zaK0TWK+baBFLmBCqMIhQkO5AImq6Mcg1eqFhzImnDgYcpWrFT7xRxtT2xQ5rze1NtWPaKs1UBB38dXYsmjZCvfojYP4kmzZqxBm1APvTESOFe8dLWpJvauwRg8tGlFhQo/2MqXd8Qbxy9m8w39M+Iml0j1u49HhQsAMrmjm7YrCZUdSz2G6XXa+Ty0ZC98L12x2gIv+DEApkzpXZvXpqzpecS3B8+fPx+rQVjtLYJgE0eKwaYxMSuv5azC7rJEBOYEUyWw4mrmb9pONhJXQV2QGmTLWduKJmMxVEHXuq8Y5uxdXuEoy5oVYQ+zfjxZQVua24jZICrFrbmAhjDab5Rlluy77/40DSOYjq2yZP2H03p2CMAzTVDEPFw3zQ//sexCA1JC3Kr3nFIP/u4RTozCW9J1Paq9mPT5/vMEIMapfl7PSakj5l1LTKXMxXNM63vS1Cpi5qAvMc9n7etBOIQvfv/7b+aecMNw3Jx5drWX0DjYdkNZf05BXO8/3jmLea5b4ooWepblzqnp/RaBzZv6Oe+WB/Qk5oczqUTvSrC/aLBlT7eOYogLDKK4bxkzXvdK0rZCdrltpa3+uRjjT3kgn/HQDto6thWZ0AI+8MY7aUGR56zUGvB2udICo3LHk0sJnKaky5nI+NS+8GarUjrAjJarMiQsQaalw+A9N/QIrwaCrG066UIp9eOjd+MZzdQzMOSx2nddatp+BuMob99ahbIAxDZ1T6+k2USbs+hhYy2hIsqYB6NbNvB23hsD74zY4i9MEM4IlWeoA7NdbFk7PBX/HpXa8/GXv9x52PqqD8L/CKqudbj1IScMIwX0ugkcb6IVPhkvMb4Ev3UBbKpFbmYhDfjrnrg+XtHl86Ek48CAARYM/8eH28R6VmeK32WU2PnTpJGHxRzFOnlq283oVrdavXg8BZ6BEG+cRPIUkNzM00bhzbijC3S134fMRgnyWPPew/1DM4oirnQeIS70Zjz0ANQzHiMAkyWHXGnOVX/Cc7D2Lf5Mh9Aeu+FrV88keEwSkM0BE8IWZBEudP/HoQhPnKtxWPCi9ztX0/Qe+saTnnEY6lleZWXEA54dfuh2RQ0MdMwcUP+BfK6B4uhkW0yuNIQZnOEpSOMh2JSanMpZXLfG21VwvwD8jD4jMsadRiyBOm0TKxBsgebpEKq9+kpWYhEPudPdqa7g0brez+sJWWN15jzPJQsHmUDnJU1XIGxUWsS9rhv+l0FiBUzbPlSWPDbegWf9l96yZ653W4HuCVALdVW2GQpkhEck5eRAgmql2sRp9nXuGf8wM2+bonSItViy6nUBbIugekfi8SSWD3MvhLPQ6CQe+vnnX9a+xUjffPPb6gyIjlGQPSMmCm9bTwKBdbbehaTbNxfNxklwebO15ellK/tcFSPr/sviNC9TlLspouvaeNjgT/pxcHtD8sN9YMQwcBmToGd13ZSb9aZ53bpGuh8vSvT/9xfnKbkWOan38NXJ2c4Xlq5LSRgpf9to98s3KeCUatSftBox2pm+lvCjl328zVHHeNnD8MEo1ZWP7tI0eDdXhKpYXY907NXLYA7qltZTQYeLPErLqVEevBX7dD/O+OxtR7ir0xxnuYW6zp3O4Iy1B+zlLYVGtgLFifiJ9XiDY/zQqednT5b41qIO4Jg0mc63aUUjwCmZWfE+3rQe5EkrRz3/7KsdC8h4R8z5Lm+MxyM0dNKK6IyBQSweiIyQl43+vm01rQePrHdaO1NCkaEjoe0d/qt1D8BJaaHNDLggm8fmz7wQn2jr5jcD32/5smLSZNAit3iYx3jcyLwBOV1h/MegV/QqryJ4hrqwcD6ynYI0YDnLDorFU1Lqwr/R3yjzXuGQh2UdWPfVep16JBa5TVNWMO+7nkf0ArMUHCtK+UeJkzHXKSuKcuKKlT8LgeN7HjQAx1HKsIbbSJX32GsagEXBE/+oYuQ7vnZMqK6HDTpXk2r6VB6d07vTHXctwwAaMdfAU/DCebjcTzfFtrVCCbgy+DW/Dzq55uTAII6RaoIoq11irkns3U1IljcpNmje70Gjv4clQKf/pjECzEbiFO+YUeSYZ1U4l2pgIA7QAd5jmElqhu4+CKdn2gsy8Wd2TO9fxfAzu4AXGNSEbxilc56AuN6Pza+eWS1RgkKbyfeVCacAGIYuT2+3WCU4j1q95FxcKCG8M1LZIM6bZsdAofnqj1rlWkzPXOmVNF0xEQlD0zl2lXvb/GxxMkw2xiACgVmchDcgoZYFojR1x8DMI33QdMVPPkU47WiB3z98MxuCISRluWxq/mzlgZ0A8Gpjq7YSLdTR4MCguSiXRTZOTdUKqPMIfVZXeZJv69Ke5MlJvaHsZ8Cj8qADLljamQEVLf948TJmate68wa74tG3hUb+El4vqvckTXtWDPOnFgi+aesJC4V831TLH1/XtS52Zn473oA3uau8xMXvK155n3Dlk7U+adY/XKyZXjFigsDoGUATYzzvvkGhG4NXdW2wJANikeLDvAnTQi0E8jav9DgvxoCheq2sc2iwyYIeYJbM3Px0qz5ZHX0yLeKZoY83IL2yeR8EgBHEoen36isU0HVG6T5lcFCvwIK5ZubYrvQwpSxmzzM7KJxw2DNj4qAgvFkdwGZdFLNcw1YFbuuClnaLz6zm/7IpvUb+TwsbyBG1AhcFZJtdok1xMJLw5CDg+Oh/OqJzjDMySpEdZ3BGKZZ5QSlL3Tlu4IRB115GRtRgBt36gefwiNWcLuNd03YNEIk7nhVSuyjsMt5XDD+OTbzLO7QM28O890OpWv2uwDEgE+sLhyPQveO8s4Ex5NWyaJwMBPLoOY6XFs4kDbShjBuIs0CyMNqEs8Sfe49ixVemew7puub6cHFt4TcyDrP1hXPKqG+OlscoTYptwhqhjSNHwhyekbrmGfymNBDSRTNY3ZVR8pXDWKCRMjXk4CKAjQZfxZy6Pocpw7ETrG5SZPBmcsMqWkLoZKwjGm0bIEuRiW+oOhh9aqFzimdXJrGmdm2lACQ0KWKEwG2QoRsIKNadV1W7x8NFYHwzW2J2TXfdMatl5/n89fs/Vy6272YYtj2mQDUoKKltnIgbz22X53kfkXQnbhtR5wm92Ux37Eoec/HavIi7FALLdxUs06BKVN6DLLfzDNQoQjEyI4WzJFQx3bcNFk2aRTl0InMUpsMcZZsu7Xzy2eCB4v3mt/9e24Krf+IvmGuEGgI1szoygAPreXCueuE9i5cVhlUCDlfxRfmIGZAEDj2k7cA3AoOVF6xOjHobY7+9fLzz743ADl2jkbjYjVlCey2UECO1nXTKqtVx2hJWaOF7K6u/TTNUjoErIQkLIJu339WBQ3zKfkcXfcxDR1gLZDzOozxsNtSlXkW0mnYFl/3CLwPUQJABKG0dIek67wtNbW1q+mid6QoMpgzG45TBzVUGTzZF70rOZ6yFVFY6B4OUOEFKZayuY79DmPnk72ofbzg3PEOYQkjJaJeus4RwC8fi84O6lzhLOwTzeWbL+Elrgruu97kPR6h3W2DdWqVW9uGB7adY91JiFp64zYAaONLFfViGh1F8RL7lFfedL9o5hQPOACXoMT4ZGyUSDRg6c81Pjmxr0H5OebknlFfCb2wAfKN4a1ulZLyKvIcTIS2G3RjBZT0Qg1+yOOyrLc+RjPEaKTgDaRLjH5T/CR8VOgrfqDWW1H4HQxyQ1ec7HAYb/pyjn/3vWnQIFk2Sp7uXExahwhePtgB8vTIyOQyBHtXA65yjspTh2H6PjHTd8nLWpyR39xnV5Wz0oHqKXY7jUZuEHMgsJenbgWbGG+CVXnWM90wWapOxAfgm9v7MAr69P2MQrxuBlCMIkVYGsubg4U2ue5UCauIKNUL88Lou3zipG6SoXyHDoF2jCKfioE4FFusU9VsQEWAM6Nt+KGIN4hkTbFd+CoyFZ1Htq20B4eVShzyIq5HQNvzvPIG6ivA/1A3/21EKTakoUn0IAeutSzOKIqGUxjOoj+rKEbuSovK2WOCM6Aa/uOJxSe7Se8TSjLxOC1LsViPSxbirm8MQmJ512wcexNNQC/zqnCWiunFY9xzrIpIVYz553jLgnSPgb//tt4MD8G9HBv3W3h5ZX+Fkg8LNjbk1yuk6Rht89AiVa5krtNgyxvpejDLrBiaEu2kkVLlNOSqJAIyG8n5a921e+59ScFcJ/qOMSCqsueV5IinYWW6spDcefe7AMJRk8bPqfJtA6vbzSuWCqpuCsbLOQYy7T0D6bpB9PIbT6noTzS/jgdMUXTo3TynDQuiCC35fvvhp5110nIT7rjOUb4uHP0r5Hick5jWPYSWEDGb1rzBNNMgTvMorp4QNhoHpsjKKoI7BNBgx3gZvtXoJnplm+NZgA8Qw3w4e2iQ5hz/8e5TSFzIYoQpc3W6hqwocpXGUR7RrwMF5np6ZP1fXP6aockryJjGM/XEa48mDCdbCWTzQgWfjoFwWQiB7ticR65yJDymsR40oCz0w6OAUAhwZDS4xSrm4eoazaHaerF6O6YMGaAzQziQIyngaKH5pICbl2LeFU2zdYSbR+GEMQhWMl0UpkjvvqrQTvSVKcsYyuke5HzlPEc088mi7m7LeTafUdWhQMJ6JDwzWjOcKuYpNNvTimI3YwKX5hbYTkiMC5N93uJvv2srueneF/5TbrTHmOXn1uoRB6HSv8trJpfgyWcAsjPxyJKIH5dm5qZj2QbLwDl02E2d6/+BNlmW7odG4ryofWGjrGESeoEakgjH/BHjV/MEx3krX3O/VUXhuQ7ALvEVKSRB7jSBzrbs1xSR4IRGBdYcwOi+JkhxB7z3ve96fQWfPrKt5LTHfDz9+XyXqqv4KfYy5Sp6uuN50ufdKsZmRO4QEVFZkpghm3QxW7TaqPr3K2rrfkmYC1Czebedm8RgMys8ct79Xa2MqJMRDpgUCCAvzIGCva1Pq+KRiWJ3boMM2yH2SsqwfPkQm2L/73e8mF/BDjA7jgHFzYBjXNAZ+KBWYHvxon3+e6fff2rx9e30rzf3ADWYsspSZu8qe8otdXuVJ/qkFhG0Be5LyE6e5rE0HTc1rHCX8JwQx+30MR8md5dmfhoerBLyZyP1OIY72zoODjyrM35nBvUlZCVZbKhgcPM/ruYoel50bEV/6SQvC79BdipEBhRi8yxSGnNrDpn3aNVGYZPFDMMFN74nNGu0+LdbZm7Nwy3Xe0g36TOzTDI8120tXe3o24yGic15iPGsgZvBReXAsvMJAirOKWV91bYxoeBBjhyMDelakSqLjDWEH6Ti67Hk2wSGV6MWLH4sFtowaw0GmNngSW6WAhYA0hMNgYOjjRvSftOI7g/OkkWt8dpBMTuwNHSs3/3gpQN6j8APFWAhCPdLFLjqf+nqPfAtxSfvajb8PWqz5IBglh1O8lLtxBVLmm6nIqk3vqoaOUly8ljEZJbnglYLHaxRSkR1gZFr+9C2joHsdDcWpeZhCU0tJRlA46B+6+YYOv+foh2nVcwV/9mtoEm5mzn8417uVgrctd6UshRX4VVhG6D74cRQc28UzkxktlgPIWSPVswNkzG1LEpMuLsq7ViYMBGK0iS+szjLxq2DaK5mcpzbrycU8y5sELL8CIRcTYx7K0bGEOEXS7+mGYZJK395fvOAu5Mcyuhsu9j7GWjNgNuUqsGPilz0w/k51RqqurvpNA1P/INYzCbBZRH9tbriuNu8A+p80WmzoXx2HDdTctNQ4T0iPX9eLhdorzHBXzCu3MSZrbcoYn3d912KqT9riMQxMGCJ7uOpXH8QF+0GezUf7bZcbg/DEWCJr28WVo0DDwDBmSUa1tZd4ALWFZWtBmp27j1LCvast3/z23+b3BqVT21ZQh1pzZdWrC+IYGvSub+1l8BmexRRLaaLrhC16XnnTnfNbGdGAcKJLgNVWXhnPqIVA6jvfJWwtX9p1yqPwQoMwAd/IculSXbsOb7xFI80NU+y8ibkuA0BiB57YUKzzQhi1+124sZq7QR91STK/wCcAT0FD0eS0EcigQue04sCmX55qjhbaG2zle97bq6Yr0pckvJ9lbE+vD/NuKd7gML0xeIQEdnlKKQHGz/xiOBPPk+6EtyoVQqsVTuK3ANjyOvLxMNj8XJKNAK2ek7jgdQrA+IPuaapourr7o5AnMjCK9HlLQNlHiPF+mAL8oQU2OKBmxlB18mHXBnrOM6yV9fmnn7emwpezSC3lOKOvQMBv4Y5CNEotv5n3adWus3JlJ6Un2gnroLkslcMG+kyEMEItlqqLKv46iwWHG8p+GKi6oR0+YGN4Bg6jO11AMXV78ywW6rn4wvqbe3mLu9XLg7xPOV4lk3Kn9+C4wsgrg8O5gEt8ubaViFdSug5ypX6w8PB58ha93o56rz13MrzRQ5ySAbAcHnpOTy9liExaMH/70sNi4BwzyFvlnh/PUxgn4t0X2x9PMrzA7VGyPRMmOEIzOMWIA5jX0zATjTtxxVo2Q/2JHeHSTIw0FdQaI0/EU6sixYovdQ0GJjerxxfA8+YCsme9z/rq4nODJ3DNf/ZuB+XlGW/1k86pSHVP9b277iPguPtTXzATrp550yIY1sd70gwKVssBgWKtEHvTb2VlUGZGozp2C9rbloKnMoSP8aa+YHjSXGOWiW+KRbTafwfm2a0gIQmxJ12bgStcWrZOjJP37B3EYsvApP1SpuyNvMWSuOnvvvlmcDJeBgECnHq0tQ+lN3Fh+OiAJqib3/0ZfxdDpLD/Vwd8b4GHY5TjHfnNuxHnU4/BCluHVvo0VVfqImGAOkw1XkfPW7+SAbEB17s+cgQn9hctlYPhtBe6rARO8el6GUk3ymliwczvjr8m1lez4MqkBrEwMXO59nFn+Kt72j1TMS96/llCf1FMVYz0upibtp+3cdhVXpv54zM7LKGkXCgBMUM8Iv9vPIVwuDy42hgSKR8HuA2CwQsEOyfMN2Kh9RIOCsuMN5MBNtPFY7WkuG1eZsqBYDv0VOS17pY4zbvstHnNj9rIbXlAZqz8bKvg5kOjSZSt8T0Eb2nQZy1G8Umbnz1vW1WrTuniXoU7oSz1XKaErPs6SeD9Pi1bwAi2Nk3MrhJt3jex1WK8hw1kWrJMjH62RKlWPSADt+qchmwMhlPpWsMCPSdbBY9QlHhw8IJ3GjycVB6xYj2PskD2U5LnneMcXeSe7hgi9o33w3MVdCt41veE11TqLXQGTp+ZNdSU0YOmjdETnjjKyBo4e5CuQgdwyUCY6ZYcHh5kz+rFzEwj05WjiTIdvvVKhB88oyx6jsGT+ieTgEqdwafkXtx8SU2K0ig0AmMIS29N9yZNPcdATUCxewirQRiWmFmyaTyiChskxiz6/iOA0/Bw2j1F9L/Dj7yLBFLtSnQob/PAvLu8WF3dbva8wDGvZpg4uLaIxQRWNjHTgzAc5EHYfIyg8VJYDKkerI53Iexh32JJt1lojDwglYh9kHW9SfGdl2aio2Q2xN157wbCUxsidW/ADKath+bCWNis0E279EkaRnzTDHm1toplFVnDLYOII2oWBmJdZ2HifmssJfPH3/++Z1nhhR1wO5YXsWgCPx8KtmeWlc6biVEX/ua1+YOZ1rFwqNGU9daQaMfQSFcL88QgBp8s1Guh4BYnmyl5/Lzb2memiSC6QT4wz5qiffMQK3VayO4NzhjDKjcopguUhqwLD96oLr7SpRnB7Dow07/DqJfxiNXOCSxmKYI5ylJZ1rJ8ndKwF5KlAdHltucuU4S3eXLW9tzNC7F4xYqdLXFddFuCSrmpUJiGYG1xAYbpiocDrfEMPrGo9GHtvi4+aEEH+F/PrSwOoSPpRIynkWvBMvOrNdnWB9fx00HbKT8M5pn/XJoNT/dNz180FfC+1YggQ62+wY3Pr3VfOzcAoxvNc0Rj3uS71nU0u8dmYMMm8QW+0xu0o6KBKSsQiT8WKI/f1pRQ/DLGKFnhXeh+MigrGT4Z7j5DodcgT9JBh9td1BYaIWQWwtjLm70ruT6gxkngVu/jK//CAfmbNvnqYJAcodZffwbupYS1NW+w+vAvx8KaDlLrrHWJ7rrT992/LRODO67Ne4x/bRCPxHn9nKLljVorYB8PRARKkbMU4Ub+hUNcM8i1N2GW2uta99HbbKahQc/Mv/ikKbVpXcipcYR3LK3bPTQCqcCIQzG6R9Qnl6kGgWq6cyHoIAs/XWYtcLxHEF7uX+9vLrkwx6qjky3yAmhm1XQXY89IefiFfowzKUBd133wEWvBGJQ7C6pxlrsf4xzxHQg/SjPYEWE608UbjfKJ6YzF6b3U7SiMK8wY0e5jRiNhRoYnToQ+wenarC0ZXKxahc5CAoiqrv4MPn3z4rQRXrCJ23wsmIC9rbK0NN3XX389ntYfv/19Bih8dn8EkgFaL4bDweQwMnx+eKhn2rr5fn8Pbt8jfv1Q7urKDeKXoqy4iX31uPu6reJQUZ2+aOZMbagdBlSasp1QLD444+mEcHbnFqcOzioDHIrvG/55hRQ6hQrWoUXPymvkfcNK+neexYtaNzO0UtgGZaRLuXYNphTibIFRChGhlnQ+isFoM7pXn6luPFf1Kk/LeSyM/PYAh8avPVVqk3p7xmIbNruiFHI72lOqeGqj10+O24ivga7PvvpFymcpfLKjTsnw8DbtpmDAVcaHa/h4l6AmtEbV+9H93gneN68f7rz5+UX4o4RSAIHEe3xlt9AW3I2DJod3Vt3OqyXcs0Bz5QvjUAq8/DHOvMe8IzFYq4JPr2fwUX2U9HBVqXgN3JhwMUY1dODrmZnXE9PjCUfaNEEJ+AgHRu736jnYuuWulZXkYl6WlsULg9HBXfibRUyG7jg9nEe1McRzRnY4PuuA/qFJXWac7Vg8vnTNhIhiLPyhDjpIqWhqUsDaiK/7CZNMGgoQra0rsGeR6p6d9MeuScSfLJ7ukXsDvmswMAyjjbqriwGHKbw2i+tUM5oWVye2fLYASLsuwNncGCHAdCsFOT3so6EV0dOAj/AxKYZb1rl7AT1pPV3DsMnCajwBWrgA0xz4EGNuJdkr65kQgvh9xHUQTbDZMv0Tg4xJpEjwKuPyGKZK8xKVM6PHQPR7hJZnVx21DfyQXoFxR3GJfrOogORJDaKDQW7eecnQKByaBnnPnrQB1HhdYUa5IRqzgddTRtgo6q3CAsH2GIGE39o7g2JUf3XrDvLmnzcdE0PtJn/w/+23f+jZzit8O7Cg7Ck/RdNTU/TC+1KQ27r+h2+PDS7W1QUHIVg0G1J+8MLc7x00Jjz8QYx3O3vl8HrXdZuVVQTi1eXNqZhnw1QE5UHNXFkk6V3VaweFMXyDyP73jb/QljIAyy0D5j7lFR6IxVSU8E+crPptjXubgrnp2l5KwqDJxLKm3hSp+lJImJ4TM9XljQyPVHQgVddCCkEafk3oAnCUtrif1cavW+vyJk9QWIR5fZeiebnXlmsZ5id1i9cUVzSi/HqiuvASeekKV7nKMwQpAWGtWyOFxSooYOsU8JQmblo7LDf2phk9FyXNWzbuXetrCnNIXxPDn7h5uJ61KStL2pGpgjIq5CtKRdL9tKiEBjFwOr7DM8GGDiMneD3oJj7IW4+nhIHGsITvuZvMiaXfcxbChVQegzN7fd9l0O2vY/43mlo6T6hue4TN6o3W4WTkJuSva55YfLp4YuHfXcrataVoOw/emSmX0ThNEd+fL74X44UPky5WWKv4JWMVjAac5ZKaSonL9hM0Xvdx2TX0BSCENDggenoOaVPTc+uF0W24rTapf8JGwU7Bc9DcF67rCDFa1DfvDTJpX8xNYM3Q0QXGFJgLATrpqXXNm3PPqxWk4aMAKYaeA+isFuTBjiUkavJChO8Z6QEzCyBqSdNg4cRy9sVWIK8Gy1HUcGUODL09371bCQlHsbKsxWXW7rTYjWRcXcCVIzVgDFMQcCP6LAbk80r2Y+TJ1YrXjNzdtC/MVRb8dQi+NiqeQJqhUY2sS+45SxnMtQ3DUHT+Ew7NqoYpd8tG8Duj5CkZU8woleuExn0OyPMGj6brsPOrwfu3f/rjKg/yfCp7GB/hKIG+WV/HUoDzc+G7n2MUwtuKW/2P9+a9wbnrGb1w0Ivv36UkUXrudt3OiIzf8ELe4xUNVLoVc2pwZVa37o2V4gQflQk25B34p6h+ovOmWRnfmUfbfV6II8wiTfwQfmJoK8/EBLVVt7b7nfOU9CAY6MFBtBP/xJfvjxqARxSLM+b30Lzf/dOO4c/42wK+tymnLiaEa81R4Zl7ebZWHWcsDaYkKY+etIJ45aYmmvedYKFBH4OX1rGUSvIgYkpFikV6ZwklWaIQ9H4GorSqec3aYXVvSd0E/W09JLt6nqUoz9vB0/YSYWcUIk9U2ylFcXdTUR+21uXMnklGxk8gB8FH8Y0Xhj8HcRsuBKtrwY93J5sliNBLmODQPFf5l3WpKUkhg+tSjO5ax+G6VLyRj3kWHeEY1y+jj4LkuKLTFbW3fz1QPclluIJDtEf92d7Yr8ELmOB4Q7MU5F5xSYoMTQ7lLkfP65u6+fGhcAz5QYsZ0AnO8+KLsRPuWY5UCvSugWn0HF5JvtRNAVvTc+Soskf24QG03Z9ebGWAZ40rLPjpjwNEHMXTTQ9sl2Pi5hIAQiltwrHsw/rNdV2/ut6zBFM523hZuKnKJWzuT+pDZYziguwYpbMBnrfAsxCAZWUpQx9xA8IzMcgN06EE4SdRC+5+hlyCyQoLuhNs78wG61ng8ZI1oMM7BFT7ZqSs9g8Wq3+6cY2Am6apbTe3K3Xoru9mVk85NobSTZ9uN5Yr5AA9BgkcQbX5XudbfAys1RsAJVob1ECcTRtSNgflJz4pHur41S9/PW3863ff9c3LV5Y293rMriyn22POtyd9M3CjhKIdvC6vXTPXS8rYHvC2ff/9/cp/T3N1xvhT+fzlZ4IjJRAdVwqVG0Q6AUqxiF1i/F7U3JUKU3tvjUrm7Uy8qVdGgVAyGwFgDOXailWhn3w+0zM7mXaob+rt3YXpCsdb1Yt2vIbpIbi7aSvvePt7QiEZUbtSmuFCsRGmyRG2mIUeVYbA8+KxrSGV10LBWXC2hXTbwXK/JeB2S8q2Ur78Tn0rWPUO/jOoNyP7Kbk9I92FCZL0oYFn8DX6ED7ep4Eg18QSzX552Na1b9sZ0UK7Mxocvoyi17Cdo2biWN5t4orkobaNUalc2Md6w2dd900BemZS88Ixb0mr1H/omeSG0Z/+ZPHH3TzFuxwMSvEmHJmCuowFHMOyg9wqlv/ZNzKvG3O+/TOSP9cXz2k7mHzPb+/6gKO2KWMUbVdnTn/VHLf7JQPD+TkqtPa4pdsMaOURResGAcObdXCNZksTtFvDqqd3459Z8xZNc2pGGSs7xTSZPvFrDw8M4uz4W3oTYs4YB70HJpdq5MHEcDolkB4i9bpCM+sixgMERE+DVjnD2Esx1EjdHPX0LsLT+JQDgAeLbr1HTsohghl0OUoIxtWNoShH3mOlpaQoTCkMdalqrHoXSpdgWQmI4PNaWR2BafWqTmxHV0UqylEjoLPxESGriG1Mb5UXArQLw4xwCiZL7QkH1btfLiHEUshGGMfDKPUCejT0SSOYMzgU7I2fpQD8RWywbhgh+GZNygzKwgVGWELoscFJz1IqGBVBVsoKAu3u/BoHdvz5228rd37On/HU+jVl+t7cco6ppvvb9xy9iMFHGW4urd8fFPjBz01R78tm/Dav1T41Ecza1fU1WLGtfRq0af8qZeBzuwJ0sXkFaDre3MbjW3QWq1uDcpKzDc6JuelSjlEYg6qd8Q5EVLdi+4oudcPGKDZgEi8wCupFB9+8Pa/gDzwzi0eU3aA7eSO3L0VBIUx+bTACU+hgN8VoVDh3pm7d8Sy88qiRaEbSAIHFP6zDOga69DqCPBM2Etbz0nRMYuDxWuXJHtTi6Ws2y+KFraKcVa0IZPIiDCPO/ehxi0JXF6VNmfKihJBGxGoPD6mr036YZgi0N3PTSRe6OYawa94xyDgx8toPfzxT+bDWczxoKu+NGToEmCw10cMak5ditMEUZFMRuVzHlhuchd/Rkn6Gsx5BmfkHhuHfAAKT9xHMQx1b52GMWtce6yJP2KDH0KGXyMITq4PV5qMMkKvmlz+G9wyuRTukQwlrCDvsH7SiVp7ltbAAunetHnkGMa83OqtzizStgDc9gvF+R+ctnYI2EzrShnnOn/Ao5YJye89cXUQ4CjctON/iapU6bZ4FTVMo73GU2l1AuJ/ywm39mvhg5wi1n6s8nqTE4wRgeY2EIuZn5RK+mWhPwIMOAimpme0AjBqF8Xm3NzEmQVUn4bCYwSjK4GDNk8GWv8oKEQTC4tO/bRkV9/5wTXxLWSsGpskxWMtlSw0QlxBjmphM9byJOHhX3PCj5n4TTHgxsm5AYOyT7k8E2I7ybb05+JpUkb4FnrVv5KAbgTgxUu6/4Pyj3ofDX3xtIYX7WTEJ0Nry94cyXEd0o6/T3ds+1nVLtzl41Q5MOF3dqYKQYZuF33nAM8rDSH0cC4cbGgyX5eTNvd6v+Lk/1Xhm1bN5NcbvfmWoJ7TlAdRLiINXLyG+iD8o+FlFR9ey+OMY595ayhl+ljHRHdrCg3Y+w9hd94zDNQZYvVJH8AjlNTTK8ItBmmBhRDl3svd6CR+WyqObJ34rzLIn/hc8ewngw2KIPDn1q8/UTJ6WRXfVYUogAbVOqW4zAbb51rNimY8unzYbq5XbG0ARY5wwRfVNTC6EmJkzy8mBPVhOGlk3eCj+bXnDrSPgHF0MojjwBdCH1/pNZsLIBtf9mhjpwv3Cb3IXv8adxfBaeCS+vm8x6/M2TJuxifCEJylVaUNirkpU2/QWp1LEr8xhi2oPYN33NRlD7T2Lah6gI/onXXBo42ZwOtDIteFFT6FlemAZ+q6GY4a4txucbXf7ZPnK6HoersFVPUFhNQvVTNpUsJ/UXUc7zYaztWYmJsCAy3GbeoAxUGz+TFtigdo+SjM4tLfKh8dnHCLercNXjKmyvL6YraaO9q1G/ykDDfFmh0chNPXUKxq8Gk4QNHQYNWUzXeYQLrlV4rf4o7UtucsU5ASmOx/gK38dVVh543WoBxybgzKjEH2uY3jnRgABCR5I7WsQPqk6iFGxo6jAW+xFV34I9AHBxrr3LNi3IYKJX/LDa+xsm9lPq7ozEqenTS0bXOymLGOo3pXKAsnCC8rHeDwvXYoJfmwbAdqeH6+vUoDRfxenrl4YAo23/SSm7iaciaOZ1eG9ZalXgXDn8K0cSlL9m+YF5WJIhW4enfq9s3DWDw/H8MMcbmwO51tFub2mDsbqwwOMi2/Uq54tLcGFH3St8UG0xgdonnKUHsPj0hWvkYMrdSa+gVMd/UYbh/IphC2tXFMNhao+NKYEZn+kcDQ7USY81q+kzK4yoHcpR56jqaoGpUZBp7jgN5dvuvnwHiNMXaNcwJzgUJCTw5riepfXaMqmvc11200LpCANABn8mSmCEBXOLy7f7Tw5fZZSvcw7aiWkhN7ADUMfJNDusQQ8utfUaVPyqMeFPvftYaTHN3tQG22mLJNY4Q24opTAu8XT0HtoDe94unZSjj3Tlfl9pNIWBb4+fbFz+bqtLBpAqpBwkyaITiFj4Ejvxn+9VxWWq/OMg0z9R8fwweb+Utxe+PDpbk4BHoo3taNf76LPo2jx7NmzeRj9IuZ4jbfhBt6E5exWeZn8mV5IfzDW8GDg7rRpmmKXZuCEtK7lhZb/O16r2iDXd/D4VdVz4LWBu3IYhgocXIELXrfe+MF7JFeQFwDv0X4tQnYNASCKIpkAcN88LkIyAIRgDHVUugYG5JXZLGhGdfMgdEMgfjS++xFudSdC/raMvq0T2cNTJk+AxQHTpESkGMUnhtlTROqdWGMNFS/xETc1j/xRFnmCwMHtnaPMDIuuO4NpAiV6xWaVve2CC1OIBdWpDNHbdsVsCZJ3KWajj5THu1miLYA7ntoBrzJn9K/yWDPtHcaC7U0bVhwGY8BnzN2dwYMn4DWFMkHv7op/Wuhgr5il9v/67j/Ney9e/ri6sXAG+VMWXC8KaY9Dd6VbI+BDOicbDscocDAMMiVQiPPa+z/DOJ1tPbj3NzY/tvedbhdIULXrhFP3EIOJL86gS4x9NEoxescnMhr0MHLZBg9g4+nRmQ6pR0B2KFPXnQelnepxzO9oYoQSD5sOKQHa85LGdanXjqAMHMMldlp5YMvbY8DHoHaue12/LpiKH068KjiHP/Lo8mR03cTtdNXF9Yy8mgHDcF22VsIYsOrV9i3cmOg2BfoiY256rr16ri+f7TT80tJrrUwUj8i53C8vVJsMlOAMoREzTyb9KDwkoDOoMyv6x+tiq7OlR8/hx5kuusEBOMiYXprRnZGRflMAaE4+HsYAl68bpExJvvr+u7yz5NMTMaR2buEXC4bqXpucSvP0TfgYIzYU6F6K9G/HIoxwgTbo2gZEn3W9p7ve3+CZ3RzjCTrjSdvtCjmQm4gy2QT34eu0vYDO8tS14ZI+0cWutyW0xiDdmk3Xb7nPPEsSJQ98tuEIr9p7dGxwMNq/hyFoBq4gCyzyAgb43x74x8LHwidujLNTCUn0aiyG88LWA9NIVkijmZVxsSEzbe1ljM5rIhSmQlGQRulGUfqGiCFOAk8oOmZQZSMEE2CucRTQVlmx+qwkhWYkC57XFEcxsZVYi5kreMGQh2LVY0hZaxhaM7Oge6sISTgdCzwNHzItGLSn/2stwIoKcd4X/yBwcHCf1d7OAsp8TR/c4gE3u8VwYnzMia4Ss5V8UkxprHHtxGCDS5V0G3PwhraHutQzRKoy7afwpxtfWTPjoLKttbe/f1x7lsXzDlh/+unHSkarhLbz7XW/fRyIvfmx+cpaRo95Fk27v3ni/f3tO9vvVcD6O+USAG9pVtVox6IJj0W3rvrhkQKKLhPKiDekXPEYJxWm9k3qSAXwhwbZVVHT5rMVu8ttCKF7y6ul2CHTK95bXVIj8RN/1J2W65eyHFnPw9ArgX/J6GbmMEQEjRcqvuzm0N3vegJT9iRvwwy6ZJRxI1oRymh4bfbGti581HNMH6EbGg9vV+ko2+74Ga7flRN52xTP559m/Dt/tvtJq+s3z3qjLBlPsmSW08T9tLv6JNRPTm/t7YkKC4amaa4B1mLaR6QlTHZ/PFDvkY2+h2b94K3q5oeFZIVCvGq90NafbMfGlz+/bKeAT4v7FV7omVDYdNBwGoxxy8jl0Lo/1OnaAqTC/4NjeLk6HFse28IyLeje888+H8dDDJiCM0Pt0dO618FE8Qmf2bbC6vM3xZOvmr20X9qYzd1QzUw58mVSws8//9y6sGUJRBeOw8wqDBfarPd4ctInJfy09o1njVDIFlCbrxiE8QMlnDXppHjzm2Y6vTMdNJjcwbsHkA6pGjKNC0mrPAQgGiHMMkQpS0rqwCIZvS3GRMGZkjbd6BGWftdADxD+dSzB/PD3YiAWfgXC1aNrY9YBZPvMAEr1DMP3Mhgp3Kkz5hZbtJQSONwzj5dq32b3E8IZRKhMim/gD4Fgm1hEZUOWNkPGiqlSNpRUys5dxJr7VhVq8Kn2slCzCkoey93bBLb7FVpcqY2nestI6GRZEIJRLu6qgTIIyz3vG378JrxCDAuWpTA8blSe0bGat91mPoKXyjDoZDXwJErBU4b2K+vDY8rr/nj9hJzyGZqsZ0fpIfTfHz27eg7bG533TxtmNo3LodE1sM/odLSv8PFkGc3lMcYHwf+eHr0GxEg+ys9iIyFiKlmww4sH1sgwBcjax53enBHMmKFnfPIcwwMmhzu5h5NjpznKxycpx7ven4GieIWnZa6z0obIHk2hLbqrNq+xOuOafq8RcR7k0CaYrJso7CH+OUVAwgfHlLuBtkI2x7oqu8Hc5++/+1OlV2f0MkJu10PLo20I+Z4n5uVgoyh4vTHwXCKjUoy0H67wyOCs6zDpN6XJuFCOM3kjWA6jKfWFP8kVuXjVPkCSshm1E6t54flWxt/NIbGoyxiK6qHMV4iDYi5pu3fJ598fi4Z4JXDhaEjb90Zxux5g0aCFhp82bTglMPvf1D7hCvv5PIAn4bTKB/usVpViv3jzol0Qy5EMVt1s+sI8coOlL1pN/rSxA7Fecit+CQpGXM7kx3XbP37atOba+DgHarJVIsvAA6YtDwSnLbLfNuPp27JNXpcWdZ7S5ijSNQcqHaHrazElwsQQeQG1q4eKI6VRp0vVCxgfyk3Uf6+0UlY8zKWYqStEA4UDSAssAi2+OAMyIQOTQpI8zcnV7N56dz2vTA0HCySI3RgM2irHUcoJP+8lagYjRRmigjHHd9rB5hKuWUyDIGadeCe6htOl2yqZQRhrFJ2CnZVRj7YaZbtrvUenZj6Ay6osrC4iDVdUrplD6lsrD3UVk6QQMJHvSdcIhLWoaT+6TsCNilrgdjGAti6FjSkJvaXfTgIKqXZ2/kvLs/1mthsIyhHeD5UkHDtGEVJ68w46JmyqhAP3tbfPkns0ndtBr1T3K5ui7wRcmE8ZlC2hEl6ZkAr6JOxyXz07OEOPoaSCaoN6+zkDKn1TklvluIWny5tr5GSFVgyUSOHBTEMD3SG0THgomlGU2lMdk66SUIuF4lGrG1G0BocWX6zRY3BUu9qCizHNOEeDUcBMUWVZy3Fr1MbQ9Dg/bYtZsG6Pjd4cPC51pR3rSXW8fwu+g5uytLXrp20RcvO49Tqbzy2HEp2Gj4cAS3gM+q0yoibcdrYrBhdQZCI1F14a+MgyI/ueQbJoTsnB2bQbD8Q7uqW29L1ohhVDWIsH3zzl3eq3mV6jiDt7dXf3GsU0IGUG0Np/x6ZplDUniVysWPyW7/AH+CnISp1yF7K2rYct7b/Zef3q5cB+nCdp8Ql5jdZCxXUnKbXbXWk+ttCmDK0mUFvCnZWI7FypTSumyyDknSdzV00OwVNCRcMX1cXAXbRP0bva8zqv9OvwDSY7p1bEogsyBTeZDQ0D32Xe5Ns8VXghA3q+ejiZkZ6cR0N0CMBwCLQSvY1OGoVkkReCMOEgq1d5PA6qcXU3nSEq5RLTVdHqbtfoGkHLWyvPbx4kHBCK2RoVwVAbITYMPyPkU/fGk0xTzRQwjcK6tXgb0J9YWO/2dkUkyNNyjFZjY5Dlj2mjz1KSAy0Kbw7leZgyMPBAgOZuoJrrOtObpDFVSL2eGVm7sXpKaRWnh8WyKsdyWAcp2aPwVfOIXsBS3PCCIMFTm98fncML4TIazWvB/HBKOSEWxrQuIcXFa/jHf/znnW9+928zcyE3LnhWG7aMO1V2ifcgJ217Dmvwuz1mDUBwuV67CaOSRkmw+HihunkSYWCYdNKp8IlPSkkqj8Rf5cJ2F/ztiMZbhadP14G+YBw6q0i1g7W5PX/ULQZIKMQWE5EZiIlhKq978RVFCVZ0jli1Py+W50MpMurBFfKWovSjY7YBSFApmdVVDabOZSKAicF2zHoFYPMaWLfvD57QBV4UHrU9By/b573SP/ytC+zeUiI92ysUVIC0zuZf2h/+552vf/nL6r3YeTozffLqeoZginnDzErS5jwAZh3KN1++m/1a0D1o10+j6RQb3M3o9siTaqNLSg4vm4mmywv+pHdWf4qKw5OyLYxPPI3W71rgwow4u3KetbkdmvC2DxrgJHeL3TYj4tF40NDfoe0W0L/7HtrHu6eVzSg9rotLMaIbZXZ7UmgNN0T32wYvgzYl2ij3VBbeejdSD85l1pCTkxT8bQtn3Nw82XlZL2titsmObYEn3t8zdgq9bj+o+90fg5x3zanLcOSc1JLRQ64nlMXG82KD4qMcE1s8j9IPV/RCk/t6PKJatVpfXFB7G5BHKJs4EbUZqawQxzQ67EDsYpqIhsHndkwX8iCXZSPYY7FrgNFgXtKkOuAZDEUpbjxSipdS8BFknhHTUY4IHpwEE4OUlDzJvv2m+TxfQd1LbljO3PtJSxhm682eGTg7Hwl734ZF4mlUf2blaYV0jEKrzPnGCvb/xia1g9dio7W78i3NJbXQ8PKOw2aPyp0zmsqDZGWHgSKE9vTyPLNwtXCwqXCeG4gCc+LCtXm8uk5N59yTvxlMo2gT1G+++V2LDr/u7hIYqROYUD3gFudRt4PKWYf4UwziBFN1m0LE7ujDg7duY5M9EoxNaGMMIuMZw2RAKnwMljUZ5QKug1LATdUU/cEphgg2EMDq0NuvDUwY0W/3h18KZ8wsoa7pds78aOUR8hA2RneIzJhLws6rGsPFgMYbeIXSngOttZo6yWgor3JXvizDROGGq/hxwblobnAKDSNb78azcAlAR0bJDXw/pwN77weTbSm0kmJc8uF8GURQ9ETPganL1W0r3z/+8ZudL5s3blT7o48+bmDj4/iad9kbeKWjli7kzVk/V9XrTHk9Z4R3P7jXsmXhgcatzlrUv34Hk97AhkvCmYyDBy3oWwtTrJMqFVyUEi/78ZNHdb/jU/zfe7qg4okWfR6sBMTwQiCOeamZQ/twP2EbMMULGguHlCs+dsANb1V5Z4WrbLFC/5y2fqY1K3MJd86aV68eExMCYWia1I2ipFNcY0zEXJ80MMZT9fy7lJupx1f0jyu1SfI4tfsyr7IIXNjcbZ3PZ+m77lXWyIDyajd4H2V0Pkp+xWOFWxBfGw8etgQThOjGWijTnjK9F9J4CSGKUPTdSZ9VoC6r7qfCfSaeFAKMXLm3lORiRAMzK/iMWTasU5lreD/tHiFmdLxvI5GrPkQXe9SdpvQowb5TgJhgED+wBd9GseIgdyQxgxVjeK/H5xwSxmP0XB/nAb+udUaZUwK8oIU0zsqw2Qi+8ob4UBEZjhop1S7PGom8SMh3W6cUo/GoTx7H4hFDVeMlqg/1Ym5ERhbHUii1qAfH43h/jZDBLzi0bDH7I57latTUbf+dd+07PkRTYIdyltOhnYOAafO2XZh6nvNs9z3BMD04itbhm7e4Rk/D4SggNHBdt4fB6NCGJQsKqWkpnYAVWoE3Hsi0qWv4Af6WhwmButS9HP7sdz6rSHduQMaSZoyr6ajETCWz1Bj+LD43G9b1e5ZrC2fyb0d/BR8ltUZuxasafGhGlXr0dobm/db9dW2wssED3hrchDSYdm9LH0398PDchAM+vBjyCaXD/VWKC38raSmOeeT9Hx6Tef0ff/S27rNZMG0hnLI8KodzcDflBetiovdAzSn8gwW8VfW30dtFWzVvPxUwfAbzFIcQ0aeffNJCHy9mZNmCGw9ziGzkpi7xfHPZjZLf3ba9M4XScdtgE9o4JnYXjtVBZi2EDZZ1bL83p+4E63te7Bdjapm565TwyizJQDCIyRFlWfOiYdToNXzj+duW0sN/FPrIQLD0SIuV5MwF9+ObYp/pG1kyFJ2tbd6ZcRWUwH757m3tzMmqx6xsekd7tUVPRVusWsRQzFoBr99mCThB6buPPv3iX8yKMTAye32MB7ckfAg0bd1YSg3ECCGG5Z0BmGI89ssGmI9Ym9Gi84A1YjfeZUDycigqDTWZf5agL29tlkRKAGZyf17aEtSEMYGlOLc7wVGo0w3tGqE76B0jqpQbj/IgJWqkyxYWM0o13umyfOCFeO2hmCi4CeqiwuYzCktbtc9zkLg5J/jaPcp3kIvlKrs6KmGUBAMxMc+eoxgmMbbpb/uWpwrR4xkGR6V3D+MsnKp3qpk7/ep9dY9wb42Rez03zBZs2scrUJZurwyB6aZMSauMD5l2mKFyMcTUVxmsMe+RYZEhgP5iwHBqloQFFlpaaoRWd03ydRwdfKuSUcb91lbHdqCnoufY8s7Mjgn2WdS4O9fNirGM3fVVSdp97hOM277nWu0gKBSktsGDTb0Mwsx0wJKxnR9ZSq12TxigCj27cKO7n7eY0r5o21XbLuwWGrF9Mo/y3ofEhIs5Nl9o6xrQN+Bvbnet8rfXpo7tq9syVknVucpw+iHu53zK3zy4/RpEVXL3LKNGbnAS71kV9mcSihGPmyqnvp7v/9YAzW+83Q91UlgDb89QHJ6bXsymTp4qbkP7q2bg4F67VlJQeHIK751ZiGZ6eoVdklFyzgDNeAE58mjwwMc4UdrS/4Fz+3fg3VT8/mvV8TcPfinaiBL96Y6UUkq5oiolvqpeJ8O/U27tSUmuoskZr28NvJ3EryfpAlJhRs7D/jwxh75r0phm4kjjCPo8J8nOUTxJFrZ7mRvMoxB9DFLSI1YX0tM2530U5UwV7CLlFGn67j8tC7gR7r6DjjXRdb5MAerCmLNsGwXKcLZySJtL5+GxKGd5e3XfCR/gNlPCCKA5rlKLtgAAQABJREFUmhLRKZuZRVD9M/E/bW9peh4lxWRghCdJkVKE891vCnKEm3XoI9i8Pq6zPEGAiUJGOnqYSfeVdVzeTZ6PNjsQenPwCJcnSkD8W4TiQVOEizkQDMslSDHyMPgwU4weM8LVeEzerWYMy/QNPP3WHdGFHwbo2aklWFWmfeONDdzKVsimrg1DYv5t+wNrhMnCo7wSjww79u0YxTBFVz9c12Y5fAyWfVoOUoC6sYPLhPM+nDOYaAH3CgzEgY0yHGUxJU/p1bUUzOzGWT2Uznpm07PAK+bgxiszx7pviyTfpBzv8h6t/mL/njGo6IXe6o9fZvAuprW/jW1jF67DxbhQA1q1U4RCPHkclSu2OalCm+7YpJxFNxhkrNBNzxmcGzFdrYG44XUPhrc+MLlVlEuI1vkWB+QBLd7fWyX9T3+VMQs4DCI3t4lU//ylKMwkuYx+lKOsDINl5GP1HgAzAPX0pjvaOfinTb6hpUd6TTMG7lVTdB/DjOeqMZjlacoLJadi2GtnxuZ4RysDOZYw4zzBAZxTFnhnBtSScfCqi8KbLrXeRpWRNbjZ4mfV/yEs6/fgtALmnR4Snlr0WfgY0YIddXQfb3CExuEYw7xg0JbhbxVFf30dI90W9jVibsDWPkxqQm9bNZuJKLvGvHDtP7NZPTr2Ty/GIO4Ygv7QWSJuV9KTPvrkF/8yxNby/tvXZGRdKwDbP91n/XWDDhfFU3RTrZ5D6UwybcCPgPQsZIk78vikZvBMDstBfJAnYE9gCpBQin/qPjkXNVvr6HUtBWoAaRTlvOP5rqXkeJWjDH1TmhF5vJ2IaO+M8TT91pQwjznHm+yctdWWsbJRwKjhtDDY/QI36s8/330yXr0xaJl3h3EUDKkQ2ou801kWqhPxE7IwAjR1VX/l26Z0LHvPL0ZdXbV5P2KpRX7h1lPQxiWpy/vFmIgKx7xbB4FnOMazDiaehy0xBLR1PxYMlAIjwsD0rO51NIFPSdaWDJtR4fL1Rjl5ps90s3uPsucxDuPXrukCBQM4HFt4FpfMpeDjNUoIjhGb5kdx3ds7Jdx00n+jqbrX8KQT3lFcbq/51bMy0NDc4g/BoguK7vGTeCih3Ct0wdRQirt7tbUdutbIdcq49I676Vo3MJBQDD6HDotmaLv4VKW6begA/4sXXF3Hap/feMCzW+FfisC13prXlgOxQcm68cHfeSQe+Vu9i95Tp7J9KghfcD50g/Hmiu/X1to9IbH3daXwov2EMzJ2W0hHYVW0d8E4wq5d8b1yvW5REnnQFOPqZaGc6kuNiV6XKQ8LBM/eRvGQsjgTuutW8z8yeNLzBo7mCO5JRB/fYOFoHIiFmPdtHtDXG/N34ZyRWXK2vT84CiCKk7TGIbWFUuZVVyckb2RhftJVoywDAJ/2YSSVRzcc9Wm3lzJ0wHm386Zuvp04r9oF791ps91etWVvs61Oi5eecjLIjQGxnr1vdayb2m61/HvjNE8/+fJfJFdv1OimcTW6SilCgWaInq4197hCeFYzykYD9y/VGFJ1M42QZv15KWlyH11rgopgE2dU+cSElqc3XWvP9cyhrjhhTTgo1Yljdk4JKOthhEI4cSkKAwOxdpP6kKKk+yBlGCuhsjQWmo1yjEF0RyBxGC2E8niRAwH8FmPbHoiIcN7dFDLwUBajrCCzh5WI3cCF+VaaT/d6zgE7CM6dHw8gJhBCcGcYesqHvzUy7g7iq9+h7B7tb14JeKfS9X6A1P7qpZ26YVR40jrAyDPsntQTda9QBcWYMQq3h22fSylOKlN048kqez6Yrx8+DkKJ5uOBzQOBFHx4hBd7NQMChcz7vsuY2rN5eY8prmKQfl8XK5puTrBN2KE604TBUNe6HFVK0X421lmEC3PCh04jNOgICZiYatW91uWqruhopoauIYU5xzwnxrkMt2vTnr7RtMvzWdc2AuuhDtd4Xp5B2UWFdd19BoisfPhvKzvbZz3nGHr3Dfbhkt5z+Bpczkllh8fFTexJAt2slAAZeQKA58cJgLPOt0bd68Oj76HsQnyvlgV5D3cyXWcQoyMaRQOreJNJvMww6u2QS57WeYpD+8SblbNfGo8yjVfNGAD8BBS+mAFLcMwbS4GSM8/PMW3fnmy+vd8xPFS9c/bBNaTu8tSxHZybnl4PkityjhcmVtw3ZwT8lGqNm289SvIMllynYG3pxfSYXTnt0BmVZ5DmbW19bSGTVk/icbqXvmwvqBSl/ODGcA4fNNcf4cXDjH5hEvmMvgHi+nRjwhDgp2Eq6T5lBrG6cBQkRanLSqnNAEyVUAiQMLwVQboxKRwEPulO8POc5nmeZEHanqdsWFHliaXwdCp2GqwICbi6gLwpx7j/yh3kInbKqraseavzyHtG80wVD9J4pAjtEsE0iLBgUKbParPn57Wec43SwWg+tWIeppAloT+ou1Kh43nzwM/y8BBLvhdL+6jZGDxjHJepGdytMHnFJCATYxoOqdyA5a12x0mniO13Z132LGEz2GL7iY9a/Pe8JFlwvHjxYp7DbYwG5QiJlLkutfbYQ32MQN+6eBMjC9ZFr76n/avlBJOBGCT3BLgoJ8wonWNoULu9w6OltAjlMG51jR3Wne4fr3x2/eM1B5NVnij6aengSgOhNRzjeyLIE3IyqJA0Lb8unAa7Oitx2rKWhgPztGKuu7290oUO99ax/TVd557CO+6vMjcPdQnepxy359i+uT3/29XtI4zdtKNbg+fKhXmKLdPW2XqSOaWO1Glet3sU2/ff/3Vil5/oIn6WXNaLkyJ21I4E20NZI5PVNbKzGDzcb64rt3/aBH+UDDr7roqeayJFBhNt0aWNiefpi5THq9evdo7yLoXWjosrP20eNn7TDZ71M5Of84MWqiiFaKY16obCU6Vs6TD4hLjNMZBszrV+7nyAp2lL99WBIch94t73wptXjYzfNVuOniHY5LZfdZFzNNJwawm/+PPG+PZwRs5Tu1jG48+Tk9OS6hsuSglu4RLqsN+73VQ/3rk8bqnDZHQydZLJB3mWDx6mqwy8WJiWpcaccutm3mXNYMmGAEDZKC/nBGd1jxO8zmefkMDC8BSBtqsMLHsB6BoU8looQaO+np3RTAo1RNwQ/O6lSSe2wGzwfEYBsxq1muKEvL463zBH3TIwjdKaWsRwKE42o5fA0ju8YlZ5wb/ijd2ZZ31TZO45KCHHdJf7HsvZfccwZ78HB5V33Ttw1+ZD4VEQXkKrFIU8qJjzPI9LKtMctYOnTNkKSyCGfFWrq6/N3Fmz5bEKc4xBgdcajVnQBjtPszCUrkeMc11M6ca+5RkfYQ57m8M3GCmgFQeGoWDtwlznfWlvn1sjzZW3VRCUnAPq4EU7EPW6bq5ume4t2CU/j0LE2BtBYbl5jNJqZsEJPDG8w/NdhlXZRtnVB+dDE+8HDkHj57uXqe67j38bmLqwQiKbd5W1hdtvx5Q5Easpcq6hoXb/r44tnUdhVq46tgcZ+Pvyt/c+/P6w5Pchm94lH/hQ7FEHkjMx5YWT5HCUo8kIWg7u1Nm0Vffv5cuf8u5sTXK18/nnn09197v24Lb/zd/gomAZoV4fmXVvuo+1Y8GOd9bzoxB73uZu5r2bY3/QjJWTehfOhTjEh/cvD+uGn+bdtr2uGHA0fpyhh6s1qSNnq/qERqT62F5BsveE6TKkI0+UGSs58GxhmdP5EyfBzKwDOfDAAZz1bUhHXuN1gI9zpI3dU9q0LWcDb8Ctc/XDH/kYPAZvnDUIoRTJ4LPwdvqw2TxnxShrxzoiQnJzXTv2jx+3zcnxzhVvVH5c8J02OeC01aLqyD/6l0nryc1elhOpIFUlPJC0qe5aHsB0iesej8IJoRPPCrmeoeHNc6bcxmvqmqXZ/Z5FCHqOktTV7mJF8xQ7r2zomqWtuq5to4T6TcBz1kYxmscJ7xhvBMF355XglYWkuZeOTiAgnAc15XVdWV5AwK2Fxz2sKfiV6T2MtS0fIpWNSQKydxElha9cx7SZB0AAQIJsnlv3e3S8Ax7YxNa6aYEO3oEuyzzbM/AtRgkevsYEtzVOWX0rR/nrQsFlii3BN5J8XQrEWV2HtyXySovgMWyXW2OMjGDzyrR7CgITy6stVQk2bZ42qqDfS7j6WR0TQoghzXM2Kjmjynns81s3rrIICC9fsvSEUlKCK3bc98RE44FwtlJ64pUxbtqGlr2Xwt00v7oTtrrqNuiS5yauNkfC4BnHCGttQ7strd7TbT3y/vrw9LyzeXmwvR7attOZcoa3osD2ySl7cOcJcJKNGIFiSz5mICUkzjdBVs6U//8XdidMeh1LYp4baCyNHSB5t5mJ8SisUHjkcDj8D/lLrQhp5u4ECWJtoAHofTK/0wCvrscH+PpsVVlZuVVW1nJwFC+JiDpWne4NJpoA/eDhk7Pvfv3b5k2296Slrz1/mzKOocYUdDz9DJi+boRaWEXsf9uTZDW9oaKTXKlkp4KMGSi9B/6ejt4noxoeGE5XHM9PacgtHYDfbR9sgy29CL5VMj5iNlO/Cr2Rdb1IlcJj8XT1U16UqezKrbEkvjvlZl5OuUOV0sFzZkNUx1JNfvI3eUs+6XqnTvssWdUAqwMeeK48oYFklCFnG9aAgrchqtnRa/ABMZRLdFkem6Po1XDi2DT04Awo40ET2GcnevoZTD023ww7v3H/0felCRwWMwQZxyh0GLcJ/BN8o6D9Zl4dRDJ4iAsaZRgDmVKa9NuLnmmh8hZDJIr2i7Glt2s1b7NCxkj2osv1MsebDN7AzapPEF+rMfBiyPxbQs9cqojK3IyQIwSe+FWhiRliavCINyU4vKb1LIIDB0w7Ma+L6/ugzHEYRnmU7++UcYInkXfL1CHHXOvGYz6cLAPzPjnHtrOLaABNcRf2j1KQSrgAPufeCV3459l0Y4M3g2cZQ9t7vWq97o99mIqRfOGrfH1jhBHeT88W100YGMVKqWDCpnsX3OgD9qEo7rdMgrDeodjfxBkzhqYeWQd7rJhxL0+6O7+ZF4o+xRfx9nZetf0bp9fRvTmNeDqeenWddoQiUC2GcH5bboAHl8NwLwUW/15Fh8jR8R95iJuC4pzKGKrL2P0B4JSI8s0b9Ym+4B5dV0mmniflXP54iif7d6/cVK+eY+U86yw+5lAm2ovB/up3/3T25Jtf1X191JZrfXu+HoB5hI6J8Vb+ABmseticRji9aWkdz5Iu8ALBtE0dnBjMKaNn6CW956P86quOnf0kFged68kLa2Y8IAwD/hntDQYdov9mDih/VjH1fHtCW088XSdn+SsGuhvMqDPNWxpU8BfCnK57MsemYcS7Omg2svHl/pjnSD6u81WvKjeg59x1d5V7coCm6OUveeJ5J5jx4UGrgp7V83oUH1pJl568K8zgK5evig+zFRfokCFFO+GrNsUI/174DWECBFdxLQIzR9rMA5kuSi89ndHn3PUxOuMhIPR6ZhP/0/r1aL6GxzQD2vG5AQbPdUFmpK7n062srElWOZiImZd18e6JySiz90a2ZzHCEDSYHfJ+odzeb4sn2ynNqRq6gHMQmA51HoGZu/0zbxbVwFJqMJTRm05hO88FwZU9ylU5DJK0qUONTPjXebjbriWXbyhQXYMEKD5MevO6TJnSBT/3ychg8jh5ZIRVWYQMoeY1emSVMNs0Eh+7t9ac0XQ2Z9VoZZnix5KDkszcMNWa/MNoN/tTnw6tMG/B1BRG0rSlMZLhs7EsYRnd/Lw+7gsKIIf6h99069EopTLNbAYGyFB5VGfKmwt5PYAXpegcT6HxSx5IszLRxRxjuPAZScrgd/Du67zwknfSdHW8m/spqLcn+RqY6gFW/ybnSR6O0Ms89HZfl3ifHH+PW9zWn9hyKgPM6KOLekzcFhN+8OibYsm/O3va95Hu193lzVw2ev/DD22eO17N1dnPrUrZASvGbmVDXRmpH374c/suvj77x3/6pzEGjMKD0w7qR12hqqs6YRl17qjoQZ2ndZVOzRFM9yMvvacZmtSYnzOzH1B7n3G8PN84+6039YTqwdg04t2dGsrkRAhgppllB46wFhtiI2NFM+qzPHfo+5WuHfSsPOnIKa2ax2OQ5O0uHMmnHov36qGH6fmceufw7auhvQQdve4+Oe71GPEemHZmTiU5TfsK9TUVrvrXEcrGCGfcbcbBz9Xv5dm//Y//fvb66auzb7/9Li97vedbZuRj6qH4lHONQ4WEwHRzIhzEGRoxDEhpeWCru00gYNcyn0GUF9eL6RbwQCc9jowVmCQlD16IOoZBAwtTGRZMRCRz49qOicdRl+B2BoYntLnCuUqboDpHz0cJIijjRYEP4VE3ijFWtsTICcU1Rp4je/edpoU8lb9P59V1mqkzAB1iJuKzO7lcK6zV6oWfr+5Vk4uM5fvXrpsrlycYoLM2sQcmHPL6enX7bopQJrscJQrBpRjwE/PZn1b8XQbScknTgN4mjFYDmX4zR1KBZgrvas5uJ77YnScjaaxNhmtGiitku3uVq5vbIMkHRqznH0zO1bXpFbizUoFiETRnU4qCej5dNYZeY4rHah0PFV45YxS1bh0zuyJezlK+7le4B7N5v3/CPlmb8EAwtk6ljX8HP78+D7/iAZ7DdYm/sAfvfbiy0vvx8olnQrTd2c0zyZIvNh0Y6M8bgnKCsQ+mkH3pb3UWb33QN112p5/kr0YTv3wD6Wnda7tx2zBYt9uKLjHkiwzljA303P4JJnnbp/HDPVuNKdyARLRCUrfhwWi8rhv83/7b/3v261+lyE2/evchz6iJ+A8e7FZiUWl6DeW4PjIZPaVX6hIvoy8tGklJ6D/fJJfRsKkyuqRW5jCilkXaxlA2oTUydyNjqbF+8VOG8uIyr7au6p3TIGdsNqXI9+rnO+Q14El3dCbDKwN4Qm6mRxMGCL57cS66vL6hvbZ0FX2ZEQ+mwS6v/AOnvCvrwVOvwM1mGsOi6pdxjDkz7QzDferYKszbxR/x7KeTQRdCfPb0m9kww1rwF61Yet7er2/e/Hz2uM9R7EyRYoo4MQIZhmvXI2MKoWTLqXg6ut0U4XCzp1sY83gR2LBGKooGw/efISbm53vME/sZ2EsM5RlxA9e76bqeBJOxGlxKqvImuJsUa1fqdwnOvTyxaYFKxwhU0qTH/MD2LphdU6zxdrs/FGtLPwS9xB1jbKXZl1NndZAHHqP8Xc+zyvvbY3ClLKXB2+SCLJafWGokar9a/H/5LvMhftRGrZd1Zc7Pm9x7bsAmo9CoohavXAltzK8rZsdpH0yyYYCNaMUhjfDZr2+EsCD/8KOydv2r7lt5NQhDf/RhPLb+ajsTs4PFSApuO3tOUK0IEdOZrnnCaiRwGklKFZ/P+9CKRlGjY6pWjDvRZ3sRgelARRDFyYIfTAqGfI5C85PieLBrpv9XmoqbHjKgMTuuDz5uY8ruh/e0TP8rjAlVbKFDA8brOBYmMq3sjbccvonjHNOAdrU2kudbnU4vE4kvR2GqR8Ubnz5tf8m7DXRgvCOjbfK2487tx/Nhsmm4K8N+j0aF37be+UXey9v5Zs1V64sfzxzXu3ULGUlxal3xl82r/KlNdjXG8LH7lZ3cf/+H/96cwAYNkwlKLs/0UDgt0QW66jEDPV3Tz1mKqM4J6YcG81aH0bc85zzJZoJgVvznBNzI+OsR3iuPeKT5lC1Sz3C0PDCDLR5uIMdo/NlnMzqE3Dg4hZdqCMy7fPXz63CjZ+11WdqRTz0QtOr/8PQQkEmZvAZg0FCPysR/m5pM/aXp+TTEeYV3M8pkUqz8PZzKK3SgW/053bLVXgGwtpVNdrNJN+KLBvJjc3Af1bjoavuG0owZRJOL5PxFehO1is828HNpP8xkft37EEfADBLkeY4QHIWru7tdKkHb0vDUwpXXuXlhLl/IlFnAWT4jebFg4ErvUvM4FYnoc/Rihb8KMULyBWeYNVmrJGWP659q7W7XDbdhpy/XAYehpyLG4zF7H3JjHLrAbJ7OTBfCqTC6Pgh/x2wke3rIaPJMGHjKI0bBA/na4MLPz0EYXU0dYgQKiBHOKgzdz/FydGe3xbWlPsM/MOvqVtNp1y1Xs1rFPW/SKhsTYd/kMb55VSyS95hirYe3E/8Jy0hkTBy+LVewgYZAb/CSh2duuZdr3WcDMnaTH2MCx/7NxhPBZODG3cL/aMeDPLpVypkGNHGZuGpplxTh0sGjPo7d0GC9++MZgq1xhOSJboP3Xh90HUMYYHR1LcapKznKcQK2nvKWe3r0i9PKFbgKCl/1cUmLo7HnIyd5OtUi3DkDq6DSMUzjbdNOnwXpgMuMtHaGq5kLDx8/PXv0+NuJF0oDlpJmEEwssGt7mdoJX4jkZo2T3dGV/T7+6jWQL7JmpdTu9p2yiw3Gx0dtemIu7F+f/zEamDhON6NLLP7TH/6Qd5eBaLDhcTLz9FmfmyjmdjT+2zNMD+Px4B42jIrpVXD0HsdIy4zK16PRcxjvrHrXB6qs5ipnjG42l9KO9DdvvehLp+ZZNpNkVkI1WfvlaYJ/dbhoUwnfH4oCiDgbxJiLbZ9JU/qEi9RLIw8nx3KG/GTA+t3Sv+4VztxMXjcVySQPPe13+3Zxxmg/33nvubc+szHcrF6f6vF+rIzZzCfeW6aZBowRJUdCAhyPi2yRBRI+Ivja99yjZcpQY4Iq/SoLz9uxiceXkk9roBvNCIUgY5SSqBBDmdkpY395kAn8MKMnFMmgiwoQQgLEzxNTmU0/CdpBCUTp/QweqIT7KjGiJR2K9HCE+nTdk2AHs3y+l3w75SW355V3KA6hm3IpQQcDdhyEfUYIOzvA/tpjGYUKtlFZU3MGp+4PYRt8TwxV1yo2jeEB3/vxiCtT3M6cxGF2DP8cw69qHJgiDL99v7rUon2oZbXCSTehDwkMqJkkn9TaTPZjU31eZxh/yptw1hLzKu2uPZ5z8GbNq/PwZcjWNcPEMDKKYjTBUqfwF3ecqT26vp57Fk20rg71GI+gOuTenu53wM67/k89N228OxEZHg7l9XcMgHs8rZjre88w+ETKrqUFM5pqDOf9/uGFHjwa3AHqoFj4MwbuxM958Xf+HDIxslamo9zNK8NAmpyLR2VGYzIPTz0YYZDZQUujF1nE5N75Pk7e/Ho9eSntQn+nD1s9/eZp70x8T0aD4QugEXm8uBcZu58aaLNRrwEYg2GzD6Mz48lgaWDLN05JcmPDZgOqJnibSP/q9Y+zM7nBHZGMqUd4/vDXP4VPy1evfh1OydaDy7rhDRRllAgq/qcoU09MROmto1p29E7fhwz7cNlM21vGZQvS+3pAs5dqdvLeg+xD6d6LUXa2CcxV3XZzaV+0bZw9HD5+au/U+3E/voJPDuDC+TBgEnWu5ZJ5cxy8Gf6GqkYrcs9BTh1Tg+FJ18neRZ4uHO7aR7P0b5uOx4MU/uP9Am2JLJ1AV2EEtNBTYwOEhz77bnte+40Mfta/+vs4nJ5adIhsi7/6Jwmzc3eGciquoIgDqTFWMdDorRbmaJ2462sYKFSKyThRvnIp/lSl6Z5N6x3REf84GDet2My0Vw35dStKg/mOQyFg+iEFP29zCYZyAtTSh6cPzc/Gs4GW61YGdGEtJiWfe7DgS9mlpIDjFbk7mNA7LcwYwp7N9J3yHO9LOvkpneke1PZ4N8Y6BPAQBRhldXNgzIQB7EcJz843qov3nzJ+lxOzbDlV+e6VdgehbmccG33Li3z1egdplIVZ6rCQp7ApNHOzylC9pKNUWsBV5MpJAQnSrKmWJgmYgaHyjXGM7hrJEU6KmpDZyX5GYqOzWm1DsyUf9T7Olnzt9b4/eLd3Q4bFO9wWp63H8MczdSsZHo2noY7hCzewuhjcFlJVnot9L++Bx9CGbHQcDW1vN3WnI+CvPn/vsMpj5jjyJNsJxzdqvvmmYP4dXeotBy8j5hhEK1gu65rdiKcXGQjla9B+/+//3k7aD85+/V0j2xmI9RRvnf34088NFrzpA1pPz57YWix5uCi+y7i+aPenP/3hj4P3g8I0j/MMH2RQGcqr3p9X/s14p88y7QO6OEJHuT6HYKqYNdpXz5a/DLKuOC/O9D/pro+uOUDkeXUZD+lFun6iIV6UqHzJjkI1aOn7vUbrfUuc3L/NqXr35uVMmNcDYwjJmnDIrATLadiZMspuDbYdiYKrx2RZzHi63SvywG95Ci8NFp056hqMuZZY3ry+LukthRzHpgZGaHC8yOQ6iZp9BhhynnQGpFVkJ3hl9k1z4S1T9njNdwsX/Hjrp6ZqvTp7a67wUXZ4nH/zj//l+wlWNmGaJdZ11pIYhNG6aX3EJiaAX2HiVAK9JkkzjIzD7OE3hIzQAZ1Kd8EzmG68Z36QD9adzlZkWJxv9Hy813KOYJdv0mJmv+nKl/f6CHnxtWtPsRewmIKVqenvXlhgeN55VsYEy/M1XAle9cKEKWPKWcEhQITA8+NnmocyEBvcKSFwIM7Rew2Iw187mhzMmrBByFnFoi4z0gg2L0qX+GBGQG8WZDY6bnXUq7o372YpYN3lSVPlYq5ixGinq6yF1JWpPN7h2z6VSoB24q/zznc053HmyiJS+E8vIR5bTz1LR/N+TISfZaPxnPKg0/HvoO2ek8oxxM5xjELBr/8DPuGkXItn19XrqOIo4mr6pF2+lV/WUUzGsTz+BWCM7tRXmlMBnQ/lEVudAcbOeHb88OD4zbORXzF2pmblA7yla1eVOQpaJvFhn0b4l3/5z2dPnv5qvTNGK8/O3qymwZHdh4+ejndotoCRbXjMPMn2mfw5o6jhZqxsDTfL/sLvVdt8MYz04n6bfPDAZi5yedfLTDmDJ9Twud7DVSutXv/049nPf/n3s095svfSyXulzWaO/m30qLpXF8bJx7iQV7ffpxbwcWS28989wgmdMAudBlIMQ2lMG2OKx57s/+Q85ylnYLyyrjUu/el+PUhhrssGHDfWPYCmATxmdFTMwNNz1TjRLeEHukBu0GYazSqC/9f/TjIFX3UcOQkn0nLOYjrz/NHOv+QpyKMfvqBKF8SplanXZbs1Mua56UE+Rmjp9aO88YBHv9JxMoDuOP/uX/7r90atJ5AbaNfejQcZVoAhoPXaFBhRp8VO6FwvM3gkvC0joiEc8TCI94ZHuuAzMbX7i5htCyO7Zs+mFaAPt8IpwmhJTrgNggcDEWLwgiNKlYkh1GpgN6Wp6GB07+J0uHY7xJ80J6GpLF3kSVmCKbPzlDd4bJwSGPAHSNeEUNqJaaFVaQ9jd5RLwOZXSt6b8mFKqDQ40s88y7y/0J/nR93A0C33kSObkI7BghcQMU/XfXY+6dpgjM0hdvOJWumETYxlusHVlRDuIoFiS9F9Jv/HRyukKCglxlcjlcpVd3hXqblXZDfdMuq68nve57/8exgv6bnXgZh6Hx6K1OOlDPWGgj1xxk8nNHYaYpVfuRs+OJ6V6vqYPKe7471GTB4HuoPBuD17+ps+ovXrRjCfVd9WRKUolxm0iaNXJ/nEB3lLjx4+O/vtb/65uOM3Z4+ePU1xTSsptERWkjkeou+7GNHmxRwhGorrWoyRfL/JyI0XU3XGqyyfHW0sM/3p+fN5J72lrkaRKeWHYpfvG7T70GduP9e9f/8q7+bF87Orty/OHrZX6L08/5vJn/DMe3FmwlO58EcDdZ+1/p23B9jraDDyxoiUzoHEy4u9kTc7NAfq491YI090leLTMXulWnZHVoTckufqeiPaWUEz9c1j0wD63vZsfNv1GLzAkC8OyoHbxPKrz9IQTuQL30/IKP90qNs87x1tpc88eGEsZFijDkbvg/k+75bDYu5pXsLUiZ1hm2ZDnfDWsIFpkGs2XaHPpZmvRCY/PN4Pvp9UAeff/PP/8f1QroIJwhi4QYZlr6uIuIxSgqJbxkNCOsZjKl7lV0ikxzBII23pTSHpGkx57sRoBlP3deKMGORFqcfzGuHG/Pm/PJq3hB8DKrsMowwVMnA6M15aom3lBiCgg89c9AizbkxQHvCvGDE4lKBn8Ec4EEa41N+/ksMTFnMf/uuZrvJMGd6B5abz0mYFU7dDiVrjLXqND/oSjhuMaQmmu1Hey5TmdcrzPq/CTi8U6Yhp2Y1aUH+WEWZMk5QMvtYywUwgpqDKobD7NUr7TdZi1jCda5zQv5+RawNzFGA+L6xmKgl3TDvRiOAMtVRsLlRwj6FV6Z0NGFWrUxJ8OlIBhbZk6Av/rt+fLkYfv2S5huPR8jwYlT8KfcLtq+RzufHWxUdYxpSbp9/8KiP5q4ygb7TYX7NZE/0Tj9xPv36aLyI+bPT63oO8xNY+P3r85OzZt7+qi/xk6PVja+df5g2OpzSyltfZztqUEy01uKOA0ZTXzNPj0dgJaGSmdE8zrOLQNvJ4HayfW0ttEIGi2zDEZ28N8tjI9k3TU96/65MJbYV246OuYfUuYJXTWOy0+cXR2uj5bCwW4VbqTgzq9DZj+6rwzdKd1ug9pYfjBNFXrOyPoxfoS17p1UHr4VVGTcr1FifTwMFcMHjfDKWeifyzXyU4Yr3hwfgbOCTjfmN8y6cMDXiZBoudTx1/Rz/izXiYcFFGmM4v/a6uYbO/EGBVeIg2ZhGfzQTMDJL3NTJXPZt4fUbwPJ6vo7D4Ti+5shgqeqC7Lhw48IOrV3anws+ToavPeaMZywZzesBdJcwyd6jwL2WR8gxNR5nHUCUCjKh088mBqfISmgtN6WcHj9IgolqPoMvHP4rZHtsc822tqjyYUsLrE1wo0Cy6n8d5eRHGszUwWojwDQbGATGDHZgvr3OFUOH5FgroJZLOOuTBSyGnQ3rHNgoxEtDTMa1itxOG6NkIp/QVNNW7vtAIrLfK4BBORuJmM8cpTaavv5SpAHQCZTqIuWnqM0urAtlYTtc3Z1PV976IV6s43u+0qtslCZMRyGnMxthVVsSIqglhXlAKr8vne8gQDGTVyQdJ0Xmcs79fXgFiG7iY2OV0NdAO9b4cI0RpvwZRYHy6yQSqesK7v1PHVTQCWN6h5cKRzxJH9Lg2lnhyKgI///bAi4Mf+27LxzMwtqE6vcGA0q+3jsqpkGcd9lW832goz5KivrtsfXP0BOfF841NP3nybcbxWXnamzEvRNzeDlV2vuK1iMPPNK3OMwUn2da7ushY3vkQrTMUJoKbqsPTNJn8U5tIvGzqiW+La+j++tc/T5faxsWpc/G8Pon66sfStjIneO/i88smPD/po1tPv31WDL5uYUbzXR7ouwyqATZx+g+dP/Shu9GDFOoL6XAYbXZa0tsM7R/+yFhcnj168i68Hg/fDX7w4I6DwTz4jWUnsq1R7YHGYLzpXsygrV5Qx4479L7gu88V+1jYx8v1WvVcjCLfaLBk6t+ejzffN3oene7e3Vi8BkajYhf1+dzGVfVtk2XODjPEyCp3wwuL7TQ64Th6Wzr8rMadNQ71EipzpiTS+J7dK7wxHzFrrqfVceRm7Ik6lcmA882MokO88tNVXmg9jU/1yq5s+hz+9+TRGDCSjkOwXK+AhnDEmd8IHkUL/Cn2gUHTda5WKmQKg0N6LTVm6F4ezwZ+hWoFxoCMkaVoKopd1axDZeayGskzuHjfY0QZF7ss2/1IcfvHPQWTQJu3uJNO99koXAKFuGPggyutQ4nqQfGlE7PSNdgyuN4MAIw3z37ydes06QdO+YJdwoWFeV1PbXpsk9zAQHjiUONdm0VQOntwMl66pzUrGdFgEI7qoL5a3XYAHQ/yc4H6EQpGV3kO3al+IdAvgdWN7loM6VzgPIXvwb4PI/Uxci4AfnTDUGA82crUcjrG+54yvCsIXzwpIpeHMFkpYQkdfPqn9WNEw9u3imzQgR5+ij5gScvYK294OqIKtYGi2EkLf3mWO/N40/eIcUTYMcgNooBDXNA0LvQPnlv2eM41HObJPX3y/uy7Blfw8uJdXey2+//hLz42ZerYp7Nf/aZueVNN0Psvf32ewXqTZ5mRq57CSd88+3boauUG5dZVe/WyrxVmWO01qu5mO/zcUlLH737z2+gAV3HDvMrSI6FOq3Xb5lB6/qrR8Od5LXgxq2Ey2N/85p9mkjpj+nNd9A83fj77mMHk/dONj3oXPnGBDqdaT6H9QbeRSw8aHX+fUf7jn/69xuHwsPp4WPS53xQedD8m/ks+ujHnL3rj+cyxbM7hjQZwKgF5x1Obxj/afLJiQs/GBOIG+u0cbqnyLGN8iSs7f1LD4lO4GLZLJGuwm0usMTILXJiIzfChwc81BI6JEVZHx0nM5tqflSEasWVIptE2P9Qx9eus4cCf9UYVTwe2Ye/FynI6gd5X49G35j7HjSMXCZP9egnJ3Wo9yB2A7/lLizNM7CF0GT5BTh1SXY3+j/ASlhHiUzqLzTGRERDUJr4Q1mJTMApjppLRdIDNllfdQJemxO79YjzvT7qpOCRCPoe+D7IbGOmaMQuRDxFgVkYMJHAy4D2buCCpgiwDFIAhLling2Eb4xNAsc45gq2eW2R4hPPEYIGSAExpuxm6zUPXWtg1Pka9dbdLPMbQJxfQz0YHt280leKzuZHRJI5UrS/1DKjR1E+nEbrx4KSAX8JJoHz98JPrDJkBBvSbsmMdL5ZXpNUXH1PfaQzCdwbrQmmNUSA1Io3y4sgohdZ4/hHcupgtkZvuVYogrYEiHtLrFP2z+XjoMFUMQgI4/JsHh8FbUoG5x3FeGTN/z4HXCyYY+2DPXR+egKkdIxPRVLYwHCG+e78t/5scfdfKFtuC1UjggXl+Npt40Rf6rF75Ji/vQWl1gWNNdKohCud7zT181nI1QPWwfv/7P579oW87P5G+TRLIhK3FGNrZeCSZ81E5gwMXjwtx9E68+Gay/XPfmZ52Jezevn7RPNgfpytM6c3NfJPn6dMd5FaszKCGBvNxyxsfNBp+p1Hvu08yZwn+xxrU1+PO3yks8CAvtgG6pgndTKGtw49VyQ5+LS2TgPIt3acXFu04Lc/bD8AI/c4dbFVXsEwSN9hEL8Y5ueYP4hO1Grb0Z/hZ72tmtkQf3uNM1+sdZdTNFuKYj8JFSxt1s2o+99p8gfHyqmS7EW2v6X1eGlro8mrMhECMj5BpjUHBuekJvUq+6GuJVyIZruA5iBzuf8yeHAfN9vZ4Qr6FMsZu0MnK4xAIz1zl5d+ILjfTxYn1ds/HNJC2W8aRwSCmP3pmM73ou3/51+8BO36h0XUoEcYhFPFFz03DWEjLm6z46fZq0aUaRk3qk7cxFTpUJAYmcFudUvNgIsIHFr9yGM9RhMqtgGGbiitLa8JgjncHN4WNgqlOzBrKpTbhJO8aV4VjJsJi+BK5BD2BaZiE91C9d7uKpPxg9fNucoB3nXeATe55eXru/aQ5FYF2Y6TDZ8ElyowbZPrLg/ReHZzd04csW48ws/fsYv80MDO/0/fVZ9S1bdxaBnfe9c0217Ctm0nBjBpBMB3DbAXdHLTm9WgsDFygyOIAvjv38a6H8D/o6Kmldpan7SBHXZhWMdy5oztv67uMZtkF6ycQPvT/JY1/QbMp6Zd/4DF8/Yq2yh/P5sRbjdrGHdewK0aDpsFFTwMt4rDPnv2qqTxiis9G+adBQ8toi45WNY1XVwPyoBHtWaOc4hjltwDAVJYH7eJDpmcrwHCzvZhNRzS+sxl1o6L36iYbAHA/8yuLeWKj+LG5lTYn+bmpPu8vraLauKMYs0+0/twa6bd1r99X3kVlPc3D/fa3/1gM9beVmYGvUXzYc1ON7MFqI+PZtYYnGY/u+w52OMx0veqmW58ADd+WhCh6cLfLuT49i3C6ktZqW/K7vEfHHcGmV6as4dnhlYKADfh8HBua23QrK8uPnUaz8nNgAU88kl1jTt/kn0G2ZFpcUVkjJ5015tObG/4mleGkG92raeQ1yPPPg+sjY0nH593iuulQRgOL/2wR+U/H8mjNEOE5XsUjOyMNHkJO0wjXuGp8kiub99yIL3cePGmH8/Tt2//tX78/yoX0/lbIpktWkQiK7ogwnmRnBRu9Gk9s0PKQajsP7gNLy8k+jxL0yv6XPig+O6QnZVr0D9JUqS2nSl3DGWgn5Vjcxuil2WOwaXhHGI7rXjYkUfzp6QnnCS8g3RJ54VPKL0TXakyd4BoAnsXxlrCA6Yf5jq1PMOAaHtKOQZLvK7gGSiZtdZ3WjJdZfT3jcVLUeDQKx0iyXzPow1B3X989yLasK5YZ83wu4aKJy2nwtMiC1PgwXrE6lE/85+AZ4ULba5yOyqhEx9YLBb8cyifEd/M4wBPruZPHppvEC5NrRi6DZf7esbMLun45vr7+8vRo9K6JCxoanvIyQKswlCTchQMqZ+oTY/CJt3yv2K4QgwbhcQbSZ08fWAY4OLc/wATzrVpJ3nRXUxD421ORwbHWlzKSGJ9AiOpjpGaQy/PQ95lWGzzoVs+AWHU3QDCfS0jZGUg9JHE4m5O8bIDmVQb2bZPLX720XvinPjHwPt7dn5FygwbneY/3Gji6mxf70Mh6yw+/+/VvZjrZfJCPq1v503OrQRITN8puytJsRGOEORwuw035X2QZmZbPI434PER2ZoYaBGqKkTLQEvyxMb1RN/XVaEvpmhYNT7oGYZ7gE53rv2NKILB4l71yJvrTzaUTPR59qTweMn7qYks+sk8XKlNsnQTSv5So9/36t3KdbsdzZTm82yl3ayC9oPPOk0Y5m3TKnDrp8qNNPItZeY559IUl0KCcI+szoBkd7jU96DzD2NytsxvJy410ST1+0fU+we90EszOhAn+jiHcgQbchjHzZipFIcUJjcdN/CfEZtpRz8YVTmh8SAxRruqWb3dXNaH7y+OogKfySoIBQ6judSk8NFl0FWrLQBh5x/OQuQPpvpSwlfF3vZOFWSFbM1zsv/dgzUT2yjtwnOkukpRuWkTQeSIak9LB5RrHBNpSQS34CkaCyPWvuzGDNwnKbJRBZhmD3g1cgsLtz4MRi9W14hFSEMdMiB8PcvGYh6c/O/0irzQ8KnSM5HhYjOnATehs8ltcl2AOXU5Czujy7HVbhQnUn0cK3/v3qmP11DrrMt5o049bt3cw5GWrMvagKIDBa+m8z/+jv/KEB7p3GCwxmGhASkNtfuEbOyT1rR0qodEw720MZ5RJjUZGjfI/rEvpm84+ZaD+P+XdmW86IYQ8T4fJzhel4/GoJw/OXLqfXxQLrJ6P6vY+bEBGt9B7k8F//PGnycd+Br4urLixOFYxx5fRJJp9aIT7ZQM2r4s75rZUfp+e/fYfzh5/99sMXaGRWkNGF242xTDIpCdGboSu/vEffnf2qnr+j3/7t7P3z5vnV30elM6nU2feYvS53dKuy9vvzh7zYPNISSnPdwx+5a0ER3+I/p1D2EZd//rDn5MhCxPSGfIVz3jmGiHHwTnvN678BdiJTZRnZPK659Ua6ZlEHix60f9YlaFJbu/ehw/s0tWW83h1p/wGyvDXu+xSZcWrvuZl5oFVYnhNGffbSIxq+EZrujOj4dkZ8NV8jGWpze/WGDuUyARrbF+/Wg82yQnevvdX43V7JqoHQcM0TgfepwvVxXLP7PjOoxwFokRBYPEVuwfhXQH2nOAcaYekQw1KTngQ/jAeDVxUGUQWM2IkBHOHUFWCF0YBO13DV/Yw+lQL5YwhO1V6UvZsy6dYJ8UvFzDTUg3zKDnPLIHRuvRyarSFAdMBDkIeteuim4HtWS/Howx/7v82FsoMpwh5HNMlhkflMqA7mZXnaJ5eypriGUVFA/O55vtDxbbQyg8jeDzbNQ6hlHDitkODcAwpc1B5Qr4LhJ4EhTEZDzLBH4/Sud90cShf1yPklU+hhxbX9WJuTpX3bJ7HmRN9GBWGfbzZ8Ohy6k84Z2FC7yku1jO06ixux0tGxC+G8gudenF9KO842NL+d/iLb0ZF87jq8osp2nDi4YPHxQqfFVMrbhczGbj7eWPzid0E+32Tm+2ApUu8xjXFCa87TSi2aw8Y91M89GEkHBpZJJ45ldEILdEJL1SMAbuX1zmbiERvK05etlrjdZ6iVVP2AuVBvmpTi3fNdfzwOk/y+V+K071tUnieeI03z/ZBg0BGXR8/Kf7I+GYcI2IebfWrnpctGaRTak8eyBED+a46kRXP4Y0e6jsT0ZMRmztwSGbOc4nMzSzr6XBR5YafIPzNoeLV8bI5uh8a4bUpi3uresA1COMgI7Pbvl6K+2iygysabpoc3oEfB6EE06Ueo3vKfS3D7EY6VL2n9xVtdqwCndcZoSd6mOOEBHN6dqUfPVQWvRv53kZR9eZLldLOv8p0XbpSds3498DDDvif3vSWzE7GDGPd+2SIM+ejhgylmulRwYEem4pnqlETzv/1++kOATbAEQkZTgVMeRm5HljhEhqLSMCYKD/IaUWYQmREtN3VJcNZPtMawAQDR9eTW/hfrtcoqNwoYGlrLLrbEhSLEHtG4HWbr5/FjEzFVG4YE34MkOuDgOuFwGQAD94M07RUaAd8P3WJJXOvduM5Bgf+PEKrbkJrFEoixoKiEXbKZucY3xpxnnW4nWd/zdx9m+p6buAjHaw8dAS3+kwXhEccnZtOtF5qLwfH8AkHI7Poy2jxEMwJYyBnKhA6d0/5wBNDnNZ3ClphH9gnmgQ50IwbwVNv1Voae8eQ6RYRPEZK4J2QmY6ly4kHgvOWgflu9h4DZOoF2tfHqtxXT66LWh6p263CCzazvZOhuZPRuGjQ4X6GwiRgMUhhANNvfHwM/NlwoUaJIqGPbjnPUmPB6BjMwu5KyAC17LC04lJQ2zTFXIOkofX8zcviV3k2001L8e39+T4j8vpNxrBBoctGvi8ZSKPZpvq0eupmHuSTB8IBZjN8zGgnYYVM7ljb3dxMg0X3MtZiorNsNYK7Jpez6XJe62EIeLgX3oWfbc3EVsmXj+gRTg4GLSPLphYZmLrbKL578eKkqvfojpOrS9MT6xFZrsgu/DHY0Wa1edi8spHD+HyzQUSLEUbrTtYXNM6Ow54F4K2cdA7WeFzJhBI0ygz+OA+EqmMxicbJrPj2DNqQ+5bTzq5IDL96Vob60mQNAQXBUzZk7EaG6ghlcSDoQbGJXi4+gxPC9Vud3/LD6hoLT0aPgzl6XsMwK7YyzDGh8nsf/318zTxXczI5OTVSRGgJp0DaArkvFlmMYHvoh1GqrDkmKBxh7F0478JiEQkmW0IDI6R3hG3d6SllSsTcNZTK79AihejCCg/1G4jOXw7M2L0sKXlGBb4RLfMz8GZNeNzTYsDRUknp/hb/LxATwBEK2O+xwraly3eUI3SgBfSMcSRAftu9zpvsmSbjqt1/8Npada01ozIj/+GKU9OqngyYEt2DeZTV5VyPp0wIu/9MKJp9XKpKGOIMstsA5JEl4NLNAFC0BWtoU93hv8IO0PLFu6Fl8AmTNCiwIZXSm3f53h6KKe3HlLb36qGVtXaahwuUPN65IrYVPDDmhfvTQUCPA24OZfKSj1iWvA7T1qYrGFjdVN1tZRthtprIp0Fmf8S0SPf4px8bbc7A8LYZmm+++WYEnHH0dc83N1+OYvngm648dE0+R4OvafS6id9vG4h587p3UVlv4LxQxZ28P13uW2W8q5sZmhpi04qeNe/RfEA05GX+/ONfMlo1IK9/OPuUJ/zpqp2DzIetXrxJam31ziE3L4pt/vGPf2yj2G9nL0ej9gw8Y8OYGQhCo8etR77I0zb4VDsCSnXeQRM004390PdgILeblaDl0tP76ZJWb7MsJk0Q3mWM//z+9yOjH63q6hVvTeN0o9DK5KNfw+sy92j0ft7sn5ELGcNXA2BHdNjpBjOiaUuNUs/AySjfsGVf041m27Zo6J1Gn4fL+PHYb6U8V1e9iw7m/I5zQzaCoYHjHNAjsw9GbkeOyGd6Tr8qv9IOcfoK27JJe3oi3qzbr6q2cuPQGAn/eAqvMOD06/zX/+n//J6xcmA8IGORx3Ds88NCn2DPKRQ6l7YfBZgWpLyeUL5RyuD6N8Yqwdi3sodmhNWK6spuUHXTBkiCSSs9nIY7/gYPftNdkb/7MXDHuTQzLzQkjFZSeHOgYDrQB5+91vKvgTnVt0Sxr5RbDtjKkuYol3e2HuN6jjNqH6M21tKzuksGEdxbgigehhHqR9CBH+N1qtPSQxnKXYPB+FDcbv0fvOUTM3OnsfF+usGEKLp6j468Sc9vF3og2FOHaI0fu959y59GV5mKdVTPEbDBY/mnsYSBJHgARwaYLKCrOYZvmxNoX8LZAs479JJHpq+tYreOQ85cT69jGuVydEYf9ND9noG1KQ+K+Ah0SjfdsQa2UsY7GYiJlcKteqObgTHp5PfOgM3SO9wnP1ito89L1F1VLthKsSGuGCKjZNWMOYizDA4/rbB5/7J11u/PHrZv491I87S5iA+LPT5r9c69PN2JJ87qHoNebUjRig5zX1+9qpyU2uwO32tRx5HL+HY3DTVAwzAKZ/yUxzo0r042x8BzpBSHfDcrd6xZZnaWceY0m7dqI2eDauMtp+A8DPUeXlSe+o0sdz05N3vP11zoJb1pi7HxBE/8ZSDIEkdqp6eVvIOOgAVPsoCA7gCmK/iw8qx0aaSUYrHp5RhFMzUGx+Df0CgEZ3HOWFX2h2KDK2/JSnwaGYzuZIhs3ow24yxxiHq2jTudVlL1GpmHkzwQHFQGkwNfz1xbn26swLea3hcLvxwjWTipch2M/flv//f/63uVRxBIjIc53uAWoiBxIYK8CG2F2GTvFLUtioGGJY53o+y9G5pOQoyDNEOXMFPw3h/GWXrJZj25TP2ojofYC2X5l+EngvUOcyejLF1amaPlRLjbGY8tdQVkyzjhMdQDH+StS1nW0PZEYQz8rPeMiAy/ddQIusbSJrobjL70TeDDSDKQPbdGlAcEZ/VaIdyyB7gaoWkequryAExrZQy+0GzxGMEICN4Y0EEzPAEXjWYUN8PAeNg4Vboo0NlfcbBt2Vd49t3wslQOOM6BFA6A57Rpl+YaJbG0uiQJsZFiE89HSWsYMkFrbDvP8XcM5Rom8jPAt5yTFFMmDYpd3OeLfrr5MWRCB7pY4A5hkkfGNCWG+czxTNF8spcc2hgCn/2MYG/XO8+5/Kb7+Aa50WJe5YZA9t4XB182EPO6jUXeiDk2B/J1g1RGsO9kHJ/e+Xj27Pans4cXt84eZSAvaozsZfggD/feg2/iB+8n+tcVtnvQjfZk1POwlde71moLS6n4KHyX5AqlNHy8ZHuSatxn/mD0QSOxVSGad+20/fz5n8aTt4eiZYEmkb8rzqhraL2/uYGXNVyfUvaisbPShB7MT0nRcOgevZXrGl/ReOZsRnvTqPD3MGz4Mc5MtBwZKJPzNMDT3QNJZz+57p1/vD2xd28mnk+/pj7+9L/y/RNOwJvpjidXelRCdGR3HS2rihgva62TrdKPwS7dTL4Pfpn9XdyCMbuJkZGxVXR/Ze1Q9RKOjYAd/Pz8nZ5R8IVcNODexqmt09Srov75v/w/318bQJVICZmoqXjXC4tx83yPQ8kI5tfPhhKSRJDjmnJswHdhVe7A5kzTpTWU6pZrDtjpPTxU1U8XkKe4RnETjUEvOWYM80qH6QdRJq38urTV5/Bm4B4CUp8K27Py4Dl07s8QLHgUSyMxu6IkpIykNb8C7hRt417iGYzlTnsa+gV/Wj/lbUkrBMEK66nr4FJZcJ4uSeWvGOHDl99BZJgOTdBmfnUZanCUgw6K2ucbcmAY1d1KpfkXgIOuk3hIoXDlg7686cn1MbzuFeHFIw2Gny7hmzwtDcR4y5UD0Km6XX4NZcEN1U/lTJmnUo5G2C1lsIO37teLNoR4m0GzcAH9d84mb1TDRXmUaaR8u6omPqu/CeZK96NUmKqR0/2dHeKbJiP+xCN+2wYUbzpbTvjy5UEeHyEAABf/SURBVPNWzrQxbXMOP/Vp3jt1CR/ePT97Ur/s2z7X8d2j4p9tYHuvrqPut1ik5Q9CPLZMm5Uu6cm4IJ3vFEM0M+B9xtcSx4tbBpW2S20UXBybkl4M3hmJjL8GgHHQyFq+Oo1z+D5//ufwa45meH+qoXr3tjhp+ydaD/7SDkMNJn2MVqICs045Ao/8pVbjYY2D8pVOjXd74hGm9Z+m+DwuOuPx6MjIhkHNEsTTlYcegtc/7PRsei1RA08YZ7aBMBzjHgqgzXMEZ3qCpZlufLSytZ8UACLhjMbjbwZ55j+GkzCU92i2zh7bslPGyHovQahYxlb3H8rw8MZv7RUZW3NIU0+/EtCB0YNBHaQ9XN1SMdnX49mK1A5Pq7DgNwOD5619K+WZXIMtqNt9FhMmqDeKpakTBHeAIvhaBOVGcB/Xgt4YtZ4nyvNOS+QI380bLAbEFB0tojyI4JseY3x7IgDMuxrGVh7CL+MGrTWytXJTGHgLelr4NZ4hHTPUqcYbh7d+ygufiUP2jpeD+e/zHnUJEJTyMqiYrkzH8KXrHSTyZGrtYmAhzM1iumuYiE75CqBrCDYckMDWdRyBU+8ONgd0uyYRomFoZ13MT6UhpFry/oyh6XR2UbGXKZRVTzLdoYAZnMmL54SiVwfePAf1HbxO5fV6jiPNtOplMml51p9b+hWspaOkZQxZcAfO5N7rlYfwi0BQ6unpp7Cuh2bhFC3hMUfPX7dm+XWG4lbzK02m//ab73brs4zjRV1X8zrvmufZQMoDRjH+Ma4vfnqetGw8dXaQD0/TQODOEF024Xg+qPbuVBahg1u/8UyCc6cdex4ka4/vNhn8wd0ZRV8FD/usAVm7rLH88K75klcZqQff9p2WBlVCXvzNwNT9BnN+94+dX+QBNjuAF3Sj3bkNIFjTb/XIT3lx95oniSR3myd5drtNUazgCb6wgt2klHVVKOdFeJujyVumL0h3Hh9upXOmvpCY0asky1jKh/qNVtJU8dEZDgYaC0m9461hTOnwhBxF/OC/nDCSkQ0j3xeX96p/a9hb286gSVMp0Rfbkpv0gXEkUWSFHSCP40h9zutL73KtZZn0ZZuGrlZsnMLdxTwdGCHJQONTOlLnN52xm3oNXTTSJZ94dTHrG3n5+8nrAbreabTiyLAJKMHTXorAtyO8x3KxA6odTVWlUwf7kl4GbpUGrqjiTfX5h//8f3/PW+yxZ/OXkG+Myj3BRYV+ZWTNHdNiqELPh2G9GwhT6MLq9RbWGTLX8URp5we+svfQ7WR8TCU4kBwMcKFjcAr0dKnL7x0iMs7wkWdatlPxo8A9Z4xmK7EBcirbdYfWhZF9L5BcvAdDvsQai8Ml3OM1FquaPQMn4MyriuihxcAxIOKD6uvYup3ocTzsOToT7EF9E/ZWOjj1IO4d3Wz1Ua8TyARPq1ua4lKel2UOoYoxkpO/FjY8PmfxwbQhAu+Lkih3egXDP4BQ7gBz8GBpON44PCfVFDN/NFLkQH3HE3AeBMnBysWX1F9fLVxPttQ9H3Ve3m36mR51yrpyeMKick3r4VW9aqNaMTu80miJYU2j1UAanps7KV4nP74Y6LOTuC8cvqz7PZ5qoQNYqM8QQplj5FUoI5fGPCp2+KSBo6eP+3hXXWODRKb93G3VErU6YqYU87Klkh9rRHXfprvYs9HGaEaeDbSFSbL1cs68X3LC3LxupN0KnnFaKv6q7rolijaQFQp4W9d7dgfXQJdeOqOyPh9slJhc8MdMZTPdB/8mZh38cYDUrZz2Y7AU81643LH6J2M2W6FFv+3WnlAOB6GBCQN0nlV4mIWeGcaRY/eVuTijmdcnPvdungzrTjLVg8lCqlyXnrOzMlX66kT2d7EEQ94IImtWSjIz78unF2d2iWPB40P1DLjGfsvoXTTw28Z/03qHb/ActveHHM8E9uQ3THteIi//5rhl9YFCZssy3YevEGBxp8DeE2YFzKFEgE/3EP5ylG6K3KehWwU2vSlDx8j3EHWqujnhcD1YQJnLMkQ8AHc/YOZ+YbsEf2FR1MoKDlhwQARl82WNVkohMDs7rxCyyrG/I+M/o1tVbzzIun6zdVlCAhXBboMXyrmTl+B8GAbdp/1oPPouveB1kPoLpsEJmFazZJsWrgnHpO+d1tlxGP25KTHBNBmX96pu8zulm8ZgmI0+we76OMDjdX6oGzkwyn+bx9OI/IdJp2zCujQ88jnjkxjbIDu12ZqMt5ubanR5UE9+AluyjHFwHEOH07X7vVypwKN9QOFdLr5o8lUW2bpfWs3N8We8/8tGuS9nueCjR7ZEM5fyYQ0ob2e9SJt/vPw5D67jKoOnLjaj0HWdxrjGV5n/n0dotmdDc6aj0XRfoxOPtQPvl541kGQu+lD6d8U232fEb+V9WWbKPWFMyR3ecxYf3bgz3mymfb7x8i7ifc7b+uGHH8crvmuuZd7UZVuvvWkqkoEcswwG1ZT4JC7BDihSOl3TkbHxZBtFDVpdxvE+H7bNnPXd+CYWahDIdmz38sif/1S4IWLAcwDjCdeqZ74bvz2obRzRcZd85gGTy3Id68on+wnEIAbHQbyzHgs8+RPBHV6PzKNRMwzMJknfPreL0O280Jvn1VkjU9w3oo4xNCJ9pUeHHnVm6KxQxadPDWrGe70Lc2nRnFODVjNLJR1l+K+74yfG0zMT1yF5oAl9z4Qhvj5uXRW0Zkw+1425er9KyJpsa4lY9kc8KUG1A5xRVdnjICxKMt8pCBHhi/JJ51cVI8audri28hShf4cx1rXSTVjIEK380zHGoRe/RN9LqQnI5pJijEUJBaPB0EjciMgjzBFQn8THryzot8plPKQEhzBrqRklLbVYGWFhcKgDHGy0QEnm8A6JOh+Hq7k7Ieq0vNg3OgVj8U8ZvDMdA8PBHQE6gDln0OajVykU70h3ko3LfI7g2e38o0ykPKFaYwW/UhAc0zA+102zicIgUpfdssiqZiu3gz/rUazxGFqfKM34Trms4ekAl2G8edUIdB7WriHW1UPD7d7jw1JiqDE5F7eejsaAt/UVXpn0k/RL+sm01JxLo9i+zTyj3XU18ZU8/tRSwcePGKLwiofbtTYt6HbGqx19wmmW0vqmdTIBd7//+LB6rOkzyYq9SXjuV82XNC0Jk6YL2/O3hTeaOdSH4BoUSmZe51l+7kuFD2Ztdp+pTXY0zGRJ7O+IeX9sIOazRiZ479/2vPDCq1e723Y2ZQylUXd+zoSqkHNI6s9IdW9CoPp+SvbBGb0cJexNZ0bXYoU7TWG6bWle8qM3Yvee2+nBzsG1X8Otsz/+9ENd3a8O1rdDel68wa9vvrucz7faXu5zE+tNBeLN6sqvjG/+lR/cD7+Trehq0jG0oz/x/Ebbqo28JNCzBWBljqHPYautKNZa9ov43HTVtK6b92d3w2cG4cL/cy3Zx1by0N+ZioBANQJk1swD/JpPodR+fsqmMbKjq0NHNkm5MIOmRnDrjJaIvWvYe1eSW+9f/LlE4iY57y0Cn8GP5i1d4VbKuwpsJJYSrRdpJO5r46AgB2IhUqyrWmtYDuVYQwMBcPwOY5ux0RmJ4QZtpD/hPjCv/8ijjN4vlOs3XTAmPCAVlSqCgwqWVqqOiUA++6YOutjjZ4o7xriZjsCz7B1vg6Gfzy0kbBg338BBrVP9MJsSMgzjxYWb8rbuSAwFiTv30xBNV/WUJspsoxJ+3u+c0LJEg6H/PgZlyp84aIzm2cowZZbXfC8hBTB4prqYc64eiw9KFQcqrnQzwTbnTKt6s7jbjhcmqHYpKj0ZoGMMiHLE4KYBA1yplUeo3OnihHVeU419nraWnNHS5c+u/J0DHgu73F2d+FS5nxi8ziqBw653FyM59kB68w4fNSfRKpUJNcyr8oSXOqPpR93XcHyTAcJHU3wM9OAvQ2ke5GWDH75I6fi7Mlw98Op9eLwt3/3PPMBCM7cyZg3MmNOHumQFX3gub6Pru2TqsvNIc4rwOcPpGUl72QBJrk0GVz23XNcf+iDW+2j2pnDOZV6PeOCbTz+Xw7E00kTTpl8c41VHlAzEp2RVPl3omxlG3VBelVgeQ8ZI3u07Pbfbvd0erDsomlG9W6Nxs1hfv483Xp/1PcOzvzbKf+xYdZRndNpREWd/+dMfZ4edR80LddwOxv0m9VvZgu2Lt/oxQSsze5ba+8pN8MjprO9u5yy8/ZTB5Gqa+P6JhYyHvMz6Q7XmxYnvF7/sn5hyw6fR1Mg++qe/8YbDM6XnxcNhDHc6pzclXsxxIiHnyf0uJiB37EJlHzwZGtOa0nNGul/5IJNp0Ys//z6i+mbEoyaC1qZQKvET01ZCVtDZXnm8CspihE9cBSlWbXrW8y9CpwXcN73guMyhokb6OA/DdsIUAl/nRbRBcay7bCtYx1ZcBycoQ9jN7eSPENZUa/1mf8fe+1rj2wQwVkTWJkiXxrQWnqTYDiGb+AwFYhwJnZoxVtkBrd4Gl5kUuFZe9Zmj03qrCL14IPqKgjQUeFgnwdDgSxiBkawlU05lDMRpvSu089IxWp/syVHmfuZ1S5GGQbNjvOlCY9grJwKE6TIaNvDnDU+cTlC9fQXF8ybeE/x2bR5jz9gIyGvoHDOg0nkaiRDRJWLsb5ysIEPtsA2YFv7WLbHdNR43eLgpP/QXd2mXj/Ic14nx0G6fVWb1cWz95Ueb8oajVRgP2nyXkbQqhwwypuBPGdUJfh8uG/EuBnlZo2jfRxW6c7eBoIwsJbzMcBrVFZMq+UiQ/Fvm8vIcLHiUwLrxN6X/qX5e49rBaF14o2SzSknDXj1fZZzfHkax9NZt+wLj/aYQ9Xp2qlfuizcMUzjH8wrMuLVCK9ljSi2QwBcGeCUiRoTfIff0jZR5P/3spdTUnT7NJ2Wjx0UT0h+36Yddnz7WABksupGBvHVRA9MuOLigEeDhms5075F1zlYIJW/tK6nH9+LnH2faERZrOAeROZU7WXv+/IeRB/jbcSkr2+opq3mE7WQoXSfyumEgz8hl8jVXXQccHjMxnHyqQw05z5hlM5i2PKGD0b2ey4MHGc5bzVZgn94l96nLh1z5xC18ikmfGsnbH00J2/mz5GQGfauXrrfJ6/Ddde6Z2ugQlfs59kwFDEY7T0XCGt0K3QmO5hlcFVvJYPIsb4aFdY++z6ub9almQCs1ilOaz72b2pE24KbiPIEVuhHeXs35ZLGHeK5Rv3Tz7pR3FLdnQ8lBMSKmgIcAS8uwOC9M1Ujhp3CVmuoNA2dEtpb9Sp660SdTVLkxgqFkECMsr8kZMxV9qsrCBzFhJtA2Be719eE5HI6zF5IR5VG+rsfjOz0He3A+QQCrJOORqtPfP5Q/ZmJeDy4yHpk9rVBw5t1cuclYBfOWaSu9p3zOnmtE8I9XQbC2JV16GmQobCnZiQcuqhMa9W/iQHksX9fDey22Sn+ubypscv/+rQYAUnoW4v/3gD30lp6bfJ/tCxQNfJbAIIp125bsPSjONkashpF3ZMaDuk19ebdd+8F1lo/iOX6lKF3M71CNLfOXJR/4INt0pXlHrRARO/tcN+88L1EDtPLTQEzeq1FpUoLvDwprzGBJ2n9RQ1aHr/d3+n06e/66jRkUrs7p3YSZhtT4gPSVodZHi1XSmV7TfZ/cHtwZGAbUaqPbDczcbMnj8SGxW7bey3jdf/rt6PLrNiAWa/4cz0FXyPSUKmPCNTVWt9qF6f6TxPwenU7HS39Z7NLE+3EGCMXgGAjYRQ/7W6LNfPUxuvCsbzdQZPs5HuNURvLTMXITHI2hBnDek80O7/zjGY8mJ1LH8udpOhhSbXzp7+URjj6XZwaryn91g5dJt4u5xov3Ny9rrKJN+HzOOZglkskpWR08Ci+O7AdjvOeTDg55B6O//8dAmeIqKoNZV/RGRpIA8nY+sd4ZyNl/MCvNOJ5fNbWhBeSfQ4RyJDXjMU3cIUgEzW+8jgg8FSN1HbqrkNyWZh5N2r2SNwUrj/yYchyUf+dNljeCaJURllD57ILWZPLEsCiWUK9BdC3ONF0BSp/nKN2sApjWpOKCNS3cSAPYKxXbmgZ/GBkmzv3Wu1pFPPDTXZ7yy1qSjspQFdcL7kg6MDzTXTqYNww8pdi6JxDjKuxD7xlVLeB0e08wCZK5d+jjmqjh3QTFT/XUraeQQhNaWMyCr0ErcBkZ3StdmauuB2HIV/5BC/Dgit54tziWcmhFsvG2WFvTV3xdEEyrHI7GbYnwhZ9qhSfrZVOgg9+eBW/eb3p6aq6oNc0GayZkA73S8MT8BuvqYvmoeZO8mzsf+x52Xs8xJepcl3l4Hv4nHiv2b9hT/QJOJoKvt/DutHlyHDj7+PLt2cVVIRfyNYrflmuNro9MRNt7VtpkLMyLtO4bfYvi1m0vVnq7TX2Lsb0LvpCNkpXCSMwxacm1zuIePdIPi7ZtLUf3qujoTsjds1nxw6dnN/IWP7dXKWdfOOA8D/Iqg3eRAXzSAJfQAEP2Jt7wGFGOsRUbPK/bXFQq3lbX9LsV9HMjXGFt+svmyTKYQwxoZrBpOzv+c9OvzG+cFS1XT2Zd/YfioVYU6aGu3qFisKO7kM91XXtGTmPmylMkX77T8woa2i6OI7BR6pNljtHydhNFz88vzt5m/NmEiY+ftST1Ro2VcpJV3xRaoWS4t5EYHauraECNavnm962mIc33p0YWB9Opm6u/Pc6fPH70PSXy0xEYxAS/I8LsnMHrqvCJf4UIoWaP0vSuQyxuUlPUZBwPg0kQTiLQu6HyCJSkg3RPu7i+9ozgguR60vSAoKBdj0aIlY8YhHO+stY0DzGnj40SrjdZ3CKP0gebDGCYQvLBZ1+nux2mU0gwld+x3bjFdPGKKYPvNhZqsYoMia9w64aor7InQBkHOE5YIAYO7KnH5mE0wBmDn5AoSx0YaqXL70pO58XFeSD5c3oWHdCAtE6Z4de1anUbzPh1qiMYaJXVDbH4pRU/1YGyECY8nG53RLbMjpD2ePkoTb+vUJj8I2lwDFNFDZKMa+V7NiGFnqMyg6juRiUHrW2BVKeDIMHd2TElBS4KyL/Am9LShHL5S8FLtkO8+XK8OjQ8YnTnGSlUHB6I6Zaf8RgwZDsNmUaxB2vEKxsO3c+/zlFz6RzOAwceg97W9WOG05pgBtr+BWTeAM+d3J5HebsPaygetkkFmRU+dubpGOx5k1dudDmKh2VHL4ffyYCI3NR5MIkS8fFWxuFeRudehv9uIxt3M5gXGTTTdR4WgrAa6W6fzb3f7ugX7bLEoXmfzE+jGEzfx8Gb2awlL193Gdfs2G7QEg0NWDCgqqiBE+a4SD6dR4yj72Uw0WdlEuJdl09ZptKhExqO08FIVREygF8Hb+X1GxvBEJ70ATQ03/Pyf27mgfveIWJ5Rt5OsE2vIp5y3zTvsjPZWLlJLsh7tVqHbRtftFg9Tb6ABLpX+EcP5J3Di785zr95+iRDiTBGv3JzS7Mxq4SSkCWMjCZjgzAUTpzPJyF1Y5EDkvsv6CMBYTF1BKz/EcWid94k72AVoLQn4n3BCfZLF4yYSuqixMXtJlf5vAZfsvNR80+NQGcRuy7uFI6fM4a62/Ota9NAeiaf1n+ooqCoATXGyOHOa7jUVoVnN64Ht8qt7IPJh6Ds+VTn0mn3TyAmrfyOieuBN9cnA9K7Qym/NCqlHeYcIuO+TGX9Mug1YPoTxsE8BHc8oOjqiRqMtzzlbbn7fPE78mRlhx6KYGwcA8cFQeTVyU44T3UJfI96OP8JmgQxG7/38ZCYMbaXX0gGahsH/GbQJt2JHuWawzuwxriizYRmoFeBNCF8KK3aZboGjgnlZBFveBGM1ngO4XEs7aS0Zm5UmXm/DQMo/Qtn2B9ln1CZE3qpyODc9cZrMyxdG2ykjKXoyPuJTneT6wcZxifCAnlU97s2imwjFr2Rd3mcuuezDj08zahQkwqp4ytSe9ZE+TzmGhpOgecafObUIoGLemH3Lwxk3e9bOm07l6dnIwz8snXb+UXTovzyZi1hRZcxiNVxew1mI+CzODLH4UNplbp1FOO28fDnjKigKu/1QQZ4vEVGMH2bOarDy5WVMg/PZvCluujRmftJFNiDaZy7OnpjI5P4rOaYVhoHGccH/BhejGX2hkw441UXZMF/BchBh6P78vpETY+1TIxl9gwO86XS5EN+MqbsY86xrvv2UtdBUeD2OCpCeX9z/E+kPdSKVPSUYAAAAABJRU5ErkJggg==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9199" y="2098566"/>
            <a:ext cx="3017520" cy="287121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799199" y="5264920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Адаптивный красивый интерфейс</a:t>
            </a:r>
            <a:endParaRPr lang="en-US" sz="2700" dirty="0"/>
          </a:p>
        </p:txBody>
      </p:sp>
      <p:sp>
        <p:nvSpPr>
          <p:cNvPr id="16" name="Text 8"/>
          <p:cNvSpPr/>
          <p:nvPr/>
        </p:nvSpPr>
        <p:spPr>
          <a:xfrm>
            <a:off x="12808343" y="6787485"/>
            <a:ext cx="30083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100 книг, поисковые фильтры и удобная выдача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columns-4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ey9B5dkR5H+XW1mBPIeAWI5LOe/32m/+p6z71lgsTKAhEDMtHmfX0Q+6erecl09M2KVM103TWS4jIx011z89Kc/vd88JNxf7q59cbe7vCu9uLjY+I9s4peXif/u7m7D3/39ffx11Yaoy4F9+vTp5smTJ4Hj+vp68/rrr29+8IMfbD744IPNO++8syHPOAckJdHzcnt7G3T/+c9/bp4/f775+uuvN59//vnm5uZm8/e//z3wAN+HHvfdrUuKPPd3m8sL4nch5+YIPRkTV+QlzLSdv+naxzAXl/Cpv6sL/Ufn4qPwfidGnz17vrkC7SRP0Im6xLJdTcdX07i/G3VBjaVg+KWytTz4px62kToUN/e3agP0oXYqJodYV1eCEdwbb7yxee+996Ltf/jDH0bbg8N4aCvCX//6181nn322+f3vf7/5xz/+EXm2wUjs+cFOgDdu6yF1Lv7uSnuFHu83N0o/fYqNXgXm0KMEuFW73t2OOu5JX069Fm07q1e92+WK9gam2Mtladv7A+2Oesj07rvvbt5///3Nj370o82bb74p/V4FTtv6l19+ufnd734Xevz222+DJv3w4kJw0T5FJvFz8+xG7XYTMGs/0NwZ1vjv7D7rZ1+L+FqdHYQsP3L/+7//e9hT3874gD//+c+b//7v/96k3NJ4YT1s7OI69AeJO9r39kZ6kz8r9nC/SQdhed1O6qE7uGpFFd7tuuIXWo0XH5v7rWU1J/Th2xt8PL52T7uXSpbbOObrTGMu35s+wlbc77IfYm8KpX03m87+5DtLabWJC1WyyMaTCJZ/n14/3Tx97bUovLm51fBxEf2wQqv97+XTbqRLfDV9b28IWQXItfSfpr/keJ++99IwQMEPvqQhnymnFv2ho9/opf4C9pA2OXP/N9vz1S0JX4w1V1fXm0v5RDlwnK3+0CVD7cWGdlU0rheyC/wAfjxkVJr2l+XHyEp5H9Z6wwjV18j4PO4Ywnpt7euS5avxuNR+y+mlq+tAw/Rcz2VOL9U/JG/GM6fv63wF3etftAm9MTuE5d/qf8V+5nH2EJ6Ogpls2fwYh/Xm9MnXxf4AttTDEt7UZdo1fPHHOM94TkCVWOwc4Jm/lCXnQoZZk8f4rzQPeq45NX0JWsyBmJMK2YayW8XBwfwoOtPFSP+OfIXWbsVvlf4024f5WrsafiyXfOrfUEoZs9SwzrOsu2zcMK5jHNRx3GVQMXxSJD3K73xf+7rOW76OejIMPpkw02U+F/krejXvlp368JL5eLMckwwXyBZ+9sm3UGXI2id/leuE/jEQWknsk2+s5r7oK6XZLu061uj7r2VlXqpliEK2XcTm8aT4xQscH5Cl30RCP8blNPQTxHMJ89Xzqnqdv211hb+jDwxrTvo4wbTIY11yWfJd32MffRvYnlfXNWx/NZyvLqMO66Ggp8xbzZ9u5XNu8C2kC8GoFxMn5aqOfoxikKdmnhKZ/P8Wii27HCEs26yHmq/+m2XoGv6z/Ty/dvvP7Vbbq+MPPKZj/L56vti4K23bHHErGmKj/QxFOxKVrmDM0xJ4D7dUvppX9F71QrrqovE8057pzeU9PcPGdaudD9Vfj3E77naschQQ52/XGHOOrbcF7/FpRb7ef42UMzXj24ZpbUFZr2/8IPsT5PHXr9ezLyh/82SsIzh8QMw5MpYkS9s3/Nk+jXqmAY51lxzwHWsA1wOp8N2XfURSrA1j90M6umH/qfDZaAim1LetuGxrfSD8rB+8xmieKih186FM7/qFBvum7HM+NMz7X8Zn+zu2fV3/0Ou+tfTlll3uxmz9A5VtIn/ajZ19+TqmYiuVdrOd6A/Vz4ChWdg6vl0lPe4luBF/lUW8uW1CJngVX5Z5CdPj5O3jf6RquyJ34L+AVflqtVH+mr0jgj7wK/gTAlfHKUsboAfyp32/gGG+bH+we84uwL2BJVGuQGQh8h23N1oT3T1X+8jv4HO9mVQx9fuIubfM/ngGR4SReVpnz0c5DqM74Jo6koakL7eJr311w/V5Y9y8j7mHpmwvs60s8bKMc7f92P+5ruk4PV9neUc+GD/c6qk7+mRfZ58+99Gby9fXHduQSznmzXLM+t7n35o8shOpep/+Zh48v3W++XB6/Zp25fqzHI0vuksM7hMq18+ROOyg+vXWZst1QTXZdfG/SWTd5syn6xs/Kx7PJdC5868nrl+ZJILYqZop0hywrQXq5GHTRRzwvaYN8rfffjv+OAAkbZzAGhdxK6THTd4333wTZc+ePdv85S9/2Xz11VeRx8GvD4Wp0080SS/hI/87EbDZJZt+hZlPe9Eg2JkH/ZLDSg4tOfRnUut2mkWhXTn85QCTgzwmv+Dk77EDtsKiwbTYmJB1ylbZcH01GgLe0OOnn34aB+no0oe+8E85/eN///d/Q4dePNDfsnxBi/JxHFz14VXtN5b/xz/+8YYbCObADSG/+c1v4vAXX/H06Q8kN/YjV9xmWrUac0dslQHNg2It/BeO0CdxLhxzxaBEqtjPJYfk1wxu15ubOCDvbb+Pg0P1mBBIwa+qzSSXj/P77LluIOhQa6tD+uz7UpamfvJwtQP/P2VzvdyPFQ+L1mHV/Z22dDQ3YF+dPs6cLyetTOj69klO8PUxCaZIf1zYQ99aiOFIvg+vlgZwZv/C7eIb0O40UGHLWOctN6WlEy/3tuQNb55XB1TRicf9Ah5tF+cpEcsfL+jwU4S8/SHLwEn+FYuXEq6u84YzNkyZM2nmIXa4ZrgsBLzWyoMOlwJDXJ6STtaFc47BvbxJryP0ffR7DTySBuhvcdNErCWWx5tjSY9zq74fHYupwdPXuPHzRucLdMM6PWbdo78r3Zg8hkzjC7hR1usiruljZvixNin7l74kfY02b0VPOwbyMtd5iBK+jo1VjeqhUxaVGac+/VtbrvI/PbbvQlwyfOd4/i7o9XseX0UNxMFItyHk+UT6gvQ17LNkOn0IN6BclIl73pTPDGO/f+nlv5CPeoJTu1a9coNa3meD49BcJSYIKsO3qOKt8q7rjW3K4eB4CuJyyslk79fKFGoRrp+H9HVWgGMcWSv7Pv+hGqDVZR+epGIFPgyueQ+l8X+z/jyvP8TWj9UU/Zf9fwf7FdLQS5rpX3Rip7OInIvFvAaXUCc8xpBX8wr+9BFjOSlgKAsUmJFC3HQun6XdbZUxVyn2FaW4HD0IoANi6rYbW5o/sd+ItVLcsNX7n0Kk4DrnxfL2OJfy+vLD4j3/TU7XNY3Uo/R58h57T8fYX+61txvL+XI5+u5Q7/W1vW/w3ZHjGE5PPwD2gHUMtQNgo1PaIwnejcLVZT6cAx0Hvhzq8WQvMO++8+7mtR+8Fk/4cvjr+iYNDv8ZJ2U4cT+xyFO+lP31L3/dfPvPb+NAiyf8OPBN522ngmPnydM8vOsPF6EBTsrMd/KQdbXsjGTlbzjhT8hDfl0fGn2ohyt1a6wvZYgQvCaal9pQMw4gOKxiEiwtxZRzHlCrsyx3jo9Yj0/NfK9h6HkEJsVNmSnLtJ4q1ROEbCr88PU3Nu/rid8PP3x/88GHH4SNZL1RT7Tr1199vfnTZ3+Kp7r91O8WHwe2D20eQfDwZP1Zb3Ma2NhUFc+xEVEmByw6uIkrsEnXXrhP56VJa8ev9VbpS1cEp7u91UUsyMNhLwfpP//5z+Op39R360e0IU9N8/Qr+iT0MEyWrnVXfz/xoQ62dneZEwzzY34XmXlJmfCKL/nkk0/i8NttTN/mLQLI/utf/3rzt7/9TW2unnf5RFd8AjLjYvPuP/Agn7axoldaRyFW9afZPsWgpciXJPQjkKWNeaLoNh6xkJ64KcnySX7ioR914Culb+riXQtl+SrP0+r+oCqg01ci0H5l8RYiFbbOxd3lXesryIvcz3STyrWfxFKen5wJHeJ7wtbyajVZX/ZDo+7gHFulIVxS/JmTa9dO/jWQpXx4dEj7IK12ZfOVWC3P/OS7q1MFa/o3vrNe98iHXuP5IRy1GOc4nrt0rxkPdL2Tbdwrjk9HLsbYK7VdSCLcgo6799E2It2pD7ABjXsEPjIZ2I4M1a9GXem03EFqvS7bQSPi+i3nuxWzvbOuRfexmefrDlF2PrikBoo2Uf0LGqva6A6EK0VuBxebX6df5tW8MSXBbrBE7DbeOFBtEX+ec2CPi8jAE6JXlzpQQT3U11hJ2La31GSqMW0eOOvBV3gxPy5/ojenPL95pjaVzyqDQ85aRacMEtRnTE7q1CSW/Yhmq/irPMCcFtxX/NQsWDxvW8NomcyHGbWeXL5W/7ueb52tyWE9rJVXve3xzzmTblawhu/l5MtGwyyzL2Cfp7a7+6Bt/CHyWLdxZTAjTL5ubp+5PefyRAIazYLVbWO49MQu7ppis9JQCUcK/8AGKvNq5o/84656DmsYYnt9wW+su6VTfI/LuFIWV9EMHKWDxmGy6LC+sojtIFpvHpCPK6DygvKDEHUQTtZwbr3MVrrQT9sbS11V1Fp0iBX8a8WGLSa9peegTeUCANeKuk29FkM/hPV2W2Zg0CWN85KC2/ZU8qv1bQSnIi71rO81NPvK1+q9qPx1u0gO5vKZr6rfWZ9MxghzfubW3134bfOVhmrt0ue4F8d6UzzEgQnksiOwJ4FPudB8/VKTb8ZyfAP9CHj/iRCVYk7JdRTD/UFX4MApFPgM5kSs24jHjSwquBYMbx+QdwofwrrXct+XN6RdFXq4SGTUagGyWnKaVpnZiA7cOnge67cnkE/9XmeG7a/4uzGgH/uSsWQ5lfrc71+Waz927rFP/i7xgw5pll6Xs/31ZUs4al7sHaDf4pBrgSMn6n80TCOr12JWNd1HsEH6WMgUgLab3sJaDcu+bF+n8d+wv+zYMv/I2vcVt7fdCvt/z2/Ux6/YK6TPYzCtzyJV+oLL2EskDU58lYNxZho+8ENqC9Y4zHsVwMiNJx7XW1vkPtuV6CfOvIH2Wq/4DDqaFCQsafVwtXkefgXa+PHbfjKn8ZXppN+gE5/pm3eu5PHnvDluHIZ1evk60wVK+GEPQQiimWuxtFfTzcL8xcaDV4tV0Nr/eozp61Q6kFhiI4CzYC6feQjaI/JHSsGPhTyExKpgh1Q+G0zTD21Jk6bPRZacXy/7IjPQ6mfOrH/DcQV2mNfHSDr21R5+jB+r37H2WqrxK7mDH/fXrNHKlzG4PO3ZsrQ+ePoB8DK9wtUxhraMCMbNPBCO00C8vplDKfJ4DS2vduaA6q233qpwlNGgnvQtUcFx+4+n9jgA5hCHKweBHDRT3wfDycO2wdlooAdMwiVF89HoSzd2UJG5ja/BPn4M+fz64WSHAYNX7XWr8Mdn42QK1jWHalK97OCdeFL1448/jsO6Xv85ACYp8nli9Q9/+EO8ypv2751FX+9k5lYq0ju8/mHkhm5O6TVBwIZYHAjgnolC2DGLknR4KyhB00I5iIqMMkFohYrFYUTWkLUORXMCPaBLvSo++he2HvwWGybNk688+UvfcV8AD3UJwD/X7f5MTlj05BOx0oLk47WOgtDGSxmIQxLJ3i1sAkn/08vX5++Mn+6TeHMAr37m6d9ePshhQxz+8vQ4/uJSG98c5OdBixZyTLzI0/hA2f098jbdhI6YFLLoi5J/7Z+YoIWkHJihB/wPIzu+U9dir5daKOfiNu0CS2IdzmtzNUyHknZb7gP0eJJ97aO32/6qP9iHRuXVTjAbTYSwIR0PRz9zn6M/San5LxTFeJh9ERL2dXlNWPJf3WD9wespwfVPqXtAnRW26NXNTgsPtEOMV2oTWgg/KZ+BVQNLm3BXL1AcbN3H5nL2g3j17QHsvMogscleGGy6OR/HaPmY/nQKZYYn/BHNfpAMqz5lrO3+a57cT50+3/Ww/lAXwD2bIUufkTbLXNr8M9e6vf1n0Q42Lj3x193BRtraY2xMbaJRlneJ3/giTzi5EShenIjyBXWlsSNe+8xmCMHzEt0wk7yrXwnWb1KhmM2TeLV07NLkfAZ+kxZ46GsgW9IR5ZIHdpeKlZ1jnCKPFlYIn5Netdei13Pi3oer0gbwJdAP/l6Ajosewl5kcPzr7b0Ur1wewF/Xf0t32aJhv8M142WcEmT2q+ynWxUPzKh+RTKHY+jqWQcjb2y0ChZlaZ4ITMDN5xTCkwc2WI58g+qwvuUwN+aPnT0h1106oezL0bVnveZcM+aoGS20zbAqCc98AMyTNvm0TRSHP0l50FujYVmNzXp3erxS95D+gI62YZleM+mmpPGwgK+zjwDtfszfzHcHUqKWcQF/J/92vVc0Z/BJjUfro+WcK7ZLf+ei8Vh4zPsO/Cv63FGjFdW6S7bVwA6KGVd2ilhfZh9Bhpy3pD9pB8C5B8BehjqUnMqwf1ZsO3z5AgPYC3s9sSpgj6fAhCSxP3K/ee1aN5BrPhJB+wXpN+i3gi77IrY771/G/EUVYCmQulJiiX3M5FtS2eeVsqWL8R8Cu1T/YXkH2M8OAt0UcxFqUs0izO7Mh/GXuNdwrOXv5ui40hNouJ8cR+iFQx9mryfIvyKJ6bm/cK15UUc7ABpzn+nBpOfP1X/V9+IQuMNHv+RBkv6pYnD4D1DjJz5039Iu5CXdpE/caxrqQoN9fUEFHHn8+YlgRSEy7PtnuR7E0NPD6VR0OSAkHyPP4HJw3HDO97XPN6zL9l5Fx5TwqWW6OFWLkprX03Nmm586p7+KQsyvyAvP3RfujHdq2Am3Whh2YftttmZ49GV5fM0y+Nzm9Wj9mtBDrmGz27ychtK6KJPzisT5NeOgSL+HMervoOrrQA/1n9S3Ya9TWSwJm5vou90PPwBeOkiayU1E5uJ9aRwWfwQcIgcvOC3+OPDlaV9/d5Qn8nitM3AIQz0aj0DDuSMQdxoHy0EfcMDzpC9PLHLYyytcOcCaGx24wCX578E121nRC5O6nr7pUj9w6pAHPNy17M3DYDa2fYnRwAX5KXp03URa+/osD8UcrrXuJ6vSYjU34LIyhy/3l/o+K3d9Tzup1b1qg60P9c6jMkE1XWQ+dwj+RT6e7NDoCm34ev31/L7zRx99sHnr7bek5xtpN00cfmgLBkJe8fzFF1/E4R1tj01QRjDftEXoqGffOl5qn1LW9Lotdb/x7Tszo6FEI/SkgZYnxZBGywu9Ruh6c3uJrQpKlTlMoB54+OtD5Jenaft8xxNethgbp8LXy2Wg7ooeeNUxr3zmyVf6HzzanimnP/HUL7rkABTd1va2roQzTUAMW+iQMTdoDa/eE4ueyl/hczgI7vQ+y9+xHlEOxIYAP139oWwhAV/WwS9+8Ys4ALZtuOy5vpX9P//zP/GGgJvn8l2iEf4B3Uo/hNjcU7vcwTB3FIsHNqZ45Zwevg+fge8AnhrWh2kFkh0/M3xNF10XNhYwZP8d9LsAdXLWQbrGJzaZk3fuhEaPTIqvyqQYXtO3580DqCv1u8qf6a/BdfZZcbhOzdgRWajPU7qEeKrduNL4lUtZs0nHzJ77NfUJxpWp/L3Uky+YFgcgVQ9YTfRlWbyQxmaENjyDWhxwYFfJF7RkiYEB31m/QQ2PoU7GN5AJ14p6gxQQk/9XlvhIOsf0s+zvsgOGGgSBPZyTUCULhSK4pdOqTjPYD8g9/aL/ZifwVrUOtxHcX5yuV+OqGYo4z21LVmGo0ckKPqjV/R+SRS1G3XiKUmluEBEO2oUbfpAw37qRMl/obQnl2WDByTuoL/CNwugBgr9VHvRayybN0GAckAlPMSz709rPo17ju6rEKMrV6i2N4EuFWjGPWp42YCiujG36LX6JZ6R3hk7Hi3ClLSwXcqJqfwOWby4PQUltpcWNObyAgLGUYP1gHQ7B4i76qn9ZFGQ9u2697qpfgfZHVvGXqra/LUy21VrQ2b94q+1by8fI3L9TT9v9p9VKfbe7xw2bek5/A0z68ap/dMkmqlovh/zEc3mX8zZPP3m1GWMnhph2rwjzWKHPvpItmL1JZJTsdWdzgBZdlrcl8C8PhnODBBsFOzq90w2QvW4dbzjxlarhPt0UkbFq53PBmK74YEoBnxzhrvSPFCvzpCPzUTLOeCl0USjB/askGY/74H7X550Sd//LuraZtAHyenmtq7zmXJN2rbzY5rGTGm+4wiiCkOkk1fg9U3/tMJZoT78vFf9lrVRlDJ4Fv8jLzPPYHj3mPm4ac/81Teu0rzPHAybsIscdKVcgSd/4XWdsT+cuXYstd+qBTrRn9AGeZqH9qVuMkJjUcBFPryROy5Gp/M2lHLhcT15Bur1lnRi4kyjrxieuSJbKokmk/3irAFkxh8KXjONVzKlUB18U/8s8hBsUCfl941wzkUZPGrnlVyhPXPDe/swT0GNAB3EgRCTB6rhlfUc7dHbjdgV/xosu5JdAUdisU6Jj7cN693XLZt3/BlFmGx4Kh0TFW3Itj4GcnuFc/vDrzCv2Puc9nErF0LUdeewCEEpzR7z/Oaz3q34OqmF/ff1752NTC+HA4WusGTKMHLudZHEjrORz22G75nMCGpOTjqgPfuMBuNETRZX3ZUaW9byWsCZzXgKftW9QX4pIf5K1G/7swxd6qu+JDmy5Qd8yxgFP4Q0/yVtiolSTmXgSV3nsrcVcWHkhO86u6C/mOjFPob+LP9X3eqCYRZUTf+L9zJhf63vmzJns+pA13sCmfVKHJZ24zFf7u+bfab/Stl07NH1Yj8aQV9ef23c5/2H9a9ecNp/4zbalPeLhipHVrZR5bjJiM6fyuKyfZZ8CDeDnOk4v8eCyLTG6jLGe7cBXAKusxYAwywzg35a/wquUOLi42n5K5bjkww+Jo6+XMDP/I689nh5+xtPLAtxYDs7ZDyW27d+ZHyCct85bpSe/wZq+9pmgC232AsHVAn2YPuq67KMSSHP2kWccpSHu9cYjRZmP54FuwqXc7C/ilyAADvtG6qbc9ea4wlvOU1QcgbZpfoJ5yq0+xQZvvoE24fCV6f8oz88C4cdo+6vwbQmH60q6ls35fXqOu45h82rdj7nHpEa86e/TvfY2UfRc2rrnzX0Vkcgf8R3Knxu/p9lLMdLvS2jDMhxE9shb6rrlMb72tUkYt3noyw/l33WWcLiMa+KzjpIv1YmJRdNd47ev2+pTHnJoUIu5eKCFdtlrr/155mdNHusg6Zm/kop2zT2KfFJ+N39WsK+mCS/mx/S4Oi+p7f5N2NaG4M68dZ56jPRl80V+q99D9b29zz8ozgDpgXys0AtqpTSIbFQNwoVBC+Qr3xrlj9c683QvExwOozj8Bcb1wZgLquyQjULGwP/Pb3kKQU0qHPz99au/xmEVh7882Ytz44rTBa+/XZoY8jcOthR1U2ZuU647JfT4sxzAGW918AwMwBQH6kZNnC/nV+yoGzW+aVcGnSVdvBwOl6jmge6TJ6/Fa78//OgjPfH7tm4aeCKdS6uleZiwpc2kHf7qV7+Kg9/PP/885KPMA+4SlcfIY4LOHyH8YUb1a5tqlhYHPToEjgo01EoYJ7/0v9LvPFk3wajPBnDi8vf1bLPuk+/p9dk88cq3k7nxwsH2zTeTf/vb327++Mc/Rh+ay50er7mYikkIfNGXw5HTG3BYQNO/JW4k1uTd7V9GmiVlPSwWbmeiD3wQOvjwww9rn7b8fBucp555/TP+4/rqadnAnnAF3RzEUia1S8lDevoahwmcp528tphIfreSancxTHNfhAKYQJb2VR4TVCafetZL2pKXcsd+VCFPsK+9/PQ4t4HH/rtdHjn0l1BUjlUDlHSHHpmMX2JfPFlPRypks3/HtmWi0snk7a3wxGaq6u5mbyD1UhKl/2YfgoP0kc1T7uPqcQS035ypOz+oYtvekRFguHOaR43DMgQZcj6g9nGT0Zgl2E9cqz01e0h42UHThQCjX6hy/nfVV/KKaMhMsN2P42CWnfrLUOfWLqPgqajOWM8czShzIe1c243TQxs786xX83WMplwHRrKe/QdzYcKcVg65Nd8THw6GebLvVje1AGFtYOljYB7Hk/F5MERZjhOzL7RljbVjOqEsXGKvY7/m1XnghHfnGwvt4D/y8kBbPOI/5zHJxFz57Ndt/Z+dRPG39SD17AR2IezlW27PXbXPW2Zejukf5+VgGdtD+KJu9i8ORgm2/0joZ8nvjDBJP/cAXOt8V747ToCmfUrJIDeiu3+yv1If/5Ib95KZzl0R6ukWic96JNchKtf86Sq+3VmwLx5kMtzmEV2MxziVlWCd+ZX0+C+8Hfrn/mo8XviVMhAy08V91Dmw8eJ/FN+mRK4ClWohbZMJ35gdMP2P+3f1uH1hs4/mkbPcdmG5+lpDfC9+Q6/3K2jtpWM0j35Ne5/JWB/OPxu/O/VnamvXZUtZgz5/fq8rj+gzFdvYevvPNVr6EPwNercd9biK33M/8rWh6mLZ72514MofN5NFl7vQm/OYxCvBPwIHQRfyI9ycq/da6bNrgqW6SHMIbLgAjpkrPsB64WYUwsiM7YxPuPEXN54IJ28c61sfPxI+B/+gEPObEo+M8sPe6BgS3nnpMs2Dry4997VvE+vhcBr9Vle37EoEkr3Xz+FYe8iH8ddj2h2HzvHy78ZJqflHE4fid51t7LMP7CFsajuGyB786LjxH1exl+VQ+Zcp0A+X/Iv7p9f9u3RkzIbp+yLnBuzD4w+QFT3mfIWH5LTXzT5Cp9wLfXOcJK+ezvy0duYBPvw1vaVrPgBQSjTH4RwgD6B7aHxF+vU4AJb/Y8uOuQvh7i7fnNrLsaQjYNfyKTspSPjeO6XfQgcOlPbp1J91X6E6nTqvwVCfuQklPTVDrl+ZfkYojqlvu/VaY4ltKuVo9nsKrhHzi0qhBLfB2vxgHy9W5Bqcy5t+1iC382lT1z+Vvxmr8c35h6ZPq49NpN0u1z/uALgMnrDMa04PDTDgBY3vWnFdGOTVzTzRy6tmHTjw5QB4PpwDj3EB605p48fp5B0rvHLheTzZS5onFHnK12WmwzV5wlDS4fVljvPkboQyMYMHaA4OUwDk+9C31j1olEr6rnPotck/GrqfxGjOYg0jB6nqjNqVjueOyuI4ZJN8va7BYD3b8Zn+GvZ9+Q3fMmRVu4pj6qYFOrSvNcnmCXFshgO6t958S99+5n7uXED7zu3b2+ebf3yrJ7y/+iae/P3yyy/jqW/oMrAdHo5tn9IesgdcHRslhEihbtGP0NlGbCQCpzbwMMY4wVowcKgC1/2h2YI3J2MjQDQzjd0WGPAXXrjSnrxO/Re/+EX0S/dXtzNPS/PUNAe/f/rTn+pNAu6nxrXNoyQPOfIJNuDByQH3wKMqkh956MZ6GhA2+YbsMybwPT785QDc8uM/+OPwFx2gD8ue5OENGy1XJm6kZcjyXMrnrj5dpAzeKFBDvBqaxeAcqPOvGdApdulJ0Y38EBPY1Cfx1AYTV0whzEELZuBz4zFh3Dbn09LD7Ks/zJqX1Y1H0zisR4cmVMXfvQtlCJllr/5COruVz6Hf+CnhsD/ZIep0H+eNDxz+auq+4TNTcae7FHtlh1v81daTHU2As8Tc9zF8ZEibSNRu/2VCaRutrPS3lnFcjHG9brotVT0Nv2VwO4GZJ3ivdPjupyB5Ipj3O4QGyvyCdmGsqBu4MSYIRO2CR7nX7rH1BU7TyfU8NpX6sX5z/FE9NsMlp8ejih8kXbB2e7674t3RRT02/Rn3biTnKa3yC130NHUC+kH+rNPwxlG/mdRDV333mUfGjcNXqp+k74PonnMcoS3Nq/3X2KrcCY4s95qP9w/J2q24XXKYlJ2XgttymKp7z7elkmNl7OXt6GyoYuPRlgUSWybNTUOMEbhB+jRzWJ6gi7FG5da3dZ3jScqTcOBtf6APHMjDIEQQffwqSd9MRyJL+U19A++NEMa1ca4gXxA1RKvI766DfuAhrlZaEOYn9V+Tr1okhLA9+LrMZLUDit3pihbJsrqJj6FoutjLWLaQ2uvfF+o8chZt7nYeSGFbyIUN9pOJAeihieNtqNp+Rzr6SWefQ3sKznbdVanRsG81MFeC0xWACH1KcxJoo5IgZVcmEWZ6Q10SISZ+yH2TzFy70/sUCz/BOvkifASfq2Fd4v7PDScac71eoroC/PAUZXzCpPZH/MHot/onocCBH/HN3zwpyHQL6b2/cKl5ARmxWSsa+C/TCvmLrlmz16eZ4UU4wMPsQEwFz0pGXa6EwANOhV7npNPeskypWk5ZH1wPXIcE3mjVh2bO0TB90VbctLIA+BHXVoVjMmL8QNLdOEcejiGQsLvqo0PKB10WviolGvXgIDtAHNqm1NvV/w5BO9ff298mpINsU5mTM42+nes+RQBbGb42OzauJXq72sD11q6tbtpfxV/s3/PDsHN3Cc15vP8GXnDwBCrfFL5nvcurYB00948niHXTCXD4h9uY26ePQtLhFdMqp4n5PFJ9ipsur0x4sZ+in8XTxtpscJ5JVhmU4TjzKs9TgIsb3MLhuBZyOJ4R1+XaygpMseN8Mlr4wNWF7TZ34X6/YEiuXq72eXUa0WdGXHznf3ePbqaxBbwjo/FoHRi42YtzVq7u51WnwO3wRcBPvnQFc2YX/KN/cxtwRYbJ9ywgbPIB73EzASlzua8NRU8r7SnL2tjUYJdi1vEOnUS1uXxQ6BLi0/J26N9t3usDIuSTx9Uw5M9wCcum4CwLJcpVn8+AvrmhLVM3ZS98wxvh9NbObB8elFAImrneYD0U+7iSIVsFfsocI1Gt/rpde/6xGwJlV5c6hH7CW1gTxZ2eUE7banLiV7x+so/BJ1kPXEf8iWvnb7HvcX7BPK2MgaocvEtXXn/GkZVY731PwBh2IFg0JWdiGIozTgPkwSB6XAyFv635u826eiDXzv7l1PfX1EDTvWw25tv0qVa2z27m8oYvcYzlbkxfj2iFHf7hCCxboD2/5tVXgPvysXLuhcw+e4TRTSRzxr50zAk6/dAo8+A+4/BdJLxGlo7PH4e+PGHHwS/5BPIRrhdwxjWnUUBMmoqT4ZXOHPRy4Msrne1wgGmOdMaiNFa1PnMQQCe0q4ch8jOWQceyGBSZ4NWy+bpPd67/uNccWFKMJg88mu/HpX8YdnGTrwGX7byp139/rO+yvvvOuxrU7mMSPQ+g6Btb4Du/n332Rf2WM/m0zwsPmEnYzC7KGuzFX7RCGV36dvCrRXdhOKXMNPjW789+9rN4vbrtlasDh7+89pi+dfQT4kUuNi+gR0hJEzttAq3Y2LAOsuhRfi3fEnIOf3/yk5+EnRiOa3/4i69BjrClpqIldNnsqs8K/U6LQNoYFXhQw/dg39kHEwX0CKafuf+av5aRa/rp7J/XcVrO2JCT4Du9GjOfWpW+Dhh7vmvaihafFstNBlmI1BKblTKUXmcNJmOMe/fS2WX55jQLQY28FYy6hLgBQ7OASxYZegwd3LGJVCG/j+zSQPVjRZ+Gdb7Tw1Wq96FRtAMH8MpD9/pUkG6u4xXexRdwOFx8pXHgOfEV3nwiP/L4IV+43L69fw0o0E74qLUvBJ7gMYjsA/++/EgNuL32VTsUbh+eY8uZp+J7+oAdwQ9/21YhY1Hgt5xZRHrrp/N14MhaW1BDxq06SfgpqNYDFxblrC20HXJDPszCc8MYfUbJZv/mOmHidWjaLEm5yi5LR5n8Vhf8/BkHgPjO1IcPbshl88X1rC/yCdQGiwBiw5boywoPty3pMRwZF+l+1c+0Ntkn6zqOfTW/2+VoCNvo9djHX5Z0vY3QNr554hz8DLiRHaTYEDalsNOPBMTxP3X9zeFMTHxyntl6f6b7tSUs4Wc4mIm5v/YCzaZlQDdLtru17iyTrSvfjFzmuXiFkJf5mOTPA19ops8l3fYzis/RHC8ObopPpF60UdEf2lni6XitZQ3jP7X+9/UeQQNqa/uOR8D+yqF0f3t8xtzHjqPU9zd45Yk5gvslbydgT+FCT/E+0ZPBd+q78br34j+Au76mRXOrlnVB+ADPM1QSLkQgeKpy/KPYGHo++rihmKPgT6o+NX/iqeKYzwgI3xivrRadzp24+o7ri7HGyrc4WZJvB4N7ixpuZPm/F5Cf8a0PTSfYw7peyvC2tXbocT0kbvzGMa9RnH/MdUnetfqWfbY50oknFWe4NTyH5U+NEJ4+dZ9zATyA/JQu7I0RfFOs5x3m81p30V7x9oBOYTwO0K+X6Oj5JHGg2vlj+7gqB9FJ2zzkjS3w2OYs2U/Zp2If2fy5HH0Rtx53EccfMh/KoHlXLKiULjcOeu4Wb2vZhWhPGTy5HS3vniovtHiXrtzu5v+FMvZIxCzTQ9D3+jimTW0L5+Ch5x+858bZ45/jFzrwcc+ZyxbTVtiT69c2/3z2T01OorfF05QwHnfoazLBE3S8RpYnecmng3Pl4JfXOvdCEjfepXyXu8zf7oXWs2c39Tu+HMhQBq7mbLpJTS9RuUOjz6rx/k6rXXC1QkbS6fKEH4u3lJcSJlK8mjNlZFI1VdyV7HlZgPOdw9aNQWZ9Ou3yHt6HULQRfPN9tDvxe8MhQkxIXau77uErN+A6+COjvrMvBiXZB2Pdu++9u3n65Onmkx9/snnv7XeGVxNbHq7U+fs338YTv7/73e/iG60m74HG8EfxWWWmAdPuq14X7ERrd41y2dj32sgn5m8U+gngfJJF2HK8ErziaoNrNiK1wcCdngSG0mey91AEGSXUDQxncIXmAj8VpMohsOJw6Jcc/r7zzjvxqvVAI12iL55ypV/9/ve/3/AKbQL1quyRkfqIwu6nTijgp9BF99wZz/WKd5h0IfrKDa8QyczaTh2M8fRZjlse0ot1C6AnGq5nWOT9+c9/vvmP//iPKOpl5FXP6ODXv/51vZnAenZ947P9kpamcg6iRgQO/4BtNFtk05rJDnoFpui3W+QZ70zH+UdfOxtYrLvLfqhQ6vf6GfDsq1+Aq304LbvIkAtdJneKSYPpP9Musk/gowg9D2fRzz7dJIPjb2fffYF5g29PtuHR+QO/9ClX7vpKZHX4o34xsPQqWYkDQcp62+MAmDxsyrSIcyd64pVeFYGf5InJNG+DyCCrLLHly4UPYDr+liHH3Mrjip343Ga2jxGL+K6I5pKSXmvLFbpRS3Uq2hU487dC9bhsOn0JjsUhsGzf/hH7x9r9xG6MF9NEAvvKfiJ3E76DV0wnxuhFkivvhm2TzPw2lqlvX6EZVmnGJpBBDwu67p+ActX4zn3B537gsmOv3NZAsG3P9T1+zvkPTi/ICs4qT7GbffY78+36znd6ld8V+6zw5hM4x2thi5iO6fq61L+QiXLqzOU5B05fwqah4UzJeD1uOv+ga+Gfw19506hivpfwmRcs2IGNzrgbXhlZ13dy2+NJNoBxkgqMP4TcYGh4IlOQBSySdOOcjwlHqUcB3ZQ09Pi2cIToq8wHmWMDlLjje1pKxt3qq76XXplhWf8uPeSauKoeV6rUduvKQx7GZvEe5Wofz0ct/wUf3Fbo6+fQk/nzE5Md+ox29m2cPUytv2bfXf2+Xo1PfaLns8LsiOzT21x1xj+33wxPGn3h93nV6FzfOpn1br3M8DP+Q+jPdfq06TvPfDi999rpH1639On2k43RQyzPXT0oHSm43OPaXn46+sbU+xdRjP7rMq5pv/gLDmf0RI7m7uEnwi/hM/jTBqt8jeXhFY4xl5XZ4zNaD9ZaQJhCtriWknIJNwK8F0SCIRhvfdMC+tFfnRNXCulXKPPN8Inh0F/7xRF+n17dPm6PrI1QiW+YN4yoS2qZbsOzWGlH5ojP+rce54qVvwX7mGFJj3L27UPrHhLgT21Yn1RPftMWW/1D+5vnrzNfxmRt7GvHmZ7rL1+tVV+BMqWxhvkbxu1O11X/Y7WF1DL+BcCVrJ7X1m7mK+VXu/RgHZ9GmvPcHsglaRtrdub8vp3wL7yhiTL2CLi6nCt5+JbMY58RWszwD7W1xlsfQ1bTEUkFfArzE3wHvKCfpJHf/Sy+RXD4lvQv5oEr+sh1u/GCdQyntV/VtNoCXsVpoDV1f9rMcDEe1HYjN+m6fOTJpcKrddR2H1irNWMhvSbfPhxr9UYaq/03xqJmN2OtQ1Kyu7L32EOnLpL33i6JE+Z2bvnMs5dk3i3nEg9JKHHN9KIsfhKv/af5cLnT4/p06ucC3m57Yxiv8BF2qHHa84N4m9CqIxvnFSOdJT0lvZivYcdlvjvLb7koT5y5Rqn5hW3q4Ufo0wSXk+8H9cgnfXHBg3vuWekPyKdOPMwSCISo9i8yFAQTr7zXlX1v9rzzqeUoqrbC2oo3dSo39sjyxhMOi4UfGtIpfog90iHAu3CG4vsC1BN10ib7IvgmtHV54mzy53qwpS03teCjT0Pe+5WUbwfbn0uMd90vADnJ6cqLV/x/46nhTxytDGU1vE2OljeiL4YxZp6cSnvJ2yq9NgHZfv0t65e+ptaQXW63ceBdzh74b7rKbOsqeV1H0NeDf3hJ3boduIo7qdZ2ZtxJaexvxuerYbLO2A7beFKn1qNxbMON8rg8bisj4Yomvu+Kc3lXh0VX5QCYQ10fHvGtXp4U5NWpJsSExZMZaPHnsjX6nlQAy+EugUNfcPsJ32+++Yc2SblbDeedTiOcWnrhfWI8QnnKxnat3GuV8REIPRpKD7ro8U5PhckFPxqtfYiZ1PKU7zvvvL15T68mxrawq+uufXvb5W6iv/zlS32f9vfxrV8O7b5TQf2UAfC5/thc0DQ/2MfGGYRl5sXh0KHHTn2KnPQ9nsTnNdrcsNHfnIFeOfxFh7zymMP0c4RsL3hnYqB+0rUl8Vs5Vc6F407YcxA8AsenP/1088knn2z5Q3SA/BwA98E+rM/bFUd2Jja4deKun98c5PCNPMpk+XwslP9SVZ1/7UL+L1Bm38PAea/DS+y9vZmByWjaDfl+PZi01m2cfLeVoOZXoE+sy5H9Zx0gdFOKow/FgIhNJU6SWz5d8Ngi/9i8ZCMKqFppnZ1/nZJecS9IqmzL1H2QdCNh07J//GP6AzUFtk86AHPjx+D4zbjbF88iOF6lzvMAOX2mh2gMV/WrqCAMuh48qkM2bKHj82D9qHKEYpAH1zsdEF6x4+9SsB3s43mGe1lSmg+GbplkF6R90uGnM9tjXAf0oGjStl2to4qxRJsS0De/rB/Gg5DEU1ykxt/Ex3gcN1RoHPaB8TYl6u5vAXREHw493GtLRM6dxSs1WSPEuqX0a+7MByuvzk6ee/yMidtcjDk9QF93hFpKQe/YtjJ86BiJJKuclmQSrpVBDPtAJ4eENRyH1P2XhMEAMKZ/weA+uiiaZH4MqU3TdrxNG6p9n7K/y41e7snFnsNvlA1QXgsdE/cB2bXmVeoe+mEO633ES71C8Yme/g3ZkFEbt/3IPK+PBpRdwvxz4xhxHzabd3wetOeA/O1m+bl0Tm/rYoY4d9pyuZ3Ojf97fN9tDXi9aCmOGy/Gfm0ci1f1E6Btj4swC5kzvO14znfVKJczyW1d/EqZkBhguvKEHuFaT/M95U2K6qL4I7i90vgbM+HwneFhptprydbPzSf7T6zJ8Vf4Fm40adpjflU+veebsoWaGwC92c+8azk0LK38GF5LLc03uKmA84DZBrLljH2JnsuWr72NzbiXazQ7Ybh+OeF8hLFJ24FlsR07PZc7/zt3pcHoLytz11meahvT0CoU0T+WdJc4oEFfPV87LfEWNBZIwBc3cXgtRPvxRz4+x+2Z+XpDAQJFuI31UB4ea66CuibZ0V8f/NCT89phcuaQvrx8GgnoX7H/W3DAehwQy3/gQ4wL7+MbjKOcNyvgKjte4MKiB0fC2drVJUG2k285nbmv3m9rl928JVxbB++G/g6Uqp01IonRsR2Dc4yyrBawJ8KanvaVR+XyA+yMJ+uP9u46aWsL/BlguoLb/ExFi8ki2mKZM9fwOf+6XxT037OEGZ7e5bDNTuINvXaXvziAKx8HrwdyLGJUxxMWDpJMhPxc+GS582GSMgeeMgQ3hy1+mheeCN98803g+9vXf998+89vwynQ49mofi5HFt8kFqowCRwBm6BMgA7RUlDAc+yebAXYjh+cedJkoTfKtqPaoxZZ/l7PEHR+EI8TpuhRhRfpTVPQbLccpDwPnfH4Tsmtu38KpmMvTNaCN9kFT6W+9947evL3vc3bij/h4JcFrv75cND2y8HvV199tfniiy/iyV8/Cc53godNP+6citDs7lgeh1Gm4lvGwoS03u26DBK5Mwx7CPey67syEeHmJwZKreMVpCMmDth2138q+j080WbP9ZQt/fvTT38SB570O7+KHTxseqJDXvXMK7R/+9vfVvSOYAuDHbmgu7ZyMd77QgxK3yCNGwziwKK1R04IeJuA5I+DqKkv9fKVTZeO5EFR82575sqrrz/99NN4e4H5Rg/4o88//3zzm9/8JnQCAdcbZFqhHPZaNsRNl1lTNh9KQfaU35Oj2CQKOb0UXEH+srPdFie2Q/UfkxwsYvVeYtlHm5ja3NEhZk/fp52wofA/AJwjWCZwHSrXoXCVP/uhjmcJxfZf+hcU0IUD8aOP2FwsaKuvLH4EjOHLdTLIXeYOWB8+CDNlYo0dok6qMcGewxb3B/JX8fQ6rpnbEffD7RLnwPkDAzqT5llcpP4lLwb2EkOev2uxNekJTuObwdI31oJ90k4Zcv6B/fCAlG0BSa45TFZj8nS3WlQ2otoL7VoQxYUxBlsCz6HjWK1f+K4L3FglsmkuuuJ3f7tWTBkB3x4bC92Am9asOpnw/KskbReHmuke3W2rZauHR9slHESbgmOTobir9gRTKa98Tv5sm+AROeYNNrr4CobZ1oa0Ni4J9CaC7ZUvbOuZFrmBHGPwifkUDE/l56ZrwBc9YNfhMoKd1ijGR1clxDpFVzZUCaElnGw8KSsc9A/yrb7gLGE5DMIX8zShQ3QrJ1RpnC/ZHxhg97XOaXaD1VLGX/zUVTDBiiFD3vXceKwVHjNytH0XXic/P9jGMfzSJgs8zDrdxt9sZY2c50IBOfG7Vmd/vtunGNr+Ci8Fgv6wFKzXbX0uQR+bZ93srhftsgCSfXfUK4fC3NSZeymsr0u4fBZjst/sUbPlf3KeS3/XeFb8hfdXKCPffwnLbI+DGnRW5gcmowHROEzDV3BQnzU0+L0BTB7zb3wfeYFWfZ18+zPjmK8BM2cOlazj9XGh4UCelGkL5ckZpm+vdRoi81ifzCponL8fa+Ej/Ae8MCdP60gcaQf2LXU82Y8420lwXlP2VXKeX/ar9swD+3qHx63fsQa2RvAYhim9+KB+g9nByzRRrO02MCYmsXv1qfWwXNbk7dtU6ITf/c4wxo1uBvIuiKv1aj0m3efP8zCnqlMImCvQ9uRxY0jcaDL505xtDAS2EqGToqecB7EmbPJCgZuxnz59TfOP7E/ScMGTvoO9JfwLAXz2M2EHdqRi9D4+Q1SlEHCjUxBuXdAV30Om54R2IB24ZN9E8ZNp8K3Nix2mU9tCuSfDbQDYNn/VhlTqdt6D8CUUW4Zt/s0M4wj+JuUBvsH2Mib8WG4c7drqtrzHj7lv9e3gfrdNXdaCwUwhdDD1mwlkSIY5l/6yracBtCVW5o8NoMTcH3wt2b2ckVX2GxcFqkjdRzMDHPz5vKfpLPutq5HPXCLK5Rdfu9bhLaqjI+oPX8B8JtY6HQkf3kKDN5vFt87BpT+XBY4UAFTqr6yVhFbfGeaV1e62bPkR2CMnk7URZ0WhBzmCC+13uPw21nggE29cImTE45Bz52vjh5I2NhdPM4NvpYOfLremiyB1fnto+3e4jou+nP7X8xj2IrlTp6UBe4AhnuVVX0OZPFGxqzItzlLsQDFUK0sZahiPeXDh2L5GQz9I+/AT3Nj7fBNT4ESeYDXtq/nIamgmtXpd5mldP8gXHWOScSCAPUXYPb+95hCIABPv6wlLBmrifLeXMg7h3Nk5DKGMQzXyGMSBI6AMTwqs7ChY+ZnheaKXJ3v548CFPx/i9QqKJ+NCtzsU3Hr5CvWl7PN2EBqJSRC88w9DzcUUDVNoAbSL1yjf5rU/LNyhhe2KKznYEweqF0LM65/7wCHBrQaTuKsZfgj94NPHs3T8ncurYRawqfwHsi3Cex+8H0+lvsnB77XuOhRf3jRjsCFgQ9jLX/7yl3ginMNfJpnkY58Ott+wzyKCyx772rfVsbSyj2ioKZMPtY4OZplQpwWd9Pq2ou933nkrDn4//vjj6Ofu256Y4+x42vWPf/xjHKq7nx8sw9Sua/X4pjHi+Y4v5i3Ie6k7W3G+l1d6EqYcAq/hODWfvunAU79895dX1/f+Bj/EAThPQHNTCnp6cAjdYIgshHgzQnMD7mL2F5ea+Oi0vrr62Z6m9euDWasI3H5zfxXArU6XrLl82qHWOnsEfdAP8KbRXhiL241FuTpD6IqlHx3jHMGynwPXKg7zak2uAh5VELpCXcVnjJUpQJ+iKfJ8Izio5wymgt5LobF+0KRaMelb9dQHtYVZYV5UJNueJk89zelz8cECIr1qGzdm3DGeV8ufSx8nbZ1Dm8BcgrbQPbnSCX0idRNTX/VVukAs3KOgwEc9weJX6c/YRlxVgB2of9nvxEaJ8qBb5sCQHUPfPxb8Qw9si5GnK9nOSbpu177OvvjgAxu6qBZ6mvL24fu+PG1o1MOoxLpQLUDRXcYKkYpavX308QX4Vz2LDc/nz1lEpf9hfzNf05xpxh7CpYwy3khR1BZP46+4kphfqA7XwBK+jf4cqKKnX9R5eEMSTwuvdkrqsgaDV/oz8cyzzyT10ND3PdyIPE76k1s2fYR9J3+FethEEfahDL0C9aM9x+5ydq6iv9lAhj51hvno2bndg3Dgfw/sYxR39EsP3EHlvA2b4yw3S6jfgFoXDk3o2xFKG7t38Io71hz0YezM67Q1hmNOV+Z+oPe4y9sMvD8z1zVOrmz+8kecwFzRa8JIs/OmeYf9C+yu4Q0ED/5Jv3hOH5YshXN8MHfnQTDaWG46pj3kzTRj+XloHorFtG2RfT3KlvJ7mO14tOXx1bYRPSRH/ek47h9mL/TdPpxuz24PsI04sx+O5cxXIvC0n/Z0/Naskqs9tWvt4WJreEL6Wl49j2ZdMfNOXaAiyJemaG2ONJa3N6iwh2Rc8IoO0r80nnmd/o2e5mv66WVscNl6oqQs6AMVuNPBBmvBh3xhP1cNDNA1+xXyxUXCkgr90/ZvelssiPawb703ve6psFXc09wqPCgDHk6n30jEHLSIvT77OZ3fXOtYr83mOg5a1P2gy8n9cfWQNnWvdm+wyUxlvIfx63Y0nqXrKXo+tF1y/q/5i9YZ1KH/3j57Lvk0g6Gv6c/77fiaK5XHTSjsKekf/fZSh7/Ma9JfaX6Bz7G6JRD8x5tPPCfqhDRcVW1ZJ/GuM/xLnYuUE0K/mcDnVfDLgf7NbTksLrit11kPTru8Y+W80QPb/7xEl2xb8znaQkW0ld9A+lC6ae/L9B6Ku6/f6KRBze3nNHWIu1197XHti1Mn6S1D7ivvax1HPwf1nv8eV8RtT3tUfs0TbxDnsJcrncgHvKT91ysOAqTpVDMTpP1HXS8kOJjjUIk/7v745u/fxKHd119/HQcrrsNdHD5ptyPhen31NA4B6bx8NytslLs89KrDbOr8LYnY7NxSSp9RFATdCGxkLinN5X3dhTiytoAOpCPwlQ3SeNpKG+48RcDAwJ36+Kh84iidXq2PDkuix9pvvlTYUyOWtasPz/BE+/AqKmRCP3yzVO5ecQapbN9RXrKrS06MC/ijYCUfR40N8qpnDiXfeOP1zQ+UvrzKGxLgI2iKQf5x8MsTvzyZyRW78cIVeyFwrQOCDCPuESwKrd8uYAW+EBYnZpZxRYYZDZNMDja5oljazwedvuPJE5hFeqHrGSu2Ql7aZAEdNQAAQABJREFUUbXfGcy89vnim/7NhP8nP/lk86NPfrR57Wn2+8CIASjQVzlM548bM6gzh632jxOjDqrcgdXlDNG4g0vkpBXpRrYmBUQfkWxwga3FhEJ4brsFgem6L4RdlA0PyhCB+uiz102tp4UHNmEbwdf97NOfbT786MN4u4HzgaE+Ovjyyy/jhhT7MgQxfeJLYbs9JVjYTWEQOUPfbLikvfLaSbL83U91wwh3OgQPNUW7qx6oit2ajy16S+3fM7pUXu2aPjH1Z+Vw8BsOQotJf0O2sCSmtuF7cnPcfKctz6Wl/XBGZfXGpPxCdwASqKspZMTRRfSz0Ah54m25Swf8zp8q/06oEwvFlJWF0OEUtlHZTpEwglRwTKB+r9PaBzqd0NfueWNOsCGvqO4dE3jRcrvElUm98sLWBJs2dhhDxlN5n+xjy14r4Bhp+sj8OT1CH5Hq2xrZYFj/sR9C5Q9x1SnLRXoq8vdKjhqn/Vget5PT0c+E0mS4iz1C8CiW4Cj8XmbIXclk5CeUzY1B4bFZjCkNTuCJ8+TvnWzPB3oX2GHBiQo4QLpT5fvyvZ3UQ8JcFf/VmVLy5F+3seD8DUCKRLaolZqMw2KdmIVTfCsYV1fA7QgZtjnIkvSfAdO3b4ejRhfw1zIip9Z3Ow3I1hNb7V5Ane+r/Sv9NEJps3XMR5ZM+mCeTchfRSaVm6+hDaWzbNIF5ib8gfzYH+PY1zbH4l2Btw5iUC4iZb9BK6kQbuok3EpfMUbFRoj0pn50GT4ee5ddCjwsv28+2YrdjrtCffW+8A+6DSr0GbdIsXhXjPLcbKFt4J1NFuI5l0kEBg+YzlaXaBWS9VJEjaELNuKNCbCjtcy9BhTy0EabW8Nv6gd6eZiReaTPEYx/DddDyQTfRQZoVb5li7QF3zRjfnyhuRFPL0V4LPs8Bm/tK8Vw1xR0an7hZdYv40yE0E/S9ljjPpNWUsBmBIUf29oa92vf+G20CqL+MunP7Wkbctv6GlVX5mk92hpH50Gj2AEFtR0UlazhU3St60AJiAruSr++tD6Krfk1jfDo9az5BT3f5yOw5OXwl5GV7aEyU3ZrRL/02gb4tQAMf9YN/BOPt0OJTzZ+4y0E1b/waulrrWFYLzWs2T4cdMNNWbsr5nZrkGuxhi/xotNpEFqrupg/1vWBe8/zYrW1zNKurp92V+bs4tM21LfViEo7PzHGSmmBRFfG9mqj5nelB1S4EatToWfhDb6CjkvyGutuRYPPJRKWT749QoFJOfH3yd+yfJ39Z239ljx4UqqYu2yrAmDAJWHZu7KV6Nzf65hd4OfyzBbR/K9kZ7QDjZGHPDh1Xs/0UOnohO1kf0V0o1Zj/zCAZWvIkBP0Ur0vV1aUm1cObVTXBltq0G91fhPtyfyEBy1o09auKTN7H4xzbvfaFyf1eXpa27twW8hVvPiYkF1tfiljyBtw9aYi7cc8uX8iObP/3923pw+B5w//c1Xe3BLeRTxciWc4he9QieyTtg9+oyzxUX7HK2Zt1laPGazX0tY21JrvCrbVWlAjY5s2Bdl6ArDaeq12QGTAsBve+CVva0t4h5/G0zqSpDW2JzosPBT8Y/+yTrT+K2qq1LRAvX4im1V1MFj/6/S3S4wzSjr5GmThLSm07CNiTZ7EZXEThfGvIVT5lr3sgKWowjN27MPfcFkXMY+gT6ifqamjrW1/XMk7JLiOYbGZOc80DcPhYByoKoP1TngmAbH2r28f0PyJuUn0S/W7sMWLm82zfyqPPT3RYZ9XKV1z/DTPPLmbn8YzxXa12vrpGbiuC477+AQWdJ+E37K/8b7u3d3T8sQwb3lqst7elBmsG74Qoj514ZOi1i8aT0fF6vjtBqLvHN7+pjW3Ueg3ChPvXO50iCf7cEfkG7KmHjCUEUJ+85hZh/0a2xK0/URfNudl/SZPD8v8tsCbzyjmhAe+G79L9a2DEeNMP+U3LGdLxsXV+c1fjNgOTRmPx0ubnX30iB+dZJ+hHnyYJ39qoaUP4+D6Jz/5SUBaqMaQSInAMcE4qMMh0p///Of6RCZ5HPZyoIQyOcDrXzlLOQH6rbNlnn+bcqQuOY2Y0NAYnkgb8JRr7ZCnVO7rMElx51O+8PpVm7zbnoblrryck9OgkyEXnVOOX3RDjxSaidspp+vsoU6L9+0PBtqUxVIuUL2wgW9TTKNcp0Z5H+aOluUf/+ijeCL1fb3u+bUfvCYdlQ5Iu4gHuGDzkyUlT/xy8MvhnF8NDoU1e017kjI16/Cro3uOHjPeD1Cz5Kt0cWrFDtIRpD3F5q+KYrhXuW1jbrMBrx1kwffuu29v/t9//FKHnW9F/cSPrrM9OUznqV/0yxOvazodaCwl3J88UVuCUV62fkwdQi69FVqyp6biG3zCc6dFSbwOW2U6Iz059HpiMMf/8P3jjz7+KL59zCLHMFzxVb/61a/iBoOTiS5WROrUNxNq3/GdrztuFdA9A8ClnhKWFmJYC3sqbRqqauCPE5vbUfzeKs8D8F0pP3xj5zg2kTFCkTn8nTLhgYCl4B0wbx5aiNdB5wowJmoBdPRP4s5qB/fa46hYr9WPHlf9IdCMo9g3KsWv3z7T4kzKi6fO8LHSpSfY6Bvfy/fIqeM7P6HvvvIQXl6ZurU9ljnaN14v1zpfrvvB7P5oQ/7Cj6vhsu10MKEGvNKBBK99xtPQjl50e+FFLTZ8cv5EH5JNCJ5NotjwktDp/xlx6GtpA+m1S7+w3vb4+bjjAL/uiQ3ETwzWBdVnfZyI8v98NS80vIHa6ziUg5GVOQTp3fOCtJZUKvHvdiuhiyZBasZrkTJVCVFDd9r8iM9RaX6ByhiTonbojj6WmFi/5PxGpWyGxuaC4qoTfVKVvWkRyI/4iXlDP1ESzvRfDQkLRmgy87Ifp15ucqz79ph/CI3HCA548Cu3yoixuLORRm2OYROqFOGRxteC/fEvrEvQ1+NTahTm/kVJs9AG96rG4N/hZfBt+vTHZfurfcJsnuUqI5GhYCr7pO7tybywb7IdUpbwK1o8gZs9UI5Ncu0g+8TXqH8u3ci7jW/OKboqDg86T3QjZjyhIyHu9E1zAjzOPPNk87Xgb/FtxS/ARxwgR3+Jn4FgyFHwDQVlpTjmPSTVbOAhWM5RN7WAJ06rGA/19lnKOThYx+EW2sUFbWYbXcd0SAnUdlE6BMdjwdheTsM/2/VD9DXby8zRIW3mOsmH+m7My9mbbG2QXTblZl7Agzl8AzhDviXgQgct3ABC8OtUkbV09wTd8RvzTpHwDRmAcgN8fmZDtqA9015XMT8Ri/hCOI2DHoHBP2XsE8kaK8V6o03Jwt3Tz2I/U3kxPavQLybiuRPUbFXLo9AaP9QqNQ5dfyE1emqqWUO+km9Os9jrhRXg7WzWlfqXI9R28TE5h+nP/B6nWfPh+b3T43VB/4MlUW4/lvR7Gx5xOWV+nV6+2o9InS3Q3zqbbwXHxeDR+NdqovsIsqPcGyrp6PAuLHkFMA6JhVseJMZ+l0KLdRC1Qj/IEXkcLSsozsNn7MtyOKzkQQEc2DnXGEsjwT6r+nucwYCGV9Y/FT/4tDzchQemKuIm/WHE8swD30d5oIqNlJmZkzsWBBUOa/+EPcMvsgjNLAWYU5KcjzAcoLfTelHjM9oXeiDrrpHQD3rdF8Dh+vtg18rNx1r5mL/OlPnYxfeuspHOcmrdx2Ir5m1tBLM97W457fsmAisXwbwJQNx/5PHHwEuHIfB9UPI4SCGP9OeffxkHvXQYJvq3etTenScqlZ+8m8xC5IBOkXH7Sh68sfF8qc0Vnm2J51s08MVrjYQCm4IGoTpGy79k4QF5+k8cQpTq3lSNpPgUm+JPP2ysalMU/cF/brS6A7D5g+ytccp5p3KEI9SiO23lbas8HbvHiAR9wmz4S8YFDO3J1Qtj4sod6nO3SAtNhpZ3WIynL99++83NT3/6082bb725+eEPytOo0aaFZpnYPdMtQ9xQ4Nc9cwNBvyC2nnv7hAvsaJBdbRKuryrR/NtgVMmTKhAsbWwPedFYQO4PIVeCVbupfCg/dM2iWuajOIHf2LyXymkHFt7ZPsvtGpX8QzsW8X6ob3K/9dYb0jWvOX5ddsW9Mq1t6T/o97PPPtv87ne/G3UmfLYjo966opNebwVg0H1XKaXLHoAkF7rzisfWaIWLmH0l46mGnCQAV/EVu+5Q7oxi18hge+DK4e8vf/nLeM297R78xLm5gFdgcwh+/jDaZMiEoMUofDds6KW8WjF4VwY+lVA36ssE6vw8bmMM/cugfCNCQAx9YbvOQ3KiLcpMPG5CKU8l8rnEKxwjDOVPJcOEUs1HV1JIXdXCoyL2C0dV2gF8bnw7SHVF7re135Qy59uTs3Bmo+7yCX2kzQl4tU7ASpW0u4a18EM5X+VVxM1vph1Pci74hGTBcK1+x/YLj1ofi4TxG2FL5pkDD3VXTBBDO9IXLdLYk7nEX/iA0j8udODD/nC1+Jhf5DwEL0v9fIpBMPIhPMEfecpnUReHQcKFhOCI/iUBgeUpYY9X1OGbn8zECPlLhJjwSjFxAxzKIaj9o0R1Iun8SJ32U2kuVPe8Jp++VDs1jSxAf5ezbIsL/We1zx0j74g/7L3osrdF6zsxu2W4ZtybgsdQ3gv7iGNOTxvZwv7DtrOkfo6iy6Nk1EP2Qn5v1AWZ6wtT9BG/+YXXnmU96xlo+qT6Xug511sBRInmK/zNwXf+Ot83nzodbSWcfbfzDWfQ87ynwhvQ8qn/D2urLp86PE2DJLzqLfp6lEuWnW2EHMj78sPauNhzlvYOzzmHjLKQU75QjpGb+PLp3+2+uA9/zlN6aofEt+3gkFqvDkzP/247mPVnGU7Tm2s/4nWn3dNHcAPYScrtGyfdrZIz2RTzfIT0wFtYnvUR3xYWOvLxLdhq+BjVlzfR+Jc02fhkbdz7bmuBvNxkbe2CXyDYn/hme7sHymDRId5aJFL0kQziQ9PIW94ExeDheYoKLzioVvpWE/nZpVm+mU/yXVYIHHQZ9yqoYv4Oqr4XyH4/P8dUcOPvxwbdgQedd4qcIMMOujzTC0OiJjayI8z1K2jMD2tqNbIsRzR0lXHmIfbHSj9gptiHyn/tJ5Rj71wkS6Bmrpo0zt1e5qXhN50smWVZkn91/8/Iu+s+fK0cOxh11aEpUfZBBDey3IFRjg5XATpY207qPqfnZb4TbxIozSFc8Nj22jShCQaSV+pdXvAKWLKVYB6gcKU3Nj7h81WzTCwgI4hP2hjfQKBasC4ZKv/0+ShVsf4J3nOgvIoH+TV8Fesf+LzXhKvpVNRlWDxNfC298Sk76IRp6eZYbnbVgiUJPPC3pwmqJsM24gO7Xqm4zyYm/Ftz/3aAnrosCp2qnZJExlnuJTw0LfNB1phHSrOELm6SXCxYyHQ79Hz2fFdTm+o2/zAVnC3pfnAG+8Puo1nZIc4Adst+KMu74cGoftaZT0xNojM1CqFbJdmHc7Duk0fmylkCKs5LHMoWgZI5T6Ftbm7o+ZJFEwU+BTm0lxLMH+wTAo/8AcEPF97e4ZsaL1HY/fjmFR6AiDcalfmW6yTP2pq+1ttr9Sm+O16dN4Skx1sq8ZGGD2cmOOMZquxM2C4M5BZ1+vGvzBuZPRK4wScavbb7zN9h/PR6yHjuP3n92pcnxtRrX46fb22dDM1Nu41nN3+G50rbpa0yJhb8YcfYz3Y7ZN2s18rDWgt8VdoiE6ZNYc6zO5rMj5TkBobab6px7ca7SGwlM2/dmgpRMopA4fwR58CWJ+J4QhBD5/u8/t4qVw5K2CjQUkJ16NUM2Ai2rbiJ3EFJeEBJbnAm9pf6Hup9PLKPQkwnDTQbEgM+CP1ZgeCGLsRhDfT5qwYVHattJJjPzl/GBOVOC6fMs1y7WTSe3VCHlSau0cjcQQ7DMEOlRpwLrnjy8qOPNh98+N7m3Xfe3fyTd0IoYONuMw74r/TakL/+5a/6Buvv4vAXO8PeCLbTSJQfeMcOKWvOAlhZSJykClA0Rul6DC83nn6HNk87hhtkYiKbQ2EuLlNPo3HPNnCpO7VZ2KPvn/1Mrzn+8P3N09euIy/7Zav/pz/9KZ765Ur/7nVnHrg+VriVfFc3TMpFQWz1U0XuArvQa6vpT/GKUi8a9jCDPuxk8WMO3Pn14YcfxuHvm2++KZxZZl+HDn7zm9/UG1xc75xXt5X5S9zp7M13tjH9ISc6vL41ntITu7xeHrg4EO6dxzmZfMVwYSME+u4dm0cYip5MbUF5DDqXvKZO+bGQZTBvEN/HdmvglhMLzQrS1wi2qlc52Bmva5fmeW0032riXieHsOVw3qODZeyLbAP+C1xRBfJGX5U8y/35MEFd9zDoEaqOY9g4beX2km+gadgQwZsSPBaUiUXwHN8zVR15kuhXHPIbBXXim4JBhJ+clGvrNp4oohxY808/Mz/qdSrrMQH9IkLp7y+D9APEsw7H8eABCI+s6vnpWrV5iHn8DZI1Th4nf5Z/Tpuq7XuneamQ8kFnKw7QT/4m/vJUSwxY2WdtD56TOc2TOBk3R4mBgwiGwEOD8Rn+otz84zQ3guA3Ym7UCX2vhWkcNGmuSEiaCUC/H7kytodf+3Z5FWwQHnqeHi7hcRjsN5rjP67+uaGbPXXGcm4i/xfwafymD+3XIv1dsN08DJugXhnRc1DWngw+ZC2wv0M/tz0FDvms6+unUxXND5Qf82w4FK26VlWUdWq/dsx1OGDplLyBTDU9N6DQeIKm12LmAwji8A5d4vw1OwPi/KH5lmyBnp+d1MQbyj+Wx8eWZyfPDyi0Xh7MP+0qPvbb+wOYfQWqWl8ns7JPQSvzDNOb6be1cUNsmLlNIz8OeLFxWkt2zquaK036cvZznse5uXke+24BWH4u5Geu2c+hpYWD/eKMqm8bJ+gbO111MouVRBRa2jcqe1wAXmphGjfCkFAgjk9hXcPeGlb2PD4phh+73NyUfcfEm3WWfmddLMGgnxmONC5hH/4lfOfNCybOghKZLGfKtx83cDke7WNBLZRT332AL73c/eQQRmbYZfs+BNOrB8P8t42XI3+j3IudulZwu+ehFzbl8V5R9Vn2/emzBOuPfX0/gJj5vDkpb3YjfakbQ/KG1yjlZwjmb83kTIf5UT602OYriag7APbNJ2L9Rk8W38Teyww/kF9IpP0v6RNe3e8WKkaW5cHfrMEmzNwW7Op5zthhn8G6ohcdXZPnMfnAJovJbZFZ1mMD21W3Qa3HUt79vnUdw3qJ16wX//mf/3n/7bff6qnAH8R3Ljk8I+27vjlw42lLXrVLPp0NxhhUgcnBVVZSJviQZKD15kc8gr/ER4HPbcolgMxjgpCdQQYqpND2NzJpAJ4MZtO6Gf6Ea+uOqKl8X7KXa6Ez5P3vHRJG++I1/D2NfM1BOi4WSPm9nPFOEvNvI887SkG1TTTONkTGdWLRNVkpeYRcqDU8rrPULqbFhEo1a102h3k1DHXvtRDj8CkmbkFhxw8OK/1j1OWw7Z133tl88MEH8b1Vf2s6MICzyMr1+bPb+sTvH/7wh7BB4Ly4NOwSdcqAi+tF3uOAPuA/n6DMTuVOQH7g62zlVnkZst2Im2bgVbqvn7Dbv67Tl9B+flq23HBUi90+7k/Ux/5jY171UkXNJqJNxGtc6XgE0gLJbyq/FYedP/rRj7JMv7T9ZdELffi//uu/4slf+rfpW8+uNMuRz4q5dLpKj1Uu9/Oqz4Q1PnQhbiOTPPqTaRsGmRme+PY3GwHxHZxURCU8DphqZx8Sd20KMIM49seB+Pvvvx/ymg7fkcbP/frXvw59JPLW/pUYHBd7anlTrPMbU0m2fSk37R4Gv4HP4CntsBUKuwNsJtL34Xv7WlN8ktulMz23t8vr1e1mR14LFAG3+bfN9eUL8TW6c/5cdeYPfdQ6il/L79leqIu/s78Kyyp9g0EJK3Pd/hulM83A4+4/tePMz5IfDXzW32T3Uda3TYffvKUtp78CHpoui/rkFcNgWeVAnweu2owKLv1dQgNN1x7WPgn/nkt0fI8Oe2WHV8y0uxB0yhwgs3H09AtS+pFcuZnX+KNkloO8naHX1RJgp7+lYsu0WHZIZo9fwuFW3CWQZbYHozxEzqW6h9QzDa55ZJQ5rtvzden+Wfyl51I8OeSNk2ynHFtprYCR3BfULfq3DZpnz/v8hBDp2AyiPuxM/pmsxeD27fXcA/blJd7brMcZy27+7J/Mf4+yj2/VK4W9Di17X++FxVf00uug8mJdKcN6qWVrkRX8M/iWDjpaM2ykC96+Xhuj5SeYTwrQ+t/CcSD+rXpHZthezEdN71PggXo7kp0t8KYzF0XvUiI3Fsy3x0DrO26Qld/OZcF2HdezvGCPvV1dsS3EN0xcix9h7kGIz1Uor90Rn+ND3ljIPDv9PviTp378UN6iAQfq4WeUP+1m8C2TnZjnhqSn69zEE/Y3tXOrX+Sx/1TVpss2pu2VY+LPHNTrKXYEzj313K5NnkoxI2fia2wfsTXoS+Njl64ciLabf40/N8te/VakRSwPzkoGbdFK+3MfmCpIj7RrWS5PhTuSRX9r/KsHReVB/gWdz0+oDvDCMM8v3a5rnKFXeDKc9Wj4NX6Bx4d4XCeePqX1H+qyucoBDsFtn2tqckq/QE7PF6Xf/iGAylfOEqg0hJhHVJ+R+0zQNd/U94MHQ0UljDvyS/8wj9Ffqv5391/XgaafQJlptXTTjzio607z6/lHTZeKtv9m3+xXpG8FJOZeXDt7LlV3Xmb72QmsQu+/mT9frUtfweMyX13mdJ0YCzZuDtLVT7hTfyns1+9Yq9Iq2U1/I5xT1t+sF+dXm3WF6WoZyXab9SDz/l8P38M5bv7Nd+PDEFybfdqPuLTKUWylHYik7Zi+8buerz29iqsUzr7Gdfqr8fd5jqds7g8xuqqIK7atGLas8eBehzKer9g/UZe9mQCkhtKs5d0l8u1FrX+Yd/ixTnvZnJe8QS99CU8DE8RF+gvVj3RBHfIp7gOcJm+j0/KoWfAVPIFMP9BPHtBH+hHGGHikhrVk+O1r4h3z+5pLGFzHV2qPcCPvDfuoL+mnyDPntxpzDDrrdEfoNTi1SV80VorUtv72VJjGYduI7cfpBVIlaxl/00/Z4A5ow/qKHnPe4XF+puv0En3zdkgbmJ8lPLvzGq/AgYc/7+9Hn1W+rSigyzgaNDXOug9H/TJeAY9sloGypbAm/+yLLN8uXVCGXwkY6T19Rt6QRn6ea7S+SToeFBFj+AfCTMfnJ3meUnQl+b1/HpX0w3KHuqXbKM0+tW5akyIyPx0M8xufrTmfPJ6Z9FSZm26xl5BDtMA53iicfsS027U4sZhbJa/Q6HVGOkKZHxGnjRIm/VTscYXfHutmxfHXuCveUmx7H6HXU3P9Bll0roxZFsOYB9Iznl1lWT8te4SjBLppEwm3/Uudmd421CE50HHbzfCtHSkxn77av7iW853ur9n0sqem0s01T7tx8MPBiq/963XJ52lfENOJ8i6MphjyZiWUvtTTPkMcBWGoDRU8cRh8y2Pqk/7aAWiDfyGxjkHrJRqpc5oJkoIYZm64Ob2Pd8u7D+6Qcto8HGKnaz7GjpPj6Lc3oDV8OD6cAPWwkff0bd+PP/44Dn652QDni+zIyXVqvjiE45XEvgFhjc5afsUdHGuQEkP51GTWsN7X6r8K+VZ/DJJ1lEWfOLrkEPvnwOsmXo9bMqXTH+g7yp988okOO98LnffyhOxCzuu0ed0zB+wMQu7LxOcw68stdqydznhrWiR5qgS5fCcoZT3+jDPAb/M3O4AcTHXIMQ3s8+Fvpa8IMnIYzqvsW5gts5U8Rgwe+GtPsDYqnozEEkIH+Df4PWyhbKY3yIy5b8353/V0tUU1DTcF8MRqTuDkS2LgJk17pu8JfaKrJbN5TGVgzN/REHaIVw615TZRLNAlT29X9uMpZs4F0DuSZ39N/57xF6sMJraP1QSWx7rw+Os+eoyk1D2l3i4a5m+ew+aCSz4mFhZpn/h9y8F3oDNe2rm2Y6aN11cfRET/0xsnCOicMST7KaPYOOkMoF0/IOjmUbtAl8qg67FzqfxVzEtduc+8eA730a/t/eJZeyEULb+JOf2qyN02SrLPemfUfM5zNg4T8iaPsiESPSJvsqQOctHv9wXgYpO58xfUob9Tnw3w1FH6fjY3cuxtc3vWE+NCFf+T44K8hbApfcTYbJlfdNvAI+uaVym8LF2s6WDfht9avZeZf4ztvUw+D6Xt/m3b6Ost5bncPgQY4pnOMZ0NzVhKaU1/4wPg8A2e3+W6LPyKXvFMt5aHCNQ+pCKhKvIF6kjFjZm2r/ZJ5pP5Zfqg5q+Aobzv//iY9DO5fso7zyHCTGCFmIkuXpHLvg2ej8Mx87dIostMWY6j0VV/KdFe/8S/W9y/FJV1dvTQGepp2m7ziG35j7XZGUP0kaGfJI8c5sT4r00Z3uLFW1TVW6N6aEFggthcPdMbJHEycht8ZuZKB8KeX1zEKw5y/9d+Zaaffd251m/y0LMFjdgPVOaaPvj00ZMn7KvxNjH2Q/PNlukH8I/LPsF9wteRJ/P2Iq6n2ceL4GwnDdqkA2h67DL3RMMX9Q2+B/6QYvOR7d9qYD/fxTlPk+BhsdDLDl33/avpiRZ2/1ymP+t5GWrMpQ5zgAyaj6iTsg7yXIZ5g+cXXHM/y3OUHOvzQav0M+DBGpWSvxC/dfI/zj16XgEjMG9J/LmwAcY2xBqJtOvl3MVp6Yb/OqDN+Re8ZJ/ocSSV7d/4RBE8xPpvXcdui759gnBF2ffCmnm2iGU/BqH1d0wdwx5DL+eo67obcdKuOR91/vHXdV0j8zG876a9TeeaV50S3EnmiTQMYMg9E8T5o07eCYGy6EgY+3TlTgMObHwVxLHBTjbpYqatM4ErDGNqL3X1QiY74BrNVaMqd0hk11urvT8/9SZ+NaFIn8dmCB18uzGWsC3BqW/jIyJ443mp7kF5RU5ggy9NzNAJd/WyzlMr4/4CFd9gjjv/kWUhpH9kIcjrX27im7Pvv/9uPHHJ07+8erfXt+NceZvo3/729YYbEjiQ5GlMAvJTbtgFsotZ1EvdUb+BsDnF5C3wIV+eFDaAiGEzWWmJbuLOKkljqr4n6bPcwCPY6EcwNgW+a2I+aAniph06UbvklddT6BUZz/StE313haesP/nRJ5t333t389pr8Z6twAwsAxO6/eqvf45DdvQ9Bw+Sc/7uNPzv7mtL9VMXLB4lX1F76lRWJ5S0HfYH79gnV8zRh56RVgF3UGWLiYpgWEfkXUi56YkP4/D3l7/8ZTwZ7XaL+qryxedfbP77//tv2eDfZYv018QTRBXlrqhoDvIVbmNBIlYW2i0h8tf4+7x4lWpldiwBPmwyXmOsgUWCpMjqk1o86cXw2jyVbMpneRTfYCWNvRdUQZNKCsv0C+CpF/mMasN7cJi+9W1w5zt96NV0Kzz6kuzM+1pTIDs3B2Wf4oaCoB+VFe/M1Pi27u62/8fourDN91huUOjhWrDDDKf1jxg34QGn/0KC+ktHKvWTtoVPR358CIE441qamuxS1gi/2db5REluogGscU96z4mn8O17AjAoHPkjPZl1Xv0T/Uj6h5/tdtuDuxsXK6QERco5gLvNN+bS9TT14O3ch789xV36tl5yoVHakzmd+g3tWhp20J/1mG3cKKEBh7CHSFpXmj/KkNhI6fue4eu1tF/0m6LnwAVAd9OP+2ytN0WCR5OeyubkLIfLne+r84+99vWtO1934lqyv50VHlZ4EE8nkOjxDnMtNWx1jSfgfWFV3A6d/b0w2pWQjLn0jV6ftXghgq65bSefsHLfLJuupVOBi75uf+4xkK7DEIkXoI3ywCY7FHkZfMXfK0cVGGfBBU3Pi4zfd9qXyvIDhSduzBKn+Ia8ibFCRL5T8JqHyLk+cf5pV/Ge/wcau3HBbzdxqP4u9bK77plLbZNCa3vo/QzUnL+XsnG9SPs2TTGnlk8Wyet4CJuKEtvZXkkWAdBL3acQ/oP1sohtO3PWe4VoAtSsFxFhbAwZdY1XEJa52rG0LZe/McxwzD3GV9oDkFcJdNABjg0w9gbSrbBHoLYkzc3fF0/017dhxo3ffM3tQto+xGW0I3HeQjfXT7+TbZ3zmXzzVyyWRIQ1/+3ts2Jvbf/iQnwSxnmJfKf3BVYmG3XOhCrEU86z8JfKGOQN9Af8lH5wAOSjgEz9zzSse6e59rpfKu9hHxqf8fe0E3dvWw+ltqP+in5mfvbzu0JjBf8KdJdtu3lBeugoHxqNvqQOdouLbwNvVk9XwkAQeypXZRKiL2pubuNTb4y76dNyT0dyhm/gTQQ8/JDrTGDcVX3DSXPB8gv1YAjItOFoq0Sfmf2v1MrDFVdPkwYMXlw8jbFEHUBre3BKpvKNUeygHT4lIvwXPFAW/qVcaSmLbZLpP5xau64xO8PjB+GXfK99qWtbmeHPkd6D+wT7dl/qdYMtDfrzZoXwc6OB65xDIuNYxIk8Cj1vhj/oWurL6g8C3wWEjdHO2NjJ/HQEQt7ZQEv7hdSljH7Gvih7lPRD/ofJFVzw4nE0+Wr9YADsaG9FradubrgFUzOwwbGP9P7ZZ1sGZx+cPeJ8eAS3onlMzGWYzzC3Scjr8tbbaKvCB3Ma9LRoG4VA9PsysTAc8xSvt9Jf5H4Zn7QDP9MOdOa68EBfvrt6HnkwBUz2bcEq3WQUjugctEbmQ5dy03faOrC9+C0tsBsaBFUh4qvr9FfTnmHW8l3X8IZz/ilX4wDnEl6Xc3W56ThtmH35Ls8rY4DWvPUzhMVgRqAHpKIxY8wxnw2Z7Xw/TYmtIHvAcBTc5hhLzJIR3groCfXxqNn9eALsTQMXeRCug407rq8GPPoKjyhkKeD892wuLlV7QXnRAGKdCQF/6C4XJGzQ7G/ALTZ7XZ5QPRfaRZfGhaMVLz5Qju90hPPoqVMHXfNEzzZhnMcbb74WFd5775PNR/rG71tvvRULNmPBpiwzDhBdcP3ss8/ij6cveRLdiz/q7bJD4126mg5OMXBIRp4Wj9daSFZe8+xutFT/ZeUFr57YLIyUmEzxzaUzqyNroU2H/vCDDzf/9vN/23DgTuhfsYQ++I7373//+3jyFz0zGPVtEpVO+mHwPUMIe0zbzO9G5QETvHPIcBkHo1rAX2niZJIoQ+W2yKzdeEE+Dn//7d/+Lewq9Ktiy41Ofvu7326+/vprveGAO93zmAc8xgkxW8uMv1E6LNb7zOYvx7oxb6BQYvLKJIc4/MVq0ZOy4TXVIMByqGZYy+f0odfAV0g2yofWPgOcfRKoVn3+TKeND+4bQGRbs5lES7JIE5zitgFa9ejQ87dSOd0jmrSHyVYCvMVa6Yimgwha8PhILXGALD1v9EN8tvWHNPRLAlea61JPgHiDP+/+luble9trfQSU/3vUZ4mjdzYK6D/qGriFswf6r21sqf/uK38wQ32bdf0DD8gGC9cWxOyBgbZlLM6x96YuVKju9ubq+C60W4faYgO8t7fPoxq0CMvtQ+NFsX5qxBmHXXsd7ahhPmaZnL+j6ssrQjarxQvkl8fNFuVDxretSq9SRm87ffxQHvs6S+2D0duBHIqzgwv9lvZf8j8daPjBOuKUOWVv255/Y/+c26T/YFxSmsNZ5bPZca3N0KVQcRXc6R9yUwN4l8/96+Iqx7j8fiA3FYkiTw6WdQUbEtRl80NuIwJqK7VKWuXuBwnCbSs7Aj5nqrAD+tSinqfC+qmoDq436DfsD1kVluyvs0+Pyct+OFGc/Rf6j9oMaSVxJ5vUEONZUcfZZVlDaB0v6X+oU3it88Sh8OTEYA8nY5H5mD3hYF7VgmYZMfegn+aN4ZSFPZGW62DtIi8S/qPVUx4+RSXmsV/r93B93H6kz+vjgVOOwgfBngJlX5Q/kh+5uNUN6L1AQuCNz/SDzGvJoyB9H3TN50wv/JOUQrnNawm2r/dKxG2bMGPGXwnGzsNE738Xx4OQfzDm8xB+CJa+TbbwwOt2Q51saz2tvf5pi5mTMoJ7fo5Qe3bV4oDUzzhsCj3E9fnmGZ0V/1ImCHmVZ8G/cJCjOQV5PnChdh8OHfMSbzIePlBRxnX2EZ7EAVLSxIfw51fUU49XceMn7st8J78LeqQiOqarbYcOko+0jSXFLs8+Kg7h3Td/7Eg/LNrb3C5Marv2hj9870IP7nB5XFiSfheZ3WXdoCfAtTFgN449pZahtOMe6COLe/6XbeBIhOq3PU71OvpA/OlHbZaHmQUrsFWuqWXoCwKbckd2elp9fITakTKvy1T69ozDVYMx5pcbRcK14CBE/+ld9+Ba4edSayP8jP8uL/k0KqowsrSbmUnTtt26PHwWh8PMjLSWghWkiPkJ8yn56TgYpoLYSi3C7vN6hhK41Sj96/9Nz3S4mmfiiMgeKFfCkrWY1162hD7t17TWa7v91iH2lcArfJv3ffDHlTf+aG2afL9Mx1Do8Gsc69vLWI6nVxq4IDDO66HjlkIGMSuQLNI5CBYALpflDssuC/O5cwcp9HpjHEDDDSin9ZexuE9JWhYUHGZdQTe0biWxQcDAq8FC1tsafcmUG1LXrv11mggt1fZgmQNowVARNNwRKx027oKB/3AuGEtOSjb319zvIYZ3K4B2qKE6w5Y33l1bIZcjUd8NUySsOFVFtPRihNiD4Q43dEmOuA8DjzTOSSh8F4FtBT7fe++dOIB8863XN6+/8frm6ZOnQqr64OnkwJZ4moxXPPPN1V/96lfDN36Bd+jrOW/Xda4LWfjniaY4nNDPDTLEClUb3qhBtnPV8QfPSB20O1nB5CfXGocr3FivA94OVvZBK8JvbJaDsNTBzpn4pN5anUynY1OXVH3uxc76bKTxnd+fffqz0H3TW9oKaQ44/cpnJqk+/IVCg2/0iPX67Et87KghMLPpP5Z5r3J6TBkP+p38bC6kvBJUAyPS+i8GSPTnDikdsNkgIRJZRJvc3IjAN3/feOON8GPWI8BffPFFHIh/+eVfNJgm4/lKVt56AETm+UAj+IyC5Id2cBnQNVgXHU/9xHtxY65WzggD/q3wXMpIL65lk0yGkx3JqjwleTUSJJIltUYyrQzagwnKhLRLxqaI0m7jgT98E6EgqKrOXP0W/1HTU2RLfjNuuN0Te0Mdcg05mPgU2XtbdlsjBibCY9zIEk8pKGn1jNLg4+hZiG8IErnZVdtgLlfagTEpQ7mqPTw2GobrjJ88NyFxAjDzOFrrzWrNKvt/3T4DJLyiCV+HwtAJdPH5bn9e8d9UhI0ynaQYGHSX5Xz3XpJRoD/lqhFY4Oc4oni5eaHKFVBH/ogR/DYBzxjRahMjri17pr/sCdE/RKOziFoj9FIK4rKo3wpeI013zkr+F/3DhDPtHbtHt9KlZOhfn09etaWZb8sbDGRbyNtQZXOj13Fw97uf+I5M/SAjYzfX1teUv88XFAT4bd7EEN8Nvc/xjRsD8iYl+QPd3MNYzMKSBY8VvaTxuf3wAW03A33sb0/L9ZjXJXu27ga6bo8hc0p07V/lL+YSkMbRwU0YanL09TW7Rir+mjNFTKvLrjjhaR8PC/U7VDLcl9B+u3g+hJ9d9RGujClhqvHka/apQW4nBnrqEPrP/LU2dy3Pvu9qO/XmOh2fMc6Jr7BTofI3v57DpKjxCsY79fc79U3bMlf+8rDF9LmTPuuYF3C7To4pLkGW7faNO/Hp/Arhyyys8OQ3JW/lP9iMiRVJbDopGndhU+1C88Q8jJIPcd3Alv4N/dunRPbOn5SrsQlCxuG8di1RsVT7rznrkX2wI//reIaSrl2HfCem8tY2kkyCegxO+0wF9jBGw7Xyj04XwiL/Hf1LPwHe112wz754bzzwp/3g/2Wiaia1vf5SjjJ/7vhYxbkHRrPyqDrop9ZRaZFlUM9O+Uo/wqAJhs3UUb8eX9YOPo5CVoB7OaMPhKzu+8ao9B3zel1xVrpww3XOKhJmyS7ADa/MDUwHGXKeiW2mv4kDlUGhpptX1wGu2medB+gmFj2pcX/H/pH2A2R/OfdUW8GqeL2Jzd+0l3tefxYGlHth8NLvleETqX+ldmLG66eIhCYC1oGe3BYlu8pX9RA0UkbDcN3X/KbT14l6xfwr/h6g2mcjUMCTT9oMftBP4Wvmv0cX9Pr2KKaL7l0v/eVcq0ubgS6rjxqP88yX09lGmbJOVlF28jf7qJiGiPuvBKn59ll3dW230G4dfK24FCm8VHAavOOPKrZ74nmzRfKSdjuvny21+fWV2iVM+MlNXAbQ+InzX4AzxKz/uX0MN1+pVzyDxva5VMvyaWCepcka8glaJ8b4pDZgXQBeeODP/iJhE8PVld6Od6U3BvBPMNxohp9pAWYCk3SRPl3absWKRT+ONXFCujBoU17ok4/vee21fAgmecpy6+3Jk/v6dkPgSzeLvSfgHdrBp61aeCQSO5PkpM/Sig3a+se9c8FddHxpU2nQpX4ok35EjHG+HbBSI0NPmxzzW4pPuDS+szK6nfNmtBqnBdapIe3RYLLLtFe4Lm3VAcceSWRnW1ONuWKTkpwxDP5pxe6bDqlrjY141lLWox/EcX8rS/a1apEPb8DPbdNXAj82hH/It1mEIfQgR8ehV22kGGiux1v7hZkFnNDrGv039IfhkWU+en0pnv+XeVrQv/Xn9h7aS1jaHjAoexvLMwvvo1Oa7ZhzwRyjijxlgoIXIGR/KvzrwpPCoRPQxxgpiLt8Q+mFPsXH2H91daM3nLa3bYIn2ybpWR+eQ8BXvhUpeUg1s38WNTX+622eyryDHtplvhydPHksu5niS2XAaX7Cfo3x3+t8CZqmO/pGxBAeRJRTpi1jS0/JIKerbpvRr9Kxv5w0E1fZ/yls5LpM8ClA1CkVW7zE0iQgKr7Ya1edXF9ZpmZfW5UPyLCs6AM/bF1QtdcFaWCODwv8CQ9nj8h0TFjAJKZarudvtFvyGo6tI2HY/XIgavqHrrqi6OTaSqMIQlaeQfty5/XXOpEq8iebYs587ZvJ9sh2xEPHGkCYpD+d7kb3wmBu5B3oXnhRGH80hHTD4iMMkE7WL48OZYvGLwZhozlKz7SPG6jQzN4ZiXjgUO3pb1/ktnoaIjqGd9vF6z98ffPuu+9ufvzjH4czfuttDtlkXDKMhNHGUXi1dCh8X5onLnnSl2/Q5lOXeRgJcerQnqcGOgz1zSOOLfjB6Uhk3rQQcwIJybdIquc7leCj16OtCbRXazPbE6+5ffcd6f8nP9m8r+8so+umg6gYPzz1y6u1v/rqq3jCmsyH6LlhLjHb4VbBnozO7lI85O0dqg4Mwgky0KXZ0rbEaVtCLI4m+mFH2lT46KP348lfnojOPgeO1CP2h144BH6m789AZw6Gjfye1xgg2Tw43laRzi1p/2mHP9NHFfkKY0p0o8tMT0bNxusdGy+BRBOfbTEK2p4ycYVBpswyT6Sy12b+i/tFgFP8GxMe7AIfoP7tBYd8Iz6MpdOdOj8LIbcaC6gwtyqccKzqz0A9wIEa6uwT/bq9rWunk0Inf8iAtdhizMO5rr0s+3Ha76fd6KXPUpY37jyBpnslHId5udi+1A0MBG6uoIwDeC9YtvRNm5Q+up+jHRDFxHdAnFTEOBJjiGovtR/lnhCzOUgY2zeyHvAz20emsfew7KPkLvYeOk+WchGSdpFvYWisMqn2fItr3HhX7oZtUBlrvawvKT4zzDn7zv09CyeY1k1xcROOaChNlHtirUPbnjgWbCCoiENkydD8te3aPb2CDpEGP2RXPKY5lp4vZfyjNPvwd+1vv3LU/G8f/oeVR/8oKJb6x8Owv4janX6r/z2Gbld/ah+vY47BNsPu8z8z/FFpfHNXAfv0X5cdUW+kpg3n5wHcn7j6D2DbecORVOQNWpZifYohIPGlJ8FFMQdiCnSpG4H53Mlz3ch5q3fTxs1xKmWb+Z55nBSd87lygwlyRDk4Hjc8avussJ5rLHsRxtgSn+wvq3f2Ka2g49RtqE0gffkKwQdlC79ZfRS/Bf8OaYdOvfDrov57Lsxrb/l9+Wnx7f52Gp61WsafG+xAZYM6f1+9vpw69FXfcJZ9PiH6NSqHxPx5/tHDAe31G9fog3IUvunSZmaz6+njddgjeE242fDER1sOy0eauY/zeetf8K2N3KtSBk5WGp6vkM6+lT505pfylxMeu/+9HKlMdfC/JXNsd/qcc87b78zD0Vf7icWK8FrmtgO7mb9YZWcm8hvR4/ifneS7wugfjMwxtncFO6K5PjGA29IIUi6vKW/ubjY3z9noSxqX6uM3+lwa3/Ql+OZZ9nHcP8PnSLW976n82WyidvZv17NvKEVRP2/CYXy1nrXK4SZY5igR8A3pu/B/DuFb5IhCPwAQRBvfRE2ymNEEO4rn+A+QYb0aJ28MQ/8o8ng9O0KeM2V59+NMn1vaMaRVHTvwqN7jGhsk1Cxh0F/oTqDzltl+Dnr8zB9R9khnP449EO7vg1x76iwU2zTGIvg/b//Omzs1thWCu9d1nGmk3upB8lE7iTP/lmWUcjWFbqte3ZbLOEpvSVRqYvpB9pwsSVskrj/ZQIqffTb7Jg8fsuf+TOuQ510/TJTsQ/Lpyz5QL/9aLmud3EsWv8G/8AYLyTflcNZCxjkApwyf8vRp7p/YD8U8SAyTdn+gPvnP9UBG3PCmypg29zRxNpI3kgCVMqeMwUjwTMnDArhESP8z1IgzdHWbkbXcbh3wVrSX1YXIcWgYYamX8rf68FfaJTb20t5b+UNj2/KbJ7eth5PjfdvI2zXGYOQUmUAPNgyEpcB1Ls/tGHvCjqvx2BBE6XMzmg+u/Ym/q+67tjtKxkZuG59jPviizWdG9hBCr2x+hx0WlBHnoCJ7+iKGsT3MC1fHF6sdnomjFG+3YVG676PIBfZb+JIzwjHFk9eiiZ7/f/betd+O2lj3HZ4X2xjMLUAMrBVW9tnf//usF/u3c8g6AUIC5mqwPafP86/SI6nV3eM2x7RNguw5Wi1VlUqlqtK1u/mDr/ffe19P/b63efj2w/iu6gWL/O7YCn/nFxpoicxPP/28+fnnn2PD96uvvooNYDPpNuS+xu3AKz1Db79aV1lIjm+AyrPRljq/C/dhtmwAXejkjIaGFLio83QgqiLZ0/ZRQt/00/bZzttS7vQEkynndUIbn0By5w8vdLrxo48+2Dx69ChetU1nxQlJXn0DLvzzXWVvcvLKZ9ItoyV+aprlf9QBhUplawReetU/0z3yzoqKeVUYGOtbXBmoB1XZEsoqAsBQ2cBIAptLncZiQ/x//+//J76JTN0JpvX428ebv/y/fwk95GnoPMUTIOWn+UUG12GjoQwqRVf8kb1SjzXGg7eSCJsOyW3y47Sla9iD8MK3adLCk6VMgPyq9tRobDJqjxhmgxAMMMw7MksphZmOpUnxdcMqhT3J48bJa/hGcP2jHk7U1T5vTO9Ajo5SZj5xyqRO8mJ1R4GuCnkx9XO3FdPAqIT8BDYm3L5OogRqBmUkv9S+M0Tnd1fXy/Xvsg6Mbi/nQGIL4Ev0lVbtvx+MLKALLr6ZrSfEwt/ir4tu9dCWx7kWzK60aB+mJNutU97CxpnS8AnZ3yPvnsruuMupeDWyG3cKYbks1V9p5qvKqWGnh0otgp9DdABYxmTeQHZ9GnVi5m2auvdd16e+0Ki/1/dtNFwP+CPkeMu2kH6adMwNFbjj1yTt4Dd71BQo/i02L0SEowPYJPLMjWauKfto1hj9Fu5hqbb1DeVDJUpYlr9zd18tMyBNK6/msfiXWSM4P2W9u6QOotfJrq07iJcWpa7pDuRXi1+ocnC/eig3fZ36uh5KZxXesgegj68iDBkrOJJF+jXyD2lXKYdkh4ogu+jqXaLrP9MfAyxcjUNWL0vd0i9jiXZvgBCwO9t9LmryjdHntU3pL6Zj2cTzpo3bPlP1q7anX16RVIBVPQkdKv5F8Z47Tsnf4Wm90qFTTjzJI8dB2aicRvtiL/sV8tkgbhumqZf4MvhxmZXP1Yg5n7fjpH1W8Y/P6J9A44AMIcenVgJklfzN5N4VG7IK2YKvDMWbfnaAtxitC9foZNXFpn203yEh6wu+ERutQ+jsCzuVbytzmj5Qm9TVejTAvOa3zU5cZxhuPt722BaAs0INL++rnEImOfYhx3DOZ0yAjXJv/2OYpJS/NY3xgwYQzcMgZ40twn/gq8qcjrGFsgQegSdzzphHy0e47MzJRVbi+AlqzR/rDIxNeEX+ld6cwmHdC9lePOESk6jit0BUGGmGgyJjUIM6P2KytyWwstEHjaz72xvHqzwLJfiPOtBeCks+n2ofareF/OyyVH4PFM3ZJyi+2//C+6FyAidlXefGSpE09NvCKr9FXg2yxKrPm+UUXUF/sIc+nxt4oexJRg90fLzndZU/K2w3P96jxF522CC1kMWprvHOpjrvMalp7ZgpSOLiqckZ3NQ3p8V1sJuwRxGlvfKgSTvMkXJ0iVof0HiCJ4ftu0yXzRz4yXviyZ1tgvTevvMe+KkPID1pwHfKL8dJQZ0SlJ/82A9wx6bbr1qrYr2KQB8fby4ElnlRBMmDCfRSiLbUgxQr2Uso+6b19QbH9dsX37Y1wlc6IRDLlwq4EkVQ4UAtg1Z+HV+MhLfeW7e3ARnGfPSwzuvTbivuOlsONy+nyryQ8loE6o79usTM9l1ffqywLerA2B6rulqrsUuWfX7hpfdftWMFrvkNWYlW9sSzOyqakSrY8CJKgmwXX6JBgu08VE9lgMow27ofD5N4Z1yYGa6qvU7nF2exMcxBVgI+jfFDhM7nhs8p/oJyWtvAG0GyDt5TDpry1HlajFNK/cwjaYxtzjWe4i2ouIrY1NebCQj4x/heujI4tML4JteWIzshAifv82AANKayn75RNWERrQ+mph5Qh7X+o2/XxB9/myygm/wbph2moQxoUQ9yp+M6401p2X9MaYK9T7BFALu7FmsUd2E6fz8e+/ohA+RBiCeAnWlhWEkC4hX/mKfGhhRUyuaBBLzzB8+vE9/mNxyc2wrzkuGFIagRmHTEq0i1eO5H4l1ft4npvJwriqHJUWysUWJObvheF7KVl9q88/Y7saHGN1Xv37+vAZvSZVgMYHAU8a8zxm+++Wbz3ePvtAH8JDbb2IjjKWC3123VK/gSH/glmXzoiOZ2EfADoTeq5/Wz3lxvi5vj6VofEHL4r1KDhw/fio3fd955GE9ge4HuLAauairZN7iff/55POHq75Icz8ltYe6Wf8oA21E70qDSuXhlneJLdsIpzw8/+HDz6ONHoaPUvYfj6fMvvswnf6lVbmRUI51U1AOWvIqH0l+ZHm3S2miCetobtSd8PlfHjHmG/uL7Sil5j71mPXqeEBkKgcs3fLr/41iMdjgOdS+soG9G98KYA6WaZC2THrJi+pjB7cedzoJIuCwKpb+g6F5+wGBf+Kxjecv2gVIZFGCg/yIBmdB/RV8Xs0s2eLMB6TtiWRnbRV81mL7QoBdYXl/D850MQMHnkwi00DB3/xeRUuqU5bKtUtnXboOY5uVi/7L/mkLO7w7VwtEuGBPQw9KuzuNELOpNXWOCwILNAUPh0BP5eCYgbOZAl+GHCG7iQBnR0J+uPlH91LnQx6JvHcTWKDj7tM1WIr9nynoZn2s8mE3xu0RuKIHdCyQ3LGABfc0Wwi8twDsJvDEwEc8F10EhdHuuHZp8MSRYJb/0GzG/A2aHIuUIiD5DwPqLhQh8jxxG+p/5a2VzvAfO+eaZnh5m7jLOR+jvCa4TtBzPjPgFIiOFb6cee3UZiHLij5RASZM03d9UP1yeKB/L8muF5/qMcjo1k6bv8k5Nf6T3ssoZyz3mHl4P1SaWEfoQNCY2l6evJpoAAEAASURBVPZHelvcm9tDpcHcXm9F4kk/5oOMKTFRysnPqRS7DYSwrBzD0HkpAM+opdp3pHY/AcC4hNc/5njnQofdTfXFc72ZIDasE8ftN/oVcse6d6UoKrvPKS+Q1d4ZdlkHp/DH3QUtnE4J5tf3Y1ntvuEY9pRX89HKOyX13watuQxS5k0vpCVd2/02apVcYj8xh5BxYm07A3AY8qFhwFmXVx4ev7r6VSXglNq8wJsxFA0PufaZ4wfSHDxOogwfzHfetmvO+1iH6OpX/CLlxSuc5csuLvVKaxpfasB0m3KuNc7iIEqU6cXxbYXdQl7Wt+P9RGUk3SSWbZ/+9kTkT0SmyH7QsxMRXyWDGhC29yEJc5PfkLvqNnkgQgRPVX7qvHXnVO2bawdZb3xm+s2wpU4Y4Xko2sWXvF7vOvAandhpTc0y6q0i0CHkvCOiMQZhHHOubwcTUr6lMTXycLi8uBdrHulrksFUsQaD3/D6pMcXxu+vaTvyaoLngT4dVQuJRD1Fzvvm13o6+IXGLlyvmAcV/plb8VbYmBq54fsCSpyZCigubwQhPUmmb7V8RrjT3NNfQCkb2G9icJmZNy/pOjbji7x7fzwH/U2n3Pnss89euMPKhklHhnKGkOKkA4s6qXChiIizSC7PbSEDeqq2MUsKwXBxo1bXOq9Cr7yRs/5jrSwQZxpsxylNNYp5IQule/5M72qHdN+q3WmKQqJeXL/YUB486OwgR8XKiPvYSf2UZcUyOPl2FMg5BhGSlSQaIMBfRedtjHLdwncilpHBiNbXfchrJ6yb/LPdcE7IU6JzxQouJ1QePHhDT/g+2Lz//vubt99+W/cP4pUDgPgEm+WQ12u9avjHeN0wr9nlW79swuEA7aCsc5XFoZ1r+g45uNzqvYyYHkivNWChJ0/KBWwxZqQXp3djklYWkIyr6/iqi1pOgeHbq1tDqc+IV/Wj1GuaT7uUdi34hjccr72jDT755JGe/v0onDl8AMcfcGyy/+Mf32z+8n//svnl15+3smm6M/kVLJe/lchS5mL9OkDXbzgBlPykHKJswZGGDfGkB3E5rEroTlmoyyc+kcO1ZPNpfPMXPeWEdOALDx3kleN/+ctfNhxMIMzqV/hyAS7beu70eh3ga/qWCL7FJ7dn5Rtvga5tE54IaUMpE6Plk8w54IB2LBByLQDGtX9brVeBH09yzfhd4NO8cHV5fdokPtj3SL8tEE+wdt90+gcPyIpryAQ/J77xCzyNKvEUPSjygvrAVwzelOZXGtd6rdTf8l1j1G52HFCP8LvqP8qr4nf1r2l9ZIlvcEgf6t6jzeKVDjaZ/Up2pfTT7c99teXGoRzrJJ12nJ4sm8BkWD6z8nYkrMqj4Ln8HWTqq50ncJ1cKn+1/g2StrfdjPZnqFU+iq2u5kPA7VSI7aqzy1xq163lgLhQP5L9FJo3IMI/F79EfnszTG3lGDPsLA/kLhT3HvYJLnrEhnd8R7jAYb8eV6Qs8pSnJ1xLTwwBR/44Dun56+Xap3fs7R8tcvRYEETLjnL2ol/1rxsnmIOVdnL2sVfLYOTP6f5mLPTDoltzR5E6FtiKRubYNkmqy0izASq2VJ9a/w6ywJkf55j2mO78tWvgqRx5+gAZ8U3X+OQ7zVfG9kpGIDWvhyde/YczytU0JskiZrGSv238sIg/IVZuluS7BLckc8ExByNYh+PGPys4zp5c7TOKmsT5oQKQh0pbH2I73vBmARYvJBf6EUKtd1kEdRp81jwlgpN/QAhX/2PxRAurkSKHQz6HkaAckpe5nUtpGWN6HswBlAAASXVwn8ft1DqzTyS9D+Zj0r9TrsiWKUqAB+/wrDu/zpYM+xHrEfRcT1+BI31r2FcP1ogc0tZLNNbK30V3DY8ylnCB79O34Xc0LEvL0fdqpa42ah81HJKO/L6cDmoSdfn7wE4Q86byU54AXwDZmlTHp0P5tmfXrtV3K7nDM13/gpnf35R9YQDiyXZhPTdfAd7zPKPT9TcA83YAJWkLONomuh4Zq+UHCGMAnvpjbYZ0TMb506dfEhYc5ALMc80fzrXJbCtDbs4DznSIE3zPXJQ1tniVvQ5t41dyzQ0ouJTfYDHL/jHSUs8irchgbB/T395/Np/U/LjKLDShMdJdpAenxQHVcmFfoeFbkzJ90o4B2HhJiP1+XZ71pMeK/tENUjKsR3mbPp6461/AlvszZy5de13s8we97LP6eK1HbefM7dOnvJOPjk7lZnkbz2Wsp7u/GwRlRF9dv6E+1X8Ybri6XxqS263omjeu8M2f0+xfJ/rS4ZiQ68uhjtBF8cnV6YYbry7TV+e38jMlD4s4N6/Z1xPHp+TBcHwIf325OX5p4w9oJ33sO9cPZ+VJBgTrZaxDhm5I0znUErnSAI1FVFj+lbTUC9VdWVfXvNXO0BUg+HvO5oa+EZqB8nboQENfjU3aSVBznR1R57yNI6delmAvymrQy7GUo+6t81Fm2sl2OinzCrOgpzVviIx1HLJndR7zwbdcuM7p7fC/I8HhnnYc6aeKyoeqCZfbmbadljuQ7W6X9KBl2/5cjvXM96kzDT5j0LR+J/30D9gdoaSpIunHSE854rcsQ+rtugcaUGEqpoNONtsxXlytl50uQcP0gMl4kRPwgs31WHxj07vwI8gz+NGbTeLAauGhlI/v4TXQ7c21yXG4jozW31hDoZ7Y/YKjRjr0L9Qsvj0c99ylnjPrurp6Ft9G7utDnfA5rn++aQki8Jr8Ap8yXNo/oeSp3ngerozFcK76R3nKbTIFdEonxgkhX+qRPAa8RobWpWldlviDbgmlfXtcDuXl+rtKl1zx3dYn0zb62nWE8xPTa/C70qf0Uu97HFtJnxZxELMhEdgNQrb2hIAXgzNxztQEeLiJcQ/C1QQcG9GSYBiSTFUNqerQyEzOCZRd7CQTXv5vyLBUMR6WGViIBooRRQJ5gaFfBBhQbuWW8hBbcztZzNt64vfRoz/G5u8b99+IQQ4yDQexoBq83vm777/VU78/xLd+o/63wvEOovZ84hFHl6yiJS3E6UPVmFceoDM25hBED9hQXnqMNul14b/+6zNtAL+jDfl72RYDR0wsv/76681XX36tjeAnof/VlgfY38pttSHZfbRjOAFVrYzEud67dxl+4IMPPtj8x3/8Rzz5GypA+8sPMLnmW7/Ixpu/+9Y//Mlrog89z9TLau701GlOvxeNR3l4vdJhbtbkZldPKhhw3Ea4DfrIyZtB8HxHJ/VtU7nokzWhs+UVboTQue4aifqBv2PqPu2Ig7BJ/stdU9ckRwkZOaIqGjKWfjp7mJRyqbrsN770qg+r3aENhCNBV53FL9c+HRTyR8V/zaQ44Ve8pTlKd4rPWmVX9Vp1NSv17nXLertK/xYz+rLr+Sh8Nnwr4IMJ/nZo3Oz46evWNznjPodIL7eUBQ5/lzopTyCt/yONfNvx6HPIM6+GAef3sIcE1NRMEN0397bKm2XOy0bJHpR+B5EEbDuvnzDSpm/Kl7x8kigXJswO7rNtz7ZTehMWXkh/IZ3SDNAocY304nMmGeUm6XGTeHwyxYEFB1GV3Bk3iRmVgd4Cc0dP9UUaeOrkXA4em0XVQ9sKfFff5VO3MnSb9BWkTeyqIBxaZivn99hNJBBtJwIvS/4ux+XehPfXDZchEaYQm78Dc+M4KuXQnITQtgf1NxznuXqBfWrsMSKocPoqDnj4bSPIOJ4c9iRhoQT4iD/lhRk3lgLa7eTrSIJFXfwZfsZjwsuLy3ziRsBJPydtLKSymBjw8gJ3wi+NFKf3dS2jJI9ynEKrDlHXMvZWZso5oZbqsGsY2+gPgmkZe8XMxxIPexEYgKCD+H5LYbHtBj22nH5L9Rp5PVUbj3SX7i0vX5dg1tK8luLDD2nHucbQxij4BfwIbzlRUJz78DVx2CTzKT/Tpw3qNmcYkjnR+09Zgr7+xsAahs6kLAbKO9ObEXjjGYEn+kjzWCuRoGkj8XVeTsLu+jU+cMfRsIxcEvJy2uthy/Qd6g9OtMbmer5O19uWM23aB9r3+NDG86YT5Er70Hc5nTKyaNnSQoFTOHic8rmAslfSWN8RiXINY59CHV7oYMcz1ii1+cXapZdhgWW9o9aiyJN0Dqj1cxxpKgIIE2dsRGDe5UM9vpJeyBReVPcQEpvNZ3V9BTj7D/MKID6M/Sz7x4TLuVsU39WRvKUQvCpDFraUvXda1nlf8PTVfdvvi/m6wSFngtux1yt0I74BDAALXVa4RNCpRs9ESVgJbcK+7P040OnAGHMcU/dlGq6/ugKTNAbEUmJObSZ+Kgf3z5/LcMSUJxPb1AZc6HsA3pdxyriFngqVyuUTlbnhm2k8jfaqAgMGbJsBCk+Yvvvuu7Hp+9abb+uVI+WcgISZ329sUsW4eaUzfzzp+91338W3fnEIS2178ILqykkay6ka6UxRijuXswQmsqUXHMiBr/Ch1Fftz8TvOjbJOmUtBbgOtZyS7oGXTygFYTN19HXogsQ0Dp5XbdMmf/7znzdvvvlm2ConhZC95fnrr7/q6dbvtLn5WE///kOnc3S6WCeL1WJRf9djf9bMy+3q5DJfWTZ5fbOyqUmOB8UeEnMY4ble5ce3kD/99JN4Yr3WU01K27Hpi1zYBB7bssISQUG6UDWiRrpMRZslTNO33YXPPAZxgajrgqwmfiy+pZl1l9bHAgKLizqnmlQEvy249StMOaFmfavpJ46M9KmfdSQGbvGEQPI+2xhc4AV8y4jsoKWF3OsYPLEAQxpywgcnAdIcXDb38fSvxWa/ZMCbXot8b0rmcPyupbt6H05najfg+wSg3JRCCo4HrRiQ9oGcF2rc4EQ39ImxAF8HF/TpARX9OsMS3qGxFPr2WsrvdYH8XfBLNHalVbYNiG0Gv52snbfPFR0WXK13p6v7oG+DGeVRYYt+2yZq+hBxjcbWqPedMbksb64OpGpb0CatXVJvIq34Lvx9y08fB5+tKI0LBRubkHpa0OVy7f9YhA27l3Rj7KU642MI5HlSkynbf3tYfFjP3yImZQXPy+OkRZxXkOh6WIZmoaY7QVe1WhygqZNQpeGu0X3e3OMQuLsUy8A7rubL/Bjc6b4/6Bq+eD+MvtxWJpJQaFVeJdbjA9RorKLkoe1Cexf+mL9O9bCc+GQNKLUdMZx5H7BKtfgXvwllBqd87NlP8yCXtriAnHJcSv04UDLWk/sxjTKW0nqZ+wAdT/t6EyXSVD64sREM7fhuRHJ9pbFnnr6vXk++I8cWazLBN8mNhb/hGkF0mReOc2QVHDZ0bedUwG90KfK/CY2UW7aLx21L8l0sY9/yDTeMyxdpOhGcEX68N+wNrtabaD90wrSWynfegddRnvXecjmQ3isD3yoTbB3dn3NnG4z1EtoQWyl2MoeeprB+FZs06oRoG/wJxUwC6wM87y930swLX5aH1fwdUOs3uPFEjnjgGm+4EN0ybAjS1ou4KT9L7cZ8LUd2CUQZpgMNngKKxVjRf/b8Wc71z42Bf1G/GpVqgnuObBSyPObP6VxSjq68r8jEuOlP271pJG/j7+j/m+wSstKxbzOBwl+7bbw4zVdoUI9Kyxlcrf8L6LPxd8XL9YR8ukryE28j7apvBWefNdBKfmvELTsFsn7N+BjkNMXq7qocRkF3MLcSdX2OL3dr++7kuZRf9VeKUOM7kXcCtPZYULCCHbpRlM3wvgJCPF8lat9iWviOtC/02/OF3scIO0thAdCBA2hFL2o5C3qCDtcxhXDte7jyd66xC3vAGfTUoJqQ+Yt9TLzRAN6V8fwZr5ZmLAQdeMk5lLF9He2G9JBP3yaq/hJc0pjrEbxST/PvuOse6bPBkjnK61H2a5uiDj3/U9Jxl/XJdk0fKPnwGbbaLvN6LZA5OsmygQC8Wkbcp/yI3SykDKANnabDo89vpXQ62xKPillf3I7z++1k65O00R4e0zedov90jUZKbvuUMbo4hzRMjxvwpf13qE9Di/GpdSXll23JGkWnTsLAXu9oHMB6eK6tZVtfa3M4ghBirQh2xQd+hcNllh2s8UaUGMcAqMAveyFaLYkxR93fWK1AytD652vyjJ+Bb/OYexXcnwffub5nWK4JG6yUH+ZHShdT+oqcmNN/2bol1ENujRdbzvElghTfRT3T37Y2hYc+uE59Wo2X9jVM8C/0nD+yVmdOc51nbR5Y6c0ijImTn1H3XSYohpmh14TkI3W30NPc2XYR3wA2EV8pgH6HyvhJskpvn0g/2aqCEGKRfF+BXeQMa94CXoKh2ZCPVCQcHel0UOfSliudbmJDj74BPNMI3Ff6kw0wssCrPZ6Xxh7zlu6jSYverg92C2ZPt+CMMkE+cXpEV14r/OGHH+oJ0zf0VOU9yW/aCUO1x+eVul9++WVssPHqYQYS5HuSNPJvs3D6zq6i1yUj7XUdSwIJx5OLs7EAI93EqYQMNSJjoJNOR5BFVuUylAhtAyyVM4Afe6v2uH//UhubH2345vKbb+YT2MiXQLsRZ9P9+++/Vxv8Y/Prr7xa6mnJBy75NE5k7PVzi/Xaq/xlILWQaqR6Kztrlnyy+ftf//Un6ewbxd49YNlsfnnyy+avf/3rhteRo5/TgfZyOb+FVNpUKlBC8y3oBUsJPt0V31q9oxPwLC/YnozY0EzoxlfbDoTqPKOnah76tEPiFV+VZ9RC6AbtmZC/o9773v1aPknkThrfhk1x7TpgJXiB1/h9GQfH4b/yfTD2iRFu185b95/t9FxPYlxfUv+0YZbQiIcaB4i0lNONOruCrHMzOAeItI1exDlfID9UIlV/QFzU0EMp3jp8jtNpq5095u3zUn1OG9Z2SUeXb9viio9u4zYUA31JXcW79SHgol+Hn3zK2idesWXy/Qft0Cv6ejKhK3IXMWEBtuWvjWH6spNGn7IrHkqugordcZtM7kKs+b1/3Tn+q1iHRTxZ9OSjx+ZVtM5f87sNPnUWPwCOxBwT2JZ/+hjyKVLOsd2OIpqe7QD8PbtKwPJtdl/0uUKcJrJmX07n+vTp09mYjjaNcR79TVnkwCeQ5gNI6CO6HPNc0aEufBqCQJ7+K5J9E+V4ch8A3c+5TsPjl3mKECIxjxB88pivqibuuVGiyr+VQxHX4XNy7hFldrQjKty1cCu6a99EoUUetfw+r1pZzT1NpC+jj5+G+utB5RXWK3z3Fp16NQJqOo4nkdlFuOnorI0/ZaHFntfq12CbL3tR2smHT7BjDrBhd+PBk94W7X+4+m+t3BgLYGcrOoHPunf3XqAzHk7Z2L+kvzHtM68Iix684tXS97Q6GTZ7ySLokkg9+7GX64S6sHxXZeQGqjxP6biM1qqZsgxl6Fu+inn6glCD7kDavNReVqfiuKc5L/GglCpzYfXxg4isA/vzLkCsjy9PWJ9FVgr9Ok/OfnkRNBKBP1VbZSnYzakopt3YGjhyItrFhrjav7T65UM355c8bac3GQkmhheFoRiVyCA5CGc6iZses08j7nuuWS/XTHkSLTbvB32IE4D1q+qTNnzmQREeuGj+w/UCqo/nHcOvMjRKMjf4Dd4X6nMDkjdGFTuSKTLmOq3/jYkfSMDtDFry4nY+kNAAbr+PrrRAXZfo37ZvaBzsHzuOp9qetO+k7sfR25/fZUh4qA+ddSDwyfyiD374knTsOEPyfVeHZi8v75ZBkVqRpvTkQ/Mk1tlRaPx/6nVeTZ/yel1zOjQgJXHFag0k820q+Sp8m8cdHcwnWL7m0Z/exPOSF+XLgeSGKpRT33JkkzA9HeKTEBUTnhYF8LpqxciGd/7MzwTnxje9bvTx4wjHeL1DPYTn0W6RKUPNaGr9RC+TnQ+TY8SbWh4nB1GAsmDjs4ne2fZ9x5eQW2VrrHQmwNU0GrYgLiqR8mA0BqNon8JYLqnx3U+dKFC3VPlOetqAFMCVak9FrWRBaPaT9Mfk9YFPgXRdC38NHyVVGCbOwYMsknOldy/btIZToFm3gY8BH5L9wh/3u0LIsLADbJx2Eb8smPBUKR39gwdvxTd9eXUuT5mS7jZJuTW+uH/2VK8g0GnUJz8/2Xzx5Rd66vef8c1ZFksJ4E7xIzl+4J+8ZsaqkxdnLE+DL9TfWXGd5aNRRcOgVfJ9AjY0Dp+jJyP5lqzTTVPLMXoqUHdFXrX9VWdCnIipPGoboqRHZkK0KPCTu4Ub8+8BbgGxg8Lz8RQ2rzNm87fJNAd85+d3N09/fbr58afvN3/7299iAx57oV7hHMUALUdnke2ouHg2nRlHtW4lx/zNAPdMqPJfg0+5zsxnAO/55btr8c1BTnSLX57cvqtDCp98/Mnm/T+8v7l7Vx2adICmubi4q6fSf9n8+P3jzX//93+Hzoc/6fxR6OKsHQcGbuvW8j2g/NrxV+WEOXQefVZro9vR6Kl94VvwjegYDjF6AwCUVsrFey4G89fnKy2gO13p2d/pnzq8xTKV2Lc3MD193amOqTcz/JF25X86KMIvBM0zFoabr2qTnihVP7Zg9KmVqfOzs6KXEkY2U8+LfxK5+q2OjrZ9Vt+PLtGOtFrfxtsEttZ/pX0nwOWm0lzKXE7rZbME0bcnCwthcyxSiS0W4s3dC00s8VyW27UE5rEIsrOYYtG8iJHydpU/yVf9cjDlUiGwxPWKmlmmR8ipl8NyiUNqX4bYjSc9AqRUPhVqQOK2VMi89hBO62hXvpxn+E5ETprYd4E3G3c82yjAla4BTETXvk0M16cBmn0Z3kmMsGuoehn27IyBPL5ogUmQa0j7Nm2ujqOAHDRg7HWuPoFhyIV8ZOQXPaU8wzsOX4Q+3cXZhySA/UfNVUQajpxQcsnPNChbdwHoOhqrv07k32ecON5POIh7E7j/BulSkYw78j92nhDZ3WLZCvRRBC6jvkXGjh8JADp8/9myzqcSRE5tW+UjoCpHO46BNLCGCd6GfPuhZLZlWhb20abRILbHQkYBMurHgNfZ6CTHgi3ysw4ZxvLwfQq+3p0sEk/WBbUiPfhZ4xm4Xe29K3/gfJT7KAfAY8OVhi46gO2izzoiKV5zXHBHfRBvjnII3VeVtJ0b/gVVpSxqWcuAntvBiLrGPA5AySGygav1YiHXb9WCqsCYnIoywzIOLMNfcS+Rj7+IEHR4cgcZM08p6QXKl+BTsJVPZ3C1cRS+fduD9O3X9L+DqO2b5UOKcadtsYOcR6sc5lk1pdKvKS0y4m+DBWuEb5Qytic+oif4GjdUXH2QQyzKFblXvVwqv5aJ/JrOmc7S1W1Zx/6l/Zxey1tCdhq8lbjfxHBe6EihDBVXu+hJ4jE3pf7mEz2v4zmUq8x7Mx/u9MYNreVER0x5VVaFv57NJdkew+MNcOC7LaomIbeFr14TIffs7FJP4cinhO1SXyqUC5v0KefU18mRm/rBkzqkMzp2CDnKd1DOHR506Oa0QIWuMldW5FoPQ+hXn72BXtJg0+gKRyO65rXSFk3ogUuer/b31vWd9lUIjvShNwnj/SSTuhT4WZsPdAY836aPFR0GWQopdUVUffKcnpnIp1c0bpudB8zsZ4B3ftXfkjDj34AHXEeaPepAv/r3IqbZuKDIoyex1q8EzFD22VBeT2cJfpZv/OqHgEj9zGvqf9Wf8Bepj0mrtIvFj+OqPDpxVurOhKpvgoyyd6hZD7+TeAFInYRH6jN9Q1FuVACYbyDQCy2rn2G+EzyF7etQOm8gkEHaz6Ss8gAH/jTvU06NT82bmE8tdPDQdwi7UBNwyIW/a745rCBPpTHKC61hN1jSPS/iTUrP9aQyZouvY51JVUzKxMPuwFgK8lSM0SY6sQSXfgG4Vq8RrujSsL46Qq3eWz9XAVpG8oC/xc+09N90bLAl/H6GNAiPR7JfsC4cXnm39diOfduiizM/HmNnOCr8IPwu+M0KTmKtOP1Kg6PMsVzD+2r+sp4N1+M35wOfLGiuG2IosBaNCQ7XSf+DfVc+B0DdYhZx0KC2xRxmPQV+zL/GLvqGLw9jeD0Tuws/UuSaZXEw/nJzzrgl6pH+J8cHHAbRep38CPfRXoJhbELfg3sJiUNPgmE2RYBOyuwi9lSY9xAo++LeXcku4WgXaLh9+MQO+1bcA8I30J0XBPQTecV/hBiVlk8ii289GBpFSa9pp+BXkXwQEApuN+WFDLJO5Owb2DaPT9hlFQa05Uabtr9QBr02n0mMx19QLtqRP7z89mC7ZV/oKmSv+tFGIV+9uQqhZSEIEMFAOg0506nNoYYt+EUhdMwm/0pYroI7FHgIxjrUiIZG0mFIZhJa3BaY4HuEfw3uo9mkuE+1BHGpTtWBjRo6czpZuSQnr15tYAAUe1nqzwv+tO2QzTvvvBOvEmaD8c03H0bcp1lZNPGAYokBXvP8/Q/fbx5/+zg2fq0/S7BLaa6dr0swkVY7oFWI7RkFPyZLQKpAytSQIfW8MIADSBWTnPRelDvnMjFgMQaFhXGSUpFpUXDzecCAAbpLgba5vLwnfs42j/744ebd997dvPf+O8Fzcg9WvlqBp36/+OILvdL4a736+YdY7GIDlLEde304Phak6LjwKddY/yGh1utAvEPKOBKWtvn16a+b9957T5u/f9x88unHsYif7ZL+5JleXfP113/f/F2HFOg43HkgY/5eSrBDPXFh1k3qEYON6FtSr6OoTvfxLXR+V1fZieerExk4WwZlIhXd9WkY3e2fep+03DFu58T41KEY8h78Z7sLR+2CDFOO0NIyC4+cRiiDGZFFTbIJLau8L4DOrLf7R1SmdbC2wwo2DDgYx/enuNrOT0FrTxrx1JWUhO+yXenJdKSrHjCulrf9NvoboSyc8TQ7r4WJgy7aTMNXE+q4KW93/NLmha7rv4//TuZ20D4g+9T0Dij6JqCx1lLkbvVtFnI8Zfu1nkL4qZxRlUZm4iHTi9cdYaT2H82vv9CiHROL9PWYWuNuLMNPA8rqVWyOhZmE9TiOg0vcNLxYwT1vUHE6/OfEAyHlH1XIBUdyRSdnNzHhse66HCC2BcsfeEaMhOVxyjYqu/Iss6TfQ7NQyAYZoU6097Afy6+ndWjc9r4Nj/7Hs4rd4+Pt+rGtnN/zOgnYj3ZJS9G0gblOLcGeJA0f61DjOgvu5Be8MQfbLEean0t5Qn/S1kG1XdInpbuZzjeBSdsXUclBuSRlYAMhyrJGUlbJCjBBK4v+D7hev31INfo6Ob3YtAlijX7n2lzixA/VxMJTw2w589i2/hFHhgO23wWW4Pu8s8x6n5g5+/x25fdzrX1QbwNGekO74Kdpyv1kuIuRZbntwjo23/yDT9tUfT2W4Mnxch4S/qGjvY//7sCPj9o3LBlUR9V67aQ1/WZs4E9dxHqKxiM5B8NOUr/zjQIsoCrpDvMPfIWcwaBgXo+jrCwf/PQncSA6/IuSFO5IYFQBH8P8PxdCEzYOAgsmN4C1SRPOZmq3lMFfHJ6p5QXpyU8uiENrkrzzZpRfWtROtNMBSDiINxd518jaNsnfVcGhsdZIrvWP1Y+uIS6lp/5kDvE9eVgitZDGU+/eN/NnB2bjS9dn4N9yPVQvpmwg874NyJ3q6RRed8HP6eRgPd1Vj9H+jTfjb5aAD54lzhME46firIvYOPV9wZN9ECk+C1tnQyc3ZPxZjDwg4k0ansabuzjkto0ZyksQxkDdebnglzp7zVjHXDZXF5p/yf8hG3jXzCjiAPNZqKvwO153ChL1Bzx4Jewvy4r+iiKq36iur4gTZGad5Dpv65szFvRRF8pSvT2ebZSbMHp+Wn4fy76pTzk2nvVFUZdC42nMtbwO0zfTOx3/I1/cp/wyB1M/PtjG5dtj/Uw2JnrXMT9hPqS30PKZidKXoDeY6XP9O3uWPoWy8R/sVRFirCamLHe6gugvQjdEXlcs2ZIKJP0Yvvm1zAkO2bxQoJemD3K/wyY0ayz4h9glK+VePXsaYxVw8BuMuYAhIDvqGnWhMifuI6KQxR8E4AAv6c+ccujVeun2h7osL8jwoAzBcoqblR8gQ59gR+hwdsFAj8BHnRlUxinmSKHRBaQTPUw8Jca6yMoC1PaBuRAtAw8Ugub+P+6woBNP/TyHv6ZKoURBjmq5MATDk8wa3EqRzuJD9w1n/9JvG1L8oeA0XhlA5cBpWpc1LvZpbOMiDxUl47nQa53vbR4+fKhv+74bT/piULwydwx9J0ycTd9vv/1Gf4/1iuFf4bzqCe1A58+Vv6MDcjhCV2wcUUkqSihGEfGBJRaU4/tegsGZBbhm9nES5ppTd6Lh0S+6V2hl3UxMrVcGKfG9h6By5E9pf+yOQwFszr///vvRRryGe5QJhwR+/OHHzd+++DJe/fzTj09klzpNI9xYKNKrWc7U1kjCmycacgVz1CUcqNp0HGRx8mb6ZE2R5ZHVuika8g49LPJ3O3DKhvDeOw83H3/04eaDDz8om7/4hwx0ArwK+6uvvtp8o2/+EnrdJG56iQHAsv7N4CpCiVgl+nRsQff0Ofs82dWjEu+ftFo8aVt0BnNL8TAZYJkgWl32WCjKnrB//vCJ2S8iJwYBbt+03YJxokvvc83MdtK1vYfBf+Ozb8Nsa+ovCawSzjZP2KAT8KCkHYCIHVxJdiyK4MdK8WE7ufDChAldBI0GhYjuy+bjMe2LVkBjGrJd+jT0P2EzlbJ6efSwx8RTPtRt7g+Oobc3jgyDAWeKQHJAF8tMAqm4DfJ0Xq9L+Gxpr5J4gtqnB10uT7fQLn2YyEvlZJ3RmYSb5CvV4xrTsL9J/0hrCE+8j3iG3+ta/AOw8SR+tcV17NQFZJP6vA65R07xH0CmjhOZys16Fzo/kHT3SHIfH8D2us32SNA1mTLBxL+limCrupcOwbH5C5ioQ+YrJ4giLg63UY5lWErLur/Q69VqULsW+zYv4I08Og9/AU3fQ6bBomvoKlfBMMaApXIFDjzGttQt3kqiOuU4UGVSX4F7oTVo80OngtD30BnAjwnIlnKRN5UIPuCVHRCF2PyFj7jJNKKCiMMZ9DdilKT14LFep4vrwCVHPKS/ZXyT5VreIcvCCj2O03fSvAGA250r5bnMMT2KoJ6uc1emcZxk3H3bt8IXAqv0XADXno9D5N/TGOMr9evBcqFI42/NKeMJRHR4V/nO73nuia7Escu0dx/sSsBz+gd0u+gKb5UhoOv4fm+6xmYMWlbgsOU4aCwg0q66A5X0U4QYd0FYvOYbPtAL3QqhtlOCirK0lKL7egm1mFjQw9KyPQXL2ER14t41yjrmk0IFYVqWE3Wlz4zydAl2q1yZG6QMFNkvGFfQ8TQRWDVt6g+p96iT+xViqCIw3+57tVwrX/siHg9X23gnif3rVGkWRbQPztdVUdAOPwuIcD12DJ8evj3bvKguUDcLyNkyX6REnbfrWfr07AM9rrDu+EkJ32MbBPf/cXPsj2yKt8VBEzn5KekkVxzAAbTT78BbzjOYjzJHv37qJ244nCYr1uFHujHgrliI1fVFrEEoKnu/e86rX7N9OfRIoP6yMMHlxk72tY05lZg34UskI4s8yjEN1VQDo9ggjo3nRIHvoK8rPDVZ4z8yjzTrZJ8Phbgv9lbXRwS/LZjWEozLGstJ2Gz/VsElCrvTqj0FqOu8nefdVPeHcN1GOaylzylbDvOcY1NS1Q6n22SZ/Z3rcAgfiYP8s/xRLpWW/fpWn1OhD4r0ZVIn+54lIj0s+WOdl7xHHsIv1LoJpywrbKvHkRmuBt5CqNUbCg0YuYQoP3lyvwBNfEV6182dp3p6V2/KC39A3qjrKXf8Q9Q74AAnsspKmRskwGW8YTFhmzxyfMwGMOzK49YnmxMSfvEtWQeX1PCd0upIXrjtltVis3q1rENiTafnWMgnZESFtjXUHHWeslf/6TZt6LS1ZeSrc0fddPpNriHz0LeiT4vEOt+h9mQPKb8pu0WBFuhk3STazgbdHrbJfvxySH1dD/q1/dZUqFP2gVNWR/uRXLrqh6imCOXOQCM+2Znn+jSbAHY/GcYyhqA79wLhCOyBxF6B/AX5lJNlafRQ2IlS+BGs+36Q2S989gx8piTGSxox9VHlubKXcXGuMY/sHFkzZiG0B23ilhRH4no2M2iNyQpP7Gdcsa8HKdubNoa9h8l6TPL3LOoTYxy1L+MvePA9dXW7k55h2m6ktbwCsuVi+eUDC/LLOtVrfK5mdwuJxay+r4i2kp8ISR5LUKWc00B63a20uc4l4+lTlIvXYSFoKwKNzGR31i6L7L68RPiLvr/oTw5me8ORoATg5n15nO1XEkrBnzfpiLOA8PyEm9Yo5b37d+NVwu+9+97mjQf34tu+d++y0cEyGUqehkn5fXjy5El8M/W7736IDWCMiD8/KYz+MfngPIYNy/gjrZpOo4X1OuX2r2mYKmdSP/FR6k2H4g+es1hsAz41Z71M4Km/p6wHDx7U7y/zZCsDMzu2nhe+t8yTv989/j6cSnaOPcS0HcmhnbJubfJW5VJQbe89pVcZx0FvCx8/+njz8Scfx0QZOMuU2v/000+b//N//m8cWHD6Nlq3kZfypA7TDu42ysI3U+/YSJDPq6d2VbT7CeTggU5+3zY7cb9q6Db4OoTmrvY+hNYxsB7kIKfYCFYfiN1YfrxeG0vitScxeAp/IlmrQ97HpeVkam6b23gd/ept6ZL1Yhsvp8pLvxfaWkmSFvLRSK/aK323FJs2ILifDD1m7VywvFITzWcDnwCd6PMnvj6ybvxzanuGHnoD59kD35jFf0kCOeHL9qWC+DqZ5ix4QtgyEocRYP+qxtQRJi7lJHwMIgtWDIylQ6IfOik9wi+gc/1fK4NJUI6j+jTi8SojNSzfBWX6k90ZPgSf3Pr/eAOJDl8Cw8E0yl0NxfdUnzTQWsU7IsPj/S3cHEF1N4rrj4x+a6FvV3h3Xfp6tHpN67cE2+P9K8Sb7U7rfht183hi7JtDn7GxotixsRLs0K83X4w/ST9g7tTPeK9VgBMfVG7KWeoYa9NX09Zu713qbDiX5mu6g2TW/bTpwiPjj153+rhpcH2ud0leFwbD5yitp93DLsYFzL9pPW6/HRd5edmJqnQstE8rP+Oib8OU7QzkNUlA/1H27Id6vl8Gg2s6Stnwktr+MjgZy6B/ZuOjS9+xkbCtLlCxzbpS2BAhDprQBBrHQiMeCZA55dNxwpNt/6JXqcqDJHwstoKHDTJeEIzGHjwZQ7Almh/YRpaMm1v7ZtmoMc3vMXUQ0I95Hcc00DRdz5PAsY8lj3jmmdry1Qv4LTd5avenjc3HhXP66estwXn+7yn7SyB1Db+yP477WmOAi47eVkBfm03cVinb6dqefHgM6FNVOevnBsB22bihBMXl257r7XjhGzQ48jjG8uBgCnxwj29hI2NX8BuT7Fcox+1nutQOPpSjMimBT2Lkwdykz0yNMUq5K+t/rIHyZ3mR22jqpgzwRjs3vGF9dXqWcppfJL1v22Xb7Au9zN9t1GGppFPwCt2b1XaJs9Oluc/bRTH0q4wFluRi/Zv3b7sor+e7HOzGtmt7Xcday8k+PO0Sgstaa7sdqVjnsKOM0+dPW7ZsqWglQ/5G3xxO2eZgitVUwrk+hcG3xuPNa6KVb0GJrPhZ5qrlO+aS481NbG6UQJk82Aif5pX1H/Pv8Qtp7GetyQFyxnfcr8Ef2zjaPlho3Ls8cAnWD+IjPmmnDpSPLHo+qE8E5eFtCXcePfpEb5HJ5uEpwtjVL4uuKQDt+OvR8BjgCSEGriAWTVx8Qq1fVKOUbYGTL1tCMC2Gk90pYLS7Oqg43YQyUQ9d2QzmI/WckuwFMMV+BXdFLjQMfKaBuP654ZdPlmlTdYulY3c+FeETorQPgSuvAuZJUp4g/ejDj/Sd1LvR2TKwj82NQTHA8ytyecKXDTReMfz48WPFf40+Fn5RXNodeVvWV/EqxjwZAh3Lu14FG22nCY0D/IuTuK31cCbXTn9Mp8+exPfRnwlC3jB5ilcZqKzQMSUju3QKWY+dZUNqn/Klv/HggeodJhg6yuY/g6w78SrjDz/8ML7BzEZwkBUOfMEDfPGaZzZ/v/7669k3lwOh/IReSbQsWaR+ZQY0oMUfzg9HTFisYyeTXfVbxM8i9/q17Efgni4yQ3s4s/Dmm29u/vy/Ptu8/fDd0HNegYUcqSu6++3jHzZfSU4//vij6qnXQ+gPWq6/ZYJ8CH05kcBPp381bS2yo/2Ntk89efJ37BzudE+aQAvf1gf7CR+AoRzTiLrKvWTZigg3rRBdkG7Fxln6SH97wXyyJDEJ1LOTizzUJDtvoIs9yUcoAVqL8u0xB/m5/B5kFu/4qPQHOjMcJVTa2IEBOlqRJDpiWzLEV7K5O68n2Jxkfc7EpPg127XJ+mr+atlkqMx4AtZA3dVw+EXjku12Nz+G69ukI1OjbteaMESg05fjbNNfyjMMV8P1aX181CPg4ySb+4OQd0hPMgcz+0b1KEGG/qrnYcl+YzhT5MVpU0xkGJv2LIX8z+KD70ru2t846EZyhMmkpsy0YJe+dXSnhZe7gm/5uY7j/SLulkTriUGsL76fXQuf9ofOH/kZ5VT77R1yGNvf9Pe9jnxVvD3lC3zqlVvUFHKCEGNIkqiHaFr+JOXBgtQGxjx+XTR5Y7DPtb60fMrNfreltRjlIesz+ZqnT5mokMfP4H8DRa9M5zAmY5fO/87LDODtPzvkt+zfC0lwS7tXPdheWubWMunD0qLyCULJR31RWlpXhqJ9e5ScvKzoHbLEjtf4qvQqLxOqzdes0K/4Rit03I5Oxu/OYJ3Zlz2UM9pd/wS40fur/bvxnLdYdl+uAYfynVyvSzhkFrzFcnucDg5LiCfd41M3WcIin5lVAKbjHcobcUYeenTzGWnia8StPt9+vvDbw+E/6rArDXRShIi2+1IG+PBF/8UC5sXFpcaoeuqvKLn9hXoq4eZkHSIuF9z862i3UgIuYafy6UBKNO3M8xoSGQtHPxm85LwggZtdWm7WP3BakBz1YkeCZZ92rHT5yaxTZNf8vOt+rXe9rijb9ICM+gmuyarh99yQGni1fcVHbdisf8NcjvXlAuF69+1hTNIq+QV9BO6M8bWYNN0JncqnKW65Wk5rIIP8ZmADvmXZP1nQ45hP++cRrs93v0MdW7qodTzZP41lWH6RbhW3bUi+9cl80SaY/qI8AyJ/DNclLUcLj6aHfntsGQhFbjvpdXVdLGiQ/xJM6hp6isJIGEUOzGuZ36YI0Ph5nwLP5hH/IpT4A4e/Mz7XUGCAM6zrPd6P/Dnf6W5r4yO33KARH9RASs8GExs9GWyp8meKWv+gaxrWI5dx0HWL/Edeoev69OVvK8/w22D6PMp0vUg3vq+GrTAr+rH1e7wiUucvJnjodYvcsM1x/LQP/9O2XRq/Nn8Iu6aJDjm+Wo0VOY3w5oH00CvV03oQaWlMFW1tfmE6O3VzixyTB9uB7gQ7q+dQL5fb96GV2UnE/Vral/Wpr2uWZbhEZhMjOCoNPOOnlsH6GJ+k06tXNXaJNpIvAt447ZplZF76HfxQH8xfn5Zx+4e8M5yvpBKnfK6Oc0/wJlTuS6TjjH63zJ96foE3jbV2B6YPHgf0aX0cekvBslnLZ3zV2rroqgmFnuT6pJPymj4UPTJd91m+n8LrbtCvml/01nzW9BLxRvxa/gjf1wXdNT/gE1+nk7oz2tmU3lhafz/Vnz5nW9z8rfK2JDf0D6JLdjwU5nqTHGWU9eaxXmO9ezI97AyutJ/h5+fUit3HeLzoDcCBh8yazZpGZPf9crTbkh4ag3adbjLW1lA51HupH0E22B9rHsR5GDHW8FUUfY9G17KNC70Bxe86orwsx+1mffLVHAWkaAYVHIECD+2QFGVRtv44bP+UvQHlmSawvJ1KbCu80F4QfVj2Y9gZc6ixvKXxLdi0XW2zJAgDZEXo29Zp02vyTnnmz9fon8v65Zp/AhaejdPTBt91bBIuBeFXL3TakBBMakDKSZ14ioLk5X494G/jZ6kCLodNjHyFBYzZEZOml9Tx3Uu6OtVnGw3TeplX88NVbSQuy+t44qlcTc590nyBqbJOMcth49Cbvvfv349XPN+7l0/8orjtyd1s257Ad4+/2/z080+x4fvzzz+XzbN8jD4n9sWZBBJybjSsZFw9kHP9+jIY/QdmrsZOsuoNWtkZSU0/RSQ1PimFrvOdQDYPUz/COagOXrA5RZFTGmpXVe9c9ceucIzvvvPu5tHHH8UGMG1GQHZ2MsSRKRvxf/vb3+JJbO6nJ+empXAXDg/FVzCtPk4dbS60JO3yugb4Q3M4oPDuu29v/vM//3Pzh/f/ILtprgs5sfn7D73u+csvvtr8/PMTOetnUSVkRWCSGj4s7l7Bj/XvlvTbGz1he9n0uZbAtzDlX8KC0b2ouu7U6PGtn2j9RHid9eAULRay2YMQTcX3ddjk5YQZG8HhH4rtEocWh0h4qia/zdcTLgMut7mypmUj6WyJHmuMu5wx/dT3L6sc+EYOiKWvfZWNxhZ8rzrFltroQRf9y1pAvzEreVhd5du06GX6aDz+o5axRuT39JtLIBrWkr85uUMouH3RZUJ/n/OA1CfTZODM+PEq3rhCKj5QmsIA2KCilcMVxjbA5AQAfXOo5Q0Ds1a+dFr9Pf+WApMExqvQ4UAakyKs44W+j20aDU+vVVJ3JraDXfr5CMEOiWZ88D9FJgl8819KWa7NMbQLr8egvmY4ox+l/awfZjUnfp30rK9uSwP+C15DO6kndU4nf+u1nMj/SDso6wjJ6x40erv10yvPeP2rPsPhfowNwgxps8ARzK91R16h+KCE7n8Tpk9ZjkOTQ8HInO9ucbAlP/lEEvf5zb5sF/PFwSvotckocw/z75LMr+/tg3oZtLxjYymjhm0eW8ptx+b1nJfIIlaEFNwc4PeUIh75/CKLkKtvSlro9UuW1ajXL6v47A+aABivLnWu+KAcswBLh0+/KXuORUrylBQL08oViXhTEUlKo27ImXk/8+G+rqOdWs/HdJFaDI1WDEK0rJtlxNqcMPJAYq5j4Gegb+vFF0U5gbp7HICs6qLqIjfHJYa+2XaPI/HSsVJvpAX/BuOGUwqXPozQ9HaZ+suSq9txmYvTp9q+3U+vl4Cf4WGR67JuhtXKdnXJB67A5J6/tH3irJXEQdmV+brLX+sine8rpfT2STr3bsd4kCHu8SXZtuBcaxHdYyrujUf8VYa+Lkfxgc/UP4/FuPay2kaz6Rqy2gZJy+7WkO0UMpf6vs5hX9ntW4/d9CwP94Lr0jmpD6IdwlbTjrOF18sec8xL0yEgtLamjdQ+1GmNdHQp2HZDb7VEj7zaRrB0jnvtZsvzbF7oVfVVniLsz0r47bUCnQSPvxlXOJ4A8GLgrD9+6v6Z9lzYOS/ZiIiN4Qi6YQ/h2fOnwQNjJ3gxP/Bv/9LrhkvJh6soNlMowkZnGlHOjp+edgN1KS1lLUZZPQ3iwUtBiN2RGKTpxMO5NgvYFHvBjnwsRDWyUfly2xNoEF2sPz0RJw66vBNHUUyULvijgeiLtMXt+xgra8IbD7vFIh8D5NZh9cI5MWur5CiTAQh/XkxMPclBOk8v+0ke82piND2wlzodcaZXdDx4cD9eH8zTvm+//fbmrbfeqh/LBgc5ePOXexbUKZ/NsF9++WXz/fff141f0lBsgjfOxhNEoUDCZ7E9tpV62assG0Y/wILnF/FqkaTN5me2QBQVhiGJxOKEziwAHXyX3OVLr2PLEC1V/PobPyRGGdKReOIyBd9gFUNmhJPpBvTELxMzTp1c3rmrtnonXmH83nvv6DvM9yZlIkPags34b775Jl75TFtZptbt2haCdx58S/slwVzY4ZUuORazxHMSJpEUuYNBCMPJKL+HyLdhnSzmNoDgXb0ygu8i//nPn+mQw0M9Nc3JFuvp3c0Petr3n//4ZvP553+V3J5WHqCBjJANf+h0bdOZExvqX6mcJpL+p+ieSPb1m5dA3VRH+Tba0r4AuNEfkOZ6ptam3jIvZBPhWvthF/oGzHVsQogu7cpCgTbQzyWTePIq0uK4TJWPO/oqr1v249Rj79DrZijy3phzwJ7WkBt1p6OXLYUOqU+MgVAxJdrmXH6YhV0PHCwvrrQBNj8LIe9Z6r9NQhHfrL5hkmnW0tE0UOs2gy0GYe6fcKnuOyEEHP1RHPtS/47PC7erRjiTr7/yQA/gLW1O9ssM1hfbOHUg1PsyVrktnuyHPMB3OU73fX+NU529DKXrtFboe8SyPXqcg+Omv2Q/C8RGfsf7ESW7D7iW3ysKGWmpdglOvRhL6kABbqZtFudGMBu2tF8ri/4mFZg0+9Cx7Pm9ymGCAw5Kq+BFlRGW8uJPcJwX5DvYiYu/z/6Oq3IaKjzGoU4LExrA97w38LWYsIQEafFZ2lmMroFvSU+BUz5KQ9+In6TuwROYJb6FyGpW6Odq7jQjeOiSLH8xEKljfge6mF/xi1yqDoTP54CBKlt8GwSOEt/IxEu8Rx744OkEGwZo007nCk+Wn+Uy3hew1UuPB67vjWB6vj/06iepbkqnllv8FqrdQtEldL08WuEXUKRBNUjHqGeMORh3NWBnp7jjrhVk2fhKNnxQt9ZvMmbBzpqvoV+d11/ORYE3DoALTeAyAJ/t/aLyVmyajezOAHteCnJeqg0M/sN+X1DZJ0lmZQ+6nEsP0wwXJ5hl+vDS5JIFHvdbT/gP4999qFum9OWTfl3Itp+1E/zHcbs/luVmHtcwDef8Ct8peMIs27/xXtfrWL/G56CXLeOksdRxykKjNE4d9DbNJPt8ZUbgkCSw2bek3aXv1TxPMBMvLFv0QiVX1n/wKwRf46bck2aZ+Op8rk4DDl3Aj9B38yr6LJkNICCzjDtlPMQDGflqRkHJD0YfEtUodRNG0GO+RR85CZaP/H83oUJ24AStUifzB7p5JM0y6OtsXV7Dn7Cwo3/rYXseWrrl01KOjQX9IiLkkTp0LLU5Xj++t39aqpPlx5V8+Ah+Ot8wp95SjAfunH7qz03qlrw0naXk2v7uZ27ZzCf1Wqxnk8cYC/nCJ/Ls+tSAs4xLPzoppxBK+Y5Uj71Pr4K9c4CMN1WGycXkibbKTzK9eKE3nrC+NBRDW8Bjbh4Dv9TmA1K5Bc+6EuuookXZTgdsoieCZ16HXfPnNe9CLi6IL9dsMCTgzbF8ysz/9JjTuOXusqp+TcFW71xWHFyvY4xm08gtAnpAvm5Tjsgw45P8uJn+VBo1OWUf+qU014FspymxSqSi7R0Rb1U/J73RjEKtv+tZINbSZwRWEmo9Sn5fR5LG+xmZ0KEuNca5pS5jXgfWRymj6W3mtI3BbD/sZluYtp10U3aXGPmrUXlBX5Zzug3Wv1op6JrlU/lTtvk1ZC+jKR+GmF9HNzWHyHJYeyaYLusmfuNaju3PNj8/+7lD1was7sJ/CJfvC7OJG3oaNsFeWqmk5H4tv3ih/NgMFrzr67F4XV8LHDD1DzplkkH+3fN7envuZeBi3/0+Gvc8lJY8NzYZf7ksUq+1Bi+qmvKrvSjAdtFQdsZMLx921fgKDExs0uTIc5JQ+TA+aLRpakzKvz1GJ2QWYu7oiYiLy36inULFsVHpVDtIvU6h57fni0YV/3y/kXlpWemjRrdaj+rIKSgF3XNFHFki01C6UIyMY95KVj4citOOFnW5W95v/vDhw3jilytPj6Kcfvc59PuOiLg3d3lSktc7s/HLpiJ/5C2F4NGrowGQUoO3EKt9T1ceytaXvUR3KS0NEgVeltcSzuFp0Nef6kRN4JUFDvOLfIlz9ZNnvfEcXl5iRJumGW3e/8N7m08//XTzhz/8IU7lu+yRNu3Dt37dTmP+tnvzHLqvmuZizxSDZo3FjSMc0pTS7dwlf9q8vDyTrN6PJ38f6BvWfJckX0vdNxDWAABAAElEQVSWesLmL09Hf/Xl1/EUMI68qZD0tLDXt6vlM+Uc3dgv9JCL2trZbLN/Yy1ibC3YfmsVSG1IWyMzbfkmmCb78S1g3V6rI+SbUnh+ToT3Abzzc9lBCE0wNTttvYf9t4xLXphI9H0MDvDn2gBxICqPp4FDpvDqOrl26Z0WWhqYwfe7TtqotIN7e9GkiTxw2mfAtV+hJ4Tq+b+hGvW2ap9sTtHb0Ptm8PLf5GrgXWSPnPjO47naLfvUxJbaR3gd3V/qVPJ3zC9P9rdwuL9puDtiCK8IMoYroZkqj/KrgHfQeA2ybVrBCnz38pMitfwmV9T6mTZfBay/lDGoqa/k5iEERUJHuTpYNBptRJL7adu04dauofPy6UySz3XAi02l6CNUPuMoJj+8JDr6QhHhmq82gi9PShkXcH9gEIo8nJD20KtOP9ZKCUkhwhJSFsixydp5L/VqHbAj6Qt3Hmn7irDH6WktxPtPQeS0dwHoVEkH8EWR9INjsP6GpuFv95XJSMj3E5465XD+v8C1qndZwLUtWv+pIpsW44aQq84BkVxMzT6QdMa4a/MJ0/WVtnKg7Jbu1Lz6ILD5c25sNKkSgRs+JelxgDwm2wVwxDP+YdfUOcZZhMb5HlSsSyvz8ErBcC0hY7P0CjCPFMXf0zvO8fdNOYSnfWneGG7uF25M8rYIRL+0g7hlvKQ3zttB4jTZRa4qM9xqzD9kA7Pu11YhqAl/Ts+xCWs923yED3ngD+xPnEZ9ggf5+Bjr6D5edc5YpzIEY70u9HFslw1iDpRowqT/lOFxCr4ixi85mKS4CIzbmfMzJsjXMjpH9MpgiuuSr3H+8iGXRmeMGW9Mf33u3a437WxXalR1yOWswM2SD+fn9LKe6tyMxR0J3fR+tu+6A/VE2R3/Yffqn0uvZx0/tFWOZ6zjJYi0kllXlNHJFyVM2mZ7ACPLzC0G5uW0M388wQeViOMG6sGyxFjSB9Koeys9YfOXBxrsd3L9Fv/C2IW2PC8PPQFbhltxUCY+4VUHYoWSnhxm/mQ5Z+r2X2CXxsXbsYbcam/ynoi1VLQsK4lxZHy4bWUp4KXsuRe7k/ot1dXufBBPkHv19hFs7PwJfZHejOFw/pFfyj7n6I2mZbeks2O53CcVWmO0qyXohbSwIXDNQ6FjwgNKravyk/dSD9vTgnwGErd8m/y3toK/1pdbvizCkBNrq3rgJt/wiQxynYW5UJMJbzHWukj51jAPs6LzrmruNQlcYfa0sO2wU3za1n/gEGfcgn9h/6gF/ABrQilj0q/0MCcP/fGkNHzkQbSsY+IB34fpwM56VeUQoIV+OLO+/EZnGa/lO9ZtAEuUxepxZvGtgJjM5+QwCCL9nndTeUVXK02eHhD/bA6VwSMDTd3Gwld5S07jMhqUyavqsyw/mee0IRpyxhYX3q08I7DvPZkocNFpSJnp3OGXQJ14qoxXWKCwxEnjlV1vPXwrXn/Lq54v715qM/iu8qffYjINrrQZCseg/x//+Eds9vI6Yb6PStmWn2H7q09M2lhkZjGv55DAmZ4ohPYLbYggvoiLx9ARiBBcV/Vk6k7rnCAXKpF7Gn7AighPaQWxNcdoeoFw4A+CFD7fw1FJ+suyqT+zkLxmPZYoI6u1SdMSvNMoFqN/xrf9VOYf//hRbGS+/fab0a5pTE1+PPHLBj3f+v2nXmcMX7QDZYeuiLBlHI6dNkDfyS+FUiYhnmwgP+qoBOQXMmeAVAY4uhpegAIqyJJJ7TggthBaieAthJu0V5CTzuv7I2yU8/fWW/ltZOyCcK3HAvhm4hdffhXfRX7y5EnBUp3K6IlTRlV/FSdYfowEkQ31DxlV+QTY4o9lvJhJYq/TA5B9a00usFX+ymBYTHvm+cmUq22r4g2RrB/WCZ7qo3w2gHjyFz3nlVzU7zkbkuqszuM7UUBNa5NykD3LseEW7f/CdiE1hEX/Jy5CHa1GA87SbW2Pkln1tdyP+ZVGlfUt6V+ln5XBDuEFW6QtYzGyNJ6rCyehepJ9pEnuY33M/1mxj0n9VGb0SSLkWtnuwwdAn8UXrqWfawZsytPrhH6fVeoX5Sl93Hzqxj891vZ4ldl2sL1ye/+BHIXU6xYHGaLnVFuclT4UqQtUATtwq5S2iLZr/pB2CRkKzG3EeMpWYfmn14BkjVHAzmD7WQM8K7Jy+2BPlP1CkeDcT1aZkTVCXTobR3iBWwl9/aM9VJJ4wxIIbfx9ZPk9fQgW+axWv8jH8gNlEgr+JK2/GcsjbxdOj6942ggc5iC+5zXevqDkJf5ymI0+JQZuhAkMvjlXnNCA1Dfo9IE3ejh4QscmMK+u9qLBmRY/KJe/c/2xgEp/jW2QxjD+Wh1EttmSXgt+xQFwmCJCX1kz5GvoR7HXWkcMrZRV5Awv8EQIfpXtE852b/VJOcEuBduu86DThzG/5pkXM0BGbX90eEEu5Bf6dXzk8pxe6NUJvhuF8oQ/W0AoFYXP2PiNMXW2HSxVP8/NYpjWdxHEia5zracz9r+2cTCL+C5bjSja+bRQjlm9qGcYt8PafXCwwJfxyAeXe9Po0wJ/188J6r+riJvme95l+VUDGQlrLqMhiWSRBmTZMF7o5XN2dqn7RCY9bJ7bO/qun2ycjZUeflHvATeRJKV5DT6FhZW0k1yAwa/whil5G5yMAte+DQv6QprtzY6FeYrUSvyNY+fQAYEFT+iDKhVmFzpIZVWmC/J1QbfIqvWynRb4mm78wR94YXZin6UKFBWfV9E9vCJzt5PHzW18MuO0ljiLrNRhBrdXgtoufE8bEwVabefkqywJzSmOvKAHY9ocq6Y0OdSk00ZWeKE9Ys70ovWjreDUWepRx+ct86D69WhHxSv/abxVH8PeaRtrYOE5Ro2KKz/so7bjvHQOUhLw5aYLDsH+w/fk82ABoZqI1jSYV+acJMc+d4q9sxmUa1nmK1CHHwyl5KvYOqZQKrYeX0LrMPgebmw2KY1Dnyz+UnbymE/mcD8+yOA6mBR16etLHBhw+5AwLS3tBPlkW+yl58UvVrqBaprbZJMYfjNFxR8jsZYl2e0mNWLm/cgfqVXnIJq8jjJM5PRrjlum3Ncn3GzgBirXBmtZDAA3uQ3+SxutlVf03E3ZF1fHdCRWWfQQXXxJfl32hFZNl71RsGhbPJP+Y6XMkFkpb1o7kSp27nbi6jRfa/F9xPx7PF/z3C5ripXpIx+Jnr4g50P2T+lrrp4nRo5/gSt0lIx/6W0Qvv1nttxfxkoASg//xQYSxvziK5ID5g74otgXcLunm9tcyOYvVK7XP1J+PDF8Hq99DSJBOOWBX/TYjGT4A8d/Pf/JT/66DQzne3QgWKqCZM3VdaAAxxMgHtYhrcBrZpcFlPrETW3TxI06WRjguWk1OoKe51hJSL4VGGQmOJ7wJkRxSiMs63RkHf2T+oAf6yuicouBuH1mBdS6Fj4Ljz1clXVJPIx/2qfnqc1v3PZ9WYYdy6z3tjPTrJ1pT2VXnLEuvncOx2i8D9liThGCkDCbxG8+wnxXyIH4glgNuv1a28d6XMBn6clpyom5C+vVnewN35XW+jzkAWy+lQBtzfrkHPRXPaGLD/D4xTYaddKP6xbrJfiDC9ZGEFIeuw2eVL7xOhZq9JJNRgfZJxvC+YBaJrJ/x0NrhHhdtqqbbx7gQBsNWfKKf6HuKQvGp+Sn/EjLprGPdXv7KtCqA4PMybIcXWnSFC7GyRWJMMY/O13SkoEFzSPzFQcUAqHzHCs7/ynAZIo4B4zYBHb6mhGdrho0QGkYO3I3QCnE8kTfzuTs+nbxZJqN3nt6BJ0NsIcP34xNX5T5PCa8uchnBUH5+8BgmM3eH374ITZ82fTlkfVQ8B7wgHi2vjpJ1UVmuohJvTCYOAghCPRoBXSKbzlNU092Vxc+wqC69tHiLX0Pm4bw7j9Od/iJM7fVocxgsMji7Xfe3rz37rt65fOj3Mikrhaf4kSf6hthvO7573//+4bNTE9msEXL9NDyE14tEJ1N07FoHxSvC+lcuoRXHGUBDP3/9NOP4xvJV9d+Sj31/MmTX7Tx+/fN53/9/8ppILZPlWe5LvBPvZEnNpDOtwM6QP8YSHgA70GF75Nip1+mO9h/V/LOKO3vMPI9+m+e5aW54Qcu6tOAdEzhN1jwa50GpNEPrhmXHDXJzkUSl/oKr1bMTga3wU3IWGVZfdAR9IWpBCzQv+SryVhQZXk/FzrCtJBhkWkshHR0gB3bbDf/nW1af0BSOfxkmcnpNSfpFab6F0mv8KfjP5k+CS/NhzdyyJaFcK08pAKrvOw/kU8ILK7YSRyMqKwpL4SW/hWK0U6gDJMR8l5msA5S5rJ/2c4NE0kvYHpS6fvtmPvnpogQZvMlDZv0JvuW/nJidUPg6OK6etn+buC/RzaYXF+/oD9zS2uSgU/RaxI5MBYbwQWpeSQnGCfvcTvouzClv+JbCehMegX8kuBE80yvZnOTsMDKrZZeJn1B8CPy4k42lZ8Dcd+DP3Q8Sg64iKlI+aTeZvDVsssle02M6W/QxWda2ZU99msTDMFGZzVJvKWbxfZHPxyW9N953dV0uqS1aGwelca6RpYKJ/Hvi3Lr67LE0e76RfuVBY6JjiyR2yut52l3+XuRfM2BLLccc2A+aefZ+kvMZ77huC7P7RjHJH72i0mR8nIcmJ9WWCphW5r59cZm+A4hJF3m3Dk/ZdHUh+d6evDaL6j2eUtx3Mu+/mSKb13apUeGM7Y9KOm7cBOnLUyZxm1de173422Vk6Jnq/n7Zhzg3/YleRtw6GfMf/cl7npN+v8D5b/od/dlwGWlvTdd5J5+N+mU6UchSqI9h/W4wJX6F8DFC76k9yscSkdmMcwWWfZdtFwaZZRZt0orG+paPOUV8/Zj1+rT6cLsL3JWOtXZmLfDSWE5xjyumEqKsUDJ01Bmc6m1mYSFz5zLU57LhBT+hb++LqS7XvDjOOljyHxSLfcR4tXeV/EssXEjfTNB6920rZy7drW0SnOtgd1yunmnmMP4B4Mxs/n3kPQk4y+I7xXg33wTNzcN2Rtnt6+fWL0DfBS+MGqFOR/hJZTjNnA9Arz8MNbPKGNd/EvzDypBtsy90zKe3y7nIR7eOhD1lrIlG5aXr0k73hwgf9QH78PJ+iO5L4MExko8VOUDJ8aVK4n1YPsMruP6sPOM4yvp/OGP6sE+ZVJ2wykCUbptCHz0D3PmwDiw5pe8fcIafLSkfvIBEuir4qVNoVskPElzeWEfhUnbx7SXMeTreV3if5t9p9xpn9RJy9Tt0drwgPoujiv2w88xd9pVbjbSWtNgHRpzbsTztIgT3TW9h2Avy+B1KCX9TfMfiWMgau2aQ0tzDN0+f6JDKNhOnHAAFqkwXiCOiud85VIPnCFb1mAI6YfSf9gnmT9seRqwb2ipHNDLeBF4Ht6kvDuX2DuswGPZAC56wJpQrrnYJ+hV+lqDYUPcY5mmd5RM+dAdr+TtHy4a0eZcPKgiL9x5kem5Hqm+nj1Ou39htwYpgcY3XtXOVzRmOUKYJ5wL8yrcjRdeVTpA/WraSZlLBVolKeVgsYuyX2x+jW/AwjL8vHn/4Ybv+aKMb775pv7e2Nx/437kobY8+MKZKoHGH44LBXn2LL95wKSap33pVNn05cpmohXW7T3yRv5S3rgQ199zkoH9Bw33w8CojQO8xp30kwXFgHGmru6Ioy/nngodFCxjDGA9LLdv4pLH5gGnShEm8RhgFM9AZ41cgFvnb5lvHMa9+/c2H37wYXy/9i29qpsTJiEVtT+nQqDJqRBe8/xXbWTSbj6dS5lus6wdPLOYU+pd5FUHYDgcdypFHPEUv5eCQ1HUCtS1BNcpZBS62LdDKSccjDGOuA482TGakgcQvpeDiVeaP3r0x83HHz+K71uHbpZ6oH+PH3+7+Z//+SJekc1H48V1bR/XKWSrVSP7fKfnwI4BJiUyMEsHX8t/GZGQyaA3XfuF5LlX6G2Ke9eDeA1qOwIDXr3BHzWJLi7TshwOjUAtvnGv8lPl8UHph5Ju6nl0ZKLAyWwm56EfENs3FN6Ti5vJtxxElIfJOi7Wf1++DNfrpHg1TQYIV88pJ20+Fy4RpmTHn7KQRdqo7FdCxH+JQnTFkOeVIsCYZh938bvladsLikarV3xnSqMmvWaRnv8TcCrZ8w0NKFmuVDg2ncpMMvMiVW3CE0j4BE73o/cZREJtk3HcKAvg+Xq5kqiscxySgXTfchLv1L/WhehnYLU82er0/rBGLXvQ35peIr30x7zxfq2clt7kV3HVHuh8G4DWnC5iLo6UoH1IX9eO+iRadIO0s+LwrSeuxwR+54153wk4sXUG/n6CdXf50zIYq17rdUHnav+rONmecnd3DyfoMu9ykOaGHfS6Ee4JUYuOpjaARIinf+FLCYzrwYFPt2r/SYCQFZnigbFPvEKNzkDBY6E6JpGcm9cTvc7OwmpAw45gzEH38cakGPuqXwi7hkrqSPAqcGQHL5ah0aEHZGwGFZyad2RkUkYpVxyIWvK0TlZyAgpmCHlbeXa1J/QFNtfHTj5BSKWj+yawk4+CtO0yk1sv28L4Nvwub6zPeE/9+kUu19dw431Huos2nno8cH1vYNPz/V5X+5a9gF8+UFpclru4sCY5+ICtn5RY5TIOrkmdZJ9pytbrlDE+5dmzLBET5vWMF5rnO2Dvtnlkz5/nIGNbgBP9WNdOwOBHaCfw3Ia+uhwbUD0EQh3154XYs/B7xaVMfM3cfpKWx51Nl1pZS7FluCxfMhMvEWb90TKeS7CM4pW33VzK6SZr+JdzlVyLf7Y2rJU72pf5Bt5587Zco/Zq0+F9wqsq39en+VyN7auP6K3R/G9vc0OFfEKP0ciU9KQ8AU77TWNytV73eKwJlBbjapAeDUzVc1vo892GThvvTSfSRZa5By/hinmz7rXdGyDnm/bq12fPeHudedCzwrJXuCYt/3L0yMMMDc4lUS3gwS91bVlDzPTyevfu3aqTAMKz62PE55rf8fYwfAtl5xsLGpz5SbxiJ4FMm891oadv3LiW+tfxQdAAfz/dCfBDf6ivcA4ZH5nnaVGNR+f7OoXTXdRT5WqiXlsrfKTbf4YxSZjKZ5J1g5vG/0hktLel8tHxNdsa6e267/WjwsaaS73bEZnXZVaHossjIcouajhmdfdz+s60Dfieq+lNecCmVFbsoll41oa85iuaZZPFfzX89Mn0+x7LLI0hci4Pr/gb3v3FwjNjihxXkJYh32jCugzj0GjLksPFXHVJsyh9tevpTMYujGMIyKVvV+KsFfVjJeBZdycP2+nhe1tynHx4Q4TBe1FAPEbwonTDwsM8IJupf0r4TMt4lCA4CSfcq2THfK8LtV0KyGRNOXDkuyFzYHD9xzrM9QHCuf52YBET8LGcPnOZ/2X5uf2M73r4vr9SpsudwyV95xtPzb4a3BbGMWzSNuK0/ZaJuTG361BfV/O/3D7LpSym1nHUYq7sAqVqfLVySW98B0wd96vOmteEBKTe+I365gkbrkCQW9Qp8KBnmWETHEDVPfxJsFfnvFE0bVVuQ7h8Y5i3nOBf8DnS+9K+XLFv/sCNeQrrhlIsig+bkl3hD8wD/Fu+pNVxQMQ51MYIUf5FJ/OBYz9Pj7NCPsqIq/pV/Az50CakzyEmXrqQZUwS4qbud5R2qTO9HoHJwZU2euNpWgZvMdgsG6sSiDepQgBdGa9DNAQ1MhJPSbmDaJkI8lUGZH7v3v3Y8ELZ3tVTom+9+XZsAN9/424oGA3mtokrulMCjU9b0D6PH38fT/z+9NNP9RXPgFFH/kzDuOMVWn171viCiEwr5Bf5qYxeXIRWdmcqf+iUxnJfh3vXIzZ0ik5QR/6oC9eA2cJsL2P61Idvv7356ENt/urpbU6sxmAkep4m0MffPo4245XPP/30JIzbst1S1EFZbgd8X9aDq9yFnBc8u15xOiabMegHl6E3WVyFA/kWA5PCjz/+ePPo0UdhB2NRPNH+5VdfxXesqQPfNlQPMILVetGH0IbW75Rv6RiiLrvbdkb8dUig7cSHTyu5A9zdOgxWqUD6Qzo6NymvwiDc0ZNo8Wo/dZAa1kbaq/tx+fM2vk2eqh1aOKUw24E0Sm8KYfNCPiIGDJIbyqYAruMFbXYpbmaW/nvCigRCpvO85k1bXrZR0eHSJuQyMDvnNB7NVHwfgz18g0Pu/7b7OEKost3uhjv1FV/WlSodOk7fAy/U8Dj8U9frZdGLRS/Vm7Erorvt9lqqVyyqL2UspNW5TM3L9rqSLrII4NCfT7r2aaZOp92vn3NqVUTRoTvBCPQYw6DfGv9Fb4FcBBGLLShJ5lOW5WX5sQqBH2Pc4kDctuKJG3iUYfw0JeEWtOvsbNQmlKcQC4WMD+GTBQhdi30ZBLDwoUrwBJQ0B+Nw73Kd9zpdUzal3q8BY718T8WO5U97EXx/avqnove60rH84C/sCYe2R9hXx+Z2lL2NRjG1FNZD8D+MqcP+lHWlzRIC/RNpXAmZnz6Ce/sF4n0wf8Z3PblON2yS7rXGVOYoRcAcBaeuhZHgbSqXyOsLLH5ukrTlZk1f+/SowxYa+2TlGsqU933wbg2G8c+tEX99CVv/Dq685GXFhEavH7tri62lfu+GVbug7jvAaTvbyW6aCXEYz3tQDQVKLUI8GWAemy0JunisQL7lz5VDbyyu9oc0Sdf/CDGWrXQzrf46fYsQoIXfqbwI+e6lxtndaxuvdGJ6XFQFj/kveN7Uok1uErD/bNMtDN+kgIKbPnOub9SpD71M+vR/pXi031BvaWOxr6k8/pXqfcq62IyhORXlVI6WJvBTuN3chG4KKQ+omtJ0LEkeY4wXbLRqUhTfEeagQdnN87iENifOPP4yDrIlPcrgH76Gf3u5Y1CLn+ntp49TO5fpmnqswxs3Y31ePI32FnXp0pNmFmbXlrSbPIEZ6bjMtevIq+FiPibxmR5wdY4mIMdpz8NC6sVhOL89aMvNnFvOY7rzb3o9Nd1d9Fp99uO86sue85ZtVJO3tNsRDr5CJ8OeM5e+2Wq6jAUcEM41dMHnQpdZxi1ZPpuw/Vvacixh22YtJA+2ghyeJR4+iCeAxVvjiPwW/EmrMhiIMZBzVYJIiZb+8mFBbpUa9KDImmZu/vb+g81it2deE464012Grx6L3Pn0k/+cSqNA8CDK3Qud0CsTPpIhxsZwbACXb5PZ8ZqwrzyHkAHJzoNz5zlDyo4TBFZUXs/JAocbxlToLNjpj48zl5quN4+xbnilY1rhm9MCNChbK7zi9tGjR3F96623ouNiMBpB+NTNp6LYCL64dzfq8Vwa//yX57EJ9v132vj97vHm+8ffBZrl4RqMCuB8OsgIhU/DZSes0w2LWmGqshc1IAvq1IXNQzZCUOroqDE26Ym/I9Cw9o9V/gqK+TafOqMVOcjx8ED71LMPgR6nvlSnfH1RGmHoOwMOBh7FmMzHWCbOgie3+ftQG7/8EQceXONhL09++Wnz9Nfn8bpnnvrl279u92pPnf7ERCktNovdol9Zmc7mCp2sH3xwcgVbTlIcwCEa5SsS/CqlLRh1tBIliyiriWyCLQZ43BLsH0IuIoHdPnjj3uY///SnzQcfvLe5PLs7w2bz9/PPP49N83TOLDzlAtU4oosTgqKA/aTs26k+7tWi0S6quWiITt+LRMnbPZS3a9ANQm23uIOvjExO2C3JpGvngiqm12WXdaH9sgF5rTOhtRe2KelioF1YegUstFArdAO9DytGNpIFdswT/tB1WR25Fl3h1Xyu+UETWKU90K30CqKfFHH6SGcxfaAZpKp9YAiqqxLbJBoIFimmsjTtyJUAtYQhBcZnSA+iWdpAPfUj28h41zq0w2IrTec0aNXQ8blUL3yj/fOYX2k40tfPabqW83M1xXyY3nmZWPm+AjqypLfO6/g3XWf5Wv37Ch3b167yTb+Hi7TSljHh0yJTtE3YSvr2aGiYMa/iI/UefTeXxNvgyqlcrX992qniffu6fkHbvG4pCDngPayx9oMTFMGgf6Hbfb+ilEl5uu/lCsYkiJ81eKdvxRexRf4mheSN6VS6K/2+8+13jLdAcj1pQc6VbsFaav+wchTtgLDEXz+HKu59QtElVDVVLvz1Y3We7I000vXncvq03q85n4Ii3tkldKkWdhH+TBHGEagO3aZ+K/3oR6txJY5pxlhDlQvfo/lDLPBKA6B9p6+0EOiTAq+kmz/qTr2px62FhfZfK8t8kW+euHpc0Kct0aj4nbzpv9f01/TsH0eaIz3D03jxaulBbhV+JFTu97XPGfogQ/NBefxtpdvjIhdwzM/A/6zcklD7lxWAfftP8z0j0/M4y1RC155L2WMaCyiY0tge5nOERyZhOLOMaYLpuR71fiA85sO/F3VUUBBljMi4NhdRlaS2YGgELn/QHn0KaaZtOHOYvEiTi41Dt4cHLmGMkfMUxqYZxJfos2mNODJknmFcNnkTWkP7jPNI9HMCDwG1edJz+SS6pyXehYF+l1PpmD7Xns8J7MrNvvq9Sw/Ng8sf71eKjwV28kZ433t+vgt/LX9QzzWwo9JbvyV023HfXqT192ofq1e+YcR3rf5rjIzjBMvZ8M3GSFE5vWopxes/hrd8fe+r6Y752Y/O6Rqv1r8mTCPWM7fHeN/khB10zFuuHTnz2CVNos7Hh8RctMy7mEMjcfLxEfk2q4K6ZRhgekDm/JhxjBG8MayNpSJ0ZGf5VX9SIhyKeT55+yEybXpQuKkX2q2nR7n+C35ElzHC1n6wUts/Yv77dnWdudb8Xr9H8l3beRw2gvh+IoMOr+nCin+sBFbyCy3zbr7rvRXRdMo17Yn+YNo2Fc/pW+oPaeu76Rjf9jqp98DDIbe2b5fjq8tr9jWlCh/Bg+QEjuF9Hen43lQM5/vxCnyPY3hfnTfeJx38wEq7uqBB/inXsHJBZJ0oY2Yfbj/o2JbRFejpir4iF9Orn+ZiDKP/MasQHuuNl9rfSJz0Ca6LviIpeq3/Dz5cFuVOQtYz3raoNjEN2OTAmoOkGfKEVtYry7wu+yiksQbLH/H9w5qcW9nLtBLPemy9brDNhkZ+onVL+7m+Vd67im0FzGPF5jPDhJJPl2Okkacxfw2O9LDvsj7qejedQa2mum9aXCnHZfvqdK5O89zW8iWvhr6egx2MMGO9Gv12MLvibIlUPkrZjU7qoVHH8kg3rGH661r/4CdNl+glvvXW7Zyps/GSbGoeSEs7Mf2Rx94PjHU3DnTH8txvGmakC07mwQN/OaZgxHKht/YqU2l5gDbGMfJHJJ2d8RBg1vlc45pKt6yzCmkSvH5wpge0JqG0H/ntYF2uoQCHH4J2G9Po07jlTQSRL7xKW3xcmBFXuBYmH8TESu+IziRdA0a3TK5KagV/1RHrCRu9egmZ+EsOeartxRkNcqHNa28WSVDhY7W4z2zgJYZHf/yjnvR9R9+FfRivBkam/jav2yIm0XIMvgeGSfJ3+qbvk19+2XyrDd8v9Arcy8u7gevJ7qmqkfR2yIUOTv8w33Ot7LG4FxiS55n0IzXkkI7sVNzfjI773l72M9tYKOL+/fuxmc/3mnl1N0+y0o6mYxS+7/vll1/odc/fxveZOUwR7W2AhetpdZTOrVlv1q28to+DEmrTCNG+DKjKbZkkZce2wOSBSROZqqwHes35nz770+YP778f372+fjbVHb6N/Ne//nXzi/Qfe3GAP7eZ07gid8ro5Q9s1idpJw+87lK6K5ng7xxKdX37m7kyoPGJoX2Ypp755DvCiUZP3ylBIR8OdyDD6ES57kP0NwjT60n2JcX/Ff3vq9TDIpErdcpncRBCfloyy2+6p9zSByQ2ixeEFxoInC8tHqDIqaCJ8PvvURKgfSzeeAJRkyoWlLBzdq3sb9FvjxsoCD8bPVcZlPEaafvwvs2DqdJOs/TIPPwnfVH6LbB9fyilsNliyoF7WwbbT2IOZfIW4Wt7YEsvOVDigrs4mIteJ5eQ12rGggPD2efUvRvrosO9ziMj6xfpjqfuFB/VyU+erPSxOaruy88JtEfbyvF5PHRQzNid0X8wMmdf94IK6rUJHIZsIftetx+8BJ+CrRO4AgyH1JMw66d7mi48QTEumPLdrV1dh1sr4BjCqrfb+Rj0CU4nR9e1SvXE8jX9Sfl73tA3WzP3RPntgN1QzpbrLp3A9rxIzcPAcShQUkobpH/EpGrrVz+DIJ3e+59RwPBh9Iw3WiMs99B60R1uxJ/wOZP0Jfip9ClegLLfY9HDh2wN09M3r87z1QspN52DmZ7L6cs+Jt7TySr3vvQYiv8+OLM+Y4+qM56k24r5Uul79kA7CCT4UmPSkn37HkRkDfi26K6Vt5BuG1jIiiTn51VS0BimmHP4iDs8Law2OGfjpo60cv1kzccgR9NdK9fp/nQc97Z7513eudw8v8i37dE+sc4on+J5huF8fVE2dtyO8OC4YVavVNpOcRXosAzK7su3XA+j8tuCXpN5pL+mVenbaBuLHhPvq9vbaN0kzzI237fOzw67qHIphnk9zFOt97zZhFfVM2HxGME2wphG3j42iYmRDozr6Ct5GWRbiaRbxi/y4WUt0RuMLJTn2/pGO8zOBLnx501gyuhlSXpu+uB9Xm4Y60sT3Fk5gIHDhsPAQdg72uvl1uRlloYenC70unA6qsuU3N6HlHkMznLp+6SmDbjMbRj4A9fjEFU0zhLtyIs9FPhA33Mf7EoPi6T955gEuBc6SALMhd46whuPFA1+4D3sSObPXhHBfihu6k/WNenWxEkEOsxPXD/K1YpP2ODZ2WWU601f/Ei/5zTdXi7GC/UoVvd8WzddVP5GIenjVhie8PbSbqwMVJ5JKovtnrQh2PhebdhkMUzB3Vbg9TH0BxcaqD548GDz5oM3Y7P3bb0W2N89YVLtpxjhIxUiO4eoiwT99Ndn2vD6KTa9+J7v4x++3zx7qrRnv+oBWz0FfPUk8Ix/UH2GkyeWHx1fhD3Fk0qewGEGKKIIIPNQuh10WrlT7ntlnuac4q7UMUg5riv6r794ZaIYMG9cSfd9zwFpbPp+9NFHcfV3IgxDPn9sWvKtXzYyH2sjn28zQ5OTaIRl4zeVgNBP26DsczJOPbblk9cGFeaL5qHFrjn1xGaf9CqMX40oC6o0x43fekJSEIcGyg61UBm8HvvBg7c2n376SRyM4NvXcZqurPAit3/+85968vd/Nj/9+FMWJefL0yx2apk4rztOkMpEeXz3JzQzT+TECnIMDl1HHGa2P/TAIdBG24LbzfCG3bkJO9hf2t28DqbnKw6cMl2euXMtgOP7Vaq1URavscdF3Vhgl48X2aCJ36LlCVk3ZCL9KLrlb+Tatwbg0s+sfktAv/20+FynpH2FLSM2/VzxGkPpr59o8cYvMmNhIWwpEYsA5HM4fEFzYBmSt9u3/0anpWXb8/3itcjfdEY99sRkTJ/RcjsOE6kZXJ9gHNLKZmqffcq4+Ueu1knqHHKMgkKhQ7bMybDxeMWl9B7fiw9Bz73gkyfusEO1H69CD1vABvAFo89JmyFz7YnaXXV1+7g9MDN6BN97Qjulk/xN09rdTv2o8knZNMwTxqoOeEfwhLR7Ui7nEP3s8Zfi0DwRPevnUjG3kSYVjQ2RXup9P2l9M1++9unYBXZgm+DzAtgWXWKmYQ+yG959r0BXnfjp96LPZaVWAX7QZV693h/AZMEkpkYxQdNBU02CGA97PORDathdvFYpO6YkCN00uCgjGIvCsMNmG9ELwrSIiEz4APsF1zcJDL/7tL/1ru54Uwxjx/Qnpm/5uoS1dOdz5e0d1wg1Qt+SJenGlyajtSdMahHZjHm7IEfDuTmafDNnqb6k2a8533TiWmXLHS13YCh8gvVC/l5aeSCBVwOOloamhs4X+1FdtoVF+Q0IhsEUEOd2ions/oe7MKlMlh/oZAktZN3x2MdBibZWPuPWxkcuqKat5+FmYD1OMhy0jE8+gXs2fSdBLMWR78Jb4qPjyZ+v9PPmjzrx1rCcM2Fr/EWFQAKlBI0DRD9q3dfd2Xte80mJ5Mkorlvy69Td18ATGG3BxjdsZVUUL37XVMZ7p9drYanCDfe20wr/7xAJ/2P/K4FIwPZroT+4ZOvCjvHtfm0rG1Ix1s1tIh7p7YMT2msd3kZ8j7w6tvSbv6h/yKIozkjDvvyA8VTUCb0uJgnJXMjVJoji7aA2443sb4HBvvnDr/RySZmRh4wRhP6qjWPfFJT8p22xgJr+gXvPK3hi0HR5yIRQyRSXEf5b6dcaG+Hz0q8AV96cCFIJ8JpB/EQY5oFKG9u7AK5eKrz1s4OEd/MfOtHlTaJuMxLN2gRgnxvXbR/YU8OobPQnyM71MmTUu/ih+KrjSrc87R/tDy1H5w8k9r41nb0RBkCXP9IZ031vdMOP6c7nOslDJxZsuMHQ3pZ1a/uW31MO4pFgeeYTvEeOda2vvnZF9W3ZJae/ZeyuOnl+NPLKfcyFZKfE+Yv1gWITmUb/m/XlShqyRV9q3aiu7skjcAFG/7u0zLsUjet4BDlAYx4QsJpXhMrq59lzXk07DdSBPY4xmB+3t/MLK7PxgvO5mt8Rt5dpzXPRIsynfZxOPCrcE94rbpmmXEzPqGu8OX/bdcJ/DJxgEX+elaAs04eOy/Y1aed82Dg9PPncB52qB719JIWX8Vv5qiaZ8txW9lj/NVjTdl2Bs87bX67htvTKWCQVU2rZe8bMSw9uG2x5YUFql9Yv1/VJ+w5fTcg+j3THnTe5aoQoG7yjh00J9imSSNyzb/f016d1jiPASGf8go+BR189huFaH8gTnRiHBH/QBD9pQyjWPyMtdY80B+h4rHGhdZi7dxkfAcdXhoeQ9iBDYHAiIJThRRh1Llzz1CnhWk5oahADoVu87Q+fnA+NcofNoZix5gANwUbloy6quBrppKErH3ncu/dGvNL54cOHG17rfO/eZX0alM1BiscEl4yMASOKQ95TKcyTJ79uvv76S12fxIbhL8+eBv86h6gns7OzOWVd1NJHkwOTv/j+nHjjaXcOP7zgieyQ/fG0j2ZqL0Trg1pFkxkmCL1eM18I/dfp09Cd0mGY9GeffRab+zz1O27+AkPbseHLa5553TNPsEK/L8O0tl/N5xrUrvzEAyrWCFBCqkyy2ountq9Uf15nyxONN1AFKO4MaZdsnr+3+ZNe+4y9kOaT+yaQm7+fa/NX30iWLp0Xx9kcrCHHq+oQlVNVkDc3JIWDlrNWHbPu5BDDwSYMMkJnX26g1P0CkLCKvI5lFL0mxGCNcXD57m8+9ejKM+CVEUdZmhBrlffOHfkghFPwk8rr9cupTw9AVl9RfnKWZT8Sy5m+KYUu5WChfV+5Ly66VnXkoZfIUR3a9R2ej6NlwX/VITQsmej6t325mvTP+yJ1cDfphzoyk2j4PFJKfVBhT5hycfqiDHn0atpog7RHTAxlT1PLPjcGZXRwYQ+YoIg9T3igfw+3LAHaUCKPcIR+gkc3zqsEo+2S0mvz29tPP1ndm0EpqxctjRN9hW5cX9873+mcDsUezuknQ/ml5+HSJPPwVZlMFocYA6TrDLJ7DqMppBnrgCPbcWHdNRZGcvumLraQPXk1kwrxIkuO7dv4CRv2d4aTLIphW1SZNnzZqqMJd8Nf6531sJBjrtHLlrhlO5ZIeg87zXcdpqmv8i4kG/WFt7GfMr9j+iviGD5ROF8PYKO3v5xFHoAs0B5/f/sVoyHbw8raBxo9y4Mb2TY3soM0+K7Y7UxTdj+vBRGdx05iwSM2UpJGLJ1UJ4HNp917Y7grtEYZxxPCjsDthe/0cvUiiG5jHt7ewuJCOUAiLkqVGIdcKM6BYOYlS3bsfTBoQmW9vW0fQN48REuqwPCqtO/NSf52KNj3wvG4YEfaIfnAL4Z1iaIe1phF1F2JPX9lIzE6yV14r1E+tmo/MpNFX78+fiD/sYxnnM7vcEg95loqmDGI7RI/Mwb3xyzwn2tjBV8SfgXLET6WU/kvawuCUDr5TQfCv0AcYClAzhF0Lcix2Pz/s/emTXYcR7pmLQBIcV9EiVrauu+fGbP7cWzmt8/90tesx3okkmJL3JorUMC8j3u8kZ5xMvPkOVUFFigGUCczIzzcPXyLLRcKMA4lXpefC7rhobl2UTamWb/INQxvVqsdE7lEco+/Hhd5wX6dVGvQOsADK3kF+C12Zdu1fXGkC3P+en/ywMR+W3aKTG6LarP+Bh1kbj0YB/Mh8qwP3iTq8Qj5/HmuFecs7ijVc+PyUWRauD+01ecRVHtEUhRinYiwknn47SN923hc/2Rt+lnbP0g6ub4EH/BOO9yGLD+kncHNXE5HcBwkbFTxipIDTMhFNCN/qe4BsgeQsWEXd8PdSwzus9HgOTMY7PNAq3cjhpOwwMOC7c3aZ7mO807nL9U/wsQJtjB/wwA3xcNyyg6/SfMXD7CnwO7+lvV2kn0Tf0745Je9JP40ish81Z/8kBGK4k5sHAeak374fnomxZJZTXGrsKEsURN/TK4IPJda7GTDgDa80Hcw2ITh3fpuTOw+t8GT8QEb6Qz5u+p4nM/tVhQcPWZoIW1HbQpbDqVqgNiUk4Ujhe1rlIkSftTmrGQf6ZEGlXzrlad733vvvf4dWO/mcyRRD2XnU4YMOpUvUWvKGWUO0F9//e3FZ599Ghu+3DXw9NmPMYGmnIRGuNs5Jr6SuQfhUbjw042mTZSss0ttOJBcDm90ItMkuWtwAatsATOhjhhgghy2oSaFutUzhAa4wNiYVPM//MJ6UxE2FMo5JGE12Xx87ODOOKy6L8dO3ieQkmwwzSa8kINfbYt/KJ5L6fKnm58u3tTG/m/f/+DiD3/4Q7zuOQr1EzIUgzgzT3qz6fv555/Hxu+3334bT7h4kmI5W/4+GpfttMsHPs0zQPWc67GcvCHxlCJ04qgymoXeYtOeo/5CRTqmbRKUuEi4PNv5a7ku8IkOX3v9+uKPf/zjxe//8LHOX4+7euNJH4KkjOVHbZR/8sknF//vf/xnEEw5IIOmiyF0BVCnhSJ194z0UFMM1Nig0zvjAI2BXOMTqvAV3+jGy1j0UeXW/Iomzv2EjvU2f52lSDQ+u/6oVWQy7zgoRBMTv1yNKUrbANP+Z/7irQOqwKtZMN8rGlMS/uRN3yhvtPrd1AovGavwZ7DqVoDCBOh8txL6iW8NCMqD394202yMzdrvMo7WlRtQyzi3XixHdmxKstxLlto9ya/m9/Mi/553RyddDg0fcYONiXztD7LLhkbMw75au0MvUua1Fihoou5xiIT+AmRFPsgV+3YcsbzG5lj+pt/LmzyNPmnRu8zl3OEtu55xeBJmM2Sb/pDt8Db3L7UJ6tgaN91k8nHEkNe5sF3sUNnQPGgv4N0+0k6gk37HkY0vXelbHXXhB2bAFbDcBCTdwVG4xiOdRUHy+KxsAi/SF6z7QHwrYYw/eeoLM14NWmx+cUxYPzWJD749ZNupvOYGW0G4SF/lzR6i+RW8jQNjQUw2lrJbsalSb9cp+ut2MdQY7bPreoDTJX4TdqnJPOiWbFSeNauIP9dEf3HXacl/VmmM7RvlUl+TGo2U6GgSbDebjXZHRzJR8TdnngkuWyx7D8aUwf+m8Gts6HmOSZdufJv8CjyXGvvEkmr0TTm2Y4HVy6jQZyEFZSTVF5fC3Qa3ZNsnTT9vtBGI7mh9oXFZxAHxdBntThzZgmhwb6Bt/Zisr0Z7Chbdv3Cc20cUi1Hzx3EWnzsH04l5iZxBn6bfxN0ruWVL9APIFYwP4R0knjDOTPdDI8jMLIQTKTrWjrBcj/3fGB/yFXnCowAILr9WOIxqCeGS/JfglvLUZt3GGCUpYyiO6VB/lklCNl0vyk8QC/z1+tFA28pIt10P9ZELKuGv4+F6hb5hlloGhZn+yIikqNbis/nnoZE+hwxazTDawTXXjiN/tn/gOafccx7jmOfLHsrYrtYHnvFTLIQ03sDHuN0bv8DMeFDD+ef5I+VLiTps0jhxjS9om0g3wAonPIl/DpcMDCRwZH1zw9M3jANiSqtfzkjZQ+QbCARh/8vCtJcxj1rRrpSV5eIqa8eAw1JyMBFgvAZbyCZ21iqXfMs9ZN7Mtcv/iPlO9iWaSsblJ8SNx+0rZON0qj+WbFwvyG8GvVDu8VTCuVHJM3nmcxobNoyDf661o0HvOyzwlxXFT/5fxdP5bBCn8SPjaDH8tHoTO+N46Ko52AzfavuEZ5DnhPmMM9m5ev1escrG5+ZrWgPgCVw+HZVjvr6JYyzCGWt2+DHrProOdwoyjBcBPOwzyDUtIkDMjYFt8HCaMLwRUFfEX+kaPvOPWpfavHnWN2lY33MKGI1Xe9i2CRvg7GMiAq9lNkPV9DV708oMoF0gJCfreMsODHtPx85v5StooQcpRc1GNZezN3AtMOO2LBSdnXVELvTpB2wfIWbbM9ioS5cv5YdtpWG7erdl93dRP2KHpObBIsHb9oEwI4VUJVfkvMdIJ/ujeq69zusl7UB+Nz9d/pUO/Ip+kQN0q2wihnR70JsEQ0k5f8l+Y/IBy5scxi2eY0PD58QX4gBjG+bbniewlo5oc2yXfHENuVj1xz5abOivq29tumTDiLptzdPzeOZojL+IbZRRnDe0EX/4NFbKPuILF4pXaYNat480ySpkAnPICv/hNLxJgFkpaiCDG2ylgSae+e9i/28Zdz3N69zpVaPR9c7brBbo0pa0B46HHPT6rWi6zvlHXFOPti3gP8R4Wo7HXVFrEb90pdThWr9tPm2vAVR+kvuoGXosRXEaIUB2gEzAZfzGG9OvJYF1RMnXfHzmQvDlec4TLfjJFg05Hcey9J85fuPhmOedXxBV+dkWJwKpwwb33P1Hh0v6zrd9gz/FIPsJlsyDEaccHBucy35f7vkB39oiRF431Fn4Hm8lefwkP4mR70cJBgOObw1bBbWdeZ505xvApl6OODigITJhC/aVEbvIWkTUfvBLT8QgC9iL/r62sGqDT2GQ9rFBxkSG8xRTYlB2bAK+955e6/zmbyLz/Q/Y9H3t4q033847cyQPlOnA0TtD8IEwo3tHzKudv/jii9gk/OabbxSoH0ddkNMGt4MA3ifS4Lnj5I7jXLRsHcTGtGQU7WyIOGdzytPlbPg9NOBcxu30jWnLmw0IbOq5flKXqdP333//4re//ejiQx3Z+B8T73n/6quvYvPy008/vUC/JG/gj44+1l+9Np9rAMfKWz30lEad9k3YYtqi1iUEd65qk/QZ380OvY2BdY2B0/J5ZTZ/r73OGwXYaE76yJ8npr/66ht9K/nTGVKNj2aJxZkxbwIQ38ikB+gsYeEINPgyCzm0nsGYlnrIiMD5XIvIfBc3Vn/wwSi575/9co4QYnWdydwSNdt+tlRTWcUyTZu7btBR3jwkefGq4wj+MAAzydAcx33LbBk/nTALeaSpf8hOdLnG/eXG68zVH9Bxc1sMtkbnHebO4F/5aYuyPRYngNMu8OTOywq+bbzebjHWMU4A9stv1j83Qntq09JcC4b+nhoN+UkH4Z7FhfQE+ijsOyZFOVJrWMlTFZl3WLrKon2DvT+OVwgBBH7zTg3FjyRxEpe/Am9JAIFmvMGrMlnmW/WmsuzTc6I/5T6Ms5n/tGZO49vzeEyTVJ8vRPXp2hqv3QdXCrHmg1k7SOEFEjmxzInPNByOa6wPxr2KeLpM/8pafM+vnaVv4WOzzjwbbp5i3GKCwxEYbqAh8YYP4ispNyzRsW7G0T+dRT4/sSCi3a+pXVnUe/sJFMZ7venE7Z+XmV/gDmUy1T565g7Ai25HK9wvQMblE2jYXhZldwKenwH0tv7X1r6Cc3CRjvlvNbescbe/sfGwiBI7ZvwrM18sv10m/nUbP2D8xE23xI/sV3XXur6nZYEyviNuxD/iAGOoW7CMvqwLjhGSRC/GZsJ/o7kRbWJawaKX9QtNfORag2ZupIYfx5Y42p8XeDMcscPxw3kL4JHlcsOvwT2ofGLCncSDtNlom+U6m+eV8t5PZZ+Q8nDs5mrFWhbxZu3b/y7xt8JHIYbOH4q+bffuxQubOh3bd7xt8/r3eZXfFWZumwm7kD/rZopnvNVHnu6ximXNWue1yq7aom+2ptpTYmLzCzxXYTulnAoOKjE2UXywrze7fXL1JDaM2JxxwlXiDSfaxMF1SPGprrioNkwsyvI9v522gB1H1upN3CxDPCTNwqH5XeZL8RWDDVkZcrldp+Z67OqNkO36k7L8ZhvDo1o4M//2s2PjB9c/57gnrmCW9IWVt3NordZxvF0FuF1B6oc+WY4Prd5fpC5GPUDtmG9MHCGVKaUOn1/88ON0k3WWZkwgvjAmilfKa4WNdf34NGSMaxRDJGf26fBpwhRzt37DgvvPzj+Y01oo8o0trGdgi2xCM9cJKGJOW9fhbYqMU4JX/dBWHmLh28jEHJOh3kwOwGYmv6vJsRPWZvVXa/zMBSv2N/GeMj6byxX8Z+PbrIhNu/9J+7aNbFabFc5tela044La+17/bTqWr+wLlmVnGCHnfTmt03WbnBHUfDEcDWt5DMWLlxBtBTM/OwSuN6JS6mqHkGOO25353V8amO0u2z/B5sNZXGudQ8R+0KdEf9KbgT3Hchx7JJ/nBhPHGvf5PGRH8s3c8w3gCAJRHAvVMKE9XsATWeMDZNyBwiL0wWAH8FPSKOAdjrLeGRLAcmRXA1+0Q22xkLnOtaa5UfRyBcef9DQPr2/mu2Wvv64nfN9+Jzb83njzjYsneg32o8dXKn8tNn9prus6AJMXdJJQPDEHDK92ZoPwyy++1kbXFxff6RXBz/QxesIqE9t4mlZsxUaB4GPTQFqkXaFkbuGRHqxw6JDcbs4pMz9cLybLvRnEiG+xzkJm6ALZ0k51OM1EjtNvuBb5LDZQFysXyN951owftYuNJLrN99599+IjbVi+o1cVv64nVh+1BUx0TPKGDLr9y//3l4vP/vZZvP7ZnW9ldEajFtzzeWiHeCj7yldzK0AQsrSZZ80RwNjc4wmbyCPKKDUz6XbmVzEfDXnNzsImZSP4zJ///Gc9/ftx2AiUAz+2Ltv+7vsf5Bdf68npv8cr0Fm8bS4UcPEjmWcAS//t8my8micWhWPxN+IUoS4nXuiMOtCLY84IOv5Eo3aHnJTddNwByon17zvuXMSW+mpCJilWgbiDWoU+KAif41HRGBl2RAOc6W/jX/f7NJSURcor5axzBpEyiGviVYbbLqKui97+BjBwd5+XIZ81sUDYse8+mSi4GWhzB33Ikg0KnWBS+NdVLPBPzPLNQt40QAcfnX8qQPCCbnYLaj+pt24/qX93+LZTs2U9jfkun462oynnzs9om5B6UHIKfi9sR3uEJx+KQdpLfGPHwl70T3yIxLENLNyXTv0o3Km8jUarfVmOKJTvmWcbMqZRh287c3OJN+Cu4xrecvMpbSF1m4zkr/XS8ddCzt2G0leOIKvXEsJMbquApSBi1nYsKdAv8XRJz9vk0SuxHxlbzts1zi9d1V9DuUS/meE60RN1HjQiDNsuE3VYfrcj7Jv8CSbqRazKxQFK4kmzrD77PWiH5BsJh5OK+C56+FCrRVxikpJ307fMfsBnRE36SYftBQS+uFjqt3DP+GSBIODnWk/z0y8TU8dxWHCn8apK5aX6h4NiD+rQYJWFN9pKm8m/1Jho4j8XVKBB89x2jtjVFDeoPCbsVVjFALhfDAI9WffW30jm2HWvFy3chiZeBLc7fU32yZtFQuaKq8wN+sKocPE0t2V2zD+2GZtKR3y3wXtMB16Uhfox2InD7bPKb1hXU4vbNasd8suc/HbZrPSki5P7gROwu02LbSh4vHgeWS1slOI4TftRoezn6U8aZDeL4AAAQABJREFUTzXBK5JHedCi7JIndLVdq3Psz7QpH2PAAQ38X3LH00P8qsPbqwI3BSrhDSGkGDbIHer4CgjCLG9HA4eTeeDa/Q7nNZ/rmqC5VW7YA5ju1wmhUaRB47hkr9DqOmjy93X324al2j5ZS/ga6HRArrqKTYTGT8h0gpidVRq78M9qvwoX2NlcL2l127xvyexIzUBfbXIb/nhpjzt0ugep9hP1vAHW8ctgrweoVjImWczlOOVnxUM5DwitB/wNA5UH81YE0vQ0IzeV4ev0XZxojqYxJGuMsdEiHKz7sVbEWANhx5hfccgyZ9gS6FW6liIWa5M5jq0i66ysQrldzCdqDPGbx9jYetZvyIbCPH4gh+TfHG3HnzUeD/KrLilEn1WnY/kBgrvNsJyWsWbbcy7GBpmgjvDX7afbBDh0Ybtp45ukRxxlDLlMfU9uRkpBVhluVDR/Y7ud76r1G6fk1fKxbtTB1qfKbfwncYUDzH3OYEvHSmepfJH2EuAt8tyXQSvUFp13InR7rE5yzfOcN0sj49m8bGLOdbEBYsK8/1QcUR5TIx6eeBbf8k2/fPpU4xaVPdKbI5/oj40eS5nYwRuBeIW9p1W8sYz4hJZQien2vlOZ8fY5BZ0sT93BUzzc1gGT98RLbLnR+OpprGMkTo1Gm3DghxtQ4hqkSsA4HlkmUa+Jy3wF8N6fYvvEUZJxG8VZeF25HI0XfD7neIC/ycC21FGY14j7PfflnWzEr9oebCuTj8ss9nZvg/XKtu+Ui2yjLfeyDgfJY5vA0xsbGkrJGTsjbbOg+N10UiHd5sQw+QU2m3HftpQ6XtS1ot1dpLSpwkNHqjYiINkZPMFD5Xtql8qa3pJPEOAPKZmEyzcscWMqyXginoQkp/UI5j/8GQb4+QYwOQdJk3WCUeBPhgNEebGQ5tHSQb2HkTETZnPsEOYCe8Bea1D3tp7sfKwnOV977cnFb7T5+9rrr8WrfjknPwP389gIZOBVaVS0qbTnF19+9aWeBP324puvv9bxu3i9M4O1p9r4rcqIgQMDCNkGWwakkLGic4WrNNbO4SnpT4Gtwnqxne3N+0qVvp36vmjdFq91WOWMBt6ULfBq748++ujiDX3nFweKDZqhQf7W77//+79rk59XDWkBUbA1bS8MVsh7PMe29MfEmlDLAgHfSfWNC7Qfi7jm1YoCZIKBPQJ9m0QgQ46//93vL/705z/K9lNG4KTsu2+/u/ha/vHZZ59f8N1fcRQDlW2qaOh4sEbuS+ynztM/vBCmpUs4ku8QuDVY0z/kwcTrISW4gS/7+V3yFnKJiU3q3n6MEJFL+IgYwH6QbcC3jorvMwVvMPdr6hKIuy11lU+aSnK9Y+8g/SREp5sX4il02d996LgTayehw9DcWPJyro8tjtwPF3MjTRkkJW8CKxISDRTLpTsWdrVhExOo9sThMl9MsjIusV7Mt3kyyTP49gdhC0f6BSdPDF5WE91vVx1u0e5xawvoF1RGTN5K29ZIpFfKAeoWml5meuClmm+Qsp4YV/CK/HQToKZ+PPpevkGsxKIqCQ7ww5jvttgZBe0nWAPGcVWwJMYRhym4EnItqvAacGBFNMdEZXNSFd0O7op/obthzf+WnbEgMk604GGrjnmsMKblslfpaP9KLdwD54xLhdbzGMfbe6B0K5Q9Dr4i8b7bH33UjmT4LVtdK4u6Obk4TulAfumZOdpUdfBEFv4eHWx/6xLI4aH6ZL/xi0KluAGEBVXd6EEMsd3m6+8TJtvqkswbf/lcFq+WZj3Q7fYRWMYVHltYdl5ApRxY/sjbk4yj0rjPentwL8Hk+I42LcXjpRq/7Dz022PkgW1Pbbd+p5w8G/PHa8P3+OOMX+CRtp9q/3vEwJwtU48yealBCPR4qxvzOQJPPiFcbjiJtZ8bPSigmLKh3x5oGiUPOByBctyTGz2AXDEuanMLrqcVJp70Yy1SxRSIR8cQ5EPMWbMRwA8SiH5xyW1CQj4/rZHhT2ds9uS4tG4sSbNiwetuXTeeCG93M6cx/RKhLZ9Nm78nfjz2R7c5H5gIJT+5fjX2/XiM+Y1YUkyj7BVPyHacVV7WwINH2ZJ1z8NfN3qi72msH0+eTSy41piEG04cF8BJ/xFjFcUXxi+54UxJzoOIXnyKjrY5FsTrnwtNoEkOUfngHDe2THx57gZc8oqAUkh+Va3HNMCQigiDvttIWcj6FYkv8G3bgPe9qbZ3b527hjPvycv9BpQ+zsCQim6xgy3KthPD+PoUWbide+ukPM6htJfCTrgqp3K+VDt5pkR9iMYl07pJxjp/UmmCSyyoA9/nr76F1nCXf/zDn0MSNnIXVCZQzqUGNDz56rEHCn+qARCLOEt1ev21OxR850QH9MQNYh546fwATg0SQyzWkNzwvMoJFoGRP0/4Kn8OVBYG9Xiik9f58npfjlxbHm+88UY8tQiOiod6wPgPemz8gRcavPqXVzqzE4/wOeebsFxTJ4K3jjfaWPLiRco5B4zGCx3CKXAvmDzGhnPSpkRkIznAw6PxR0GRH/hzH2uSr2knlhN+m46gRarHpM/Cue7PVi8HT9gJnc/mgk3Vu1kp/DtrdlyqMwM4fmHZAUkHiG7e1pO+fNf5Lf1x/sYb7XXPbYDmOmrWxbfS9V/+8peLL/RE9w/6di1pS67Ip9vSbflfk88K3qL5mc4wI+tQZ5IBgwZsPmt4Yy8ad8qP+MAP2fz9l3/5l4t39SQ1rzvBR0wPmfHa588++yw2gSmzfHkNdQ3VrnMj3tpa78RNbzPbts0x+jHBon6Di3PhR9+0F53ZPnOMn37HghJ37FQ+ZjFq4mA6W9PLBNEYSvm6vS6Gp7U06RCd5UCReFhv6nN87Ha2hmzIt3x7tmTlPMcsnnqog2h4z2v8fCYlMZjcGofx7uWL+6pr6vW6rmtpnkPR31A03V6vgVvPa346ybJKe6K1rp0JJs4GO4AfTw5y0bH6nc5DfMg38Uw3GNHxK49+aCCxdHlb/rvcJkRLZHS7hPWbEnG8iLaphp/QWaxM5iCfDreh34BZq9cR5Mk4Pshc8fyi3fvW6MzeNKE82o/N8Dp4/J+ErXDzD98dzdZmzKBstC/yugyjPBdn0lfQoPQotLaFPoCmImlv+4/BJbbV3yW+A3hLvpXmCpzlZxmMDNis1ug7fh2TwxgfTGcNr8t9XOPPdM2n4fuxtTu+Fdkzy0mVkbJNx3yZb1+7JnDQ7O13AUfhnODTJvGwzbSiH9cxX74ej27/RDchXG9v+0e81e8ZQY4xDfzpG9nOuFbe2C9eXfL9G1JiWOVzGCzksCbr2AcTT97EDE+WLJ+EIRHbwK/IwIggrtuAOsr58fzC8pn4zfhN9IZ2fONc7UGnamnUpyxCjS7X9J94rXuqmctAcfpPsw/LzXyP17sQF5sPOdG+gt+xGBqKhoFyinvzdrj9Iz/mg3zzWPN83o+Fp5535GTN/+wLtfqs36gF7dztcJHb42u3wfnjteHiuNSWI/49q18vBlymaxDfoObr8XgV/aJyBzwj3KnXIx/H6o98VnkHriIfZJzrF9hazpNZ4A3Z43P6x7glvsUXN4KygJrzcfgAbuIv7XV8BZwmEMFy0GrwgV+5jgXTGICY0m6gDH/AX1RfB+KIbzoJhOXH9eGFuVWk0k6un2dDOYvi+hNxJu6vaU8bqtA8Gs4x0f4JLew/ZKCj22l4y33EM8nLkPNjhV/yr6Pjxzm6B3e11f5ou/RmWcO85T02ZMRT5TbCLl27/kG9Y/472NWI23hn+eBs9Wb0Cq2u6xX8R/WuekG74ISHGb0ZUysXK/QXoQdawNT4T0iMp4LlH8+1DkjijSTwdKl1O69Heo0peS39Ht2/Bgeek1Ju+bpdvg7kw880p9U4SU8L+kEV12VtkthBAo9xOa+iI6/Sr2VZP2/Q8/rDWG79H+SfmOExg/l1W3ajKfqtfuYx3Roex7NZ+YL+3U7jHv3X/Fc8bgt5vT2FT3yj01+iWZG1846nXVe7PABfwlnoz+ANS7nPZwAmOJSv4RvrbuEEtuGxrbqd9dqyn6POcfaS/OkT3T8aj+ta7rkOI/Jr4+sOQGeo1Nph/hhNkEZ7iMwjP6F/99ut/YdtTD++1A2sefOJkOrmM+YSl3ozn18spBCCkTGymWxtRr/En1n+8sUoL9rHU8MMW3qZzp/ptfX5RoLE43UhMaMMAexOh+OXparQtuw5dl6WgBfyDG8cvrb9Wf4H+hzs1/UO8Iim83wMWOmXo/NG1kx3zMeGTctl+TaaZneE51C+Dpr7mu9lfzCGSYdr/Iw0LZ8JQ54ZznjGdsSr2MdKC9euv1AUWabj8hF+LAcuYSR32e7IV+KZbK7Xxw+rrptf+pu/puv44Xpj/whc+Errh60P13c9t2fpCMwavPNdL+nhb8wT6PPn/faOJ4Cbu7L4IaMjlJCSCYxL15qsnOLSgeAefyyEJWG6jM09NqXe1FOdbPLmnS/a5NYTvmxQUdf1lwZIsE++/3h6kY0sngT99ttvYzOYzV4GXeDxcWy2B3vkhwyZQKaIA9T8chFzutRflG39wBcTzhwUamrb+qmsA4GIELMB5xa+vWW0tfJM+9iOi2++qVN4yAnekRmblB9++GH8PdHT3/kqoIlz4H7UnVocP/3kbxef/9fnofPm0xPgyhn1HkKqfARLMgt01/qNOMaCCOwyolBcrHX2tIFJz29/+9uL//Fv/+PirbffivpeJAUX8ua12f/7f//v8B8vaMAH5WuSmtvzHk4OYaItosFg5UqjrqAtP2EQRUImcVcdwV5P7vXXVRyielA5KbWZw+/nj0aTmhFUffdzDX6xC3RnPbFYxU0q09JuouGXWGS9Trn/vGd9MCafQmIt8odA0vYmHwxrDF8QXPQLcsIz/PCYtNERCZ3+8tN+3+DO27zLH01IU5LTs2fEQsUDiYzXoD/SxKuFjBCdx0iWI/UYCIZfaoTIzRK4WT7hDRS6bX7XI17y2H3OyF6R48vm2wN5+9YrIqZ/GjbH+DItVmoitiCFsB9uJpJfuI8hz+No9yfypHxbiUCrzdF9ZT15Y98MqYSSqu2mlvgc/6YqeEjhw+KBSRtP9kSKJ4Px6cTHPILEtcc5qqkc+kom7VEMAAh11H/60xJAWCyJacAi363+Az9YZvfJ5sugcVv+q53fFtfR+rapo4DrAPZT7JW05B82Ycpt9+fqwvXB9TJS+nRpgXycm9isp+KGwc5j+SixxuMi88vCK21+4Ve2NuYth/FY2wYu5AwuQkDCZozJWCHpC+aRxoc3mpcEHcGaNrg4t6441/8TU473Tqz0K/i9SGBdeVXnlbTzbTXGYLszrOF8/dKPNkwM/Z4SfmD/vCcSq2irvGkhfT66YFxCgjdgGOUwdiHl6xnT73mlPOXGE+OHJirWW2OA0GJxVN746eOcVh+RI37j5/NbtgeOjh8jSpfBLzBcu94I+zKu74r2bG7QZHQq/+bF+nL9GW5nbhxts+AbcW1Ue/BFXT4/A6eWIzaffrOfifRW+W/xnajdCvr0vKN0jTMNqePZe5L9dZdvi6fMFZ7pc5UsCrlHv3r8KD6BYcys1fEkcJ8zlXhDWU2W4ZTndmYsmfLzjPEhn9oZ06Pnel31E3GUyogHQxhj8UeMVFhRmnBn/Xpdz0fsL/d6aQy8xsGh/NYg9+ZbDnvszLBz3KfEpnP5H+1yzsHDugpem12aM7fb7XD+fR1xO+YiTqbro/NHvrjGf7zOYDgfa31guZ5wlLkECwxKB54bwKqUD3Ll3WjAXioDZNWYhP8OUgtAscMOuiKVFexjMIYvD2bg3w1mUMggBmGxycumHhu/POVLPnCUseFLcr250FJQ4GLTj0EUG708zcuRp355updzEpu/HuBxXQemiX9qr9jeTOZnE6gVmo7lwHWeQ08BV4vODBC9ccY1qQ8a4+r0n2mRS4vh7W5k5EeCf86hcckGGjTbu8q3KWEDKac+MV+p4PasFB/N9kAMG+AJ8D/96U/xBDh6Jsma8nVexqSF/K/0Sm90/uknn158+923ahd6Bk7+sXOwbnRnH9sdKKfWb9Y373tpALrKVcdsS5hH2kjqUzrUYgf3DRwx22CJTvOtt96Kb/3idzxVb9vELrBPnpL/61//Gk/+cuOEbdZ2n0fxIP56PNot397SJiKu57ElYxkxLV/8HE/3lRUg229YAb7Dhl0LnMiLZFuPi1v9HPK3hq5COhZy1yDWF8qJwx4tHVJIOeN9rX6IPzsRtzWfyhY17CbskMXtXMzSSLOLmXLrnDjhGGX9zqhH/J/rh3LTNGyvuyH/UfOu+9COz7V5cMlmYLO5sLeQY9oW/Lq9fsLabZjuLDuUGf6SpsDig2tsH62bDtXjy7YdeQJhPh23ef8Dabt2p/aST4pQejvJm8sy2qQGTG1rbEpvJNrGmy1+0h2wll9MtnjNM+XUHfoxcKGTtGss1QM0+krhy5lRnIPDtIHnz9eUJY70sYl+aRtAd5Zq1LkzpA8fUbOPuI3tDNFaX6mros/Wj7jcgggdyw6wLdJYnrn8vhpRzvyP9slr1I+lkEGxe8uQo/0EQXEHek7Sl3DyJiD5TRMo/mleoN/7c52zSBJJY5d4w0iUC0bZLqI9MWYWPs6FrvPitoIDHhkPxyv/41pPdvMKaYWGF+q0eQIFlthICtZ0Z66wtc1gIW38gmue5jFqXrb/yuP2fJ39ktz24zodkjYkTb+pg/HLXae0lxYfJWeEX3W0Rs9jqrXyyO/9RiqKOkttuO38apMHFzZbiuF7M5w97aT6NI7IO4vtG+OTtcBGSyGilQuPWZoaKf5Z0qqupB9MKr2Mdk4Ghs8TL7CP2K5JFWYD8c8YB2ArV0x3wr+zPj7tGzyeqj54c/MJuXn+iyDAXWmSl2nybbMELG9bIjkvzsXj4+tcm0hbDpD4cfzjGGUxjlRRs8tniomZ8gnhmOG0dkacif7j9FhCLHxIyTJGBpaR8zg67755hg66sP+Yhy26wZvqhZEZsBqA8zaOfb62opeRj1EeJ5Lb4KQU9diopjWby/nkmk+Uuiechn4Fb5lTtfdr8kfS2P7IvPUPfpP4R1StuVM2N33panoCLut1PuPmrwYuf3/2VIu7j/NV0vmqR+YLrNvluAX9Ebv4V9s9EYSY/ssWmXswPnGKuk3hnOf45IDjALfcbC+ON8bF+iFzH0k4sgzn8rs6gjdwY1MexN0V8jPwWC6uerTd+LdS2Go759q60/aZruZxeNan2ZcYOG6kQz7GgIAhbONYQt/bG7IfcZYaY/myWZUK+05zXC/YxvrqtUDmMpCHqMmT31V66hfCK2ve8rlxFtU1wKbX5Wq3yg39W9Rd7y2j24MFnIKBT/fNNze6cUPFMcdqjD9t4Pi8bY/jFWu6LaFr1rHt02R3/bf6Xf6tztoBuEeMuZWMA1byaWHx2tY5PO6B/2fimyMPk2R85ZiEyZ/wZEzg2n/QcQpZQGwhGcdC0WA/E0SdIx6234qa4I+dwV+O07LuJk/uQBuZSr/Wyzbj463dNfAfYyjKl+ND8FrqV5qR7QHEZEYte6dcuj0PCBrNdfrwi201wHaY+MtxMdcjjnkNroCpuBZk0f3wsPZ95ph3H6GF3/p6au8yF4flElgEipTfwQYwaJZcB0HjtLzmhMGHExOgfLo4ndITEJdvHTNINcUHymUjCByULzGmbARCYOOPBvPH5hN/fsrXG1AeeLHhZ1jwW6Cc1wQMZWz4sQH8j3/8I448teiNYG8mA2v84OD6rhKovLkYMj8B8dy40R9pwchPwLkEahkyqU4aPhqaSfmpT4vbJtJgjemujtgONsIm5QcffBA3BLD5a71DB53yxyD4yy+/vvjqy68uvvv+u4uf2uu83W5VwpDuirVVPCGRFPD04Ngq9KkFLHywfYMfqcPWYg+DAvrreBJO/g7p3uYRfQuUH3zwYTz5i1x5qn5MvPL5b3/7W2z+1hsmRri7u7YdrWBEbwpI9c12Mo2wA6sVm+A+uzogWMGmio2eO7gK6LKad8J5bclNmxT1mKxm5ALWuf5i7If10bn1jt+QuLZ8yHr+XLbDRjm3N2l+SEyuMfGEZv4yQWt8QHDRqWXMyCdNc+FxbHyAyvOAudKc0Xogmoc9Vrxj5XOuN/A9n9nvoZ2cQ+4u69SF+Fz+3IPddj+HrQNudFXfAhBzJcAJHW1TmAjBZj2LNsSLy8tcJEk/wUubvCRDn7uvCR232R/wrkO/YxjIuX1YDdjsi5TdX1qWz/3QE63Wv+3Hnz4koe2vsgLp1/pkcWv37dHOqXUf2m+hcwTrV1VTD8871/nuJV02PafEu0N7R+Xpl4dKwh/ZWp0Sc4VpAjXly6+A4/8L9WFy7vgTQMbePLGfUy+oHbG3eIMI5iwkj9g8Em7GBhkugnFQxUI5iyFe4/SrmjzAm+J9gN/JT8SNQ5Edx131szS+qRgM69UplTED8MxgeoXuHVmq6QUP5zRuiq+gmC3GBs47+Kk8FrncBjNzaSw4egTw22iX9FPpR511ytgtqdtfbP6uw786JQhMbWsmQs/Mk/i+Xm6H/DY2PVpdAeGz3hxhrMt57Y8tP/Bx7lc2cu7xQ4wEZP5eDK20u3kIPsYDjV9ocA3NxJ1rH657fcNbzHQVuobHHIdTJ3gkzmmeB1BD6aqzYx1rZIF7F9ca/DaIQjftZoZs70W1T5PZW/dngrMNnEO+NvF0qVkfgx5GRrpMKzWATqc4oj647rRU0skd4e8AyZEM0+j4j8DfU3G9UQZJbnvTxESPEeK/N0Gx5OaCT8jpRjFAiRetA3L8JU6ReHL4kZ70Y55BYkyDy3W3o66u+/5BVusfVHJcypjUCgNT/sBfxKh2HO37+fOn+gSgevLoajI2ERvNp82K8ppiU468EicYZ/U1Feu1Ver4KpKHfl7aQDOR49F2lDqzNfSav9Fu47deD0EHRRwCzHM63UPbcJ9AhXsZH805eSlXbqXb43F4jqsGFrpslF/PB7C7vWz6mxx8F3pr3dEXH63rcbk+kajiIaaIG5aG89k0bk8QG2GhPl8joaDWn85hnfEKPsGbU0hXEnDMs1T4WGOWG924xhwr4mNU1YqrxlTmGzvHxms8su0HwvJD/vM2yDIXnm3bT9bqFjQnnRovlczrbWi4bzD/4A3JtQzbK/lj6rF2LPjZr4sRHfEfy67KdYt9bCuSHJg4tSWfCY9gZXMhUuzfA/MJ4Gc/q+2v58cYs/wSTqOTInry5hvAkh7yG5+6RB4Ih7viL4Xhmqe8BBmLG5qhzIhYoUsTT9UipfMmJ88bXJe56ydo/+Vulp+ePW0THoLRlZ7GfV3Hi3iCl81eggtP+vIk57jp5IDhgdcoRK7ZJGYzl6cRbzS4+f6H7+MpRTarPLhhE5g/44NBT8I4H/GSR7pqd8PkVeS000EjLReZ8ie2lOInShD9TZftYV23r6E5+zBf5D9E4zv3uTMxO0m+T5xwvE73uRyQ+aWf9GBRHHvhzsEY7K3ouWHoBFfbsyGDXnnjBPvgSXCe+P344497sKYKOqydJBuUX/zjK33j90t9o/areOo7Xt3T9AI8gWfmBxu0zypSe+vA6yiOLp+jkDMAAgRtZ7GSdmm7SZ7uTWA1UiMJYBbtXDplEePjj3938fEfPr54+623taGem7/4leXDzROff/55fO+XJ+hJ1rPxTvLPhZKMDx7GKIYcsR+e2CIZXwyqVSc2JpudhlfpPGOQeJfPX8nBaB8g3O2PBIiHiQd/RB7a1LF8UbxT5wnaE68ung0WXb8X1jrJey9qJ4u5LVNclygh2p2XEUu7PqCf+XueWEGPk35o6bSgPsUr8RAbwdPTkeYk4lqfirZclCGeMoboVVnsJiuNnfHzJm9iTCYf2+UdHfrA4Y7RO0YGm2oLdEzi8poJNPaIfREvkWsrlWymG3+wR+RD3OGcb65ghxgD/oJGSPwuWk2Uzn4GezCfvV8G04JN2b/8LdAp3je/cONmxApXK+XuX4Zq0+UCL/OWpgQcc6aKeca2UE3xiYKOU0xlpyY9tHYArPOUS6UkWZc2AM1mFDc6XcY4KQtzQ1iRtOkLtBFXiSe68JgLeZqkYyJHxhvPwyeSH3SOnuOtE6pgPdQ23eq8y6JhwT5KXpdAaXul1/2nZpZzl7utUVTwF9Bdp8gcyaQc0+73xLKKvG78TvylvP0kJ/AZepoeKoJ63v2pCYiG9vYhvRXBVRzjOThneOYAXSfz7OWrxku2YgHE/GdAXwA4kuX6bmdXtNu9QLnL5wjuE4qhEv7Y26FXpnFDRVNwjQ/PO4wWYPWNcPeo+JYXWmOPKJDqh6a0lSL7n48Ze5NRQnV8k42YztPIymDeEn6vc8ZM1/yxKMLgg/TIcpK94fv6e8ETxDGPIHZ5KSOg+49hHTsmfjrISSdVPt1+i+omLoXWOi96dP3o08LsiSP6i4001eFcyeO1uGg5HFx/bMdifqcLoVzARu49DgR/4lhw1EdWVU59SBH0hx/VdUwAzvxm1BFs5GWd1GC2a4YF/rqNzUr2XSzINyoKJ6PSdLWkvtiWLh/xX3QYOIy7+Snjqxh7dTi1VKjtE/sYfolQ8C/eYZeu+6r55YyDVh55uBDGy19LanFsAiNN2w83kGB7aW/YVI7Rwn6CzqRnxsS2qwN7DXmifuxOeOS/EVNCJ8QXUdRAIumoKbqO1jR9mE3yA7caie0aPr//RuuTn2vHN3inkdgI8PAY44iGR/jjW30hL6gkJXlIk8p0YPwnrsUbNpZw9gPT7ePGVn+Uw4Tt8My40oIPyx9yjuPIXh7dxnF+E4YgJGiRdZLJ9pYx99g2Fjdft31YnafoA5S9/oh/6brRrEUz/iLGYIuKuzYvH2ulOJ/8qhd1/Egvy8f2nKqHjns4qWPBoajTJj+9ICHCN8UaR6feTme048R3Aa4w0VZFgEE+GeFyjYbNEr/BAZfOt3CBT/l6iviR3h6QT5gqi6AYJXlcoRr2Bhx6t+35nHynq6vHF4/1+ZuagPO3ZzlnLM6xJ50/i35fuFEfQS8tPfuaNn8Vsxpjp35fKFZmHIQn5E0dxaGo2zGffLKml01E7iO7HQ7QQ/6k4wlutm4SbyVRGXijbrNrzk1rqrp5dkBr4GWi0dAc4Efe0Feq9IucW6l4S7Cl3wTHDtJSD/haqnROXmtfNa8ZGrdvxdC39L80dAjco0wrwU5vhWCFPes8/WESvq9TK8gZb4xxn/TjdRi3k7Huki5e9DeFqK7GRNkfuQ0omnFGPlzHk7kVB+MVrhnNpGdmPXCQjy2gnzF+ZD6wxIGsowvNjTTG5uZc7UoBkynb5zhCO0j4EWvHxu18w3FjDm/Xc4TyeEajH82zJLtmw/DpOrVtSdvy8JWqtTjac1aNJSGM+1R/znhQ5aB4Kpl0HmVv4FZuZyVOlE/oDP+LMW4X5Byu9Z/zzLlNUdbpNcDennZtPaUexU9bhxnrJfjAa8MRB/tPzdN5577pqxjGAJnRy/LwNBobKFgO6mSGbDzW6mpxk8VqgKmwr8K5PEDin/SXAp02gMOYJEQLeqlNLEyzqye1GBELKaGkWKCgso1oCUHmMUjDYcHRF7W7ppfr8R3Wd9997+KD999TvYt4FTPfFH2u73fyHV9e5UxQYCPYr2NexrScSx02etn89ZO9HAky/JlftxssdzXYXOYoc2krTpaOphMZ6rWczBOtrbouG50xVbzhjK545jF8DnuSxd0oGqFahWMF3rz75zLsKBVe5blMznwet6ul+m77SIdXgf/hD3+4ePvtt7stj/XROU9+f/LJJ3rt8zfdBhz0gAd/4qaddC/3n+gIeseeYuzXd0Gd9sRGRWgNzalt0JEKov8V8egIbZyF6L/9279efPS7Dy/efCNvyABX/ANWic3f//zP/4zNX3fapfrBaRkfHJSdlLExeIMGcS82D9orymlusKx6tD3ZZxEFqtgxAZX4Zf2vcGO6sw5ONg0B0iw/s479Vv3fwJ9495bfsbp3WY7+8qYOYnnGKORheWErLHI5dt4l7VcXl+OZW8AEt6UwMslS3Sw+E09Thzy5GSPtEMPxZkRu/mZcfCw5gydfy2WEtzmaz8O4G4sjzW6vbd/doG9D827qVv9Yb8VAq7djyD9y6fhE/PA5VdAFg+E8Q2vSawwyWfi1r1AqH9KY6rrdIOYNfQ+jav8Ve0KykRsQMAZgQsaECbspA7ejMQkGT01nyudUMglvrXF1aH9LOJF0iiDOlkB256ETL0Bxw2OmfXzsJmJAy/WMfsAoxuPM/ls/4/HCCPswry1zuLsfueeYTf4XMXcuBRZCXrx4qsXK9Om8kYMxUPZtQHPO4jY3kthHs9wd+xxn+jxl1T6ZO6nnVuDg5loCg7aGs6LsIvEBrxujNLd5LsXmgi8+r4gS/e95/avnLuZ9zu2xK/TT9HLUfidd0hIkwE1cllJ8QxVyfvUK57dKptd4hD98y8eGe2vsaT4BxZe41r79HabGGxgtP+v9TqiAf7KjQDmLL4W+LLjrcqDNXfH9hruwfWttAHxAl9kHbLRJeqSfrjrey36PFdIZvijraFU5X49TUU8EiSu8Bl73sed386gW+sev+RxV2xRW9gsCBscrVSLlxCPmecw0vcBLvc5XAJonG+ycr3qzeoDrhxtdrWfnMRe60R/5gYlYo3gXg1NyWofC2xJMf5I9WOZ0jXff0W24LZ591B4SVJP2xNJC/zQVnnJmmaZdTTVvo6cJy/wMWg2v49ss/syhz7tye+6D//0caVQ/Aet0lO6scLo44cztdJXSXtHzm0IUqlss0Ylk/uLm+uLZ9XQjtWYY0ZfhtsQMYgixYOz/6/VhbDEP09HjCHISvkigjZ0zLmSdq6e8nnZqkyJfXN/EXIl85AkOtaH321zz/eTSdl093OT2wXeOGx0j4dkyo+1TQjEolLpqp/1mArjd2an4Ory30CbyrO9638strZop6p0q/RxnxM4q4p08xPq1YTHHg9R0FPmcn0HkAOcdZ2z0G9t+TYOnRqNL5jjP9VaC2FksbQUPcxfbs2/2yfzczMXG2dQdEzCkJTZbUZQbzkfT8qc77Vcc+WNcH3MltYFNSTaC461Nmj/FeomaxpiGG9nA6fpB7BX5mflfCKs9SMJ5NcUqyHttG/ZSCR8jVn2mnh+rt6NcrIT/NhOOYbqqba9/VN45v2OedrB9DMT2b7i9dtvhZkHNWMoTwLmhSMOHpI6gT5Y1F+GZuEtNGFgkC+RVdkPVpUtw0Rgcmfo4Mhus5PFUJoMS8innCc1r3cX2/nvvX/zmjd/Epq8FwROKMZnpHZV4Ey6ezgXGDfc9IFFPvPLqEgIE5Xyv97vvf7z48quv9d1e3U2ifz/qm67g6PWbE1G/4qVtXS6tofDsALXU9szTgk2R2fSk0yR7BnXQAj9Pmp6b4EUoIhGcIWs9u33Sbi9PSLWr8Oe8rSMTan9TmM0JBgdMHplp66smMdi07BBn3i2SOlILZ6hZUqvJ/ItCze7n0F5L0CSZNjcHYFNs/H700UehY+RgWQBr+8Q2eEqVV37zveebZ9mhMDi7Vhv5jhv/uOZu8xt0pgV+4ODVnSE47ydZbstyOYsmsqAimws6oEuZEGf8tJTnbFQwkMcPWYzgLrHffvTBxZ//5U8Xrz15rXf68WoFlSOfTz79JOT59ddfH/hO+GnxZVM7++gJp0eqRxBVfbm1DBjybQdUdq40LpncxEaxdK5zNuzmybqZ505XS+Xkna5LvZwlWQvFTRTu88w+k37FBAdqMOC4SwbxMgd49j/Hy+UYSTuIBsIjoVoS9k06cOJS+LTgrFbfcQwHDyrZ/k5gKtuaimTSzLiZPN/ZHW0PfAlD/+f4SOyhnM3Bm/Z9+wDVtWV4Aivyafc71sRU+6os1hu3j4oYCWjGDuePE6Jzz47Eie3B3k6i1l/Y9nIdx4wNkF4xNBaiVLBQACF+0newsHGlRV50xx9iiztrVeI8kERZI3StuHSjc+7A58m6kPjABPAk9MJfvc5xRdNTQD20n23eqkXei3lJHLYhjURDOMSbOoZ2+aLkin3ma90dt+yL6CPx2m+kpKTT9LaI15m2Ta4LLRdv8magl3R0+7zo5/jQr5sc7pSdKpMqKxNROXMAJ/dH5pWn6vnOPXaGVvJGjoTP8VDWjBy5Gb4FjvBROTDH/uYGgcaYmCrwJSOyioHjX4wzembiFrBP4gj+5BO7werTfrgB1nMmAPFt/twW8uo5NEk+RhiKnDv8QeZdB8lnHdtgn2ntakXpS+6Qg44q20mbJbMiUuu8A5aTAFMbUm7oTPJslcGX/pXtiptZW90aHwq6l3Ia7bQNiVfL9xjxtFP6iITsftnsa9KUY5fgum6PYT+hfGYzJ9SroOgmWo5uDu0Ox8vyYv9ueMNjv+howw64wm9bRFBePmGcNLATRF/9zH44+WYaH2MGZPxMfuvxAzJWFLh4GhOJhPMG8KXeCpB9hfp5ESHm8Ed/BK/jH5zWFHDKCKwwuZSUzYJoTcznGAHyrfJIGpC+0NPPl9rFjpx2cwASpa3ENWTL082MXakW5PpJxb59fkr/NY3/iaRKxTarPpYouhz+HQ8O9L9UcSHv3HojKvPkuNykP4JtXxcZTHzlSCnxY8eZbBLk34UcjHfziK/fKq3Xn9p7hMBteXB9T0Q7OdmhlDZyeIOPkMt4vY0VepW7PhFvrOTEk/0RLZhlpM6xAvqpR/Jv3srmZLkRr/g83pQELNuwXeJkwPIXsa0tFkZ9fH6qqIvcdCbP9Z880YM6ChDUJUXs0DHqSXC85QTYH3WXzLP4cGnSeq510BB1CBY5nuUZQXPzp/hOwFnPtVLJIz5Pya3nmBZguRpmFmfUBMslY6XrG/plHms7Jrr1icc+voHvBjJvn/QnNG7ThGU4G2U8FMdlk7Fx+eiFIeyb5JgFH5UX3qpjadb8qFR+Ot6SV09ndUNJlKbtJpyp1Fr3eG7bE9l8CKfRap1mrvIf6mDWjlaFto/c51yn8K82R18U4pZyuwwEo8V3plHoYNkduantKuMJ5iVisbbRF+2hDuLUnX1DGd2GeJMoqd/wlpeZVyZjkx7T74i3rLGwT5U38CoGilnWo5n7Mcdz7AHZJB/FTmyn8Rgyxl6Ru47xprig7p+5BCc+srzjDbnJarW23loUAPnmFuPaeSw+htxjfCieE29kkLkTWQNr7RsrrbZHgJSlDUKz1RTdPk4my/baig8Pqa/D/PNykHdYlfk5CQ28s7Zf31p5FqKTqG4Bj/I37EH+iv4Mv3b0Kq/K8dA9SY7j0eke8AKDg/vbu24Ar13m26u8upk8nsgksRlMGRvAWBfOnAMnJl+nK+WHH3+4+OKLL+T0z+K1zjzdy6t9f3yqiRdP+Ap/fINH5aSkVSa9kXv/PymXdOUePGZkFeKvtTEVgQTnOa43TzQTayJbxj0jdOsLgu2VOiZeORUdcgSHDFi5AM753crYQd2dSQQE0eC14Gz68r1fNoFtf7WR5PlJ8P/6r/+KGwT89DcblNExyPToVqK/LXaY7cAuq5Qr9lfjXP0I/bqioOxKm0peIIJ72kgHzlyGjgd54Yvvtm8of/jh+7H5C2zonh0s4eKbyX/5yyfxhD3yXJI9dWqy/n4WcapN8KiWqjPIwYlVjQxIHHj6jgZyk8OrrfVo0lk/vFIOOwlFFwyWk/XoYw4WMZ4C/OvpgQT6GFkl2CKfJGBCnT44B3d8pywHu4q5OGiktFdOp7ws2fp1H1/52ILfW+b4rECyt8qDhrOdS7i7+XwRi0HoQxOSeK0rcTU3kGIpltjS4kzVGRQiX0q5bhsn1o/WcyJ5Y6vWM2Pkdfk7c+VoOPvtCtjp2eKht+P02jtqTPa+A/hnA1nSz8/GzEsg7BhlUuO18x/S0b5VeWquO2WxKCBfRZ8+RmENB7HJzQZuVvOkP3087ZUbbs7ZC3fcMH1ugiXhv/Zh2xr0nOfjjM1kL/iIvShdJ4+n9R0NzdmHlOPZ1W9ZUbpEyW3hKZChmCqoW1L4OapH1C0LWz8HD/9MNLt/LYwLlmIf5lXfGOKbsFmo9BzfvogcvWGL/zsG2L858ndK311xwzuzGpJ7Uxb/wRevfRVuBZLmE/l2Am50Is7wSslnmjsCknEnHWd1yYj2AQwtHR2rIuMOfiq+2sZzUIPrtjiO0k1xvfRwY3s9yt+vADMJsF5SU90aqvnynlxXOaeTnyPadYVHVdauZLvEFNxNnjvb/K0I2RTmb7LzHLRwHTeyabzD5q3LM07khrNjRvQ1EBe9vHmFElbNlBQnclkofZ63AvYk3C/0RgHSa8xxOFUl3nqC73nNkBa8aBs51b+j4gP7GfnrcotYlzFvjeWXEm/WiJ+bj4FtJD/8Y5BRPs6/i2MzwbCdu8C3B0dsiAnQG4h76twKpvWd+IZtaw3fsXLqjdpLL1VBozPijvYyPG6BcN5ubkLRzW5xo4m1wedvEmvykxSJE+z5TGSIGRoPtHE4scub2yMPi9dCRNyABn+sUzM3IjbFDbfCzVoJ9uc/8PAAV3yHuLeH8kUKP2sm7UgJdQ113UUOTKvNJHRi/SwxTVkD7cWn+KU12yvf44nbYTsbr29HGl1P8rwdrvupXX34FB2ZG9e3TV/+8Q9/XjZvdcY1eYBI558DAAY06qGj08ap0plcJ5yuLWpyzqYbm7yelPDaZjZ7qUc5G8Ns+LrcjTPDxluPlMELm3bgoS7XP/7wo46PYwPvH1/84+Lvf/+7eNXCiHhNQ39x8ZMGEGwAs7COM8WdpAqi8UoVBR2e8iSZvvmp9DlnHkRamtRlyfTrSd2UozMjiMzpTlQuaQ/f/GLTLRNyRl0MgOB6f8oFfdpkvebR8gaTSxJrtj/PxcsJxDJYe8M+A7DlCD5k+ZQAu4HT9Nbkbr7qHb/YqOGxA+wNO+OJX450MJSnXCe+/E1nNn153TNP/NJpAUtAgHf0G21QHht/xmE+gGWTmw0xnn62PXgjxXDj0XBj/qKtFKDcgJ5rrBRLtnP9zcoWLqwfyw8Q8nAD7gb3tY/AUf7+++9efPjhhxe///3vAyZ/8DOeTnweN1385S9/CR8sAJ2/Sq+X19iz1o4K0yuWk1bP7SolGCAPOStNepqVt4vwupDBZCsjnIoz9lVViDdhDvsBPgdnVR8qXWtXIzDpvyKeqHdsR/Astn9C03ksWSefmoZf9eJrH7Fx/MC6zr5E/kIM67FtIhuRjcccRv1E/NZU0uFQELMniIpeHc1qfJso6OyI3DrsMTsz4F58hvfxCH5uPCHZ3xj4ENvGVOOIJCubzAkBNzyRqG/5z+ou8J1j37ndVfz1W8DdDmdIIXhYcgzviOLgeiYr87dARxUPcw+wzTMW+A2AGc15FV9h55atbd5l0xMqzsm4qggUGXVcNa+rZ/ulazaLbMMuj+/b0NdIp2Ma9czwAjA2NSjL/ignRMY34qBCvMFDBRqCRDIs4yySeVrScwC0H9eLS+E95LhCu5J1q+uil+r3ruVxgq+xsYWQEn0VMJYZcoi4JP3iU/6GNTBQ9zfGbtqEYKQDHGnevwunBZbFB7/W91G4XnPZktf4oRpy2irvqDnZYd8z+CMXM30XWMvd5eN1AZ2dLvnPDKBeoEs65JJm9UtbU/8ALsu3oyj21/PqSaNpurSLv67n9iYFl4/yzm/6wjNvQ5riOnMrxl5+G5BJGk+Vn2kCQ98AjMvdPsMwYY7zsHLwJ2b6C3iQQbRj5sd8KE/jd/R/908Gmei2nCJzcuAN+7S/RX0xwXgMv3X7jI8jOJfyA6bhH+muwlfEDXdkSc+0nBuonirGxZtVuG6yNL6RTtTd+hnavwZq/Afl1f6Ea42+67vc18bnfF/38opfhSPcDL7Q7/UNcOpxoDurLjqjnc3K68WA54CvnfKvKI+f4yvLceNAfgN/I+6R37F++EqJaY7rERvEhvdP6E+IOeAzzjwnHsAr1o09x6H/cF3hKUD2HmNKEwHb+QK/Yke+il51W/t6ecPMDcBBrAUYFlXzicQWcBqcBiaNKRizffsIUMrZPLpaHRdkHnDoRanpfOQpigYBjDCLdNSGgesuM4/jxnoj3uBr4WeMnx3kmN0u2dVCnbH/G/k0vZHfNTjDL43FXMbRdjrirTCcr7Z/BKzXC+2sxZwf8DfIy/yN9Q6uj9Dy+NDyMt7ebtWnjOt6PKBzpxmiab8c/P0YGfOJf3mRPeuw/pXjA08/aQ/jF7fduCNf/Wg+qJMMjP6jqJTgRb6WGXGs8yH/73NPVSH6kFhT+Umvk+aJ4Zqo674j8xt8Cw0V9uC88wLwEN8H+3GMmdvZYb3Z+kQhyKcTM7FOlGvgOdZKut1vO0+lcjkdZV+K4tQyNZyPzu/wtO8ILcPS5s7+KBcDLRzdZniAvnmI4woe87uALrKMw3C2WW4QkGEqbqds1+qP+cZHfuAUX+D0RlPAS07u/5zveubDeJ3v615+TNYr8jCeflzBA52RtuvMytborOA1jr3H3t5WofNkum18wODfn8CIOux9MC9P99W8Oj2fsvhr7sO4h+u1jTv7J29scT3PzWAp64Is517PNU65uXmqKMNNLRmHiCe1DvWgl3OmHB+RV5PbaTtxme3F13t9zvDwS5v6/Ik9OKUZXnwrbDRl5brzo9qXC3Lz7PGq2QF0a3L7PA5Lv5uCbC+vlcq59VKyZqc9vsxyFy5sR60IPtjRu2r7YyPfCxh6luPTjPcBfwdeOUk5TIWjjMdyj1lN0/xy7Tywke8yrnv/wMWYqu82/k135OfR2oLZiJNrL1rBmO3BjE2O+CKesmQCUf+8AQwe7vpis8B3q5NXG7d0Td6Y4INviv7w/Q9SeUYENvHYEP72v7+/eKrXiOC4TICu9QoR1uZiLiRY3BZhEFhi7QPkYeP8uHPWmWi8zFQDTcp2Tp+7Z/g2pB4Bku3MjeQ4n5ODWpfH65wPYdnRjrSZDCJcX0vusWF6h/L14hf433333Ys/fKyN37fejJsPbGvIF17MG0+kYi9sUvK9X/4MA55mFCEE6uAv18hdRVHcxANsXDPwbd+RPV9yO2pWJ98BfioIC6QsghFofBcWbWQwzvHJ60/Czz/44L04jvjpNJHlf/zHf8RxLH9p17avUM5+qrmwr8kHsQC3afOBtInUfcrjWgMBXcergGQXk4vtJ/YKQ8ZCehNO+hS+xQ0S9nU3LuMYMuMvb6yQL7q4HhczK0Ce7wQ7rPiK58SbKtQG+rMan2qzbKfExNqnGMbxz9f1iOqIc/eTsA/8J+3jfmjcP9a04RTSliyXOAn41nz3wxUH5+gsYq1GwoZx/4bOLb9az7SAd376ofjUq/ozgZsz9AD/yYifSk6Y9V/zsg6xXZJ2lW3bhjyvtIWd8yqfUasvTlH3BJO2T95Wnmew/LNUsb2a+Hjt/Jd1vGs7wZdOaZP9M1+XxVzkQm8i0lzF/SYLVzr3Bix2gv+7HnKC3ni9Jb/gTzgx0xd6g0CnpYxrxRkWVVn0yJS4mTtBw/YKDs5H2sfoVj63YCmLdpcOKPheqkT8OsHnllCs5UHeNrJKf63yA8y3/h50vAl93pNCH6BO9rJUfQcRRWrrjlxTzs3sTuiYPOw2b9JvkxcBVFvGvvE1bpaPBVZdE4dYF+ETRxXWuPdqxzeD2kGvdXPLo0ftLWtGpmPEHPEKv/rf4wzN5HovvYLy4PQubP++xy0HTJ+SEYK6C0mdQnQfLDZU7XdfrV8eFHJY8qeX1VL2btu9jOeRpL7sjA2Sp9p4pS3EmctLNmCJL2l/ysr5it6cdtXGKwHLQxMzE51udhsZsr1wFJmeGLn0MYtWp16Pue0cD3WIhcaRvGVcyQ2bjk4nEWUi5tXc8Rz+cbFzkvmIZtTGFGS2i0pnijcFcOPUOExvA/RBFN0fv01RRdZbMjEfdyUU07prvGv8mY7pVjjKlvKX8mq9PecVd8VnfvbgAKa7lQz+md7GeqnPYdln482CbGS22MIxYojaRTyDFjGItf2rq8c9Vsx8tcSP4FP1zK959RF+mGPljbhUzLcoAe8xBDAk1lDyIYucL7He7YfGKK84uX6pqdg+dOHFbV7ig7KRX8MPqJaqv9S8ia9U7Hh9G2aM6zY47rruqBfjZx/znL0G95/eCH6EGHEYJv5yJzkABqNNDVk4Ro9zefPsyWv6Xu+Pzy7eeeedi9dfeyOf2BU8guMJXr6x6oQj8UcaG8G1J6J2rBxMpKFSjkOBF6d/9BgHv+qv5+WJTTbuSDgdG008tUme8frOhNhoEA4e7X+hNVCGKgxSIqio8bmTLgEw8eEn7Spwb/60nfX5oGazxv5CNveEn/bHnbRtgOVNFfjn1bRwfN9p950YhZGo0+RIG/hzsi2EDShTIX8on2CpY3jXPzi2CAUcNxmw8Yt9/u53vwtQ2xUXYU+Cw06A/+///u+LTz/9NL5LS55tEVjT9ZE8EvrONhH40dEEi374NuylvpWUNxUA82olt7dtfYY7WH8cHz95HN/j/u1vfxsbv48f5wYTcuYPn8cX//a3v1189tln8dpnJGC/NP5DqeCZdy+vfNI3NBUkg750L83B1SEbLWe2sK+8CJgNPNsQw5GwBcLcczbKmWHpbs44Cha4tLmRzni9ysaDL7Ccoq0sHMlG5AXRm9CPSAT6Q6+SV4sJ6SeTn6eMJCt0wn/1bA20t79OYOP2HV6BGwvWc8iMxwi/V/2ZTqzju7HptLlsCvIi5evJ2SBEbNl/540LaXsNOnyP/tT2SP6Eb0FQgR/+lzfq4un1M25AQTd8K952kPyd+2v5HtZfLKG/XuB5Uw5C7W+41rrU4Q+Z1v4FTqybiasF+U6Fs7N6BzixiUWAeHVb23DJVynp+10ayLT1317f7YgnKqjXhIxPYRtpMtgNY688enMn6ko+vLoRnceYSNfpS7Ir4bKPmk4nfIqjCc+xuBt40dXPmCr1tfEP8Yi0vKiGHBNLl1ezP/eDUfmeftZ43iTX+NuEOaPw0B/mSLp85tm3vJrkv45o0M8KYAu1K6WZbd9wW2nTpOcW/5s/johmkzgRe6Z5Cj6YiTHV5H+MTy0vaDHW8jVH8hiHcO5882S6ZsPfxaJ9/MWNsWwK227l/MD6DRIVp+NQ4kaOzRl0lq+sbdSCWM5jzA/zmmqfE39VZ8nUhFV4zTioxbDL9kfXxtPGAZy8WQnf9riGsUhNMz6AR3g/YzI/5mPterLHbWZdf4RK/F4ocn8yQh1ed3xb8SX0SX+nsUxodrrpqWPcqt+BXtZJ7SFuR9N6M5Yur5ZB/7+Ueu5Qbj37GPOWMu5Bxk6MIfCfZ1faxAn/ks/rmvE5Gz2XDCw1t7nm2FL2e7oWnuBd9fLzTgkw8k+u8x5xE5puXGdcQ13y2aBmxkBMUXhra0YiKkZgFfer83LqRV2z1F4Zm/2tKrW5RmM3YC0L59Wjeet52NmY4DPs8rDM9UMWpd5afgG59alpxjix+U3SRXC59qaTRgedcWoZzcmb33nu7a6Mk3Gy1wIPMJq9g4KNjKqjYtsbNRaKrMt5fF8AXM7qPBxvQNirbMj6WkZ4l7lum3BiHEoxj2myqmNW6yiA9OPraaGYiEDimPGh6jJeWy+8MX4QBD4c/kpGW8ON2mp/oGhYHmvs8lhry64HDAkZ4a9VVnGTuQAjb1CX+c3ayf9rr71W6qcsuMH1KZ9RCidwm+D1mdaGufENOTk/22qcHC2PzGOcxZ+YEa9QSD7UhxnFYB/xhpN0wICd2pczOddvTtrmXmAeGpwMzH6rDDgHN3O4iAt1sDWrNVyc4Ed7UQ4Ugi/zR9kkgxGS69Sb5bEEQV5tO9f5GVkHoh0AAEAASURBVIUo4PL8JP3R/2C29KFz/efnAM9H/mrXtMyrLs9tkXFN9dOBYgWRm0hkly+khBwbyhtyUaIux8R6PjexPXnMGz6p75is+jLWK407WAMhuSTOUbDtjHrEMQ14gI01ENGFP/9NdXB71roZwyRGbJl+jphgu87zbI/r0i58mrcfkrCvzdTjSIMSvfC/oeLcPoW7BXnz4qNpDdWdPTumbnKcdlg/GQ8Rzmrd78VoL+M11Hm7RKhzBytzuS0oY4+gCh1vrJass09r2+p56KLpd0K+3Fe4fSNfzn/0+m/4xu5FbOZCxI+sv/nmb8LIeY0uhh2vaP7Nk4t333lfDvdjBEde2UyCIQbwOEVllLLqEFw7kT8OzMHzvXCDPD/i/eLiu2/+O57w/eLLL2IDGD7YAPYiBLxRLx0y75AP3H1k0TrQ0C0/cyXHK5TUBz+TM4tZs/dgjyxMhJ7E4dOfi986WBgDFJKLcmSJrN2RU5AJ/llquiGS0QZGKl0t/cTgsyOP6aPf0c74xm991XO1LezDwZkjT/zypPjnn38enYfvnmZgSzm4qbOVcmMeCHcE8J2dBe/lumYjUGV843GeDuUxL395VzFAHMU9tjt0mUDIhM31j//w8cV7776XMlK5ZYVevv7665ArG8DffvvtCY3Z73t9kC3sx6VpvIeQi+2H42bfPUbRCTSiOcAQSJFb2LPQhzvqCXDeZ4j15C8If8GpycoCYQE6xmgS+6VialzLZy0vBnPhWZKTcrvb25+RGdEhVn6K2A76u9j8LQAP7tR2d0vG7I8WYKCTBJUfk1DMOueQWqjTM/uCUzesVAyUK+XXuGafNXpq9ASO0FIg6tm3PcHfXrlk+15h3Ha7UnxmNmOjqSq6sr7Ipb8a6dJ31T5vqu0zcDhu4aNJwDeVYS5PZD/x/Ztoc9pvLAIbRTs+l304tjFsWkw2LME+iGR+xEy8wlxsaRo2TOxP53TWOuRS6JyO7Y5qVJtdHZ/dEa1f0dyjBA77EMYkTp4DcW3f94KE4z1lRHNP+OJaRjvFgsmBCQkZV6CR+RPeydLzjvuch8S3P0tgz7iQHZLH6RwZV6+lrK7+DJKMFdTZR3+v6xIGZ9WBZZyBv42xcAZ4xkXGxknOJ6Oo/ndy5X/OCnnjGjJf0/g/kVyq/RwMfJflYD89KD3S/+JyuTjEWaa4iQQ18CYr+e7zWCTJMubtji0cGYNGfTnjEilgcs1WuAghE5lEyK98GP6v9Ja2gM8KAUy4q+MfYgl/zMOgzTiJWJA3ahz6LPjGPnkpb2Lm1ToLeUmoHBcV0JtzKJte9E95siGP6n8PUDaz9Y8lf7pTnnFAI1yQWXP6+X1SWm+LJ4MxyVbZONp49MVNfmu4znOgQhzwA0emunRknDGtHmSMAC78oBy9EXKpGPbaE98UQZOSId6meKObUjJGeIxCO7V2R/BRoszDF0HqWnnEMv52JOITs43etwmB6bs6NMy78049Ut+xbqJ5Kpb7hTd/x9tqW9sp5MZ2iFr+2/Gnmu+4UeKt2zUd5a/pthJgfpI6Q+84mP4k4/Aa/EWXrKg7NLN14IRNPX/+U+4JUTUK0m4e6RHHa20AE4fAj0/7Bpakl/msm7VQlmj1EFf67Nz+bFfBXqlDPrGr+jFzHq8Xg5Qynhrm5rrnijnxRgLRiRa39hCh7CPU6QmCu9PEs/mlauVtN6pXDvAUOS037tb9q40U9EvrL6HxZdpjbtVfoFu1A6zo9HT5P//n/6E1eQwmFxDZ1OUOqmdPQSjn4dO5M89IQuSloc6N3ixg/B6sg4+UDpAbtpzT0QPHRhGbcj/qlc08iYkKv//2O20mfaU7JdJB/M7zpBno4mfOm4KE4OcpA3TfOI3NiAw20QatetCpx2KKmsbVYlpU5CLk0cw0sEanDTKWKsWkTnR5lQoLtSzwu71MmJ/xiut2J8lB/WaEHsQErgK0QdZjpoB2P5dVD2UT31Y23mr4LQ9+zTM88D1ZFqTYGEVXfEMldCoTFOQk/wV5s/kLrqdPf4wjNyd88MFv9fdBexo1b2aANO2GHsGeGwZYNMfG/vGPf8R3ab///vvQue3JPPracvOgzQvmbirHaBvzWt3FLFLkRFtSttzRnPLyEYgpTXY55b2cs2lwiKdlZ+H25UIM+RlIzTu++q//+q8XH//+44u33n5LdifJxLeQL8JnkTGvY//yyy9jc92v4UGe1fYsZ7fU8o5AuWA/NYDWwJyds7VjbOUo+8m2zDu+w3aW9g8+U7DFaR045Le5yc76nNEWFiXgDb/ktK9lAFDTUltrue1/L1ytu+f8tniH+tar9cmddJEkk3zaSPauTV+kVfUY8UUwhF0ifdQP05vHGryFHC9k9zuaCph1a16gb344PysN7dyNw/o7VuEI/uc86axkO3LbbhAc/9vMm8jpQXT4ZchQ8moBfJSDrxmgdlmaV+njpt24Un3XxXHc2z4BL8Wb1KbalYFzhvoo/iMyO6W+5XnAQGufJHFQRAb1LMOKw3m90jE5HbSlGHQgSf13fCsn2D6LHOYlXv0o2JxCHVZa8hWg4J86fK8vcSU/5PtWJnwYKI7q+fTrGKjcdvNL6vzQbgUMkVvZV40fdSIYuFd+gh8WpdrG9wjmb/46v+txRX+aSgaov5Xset2e1+rJbpjFug0HvtcQda2v4DG92fHAllRa69fymj9DoosKN5Ydubb9HQE7KEbejDUsP+PJN/QcgHceDWeIrree0SXpnF6XjLH+BJRnq/QN2GRlPKvtUPtqMvxMPwIw/7YP4qT7POokGo2pGjrgA5f0iWl7IdY38pKHyZm8b/jA/5lXzNMU6zp/jSfzZXjKkx/k67aVhbcG6PEjQ2EWPMyH8VzEPAAMwgGjSjeS6SVPIBJX+C9eD/zTAhrkb7zmt7bDZXFs9m84RSplt9grnLLEGbgvjK/K32X34Tej/QX91uZOVyduh/kbryvs7HwlDjyPT5pMkI5T3RYd4CeQ2ZnlZ35mheLf8nN+PnHR5E/mCl8BX9rfx5kNkdvdLuUTtk3n3O3xgF6zYZvnqL9t6pOvm+2j9ZssRjmbr1X5FBku8dS/IaoQEWPPId7gHSyaPtfcl2T6jitcT7EmQICKG/t9dXhM/fMGLccCnmTtbWmyNS3yM66w1sS6knhqbsvagusd0pGnq+Ksv/F8pQPb/4tN9jLVz1AlGhkz7RcG8XqVr9eOo35GuNU2SH+WA0fDOY9r5wVO/KnUGenc1bVpuh83H+brgM6anx+xzx4f1uAO8KLPKb73+pWhNVyCwQ8JeeM8bLKDdBD7bW/vBs5Kes+5aVVY06t5cT60H3NtLhx2cAA/ZNim3O6p2LOAzPH6X28v2bI9zx/pvxmY2D86v42/pfhccXkew1jl8SO95lVqxM8ZSzzRw0Bb87PgsMjBPIgh6TNtwfYasPwM+gIMGMYivHTxuTaueQU20uRGNVYtSJOdX/UZY+COYmg5nqQNUTNSi2m+HI9r7TOcZcUYieTxX29Xa88El5R7uRGdeyzy3Y1CPMGPefBxVt/2cUQ+szpFd27vIu5SqZcfoZe20+KH6o/1+nXDvWTXFHW4I/TG8VdD2w/929KDfg3Q6Thj7bihP+OocY9znnHpbxBq/mH0lrv597XLjbPzrwL7pdeqiNOsa+HnL7SmUVOPH8o0rlruuG6cPeY3INZws9/3J7GIBvLJ6ycRT0b/px9LvuCDMUX6GWYJf/6Ez4wHXbjd3gCeeE3/e8p3hvGB1if18UrENs19FFvi5jpd81bJuCkPWNWZ29YUV0Ye6rXH785DPs6DN/PrcvNrWmvlh/IGQ1vHNbL7PI72i1JI1VAyZ/5rPbpDV2n37hJH4m2H85obV4ft9jw8Kx2WG1mXd4t3VSdV9oZzvX6kPYXvWb4uJn/IEuv+0XvvvyPly8jbBnAsCEuI/S6sAWky04QcuBAb13NHhVGchyd22Xj79r+/jQ0ZnI8yNovYdMXw2Swi/xttBD+TscNPvsJQk4j0l+R6528VXlcreEK42fFYqGTFw78qZtr/MBMyW3J0hiWxdPJy2cYmzI/tw9fBCXI0v4yAOM8bBfDPZuOxORvnyswnvsEbCHRsgOit5aFXvoH8zrtvX7zxxpvxjd+3335bNyloGfoy7x4GhoR+bWd8I/or3UzA5i+26GBr2KhQfrDFvYkBF0864jdTuxigqsWy/xdspIQNN5wzOe2lcju42oFPmOB50gX5wCHsWb70+55eq/2nP//54ve//70G4X69TnYgTzUg/vEHbf5Kvjz1yxPAbK7T9uw8o/Eg3k62o22oKGUi5PhuTdnaxuosSMRyXhsgz8tXeCM7nuBOO4o60pvtxbYVnbI22FLvqX9/o/vqWnEM5iTMZr5z0r+YK2vAsvQxGxht16YQ3/Z4caPFHN2RR42+oBuyVoaO15JxbKDr3FJzR2UqYH0l5Cnlx0BTcel2yS0fLLwJwYsC2GD2lZIcdxlKoGmnh5sqtl/smRtyeCLSth2SzzntKtvZroGfVWgXDHHF2Q/16Hi0YmyWF7K8+4TOLd8V/Q9Eo8uKTZMs4L6B0LO8BRbNpo9MPLhpYK0dxG5SjA1bpfheiPLco8frJLmBQHYU9yPQB8ZgSkKjEyHyKg/nZtL48ybZeHAirrS5keNLZcSnNM7nzHI6H8N91Cz20+3Y9gQ9lVsfK+MR27Xt4z64rDhPGXPVeg/t/P7bsRqQYpE6/E7+Sr8Zk/y2kGI53bQbRtlevSJeOCAIwAswZHnzZopDxgCcjYe8OT9pL9PmhP2Do4bpbYxJtTYfUAzSum7EkLipSUUZQp5FUzzOg+LLskWRUtoXdxN2/HVd8qvfjXAP7JqYPdPtS+SvxSn7j29QeokcPCBSx+L3/bNqr0YfYc1lTpw+LY/U/3ibRmGHmzgdVxwnpiPrTEQMfidTw+QMQ37QNgMxjiB3SoYlHjBMyc0PFmpzzAtk8C2egXHcoJz8ek1eXJselStNeCuLpRQ/pFTbvMmX/KvCWgabdc4oRL7YB/grvTNQ3W+VxXGRSR7G71wbKX5pG8F4X3LCVE3V8z/3k2usVPNeg1nMl5zma7BDf3YMcYAjN3M8r79khzUvb6hXbR4W0R/jEkQf+TrxBikbO9ibxxsTDqJN0mZMxBuOsj0ZLxbbXDKjH1L1tGXR1UMPl3oYIsZXgruK9er8HBC2z9Mz4EcsL/RqaX2vJy9i/Un8KisX4+GJ6yZAGnULWwJvT7bNnvEKntg/h32FfS1BGKnz6biv5j6ogt98xjx3X+1XD4r22m+ZR+u82tudNAi/Zs1MD07piB/jt9xghe9N9OfEJj/HfQRnfXT9z+GJISQfe+nNjxc3vFkttrGm+QsP+jx+TKygweHVUSXjwdTPdTztZOIL3vlLP7eLP3nyJCBj7Q2JPpNMFThiHYU4osAeOFQtP8cqDNpLIO9Gm8dTAjcp8ed5/SU/YR7yOKZyvHWetjBB1FCX7XPZsjxcv9ZzDR9x5fbcTDdzW79h8jjJdp4/95csqxiq89T8OZZjV7Sl21m3+2O15uWP4hVeaseVWoxTzHesBcxEXQeexOVuAIjm4gCMW8h6dbM2fUhs6vIUL08Estn2Q3xvlfwbfRv0WzlZ3kEG48B6oB6VJXiwMuWIjjLOo2Qi1S4JENHhtmsO7vyt5FIUp+k8+T0SzqMt0T4FHDqa0GdVzoihXltxe+GnujFYa367Xpv2RUyIpwkJQC+0MpJBEUaDWVmqEG1Z80R295mNf7XCyqLhCD/pR69dYACkwVMM3NgMajwT5slDJhwJdpke5Z1Gat9TPemMbb7xxut6BfHbF3x/llc++xXkwFMOTtsA51988cXF3//+974pGU95N+wcluxk4rkArpzahmgKauBPvwHtO400ApR+sHnbSxTf7qc6+4Yu/AQstpIL8dgTN1dI1opyye/EypSfk2ae3H/zzXdj4/fDDz7UAp4Gvk1vEWzVbr73+8U/vrj42+d/i3NkzM0jS7KdKN3u7Nhkx9h5Yh5+sT28hRR8RRsy0iwtNKUceFJdyRV1im1gXyEDTSQwUOInOFk8dZt5sIZXCzFUCgQe5IOPJPq2c9trFrz6v5YBTUdO/Ynytmt0JblcI+CW0CXqIOZwE0VqRRct5WQpL8iNCVN0DrmxWlC5StDtF0snO/1nqepqHn7Y8NYYYh9csrNVXKVgrZ7lzKZ5pBAOfqtYePE03hYRcpVtZr+egwXXo07GqOw3zXPcAKbX03BD2AvF1JoMQ94p7ZriSsV2i3O3GRRVl5so07JGEMezMX/v9Vi/yhcc6OBekmUwtD8mZ9Bt/WiMF+Ru8VSNGYnFCOIWCyqUYRsu1LW8MOHx04xrwHixiTkS13zvs7+BROfKUhJCNlgpi0kx/TljK5UTL7kU4IFdF/8By1baG/+3cByUnUD/oO5SBnoRznnoZ5yJHaafLlW7mzxobKXt8mrDaRvFOLbQ1rJmn+rpau7BuWndeT/Y6B8QJKOUyUoXQabMqa+a8tbPVtsBzcFXl7BYHulLgmgnqQcsRwmj6gDKs6/pGH6l4udaOOEue/w//ofTpL9mixiDzPXqu72BT0KQYWyTf/QXYzK/mZ8bLLkhk3Vm8VF40/4FHUzAnb7bpUvsJOYdyVyLHQJTm/Q/vAYa4KM/o/2MuRRVyL631GXSKET80jk8radt/1qst9M+ou7MftO/rAfL29cjrbCVNo6lLKSHjHWOOUwj5azpBWqPw3wd8+VAsOw/aHaekMkyLHB1bBHXTdAH/QSFZ6SDdst+LCto22/Nh6+7HE/Rzwn8dfzUgafwbWx+08B2UxjxdHqitZ3m5V0esMWfivMGsOTT3DK0iDl+R+4SMhhXMO6s/oEf583CHoukHBIG/vmDPkf4t77IY5hTm8I5MIaHKvDGQ1nFR3kkjVXIz5gIz/whA8YuOosn4sVLe8OJiY5+Ebj04xvMwHmnqfch+BI8IyfJhktoeXCkfLgnru5KR+ybdlju4LMcOa/5thO320fglhI8PsxUbRR9wmXLkw5u1LeSR+Q8jHVntOiI/CvGU2S2LP/JJtFjpAX6LlvGkdUMU/mL73TKHqHCzVykU3jOGpiz5xDKUZ9/pdjY8ejkR9ZgYtCQ9kg97M88cYwnlHWk3iPuQFOKfk4Z4Mc/ONpu69gwgPXT8emcdfIr5jGqj+9faj0DT3vchkaxdi24ZyJyo2+rM34hBS2dc4MMfOAzEbvkr/5ubdyAF/qAW9Whvbqm7q4kOCDdvqiDXklNTnnxM/+KpxxHIEcC130k++9O2a2wMIvvXYboJfHv1s0K/qVsz7NrGWF9Kb/CnHRuu9ioZNurY7A4R2dhp9ho2uoGmqNFYQt0YGokNK+1C5s3ajBbaP1vyHtuK/bLJQL4F8kwua81rz/Vk19qf0ovpb+4jqX65CPL2c/KvpRr3xgbeNV0xjLezJ3w5Rkwpi9OlJm2SB5nHEOvgOuczKijeZbj0Qv1M36EJGKI1vYuLl6L+BHXTf7Iiz22eaigvVBSe8JcOdovlH0kJe8pi9HOs0yYs0kDJtFwwR36t2lyND/2TzMwXU8wvQwZt8S8LuU3ySOWqyjXQwFuVqniqjqqbogWhZVsxYfkkcxaUGDOPMWe3W7bxh5UlkfG26mG821bU8nCGU354ccfxEA2kOMXX3zVlQBzbASR2Aj+5ptvYhMovtUL4+oorTB5dsAt/VjoLqvXdytOU8ij3FD86lW2DCgeaqJz56+bZgajsMMHzLbFiS5xK9qQT066ZO3IpE160XeB3nj3jYu33npL3/j9/cXb77wpO1x2L+wQm+M1xDyJygYwNyGQ6gaxA8kaZfLtZEK5I9GujHkcwc8fOKDLwlksWu3AdB8gydN+zPjD2++8dfHRRx/p9drvheyJZywqMpRO+V1efP3Vlxef/e2TkDPtc5CyfLvPL5DeKlsAPzkrBsGyN/MSChIW051N6E7EnjhkzVoMuGozHOsdVMjvSgsG0EYmumwD3hMJvaLgyGcer9uVfCNshFfVqm0M7/wKNZqKXzOrptR68kY55ZHU82YsccbDPYYc5oK4NbOWSwrrEJ2ia2Tij45hh1AZo8jvg/s2DkK62qKXnoQp7mRA2vN0H+2aUzh+hX/LmjCXX9OGBGK8IFkRn5xioYGFwVhAJZ4TJ10q2LChzLANofOIcYPAcyIsm2v1M95eT4stUtREW0ww4yG1Bde8OPxN/UY4mBVOep8G7jOAW150/zoBT+9jVGdWn8nPjon2CaReGqjbNGvPS6P+yyE0ya842BnNm/CsVc64L4+ZAeD/jNk8AcR/7MIjR51GzG4Tj/P6WEbYHRPSRiZ6nh/CAP08dYG1LZkx6PZwpMATm7xwqTjkSTg8k6jLmcMGeeBkWBUbTXFzJbmvdko5l/HqPTUnxqMLuB1XJd2F0pef1ccld0R6rd13hP5XNE0CjjPLAsmxu2MKsH3cEZvAtn9iWdph+L+AqMP50k0oy7QydpgWMMZl+Oka/Nl3P+c19Q0gn0hSnGl5MdZhXieIgxeHOKimI5nESznyxh8SfI8xPQraD7LwOsRSXK6wS+eO+0tlS3lV9kvlDz3PNrfEp9V9VOhLlV+xPPxkNdlZRgD5c9byuGQEyGvjXrOVLucWDzo5nUSdYYMB+zbOPCZ9Nm5utFlrOrZ/1h94YGHS9chvi0OqrwgkovNNFkYnvtmDFsUDVQJjr/kRTwtXhgNAm8PiEU/NG2WYHyVN1o1unvOwC9e9IrX2JfTEmCsFv6/ODqhJNjuAd4Kc0bqdmH8Fe8gSwCfjxrGBSezBZosZe/x3ru0x3sPHXT/GJbHOYSpzBuALDw+7ZDDgFBOSaUzAvKOmZ5qY8NCTYw5l0HVfea2HKWgZ5c4DJui1Te1Y7xSeiYoAGgsVb5xf8pnLjHHRtnZT7qMXjxTHFJvK+INybjr2XIzYyAMeHbnONlPU34TohTGWOzPwWEcd2c4T5FFVNVVb1jHllmfIZqowP9sjIhFGReuU5ihPvYLPbN9ki+a5ymuEOZnO//V//58v6AB/+P6ni59+1Ie09UpXXtvMhi6G/e23erK38UCTf/jhu9jk5a4HGOH1zelo0fcEfTq2p3qUn6dQpjtlmuc0jbHMj734SSIz7gUAX08dqHP2HSc8Sdd8UJu7IJ7oaUZ/X4I8OvdnT3+IhYXZnfrHFvCGAQi4ZmmoP7bXgW5WRxezG2ualT1uT1bGZdMJkxOezp7MZI5ppDcvPX61yB9B5UhVvzvd9METRi2lc3SKRR+cqf15AIdNYWNvvvlmf+KXb/4Cx/eD/e0RTwiBZ8OXzV9eL84GMJvBdhB3CKa79+iAvygHIck2GVu20XcJBa/4gXj2xMsT214jOgFfHTku2dpgXyMGy9/5B+0YcCJPNtvZ/OWPWOCOi7ZyzqY6cv7rX/8aMnYHYxq01Xm+Q8w6RxYk7Icur5hC5PfBcDNo047C9jO3vYUFK+q2QbXtznQ7ntZu+NyXDukYNze4hB20oG0Z0z5euQhtnqaErQM5TK4QbLj95mk9/iXfS/JJRIf8GufsOOh/VsbFEftyrBzbZTw88+Y2EYNDTrKhXNDFnhKS6xeSY8iqyYRz+hLrTmchR4zGuAIP/hX2wobgRruX2jq0z+2IpmOrqrMYO1q90b+yNZNNOU4Zzvz16w12A9fAX+Kffmf9hOxtCZ3bNB7x9dhulzy5ucNcB05sFp3gy3HSaIac+UklLdELyCVZT2yvcDoBaIl/uhjO0meTsuU5gCxfdp4q7tUWLOM4NXdNf52XinCDr714BrhuZ6NfiH74YotZlYs85y5UdJw81ThDjl/hbt8c42iFD5/GhsDW4m08uUKMDjPST4vXAaRL+pCKI/L1M/WjmWP/cvl4HP0jyqPtWgxSbGGcgoxmdqTySRPL9pHxa06Nu0qTb6SmWEc8mzPQKyzV74U7TozWPj2rIv79jSXrZyyfXXOB3ageKXDajpS3iCMgy0+DH/mRRArQPZyazxF1a8uY3a9d7xhcr3DiifEvVRPNLqctONW17FMn9IDnpYP6rd2dj4bW9DqVDf7CdRtgDy/xDrX0Xfcv5jn7bOxrapccT/6H+wOVmzzM3TzuWfa+JEos4Q98nt8d8N/4S1gWSFrG0kExqo8jGuFV+WzIxX60RKLnHam/SrchGMs73uFkTR4dbIuPDtRiQrn2qfGP/DjfcKvHvf4Hn0uwO/kf6Tt+un8byz1/HfOjnYWPtfg+1ju4XvG/Dje0y/K0nH3d4ceTwuNYFNcD/kWYkmm6zlqL6x2u4a989jKQNP4on+WbACBtbOJxgOEyf3h2AXoKGgxZrvWtCmCmsYYjUCKnjIVQ3hBlnFyzrpBpChLk5wKv5iwEGqXA1sYzfvKm5UZpPNHXYN3OqLj0c0QPVX7gMr+gWrK9KF/RPbgsk81xU6k/o7egqxl/C+2r9ReKF9uwBLeWdwz/Wr1jenG7mB/1VORCObStg5GPXr8N9Pp1swueSPNivcuW6PS8coJ1bvWLBXSyl/CPMpZrdjfyHXWbnZkvHykb4WsZfPnJosCjn61x7hYu17d8uQa+0guYppMRF2XAVv31MUpUzJjAGAWfGGMMEqZMVGMeBP68QY3BRsYH2uY3Zi7RDzJNU13Xih72QcpjipWA2vxNnog3OR/R2w+1fvhMb0AU9YBiLl5lwAyelHJnfSTHiJ2fYrMB1+wvKh35gU6ldWr9QH8kvh1hoRebD7fL/Y+vO2A7Id91fKRoDX6s39e9Bvmtwo0FQ73KA6DVLl2VMUnnr9iYy32MsUuT67hOMtLp1wt6MK3qs7ZT05odhzZF2QLeWZ1ykf53JXvWQ1GYLba4hJPZt27WmJVXOot1CiGdOm64jbNS1Z/yM5JyExXe5zf+UB6yE12OE/wMU493o9zis5TM/0GqH75hnt8sF42gE78KALkmClZo6IrTFiMy5kQN2j9rd8aKwB81qJMbw3zWLT492fKNj7jjtXniG+3iBphxTaVUi9Mui6Eg6reBtOVTbWkAP7hEZiHjUmI8PWvW5sytMNYzJZX2qI8sT5nlntOhfl0/+rG40Sf1bnocza+KZ/aSnJ3xW+26VTcfSS/XTzpd6cz87KI24Ddu1330v/6f/xUG8EzfK4AIRkIHZIJ0PDE4Vn52Ldn5sbnmlJtEDMjDhSI7mJz3uAmO0yvtHcBkpbv+pZ0w0RYPOjdwle27a4q3wRc6QPo4DHFAIkz5KWC01ykdc+Lb0L/LuuGY0QaCG3/Ex3RM6DAQe1ffnH3nnXfi1cNsADtVOOfxunE2I/n+LBvA3JAAXg+yXMcDPNdbO1bnoi4DMS+iL9YRDMGAdKm7fdJXuAMo7dz4GEyCL+wuwR/kL6/X5lu/yJ0N99Gu2Pz99NNP49XanFu+tTFuM3mcB0zRcYxzUzy12t2dgzsCX/pyyH1Y+asD79sQBneQww5esKAgW9YrzrPd2DObFrJzRjwPL7TMmo7P7PWTWcVyYb+reLw4CxjyeqGBCjeu4Ft04AmbBhG2o1NBCZr4pgtNatievIyVYQaGaVeF7D/NqWPRbMPqSOvD/wpM+AP9uXSBfcZCmHqUjMXNSHXB9bW+gRJ3KstpYwQQdl6RlfOdp2EjEL5VSvs42Ly7Fc5/nsrowH3ScquZGMgAWtBybKh+XeuRb9+v+Zzj0+HXpYB+UtYVNpaxstpDDnKxzyybjw8qnehLGl7H9LFOIXv0NPyLvmKnff5qfxsilf6ic9wA+aUXnROvl2QyxvAlmK2829Zfwj15pfrrPrbRYFiTduiln7bBcSDIPsavgOUGXBY06We2UvrzBAF8xAb1WdfNTz3VnPgQGyWkxELvDYu93NCU9RllZMojdRm+OXeiOJ059pzS/06118/uyk7WKdyyBF8mHVNWQp39i65rug+7rfh/Pb9bCXR92V4K+l4WeWlPo74LePg41+McNKu37+CFk2MzaTeYzyPNKcDL39p4xXRjniFWlp5Kgg5wrG+tJd6W8+gRN6Jke4gvNxH/qEFe5rv+XAbOvd1x7xjEbT6X2m3rn0t3dz1sDgNYS8fKSz3iPLaDvpbavZRXqu84bXax4Cc7Kv+iQJDlml+cK2fj8zFo9DGKzKSNDRxbfLRg5cZtbZW1vIwDMdTQJEPPDmntIjeH1+zDeFRTpyUG6HRt7MB+87WQMx+PzWdijwYlrMd7fPCcV9Xq2ihTPqw9QUO08v9E/hdyNtrBeP0LaeYvvhlb4XlqPEaM39xdqnFgEavoJcXiq4uA+zLpP3jTqR2VNxmy8e3E/kDYMO3kfwtI3NBBv8NGHXHiMvZ34Mk+bgx5TDFRJ/9canzTteKWAgwPe5JYf0EmbACzhzL6U5alLDgf46Px+gjMiCPLqjxTwj0/YpYx7DtCx2mkt7Tpa9hTjpK6w+sp1e4Ytspqjnpd1nO4PVePvvlG3+VtT+y5Qh00+64kyjDIHOeihGSQPHTCaytQSGyANERcV4W17M2D7/zeBLplYW6kaiFAd5nIbeQY6uFjZ5UFCjVGfNvg1zrrW7JwUvWQodh6xqP/ctxYzGCxwsISvwxOFGNeTgpZJbE2jlrd26rymxsutiKbEuMOSr/5zW/i6VO+78vmI08A2xapyx9tv758LdrJq8b5xu/nn38eT6UTyLxAMwaHvYIxvdxA5K7gbaHmEwP4hkxIF7SJ2x7xieQhN37jI/J9tXob53FeqW/Jb0NX+S9BeqKDvP/85z/Ht5XRB3JmM72mH77/4eKTTz+JJ3/daTA5tv5SR/g8uuUO12xnNts858YffSO+N96p5I4Lea4lWr4pQdWlfuBfQ3I0/7h8PfFG79jB9aUG5tqwJK7QYeOTaQd5hGS/A0cNQF6RiuMefKPhiP0lgtv9ps9ke+0/3Q9ORL2rXjQ7+5JrySC/A6PYK5nEmElOFP+kw7ApyfSS7zIo3nX5Fb5Al/ZyXGel2tHT6L/AjSKPJmA2rfIohj0Aoz/P7rDe8BlwI0vHRdqUutZGoCacW4nBJXqBFqZKjJs9FbxVuZTZtsiqT4UXkF2nyXuCjvLYhWApdpY+bR+OAerM+r0PD3RVgXneY8RArl9Cl7RwpyTZlo/1Th6JfNtDpcG4h9gfpgwLHmPolDL+Qv7NJyre8BfHNIiUZDjDcDRvgGUktP+knUJn5JE848CeRon5O8MTvRkT7UK1JLfoq8Vv8pH+G+cqVi9VKq6fztoAriYXauSEpHK4judOS2wTa0iXbLXYT8i81a22sYbuIF9yQJ/0+1o+y+KC/wD+F5wx2Ufal5tqP4pvxIUhuuSBHI/Z0BabqksYmPs0FdK/9VBLW9jgti75ukq4kZXFT48ZqZtjofQf31AJFtukQtgsMVRyvxIF6rTqeAEa/OUrXZM7xwnjpD4LrEsqId6Eb6jQY78ZA76osttp9/lEnuOfEZ1/hE/4rfHofGxxD15Ul2bjaLndBudJdVfkeIwP63WNlk3ouOTn/pvzQ7CmPNbwH8tf5Q8HKsntNPx4XUB/GafNh7jt0Mlt///ZexM1O24jW7cmDpJMSZbUtux77j3v/1qn++v2dOS2LLcGsop3/RFYQCR25h6qdhVJmyB3JYZAIBATphwiXW0MH8KGpnTkSpPU16+HjsZ+geYzo66fHAYvo3xqQNh7TKazPfPXbe+7YmNj2NdNJuyFac4c+0zcusqkuQXoiAMcZ0xOzP7Pxfuu0Ai+5dO8S72Z63d/sAM26XerOPg2Y8p05xPy2LDRgDxUvo7+uFzxgO7kfGPIvldeLe+lq5HgqVD1/q1CjfKZT6PektGM+4T+Bp2Od53/vbjwLzW2lxwX2SebwHCg/eNaOQkKnlmHZ/4N/3oSylVgywJTu/OGndreDdipuasxPva0tbfTzJenA8H15pfhI66vn/UbRNwHYPyjDfYyXBbpcDbEdkOsaVTOmwWoJ+O+eH7zLOZF+JRbPWRyrT03z3P0HsvAzXwkb0Jh71E08z3QsIqx/iDfdJgnuxSMnICR3lFnwA9fNiDfXWy7P7m+44Br0D7mjtYvP/G504ND9oI9niHU+SmSChkpcu294qYrsfcyRNlbdv+dMaedv3vNOTr7D/XgbK5febeL47Sc2MrUQ3c80yGh7KlcyjqfT/NPM91b3wBGPwhDDtl25cOMqxJu3o36WZr5Sx8jq+xVd91P6tNr5jJyVKx3Yl/9Nec9KgNVYwv0JPs49xn7IYkz2zR7F7RLpy8X/ETfEkcnrEVG/6FLc5bXtxev9SYCr+EAi/UQThXBusEglNKc/6gBEhlEf/JJszrOSpS7oM9we66G93UP6E7RqEPL6dOQU2NrgTcPd0sK0GlR+H7IpzSMQZMMHtZZDoP2BNrKn4la18sBdeNNvbmBAbIWWzIm5E//lA0enEp8R7CNnCZ2DdO7yovDuhtxOIQC4SiEqGHiXnT2GPrmhXYdIq8s9G54x2DchWEh1I03CITPObGA7lTjYwlfULjb2IGcOKRpMBXTgWpZbH6Ho8DRXV98+eWXcfDIATA/HyjO+Ogvh5I88cvTvn/5y1/6t6fRMX6n6fHcwn3S7bVRfSHHYQobRTkBwZGHfPR0KJtd11oAaMkWG0intmY9C/43UeOeTwrWx1aJDUr4//XXX8dT1xy6s2imrRp43TNPWf/jH3nDCGXw24fEfWFZKuF8AguHCPqYfXjahnboLhORZVsFxXFReIHttiCOpy0rTfaj+h/xM0ShPrxFBzj8jYUC7SZRyF9TOm16SkcbndQJM44/lJ85THI+jP14+4mFduvHYbzrEFKNCHn4q0VVWAX+jJtyRkBPIh2TIPQorCvrPhbvRvMnxB6owye0dC7QsEEJ8/XrX2QoskMxOvxnzNCXrYQMJIvrVnYl3nNXo9VstjH7jzW/ELBVyMumdlL2ezsFHzPOxoEqv4yn3dV8GvMGVtil9AH5erwA1vmuF/pUqBzlmRnzGo2H6Q/aaCbdsP6AG1zGV1ClrvYNG0pYYslH4Cba3NNqFjhqZYCokZfW/gLgvU3E3oA79p5SGTTirB+bzu6ATp4JPTHn1scH1O+xWfSoHTX/3cgR6xz67O9Wei3BWMJNxFfaIOpBhVfxVpUlh8KHiGt++1GHPzKyVY8NVNYj+Qq1sVlT0eL/0hdpvBQ8G4gL/7TRf/vBNT+W+Eu/a4P3jNPe2th7T3SqZvrOYGezztyfqHvVtM5R2b26F6J3VQn+Sb4RvKB4JFrQo22dfaRGC9rDbacEkw0cgqiy+GO6qV8PXKt/gYV3wcdYMWomobVH7AMt/U0h54jo3cXNs9yUBZh9AM9lMp03sY+8cfMlNN/evo7NVjcEJW2K4qyVa9Xi+9Jecaw08YRZ1T45+JhDLTf3+nxjMR8cNQ+VD8gTY/ZlR9rh8MlNTp6AvnNP9DTyR8cJtmtfT+T60eBuj70oxmv0gLUG7bpsF5l40ehk38aBOknv4BWf+PIemOG4gpu1CwdPeVMpBzoeOxmbjZe9wqHk7A1CYM+izeIBuCnuGXebNABeS0+/CAmHD9RPbQ16s79j7pLpqHTgT9gabTQ49+BAtbMX+yDDfYW/9M/X3QaHjHbL/nlzZp2uurXstfmzMl7Yp0UF6+my9n1TsdUr2Z0eTO/pNbPGQ+u3dm2Y7kPnlfvk6wadDd5o5hsR0G8einojg3vzi46DBY9M+eFP5BwiDnbyOCvxeYllnQfIS/8WehE0Y8viRdtzN94oLyQbF+0R4kaX22fyn+28Q3nAsMftt58oJ/Zd+MY5e/qxHd6WUbgo7eQELpq2H4ZbrMeAbyQFzDn/QIe4pR/02pMl/UHk1Bia4uF8bf4R4BQErgPynnAfm+y8eBz0nYwbBovKFBSBvDFRSVjfye5rx6AIDEa3qOtyXvMJ0285/CG0i5OPvevR28nWY9Bv0egf957LlNRP3XXeJl95l/mlHolPZxE8GPri6v0aT4c2SQUfgwcbQ6QdRZfsBpzpnSeEoQgyKhgn67kU3YQ0XNJyDhjnHnpPW+4mD6qcWk6nsEXismkoBYjNEnjKIuvZs5uLr77+6uKbr38TT/q+eP5CCyffnTsq2TFx8MhrxzmI/PHHHxcHkYY2rNP7rjZwP3FqR3fb5HPZ5bSBpcnT+u62444ikEsOV9fPozL6xZwNmNigZpUaG0VLji5asr4oE90iINqgTxHs7eTQcd7F3Twctn/7299f/O53v7t48eJFm7Am4hxsLoLPf/zjH+NJa74LvjbZzYllDkydrnhFjgjlDjz94+nNCGIEvdFZqEKbWKaHjmL31ZyZ/VAA6Q/WY9jgTBNoyAPHLF2zX4unNRBACY2lylnmF5CIWr5zfj/5agWdzuAxbdeBOoHemjltEEqbgTeDBnjlBS700374mR0CWp264Vjke6hfnniA1m34ezZbfoJBO8uk0Z3f5I1gO+g5Tew93SJ3jVZ6EXJKtyaVwIeRa31SXLYYCx1g8SFiEP7bYadNF+xc22RWbaOzllmt33XmgH2NG3tMBzQ7vtPw02RYF7oeVBtJEtxnE0Q3UcfghxK89fdGm+44mPrUVeWR66aPYOLWJptClDdYw4dkoO0MHRt6RqPJqzz4M8ZyVV+G3jMnyTJwEDbrJdj638ofxyuk8wr/avEibtia6bwT6nvuUdFkfMNwdgHvl2NakZPklvYMk9mwjIv+DBpwXaTyJxtUBJ2IeQ8KVAI2RD66Bgw/25XBMi8PU+BBjsMNjy7UpY7rGY/xdjzFf0sTY7vmVirCGzdiroSeCV9+Oyt1kj6G/lmpGg7ayMDtiyWIDuu19a+Ujqh5qrZTS1W0ZM2APaQjxjVqqA8kEE50KP2XooPuAuyubBGwgr/UtvkushaJnfr0GNoUmo8OPjsvS872t7U08E383PqG56jwyLGJnhjTSl71w9bxBUWG7XJclEoFuoZNBU+UNH1zc86/B313ejQ4TBIc+vQAen79tr2FxpMi2hNPWO/kODUToDLsWHYRfN1RlISfn/wAlte3MqbluJevfWWtUsPVpZ6+kU77yQHKaA+/xBg6wlI+lnG3VeF1Xvg0+mveDST3itEGuN2W27kXslZpr9/bg9g0BEjv31Dqc9C2p/lFUVWhRYESS2kpo9PaIKsa3EO35/buZb9BUyVkB+vIeCiNagvZYUq3eiJ+lr+2I4f+rq6V0/DmeoPAB8Ysn97PZugt33rlq+m4fZ0bmGXJJUJwKBrx3/BZMw5tWG9wJT/nLzk/YX9LusLNqArGHYn4kzxjHJT5ZX3hxtdX3+B5UdYbcyRw38n/XF/jB1t/hKhKHB9ZA5uv9Tt4O3pbgRXv9tj8Wu8DfDRPpzqryc53Ee3gPPC0eMcfDrnBLtoZ9ffZJ01slktGmi0KolhxbUNNcMNqhsZXZL4ndD5VmNq/lu/+LfVJ3bc6bjXT6Wt0gbvnCbnbOtB+LT4p7rbQccLUvvtFUeVFzZ/LmDOzFjSHKcd+HCoe4gtcc39Nnyv3a+GX8oxzgavkZzk2kuOt141pXthmUptw6E9N02jrDfR1HhU9E8TcNrUI7JVdXuY+OGsRvpoIN2iL75TzsAWh15efgJ5OC0Squ/Q484RFedgBaepFvwQB/pyrcFDEL+dPfgjB7bgtboqpPolygvO0wsuMaJ1o8iZWNpJN7l01kJXLpq022EP1V1BOWfhN8UZyDQ0LJjVZhcwWKzgBtv50PzChO5R0/QZ3V29UXKl7qH/mT9A+1Q/X7PbopGSgbkZf6TRbb5E91dubnO3J+GulgIGRG8F1Zlwb4A/Kbm2k3oMp9S9xrnFtam2at/Ogrw9TK6Tx2y5c9taOQsyWlaWNFtZoRA9Q7I4w6hvI9hPF+afzDT1t5T0vvGfgyX0vzSE0qFT66o1s1uc3ms9wbpK+wPov7JpH5KdZ01eAJ35XPGpjf6JIk+mgP0nt9LUkIywuJXdGmN80nigfG3R4+0w3wOlG3vRH8oF6E8FrHWQzPsMp1lY0eRX+WPSiz1FdNVZYJgCjvveVsRjcwxeadqGk8WZMt8U3ABu8T2ZF23FIHTApP8tmjbCyA5TF0Y0h80P+wTjdhuXjq/MNd98ro8TZgp0SxIWgxbwrMbIy9myNnQ1RaF9g41F73tvOJoAn4NZt+4O1ZhFKFQjO3QLuBx12nmsI7pEHr1nUpLOA3yC5icXaQXQ4nU4PykxYtb4smv4u+9dqDjZ26Jl38OmTT1/oidMv9I3ZVxdf/fpLHTy+jNedeMFlBTcSDnt54pdDSL45y2uffccLCynLyfBPfzX/3HJuXDMZQzbIKe0Cl4ieiM8oU9wg4Tr7r72fqkaA/57eECdY3zK17y/03sXTvt9++60O4L/RU9cc/o7vHCED853Xa//www/xwy6s57OceHUV3ytIx1nap6/Sjeg9ztNKQZzQ6M/E/f6CKnm8W//x9WOWf9sYYaJOr0VY1wFFYjLRiIUDl+bHLukPzJnpmtCZ790PTOWbSQbPbX5vVtsosH+kGB250OGj7xSDxLiTLMpoUxut5En5r3XKcycbS1aKpgPdVTWQnY/wQFj/HENAhX8/4tgxfK3jG3fwIQq9CD58laahO8SGH6CufDA3d8BaMVibaCEhxXfr7CA5MuNRxXYkDR/BGgck1rTTJUc8Hlifwlbxgfo5jxqMZQ6eZ1HOqxupE3plAF1rmnitX8AyijOQItMCN+Cgj9zgR+BlLzWEHyav0Wf4CkM8N1gy15vI0OH+zvBbabv5amdbsPvzz+N/3Yf89uHS/ve3f6A0jFUwfWF7AP6hxW7n5HHsoQ2fWN90nljt/Qefx71h3/ei3Xxqd5qnXYKpjCey27cao17r1zcNsP0I+qQMBzQtmeNSK9IF71B9yijJWPVVcxlp2ksP49LsP36JjVe5kxbMB9YAeUBc56I1HhXcb1d/4NV9PNVPHd3szNijKwLYmaS45XYSggcBH7t+fVAjj1oZ/rUVoPXmkf0f+rp37H2k/lqPjX5Hn91/A2xcY/NPOutpQF8vuH57FWQAKI89K9rmyTOu3jzExq/0NivmAuCKVzY338McJh/sQ6dZC0PM0PVDvoU6TI+eX3EwpLlTI7b2+Y43aZXAgY03hitcATkuaj4cB/2oULN90ljd36jlfsCklj8qcTvILV/vyOwALDKsz6lTqWMht3fN/6l965LpXXTigQn3/YFojqwum5eI3B8q5YiDHVl2Eyp4YUcRq4mp/IQkb5ocXmdU5NOK8TAFB1UeS3m71tUzfZJJPkZXfAwHvtCO772U4uNqgrTm79kfIcRDBIGHNTn0pz6yD5l9z3mP5cnhMz7daVPmA2AfYLy+zYPi9H+a49A4NE+h8ncqOlNybnNOz81YtintufRDSiNi9gnj4LcRbp2ae1fliUw2ba3b+5rfgndtnDHcI88vDsvD8jwMuQrBAHFIZVYrLjOn21tUmHQN/U++zXIZWNwPX5fjucf8MdcynDFM8LLhX37WG/xqkNxvf3mj/J81H8GXjDUP/oA5BjeIcBaBfsQNbZJv1Z2Kjni4mdapvNFkCcE+YE6DWAdlGfhutPHy/Pk4W3AtXlH/Rr4FvvGLG9lCPvw5g6Dc0HTNfmSb0V/R6LdDGBQ7MwnMNUguuQ6k5bJbQumHErYPgJvBH9ywkoPIwQGmim+hJGKKlIu9t7d8j0VazdFHsvIY1pi5wJ6fwTauVLwcBMmzMprCXKSnMo4n3gY9PoBNwyG/0t2w3Mdx2umakHJlgKa9a5gbmpn0xN0JMjzGfvmE/aHQlPIa4Ctj+yhssTrZrvEKyMbirQw8jezq4rff/laHjr+6+OqrLy+eySHAb34ckvINSjsjL2Z42pfXPH///ffxFCqHv3lHnW4oEA+ibusocjt/sJwPMTPheH0dQV2KgE14goVjrK9JMNxBOSWq4GH0l7T4FTyXfWVo9IXdUe78Vmwo8Qhbfvny5cXzF88vfvft7/UE9q8vXuoA3gFZwUsGFA7d/+M//iMOfilnwmh7IZ06TyzDsB1wKA9Fok39y03mOA6NQzvMJJ+0Thjj4Eo/jw2pA7u0UN8T2WNx3R9u0Jv+Iu8Mi+MzBKzi/CawWpDgbG+xsdAareYeT6oVYvIGj5JxcnTQN6o2nRkZ0g2GgkmXSjlR9Ac/iD7Pwfy2nvqVPR5I0VkG030h7Fh6I/OOQ+A7KsEwdYE21TLR1C8RE9/98itJ7LjW9F96KEwMQ6qfOI/9xtM+et/bsgUPLGs45/iS8uB7ywrfQlxs4omo+GALu1qqrileQOXTECmTi3gigUklZUhI3w7XIbAPy/AF+t+D8xuqnr8WWY6vaxAPyLPRLXi1Bx9wrrMH7NSi9BnbtU7xh2tY7D/wwzXM+SE+w6if/JtDSj/labo8DvjqOqhOLmYST9UxYOg3Yz14qDvzoeKnfP4ZB/4hbhJpTsluQDOK+IfjoO7c/qU2SKjCHfqU4aq9yUs+bxlgzL6LcnlzmQCLB74xTAA7mzuLoCKmAeu8Tlg/ad3twAiO0K+l/53aNp4jrslL0cp3woSG/q7Nb49AVUBSzsGSNj8rhY8XPdZ+KwWPYMcV/cf4fg7snQfYDo6QKxYQC/poLu2Bd4Po+TnlpJ3OlLB5Ed/U6vP19D/2L8DjD7CJjC/xAJdhvmJHudmyrJe+B3/Gz35oefPL8M2UGybaMR8w1EVo7a/ocq1f4wt8C1ynJ+z6ctzYU3+Fvj3Q20XWiwlip39T+Vqyz3FUWONrsNt5lpnn+9uQ+0qGPhWoyrMm/+xnbuii2/fpd2nhqChtQB+6etb2av9MyYZ8Xezr1jzB5WvX4DHjnMbuW96tKP/Q1ztu11cQBM+Rr/jc1nBxg7Oy+AweaxvoyDkKdk0l/AbzGq1fmo9g89VBW6HBy57e8SOMwTmGGsbXqiO+oc1l0IB8HFiHeQ/FefV6qhxr2xUPvCEMfDDB9IsRO/5Kxcg9eEvN7XDIJhflbnIbXZRs9+NAxbXioit+a9bgQ1bwGkkdzoxWx+tky2yut9Zc5lX+bkPdu6T0CRwP4VeYg+XsCblw0lfwcj3Y717/SAFvdDwPYNO2mHO7X7EPwHqniSf02X7Jbc84RTcHt8zwM0DboA9bNH78Q/iI2Fdp4OViHuRhShJxx+u39Ar4GFG0r4Ge42tiLSO+3ehbwPHK+jjUyXavms8QV9O+aCNo9BwGmpTnPrmPyrIOUoUA7c5jegRVvLaavU0ejBp9le+jgkLmI1v8DusJj4e5VzO4k/An/230DneSLfe1V3RuxgrMGCND1xoCy6fX6BtyJ1K6ws+O84TIbAemj27Fk5XIUj9kUYPr+VrLaryXQ2+RPTDRFmrTJ3HImMDV8chY/nHfl7nvVar3u1Bl3pas7ofmbwTnnrU50XgRl675gcbtDNwJW5+KHe0hRco5c8ox2/VFSIClKLDZTC/VG7+JrcWfgI/WlkBqAtvDVyXsbXtaGfmDN8H1dgL8lbCwd3cpP8WDdTmnUabsOPWCV9gz/8O22fWQfcsx0d/sszBEfZq1zYE1D3V5m4o/GxcEQxld03Yz7aHZrke/4Ft+Dog3nQDY7F1lHjvBk21THBwgaydYBsGvat7S36gFetEHPbaBoE2wxu/rErl1YJm7P0WdSsR+aJdaP2Y6tvJdz1fzwGn302l2/XtnnXnfawgQgYaCJ5MgPNUhBbWz8XXPxoxna9J8CC10Bb0h8TQUM9lXcLRi8egQxqcrh26e0nqet5v2hpPPPfnuIiLkhQ4MX7x4dfH5q88vvtSTvp9+8unFy0+e67UEHBDgfAZDkeGtPjJO4OD3b3/7W1y/++67eBJ17bXD7pwNwen35QpdfIcwXxe1lAy6FN8Za/5vXT9uAABAAElEQVSA/luf1+gHV9iR6vX51RrgnjxeofvFF59ffPPNry9+85vfXrx4yYEuc4vRNu38/NPPF3/44x8u/s//+T+LhaT57AFiXojTdDqbpFWpGHYY5mg7DEj95TXIvMb3gvd0hkNkUHMdsLyfIebUonefnJaUI1y9SUA7ZVfXKeicEqe/dZ8ZAOGPJxxLHB9uagw86P4JAUZLNbhBgDte0aMrFkZspgQqJh7Gh96MTdXIjUJxVXwXprAb8i2/QF7S82ENsB/D4EAcgumQNw94JRjJIUQRfJYsNIkcm2EqZkxq8kmfITk0PzewItXjAzZ333H++FY+Qh7FATZRCqDHhZIVUR90zvlz2uPI1rjCuOdNCc/LDEvbPHXDOGY7lkcI/Qsayxxjbremow3pcQ1xQ5pud4+xq/c4FzW0FyFuh0e5XRefJRjoaUxKvwONVKq+K1G8u78QCN1tAdToNT1drlO+y7evK8a+Dfyx5CMHzsoBrCw3B22kS/SsTX3DMiXVv6Dz6VNkF6W6XN6DAm3Yd7lNX8nHB9oP0j4HOE7ft2FvlthXun37rpEuHT2pMdv5kjndb5yE6yPw+8qBj/KUK2AQxzf0O1c0yyBL+Xyvz/lxwyqr3uYwLt/k4MkcIjdeM43t8bNtPlT2FQ9xNla3/Ad+gTLLFTqIO72PFsMGDHX2AT9RmWZbraWlH3qi5k9uxrI6ht8nI3/PKqAvi4GUlAegJ6J1S0d3KTuFIOucZtDTusFYtuzP5ctrUgNvgmWlEB/zRvbKfik47/AtgMf50VtuK+nQ1OX37LkKY9HNQVIv3oxku1uA3GCSv9yvA432wYytHQZih9fa57q9/SUOarxmu9OhMJhDDlvCMK49V+uNqTQqp/dUDb7t27db4/s+fI9Z5n4eNBMz4AzEoGN1P/4MKM+GwvwwwvQpTg1/MucDkXJd15AZb/Jg4D1XbEGXjHFu91A7h+BRg7Ue0i77dGv1U7c0fmsuQODC/MTnLOnT0sJ5E8Ez3vwZGxqat/CK+ub+aIN9ktwbBEdSMnQXf+a8pcKqZrRNW4YhA3rTp71QCpj85AXzFuhzf7jmGifxUDfDsh3yKoT1HHmfI5h207WFM+EaJfBkMGmryiL/EP4F8AmJS70GVrgRFAKvrDqEJbWgCpBXwNJR3p/ON7jAC5vjjkQOwzwxVl7eQTwG0mxtTpPbh5oEIScGQSkibW0xcuMuFW8kg4P6fAuKq/sRNAsng+3anZRpHGMI9Cs4TFzycQyQYyKw2w/qmCdR35YVCfNivZ6m8PGOd99JQhW4zYEThsEZG8H9zZT/qnaThXPma7sBRXyZS3IasJIdgPDvV7/6Vbxi+KuvvtKrnj+L78vCY4e8K+S5vrX8S5cf35f1E7/kY+zeCNmUsRDCX8orfrdzzDXvBN6G9EfPu9zVXgZzoKaJky/5N8Zx9wzv45/7QJoD4lk+C30AUzmghYMcjHHTGs59b+AuF8EgZhaEn3766cX//t//O+Rx80wTOjl2Arpi2uD/v//7v8fTv85zG+7P0Ode4kjX5SAtbEuxthOOfEIlaQ8dVWLcLdhRdDmaD+a/IUyH0zM9Lp/zDb97tRznkpQr+NZwdb1Z2Cz6mHg6/cgAXugXd1qJHx78gsexidCMVVU9MOXx+UxTSTf/ttSf1jg0tXLzI9ITrYGt+sleDp6JLxWukFGjfX8kajdaKkCLZ4nxr8P1gRpl13/dmyYepk6D5ro5KF7VVnXV8X1vWM+xv1Ex+cElPyf/vNKXPhtaK1Oe9WGjGIjtIpV0+W1ArelmgiZ/ux62U9hIS86udwg/emN+UZenGljcedJnPLRpXMhAZi550X/rdl6t3+5Ol1elT4XV7xl2ce26usgdiTV9XamzlM/w27afgTBjqR9DZu7zUfY1IyO9QtMCbOrHjn42M+rjX4M3Xxe4DiX20GL8Oekesu4oC53WF8rW5g+9zkqk6lMWy/KlRzU4mU/jktIP/UHhBHwT379yjZSV6zjX/UFu8CoPepv/DZStRuOJfVvoL2N3jmYaQAfm0Hcp/q0GNx7KwQYIOQtuCaW7zkSh/SCJFqocCl9dfMrV+mI/QN3onuyYueJd3FGmsWnyg72NSkvPXIlA57GwK9Xvm2VLnL/56/mrb/AP/I9B333lM9FifbTdyssGyU5v8WeW75zeqtfzJzp6viMb/bM9bI1fXatL/VHHyGULHh6UleVscpb8Rt8sX2Mw35yer1v8uyx0YRDYboT27U/Xi2wVxtytA41W8G8Le25Fvf5KHUD20Y0PxIdwDX8jHHI5GXy1guOJcH2VkYJk7WS6oq3a38CUElqbg7eW4jLjdb/spxdtqIbHB+NYlttaKe0aYtDltdHr9haFVWd3+tUgK8yicmrslj5NoIeTe9qh8j45U+7DQ+KP4T/d/sxH50e7+rNVPucbvl+3+N8BSmSNV2v1BWdN8ToALKH6bT5p7TnUD8/jAk5GZPMxVXN95/vKOgwY+GBYp4Gp+U6jYd6XqeXMm0nbJoAHjvUgb0XzBqzr4nM8zwZ2LYBvDqYz5k32aw0IeGzXfbAdY7f4DNcdeOG0kbgt4WABvy+syXoffClD9pav5VeKc3zoGlJLRtzj56k2NfrdcK3p52im26z55qKFXTvTV/FmhrffrLoR4FP7c72D+wStTddz/zp/TFO9FtkZvhYTR0bDNtv41FSCtjwcmT63bzwd79Q/l/s613N+vzZaO75W4HpzPsWUzfmGz+pFAyf6eAJ4Xo+0Jlfxumzr+lY3kcI2volJsN+7No1T+1iiXEYL1CGHtQVvNBJtfP6CbF4BLRz4nLghhPW4hEI/gXOo/Xacq/kzdrKzhnYDMtLoMlxaLGWsjPImtsAnOHQaP/NGTzcHbcJPOt4wZkL61b4m2xn4W7P2d61909yrE2n2RV3s0HNiiljn1DrWT8rWwl47oUKxlbX6PW+So/Pn9jttgp/77jqLa2u/12uFs/9ZlKtOxb0oc/3G57WyRfsb/TrIF9c7ln+LRrcTprf2bxV64q/rpU9L/oDD+caxhXcNLvLUDjj7vtckr1lObqdfJ/7U9uc2e52DEWyrj7B7oeM8S+6CJ/2v5Kv0N3wMbfPDnvAxii7GA9ZFhqGBSjdp9mfhy7IP2H76tDHvST/A+Ais8TBXcRx8BNIeR/EvGcdZgtP9TXzD01JzBHDE+rN9amOMcQmT67HEUWmnHr+aFzWa/IlX+klbJ1brAUCY5J+ZJ/xtduZ+uE2nyxPAdrwnIF8BTUaMArDGE25NANEK2iJmPSSY0TNTj8XJoCBVDjpmHKT9oz/vZRBdvJrjhncTtiCqZZx0Sfw9NEF3pTNc4dGLFy/0hOkXF3xX9tWrV3E4DWovMCqP4ShP+vJaZ368bpgDYIyaw9+cHKQTph5hnxwME4DvyR/3G1eBhKxPkJe8kF1oE/by7rq9VoYSOyfiI4SuytGeqonAv9JhPHL5/e9/324YwGnv8vRPf/rTxX/+53/GK7eZsNmRmgr3x+m165hoYVlqXd2BhuHMqaUBUQPJtXT3NjhDn3GelL3fAR1c0zV4s7Nwa13JG0Ta4MPIwn/9mCYTqAfePCj7AJjQ+nXoYn1Z5UvuWO5F4YEqGCa2hA3wfns5uFkGti37iOBnsBLdki6muvf2SLf11mJx0AGeMLLKnyds//impKOS26We3NczBDH2UBf6Z3lkPj5bvk8+jis/4PheMAEZIWPXjbE4Snb/RD0QHAj77PBA1Y/FR3DA9lVBbec17yHxHXtYEXvPijlO06doFD+qqQ/+ODZGpHP4DAVeF09wH3LRkgsY9Mtjor8pF8DCYfjmrgMrb7EI/OhkcS6xGJJ/unmWbeqNbannAru744arvJsV3Ft8C7+Ef2xh82DWAPe89leoNT7NaDyWl+7NIE+e/mjfuyyf9WNO79b4mAMHug9piTG8lCdWGqty/CHBPG5MJmIeN839PJ4FdJvb1TzHu18BcAr4QH7j5inRy9xRwXT6YPatdlLYSM0bOQYi/FsNvr/Dds8GQIy/4KyAZ4jTN9OXPDsD0o8o/iU5MNYBD+v+Pns7hHmtbvqEPMxdK1/D6TGffY6xvs4b3G5lw7dsaqrimAPxNC+HOPm9PnDic2qoPoJ1dn5Oi3lL3nDmNmsdx+mD/QRXPvPkQD36xSun40Z10qxalYcP4slnbnDT9D7C7EPmdkef3MK/5jX8/yzEf2JW2E7epy4ea69rNM/z4ZDnGuCJed1eNO7PIfY+2gCOncVr6QOIdQLwrKOxS+yTn4yyGSSf4Xv9WusO8jggVgd8AGybxPYdBy38ObZfAw5HwI/9mbu+/wt97EvfPLu5ePb2WdBHG+xd7xziqF3Wbofkk7xq+zo4oxV7Sj/FnkUyYt+8GHy1/9DXQ6u/1kaHOWOk993tnhH3FqpT5L2Fw/NJCS9BUIUzhM6PhmvoW2a4fM4/1LTr2bbOwYO1NvOgTRbQzNrsWYNdyzOda2XOo+8znPkx57vOsdfYihDR2NFdfNpNV9kLwX1Lu1cenVNHEf2Ll/qWeVuDmJZ65c2BWS8w6Q8+J+OGI+XgPOyUeLXX2kdoI80vb6gr7Yi8W73NkDnT/OCm2+nX6IsIggHdv+wqNbS4fdNoHFnWU4pkfdC5jksPXQ0/t3Go3qHyOABeB2oayynOgQBxEGZny+AjFvdaPAV5eZmT29yzo+ww3o5gisTmlAYQQlWECeyoJLTzA8+Mi7QZfxAZJ+31tL6dvB+stwlg/m8CBAdNX1cMsZYBdymBGcdh3HONmqY27X7yyScx0HPgy9O+PPnLQXDogp1EMx7gnX+n7/B899fvLv785z9f/P3v/whDjc2IkEHCwfsOL1wsmGb5QNNaXtDa+D8/QRplZ/1jXvq6izwXsRJMPCGfcMkWxfVfLwoOfvpQqmLwxGVsyGb9u/j25nb/OVx+9avPL37//3x78eWXX4ZcjNe6wrd+//E//7j44x//eMHrtjmUpwxZma929q47rknHSNeY7u5TdznU6SYhlQz3F85PGir6eDPybdxpwx2xtf77FYcX8MF8M3UhE1yZetbU3UX9mm8EyCQHZ9ccoGlvDr74YJy+8xPb26AqeE3Ybdu0bXl0xPsioftNPt0PKR20qmIXyhaSIttefwt2PX+ml3O//O6zybD/zyvl7YymIUwaLmMGoiyVvxEtN0ozsTBvTGmsb5oShf6Kn3eCjw2KWblgNIb3gDGoEXnwYvvdBjQftiHOUzL315zbwF7kzqKXV/rSFzgXxi2B2T9zjTjfY1a9pZ1QNtqoZfgAZDVv8qUfZNKZvMGPbAa1l/B5uGZ/tZ/v4DXOY/k/82+i6KBNTfBHJs0Dg+/261j6jeF+17FheWJ969Gp/HG9Pc2FLk7l8eRBPRgOWxdQ0UGq0B/8CLchUZhPBKKLORbn4kZFVhMqtdBRofcCyLkuf4csyCeE7qtCvzG/0XOtjdXgaYCBURG+syPa3S98KH6REF0S/l35Z/nW3zV4UKbNQK/aUwbPXBkWGx02N/q01UbkH5Iv8jwEs9GAbZpix8cbODYqPXb2Efr52CR8qPjjDmsr+U4npHlRlnp3tic1d9rZzphJi7lGnKfkoYprBpyItU46n2vYUFvDeMzj6l+t4zzXz7kN46uss92J7rIxZ0wqeYKIp378LT7gqA/ObIMlvmBjggT9mjvpHxvD2Ltm4dEOHqAH1c+5GrJIXC4z3UljsUf11YG2o83IMF7yHhLAb1wn4LGdFt8zKD2MJ/uyBy76Oso9Ts7z3wHxtDHLae7HVv7TUCc5vp23nk6Ub5NrHXOhfbef5+sRPLP+x9gs2ZNHm0t+jpsvKj2GJY/6xgWFt3pVKmZK4MA1w93FaznLW93Elp+Sylzj5GB4DswXsWpCjvFLCNPpq0sHTZqJsFvdbpyj/JqHDOJNJ61f6jP0P8uXiDVfwwE2/kU8oh+tL5IIGPTbXT8rczUM7lG86zeifLK7HUS9/Z2SRcYaHwKg69d+RJZF3KBTfIzX/QP/fv3e8hfGb6IHvpazyx6DnnjdT9+JyAI8D4VSG31DgvG4X1Kl9zCIFx43noA6RJgHIqMx5v2sLvAEnpeP0hobvoLcmZ/MH3JFQSsa13WTiW/Oss1zUGL9s1zAxZPDNU2cbxAbFphYtyyuSQ+w/LCL1IPokOpq/iEHwY3h3KyC/7YKowocznAwjL9wqDpPWbaPjOhv/BGzjIWqapdL7FlwHbjASZ3ar2V/gBgh1130Eow0U9oZYO8sZnoqj5JO7HmEeKtE90+7fTCeXqPr/5J3vbxEGC7QVm5iCqGwemyKuIO31Euac0y1DPbBl6pqJvvHzQYE1zMffHX+oq4SOTZm3Rgz9Q3cOBQkqy26qbtV3/jcjtOmC0MMFrBPFguaxnOPK0kAbLtfEJ7Evy6f/qnIpRq0tlYzt+lA59VYrBeK/se+nWwrLSOrIw/SP/74Y/gPcuFR5SWyvrl+Hg/AwQDz2GPmWOMkTv+tOFyHMuLMpWo7xDmLyu8WJ5PJexvzTjxi8g1/ws9zMXDlbEU6gp+iKj/64ImJbUOw6IxpSfzJja7PcceQ2kPeje35CSKhVRn5rk9ftoLp63iLHFbrWM9Ed4SmJtBY07szyCzW33XF6sUrEQ6A4VU8TdHa2QUDb8V9ijKCNIW5i3fkBPYGlpsJo+zYGEKB2VasY+s9Jhy0WAHW2gk9VQGGFE9aSR4Y7TwALvm/hqnmrcuHu0X/7d/+LQ4Xv/7666jgVxiRgH9d2ZSmjCd9f/jhh4u//OUv8aQvcLzqzB4kh+1lXRvHvn6D592HqtO71FTNdZ8CKtgrGWET8V1cSUfA4Td20WzmzLrx//6v/0/f+v3Nxaefvew6Y3lw5fCXb/1y8Pv999/HZvSCrs2WTiyww2l2Sxv4rrc4KBln+tRxoLerqye29+TgCHApe/ba2OTcCZLrrQZIDoGTHeZFAsOXETJhmY38+8aWNN4Xy956VcknQHhiO2f4zaXNBHQwKSvRHFMvEtLiARwsSNJfVNblHa3D/8DDGICNX3U9QZVLfafhkM2dT/5n7Cb85J+u9jv455zrSAliUq6FfwhlSMZ9TfuXjcjRUY+xyv1ETiwLb3mFlexqdfHbJv3RI+JtgQcOt3HG3jZUZ1SUSv/5CT2MsbbvyezhWveDqG3dD8PptdQmrigC6iiFs25YzyiLjQY5JnxATPSlwNe5mtXryqinX9Ot6RwmUON/0FKOS/l7KEAHv9SkfHXScn56rc1WSnM8TFqJ3+oV+IQcLYMk6TpTp6BbJfSXecMcsEn3f1mWVAjNBxO6DNWn1fG19CTGm5J+l9H7zOf20ltsKjWQ+VQKElnjf53uGxJ7Ef5zFVbdaHs5mx2ssAAt7XFU2zQT8b3zeoB3mwt5KN82aNgYLzX2ESjr65s28bctX12yqabQFbr5GXesEdbrJ/TA1zxHHlDoBhM9UahZqHyHfKIcn9dc6VsYz7X5GiD4B35JI2hNO/Ea5rZr2fni6a+OwlfsY+2mk8DU2Lgl76Pa+Qh0Rg6cIN8ztnofVJhirFN1gKH7LyLYzrdspLYDTLf56ljw3dOArFE+NtY5zIjQHFbcPMnEhTotRExp05Ibquk/yPPP8Kdc88nBbIs5uZ7vybahS/9ZB7y5kn9ps5s7vdksAn5GEfyKeQMdjp9CQ/Cm9Hdv3eoD9gLeo3CBO3lyGMv7rt+PQZ8kb15VPT/MrP0Qxrkf6oMutbmPhcx9u1PlWuOJD7sl+MalzG32rIOR4UuG/8j9FR8O56tZ8wYzhMy+TIa0ca3vtVCZfY+wCZJ8txhuJA6Fb17oMC5uzB1lxKCVQ+nEm/7l7u510O5+MM8JfxP6Rt/Yl/AtMepn00Ovm5YtrKXMszEPWoM6Oc863Og5qb7rRqXCwH1IFnX2AR4uq3Nm5k+sR3PZDC2ayx5J0uGWnhLCcj5/m4M/A7fFvsqqKisDjqo7MezBdupCV1vFb6ATrlsyfVtpDXxt3Fc89ldW2oDWX96+ls7ozQOhMsO3xGvs2UvUzzeguG9r/TT69AlOSQubY2EORJzy3EvUijlumM0HRmgD3+f69iNxLhXoUi8oj4NiCDZzFaG3rjtazzz60KdzisQaTEBpKxX6iePIrPGnHAAvDeDwN2KHQzTT6AYfqWeA6AIQs9jgvcPjyhJywVXr1s47f0mLKjZGds4Lf8K28SuQ9EEzUsZhnLWdjOedHymsuXRNqBWGIzvC4sBK5GVrKm2WNyiutcX/tQJvxk5GteBv6fAliisjgtetOREk3GioCOl3gfSmzZPR/pJnI99VOLjlTgqUmR+HvTzx+9vf/jZA4BMGBA022Mo7nirl0Pfvf//7xd/+9re4MyQMSeuSyjue6GDzn/tX2fC00ZqOg1fz7iDguQAGLxMjkp/zsiT1jHIOPMRjCSuWZeJdSA7bIENlvAIFOC/4Vg9AAi34RjC/vvr1N/Ea7n/T4S+hvu6F12sjK+TB09fIg1dvJ1zXoEjv/lm2t1u+m5PylQPWE9/X7UkFoOh/3JlDk0JbD+fm/qJzNVRbqPnnj7d2m15Vuticc9+Qucts82uc7BtNVNajzwwMPLUBL8J+gye1FzBGQPwIR+m3eSX8zYeYpvRMQz8NmcjbX7cx+Z8FzEoiNytTb1kI4FMYB2qI/keXuGNKej8Ia2DSE3cVnrT4jCOq6RSYGwiCd42x+Bz4SD9hWcYH+5Ic9x84ynJSUP1QFMSfBpugI9sx88rpe16rr7wnio1qSb/7lk/MtZuBxB/rLPob4UB/gB9yRpB54GvzTLtE5prYMS1irFfhuPObeMoI+UhCKl9hbqiNMNCY2gjQIJAqll+nOkuinUA54Ausq49rNDKSazHbTx9vqZN9Sltaq3Qgby9Ny7q9p2ZwK/ZT9LaPNRYuMZXUofatAytwsx821q384a96T1xl/eq210uPy12hm4r7bYwFa9u2lM7hN8NXaKcA3Yv7EECy0g3Kb+VzrvS0TPgiBjMF+55IlD937RbSvGs5NdtyDH6p7Xl+jC3xBjcH1OFOlbjz9EYowtcpjzG042rA6EZuFDeaBJwbIHQmOxQuU6m0xcyDsrR1/ERDduplTZ7O25DTVhPoWJgh/WxAfTxtafruuSxjhMvt/wLMlYswt/R3V9wpW9O4TDl3eR1t787nJOkFsGfwqXU+6l+ArPo/yy+7hu6mwLou6M1La6EPv5bJGhB5G/I3f7fKO/9W6ve6U5vOT9oaf7rMJuCWzLEkE6NPA9avfh85E+xUYBzSuKlkSh7gGz6Hn/XLPshXxst5Lov+Xumpvqsb5kKSpZq807ooRNrGIfqbMjZj1+nM74jm/BLKYSP+hxvn5DkubsLANb4KL2W+0eX6mtc0svEL/ykZeopfM/0qiMBanzz7PPe31ktI05sp6tD/AZ/5428eXHX9gt+H/Ma+ctW3bEcbD4slL5b92O7PEW1Zp/b14wg07wXI3j6syHKS79C61hvz5lydM312oDPelfawNI8xMU+QeWCPOMnUfxLYvXL64yKUa56gdbcDOmKrtb/22/PiqRDsTk/oRwj8sibPA5tjf6ubiO8M0xAvLSwzTQb0sT+zFa6u2uO8ASC7lN9hjuAxrNt3+AXyVayOMnei/6wPnj/XzW3JEBX5oCZ59PZOG606rIEvMYeR7deNV5qdfQt5yR/ZmCYutOkVgVqkeBks0+Bulq/hXFZqqS7vNS42mI5f6Qbfutvk3za/BdfXPUYHPPU39M38nWmreyOUzXBNPeZqh9O1L0CbvsM1AyLezDFUGg1QvrU61+fsafmTPzt0m3HdwR/R8Eyzqli+2/iPwAtIl3+DX2krSxrHu/yXErgvHW+nibbnbzO+pMGHLLoGnfDd/E+972Nl71fKpj79a961Hu9cGJ/dvq/UYf/2+jqfxPXTbFTmdfGXumGNOUGmRYvmMSyoqBdrFHyl+pp7vEDZQKKKkvhP1THd6p/bBu+1/VSTTzxIoqruC7SxzynIQJj5klHom+Yp1lnSskXjbq3vXPxpoLmAuUTgBk/rIzD2557L9nqzPrX+Tb3v4GaL+xUFMw5lunzuh/3PyIcfqQOjEViQFPhwymXuR7CtZe6bP9218Q01BqPf7Gj+uR3j50oe1sPYtlZuGK7Wh+EPx5wz8DRCt/gROMof1uyLACHwd/LPxmfYSidlvW3rqwF97TJrkrZheyJhOK4dtma2+AZ+07Mjv94POvbw4HY6pkarLKhnZaTx1fTOfVJ+iEp/3uqmMMzRGDxX4bMXwPz0E+sn32iCaC7jjbP4gbp2Mm19jiSclo2xA2M42vP8jDcRUG/I2X5jrJupR/lrzbd4yv0Xng5QN9FFblQJVofqZE+A5cf8hjceRAggtdv9fPIpplONXuqYRut7Vk4bcXz1an6vFrbMkMVSH7ZnhN1ZtAFlH+JWRgfEFrjfJ8pDQVIACUPnjTcZMdJbDcFUBLdVPvJxVHbAdlpOD6gRG8IyTaPMilMVbpQ+TQwFXWs/lEXsY5MSzieviRHgN6JwOnOzyDwPsCyI2fUuc3l9MK965vXOn3766cVnn31Wvu9QcILKSq4rgzBP/PJd2X/84x8xaYAW/7blPegFH/BcbaSr/VmS8Y5ShacbFDBPCN1saka/rJ+8AiYnSJIZhjrYsIGNbIBSZi9fvoynsX/7m9+FvGoleOZvLvP0NT9e0bCmU7XeeeK5wfRGr7W6ueS7ANn5Kzai1M2Qa0z66Esu9M7T7mNjgV4Wyjl5qXrJ27JsSbPfCbGyCy/Z8y3kPAiP3G4/UI7ZMlnHpvnuakI8pE/olH4ecR6Aat1V7PfP1vPerCcGxwxcvVJGmDvxOm0WndcwagpirYJ5CqtzQqFYQMYCw3XC1sSXPh654ON1nQPwFX4RluNltwFN7NCRXByOm8Go4RtSLAvsB3+HGEPnU3ixcQA+SS42f6g7QpHXA/Ro4Dsm5j4fA3sIpuJa8vBQzfOUP4x/jBv47b3BctkL9FiF6/zt+lmaDY+AztmP6Oq7yAG7dH6pU6N8g5PjOlBwsIuvCd1u9TINeim4dTshAo39IlvCwBo+CuMPN1QyCgx+s6YQlYmzAT7ToRF5NdAmT9nzOsdYOAs/T9drWRUkAus5wFEyrchPiK+PFycgmEDpZefbsssd0uUTS3r5U0aK6M/U7LDfmCuCtW0oJDu0KD1TSx8iGmTveZf1wOm5Py53/hacy0+9rvkccKzlI9XbN3q/iSaQ2DjWqg+GRJPQZd/AzXOOU1jjI50wczvhGaOT6SN5DWO8iUMt5dgsP6RNVtwaddHd7iwU8yESZfYdcxtzGgxzcN05fzN9wnhCP8bGdPazzlVO0Y9Neu5ZgKyO4c890Ue1WR8eu719tB7d3xPku6+9xy7jxojQn9YQBzeYCNt8aSunUzCP22AY8yvrr69jHjC3lL5/mTu+F5pj/awbhubM5lZ+J17LqjW6XugpGvaPIugVq7DsOIfB3BSqvImQwCM/o1kSPdMvP+ODL7EfCFyaVzoNXam3Ca8UWScE+EWdbX6dgGwCFW6z5tj16/uu3+emT/hOldjE5EzaqNrcOTMZEy0AX1drv/eZ5tHcC89LHjwfOSDXOjZs+YaZidThoLUG7NYHv74mvtwfiyfxVIE8XikfDwEonmM1mMwJ2yvpmSvK6T4py3LOAt6sd339IvanY1kmEGiNgxqutKI9sMzLm1gibh2DjPsEtT3oOhKB5XKs/1ig9VhApvm1AFhJ1DorxSdkVcmgp8FZoUc0yDdEoYd+PqhgebwXRFdZpZ6fTJZ1+p7Vj2+v0kqtI/XR/rzZJTVzrnKns6PUMHTpLgwZnNkRDlXTr1BjBHyOH0B0bugitjnxwDepGY7rjNP+hEN56vMZ2+vn13ED/fO253Mbd+Zn/y/bpAe/CI34Q368/SDCTETmxl980KOETbzQnEzRAXAV2CzMI8iSA2Pix52C6Yw1k6Tj8gww0XeAuUEY7bt2trFXmoBKYvfwcIHqPoMmQpiVy0pBmSemY2K+aHIl4T7cj6cdYShgHoCSZzpc/haDYFsPFmnynTyCx0pCQiggkUJHGXTihYTR97uLFzcvZETPYuL/4sXLi08+fXnx6y+/joNF+p0GpdamOzDgD4rPldcJc8DIoe9PP/0UPDWtXI1j3OFgPlEqfZHucCeIee8ruGsc6OOC8Zf+H1fx7FD0gTuzbnkFsP6/lbBYFDGAEofSN/rD9wiJE/wNY+ud5c9EBvu61rv0v/zyi4vfffu7i88///zixh/myeqd/8jnD3/4Qzz5i1ygxTgb6ImXTuHx9dR3P/VKJdpfylV9Fy94yg2fclwArsk2BvFj6x2HfQ2KiY6f0KacPkTQhSVx8Lb5rDTCLFZBXxxzcBmHB7rbCX2wb7OOs2jGTwZutRceUHVyPDnEn4kHTHohIf6YVxNMIzEuxT/U7BzjqE8/gqKQk/lBH0JuIYdsR5RWFKGzdKbnNjlf8q2aRNk2WBLCT6aYndFWg+u0Kh0DLbswsWEK3xh/RtPJV3iKHwE3ttjkNsDOHvMd9FuI6c87DRuyHhJq+iIiLWfo7fZZ6qP7yVfsQzobA3HyGF2H7eH7JEzmCpwhwh9wUbfKizaQWdhSvGcPPM0eor4ZF0IHmColDLoj03SGbirHafuOUnM9is5MONcBj8gF13FhcbOCqnhiOjDch6ZRe5WKzhsaHPg99lDH8YeNIautt0zTONrfB71b5vq7JTXHPmDYKWMv/q21qxuX9vYRn6yxdZyHNz1sfi39ES3mVJuNAr9mOugok1XT4jGActSaxcciSCbZiuzDO0UC6DZpYAG91S3v8aCQ2mWewXwj6yZ/3KY3bUjTvswzQtq0EZ527TwMftKHQ+PWNn765q5C//g2bMrJY8c2hlpynG7UGrtx49jWz6BZelTluYvnPjluW3U1/48QT2y1dBQXmIRY/m3yXWY+Xaqo/U6j+8p2gFcyTql/CuxKUwezbF+HAeV18LUMsrJBPYQr45fttopbUxV8k213rQ0996fs5s+wa9BKNeKgB9+lObkPesLWNXCnD8j1nghqaLnm3JYMYOZ1IGMCv6rvQq/Wo0uZ38aT7lPrWAPiMt6QPCb0ealsLXkx1orjWXrmHIktvGmLG/+UdHb0syemSPg3tQkvjhkPzRf2GfbJbMxN1OA9+AGZ5q/1z1d3wbQ4/RhX2uBHfxn/Fk/dWO737J/pZQUdoeGZ+ykGGvTBV8ZuDhN4qiktSdg1NmObtMs12xtjwi49be7UJgxRTr1CZmBXG7XukJcB81phDnVwH+ybX3glo/YfREiQo8SzZ/IdkhNzTuby+Ik3sflZWxq2hj0w5uHC5AlC9jE/EcI8IFnSTp+u4pWuHMYIv9Dij91X9CbXwLIx3ppVmuU7yfgrNRl0cx0h1wn5iZmRuxZzWxbA4JH9Xm3VGFw2aM0bTkzE4MnA57qnXQd9WW8Hn1l6CC329kBbO9TEWrnpn+ke+Wu1Rp73z5mTM5KEn1Wf/WThgDxz7Ez+6SBVbf7mN26efJAYDVgffT3YagBYBmvQ3a/Kxgge2z2uzHWRr8d+7Nbw121eypuICPiSZ3d6y0ib2eBXbhbfMh+2k+sZDotHv/oNLW2BIhfS/QU+FN9pGqM9MjVEsPapgXU1/uHy8nl8ntD6aborbI/j9xsphu9ligRPpDfRFvMoCg/YXHKlYjktbjnM9GzlG/sMn2OXS3W1K/P8b08/crwa/MUXMwbob0G4Hq10wnvLznGXr9WmD+yaQztjAcHwvq7Vc5554LacX6+GqXk1vltOn6GlXZvfjXmweEhbGfLcrCVWLubd4OsKkOZWqUHJ7wHR/WZbNOde3Ch/spj96EaDCznFnAfA7BO81TCvtQrzR/yA55K7yDjf4KFDAjpkvLzZhHkM6ZGXc7Zc9+RcAQ0iCGwnQAfzGSDizZUC4tbca5213LF+olL4knxCOeAlZ96ey3nHCMwRUVb6NeQKXZEvQK6mc9Qbel3zNuPCkbMpLFMMFP55/uU2WB2eMcgc4UVon0jgyQUa14/5btd9tTgM4YzNPwCVhWYHZAaRzgXMA5A/YtVQIxgrxiftqXBieQTKGXvtEFZJETCveeYpUp7w5UDxCz35++pXr6SQiQgD2wrwiidKeeL3r3/9a7zuucKbp1v1az5y0P/QD9ezDtlIKvwcT7u6/0bjjO/c6Vyo4EwkL0+KwuGp30rf3OouEwbbvQLDSVxdfPYpsvoyXvn8mZ7QrnfUmm4Oe5HLn/70p3jlM7ps3TbMU12j795Zbo2aFvS1zYVV4sHvqSg7Yzsob7O9inWpu5I/hslsEv/ME1rTDvbgi/yn9ML1r6UX6dwr9iPiao+awnYE8D6QtE/7l32QT1WGXsFOeBkhdnWDwX38IR+bgY8ee8zj8DNlomIfksg+/r0PB5gHhI6nZCLOJDiekpTas7GDvfN0Yw256EOUKcyUETJD7+y7ck5BPdtFxfGvGDcfltx8HE7Qlm3ncVp4Wqxp7+kvQvPCFzh9HC1jbhueSJVYtCh44awTnYCRgO54vK8FfD8BsDrfacXdW2/xeyvf9XkF0bNnWgbkxKM/Gdk8Zn+iD/jqG7XqChR9w8UIp+u+xfMAHVoJr+fFKnD2yebBqHt8jFbM/eNrfdiQ7q85HOmQ9Yc5h6r6gW7br33YUjqBejGAPQM2Fd5q98MbwjmWjvHOdu/N1t0Wml/BDzV8GmyFU0c8FIGfSVxVk6ZEXAI/5W1e6vbndqq9Ep/lxdupePvPCKmxM5zL7Qecrvidt35NvPCDOQX4zaN1+JHLvNj9O7bOqH187BSajse6C0k7lY9bvN6t+WHmJF+fhnbsMTWtGcuRzaLHVSaLahuoUhc3ChcIjk+s6QLt0KecIjQ70jf62MPRLkXcLMLEodqGbxohj5tJeIMZeX2eobUWcZa44YD0t4/7mUmBtjnSN/hAz72FX9wkEetikcSrFwmmATvn5/7kZzGSduA2eU3hx/ABccBjRx2oyKvpD6g7E6nWWOv9VPzeJGd7st15fPa1Ekyex9W6N/NafoXPTIBTIBev9ZmS9CdwIw96kO/zZ89j/nPZF1dwqXGsIbbvZ6pi38A12lY9z5/Y94q3IHUC9Y1RzRPiADpuQkm80MTBjfv3Vg9o1BDzLeYzJduHK2ikPFKCQ1DvfMVwnniuWXXD23xz8HnQvxMsazqU8i3MPpIyy886cWS1RwNrWhH4o59lv3GrUWh3P7Zg2K/IMPzh4NaH6yctN3mQZkaVg+vcMK+qr2K/8faWT0+UQ2HmH+ItfMJ27S9yvpG4Md+DIWwcCeSOvNtHvvye6YDYD7tGmfwBV+ZF7GUannaYa3lOQ/oU15F6Qq0WGl2k4Nq+rlx+++3vg7OVGLrUBeA7yxtuT/BacuOSrvDZM74dm82Dn07R8Te85kqhtun2BsKh0COvxlLxKw6X5po16+/iTSifQ3nDmdw8kMuJLGn4yA/hVKWizKGPTc448upXt9W7m2rV8YRD5trhVxji0A+HEeKz53mnQ/I5lS3iTJZDyuIZ1zCK23hV8PMXNxefvPzk4quvvoonSDECaLrRazpunimuO3fpOz94ySEjPGeQ5NCXp32/++67eOIXBT415LdmqIW8Uqa04wVFyo8FrfVFxtPjy9bWeZQ4l5A1dUjPKuxafD/+0b9RN/uHbqnt5oAolcR05z8Cuus24lo4FMuBg/qvv/63i2+++Uav5v40HE0MKgYGgxj2P//4n4vv/vpdPPmLvOrEJvmq5pmBrQT3Cv1ZC7aftbLMM4ZM0U70G4OKMNJkpc5y1d2DUlbLstpnq7i4DH+k9mJnS8VHDK4DSfbf7Rif0wNuGVvc2FOK5if2uFPIwX1y2m1YFuR7QDIMZfZxtuUw4cbHPuF0henKRHtf4GnzfcE0Gsb8cXpRbv67UFf0cH/Yan9ZD6jdnPR/FX/oWN9pwMZygAdm8JlJATmytxRK5zG5hPnJ+8wtfw/wzZAzv5zv64J/zqzXFZ7W4n3x5H1uyo6+Z42D7RrxgfZX5Usd8Sd8S+MTbLZY7AFwf5KKXgmVTylB47q/SSeEbaUt+Er91B/ybSfkWu0O9nOrf53updaBu2ri7N+rvN129qs4UrVpeVSaE/fyr/vhXON0uvs8Z0x6WekxSNKffNvBN4BWY+v4VkFjbkJJ7f/c71PwLVtJuWyNXx124kfPb3Jf1d8ASv5UWfe6JXKo/TX8zE+H3y16oc0P7oe4jMPX9FvNzcc82nGaNx+3xrq18SkOcxsSzSZKLwY+9BGaXd/jGX7ythjnte48DsrFR+A3+SD+I2P0bHX8a/UXxChhfKoZRXFPTwOKAzI1Dl7Po2+0CU3+W77Po+D6p/Cnoc/6VSylYNbXjelT1LDs4anl1ekyzi39bOU77eE0m+4C4jaMbr7utDcDbLVf2pirRNr1joWbkazUq32JJ0diPNgQxIyvpK0fJWs32tpfWoFHE4G7f7s1lzkr/VgCLFPWA/Db91cZ59o1qWJ9cF2Nfolq1J8HCcHlZobGRG0Q0qZGY13VLcZJPVnMPPMGP8MGot6wkW8dYt4tfgvwWt/wzKaT/8sbFOv4uySq96/ZLaV58xaNyzbxb1o83GqOfxu22iSg9i60ERzzsv6hPmBV4YhQdafqPPfqz6Hqx5CBZN+aok3nV1ub8ZCeWb8znhb9cF9YJ3caD+iZdcN4jcP07XuyAxj40tsqHZjxlKLzRFu/2FPJBwIKWvHE7Zfc9ege/gQPCn9BYLzmzzrSw7mzX6g1sJ0rvbEogtuHTscrcIubHsvDdFY/UKu5XFZSs3fje/gTwHtochsLpOCT3vhgFo9ouwCu18FPkA42YDgYdr4i/lpP9Hmuzg1o/uxTVGh/2n0lNUu4o2ld5fdA1gKHv/CPtpMWGtW8owwN5m+s59Rn9uz4bQXgA+eKf3Ad47QNkh92CE8b3+dvt7qur/M8yzhd3vnZMuZyt2P4Sgt5m/OPRp/xL/CK/tV84XO+21vUc2a9HtC/ff4p0NT6oXfkYn1pgWu+K+q1P/a/yMW0Y599XX+i/RiH2zjU/xne9ewLXH+G85t7LE/rVcLR9zCsjs7wzjA+43f+fDX/Z7id+lUOFcnkPzzOWi7GU6s4Hm0Kr2GQiwxHvyYffEib2ANr3NTPfWjgkw9aDZEtffeV/WnmKOkXaKP+gHWfySfuq/OBIa9eKw3kV1jSlPtJQ9IEYLg/RS1kht6jwEF2vwmYY+Hgb5HrFr8bhtVLyCJtw08Qel5gPrme++X05rXSoX70c4LmWKw/c32vx2b+HN1uQ+j6lo3r9/zmn502HdhNtRmXu77hDl1dbwvuEL4tu1zFJ/72Iav44AprerCviEs+XGc6DFfrVphe3uzXZc532vXn/J6exkfnUy9wTP2gfAEz1Xd7vnp+s6Rn2Am4lmWuedp1Hw7K8Dcc2BqOq+O0hDz4Me3DF6F76CCvft7pc6ub9Sc/HvzBZ+jmuuZ73BPWBeDCx7AOSj7m/C/z1uaC+JmuVQ2VaMKQC/70vfCV4Gu8ly6zzvs3Cc3NIx2BwCz9y4VfOsns3HlbfSg2yVMTWgTalFsIZyE9tI371M+JLsqxTk86bWFGD0L5iKBA8FoGxK5ieyf/y09eKu/u4osvvognfjlAJO+Z7rZ6zuuDBYqycGcRfadNgvnAYS9PlP7www/xumcrra+Gy1qn/w3HzqAvI2DzIuhPlWn0aELB6KNON9J6I8wN6qKgF7xnkdD98HHqga6MwWGrSibPfffrclKEA+JbzN9++60O7L/RU9vIbTiYOnnhiV9k9ec//1nOJDcc3rXNLdqXYo0nW5uAQ05ytHrd02XId/RtXYSUD2e2DvN+5Hqiv0qNeNF1GWPGXmUD6MSOzcf3mRILixzb24K3q43862R68RcLQQ4J9BgKvGT80d9gBAuJ4G3wGj53CahcfFWdZR4uaX0z7V+Hs9nTY/lQ/RE1h29udh3TBO7k1x10kseVJmEEuTkFJmCp/45bdlHQzX4s7qjl4CcKSNMuY8M/czCvx4LwPeptta0af49IPIUUxuHzhaqY8lXy+zz5l+MFPknjAP/UpJ+Wd/txXeGnx4SZRm6qm33aDoyMDrxBVRiNfCe+UjRdy/9BIYFNWnDRltvztbYBeblYolYarXUU+Oih2rP+AnWfEG3iMI4I4YeOAz0C22EQ8+Uw5D8nxEP8b+jIio6/S049pD+n0B2HKKyFFLZ0yGPxbD+2Qb6hhd3Hq8t4japM8E7rpyutB39R2RWHrYzD5VRUHkD+B9umZSwUD8S8PMfnfWbmdoGx7GLTlo0sMAXOnEflzcS0oRCLIO6Yx0cwZ2Mdnusf4wywlk98LbgOZfaTa3A1L/yBmMBnTeybavmp8S39cD+OpevUdtfgacs6slb+2HmxpyKhu++P3d5T4Gd94f7ss4U1WtZkbztZg3+KvJ321SlZ+2rT7rcLw1zDsrHui4tfbn+R3eUDHqTjMDe++ekBN6+8fSA3JZnXqLXIzjUv9Ry4IXwZ1umyf/SrZp8/fx4butDrsorHB8QqXoTszyJrkQhfEUBJMyt3vOPH8JED9+GAx5vQ0VOdyX0afGCdNf+1hTL9yrJ0+AvlR3/HOF8hsdvwNZN9cjBCuNS85U3saw779qHxTCN0OG/2X4lt/J19xZwGz/ymRXBqaSR6jUevhtWexi1zqvCNmmKJ7kNtu/bBa/OVXk8dhP9AAGZeP4Rs8/qcOB9CT9RlzDOSDVv3XA36oX3olCsedx2adxz8+wZ1brlZH9b6SRm/+YYx+wxo4Rc31Wqici0fgO9ijzF2Z3Q1ftM90mstUr1rQo/74UpqcENJhHaAj15AX13nZRu5D8MZzwjCPdCP7JWYbrttEyo0rTW2Andi1lC/eM++Fp65CcTijjIYeiLKDfDKSINE6/dpoFtbEkfSDKcdC9XtnOfqCS28WQ9MjlmcbnWJcujjriC+mem7pNgwlLrG63O++Pyl7ph6fvGFvhPLge+rV5/FE8D0L3iI7IXnrZ7suNPmgO5BiEGTxc5PP/8UT4/+7W9/iyd9//73v8fTv+ZHNZT1HhyT6zs61TZ90L+8i5TBe/QdWhlsYUZKqeAO+cHP1DdK9h68lapPHYXUeMWbGo6DUFxJ6RD9zL6mXvCK7l+9+vTi97/7X3F4HxvDgsHwDYsckI0PfvkOMzI6Sj6xAbOtg1v88QR2p7z0pZZZZygmDu0OjubdcunQDssv5W0cx1/T7ky/29lKb+HNDatRyoKX4DvkXGK8Tvva+y9exOKSTXJ9CPqajbl4Gp9ZZfII/vimDuqzgF7jo3HntdGjxJp0txb6xmG+OL3VD5c/1nWN9kNtxUEwhsYdmfKFd7p9K8dueDL4ap0c+MxvGC5Y4cg74sGxpORd8WPQuhGD7jOH2vca32km2t7X/pKHjDbxSmhNcEKfpffIKfWeyZnjysEI+DX0LCjJm30JMOSl/nJth8s0cK9Ag5XuJOCQfXT7rm0Gf9p8QjclJC9n/K7QOurkxtU+vq03N6CcfRxOQ9cr+p5+avuGNMMP3uRmGfnc30JgzvKooen/oGFqLXcipszdZPUNyLLzuYFavp6Az+W7GKWvjQdz2dKXWEbiswC50xg9ifaE4Poq38wSY2XtC7aBFek/C4o5RP00qLmop4GpT+iEH6XvjEfMMSU8vkvM0128XmleOEX91kY8zax43JHa5jhBQ2utxsk6hn8eW1MX0yZ1fMMnU/eGPr6Ko36i0eP13oobhSmvJpMVmFgw4oMkt2P6tYIi1k07+ej2wbVa059mBzs4niBjjBH43zT4pY4viYBH5hXqQ41qf0vo7ZT1YxtilPQ3LR3kJ2sJ6qFvtT8D11ps1u/en2Yfwz8hL+nS7BuSbR11jGllDjL0Kut3wBYJ/Qan+hdjZQEAF98ApkuyCIG4Mb4VHpUEzRXcump8vpbtX9803VJu7R9xcDqP+Nt4UpI8tkoIYwwFTp4kcuVUdJ38TsHVtCHWO1lBFKncYcQZ50VjNOb+GCqvp+jHsmZJNbuq4xj6kfI8Xj8KxtWo7cV64vm6eZzyWa0acoAvQ0fW4R4z13LhW7ld9k1PaHf043Qqom7BBYZTxuHTW9ytMZ4Akq7FHo2uR/iSXUzvSU6nvdnWPcYP9vwIXLjBxDehZA/TJj2/QIZxXAzb9C/ePKd5i72ETdx6YjtIXFt/06cINUvo1eAnfrzRGhSrMZ42fhNvJoCapML+ArfrV1GzppS3jnkZNtnpy+6ttrmWaftwWXHtkVX9i2Hud4Un5ur9MCxq3UMvqE9/PcaTPpFdVMnQ279nn1p9y62jtcI548CV/hiHb2jAJ4Omls1y9rxzzs/m2piohP2L2zA56/VcOq6GG3OxLDt6TDCf5RegAXwzLaO1ElM9t+0r6tfjAk1bvqf8qK+9z4pvXodADbTSV3484efgfOqv9cd418rAUfm3xKE1kjp6K6fxnLenNgVnXKpvYGSswOewtpplA/6hS6QcQMYP/QiP1eK6nCPAq8Crefg58J2CAz3rY89xFdEf/GPl/yG5bWK+R/ubuB5QYL2y3TMv3xcW+ildrtCU1fQankV9ARxKz4oxw6+1sS/P9X1FfnWPe1/dc5ZZb4wTeqpdUl79i+m1XyHtH3kun/H6LItxHpi53PXS/pFeOhD2cryfYBrzOg6AeTNB1x/RK+QBwl/aqf0xDnmoZuo7K0+D3PfKzCuaToHKuFnM5HYWDiwPGNeIyhZnFzQGxftSdKhesEsOOdYqAk4BLTd4ZoGt4fTklrJ1tta+1fgatgN54is05YSCHuQC+KWeDlWmDnlf5KuedUck34tFkT755JNQhjg8jNlt9DwasqLwei4cLE+Q+vu+VjBgjuHDAcqPLE6HoK6EPKgk+5LWog8qa4sNERT4csL8+LoSjZ3hT7zCMBaO0I9DyINgTxDRQZ7W/u1vf3vx9Te/vnh2/UIH+VeaTLDbmc4BMvyt3++//z5ey02aYIcSiffwTxMbqhqh08vKTV6SJ9FDJ0O8a7aym3fY/g4wgolI31Rf0aUTJyp7WzMDOhAdlU2zqAz/OWQcIEFOycNfiXndHvEHAuwQwbeO/DyR2n8mTu8w2PzrQpl9THmGoMqL9zh50qsO71ToTQF0DvZ3nYsaXujkwMrTMjwNkzeia5Dfkdd2503bNsSHWYKGmWfr49sp/Wr22xQW//dWiyU2ZuJGJjaOwznQ5sCbcWUoUvW/274UgrnF9V36D26ESp3Y9RcD6xPFsJ/Wpydq8aRm+jmAanX7OQnDDAzP7SfMf6dn2Pc/bd0/B6Xe4K+4ln6jKL2AYu4l/bnjW55KX+rVqfJQtXrGZTfM39jG5J+Nh5vNruOwZbfKKTlGwYLDiw7qEw8am5/Mgx/d0HSTNHpzGNgcs2SVgmVx47yV3kTZ2p9u7ypcjHtrwJFHe4os2boJfY6Cyp9z4PvQcMBv+25022N19dtP2qc6f6nxo4hI/XF/jqpyFNBhrcdOvF4mbj/ENd54cYROo/oOCzNQgvExcSoW5Bh60PZG0du78WpV0wDO6gt8YyS+56q90n5tg+9t+wZ6Gq/8VRh0dgR8wy8wx+X7vuknaA8e+OebXXxjR752Gvrpi/tBrWWAfmYGt7pBLPTywWNzeuPz68eS7n2pOn4/fH62r6VTyoYOHapV6V+df0w2iwzRg2NDpeR8s5CK9VhK/gngJlnUVxbbnsIKfbLZ1otVxsGF5rtuNa/hG6E3nmAUFqUvmV8pPfP9eImGv1r4TD3dJ29wo7kK5NqH4UMIpN/EeiKJL8mPEwAAQABJREFUygMs+cwDN54l9Phbfeast2vzwVHTsdrnY/tb6xjP017pq8evx21ZfbXjO94tDJKqTj/y/oZ1ITf8T/Njg+BHjFVeqBnoNc20OusvebZtWL/qvwGawkPnyGt00IR1Dpo5gHUgXecS7hdXz2O4oq/kEXw1jvka6yzWYtK9K/imasYLLuYog87EeasJ1Ws+idnGL6vrmL+sOxemVHHzbyGCtgb+UvDAKDQt3GTBZ3t+qPwKyn/JaNUt7Mfbz6v2EzbZNKXpZh1333sGTj7lvae3EWjbsp2R5gyNg2HLD5/itQg2weoiAr5AEfz8lW7ez4PgXasynrxSbo8wfAn4DCcPSzJ8Wd7gkl4ob1QbdW/1BjfcHzSzHGru5uLGEw5e7sbBQ4Z0ghEfOFqZL4Z1er6ykavK2nQ341gaoa90/u4un2BwB7J2w4mC7Ay8c3vZcdM/t+50TtKcOuaKE4XGhDWj6UONr2Gqm1Fr5YO/EqD5akvvG6RZM+WxjsUQXJmoMrBBGwe7vNKZ198Qf/XqVbzmmTT9yYW47l3Ua3oIOcdOheHgmENDnhrloPf7v+kVz3//Xnn/s7jzISqWP3b8vpaiiHqAmPPX0iwY/KQA5XdS2uB5eEEmHlnLVy/srdSUxqIjwd6Lv9v6l/ps/bWNcGOEJKM77Z+Hs/j6668vfv3rX8fh/bObZzJ02Q46IxtBT9nw4Knf//t//+/FH//4x3BIcbBvJm1w4W1bYPmJrNBN6yR22uLyBBsYDmTv2O8Snu8JXoVNKT+MDfmmgE06Tw/RR5RcsXBcSyz2CXkN+9tsd70flk/IQTy9Y3NLbXZ97jxRy2XgMrZ5b8n5FXZJc0uJzmybGinzLGlKrkTod0eotIrgkSfYwLs4FqySW9QRnZaf3Ys5RZ3qp2b6Ka/B+hl5hT+GWZSb94VPhjv96p4dqpkTZPxG8AeOILMqNyVjKJI/eSvGeOKc+paAGYdLMFlX2UccXuhGmJRIaKAY3p6qg+EbIXlKObiHPDfAz5Nt3hdsyAYdo28ZpzCf3PT4spBfqbsalZ2yCeIRA5hhJ+vysn3t4tvgX9MdntbmacOQhZx6+seUlT4rNvrU2BvyUz9J6iUWGs14ihh7xiYazU0kPM19sN/WYRvQogPrfV2AtIT9evKh9VndyG8HN1/erdh4N3iz1sC981obRT2XrZqW3QY8TttP70KMHPPZejCnB+SpsUbfit5XTG6v5mU865uu3fLMSb8wSuf5jPXf1wE5x3b5adp6Gxrs8k0D6HnqesXS/Xbrc0Ispdbh0dtb3XCpuVNYRUOn6bieXYGW5cYCC5fah8t4cq9jC3vrKZoUCuZnzOkdXN/9iWuj1briO2CzTo7vYaP0XZnMb6AO9wr2PBASN4qeUtcLY1FNcoQJbhRgc8IpREFL48dUu4JHfNYPy8yA7qvTvuYiPhsJn9nmWy4/1K7hNq8H9N71Zvqd7+vcH+fvrr96ydER9AE5LnnEjaUsi+FAG0lC70GbikUdfHdwb0ueR/Z/Qax9+iKzJY7At9CfNRwrefb/Lhr+g77WAD/mvFHOnL6GfKJSNaIK47tK3YeVfnrOiN1caYD0G01QyzsOYcP4GG6xDyGbcYC75TEnn/sFbaNvg9JLPQVzE3WT/liHMo/o+Om3gnG3K98kpp2hO6y/+ZQHHZVuUEg1pfkxp8t9BfLlldRcQOhbW9K4jGeN+AsOIGJ4V321FjQYf6sdbVLhlkmF6mzaC0DqCusxIM8Vkh5QJ59sz06bTtrr2pOsCRK2aLE+2Wefi96Op8vXOUzaOoXO7HIko5cW+jsgkZX6i/IDiY7/ABzFTSu3IWdamn2kzu1WsxxdYv0VAyJrs3xLgEb0rq5z/03HVv5U7jcv2C91A9Wcn5vbfFTTh82ISCrtLUHoAjzzhiu+B51Gn3MDttmL8rd0PP1VlXRqCPD5bdFc64VvFf3QeiNxscamLmvsOCQeDxYqX0/6iQ6kioz52S+u0dHl3hlhRuXGcc6KWh68XV2PuE65Wg7iUQQmUM4rYFtRk9PUU2CVT3NqC8vIr3wYuftirT3sak+wPw4+tv5Bc7cv193As4BTfR/E9moIci20tlJ+CTR4FSOF+C06Wl1pwgJLOxYYdIbq5d7zncYsh1wnOnX6dUv3dvJn3djgV6XAvIur4K0z2dXsL+OVZVTrEiff4xlpeGmc3S72jKbZbh7C2LZGPTCOYLwjB1fyJtqrdYjjU2oedWo+cX5uM3HmHIOZbS5WOPxJuPz0GD6FeUuzx0bI1fM8MBr6YV3KOQ5ywq8l/cyhnitOmjOU5YgGjOnusmjt1AstXDUf5k9luZ6v6Ge0KbjYP2HipuBy4pWn0LLkBxB7gvXLRgNbnFd00W1Eu4LN/eqqU0se7GlxWeS23D6lzltpf1m5ppbyrCXETf+c7wUt/UqfAwR7u/h4+Jw1jD3wmC6V8+352Ovt9GufUmtnZEudq7Z+t7xMR00TJ9952eJpf4231lrggyAH0++0roateEwXYC4vVZ4katua269pxyvt+BTPrZNQvlOOr9OYIF7wBiUC05n5m8O2n7wmnHG7rajblIM8i5+4f9kA9QfzMV/2VhKfbeatbnizUI6dWAT24/+gpLnpjsNE2SBEzWpZdhtKamImnKbL2TZOpx/5CmNhGlcz1sI41DTO1xtU9vc+kIm69M39qfFDiFfK2Qz/4tNXej3wry4+eckB8OcXn332WUyCQ5GEn4VxBvPaafp3efHXv/63Dn3fxAEw3/blEPj1a22ea+Cpd3uvNP9EWdCdA9BoEMdJnspib8F9m+FGjfczBt1NHvIKL198Evr2+asvL7748ouLzz//VRzoWwezD5oc4E0U/vTnP1784b/+cPHzz6/j4D7LP4S/KdOwLzkqT4yabwse0AvS0mB2YDY6ZbmP4oP2N0DXY+F7mh5FXGC216iRtHuQSCT31TsmetnPdWLSB0UZvAh+DGsI7ZF90zou/Fb08gTlxVVblV62xcSC/q2WjsyHJ8a3yp8j8ZwBDN4RrDfE4RGvws94k4vSPFXNnZU33LKtCuMgOEDzj/qDrbG6ZzL/9hlMVTIGUznbZnelxkYUnY5mNsofnn3ypPvhTQaGal/J5aGPJzdh/ekVU14xZCGHJmBuJvObOcjywoUxro/Lgg/Zq1pITDqK3OJ1tZprvNWgzL9rXAm4Ce3acWTu4/6lz+5309/HbfA07Av5NjZ5PnMapgE9bwI4XTcABvT7HfNE/fGohOnbilHlszq/rIQJDfNvgmZMMUYwosbuZYFj0VIXLhzc1PnvOHBolURE2IxIDX/ZsmucLNK2LUYpzG0BI3NnwwWYdmtN89+iWZupVzrEJnCIUwM8gEVh4c1H1PKP8fNzgKGvLyXuiR5RoQO6pH4txbrA+njjG422eUHXKzYjH96/RQdOSuxhxEE8oz+YBQzuthxrpIEAu8FnMD3KtwwpgjAOBY9Xe+Cw4YVtC/atNrNfawpa8+NJmCA0PNEC4zXKoYDLwl+xUdKyFnD2Kc40TF7Za2gNyI/JvUi2y05ycBM4UAOB5hM3EApGbQA38NxsJQGgDnOWaFbtofpnS9XaBvbHDu+6/dX+HaE/rlfpv22CuPZAF0BM4BzYqh7hmLG54j+bfE7o36D2nyFmDrovs6YfKne9vIafkK3azNoyToXgKbgav2/1MMObN6kDcRgr28X3+QYZDl88v+DqUPXEvqT6KMPldfQpblzRRio346ePWkLGmKX27V9Yhxo/ZY67VvfTp3yiZqFrgzbjXL0u6qxCPGomfX+6QFvWoCP5syCO+q2e+eb9jgXcmROMn7Rcx2x348xNHUTnfh8E3AWo/hW3XdO70NlfbG/V/uq47UG+IJntqRQdHQWH2yZeX/VakQCDbAzrAxynufYbNhBk0JtrG/CskB/oOQDk3zLkuglVuIlPbpg/wHHozRN9rxf+BBsbdvb4ikN//bQjfDuHLJY8+FdKSa6SNTdg3mlgadOesB244HRyBP8keOBC5yRrH/gmwHv+t44FY0x+n4jGjrD16hu26LP9u3xhB9ysoQL3mBtThVQ3MryJ8xr7evsV44obf8Jh5Cc+Ka83ppDm52F10aYJKVdQjfmPb3SSbykwZ47mhjudNXEc8kAInWSCdqtDx4OhD7wMyGbjqPU4G4jQHHLyjRoyThFOZl17DDIWsZM2S3v/FigWCfiHQnInzjN9x/fFyxcXL148i6d7P/3sk4svv/hceXrls8LNNU/7tslL5CgusoH/+ZefI45C/vjTjxc//fiTnh79x8V///d/x2CSdy+o71rl8j3h5LdxLXk/7kxb5keTD/jjjWGjCN2B5/qO9G3bDGRxn12Us1QZlPZ688SFwrOH8/aZPvLj9bIYKa98/vqrf7t49fkr9YsXlHEohRw4kM+N2r/8+S/xeu6//vWvuSmhfgaOcBprHab+eemmlUP21+UykeR86l+GXCVINoKbfzA4d+Zz5xw31sXb4iZ7WbTfyo6zv9Rr7xMFHtGStoNjTV4tbSmpCtMYK9Os09ru9LTytfq9b5Jp9H9DZqH7IuOydYjXF3NwlDQrrpA3QaRPjYI35MsuRH+0bZ4o93jpD8jFhlfnTzSsPxthIaOBawP6QdkeMCuSKz3FLVOS5gzjhyspG03wpWrYFXrF5Ns3H6QngZeJjUU8hxZyPXEAwVMpPrhLe6ytjjjy6U+ajeyzxaybIHTc9jQaSf0+Reqj7naMfseUrfFoG/Lh7edrTIRH36QnXEuobJjc3LSDXibBKoIH6EHMgQNUG+CNPi6VVOi/VP2wLZWhJ4Q1PQIGGzKPE9J/s3/2H87t9t8yduViyLyulheCmxtaVnpwar9NHuM/Tffc3weTdmYED6XPegJZ6Mjsz60bc/7ohu1g5DgGbfCxtiHPpOIhn4rXuWl/S7zLVLYQfQ/9zlI2Q5u6C2DEgDYNtoO3egqH9kQef8e0NzMaL9i2yEUoUATwGFfLiQt+dCsAT7ve488mdfsNttdWvjzRvxq0wOqbqAWg09Hmg+6X74wuoA+KLvs6UNmvkLNvrBg13t9YzgHQBg7A0jnZ/g9RPcP5zRPo5t0bLWKbr8tr6gjtxZtYhBz7qjZwqL0obzKP+GIuslbb/v24/s39qba6ht3+wWVzX+Zyw83XuZ5vwBv+Dd5pjYRZa4x0yEMRUslb7IB/pClz/cAffB/8ts0Y19p1pn+HzlbJNk4y1plBA6nJD0Eaflb54MonkkU7ByTMfYmKbtu3aVSV9DtN3qQzUE9zh1g8kJNe1AdEMadWW3GjeqeJtWauuYHLeWB4ug4B1clH0cmd9UKbbc7zo2wvaTn9r/2L++kbcbrcej8H7uX4nXLvbG62sSWngeWBMcuhEeN+GKv7M+dTvqAf9lm26kToG32W36/hlP4s8Fck++Jl7r8P7L0tOyf91b8e7HDTvw24KgvrRLz5SwccjAMeHzaqyzZzjECP0ge0Q9bYaZXqyPzrgQ77K/zQI9qjDlfS4HLatET7zcbaJUhBLekZN6CRzw2p3GRC/nW88j777RuRlR0h28k5EjSjt6HTsRWLHxIYzqUH84+CFpptRaoS5fInua7QtafdU+xzD5oTikzfVpUmn3qyIhmmP0IACyFsIQl464qvAAeegqKWRfliY6WhR/kU4inSlhXKpXjS5czUWVJz/oDImPk+t+/8GX5fmrZSVwfUGp60afM3aaVn8aQjalz8h98EAMa5L9Fe9/O6IVUyqf0gDotNwxptHX7yf8Dyc13a3xdYY0CP8eFD8CtOs5/kAznwgHd8cxgqo+MBT1nON4SvCdhPgXYrD4apVK+cJ7gdX5kPXWtPXzsiUe6+Uw6dr3mLAgfEO3pmu9BeM2tPcAeG3T+BS9lrPArZiH/wgUB6Ds6rfO70z8DhTXvvR6l1BduAUG/sNAjjc1tb6YHwnrFJf+6JZbUaMmKPV0Ne4eOWVAYK9xUd6k8Et+LBjwE/x4ABB1fDG8bfIJ5OnnfgEMtDgts1LeByv07CuyIfcNouwIUeH4vbOn8Ifi53f7w+W+2DmOZ1pOF39zA4+MVW076hxzdb+ErbrE+u9BQo5ocsduWxa1Pha8Qv6j/iAfDoeio4xI1BgVKtm9oj/QN2EUOoTxxCEaNNDEORByr46eTvNoqQv/jiVQjslZ7wfakD4M9+9Um85vnZM71C4ll+WyCUSRs00YdJEzj85cDX34rltcE/6pXPd1ro1juJxsHu6ZQ/Vo0YWqTHPgizUMIAeAS6fJPKBm8Dfiyazo33k08/1Wue8+D3m2++0cD6TM4rHVjdPMWWvvvuu4v/+q//uvjhh7/HIunctDw1vpCvGpXmqs8soNLowrnKCJElDjLSGKTyXOepaX0X7cWikIblDrFt+s7CNP1p41XkyRb04O9bTRrZOMN/iXWLQRA0/8oBnhAYFmP6y44pvjKGGsXhb6pYZMPdt9LHa92kcCc41wdHDTnP1oKijXG17F3GTU/4Svr2Lom5V9tjAmPev5HMOOTHL8TmbMgF2Wk+ITkyIWZjJgRYOpzjRRLhjV/PSWLsLPR5DOVKO/ildxEsv3fR9jnbTN+NeaVASAdvZS/ezD5ne4+Jq/YldeN8ytEPwnA8ZwumL5zcXqyWD1ZEyLGnGFFbkKT8AiLg/Id8eOKgET2iyo6A+H2IYT4adu3K4mZfoKX0A5XG1DPmgqM/iWUJtYvZNM31diFPy8FPEexvTqv9bqHRyRzfzqqU6hQ8GbriXo72nPNU13P376noru2knnX93eqS8mNd0SeXFUfGwWF72C09PafTpKptGFAsb8IzNqZjMY5rczX3FiEUHaEjSQ9vEnOovoa8ze7aATUI94ubiYMWNQE/ksZrbd6ypgZjviYybxIkI1sgnWvNRnA/YKaOwiAx0x/Y34euoz0f1kpktedVF1YBWiZPYPuwfsBJxy3Pic+W67H4B85/3di5eIVIhl0PfqJLs52O0rWY7FzZORdaK9/NQ988kmR/mt6JoNo/aPHBDTR13QJOaNGf/HFzkjyCvtvJeoIAxP7xe1LGhi8qtz/ZZrZBFrQlffI96gSHADAxMMk3swd0qzuWdzE3hP9kl5T5h7cmQAxVzzxO3Fc8PhBEJz4GOLA+V7wvbzy+nVIfv4CMfaWuZR5i8mGl8oHJPcvl+oV8DnC4wYzw/PnwL5GxMV5m2WjP+gU+gg+FDIff4mExrzucj5dUF7Rl/ib84NjXyIOmPdPBjsJt4svc/174MXIvDgTfEWUz9zYChB6BMHje9K82QP6/sgzc9zbad15UHa38muO9frOjuXxf2nX3wRwqA4dpBbbjVD6fAuDMizz8lQ+J+USr4Tivu3mWb/sEz82NbgzhQBhFQpfkk8ivbdCO05fffvttUzmy7xM87VrWbTeKq6E8aWYyBXEEGuSVjjghHoWemRBAfTqXC9oxvaNUGzuWeIfLWv5bb+xy3vKaeNcmpsEwveIlXzPp9tWqrBTHzZO4673OFh4yVJkX3Fnz4gVP+uqwV6905m4ivuv7+eefxyuBPYBZkFYI99H5THZ5pTO/77/nm755CMyhr3Fkm+5RZ2xD5f673C0sr96o9mbunF5Cj5ThRs4yBj7D+BvGIZ9msMRvdbdTOtBmJGUg3nsnRjS1v18TNcvkA1K+KzW/2/yrCw59+dYvaWSPsSMXfujAzz//HAe///mf/6mD3+91aL+8A3qXlH39skxrLeDX8ivMWnxfOyzisvyQXgDHXUyht7pyEy2aiP+g7lse21Toes4BZ+Ts/uFB2bJHtAtQckxXyVJ0nwWrDP1qN6d0/7Fxs8o6/mVre1NtMz340vSa11BxP+S1JnlSjxaSz6kz8IpDczn/dgelJ3qzPFw7r4fl3/vbKhrvEk9N7cc546s1I974OvNxvR/ZFmPD8P/79JPDvdzI852M9i3euLpr+mu940orDLDE4+ngkMH+fs79Gt/Am0syHU8bK1rOUhaA9t3IuYbOF3gg3xgbaLmqznE3NhM06RDNoVPRBgecSb/lsZWmLfjL3aMRJr0PnOJLrm84gEm7dVvmo9NuL5HJ8g4rlEHz6m8yiyZC4FW/r0Qk30TBZNpQMcoVgw5gTZ/p8hXgiKt/NS+Q1D/NJmvWHHefwDP322Upx5WNsom/O7g1f1qGdX0ImAWtKe81dlf78Q1hx9mfemG9WLQ1dM2TWONd0l5Srf7gTyk7Krrkw26Vpb7vlHe/s+Sv9dVy3KsbQnp/+pMit1fpg3L3zvIz3y2n4/1G8qHir3HLyXhd5vbCwJyp6xq9pbjZXL7pBB6mDQ67IM347XDqE7veOGMMRzazfJBH6qAb4coCSzS0zRdUmPVJH1pNzMq18sU8mXWjwhiFYZ2er/EtqDmzpP3kxIy74z1oP9aggnQRHb6I/thuDWK9mOXvcl+tn06P69L+zDOX883VGLYmP+Lyfq3+cQV2tr8d/ex2Dsax1jjUL8//DsEdbL91xHCmz+lh6b3Hi4jlbT0Y6fRbxmf+2h5mubiekYMv8lZ4CsygzzXy6vacO+A4UNnVuaHnbZ8Ao+vzB7AM/+T69CXtXDiFMmxXeegLZddau89B2R3XpQ5rkx8a/5uz8Q1hWY9yb9y6/dw4xVcQYr2p693K/Ibx8+KNDpp4Elv8M++j3uSTLIfaN8Nxdag4yLMc1/QPinf9A7x3X3xd99dDZuvltL8Tih3mmUW2sTUO7dQvGUG/0tBBP7253fussvyGNfJef4Zh3/pvsT7c0O9u34WuHt2q0wFOiBS+1VpjDByyquW7llRLFd/AG3pU6Ien5FXeLjBVPKXe0KW021oncKle+iTTn/oX48YCT6055omb9CzBd1LozOyDdoCU4T7HDWYy6XrQFr4lHYYOgLkZJA9SxKoItkVezdr1LCYN+IPUWQATLumxTdGvuta0/0nM+dSz+24aOQC+1T4ezUMWPgcYfqbF6cQz/rp85IxYtNPllPn2QwPqQGyPLNdq7tDT9CtoUQVcZ7D5SLw7+KZGl/ydCudkb9M6C8ABSyv20WlBNh3X3EhLl3rk9LoGP7G+q+1cGx7z1+Vuz/nWT9vOXO56O9epH5Qv/GurEPgO9WlCDm2VLtMEWJfrhNPwMtwJW03KJmtyT9xt1vkvPFo8pT3Xn2ii2HgMig8wr7nyewteDEATmetm7PZLeRYBHh3u1JsC1JZxc7U83Y6vnV/OEAf4XrkPiM033rr2Rv4GOsR+/ZbrX1enHX5u2/nzdaZnB35FfwLHCg/J7/havfFQ2Nzy4XTHFYjF++7MNb+IJ43bHLigCvo3aCtgR0crDy2/W/HV+rnDL2GudY5u6ACg9cPt9TaKfoFiwbMDOI+B32tHtDfePbZsbUtvgNqQj/m7QDThcf87zITL5Tt8aHh28jui9Yjx9VLsqicygrnHM3HhHDIv39BLPHUUPPE2UNXngdD87njC8pfzw3yVvDUrfdI+LzlqPzAGU2JTUZMkOxxQskHLBo+dz24zMyt2Ic6dAy0xQWs0Gz9+mYAgbuWg2UDfJ2z3yU4+a0tcbcU357v8pV7l/OWXX8brnYlzIJjC41tGuSg1DtdZu/JaZ7/amad93S/TvKN4bfNru3ytlcfNq+NctCSZRCiGgIuIxXrcgd2kBJxHsMcl8d7YkS0Hvvy++uqrkDE6UeVCHLkhRw7ved3zjz/+GBsLYfCt/N5EvIcVQ/9iBwURprNiuiXlD3ujPGBU5E2Y97Ab5yOpqby/46jVnyaIHEIyiWWh0u72YdjI/8qDOalL0qC9fup8hH6ImHyX5tjgto9lGI4DgeZSmBuysMHurmOnUf1VHiK41NOobzRhZGyr9vuYHPH40YaT7aagtfn2IJg+ZM+ijvFsIzi+JCYqYgpscZj5MacNd9+r5xM+MOc7v2zC8GaLS80tbiSvt/Ij/ZuAU0Nr9JDXx0EWZtjVBqNrXyfUZ0nO9JmusyD/iOQjB87MAfSz6uysr07XDZVKAv6IV7njoxj3GeFO3pRsCKGj0kI2+PHxszlDj6eN1NGoGa0zxzDNDW1cgCEf2nKju5SCqIWdOawLznB9TNwzeR4njll7zHXvk45h6z4V71kn28v55j1RvJfVLC/Pa04hEr0+pxx27ETEMJP1PB/abGu2+bU6ASflv7zSl8GxT37KxFfILOPGRyLEbYo5/gMBDD4q5wRXbaMYWLxOtu/5M1lpy/YNxteWJtq/yDW502Chlavn2uBVmW8wI98BX4Nc3FfybcvM5mv6nPwPxCf+gU7b/mlV6UeuX9fqWy/Xymo79uGVV5RXnanwH+Onc2Dm7ekYsobHxPvWp945aDlGZ93O2o1eecCSdvhG+v/LL69R5XQybYi41kHM3a1uw26GX99KkL4kuYB+wxfrufU+S6e/+CR5D3nEzgee5rl+oQcC2sMzWUMws/9QOucwSXfF7L7WPMftd9gzqL7G+TXPdU690v+jg2DN6qPrvCeA+/h8LInGcQrLjsX9ocFhM7Yb8+Vd9cF00H7o866ZBWm4A88RKq0z/dgqv0XAt4S/0BplUgDWQrTLmyEXtDQEtjFfjXdu1/lc8+1KaZueH+p5wovnz1j9ZGD+Yp9lnwNOaK9tbbUDzFZZa8INjeTU91GQMeiw353L/lnS0UfpAryDh+b1Ubz8Z2HCEf3w+sD6EGnWLeIdwXzbQjXX34Jby1/IYs3o1ypNeQscU5mTMQZPNuFx2eN0wnLTKZ84/En9Tgs2H3jgcD4Aps6THADjTbhLNzZr5SH5LgZ32d1pgcTEycruDtvRkE4B4qQQaC7gyH+sAMMQCjTwGtUr7gBICeCCI36pMgFtk6ByCxY8BAuiKiROlzR3uH6qVwDz7ddXr17FE7/kuw71wcfP9bnyZCh5P//088UP//ghDgc5KPzhhx/a6x2gg9pZ/43uSk5DUT90QMRdRRiALoEHOOM3/ZSthzSwx5BJKjV8g/ikERraZ10unpXXAtK/pB8Izgk1WQ7xtCfPMvu9+Is8oQ/e/u53v7v4zW9+E7K2zplIysnj4JfDe+T5/7P37lt23ca5L9lNSpasWLKdOM7wOGec59jv/xR7nPNnhpPYiSPH1rZENnm+XxU+oIA157r1arIpC2Qv3ApVhUJVAROYF8YVXWLivW+bFqlbHge3Tn1zbsSn7Gev3cDw1Cn6jf7hJ97x3U/trdxxsI8z52b6qGsw2OKOP+Cw7nFhlenjsF3bOm2wLRKj/yi7eFPEEu2d7BkDT5tlI4qOq745f+jGzRHhg3KDm8tLwjRhRkn5wectd0aV2psm7R/3kJrPvfqt8tL93s8tOMosD9enzFE3LbaF6GWZYXkqOO7Mb06RQ/nwPdoMuHuphXLMUZcqn3Utx8V83CKOvnCXp5Ex95JW7AWEq/Zij0+di4Dt5cJV/fUD3+prOraH85LylW5v2/QzxqMXSm2l6zllab7kblY5ER3vx6HS/T3LnRyztJkumWZDAxH16aspy3FP3aCNJ0WldbOKdWa0nlP0AXklzcO6UZJwIz/s1GVesDp/XYyu7etdtZ/r8O+36uM5RL8PfFbNfj/Oam4/t9zp6bYeO/KMc9d75qSPFIKy+b6hrc3dyf5Z31Y/7PI4fSkNkdcpewDcMKs8o1xzHeqBlvKE171es7DaThwPNz8MvksCuHxHPe2gyXf7zBP1SU8y0GKCN2nUOTXaUCQ42lTZpFyqbnjNnRwOX5n5q35ZH4X98GNftI2p29tabf8pXEdDwEGjrUOOAn/Ayq7/x2mu/c9xHW00fB8ooBMnZD1xUnVoqrgqs2425iuNU4e3EA6d3ubZcrX95nyyDbuF32X6gFEaOwX4V+njoJ3zX/c1btTiA9WN9lSmrto+KeHzHVrMkZTd2t55S85YP3Oo+F53n7wUnJJxDTbUI6+/A0H5AW4NLrKMqIcX6x43dLMhw5j4yQthTzRNIblxDXngX1rRRMa4hHQqJ9OOpKMtT1yG/OIbytQiA3NI/jDAt8e19uEQcruEteX4Vngb32V+PcCLPTcYc2c+UgZjJLapnl963fUhXF2g3/ZPS7/P5/I2kMN2kn+t/IX4FrLMUUJP1rFM3eT6ib0Org+wadbeF8jvyu6vvJxCc7YkzDquRfqt4xvtMz3oBtOUA4Vhic0efX3F98Gxdwd02baFnOyHV767fdNQTE55WTjXJm1b0qgDr/088ODEz/AH3UAVepmdEfWmCfi8QSNhE+ad4N2XTujMxMzzmY0WsBWH+wcY/YPXFSZQNPtrw7FgHVnLZZTMqU3cgDT8luDc6vyc8ZuPkbfC7eDamhQ2QE/13/Ssf9ZN5ztK+numLzvtX+mb7aZTOEjUsbV8DNRvAFo6aL4PpQe9w1Lji/E80j/LyTE3iWBRztMf3ixC/PDwJuyz495I1P6QDrlLn+MpVOF5C/5Y5CN3HdTIz8Te9sMPEzY+AUmfBx9ZTX4ty5pV7s6nbPBi8dr71p4DYPjzH3zy57dymBnsEj9zVRD+fKNH8iKrFu/bmKyfntesa9t9LTg29Jc2fRw09tWk8vrQsgEP6SP6U0g9NnkrSu4bMrNdVDm5PvnN+Wsuk5vzBpsF/djOLe1Xekt16P5B2WbBttRW/L3/zX/fndjsMjx4tnCtZYM1687T6ky9VuJ6KOdq1lxpi+YPHfjhh8JL6z+rsqcN8pJyb7GIgXyIRcadjOL48gDUhn3IjD1BYf4Q6KYlQYkBb6RD91sahYhXEUvaFm4l7n5QB6xjYMi//vwzOfm7fJ2zDnu/+vLnL776+Vfx2DZO1QpnPBV3TYOXA0KeCOWPNK935v3gOGPaM2FwOQhO/Y8/O054eC84FIgy000a5Cu1rfTTjUe8PgX5i6zNKDnwIjam3ixqAC/ZwGPi0AI9eA+92+L745UxJhz6/u53v4sD/xyXQ0Eztn/84x/jiV/GlYm1jg9p65UP8U/36unG6zTt8yH86hyO095JP+MmDBkgrzSr8soFoEacbjVdOZcK66prL2rOpXEruNT4ga1qC4smXQo2P9QgYxE64EnxpoUXb/ED8+baDPV3lKsL/VXAFoOUhDc9xKJP9ubD37RDHQi2OY0836zm7qr4PEDMC7loBpVMfiPUwpreAH1kUe0eN17lzqbmg1aBH7ldaPJqCGNx0hTW85kXos7fjvaCKSYBlTEeGSnJd4NTBEBvXThRnmOc8V1sYglDWwQwnqAeYhvzPG0Jj5Wp1x2Jbf6tCz5qPJ/PUH9PuWvsp7SpvqCKba+8wnzS6SKDZ9wP1qjc52RzHgk2RObVId142Y1nrGmxZ9skadt37bZW9fIHzVkFolF7p/exuX1W6ZYSbf7iw2hXg1YpPZtPF7G+1ircuIfj6HBOXLYugaciFyO5SVx0AzsIh3c+4tL6/EYrZLE/5Ox5YwX7KX9cAtbbLZ0/3vID1Xqc24bEoNq0SPU2nViLAVdtqDuGbBk25DVw6G2zxzCWhEEmfDYog7dA2slOWyNxePU2Fgupe7ThZsokN2wcHEGGRUYJWZaFW7LnWt/X5zTjBnlCf6NJO1h6+/aHF2/f8C0wavnJw21yHlvSWyHp6tqJyljwpS8KOW41eIoyj++VuLH7U/28GPVVPN3Eq13M6u0afDz+c8368eg/Tob2Q8YS1pQZmezedYx7i6rVg5H0I1o1SK/T/vWWIvkCLlKw13hbkbD3db11Fb8UIen7OsBP+oC32op9Drj5sw3h9niFdNZrP5JdM7X1X65pWNX4hnLt0eommRrC+6UjjGurWreVNi/UQcdnCuSf6FwB1FeHyl/eTHM1qo/T0DoT1MdcVcfhgzOmcR9L41mfVl6q/O9od5Ng+7kJsg0k2mcQifoa4Q2gzaJ1XLqpC5r1QFxjaP72vr7rWRNw5hr+o2E2ruFf0q/kfim6wKMNxPZjQjBURARdDu2GtOA2XuzYtKgmD3/8Oe84bL5thJF2eSSmH4/R4GGq/qgZ8/Z0TFg2UEDOhCrjKHiin06njU/Py5fEiDVd6OVPxMf1aG84Pov/rONyPn835OcYUfPa5mMfWlp/tprG9XS7vvDVzxbco8q8wRwXLHYkrD6aYve4UfFCCsb5I5+Ct3fCIIZQB/49NgfsNkRzMsXh1YknFmQ0bOThBeVngwfauLkQpPvTiNhA6ANpL8A+++yzF1/+w1cvfq4D35//4h9efK5FGWUO4ISG6dDWeWBIs5D87rvv4pCXb/py8MvTocSeBKoDhj8Offj2cjwJKDwsHONAXr+mYR6qfEeZU6s8b++koQBv9HXw4vE3H8hCd0+zRA3Za0ys/ByGvdTdjjwhHMiEpyn6aP2YlPu8yuI0Tp7s5ju///zP/xxP/fqigDGwvnOAz7j+4Q9/iJjv/uYYJgxUxpipj7ESQFYE24fjlUeXJ/TT/yZ9X8jQR8I7HcIQ/A0510eh6hj6GDI1j4shxlZlHLjRd+tx7PPyNHXoC6KQ7QRM0tm6sMg9FvgSZN8oDspX/zA+1wQfdO+15ZW2MdZ0XoG0fiPNIi16qSq/GprXEMf76Xl/JjtmsvuI1E9kGnvlapfYQNX49moyMXf8e+Jxb1PKtdFzSJsrc7nw5D6XYutlKQr/E3ckxloWmeNXEKtsTkKNseiCzJbMDPf3HPzqcFhjgF7gx3yhHlCdvvnEHszrKKu8jPpaWtPb7dB/bAvu058qEbYkevo/thETl+Vges6bksud7/Wig55xp3gg1m/tc+qtypr9O+/53703Xuud5/dBd+1na3mBf9cMGm+HoP/w4bmSNPyxIdP5ozcam9EXJEk/mhjV75RrlkelfiiruN1vx4ZzPPqHLQu3CEwYFz1zu9Ox5bMFucpyCybL7J+HHObyvZaS3FzlgQ4/ho64YAbrudCnnmsJ90nxQf1Cb20a+SM0wdd5Am7gY+wYp6obm+ifoHDox+AnybR5FIVU6PNqzyfU/JuHGWmnbmeZrPjnlnu5Va8Hv3stjpfbJgdUbo467zt2WdfyesY18GahHCduzLGtls0KjTPzYfeJQgD8lMehlSCMJSfp6Ylg1Dg3cGcD5a1GDvHQE/5Ah8VBtOk+upV2lU/XbK1L2gxvVEus9vJloJsOrQVlPbB9rHa7IFqyszwZS8Y3fFpsCGO3TW/auqGKam6dqA2/EFK26VsXnzoz2R/z6MDo5D4+obRP6HgOqa765XXoAaRxHVScWbDZXn2mvPDnPpqPkW/y2SHnb+fGjWiCYe1L6Newnb4FPOswLR4VGv55PNJPVv/SxznG2+NJvPTPMkGvGqu2Y9sm+Yd2/eCXl3lFG7Ba9HjDONuOHnKGcYdwRCee9G3d5yAYHe8HKSFArePgR2Y7lhc8aZMHJ92MxSi48A8DLmniY+gIfIT9lJgaxpk6cDnOcnghleV3L3XDeMAgL+SmwxwxlocyEFnkqJIIbQHFExwpCyHRwc88XoJscqg6SfvVrwfO+tP1y4XmT3nJbvgveN4IB+0F4zLrwkYzF/Vem39XHIvPwNubr7DwtpZ1YCXMeyvrdlhhSrrzX8pqsl+/Nl2odWelG6/dPzf+Y34oMjs5zpWY+3hMDoZvMNbl2e+NTtm23ezZxLt9tD4fH0GL2J+OSRuUmqRjCPtnLuINJ5StdukneDw+6aOQW9Jv94scHKDmmiT9i9uGTGPs5HP0MDJPZVtfObCCfryhUT7pnW+eaQOR/OpaVnWkwxdJqbxt4H7tjVu2z1o+q9n1Ya+By5uuNXG5VHIqW9ZNyCtMAPMkiMIuf9blgMofj2wpGskN+FG5kToFb/3qAmmdcZ59nDPC1D/j1LxDQPaW/wTX6piDrCOud15VESa9dJ86nYTZ/F1gHkA4bTpoLtK829c7pIUovr+9hdC0XacuZt/Q3dEPVye2Mv607zzROOVr+UQ70+hwxjbiDg86FfuGre7f2gZGhxtNj6Ysd7RA1pWwsrM7GQ3/YlnEpJD/o95nBm/e6BX1JXgsKSIN7lGmmZnXyuuhhSyHXupLoFDf0564jkF/ZqsAj/8CvtGgv+Cz/3HdGgPHH/vf/PEAIBy89npFdVxf9YVsmwgH/9i/xrsvuGb+wB36UP1EMIHgWj+PjG/nt8F0uk1/Qh5CZapb+qpqrTX5TflH4siPeQbEY0VZlTN5B8qd7/y5ssSGA+dWmNvmerQNfsgq+maZNQRzG4EVvrZonCpb8a3wo9dLTRsfr29Ch1WW6jL0vfNn2666LpQT/cA5U6R9x1FYYF3NEI+zJ2TctAI8nV5pdMtk6/+Kst+AEm9iVO0KB99iHDj6XmbTFdVt8tYP0RqCFFMhVBk9TGwJGOrT4Fi4t2HrKBZ8Eq955lCJjy1z0PgaJ8ofHdkJ1HGoaxi+5fvVV1/FH+X3n71+ca8PNMvKY0EFpubfdME0ywEnhiN8qwtUFooc/HLY++2330YMCxwQcvDLK2b2ZAhcPIkQslZacswxkcmgszEp50YUthETssbHDpZ5ezu4Ytu5bLc5LMWICDZkmEP+lov9T5sfArb29R2d6Y3nsfE4RKOP9ONvOvPUL7rABLluQiFzJkMOfvnOL699Jk8/cd78kXZ/iOl2GLFi9hdPB4/XaciPCtFeOYJypqnlhmrtf+cv5MOmEDqAzZ6jizh0fEvH8kkmwk7F+TS5R7+YfGqX8lArngJWsW2H2OkK/feRrrZwqDOWbchIisJhw4P0kXJeiaOtQLlK/ePJ6hB2KhN2GTYaF58Jj48NOcupjWGBfqPLBP3Ui4U2qPBhH3KrcQ7TU/fTBavP5YLh2ZoY6w8LQLJHLjm2Qz7IKfyu5kulAtpzInWyHtUwjmPsAbLunHMhFEg3fur8R5rg+bCOH3zDo2km5DP8lbCRFsGyJA3fk/+i8NJwjf1MbZKvbo+d/l55B/jEE+7fc+/Gyuehv5YBT52IdbtOfMIVFSeUupbrqfTbrRk+AP1UnHfKD3TFneV6WVXAmItqj7RaH0rGRnUFoRrmW2lZW/DWjRU+M5CvyhwLuQYGyrG8jdwH+Nm0j3GwfYoDfJa/YebrB/uvU21Hvcaj8ZHzVtZYLn3JPxr8lNqQgPXTc1ednzfAP2CR7dqWtJKm3nOr69yGvNOtPcYl8JxTqG/6ig4RwkUc0jqYfwyvOT6acWoRgetw4S+uhhtM8joFn5Lrhc5z8C67Nr6GJdYOzV+h15MfajA1YhPu9evP2jypFQcH4PTzoCujALzIgb/71y7nmlGvg1Yfwic1Hiqtm6ZLv0/N88j0w9qzdYceWz4nel/6cwLyeVZ/bP4/Nv1rR2Xl+0bXarbBl3qY4Y2uKQ/1sK0FmvvJAxte+5x+DX+DL8G2iO3nHR/4tdb/9DmZycOLvOYJ/HqLlRB1SeEigH/7lred6KYYfIrKAOHG88Q14GlY8ZOHvx4AldPE67mVr2/q/l6H/0iJY9dfH4mlC8la5kh6+DfrBsjWPchzCNzCT6MflY8tupv6sQV4Sdlqx5e0PQe24ad/e7Z3DppjMFyLYDdbc2W1u5oG3+wjeEr3zYsf3iBl3U6mCxbOD9LsA3uMj/PFHUzjtjeO5/ad/ZE8t7AnCHZCL7kpLz8ZSln6QfeJLTdJOIE3fid/s1F/ddGF+gMfyGJPTqf4wEZO2ckpHJfUr7TyIDF15BI8Tw1rPq0Pnd6F49PbbSbsP5nPZv00eF4HALeji+bnRusF0z2Mzav53OFnaWjoJz8AzgFLl86gMfHEJ1xjxjcbrAvmgzE7kicz6EUgNRubFezci717LdCCVXWBWMueMGr443CPwOGun8DlkO+Xv/xlfJ+XMvoPbDgD4Ys7odqiLc0rZWCF5uCPO3p4qpeDQF4BzMEvcjCMefW3RSjnz7Ja4aDDhlM+ncAErL7oj02nl/q+2r02y+KJN8Gk3D/kpnI6eJ7IDFsTY7HEhcHgeywYkrcojp94bZZmw9rf6BNThNrT76fZ8KhGZgMcfJHywe+vf/3rF7/4xS+6fniMDM0ruxljXvnMd34Ze2yEPqE7wGecE0LaE+NE7xgnMPE0UOWJsk8jeGMKbhnfGC8pQpTTRakBMoi7VtpdXU01Qi7IiQM5ngn3VUVurh7Kg4UTeub2V0voyZ364CzHe+RjnCWX1A+Vh360vmpWgjUsCuuhbexRLR2WyCJQHzJPJcrC/mv5bet3B3tkYrXpA3SN14PyowXmfbF/7+Z7chaOrn8IrpVbJiH7IrvwM+LnXZsQ7h+kr6rn6RFpqAYl/WfeV5V3uNqO3xc8E+sfUJcmumdm7K/WcXK5Oh02BTrLcvhclDH9u9v3C0/Z+jnB7Q4PybP9Q/vWhXGtBzgTlZxSDBq+JsZUJYy10wYwr7HRy7zvTWeNGekc0gVpaww+43RMlWnEq6Vlr2y8uBxLw3flOiOK+08uOLH+qUfhGzvQJYmud09g382Ouh/G4VT9x4aaLaJHfYzP5b/zrgY1fU37RZ4DxSzni3kciM5MQe+SsZj5O5PIBWCJ35sNHi8jsK37yblefqZdG94xNkJY5bw5NbVGtiXbBsWsZZky+NO+pXwSpeBV/k27gUdvxMlAJZA8icManU1O+e1YiDaQiBLJS+7G57qgheBZum7eKZY2u1q2DH3mBWjAg+bjvPiJPPaBH6Ga7wzr/nmVK6OC+JxAQGEr6pfQTnebH54ANeg5Wsdtrj0nN/rToaNP1tXDeh/+Al99X29/MgFO1vC5HqzyzdUNMskx9PhOKItP6HdEN4BVv2L4p8bPJWO5Ws634ct2G+uV26BsWOD3GK/bddX/M851fLDveez3GeYJX681QudFruLqLUM3mlOIwlyf2JcYzvn5TUH0weNi/0JZSnOyz+YnuHkQXOsNYfDGH3X80c/sf/LmclWpHJcATPoAvlN8/6r2QSw0nfe6DHr80S4C9bQPfihPnDFH42BAvhF6+426U0XmBTin65ikb0q98Btkpif8ThG4ZX3IJ3m5JdqhLxfgxr/eKKz2U+U/kbik/03XaM+8ahrE1lvjXsfdsK6/WXwJ/zcjej4i25Hl4Zb4Yx7QwC4JcTM7q4jmZry+ys9gsM+T897L9oRr7gONMWB8675gIC0/5iPbMcd6Czjpywt16PA7uhj5TDeR5E1s+AxV649+RHK5/qKcPUxC9PVe+AEkCHWuzlomCo//TPoi4uHnyzzj+WwPi/t7UG+/uGFrsbXWdNztHQ88ngfcuVFzScp43c+RN/7j2AyfUOaFmPa5f7hr84KwPhrGfIwn2wQTaNGPdq3f9jlUcHYw/pWey2P+amMxNFAU2x0ClR+I1n53HGdzswWIvG7nd7conFPGzaAEj0PMy9JVSqnaXO9WeBpvBtYao388yEB4o+udt2/1BLHXK2194xtNeOjtXjbsG06QkeUNj4zDOqab5EshbfijvVZ8va9Bi+sj3fCWPebqKAM3obwRn7kXM5BxQxz0zUvnDYHhwHoo49vKqw4B1mWudJxTqe/ms6M5IwFV+kKoOKPg2p8r57dT9F1vWaz5lV3DreXX5k/iK0No3hyfbCumDKtUsDjaeHzS3mb+s44yq5D3Aq1f6Y8G3HPwHXMfWq6s1SjBruoehmf/zba3K2wHOuHGEqvsvwv3UjoM4hjYS1tfAS+vCz1fVBGzyCL+8ssv43u+vOIX5fAf8FY2ysJJWps2WODgzweBvAaYp3u9kALXMSdr5dxA24vw/S/1LbMMaQywwzh8zGD6R0SzyZ5li0p50cqTHwTycaMks8cH7p8Pfnn6++uvv46bAxj/zi/8qbOU8TT373//+xf/+Z//GeMN73shXiUUsz+6mFDM2XzzjmM+jPrxm3171D9eOXJD9/VfY8lFRzpdhhU5OtQ0OuXF0o9RJu5z2M4QQRSHnqn/79EVAKwrznaZZQXw3T8Z8U/xUQnYlh90wXIfhwXoJHNSNrN9G47S+Ea5ZG0/npCf/m+oWOv3YW+8fD+sea4lHjPHzB8cCnlsmVjYlCGffc+1CGNOG/shx9iWA/UDRuW61vErWzs9A/+IYonQbujZ9yrXabrIbRfEz57hj8zgU+nt8JPDfva7OvyM1wfrRgnrB9YEcej6lo3PgZfye/lybuZJG5W+qppNDzbS0vZZs6HH2mxoaxD4sZ2bt2zjnOjlPsso6KnmN3ACIhBPDuNTYqGjO/NfYzX8wTN+wumMvWG8L3/3b8gmkF35A521r1ei2myW/TiHxu5kcwTvZtVVhTkMn45/sJ577Pb15SpxPHkj82v+9wneRs8P8c94V79ieKzS159Z1gy/bWoPf5a1rAvo091dbsGQdh+5lovNWiEl7bf3mNZ00OzCEhsPRWP9AU7h0+Exvi3SosnTQHGzyXKQY3SWv/OXxD9dV1wiraeB9fhVnXgaSuhUzk3H8J8Dc6z9j7ruhPyyOmXMNQlh9SuMs/cDPea5b5l7UCn/XOfchzPDv7FWcAzWEtqQes0j9DgR/Rmf1xn4qtwj5cEXbB8+HnR97DUNWN8+/KAHPYStTePvdFPdUZ1IR1UY+jBJH5bVzfIPQ/mQSpWPx/QQ6nRJxWPoMT+45DBmrHLdc9na6xBTnY+2an8qswQ8Vpa4151pq4Y6P461SexbGONoG36lHQ7bg0Ov8/DyB5m7P4+VDzagN9g5MPZBPh8ZmLfHGx0euJOf/jaC5hjY1a7hs8905iJ6cia1WGck6WdcCN70f6P90sSgHzV2/80E8tyz7YQd/XGbjxGvfO/x/BS8Qdu6do7fegoezsVpuYRtndvoA8HdxzWFzov4lNVvf/tb2/xE/uAm+KlWk/1mqwWoZKuCe/BSSByOamM0FgvHL6zTKc07KhZ0IdWSs6M4rM+Fi+yuBxQsXr0rW3vVHN4XX3wRB7wc7H3++efhuIi/+fobOUUu4NJwcX605888RdwcGk6JOp4AvhPsD3/7Xt/y/f7Ft3/67xf/9V//FU/8Qht8KDmwGbYdAxf2h4db0O/diQQ8eBPgrr2fjjL+cq9JfOm2uvnOulOym2kczxUBbwC6nyEr1ZNH99TrBr3Ni+X+Xhvy3nQLHOhSyEAy7P1CZ4xvZWIb/wq1l4df6DIZ8qQvNwL85je/6U+Hu18eU/Loyn/8x3+8+Ld/+7c49LcMKg2+f0vwApR2xkV/24NjAcMFfHw3IRrM/ZG2SajIVeMc+GY5vDxzdrTN2gGbZ3+TNxi56mfmN1BwgaE7V1K24y52np65U8ctk0rO/FAWd7RpvLP9iKlzGeltG6JGcLOYsjB+k1++0Uuwba226PIA2vppG0NbVbUsnsyvBU7DIDrR7J2noCkyH9APnQkHh59yw4yRQ8oM3WlICojxlKIrkxvju4HJ+uUq65nz+/HSsX1A1TRemn4BOu6AzobZ78Gz7TBr87frn+StFyjExdG9Xp9Fefoi7khMvriQrH0Zcs+7DMFYdbLS+TTS2/Lft5/slfX2VB9P2ZHuXw0UVd4UON8muSNkZv5XesMOEo7pPO0KlIx32o79cx1fIOyzgSXkWBOH+UZMGc459URzsUBfJdpgf/AQKPQjuuKD4G+FZY7f4/0ZcC21+CHr6hi/GZ/be/wsr9VubM/tPMvNNuJhaxuVKkr6phMw4tl8brehdJvvhB80zSflWzhd77o1n/hErTnYFc71a3xcLoO/0A01th5dSmelu+aP80G/soX75fbmw3nHK9zxcRj43T/6C449/bNdN7Mz2YPYrxb0Rl4HaIa3rnvoDzyYfp0XWHNkSGEkr7kRQrl5t1Fy8xX8xdiBU2tSa6Nhx7c5JYO2LhcmzcV5nWA4NlutA8illzeOuK6wzNc6QFje8Ukt+4vWTKSGjvWymtD6pvqdsL9TbVp7MLu/FWVNH1KvLbRqXe5crrxUPNbPWnYsbe1tYn4AAEAASURBVFkZxnq8V2444hWGMrcnTdiCyRr6p34tDJ9rf4nj8l/jt/+0HJ0/hfFwfplbVDuZazI32mf/t2AoW+WyB3eqHPkfw7XaiG1rD6/ld1ifGrxLq+mv+78HF9cRrOPDQOs1HhTJt4UAOcGB544buf2Nr4Ux65/7edi/tDPXo5Pem1hQRZb2uaGateQnnIudGgf4DYfOHehb8SWbY9bld+gpTIP4AG+tXNOdZvFQW/x3uBXBRn6r/QbYWUWX0D0L4RGgY3xfyUcdc1O2Pjq/Zweud3x81DXuJ/g/2d6EHhsf4wPcJ2Q57DAZsc2czdYR+qxa2hujOzrtHMmH4G9yvUNFrqnwLfkn0811RizCtNaWu1ntzPOInyTsBJRgf+vF3Wvtw+iwV/l4Wkq43sjX4Lriplc5VvsS4lVPjC+eAG1rNsoulo8RrXEbF8s/fBxlkifdHm43/eXa/47u1Phyg18Jnf+FfgHJJHzQ772wtF9h3a9a7jJQ1vIgsehRhRVw2x/O/emJpaXdVLdmuqy4iVIfo1YwH5Ue36H2k7BGUespY7zsS6hb8ax541ljP2Fs/Gu79Q0y1BtmxbWVN17XHbRt8jPcQb0b7sWLHhjM/XLe+BnLuDhpFbv0Gl/YPiH1P70qMqEdOLF1j0NCNt+hDHvi1ANX6XReBMMrdvlHqDe22X/XMmB8k11aJSVZJo4ijR95+4a97sRguvH6+jgboFyw8MS+Z+lLIGg/bld5rfU9fUL/ZTnpS9XAcjBu4zAN1xNrxTTJbG5D7W2CaRv/Xn6Pmtu53u2dX2PDe3w1AAGytrP9T+Xhh9wy98C27LPSZL47Gpr9wFfQ0nhav2lnfo/iCED1Y7FF8NkOjcf9QS8Izkem/jS9crtaNaUXmlPdkQx0OW/8QE8Az5x0YbfiEAKbLLqbg5ALjlb5gSMOfH+hpze/0CEvgYNfHwLzqmd4J2YC8qIF/o8OlOo/Fx6e8P0fveb3P/7rjy/+8u3/vHij1/9K3YKO2xtnFJYf11th7JhxZmLpZAiZshvUDoZokBeXknl7DTTbVF7YnUR4IwD3x+gij0hO9Ak5MfFoearvqqWRc01MU4lbMpFk++utqbfjMKXbxDwB7id9//Ef/7HrCq92rgE9Yvx5zTNP/JLGANf+1zaRbnJggvMkl68KlOvU0LFB4Qk47/I6oYsHBC4rMK09Pb0M22lo9J4/5IRuvuR0pD3JvsrOeb++BN0YATwj9zFTN/FvKPmJEK+Teoce6nVwXNxpo9kyIkYexGwoeWFF4aGYXHKa5gmWfhTVPlRg884H9G/1ji5JUgteLq7TJhki7CVlnXqMAJyvd1Dav/8oBPSj7IR9SVuYa/3G/OIn82qXGXP7LJf3DYRmQsM3YVupM9zggk0q6tdorO/udLc/5Q/trn/mspz/pWhXhJv4nyvofipN1rH7VPj+GHw+2TpA+s5MdMY0d1m3F4Rez4DEPjjKMEsF1hzv2nWJnq3RRojK+ONbnC3gzwnv2fgkKMsBcNysxqyAQZcAnZhlWaMu/AywxFnrK68ut68x76N9pnSZkvM7a3+F2PQgYZ5xLGcE5EDfzw3WC/jzWv1Y2z6nthungN3yU/aj516nmI9jtC+t+8k/XCqx6+E9flX3j2E7BgeuOJw4huCJ6tyPij5sVwXNe8QanBvEscixKep1h+y4rSUVKeTGIn6AdaSD/YLza7xVH3zs+AHqwG/+0X32Poa/2VqDsNbNPgBnm4WXXLco0fwR+PmrAVq1Ta37MaS3/NpT9cvjtsr4KegNndjHbn4McRFf6EyZH4zjVnHo3aKLW7jPhdtq+yHLYmaX/U3josJ3WsC85JBNsgw7ba+ThjcOa1kacEDsdct93KA2/NBeH6pvYT5PP2ZorYOEmDVE4OVNBBBSgD/7lFoWdSLL5zFivaSCl9Ef2lCbASwl6+LAP/W915xOuF1j8XSDHQjUNdZclyJqHUx/OWT/GL/oPlVWh7xr6ZJm3JDwDWwv6SGUhcZP2UkCXt8+Zrwrwmnsq/FUoI301pq/4sIXrj7daHirKeONjye2rs0+P29IiZtS8An8gyg8qs2Wy6feN2jAS+TbKor2d5+znhgKBir2N+Fz7KGoLO6yzxtR9vyP+3KLGF75q/KyLCwbx5VelXct/7tLhx+a14rPVQYex/D/w30/ObvQPaUvwJg/XTlUgT4tp1b+vCskv4+LRMwwZ8C5oS4jibvPWJAM/vALcIhBuwOXShSD4+/Vq8/iNc5KxmucOdTlMI9XO5OGRy58gK0Cgx7OgkA5vLtfUdh+aPu3v/3txV/1Ld8//OE/4nW/fNfXfTX/zrttfnQanCxrwgf2NobJOHlAFqdCTiZ6ullNXnFAkajVzMqiPvIoWzwJOOSdeJ9WJ7Z4t3Pfqqtl4UilH2/17TbCqwdttKlvOV7oiZYt2kGPxcuk5wULOsVF9yJIj0+BjCRw1KEX3BjwT//0Ty9+9atfvfj5z38eOkN5dfDG++///u9x+MvT3rzi2zo02x8kZnn3Oyx1uu1h4xukLODzMRnGi8W8FIG7mTSJqjPBa/zQKBoyNY5wroxHizW16sla/4i8xo2AnOlKHQv8w70f7xGY6zJO3b7XN/54Ivpet78ifx+2ICPyiTM3ZfEvXmydx/H1/R6LeRYBOUboyy1CcxcTqvCXqsj1VPYdAMssn1aNktAdKU4uuFQkLxlySf0d+kRb+2TLDRjjBNttguUy28PA7fpRcnYq9GttT36P1jZmNKvaFHl8LDd3vdI32phDuBDekk0tS7i8CN6m9BxLV/lt82g/s6Wf2y0uK/UTgesBQs93dJePb2+6kcAiuLD3HYjVBqr/9zijG1Mo8/uYj7FNECdk2Blzm14TCU4udIj5ow775dtcYy6ZKBxkJv/jAeEKqwT7I5fiKy8OcVfiefpxMW4ahP2aQ9Nx/hyM27rguTvHzHj38Ln+EroD1+pD8bhb/sf608dFY09Iv6wWLe/6qLzhzx5+l++Tsnz2IWqNdZh+8Mc8z4rF9m1Y23WbPvtc5PqL47bW8N27tf2Y33J9ibPnlYa2z4CNrIwEO3lo375jTlc+hkb1r7RWO3yTBP1k3Sk4bh6SPedYa37VhmvYtipZJ1gHHHvsoU+Zy8n7jmPSBN4w+y7eQ93Go387NPUIuTOWFWe2VFvxNIfzdD1aSQbgtZ443tPTaZw1Jh5fYtYvzyHAO/2o8j6fr/Nkdz6+Dw3JqD6mD5e3tc6gm2FLor+nP8ekYTzA2M+QvgYX7W4V4AsbC9uTi8GFaAXef6HTb8xUOuDxjeGO0iehi5RbJ+OJmrag4Nt9sRgFUQv1ieIsSuNye8MRuww5DVnxjVF4gc8RZv/BeGmzVYth+2tDvo/DHOcGDZd4fOx7XX7bWLpsv98RX6jfB+07ot1Eigw7kHza+uvQx+42v6qijxv8tqdFthFd2P9tJNeXHuNPa4HQtvixH4HfGq7nH111cLrLzRXiz0/zU9ThDuZIN3ji+Ez9m+1SPEkHUpbsregmEv1jDRL7jUrgVdBTbhiPb3JqLfKg1zSvgWtWy6jSoJzwTjer+slf71PFffuiz1z/St8VdkCW1ddke49JwoW84bM1etBa6+2bfCKV9ZJ9zTv1gWtOXpvPpY3xmlaPm490fV6Di1brat9iesT4Jm7dNig5S1ow08k7YX/n/Ijzpp5c+xRZ+XqtxR4D98Pt+zrQF+CuWGKP3bT+Eswob/MDdzRaOEqZ78f6L/Od+9055jz953KzCz/ogPvrmHrqDL/y7fbPLm72u/Ltee+xcj3sLzpkmzqsjflwc35ouhf+mXYDxypr5yt2xsy6Ql/d3wGTa4u48YR1huwNGLaxX4cvkf55ryJsMe3afsD4oM1aKXhQE11FxXVU54nDJQWeBM41ljnI/sAjB9boFX/k422wwusQuDxuFsuoNthBTLvwXwc1+Mmh0/TF/JpH57VaVesh+w1Uc5Hnh80xnUHPysX4H9K3/I1j8OuSFrf2hu+usI3t2i7mjgXFU2TNT8WN7+zDfsJ/9nZFzlNfrLsd8OkS7gv07R8nXhpplwGTs8zT8XQEsy2HjXK+W6GFA4eQ2kOJhUna60Z7nEgtnpVy3Whh/Ogor+ZFQLyW5Gs94ftaB8Ac+DLxc+gbf69exyYrcAjJAq3UttLActhL4AlPnu7EmXDg+zd9y1dbLDLfiektNK0MJ3ZYvfKyBXPYapQYHl6dpnbglYMJ+VfiNT1w3TbVPGl3buTH0xVbtGab0uKxObv8JicTyGiVdwfJdfo1t8VQgQrtEbx7umXvVReQ1y9/+ct4Hfi//Mu/dB0KXIszp4wDX/ThT3/6U+gIDn9vMgB+DZ0v8e10Ltazk7FkV5IJj8ADsl4jrrhukbe+2EF7wXIL3I/F4XHPg83cWOEChxtcc/i5vEGK7Y8FhSfKxxIv7bnpoF9ATPjRtrQ/81qa3TApOrYBK01gh7YrsH3/5YQXdbHQV6N2M8j41iCwo+0NmX0mqOZ55HFM6SBY84y2/tshcA4CfqQG5LnK1IvlCveppYuK9bX7p9aHo/yWOaQOKWPHWsPjzNg6bXweb5evJqXmCmONkzjGZjX42XytN29UmnHWIwye7kx3xPiAseEyyj9k6pG2hvy7KT0S1263jTfn1V2wm1WY3uMRVkwfivvLuL4th2xY+pCQdISjU1WhX2z5VB+wdc+H3kzvGzVaSxirLveLfuoGxbgZzYw1KqwD26YE9s4FPrbPAc1LOVAOebB9+4vKm9cWlLHdmj5iwV8a+I0opShJqiD9ybHXwKYG5cbJhKFnTtHH1231oyPYTLBW8yAuWhz2b2kvdZu4bltY57fbYn4m2KpN7KvVB2HW+nkLYmPOtV7dAuttcMxirvzNNSs1+uQnbaKuOYc8AJGNLBe0qx0i3zz82KZj+NXGx/rDHFWe06+Adz4ofv/ilfxeUsrrYI8v18Qen/QXibf710bmkuvNOi+Yy/3Y/mTeZr29d/kQ13/7vdyvGf3fh/lINRwKaM2K3+0HVQfq+nj+U+9mPd7q8blwW22fS9mwteyvr0Ny/YQtSvO1CPlB3+zFjvt1qR5E4Fzm7Rvt28abB4bc8RHxWkneGKD1DPu60nZ1WX9EbV7h+oM3ZmH7DvYDzq/xq3gKecDzVDJ7tg7c7EKf4oYT0eIAmgclWEP4IYq9fbFsB+xThcH3+RQs12vaikqdwzeIrv58AySLTuDZalfXp7GdtAV0UOb+HlREQd0zrZBXSmebyInSp9eTEwy4+ooxmWc1IzonbtION1ElP9ral4ySkZpayD7z9pBRL+PU9dFb3XQCZF4Dsbf8Tn8PepAnPr/TnFP4C/kl9vTbSyCZEAIZ+sw/B2AyeK+j2bfKK5zhwY2fI4AL39J9nspIxxs7xSOYWNfQ7ziTlrebfIvKHbTKiWQvaXXQINgHWoaOS1cC7vrxa83/niNk3uR9rhg8Pn3czm3Y4DyO1kLjozr8Y+NnWZ5fSGUGD30UXnyl9WqGGDnDLgfAdqccqg3gm6TaQUgs6LWSSzvIp8kwftYCvtOsCmulTXvgeQWbO8ETu7SJb29hkVp48A1fXrv7cx3yQutnn7968bW+0Uq3cAAYOO3qgQi0EFzgUiPw1zyv9cVJ+IILh8DTnD705RCYNtVxYMhx99fakYO8Zc9miSr7wZEdmHhLbxMtu2Ohc5vBrjdVsOmbXoGg1w6r6k6PBrif1KUc5AR1WvYQfQcpuBP/sTHZJH+isG+ieMc6GBRjzZMm1zOS3mYuFu+tr8hMnYvFq2DMM2OSC1vdMRgylPRMINq0Cwz66omjiNV3BvHtZ17zzFO/X331VegPrIDf8fc68CdvveAA+Lvvvgud8CIm+fJ4R1P9kKcfGfsbdWaznqS8f4ivqbQxVF/YK5OixaY/vEQf2kEBk5Pkc609u2/yKRE+9MGvxzCp07V2sJtG0mSfNgtMhU+9bpO0JnDrSTy115Rp3NU7j8c18uLgdyuMi6qiVA3QOnHYrvFTbP4QJuVBeS6g7PgZe/OS/jJg9CpL7Bv/mMELnsyFSJXEF7CBFC8F4FY86ZDrqg8iDd0q88R0/q8nqs5ua2o62S8K5/E5n0KFNA5k0+RjUTTfYf9TW52ftsyzBfPD1mSMvPxn3NhZnWvIjzE01MeMLTvzMPeV0tk/z/CX29MyPibruM2P3aabnYx8W9p4boh25umQd6N17PlhttgxbxgT8HWcnGYsGcMxjuOmphhnXwq1+cb6gPtOvyW/bR01U4rpX26+pg4BX2nF7ozgXje9Bp63IZDliUMuXGyvtDO/hUQk3b/0XWst+WV8qpzDlo602apaymZdErXoz7FxM8dGdAwWmAbf9ChayX8jk+zbim+FP4U/MO7/eK7ocjPduUnyM3QMfSJ4DCv0IzmqqHp6pe+Kw/JVXoas8T6Hxmfo+2bPq366XO9FD931/HCgpzFvsSqqYZ/+WG9X+DVNe2Fk7KQ35tljwWz6VozcSVntN7yOex96JYCib34dM9AvtaPRD0twlg0BG95cc4QfEWnWXzyZEwva5jtSJ+RvRHvoh7dadvpc+GCuvdPNr9wpl+0hnpJD3eALD6KrKpUThi8jRxvLgLwD8lnHr9c50ePCp0hvPyEnmGRrtFoXDr3m9gl0DcnU/q79s06Y+lrv8g8Vr+uoNT/z0cYgdM/27BhIp8tYzQhul5N+5icRZE/Sz27f6K1955nUrIdVR9dxOhNVAUtZ7KvfdTLy+HRCZ+g7felPfLWG+Jb37Y0EUdR24qsMTKO+QtplwHlDNMvoL/s2oRzdj/kNKG7nOOHAkesUl6/xg65l/Ypp1svsSyQd2Vob9M5z0IaPlK1l1euNXHCbb5Kzz0N/Vh1S3bu1zPiI3baWXZjGXePXWN9tBtM4xsdmw41C46pVLtvp/4FMatubp9N+JrkW/lptUGV85QVijrH+We+cDzxFbrX9Kda3/MPEV0PA987zevc6297io/PfKldd7vWWzRaSW5VJzvIkwibpSZYx18kGscsR9OStthCQxXs9gZvPDGctvPPH/idxtNI+LCsHf3P4JU8dq04/sTbY88O936IQ8Mv4h+2HPTVfEAOOf0ofxbqJvnD9c6/vEdOXd/KHfBYrD4RTQ3y9SA9yrp7XOIz3Jo9njEf0Qb4olmn0+aahaXjnA5laL4n36SFP/rxPHf3rbRuT6wXYwnuXSZsOqPY1c4ImL+MgjtIyf8Sz5qhB4xN6Kw+JKH6hB0b3sFQ9aXLoYa771vVcl8MOF5YxDwMQvH9qcOP3dcw6p7k+4DfkY/lNcAKW+s8BPentJeumN1M76xJwhnWZJe/yGftBzrpg/gwQn6VTprPn9UQrYT2F57nTm8/e/CD/wrVOCVzVgPOl3u44bkLTOkN+hjc/ok7hxeJcIfWc5qOfVtgZLzCM5YDjLX72BaQ/e/HZa10HyR+EykouwOI/eK00ehF5xSxbeOo/cUFHBSoMWURjXUm1Aar04MHyknckiweLeJ3fsrD89nEqZY9JdnzNPsHlsqIDe/zLa87UA41uCIzxVm3rlrF3NXCrVrHit50YzHict/zI05Y/xiPntSFfw6/4Xf4UsW0icFuWTQ6PpWc/w5p91eNjuIeGH4O6QR2DQIjJMEZ79BynxxYDtv7qlRy9FhgxeFb+bNp/gf9Mh7sxeNos+eJnn7/45ptfahNFjzR//kU42XshiwNgXs2r9F3bgc4DH/L8hV0mXg9Ip5LK4kNdDgFJI2gO+Tjg488HwhwOr5NDQfXoJPyi3LdQ2JCtxiB8UeOMdAxL5HGkODCscIzTozuxhaAyQT0kcTAmuzEu1ZAmB6A29EFzQw8pM00OLzWZSIa5hMC5poN6p41EQpLThJHZKOOH9r/QjQPf6Knx3/3ud5G2sXUgJTwu6MG333774l//9V9fkAb2NnoxM2YefBgAL6TjFYXSdZ4iwZ4QKE9It27KGc54gLgk2I4tMfB/rMBdpDmefAeLQUdv20g2fY7xDx5bXQyw2ql+9OW2PWAjwTd95KaC6J1YUN+Yg4LO4526/yBduOdOAek1m87r+CEvTDJuopBxIVXfUFGQ/viSq+E/pocFVyxo+VHwhlrKGPvUXNfqqCfvOi66SXthSf2nEvDP9sukMUlFP57A+KabUZ9yHrmkc4wpG6MR4sI3Ny4GjrywsC6M8pHKOvKJZ8CukuaOfS5WsON8QjmZ54LFvmHgJQV/6OKThWIf/aLiEmK1fYzFU/Bq2TwF7q3Omt5W3WVlk/21ph+qF2dxWsfvCvtZabD2Qv8JXoe17Aqa+UlnLPfTEgoaastaPM2OzYCx2Aza4qW7BlFbrXGLoYDnwEa4H97pu1nCMG7QZP34Rv3igILNRNHTVVus5zTQOjIRD+S19lNX+PQAGyCXhlgaq2XKEZnk3ARufBUbLP3pKwHTV89djitNjwNznteq1K+w1c/MfufYuKjOOrRxfVD5eIo0nHnUvaxry86nIPfhcYZ9mOzluuSWt4jDflBCJrAnDKv/eEJSN0edNpX7GRX5JLEj8psPeAYG23CW4Gf0xz9dZ8a4DNCDFEsLDulyDyGrt3yy18T4AdLv2o0779lUFRKPiwnc8Qrp3jESyttVGChiaIsHMRr+eqrbyNifqOrZz58b7D+6qPT/0bieAAF6sOrCROaZ8z/x+gEyyGq230OiMd/mxH9Y2Up8GdD3jdhLorDZ4Dom4Jz8Cdc5WrMwXwapZqvYuscUfPBqX5D+LNdy3WeAJjZskzH3bdrD7TyLvz5t5UwdfGqPiO8J8/rohkURfiLXMtB/ryeca6DOtGo56cDZGNyD6XBr45av658J5NHrGjvFLogJ/clMt6dTnv4Q0+Q/W3PvBxxCt5JObxeiV0z4W+k8ah300Ylj43oZ8keOx0TMuCg8s+cXyHcidW27hqRP1RPSwwx2vB3i6aZSxRqBm9pllyqlmcz2xVt8jF5/meaYe9/hX6R4cXYSa5bhcwrCg2TYNbgXH4r/SU+mStln+ga5GvyhGGFVhJ+k/K14VKS1RPoaygIv/oe9Pf3rZY0D8rvhkeNgn7rrb3YJ/xgqsJdtP2iZe8zdW8aaGxBXHXD9pbHXzNDjmpGVNEFaEvFJ/xhQp3/cn9OQCbEcAO8L6lyE+3BpyHlntw5qEYT+ZMpqMhQfgb96/UpP2cpwMAgMS2VffvFlfHP1VXvtx50kxsHcF198/uKzzz/T3SJ6KlKwr199Hu1TvAMztMCDCYOTQ2aedGUjgXKeksE4+OPVzTy1ydOb3rzg8NdPctJH2gDretKUscAItEpnqM66FR2J+oaSmxcH78H1U4uZ31bsIyRC7nHnSjhMFtYJDf/xdODbeTwqLvPgsmjjzAeKq7HM/GBO6ZhhxbwxQWjrO/RJwxOBV8QQ0JmEo53yOHD94wCPO4D4tq+/88s3fz3e0Vg/XuxSznd+//KXv4SeoC8O6MbBHTxtgdcX1ga+IKbv8bRmjF+OIzc70A/6QL/45pJ6qP/ZX2l4UPCGlS6zL6AIaOJJuUMTXQkGLsTzePB4VUjbgWNBcKcDTQ1D9BtVjv4jDPX5Xjum6EYe+jIe9EM3OZQNXDiyXEhfG+4Y2yoSrnzEhu0s8cLXUwXGeG9cecIf7UZ3zBPp5AeZwadv/qgXXTTg7Hgf97H+HOPpVLutevAR9vqZtdu/brtd++jSnYs3+w5kzIIMv8CfF2fQZRyoD5+hvGGJXV/ho/AmP5eOj2V4KP/qn2v6JmwuSHwo4cPMg3yHv7R/veHJRB1Dj1s/2CwLd9sYCK0LXMAxsnfccNXGOPdk0iYZd/+ZkcRT7dc1e3HaNLKJtrHmeRXf0Gok44BHGAtfqXvpY8F7OM571KK828BGu153FMN5lbfENVG0fk+FG5lz4TaanlFkW7fu2A90PdvAcUubM/2Vnss3yLciy+XE+Nd5cgPZunnf10tl198yoXlNb6DbKDKfh1XQht7AmZsJFXLYMZdS8t3xb0D01y9vTPe9LwEuPnqfciOh+xDZHnhj/tWR70stWinJoHUMuydvdWWj6M07bvigJuV+p4Nbxs6vQWyNejT61ovSR7Bg2Qlco+A3hFZzV36Hz/rpJuiHdaTeST/kZUhwDB2p6QHxFKn9cd+lJn3gie57fHITjw+Ad9t8ihVP5lMvEwY6Fev1tja9rPUMvfqvWlttgPSqyxX2Q6dXe+j98Bh5fSF9TH+iNWUuIIJV7xXYt/T2pSN7/eUGZuQR8rGit+ulV3Iy8bTu5tiwNmGTFi817CwOkNmINc/BQ9YnndzMxXfF29yij7lpCyh8su9jfnPNl2vpIaf0w9wgg1sM9iQb3mjk8F4+sofKCyC6gMxL2sF3h50Srh++a6reydSx2QER08YtiMrfboNzKsB5Ga/nYL0dzD5/jLfH1/q75h/Dh3FBJ3R9E1nyF+M3VEljtQl8eSFjfqOxhj1cAN/FjTeGMFkvwfOw1yDeFwqwDT663jbfsi+nlRA2y96LRCX1czvTNzTjyjj4xmfbOD6DdUbqbtp+4gBjVAQK442Mfshj/zxxSNpjG6+O1tN8DrkfhJ8QbmV4Qi3SbVzhyfrhNhkLObDKmNe5/ja57r8bOp68rmE8CS/hNp5JeB95izeX5YH3kM+Ed0NnqKct8rAd1jZOn3X90XycsEWzdfzMo8uJzVKqAxt9Of4+rAGR4d3eY2d+XW9eP16cvHt8bV/mz/zfmj+PnyQVqLGRDPBz+/mho29Uuoq2/Klo1SUsjj5Ia6Mp+PLyQTvZzN0NYd/W1WTuMvrMq+K5HslrGHQq9b/y4TGoZQdp+cjQRw4QFGKfVPGdbmB7L5x6jpFcnDvE0kNgHAqzD8+r8/nOdfSj+RugCZTZN5KGF+Krg+wMH8f1H7hO2e4+nW39WGVlXhmhrRDw4iPWWALI9upznJOn/tkWaE+9cW7hO1aWbVkHpq112DK/iZMoTj4kJ8aFkmYKZ9O+YP6Ovg+l7Gw9JmH/dimOeTa5tPUF8NZhjacC0mViz8F9da9v8H6W3+Gl1gPGK5p/9atfSQtyw/QLHQK/lvEwRNyVTqcxYBYxGHWcrDNBCt5jnEsPsI7AQoSLGwYXw+BC4s9//msc3PmpXuo5CLYxEmM8KErd0DBWK1Bs6Jq4K59hnAdmOQ6MzeCfg0/uUuGgnPpDQ0ZuA/5xnTvYsMdY0REG6ZEBPm0YSafhZNz1D+MPdWx0gL3ThS2vGfxGNxfwjd9f//rXExerQ+DJcL7xy1O/xOjICuNFyC36NDGjjB36OIhVn9B//fHqPha88dpP9XTla8V1Th5dyZCSy/zt9MHYT8VbfeE7dRFiVTNGNnyOytiMeBkMa8KJTYDH69gpPp9bPd1nA4ZFAfcEcJ9NbhiL0z5Rpg6pINlv86dfWek+4afxvYzFtf6g20a5mDP+H2vMRS6+puqw5UfsctL8VVjqyA+5pQ/4scrK/XJ/6TvBGxdWUcN9qNj0vVYxX+fS9xirJxikZiP1S2OLXcZFT1lDAGs9MH6377brijNikYs1Vsx1mh8y5CGRNwUoCxoC1n3xuvHDcNQMv+lxofSn8HQSYPxvGca41XE9n4L1feA5v+2nCpl9zmsA+oB9UJYyGDZxXf+y/TzOWZa2rhWrVCDWsayNqz7gNMJGI9Laho2Q1Jd73RQHTta7W4E3LuHDYrntq3LQqG+HwWVDF60HFZa29lfuj/Gt105cVwHj66yKh3R0bS18RnlfvzzF2v4ZdfMjsmK7us5PncO49RVY6+k57Z4bTK7Hx9rIa5PH8Ik8QiZ9/s/xeKM7QV/qNY1b66/qmjj8Cf+iNQM+KfyMFjj2C+bNcnc5caaHryGPW/JTxbwV4f37N7p+uW+burTJb4GyGYzPY28n25iS4lhgqdyqVariGogK/vr1UAX4Kf2TBJ5OAqsdPI4S9nJoa4/Debw1Nrq1JnAr9898Ofb+quFGnOst9orDH2DMzTfgV+50/ZJ+YrQIHprtcnnjazUgwifiUryUKdcy4NILVJrdpx+BP69xSfNHeOAJRKW5HCWGf9cFgH86nSzo65nmfPBd2yHHrsoy+y8GoRd45VsbfvNY4bfxZmnltabdxmWrbE3HcM89Plcez70ft+JvjJ8nv8etq9CTVUfgNdWTNcKYv2/RB+vlHlqbW98LLvaN7fFgITpxp9fCw5nujz3gn/5wnTJdq9BPEY2nQveItw6yzmGvGT8VN4s2+M9wRjqABs/L5j9o4j45zZkCZfz5hhjXERNqmywZv/Bf6++hr3WRy2sd6a3xG9ieNoU8P2TIvn/4PsfB8m1NIcTmsatjeok8X/72t7+9yQhYkWDIk5qdL5Mj39zFoDjU5Vuq3OXIE5Vf/vxnL77Ud3r9JCVtgU0jxTnlRnk1PCsyHdXzbKHATIQWBq+CZi/jh+91B2vbAPnh+7fxCmfw8nQmD4B+++dvdcj715AXPPpQ2E6yxvSPtu4fsfMgeKc7QYB5HxcelOThiGomY6SmBvNcy/bTdtoV4joHzkII2qyTvIlBPvog2dGP/I5OpXXoePLgcYZ5TA6Z1uAxqGW+GZkyXm9cg/tFWS4O09jpF7iIec0e30yK/uu1MG902M+TEl988TO9NvyLF//0m/zG7xdKv24LNI8Tzpk0fHLg+8c//rE/Ke6DneBHfNWFZ+URnTgM7ofrnD+EnEqaTsITh72E2ChkDOMp13YXZDscHfI8E/8mr+De9maW0973cM37GDf31zVrvM0n41zlW8fdiw54sX6mXksoCsglXpUduSazZTeAZ2RrMC3oENa8YSmn76N/rrk0vk4uSYW2M//71JFJXoSwGZwyG2OL3AiOuaufOZu72vAP1rEA0o/H/zj92rdtPlc5G/+IK45ROlIz3tQXarlQq3zOeNxP4/GdtM6fF884t9rUuYN6y51y/vbs1HocsQbC/OY6aovuVhkUZ/lQMkJtM8N5XAxrO3Ce2P6nlh2mK43D2uP8bcE/VVnyaTkP/V7pzXIatXM/D/HUdqQN73hgcgr98FMisTESr2d17XacfDec+CfZPDq26rdcpsKYKyMng1n7zZ3yfOdmDPa8kcGdsBnSX4x+UTr6tt7RPvRpwNAi+kzCYZn3XbzGA99BzVqwk3c/dqpLX/YgHle+TX+1w0qDm5L7xpB8tGEZWm8cefr22i+fphpYTs1/htyXryG24nlstyDM354fKGeVW81VljRsbwBZh6v97DSO4uzbWL/Tnra5pshxMf7hrxNj19emp6ucPCb9TtXGCHgwb/d7xUvN7F+Tj44PAIWVXv92clbHLzP77D9SZvQPP8CaON8wE04h5Ed/qxzdf6N1Pn1LtnMdsdu6DHhg3c7lXI/xBzx1lucKt8qHetNwm8BZ/EXOles6wJTnOMdiLjuWMz8T7SMNVvi9/D6Kbf+wD39OzZZ9QqeWn0f3UvkdcBfXUZTO47Wn7y63/p+ij7zrWFn+5qPWuexYvLY/Bkvd2fiL/lac7mctu1XasqzzhssOaJQb1qhjfZHXYWqtOYhvgPqzF7Zp4NiIxQdlGPplGxZEt+fZ9hPW8ja8Y9pRx77Ru3Yd3IiEP1GVYnAMmsYvTYv5M3GbN7euMXXcQFPLLkwvcruwdQe3HFzQ9WpHbwy3zj+9fEns4l/gLs4+kr+Vr5V+l8Na4Xyjv9rRrp673bnx3vge6/dem0rzWHvBhR1oLoy9iFzU19b9hqtp/T3RtV0c9/PD3hK9bcjEXH+qfA/OeIgNU8sYX/aVjR+YOua8pYDPV3h8GVdgJBk5gIGJeo951uvaRqHql/FSVtdF0GbvzzwMrNnebxvE3fAwRq67LN/tfhmHccJT8CVaBNZGhMpT2HLTC5cH0FP+bOhhXH8Uv7pJfmlH32oAB2HdX8pSvG6GtZ3rHVt+zjt2O/aBj4bJJo5Cblcu/TwAeiz+A4SXFTAPEqz7mZOextyIfrnkdGyZAmm5Dy3P9gfoTsjHT7ibuvE679h2ar03L1vwrqNtTZM3PDF+pZ5lAetzA2ChxR/l5tPtXc9aYouGy3ydDrwDOIzHaeydtPtJHD6g+DARChRt6Ixuio23Fxb9M0/Udf/S3jhQ63pbEqX9VL5mGOctWMrp7wrfYFe6nf+mN2t9RWPY7ts36Pf2DZ/bGE+vb217fYM33BQXOr19AcDl5Hv/1PXF/3T8Dd7t98o3Zaq2hnf7Qn5KPvoJYL6zixFgKPxxmNuNQgrJYS/lfn0ujH311VdyOK/igA4HU5mtDFOeE61gDlVk6ggZG8X7H96/+OFv38dB75uHH1TzUt/r/S4PfmU4fMMXx5dGNZ7sPUDYCipP+zDUMLL6E26x/qwDRsEmXyigvJD7SIwfiU2SXGM8634cYy7HYAwEfbOu0Y40r0z+xddf5+vEpctfK/0P//APURcyGc2DFJMCB7+///3vX/znf/5nv3Eh5SbBbYRKM6sH0qCx0ebcoryIzWnVdHiVKC8JdGA817677tq44oPuY/txKR9eoNR27r+7zmu/KMMf1ZhN73wVvbzKEFNF9XeTxkb8Sjb7ApbXjCd6Ez6tS+Ol3tSALOUftCC51yGPXyHeZd9hz0u43ao/uUl7Ho5PFcp9r/wzh62yqPWkez1rKv3L17xTg1/RBXC7SYGSLTuh/FMLlpX7vuY/dH+upW/+t/k9zxn5IgA7xQ61kGHUA2XfjMR+I8OGyOG8BP8rL11vtIClbq2vPOMbtOor67Kk32F4pQ9+Qg62cRZVH0If8R0bXe6sfYoJj82W/E7197BeI8KmuAaR9YMPgS+RC7qBDsHXFk+X4HpK2C0dTvtZ7OUiJvCzTxNYq8hqbo48D/4P0U7+Q68ESfp58MqmBn4lyzbachGlUGXstOPDVnMJcN5kqTWUMU7D12VtzaN/rMe34ICusLafSuMWaffT88EtcP6E47QEvD68hZ+venKa8k8QIQFvcu1shIU98JSLxaU77uNNVCwcSiDLEyocEPtmXWxq2BPwiWVu2jEHtgFv5NSDV2uBd/M2F6+HHDcwx7sHg54fQhD1IAkf7x7I7ftj9G/m1/RZ+/z41iGjdz+lnmJ8Yy3FmjnWAbOM9/Rshsqc7YE2W6Hjn81oC/RomekcBTqj8hw8WzD4bh7csQ9f1xJ3eksBZcz/IQv5gxAJdtv5yrVgz55IILu29AlI/Ne93mC5BkSLz7NfgX+eTMy5KzdXKTPvW2PlsjU2LbdN2bBeuyy4fdeH1nyv/DLsV0JLJjlIV7YvzSy3Ld0pYD8lr5QAerLqDqisP6q8EvN5zTy+WzxsYTD8Vl0tg3/8CvCzT6E/2SduaKP+lZ7qvY9XB+RaADymw/kCgRvmCdbDEUdxhyfntqTpF7Br/+Av/EpZfzF3UP5e120p/0aT5Uujj3/IUrDnOK24KacscZBTaO0jvTOnRN2FP5bDhc06OOs73mZbZdYrNxLu01afN8BvVuR+nsvnuYSNz/jPbWe4VxzQWtFBxhO6xJQROAwj8OQjgTxP6ALDHxfgfCfVeWBIGw95YCxwDwDlGjopWab4PdYJLiW4m9N4gOcg9+Ehn8h8q6d9v/v+by9++D/6Vq/iBz3q/4Pq3+jCA0Phid983369GAjLCN32IUjFTxp+6U8afTJrPonZPHN93K2k72uyqeZNsTzhV3tfMMH4YwO4iuFfiy4cAX2IZUOOZ+JSDZa1ceGTfa0Uqzup5en4tnBMUM1BumzWD5fO8amnPxgXFln3bHK2B5PMN/HbN+9CP7kp4ef/8FXo9DfffPPic25mUD3OmrgGbhb485//HH9/+tOf4lu/1HsDqsI67c1R68eQxYw74YshGMEFcfQ5V5Y5PTUSyCruMmr9sU5fgHoXlH6lDWz1Z7fZk1fA0x03YpRQx59Xh7HZILCwXeBvGR7/9G/l5rgdbW9sug0+77heWS7gCTlwXXJPm/zOX+WEpYM3Ttiwwc+FjncfOUPPudWfJI+LmZUmeYGkESplW0n39Xg/t1o+XZl5gsJ5fPU77iRX0nw78l5vJ1hDjleOQ5cduq7vPTFHrX6rzmf2rWmzK+Z1fNb68/On/POMybLalpNt03q65mdcl+eMj5amMdlUUz/LzvJ0/jTF4/07v70hq5xG2puU/aAn/H6uTTiCRVe8wcojhKxbsu/p++IAufUVObifprrGUAZ89M6phLzT2wTwPcw9yMo3KXBB9NCfDsY/rZgPCgIAHCd5iqZwxvzfOrOiPzs/9+fsZhcC7vapre+O+e9RN/qL7sZ8Lz5GvTbfJY+oa2LhlgHCqcNf47BN2EZsN64PZGf/VNkOHT67+U0Ac36xnrh/FTVl9M99pm7YfbbfHb+GyPJZ8Y/yStHpKh+XjTj963GYAe3UcTmH/9A6KOahuFbR7R3vORy5zzKlqhyM1TFyqBsl1g/Lx3nDn4qhFRu3wruGMQY5HoY1DWL/uW1oe5sw85X2cQqkTm37G7ertCiLGVl64SBKkTSc+wtP5oe6eNJquQZ0G+BqGoTOm85hPHg4rHtsCbhXfVnzj6VxfnsO2bDTNnyt4bb9DruyfD4e3+f38BrI7B+yORYsj2Mwe3W0xW+h4Umn7XXgJ6TThA3zjHJ+VstCz/EvOo9RyLXtO338DUxhUr0v+Nystz3law9yp+L+FftP4Dj0ScNHpb6IpN4Cl7D11+29guG65jPd3Op1eLdfbeymL1F/hCzsHaSEQKISdWDQVTn9pFDQx+YXUDw2mG6XU0PY+Vfe4/g4Wls+4REYb7B/9QjqGhr7h8Syzs/HcOeaNfX/nfCcssFjuEZdyjf4aLpd5wDPrR7vh3d548L0BO9AdpDyHLPqyQFgL5jl04v3Eshzmd/2QG9VblkQ84e8LDPXsQ/8oP1f59PRiFUxQRnX2K/lTyiINVAwZ5uXbTdbt/yN334DcPRhS3+Sxrt8o6XHtLkOP9mKv+Fv4A0GgjePGSWkex8SJH49ntleB93NIatnUS9PVKAPk4YPeyjj18sPm5wsyf3Gk2CHAOoj4gn7anI/BPqp5CYSaP7PvmvVLXm1Rib93OU0OWfR+mGv4eJ/d8EWPVj53Gt3Trlt23M+bYY/xa+nTzMctNNu06bkViK8fauD4h/Gp0HBByxnYHdtDy9x5JqEvdMI6HvzB1mQPglY0ySutuhyysBf5zGsx36kuZvA/8Ob/Nypy6DFt9FZe2Fw79p+TOhC8wHwz9lGnF+Jh1zPJN+sCC8eh+Jb3NfHxu4PnzziLQ97gXEMftWnKkvgLU8PxMX96kSRzb6tVLxX+8dO63aJV//8z/+s197+LCYp0Pqgdz3U5dA3ghSmvmIVJXGgk/5DEbtwDXBBTFv+PDlC399YBQ2vcebvu+/+Elj5qPbfpOjMHt8rfiWF4AD4Zd9Eb0YXg8RAZT6foASF1SnQHf2JYRa43IH1ZoKvT19uL4qqouwr7oS0ZOre5on9i9KqJht9utwdMZ4oZcAY8jrh9zzh1y703LrSpuw6+sb2NHEsIGKcc5O7Gj19++UvfxlP+nIA/Mt//HW/oQE47tBb9Zbv+3Loy+ue0bljAb2v9AZsHfNR+rjUGDPwMAFE0GsF3uvV5w70+ZJQx/i68R20L6H7GNgccyZwYdFkwwW9bZvxRAYeF9Jxk0YQtGxWf/AYbo63PS3fqis1fRxvr62T7eZQVJzZ7yq//NavXmmEMD15duRuK5lqJpNUo8YLjw72yISGLMK26poHQGo625z+pY3H/TT0h4SwHOGQ7wzd841G+aWUg3lmnkVA6DELRL6Blgf21nl45oYpGq7+jLrDcI0cD7FkScWV+jFD1vqaTqhqH3Zpc/tTuYpzi/6J9tV+ToCerq68nIZOiNrG6Sv6ATLpB3Ma87g3A/B/3PCG3owgOs3Y+E56qI4qrXEDjnmGCuFQ5DtbVztkMwV0cSOD6Lx/lf0IXxyn1Km/DdtAH8jBP4pI0Y4/24fXb76AHdC5JmtdGcUXpx4p9yP0Jv0+AndulcTiocvNEzWscqn14ES0+G3G6McePOfTT+tO+sNUNB80THKo9m99LAAVZyl+Pkn4jwOIytKl/gOfofZL/+l71RpjtW2mb8nrQKinrAcfq+yAPxa26tmMNd6KD1jK/We85PlEjwNz5B2fstD3SQ8cjYEcq78Ez6u4rju1P3XjhJvXGP2r/Na6H1d6S0Nu20N8GmFbfUR/DHcC/uh+q4w/rc7F9qkGkH0khomhDHfV/e7omzdnfVOt3+rE3iy2ZD9gCdhfEPPmE/Rk1pGB221q7IMel/EKWYJ9S7zCNXQv11XMoelf3KL5iremg/9wGkQjnThHuzW15y8GBh+jry0/8XyTUfSfgf7QoYzR2B9bmUAJ0F5G4xY81lFdaWXeOrhde7zUax+g9vTqOIbnWYtMCMR1bh1+QfUaqpGfD0QfdAjCd0GNgzjfmDRu/ANvxQ8u+5S+zk42glYg6z9tXK3H4TuSX0DYP6/rmd5MCejg/4g9ZsTk99p4nPsnP8xXRfyM07kPddqmbC31CvYZd+sn1p5IArZ/o8c2LgmXwAO7Be8y257XLDxEef/a3xLP2YL1C08Mw/c9tt8WqvYxxkVc+1bT9M9wta+spupBaKyvROeVeDBvXovA49u3rI+0vmFDAj+Bn+zrmbQw3FZ+QQO5Zhk3PXETbYRn4F/wxfiN7ouTs9v81rXAUYz2SEeBnl3lq//7//p/gimUhbsbOPGPjX1JtSpdVci1HATUV6WsacMTo+hDGbMdh842GnBxyMbdDX/961/1jd7vX/z52z9rgFPAGFU8nawLeFHsa6+7Zvie3t+o/iV3dtXFdyzUPFAZmzfoTkFKnjTHRcZ7rAFtYwNAhsNTFJJaNKOYOw0e9Bq1hKHctIx5zbt8Kz6E7RuH/dB2q92xshkn4wDPcVCAoUuGLH7YHORC5aU2brlbwbI3ffZS4i4GkXKZL9COUf9QdTgCHALfKMR+uXmAmxwY61/84hdxAMyT73GHC/1FL/WnZjF2b394E3L4k171/Bfp3v/8z/9ID/9P3Bxhva6LTZq5HFwhV4kwQtPbVNRZ/g2iRW4wl27nsDVqwgIUN7xNLx4YO726ikN834zQbU6DN+5yGmMb2EIApLbCNn+z/dgHiLmmGHP9Ft5blWH5mr6Qi/48PtD32OBjzA9dZfKllcuQ5su4G0ryjM1BVTp4HC2jNb/CbVwU2lYMehg/Uj9OTlbH8Kfn9B3r8PbuQRM9/iyepqbjtM84bgKSsDlot/xoQ7DsSXe9I9ODfI7l2MvmRLPGudB6vpRmdls/4y4+AaQPy/5XnVh530S9WXhMljSY+bEOGpXlYlnNNgkUXw/hNS96VX+7AA1/jHMrwfzn62g4NIZuOIdgoU2L0QJa0M02K/+0W8sKobOSp9ofq9/WCffP8tvLJ3vH8J/TAbcfY+dxMv01b34OZTdwnEP5kH+3N0/G4nLn92OvX9oKXoCpO/Tl3bs3+mu3sKoG/UPjCPdM8E2FokA/bIMGNOSlR3fYPY/yNPYOuFrWKLGmUFN0+rVuViCmjNgBXeXtDBmyHF75Q84eg8znU/K2hnzymTb4I2M8FptOhWm84EcXPirUtemjPq/Tm7HP/otxSr69JgN66CC59OOsTfkfMkMe+mNYIxALjMhSiHkza/MX+DbHgUPHZVHuO8NdV5vM6SbLubDkTLkUleR1N54VBK1ncncHgesbrXSj3GqeshnA1G7Zuv31AdKlwJg85l32hjNh55d4bT9GKgE35XN0/jdGEzou/w5VrtfoS2BhDmJjUkBVb5BN1cVqs+CjflqDyVCBOVem5smx8Ztm+oXEaRjHjGXYQhTcyZfhfSQDnE70xJAZa28kQ1MgH/j26beN36ojzud8biS+luTaALTXHASfN16N6zOiVR/WJtfQO4VzpXF+3n7PLbo/mvyh5Tr2GPZ0y5zaPo3X8aZ9ufJjxKtt78wXt2Zt9fPYTLV59H1Txiu/YixkLh+AucX1g8psu8F3mbgf4u6T9BnUNXMLJG95nZvCS73etdREGQe2iYY3w0URkM3PmB6cWL8zTlgfJ1g73D7j9FUuE3JdXz9w0Ctlecl1Ugv6UE5s8jLL4F/y0Djhkm7Cpr8yH26dsffDuj/BD88gkbNPm+SoGpcDtNpONDz1c6BfUDevW5ycQHiAbwO+6Qx9tl3mk0eMm2nP7Qw3l8aQzEUX0J8bHuaYA3ydfJVsQbnaB/wtZdiV7auOJ827zXXDoHQ/GJf1yfHUouMa49vpTIDKbMnTZaUf5vuYfq6oyQ8OtmpTE40biJrebrFdyvT/vu0L0X38krLClzYK3xy21nULmPKNkVpDqL77BekFfoSVhcdy1Q/cX4aeiOzheGS9abt/r+711J9owM+D3vrlm3r7OHkMw17o3LhuMuWIPVa10GVl/Gr1Nel13AcOdWINEh5XhDG6vR8DyDrBWrrvP8f6bcCsqX36K+SPPO+xXbpp+Vi/XN3LXbATD73TyHnMBJvrZHS4jdpK/5SONXjzYfIrn2u57ch8OW84lztPHGULf91uVR79avyu/BgPfJk38EGX/FvenCtb9A2k7C97bfOSA+K+Nsk3KNHWeMzbmp942JkXB18i33xYjkWucfArr19/Lj7xc8MW4Zt9IfxL0JX/eGB9ozfbcu7FDf9sC5hsGXKTPBqDExoeh/EAwdKsIV7faNjXAY1lXv8M//26bEEzZeU4ct5+2+l3WbYFv8fJ8xv+fDOs+ov+rGWbDUdhjuvsn82P9wssX8du7ZWqdYPxskyNw7DHYq2W7VZ5gki9jR6v5I6h2K6DMQ4WuYAgbaa+++67qcFf/vKXOOil0DAcAHPglt9OwIkIjwY6uQLfmAC6gTeWWRDmojALeJolQ4l7n0GdE61pd3x9sdual4jB8QA8CD+HpveNTogvTk29ubqhQdDvDsfyTz4Kmd3kNAE29NsXrPT5BH14SaZlmC0pZHSHA8SQfb+bVS5E6JBv59pi3eX2Y1VkH+CfwMEvr3nmG9V+PTl6yRLKEkLDvpdT/pteIc5Tv//Nq57//D9ND8/rR9X1uYUlNpden2v9M/MgKmNBX4IXFaPb/EWew7xmS/VCvvJxvn7VVk4nX6FSLvoAcZpf8zPVvrulJhMeH0+0HK5Rhu4TkNtTh5Pyrf6hps9mjM7Yn1jvnFfVhDPr+6udiz4xqTK/3utnvEZN8CHf9IB+razfEGH/iUyfLFT+a/pcgsG/+bMnP7fx9XDWvT0M2OPWQgZRhjy1MOOpbBZB3kADV9oa/dFCKIa5+W0pWr7qPBdde3Sz3HpyHOqs2mlMjHdH/ybYxon0rl/gWR89XOcwMOHcoH8Sh9ucBDwC8Agcwf8R1BdVVT5mYU76CM02E76VwrEpgit0C2oDEwW6eGBhrhcx6ik6FQie9YfXUMFe4FOqr3OitP9wqR/wtb61WV1H99XQTQUXHvuftA3dZxs3rOScVvuMTaXuZV1u7IStqHzd4B4Mzjh6+Zqo/K91O/nq/02lWMdOq/OKu+w8cGo2jQtowpZM+Ty8P14oy6GMgO0v4lLehFDl+aTz3NVCV59sf8ZxoZ7aZtx8L85rLZFr/rn6lFU2rA24UHVAjtgzf5ap47UtbQxnGMqc3oKn3gE4/1F2x00AGIvksrXmw7vEtesr+RU2PnAegqebzE30l5z9Ue0X+GvARabvKUZZAT7hNHpy4EMn3Tu0n6fvbtX/j0F/9ND64RKvj52/OraML7Trq+ndsGHMfw0facIdBnKOefQJTvZHYzueRCM7zXULb89x0LJBQXs0epsOS4HcVMTvoxvEeXvbS90ER8j1NObO9WQUpa/I5PSbnxqSb7FSDFjeAABAAElEQVQjjPazrwEPm77v45X68JUbxOFTRIB6NlXXkPQPhbK1fvhwVzErl4d5dHzV+0OoIyV0mYdRFGnUjgDepgrVm6+7rBsw0Abmqe3MdEqXbuYrGk7G5NY4C7sfJYmNXBNyPl7HXZjAV0wO/DygtMrtXr6Cp/kSmPVLcsGeKU/4sbPIeuOOBwkUxzV7IN6fj/bGZ37aN9sDm2/fzBu6zZ9voIUdXo2Kf+uHOcqFr9mR2aEdZJ+e86/d5r5Un5b7c9efT8vFT9gtAc87jAu6vmdThj8nxpau8zJq2PYe9ujYHnmoEV7Nv+Gxff6sZ9STr0HeJbLsCXLmtsZjctM6oyw00g0MywE3uHiYhP1cePP8y7oK+PAlomY8PiyGAeCPBertp47BXVp37rXqRXj7fNwc+6nGHX4f0Do5QZyQ2QS7kTkl840mU5FmqqYArZ93ceg3JgorpC9wQ9kE64GEAb7Fy2Etaf+Rp5w8h7yGsfIyqca3edvJi5U8hAQv4JJCv3yrqTT0ysqlMtU3dvVwWkvVKNJZYAUei33KiwG1dpYK/KaxMXk2HEFDcmqD7M1p2mAinIpyJ0O2yzb0B5l5A974bxcPwz3EyThkqV8VOsF4zFshfY7Xjb7UnR+xMTsWNIy/DSyut9S96GF2UwLwFDxRKBnzuQ1nPXID65vza73Lj8WxkNHTyz//+Vcvfv3rb1786le/esHrnhmf9Y9FEjQYPw58v9V3fnni9/u/6fvRb3UXsZCtPK20qd/i02XIdy9svoJwD7iVv1c/AmMbA/DjuuVe1b9xB1HcaaR8vtKGSSTt+qW+8RpPfQcSxqeOjS7e9tk9wVkyFOZyAvLW1dX2Enfqnf2W6TFW02vr6av+upaqC7ziYpaJW98m5hWCI5jyKCl7CdpYOKwfkPBacNX0NKa1hdIbOFN+M1zibv73LQuRFBaHNziBvtAgjU5KD2sMtj3b6DycMXHOXClX+a/pA8AjBW6XKjsBTvKfah6XQTabcm5zIIroO8s9R9WNCfzau9hAf9BFpuxZukzw4X1m3SEuPqlNmDEfcYfz2IQH4ubBst1DXOtrusFX/2Pf6TsBnd+S4x65Y+UzHvS72VTjy77fvnzNH8O9VzfpV5LcA1V5jt8RgCuqxvxe/VzMCTvYzGbE0h+8zg9t3qEJMxC4kKfXeJRX/OSYG2KeErzHknICfiXnsMxFYfvxOI24yiXXO8yA+NZ8Cl6SwxSkTFys0I63xOSrYJXGFiuBNW29vMY/rbiW/Kzf6b+x7Tlk/6r9z/XbOcvH6JyPO2fpsMghYwklZIKP9/puxejDHXB4rLRSihsA7Xsk0LXZ888ztscG37avtRPysQzpmP2AO2l/4Pwah9xV6Atm1/dX9DEWVwXr/0576+8VuLf1AXqNFsoq2VQRVj3tunJCN4Djj/nolBzxg35jgddvtK1jU9Nrt/OwaMgK2IS3HOcWQMaLznhLAmvq8CP4D9Wo/yqKa09m0soHOOlL5SXX2tDRneccMjXBAQc+t4ED65fl4Tx1czDfo09z/YfIpQ7Yv3aKVfeqknSAxyeso17/Rl60Ql7y2a6/npLl+wgMuQCL8UVHCB5z0pR5fD3elNcRPcWF+0+7pwjIMeem3ADE/1cOO9/hUyvn+9zE/MdmgsL7doAbezzFD3S8BU3yAY2USqwWGh6D3Qsfkvb8R7kelJM+SNbac4oDGRtg3wdqhzUv9UQOr2fU9hBjg19ivTBsGdvOP9PbizncbcMfIL4GR3b51iQ2ctFXfKlAtCg0TRrYx0Xj9gOYWudheSvzvJLrrwHd9QpHVcPV6xnwHB9f04RcTVfyI22+Eme1V+YSfdWvj9Joc6MUMpC+DtuRbrAoZy0Ugybe7MN25FX5vRFXHc0qO/LwhX5YF4nJE+jHKX7czkTqG6dcNmKPDSXHx3y0+XRSmJyf8M3eyaabT8lP3tH/XJMgt1V27qnErnUAYyA/oX1qUiwX3t7pm6DhJ8Cj+R2d0lhZtzyW4DF+YsYzYdSqiz3HQtUHgde95p6seGy64Ibow72e2nt44E0IQ1fGtT+f0RBb+Et1JK6LdFiNO4Zf65bjA+JPVLDKGpnOIeUxyrqgRtEHSplXxx9aVo/rZsrR88fwhYnV9vBoJ2w/ujLr8h3/avBVppa16y+OTdcNj9CvtEhXXkhXP227NVr711wvuTTjfkgrHDZbtzdO0+aMjD/nwUAaeGLODyKtgTIOXLaqdHaRTiPe6stAYtxlQIGJ8ZdMjB+/5TOExJ964nPB+3d5k5xaRme4JjN/8J5rprTJVV7RoPxEP2DiEcF876Hw8jC4Fa240ZAb/ppj0ShOTU/hm4AvyCAX1nTgRy6WTWNjxoROWiyrvgZkG2DS7fvNUQzsEX0OmOVnegIYpvKRdb12kg1mMcvTuHx796uvvoqm3KnA05HuAIMODB10GTEHvJSjlK5bhWv4tTyEJAHE3MqPcGewVJZe3DibfGEIxxEDt8KQV3HIjr4jn+gPhR8hJC/nEI5LCymU+qSDHveBlhj/u/ZKpnMw3QLGjvA0LuQ6D9S9nNg//tM/vviX3/7Liy++/DzuZqn4Jn1TR//7v/W0r3T822/1ymc9of6uOVwc4Yz5NDfPBkJi0SiGQ+CuQPqMbuYGOIeg6Yg4UHrwa4+fDfOPZ6SON9jsaygn7ckSPR8hZRTfN2iG7XYDZk6tdObaTz9n+fDKo0wzYWqimefN6KjtavV36Qc/fVk8bQ/sc7epjAV6+ru3LCgM2nW1LdbYQekBnc6852KPD7p9qf6aj1MbDp3831nC/sIy/6S7j9o0/1iS0SWKeUrYboBPYnDAwbrRMgjAvsmaOf9yMwnfBz4nWJZVb92u6yEMSv2Z8+LLH8qmfuebWEij/z6cTh61caZXplunjXONoXEKZm3zVPlr+PAhpMdy5e0anCuOn/I/SWBPAvYHtmOvvSr8yXkopr28lmLDgUAbcBovZaSN3+UZ5xwIzCXhZbshmsUPN4PiY5hOfYCvVXT4Gfu90df0beTZJL7XJiufEBK3gYDy2mfS5vsS/j467CL/j87PjRnwGF07NrMO5pxkFl3n/MeIPX+uc4DLn4onb7zJWhsJryROUcQRGJa2Tmc7zfKRmJbAWRW/MjMFcBBa25Z9J13mhvB7XQ/bPrVkwPQjkI4DYdHgkITxy4PdrJ9/cz1P2TrO5F0Gzth0besk75UZl/UOPeSMkgNjvltKrBJ96mn0xm0+xRjXOg5gP2wPGF8NybMLMXc8kjFw1GB96iZQKz9AeuXnbJLMnwLua9mzG54C3Br42adUDF1+fWeQ9kPGpOJgGOsM2QuXrpNiLMOZ5A2ylkP1BaRZRySN9GOVttPdt4n0FveGIwYff57HeLIvfQ970/IhQvAe36KEdv/jjIjDccM7Nr8V92PSxmc/uOJy/ckOrg1P5OkP8gX/Hu0TKH6q/kQkwPh2PXoCntEj28el6PvN9mf699oP0tBN/V3Pl3JtwbqE+vzjuoN1hvZGdAhZQ+I49CJZXiEzPdY72YZPbuBfDA9f8GceaUWZy2s+MVbv6ZLzY8sluDlTludjvz2k+XV82oPfnoeK8eX/+l//S/4/B4hv7qIgXGDf372OA1w7YGA41IVx/ddf3hHKE6brorUScHp02CUjRnlCiXSxTZo/w7/XraHwA02CFa0v3rM4lv3ztL0/gc5tZzjTHXQagRKxEOdmCi6Sgl9mZA7ZZGDJO/IZT0QjuwiczvcT/ZluQR9JaBDMT+bG70tWGQr7fIKgIQnI/El8tE36tX30h1ZtHGjBU9gcCsd3d2LcpSsq4lyeYD4yd/jrp9MOa7Ikn1AetdWp1r5XPgc0a6uHF3zPF1huUvjtb38bT/zymmeCcXgMyAPvmxj++Mc/vviTnvzllePUVV3eo1npPz59XA8qfusEZcfknnA4fW14Y0+aqOgLzptFn5JNb9Rf3R7NYVKG1Kn37U7AKOv62kB6lHxbvr24JxKXs5al4ceTzzOc4R3v6c/7E3e60Pu9gK8h5GSYMiFvH6MUuXjtPOVsjgy+E++aB47g8sxZzs41+SL/Zj+uIa7j6/JTTwCbnuWb7eA3+ZzLjfW4zBPKejnDYp/YLONXcZPmz/wQx19cYUjPor8VV02brxqbfi1zmrZzvemaJ9/h67xbHouvkf88lxzDvlc392OFwifH5ojuMs6wpdfaYNbdwLbz2mf7V8aNUP2g05QjP3zfYTjO3yE8JYfjM8Mdr2cctuzjEMdcMudO8X1K/4ztFJ6Es/65leM6Ftv6ZUjH4qv6tu5/zcfKt8vdPuMtWhXimHxn+a/00k8d90vjMKPqmOn7ggHZoJd7sgN+yG/tZ+ZZntTQ4SVDaIPbf+m7skGd52lv2IrLNnOMv7Geqy2Pp71+8qY7+DvfB00P5Q/IHk+HeKrcSM/49mj7AMA8Bs1F1pQd0yPqny7M/Tikk/1e5ZTyoW2Vy9r6FO7Dudobk76j3geEW/q/Ujue3+PzNI8z3j08FarhlO30O9g3yLD2WsfdtuL+rvlK5bz0Pr9MZYyj5yvTomzoP+sU/oDFXjTi4SyAGfY24Le5yuWLGmsSDl0Sokpvtf987SKLnaRBG/4sF1NxWeBUoXEazvmK3+sA+uJwin/D7cVtWdCrTb8XHLWTPAj3dzpHm+H/R9l1qUN+LsPT5XiqmebZKt8h19kAVnzmz+VrHrLg8jibjQ7XXjtMObp2EHik7Egw3T0Q03E9fLhvp9rSxlsX2X6WBWX2E1nffuv6ZarIDFhs3St/h+CGPKzZKvG85bp38dpl5w7jVQaWjSHTr888GKZusmqUo4nnAXxM4l43aAWGfKRv1gtiYBkb39xiGo7ND3HcdqcLKuoYn1zLVAj8nZ7G0ae78H3BWSQ8fo5pM/dtxqJcW3+u+tvh2liv49jl2tevvcVI7LQdAKRO8NeAPe5erzhvXCHHopfuz+C70hny6f0wonNj97vQPNbUfJjemj/W9qw683MWcAE6wb/5zHE69Puud78K5kyewVf65TEmNPT4nrJv64/hTf+Bb/xiEwq5TpCPZt8HMhQ3x7e2A56QT/5meutXksjiJj8OfLw2BD2via4B/bRvtqwo8z6L/Yp9DnNFf/ulGLbeG6eOkdWWPuU1PT4ibKABxDWe1kfIJ6WgLstnxKEwAo/XR1OTi40YR/mneEK6LEDguWRNvseVZi8ET6BFX7J0hfPaztexfj2/cViW9DPCjp4ar/G5vWVs/+byg3gHr+GM3/7E5T0+od+n9GgXbydwInGM/rG+ud0xGJF2/83FAb/G0wBWPd2zL+PzXsjqR0zX9LbqXRe4Fj46/s5XrrO8nun4ZT9OA2qclDkdKHbwu7+7/bxQvo3dHpm3iZdWm3Vp3fiR/KRn+ujcF0zbwRaAtU1kO+ryekpVR0L65ZUP8owJfFXenHcdbpYbUB7wOTiShVg9R4MJ0yFdbdp9MK04twJoJ/j8aqf6ZsXmh/763MFlQaTqjXSh9m+rvjPW2g1cjFebI0/oVMehxKv/9//737F5zIGBkcHo99+/efH5ZzpY4x8Om+/AShFyAmJ+9IXEBtOVwiXppgBSuzgMyeln8BUMXILvA8CiuHz/15vvK0kGFOW0g1rrny5/1Gp3yTIvh9yVyA0T2aU2TvjGDbrA/6cMlpN18RQtDnN5vTPf+P3Nb37z4mc/+1kc8FY8jIENi3IOfzn05alfvkl9zkXXKT6eZb0GEjnKFYu9PPTEv0ZZUw/0Nl+LkAvAZ9mPK5iy/njcKwpPHOjC69efd/vMuScFgz/kqVcCr0PR0rii6GnT6QU/8gQyy0X7cATIOHVq2FkXQwDLR8pP+vs01Hlh1OF+ShyVQOoZ8pU+xoXbkCHTJvPxvVY1wKWcEzZ1Om2+EmDMvCBxucex6rSGewqu27KrCfDvNPOTfHLgPf9uqYH9L3XWI198rPDU+y/hGwRKrzodrWh+a5sAS2PaMR5u75gy06tlNPf4kXYfahnlBNdlDlvM1Hog7fopHq5zKj4ns8XLOe0SZjHm1hCcyKEG96eW/ZT++5HA0O9t2/qYkoA35i7bwuA1n3gJ3qTTbH4yVXKvbMIw56nWa1/pPH7AvsB9qrZgU3XsOvsNfBDBd/R7bvbGleFsY+Y52ohHx/aJtS9RecYPND/WeooefEz6Z4jnUSAeL4/7NciMo7btOmfFqpUfMO1+rTxSnmVlY+lKvtDp3t8rcXyoZlUOyOAdB63tEMU8MIva3lh7cInT3IAS9pf4GjZWc61B/y1reQujirIqmyH3DnKQ4DBI93tGW2j4e30VkBu7393nQxrQgyLuhv41t1PBb5aufTmKdGOTEt6GjI62vrySTs9LnMtxnNki9L3rwdzI/at6NkPcNrfOJ31+ui2Zs7GZn7P1pGNOvbX8evG1iWawPlhNC2nIhnlei72387rAB5ZUpC0OIrZ5dMJ7kcBRzluSeENA7t+lfbAvmwfA6Wt4Q2PAxl4LLUewvOq1vsegQyGLsL18Lf29PhHnV4vGp5dUH23EMuuUwTnrKr1BML5v3krbwxKY28cI7m+1rzVtGOLH8llxf4z+Xk1zw/9ejesZNbRuX+5f9jvBGFtnKlTqz3FFf2p/e0z/os53UOihrrd6TT23j2UgnRMisqIvlhlprV5e3L/Kh3yyPGEtB4EcBOiZH8cAuY0bgM/+yOeOjJttseLmc17UbV0fgcfjTWycpvOcYnitMnkuvL1C2EwofviHwUKYPB2XdzMnq/evmGyG0uQdBOd3Y1UCjlUy5MUBwuE7HPei/VavB8w7zNn8k7LoMfPKyxbV7a2tLUjKTPuw/pDPDZhm8/CE/LibSfYlg3kl2QGfAOCKfmWhivfpHlI5t8Q4tyWwKl32Lw8DVwpc1KTDOnR43Gn1EJOGLj7YUTkZzFcT1kn4BDC/e+NAPYe+POH75Zdfvvj6669ffPPNN1HmTSH0F7j6x9PrfNuXJ37/rO/81mDjNG3XVQfjsv2Y/p4jl30Mj6nZop6LTjmeUFC9Nqq9NBZ7t7OFJgvI91rEub9pe6e4cV83ZoJTTT9I/Wn9Y7zfvtHbDjTR5WSI3sMcPxi15LTshHtC94HwqjO0PhXOk6/5P4Vtq562x+xuS1u28GyXpTsb38gxVMqCxYSox8Ij5RmH6ZKlpJnyrMrnxhfFj5GNCRmH9djlHyo2/dvQ4wI2F3iah3gvHOGeeX3MRRRt+VXKmGf9WnhfhDKe1nfaEqz3mdv7PdW34/Xn2cce7VuVH+fRVCyfVS5bcnab6+PLddWy9HXAObTdZg92ux55Xc6f/acX+Fs0WYu+X5+EildOC5qFl+gi73vpe3ctLeFxgI7/TIP5jpD6T9u0FeK4E1i4eZMA9VHW4GnDWiN5Vp1Y4BtctPZ0IXcXwfQjI5h8Wi6PrRNi2yZdZ56cn/C58BHxPj5fKLaOPILG0za1nW7r3tq/lGeb38XYWp+8Gie5bbwJ9/F/rcPBabvOyD4O3b4Nl+BLWWzb/6VULONz5TvoQwnbY+xynWHa46lgjWwWdvTkdW2pDQW+A+qNA4AsQ/BZH4jxO72v3TewjoEX4ROMQ27SUjrKsi776ZsJjZ860owVf/BADE2uVTpcXcYp/Z7PtXQS8nlKA8I8lL7Hb+bqQMnGsd/purQL7FiLE3Xi0Tg/oY1GfDZ7EGVYlfa18nVyqXo2Cy31wvPEXPfhcp53bQOm7HLnD+Pkf5STn2VU++40dNaWA8fzSqUflY1uspW9YCavX8eq48nnlXxQm7jS5kHHIQtrCOzcsqGcvP0C+TWki1cbVaCne/twXNP7YAgccSCM/+DJx/HxmNivMm/AOaxl3R8ZoMXIpvJPetWlpclBFnjazTTO05K+/m57Unv5uAzyJqc4OM7jebTXjkxy6PwMKPfP8SrjAUnqBA+P9q/GP9vszMMluQvxmP8zSGz55TOaXQbS2O9vDhuT7CYe/CM6FG9CCkPc7r+l7NW0kXns0QWnqbsvb4Qgz7KD/buXuqaPp3PjekRlqnuJcxGBl29y1RHrFXhREGcRv9K+/XowEvYWtfgPwYkIe7+tabS2L3/H2kTUeMMYAZ8Ccd8AI46j3H3wftlbvaaevbVcQCUvAajGvG4anMFlX2Bl7fobN7uo0Ouqd/3GiibZZme0s105hqd1HqMuxq11lrx5X2k/Kn+Bfj+Kzt9r4y7f1bJmgVgXco7GRjUvNh3KurRbl/FNW4Lzkbnqx5a/7ReM0vw5f0lsva1z7orPMLk041ojKaQIMmMbmduK/x8kB3xctxVsjPO4fE39HRcfsmPqgXOApum6res4WHYZMfzwBPDLwJVQ2DrXU/gS9nQIxsfeJNdHpkc5/Xe9cev9u4ms/VYPVCvcrpadkzYdw+LTeBuF+VrrDdfjrr+9ZEqYr/i2e5P/BNAz9oOKo5PH9a03a4n5PRRr7UG+ijHTJzt6gONYQdsY09iBPXArwQHNuzco1WWdO0bpvDqUqPb5sJUNKtUN2DQIl9MH/jyghxiuKalyqOlrcM1t2ESAd+Z5+Ur1Pnv2Xhcsd1qIHHe3M67H5jCmuqgGH4e9PPFL/Ktf/SoWNzY66tnoZtHCvxg6dYgnfTn8/cMf/vCCb1h7TBzTzsGLJcZrpW2Y5xgf0wJGMExHkxu+5H3bPCeNDEJQcrSkPqU+32IcYuH7wISDLNiEIx6Y8/tMqueWS4Xb2vGg86mmkEfqkHUn/Z0k1btU9ey9Fvzhx4+/2a63fZ6JY9Z2C44rfhxx2im6eTxkuzzzVTve2tE8tjebrL8eM8fgJU09/tRwKg2SI///s/c2THLcRrouh0NKsiXb67sbe86NOHH+/08790Ts2pZlWxI5M/d9MvEWEqiq7uqeniEpCeQ0vhKJRCIz8VlVEb36JybW2hTudibbNyJct3/MvzYGA4tyX4vmMy9XD3tr+DjZlf9HS11T5hjuvJCQcuKF2eOTVidyb9tEml7NwyDgmKXQ1/z1BUydJygj3Dm5tn7gz+VTT6gX20ddowvcIqfniUrpJPB1jBlLiWKNQ32DZc59nbhtzSk6r6WkyuSZ/Z+dKqqs1fAO+C84udvR3siU2VvbuU/N5+36rZ+99Q7N8LYfzu/+Hg+3bYMuo7xl81fzHB0mM5ywnWnHPHLPmVb8ipu48yjLWL3QNG0UxLpGdq3aHHCxiRKJq8qrXUImtvmyKvYrTNgw4Rv8+hUy5lCTZ7nqhZDPKt8957rQc8ePWn6LgtqSPXX2Qe+mzJRLD6glujzPHUhj47XyxTDegzBthkk9l62I9xemzbAdMYzL2H9stHCudH/3Xn++0CCImLfcDU8dulzUpX4Ls9IaiW2bt+Bsp27dx6bjKp82L4S6B2uvHsFqeJc/UiZhkhfb8Hv9tA39kqlu37oOyww5l7d+je/2KaLd05s6vG1U5PXCnMVeT3XsPOOMzugrzBIO+cpYfA5jmiTHVlFDtM/lBduxAAO+XFbFrqxsKglSUN7Q+Min3D5yMJJb+u8iE93O+QRyZ/vCQXEWFpD0BExpR7LVvqwGetJ1PKM1CVCZT/rsfEBsgeGgON5MINvhy3GUeXj4sBzKpl3MuY7tSNtmk+CN/dPrM0fdUz2H0FH9Mlxj64jkpWNlfOiC/NKVdvwLj5W0x+UOvT1+1fybhwf+3Bq75Qe8yH+Toyba1pHn15r1dDkb5dXp3eJcViPlU2fX5Wr/7mvsutyAj4FfLl7N3EBTjz+8+eB4sylui/cYw740mG0PqnINg89bSLFjiT8vosQecbM50EW/UA91zJ/3JL/SzrzqXg9ncg6EA9cjbymI2PrH9IPDdshQR+WhzgPhnEgNd93+Rtc5aD7dh02eA6iFs+pDv+/ealLIU0KdgWkS3IA9LGbacQEeTU2dhPNURAzIcFFgvIEihILGixD/jawY8e3ReV06g14yMwa9jR7g5hd0mW/wi1dhmC8MxORxowwhQiiJH71RvHxjb5DaUx28zQ/TYz6YXsdrfvQJN0Qf9XTLnZ6MVGeQBg+CD7HwUBtQJmWMwrldv+u51IdOlNFG5Q9/+EN849c+RoY/wwV+r8rUGQ+6JfI3Pen7//2f//Pm7z/8/c1HvdK8KvPMB8qbFwPOXcK32us08WdDZiqq84Zh3dcuA+6naQJL3l6daZwaPsGpd8PYehKM7NLLT0/c7OFwplJ6bdi8cHkzZBBoZ17sL/pxccl1gZAFzgz05oHuPBBl2sJuyWXemIJfHfpYyDzpDO5yqLyGL/ux1at+2XLu64WEGWzJ2CpNmmnZyz+fnhP4PCx80CF6XtYSIwloxyH0yZM5bCX/IFxPsfCEHXIJKKQ+yu7AT+ugUs4TMEC4wWaE2+f4ALwZqfq1CXAxTRWL6alpc3hsc9irxiMOdc2b+XDI6SO25CeTH/JjUqTJU3fwxTQRzr6pT1QFXvpNHeU66vMbpgMZdn7Hvw7lmq6PkWuIsf3r/Jpi2mvaXpi2kWcZgZeny1u/9jBaVioPgDUf6iGe+eMy53BHncvGf6XT4W0+jXhHGNfd22NcPeUynRvxpyzNaRX3c8PeRE35eSsbkuNa4qVnn+KNLJWGlGvXnJN7bqBmCvNeh0nhIIcsp9U+rHOHLJ2/UYZCOhQCAy7KS76gCbvGt7osecy3P0In4JPz9AVY14089TFiKvCC0f5kkSlXu1pwlLM9ItbydazcHj7Sa9/OcOv6gJg3AD2v77h6+0aM2/gMY1447r5bZLLJmPNv75u+Sv+60rn9Mx22X3O6X2G8CG6MFaf4v8IwJZjeKXk3OtdF+Zo243N++itZg01ijzdH9vS5klM3A/p886PGUq6YYEeE1IosfYf7HAzf378nVFFlPN5WwBjM+qn22wQKtAbLhOn6jy2IfyFsyQtoBBU0cSOfOXy4lsacq/MtyyxtZ4xZkWE+Jpr931a/5he4BWcrYN5ZL1ry4mWpJboKzNxbATw3YRlfxZ2FB7bhUHeMArd7aW9OcpaNpN7PM76cM6F/1lF/l8wy+twmUh76TBu0eH5CHukz/aTjenrG89dtgD+tB21y4Kfn+q2I6651VmxHwuYNsOaLq4zyTf72cLkdUb4BDeVLwS2Z3LWPrVylj/bnuJk1wG/z3r7pIY85uXmDbxjLTM3nVbC4t3r6Jucp4rcITv0W66dG6cWsYT/i4rLysE48N/yofuIA+Y43CchBLwc1rps000j9rAdMx72+WxqvfNVhU9Tb1hZVrihLW9wG8G26on/kD3wkoclSpYvk7iyLPSUYMvGh5sKFdJs9PYB6f0UaMqQ7Yl11HJ82IC/0hcefoSYMdaPvLWE5t8/fnuxx19swTPyKwgd+3JcG9RNu5kXlez34NfxzfdfvPaWlnU1va/2n6gq4xb6YN2pFs7dzWfPd/pyvnook65+HAB8aWN+Gckv9Y70h6+of26ccU40xMczzRcsBupVu+1ksj595qRuaU4BidcHTirSfAUzJkdOeYHyMJ4mVLj4jU24ndf30008RD5sT8xbNWYTn3fv2xpOmv+TzZxpo55Y9dB8Ca73P/lJlvatEIG8W1Wcl2etJJom8bA+XfH/WU8P6sAckSn9koxoLo161C//+rWxVFgk424ko03Sqhrfkw3Ti4+xHhB/hMb/d9iVvClhfx4YClPJl3kSxIj9GY345/pL+wDd3TOPxVr3R101P3c6ZnzP9K15a0FsFdf9oVecGf4xvsRvNkHAhIVyVhRVCujLh3tpgFztKnr8hPvTTBp5VUsOzVC89cp9XmRQFrah9Y6p7cU475psn9An9wR9hxhzmBlRZL11sYjUfZp6THvLfLKfi6AB1+u0I9kl71Dwi/SbvjR5oIn2RF+GJsxytge5iwq18/oV9SN4YL3ykLA1h/kE449mSGnf/1nzPZ6J/VQRUH2VnefiP2ROw8MvzGvOn22KniJLG44qfXL9ZEb2HP/xhc5MLjXcdjZoSDa0pSzjXHyoTbIBnfV4OkNu4TCqizzxuGG+rs/XnBgVLfQRc6h3fC4zT9kVQB7hPEoH4VA+EIB2diHBvDUCGuaVPX1A7A5VE5iTqECiUjsGcV+9oku5Oq4LTwynwJ5GeyqSTLVA1fKrMwTwoYyIY9lU/fN84NIjy0QcyBLy6SAc+KKoaSo6c/dO8Stjzv/CKp3y57eGnfjn89e0S+Bt8l4KipEwgmFb841//fPNXfeP3+799/+bHf/1LB78/x2sX3zE5FxwOQ3TK9X46BfV55XnBsU8V/dP6RrxjXI9JlvgcuqWsPPzJjSfL7z6+X1YOE753MEXMyG+opnwhC5YHy08OuKkW5/l0W7343LhunjCk5KRZIZ6M0WF6DDI0fwk0CdRG5TsNluYdr0pbzMfn1sAtetogG1m2w1tw16ZVm04YBX3AZqX9OoJ2McsFGH7TXzEpU7/4SQJAgKcanOWdMOnc5nVfVRI00gGiJOHMmdzZ8Tn1qbbD4cQVCGv7lwpLfgBd+sNksrfx0tJfEjwLPa93CDOWt6491oyr5Nv9eKyKa6Esm8hubKJt6h+HItniviGbMvygW/JiR/AjFykKxyuNSNxvg+Xf9a/p1+y06QAw3MpPgWMu2PHyTa2vpE9376BidMgn9YSPnqJfQoPOuv6xxBjLcanXNeZ+PrEqn563eD1/iMpqH2r4UOFfFhCyYmf7bTl0+m38Ty1Xn6b+Or9BpbtDTxlP3QG66IuuairzEOuMOl4lDE/WcAFYeyMxxtqW2O+4j4diLBe41zRpP6BNc6z3SV+XETYN0paEjWFs3bSfY/3I02utu8eaXzcGT6xD8OnX5CxHV7f5xNi5h7Pr1h7Edvpzx49a3r1ctbXmXzU+LbJj27DdDlI9rtuf05JHUKf5juwLr4Klr9iVyolMtuCd3pKXT/9hpNjYlq1R6FFPU7B/9SjBxs54Xkg9s5vtUNoUPg3TD6f45nBevE/an/TaQ9PebU/axsSvurUwTKrmGk/Hr5WPQXcll52Hvb7zuLcko5ffCi1DwVYmacwD28H7Hsjrpe+375EN6Ca6XBjAVf14PRr3ajLt5ymzTFtGjdHpjs+++3Ic8w1F/eaIaXFcXSxhX/hH2MVO+sZjoLlU5ntut4zHi91t5TfGc+ulMVefVQbuo2zDR13suG8NznEQrfVcxQc6fT8sMtsP/IxDJ5MRxkmZKxMoewRzYJJcWzLFPu+93kz4MZOVD2Vpr9BVDmfchxTljSfMs+5koJ0OvhomfsiNA/+hIs8Dqn099/PzMB8pPcsnfXSKCnh6Tl+O1HscpvLn9F79cZwNctGXFp/k0+28So42iaEtVDJxGJnDWd4zdvjXdG4VoH/NtaZmS3wL/lTaYv9CR9Av1hDVZV/xQAU8Q1f5M/+8LuntzwZzwebrr7+KS6vYmnh1vDYB8lKt8Dc7RjxZdYxR5ovns2nH3mjP5T4uuuXhM+blMV4lDZ3A8scBMY682a3T6E89oAhZqsTtpdzAfxLkpt7PxPYLjxlnF14PuWciszyfAZ+zNbNzY0+ROBe7ZXxdL8zkm6TsXOoIEv6KOWZyMv55FLjNYFnXj1Za3CxQe/VlPkLKnUuV1Ie2ESbS+WMhTnsYWPHzW8Yo/2R5VhWcyK+DfA2vcKCwI54j7WEzTtRqJyMC7WZJIqcvSGBhxK34tUEwnE3QbDA2iFQSB7h825fbG7zi+c9//vObb7/99s0333zz5v2793EIAV9RRNrw448/BjxhyvKa55/ad37/8v1f9ASwJgxNkZlIEAzaIX/iCRSZL/jRX+2QeOtWCPBrdwu5XGO9NoU+DBe6g4FJiQ4ZJEM8uNNEn8NO2mze3OlgDl1jgon2dfsQ2L64n97X2T/u59qQaKv4ofmv3L0WuGkfKFvhLX9ZFn5WO5Kp82+vv5UKRlebs9aP6DvrtVcSM+LPIG7+ZBtT4NjgjMWTdPKx6RCT9LjZqdEypBCz0gQOVcyFAzIIDvMmJxGGO9/c2+nfojvnK30GRG/nCon7fpVxPKHzLfWeknUSE32G+IqM6AMFuBCiWPuTJ2c89t09TNjiYFh+vFZOSKL3vKJTWS9SLSfgS1lRtbLlg1ObF3jNoGyPBpirI8mD2+JMYtwe+yaRQ3G7hXct4aXlq5qMGjY9X6pf5be3ociRD1rpboRaLuWMp1giqmT6BVnVOI8MS17vuJEeOpdlEpJf5DD70TLMgob+NC3IFBcTccgv+ICl+ihDfY2WAFqEsOsl6ZlcxhvVQzGe2KjjTuLudEJL1aW+4Irayk3VjN/i97nye1OZPGMrbVPcbm+g5UA02kTDfEn+bFugvbZ5aW9tVF00dlGqEK8Ytv52e3lZ5S5PKcI7eGqbD1ZgHU9wXikmXYsnazKl8lmLpZYv/Y83QWEDkrkdDvr4DEs++Uff8ceaZ3ZVp+e8rTh4XF/ixaawqSD71nYWOKzJJ8BYh4q+YJVoykCgfYrXWifdQQPrBkXvhQe3iEszXyOPAkQ/tQ+yXGzoXNEH2afGi19x1/Trw7kBk+vK67Fsl6Qv0tk3XPJla9NHMyEDldCS9DIB7Ojh/ml9eoCSLTnelpkDyBrI2fHjTDvOlT+XXyntuq1Uxv+Y1y5asozdW3yoeGrYepx8Qm4SH3Xp+DXGdN4sUh2vOHx7j13JvuE19aH/XNTXf2Y8SsBKxaGJlv6BFXKpz3Jqv+Kew7YvIL7TG01wprke1GQ6dXI1nxlXlRultf2lICSwJE0yTQp0HWhZm97yBFfwPfeHkGMOw+HftqxBh/vI/ib6Q4lBb2gquOivSjsMZi9FLn5aXusnkk+6M/Mbb5Sf1d0L9PsS+d+l3XTv6mKVhV0sL5phmUVG1vqZ+uV9s3EeVWmv4SS38q+GjzVmxud4lamOqeNvcF5XHxTrpbxsAHODudgiphGQvqtq9N+veCYcNlAFvS6wDUoqpYPKG/gn2ViGxaUprGN0SCPgnK8IhouyikPjAxdmpUcPopM3KD0JQazFyPPiTrjcp/gOU8Vs15zPE4w4zdrCj8NpNdJP6EfiVT/uNxXe1IGSfxX+6wu5z5eLyfR99OzYT/QZfTvzbrPmC+zLZvlV4kH+2M4MNrcjq7pd22GZsd47zzLjccP5HeNeaK2fiYvLWPB1LLc8LCPen3Kmq8KYRmgznTU/+rfV5/Lpa94fn95jHtH4284FennRg7wu4y8yQK7SOJPDMb7GAzypV26C6wLEdNlPyxGF+ZEeP7z558O/pPMRBZHCnJ29aeuhNpdRO5rVCcBah3W4YRg88wibRJn4E3LqxcE7zpvsyMeezPMX8sHldMK0SaZJdirPuJJV7PtobWfOTv3terrvhqfmIR/QAH7O1VI+4HMvsYQWmVfKpm1ZIM8G+tW+s6CvAxCvmxxajSFXB8JsejNPaUQM6cm016HsfC3QQ4dwKxxBpkNxvBaMV8pwIMmEIuBWQ22AfjY/oUAaWB8k6bwZN5qm9nA4yFiB2DKp5yQY2GwTbT7dBJQ5yk1gf/rTn978/ve/jz8OgP/4xz++eadXDnnzAvBQjlYBTwb/S0/4cvCL/5e//OXN3//xg7BrQiLee5CLcqoRsqJNJBRX09xf9gHbM7IFxRcVzLalIX/Sq77DsIe+ZceR/7Zscg8L3C+qpZcQi3QjwwwU0tHYBNtaFCROeJQXOlBycXAZLNcydlQvLqH2c4Kt+lPpgqMaNaW/OdDFxoM2I7CFuOC4mJPyyO0sZFGDqyYZ4GTSkXkB/qv8YaKB/UkeJ99uwYjAy3iEcIYpYEOYiX72B4ugynuHMb2PcaVQ5bJb8xCYzrSNzdli4PaiTxo1kB392+Bo32/uNw5cz4FRthIPaV2uUn9CSFs1zQYh/wqmHqzxRHqZYKMHiatTe88V0IBJ/LJcmdkm6TN8L9lD6BULB8qiM0s9QWbi88FzL9VD1IFOb9cFksThBX0v+TIh6KBNv7nfOPClc6DrFHPDdWvi5jrJyqv5vVwtk3pIXs33OF8hsQH9MkezLcxPqUhjMLaij8sbhDVkMidybVwP25Jvpwq7hc3RYqmux+ItOM1eJI3YPMZ9aBCkN4EUc/3U8Lk7eFzdYGdrxhceXrXzt/lV9GiMj6GjfV7wJXQ1uoertoW459Ye20lj7eT4ozZtsBK0NspiIowE26L5Seqv/ZwHPUenKdttluqTizcR8Oro1o5MVboOcR51YC2imm3J+lkzskSc4V3uqB/9HfOQnLO56S6/x1fnX+5j0zuLV+WVh50N+73K/C3hpThQx9lax166YW4vH8b86Xz082y7J/L61tY4fvLliwf24oti5TYi86T8w0ah9mFTtL1D/jm+YqbsoLU/+JWp4Hr//quIBKxg3CZ86z1hHgxynnHa7+nZrqNP4Hl8PbxvUdaPrvtz86OPPjeiGj29n6pkvByx9O/hvj1MBjI2zztGfTKqPfkyH0KXBFzhHDaOLT/WKdKJo27hwVIk9cz1z3hm+pbyM6DjrTsr7YTZf0+9ZT8jbQd1+tvmzC/qhdmj9Lja2a/lCVfcFZb20EYOgnlSOM8KSINOXUyJg3XZnyRaRS2vCwMrujGMvSwpB0oU6OcF7/7n//x/3XeBqTLkCOq9J0B72RT8Ga8rdXqf0Cbr7tTRPiwwLhahTxxKxhMbTr3E74vmXmpWzJ6ToW1FnaGI0ybawyty8LNtTLBz4IN+Bk1ub7rd5oPxOd3xbX/LoIyQ2isY3FyPqBryHQGOsuRy6H7vQwEaUVzAAavNCA7AZvy9HSP/UKQPelIXRUbhea3zf/zHf7zhAPi7774LPMBQnr80ChlOxXuKA18OfX/44Yc3f//73+ObFihmGJN2wITBhSbuDMTUu2lV4s2IjZTrwq8u2ijy85VuNed4eObLXHKuc86v8blPa968YsqnKcWFaQMAHkVa26COtjeeVVqy7epf7gyrDG6rLf2b1gM1ioz9Puf2AXEbt2nZqrPiMlxNy/Apve60YchnZ5w89cAtxMrDZSOsrFChMaMdr3HO9Bu388/5c/k9+Bnv0XJ7+JxuOXJ87Tc9m3THcLbr0OfLHJXWGhYbJWN5M7ypq4xQ52mVQ8ud24lvXNDsdKeZntv7p+TsfG2mc4SkzWkDM506Oh9G2NMx4zcfKp/cN5Zd4mH3ud7W6nM5+67NemN89F06jQWQqn5z3c7Bt/3xDcia18Map+stt55RQskP17FHXymwGZzLdaBz/B773XS4/BG9Mezoq94i88sN/1hAbNG0piPG7+gEodrRy9n+jjTU2Ii/5mR4i6Y11NGU0dYm7pm3Fdd++xKqPrFHSl7WwT4kbsrXOo1boyTTBv2PmX3OltjQaOUYG7Jc3sJdph2eVy18b+NLe/sB85GZZkChk6dZ6rfHaPf4hIupW/u2jfYNEU82N5pTR9kkgQZD7Pu+2AQdptl94bjthLE433Hbacfxq3zW9DFsuTsnX4YbSz9VHRqzItbtyzn8G4VfMWlLNmv1bWpWkzbDYesLTywnxu+4Czvd8T1/LreG2+6fDvdc/id+1iHx9IYQ01bLbpdP4NabO8+nv7ekhkYanHO+rayLqr6pVVk4FJY2YK8yqa+PWR+RmK+HpZ0en4Hsusr8KnWZtK6rDWGg7TRGvsZh1qsdlo3fXEfzOlieJH7Q7kess+LWbd6w13KsucQd8uekIodOWvmr8d99Ci2dxtq2FQ4lIMe1j91+H1S5XalHHe8WLtKO6oXLz/o58MFA9jf4Umk32G382uepMwte0eF65/Y63cum8WmvBUPMVnpsHTKeeXxeQ44psdcglch1fac79b33X6XbdRkTtPuJdqdVHywjd2ruGJ5xn6qXkjWf+FyetHQzBfk0f+bxIEHOSzql2fYFf9OfPAiOqUxYkre68BGmImLYDb7LmZ/jYQ8FvQAHemHdQMf4s86YQvxT+ufyFX4O58ap+BDtUce0emOvT8DxZr042J754fYnT5OOtHvJU+xbr22fzi4zHbqHjsrnLH/G4P5wPzvu/D6/X1JOBvq4lmAeC1aFVvYzIWY6V/QI7Dr5H/tntg/VZkOJpCwJ2rB5mZG/5ltNq+Et+mu++bvi2zBHkAxFnJKML2u5Hux2sY9DXS2S89ts327/NNh5fNjCdyrtFP7KO+suOo47yzdXuiNHzh75io0S75wpm/Hufe5joH/YA/ykOddP1kv7AojSqG6VqNoW055+QnHAxT82H3I/A9vBWoeHsRpOYEgDRoyPhw2iTDMUy74RPHIrKhWSjj6xaa0c81uivMkeR8YlmtUxPSu00X/c4fcDUu6/Qb5rhXv66fGlzcVcPvpRZRbbv1F/oN/DW+smvFfecAfxLPLVypk+pzs+y5njlrk5vpAhi1b3bYzP+bt+aV/K7TgendPvrfGp9q/bF/VL9n12RvrQZwBs8NLtsJ0yPXP8XD8NdGwxo9Wd9aGfHci8dwrxoL8RQ9hx7Bxh0133H0jHAUN+PmzadF/pzgdmDrvfjZd41mM7IbuiTc04h2Jy2owQcHFRptkDcONQm6i58DzxYbN64+e2Z+nb/W48AWyGuGG3q2wbU9bX+CUQLdI1GM+1wxz6W2znLVqfpbPQWEgclzhJWBh0057lh+/N58+yKSmcklKotGC6PfaDchoWRmxZ8Z9sEALNN315tfO///u/x7cfOPzFhVJKMatzXRz+cuj7/ff6tq9e/8yTv9wUCYUrClPLOjyhdHL4VjYbDhJdJ7RqOhiDpQfKofALRGyUb1Wf21dJzbScuGip57lKzLjcdsPb2MJn51m+DfNL892+WMRo8Rk2R42k/Yh76HO8/D9bDjx85PV5D21ClDm/jl/LxanWBk8Z11DGOGDsekZ58xwhvIvb6wJlUBjyTtXwy8uDJ8nbPiG4RSuNd8vGcDB7L5nXm7zDuV9chsTa3w4viyzGgjAtQjQ548L+qGWR6/IT6G/RL4ID6z7+nMnuc8xOJTK5NUZ6A8uQ0dJi2ymT5ZhCM0asHWM5byNBxrkxz+Eu5o/LAYwj/BFXKP4TZhMjN9UjQ3PG3IxdYx9TDIc/OhZL4BCVYgB18nozNuRoTl6WUaIdeQp3XiUdmQ2u3CAz+OzT1mor5vyXiUNjacPLVPKrxYqcW66sK45/LkzJy2Upq11219SZ/nXObVO2xtYjNXiM7L7lGr3kiZaYRAkV6ei6bIt+tacRSegfB7P3euoOB55ZH407AE78xNgsfG8fdUDULBxpb79i9E66MDfv2FCJfPifNEFP8FqG9EGTiqFPih1FjqKeRsdR2k6QvZtVeWGeUPdL1rlLzAtlzG2pvD1V5SCvpX9OlXlO3mI/6vDyHIQHyrrP90Bfys6dq3ePnprufYGadigsxQsWq0/xH5jYyIRwsR/3qA1Ir+2hEx4gM/jEfXAErB9ssM7OsrX0KcByxpGx7d/7dzlfuX/zleqTCUuzEsBxCCw6uGDCGXDNC2NXUFJXddCe+ArCCvAZhbGN/QJhJ2wvvUP8FjrHgcGuFeC99AJy8yAyOuvIzSs5gXDW1xOgV2ahg7GjGOXRPGwLzrYl7QlpeVBjfpg2zBNpvIVw1nHDgu+I4y1993qIacEdr7KERuGONVHOjWwrOPyH3oeHDzlfwYC0eQ71AWffOCNh5+dSenfQ/KqTradXj38HuVf70/02jykHUT0TbHvcMi0X02aZFVXDHPyZVM7Faz/BS+vKDHc07nZuwcML2xX3G/D8EbefZZlfeE+FcVZ7MvrEI/uVeThM3uk5QtqH1H3TY/rqBUi1OuquB/Dw5eGd7F0pTvBRb0Dhm+t2rsP97PSX9lcHwHPHnWPOcwns9flUV5NPGWL++7Fv15G00KH8jRM+wxzyOXUvNy8OlXkGEG2EduSMV6I+aUKLXqbcnRe+ddWUSYl6if5pa4MY+hDgWgfh3meQcZqObHcqJY/X85rn//zP/4ynff1tX7fPuF0fh74oGoe9//3f/x2Hvzw9XA2Ay9o37cTZpGD5E/jo73LLhLSqbLSp9xP8zY3XONgQD+K1wM+RORN4wvcglxJxTMbdF/Fq7oL7ri2InsS/dNlPHSSNTwwKT0y2YlqkZgPXKNBGEjdw4RUTt9noRqFn/ph+97nROd3x5/vH+Fnr8aB2H0+XIOoMMOht8gePRWrySz4JYVe6bTJsxftLCp/rJx+NINvAwq48YMwBu/KisbXxU566DPNS9RT4TZ6GftMXvwRnnX3dtqS8c0tQ9epb9tXVjSDSfahEeDExzW6QRr9t9dOSNqKnSHHH2298sxx6Yjanl0oOBk1L1+mtgqaj551sYAc7HNquf24fdIR16sp0uIbjgLlIAf5FqxkIoh+2eTCAbURy4UNZ+gTuBIcCct1vkXzBzz5NoU+6FMQcBKcp/4I39jeWmA5JOCGW0jzEzQu+E6rb8w2IsG2gFx4u6nTHt24E5+EMeprtTt9ynbgrHuZQfJ+Pa03wjPq570Qr+IQJfW65Izy7ylPPaWaYQK3EWu8K5kxC0gBVyV/Aa90Rb1lsLL2su14+X5Iu8z9kUfNYu1mOnF792jc1DMwcj8H6Sv2sde6Hz/GXtgHDvJa/ucN725VZ5HeGI/eWbqz3OZgZU/nDpd6BmzUO/aG2t/XN4+OH2Fzwk33A49AN663jyEH9zjn5wFU90tRNtcDbdG2EcVR5whtzZChhw5XxwXZFKXEYDDiHSlrds0Mil3Wvaao0Zp8KeJpXB4KDP9TDcqi2s8pv6sKF/RT0iIDG84OkXAyWtO0X6+2gf0614br8jj9pMD2naqrUzuV7nuXpNCbbr15OLG86QJrXaAG3qLIvZ6WMZf/3fYwov8CiO52GGg78ynObKw3r8Jq/c73rMqdSzJ8GE+ubTmcvuZXWc982Oc05EOkJn2N7h7PO4ddw5Qd7L9UuUJo4dsbh6hOGB8AYJ2l7jnmJ4SgTr6nXHgTfG2XNqNqiKJd9+F6gHWWg0698Za0Sh8cdZDlgpauRmUWuihwY3+AXHEP6FJnlb7FbDW5LhjpvWRcnIeCp81Wnu7qFbiec1PkFSIG1fJLbaaiwlpLsvzHnYKzJneeeXo+59FJvmZM4r/qWB9Ise1u8rGUuCRu/9ymQMYlel4+GzHYmopKJ8zRYf7stoqzbfb58q/iMZ3ynwKgrHjqSztyqXtc3y2PlkzR3mbDAZ/7Q0XT2M+b9BfqY2VvsN9IRctDc6c49ONLTbKc9Yw4S8xDV+VZjMm8mkcUHihTAm2th9SF1WaZiEqX4O11IedJ31omnPUkaFjnJSttBsfZGhTshokgbj6A38XvPNOkvdDx3/vCM8sV0mik38Glb9sUNkLX5Hnr4PGzuX/efsTndcfv0k/Mo43DMP0/N9U7lGXn13X8ljbZ6fV2SI9jlH7n3WKg5dh3LWqHav7GXp3Rwn8I/10fcPKM+7yvY3jjOLfIcr3LN5e6Cb0t5aGw6uPCzVagdjwy1cTbz8zyigWx62AfjB8D1Yed4st9vm8y1ILLZ6kFbf5Z9ETM4i2OOAS7KV9rgt3lOPf4zjP1KHHXy0JKwMYyEwz4aT4XVdTrhJCV1Bjvhs61IFc+p02Vd/4jjitgkdxsHwFF9YcZWZ9xO0ZMJvSHqh2AMj6rffZDQxuuUyYdbdFLCpt+FLFNv9fu89tFZCAg+zjSnVOQARhZ/Pe9WtL8sHrdtqYUGtHYuaSUAPK95/h//43/EoS8HwPCm8qeARzpxXu3Mk7488cv3fVEO8xMjtFe+4hrCBwz02Lbsu2gaOyC3HNwGwrKelI32e4anQ/HNiIxy0xMM9LYzADLYYGQcuCFsmWTAUGwpzkKvT+CW5C8ksMeHA+RLCGSO9FQkRjkncUzw4A4+43EcDmvkvQdWg11fxK3x19dT9ldRnKv2/wAAQABJREFUruGuTWEtuUiVAwOyyotsz5D9ohFNzqFJB4z5aoy20JeOodNVz9gQuNOrURkE0XnrP+TBc1yWUaDOeiLn+p+2Fg8EdbPpeoxfTsmwd0FuCo75C+8r/5F7btDZVBnOLSVe4YnTj564xSubwo4X+VOV3jAwnk/jV/2o4WPUfBnyc3m7xtYjH9nHc9+PcJ82lnbYNPSxzCkv7yefU5t6bXFgs0TJNURujEDpBwadlg6PrVPVX1DsBKJvGLM0xrNZgYu0Ch+6rJpEQthcwb173+UjN1NT/++agcDzYtCovFgBvzc+nGff/cHc4rTr9Z+GS7pV5eKq/tXwAhCB4/jHcp8+NlLuWLGjNyYRO26ZsU13/LqqTPN26dpnR8ffvnG+lodai+l3m+wPMEWWjtZfy79cOOfm+XrnQuRUIbrJQetPP/20GoPdfoqgrx6TiZNnHSYeTrhi+eP4GR+54FXcmK7E3+cIUbfqeGwXTk1LtSOkpWxpbJGY5BPPqpTmipYtRz0VxwyTeaN+9Hpm6ONxbNlxOzbWf7yW14I8rZPXUHGqT67B99JlqkzU8Fzv7Tk117AR9xp9I2szyfDThl/CqgX75mNBN9sCeMKfHf1LnL2Z1PVRxtFj0v3k8Kkx41QeOLLarLuO9dBCWergz/MO1oemlXyHn5TBJ72Wb5mXPOPCNzzhl3fiUzWyYmO2V7a0s/uZZFwvtfTzLAtnibH8bQJCy/X0bKK8aaJos35s6s91lSFTp+T8ONbPnHduiHiIHLvNliGPC5Ufs77x8E91C472arJ76ToPFDkdPy62SmESP7aKujm/mPnV7BS6xboIG1AmF+gihznYE+xIdaadfdC0NaPNox35auk8QEaOqCYOxoXX0KfWQVfpG3Vco6e1cQ6f1F0Dzf7EqDn70vhVNFxaSYe3HJHyKHkIx+SOznt1V3lpibmWCON6Lp65fuMd02GXhuv9YwfAa9+e4e9yjtGq8TYv/VX7rGUvXrw9cokVWtt5SDx8Kxw/smcPnLoanYc08LJP+dVX+a1xsm2rXOdir7DpZREgDImnyRBwAy2l7QmS+97YGupDh6MM5cDd8NjeYHOWugtdphH/EjcdAGMMKd4UYIWpMHKVd2lC4mrtWwqz4MuG64lDCcdddBgTOGjSwdZyExAGnafHDMwK2kQwcFny7ANxHl/iOf3rTmTAy5tvCGuWGf09PgO7zZ9e82mFTr6l4FJmfkJ0j3edX0y64Y0OatprPHxTogom81ZuPLChSTjbfPfmu2+/e/PnP//5zb/9+Y9vvv7q67jFCW7/QVOvS61Vv3LT829/+9ub//qv/4qD33/84x+hEMBuuVp+nT/zD365fzf4rokezUU0srlWvuRBliXsCxE8xW2Yde3ixFZiSUtagsUtVdIdobg1ImZ6kuB6vBioG2RGmGlun1IhVa7z6Bw97Y4MBGEI5bHxizEP1/AhA2GElMikyfLcoBbvJQ42F+SHAoUXAV/7/xCCpX/zFpV2tD7yTWz54sGjRqZ80gFcyYewUci4eMiYMPdfPfg9RsEpqLl9sm2DWA+Rhmgus49/wbWFRsUsi/sYtnP6Ri0vVwc5toMQfHWZJmyK+sDdcpw2CTuTsNjadNkfLXKVt7T5qtJjoXN93fnX2zpisOKNqT3mdveUMXRdeeszspy2KQXAbPZGBUMvt/f65Ke2g75g7OsUuf/w0Zt3+ubXk5RkGIcE3/uzl90OZfssD/MN855eiNhGVFJP8fQcP8WPoarz8KXiFwhu1d/axyT0WRsbvaHu12sb4H5y+d7/0O85iOtzm071kzHZl10JO6PFt9Eo5RyGrp/Gc1u/f8NvD68uvmjg8XdNgYJX5g98ZyzuLhsniEiKe6jSwbhhGw3nNa046Zx+eQ20nTQy0sAZyZIPHxYD8/atNk3FRi6KhZ6JOej/W71eLXlrTKP+xlywVZNjKLRlAuNnOvcpsdYrB+XT9FoGQ/+Mdpp/ZX8W/FN+I+YCr9LtYk5r9Tj5Gb77GxSjfUmkS3PNu6Uu07IkKOC0Y/TRf9Rv/oKph43rEvyn6x3bdwy/x6P+5AnjS+pK0lvpq/Rnem/PNn/H0p82lnPKbN+iKyapC4JSkne0rdrXGqaYZct9DLzTOlrpuNKp+/7+vZMXnzVfd9hrDldqvVxogTgAmfMxV6YNSTA0IWd2tX5eT/vEYXGs8wUnPDwh4Tmhy804ApfGN2Qi5y1mjuckXQ6Nw/Xv+43GwAtU4oDeUzjmvMdHP/nU27zUuZjkA/S19sHX7FcKw1fwUn4D/5ImvmJjB+dymejxb03/WG7OpzQ8GaFI3aJHqaMAAXjQTTW4i6P02BaStuh0ReRBs2WSdIdrubHGrfYojXlV4W0t7/q2/RnfWFvyr6bN8GB1Pn7m2y4Gnxe6sr2UOE4f0KMz30iNPhcPbWMq/9gvqHHgKctf7uuRgh2wbSO+dsaROW5/7zfjS3uwtjOUY37zVq9ffHpnZUuezRurrr1Mk5yU/sLLMTljpm0rr6cl/3qc9VA60S45Yi4364f706WWIk6wP9NnuQxbaqDT/e8+BZowDpq3nWUvc+f9nyhVaBqhtzGSWvvcdTvNsgZtztvHNOYsc402DsXmJWtSiQVjlBo8FFj1w5Q/AEek8Utdmv3c5XQNezRlpOl0qd5PkIqc5KcHFSj9cBrHhbngRa0afmSVJwXdT8ZW+eF+m+VrLmM7oZVIoPmoBcWDHiJgL8GOtRKywTrl7dv3sT6Kb4gHCGN/6hdPCMeURAWdlj78ZU2Dj43suJUQsNALbRw+5/qr85n0+NOrpj/yANs75kvYRPqecmKP6I45kDpF1C71gx/nvXZ/Sq7va/R6gKsx8450h81X0g671m+H4Bus7U/W2+yV2mm+0uZNhz2a3VJ/8n/OviZuOTI9xuF0x/FZksYhoMLxRhvJbs49G9RCM/SddmuIsb1jrOFS+5OfG7lL3ehyzm0pNdulhaqpf1KmgW8QBd/CCxvFpR+6PFmnOz86jeD0mypizv1x3GtZaASv7e1C6HZg2R6Ysp3OQTB0W955ojbbZoEzfdkT0f+CT71SXvBBsNJDLIp1lOqQAfDOcwJwoPMc1lI3f0ppMpN5ods2LqHfQmhSwq5QcZWOJTN0ZtzTyTZCk9Op008KQw/xmU7gTR9+uNLfmZD1SsIxeGlUM0O/dNRSwMR2QgPeHWmhWQo/L2CCk+7oZXpESGF4BnmVPxtKZsDzatwoXRSg82EDbifJbSCbG4d3Oti0g226W6QfTvKd+nn7tMe8RjEsjKaaR+m/ep8T+j989wcd+v5bvOqZVzx//c37mAB5YHOZ6v/tr3978/3fv4+DXw59uf0111HhrwtbjrdLe6y/k2DxDdJ0YSXU9nsN+OiJDI4OquOJmG00F6daVuBvdaaHOi92kt+nhi+e7l10+TQmFhxwKT6VEcar01Tpo28eEF4WE6GUHe50DZ8y93T/n6aMSRz2RoOCeHnPbrheHRFP/Zamh25L1wMWTur1n/OCjXrY2PKrubwRMy+YTtNzOjcmMk1sbJ7LPFkNod9sk8wXx0/jvjbX8swgXScMOWg3KYdx4ltO6s1fxaNATpatL9BB2BPdPhG4lsJeDv75ptkm/zrory5EP0afpUKo/RqXESfFrQpcuvWCbTJrC79sT7ygcgbpp8YKw72oX/Wjhg9W+kXID+3CLXYgo7+0X4spMotsIae2RZ93WzUWYw7jwuM2pdi8bg/Tfvui36MMPvrI1JnXHc3OVr+ndxh4tiz4GkDu+zHHI0H1ZkA89biR5U1P3p6nlnxVk+7Sy05o3qDN13SUI5/KRhcLxkaOmnixq/rnsbC3rqH7guW/tu9Jh/O4O14B/KU48x56N+zP0L7WccP8pbRzT5c9vmzJVym+Gbyk/k0EnzDR7bYempR5nuS484Gfy0ReU0+d6caTc4a33vtVapS9E5A3YSM+DP7bilzpoExd9xFOPKy90j099Q1lz/lsB4HdciQPpGwBXZxGXSursoHF7f7c9dN0bjThyqS1DFyJ6IWLWY6OVnOpfQB/lfOj9Yxw1/aPy1X5U9pig2v6WONzYtZF5vJb/EW3w1Zh/23jFYin+KhYCksyl8zu3+VbBE7Rs+ZvP1ypNhE7UG1MzkEyDTqB5c9rENY2vE6WVxqEeSHYCLlNv7Ke4mqL8MaPAhAZ8zftH7S6vB5t0cu9pb8vL3qdHi+Ub1RY5G9j/N8o8MpJ0O4x51Q7XpksV1f78gL+IcYbSwFjvdjfxFdpC4wvx7+P+pSi9VctU1hxdEju/u3HsBv9VbXoVGamPch9bF4By/41St2yo7ztV0QO/th2QMrb9qTyR/ghwxF1Yjvi01qaa93rW8MxecWupEWxP1SHAQpH+7qLoorSn9i+LRvboS8NuU7KjfXuY6pl9qHO5WTf0E8neDIgOUrfUGgzEjXSR8pNSVFAvB0eUtgseevEysvbte+mVFrPN+0P9J+imz0Ac9j+NnUpBT1vH/pcnR1H7F8EBdKbhjD6XGGPs+ii5wC1JGkcwHaX7bznMxXtgix7MMTDrjRAZjO5VSI6wyaYP+5rjzdZAD2AhuoT5o/LJ56rAJOvqk9O2YZ43oUfaY2RsVfbaOJs4h2276OMEn7vFBGzbOyYwCwVyFiNv9CGAw2040PJPI7/Xuel/Yk7MQFe+SKtgS/23QEXFzxUAD7BfIQhw2JptE28VhN51a6N3CmEwe9NgNxIy1dcbAI8OxF61YzFIXT8eQKdNyHu3nzzzTfxeud//3/+Q697/i6e5OWgNNubm5TuVxSBNvF6Z17zzIEvT/z6EXf8rDcrdrmFiMMB9+8ov/vFk59cLHirYH5/WrTqX79lhhJrE1TT8hP7sq0K19vleavu2j74QjwH8yzvg5StsqQt5TUjePIumWRrSfcJ1h6CKR0DGBM7Oh4WinxwhbQ2+ijCQu3ho9s4IbkgajpnOd9L30cNsc+nZw9/0sMmmSZuAnr7wKJU9YWY+cmCsXSU2dBzH/6O0LeL0Yf6v+82B+198FM57qdTMJmX+uWbYlvwKQOd8uBvm0jP8NigZXCbM58Zz0nApfbjmZVeVPzl5BwyEFlZotD9tSBpTA6Zxg5qjFvG4exfFs73GFFpyV1cksiGcVkiN3fSxiE3LFxmvQe6Hx6JDs0zuJhixzyFMvnX7d+M57hcGvOOf4WueBK5g/GmyXM7D/HhijbNRPd6u77OMGP8Wvvsvrc+jljPxTqdKTd5IQeaGdG+bIf9m52/r7lcLJKePchWvvXcoBVw65nbjJunmaNpXjgVl+PHm7NkCN+qO3JeV3Fho+OynOwF8xjmJ+CzjPLWGOZXddymfO0zoYj5UOp72g4VWFyFdZdW/avhpdCLBK6VbxPz3PLGM/q+gLbcwo7svmG07sexfO3PIafZEOPPiZB1dYBcR87Yn+0+2+OPdSDldq7MsjbIiYDmeC23XX+FOBc+yIdzaKb83PRj7IP+KVNRtyl87WykZX4+LdT7pCdXMTd8kiNdboLwzfK3KGnYB8G17kj6cl/BdFFurz/IA875jpO2VZ58ZBMb6PUoadwvyXbLXkWA+Yp4FvywrACZruJ22jmf9bvnsbHBTD3eEFsVXhnKFcQ6oZfJteAawikLv9CpXRqA3tMfY9r25/p37UEpDgzl4O0Cv9L5bOO5N2GMdqtU0oLGn+NVl/Vl47/MHefSc9vm/L34UftQ8Ttsevdwv3a66bq0XrfDvsvv4xvlD7kN2ZXupF3LvnN/e1y5lyy9+/hO+y7N4KVhCdniEkrYB1VuPbDMxSdmZAmqfme4y0jS3A0pdsTwvV19rMTusidJXQ8P+dprtxuftrs8tMXTftJJ0ju+WkJa2fZZc8mkCiAHe9KcDx+SRx3e+aq1B68I7fdXR+Y29ZSt0Ni/hnD7oj99mCWeOL3vM7vEed99bcjg7Vn7Z+jR77gaH8V/nupa6GvgM5/m/BFrjTW5PjfRqkWOhJs93ZOr5WJdkz/PHWLcUj/sljtQd7XZj9WuB17mB7Q57fseOtdv2dqLL+WXema8jqvOcmbBeuPjB/SxHdYs5YWxjZPUTbfw5kn0NS/PNnwNHptAPg79t3JaHkY5aJd2BRW2Sb4ef0Kg0uG3l6jcvUu5sH4jh+D0mu6j5jUf47IslRqBao+NZ9m1wMhesQ6eFLF4ma6s8Mhv0lGqaIUaH46guBGMZQHf+96xByiDmPvtxW4crNM4u55nwZqePKOfdFZBdpvPjlXAj8arMePKmPm7hdN5O6ixn2f0a6fkxcnWS8+vejzptvzbP1dByDfyWsbxWsb9lLpWczLsodG+6Vns3Yov5qVKUKf0OubvqUDLgW/YK0A8z5iqtl6SvNSpcJ6M6DhSuhowJqzZIrfzrZT0XVxkwybJ3mgSyTiT+LAtLhhJ8ZNpmkeI1UkXetH4LoV3GfZL7TQ7ieC9LsqGaxOHRC97oYnGzz/rc6qyL1qdcQBcN1zWRBhx9UHW+FeTXyQcdYWwJG02DhhmGJ7xzIMhVuwXIeaZSEP+4J1o1wUgbZHn4egz0b5qcW4f8Meh75/+9Kc3//Ef//nmm6+/CRpikifByNd0r8mKvpLY/fWvf33zf//v/42DX6DGGxXiTzMOawwvl5IKkvg1jKsNHyTjHFrQXzYimY8yYoAvH2yP02/lfj1NG2kLQ8MkSPIa2oXctn4JX5u5jzCnXQSphzQjputjnQfX47h9SSZqwsotAU0yOczNg+C+URVyTrqM/DsZ+488PhEujXeL/Ko869es2l7oBzNipBOPQuByoObgIgbcuWDjnmUSmJfUx19VZ51obI7HAIQSNF9dFn2GjWASnfaSDZDoH2VqCi9YdISbcqkr9FnV8Rr2ZgwiwTe7YhbErEPyANxD7JhkpUw+sdm4iiMSdn/A023aLthvGb8YDngTJPv9F9Oskw1BHx41T+atE9VJjcJxALzoGoxpixLD1tcygsv21vn2rXf2DcdMKUy3VJc5Ahc6iTuf8n7VGperZgc+7IQXYLYZrmeGf+l4r3efFy9Nw2/4OwdCZBWdpwcxJmjwQM56n/Vyv4WSA54zoVenXc5hZx3FqtzJvtABW5diH9noKJ1D2H1S0133nFbhDVN96AYGnz9ICZnQ/Dv6nU+2YHk0X3hgrRJzzHNtrTW8TNgyObf3ZWr7fLB6vn90w/Dzofx6SujrX1s/X8Kt2JBt85G5HHP/B10+SeuTdh79pgwXTGPjNtYVbMzKtiiFS/pxcCP/Fq7axrzEyiXVtDfWY+Yn2FL+gI8HVrQH+/iYB1C1/11mpC0PH5gvnXLWH2B+TTp0iie/5X25HJh14bm2Ev1jf8HzQuO3/aicsr7Gw2QCSH2y/uUByv299oG1v2DHegld9prJ6ennnhXhcbU1QhGznoMafNAJTv4irKfe3qst2LKwHZrPsE5iXzofvGHOo72RmPAkjloLbUuXtGMvL3EuX23fkfKUu7TMFl7bS/fjFsyt0tJe0xHMHcVzNgou5NdzaYm9CdVt3l3L/2vpgN88kX6pnFxXH7KZcnld+ctL2Q48p30pJ9arpMF4iY3bF7mXAXT0rS6joK/8wWtwha+zJd6UyxqFOPjw+cM1j1D7y/KZ14W00kGeC3q+Ar8Dp+zL+/f61vCHfHLn7n/9r/+ltxQzcYliQQDmywRkKooxztCc75sahtvzDd/zs8IFb2xQqUF886c4yvFx5Kw+aSCcJ9gwFzwyjMHlXnBdX88bQ63hY2KJpaDO+Ba6C+QcdJk8+W8dIKB4KkKGm/eR6wxp4K3LGJc36jLeaIVXGhDS2XcJ++faZbhtnxvTP3/4OV59zGEv7f3222/1hO8f4u+7776Lg2CelI3bllU+1Kb7e93alP/x489vfvrpp3jS94cffnjzl7/8JZ7+9aGv2wt+wuar07ep66mGv9agbNeDnPGHoqay2jC7vrhhprZZ/hPPJf2TbTC+uXx+rwOYLn/Iip3lwuWdjp9P/2Q5SV3NKuGk1eXNh14H8qobIip+F9/6y6ILnPqLsj7sT/Vby9y8YVQIiKDxzekzXXO++WK4Mb/TMeOf4fefoB/5M+Inlvy9b7yhHi4GzPUByWvgY/IWtir75/wrn4/VD/7Z0YeWjy16sO/nXbbv2v7r+MGTsoKJMD32N2kp9g298x843X+kMW457vpyLDvSPpew7/aK1uDfORwJ39thPC/pF5p8oLOMA9v12j5t5/b+IL/rfuHzrv3Yw9jT6waFh2cmYCxyJAjysfelTb2oQtifTEBu4jJsCDWy1Ddb7vnGkMDqxkiW2sNrnA1504Vr+3GWP7CP+jfOZ7L2+nuaTtuZWiLDx8pBX28bMpsb4uCwDiW+W/+mfmxjPUf7Vinw1XKJ3/zvbcyye+nGXGXdadW3/axpY7jSMuZkbKRvC4K0Lbqdhv7U2/ZbOI7rN1pS3RxPvXTdLGaAYHhzGj4ykzLU5Zp0w5jvS03FPmm2EMnCsglPPrpe+9kHvwu+FqCe3byw33OJ0/Fsl2puCyG3w+1yaac7vj9/MMSenKR8GGr0c10wpo2x8/I5wrt9Y+oYq23v7T5FZx8njKmXc8qWX3myxl/t51bpI2nP0e/r66/tSiotL+aL+8G8PtcWP8k4j291bK04XI/rtf1wvYbdq3+G8zrzUQYB3TT+qqOrMlTS9J5LkBFt41Avn7goSxr0miZutJPmP5cHhr85nTgXV7zZEXA88TvYkqQjiGk/2aZmkwJHbqhiVxKnmiE8lfd7fK94Hc5ylgnknL/ko2Hsuz7Hu+/yPWUMrfVnzD8Wc7vcVsd5Ksb9Yt6D0X3uvL1a9uTX8DGcOFJ8t3pvfuj100JnKesnvIak1r9Ooy12tMHtcZr93r7O59E+mFLyHaa04WuasR7xXX4P9hzevfIq57UDqMv4vFfTVvp5+7pXP9g6vzt/x1qMf3njgLrL8wcUW9YhCtD/EVL/0qfIL2m8lSBew6h0dCv7O+tl+aHErPBM+z2+V3mplFpv3Q7ieVDDEzY80ZdyZtsUZUVnvv5V9kwLoxm3TE5/Mqn0leuo9e/JbYV5kfApvhWazR/P1dxWp3c92aZyzz5Yblf2CjTFZp3Dv10rupXya/viegy/S5cBzJ/CC2dVv003a1ILn9PvBDvX/11mONDMTX/6wHLt9m0QMCRl+9c02b4vwHvtNT8WQFkBdFVs7jSK64WxyEjfBy0Fd4K5x/Bx+Ean5SSKFNryrY6sIUZkS/2NXnByz4RL7XH4GydIfn00bwxoT9oVNOg6tGNibMcWeerDTsBUW0y/mBeUi76J+oQcepp9e9BNO9Uc+40PH/VK2o96oq+dPlE++zdtHvzDWoKm65zwNV5YH5P8lPuFhpATFZRb+JKAw6/rJNF1LPAb/R6FS19UZC5f0wiPdM65XYZcr9vg+KpEoYsW0i34mOunO70+XGNIuAKXCflrOiVBNXkdnsqv7Eis8SlWdauHB/3a4tmEf0XAVpkKpPK0m8tUHyVHuODZKbwFp59infunzvsD6c7PwkfJGm6Od04kgtYrGeF3h07G0FNOOyuRPeO/R2lxxtvaOrcvgda/ljvnWP5qepq4XPcA5zY7TBnsM5+/4Ali8tMWJNb1pf3E8aBNgZhPlLb701DmG3YDZ7sa1isJIGNmR8B+0h8Y/6D3TOYreQuz2DyWtsIYL07VrIGZn5TwUjl73CgYfKY9wW/F7/WNUP1n1RkGqBR5RrCMMM/Awmsv/vT7P+lJ36/e/O53v4tDX5785eCXA3k7BC4c4uOq5f/447/e/O1vf5P/zzjwJcwkkFc8V2UwnpTB0r/O+CS+G0NfWXVGQqA3jF87lBhzv/xYyKmawVue3zHIqb2exNTW5evfdGGEG/ZhNG9rQxZ9qZV+RmG+aRiyq7br7h6jZ8YbjeQ9SYbe3osvoexYWfMIhYGvv15H/66d0lo6NoM/Dg1zYEx+uZzthnEAR5oXnE5/Od/0/7r7cYu/scBrE9xcoGAjuGmo/tTkhtdCow2hIx4XGyIWUV00krdhgqQv8V0w9XOOI/mkz12b8VkurFZbY80Wrb/sNNuZPGBLPorz+7sPv2x2lNZ5fN/baC6gLxR036zRe2q1zrkmZbZPtlsd12gzc2PjUfM1nO1sXN6IjaRenjxsM3+WKcObr8zTBTXgikj5IT9ks5GKLmd9vf5Fv1s510OUvLENBflGsNK7kb2ZVOuvdSfwfl9uIlsSry23IDgbcL/QZtxe/Cyi3wA+aw5U+TxCqOEty7NcdBysX3ushlympjnczn8j6rrwa5lZD8mHHssqYeBJJ63muR4Wn8pu9fRUL99yw6PbLCDC3rTlndsP/vy0UcJq6vnmreYrcWlbSSsWNKZEm0b0CxHZviX6RQVqP92CcPiEM79vgfO5OCxnz8XzW/kX5IAUj0N/1hEhQU2Oci2tucey+aSxTRtujzoY+fiROQcXTWOLTQcmudZ4916aH6+ul/Kj08Ww1fBea4CxHBumpuVhbx4Oacss3IyXQxxwcDmc171yGZbD4rAj2m+JFxdQcqOuxLj/i86+hkwzP/X51D41Y07l05jzy4tdw5+X4gL95PXELIvX1LnIV5rza1BEGY/rpunWsusDtzhAGahMwt0Oj3P2O7z0tK1bsBXxCmZNavzJQh+q171RpthxcMMeB4WYaWg/nQspZhdzDzvrBL7piVLsgRgIn3z9u+PtA0SxbV/xRN97wXGxLNc/+ODJtogG2QP4QDqueZEPHOnOC4CDP1t9BR735UE0A5jpeA6OAeGRiPjKvC7mivGN5gOFzMTVhPBA2U0Q+oAuToTmo/fQNovcNPFmDbkpVbdC5n0I7/dcirf2Sy1re1HTtsLW68zL/X/Lun2XA2deUOFygWC5DeKFjFLuNDlgjcI5nOmKsu5C2ZmjrhwA1yJpXjLFhxU1n7ArGUzUDHSTOK9velteJYWO8OQD5lFZ4VJvzIGbVPtsJFZif+y9H2JDvwy5JqYMCQwxuisYBn2udBSO1lgEQmVwzV5EmDQWqpnm/GM8QZD4YzBBsH73u2/f/OkPOgD+/Vdx6MtGHLRw4DsIfUzK28abqmJj/5///Oeb//rv/4pXPf/rX/+IVzxXQa3hsX2tGbfw4nABBu3J77FKPMjZdynoRqk5zFAl+stBNNrmug18wjcvkg+9f52euE8gaFlstPRbL9bN8+VmiOXJEuHzoU2+wvheRodJBCXYhEH2UrbyIIfvXTPJpO7n8bzS5DrS3pzAS73P7Ota7yXh7Dt9I00dQD/c613/1dEGD+4Bq/fzm7eG6+10yvX+0oe7KG7bR7vVLBkpJ01cltTdwIb+WP9S1pBNSmOz1jIBL31wQLnsn+3ael4gDJkOajHOctlP22UzP8sZ4pb9aJyb/gaPNuE+i8S0jakDuUDAbjK5zYmOdKaNL5ALD9Vtsq/if3vFfEzcgEfBZGs9oWIeEHiVruyVAy+HQoYHAJlAFinX+z+L3qL/zuvfiswXSXDb7FNJD6M7kfIida+RPtfmbHTuupKLUupigKU1s7DXdr0/6nhqW8Tc4lO5kRemk42PdPb1tJ44d69vmnyIW+hZzvqWN1m5pJnpIXPFdjndGy6pf2l7Q0fbTqj10vYc/MxVHYcmYEg3rY3Q8CqcaQPOYeMnnvYBuzLadtdR8WYY+0aowxvfGrandPwq1+YvR8p1DJeHaFt1Nd7pAQJ9fSl3Gventp+fpv7n2sftvrJ8134Gci/dWCwm3uBHP3MDmY1GdM2Q7stRrpw7+6OMZe5MW7cxvTT0ohsuz7hO3PqS6ehRtx2Rpzi0vn3HGlU0Fp2O/N6QpbKKN9vdbYrrS2A2gtF58WQx1UtA6W0dIN2eN+Chd8S1VP+qAdvd2Q47DjHm+WWEWS4uKzVD+0mcWbpyC7xCb+uPeTy3YS+9YtwLb9uHmcK90kfTje82fDxa68vBbffPqfo8P1v6Soy/e0SnNH8fCsKrmU+pe2inzoLlpKMYMK0XH39GH/Va6dB924uOkXTsTa4hM91P8LK/Jo1Qfrc9YMeZTsKGd9qs75kv3Nqsff8V85gn7btp3dMOhtE/2v/0lA9MsIYBV73glvRRW3fOt021ne8Qzw8ZN3wYvoW+MX/22st0UJZ2WB+jC55PkjBcLl/71c6ytA+5ldP5k2tNt30L9lzabtllDm07sY3J5R/1GnXC0BZpS/ntcidTY89lh0cX4M2xtcsDcgFtVc6HJyBPEiUJkDqx/8hYLEshaOFL9Z1K8mR+Jqm6k476YyyMQ5jk9VtfNldJaWwrnz7nNGwJZ6x9f1hQvMr5SYc2yD0Hsjw4k2866fMA2u0/zgSwNEy68ENPVDbtghKUKCu0wKetUMoyT8MGmSe5B+K3RbHnQvvHi27M65IZyX9oYV8mqICSwc12xpmUvYmjH5mrYa8tszdBvEaStjkPykNe6MQzjnMnYE+11zauzqU836roU26T35me++uEt+BTus7TWOtYhYueRg8zN5ZLe0F4xk88YYB7tnP925OpBf1MxZLh8kvC6YDnEjPULv4Z8Kbx87Xmg5XsK8jCaC4Q892wu+qDphO8RRf5s83ERD1JmGJeQLrszjveFYBOqpMxW5IytUQwtEfBd2QiqLqAFgaFg0j07qadDbrBRQVDyqkIDMBo8u3crnBqnozTvTQRZezppzA574aCbJQnfXGVKjUe3HE4RB8gA3QSHaNO8xNMJ9EczMz+6wPLXjEEBeGx/2//9m/L651/9823MUDoHmUUfxTSwBsT4DVGXhfNt33/+pe/vvnhHz/o0JdyHBZ7o/B4HyHIdmfsg8HWfijLOvlISq2fRnsSW2Us9Ebti0FUnZsXEW4jV1F/48HR9vfD3yMtPA6TskTfoYNtsRSHMAxYpaPQTQ0Qd9LV2Gg5XsVtIJ/R37cgAD5hR3WfN/ji10En/7B3sleh7GwLSabCCFBz4eEtCLkBjlH+b4DwRiiYCObiSgOYZI9vc+fkrfMQmfSASLjf1EwisvwRgo7pctePLZz0e6dtC2IrrfL/qP5v4blFmmm5lo4cLtrYIbmPmcjCE+YeSSX95L7LFOwIgyQLRIppPGt2h3xPrsmjHIsX3T1a0oGxqwsd0pCPlIMcI43L8Od88wS4Rv7yyvVzZTP/mGwdw3UeCh4HDxuotCh5pjiTxNdxr9vmI2160kp96T8KwCQL5CvxZe6bpDt5lXmv1T9HOLYFw1aFN1nJT9qrnb3nyRtWuXIsxN4qns7cR49amvQYfd5z5M1/hnU5+07Hhx7rOX6NVzjj9gZHzet2Y8vOpI07QXpFNYSzn82TIetmEbfdvNmL36zCTUT0937fbhb5LBNrX51ezJvfbkbVC6fd2q9rgdPUrWvucrHO6ym03/1YedEhHDrXXnQKdw7O+YZHP+Gt4+Vdi1m1LvBlPjYn19eeB9DG5c1VCb38ur/MBzJiE64113ZMyxzZk0d9vwvbpcx8YYLaka+vzieGmV+0i9NaI3qjD5xZT85viIOlO/O2p7xqiLUUDZSrfKg0uD9q2q3CVaJquOJfZLwBvG3rv5hvivZFLmqhG4Vz/pcVXzsvvhEpXxCavZ58mSa06YYULevNg9usC73N/RrFGXw3HHtiOQfIPQ/j8/aXX82IPYhXNRpgA5eTrEu2MU7Hf6f6MCNcOEb72fCFBr4ljGN9hM5hw+yII+eeqxi/86/x517aHz/m+U4vabpcv+O13YRvQa/r8Lyzxz9diD55jIvLnSefjppxbIW25P3LUGT9APs5laiwt6AGfIzV2xp9XQ15eCeM7SIqn9d7LAeEuSWhfuZASnm+sD7WpvJceGfOIjDk/k774h8+/BRg1gv0HRf9I7XnqWEcbbpv86SU86aVmIZm34Db1ilZEmAabuCQgffvsy7i0IOO8kcYe8IbCfKSSuYZjnz+fnGu3+Abm2b+rg4c0e31/uNY+JLYtq1A/pALv7L3EEbTfAg4gehR5GLfbdO3yF/dFNtH8nnk0NgcVk/Tg5wfgTuN5brcpmOcu4XOR5/2PrAOco/lnhsnCcV9EdkN7aUqjt2It7KyTmr5nNJwjsrFSuYuy2wiHniiMs2MBM8WITgXxw2W6vYWUBVmHc5Jg0yOsvg77ng9it8rTqkkRxMkNo50xQ+a6S0zRq0noccj1hn4KSbubDfe0VnB/EZLCBkdaNrM95HfQX50IyHDZmr/ZXMMvoLDeHqujffXX38dr3XmSV/Cf/zjH/Wq528i7MHoI5NkvRPePA+MCNJX7+Kbvj/968d4svfHH39+8/e///3Nj4r/rAEtF77cLtIkSH32pDLUa7ydmnXoMhsy8acNwIkV/kz56+pWKWP9Y3mNjcnVSOb7MshWwvB67ze6Ce7vauz3z6rKIYFXBafb7l/LLHSaVmsReU4bcazlIPNd14Kh1W0v02u/WbckZQLqeFP3uq6hmzm5UztGoox813cdvf96PT0N/phHpp/2OK2j7/gyrbanQ22FZv5swfS0ijeeCtcC4F42KLu0t8EbSNzMwaEjyau8eNPxXFZ/p8Qh86LX7Zz0jb+nXthVveCBUG/XAeBNEBZVKWNxg1HE3mtxDD/jbRBSgFoH/c6EFsfEhjh/dZJDPmVSRmZ+mT+Wr02ihjo7RB3nMrXSlimur5Qausr193x0Tk2Q00R9gK0wGbatqHq6hhpTXGYL95zGRY/TzpPjfH1i2ojkZVx/gO9C0O6iBSr6wZsZHTdPGLJ+0a+e5uFGPM79CD9sf0g3n5/iSaCsL9P5Nc35RLDlo8sAMPtu5kGFnPPMywrT6x9Tr4ttycdpTCxeJZmngW6Wa14bIfTOac474l/e3lNYs39yJAMubEAoV/LHXLI8rXHdlp7ED39c87rG26aY/rlPnH6uthmOOLjsu7zmkSS3amKDhrk5Sit+5wJHpazE4ZPPHHJZnmT/GCV+9FVNWIfTrmff0o+1Lx02TI17XLB9AMZjiGsxfMZFrJybkGnnfhl7TFuU1g9MarhuLAYjvdCa9ZjKPnd1yjF/xrNd6sh4OJdsAjMnt3ifK28DbNvfCnsaf8pxhSd8tMw5OHDN+lPTevncgEQ/Rnh/25dSdssYFLLT4MduNujiexz1N69iPb3kjgEubrC+2+7zkb6x5H7MOrYPsZ2DTvJXy6cu+wIJbyTSBoiKw4KYJ8YiTjHKKo23VVVX27WEV3qSDGW/hPVf7IO0dSAbtmHaxArSgz7Nk/DZdMHFQZTirBGYQvFaSOb/2Q4rfVAXuJo5qGQGbLaV5Cyz0DtAXhoRQZO8HMe73f+z/Fq+gifiLe22DHap73Qvr+5TMy3fnIm9bfNPkzu/ecpyseBuawFjdrrj5/15zr3d3vN4bgXxaeu/3L5C71YPb/Mj8KuPw+5JX3Du67CdLWL5WmGZNsGzv6mfOQV+419HOqBAPmMt0ur+kCSkTgrScc5o3t0LJ2v9Zit4M8mWIx+8/gPGZWgHKyLyoO+t1jsPrE/bPgGHAHkg3HlIm6AR3/Ier4MtdYDPeZUm11vT0CvYAQXhyzBRGzroJ/GBd33Z3MYY8bOOSa6T+qmLOOX4wxHfoiEyj/y4f5sdSJnovDmP4his5ct0G6/NyTwuO59ui2+1ipFbNTXpW8DXgQbRxpZ1/vkU90FC5v5JhrWPSwefcuavYRY+KwGaNsozjsUFhpbH0+Fb/AEuuWLZcSXX+RXf8kT6SQYjh2fqUvuTf6mzsffARVbtKzzwjdhmR9r9DLWz9bL9jX5Dmx74pl7jT57v5gUx9Nj9FfoCjB4YQ+dZpd7dfRDNJIr2Nm1JeyF0oYjQCf/5Q+caUDSTxiZ9aU8pYySph+CIg0aV56lf6mSWRH9W2eciCn9Og2Zon3XZbdnq/yDpwA84kRDXtVVkqafYFeBOlQk87qeG9CEubPR2teTuTfDqhSUvbfYSHQK2H0MikRnfNL8HhLbZfvKkIH2brtftlPAnnEPeLI+nYGnbnB86v2XJWi0zvOTniDPvLD97ca9PjuAEJi5mTMCbdmLFd9EtRvMPd6wVU0XPjMIDPmubzn092peIIRBaR3xsawvgn/gmuDL54uSTdCLnxWpHk52P79QibaHea85C2+IJ4CgoZO4E4jYYGJzbuhTksFkXIGbTOG5BNOvn8kkzxgyWsPgL1rTu26tAMO7ZWTH2itwonX54Um8s5llGXUdFIp9Ob730rLpyIlpRwSMOenEc9vJNX/5+//vfD+8Rj8FGsMB7g+VR/OS1ND/L6PMU9vd815fD3h9/fPPDDz+8+ShpY6Ka/DdT7ecAZiMdBBz4yQVeAnrRZwE+ULyBpBxcI7+r+tEN/QvjxPl9vBYj2xi8kgzxeuRHPbHWjcxxSmdI6rd8bLafzrUCtMKGm3G9TBwdRlaRlawh9ZAIdkQ5ymbjlwsEAXuBngFvvMfpd38fL/GykNCjyR0XV9yZUSE8Sh0j+laypG0kyQ6XWWz0ybmFLQDP5W4l/0Jxuf5dXu/xEk3oJCf6PHxMWOEWcmMblvLZMSKfqaudr0wS922T5anV1VEdCFEXcn9NWVlSFfMExig6/5s+Xa4gB+heg0ALzvRk7PhvmIkKHuNz6kYke+K4ax807giQ17hxa5Y+ox/pt25zsoKMC040x5BU683K8lcKiXywoPIlntjsWcFvJ5gn5FqaLuKP2xwInjO/ovbzMrbwhTFM4BwE36n9vjwBGV2+iL2Esz7dEre5/xyc8B9Zwn7kH9heSb2aDE/0N/mIfrMBmEA+3+jpPmFB3C6sDk1YSYcWZt4UDcAm5tEvsgH34gv8sWwPyA5EvEHgccJ40i50nSTOnxfjLkcVpPNEc1ziYn1yuulnqFpx4Az8l5YNH19Pr16UO+jnMl6537rM1LotL55nIDO4l7Qvdf5g6ipNNWy6Ltqoq+2v4Yq4hd3ejaxIst7t5Z9Lh79uQ8LS4jQW2A9e4QjHOZD9+WddaFaYNRr8f9QuyXLBebIl7rdz/RQXOguTcz+pGSvVDF+BicNh0Qo/oCUOgBWWBQuyobXyKucv2JS27gyo/gPfaPc5+nqJGoIjprGmO6wGtTGoy7nz0jetz+2/EWvGBvkVmcxN9qgV16KQpCD8l6TLtCZ9rb7s8FeYP7n2L9UvSvKqTdiu1zbDen6eJOOxnc84exwPjz9LPjOdi6rsk6GYoZuhakhvymm+ipK8vUMoymILeIMBcwzvCfhiC6i7NkA/cafhh43BzuiPdvI3r2+sJ26340llUhtyTluUGLZUde26GAcyF1ymhxTHocP0kk4Y9Ddxtlc3QfY8JPQOdl09o5A5+jyc15ZOHs9MJn6iL6+trJVT94crYrqB8fx8ENqPsI9z0fkC0EaFIZOW8638rTRfQPJ4iE6wN26Oxro/ZB9+nuZr2hz0GQYxF0B3+7qh0sbMAPcx3l+fcwZNJlSKyyF6cycYgsHeXEw7wKW2mJNEaX5O0wRErZca8mCaHMmx+qDm89BYvZjrNxPM9iVLg1vzlLgB7JTP1e9vKh0pXHp6TL55zPUUxBIBcU8J/KU8lNwTwYrrRnq+a19d1yX0nSD9BbOqndhd7zBuigbWCMAj+3Use0HyFtRpJ1x34+8Oex+Uzl4eLuxBxBdUa/MpdNiwB53n4foV+17mBUPZCh/SXlIRbYzbtiGIiYfyeeMIIxrdppQjAi+Y5NklJNwElkNe3oD3pJEDwWIAwcjeyXA/ccjaCPPguS18NvozSUz4nvRaKg0CmohyG9BP+/KE77ff5mudwfn73/1+GijgZdKE/1EnKwgiT/Vi3P/xj3/Ek7+85vmHH/7+5uHn9qpbbaZHO1jotm7JNVFOgM3m7J9Or9tlP3JcXn7v4Swzxw0x4+01XB+KPhHh4Gb/lT4hTVNpIdUAKb7oXpTC2bpsNzezlK8Dv6pWTJxPOdMffGiN1F3PJs9q5dBwURJV6ierNhtOVXGzvNxQ0YQg2qiJTLt54j60n0/fMdFpepZEH6bDeMYC8Ps0L0f458RqPUMHHEJKn9KGeBKYjvqY+spDjAh2TtBSP0AIe7jx+6jbgZaHrIhOnuuvtAEFX27rkPXP1fnmImPBx2CcbD+joPjM4a8XmZV++sJ8rbJF2rxAMlwvP/O/5+yHUlZTd62zFXruZ/Vy3BLIvt3nf9ICbO+iWR5qPdeF2XAz/n1azuM23zvPRX8wZW/8kobLtnb4sQ76xv0DTB7293HHTychFum6jjkePjQE2+Bn8rQuahJWplzjnutzGn7lSa+rQrx02DK1NHSTZ+Y/1ERYHRubqSoW8taLvzTBz8C/Zd9q+7P/rq+gL8DBsSd7l+BnzrC4AzzudSZwxDlgOlB2qefqwBZ/E1nK/khEp9UV1vJs6DEv7GXSBhr2uK+ZrPQP7Uz7hp6B1ax9aIixAfOln6RRNibKpA6b7thUKmQ43b6zrPfAE652yWNGjjfYIVUkWn0YAQ42AHG0Y8uZDvC+jqOfLqnL/XpJmb2WJC+6LIDTPel69sp+hunL4e8ebde06dL+2at7Hp+y//orBLPcLHfrdcq6DS4TutEGPjYMX8eN/LEOQhP0oL9Vh53Wb9J3KiEd/WS+bZ1weeuloe91gPyWzzYt8ooVSpdllKOdIuaj/OXcHp8Ssh1Kw1EnT4T5DSZYBvTB/IsnSqwSgo9N2Liophv+bbMmEOnHbQ9fFbHxw75CfCark2fw4tdxM5NzTSucSXDYOTa7lw2yXMwXHK3cWbtlubjcftT5VWx1iy+xedeoiNnjwquGv7W7ygDgltm5X/fSWxUnvUrfScDPNfOs/bqG8FE/L8ewXX5tly7HPJdAdH0595wcuH7rQ8bzIDPwipekeZznvOahffYMG4T9wPG5onBPfBcUxc84b8qLp3Ei3tYbXPpoG+7ILaKOeNumgcdybp80XNok2QM1MsP5trr+MpXtNQ1rnQ/cpsZOoW+hT/rBSGG85MDp9gBIcp3r2S5Vmhw27eAAbtbHqOAX8gO3aG/wLnru+oZZ/vYwYBf3XPBY8mnZrXDGu5VX4XbDGzak2+gTRAlhwEnGU7TSfltOrpEPaks+oItQnDjBZcdcHed6HmLPCFk0xNq3PFt2UUTQ5/JGBaOZvY41hjEl8MV+sEZ96Xv0QTx5CtxISFwiAZaGqdKwV9JRdlXjSXtlwT8dGlC4vc1EnzyTvXmnff8n2RkOee71xB/nAG637VQQLxltqq2mjPWDM8vk3AoemJ+0gzzSOBB2uuuwD44HvRmTz0POjnWiy815EY8260dtBC5keRPwNol7+FXzUMEYM48GkCGyvNmqpVrvNFmLlL16yUw94Syg7182NOr3mZIl51jA5fcOds/lH6vlBaHc/g39q21yO0QJ6gJPY17eKHN/2A7G0cayTnYdL9AM01VpbdUgE8h81aM9CmJ+jJqkAQwwLpeFtVP6ueFndQCMody6zREDmvAdIWqP2OemR3u0iMp343vBlxvBfZHUjFpYx+fW+LLlc8GYQgZf+WMqiaBe4+j4P3z3jV7n/Ps338rn8JeNbZ72ZRDgD0c97s+5np9+yu8S/PThIb7p+68f//Hm799//+ZHpX/4+eeQJ4zaUTkw3Fwn9TtvpuGziyN4i2MRzyFovvYiXv+svGwfh+EM0QzYQ6FIu82PJ963wXYpFhtMJixvxQNuo0kcugvZUFTfC36nA3G+YeOB/uV40qv/3EKIgS+86Lix6DbyYT1KBnJ77yFmsMhY5r9Ue9wXX4wOzowQe6QJywCHDDJuIWue7FOktq+GaT8DLT7w5sctZDXH4rTrqS/05dpRZ6VpDfHrTHFfnOINMIz5aE68HrrZICVPjn7IzGqnPGG6axMx10lh14tPuvMeQB6bPb0KwzrFsI5f4lN2xrdf/vg4YJyNC8uikvnCcsN5v6LPNOd4+081YC0vp6Bvn+e+2cLshcBW3mumXSaXfe5zqm1hvaVOp2GaeRcc82IJa8w/aXtbP4e9DzsgXa12PzZGJN8aFZY6bO9n3p2iwfpMWTvCjnvheK+N3NGltnEZbm89ZdxjuZeKpR071daXqvlWeC+Vw1vV+zng8bzb8nYrmiyDdWysuF1vTSPsvrA/579mfEume5r1UPZj5dDZ3ECiHfx5/mdQtlfvWestGyzGk/qen3khTLrm81rvhJ1hg3YwCS5nzPs+tFNftiHt2kzXQq8qyRaqJRwwi9Z84GZjYywgWVtgd/frf4mcWY5o27IJ/hIV/uJwer7zyh33hfLR+lKG7c2W2H51+EFpN8vMiSnHpHZbYhhr/VMqZUsmNfeJPkhfP94Tpl6tZ1r16Ci0oydxOTV0tu/bpW1o6HY82oZNwnV9t12J5OUn5jS66BI2UEXutA+R5dUq4dEuT8RFbtiYpeAFAfO6Ftm3ASnvpr+W+VLCrK9WzuvHrbwV8MsnYJdvO6e4nX1CxkOEz7FBcNQaLI0THPieh4bW6y3ZO4fW+Ud0zbAX+WXvoetnw2A5aRfIqh6wZqe9wZuG4+NiXzSHaWFpUIRzfZSymK+RFjZ41irlG+bvV+uXpCP7ADuydnOecRovJd5+pcOosCvjfOTjx/7tcmOmj1gr2e44Hd/96DSvvxz/VL5pdZvn+FG65vIuF3PJQ0rgEp+Hbz58HtQ0KpqdIJb6oz1gGY1xbtrlNG3jZ9WCXWJ80XSZQOxCjhl3//t//+/Qbjqs/qFw2Ykbg1jg6IwaUTq2Va6U8cl3M2AutfY7HpSEDuNpOWwXcdPsA+CkGSy93Bpnp8OKZ5he3imJ5zyc4Sd/WThmOpMCHsF+zw2oWOSlcaUDeeqW+tnscn3tLL8jzd6i8ZoYvtem15s33333XWx+8UpnDn3tc+Brw2l8DA5eXMakT7PMH/U65w8fPoRPmKd8//nPf+qVWT/nrUDVDiy4uP1kHoHTT+R5EuF6vGAOwcSw61U22LFatjcqQ2JJOPjTb9lmX5WHSoZirt+Jxu/4vp94XWfFT5oPBubytM9tJY/LCG4zcQZn/Q8XfakbWvgVJnMN0xpdErP+TJjLHW/fdvlSTQSvxWe+oYt8x0qSIKmlg0GLnOThGvhzA3RbHy+tf6afunDmk/E5vobPFNNvO5HlWscJxNsqvim8h8f1zPU67nKGQ3YIx1P/reudxxOMbODAwnFQMpZGH7azTB4zd5u/Luk6ZrqcX/0qf+Zvzb8sfI6uEJgTKLfLb7VjbiNxnnzhkoLhDUOFmdb7nDSPI4TTbdfv3D2ffnYfuu4tXs72C3z5it7EfE7+9uq/Nr3yBxyd9tMY98rVG+ILhiK/S1oLzPXNeLfgK8xwCCRg5+HXMPUQn+szfsNuHd4gMfRt3NJtBer4YRz4e/gN43pmOKfbPhm+w6XcdjhDnPdH/T4P/2khUv/cbreXORLO8ZnGvf6Y4ca458Ad7x7+LV3uYwpYm91oC/gZj1/tN6eP9Kxj88JXU7KTznw7CaRM02H4Hs+Nyr3y3X7RXvVKTH76nMZ4xvLweUzZhgMmG2i6xlI1NtppqbYcc5OkZR9/th2+Vtux1Mc8JtqVddW5X619Drs+zX7CBsTcOYkKUPB7bk4C8S1bM/f3XM8c7zgrP2Z+a3620FLhZmyn4mcEz/I/oFiX8fjW6ckC5n+mz/TTZylAI1yvbA9vh3hOaN2ONTbz9Rys4dYYjqWs8V9m3/fqX+OFHvPbtLnfvD40TLcL23hcft/fpiv0z3sHrTAyP+vJth5s1XaOvpEO67/nduKIkLIW5849c3vqYK6RdiViLU0mpvGPMim/nU9Adme+9pQMOZ0+9hhITlwmVxpvZ/rIE4j5KMNcfNPOzLyrhfbGF8uB6allxnDn71xmq1767Zz8jvnZPzPuOXRhEHQAAEAASURBVD7S1GPuz54yhSZZI5cWWSq6nE3lbhalprX98wbJfMjkC33z/kXnx2m7eZxsc2CrRO/zrdxMO1p+D26so8pS9onLjXD79Iw5xjfK/xYu10P5dT6voI8cbwpFTPKj9WG4Sb6Cdukxl8HdZ8BZz+xzKMx8xfFEJrwYGTmPf06P/YKlrjWdhkO37MDNMAtO+MDe4ccHPVko29LnbylPLsPmV+S3BG9/dnuZGUv7l4I9wJS5z48Tv9vVoTJ0Xv9q/8yladuYtoev1j/CaH/BfVlQsYeZrvCaNWNL9frEeEecvR9H+TPOfX+LFqBn/m/KavSz6U3G7OFbXoncCJzbYbnfpzRz6nejK6zxeZ+r5kW4yfIs/+ShN5r5h9/bTT+tsGzwZYSp+uCcuj/dlhfOOuiLx0+2C/kEr3o8yga/aZvWHaY92rPM190/rmoSYCc3W7T0w6L7CeDx4Y7vl0sq2cPt5wW5V5KHxX2t4D4JuyB6bJ/sg9n9YZ92hWxb8LP6gJMVaTF7WgPprSwfPn5I3M3IxEMxEe7w7JW+pFvr78jn5Xxi4uulNHU+jSUrTyOn7feOUFNsoQUZGend1aMJhWXOyYP+D/gXiAi4HSu6G5jzXWoPzvn2L7N/s26IC238NT58aDlVf4oW+x5c5qwl1+HZbs8Q1pkV/xdeZomZPw+L4Vm3iRIm66HNK5Z54MQwt5/xZkFZiFw9ATwTYlgzbC/fcC/tI6B3erqQN2aaFmjz5s3eDZKXpuswfnVEjEPNuEG7xyWerI2njE4g++Z330Tud9/moe8f/vhtGG4OgXkdA07mmyWDjGlu3vkwNjL1g9BacP+mb/r+61//ikNfHwRDk/9MnOED/zIYGSMTDJRNcdpV8l33vb5xmtQw4LnFvfyXFKpGkteIMRm3LAb3pZ3LjYwvqWEHaEUucPmrfo/XqLFgUZ8qMYae1r3mCfzJt5htG7MD1f4CQOBYvqoNY3yvASCeCC6qwIRLW1mhHTxJYF7ngHRb3hm3++jLYrClb6TabXIq8Y86UI+tuTBO8LSbp2x78pkw8B5HjGsaT436rN/np9u0nkXwG8BhDriv6MOtQxT6FBjLOr7DrqTiqHlM4JxHOOKSJV6vhGx5LEPGcIYlDC3gqmkVNzC/ud848MviQBnQTjYsNxG39QGbeRTPdiW288xbXQdhdHFLH4Gx7Qcj8Vy8Vft9HU3gMg3gTryaA5SLSdBUYYCbnemuNs64Zth1/BS/19CfX8qXTv/zOOq+Pycjz6tlXdr1rnM+TUrMq7QHUOW+hk0VafDqqe3k1TUbMMvGVlPpur6N/LbzM8//Zjy2Ux/1qkOe4MuVEXN1zwiA0D+tCXnda+i5dg8jDfrYz5jsA/UfdblaEHTMb+VrR4fN3TteS7/hqJ+22hbOIDMf5nzi8C5fHc021LF1ySxHS/80erbqeY00z9PNvloneVvpFeZ1wowf1f4p/DoVf8G1mF/HmmD5fG37uk1dfv5iOy9TmQPU+Yr1CfpJv9PGt4KyL8xlTmE6n5e8wYbpdbJvv9J+o7Q+XqEr3MtJiOnSa2cfeRNXroXCBjO30VJp507KJgGmfTNTiUfs1F7ZT5qu/kB7sf+v4dbj1Vgrfft5yPxI13Ni0Z5mIGOsikMSjVhKW8b951TwCyjb2COl5LOT6LPeRKCHwAjnmCf51CHLW32vEn7yl3Yl5Ra5sc3B33LA5CX5eY6Q8Gsd4CJdPjEcWqLyOA574+GYhWje/vZBaXmikA+ZUWLbHR3Hj8LVWmyHzIM5Dixpzq9la9g6mLa25rxu+Ln68bm04xTXLuHxkb47Vddr5S0X/y6scDkAPtdxzr8Q/zY4p99HbjRMpek46AjDIm33Bqtpc8dmvBuqCY2i1WDtmY1mpJiJyBl3RPTjOh3f8wfsop+vx3IAhOl6q0NRni/gZD7mUarrEUNbJgfUw+Hu1199/eb9V+/f/PEPf4gZ3TdffxNP+vKOf4yL6bOPNWTCRp5p/fmnn9/89PNP8aTvDz/88IbDX+fxxC9PAS/lW4Og9ZjTpC+uGGiTnMrVxT78hd93eh3wvWaAar3qSIzUPddHTp1THq//GJVrKMtCH6So0zT0m0DrkksKEwxuJMiZn4Egx6eethQ4HdhvM4zzwibl8jSmV8gVGUweeEkQDqo0ZVDzU+5y4cq3Y9T3ofP5JHgAv8JPly/6ufdxE0GlZSj7rfO0H+D3tC1yjd/9XuOEHXfZ3PBRrQ+a6EBSiF/KIDj4Qz9iYWXhW/CQoTbgGeEZf6bL9Dh9q/i+/G1Bv2Zayn722TEO0E4G8bjxqCLwldvRtf0O2zePaNnWhIiJIhY8+kn4t12bnAbsBAGD9WrQ0XX5NP+Tjm0b6bKm2fEvwj8x9rs98BYp9wbpkXbVfjM8+Hxg4g0T4FyP4Wbf+fbJp1xM8DH3ou+dNkJP4aI+z1Eq/nkxEPIZen+erorHNOFXOmeYOZ7ylTan2sQZbo+fM1zGu/zW/C0cNb/TvV2+wr58OHV5V6VfnoBSQ/bPvLYO+StQbQAZUi6JmP/upzl+HBdjK0p7ZH6yx+dq37Nm94Xpmukx3XM68czL8TRn3Am1hQtYv/0h7ISa8sBGZtghxgHKypZI5+MgRxlsSvAGlLdt7pfYx1/qAjf+Vr1Ow7ddIEwZ/yVGxrF8mthlIn1lS/scp1Mi4mM+tpXXoT7f0J68YPdyHPUTQ27DciPaCTf1X99WDX1+pi2eP5wGS/tyGuZ0rmlCbqtdsvxSWqJ8I2ee57yq1jdXUNe8VN9UeAaLuPGga9U5/bh9tW5BJ39t8acQmDmI/vlnHRA3fmDXsSmP7RuA2BzPTwS+2Arz2Gm2JbyWNZxwGIYU6AbG355zXgKLDvJUudtr+CQsL0B6vkSZLVminntOtMNO0dYTLtqYm8im3dC1Hqfhb9W5zs96PT/PA2l4mumO13Lb4SZP7fEIyqfNz/Fs70kj9/Y2zlun0iZ4mH70lfqRf/P8zXaPXZjqzA+PVY7P5WuZMey6x9QeO5ffIbdDzy3fsaY9CvFUYtOTnr0ZmvWk709u9PS5/ctz+ZsUlMTVmF7yWhBd8nyl5tIO/qKfw/imHLy7/0r2RXsysbE18sS2ADzmA34c3shHT9++za3i5eC32THVlNXTZrn8zFx+ai5p1JxF85YHaErI+PWraHmqOA5yTJLgdF335GFxt1md3o661tJT90LdzicEsnPOpXxle21v9soYW0A3/VUPHRXLPbQ3S3d/g9B8ddq5tt2CiCP8PlVPld0BTvphV9tx7kDcZezbnjqOz4zT/XrcflYMvTRP6HmNwRw27DIX3CQr/EFv9gdlkCL7Fd+JcNPLPYjOJeYGqoE/aolBON9e6bJb9sZvInA/xnw88DCuppGQSoezXFGDx6ee5looRQHsWM5X2Cf1Z/QMxRtXHuJV11pb6V/YGr2dIMy9CmJX2DvibQStehddbNySoIbnk5Ra07V5gAxly7a/QA8BtzvGC/F6iQuq2haHa/6AaI4cGAPmIpvxZ+KJ/gn+CDtyGfZxzZMcI7znn/0x0AMdG7JovgBr3lSZ8Dx2wFUil+pzKbobjHm554MHxoNdRKcyWr/4AtVsxxa7Y+URrtDVOGtRpMnn/lw5+2jgTyAYiXpHB5jxYxZKR0fOqa8dz4G21+oFf26qVMZBL4so0tSsE65mzubhRLEli/Iut1aGBDPjDNdSeRWy6Ix5mCQtMCmOj8H/+uv8YDvf7cV9990f48lenvj99ttvQ4mA43C1KkoATz/kc6jLQS/f9uUJX/4cJs848CsvJ1Rno8iJUMhFSwLeuOEV383NQ2A/CQyceRTgr/bDK1a7q+GSOnZbz9gIIWtxmBd5xqe20cl9H2Cj5KdJGtrvAe8iUtxGCjVGyTCFk/7NLoyZLwDo4CsHc2/2ztBH4rX+NXw0yf33aURsIcq8DjJQkHaou7zCkGuxcVvfBKcexSGlTAuTQlhaX7uUuFoVL9K+0/xdGvfKgRyLUm7S1hwnINgse8ODGpS9b3K/hYfxEFvIH6/q9mWAGFeC30wuXbcDvf/I6fmGO+ffkucV19b4dC7/HK1fTn70YetkwrOr+R4DDec4vscy54Gnps94a77LklbLu27nE68T4i2cnyLNdLruOmTsT0ANfbn/0vjPU1T1w3q9pUenMBmHy5+C3c/7NPIA7Wtd2adyzqG8272eD+Qc0fhnvmJ3vekBXuOZ6zgadz8chWesZS4z0tWxsGGp+awSMCvM/fS2xghTg8cTNiXY8nRbrOOnqKj2xDq3lNP8+a0ue5LOpku3FT7MSX7qeLpVIVg2P3RAjf+gm/wb5u8UOcoDp1qh9cawkDxT6uWz6Q3LRe+Zl6/3tWqobRrlMCmo+bekKfv7lhhvhyvbnDKca/893NhM6w96jPxWx5zcdyufZeaE1Lj39cN2zn62A7sRoZYMzd5Eq7Qu+k9dmosuNkILTjbHHKe94aQWWJ5z7TLeZe+nbNB5/hv4ZHNmR1X5RA7XubHv4icT7B0HPtrnOmewhXZl7MHMZW4VX9g2NDNfy9ll6Fa1XYcnNyR1YTi6tR5Qb+BjYJJ7bBuMlH0dl/VeWpf1J8vdcpy5jh7T70MZx/d91zPamH14qab6xPbneKlTGHseMsufqXIObwPMA2AEYtyUsl0BFv2rcc8/Fx1tE37mNuGGvbRMqr/5anx9Y1SJ1u0Fl9Js95icRLrqDzuoBmAj7/ToMOlzWeIVT63zdHjmzGnomgut8Oacc98Cd31t52r5gvPPyMxRPr8cB2qvne/va+nAxnT7POrkGmelaZ17q5ROT2KsOkbY9sD1zX3FmwdCl5kZtPdjp87k2QzlfPmDacrqULCNW8Y/+3W8eKunhZl3kYY9eK9/rLdwH/VmSi6WvI/9O82tlI4NFGRDmXANvKUVr05nXCSyWz8MaaXcRrDar43s3aRRPnbBzmZcgueCZq3qRRbcVo8hVX5WBa5MqPb13Dx3s4pqf7bkjfxFMF5I/xcansPxzdZdlBgHwB5cXdLx7LwcaJ1mGKlxD26GmqJs5W0wnbosPBTxyXi/iWdEUmw6J15Bwq3ZPjkICOEOlsaTXoIbJgqdpvXGpdtTNR9blvFsv8v3yYfQbzgMZZZ7Eh2xGQSgKo1NIb0qilc9v9P7979+/3VMKt4T1uud/6QnfDkg/vab3735RofAb+/zQDgqkdDkjXfogF80Lw+8MW5KCQPNTZ3vv/8+XuvMIS/Oh75W0kjUj9vn+LW+5QN8UBefRGrIzCMOgT35zHrhUWeg+6RuADcUu95Mv+lwgZrvwzjnVf9p2iQwLafwubyGFr3iRj277HXSTyF6ArmPm5r7eHr7jW/fT9jkp2VxDzrlebP9KZpRMDYL9lCs0nud5k8IIXCNf/rkcQ78IpW5MgeZKaeKSFfvdTMrnwROHlX6VtWtEnr9qywlIDe9adl+y17Cu4NUd0MAbbiMZxmm7R1P5l/6G7ImpHeTMD9pIzZtkhY6mqAExfAMAuLHlGVbLTfxGm2+J63X3yNvbonldumPhdAs7/aZz8bnG0ZOz2Kn+bugfvVA2rqR1mNEuAwLyTj81ZPXHxgbYnUpGRXPmZCaf50/SpPwhOwq34fA2C9su+GM39RkOtLTJ0POW/yQCfPa/Y3sOS0hl/pHIV7QrAO9/CR2DbTnu71rHE4x7J4mWL+S/m0+gGuvvOuxb91zPMuZz069xoc28NTFixfyNc24/STO3CbKGN50zTBONy7X4zjwLgMs4Vqm1uEyfa7lPiFn5BdyuuUq7q38U2kzfSFTFtep/sRjmjqd+/UbtlNgWzbrQYfoobs2Qd8fv9b4e+kcK2o8w6I72tftQYfpbcq0NX7TFDZ+Y47bcRHK8nv9Zr05rPoj8itjtHHp4CtwIISjPI9IOg+7XNT6evmeP2LoMfO/CT78XhZV1OP8XuJ0aIbvtNZy6Cvnw4yfMbdhLNDfu7bZoYwGDj7Gd+Y5jDE6sGFCtOOAsV0AJA9WCnCg5fIcHM6DFy5UpvyIB0P7G080SQAnestncxjkcv7vQ2Pwc5BU6lGQpcvTU14Ozc0aNllGmP4Ns20+TdAt6vafL7OMX643+OpySmxN7PUYd085HTKuPahz+E7nL/TvoN8ef8/RdC5/p7JIPkVvzq8qUz0/rGlr7K1zNm3dqoPWxU+mzG2F/lwzoB3nXLcfvd2n1n/n8B3Pz41cb0S6XNATG0uix74zm++5RU2uacxL3K67j8mDJ9kUVONePmsElhc4w9mmOG6/20fmwug7Pznn5YKu4fyEfWLNX+bCzKd533Ti1z6MmhUXZywSgbPLwGz7wO+02kanub6e1/vRebfw3c7EJaJFPxvK1Dvm3aK263Dk5QKeUqJ8Mljcy1BncUPuhDzExpbjLAfaPWvxhqf1VyQOP1v8dho4Ek8vQt6c1nPXIR+mJZ/jVe2SuxxnXI8w7qLsMIF7GP+Mm/K7CCaSRny6Kpz5m/zpxwgdSaln0x6GenXwFprpm+V/LjDDz/k9bnqyXcwZYk9Seo5c5yW3Do3tsCOfv0qLbQIHPHGQ3PjCHMjOMuY4OJxG2I6w9Ys6vN4in4Ob9+90kKNwvvEk7Sl50Aw+yhOuOK0X4jKgct4hQZ8zJeeH8MO82ZevDiFw8cxYl28uNpTVGw4maobC/z9779ocx5KjaYoUpXOqq7un5mLTu2Zrs///b+18buvqqeuRRGrfB/A3HO4RkRmZTFKUSi4xwy8AHA4H4Le4LNrlfUbzNMEdTyaHtY/AfeL77xGWGlt6vmR5+LpoHLJl3DBe7rPP9Bcqs47P6QWwRBj3ToSq25bzHrhJ1QPBAdYAQ6YSjHMRevtbhho/lpFvPub52gJ5RT9mO5OC/TMa4gdjgp/Gy6K7g39zHwlyV+4NxoobRJ/3A9+zPS99Jj4Qhb4S3g5l9WSzTPdee76P2nMjfP78Sb+5YufNpTFfKWsi7NkPxoTFBO/oYaDHuEwMOPNR+x/Knq98+KXNTVj/BLroSOQWx108Iaz1ELYtmA8ovwJPFX/h05kNMMTb+hje7sPf0XeWr67CjbFZOMGP+05tQz6jn4pqlh+3w/3Y2Ai+AOJGrkUHFixFFl2tmY4nb0vfqDF+srnKy9D1Ot/Hp5ViFCcPHO4rebJuxME6EzQEZ3xdPVYIv/MmmTUdQE749ZqGisMp/5owrU+KfzduXM/wXdtlHgb8jcRRuEo7yDS77f2dcnIV+QS+JOgmtYK+R2ZIXyfAln2uv+MAuA7AJkfePElw2UtcF0OYia86LQd2BJcO84wHtoQHutLOBa1PFAaQUwl4sjIvyrYQDMylWvq1Fd1JptxQe6/rL3qF8+90yPvLr7+++/0//dO7jw+/vOOp34+aiGE7DDgoF84P2XQnAu/Urw4XLZ4Q/ON//vHd3/+Gc32n10x9esfrnfnj0NcBGrsyNtDNrnKqvNpqQyd5IiFfBQ3vo8xuVv0ZQk+hU8ncfUwI1nyYtXXJmjh9/UXfUuCVoOHL3D8CJZ3ffhoPIKCS/bqmt5+DMj0/0H5e0Uzwpki8Ivco6ZBfAzadhTUNoBpF7rnxoX2HRn5dgR/9ydw0NGuQpX40/YqwUX+lwkBhq176ceGvQr58PHWt1zMeCOfGG36MQ3HsIm58SYE1pJQR9s+/R8kV32PJzRPTXtMzYmfk+wzKz0CtPvByMtgouvBI2xRv+2chczQSbbSP9ZVacqNfCAJA/kwAualH88TwveRebsdb/LtHt8ouzIv+S/vuNuY0tKjLadfr9IV1/YDgdRI6T1Q94fNYWnUFUczpWTyUGyb1xvrT88Gh3qxDU3CvgOTVXG9uCs7UXyeNf8UNEV7Cv27Rb+uIrPSlf6v/c11tnHPy+NX25RHpOCaQ7m9jWXecPn1tnXQaaF0a7XcHX+EXwscaz+13WtUdKfcY+Gy5S1lfIDCeLCxqDvmlfRPPC65cm9DWnHfTj6fWU/QrGyLu7yNcw4Pry5Vi8yFFf03PInAaXjKOXrqPEoqeeuLAuAV4M96cR/2v7ouq/tS4mfver0Ob3DeT/biNV9uHCfjquajTb+1qOVzG19bmGXNy36/h8eva8WUZmhtb2OQQ6EuCnUWmrvrtNtvRuVkcX8Ebwd7rJvKHtpkGRB0riHufZ7blCgudVRsAKAGY++YfpDVZIiao37Q5UGYzdRaHyRjOaV/rfMt5L3+Fy+pxOUDMWnMj8+U5OFeD++ScGhkuFjm06hzCuYoPl19nn/AXPMaEcj3OHK0eOxxt/Tp+sj60OjU3resEF7bvC/zw6+5PFDlUFZ+a5Ne7xp7jhtJ3//Ep+gu46Dc5UN6SRcjXP4+EA2bMCh9h+5/L2Stz4OYz9giB4Q/fYB/IXIk4+Umr4yW+0urCrzoQzZ7M3DhgYtNEdMNWjvYfKPpnffA6cCDeGK/rl4iTX5locP+4l6KTyz5El0b0p/r12wX4sz6ZV6dvxxXt7PrvenboW093il8r2/a2Z7+eDy1rgrh/o9/EYT75hAU+px5w5RtNct3BQe49T1QJ7n17mkzHipKX/A6OvonLftp05+tXwebnMtR/IhcvWxSQ1y26da35j8R8UAMePmht1Hwgyzrayh4MZy35RgJgm47QLzGJ5MYL6prHoaR7yW/KEIeBDbR6LiEwwYp98T1l7iTHMbQDJU/bbatztq7P4LZO6mRuEqv+NUQvqpftgxeZ2q6G8bvyfXu7DyFs1nsT8VxE5CGUWxrijrOBc83JwEX0LgC2YFPYrv8oARxELOLQAPG64McBCQeQoovhbhJU3S44Yximmw7PSMjL/GcF+VQYrEDwvV7bTFw8fnj/7lcd8n7Sk7i/6vXO//Ivv3/3Ox345qtR7vLQV8A+kEORwwWKTNTZdPFJBekPv77761/+qg2nR91R8+Xdn//0p/Zq50/v/va3v4VTxSDNd23+Vl4vpz1V8XvJ8RjywVFyQMLdMnIYIWpkYkGrryjQ94/ZJEu5jjVcZswj7pFUrDUWwLEfl+wrIovcpZPd4baJskSbg07/rsLp/qgMIFPS/FiOtfyyuHXtMqwCPTjLkt+i9GmOnyyksZUKg7w1qCuPu42QwZYOVIxV/Ez90b+tzoU2NyTY6S7GT/3Z/wtcVEb/beWvOAn+yTW++3SZAA1tb+1NhJCRb2JhYfLId2G5A0p+AxuBlumBwl3+3CnNoX2bn1AzRVPodjzzZXrOnxDfaLIL0fzT7rSJ57GMHB41EcVReVFLHvXkNftsqQVlVjk3jsjLKoqvzdLOW2b09IJdIqlf2/2XYNlHp+3jdB2luiHquofMN5Xo7XLfd52+htGUZcesk1Zyz5UDA47x2EyFx9QR8wjU8TDjV1reYMDO4zWuzcy59UMqF2NJXNuKBtzkbatvybtOfr0fRKI1cxw/T7d3lmuHzgZ1+p3HS+h3ejeMMb5sudWDVdy17zoC/gwyUVuXT1a+lucsx6xV6qDAz2ndNL2sx75G/i9noXhZCG2ELT2zr9Q4drraDXqZFXzYoRYodHuUxR5fBUnRlAN5lsU23rpKt2/bbsyLr2OtmUqbXG9+bMGSN7YxxxU2RWIjpCLZDmOOYj4BID62z/z5OvY3dQIfKw4IROi64zQ39NV6VAt+qcFnvSS2ZbWALZFKa+R3ATkYiSfH1GbP14w2t9P5P6+WgPuAPsueXNuAYbevyBi9Yq6baxvg/CSRteN5/btd8/Ny3XKoLHqzrA2StvW9z7P36rR9u70jnO1uyI31i7mwzZB2PKE917Aum0aludQqO358+hzvHABugFEfMV+BDn/QjU8yCe69Dlzi4FZVRz1aX7DB6rpxJ9NWh9mIa62HDL8Fi2+GanNJyxm3M9HQBsYUFakOyY59guJbONSZw9z+LE+6XmcZhlk5wemZv8TNX8PAUcuJdpsdcJfXVVbEEl/kVPJuEx3ltteO3oastcOlZli25rOnzaXb7vTrXc3TVo3mc6vMdpJtTzmxMc9Ydhpvm1rPTb0MfViU/ox8dvcixv7rdRAb7XwsuzZFfafpIm/kg9y25EQ5f9aprktpTxzYGM9vFuTmaTSN1736m8HwAS5/+AFwoOvDW9Ml3/Rcp1tvfI9N5PuJQfNYb5iLt7HgVEp/QJOp+Egb/6In2cLfsw/lfkr/CG3CcrBAecCoTcs4mTjwSJVzqOuXGp/h3kLa/hM5qzllHE85IA7G9gjTGHk9/5b5SMF6EnIdi3ZTnf8KIqY3+gUI61vVk4o5xz0/kKYORd6jloYN+UcS2U5JPFz05fhRR9HzI3XeAqb2T6WHzaAjiNzzQN+0/hSvJJEfsA41RGwy7LLZG7JISeTvXXsDQzzRm8+2BSbj8cMHvRVV/6Iv0VnlUbftE8Bq83Gw3PTBvUh9PPSk9wK2fmi6oQnMg/ZfB7sOXsWf3sDIE/YcKPNdc9ZN+LTkGMpZCfLw/hC8XBe8JrteP7Iv5nXzxM1s05NedftqbcMxMt9vPr1To/2X80o/pc9lLMhxyeNDXNNIohpHQzKwIVzsc37bjnqys/XGY5bvbB9LftPbQSatTbR/3Q9ucMrAdJw7X+MAOAxYHVorSeFKyjEw5KJuRv7WaWQjtjeD3EMclIyWvAk6ZeYk0LJwIc6l9YWzliudwOHMXUx20pH8+usvOuz9Vx0Af9DB7y8qu9dB8ActuO7i6V+UVv0XHYiD0s0luwHY/9RBLwb2l7/8Kb7r+7e//00HwX8JI/jtt0+6MhlJDuG9998u2RcraGyIWzkEzcAwXPy/+SLxXsbOIhQY8/1iDL0SYdpB291OTx7ChvBa7f0KLr+MLdO+DOvbQadjxz4tE3hBF+JV4Bp4PKnKRXu279vx+7o1I4caUkbpE5AHCwf0JHQHGWpxS/pBN5S800FxfONCSMuTRhD4wUPKg0bi9E84zAvlIM3LiRwTWSksf6NPmmWr0UULXnkx1dQmi+ofoM4NuBeytoD3tmfWyN8C9uYi5/ic2/UtGwCv5/hxe7Y2KuHd+Fz9d6pN6Nqp0OklVGzcSvdwDXmHfE66PYebJymaOkTQVDGuz9ZPKTmaHq4pSf/8fZMSyPH0R+on255t4rzYc/xMOA+4XC9fqJ6va4Qwr+Qe8SvAbfkUXq26fA5HMNl23ySGTefY5M2PrOt8nZbhvPCEDy11VM9pX8h0g70b7or3yyOfdNiT/iV5CloQexPB9pD8uH8shzWLI/y6/GfO9yKBrTFv2TRqqjpraW5K0cLT47On3bOf7XpVbeG8xFzv3ryg0z1Ny/oNFHHo4l/Aj7LGOIewfB88nqoR7D0btm2dCtw9G4Ss4U+LIZhJGuk3XP88l2b/EF+FvO/l3Hh9vgM4HOoQiPNnebDeeamgalbzmSpn87DXJy/F1z8SXetLlfsl7d/qw0vwR9jZG4yl33MKXUaPL9HpCr9uu/YslMlbUx/lN+IJMm1euB/fy5/wxkPq440ABMpi2SNEaBsWHXA8ABss8Wp7wFhfOj57iuFVjCoY+RF2GJuPedINMrnvCh86/GHNziQmvNFOn/cFVIIt1NNH5QEEEvgZtiTgsdfzzEv0bovez7xvK4FqhwMnOyZw1C8DlyEj/e2gfZ8vzfhJD9N9SVvXpCR8Cf5Ec4m4QURxAk/+RuzUxEVzGu9BZ93pmzD0Riazm2tgCuTpyv3dL0rJh2hO9fnz+Dr6r1/ntxMkGfusTF32aztKLHHS/NJuf1xGfhfah8jun0EuDSv9duOs7WeFW92len3Bc2R4fa3fHtPtnsfH53J29z//5//UZ2Sa8ehKRa4sXwviwXZngHyFzZTayFkA7+91N0gsTip/vF4AR7K3aNjLZ1PDZUFUjiAdEjLyXW/wwOtOyONOD57wxfn8i77fS/yf//mf8/UGgiM/v2mhyQ3/cExBM+kja+gB90kHuem13rWnev8er3H+61//Gq929nd8P3/5TWBxH0SIxjTcb1Ve+/Gsf7vcMuils9x7Xft0jPNed9VwAG7nkc5EEzNNGHFsnVavzzHL32lg4691d9wh5MJy9R1aWzrgu/sAv+jVx4V+j6as4Al94C83zz4EiGWQ37jR/Uahl/5OR6eyF+sD4R7E5fk8Qdrls4e/36+jTPfgUq/zezHdNhd5hFnJtzAJl+z29KD2Vee06+dW/8UmQ5ptR4lYw1P7fSBifhjMxYg8hhD1X7044Y5Jvzp7zO2phS9OchVo41bY6gd4kkeIu/M5CSYtKQU6A7Jux9GKi2Ni5YY+mXKXi592zidkXO4JTk/v8dUhxv7t8kqI8/id0vlY75/1HZrJh+tn4/l0aHzHonCErK8QGeWPjDWZZEDBRuiH9jdSoD9TPyina79qIpg9lJDjhK33f+ff0KXP5koOpJG/aSYvptuQ/UhGS2Z/UWeT5wR+oMoBxHVbD+b0AHxV4ph85nqdPlql+Tf8UfwZz/hcoZHjQepRLXMcmFpXjSdM0+OG4PrmcdH06vwlXQ4dXDpZUTZqes7RsQg+8NX6lep3u3H/UO443DT9UvsuDSP9S7ENX3lxXr0mf5ZnLant6P2R8CNct+sxn7qvb3+lddTPdT4T2+2a8zvtc/LpkBmr7UcP0KDuAw2d+bX9XdMMU6/ms+ZdFq98FUzfycwBBoF0xMd2780fE+nU70hnhrzX5y/25jQVds+OKwzx96LHXMD2bb+yPKoS6wGNiW3DIz61gu9f7M92mP1xd278bPLb1x9ZiWiEL0lHIy6TP++ZwjczqueF5+KjH+m3tvlI+nM7rZdz/jaNt5y7Yx9n+2UP77K2Wo4zVps+KXvsX8u7jy8z5piu9I2LbRBsK8QrHHX3+X3C1nLgbZfON23KCHX+lzl7v2P7OtQp+e7hdOy9GG13u+F95nsPL56Ki6dhcj5iGfIZH552YQ1/H69ibH4Em1dU0AtJ36hi2VFgORFn3k3w+M6N7/F6RuVz7gy/lndCjvjsv/TaEgIfG08SG+HC61wf8nLbTcrydHoud/7Rq+mN/TPrw/U6kHyY3jk6hpu5n/GAq3l7eOfozOXn0rWeWn/iuf+s53PfWNb7tVT6QOVYYXr7eJeVBJ/eC2CPaNlnTDr9SdRMX8535Uc7A9VQZKpqVQC4Xd2/zu2vdIivZT5CVPw8XK7lT+1tOBzOtqlJFHNwmrZWoXucfVW/tcA8UzrLxfO3oLW0ufPU1+HZDg5sck6dMPWpZurLAx35mWXelDyR71B1bN5fAabuL3gfxriXXuf2zviVF8rW8F0WI+52v5repJ4j6qATSd8HvAbscndOva7r7vVmmdMVazPOQ0Sh2vRredqxzvsD8TI5eP3mOt0+t6unc/0883tpPxjfeHPa/Lhe65X11H7Q/JLvPGiansu9v+b2LPlTpE2lptyS9DqrZBHladkMTT9m8Te8DtfAV5dRv1hzMOuwHJJ/ncNg+/pLsyWiMy3uno0lkK7KQgY6iQjbvmtzIz6h4WBZRtrtsh41IMu0ytf4XN1/XGfYPE9L6O5Psn1+YppS8NwvtNP6HY1IdKAER3uTf8tjKT4XmdoFuHkPXXH7G53kp9st69vAaYu9oX7RNq2GrgvtLHq49H+z92Fw6Ha8619Fq9Zh/Xae+ev1K7a0ubfDdjXAnUiYvkFcr9OXXu1nB/mJyNL/qR4rsu73LfmsgE9kRC+GwomTOuCSlwNiFdYJSt+gCOGHkcVri9IYIi0jx/bjSUPxZWHOLAJrQbos8aHlnLxS13/5L/9l+c4Fh7wow3/7b/8tDnzB4xCXPGB/0VO/NXihlPXlZMzl4P7nf/5nHPriJEhz6MsrnfmWL3nQNa8sxlDcWRldDl23w3W8hSv8wRey1QWfHK9g0TZSpN8Cj8/hgbbRJ/E6HN3teCcljHbS0NAnbrRgYMjXzVDX3IfPqf9t4aaOM9DhR6yb2f+LQOLOrSfJStsL0oLua15Nf22K0T+vJ0HLY0vxabueSdXhrvh5z91lSEcqpEUUx77oUvgn8Y7P8SF66li2Yc/nvV4LX6aml9WLVIKQnSY2Hg+3WzIqDBvu/PNEbr6zMPptm9Ch3EVfGvTLyuEQS4eAzvE5t+sQ0e8EiLaf8++0v/rH2rSUDQ5q1DVgLNdZfj3NQgfIvEEh44nHZ7YYl/YCtE1/i3/KPJ/pNGaC5nvO7xgZW7dthjifdl3nIX9C/INIoC32lsOI2PF8PT259fj7yEK7PUFDD84bCLJo5TJ/ahuVehr38b3WIjZ8kEqcA2DWKfgL/sKma3mJg7oVtA0j30Wd1YZZm/Q0T/1wQLP4JbUD36NpctuSBv81wrhhYv92rpmzXF6D05913FYC7utKtedhN+vQy9dlL5mT9a73JV6yzqSddkj9/I3jPt84136Q1nKLvUSEw1IfmIpnkUhfkrTS5rsv2GpDvDlNtKqPqP7oazx9nHOZB31j+BHHUcJXLZJ4zfRWf7kdW2WFREQX/1QKLAPjG8b5gOJD50C58w3r9Az7M/3WJOB581vj63n8eOaDLtu+oLjY8/PIn8C2X5GdtKlJeFy9sjvWynIatq/kJ+cj2At7Gw62PfIddxlXaGjHLbI27vleQMMOmQtqDw7bpA7o2T5dr+3WvBmOfPKivskXLZWciUDD9Z0B/W6K/WTkzLDl5z7L9Hp8+xFlMstiL72lC9a/PZyj+beic7S+l4fbmk/o7QIcKLap3H2s9R7ffdJ85em+OR0+xynmwEYXtQOfrGpO8ZHvdbZAWejqxg2y1mHDbl3py1mXyQOXhwar78g4XMmfyCfwWU/y7ljrqT1cMjjSeAZDcLQm4EX7VMA2T/nEGdc6Mx9KznDfIs26mpbfen39LdpySZ1Ln0iXbhmGA2ArLlcOHWwIn79wR9Qtq4WWG2Llvpx+8LvcOZAMwjO2wd2o2HAoDEY1NIC6v+qp2i8y/mwn5YaB7ge9avX3v//9u3/S93r/8Ic/LAM2RszhLkbNxi0h60Qt1wsCG6ivbNww8fnLX/8Uh7zkc8j797//PYyZusnjGrCKUxd5pqEi5UV1t/vBgS53SNyGrPmFGuLnT82IEHcASvu4u5inGFP2ayVbXtWVaA0XYtcLoN/9WIg+M2rdgQxPRRDuOQRm2JH3zTsV03l5UxL5eMAgXkOlV/NvEc+nU6+3OzXoEBtukzcrfdCR+b2veTqcJygZcOzYq00BP8pDA+ooroGfU2UBGLqeKJYCd4QR1FP84B5uEhZeRG+4K/cA9bhTldFbdvnIRoui/CEL/n0Iv6CYDh85RFdB+AhI+w6op6tt+lgfj/2ybpR1YF1yIof+WUKNL5kl4nL3ZCnaibYbsaN0nz/eIsH3QbqeVn9fSadfSzi/Si/24gW0Tz8pVPqVpuOX4ANreqhzqHTTa9PLco15KidoVMnID/p7rfxuJw7rpymOegp/9o9AWMeWbmHhoiGEMT/7N+0fWPc1YwjBbfU1MvVTVFjjDZutNa/rt+G5zrRxXjGuyZ/krMftqvoz03LZnF9rWsetm+uSMae30/V0vkfIS1NuW5cplkKwXE5T7Pin4V6u9Bifp+p3G0Z9TQz1p3209KH3g+WTGpKwKbcKQ/7z+Uvq+7/m27rn9D7GdSWn5HQdxW2sc/yP5dwp/6T3Mrr1QbM5Ar4prJnW0G+L3xEgfUN/5esNR7ouM4+alTi62af3utskbnj0gLi8MFpoUg0OdB4fNc42E+biOeBCeCNymT6lFKof7PrXKt6og6wOtw0w8zFDncM3/EznKJ7x/1GvW3Ji7ewwy5X81LWut4Z92Sv1db7WdWV5tif1dZP3qsQi4vUj9ICvbd+Szbpe5+zx5nzZqdYink6ynuWpGy3btMmqSPDVYUnTCr4Bat8yWlq2kdrh23scwgiGIAf/9/pk1hIU1covNkb9umlu8vfbFsKhLBOnBSvmV9TBPIt6LJc67zJ0lafzDE8aOjVtec94zjcNp4EzbKVjuH61flqmveQ2MdM/Su2l+Dha/zbcaRlu42Tupe0/RWu/DH0hwKfXWjz9y9gawb6qqHkWzL/An+qDE+XYUjM+yyv3o+Y6bp/2IcI8pueN0pJIa7/5ggNkhr3U9bfL8SU+jAV2kaPibRkkKVU51Xj2Q34DONda1GPa9Vrj1GOesF3Hw69pXRR9jMNSYB/mTnuaS2j5TtvnVH/gsvlqmKCvQvMED3thVeZ5+oxgfXP5tE/U+60ijrKsJcvp/pKZFZjnsQ35AEyWJU3aijzNv9vu9EJ2I8Lw86R+cF0B4nZtwL9IFvVNMqSehX+Vs5WHnJpLCH5jn478CXeUF3hTaO171DdpCUs9Dcx61pK3v5yRr/lp5n11/dZD960frKhp5MpeqU0NXTBeE7rSufeOv0EzeUofGrx55Dft89liu3/xzSc5Z6ABbhNx9w9xdLWW1TjlDtQX5wGqmwcUCTEmwL981sd3OiBuJuYHST4/fn73Ra+8pj72yTOkf+TV9rRFLcmrBZBAgZN+V/CSCWGRS4OpF/he7M7jUwMIvCShHDEZujxgZ37NUnyURac/gQGpv9b4Vpgy1n6VhQKU+WqiML8NZXWpuItwC9Qi0pJ3LOq+OAb9XKhRjp1a2IF0I4+cuOH7Mr6s5aksTZHTuNKhMoEnPLZB7fwr6aQbi6JINVeK0pm/bYzFCZN7JujiQfUmGwzw1DQyQhv/8Id/icPcMEylufIa53/913+Nu0JII/gY6EWBNArXzE36hFGWxpYGUYbyAe+/P/7xj8trpP+i7/fyhC+vNWKiQ6Ae80K6OhnSlDmcU3zDHb5OA9BhvAOALBwZqB5YMUYb6KeGKIXNSZwVFycwOoIDVUwgz8WfyE3JY/oND5osamjJ9klraKKQQzebAGofh5NfBDNV+p0m3T7r7l4bOcSMbm8OLL7V4jZbV5y+5dVu4SXruIpf63BjTJsXT7pbDXa5ew0dIngBlJODzGRy4wlEQv1ov5YN7arx8+2UR5fsNN07aGdVfx2nlryJw7ac9VrHVSrTpy+YoGX/3dEp5LSO64vU1pFRepsfKLbqWu0z3Sqz5GuG+Lbpyt+35eQ1ardOUJfnAjkhztpj/qtOpV/pLe29KiiFDuuyvdjL8XRWc9IcAic16HjcJX4qaJyWTscNW1RNXLrMKyLnQP7jI3UQ9vrS9e6VJ/aRX0xqbucRvCMwzVwLfVUWwe07QmWEOT9/eJ5MztMf+dlOneHhxHyxfh6B+b/1O/Xlerlt87mVK97N355inNnA6FSrnm7JZCuvY3/rmLUVPix55lZez5k/fEhd57Du02on5hHcW/aggxjGTgc2LJzu455LXZPSetKHLvA4uNw4AKjyWV89aN0DPQI3mdwvr48jp9dJisDap+oUefMC+fT66G322evZBxJ7TtiS37qfnlPD9427JZ9zLdrHeVt6gUfBvtlQzT7PtYby7XObLdNimWqfn1hF2HXTwBqfhgJIDkKzC100n9bElT2V8Bn8rIL8jtAD1oOzYLzx5ddQW2bAcdM+8yr7N/sK0vYT9ieuzj5m7dv6eAbsXrnzTddp0z9/3deH87hAPBf/WC3fAurU/Mb96T7+Fvx9mzrfRn+fl7/5zPUDsjplG7YfX6HPXKX3r/ZO7Qfa3pHpscx5rxvQgO3wU+8A1PxMeLY6YZpBRWehjQ9ToGpXTxre+DO/2KF9CeUEykyHsl3eEnz1axlTsIVrCUf5ClscaX5lf9l9dgcMnposj/qRKgMobbrupQo4DGkvOZbHknEwoq3lK0OV0qUkhOuh6er6W50aM2n7LL+zHHmsvaL+aPlJ/CobD9pnOZJeMQ4LzrQDxbSO0zlf0zZEyjDlufTPtH4wN+9Dbtqn4LxI/7BJ/tB97FeW3CrpD4F4/kB/+Q/7u0Z3mePE+RF169+ylrKY2vW9Prvx9IH1Gn4ilS7PluA1eaR+zpG+toeAZukgl9P2OGMcS4+2Z8kew11DPRd/TfFb5dSWuDvNC3110/159NbEj16LfZbdu3tNklEyDyr2cFIeMkPZbFy9ifUd1HVituZlFsUa4pqcMFwh3mvj4E5W/eHDL/G9XAYY7h690we5eYr3t09/i+/zYrD/43/8d8F9fPfrL7/K2FN8LBLqK0c8QPqA10YOfhpgyoCNfZfBC0/y4ij83V6ciV/jzDd8WYh8+vRpcTjgGj8dTz8ItjxcTpr6cVLU9bzQ+zDp0D9z3vNq6NjQxWGxc61+0Wvj6reB4vsnkgOHpW7bcoCxqOGoP9s3FtyS/zWtUb9HfnpbHdPETxtt3OEVC2ReRREEPOBn/9Feh9rPznu56zn+n1tz0r8rzib1W0OdTjDuZavL4aX6GH1gTzY2jCPd8JGPRMUTuqh8l1GX2zanW+1znvqgmY+sL9FbepvWOtf465L9HOOMemR4eGttQmZlgzq+bQJ/8h1cvsq/OOAHGNz5+yq5xqQC/NZUJha2KeNw7XJ0rmXjdF5nuOf7nZH+mDIPe327lw8V444UayomWZITd84FdPG9FS7jXcYu66aK1kRPxHgpZQ6Q7Av0KftEUj7rp8/J0/Kf4Zxv3rANpGN9hgurdkRhVxAuJ/W8kH1BvQTz4zc2OI0stkP2V4cDyv0b3Afa3O5tWvu5I/19OEq2YK+vP9u34Idzyx7q7ax1Ap8+LmWWcsN/Mq/PkJF7vRaxjhsuZd7BwWs8mXOvhUtTAK5ePKABQb/R9Nsottpuuq47poFKBAV8eIzZIxQpfPWDnF3wqHbnXZhVD7jT2+Ngx3ebkNl5fnLhtQ+bd+ondepOnTpP1/ykgPCrGZJ/6/t5f+NOWwgMN0Zu4xvHdV52HceV07S+Lhs8tY6GI527a99u66UjPY/dvVxaJbzo69rVii82UIEPxs/3V5dvtyvy7L9Hvuu4ep4F2aReFcghZtBmXCUMY7Mbm/aeAAHUo98gxoGK5e5rM4FmClVu6XdY/2XQhund59jQMevsiXzglYwFDRsmeC6/+BuMJmTW+37pxw0ZUpYvZeMQGoq5LI21VvMFXhvRFvLBIT7/gU0AJkLrq7zhyu0rjUio1e/C76rk5TJet85ZX4+0y/Lbgp3LTtP3XHimdL5nRoyln5Vdx48RitRpfvbg3SeLDTXA7fwqg6wv4VJPE5UWMvZVWEqAH/PApV7XBdQc3Gby9+DP0Zhp7qfH3sn1bZHrMsfpebbPoKnmPWGXccO73rCjgwi/Atr+OmpQu1kjsh/DzZr5emjdKPKh2z30uElloB+VWL6dV2DQk6orgCb9vukLHAE5zrDkI2v7IcNxNSxXYGp/1TiwDsbp/Tf2/eX6CuVGA90qY1TW2fvEPJy+Xgp/mtotSvucZZbVmrrl6j5dy7P39RqbnHN1HJOP+x8+Yv0JaaEu6yTSm2GLvvPgbeaPsp43+9d48ox6PF0hfvMAD1TQ5v6FfvZD409zAw4PZGYx7gNmORWU3aj7Nq99ng89KNa+vo897XyIB3s3rufK7G37YAdseWouQYWr9cf8RT9mRRQHXEmyeTvQo09Mgyv+w/u/0Kx0DReEN35cbhxAaM/iSzZwalb93qrlYFz8RS9nHp8PJXX8Ub+cv8UTZdv59P/ol90WruDMfDnt+tZXK3Tt924HHX7Osy11iLOx8KuNzsq/Ctt5q7FdZRU3dCzrd/+5nXUMsQyTr1avxee6zPScdr6vKl/eBrg5PgA4y8jIup6gnweB4KI3wMoCGedrOIFfwa6Jcy6anFO5EoP8m5wbYfPV2NSxVh6iOj/sQFl38lEhf9Fy33DIiq8g33/4FF4hbT02/8AtNMmc2p/nZnTmOF8wvq/UAy3+fGjM0jb91AcIiz/tt+jhoM+f81wpcGVPsc8pfG0Km1zjG7TWP4Os1G++oX/KXwgokvugG/7hBE7FJ15vEif9FPsRnU+v3inbDObfhXO65fscL5PbbTaJk9cd+hWnc19ze/wrh/6RVL/DShpOB7gg1uehSIqa0aUzYaN/HmbF/aLXhn38iGKNIQSpOnJgoMJJmEVAHN75NZvLQJstH4kqNddvgDA+J05cf/3116CBQUCL1zPzFO8///M/hbJzR+jvBPPr736JA+CgG7wwWe9M8Vq0erAbVZ6RKY4BenQGT/PyHV/y+MNZkOc0B7/AknY41/ZabsdjXK7QqzC17PJ45+ty3FMYlrEcUouih3X/kW/lRmjKwkFwsxQBnnUF68qrohe9XANel3OJfmMv+c1mJjhZX+0z+hX9IS908zqWvhssZICm3aEM4SRGI0MFcJTsLT4J+KsmErweeoT6bpp7PaPWYTagFawbVU9Sj5Bm2g9p5l1PuoIODrLkgPJOft00guD3/BONq+MPSnNBg56tTPL7rTrebgA7iJmn2JfN8FZH9pGAzW7TZG4coj80Wty8X3zzDCx6HG7s5qXKL6wxIAeQb5qAPwdPIJz+wa62SR/Eosj4SJnwidDlE2MlkBrnclKoK2Me9k/no6jQakphcUr7wLoodF5RduYekG6KXSjd8YrZlu3DX9rkkPH0R/Zn0GbBxPxosRkjPPN6Xp7HK+gyOI4zQ56dPzxT/8/Snxly2rpC2jzszp+sg+v+Z6PBfke9Gfo3b0i6yhe5mneIm/+at1vpIICE8uFvxYHWQFdtLPpdQd9uXDwvocbJpG/p1+xjdB4b+u2T32YDTN5owjROU9gWGh1N7jngig0QrjHZdx1dX6BrWw+7MvqiLNDIDRf7CdfkK3Ukf/A4dkLQZ9FNM2qRdSHgF+ZN8ge80njL/wbNs/wqKdtDzftHjSOfRd+sX+fG9bS1701kXtPDN3PgvbDse7TNyEdsH2Ce+GeysMgrKeiIKOcz4QuQDQcU+hUo8HxbPJ7Skd75ZqS6p5BU+i/+wz7EPodS4lF/Bw0/YpjZp/Q3tIhltcF/Bf1GUetD95cXEbaN/oB2eWp+4/5y/10ks+8a2PrybRuRQ3Af11fchF5i81g/f22+74XJCuF4BnXnuqnLou6/xlNyyWCfvml+wSEOrOAHsDbmHOGbpqoptx/zVdAT1DppXbSvGQ6iGz/QY/1m/YWK/ZLrqmWuBZqUG5b8ah/ECZ6PE2fNuNwQ0OZ4QzsCp8lw8R9dptBwcNuc9nUvP8qbDiRsjo+Vf9M4cm3ia/1+BMMwbs/5/jPGcoX/xb8uuRdGqD87x/1rAlUWc5lh5vrrOLzA7ESqfvggLj8L2BDcNiV9XDEepG0RzrEw+j3wm1yJLzq0hXerPGSJA0Cu/JX6qaLxQMlzQu6xJAXsEZ/CnMD6zn4+gXT4lQRVmjcqKV9+j/5l/4V9Enjm9tcjIR4ka4AdR5ZMU/XH08LdR+R8kzOues71pDexMnfiTW41/0j9hoH/lV4WnTHcZdfn9sxltb0INHNbTUKrfblVTRtVrfqaRCt47rC33Eh2TIVas82VboK04qI4OFMIohjLxl7rWOjzGHrqam9Oozhc6mAzFEyJrPsuDOhBr+pwIJ+/akxhNM2oOPTloJc/G/ovH3+JJ31zw1F3q+sbvtwV4TvRof3UnvYlLlIyxFFqkkAYELJgY547O6iXJ3cT5+4dr27mKV8cAVdPKjjs5alf846BVCOxYWabg9zyQ9mc3+HbAhIY/T3qQLGXjfwvBCNiefbOHsvnVNHKuegZafMKCe6qIfBNsOScxVtktZ9MxOSk5Xe5KCP6BSUVeHtCxa98qlTs7Ie8GyaO6rf71YOGBwTLxG3zIXBl0bqTi9tBSBXsO4hbD1vfxoWn2rQIYLxWC+L1z00jkEms+XWNJ8OxI5QE2CQRbXYfeIJ7mSDM02VY10C7Jqmuz2AmMoaYslvSR40VCt1ANvHKjxj5039gFoR7TXY4PA9xyX/P+pZQZ349aVs2Y7fhrcPbpZisudqD2Mqvrd0oN2/Qsnn4AABAAElEQVQU1fgGaM3Cq4ceIZmmTNfxB3oe4EJQzzLoT/r6iK/W4ioOgrNmb05VPmp8czJVAc7EO//pS0lLM4RFmnYmgbx0nu/biuG5E5Az7F1XPPTpNfrTq+3y6Xk1Zv31tZbdJF7bQnxnotzNhLlP6tde/TnHyYMP+jnb2DoaTYy7V4XNnayhDWhomwe0OY/ZYIq0FZAHuklg/Kryifqa/sPrHJhDjr2WbTIcONwoAU33j+vynI86PQYajyt54PkJqnwF9fYcx/Qr75XWNfFb0PLYdU39R3Du2yb7EdiAkfLRX/yGu6dv7DjOEHH/ARb46pv3dLD0LkNqwoaatPJXulQ7XFUpzoPNqrVVp9A3tSdoKN/GA52TdFcVtYyR9jaU7brCnvYLM509/a99NuM4zfrHYdR55+ub4E1murdsCMzf73QHH/XEoYzkNdIAPGXd/Z5yZNtZwgZltt9+AXz+qk/AV5A2TCC3H7cxbshS1/HWBN8sw02ZbKYwZjtAO+hME0rWW6dCbxf6btmcwtgu63S2y6/JTRkg567XL1HPNbw9B6fOWao+mGZto/XAZcvVdltteSm8dYQBj/nY5fpR27LFVdhY+Fvp+NbGnJAqjVketWyL/pxX4bPubvzxnbmmasuGsdpMHy18utwqKdGEDYejoDbWLoJngzLGsVzrMJn5Es6izkWYb+f+SFgyNqwIr32twXIx7/BS5eB84wDf80ZaPT+hcVlsqLKXBA986oq5i+mHmqmt3rzd81eu+yZX6/ZJYm7X7N+cfwq56vER+FO0Li9jfdtD5WXU9Q6zETONM+vbDcyLsqwHg96I5fftSSt96fYiercDtgxH+T2Xfraz7VmK2Nh+WQi+CtnHVYZx+AEP+H0er3Ws4CtQhK+y18+y15wK4D9k+8rnz36ANvE3p7NtdmRQ2wpZXvufuNc5lo/3BiuPUHPaV+BrfKgR59f21Yb8llj84PJ2HAp8mNNluzwFqFLvpzcSG5eOl4XWq0y5fdn+tt6LtV/CwRPBbZrTSWX/t8q1Q1UeZv4MVWGc95wr9NZ1uV2VsnmusiHu/Aq7G7f/Wurs43DioMHb4ez6c6Hd8a0Hy7i+rO809oXapY10jBbboLWCOZGx1Nvqm9NGDb6WJh/v20XXN8yY/iC76qT7zPVyrXnub66cDWHnlD89fQoU/P7DB226MAfRv/fagOHtsxzMcjicnzBdGiI/JPzgAp/U82v9jlNedQi8+wfmX7VxHxNcWZ+/6LXRda9AeezLJ29pk9Zovwm36w4bR5qntTmt4WbJWx7mcZGlM05cQ/5ip+ucaqz8nsB10Sa8aDo09+Pk5Vfpd4qXPWCCZBLXWRKMNTQmQGhIQF37s8jRgr+YUPK3s/03MzenL65tB0EKqgkAT+z628J0OmkMhzh/NPb3v/990CCfA2BCPnrf7noQi8D2YMnQUPi/rA0YLU/0csjLn+/85KCXP17jwR+8uTN63c+L2Wig6ybF/pM2JzAGHyjOtcDzKIMZ4vXTYikC7XCczaW7R7VNr4JOi+h80b+xgJr6i7bZEXbotx+DbwL9UuPmnHz/+SlxytyXoFsHjPMjXGmXNxnv0QX0A/Nt8qCNebfU+3hjGP7B8vsR2n+4DU1/JI0BZRm4cQweWAqMb26hiInBveyKYBnaxwxETyZkfanKA5TpvTW/MzBZE1uNqOUXxis5nloghD6bTnxspPfdIid1G/2C/DzWEbc8jX55Pxkzrwu96LuNDhzBf6a+Ywmgi+FHdfUmedz0UNvUpkXe9/r6ZVsn0NM6r0GPFt2FXkOjvq0ALw4rXBWYlq+G5eo5VZ3nbNEAlo0cbnnI+bTnfJS8jWD7czt7+nX4W+qTrzkVYm5lBToF+MOW5fhmfU791Tw1VrzIri2c8fGbmxrGPy3n7198Y/uqnbttHLQ+fc674nOBzRzXpbleyhujiDMGSqRByJtYsmitDTqOcbvfAJ6xMddIC/EF0Hrvvoq3DLXXunEoHHXixFpfLuNs3E5fnNcN9ufhxfa/MPiCkXV9a/ncqnrL+eVquBWnL0PH/Wo5uBbnO+1r6vSPI60w29a4aq/LxlvZsLOMtmRj+LrZx4ZZ7HtYeK0y6MR4HzdntDk3gAr6AoY2MY2Q/sI+Ahunbv6gUflw3FcoJEynRayWk37QUzc8QEig7EE3tw8HwOIHtqEVN8aJOcrr3Cqxj/6+9Djz0vSPtvMn3A8rAdnJeGBz+X74Ml5fK6TigrHNXM/EzCUosj6yjWLXab+5VgeAPMp5DT3reOVoztL3a4PIzo/pUlzXOKRn/+K9AcoI5qPGyWPvkLnWkxjPtVCbwxRfGATKD3xYjtBQk5bg/CVjJ+K2dHjq7YQsux30pf698rea39ub4841fNa+rnFoWW61j07VgQrXUPuy5l8aRy8It6J3af3fCt7tLqq8sJK2Mur4UjhFgE1dyTXHFx30fnnsi4q7+89xUCxPEELmANg2Ban39x9jjoFt0xOLdWm+k35nqrAlNYpvFuB3rWvxJoIyPwPBev3ly6eI5013otYmVdYDDv05u/GeJ6lzobarwjIvOvegTIV/q3Fk7j7x/vyqXXLO8YTwN2pE9K8O7T3Pvvu//6//BxXVQJR3MT7EwWs7ZFQn/+53v+qg87dpoGKwyDu0USb+uIvBRkMDf3n4EPncIYkP4bXSHOI2f/Luo+B/+fWXGLSMx4EudAjQRGHir03uIz81L2Ai3e5mMo2loEXiYFn8cIcFATiUmCdHiHsA5rDXCvrv//7vcbjLwS8DMIG7Ofy0L2kEaUPylfy9sMffFm7mPeguQfEZ/SG+Eao6jkXRl8dPS92uz68edbpf92YApwauPZxOtcf26OzToH3cecM1uzZ1CN3gKYC4Q1+J7Cvkn3HK57AlP/XOAma5z3BO78ttIbGKsLnuDfRa1wqwZFCf9Yt4/QMMPqt+db773ZSF3IFol8E28F6/bUPfPrfxF3c9JS++y0jKIVXPzUHkxJP7j/GYSR4CVz2gfDtc1v6ZjjziNtmW21+Zcq6ek2SuLuz86hs2GBE6xSxBtgJHvXeTP+uTK+ybFB3SZfWa9WB/NZf4ut2dJ8pzwkNsO6zxK1z/3lPNdVy+d8WPy3zNdo08bbXD8PP1NH9VwsYc6xrxfYdvh0n+sl+6Di9PQUng3hSb+476TGcsyzp9+BdwB+XkNlx+Hdu5xt/Wr8rjGudI/66xnpMzy3NO79E2nMvH/qCf7L+RA7I6Jy9TstxOw8/jV+fnNJ711/x2PNeP4qCXXN0GylKh8ilPQeCreWVaU+FKx7TBcujla/48PgasDmZkrcv8LGm1Ax8dyukBoQSzfuv6qHEivZ9ru/aKn9BcSzbY+Z1puX/m/PPpS+YP+/W7nspH8hz0rWfTYeWaXuKPfdXntrN+udY9PYZ+bd9It2Mfja35HTHP06/yGXFJmf6aTupnHACHDKucKKt01+OK6Y41rnW+l1d6srLFnqC91sM+/o14nV7WtW6XIRJvm0/DHL0mj8wROr1imBMZw8TaLuYsai/ILbi8bn46Dzj/kWef4XLT8BVYyvgznsu4Oj/Xqet+BCe/Qdr5y7xKhbjmqx7GfVe8iAJbwx6fFeY58a36yNuvd09/zMWos8jbm0RzXWDM9cz+Yy53LUeutokBNne7l6zn0F+IXB1psqL/m99NeaHflKUepu9gLYO8Rv24tmrbwYzvvqr5p/WhQhLf049sq3VgLXfjjXAzddNf4yMX9gkanWZT4K/b5LqQc04MTA+5OF6vxF3GdZbJ13jDmOymGTVP4vQ3P9CmXmfQjV099yW3NjsOxxnIYyP1iw6A4xNILtCV+vuarBT4e+jyLai622cIt8npvKbMiS9POI0AmSoyJQO5uj/dvpF+p9vJdTn0vB4zv6Zj+k53yOOxOr84jzXy5/qNdz0foyyga1roE+PJsXAUkHYcha01Z/ttR15TzumKUeOGq3k1bno1r8bd/+R1+ZBKvta2TBlh7LfM82/KocrcJZde5zFldsf0JWGLT5d5ngKM20ie947BJ99/pAnWxb12mFbq07rvjZ/U+LR6O1gSz5Yea6IvuhnPusPDzve6KZ395Oy7cc6TdZ7zA9SY/FgGkVP8R1/3UjKHsf9qO9zmGWM/7ZZuQ3T9S7hOf5Rn7YMtec/t3NbPRlN+1XqlW4I2GYObWadqHUbqMHM7R/4NP19Ns9OR3mks0W1LAbptv5X2XK9rSJiZvvvydP+bBtdaV81/Rnyaf0Utk0M2356n7dXGWUQNbh95XZekDc1PVFjiU7WluM4PvHBosmhJLryOnr3DWhdx/jK/772Io0Jfc5CpcvOY+N7TGeXv9jGdYcKhUU1+SjrT5jN+k8mjDrH5XCwbsWJFMMxrCq3yWijqpc5qYzBK+hSPAROMEMuwra+SU5snunynO0xGlTe9nuZAHaDFDLcqaBkNn3bY5utUMPbmBcq4spRXWk1k5t9FF7fDiL5utGuWNaAPfBv3SR3HK0M5/OWxcBTpD3/4Q27utQ7O1y0ndTZFPn7Ip3Az593yVO7vfve7aGjcn6BO/+WX34maXhemHbv6sWzoffqNg8w0BCsYymIlDNrVTlzZgWsol5SSg18a/qhDU9rI91j/44//8e4vf/5bUPEB8J/+9Kd40tdCQmEJvlbldV4AvMBP1sVCBiNFQ6SsYifqjcOx5G2sOgfyl+ZtrPO6VPSN2sU0hfUad84RQuRqH6/4cb+4BpzQNeF7kAc8+u90GxHCVt+fxnrLpejCMgnQotsLbvPsFr+XXjw+MdhhF4TU94z/4/2m3LAZbRxISLwe/j1PuMhdsHdx3/xXlUy1BRYnaWPpY0yvwo/xbf9ivEp7xHtrqe123IJLywJaFr/zWJwxYSNdZZXjnfpLfYYpaAmZrKgfvYxrcwTlE7tM711/EoWvH8t/uF0/r8+TwKwnSQ3vi87kZnXm5a8fHGb6dicH1PZJ25yR+UouHBKa1zbWhUrSrfRqHB3FFpg3vtfcIOwiNvrTdsK3hb1ARxEWJ1Jr3vzIxgbw+dOoqgy1xzfiK5fxphWPl8vsa8RdpyxX2x1pWKBtrxHm+m9dZ23XrWm/CXrDAjD975ov+jIUa110gxzL+AakXpGE9XstF+skay2vt2bG+vxE1io4b17UOHn55ItugtN8Zi9Q3ykZUhY+RSznwrvyDG18TN/cDRvWaj78TFSKz9AGgAdqnE0L0Ibnrfrhf6/9xr/mOrd3q+5r6G7huC9fso6tet9KnjduvGFjvqyvmUYxuk4wVk7n1ka7+mq7sD6N9Y9kX6OvrBdH/aLhO28pL8vJ84vaEuNQR8erEBk3nK/IyHHk5JsziUMnaMkFcGVvLJ7i6N2ndK/D9YbHKH5mye9OQjMVIfpgyA1rpOCH9Zj7r9fAG+5IqY3i+zHmN1v+BKDCWCewHdvYINwG/Jl7RALub2CzDxkzfoaXkoDt96Xom+7aHl3Sr8DQ//BkvrguB7INFBj7GLJIO69TG2PVj5v2CJF0KLMf46ChbatHfbxm1rh5Y+ujfE29rTcPifPm2XA2SxX4uvQ/S9ahCPXRtnMBuKOw52i9bjl8p+yvrbf27bU0fuK9jATm+ZxrmXX6+j48ZRu5kMASsVPmBa63+o/cv41ZRbLX7C19CnuKOQYZFyDiNZ2I69+A4QlEzTcGM27DGr7m40f4TN/3RT7wQQ9J2s/oOxxBFDrkuQ1LeanynP0zVdqa/xUSLxo9V//WGOE2UeZ+eFEmLyBu3kB5+H//1/9CKwKdzvrw8FFP5n5cBi++zcvimqcTa3BHUlYX3+sFUWqM3nyuTuwKyV1Jocw6TA5a0iUf/pBPXip4rzXgG6+U88fd2X/+y59jncG71eHlzzrM/dSU0XcA/Z//83/iG73QpFOiTpF255Gm/W6Ly117GIQSe9fciEzDNQ5Xw9e8jDdLik39dSk5bFa+1+txeRQ47kDVDgMHPhgffFfeqb+JZiJ2vp5AYKPrFRcFccdIMw5pmPoDLjxpYDMHx2N5Er9kwHWboWkaxHvo/XvKEXf4GvPkquadj+dmj3W7w8NrOsn3ep0M7+vH4XjTPfUHPXf7Q1Aqv5zvXudbiuUGf/av+opDYCSCECLQf+p/iUlHCNITffdN/9CXH0YEraXXXFKPdZeahLHcdKVJwxdJi0GzfiPbPo560J/wI4J9ku1b37Z5SF3blrdtzf21TWE/1/jbdrqNB84l8KZyqh2Guc21+5dsX/i7docusudAjLv7YuAKvc56F7sWmqCiPCnITjQZe5TPTL+YMgC+19VolK4o0SxcfpPqkrx55Dn0K+41/XzzxlxBsLYB9EvbcSn8FSweRMmxeRuYMs3UGLkTQP5EMxelpK/6l+3Gv/D6tJzXMW9hbcJci/FwDuhz/CvKm2C6JaLNDftcAexWN1EAF4ah7TmFYDSfeM+40g718jAYpGC6oXmcTR9J6XPCYs+NSNj+cwhOuKPtZ1tTGu1AbHeyspZ7J02ZZVo6oQNErLat+qGs0vRTthPqkqw0lsybRFz/MWJrPrL9Xb7Zjg5n+UA/ZYTa9fIT9TKvHQ6WT8DGDQ6Ub/uDzt9MI3ma+QnbCvtIXSE9w8yUzqdTFtvzg33sU3XXtR9wda3jzQT8h9tDHmnD4Seqb3H+zA34GbIN6yfmmtxrdwsBNLc3n3LV7DReF5750KV+6kW+s4zNu2HgAZwZLnnjF33e1oEOk7F9GjPk+fTMX5XjLes5z8k2xMxD78+En8u3qdw4N9bSjabi7HvkG4VyrkZ8UbtnVF3bSjtr39T4dVUc85/9SZ9RN7vcJ8OZmDkvh3wCR2YUAX20TvY6GLMTwHmWzTk5UP/nz/h2+8ucl2hrbOGU+XZKQ3D4bg1wzG/u3+std/oHjahXfX2np+uIa4WaIyhOYqOR5nOpRJE8wMlxm1fjx5o/1v1a8dI+5eX9z4KJvTRVLNo82JDtpA2s+3rf7W1k+24VZOlguZ72Qwlt+TKvEzMm8SrX3SnNgdq35H4A7Q2ANAO4MSdVV25MOshtyTtt+dL2oKcdZ4vuaf5HfMMe16U1PjaHzdgWoFnnLbYn17V1ZR7gt15medoj+ekDss2uw+2ebdT5sQ8sQqyfHPIGNtyHxiH5ka9ftU9+n3towAD7fmrH+N1Q3Ey+uSDnIfpNNl1FXMf2nvIJiZyusR9uDcRulOhySX66vicP8xOeR6rNduLzT0B7fn8K5gT6+SJ3QLeJ8zgJcd5lm/ZRim8MzrIXWx7/Y17P2N1Cz99uq/Vkd/w0IV+ps9B39q2utv/qX/IGExQs5wyc1zosL55Thm3gXuuT+/sP8SAmVp8h1yfE0WvWpZzDxZwmNpAN18DbJf1PwpL1Qbgf2nqMtP2q+SaPODz7TafwRZ20qcKZX/KY28Drkx+fhdArBetIrd96AQuhG23eWVliGRh7t7qGTGvhN4i7HVXG9uMPf/iv/zVY6g1LI3lftImycZA63wrTW85xzqMsEDDqR83JJM33dmlIlCn917/+NeKfPz1KoT69+01PE/Nu9b/+5a/vfuUp5BjoUJ7EQfEsCK5voWOWBp+IsLkah79qhzcYsAnz7zbtk+hOzzDVlmyoL+m8XG+90gb+clIXkVKsFsuZyV0tebQiJwwz7AJSIr3N1ZkUgNAd0icH8YowxDv9IftAwv3FBI/AK1+X193Kzng9S2ydP2pzSzLwAJSyou3FyweFy382+/9yMrsY/jA8AP1VyRW8ys/x1i7slgEtGxzr1FzPyqWyAMYO9CRwfKy+2Xal/Hpx8/16NW7V1MS0KvIhIf7SNmAgpynj6Xv07csXntDrbaJsP3S4tF8gj+vlqB+V1n6N31dJbVOPW6a+ehzKJxrrE5K9tf6GRPSZDoz5x01N0JDrkJ3k5uLJ7urkDsY6z54ojIi1fCz5mfopASQg7VzGWN+EF/pKmVwLGwxM/O2LwFnGRMXv+LaWXErOAPAt/I0+Ke1o7XeSpsaKGNx9FQWtisBxnXEYLKpPT97sFf2Y0LPg6DfYCWRpC3GC5w2z3Zm2bTyh598fx36Yh9LmujCdW/u209aptR4d5ztxrRPH8Y5A/ji6cqS1M8yWHcX8VSL/opt/Wb94Tl2fuEEn7U+gWe3Sayfyvuovek8/XO/C/mcuxnTQZrOkhe7rmreCbvMz9x/aXLbB6zbo4Jdytw16b8t+qs71drq95651fTG57HOoNymv9XNQlzf4RC83+s9r3yVMjhvM+Br6vVKofNX8y+LWt6pTl1G4BLrKr8YvoXEMdm6Pbf0Y9hGolL/7hH0j6siDTfDdP/UBCN1ey/yEVx6qmO4MPZMzeq+PEMfNzMrHrvksz9bbmPY4E8oSIi71JYs1L3s073XoLMLa/8kDYm71RUb+e4onhJVmUzUozf2ztufwgxYAdS1MZMsWhjYioC3gS/lc51LwQ0QG/5JCjv046yZ9sZbJD9H0b9iIH1OnGPfrOoiHYdjv+vIlb9BP75JiZ95S59vYKWnmOda90x2UMgy8djMu8Owx8EnEGux3ffvmE2s1vrvT7pr9qlfjGib1Pec8lUbG535b+581znNz5jo36Hmvq9nvBsQqCxl77rgqfPWMA228mqdK+3R/zXrXx46rK39VxHo+xXlnBOsGiUk/3k7/J6s5/mZ/1fOSOsm0ndJXjEuPT581p2C/0Q3OMT/O+DgAFrmvEgY7wzm56XBZ68Zvmz/kZwi1bzPJzRj4KuqBJ/7gyXFf61qI1RnrK+8E9f1mU2y6ahZ36gX6WvtNGbu+9RW+qyzXEBKj+dsqvFEeumwdtl2e09cHXolMoBGLcHWbIXcERb4mlAQvpjmYZXPMnRWDiWDjqoFk3jij43wY/Ju+JfzLx18CNz6ErSo/aIEcB7c60IXGb7/9FlcOfKnDCvKXv/wl0hz8EpJf3b2pA2DwwUWfyf/zn0lrq1zS6Iem2UlWLgsoiOkH/EtCv/O1YtlZNqWsRbEQHTJOJliIsJCIp/PoA5HGGOgjeOXj3PQYisV16buIC5Y7UqYwKuHMI/Bz3kTgouS6/oqOuLO/VGu8Zom+on0tqJCU+7lnF5hV+S35d431epz+cqhr9GBbMgk7Y/PbtORo1c/hkGk/QlFgEpjfA8XWnF3bbnxXMF/X8h/7f4Yf0/WQbizJ1LZ+neNpv7zTU2M1+WXi+V7gyKEHND1tWsOXfIMKNVrNOpLwA2InscRmXqpsRXbDfhb7iAnCOfpLRd8sEjcPtA1NBoLq49JfMmnPibtvuAgccVxh08MwYKfv2W4Q8rAMiXvp0KFP69QoTzZ2nxfcv+YpqTXzkt/M+rZ1Z6//z3HkOrfgxvYBQd2MR0/4Oo2rvlN3CzvzUv4s2MCjT1mT3Wus46n4GCQCcEt4c3sTZuznU/xD+FT5un3Bys7P+Y32y+jtVHM22+23HszpcwSMZ9n7wN54vXzJcSSue/U538AznbnccP36OvLr9a1j8AjfM69pg7kAqFifNY8jxDxAqiaPFfg5CLD5wUEJett9vu05EMFtGbO8KI+hd/FRot/mG0x1e1m7o5/6lW/6X2VojNnQv4+bt9K/hf3Gwsp+xna1Jf9x3myer7kuY7kZDCLyA9EQ8blyAclPl8vony0385LycGrrCj3GYMroJ2SIDFIOA1uAXBk6v+cIbMn7FE76srmdXQ5Jb25H5yflZ/gZzjV3eOfoempu0cA8/7BWFeyDUff3DK6xphA1/zOU05v8u1BX4/tailq0VLYuvCgH9Vqp9Q4F+PaBcOXNm6V4mlz5qg2hyhpPNY6y6cGhcCo2tWWNXsNSXdBrBhbyWZQodQobiGWz/AuHP2yKLGsbjfORbjjgQ4+x3PxSBxvBBM9/sTMW+Blcj9PY3lLYMy+OrenWdbL5dN5cZzH/peYqezJnnLl8QdyYa9inpe+zfvd2k583iSYVSVX/tJzQmIEvd19m6bnftSxGjKzf8+Vsl3V9vHmo4u23t0Idi0PL8jRdX49RqFDZnpqzjp+SyRH8NcVzOde35zTl1f4NPnlZ1zFOt7mIfMIYUgaateuQFZicL5hPLV2VpdW81DLyiGu+4HLrsGl6XTbyQx3goNvMk9Br4rn2JQ96TEO+trGENHbJH/D3Hz/GGkHLhO0Q7YXZnIeZP56Uws/kTXvUmSHL3cddD4yXUD1/xINe0jL8nDb8613XvJ6rO/2OoSyLlo5+IA+BI9dz9Cf8RuboZeRljWU9s5xzfdj7wek6rq2pMObstWMv31Syfa6fXPc9Ou/gscTpfp3pgzPndeh1rNfRy5x3hI5hOza2nuE0vtvntlUZVGrELZOcO6M9oq23PrIn+PlRr1SVKsUyBZWaAvXwl/Wkj8FnBE30MRxBX2dpVTBQAA7ezJ95CaCotM+RuOHlg96KgBWzL3n39DHwuMHJ+ODhb/g+aPou2pcHy/CYfFp2Kcuhzqj4OT+mvUWjlVkEkk/qtv23+1ZaJtD6Jhj8YfLu9Q70T9Ql2q4mbyhe83MCew0cOTNG53cLwXttxjrnL5KGobcoznmu32PE0uIAPFef/ZNtZabudMrdqUuuyZ/9W/S1WVXf2W58czqUNXJG/qFawt9PkM6LecRUdigJz+oD0zmEswNkGgMv6Lr2MWJqk/MbW7hmFjpLa3nyC5xHEN5/5OHPj7IVyUZdTL/lmWEK8+tyjpF8NLeB4WdG+bWvweb952Kfy7EGqp+bxZ/4YU7wOSvivK8PIdnP1pMl3+1XBbluQre7/ZpP45mPreuej0K30CuXW6fRfev/Yxs/o6wx57UgZ6mmsVXv0bzePs4LLfe84ss8bm10SX/PTTQiIEYn4ANUhLcX6Bge64bGhwe9FkdXDmq53umVrTxlxoHu33/7e3QgdD7+8vHdH//jj+rMT3FHAAe/dIbxrCwohuPgOQ4scSbOwTuFJ8IRmBPo37BI/RH9wkDd+yBcBQoVBqiBPIbmyubYj0OJyPgODZM8vyFfKdw2jhGxVMftEKK5i4VmXZR3Rc+83d/B6c0LuMR6lj5U+sXR7PJDgXQ1Lv614NVvTMZxBEv7Ffsqj0E6HASDQgvo/HND3E/QyJgNO6/n0gb/SfLhO84ET0S8oRmZyG+RG23rek3zlidRBcM3ovsa3HCSjMhzgwcOjtfA30AswdrhH+vA0o7DmN8c0LqfuoRMpXs6bUff7toNP9aznCRPLNf+sxyW7dQJdiO51g/V+3y13qjpG2Wt5CMZn2gfsmZixkQHe79f3r5hfR/bEW+FkJMEr92/pR7UkwEK3KmbG1nYRU5O3JcjlROpyv/ie9KeA0vliw41fTlB7WfRQQnQT5brQZQ3DHZC4c9w/UUD/d3TF93kloDh62N+0HRQNyh64RgWwtgZk4ZlmI00Y0LOuUde6jxqNkzo5B91FzxtgLx/cDrtMuxPFXgR0ReVgpNdAA2ksRZfin3ZtDU/fs2ATAhNXJn4h/p1b2Sj7RutP29HFMyLCFaUTP38DdNaZhtH5q/uY2TnQ1bw2O74GmsozcFZXNx9fveA2PWJHbYt0Qn75Fk/Fv8jmLR/fHcfI1lfUQfDI7YWQzprmlzELP5L1USAHq+A7bwKtgRufLnnbi+8SavHfsdX82q0mWfnn73inxyumN/S5vX60gRf/lrrJ75qwrn5zQ1ZZK5G2O2LFXM3rPwGpJiPEpaxi0SVX41T9sLB9rErz5vXX2xhgzZrGVy091+4hSRsvPmOeNOJ5uGs7gn52wlxOJyvfhaNNjTRNnyGA4cpOWeBl3m+YP7YZ4NAzoWgAd1HHSLVAJ2UYc5bkjb+L+lwY6xW3fKTub9Wca0LNMLwtXyJIxOHN67fZvOSa/UvHn+aWw8yqZutMy8h/BP2hASKTp2A+tZFnheYD68JnLb/mtN5YGqj145gqI98ia7Zcr11QL6ijvG++TTmNCiibB4bff+Aj2h+QnOG/NRUroVO+c2Bt+aA0PUaGNfjBjblBy/T+oVPRj7qbXIe97RBHehfv35ovqiNJ2pUupwX6Ncj/ifGLepOfmobt+P44BDxdvGr51puR/m/gMGQjemerqePWUnfY0TcyHBBld8CNOypKXjOb8LoxIrb/C24euk6UWLp8tLutM93ei08N51k8FUPWP72WWd73OTBKcXXdx91Q8dDe4KXm1uZ/8RNl4rna+STwpafIW/wMaWp9pPMWYgbP+poh6gG/6JvHfoGPfcV8xrmLGpc1GG9NE7M0Gj65M96+bGYx3kfTx3DUu2456PAZ+CYe83jzNw+t/9cex94KhdDIHz58kkC0pNIGkB44oGTdu724YkH1p50Hge1XBl0fDjLlT8CB8E8rcspfsJ/fve3v/1dk1EOapl0AotCBbh+RmNzx7u0KozLuFoAdTMvaeYGnvG5Ar/QYXAUr9zRAAteqJq28eZ0DhTJa076WndaI5jo1oGnEXK9vb2uIa9902CUA6XgwgeydR+RT57+0+ca5yVXGURgN3hg+sC2pus2J9xL/NY6PZBs15N34MiR6B83CzBxQSbRPlBAlwPg25eHQ1l0ZC8fxnwxQJwnQT23WQcD0J0Ui38LzwINP82TrppIcVTMXe0ZFgPapHcq8+X7/1Ttc5nbk/m2O56IfNJGf9iaJpSxgdZE5ztogPXkloU2g9T1AT6eg399za+B6QW75es6sTP+7EctW0SB/2FC582fGTdo2NZa35ju8evY/8fx3jCkZQKLNX6GZeTN9+GevuR2UXwzNXA8fnX9zH4bhS70ODx+4rvxS5DPALgFYCKYr2XS1/K5uKxk1WjQazCpOyZaoExjY0wsUCeiva0ngN5wkfugTbAPcFr7CXDPHYjPZeS93aDRXON1zl9ybrnHf22jtQjJxatZu9qKFiNo02UB9jdogIWME7iOr0xr8/4494Wvril9H3K0PWEf3VwKAwC1OiKqH2/IeG42+FjmZYKJu+VBEGEvcvLu2tQLONmTDWjnQpUfsEmr1R3G7n5ISr0ut+16O8v+pQXQYK5KHaZL/HyY+T+PcRBi0/9Ig2K+Li2R30MWXR7bdGf+Ovxl7VxTty5eL39odn7WNZh3Xw3r6xrjaE7lOe37KOYt4GL++lzxN0bu2rriPRNN2Ut4Bq1Pl5tPmo54fet1J1fHIYXtW67LVbYQTwJqtyD8kogPa8cqDPSVzRQ7H+tvg+GcWpOx8KnYG33q+rna39a+Jl7TtbqjcdMGHlopLutu2j75C9+CG9cXVVeg8vyOG6YsllcjHbzAFrJmXLDso14KXjf4SYqXWltUud+2ZdJvzf073zVeapr0tJS8SHRu76zfc7ozscN/A8h1j3XT1469FWOfAu83rDsbqv2F8TwLXPhvBydsZKbt8nSObCX8AJ/90i0oUvSHB2mQFr8yMWqKP2j0uYZtkSL2TrqO2ydVmbBeTh4Sj3lUPomSdsocKz6/pgc5COwDYvPDhmf0uesF77Rsg9AP9DP6NzfMc9BjumOsb3312v6l+Fj0veiIdfel6tym+1wdvRy/js/wNNtj5dP2Pb4JILDSD8vXzD4F+s7LJ/c13ste73RgEzOONjbe30s3mVvoX7z1SPn49ocPfGYn9dXXhaemxtzQMvi3BuC2mF/7GIqhmz6BVPMjaqBf/Uoufo49+Ce9jpY2uH7okK70An75sd9ZMk5GZjqz7s3lW8TwfTxZ10S1BaI885V+dJ3eQfuZ/aISsH/LJ7pb39Cfbd4vbT1Zv23YQB0vc3zgfbsx0Hq01OjIddc6P5MPiHMUnI2UGd3v81POxPALozz0qfDwKVG50L7c6dxPZ39MDWWmuqZMkRN/tmP2RD7qLSSngm0PHP5mWRu3yxg7fHr3UQfQ/amwrJ+V2y/iz/vYnz/r/LIdXOcnOHKdGm9yW/reNVxyzZlcf9J2jVumYG29t4a5JqfqnuPIZss/uR/O1fPwv/+///3uk76h+6hDxIcPOHu+qfs5NrfoRJwxh7Z8PJpg5wwDdCB/xM2QYfyNXr5Jom4RHq+FyFHFV2DnYKVwPmnDz2WG2b7CX26km0ZcpfK83/wrrxIUbWlSoG/Rdr1JP9s65m3X/BK5lT/zwKFYNEPXexlvbi68RO2vQzPaSJ/EDJu+aQHnIEW3Mye3ysNgW1fDWWaGcTpUwJkveXVzUt02a9rilUlbzi20cKOD46BzEz3sxDS2Ib6zXMkMsfFEMHouVxcNCJm0puBS8FP3guFVb2Bc06cpt+5rGvkf7kI7uXmnD9bILINtInyibFAeJd7YELYXm/zKuUa4ruAbX+G9t/EbM7NTfYpXY5fKn3RHG6+llHpnaL5juw/ASAC38b1wg05MeJLInW6qGIgFRMv6efkpgRtKwHp4Dcnq4yv+2v3Yf+XVKXC+6nt8GdoihVWLgnOJx0Ez80GNrbYzLyIoPxWY89qP2rf0RUzW0l81r/FLgxVjFW/Vie8OqzFzXcyva4Ce59qXybNKolJ8nfi2j3qduvdqiQ17uUF0C+m8NI+3oG8al/X9WgJ7+Pv0r5tHrWte51DnHj9r6FfKibXp2mbg1TKCk7rO7bYu25adOtA277uEznHTgYqZR43WbYzzV3AJ3CgbGqw6qMdyNI/2FU4HUvsx777WMubNtwiu13zdguZzaQQvt2nec1l58/iLnkleT+2tNDD9lvrzLQjRhyJ5s/r2IckWn7YPLJnAAWyO+fYfKCplvJ+AMj4Nw1yCzVVu+kjfaTo8MZN9A37SVORwiAOhNv8BKV4prfq8DcwNbI8cKoV/7GQfml+MG6q0Kavtw81gvzjPazaBD2S63YDOPB1AfzEQiUP8JPlYL3OY/zO8KQmgOy+lM1Uv9xrtufxe+Va+/fFWGXm2rzp8+zONbmvum7KXwIFxUsLuvyjhz+AYdqkHZeZ/7D/ge5aSJUKbqV+k8kbbpWQdyYPiXC9RyronPV7uKbl+5ib4Cv6gT5o67D+ws+8xuJ+2517fY4t+FJ5/TD+97Y9kPDIgTGhtzuucuYexcwL4ca+a5hvxxkGlbaeUE9hj5hzRep+5+Yut88cNIbb7Wj7EqTNsnn7C1+Qhc7QhnFIyxZo+G5Ve5b3OK58+cKgdyDQ7AueQT/HAZK5vY9YkH7Nvl+O8ynS2/GHW8PK/9O1ZuR1k4+7f/u3fmmjQjYzm3fE6VJHjJY9NKwKVGoZrd8oLiYUxCzQOYZvibPN03ABro82H70CaadNBbJ6z2Wa89tR7KMVXlEBa7DKf2kM389rwFD2dytIPWBMvYLXS7zgzF0fSx9oPTzYmX009B0v6L/vI+ZaRr0s+ttK6zO132fp6jr+UU+JtwdbySn2EndvHKwqWpxHb7OZJiyH2UvKp4Uprjlfae/XPOHvpSmsP5kg+fGzRSv7QY0/2eK1rQvIr/WpPOOG6v7aJUT4anP1d+zAXpmlw5M99D6fosfufNGGGqzQTYvyttjCWZGqhr4PZCN4RW4DP9csoq6ofwRs3d2hEyjZCVIdm0o985z72mjZb74heqo7IqfrHuke8t5Y61Q54Xbdl7tvq3+1bUn6WY07Et1p+Tm+6nmxhw17q6k7ps7Pd/3t8+gDGMjGcfYzz14yckjsyP1W+praX0+vv9N7zWBFyk313H7lNgcVg2zuOSRubOevgfk5/sqUzM475svzmcnkUZbVBZl2onN6eXtx0FZ+x8hcd6pax3o6R13P55mG//YY4d13b5x4GPFk/DTPz6XTeQgDUlpzX/t/0nncd2wKve/OzU/VsjU+n4M+VWSYdbpaJNjKYX7WN1oRLfWCD15skHT/HS+h6zHZZbpqnHWVfpUyI41vB4Y/5MXn+M/589TzaV8rto4mLzEbIsS/rz+K1DIyWBPbLZ1mBB/3kfx8PXQX2HH1gToWt+jv8fv0JU2VAjuHn/E7xdMz4p6FS/lswM/55PsYOXuNvj59b4+6AuzkOVPls0R15oX3n7XvEOd/eWWrr/q/+weP7jHU+nXTtJy2bnLembp+n0eWFTVa7NC4mwJw0Ni4Uf9BamvkWdotNU+/sQ+qbpHyHvuXmm2CNY76X+mR0hhHpFniLVGsTOzeyXy0jIrC0Z02V/qX1VczZc2PX48faz2hdAqJg4a3ykf2TtGp+Y6Zd1v06lmfKn5BxmeXgtPmTZ12yQvebfrt+4/V0h18QNyLn9Gsc/5v8oNPWPe6/DdI3yRrrX5N0e9cl65xFp1SU66huB2s62X+W65pa5lwmv25PnV6Rac9cYq7f/PV07lk5vSBEpNNc+69eBug2fudz9rPLunesUKltfd+j39GTH7eP/PA1MamXDsvIOQSGDhqNv0HmhgeWuOshTp7TM1/ON77TvlI/AdsnD1+Th8BK+/aWRQjiSAwB571CcKm/zmfIOxpmPsznUfw9uH26Y78Bd8q/9bbl/GfWf/Bnnrfy9vi8PH/k/3L8cxijvXToU/V2HORVw1ovxvIKS7yiG7f2Zdr3ej7W+6DzMtPO9PH6t/F7rvnrOcQuow+NQWbTOtnrD9fR25k59vF8u7cGw5m2VilR/BSTCD7tqE/g6Mle7ahnvuw/10V9L7zS22pXr4MbX3ICQp7rBJ/2uf8Geamd+cRwPqAGF8Ga+dHNSgP8yMyJ1Gn5i6Md3HN4Ruv9RVvdbpc+/zryYdmZrmXutK+2m32ZjXSN1697cukQxGrfku71naMP9H7wuMv6vAbfmFXziCdc45m5mSe0k/3M/M77UJ5bz/Sdtn05vQ+fvKzqM2Lja7ZTF/drtt/1zvW5n4FfZE/7RZ+6ycur+mqSZa9DsTafXfLCHrMNW+MXtFa8KC+9h8hpryVuhncGVaRBx5V43tymeRzrk1i3JI/seYaex2QneTDuwl+LzPZANnnO95XDag6toTP0SVO0R/k7HpLVjAcK+sv55X17Ahq6W8HypQza2L/pk/aruLdwI2+S+9KHC8Ko/3MfWm4L+BTxjX5ZlxjKCA1MhTGzkaGfYLpNYlJxsgNc7qvh5s0zC9xwl1wvwRWL6iopdzYlO1btyzsC2IRTWxZ1TKWAl17HPFHLSQTtitDopjJk1rf6pR9QpOwJ94cZ9PVbcXe8Xit36o7w1JQ84EDm9Jky6FgF99PSH5H7ff/YWNM/p47ia2gjZv7YRz0ydxq7l78D/p1k09/WDx9YrlgPOTHwIB5PMBPK+jLioEspL5f/SPo0trWnaluJe1BKu0v7MjR5/iPPuMTpD8ur5lP2FgM8mt+3yN9pnvDrqa/5+lsWY7IJ3fRgi2dSlcFXTZjes9nTcjUYavu5wWRfIg8mN/ndba7kLyC7kd7fva4R+ACREeFn6owEuszPAL6R4rdia7PcPDYgJuu6zEjjBro86i2zqngCB8MYAgsFxuS8iz5HaADauE1MONDnWv9MxnlOw6f/nOf5t6/O5wrs1jdyEibbQR3fIuT6Ov3Jc+o3/3MfXkvzVnTO1z+tF84jbEKYX8thE+hA5h7+Pv1b8D/aktmkzj1+DPO9XZkLeX468C7zQwranoxsXp8W81dtoCAHxmeG5Igvt9h3+bh/THNe4Du/XrdgWIcjcz/b9/ABfrpvyAPitinMAU7zRcAEb21zyGuUWl+NA0t7O+Va+jP+1iUQ/caY0TbcfjQ7Xcs/b3Q4p9cz3mKXV42vl1vIUp8YYb321A5ZZW7xpA0bune86rUF9xu+ho1UB/JNa2tOYbgjV2jxlqH3zW/5dZC5cYMKMYZkfTztQ4B36o89K13ND/lHg/l3G4/i/YT7R5bALeYz+/Lz2G+bcnof47oS09/HzvWHbWSG44B4Kxi+22EeLHjL8Uk3kN190ZtBlwPrXP/4ZhP4Mm+bdin/xFMnOTfJudDMBzIzH5SZXsKJfkTwZ3q6LxcYWaRfXqVv37JklgjwM04p3ojmuOCJzBFc2rY3jmzKZKPWn1k/JXALCdiO8pNHpymim/ma5ALng0fs9orAHnyGca7j7Ed9Y4e10D0PsyjM9kEae+YGHq9nyPvKA51ySooOOLR3ppH1r3+rXzEecyRs3OmOlSsZvi/8+MDr6jmHyFfsy+uIiVzHdXmnb6t1dFo9Rl275xgd7MVjfWZYq2Jxqn8IFEa5hvCbkGsctEwjqNGxG66SJm8Mc3ostWDHXFLHFHMWNE8Fp5Om6QyGrdMhqWD+fG256msm2L19wsoia3Smbv5b209bCOZtvjIP54Bb/xVJ+XxdXvkZqPGz3KDZs755zHoGIzkJYcBXG5rI2X+IPQil3e59po/pxj7+kRLX0XXiNNYenPO7HdB9X+k/nJ2JstCSvn7hlv1psVR1JM1rwTL2cH3V/r9yAOkMdznTTvo+2ouSIzoXS1I87Y9J53pUdh5EclNr1hkGRkgsd+jCpwe9XvkPHbPecLVv8cCFvBZZSwqz/MAxbLXdtysw7oS3rb00l4tS3qii5tPbmJN9odck4SjCQ2R97zMjsuqTwX3IlV8orKmHha/vjAUABflaqARKWc39To0ZCiFnDdf0QdaxoehIwn112H/AzyX9a/5DiLscze3v7TH+LuqNCy5tX1ZvX++F/I2ZehFy5vlFiIsofn8rZN9OGyRSY31KRr6jYmTfYz/xBB2vmtbk5OGB/JH4vv5Uehk3rK/kWt/Ic5x8vuWHvYbfFsuwZx5ZfMXmqzJ9R3SlCX4PQ8N69slY4uzTNC/AjfI4SXYoxF+bN+JsHA8Abzhh+TyfxS6D62gZv+oOlFYL/hV5xv9VZmbgm0/65TpeZaflkzjnxpRa375/fY5/6HJofLUq8waOS8aPyivxHf+samYx5voGGWkTRE+qxp3nmt0rJVhBS75sDvC32weuvvWD+9nZvmpmJ4psZo7yJK/i3Mt3ebUBjg8AeYPXozY/LLeHh/yuV7xtJw6ckkc2YAm+4dvw5uPaq+nQ54xhleekmdKNp5FdiWDfN8E9p0dN7qqr7WPu/KuIbSG5P1OPtyDIs/z2yqs8c19EdL8fR7vXrHU+/eE5pUrd7uUJjnbgvUY8ndN9Ef1xTtuKX1z043T/7dW+dJHpYB+PmhOETaZvAZf+99qONrvdy5W7TxS4ESW/0RlJwSVu1rPmkfUFNFK/UPIOE/WwCJdI8kH8rAMY1oyVJ+L8Od9P1vDZudy8nuZjqsm8J6fP+03+1zT7k/W9XdQUbcvIbsW0ha26lKFvkpYPRh5tD68ib7cHfSKc06mEevu/R+yjtsLtr3nXxtMJ0x/bsr6WbuK5T6ten6d4rH2mvUdvHted5uGndcAXsIdGSe6lhZEG4Ba85LWov+YAGuJ1zNrIJv/My227YRtJXHOOtHk/oXn//uHdB81nvgje+zDui9pGaNVg+0w/pBL5O1zLneGaT7+7+xD+q9KCDmnmV55P2b+wLop5zdKeWiuHTqqD6lr2zBd8MF6av5zfJm+VUhBRRs75RG9pSEJZBgPOoUTKyf1tlO1+d+k3uHp8KmPvN+BirBKe3LFjycWplfyvnEccrRh9ts74ehR3gYs+yTEKLc8HSsIprNYJdc604LcIbccG4KPKIfYf4kYThJxWBAywiYMd8DStrm3P0vZV28RTubHuF0zON9RvovOem2aX0OqXP8gnhrMdS3GLIDfqgD5/tsNaH/jO99Xr3I8fdJ7woDUa9hv/5Ut1UwxPaJPHHzbudlAffwSu9bDX+ekTHsLXNDbPXkx/AbR9tYycwy+lZyPbB8AbaDSwCmsD5HBW3YzsA8xh9AOAHswmZUhdVDs0CdVE+f4pOzT4oWM3Q8ufGV3gpzqChusnUZU1K6ivtZrJJsQVvyh28MSCXAOTD6s3mjXIf7Oqyv8mwM0zw7Aa1VN6xkNuWi5oepM8VrzbMfX67R94D6NmQyWe8WubGcmTelmvT+BFLOlQwRtlsKWPA/UbJF5WPqN9rOtKB3ovudB4lUv3c6DRVXpvCeQUNH89AaPxyCsXeBhHg35LExSYfOWATDwwMciMOpXMbNklcMAbF8jqX165Ga26qjPWhm/DyfNrRVehkldUPdNJOVS/+cLHNhnAa7TSduWCHLbGcOUXEX3Q2PglXnWSNOa+LQQ3osWeNkqPZIWOqVFb+ncE/ydMs7+mAtfYYsXZnp9U+1rPb16+D16vftuar9m2Vr/0VKbSFj96NVlsWgqi3HSH/dhvsgjAT5J2HuUO53S+4hn/QRsr/Ml7L36C+6CglYe/8uWxInMtugKgAExbo0T6+I/a7/FyWoAcp3EUMjdVaMLrhapfrrX3k3Ne6nre/l6q5jVd9OycXnYsOinHGcYa8KynHeYWsdo/ZfA6SDr5moErzbnsZdPw8zW++RlS009uHrBx6Q1Lc8C834EzXfxHbC5I9OqqCBzu4g/iWvIXvAbIpko9OHVfRR264TQD9pf+JdPks74Udd2k6oPfp6+5lZA3FnCwnf6lEdm42KB7e6L184BjsA0Kp7Ke15sVu/J3qsbvqay2z/1s/muZ88Zr9U9StI1QaVwjv4q/Qf6aLI9XG7jW+42iF8jyPP5YGwdZi5vZPJZxmH2maCPy7p2Cb6lr33Vbk4973cSW/iabDFzMXahTjsYHOVmqvDYc5hOAucmZ9Y79nfObnO+En8PXlXGhxqnzDl+jcg6Amb/kQXAetGT+MbnBJ3XXdal5f53rcT5fh59b1nJN267BuSXPldbteNnTL3SVsLa3yscLxfED7ItFqPNWPT2Lu1d559twDfzsxfB5pZnVv3R0w2X973mCLurGr+S8kHnLLJ/0F53KKrb48e7jDAMtaFr25EPP666Ey3kKB1Dv33OTyXgE4vnMQmOqph+wMMei0O20j8tafv42CSz9dU4iFvQ4fpzD+kcqR5f5Q8+3be5yaTQ3JZqX455ek3ueczndisEBMZqR65S8CVwvIlgCTxDbh8SNtK0hzgPQfmFBanmksfMK6zyuc4jDa897VHinuj/ojAZfCh2uftsKh9f0kWlTTtqHzIv/tdq3ymaZciOKAzhb/nHGMfyR6/AN4C0EGuBKibtBan775iZY9e786K6FVL+TTsJWYzp+gtwtA9WCMkQWRzwdpHpiPNKzM1Y9TbCUh9Goo+KuodaBj3Qakmud1x35UH1JgNgGvdIpd8MGWK+/I7YKlVEPtlxuPp3eu9Z2Rn+oXvKWJ73gQxuPX/RoPfdpWe5dfin/mb6olKwt/ktxiVr+GmJLrqPafGjy3y43HNcm0+aJ8k6q1BPfVVLb6Q2LMLimO7WNptz5c8547fzV/FPt32onuKdwKu3T8dq/CcnGm+SgydLDx3x9Us43sr+Qg9vdJyXp0BL/HF/ZHtOY69/OP0VzTz6n211LT9uH6VeHnZsXcRActpAyWZ7qDeJsUqXz5eo/19vbDf3cnHfZ93G1XPa4PdVna5wujywjHRuMa9DIsZ5wRQ/RWYZs03H5Drr8xDn+9zC38mtbTdeOaPRz5s/+yXz62su36iGv1rWG+eodknVR5Gz7ny1gdLbnd76yfqfh23Gg2bQl7Tv15UkaERPb5x9a3LkPvunGJCcobONbbq0S4aZtzvku37oudgur7Q5B34G3hnf/rku2+2YPfpSjqZnvLtPEd77h9q5bvqzCdr3f64c9fqGyxom+ktzMn/n2PGCtb2sa45iZ9Y94axzbT20b/HVa2+0Y6Y7Y+6mj9UMhYS2HfZpjCfKzDCnZx2/ykY0QYq4ybKxE9vIDHeZtpk8av1p9K2W1PvOR17E+vGyGXr+sVvS7DlBOugffvZ855iVsewTsKMP8bkv+BTSiyac4aQXbOOv+39GTbN7UjrnOrfR2vR1yq75zOKf0oVMmlv2whq/9m3CWk3BaWyulc+ujbfuDQrbF9VmXTNv+2en1tcuChavXgDNc0vEY1XFmvsxH4ne4ztdWf8y1dTyXjHRHRlASeQAAQABJREFU3QfmXHmnw3jV6Xe+DDFfk9+ZfkJ1OjPWPl3Wc6PvSdxRKXp9XW/Iq34EPPqFO+XRw+ai4kDY/MSBDqQFAE/4DuA6fcqyjZSzVM4y6cJyOJzyTr+T/ABDneFTYhIxbhBruQ1hfho9mIBPXmvLobVwdfUTvO94u0IJQX/I6jwWMFFMIMvb7dpLJ+6634xXade4x9eaV/VoD3/L1isN+8fF7jbmyV73uU0Vfzu+1b6cp23Dj7mbPA+7T1v0h84aCSo1yu/4+su8uO2Ws9Nz/6c/GvkzDjL2GOg801kxvGQ81/4TfyE3Rdy+qksVxPox+9k9eOO6faSzjbYT22O1TfL0NJxY1ewl7dXORHt+yA166XuqbN22htPqYrsml0UdFh6Sp4Q1f+THn0Dzu6Yc1qw3QBmb+Mu2ZCvNl/Pct1mav67HeaMeWhaWkaF6fs+pMfPH4wk+aOptBTL8Lo9SSszw1/mwzCo94iP+XLqXdtvz4H7LBs/R3eLnHM4eN+RD7xR+1me+TanLxznz9RRNYGs7sn/QB8Io/8hafrr9VfyluOxvMudOm6F0n99tOp3idoxx8VTwPM7rjxm2NbVln5LVEf4afj3U2xiXRh6Srvdy/U1TbHSes4BHvgOy5M+HKpnfy0kjH8MZj6ttvvfHiOe5DR1plxZzEAmsyhz54V8IX9jfUgap9ubayOdHnOoft97rtba0wXIpsjqidwvBFoFW4mHDtmPaws2BGarMXMeo94bs194fezqxl28akzwju+hHa//CW0t7zmIqedUMUvOI7Ifs87F8K7XNX63Pda3tfLTZSr3rS+ayj1aDada8GrdcfWNW748K1eMLvz0rY4u8ej/PIJnOfnC95s8+adlTG/zgNiVyTWcfgvGYUsvfN2g7nZiu33QsV9P3t8rNH3KYZZV5tG+kbZp5Hctcj6+WL76GP/OFT7H/MSxXyvlz3mLHcNHMj7GB+VfAtzcI3LV5sPFcj3nFh9A+57sebJrXSn/l4QHVmzJAwO0tBO1mffsg0+vyQj59/Ok+wpCnr6N2n4bdLOWEun47LcfCIsANLATZ2rVsevQJ7QbCxVlSitZZ4x3UCCodjMT77lFPC97L0HDoflXeXJU7zK+tmMs30zj9ZsBdebvDZIHb25/5l7Q/laQ9ARmd78YyWNIWvSy4TYqZALoN5hWTMTee6Az1l0Grt8PY3+ra+s63RKgRcj3SPVpz4/AG2r/oIx1E09Ow5HRaz3FBzSK/JW4shl1yLyyftI9sZx6kyGabj2tiCNZskzz52J96lFAAVl469NzY6g5zr1UvoEd7Vb3h/OorUn45IMKyB7fK/pCn15LeMdAxkDYg91vFefE4+rnoS/pGT/JfvO4bV1D1/Rxp9x19En4R5FBr94YmQfKfedOQ85Lq0I/KutddFbjW+EahxswHTZ7wQcskpg05ORYlDeqf6ZzjeS7HTrHrtuaai3+mD0iA+ZW3dWPSqq52+gB6THT7/CQxBjsO+2rj0DI5d/pIDc+EeaH6bT/XcBfzf89F4M+hzQOhXSfxpLGd+tRN6n4zLOPrapuqPkzoEWpe5ox27VeyZlnro4U/1aW5Yg3UZV4rbxUmFree35qW0wPg8xNu5/MpXUDBbaooF7Qv9Wjdj5Xcqfip9VHS7jpxis4tytDJqrf7NMvCGfktavgCfmHon1F/4Q8Z2Wb2+Z1Lis3ORTdOuw9NFl7ZCKlz1A4z65HTi4CjvVu2+qRBNP1Dw9HawXK5b28piE+hiBEOi9e+xBymvolLZag/q/y1PsnDoQorerxOLZQg73p3KeN62jT8I3P0QwcmejwoZo3RnWwG8Z4nwaouatWKeVkzK3k2eF3b9fAsSgeo7bto5OwkbhXr86s9O+p6cLhO2rf4M+t9pQ9N69ma6in/FNDPlV/FX/hc83FZjtu5xuoyHsuu8yMjjf2U+alyX0PH/K1ke17Ws0yn51wSm8fXdZrDVVm41CF8hwHECHKLuXq8SS/5eB+fpsg2xeY5eGnJja19vdrim+0OrVpUJCqxNsj5iWHhwXtdzuNKvvvPftX93H1rxUidH/xlLb44LnnEfPB0/15M9kIEuuuUX7+QXIJfZZ/P09MtPjlMuHT/L3Qg/B+Cgep6/rBV117eti7tQb9cPuuP2IuX3tMuH7TkGEu9RQ+j/S1d40fYi76nLws+eLt+Ovu99tNsj7VaH8o4D5+DfXveUq/Aknae6QY79lMmtHPFNozP3mp8xodDv2hP+pAvj1/ihvgHwX4R3Q/6w1sQxF38qiB9zgk1N3+uLwj88D8WSNG/qc3cUMiwQV/w5piusxPgz+QbkQCdhAWow6T/T9Mewikm2zlp4NLfSSfH620868926Zxrf+yrx3zWR9gf+fxtHQDbn3AFJu2U9UfqLuwyH+Ma64uIkyLYI2TKv7Z1Pq9BcP2OQ421Dq/h5syHG0xMKdZm7RXTgbz7Yx52AXYLDh0AI0QLz5TiIAoBSFAMBtmZ7qzOkAUQeMoOwQrFjVxiPcNVnL56wBl2Jo2iDjO9xkrUK2Hf6bVVyZOUQHx/vdcdFrxjXA0AZg4D/61ws8oZ8WR63xnOaPs8MTGX12zjT8o/GwvPHmx4hc4YODY9EyzbM2D7xWdrKKgJm/yXbEU9aQiO1Yy7eNRTV4BZCUXbwZcsGurz+0aELmq/22rdb4xceNnq5yQhHf2craP9TD2sk3GQo2oFIVnBh3lIJwe+YZPWjX6PyMcwMWG8rN5xkWv5Jg23x9ewa21myYSZnWkjS9dWN2VPmtSli2KiiL3090ckbnMQh1kc+ekyP0eg9s852G9RvubP8uHqYLmTrvFI6+erOuC9R3kGNNlqxQfu+cF6DqW5P0bqC4/oRNFF85R3oF2qA2MdL5la+D9YyQg/y16bJYhOGzbcQcoYATx/lgfVZFpjSPW3ypfnyTv4Qx9SZnVeMNJBZy6Xa8414EI8Nr2DN2i/TLD+dB2v9XS5ZHnnI/Hq3cIdr+pnz31WbNLfU7TCfzZxjb70FFYvuwanYxOzTMfcnqryOQfbsY7HKv1jWPSz9az38THchJrnWaivdKbpcMqEDdNRj7t+aWhqdz1gUw4LPE8CaJUcCxo2Flk0M7ZpzIckc6UkjT0b+/Q12juBUB9/8MBCiP0k7JjFyaPGzvAZrNa1AsqNV/OaS4nmMhaqzFe2glms7e9wVGq6PffVYp67XFEh7ck2uYWXEzllf4s+HCRr+c54e/kzWa/95vyxf7Ktcx2JY1tkzDkWYnHd+kDL42NIBSr5sP6M+jfzaDkU9J0o9LZ4cZ7rC9NYaBxdj8BH2HbD7HyOetT5ncejpcoWaWN92BGwsVhqZW4L+ZoDhH3zSsTehgTUykt+IF4Bjc8BMpyLdRwo5yVG/GqexcFQct63GNJtWV4Jn08CoBs68G1NDZ+hxCM+DWPQfDK0R+VRv/kMf8khQN8gNheWU9cfy9FXQ77Etcox++miWoRi/sFLmc/jCxJhbTPnjzV1PQpKWRh9uCUH+hWQbZ6dy1sJHB/9QJJ/9u8z/O8ldSNjy4d4lTl0XHaMpm3qNPRMM+V9GofSU2PCeextiORl1IOZP2Myv2AfJvdk1Pux4M5SvqPsm7F/+5z2zQbro3STpSBPxgVdVcV6Kw5ZTNhXFAoRhvMnE6+EJtq2O5/Qwle6v+qGLWt8yvm+ZwTtDQAHfPyhucG+yvO0IcHYG1Dghjl8dt5+gscfn8BynQGsny150WbmZQRvHtPPtMVjCK3ZwgVnDPYlrT1j4dnUsTrOklkDvLSNmv4wgNo/IbvsrzVj53O+xl0VTZ+6Wp1H3IDYl++5fjtXnpXt05c+FZ/FtzI5MIjQ7G6D3VbuupW0nHeBtwoK/lbxRh681rbUNU4F9xqo5hE3LldoYfOfPn2KfA5XyMfnYOO+Gc44sWaZ+znmKOPcJXmSneUElFqT/oMObx7k+5TzUVaMR/Csxv7gSa+TzvVQ9gHb7rH3Lr62gtsPv9cF5IBcxnmj+cHbECyD6+q4BdZ5XckxRXDB8rXyuIRXeEr52B9fgl1h+40WmZttgfxrtKNycjx+7foq3Usfd1OG2DXjmkY67Uc48A6MdcB/A4vs0y5sHl1vEwu9xTbmN3Nk6RZt6mYesm1v4FVbI+6/pMnYn/xDgz98DOM3bw6Otun9+XGTjcrc0q+yv1N10i7KfaUuw1MfYxGvkiYv3qykq2WDnD5//hR+ZT5AXtoi/73onBtywdV+7AKUCTSEISdke5qKv3USwaew1JEwWToshK5ORinLXPBbs3yy/m4oLG01KZfRWeVDd3IWvSiZlS2ICpBB43sIbqf57y6jcB8NlvGozcsTs6X4e4rO7TXv5GtqF8n3cXAjSdj7NKDQYzmLPATGwdLPa8fTwH+4i3Uadci4lVwZ/NdfOHCJkQNKApM15Ga5/3BCuXGD8KF1gDR52ydpnsKObT9uVFBHxLZdO9Qw/Fu5dvtI/XgrfL0MHzKAFtI+chLmSQT96n7sNmEcX00BWNsXssvy6G8RJ41t+TWRORHsC3dTOXV9q3OJUzx/67K0t2/Nxfddv3X5mlZ43BlpdNtoZrIiTb85GNd26Xyu8TTNE5/2wK9yWCIfq3/eB/v/2TsTxLpxHV2Xh1T1Cm6//e+yK7Hz8AH8BZCihjPZTm6U+IgDJoIASJEadCNLu4apqJYefRieKZuA4V/lIS7kRR2vUGp0uJHGLjx6eC4loBt/4ujXe2KwcQ46G5UfXKw+ENuqD5VxVvkIX2G+UvpaeYX3ldryR5bUgPpHdqh8+KHmNrMFE43JsZlnocXG7dzscHp2gzE+T2xRzPEH/IhB9kd8YPGBjSHxT8nOpWLRAzlNDoUXu77hEwnfLO/tsQmB2uWxscG92bfPQfL1p3PsDCpiH/Sulfk0qxsBJWO0XRG1ETX5/RiKb2Rp6OhadnM7tT8Ufh8NxEJj2Ad2Uv2HT6rFEYsTsQkzLFQYAOY63rQAHfyft/E92Vf19NYSzZnC1Ht+igeN6eoUa9G2MuQBK673faO4zWF+2oIfG2Y8wEJMYUNRLkXbiIfW0jXds/4WYQZK1qbQw1nUFdMHFSi+PIj8g8la/5mOfQxabO+Y5ZHdHFP4mhCK2d4+M7SvZmtordqbrnHovzOH+k1n4ktN+w0ntu5AmWhDVzeHBB/iTHDTGXjFMfBCnOa8DjrGADZqrKIVC/fbt/6V1rzWlfnUuC6NHPDkb2uzOyR87O8tm0aPkUzjxz715Xq09WPt64p5dg1J/Ud//MrHvfpTdBY9r5TS60lqkz8Jf4XWCoBjU1d6XxzJ6qsvbuE/sny0JfLcvMbhT+Pa5QZvDrbXKPr6C+Xci8rbjthAxLf5I+boOGtXHlO4juJfZJzEP//843oRPclI/PMbTga3WW4CMgR4+437Pj72/aYRYvUN4FFgdRQTJBmFvxbSJmscmsyBh9PxEXWMQngjPccxIyhryE7nvj+pFd0pFgtk9t5vU2681jI4EvBRKgqVcu8hiy5mV7t1TtwMa+yPganwpb9Rn24q5k16Rz31fqdCM573tlioQUZ0YAPt/AbhwNizqb+KN4OUXLO6KAs72arfoj/bZJBjwZNlB47AN9szB6wT9ku/ndbLwQVBjDDzO1CyNVXOLL0kta8fUUIe/I9zDRBRby1nwlH8j3K1gabQPvxy6xCs6nt9qFTntA/Z9xb+WC4Kea60ojTsUxD7+pnp333a7tETb3+ygXhlF5n+7W821H/ERrm4jO1VXjTUTsGvz2M79uQeYdfUHl9yTr5sf1xsIRdl+hvlRG/La8vM3uDiA5Xb38wA9+QYqafeFB9HCOUVX0f/re0R7PycvOb1l8g9o3BEf4ZTy474n6Nf9cHkJfuVPg4eCcMdeepD0Q+YLA8Zl3x7Z8qbTQ76iyHh1zZlzAJ/oWEgKUMPnznkWNMc+z/hI3VMd8TYyxf+bJJxtHlSZC7/vUZ+fIP5AUfV4VnuffwtbZoSOLLDijSjtYU/g620ZngF56T+a/+f0RUwwuEsHJ1Vtz9eFDlrk1ra6Ub3WcmsneYPckMgyk2AiovLNcRCx+DMv5FTbYBPbQPsqQOOQ2fSghP+Umf2bRG/0QUf6GZ3tjnEBQnftjFOUdF+TQpLqUz60LmC1vaH7PCYjfsV6yg9+0Y7beTwk180JRV4Bl/JnHX3Ts38T7KJF/0QR9WPas+cZ7queEFXfMVvzM9ibqWSaehVnmu5ZbuJY31x+k76Nb1KZztdZapQe/QSR/rAT3ldsfREnqP6aaWutK6fHXaxv7Sxo/gvOltn/CRMRbadtMGp/Oc0mBNYO9pCiGG4g7BJw/VYtD9ssYnfyoKaPZdj1ytJ+efGypz05t8BbsGL++9VzjhKOhaYxI+bzew2Q4PPBdfgFc/pJF+ldI3frwuotsUty8oWs38ThlT2a2lcD+K5I/1u0V/avRH/k1XaYpZlSvSTXtSpXHY61pMXjM7y3xqfRrzkPPIZa5Sf6S/bdGT/KZvo9edj+cKWtuCO6Et/4qo1MvJhqzUmCCrPssMs6VPxCaQsk91Ja6mphKmpsV3r9ohSxcp0xce/l2GngczH4X2aoEpPoaOAb9OOmM9Yxp/GVYNTpMUutbkTVUFD7Xu3b4d7PDJ86OD36Eqby8xLGoZ/z5M5CtcnfOeTaQnXPm/2GB/rKjzJtzkMtSeMJZ7mRYozWp+LsIcEisfCiB6U3Cq933nWFynDyDf7+6xcM/pV+qBTS/r0EX5AS64YYxjDbqF7hNtLeCY3xqlRr2dozGEuk1V6Eq15fDlDU/0ygeXa6uR17Voe+i4P+Qcl4SNs4ma9+ln6lH/xdpDA4doCf431ilgbLbOVMo4F1dic4S0E8PaYZhR4ihHa0Ik4pPYHln5HbSxQE33MNsN8I8lkIqa8swbZXu2gdfqFD/FquAahTu2f1Qm3Py8SlmKNeaG3UjFJji2egOwVbVyH5/yqyGd9St9bdLL5VZSr32GhMYOy0a6qCGFHcYNAxa8wRq1l5+27XM899fM5yTFizOVKqC28hCAlnWGLPm9rk/FlLS6U5XbfYwZ/6UF1sjvvp+an0rHOgj1z7vuxtdlsJj1YVGhv1cle+xNulF/UdFZ7lF+dn21zlwCj7YLGVm9k4Q1FY7v1tC68qZMMpCusp5udSw+qzz2eaIvKBcdZf1Vm1auMfc3Z3ibt5s9ad/bg4guDAr71vKVCUBNGCjpL7oPgpBAMNl6TYZ2y2I7dwdyCLJNJpT9ItLuwwbHl5NEvvZFpkqy2SR93Yf5AIpJThr/FKuqtzYzr1pfC24L/1cppD230dpnv+dliQgYIWmQV9p8nMO251q6JoZ/0167yN83g0nHhHAGYuaJp0N3DLCWCcntdjHSLf/xutnPP7kU3iiEMaExYOWtwEy/02dbvrIjJebyaR/ii8UfX0tjnntUP9Jv6hj7Fh15s8YRJY/QxfrMdRyLOZFuWvNHiYKL09sN4fNWJQor+S6ZqP/6SDfgCQi82W2SRXkvRw5PwTE+LlGSTPMRVHd1CAxNdO7iEisMcuR2a40JjFrsBAwZexALduENe/CkHX7GCWQeHgfjR3J0S++PrfVGh+oBiHsONQZLN+HH3moHCp9JnbhvXqPAV9uPONnpZwGNxOOJWtrPnufTD2LAe7MvkfjV5v4zifnFBGMc5bjFT97v2mK2nzQ+hG4uWzfGdx3t39zt8n82XXibfCFM8AWZ1tEUp8/gl7gADjvxSOPZWtig3d321jEUmr3q3Tz3VAz9mIYQjeBNMUnav+KCf3bafkKHHjzbIv0+g/wG5qwb6QamZ7l05fBVi9xx/uznL4rOtpcwDmGf407q9fqULfACb5+z+IDB3exZHgYxrlj25FRfDiyK6/LRJDG8+eLUNond7lfQ7T/I1xtXP4Pve7nYmFs7mCqM9hCyiFkRd/kb/407IkDr8OL63curj3efo7to2hM6vxf4d8Fb+061fX95CrKHagN9gZjFAPg+/ylOO/N389YnPP9rB1ZbiQFwX0U+6uS3ow4Nro1jcCht05OVH1zIqsFiSGw0qNHzgoGVC+ndBA0/XWgJE5hpTiC1dOwR45Tlo/Xr+Tz/42jdqo2/tRIzVmmPE27EvtpUUa1vMZ8/jbFP7vBrZRvWFa6RJOkfYjK1rmMSfVBp49QnmAMgrHFGjTHBfol+qfUnIdkZ2yS8f5TqDNni8KPDeLptbcNbx7ds/f73yJqN2eCxiXDZD7vd4BIHZJ0/ZL7XQlSyCRgY2pMdyZCS+JGdhbJwh4BuodjH35Is1MfkKcGvUskW+QaAU76wjF6hbkv3FX6XkG6Z2dyDH00sGVXXOqKgxX2ntp7dlMDcoqPuBR8YSd5iVJ1OXmSWXvDwPazSNVFw0ExbTIGSYYnqs/yrf5+/sh+0Nxp0+pGaZDSK33UG2lFybgI4Y3E5tLkXV8RyCUvU/Z7ddm1S4TTazUZDws/noX29MXNKutynfUnNO9ms5HNvnOcp+l5MtBJlK3Df4hrJZ0eJ9BE/ZFj4pvWXZhM94p5/ucJuAdkXgnYXtEJVB5/uxQpBXnV2+uPsSveWdo2n/0oviCWf+NNBhow6z+I58KCRC37EwB/09KWOAw5xl/x206/GxNtjx+8TMtP0uTygQfd9yzOjTp/jDD7tLlX7K14rEpn+8CvYy/XNHPfOcF9tRZuOHic5MdpVpYWVv07lv9wN9o2d0LjfGiQFL7ZzpP0Cl33P9W+l4/Nz1r0GYIXuv+DuQzSz+e6CfBL4ydZK++uFKLufRPL5ebqNLX0z6M2XHRgTQ20uNs0z4dZDmr9oNcVxlok29YGoZdFQumnGWHJHThZw2ZgRL+TPf1bKxRnNb1UFXFzZ8I8dvbLNmRVuY3xA7si3Cu/Uc7TO6ti5kI1Qjl36YuoQ/1b2uZ/znOkrIWb1zbuyPwnvgRywVrGjqnNxmKbXvctucUdsuezT9gbP8/2DOta2j6ADZvMergZZwZavxViK181wHikaVfuHphY1OBbggPaN/AfoCKttaCiwRcqYPMG/sZWfBx3zp2XxqcZ5sD0W8yp7XtC7xAfVZudMBwOYLtQ01XWUhTR3RguP5NflAiz6KuKElD7N7GmWxJOY7jrbIz41vHgJY67CDX/OykMUy2c6odyD7qfIJRmeXjzaVo9aVYqMT7ahlNU38hJKehKp8K9xRuuefcUT0dK507ErUsoobteaS9B5+rev1O3KQ/GP52fwR/na9ZOzli+/hJfdj/ITdSy3zgE0g5FHsSaCx/xSrBHH7urf0IIq3n5kTuMfZDaO0SdeXlbKuPZf24bDV/22D5cV8KJ4ERkaLQXb9n9cylVqkcU3px/Vt8YEyXvHYv7kAuYyd7zpwTRsyxg0moQ9/0ri1I6ddVtd1JHRiEwq+0Nm2F2e5+lnav6rZKwj5gTjCH+VJ+Pv3+57E962rsq995hJe0o/eliXc+M4wNkJ8WM8XU4/CuO4s/sJOurWNqtWZumh3Prmca8vuA23+FL4ovHbW3GoovizL2hv2Z5K4nwib8V5pxtlMz1Jqb6d/WxvfRGtzOO8V+9HYLz2K3l9/fXd2xB7FBGBfX//2bw1ThmyyHr1ZQDJqQ1L5rbNoz+q1cYNsko/rM20wpayJDRww+0cqeEaj4opvLavpI/x7X+e7PKZ0zss4YQK9+4QNyda+VuUd0+r/sR9UPsLfL7/nn5dz2eoH+RbzRe5V0pO/i7/IHzBmO0RHcJofmLn7gZ7QDT7aUBacih/QzO/7dkoe1fc4zS59LA8IntKf4VT8BmkneWPWXt+PIfeih1AP5hVHO/PGonqk/uwdRLbJip2qrMIp/f37m2/Q+jWQKxTCcYMIr7VXm7ZoyD9lvyMc9aoTT87ENep0NVTrpmmXzWp8k4TNEpTtkTqDyRTxyxXaJKuNMLFhGAKiDJQSk7hHC90bzX25hQHdRvOR8iFZpX+Z/eDQbrzNE7nk98HXNvp+2se0l92+5qDX6QH5JJfO11G6N5b2/VkyCf9TQ01Os2ue2uNxaAUG+AdOu9ttaE53PXI3YdGf5JotZNT+vxvTnlALWDwJ7DHaxGGy6wHS9CQ1kHfftzOLKWMA7Ylabgj4q/qtgmvxtug9qFxx/hLymnDil9Kn8Ed9vtrC3E/7lvXaPj/AJiTUn/MJDYT/0k+52RIb/v76tGe+1ZWTO/Wz+lV5cxjnZe5lthHwfKoAX8RuKg0Awb9+0naiWadAqi1mGxP1qD4ht1K0U76SutqCvqZc8fca3Nq+a/D/4Kw0cEH8X65ljYjSGq9WdIGxrsa/OEgzv0qb2sMENg/8Mfw9baf6J/GdI2kHLryrDFHa/4ZcWSZ5uUD0MZpzY9vRt0VbytnPUX28Ri3ih88FrWKMGYpDcIRezacU65Rafl5raxrHJdW/ZvOjYwp7ELIZQu98flf51/Qe1VoHjjRVy++VvkamgfcF/jZgzrP3pjfncnNp+E7qLxd4K+msr6WPSL/bJ6HsPjI7tNQguwkP40EYXyRnEbjND7jBTL7OfFttyFl7ShoL7JmfLTiiE/6ebc4SG5fIEDFhjAvk/aE+O5P+aQ7Eq2DbRVRhRDyKDaIoVLsEci6CXBKbwudoh0nfHJt3LGj+Lc5/zuc1oP4PvzmPJ0gzgclxm3+Nr32ehdo1h6kgE9muLVpzDEqz8avCzubPVYYKS3nAo1fNEcLPwp/UX0CSTtt/tcVmbQoYlTe78dtvPIF+4D7ZGhE0/bvjELBdGha4GS+PpATcD4tHspU4s1gbOmDBtr55IG6IsU2jb9k3WlCGVsgOTq+D2t5gmr/L2N6KomVZf++U9K02n6Pft+cczkdCfYB8y3xBPRQbU2HT8Ff5zPK25dN8fLSZy7RX6df0ZVS+OjQ6kr4ulVV2r/0A7D/izftf3/+1TWEmLn7Qj28WA77ZH/OMmOf89I1/Ylj0Myf1eENcTuK1FJQE+KJBMbGGjeGMe8FDNDjTburDRuy6yro4IxBUap9nGl3dZlcWR9ua0K10kHLzoI2tQYwTHE3N1keR//Pba0D6ilIMQv0uO67wqqMs0hqi6N+wk9R5xbxHGvqyeevpJutMzsqtylzLH5NuL/44JK52CFB+qjzx5c1eBa+10ZhKPP313a6FXl95kjgNGt+vuqm0oUteZ9GPvgrdiLfwOO98AzgULmDdAR15Xjsc39iMazZjbBbGwgwXfDihBBdTCXT+fNTh5yklZEzeuGhk4SkmbskHWbVrb5edgYaSksBOKukAVPqt4FxipD096VH6z3wuytEm79Ry+5EW7xkQAqenW4Sz5Fo+8enhMrfYRxYNqcpvRn+uXU10RV9njIu7o6Hqg3Brqy8KWp892x3bcdN2PM04CLOZjXamfOKnxYctRNn5Vn2WVz1k6dmU5OmHcnTHna520ghYCOKbvFoxgr9NCFodwavNT5pNQKXvh6N+L2w8GfKJg0lJELCjv5M9673y1M+R3vZpvhf/5cLPF5ys7Nne7Y+M/qfR0fJhO3HnDnWpdwk7yrPPX1hoeOZfWT+mRj61/izPinOUDn7qN0GP9j3qY6YjXRBDI+Ghj42FXegOWcUnXg2MyQhe5dC47ej1mO070mGPtyWD5F3XH9FfY/Ql5/j3OJfkQr5R/tTPMS0mFxy1v9dYATPyERzfbo85hErsbHbAfCKebrlMj8hfbfI4fte4l7w0/oTfSrasz/F91k8JJ8zxLD2nXmZ0Mo6O+Monvkp0PpJhxu8IR7TreUaH+rO0tvArj0vT+STFtn4upRnw1bagrX7UeZsf7dzXSdpclS30o/G58lGac/Bd05c8gq2USate5cDp4p06/al+fbabfqyQWPDcFkIDJu5CV4xY8xElG4stAORdvvhvLrLGmBE+ChyHSWgLHG0cYdCgjCtU9GCTIb8OeY8b3rxy+lPtrs0DyvjTy7uuPx6fgn5PJ/tHfd3Pj1JQ4kv0WdhyT0d19F8uwItmUhnndclfMGkXVR+qTfuQLJIj8RJ2PzWn3+OEfLUdGWd7yOPcGX60L+xni162E3pr/UkfGieAv0z+Nc1elv12JH+wMu4ljYpf/Sogsn2J0acqfl9Drucvu8w2zevBDLqqRw4LNxZLWrld1zFHp6y5uOXBI9YQD7LfFGO8sv1oflk3iINX6EDtZn6gNFJHpGlEnLfNQ/hWXxMCWMH72Z6GshKPmYCEjMRNaEA74mCj6Ce1uZZJH32ZcvAkHXp1/EVQK6MyGArByvp+k8wCgEaUceONxg/VQi71m6Xr1Eh3hMi2Io/aAe2gn/UjZsh/RH/EujyftrqPO+hz0X/FSv+S+lL+Hl9Ytf114xf8xDXrsDzX7d5vIHuQQYcSJPQZ+ZSj0gCt8iO/bXehlxE/cPK3jj+yz6wlNW/3HDYxf7axfjFrLVi3cqhqnpJY6Cx8L/yl1tB2WzeyO8n43i8HtHlzHit8fEecTRyna3WS+mdbX3KE5S2Hqd+EFEZAyv8serQCTqHTZx5UaIe9XXpZc1QZZ/SuzSeV0+WUQ4Ve9zmhJUj3TyjTNko5Brmi0H7ndn/c33t05zQXltPEOfkkl9ql6zrlg3SNLyFnX3+NfFOhl8JRLlWM8gVctRtB1vbvy6dxjjbVDcCgFHQkj6hvtX+Ec2tqNqN5NjRYz7/lSD61nXOKknXGX3QWGE0GJqRmcUG6q+CCg7bojnwSvspPP5Hv+0s8oKW4+Mqmjb36jG/+ctC212+6Gc4o2HUKPMGVDA548COZxVNtERr1/meDBtdWXB+9aZ3TgH5av8qGgsZ8vVwbf6K7d5YstEO0E77qL0svTVXbADevGy+lFPAyo1F/astYfh0XsO7T/uv5M+bEuLNMHaxE821sBXuWDUa+jiOK+zofSRK+IT0KOvW5rQ/1yRpHJbPz2h9nUNtlc3lcVxMkze/GGFBBaTvtlQ7Uduk2YPF7UqHXat+Ut+mO+xN9A616Fj/KuTEEHtRrs9hjQIsFgnVuwXS5LbfWnUtzh5MR+clddUV3YUA5wTlH7AOhkBtjN6F5hQuLReRzB77cUQucw541+pPtWO4OM/jhQu0khW0w5PXjBpk7+W6gsyWl94GMRoOo8htIrV3ROnsSzfTGpTf9h/HHogCy8lg7k+cbXoXs7dfC2kn5NsSeF9OKS/UaOEv3QsGjkA3upomnYqd6LTS8n7krzTZZ2npp3N1u5bqDJQMZ0Hc6vH/Vvon+Ovs66PcDkfpgugZucc4rWIz5aXZDjBonNtLZiylKulpTo0Ttmddul16Lt03xq9SoDyL2687mfM2EyqMvsAv7o9vdmcNO7DYG0yw3FrEZQMvqhTP5P8dHaUD9ecRPcCxUqI9VRt4nK/iLpfOCuKead9KWcszD4tazxbRxARX64lEwfOKjvGRR/uKzxyfFJfmt8lCjTPlZ/cUc744gHV2lizvG59sads04GRxpP23X+TY57oEtOzmmVW/Q8nHa1CBrO8Y2CP9eZ8RVi8ILylld4LdbBzR6Osw/zCO4kcMG1ZcI8iawB/GprwbtGIcBjyeAGRWI/RH3k4eV1gsMQwbu2b+lBSXaafNA3wiNPmcfmlfIQ0NHTXsZ9ZbQWHOVn4j4pefD+HIpwR6+2o8uYLt5Hvx13eGy0Ak9jd2c4zQE0dlFuLSy+sq2Le5TFY05fvT3JY0WvX2uH187aUPtXx+rkKrowfuvSSoDeZDg2gCxJYlDDrhrbG8YqIWBWDQN/w7kaAMbNsQ4+pBQ5d/TA4yjfW+Y63nixHiA45vCLT7ENRQ6JB41aFsXWPzFyvi2MDcWcxBHaixxma3K1xHcieBpreAJHG1aOWb+VHxKz8WeEndr/1n/Wo219Vi/KcHnpCIc0w7a/DkybHEd+2Dsoy28aXntnyv8i9cKsu/Ipt6TxdeQpVfYOwZq/2XhodsH6rW2iUYvcV9xUZJYHbB79VVpm3QbUPMha6ofT/KpNieo/RR9aP4gYMcocpmvmFsuB2Bcc3K8/bAr0Fd7Wtc0ypaXtmj4DnHMh9A/sNYnNrfhBhOPJYv8lY+BAQmD0m2SDxrqOf8szqt9o49Buxws5PJEMe2TbeLp3BTrzbMf/J4JzM/WqApbSH18ctGJsV7s4KPEGOML2up1273FrchHP2uRfk/ac3Dyi0lcPvKPHf3JFvbkO67DCdqNPz5PN/24UR1jjhD1WuGM7kb8R+Y/zB9af/pm+WJPodA3+4b4y4u9BaUFJT558WabvtpvYAOYPtWGDemtPt7T9WiTosPbTv0mFzvrQC/v9ha+2KSNmMa6KP0Xa6RmDhFaIpaDuLRLVOZn8Z3X/in9LA2E+bWxxOx1WY9r418XI92em700227ma7b5sS3wOXSTYZ+z4u0+1L1qNa1brhM2COOX8ufRR0FR3QwdnfuN7VaJz4bfrtspn9PDq9Bi7sCGMHXCFS/koMzh/PfKH4hgD7r7jElrXCd56cLkSvIPQXNlQNmC3Y/vP2xyFxa9OAQB0xTkr30yMCltLYwmfOsOcVgFTIz3hkMd5Rd4RivyOSmspOOCk6dguesI2ZEx2udtsonivD1hXN6feLhkd+JhKJXPXtr1i10sTyZU/JZ276nlexSjrk17rTVtUdcCl+072GEOZouBvFbUjd3Bg7Z0t7QrSH3ib0xO8T3awVHvUB8Fk/xjuXWQ2QFBgT7WkklsiLsOuHCUXccKZyEx2mPIUQCGpOBl70P1p2Ql0z5zt3XXUbMZayqTHP7sus6fFvKeMF3FBZgD+4Izk6O5r+zz1IVdQp2TNeE3UvjkjbFkg3JXvG6z7CPasW2T2KPpzw7R0F2A/oQodVxs8A15izFO1X/iAunJXtf1ZJNSjBrTNY92WqLpme5H9ngn/Xa0v05mu/0ho3R9rcQz+udoMomA69wuoIuf8UokfI0VXYajmDGQj/5juBkP8Y+xOV4XDi0Otx1Dktw6Y2OCoUw08G/BjHw28+5rm7UnKmSbgM7tM+XbILeMwWXFagN0VnxIf4b0oWVVRyPjfnyj9rL25KT76EmmI7oX287YlCVPe+e2ECBZ3/ZOvbimF1I7CeTFLzW/yJ2MtQ7VduaGHOGvvb/M2g+ecOGUBwuUHhTM3aOtlbbg8FX/lAzDQduwoY4yNlKYi0MfUs+mADaFxU+bOnVTOGZA4fMhG3h5kUMbhC8ZfIJsGW4yIbTwRyyyvR4/WFMNutEO6vjLo8tk8ZI6qg/A1G/Tm/BbNutVkWe1CbmAQ18cZv1+Vj0VUSceGYX7ub6j3flnz8/nrNj0eOSx6MU3zeIJjGv56boRa+Hw/pKaKeiNhhI7wqZIpSzk1I9JYIoeoAt8ZhMvyx6bGu0z2oMTqY3NoZoY1IMztnvMp9TZpnh9KvGA2uaXFh/e7HWvi55brPC3/dgiSD9lZj5ioIYquaVf8viIXzd5DGo2WAgETMYZpOC6gU0kbjox7GyX8Y4n+Hpb1pzYoZsuoPtikyOapWv4vHFHT2ClzoBfNnxpD+5+hc9EX4Df90nkm36lIATuDrXr3PxEuhMJbtBh2PG2bPIQ9PZ5224CB/pHh2gwZmgOqbLEjZia+Wi/bnDI8pMp9ddkBVGadVs09bostRn0OWso3u/BT+tD4q52j+3QeCy4Nq1W9tTZRWnqaKcez3Qu/qq4touX7muMlB9vrhjbqbzglR/VrYVcxvoftlnDzfQc8joSb/DmotSRsXfSIdCrv/q1xDjvV+YU0WGAtb3qZusRM+wXNq2uxA0rQya+CchN0RrLkYq5FRK+1UaYzD+YrLT5FvfP/WhPG0I/DnyZtynYPEo3ioT4i70L8tc+R6OYR0q/Gp/96W9TIv49izmU+zrFhgJkz7Ij3oDJYdr3s+o9Yz+C6/NN6Sq88KzYVNGSr+xNPBRFIo5XnBhb2jjW7F32DNzoWz1u5hRLaCtyKH6SHtufWC3V4t9s/fMs/xXNViA5jmSocNKjcMZ88pJedZ7pN6HtUSTzT/IBjw//4LH/5ocv9jYAeDIviOsi2XDGBOqRdaZXbII65+DjlyeXH+JPf8QciP0B3tj09NffXv3jx7++YURog8/bj/YGAsWaFiiRU7rp6WaOesl0NL4o/oItVvWad7gvJpm0VH1gxNge291AQT4leVWtcuWPz/TBvi30NM7ZT49zeU59FXYdfsoEmt0Cjqwn3+qtU+QHep3Rknes8z+jHhc9a/4zI2X92L95QLqqwCrb1/nCr6KW9ChfVgX9tf8AkTzrOkTiRmpGW/pWPBhxzuShUfuDPH///vvvgs61x//93/8tcKzDspbCAa7wdaPbgniUCOamghJ4nGjbcPrLn7ycv07giPZH1jOV4pUILEARP2tHYzTP1r4anD5Stmt40S86ME+5h8poE52uV+ep/N7nKsddaat5bUATn1hIZJocraYfuZvpxSa7P20Tmo382rd3lekKYtFNasx5AuDVdigfZ+yYVzyzPBr9DGV3chlCeyKasmtlOC/t14FUoIt2h95Jcyct3wniSUPTVCew+z9BwQ7iXA3ksjvqSIs++a9yPFIutX+v3YJBH65rmzRy56M/1NtmecLnbNZrkGa3rnKs2A57swR6F1ylSfWf42tpQP1T+8v71vyMZQc/zN/8G+WRibLlWzotXlkptCqdkXYgxq/gyOG3giVf/Zb8n+PX0gAh4zOPaktHclQ7PIJ9ZH3IzGThPJfRT9QWaCl9nloPOdKmtm6CxFJrLKByw4cWAdpdI7G5YziyBZ78VRpay4awjx2Wa6utzO+93oDnbZCCbEnUY1DMDRwJukbvp80dTQNelDJrsTcvAoUznuF7iQ2N+PfNx0XiXBc9p9AvsrNYiu6lqx7uV83RJyzQc+1wdIPItW38KJ3RP3nc7q9J63Gpy3STtkdf9e2NuQIzjOVivS0s8YRkvdb1DVpIWTn85ZfEnIgZw3WTAmizfUkxys4bTJ7KKmXceBuxgfnIeMBXf9QpPvqbiYg2Rsvts+vXFZWxYMmrXRSMsi5An5LoG4Ra6cvfLLR8imZnTLED2Xm1A9lb4qxtNOtuS0mGU1TwCwOUnwknSimPmjEvuHud9Y3ezlotE/u55tflhhB48oRfrK0xL0DGnG9wzes3sdq1rB8+ueljtA2xdsAtOWYqS/EVyLMBXEDtJvbnv/6x4PZTG8AWP17seltPHEI9Lrxj3gI/pxUVN//28eZmcncnQFsVY6ofjIz26kbYz85f5FcfJOyvoj/Fv9nY/EGqauNezBHezG8lC/0q+dCnypGLvG5QqLrmKT/5YC0/bkuNMjwxGBvBjmdx5sWy0CbiBN1Yj9vaAGbDiT/JuMc/Nm2j/Xtw96wLnlD8WL73bMPvQEv2rev0sU3LODtW/MJ5+SdNSB+N+cxWs6QHbatWOGgoNkiftZ40PCtfJg2Ty5G/nv7zn/90kSAFFMn5BNGFsFUSznraECY/2ytUecd8DL7RUAkj+sqLy+XnI0eW3BM4m8RxD4QJb+tMJj93wthZh0+e7LadKqPuJBNMhVfZ/DzhPweclo58R6CQI7oQfXMw6eS1VaOMtIe/WMziQjMNsrb1uiAZ+had/c1zG1Q6qwu5+9+gN7ahh4kcd/fxDZe0Q7NE8yBk4W6ykIl8tndso+QWfT3BPJarXudxAWkNLzsURn8+at+a3hY+Co2LD+4mD5u2qb812v/ReNeFbWia/T+jH0i1xYtRjiO+usWgx2u2Xi6Sxlcb9dLX/hhrlK/6u9yXJN/YHsoJotxpi970FgO4VjvCTgiyY6Ad87IXSb3ckV90sdSVxPiKW8mbILX9WTpPhY3XujW9WnsmfbnOoSp9o5eUwfRtYZa8+017SwChV/ApkVvn8g3rcTxJuNtSa749vZQ9yhM+9DLWJ/Z+v+3HR9NRrAwkuYtT+/wvJreBIPsd9ZB6qgurhUgbAMaxFwgWTuLVd9iK4nfgjnwUhwhvZkWdH5M31+XX64JC/AreONTilj5j8x+j34lwp2TUN9S28HP8PdPWLSrb5cf2LdwtPUYsW/e38I7kFt19uC36ab/iNz8Lfw0v/jM8ZNqu91ciR/gz+9eGY9BJPvN2ZX3AS76ZFCqrMDN8ygQz1u+1Q/Tz3BYT8Ok27xjnt/CpbX61b/blYTojLjJg+BHzHea7ISNVVma6Hb8pnzTOpkK/GudX7TYDZ/EGfmwCsXBMPuKJ5Bv7qOXrnGDvTmijtuI7iD/rF3zPoq5DHuGP/Sd6lDPmEj0feVR+yQc9hX9ofMm6/VTSC7jRvhI72kW/jTgJs51SfJOtjnrO+FppjPYQ9lohRjrSQ4UhLf7jdYzgxH9s25q+MB57HuXgCrweqpd8ab/ypQpd02ud1tqRbuR5JCfiKvlYtMTeiB2mW4snvi6wxJmkCETQkFylHebX4pcYmaJO7dM5NqljnoKvRXmhyezFJjGU4wuy5y0+oiu70fVploc8I77qx/KUfj8l/DXUfJwDfp/Xfr+qfWt+KpnjJ0/Fl9B1lge+2jOWi7rOx/Fp3n7hz/wX35b/JtxW6jL6Y3tkT1vUq3wZcxL6rJwj36QQKelb5YJX+VZe8GfPopfwoT/RV3nC9XbkcIzfNm4LhrPetkc9i9v6tA3l3EhGh3qdrTm8+E3n635jKqCFcel1fBqOW9KqfVAfsge9kAmZiW/+6KE3SbISS2ITp/H3eYvRVMNX5/4NGcErgESzotT6KF+3s8Jfm57ZYrVV6S/6RrHaus3jaMYeyUs544Dme6Nc8pMYEpKeeI66qHRHWjUvuFq2lx75jHFwpCf4vpzxJNrQl8849/Y/QmgjQuVr/W31/z7dbNccbuQr/lvntVw95KinzPfXXz0Wubl8a7ixRHoJfNpzJCMUtMGqfuOMrHoiXWuXz0/fbAPXZJcjGC5jlePxiaDy5qVRssiHfOOmETKmbtKGKP/+/ftSJ5qEPh7C4rKNtT8OYk27/PP88mMV5fPoRit5AY/sio96SlzybeuONcdoC+zffA6lmAnn1L/kEK2xnbK5qEfvSUc8Qq6UW9cHon10Fp0ZXGwKMgdMvjO4vuzIPkM3amvgMo+91e5l30FR9GW3e3oPjGZ/re/6NmVOTwqrb1SjPlR++9zLOepfdhb4R7rc5pLxTDBru1tqzJcSvodTu2p7VYaOU799u0Sbs3yG9IkngHFXjvBeMfEObQ7ttR6I3MUc+pf4MYUxRcLU1RRvn+V5PYLu+ve2fvEGuc1YaMUACBAYhYwkjeKLN+IC8dQn0TYCrhm8+YoGQJHCocOFcjKsuq97xudkkWekjAWE5WLfUM0KDJENTjvZ6PnGRYvZBk9W8sCLb4rYiBL2Ih8/w+vXhXHfRgd2kMa/I3hGBIiHgXu9ox/8iD9w+APnq+oN36d3wy9I1+NSu6q4l6Wla846eAXVOxceTY9s7r1goLYJ79+7ajPE0C39YBNb5rDcVMSStk9m+/6p9MXnz/lraWDWRxax6VH/fhWbwBwsrrIUwQ1YfIubuZ/uZJ/bc2D5r2zDcASL6cUrXXmNNFAcMRr4q2Yt6XEwKpbfhF2KLkwszAyvt9cLCf0Xg7PQ/rnNVww7I0XaXO37M5ifDzPzzyqV2lbLzqZF+yyNgI/X6uE7P+zbfHkwz4sLYMqwDxZYNc/14cMvGKMPop70aEi1j8a65EZKtHWRpdonG5j8FWqLkdpNiLZ6wTyccYrFi3d744G32wKKczRWHZ0WaODRlYvJp51ZNGGx5NME+ADG0e9n7fJSgURX9n8p/h/4+2hg1L/n6frme+RjPl/ijC1+YfttWtILYnW8MWBx+1ZrVwmrsh4RlulQsg9u1Pa5L4uyzH8MJOIWZ/KBw5nYR3whXeviVdPBTXGEevEY5fgK+a8mm/T8FXTzSBnW7Yw4+EieZ2nLrs/CfyU4+a1kWp7ItesN92C71sU32cCJmz5KvBFS2xh+Jb4Yks89QCYgtDiwmsoItztr7px9K3+DJt8HfG9PJbM5/fLCdXlHoLHLwhpjesjIfWzfuVJmYpwqky4qMGWKnbV8TEc3bK2vjNCPy2cboo/Xfn2Wt/o4beUsJnDSmebJl+DeAnstX+kp9XeLFPfDVXuOKGpPAvnROe3hTxthwmdtjWsnvfaVcr80srMvudkEHxqph0k8ErHhnDh5fURc40/6FcoPe5X0G6+8bnJibay9cINud8gMu8LIOM1mnsSptkw4gdwuCpkNeYfPNvbn1SguX9Pmz5N6m7PsgyFt6wBmr34Lb69c8emsn+3RuqVu2WCWPTOht0PyJW38Oob+LEs4+aD0WWGO0lUHryIkpJFg3imUngMMd91jnObyDXWnR0X8IWcFrlDkKRZsFjZxOf3kvfbP9roDNsn88FLvlKqsVhknaHAsOJH9nF8COf0QjaJ/9A0SDRJjP/dygiuDg4Z0CpR0Qvr4SD57+uHbA0F3tLdjDgGRfCLPnRo23HXiLjB40i9xRB+E418is/o/deHrCSxI6k4/bINJQ5i2LXDQP8MgXHS06K6U9cmwtb6s5OQfS3wodZ6Uje23M+SISY5sZZSN8iwTXdmt8sCoLGWJBdsot0shsyCTp4HFXbxBGz8iFozxIPk2mku7h/yEd0pxr5TsYOybtV2t5L5ZBPSc+q301W9h18mI8jcuik3lWIFJv1TGBKAtiNn+oH1J1u8iFC38XWnOld9C5EMSsq9s+33ZPpr+faUdqW31S2z12jyC+MRHcuzkGmzhwF8b7eGJuYZ0APVIi65sgBpsRuXKc+bICWXg+4WRJfNJxGCMXXH34/v7j4VWpRnUnKInK3+Nodi5Dt2UM6chqK9/Zh643EFs4t7entqnn9/+vh9Dnr6NyHuDjzMu7I0Bpd6ncleqJGWWfm+Q2WQY9TLSH+tHsQUf5xbfra3pj61sRGz5d1ugFKz8qp4Z0xmTgXl3QBtP2koHmzgk/fMDIuJ0QzcUyT/X7MOJJX8fg4BmLiUd4/k2/2RzyIpstLVFD7s2sqeX0Y/LxtPBlvBFEsP2N9QY/gs3PxlMpU97jvQqeWdwuhRQnc5qS5xDdtWJXpxNp958+qYEsx7oLrnkX/lUvtLxbXZ8F2HvRYQ40OaJ2f4grj7SODfW30uEj6Kj9ozt4AYKDsaU+aF+r3Yxh7y4tOm+4immeBkymS/Ht/tG/t9tYRXvx0bt3FbmeJMQbyuI9oIT9Q40+QFOunmy+Q03OXKwrhI0w94FE/rj6UF0ZjGl3bvv30f3VRjD9/JYkRF3bp3kEB3PTH6O6hNF/aKSXk6Vjv2t8o8/S96Pjh/iu9/imd6971oHfh097rfjqHZsx7TdDJQXHiPdEX3GZ4S5ON/FD/p5jBGlpM1PBMIGToz1a3u0Yd+ON4s7z399a7pgpYx5g01yPKT8JFZYjBDH+qYfR0E2jS+uzjUfuOiSCvxY5wjdE3843m2+wpN7MGU+8j//8z9ejvzaDEa36F9n0so78N1/Yh0D7ar9pg3n0pa5gqPabzn1v+ZXmlup/LyIwXuNJz/fGsfEAbh5Xwhi/7zGp01hM9nOfRqqhVZocPSfdfsqzr786JYjbCDGd2E/6iye6t+Rj+rVTrVP8Kof8TT/Wpd/jRLagx+qPSlV2CPrmPjqd3tFvQ59b5ipl+YbtBMa/HE9E1YR68TEBdkXtovOjvRW5UG33Cz3zN5KO/ytSZb+Fm5rthLysQ74RntsHqS3HrybPHzKw9+gYDjWZJMzrk3y2ivwJRds4Bs2mNdo5ONpTtoK1PYBLWjUtgDd20rQkRxxvaTrtvPrkcKXNCGjcpyjR7SObxo4lL9ib6X7fb1RIWFDW7h9uWDTzmq92me9VovNJmQADd/6dUvvHeIVmWobiS65s+QRqYV3mzMs/RvdurCUbQEfesDW4wPL56cAAEAASURBVHoAIOpFC7tUPKMu4Nf2Sl0etLfvA+oufgI4CUaK19XF+6hai0w4LkGW7/6NCHfJ14bU9PXEI2CAb/JjnEYWRSsQEHy6g3ZvHnt1m0hLRTeZGfkuUPsJD3hmNBwYSDUYX4Syp0KjdibrrGyf36p2Vz8r6DsUEODbDQl4jh0+UbZC70975QV61asBb2NY9RO8bqOX2GFndPoe3cq/n2i57RiqT0d9xGSxIP7BJQY1Fh6Z4AfuGFBSml85dU2AR69rPPwHHbmeiA22OPTECi96bf659JvsXheJyn+yKhf5du3qI4VM+25rXzbxM/2bnjU5SWlC93RNRC3Lm/p1ycWTxdQwWYp2JmakjvxphD/KV/+r6SO8s/WVZk2fxf/acHV8q2nmujaF9pk+fhWxysraOEareDWjH363fCT169/Rwz0F0yo8DDa0Og5SrVe1yT/4Bp9dd3Q2OOI4WfNvJnNs4CyTOquIG6+wNx2NsbJf4ny5Tc396ks05m5C0M+j7dyN+NE4sFmvvlqPS3eT7UJCo89eiH4x+Gh7/Y1coRfB4Pp433JBbgnfCO7ckI1aK/B58UwcxhOzBWDMz/dsIuqCKWm3IRuLuMBFJl20MT5RH3MJewLHYoe/3cDizRhfgCHm1bhXpazwSu/JWHEzXWNUlkYqbM51uQc2oj0kL/u/H/Fqv5q/3Y/6R1C6v04+Qur78Xh8+7c3pqMVyxZEm4Ryo8q7+XL4O4X9dRn+yXU3R++rGZgoj83fjAk9rKMHfvNLaMb1PHUW63zTJp2WJ/2II4oTyEeav634ElziV7Golh2l8S9J8Dn+Ve2jpo8kP1t/K82Kn/0v7jU+LYpU5alzpX8K4eFAsr+ZPT+c+cUM0J8s+GLkNvcIPKYQOqQD+V3Eiri+Udrvcmbzlc0P89vvhgwJ3wj2uz90reszCpMy5qweO5hj+O6JyW7zyfi8gbjvnxnr4wjb8U0iX/fo4xixJp4gDji1iTN/bEqp7Fxfj7Z6NM/lVjtb7HatWC8tgu/joUvp+Jxc0sfReZT/CB6ZE6Yks/AgJfk5+82NBl+vQQ/Qu2rrMj8WNXru8jbJpjviD8wc2dhj5blcP/dShdotespn/0k2+YPyZnfW18D7tQdP5bYDO2Idwxc+2vonr6l/trlDvUEW/8H/OcuXROPsmQ1hjpQ3MF+N77vV+VJeFHlsQ15ulqUVXC+9v8drptlh4mCDUTrwgvYjH1FZXA8qtz7X+LCuPVOSej4DLZi5XElLa6G9vrLeNCBS5VzrS3FL4vJsrHsMZahYBSHwVXhEf5/Xmjsl4ARdPbmujeI5/FBa10pa/Boguix9i42MNtEBfXgm9Cbb3ZLtfnFs3k9P//u//9upUAKlPmYGgNEEmgQnMCgNjbc3DCgvPERXMDbFcRbKJ79I8Q3A9bFuhOjKoM7gBEzQh79kIAhyAaa2QZsOkAFV2vN3pEd7wRPNinOUrhODBdYuKveOIz5qCzSij2g3NC2w2soYvciAEHpc69eqrzxm/Zek1Nbsv6yLVMiy1b61faTOeRLjOd7n24gyiFgSu4yEt9eySz+NcohvX576kfyCk/SCzwvfLT3M2yf8emenaEfgjJzoVzuUTG4y0Th/cpJY+2KVsbjQ2kDHG8wPXzAImuKd/GpqbEfqokKN6aQ54gdktc8Rl3y0z/rPZKVJUWZpM2F0v0X/qb3iSBdEwo/+CtkDN+Wijj8NRrE5FHfWOKwvCJsNGW8mJeY4xt9oWfLnMsjMFnlC7tnvuNAU8lXIlK+WXppOPQXmmk9PUbZUba5CrP2v1qZtaAKj2hlfU3k5bEGr5Z+KDwtvbAev2sIsdAFEf4Tpp21EPliIjto10ktBZnrfu8tqhE8dJM2aGuGp28OZwVd6Y3qP1gh7TV7yBJ9Rj9Jz7f+0qeQnOJv6W2Ebh5jg2fgvmnHmwqPire9d49oiYpwWLVrAMLTexqAz1494EncibT5eQYsx+UYxdS0wRUjgFbXBN3l2Bg7zE0dlOgMvyphVT8uSJjLyJ/3rLLRx/FGbot4WU5YLBGEcnS+VN2WdUz5Lb5+O2t23D4579Ldpit5aZuiFfVe9J1zUZz5SI72Uc0++SmVb1gq1lU7+5o9mxsm/yZcutkXCy4MONkc2ZarxYZeAVyZewqYeJKt4AdNcMcFbqs6bNN4st543GNrKQgf0RFt2oTw+bjOGhX6MQ2pnzFGAUbuhpyfpfd49bABHfVx3QHTUN/kzF4XC01lyQ7PGpUgrPrX4C9AHHdLjml3odJwfreH6kpFeta/p+NMF957WuVzIueYb17dHNBJP7Q2Hmsla/Ubz//P0AzLt4QjzPvVqX+0HKKtcbVK9yudyzvz/PnKuqaRPr+so2ZdF7RCu8vg3GyjK0+5I0+/hh/49UfNzP5cVUdfJZF0EOM1F9ESN+GqBDR7g6w856sHTQvzpUD3wsf6BbFVGxQwwoGvrJFZUS6nZvk7Y11+NV9AZj7P+IT2LnuvQiZ3jn/ggJY7oZH2vz1HeyCe+6qVn8mMtOsXPxUs4/bnyHSn0kDWX+qv4CZHxZU0zcdHq2ONJo6bGNqTeKtQ6LTzBj/k1xn6J8BMq2h/0s61ruMCQHMJX3FKec46v5CKek6oH/b41jjuG1Fp2CJw3flt2lZ/s+pdy2dHLk22l8Fr55utRB2eul34YXF43GYgdIV+0q13fWsx5113Z9LDRj/q1LUpPOtMmPSEM9WW3symFdRIT2Y7cgCK3PtZ2ycNG4iN4yZX2qppeVsFlbaSkN3Lqj+BR7cJoeXCTfaAnXWNG2VquqK/l6Teis+c/6/an7ImvuJZ1SlWYXhdASP4qHxEo9XSWv/gxvigNfRlwll2X6tuxRWPsR9olGaqvqb2qEz35scrncHuy7OlLXGbnPZpreMm1rlFJb7cqzfM5ftKDztKvbgBBjiqLypOP/CnXcWqdRrv0CeYKARFPAEc7fC3bipGDawHmKJyTd8BRLv+FSs5ltvslaIQ+ajtFh3qVh2Tbv/4NZotPFRdo+dk2ZnGa6VhR5Z/13VG9OMf1u3LSn3Qe7Uz6FmkdtJc/64UnettxKCCqrilZ67W2I6n2qeSvctml9L5VPvr3AsfEuRxaR1YRewExBDM3VkwLOS6xj4We5t02j/fr/+ZH0ofOwAf96IeRl9otulvn1AvtXOsvZwNbFA7KuRMjhYZJTBhYVIk773Mh/oDU+eq2QOwIpDkmF0ZRcfkv7QmD3cOVMmkznSTjIGl1PgBa+eHH1tc8CHp6DYIC5Nrh1nizktFwkDPaZ+cXk9MnerQhL/66VxVerdeqn5lkaC2Me157Wan50XLA+cm8NnybfrG20kQ7nu31Ojh0PDUYZRf/yuYcURPBi6ncgEALW4MWp468Bkz0gQn+sH59wQaLguh/Gw686xm4sRECxTm7v0Hsh6LK3hqTxR2XxEnupotmS+iIo8aCd24QodDUTS0XXNz9v1zoLP0hvuonkO51wFn070XzcXRkeh4SXWu97KpHAp7usmV36wO+A0uJ+bENJhrAAybxn9rFLk9uYuMRxZi4eRZwT3viXj/4v+KixwKY3Ys4Al9L/9ewiy560ZUm9spLXK9WYXpWXLIQtRw8CU45uvKz1bCw4DcE/Pzufe4Lo228ixuCoLWQWBLC55wTpqh2Gh4+pVuECCKO5wN15BkJeIl8HDa6EUjsfzu18tIIK8nYIvoN7JEnW+AJn4PnR45fH9jGR+rvKtp9v69JbNS7Hxi04s0a8cNLrpufsmCAqLFwIJ+7SvgaH5fxVn4XFIPXHvXU97LWGSuTXfyNDRSLGxpv23yeO+T9O8DGVtdA2b6eL7MtjzsWJvB3/okeeuCPCzrqSNczlDJGBF3N2SoXweTCxxpP8NKNy6R2qZKzbI70p9ld9g9i3PO4zn7vKcGttEw3Gsc+rX9ubcMN+B9in7K/Pq6clVr+KHjlmV/go4p//taS1pnLNSoxwW5Gf35mUTNmtPh8LPqEPHWjl7S/tTocWiz9rIWi5OdBuIMhA5ziCrDIicyU84cY480tQURx3XIEFnDNNu+1fhE8Lv2l71q/dWPFpXS24E0ZviBDrI756RbktLzar+QsgKP+fNY077aCVZKV/n9jfCiquCrp+msKv0J/Gl/hPXFJF6leZ+Bn1T9Z89P8QOt/IPm8gRuWIiQ4HSt0PxW9H7bi89Le7AaA0/Gxgg1XXsnKk7Cx5iMefqOJu4vJ4Y6LT0smfAkC8+sEya0zsaI+Idy/ZNLoWlzxp4SRhhjT5m+hM+O1p+/WJe/WP4ovfPYD6bZvNLFKO7I9kdev9KY852iLK60WD2n0ct0x+jdU9td3aXgvD+1xvL7Yy27+wf6brpc4ekC0ibMBtZZ/A3AoXoQYyj85+4nxVX4mDcgOlMfH45BhHMxfaluSyNL9P9uDNPITfPf7d95LED4lFOYO9cY25JSsy+t+BdydQ15/8I7uNv+PmNfkL4YFvb//ZsvK4leh4Tefvb22zeGo+fbtW8sbHaPxo9zcVlCX5Cw+SP4FaC+xocc9FOpK88iFztz/1G/qT+UN7Ew9xDkm8ZT4o3ij8UXW4jhOXyUH/DtZHPv4B5w2nsSKLTG8tO+IguML6BzeRX0p0nbWXkApWpLX0nQCrjfWLkP+LVpr/17YX5hQP/ZoryODtSAyhB4RYz0+aNyc8THuDkQ16preQdmrCuePSRHiMi3RsdaHanBe4PRHeeAx6aOOartEcIQ9Og6w+pFhB/6q+nQBdFofoquWREYf3PkApwV1ZA89NACqH3bExaVxNHHmE8uRNQFLwWqsIy/9Rp/YtqdFOd/4tObEU2EOtfTHjMZlZeqfLayj+jme2mENcoBozxx2VsrEmADPq1J9A8LSLGLySvaXt/aEuykSzXMjqX9DyvLyUvj3PK9rR04c69XKVOJWKAl6mJSFCYXqIhGD55Z/iB72ZfBm+/2rI8NmgkZvP7o54McP+MSrg0Ivlm12iNs8tc1zXgnNKzUef0RM8bjS+C320jFX2ymM/pvDdUi3ZTy2VL6mKhMUWaVjGLCRW5/6nsnFQpNfHFqHM0DGRrBZME1x+4xNv+gTYKyfvJl8GY3Fq7ihIS50427Bnk/EOuTry69QwXT86fVwBdVEmdLP6kilnkO3uSk6Qn50vtNvuG0X8Ue3CfgYE+hWa5nb0UKn6MP7zzre7csnhfQ7LQx9xEoJmyvEOYqNoBkR3+pbH/CMflPMickZiILPtOTReU3P7NJIIlu0BgiTr4VD3WkoHsFT9ph8RhuVbGt+F5TYJpbPS9QsQ9UF3tKeUhd9QFtYEC4Vl7A0XHSR9plaWZO5o/+siW+WjLruACfxraufZLb6atHxBOerFWUbsAL6TzO2GFd0y82R3NCh/+PwQN7SS6Equ3OvK9me2Y6SC3QWzJ8aDXkX8JbI9lEgWewsYYkZxJPGcJkb8BoQNnJUPvhFZC322BzBRjPTW4hMe+Ji1zZWLBYpDsCdOvkheRZVyFPeyxmwwOgQnhZfBa9zRCH6IHzryW5ci4M8uhl8rsTZBviQU8o3kld/qU/G+l89H+1Tf8j20t5bfbfa/5Ftlv4Hu7hQBPWvFjqEvi4f+ln21y32CNvOqi9FXyu5rT/anu2Pnvey9lAcmyj+LTyLGcxbmL9Qzzf8uKW3xgPqlKe2PrHBdS94qkc/aV/k8gj6MSZXeOJK0DA57MKS11x7PLMoRlRkjhVjOuMCdTZHoNgOIl1LRsFn/D7ETkxPbXzY0me7ILEWb/hPk6vGfx9q0JspTXpD91/t6ObsDI8bx0fIvs0j/K9ea26I+YDi2uc7CjLOU/lxeqHpfIGU9Saw2IBNedjAeWKTuL32hButfW7iF9fvfm2kDeIwPfNik4F5P7auNZSp3EVGYtj6gJDdyOLrJnoCOGTjRpcf9tF14pffiGLXSd/tNbWsZflhOnG7Qxg7tKanai+0n5QL/tQG/W0/Feb8nPRGTnP4zVL83ccyNq+zP+rV4YibvDMG1HZEfdTV8pHOXr7Hu6yNKR8cKi7ta+vpznwuv1dNfxgfjaL1ta43cxyqfKbIhmPz6mXcijm1ZFV7ZZ+aN68oadzogl2DUt0KqRbI/mtf1/pb00Ff/rhFTe3OevRXZFoGnVKWwNNxbqYz4oriTvSb2s/Z1uXs9Wwvr9+sX2IBhLiMnzND8D6xDufNnbHIZyimY8ZG6mhDtMPWT6wMuGoFRsE3nz1uRNBaWsB6I28z+GZ3yH3/1x4MMNsghNCGaEfQF8LYNtkS9SFD3vDlb4ps81PhSd+yM9HdOvdwksWMv7Wjr29UTtnfFkcLwbhji6OSdxv6oOZAFr1NkzkjdhCHbmakHw7oz6orT5Gcwe2WyT5nQFUoV5YBwQgc7LfiVlirGg7FGb9eMVuRnQAWtkVXMO8OOtKXk8FOmx3QT/xhD9UmF/qOcPmPVgEuxywYMyPiqa0Xc7w36ywWTVo7CtbXSvp75s0zbFnGna86HoGFAMcxaytta/60NMrb6xVL0ZdI+KagNVHt48yrr+vH4m8VVIa6R4eLx5ne9nDO1rnuDdheGGG9qcEiJrDWWNskMt62GcrYF99MOkt5G44w8SWN3AUz0RCPGGY+yU1d+nYIYhPb/BsQVLe700c7r3nZjuM+8Cfs6FIGLSDTVh8oyGPw+4FaXGQ7kXetedAm0FJHCe13qlZA+tkmM2wGawIkWpx7erXmunTQcymuI/AJWH1s3Jdddpbt5GMBdKYd9vT+CxPytsKE7tMWvcMNiAGSX8sbEV+iLwIE/aCXuE79l/5JfTVdnWhN+Nd5+BMkHwJCP0X7riGvTWFwsT3ycVOHqLkdGINnW2BNm2Dhk0majR+mooMbSEVqddYFLBVcjBg5P+Jbw+g+bDjapwlixqo6YQRR8gU87eH4+n3oUpqYIf+vIa+r9g4/v4qf3aGpmyTCXjer71Ch+eRjbSvbEb7HPNaPdmOHGqLsiy1cvn6zGafHEtWC0/AsJZ9WLWeVMe8grXFxjAfC4RpFR10ISXgu9YynLaA4rXYRjRRojCsfEuMcRnKIv3j8Of/RwB8N3EMD4X2VEr7GzNVmI14cbzZhg4SsxQP7BwS1zCfwd/lpmeqaMzO3iDmN6rf8WPXjOa57oGExwmIR3+rzgw0jNjJ4XWybTyGxP+HXriEJKG+2qfM7H6nPiOfSn6+zWMN9X+13VsCJtqEj6eUE+H8FSNpNNHfM308JupbQmbHebiNZuSX1vJ2AeGIbr2xC+xE3qj0/29PD9ratGk+u7VdiyXhDEHHm5YU5SttgebW8PdXHhg+SLL8IaAUsA2wdIde6Fh45H1rXjyVq3zV9U3Gw/Zw3jly28tlAcLu4bihfyZ+29K2WzeRX3f6Za/XUwx7srF/3dDSD36P/VeqwYT/a/L3eQHRPGaW7md3KL0Z+snnOqd+Q9+2H+bNNYNjQYtqAq3OzKp4NL/+zGMOaLW2kmdi8+AdtswX7H5uJFinKDbTJr5cKui92w79tOf7FU8EczJvebFIFTZ9ncRYjq9NeD7A6tuirXmfpTXnO0B7LxW8sr3gPSXubM34s/M+52VUizWz0rD6vYnhHJMxijL0iX+1PZZeec8O3+fWlBDbgz+r36T//+c9B1x8Jlg4cDj1IZNSZbPy0pxBDmbjf+UOO0mMwWTmSSxjAbh/1jlmgcAg6xc+2WainCVAoiyOcF6fZJntY45txjV8A9+3RBGfefjD22yX9SNbaLt09F3zjlwu1N/vAerwCptVYMA7+vWyVt+iL1lreiruWefzWoOio/crXc+guaG3BMcGMSaYNPNy9aCNKDCiYuwV82wglxROw2OUot+4cHcurHKTV/vqK2hFmP7/WyT78fq3saoSy1rusDK6SWTA1T3uxc878hX/EJkoNhMf6qf0uTuuz6Iw1qfegU2XsYYv+Zpu8baLU42Rur9+CZ/q7X0AYKv4jebi9QLJKZ1DPAIz8oUvsTHjAcAg3cvW32XdVegc/00vRRSO1177KbSu92T9LGJ/3s/yy6qRv+1pWZBBMlVtlkkWT4Dhr8QtvjgM9o3P+dMdh9odgZN9LQ7xi7A/xDqzZb21/aZNs8dD+Qu6Rj+QYy0cJqp6Iywv8AX/RF70FTwV3O1f9BFFilOxjzqbo8WCcH9sxp6fSpJvtTfmyLODIE//YBParFmyqregJVvyVFyflVa/ytE1KuFkh7U/ftgGHNDToX9ECQ/R6e640wE0/Amd9pB56+6mQqQNKAy7xct6UZRU709IvcqV9qk09/0Kr2a9/eyuJTVKiH1UL3UUlhWbB3re/Anhgf3UuVLGUVn8pP55Tj2PNILfrwxq1fFIk6rfp93oZqSsvfSl/5nzsv2eoBMwo/zl5aHttX9h87YtzdPbkrPRncEP/zEBaGRs0jFV1c1VjWJWT6yf0QVktF2nVVZ3VtOD6c98O4IkPEV8ynoiO4oqGrS3/O+M/QTMWWsb2iF+W93JmG87rGRzR0zy4jy9JNeW/jH5SUCrkFl+V6qx2Kn/pme8ecqS8QUFPWS5PSEXx6ndLrhEwbCL1l/WP1Y/4SE+SN56MjrmRYObnLbsRdNNfm0ePfASls+qV7+NMlioleZVf49+mP40P0G1NMFYMbj1dyaFzLE7Rn3ZrB6upduhcbxYRfNDPuKN2yP+Vd0L243PxZYxteSvH3/ypQgsgvvBncv/7naeWA1PTndjHWe1CiTwcWrpvZwH4kKTNWCZ8QiZ0YqsLS8zuAbHdtf1K3wm7tt9+fO3bP/aD6Iiu6pVXvc7U86f6EX4sF97WWfBb9VvxN+H79mX5pam1HmcURnm1vjeDnZWN+H18WLdl1G/NK815TXfGHT+b2WOO48Ia4cRrq17lfmbM8Xlmrm0QhyyHAAZiD1a0mMKchXiieQN8VQctxS+nO/1Z6wwwjd9CYQPY/YINQdyqbQyqXfCvGzeUqw4ayFjzC13Dq8caZm5X0u8Irzz1gkn6bdPJ9IsWvV4Trcl8Flpa88DOMg3FuVzJq6ZCF0bOeYZc2W7JXDGUzjbAL3HEv8fN6zvhH/u/IOdntRk+oY+5/aecQUdyjeVrLpfoUdhrPagmzwEjObJcKfGttFSX55Rf8FlHapt+wCU++cKrzSvjIZmk08ODU/nSB5Tlof7JkjFV8dd1PBwIzxozgKJMf+Spx4e9jMnv4jchO+WzY0ZXcNKdYlctV53OP368L6++Bk7zGDazXSVNn6IFX9LCF23JSbnXNUIqF5zO81fb048zvbb+9fit+npuex3EH9Nf8OwfhhBftUP5rbN/+9gqx03e/c1R00vrrlE/4qN2z/WSdjz2r/B1VniHj2hty5Z0hT/Xc9Z2PlWLW//Aa3XI96wC+bblSUzpSW1QzYx+DI1qi86BMeqLWzBuPhCOPwZgJgQS0oVmI84CzxA3buZ5bwJSMHTfbPE1LpJyENcEoi7iqJ33luVR9NwwrJ9ecIb2ChgLtcbO7pCxze5398rbekp6/GzdWBPtwOm5+4CnIygg6FnK2unfPzbfsBfO2HQ2nUTyg33JkfzmA9EltB4JS2AnCIz9U/P4cJ1MSx7ppsKq7t7n5HUBZSYFCq5lgnABhQ4UGcJewid8QPfu1cWE2dFkUwMiCrQagDrCv2nGRgGLJGv7v8Re1O8Rl0JRWUZ/2FMFrB7Z4bZs7OL7rvAN3jEX5OI1+gF82bxogQst5Z3gf9GP2n1J39xLPVt2ci/619JJnQQF8txAEPbGHCfsCVvSGxT0ihblxTtvbIrYofLxDM2IMVlDn+gOeZ1Vq/5SfIlXvJlsZs/I+2Y32s0O4amNM5jHltGm+Hssnz/U/xs1gB/FfG89/ny2PogfPncIIV0c8jrwC/yZb2vJP9O/BRVnYJmf6RA85UqrbutsoH6IL3jC9djG4oWN5V5m1wVMj5kj66k2R3Z9ZxuSFxV9H8BnPGZlI8yvlXeFmMjrtv5a7UDadR/etw1n6Euf9+X8q1I78hf5r87hv7Q2fFT4+LdiD2Uql15q3tPLQqEg2nnDzJ2mLWo+85kJe9UU61+v9urH8U1br698l48b6+jneV8Tb1iSkLyDBF8iK33rnPqbt+lLCP1HiC+ngbX9fKKIvnbSO3j4osUSN2u9qYgn6XIzGImxf+YntMdjgd+Awvpb0BunAmN+q9WximzXXyDwvxfP0cSXjPSptGII51qneZbqBc+ZIza4JsyievNXPNCBFvgp8z/TiUXeFvu2SGzHD5e5rW+NGy9b1H73cun7bDsFH3aEri/v47O8fkW49ItRemwYv7iHvsIX6YvqfyNH8uy/IJPvy7j/xBq2+5eV3/OIuNW37+Xlmz9BzBPp1GAx3KTIuos/TdwESL3Nro0CSLbXUBZdstaTn4RRbT3fw04jBql1yEt7q0xHfVElOpOG9mgvld8ZGr8qTGzGMm5tt+AxMVx+us2XmlxJWMFd6lQBXzs2DAvnNWfhm1mTo8JPqjeKLpVtg0wpDgMN56CYIMdRnWO2CRxQD/hdNrD27pKFr3QxDzhVv/p+2ZtdnD3bE7DPtrgjx+Re1mir0ZvdQYI82lzbaa7opVw7wKXKYvpyV0gpXpLc9FPvdgf+6FDb/VXQpkZe8WmNaGg2BbMm8SQwsuo15SF/2AH42Z6Rm/QegsR4KNoGq/47obOR8i35Tb2YaGqPAjzBXwOW2imdIUOUqU17urhF4jmu5JnX7pRK7zsg11a5/rCf8v4kvNMnJXZG5uWO1xZAeD10DALzjZljWWRn/UJO2vExhUdDmLeYcWFfKKH5w+JnR9z79u1BV9tUmtfBvNvrZRCAe1q4sWW867TaktLYPX5AXrRG3oLVmXpgAz7kDr8fMLv4OdRtZqE3j+GbKFZRZcMmlra0W+ym8q3w4HAdfzDPH+jOoK2ZP2UnUwFDt+fpXgM58Cjj26JDJxvxD7njL96QoFFZsH0/ZL/UO/QEw7ijw/VhmTg333HdsGgS9uYJ+wEffpyXOOMwlve3lTDGPdvNO5IOTMXvGj+CNrXGIU6rX+FFxbULISuyZwo6/9mS7wwha31Db+5wDulDoIoRfAi/+zGRTu9H8VJKo+7wBzq6t9lLqV4HL1n2Y7fiRPLo8TQnox5Y5YW3xI4WA5JOxIWICRn/hYdOCLEVH9x6Ywl1wItG1HO3PdHB9GqifrNLRcUVo2hzZ9rbLh+R1/58kRhkjyl2a6XhebnVbR2SE17zo9fTHIZS4HJxNzluEt4mdUWN2iFU6Vv5r38OH6IddJee7Eg7mdv3djvVb7XlbfyfjDmiIz2O+Uol0jP6ayjRU82YFx/V/+pnzWmjHRkP1C7qFVtUpusX8lUflHsM8MEzPMq2MxwNPQqWc9hM+JphGSH7324yB5N5kHSPTfHZs9dv9mgAZmULqWwQKwbAQ4tiPKHJzcjCdeb207czYqbqOEu2WlbT0oHgdI44UiFbu+2Uc4jQAfLS4lG2ir2d3rbf+4yvor/222zrtnRna7bbLv5nKd0Zrq0DdG+0Mxbb8t6Z/wly9APy1P6o6Z4E+szxTXXb8IK47ZzXGeawPEzh16hYfR7yJZWwKayb1PQGruUG2ebkzCE4/PWsLBCPh4JBKddbL0qRJdPOYi0r7D37OerfeeWr/ePGE+qQMWHCLtQX6hf4hH779vb893PQZI2Cs/5QoV//RvBwAn1zgx9lWR5xCOBR33sSxOYzdOKaEBniCLvL/B4V6tZxhNLe/tbjTc4fgF4f5/mvcW8pUR8Hf+lkbM8WhxjvqD2+7pB9zvWXHMK/M3+UCrpH3wDepHJinTTsLMbt6gdpk5vU716Bv/LHTbIcsrs6d6Fc69mUKwZRrmO0N9pImegJbnZ+5b3VXNTYEfMT7CZsR2+SEH3JK7rk9VCVyvys0EIMtIVik9rpLz9Wz/px0JedMldfIC5IBJLNvgwHe4z5l3R2SVw5w1Q3vtDOug5GzLbb/5yE9HWGXsLIp7Lk66Yi7r77Q4h8v/o62WUzZ9sZel3PL0b8wdrG6q38UTALPAkROS4m4hH0Larnyyv/6xS6xUvjI7KH/HK6CDoKKvd2lpU82jhM9gWktr+mC8gkqbYxaLzbAIAbUoZxEVBom19sTXDPbP7O0GZleSE1q71vmdrMJOzJviHq39tuk084sXD+YpNDNsXRS7XZfaeT3jcisfpv2hzhTis/rBAbjr5nIMg0OsAWvIwnpBmYXvRa6A8T70szQkf79pHic/ePhX4rmDpzAi6pah81vQDsJjr/Osuyo1h5bth3B88Ehb+zOqn0a3ogupNN3dPAGGTx4ZfyRPaInjgR81Q/xvKIAar9c76nBrCT8INzdnVP3ru0duN1YOaku9rsrB3URznjrPxeC3vdyzeonfhotdVqj5TXOiQLuYIfdX//zUUbNXEEvk0GTaxKiwuLuIBMYOFVHhVHNO93li7vN4+r8a+m7ycz+pr1+/04/NqU1Ke04n79ei+dVJuQT15Gu7avpi+jcgm0fJCz5moVH3+tiyHAuQ/ziRM2XIq5zm6YB3bBKYSf/dWPVgB9WzxlCgMsrz5dFveMF8ucxA7ukOdzPxzQ4w07OsizEMJR+VG+fVym34VWbfCK+GU0V+iTAjUh2e61aUKgFOm1z6Volaw3w64qry7ASLCbSuD+uvrI2Ok+UJoz5kvVL5mssQzfXOzfxqe+H/vmASddyCeBIIZQR4yJBUu2c4kt1JphWCzhbWEWLRZeogMEi4nk5Q9x7n3Bn3Kxp4MZGmJ6hMFZxvB49wA2CNc44hWz2a4oReZaNtskbgSWE7Jprh8y9nIB2OnTCxb0zURPK2hKJ1XGTQKfWCE5P1GEx7Be5vOyo8rmETGt0v9d0thy05Wr8bzetNmh+V9iVp+zt3lZhWIGWsMe3SZ5i4AFnWXj+EaV6mEXzX3G+KG4ABt8lr8os2spm9P4vMZlyJakSNkm4h1xlz+O8K+oX3ytTTodNsAmv+Izs98J+IcXSb6vN7+/VBXqs7N4wDNGWe/6OKe+TnzphpKaTojt8gqzl96iu4fzNerqGHvd9Vf4KK3JONO3jZhCHed6LD5ohYo7I0yFX6dN7+aSzFNYP1na0ozg2Qqgx/q5xn54Em+Q5y2Mh9lTR5pPcDIlakuZXZ210uMI9JZrrgFiPwuvtJeU2ZrSxBjjX9XTPu3PqM222DTVD/Wh2qG8pKvtod/OH+LV29FZ/Nbd1m+icxZzD44G9OOC2rT3pPGMYvkG8JkG1kas4VEyfsAFAkconTSvhw4j9MfmLak7jOUkjtD9rOlXI07QGVzWznGyPu9wizLJ4+14frVJiNqR9cDgzIJNapekqo4MjyuhxUjQc9T3PKr+R177eqgOACZ57kbwPlushomPLvyCfvKH/pp/0p3zT/wSLI2OAo/aGdwaz962vTDhK+T5NP0ZsvJkgtmpDwwRCfzJheapurMHueW8yaW1n37yK1c7NaDUg6Bn+ljrT9CPPq/lC44q58Jfac5ql38DytroD0rb6PTmCQai0N223LP2r6FvpaM7r0bKyyA3VrR8ir8v5yhf2EUsnlR9mXWZP9kFi+3uMEjnt7NswbPZiE8YTIfVrqTnECvtQ/JromBLMA6y8JyoXzidn160Upj8pTbJt/DFkboj9Cc4VQm+L1/TF9wsDkCrx5cPVzopzyJaKyKsjfE9+YWkmjCQIz3yCyh+RzupMiTU+VRPr+cbN2OcoTV/2vmMbD3/nlfgSybO0pvOPfxerucjmrLRbXo93haHpLcFMSuf6Rd+M71VOdb10n+0I+vJh2ztKRejrmuRgJ04sMPkWxmQPOn0/q8rhawPXwnavd0Tb4iT2gAGRr4ST+6lbCx0GPYiKxPs2NyZyzvXWZUl5hi0hSN0knq6rv+CFr/Vv4l/Iz3F74z3iXsuVfs/5gToU/oT/S1aKU+lk9DqryxRKnXkJT43pIFhB4JK+iq57LzN/zI6AZ0y51i00e5mTqP8KU/SmksypzvKkbg2JrdxocJs28WM/p5MM/jkvp0KmtnugBz1so2fNSONqEEu27QpbX/y+S+vVAsI7Dn8vmFQb4oZL6I1VsJH85HAaL9mo4JRed1cUpmfjWfbC/bFEGLT7PpnK76sx+NKvfZT7ZdaXuFvSVf6lU4z8OFCvUKM6TMbv8LZtltBnDuPNoPd8ZdxdV9nwudbYD/eWHDD0IqxuRh5LRVxk/qcawW/wJHdJ/9z7diG2pd/xFN7VK7xXfk8z+kmftjF1vVJ0jlKze1LsayOP/jeu833fYNW5jfMaVK+9ViJJNSrD0Kynj/9Z7ODRWiesCROgOdn1VmeMmDtcsg3USrdn24nwQ9ivErR3hvtOB4HfL2o2mHASn7N1aEputSxLsNfPSSf4Cqu6GFv0imXTM++GotgccNKpSc4yuSHok0s5YjYig7IhW2TEtx2XAOKQzru7UzyBkzSk7+IPnCR7vGFd+kZWvyJ/3hOeXvKkqcvrbl9+cSnYtT0Nv3QX4+fMafSuC2tfqpUsk3iLznHfMXq09jMlv1s0xcN8VFe/JUf61Wuc8L37avxRrD754ofG6nhE2DRviVQdWSQj7/nb69/vdraFPMT8CyaNBus82CrsPW45xfphXPla9m2vhrtDrhsY7Ae85SyjmOWHwD2S+zwT3UYiSzPGOFhzFgzbsBLNJGd2DCOByGPaQKAckQcibKxLsDU1oJ0Iil5VvrZwO15iydrWKHf2JBK2YO+4CA69MMGn+3iSgv99TEo2zOn0Mu/hhnH94Tv+QoTfsEzr2uPcAIXPTSay/oxN2qnbYnHAmcFSTtrI3WLXrNt4i8+mvNj5+f4CG6UT/mUs46bquUTeh99qI3wJc1mrdpfZaGOv1q3fPN2Mfm5/NnqpAikf1LMcEWTtxr457sshMSeEvD2NhSLO8A2N1tunGWdPuYvEU9EJ7g0WXytIHxlIWB+OLu+IJ7qkC2Q7+kKYnaOllbcwO/tuuqcepnXiDdy6OWY63rE6fO1J0grVme7e3hyZ/iI7jas2sY55me57ih9SA9rGWYlxB7K+Qn5Uz/Sd5SL9zi+iq+oX/cEsAcwkZAiIo+A0eCqYLsoMbB3m1SzmHjzsQRQKIleL8fNPKBsbXlqAToVHZSVl6Lvwa+noXZVPTaI2v7m7OnoPZXDnLdPxoQO4+lP3SFHO6ONkueQotOQgc6g/QKrVWzM/2ZoN5W1bjRHtADgi6hyIjlOJS99hC3XmiW96H3SPw4kfU3sUrjAKcIvhB+bkL1W+yVNf4+bwC6JX8m+21PSbAKzaMj37GY6e6zcX4W69DfKg335U+btznbVs9gqX7AlBhvk2WgP24BW+pcwAKc+7Ca+CcHFRKk/SLp/tS7SpOsiP+vs8wLGK7k27AT6snvnZTw2QFckhwL5dRQbEaPHJVvo79lfLRf3I9ULxiQiP6AE+9eCNQNlToKpRQ8agMn/OX4vDShen2hVtd9l/lHsy2068uG/YY/9xebc4LE/7E6xeLFBuxjwQ8PJxW5pU32uNqyZvgFkAYXFeqTEhxTX4gaWmodr8wvQV2KvClxMyX0Yt1xXCKGGOfpNPxk9Td5w23b7zE1kHTniDW2+uANuZ/6rUPA+VX/Kr5T//EbcZXyUvXpbzRbmbrDR2HP2o/nBBpGuGNgKL3+O8Y2PoBR7JZTw6M1y2PzC0jb8mVmz8MCiR9TXC0aNidB+e2eThRgCCvilfw2XEpOouxNetGLOY98KdGeKMZXw9vb+PTZUjKjGYfmZ2rOIvCTO6XIBJ9Ha5mXqxw7g0sxahogT6OZSWsQse1/MYk9Fr4XUVfO6gr+XDJup9rEHfbZOOjJLsR1BveL3LPa1cNGWHM/G/LV0vwqej28mDP7Ba0XlY5fIt+1bayrYdV3DebIJAWM9NEK3GHwuK768ssD6bSGk6xnWfZ/t7npuQAOPDWE2ipmg+KKVkYn5kuww/UB9yFlpMfj777/9W30pj1E0+YgngkVH1FPGPIu0FuKkT40R7+iUNsNr8cmIeYYotgtttMNBFb6v8wL4CYmqi5G9dAIMh84qF7zKlf/6Z9lNmZdL6Bviv/Qw6kekbz2LvlnPp9sPsmgekO26YkBL5JYKGqHD9KEKBm/+3v79968fOBKHnfSE3XK3htehK4szxB07Ez8wZ6qEGgRk33OeiguCRT78vh7EC8WMpa9gZge/LneLibw5L9CZcLHugzwNtuGANz+cmsFP7HeO8CmlxPPox4zPnyLIV2JKfNG8sqZXMhKjevtagWwWKL59hN6xxWvlXDdAYys1j5zHOv3iZ7OYzdzgX4sxW/MmNof5U71FpNag0IfmC63Q5wq+vhJuvoyn1IPxzjzHZJI2ab+/hZT4ZXzisPnUd1srtushS1kR31m3ORRzEYsHyPzOerwvxjRGDXN2IibVOD7T/2RhZ0bqa5SV8VsPWqlvFZOVl8BxzRE5TGII6wJbn8VL/jxAyC7ok/3jqH4fO2tzbMsyxp3InW5XQ5bFVVqRVoOlgDVEX2LwXBigeJTBIMkRg7EZoMUpvoeZ3wIOiceOSqLhIurQLH9sqpeHC5s1vwpD+qNlXAYXRFM/rcXcLWHgjuBii8AWEeKJWPqLfrOFG3tk4AffzTi6A7bjEsbpDqYQ1yY8Fex5IrOvTSsqVuCNtBZIxgC8Ae7F6qflm8Bmk1qUV5/yYmwOtIMeTCPz/m1tuNThoP0xhyYGfeBRO6sMi17aBXGtkw7oTp4i+WmbwGwAx4U89nJBp/WEf8lcbS96I89ZcYJ1Vf/UtNmOb/6anTiOxVFgXoiBZmMsgKE64W0pgwH/0qP3r0kAOyCIfHmcw696wWakk0PzmMSC5H2cGvmCET5tEySPXXZu35/XYA1MjweStdn6KMetsOt+YKcvuPs14gJ0iBT1gG5MakOHp+9wbPwrrTPpsR29bLTzXP+p/ZWnt8XaOvKoMJemk9Znxg36Rvz7/jvVHrdZ+YguCAqm92XkZ+2NPop+yfrEpz7etICMot+mahaj64F/yWYpD9oVwkup8cK4ISXq46566SEWnKKGX8rTdrg4wRdY8GUuF0ck4Cm+8peUCToLgtkS8pNvtNsTrUTF/hDO5f0jTOhpntDTvjaHjpBTf9CR/q6leTmeLpodc1SbF1adVW1czusxGFW+mf5qfS+BbE1+o3MPtd/mu9qEx4Ke+3YOPzHrsT/F5VxAC6zanpreprnGo+QYt+rYxiz7F58OtwVOfNSGOjZItEkietK/5s1c9xKDfIGBXZ12xCZRP3f2+MH4aArg1hPzJiR1fLsIsSd4vrW498NeY/+3U1Jc4axNHMZxwiB3yMM7D82VIh45n64+IY9TsqFs04gTskWfqj+lJ51HnKM84UWcj2D7erC2Ze1ht3OSe7TTLQz1j22xeV+A5/Gx+UV8g7PvBOa+wgMansonfyfkdcD0R23nTFtZH/Lgc0FPdJQXP5VzPo6vFfpz05rro1O2QNyldkSSDwpEeiAvXehM2aA2ioZD+g+fC3+0q+em7vfvZhk/mFcLzqwUorYQ+v7TvucHgv298mcwbGKDOk5bq5wIUGUcBFrVAcsf8YPYAS3+lKaOzegfxJMWj+q3y10Hdi3BGglxT7xjrWR8E1xv66NsH5lHTp7Us5Md6RPnZFB/BZ7aPOJmv/T+taxLjR3pBC6VBSTkuRwv5YNGu5YJhVBg+vHT6Z8tPfQEpDtK9xls00s7qm0I+Kzr+dacZLhcZ6Iyk22MHzMY4a/P+E7qI9qVeeBHeg5eOunN4hx+bJD+lxuk9opVwok1Gx7S0+vL3+bbWuamEn1YrDRf1lF51jT1Yx6Zt3Cp8z9j8W7x4sUmR+9+o5zmJVAMWZg35YMUdl1l8yELiX7BAg1dR4Gh70ZGTGX9gdJeb5RwzOSNmvjN+rAheF184D8FLWhEQdCv7d2nfhX/KUn6c23rI/1sfxAZ81PSQ2HghP4O8c9eHwB3dq+lyJPr82nPpXplD1FXYfGl+ZH9mp192N45qa70rtdfHeXrM9XfKhU2h+sbReT77+YDuMGLxZFv3771enb/jxgkuj7XMMKsDYO7pQPN5/6yG+fi8zlG7OmHWTZxg5tu49XS8WYCu0azoPedN56YH2sPJ9aMwj4jzsR8m17kRt2ed/VbAzg8qu0cAns8BEp6EIauH5W/9jza45i/ji5tbLFkx38jLsee54wPsuBD+zIpZp3Rq2LOmtvII/Ppu2ssjUazmjuW9YrgTqgYxI6Vc0chriCFfAzSOG8qNAixwEm9FiVI/0qHxCWIxRHhIdJWaBUvNpuy55G86Gz7gu7X1YXazYLF+xuTrpRVfcyZjWBNuJqCfsvT2K9jPuzDBrsWnzCXZzOJewXw302pvE78zZ6S5nh5t1jnr4S2gcBLTI/k+cedC2aM8i+vtvJR/1H+6/1mHFgCzKc0wuVABEtoEqJJ3EygGgM8Dij2t4nA23DHSbRzRulP2WM0wEU2w9Pn2tVj2pZUIw7UDQ6NwwlDym/ksln+qA9ph0UFYg/rHYrZbAIrzghvVKfifuXmd9fH3S2l2GKZAYve2rdCAOIiB2+RiCNe0yj+wm+Vq5PgVHEEL7jf9ezL5PjB79rAjXb96v0e4wW+ED0nu6ZdSm80/abiLb2Jp8YxNnL9Kx+2aSOZuMbRDR3aRIlX/5WYUubRCBoxei2y5BjjjSBfuMuQ3ed2SD6ykiHStqHzw2AbIcZ2icByauWjtjWSdkr9Z9ktqcvppXxzD1YplH+FI3QsqVNitVMlNU+69q9gPvOMTFXnzNXveai9VQ/3oH+JnOItWe7BP2igK+krtegb/h5UkpN8cplO2/yatwrwGAGHebD/IiNzChYy8f/1/MLBD3+gk0/Y5ILkQs/4+zV/o8QNePGkjl3DmSjv9l1zYLmnlPtJkZVXN3JDL0fqMtofOo462pr1jcGdT/B7NI87i/y55BY/l73eV5zsi7CB+1L/XGq32VpcL6gF+MZ19Nb9xk1nPBnH4r30/2avkn95MaddwPGT2ADGn4ETLGdkcT9fzpJ0fgZeR+DbtZZNX16e2BRizSE2bBRntAZBPBPumz9oIzpc84WwwGrzVzzqWfLWsj/pXgPSsXTa194zF5v/l/AJ2RbDvKcwd6WFiTeTvCvdzyLmfsWCiB3yxz1ZZjC6SfDJ5iR8+sS83kmgJ+ZiPnewDPbAn25o3eMzrXPz0OI7izgxl+CpYY6Xl39sA/pvm58QP/RwSqwVsc7Dm5XYwKYN3DxD3NHx9S1Pkt5+Zg76lY6ZTX2GfPYN4P+nkWeD/5HimnE2bBk8F/KzYKi7KaohzhlfxndO47ZSyc9dZvHd2HQZfTdWdzPH3VwfNQlHN73ex5YqQI3lyvNkmtqnCyvlgSGeMJniwkeDqGhiMCw8AxN3qYjqeJ73IXSedu6sGKlcl5/zFi36lGBNuNYkq7afu7HiTsOcqAm3nqWbWnbPdCfTLmHsgQknQNUO9/VQScKLv35iHHrKdvIaYw00FXtMB9/EG+vDfusdoSMEeW1azOqibL99o/7W8uz7ERcT+8caXzyxL7+VwAZrlY20ftrkn4GZPtNT1d2dgAd+MtNP+NfI6Tgv/65t1qLqNva6/QEbettqt+LXuj8CO2WpnLMvRrnEx+mZ73JH7XgIJsrjTly/69YKVBdPSEZshJY/RIxfNMB366+YTNBfPYepzG3jq4fMnPhmSZ/a0o/6aBs/+iXvEO3pZm6r/wJi9M9teZJin9qn38Ouc3371jpfY5wrEV3pR3lhq51ZLn3S6dhh366EgwL2EzeIkRMt0uPR4yXsWD7iqf/X5VGiDRqNb5ghc5jlMB/hgE/lVdMLbEnQloBR+/unuQQquprnZZxKH3bYNjHnxBM4xEHiJr4V/pXzFGiudSk5xNnwiLuLbw78EuxkqtJf0xrlOdJfMq10s3SdSp6KL960Fny4TziPhM2yLT4z2MSSfY/tqxCR3qeTT2gAvbaVsX6h3+xzeZKoVYzy9PgLtvMiN8J7mdtH6OW4v/bbB729I+1+CyrtewviTPnYTrVL/JVPWvN2CU54Y5xRfdJZxxAtduoMjuiN+MvTOjbP4Xa4bEf0T1unqeyWdL2IjjcmZJugA68fDODmMMAqJBAFLerxU+IE/BhfYowZ5VyYDomUNypGPPlsRTMOtnkUtvncbse3GWIFOZHe8mtQUw9HhFLeoDe25wj/bL3oBr/QMbjJ/wylWbuqHmb1Z+gGTO0rydvH10pr4OXxyvpwucFJsAk3thUe4iPo8XwY3wazyXFPekn+I+1zedE5B51QR3ybvSnON0T3Ayt74YkXcxJmBOhNN39wHvUIKmWKN41UO1lcsckPeq54yucGdESHjBGWsvnSs+FxsBZQ4w34Wh+gHt7qS481zZj47h6xxiQAbHVkf62qpgVjG7bjqgyj7wdkVNt7Blv93OP3OOS28NaQNS5VX5tB7q8PHck0oxhl0p/6SpAqV171W+WCm52vwZnR6cvQ83a7FSdGuZXvadXcNk2g1JYZHepkf5ViTQu/ltX01vWXYEa+wTN8KWijl7DBoGXtIaYs6yZRF/ohmtQjR11d37+8xDeHBfXEbm45rMmmk1IwSeqaOeDwfd4sYHSKXOhNbYvXudIPkq+PLWIRcaUfM0TjSM+icc9z8I64J/4679lqyKA+m8dFySldKq/2qs+TnyA4p00LnjOw/BGrM5aHHBWbdManpFVhxrgtPoKZy6Vao9/GFbUja/rU2P6+9vLcFl/Jy1p4LFnFQ3ojB8Fleegn6UbNGi4x0K30J7wRXuXC2qpXueDH/IgPnGBUNztn/89qi/yKBc2MldVcRGd4sgkca71Bk7KnJ3u9tK0P90/lVp5z+6sQNa32iS91lHEjDGc2q/99+27RiLhmQlsZm8f1Ogs4xZqkPfqJ/FcxKyH3UmvdX9a+Ne1Rrh6CtnAEX3Sg+uC7lkf1+3QXqAameAI/0ezjjDDyXGFVWvuNMtFVfZ7PyVdjIbgj/VgFT6p3SzE5nk3WKaPObL90xt3Y3pWQjCfurLALD/s3Hh4wl4F7rP018hiZjDYljtZWIzb3yerD1K2OfcjgJoDsW1wkZH1pr9uNyWBeUK6D4U2svxSy9ED/K62g4/5rurHhwWTG9qP/eTKcAZKNsJgwrBd2v1QjP1gY6RG2vAoo9GRDLmMugW+5aLbBwgZ/XsHuOLbg4LovfQGNP8d9NFD7JV5Fy2vo6A8uz/rYtsBaXxAPFB85EyeoV9xYpDNSC95S+CdxTw3EBC4nWfek/ZVoyY5kd5fKpokuF5DEIGz8je+T28FDdm++2ZoTQvEj5o+Hxgadqfcw1gCrjDVNdUw407f4vmg9rCc9y1va/rbFc80xiIP5irTAqJPXuvha6f23pNETMzT6bdT5f4sOfod2flTfyb9TZ+GTl/Jf01mPeXF9F/PnxWeXEBD+Ljl4swwwNZ6o7ugMnuaqtEMxr49hDMpGCbYCsAyxhZktLzSgTRGXLlvMOJJvq979Fv81mZd2L/oJLBaEEHdZx94i9sXLR3sZ819JfO+CZiO+KOY2dd/4GrYeryP+Sm3/arLoZljsRX/IqAcIJG/4UMQav151n8oYAy7+5nA2j9ebSCo+aaD4XWKExSV8E1wO9Rt0dNQnilUOP2R0MzJyb8DbTaOiI1xszcfwQk919Qy9M4e3s6O1xjtL6wy/3wFmrbPfoVUf0wbZ+8dw67n0vLmeYP2uv67oMczX2NVK123VeVOYlnD5rMTbD9400ID16jvDgC/FL/apCoJDuFv6WS8X/m1yMYCv+PbS+RzIrn10065FEH+trOY21W9J88ccq9rvGBd7Dn9yH6GB2h9n+AX8GciPg4nN34/dIH00AABAAElEQVTj9xmcaj+Rnh3z0gIpgDbmMpb70U7Vd8XD5wXEApTMIoytI9rzwx5LvrEObIsgrBX7m9aINb7uWHhaknlIPcSnlild49Gzv1nJ8I3P61/fLFrG9RLXQTHXyjcPgI+s379/9xgT9MT3a+/rqO3jWX0wlt+a39P/Hm3Jw7n20x7OI+pu2ACWQazFisbFIFUn5WpsbbAUsabydUqQ0TdxzG3qBQTtCPnRxccsHoRWtnV/idbUH+BoQVX9xayF19VaAxeSXMT4lAmj5R/BLKsXuKOE7v45gnt0PU1r8XvKqtqp0ugs9KaF8o/s96mYpZA+oUPoGB2ylXngVrsEzTlsOgYB7pzkNdlOsSnL7cLIvdpmQbxyhwW8+R1jOTGf8698f7e0XAd9vttAH98/t3vbX6UL+sZ028JHdaXsl+jLtLvat9hvn0eH0VehTfVl5M7+ymaAl6xncT8CDplCRrVf7Yw8G7TSy1z+gGfwDXnf/BsblvZXRnU94QDAQztuDrF6c3u9OYCxQYfkIS8cySaYet6rq3CflR7lq+1DpqynP1IPj5F3Ft8ew2mfqrVVK/Pc1b06qv+sKj+0IPuHWBFjFW9JU3lssuIEYfNM+vs+jjtF/RufBsX8AFzhj3co97g0NegqFiovOJ2BJHBZDxtt8y27+OHpOOQDRnDiixx18p30jUawdJLX/zy6D2U3l/OJkBXzD+nl9nZKnusp3RVT/jUQvb2997KPQbBPym7pg3J8Reez4sm/gi6WFtYmfOpFV2WzMzBcU6SPhp2LvnCIH7GR0s+j4b8swgp499x/1w9QaBgVS4UefBPHcsjEfS6crTUNDniLKS12xDe2aGvcrAy9OHp9qPSSMxR8cQekFrheTFY8MKS1YpMtjpP8fKFZOA31lpP8bzq+3UL4A3DLk1ZnubldYwvN3p/NFnSMNhvlYSjhJ4I8PmNzdREP/Dn9Y1pA3GesgxKWd0f7geQFx9IOzF22V/ClI51LlSfRo248ibqIN6SfrY6LLOlafcb1a2wMyesiZgS+5jjhf+oz8ecMHY8pSx9aPDHZedIn4of1ten0+e+Y00CXV0NyKDZmfPTi1Y9kVQVhgebEMZObGuZNAVHnZ5I9alQvYjrXWsKT9Pho24DPDg/kuHMsGnXbt/z6nGwDCjOdX0d5RzdTguq3flydgu4USv5RV3l9vYNsVcLfh7quNvSst4bgj/ismQlPt5k5d7xP2g74bzbm2z0bfqSvtbzRfnnN2O/7xAUo9BTIyMOcwh4qdlncF7kGc5+KaxriBJ4Xcx3b/LFrnudn22D2snyrgNrCmb8xHjGHWl+7BV+t7TrRjR/iUO3jmt5AcXjXd2n/GlZ2eKn9BiW1W3RTrohXS73pFN1xSDekZ/GVMuHtim74goNWdwSri3WWNBiPMveo1Cj/qL/gq7GOsYV4gWDYp6SKevpaR9JRyfnzMtafR/kEyHN2u7Sl6KYKW/XvacH5q+p/2DJi8Hn/jv1+j7mKETCN0wPWDeHr2LTPK6wT0D20OFdbr3xJC8bhjA7XNh6PGiD9S3/zFDLzv0qLeKK1ngAPY+Bt1z53aWue0Ivj7DgjvTa0vTFfIA89S57r45N8Af3VeFPTW00Q7lb9o8s3NoAvUcYIK4PYFh1FvfEhFTN/FFCdZBvrnjVVZhnAPn06k7siWFAYB30wuTHj7KRon9M9ai9rn/Rf+4LgoINgAMyZiYRwbjsfyX9Uf4a7aGCvEZVZbPa+HdBHx/5ZgRTQB5yvk1U7L5NINoFueNKRza40CRuamttwZ9GTv8aYOxhjYsVrr5ajbI4tZf+FCU2efKPcvj3N8bR8T9N0iB4pc8fLmKgFSUc4/VP0X3rtNPp/EaD6JcaiaDivk2TykwdOntbvacuqRE8EExfSb8Dmzv/xYDI9lj0iX23gEfQ/j+ayt28iLBPwi8RBN+ueEQnoq4s2oWqME6JjbWIsUB+ZkK0RVpTGLrHTGO/jwr/abU3bHREurnCFp1eXokdNdGNeN14IMFBYbDMB6pxC9GqZ9BJloUf5oWQKOlmnBUru3Ef9ipd6tZxo3vNc7W8xlHsysP7ZO2SbezD7dZV+Te9jZe01OIn99VO/e/u2e0D+jTOxKKmNhG2Ma2tCx8SB2cKljaR+t3rdwBg5EW9ivmQRxuOLyWuhwWdSlve76UHyOotDzNuZ43Ox1o4lrth4H3EnKtgYeqPxnbO18d3KfP2G8d1IKpaB2cWGxqM/GU3ksUJ/4qe9g7ayqekedydXxqMqw3XjI8L9Kj4gObNPd7S0WYUdoPdqA5vAfyoergH16llG9B/rE4oHzHF0vHuncv1KVIkj1mssZ9ddz2brfnUL3GAA0FW8gDZzHcoUb8RD53Bn421P2hgxtou8Cn/naHsUfn0hWlETv7Th6Gk+Y+/HIGojo3arpcEZma87RC+x7xJfkty51C8Tj6I51+v7nDqOodb9dozzURD3ky3MWt6F+95q770O9CYCleJFP+0TaHHE2mGM5q1kWVHnuslksYWyV3vr0dOzbfWwSdlEbTMAq2+6MKdiAzPk3/dVtXE8s06razHZH2fil/JIqbhTy0jzB03RjRZd81v7t6avoXUSx/WYdnASawPsg2Te4P45xdgc81v7lU26ILN5Ffq5l64/p7Vfh2v4us1e/Kaxann+gIn1BX5Z5wXyU9qAz3/7FjeMVL/VnCXbGftW9WEV6sAJPpGmDPrg//PPP2TjaCHp7ZvecNLswj4RGsc3u16yvYL/z96ZoNet6+j2xE5ujaBq/sN830nsPCyAvwBSVLcbx8mNkm126AgCIEV1doWYdH5QL/g5xCNq6/pkWfB1hKuWa74DOlWoOlfsPYW4AfQIGhukvVr0ZR/DN4D3lDEGgjlsKoTJjjsUwrBqvVm6v4scQ+M3P0Z+c6hrtTOZz/OhD/bfDp6KTM7Y+0//Vm46kVq3+yeIedpdRJuAzL+Rcr1/Uj/9ih+vImgnLd7JoEk/CEKkFpIWieZyLM0XM0fyH7UfsWv4THB+Fx7wuSijFHYa/fcHoKlsB9hsLNN73y6wDN9Snh1dEJoA3Lwx02iJfvpVz0TjcnUjfE0v/IN62QWc9M2U4MqkYBr50gd3bIV+hg9s+dlcf9mbLbyA2NsgBCJ4J7Wxf8c3bdwq3xwP/iFD3HFFIKYccgaO25gc0+yzLthH+bHfPNY8t/u3hhWdsK027hv2Ldief9Yqt5ZXLeprxhK1XElFX/3Msuhu97PnwzgIR3EgIXwrxzZ1vvjJFPVxEjjaFy1sArk8kOt20JnvgOA46n8d18CY/VV/o631lUVjs4uZfMBmV/f5VJ2Al/T28KrO53Bn57faP8U85JD+lit+UVn+zvimXJUuSPSr0l/ah8XsUt/5XYwrY8scyiG41FfU66/6L7ilvhmI4rfqt9IRfwsu6rP/gkt89JX2w/wo2UnjTs9sxx+iXrEr+yzapF/ak/V+P4XfLSoHCFrir9RxPB7GWssv7FaCLQ88P7lX5KHd6JvMP2y9svRpQkP9i6aZvfRIaR+px/SjgO1pznXSU618k24PQwm4sDOgZGcWkWgcjkrnCv2BjBX7/lS6a9hZTd4hHK1BL+mM7QGV7TOafV3tX99CqZd/3V7tbs9W1pjnajQvbUGP8XUL7qi+70f2+5h/tZ+md5s/5N9HfK+253jsjxt06dNMP1ozRTvnmO3Oa5uf8QduxOIVvhz6hid+qpNe6r+0V9HbM8oU7XyOnVvmTcoW79qFmygDgU5Tr9L3Gzc/2qaH6xlV2k+nFkwdL5wzOTZ/ZNfcUNniZgPmlASf1s2l6Imf+CwkNjMWryEyHGN8GppX9M+Pz5pXTzvGN+n1rSqd758wSI94V9hz+eonGedtTHLwBkIhwyK/654BjHPHBO5lXeANQLpRmjiZm8dH2nu6iaGc/GsLTu2Cr2nF2YKrMBX3bL7Zx2Cz0o/0PupmLCe3LTkDQvNlwrdcu5PZ+RrQq8WOr19tM9POe9jv+GpDyiZrHsbHbGKRU1d0DUAXf3v7CbkKWJBq68oKSwP9q33k3M8fPGA9BoDJw8GTg7R9eanjIGMl5sRaQXEssK78lT6T/igr1M6uU3vO0BT9viVKyTNbgZ/VJ8SZnMZNsNL11Xrh/6pUYyG5V/0IYzwh3r5Ok34zvEYx62VzJ1jtjJ/oHVFRPxMu7CjwybNHGRdNgNmOn0lhntvXS9pv9n+JMb2qTAbkCNeNp+0oBxDfHPZXSi9C1JtYEm7st8qis6BPMsAKXs0qKyXGbN14IhhwxU97UtJv1MfNxOJR05hf0VX0W+u6SrvCS7+CU9sevGC1zkNGDnD4ISO/Zb3orTUOHY25I9z4p/KBxD4vE9dkRt9hX9L7NvORfkCO+tqiE3Cz8Qu6ahf/kc4Rn6121d9KT3gjHZVHeVU/4sneBK/4ujVOWp+s6QQF1YveLA1Zwh8a1uJfguf6GUf6W4WPNuwZfvrppnnJQEqd1+vkpNmfv9lWTIKc05GeWtWSaL9F7eIBADK+2c0xrD04gIlXTEeZ2Oz9KLZv3uiw8lUvXPqTdp9jVgh0+3drn0v5k07BPpFd0zyBNAER/6Y7QdjYzY6t604JK3r78tWVbeLWRfliMNnc5SqsN/QnQAysDHLB2+jU0v7sDDIv/ZKCpLB95hGUwQmnw8i5Tur3kFoqx9in8uTWS/2Tc7IhgfyhD77zWg8FEU6KMEnHAuEZx5H8R+2XZGKxCEL2V3dAcRElAwSTsYHZCT4h7kv7hqKCjiaES6yfCiy7fgwT7JrvRhKw/b4AnYk28lwsfzObwX7ebXy425GDTSkmhNtOFBvxPyhBj4oRxEYmb15FxoVFFse0VZvDNuuClTbhb6rlof6xyeUPa1AciG6ljhUX6recbbEVTjBdLLkvNP94aTfTOFV8yDP4Zo518grej/kr/ydo/c6H5pjsB3sb2lC7Kf7iH1qDLOuA1BH0tYrZpi/9tjjnYvJHckrupPtpcjU+1PxMwPba6NSIgMySras8gTvabxe/2mL/hz8yh07QG/NqrAuFq5RYx6HhoUyb2qMtTnbIqz3y6F76t28KW1x9f+9vSgJOR6XZdm+9yaVs66AZ7N32J6JbKWOiY7BP5gOfT6UgwV1J65g7LwbyAoEd+S5Q+bygf3r/Tmk+/JvzJPxEPq20851T9EYg2bjm17E9ypW3IDgH0dpJ8njbdzNjrthYDPDvaBlp91WL5sTzKnNGCVGNFP8KD4u4oe/yUYvLdfys7ptdHHq1C8/Q1ufN6RnnA8j405Ccl10oDv7oFSYhgVYEsRHS6ixxMWDoGQM/PKTP1ueGtz1/HREUvf3xOaLy9Hb56hAnn873v4yB7L760DNVILs9b//70oRfr/2XuZQDX+Xg1a9+45hV08Y/4k2uS+L7oHg1rwkHb9ENBHxhCs3wm+WmjJP2CS14kfJD3+yf5Q0KIa+JZBeByVvGD8tbuPCbUSyTIab58Un+jZgl8v+sUe7p6x8x6tJteTqwv4WmAenrE8ZvxWwkvWyX6wEO/8MX1Oe1n6+xTtZUWUEZ5FVcCWr4oMUDixnyf2QChhs2ZkfElvzsTvQl5aecsWdOY0a31kFDdGt9zevpYcVB2nz9YsLXmE9dhak0ljw6k55qngD1tIOxfxB9jbkPrnYCnib4LyaMrQ5HN2byqaJb2s2m/NA4DyRmRezoyA5neH92XegxdDPv6ZG/qV3rBmIK9Kq+WUPg41X/ypMKVxIo5qicqexBdpP+8dXOg/jp0LXX+MyYhQR7SPLdHqDzNUuzG27w/2EXjWONEzIj9z3H4fqks2/kSZmv8kVP0n/V91U6glfXtf4tXieQu1LpVmM/vwB8yAIjQGmWMpBSKGk5xIxXan79yqI2FM1ilgHfuuOokHhO9kLQqgLUAdbAuCJ91EIfUix4gpceRGs5KbCKX31hrMq7yGf9sa9g/PNqr6p9t9fUCoalDYeNpPeNCfc+VxXHz5mq31zsqd9+/mr2q9Ou85I3fzmPcBHy2fTDnu25Khtze0rcoiwXLVkHxMlpaAQf5wJYWIktFt3X/mQrWQ+TgjctRzcGMHl8t4sNX19sI/Fbv9kalMPnNEFqshHXPrY0PbsAt+v8SGbx/rWp5pKYc3JuiX7Ld/PCVT83nZc99A88uta3nJnqGJN6wNNjvsVFu6RPeGxxskK1C1JGAJmJK7qLNqAkZ/DNJ/ijv5XSZt7nZLVu2cE5er19WZe08KdzdiztWgeI7YPSti9nfNmKC/66+HszC49JIf+MhtPfbp6gcILt0i1tKfdS9cCMbASSEvTceK6EcF1oHJutlPjxU1c1GpsYb+DS9tMmqn1UTroTlLvbgckTFEHhS8Q2fnHyAX34RF/FQ/amNPqfaxTRU6oTG53QQB/cxG+Q5cSFVc2Xt2/21+RurzjCR2X6NsPl03btQrHaoLaiLWG6tI4X8oDXNpNN/+pvh2JjjZ15bNG4TJ2h0u4prEpt/Ff1d1fsybDXdjfjxxB4ml4Qb+a/18SWDc/tpNqg4sMF+tb3Fgk6W668yJ+x8xGm0giJ1vJp/eQyaBehiC+a+HKl53h2Edg3AFpc5FzFthjs5sTgo69uvLx+s1dM28Uco+u6tAa/edH5KQbRVhhPspDNV6gFb0VG6Ns70WyON0TL8/TPcsFXJmDt3DVPMWIAa4yM6hOWG1X0JIhOQ8KARZ81hlWHA9gvKko5sJ/FiuzrstG8klR4lVYF6turDtxS5P/DnkZSWNttth3nZMNKjzF+HUTqhvM95u5fJ8tpzpPxUz8izU6QUxv065hwbsv+FbGGw98K5qbDWwbym31GgNWCf9Ynbvqwp4f5+Gc7Fpq+3k/b0bmWYl6FB0d4HmO8MezWThcjXiyRmvNvO4+0fTYPfdYpbQS7bCY+5auH+Fe8M/Glwq/z8r11y59bQ5+3YtHn7bXGX+fXklT1Km+l1a+WWa3NxeA8IpaELHixe7KZ+/rtRFvyPae+2rflrZPv7Jd5v5Ex4w1xJWILsSJvVpXeZnsM4FOvc5o6FuAJF7grB/QqTXiMtCkrrpCPT/BQp34YR8Vey/JmFf8UB+fvBp97HaGHI/kqf2DP9E2xWrRHHNpFt5iiwH28Qjr7azLvHSPtPdi+TTayFRMYRzB6/pI7aYlOD6f2Ub41vvByThJuTYNOg5kqLaF9LhOoyFvzKEtiPCKHHrZ0eQ996fde2mv50IfMK74BjrnhI8ib44FPsvzQg2lbval2r3EOel/8WhvtgtGbQfTaeXxdN4EgFzz15pOQM9ciLl2zgfYczCBS6Cza7FwqLghYB3hVtc6OAoULwi/f2zlSoaIYQ1XNU1aMIo9exuPK+kSfEJOfXbVR6RMZpDfVhe77/q5tVPY19uI55bF/uUJ9Dj83cL3GQCywHRYUGBgXgWWsav+IVDxHhWzxxlGRWw5FXFtc1Brcxm3i49VBcZTIt0X0E9fTX7YlbBpapPSb623M0IFOJoD7045ljK1zsg8uAksTP20x82LfsGai+xP7vzee9NcvxqAbn3DbReAByS+aE+zNv/8e+xpApz94Us1uuMDesD/ZoDCp58fk10+IYZXA/z2eq4GIBZzMERfWCyIWUQGDHDEu7Z6nRbCv9krcGKs2bgZQFzGPGEanb7byZxyy69+tP4+VW3b1aD+v9Mgf8QmYXAddsTGZZNh4H+PqzYCxgGazUjpkzsm7VKvMCQOsTpq3paqLc6DUX/krdWz6xnxvqV7paUK/lbV63rjX1ntNVNHrZYTq/vEIvw8O6LX2a5/vR7feqp+PlvOz87tqX1f7M6NP3a8Yv5kskmOzX82hbKvPQXRaJj/juh6vZ9bx8wcXfVtMMj8nTtSNBsFdTV/ZjGYPAAEIgG0a08bJF3tDyOsrr06zdYW9SprvlX4xIVs4cRTxnOlBbVdT0ZrpsY7zVbp/4fc1IL0DVfP7WH9G6xm7kk5mdvkILUA3L6Zqj8MHY/G5GR/J9YMnWLTFY4DxfeHA8Bv72WS1Im9Q+2kXRXTh7AtrCnibY/uNIYXJrX2NcKJ1sQWtloUeP23owoo1zWyvjTinNVERaZqFpvRQAXxcxbw2PDA/6mgmxwPZTUn9Cp5TQfYqzb6YPWQVe6Af29bmVoz2CccyrxcfgM2WzT5ahLBPzdpz6rKf0ZYDugQVqxBsPS+qVKmv+w2iyZqFn8oVZ1ZX22tesEppI89PF4YCnv0L9oN5hXTEB+GoD5TZs1J95TPLA6fxHNuheZbOiHutjL0uIfUU6kfJ9lg+z/HHUwo7CaTx1nqc+SpsJPwt7Ozz92PWXfVNbWb6dx2hizkJzfPAcLOaH7zyxA788/v37x53kEkxBF8nzuh6j+oFwwgYtP2t8avmoV6PvoOvdifby//YCVK5aQQ5ZePwoYxsioXIIHnSQ/d4Bn9oVf3U/L16rz38nfL2DeD/25+1pnfg1i4eK54Bw5AYgHowAFqUyjhHmLxjqGKSD751EHuIslvXN5gR5In/0LSSkfbKA/ni982/F8NGocP4nePmSJ7GXbIVz2EmdxPnRqKTueHPsf73ifZ6kv65uBn9jMWEXgnNRWHvl6tQd1JxUcR76KxEg3TUwb4srS+mpzTKXj7h685ZO51SVZcifxxz/Yz4khl5leebt+Q1xqJo2zTtZj36H7Y09jOeig0dglfpjhePRLemKX+tzfy+3WSfJZf6lBSUm+tPrVt4uqkD3+bHIR/mO2Yv9oQSF794vYPqRbNPU9a+XqV9+QS1nT6bfnKWz2SN5Vpc6Oq6QsgnPfeL67QfoWg8lXJ3+vrIk3rRXcOc1evH6E9yql9Z3o7V0aetfpyTW3Ys/Yi/ylvxRfOP5ASefI6f7vyq4zPKZIubNn7cJZtH5tfyBBR3FFtUWWJVyBEnLZIt6ZHb0lMPpdJW/FF/FT+35BMdwas8poqfY32We7mh537W1LrFf0v+oGsnEA1/Jt81+r18kvvsNzpG/mN/+vZjuxD/4zTkDvqyG2ElH9Vspb18Myjpp51Q2/jVQ/3t6VR5UhZgerjwOWjUzZBKf4YjngEn+SoW8zXl6ruS2y7WWMvy6b3Jmg769ReU53yiLdYHyuO/2c8er5d9nB/Weks6Sf2MPII+9k9B9nKOMWgtxwgPnRxrUVW61W+tswS3lY781a+xfo0/kzOhRrmyZZZb92/kf43eOP5rnqN+zvFbywnlGe5YN0ow9mcNn/qdxuyD9dNIb00j+qJ4v5ZPfh0trGX94o0VY1lr7R6zUs6ojwvEihDmeU6ACz7+BLJtaEB52WiJE6S2sQJs0kNHyMdZz6ivce1Me2yEaH3Ryw8VItRWf11I5IoAt4yp9DjyU73wlK71rJZIk3/2s4eIkuSI0truts//RW2No5Y+ncvR8+8xKG31PyH3+Qv/iE/SG3NzuUeo7fK+fIkHH53Pm300s5L8StWPHN+ksJcTnmBET+VbU8W3kd7ID/qCibTXyxo+9K564Y5y6m1u0kfojfVlG7e23kGd0GCdIh+jLLqknDvAj81NPh3D5qjfSE240IAsAoT8wDsNW4eIFuOI31CW/KT6LSQso01V1QkeGWfwwCEK/Z21pwyieJRW++7HRJiiSWyW7tQmeQWzVRb81XSkex6/9mvEmvdzhIryFp2gIfmEq/7X+UVtpGv4o/Prin0lH3IHP61LW7+rrcpPNkhnfzYAyjw6gxj7mzDzMUh+0vscLulkbuHF/qWfn2fbOif66xb89+yx8DQE8vzquZBfnLE6DsGyRom3DbG3W+NGwjiC/Ul9JH3RCZjsB7D23460KYtmDsYNbrrARAXLIWTQESIiJ+uarFdefi/eSoX/6LT2e492rE/U74SUfEd0BCfMNXzVhaAyPVofrekJt6crORJe49rDCVup8Civpigqr67fw4DA9EP0tces+rAfNzZVFficu4SvVMDq55H+BL+dhn5ET3Ciq3rxj3Lvc8Lp09B/vVltaTef1SG/UHlMxZ/5AB8b1Gt1ax2ONJCdmMIheuoPaxZ+4/iMNGo5zp9kX7WFuBB9G+mpnjQv/gYuMlEvGOyQm++ol7w9l+SjevVHqeq35tFsz7HIOnJj/ygLVukMjrorR6V1BS9gn/4EMGz2BkKLOtKtwbrerR4Do29zoPGINvFiwNeD3uNTAh44pTGYdne3BTh/WqRdCH41uDe75fu3eVXSuqtdTSwU7KTFNide7DWJryzYsLmv5nD2SAzbDdJlh/jbFTIQaoz9ooz1l9DHxUz7670yi7G7iBnnWBR5pf35M/Sg3uyn0hHBmMCrSUBBWPri+7Y8AyzdKN2n/t/bWic3TbrShuKUdE89+qWsC4h/9SttfXyK7nNDxS8TWZywWFFfL6uJyMRj84pPBHMeZLdRLPNLCzPuV3XDqPaIRZQ2v2q9iQDlU3Naxfub/9waCLPJDb0aC+6R/OPiBeusbUnPyDGDUR1xU+uzLS608+tPLnCYFEwyRpr1guGVQX4qtLxnqMIEZ/GhhHzI1rAcAI578RocaMThDm1ZlVv1RpL+vwHwi6vVr5DzFwvzl/0lDcjXLiH9ZsCc7/ywH0+1ML/ihvxi00KdIQK0eGPrL04NeIXbEleacePj3GiA3rgcvLSLzJDiG9X35SsDmNN51yvgx0bj92aL7y+2JoeWxkzpCF7LFX6Ld4X/m//v0cAZ+9nThvCP7Oos3B6vK23id4SzCXcwLZsHBmlLoKHfyA+9cO5MO6lFgn9ebY9luZjjF8qCli46HOly5KGy8Ej/85//qNpTyUfKoVSyUednNtauc1VgoCVYYJ5xSO5n0D5DU/08A/srYULOXylB5Y3NUw7bX8aQSrOZP+VY+vXBHao+p7zHj6ZbzlfYr+R45fXwfliZTQfWCXYxSftM2oOnL7f0J/BgID6WbUP8agso3eACxPLgQhiHR0nk95hia5t8riEucIRN9+sj6Pw97tPALeN8H8fr2Fo397JiWHFzgWzjOuXPj6Hr5+3y0l0CN1e7TAP95r5mj46/brUxXsQWXRsQpn8H2MK/xlX1s5RYVg9ofvtmn+/pT8h87YEctM8uAEtG+qL4SP6//fiwC8BaLC4LWtP8zHHTycskcuMoaYDrOHseC7ELePBKfttMKozy0H6z7zf5HRo+lxKQjB4XSe3ug/HioFM3fnFg1K1/v9gG1Z8m2LKIr2JJj76Sow++/8GyAqiAjK6pf0FtwRPxS2noRzeoMGT9cb99VHqKMxoiNoB4JVwsXK3DzDUmAxf77fK+Bxl/vZtVK0j1uhwE5gROnamMN/PqXx8AN8Gd/hq2l6lii36tW+e3xzAW9GC4L9hEgG9rEek3RmAnpgaepMZXZCvVH8H/e6QGqr41UaHTHEdiVowddcDjidgni4W48QT48MslzvhdG8nnby40UPVNTepZ7ZFu/R3xs8wY2eavDc07NwQxRvb9NA6dcGlsYjwVR5lMDLbAAS+6ijUOYH96ebEN6OB4OtYxwVt8Q8ly5W5CYdRUZrSOvxVqOy+5tyH2W/r+RaxhypF172Nb9xpgL3/GvnoX8kLrFP2kseDdkBn1M/ZXJAPubK+FNdpH1luLF0b+AUHfNuxmIaH+X5dpIXFDZi5vEKJtbK/6VFv1IXvuxtZwpo3WHY+mKhT5tC5QFXNY0A49qp608iRP/I4n9gOKddOXd/NRoxHPE1vWDRX50TtPCQUsf3WuU+lma83J/5HpY8elShF52UfpyBroE9dI/s8qouTbH+fRZuQD+70SbaD2x+8cvX1uj2xVvD+mqT72+su1Kb6EL5snGQgbltIlm6bLvGFtaAgfZZ1rZ4XO2p8w9zgS+jMMr4dG0Em9osNl3ZwCrGKZ+gT+q76rpUo/n4SmPTVonxP52YKGZIaHNkFAUb3QiYmfZixZk2h9IgEfnTb6R99Vu5ftp9HpYUfSHg9BbwAY7W2LxFk44Qt+1LPqBVfTgJXfKw7c1v8x3kTZbuds5Eeqo5xVLvbI4qYTVghsrPKErl2gsbhS7fT93b49bMuH2EuL2FTXCIol0K78qk6UVyo5VAaPvPAVHyhzdkFZsOThyUGefqjNK3f/aBwAyrWU+IkOqfYQgZRcSqnjGMtR+4i/cbHsZkob+zPb9GSX2xBbLdIZ7TVP+Xn6gfr6gJ/9X47Fbmw8mRJJZsdHyzmT4eY6n1tKp88QumwfW0R5kIpxjnbWIbIBPnOhA/2G7vOCiNpIx4s2aoubTzYGzYCW8W3rRjv7EeoSI6jQN0/VCN677Ztrr+ObyYeM73biHrLOeT7LTqQzybdO44E18Q9drmU8oiN80R/hNY5q/9PS7f6H3WC/2AZHnWPqXOE6m/jPqMted2mXff1tpX1e0IRf+t95LnE+wR4i+NMngp3YrfSlh1tki/mknlfU8UQnzNm6MKvxQ1z2qTmoI9YACy5lxruuISqebIG01oPPzWzi/972NVUmrghXPGjjR/2Yd+FCwsx6rteT6A9AVowArCfB/TtAHh56/DXerTW3jf+HXACmSyhKg0yZvA4NSG1X20NS420MgxT54aiybA9oIi2byUaSiy46Fw8WVknFj1i0n6GXlM/mnmVEG/ytj75BCVuLQ2jSRtOBX+xVQ7GJqYXeKJsCzAbtSXUdoUXXE7jtqlGGbchsEdfoFz2MkzFbmDSb4UQsAnliYTsEF52cbI63ByTRTvyH5VrAexi9i4QIouhCvuTatGHQ0/HxZDxEP+KbwLeM/8UO3wW+LV+1H9lUnehev9hkqYBjMtCGeb68mkca2Z+2ULBnWKwlbG3ZqLQaaGt8jsQX3CRcHqFae+3fdf8P/Cf6yokePAoE/flmsBMMH2EciBnsmbh+Y+DcV2Lc1n3XeCjlFVPxFGGd+Ldi8KQ3O/Gixtyan1C5sarax40kdtCqzDW/g9I1VZxxg68D/NACNqE5yqzEYq38ucaMDxXpacyu28dZHQAnWPclOxHhjS3tuo3r2E5bzD9N37Ggs7rcCI0ux8lL+GqMxZEq6oaHf+ez7RB//cnJT4sDcPeAQNBIHVDFrz41jOwhXsQK9elIjnPtyfsc/AzqETRmdH+Hutr3W+a/X9HHKvOv4H+FZ5WVNfl41Pax7Vx5cX0Dr/4Z2JV+5G35mxsJFqdfLKYwv9dDczdzfz3Cl9d+LPgKu50POdggerENFW12VHidZ9c6sLg4zX4Mcx1S1BhZYZVHLouiKv6CNPp6F+Od9c8x3dv5a0wfG69HiW+Xb6T0Z5arfmr+cb09fAPsJqvYd6A5LvrGgwYBHjGCvN3jYd8Nx2lj81IxBB+XjSnOqKw0aM3/btmlzkHVrrKoiDbtbPgKTu3Eo1lMUvuYQq/SIF/r1Ca+wh/Lqv/l6V3x5pdL3wlw5fyIdevs0HjO2lR3Bkawv336VPtgEDJ2pK58tnc/014Tbfj2v//+62nCRs6+JG71hmf+CRzrDfb4FA9ivOG3vdcUvpvyhM/aPurXeIAE+sBA690C3V7sqG01P8r9vLJ0azowXegcLfip7bHcO/97LOlC7TnzYmFwObs7fzzVfy6LOkG4TZ+Kn7oBzJ8Itr0B+duE0cWq2+Q6y2TPJ/F7+lFjj+ZvtdEOjVl/R3uYwYgeayF+EXsixtHGT3Wk3+1b5t+/s3+O71qYi8Tz/PG33pa9maVhM9P06+HuUbp+FB3r37O+AVyDFLqRsiNvT8ma4uvx9kaZxSy/gKddg1Nhr+SP8GUgojmWVQ+d2ifBcY7PRdAX2zDUk3nI//PnD18Igw+u4L1cu37pTOFxA48ccfS7FJ2c6rPJa9O8XXiyx/l93MxpiES0G5HIsikai/wvbG7aHTnQSv33fIAdj6rfsW35ps7Y0JXXNLvmSUGvUVW/JW8+QdnbLiT8xMrv8rNCm3jAU0AiLzpiGReT0VbQG9vR8Pw42yfw92C36M+57tMCZ03PYrXX+4XyMiFLt5oMQk/C35N5zofa+ZG09mwJ3AzskmNOcbs2eVUYt3n370bXZ2xBzHFolY4WSHYU2xFtttgOBfsd4e6R5l/uawYX9hQ45JlUZWPSt1UbnyA68hMv0r4tNhhqe80vdzh5ZcqcMPv6lYzBM3lJBrUnvTG3T3+EXpd7mcVXcIoPKmfa42W9cltyBR58iCM+poQFf1qITMQIUaH/IZM2jU1HRsLBDaj/hnDo71hnUF/LN/MZ6UP+krRv6f8Rjnpd015OySOIlMc0V+fVIRZKfuFl/1OmHj8gE6+XI+ncmku+lUL2b49f4mb/9+ArB+WThmr69By9Ok/2+FHa9p8Z9JFMM5z9utRPwKV+VY5+Ki6KWsRKVj1FD+2uVWDwW9EiHfn4nXIiZil0ftqHgwOnxLnm7qIllKo3ZGE+Zs31ZvOC07KNGOJHPXkCKuUoctNw6ljrP+mdIlCAev7qn1LrTYEds9bH1iz+whOk6tOP1aI0+iK8hI921Qt6nYb8I94artas9TeXbwYXdEa5kn+vz+S6TStgerykH3hJPyk+M5f8xaWXj9ouDh+sn47XH9t8nFc4l4A2U/SkWEcfFr2xGWqHzk9UH/HD6mXIG5TxYehVvagMLX5+vrGBn9WsD7Mk3KzJHLGLm1rh8+bn25y3wYvVB3+4gB2xRP1J7HlO/Go/ArII1aGes7/z49sRP1HYkmsP9cjX9nBvbbsi53X5xvFdj981uUc7uJfeMffQz1Y/ar18scqU7XM9Z/takqATczrY0j7x68Dtfa8A2pKlt3PihmJMmwjbfCl4SVNpUDeWdc5IG7iUeeJGx0iv1qvvI03BkApfqXC0FyJY6uuTQqrXnoDKSkVHZdFXeWxX/ePSsIfgG3GY+BhljfQVbtVCZnij/R3xELzsozv5MQaBv6034R/xSVm7eblVp52LXsLPcjFuWgdLn2vI8+O7xXfe/+Q0x1vzPaefUc/761vrt4ZtEQh5zvFaULrM0B/bn/S+2D5c2G3oOuQElv0h6kIQYMc+QD71EfQthLQj9iPsmq0RiTXMVy9AU7DEm7GjTa5GRTzFhzI/ldGJYonqa0wDrsYQynxrWHRqmyS/La36jbWSaafpsK0BF+VQf9tYInccwS8fHjBuaiodqJ8WKtWWDf6px75167zE+bN32/a3t/GDXsqb9Ds5u/V7wqxzaTO1rfa/1q/z4GdcUbvkH+fXrJ8o1ZGPxk/2sA+XfHAUfDH8YaY3yTxPo3/ZJv5Zk7mUSfyyTbnAl/+r9t5U/M72T74sH4e/zndo41dpkRcOsGO72qCnPHAclUfUBL7y0hqfAPrHrt/50fxAYYz9lrjBTfrXwwC8iSX23NFByiy4kYvKY7vqZ6kkpG0Pr8LN6GRdrgSz7ik5zH6Z9CY+x3n0uytbwo8Tx1PEmhAd+a6FRcLcjmcasMDDN5mGMZERkMoxJgyvV5WLawrU14lcwDCVvNvgvdpr0LhevcxRlkE78eIzcjQ2/SEjgN1scI4nPORwzg/K47DskbqgH42RyGU5+0GOuE2bXbbxsaS3HAkfgYsgoLp+zLEaYTnqg//Ibx5M9gK5uGbJJMdEnIFcelCwJo1vmMUrr9R+gdU+aB3/0Sn3MT+mtcrXJphzjMMm2axjMcFEGQvNDDxhe7Fp6BcHjBffoX23G2yY7GWbR/wYP462XonC2b/0b+mX7DJlPCQD/iLAM33mUJKnAWDzejUKTBgX/IIfbeM4hTqYR2xBZMGRduC48YgLQ4bp4cUXOTv2lb62PS60aLT8/iQzN813D1HIjnyPoD/KjwVdmT/q/KPp6wr+I/ow0ljcIULA2PxnlR9oH6MfjYpSfFPat9uJvG2UoHv3m8Uv7alhXuHMYeMBD3747nLYq6sc0StaDMMwDe2nD2YMJG9W8VYZ2kIgMw5uHsmbH17bip25Fpm0mZt+HfUxF0MDPhfXn53+m+wpzskcneUoOomKP/8v+rtn/vsVGqpjXvkv/aiVvzh/pN/alwfJH3GkBV+jb97uSuDcD/8aj/DZsXZdHjcl4BPrurxgos2MVYzpyCFHbpbUeNCBqYCAnHSznjA8fe7mC2tLa+P8C36iQx45qrxqI6VeZbEghc08tlaoi/mHjO8d8ekCf/TGMdPNxV6fB78g33mi5yA/tJ/nRFpDoR/FBdcVRroGu6dG0/ls3YiOzuppuZBgcrotNXtKp1rPr6Itn6394JwQX5Vd1jbqxnMQ0VI6w6s0lO/WQq1S5zaCIYWuNk5rfW0b62tZ8ozyqVxhb8vHRZ7bcCuW4k2tuz+v2CqzuJ/iMYXPeH50LPVnh3iOfUSvCW4xD9VAN9qMfEY+NdOY7I34w5O/vITgxW6M5bue37+3+CHCdiFYTy5CC//nQtzLS5zEcLoEPYEDIxnIc4zlUTbKrJdqPWWtU8AnLxjyukDs+2PB5sRfTRCpx0UXA7bq4V3lGsBuLn6I/2kNoYnsZmk/CvGZ/vOIPtwrX+DLH6rP3Cad5JE930blXiz5aaWjPspX1SZfr2ViinybeuECK/9THtgZP9Ejdd/iBhZ70yaHrkMpZb+FbxDrk158jkMH/PgprkiWrfWN8JSu3yCgliH19avq1us/tZxJP+4CsF0Uem93Br1Y3l733yaEMEAG6QsKbFJzwYJDT7i16ssJdK8cNj/YkVf1xztHaK0qXwbZJkB7C2t7PWsEfgxTxiA5HN5OskU3ewzlk4dOXk6C74FJLsGoPypzAmPDYgdboXbBziZ9/ybNAmCO5nm0wl0XgpczXtM/pMLZQsvYyvSQDjRRjUBqH+vvKIduYkGBFfCWSI5Rh1Eb9aM+1XY+lbVt6OE8oR5S+tnSX4Pe6pv1rtBDJxTDEmhbTlytNhZ+AQ89/1m9b6Iz2PwPI7t0oQaOn/GoJ/3SyEpO6b81aGKSvpWiF9mdnbtjdaYuqPLX4oj9Yx/PFbcwpkJPjsQNC82JlWzabBNnGQ+Ni+ofk1Zbrnb0GOpXqEjPwln3d1++EV/j6EYtopYmnPw5GqufgMuPeWORAztpi5nAsI1W1FfIcCIW+9DaPMafeglET3JIztn0WEgvC6Dgff2v+AVm06UzDc9obr9JuMenX5setdC4In9Hv4nnl/Zafs5vGICF8/VMx9/Qk1/0U+1Zj2C1hzN9pH9pndFLRnt0MOlCM/F6+LFU4ZqiRpBFxpl8K+B1xRAf1wDPr0ndmGa8y+2uUouzX7jAawc3ZADHOMmnQrLQi0Vn82d7zdG7bZK8mm/bhWP/koSthbn04jQsVhuRMvbUxhiP/hnmH/yYVyVjtRPy3PTj5CFt603UGfLNx0NuFXTK7R5tThEfF/jpf6p951r86Wx/SwbSVfXJ7IjsQjU5jnM7ENzZdKR/Fm8PblnGGNBNUp6JHQvMefvKvqZUiq+sw+qhDQObrWv1Kq/xUAoP5fFXypxDKi8CkkUbINSPMIKlHjgdlDlRixvHFCaQ33iX8wHJAZ6tLCyOxdqdsngBgywvL9+s1s4Qi6zw5EZPfe8LPMUZ8vtHyosVgMdaKfodPPfwJbv0tAUruK32TfzFfrYwo/6I/j72Z2plPOYxpkq5qa8K9MC89Fv5smetzzb5PLjwC190nMUQq50tgKcz+DlT7ewIPn0LdZK5b2kl7Mp9UBdPmIvRu1LLGg36Rxe0+9KwPel0AVA5aMNHFQ88FrR26pCNCySsP+hX7Ru4og2s4Av5zazwlAoQfjM60tG3b//j/eUb7G/2ekZ2obaOkXbAjeN7bMOVPnK4Cpdxqa3PzEvufXnnfU65pEfVJHwYrfdNjSdTzW0BLjnPIQf/sr4c5sdR3qQKn31dJOyVnGhe68cVDo+BPdn/cV6izCDboip1y2uVw7fHJwDTPo6lZv3A3gP3jIUdcXGVOTpwoVXpvZgML/YWpJ///LsQj6eFv/zz1c6RXr+yhuhjTvhfxDDyoqdUhGqZfC0TX1THTffsrxD3uJCjg3I82ZfxMvUlKPrZ2u0TH97Ntl4KfhErAmZb1qRm9JquVIdO41Cqlkx7/8v6X5Fb9NGYu56L6Jmd22+Ok+JRYkBS6+vxSeDE2+q1/HljvpCf1JONLVIn6kc9nEC5CWS733P93sTkDqRt+dZE0RnwVXeU8cWtNUGsTZIW8JUneBxhNxZXvsa3gbXOGeGTUuS+GG8uAtcZaoQRD+p1M0uFgRc/yUX/xJ+1l86RAsfWUcYPsQ3F8rLbRtHii3Clr8or8+DFWx0sqizVkmGpGDIfeAHYBqUJhng2bN4xXb1XXB3k+wXFVN5Z5j7AoNnkxgZfHUNt5msQRbMaveo+fxq64TsH/u0HBG4D59cgrJlx5f/v0j85iOS1eKIuTYdDcL7ZYWECB8q6f/yJHMo4eT0qTK3/k/P0Gf1i+wqalF3nZjBcyrRTUVOBFuFuOq6S/0Z9HduCLTBLcEdtXmMrQrQYtpsLT+gt+m5hTd8oOdLv54nHx1r5jBBu4ybYkZ6r7IKtscM3sDhZG9YFFY+8XwQm+poRxNjFgOtVsqI9zkOO6zjNQEbCDy6HHHGi5LwfTP9PJSd/xMfrEeP9MWNX+f4uefmh5JUfqHwm7f2p6XoYhzXdALClv32vj0BtDmzrpu98Q6vd3OgB2wRgLbV271g/6AS4lzOZ07+xj8ByMsFBXPhiJ0G8NSKe8msN0bz8jbdKxFy9VILfDG7dvwp1Pi86msdEXxS83lRsUqvqb/qbaoCxHsf3N+1K60fGWfVLF5p2TxoudBqdyUdAkw7HepFkPme9IHm0zla7Us37wDksQU2TCTGiAfImq+Afcoiu6Ig+KTQlKxu51GlzFXhwWX/8ZEfFDnQVcYZS0hcNanX0fMG/ZkvQDP7X8MT/Uan61vfnUdR/bzoao9+7F2vpa780/kDJBpSuMbPGLwQcbE67+5obV36iUPnO2hUPBE9K3bo+1guVBvLzw9f56aj9Ul6p6KosHKVj/VJm3WTuzwYpr5jVBeB+EzV0oNiErPCTDgh1Z47aR8GfxRX83/R+DczG4X6qvy+F0Mft8ocvhRPInj12GMl7db1csPQpnhvB4MO8L37pfG920+z7eMWz7f29/bC1g++ZtrWI0Xs1p+f8SbGAFLr4ueqklbEs/qpXGXjqatyijjJP9ylOUQcOsKSsY1i7vNuNvCaUX/QOGP7WI/tba6/n4Yms1zE/EkM6gqd0Tb7qm/K9R6V9L61n4VddqP/Pljv5rHultnXLuZran3MY16HgMeNT/XCPqvAFQzmOSLlxTDd20IaPV9+veR5uXG4YFJkN/zNQP5b7NRpXYpPWIVSpH5IL/qxdVLaVDc5CSLH7/mzNYvGFLizdaHTPJ3N9buF/+d///V91dQoz34BK0OxI1s1y1RHIE9he+XaAP0bZtGkbZD9cOaY4V8mMUtR9Mdj9Y72ltg9P64zmmg5zmNbm9F99Y5GKQUVZC+fomwYd+KqzI/3OZa5yruUDJ+fZCpvUJL8bYFYvfVGVZMUgNRlp/Ky3ZuxJn3r6GXciaCNhLp/oz9JRvzMY66FVp+7nMNu10k/Vv7th84bUT/avUgsd5IlQbUNnoQccOQgqEIRtVOhn56/rv5do3v+E2aavvir1jW73d9s8av79/h7v2teTkNIX+lc+eWVO47dswGWT53SXnHgPzUuRhZ1glGJXvtAzqKxbUFpmu98BcKS3kd5WeZ8P8klGvykDJ+WuxHaHW1wYtKK9cgFL1AXgMdah66pvXTgc7xDdknKrvvrXyBOcynNGQ32btZ3BH+Pbms7ROB3pP/x7ux/7+FUnta81v5bZauyO2brQEIwWMIpfsQGbY5vjH3KD10KUSPjcofl17FfKFf0a2xciSyb0KzzFQfCijvlyAb6Q2R63mD+O9L7NKvBn7TOet/OZcThbh+7Wuj+SL0+mxUd+rnKklU7tX63vMdZ+tgc74v7Kcu3fkRytTxZfZc+6uLGNuaZf7Uvx9dWeoBvdAA/FN158k1Wt6bfWau0pS5UBP0NGxV/ZitIKq3y0QT95CB568l31XXikwAm21ot/1AXdMd7QFjShIezefmY8BVnTlCH03uPl+AmH8QuYuqkUfQlZejmEp7Snr1rS4J/yULdPC4jx6PU3tqL3/kbDNURfsy1vD3dvSf0e+ale9Lf7F7oa4YUn/Wa55lLP2/R7O6/YkZffJq01DDWCi9ZRXvn3HHe7Fjqyy22o/fEHX/rP89KgtqwdOGktByV4xyvOJIP803rLnWhlfan1xLL2hJa1EyuyDxkfJA/nR4Ip7JfsqEfKld4COOhf9cI/1n/ff+HLV0Un6/uc+qPaWhauUmDUrrqtMvUBo/NocejT4/718OdLoRfJ2eOlT0j+vv24JLq34ieHHD/m1TxCRq2Ds165xFNNn2Yfa73klt9L/kjr/CWsNZ2kAcxcDtGVHYpaTSudhK8Q23nBJ425HEmBeJkKVn/NsxebBpa4Qhs/ba6qnLQiHtRy0Cs1ekJrqUK+pkviDyWLMfWgL6LD9mDswcSC4s1vurPx8bVNbsAKfqSl+q3xEV/mX8GSpj7D12tZOH26r3fhi4dw5fdqV32mB3RzKBOl5NJveh0DUtevBeXB2T35q0x7cIhUYa+IKLr7+OO4bI9Hz7uPVX0bpS9m/zNawa/KJDnXNFQDnVFOdoPGOsGT6vxfdQkb/EbZon0W/0ShT/fsN2hhoDwZbDeY2JpD/M3F3O8twvzz9dtXizcRc6AuGGSTP6tO6Sh3lUowqgu9xdvYyBNT2Kc06nBzsHfbV/v+w96Y4AOq+FLGx8B0sSjohv7skRix6VLfB3VeOhEKWlW26n/b69sgO/a30gmIIqtVjPCdcFYY8QVf66Out5Pajk/O8EZe18pzfR7T6Pt/DB8Qx/4bcEfjcxSfpKdtufp+h56rH+73rx+X5DLyPQuXFM7mevmFJX7nz2+36MiPRLm3YfFZzofsJrNvFnPoP7+v9ro2LtoKTlQUX6Qn2kWDvOpn8D2tkPuHPSTgEc/+IPHb279+4Vr4ntqknOua8dndGGfx7Xl0VLrCSKVrfFYBIRHQLs7bE7M2IN3YsSEcd9k8i/+j6Urp1i0f+C3lC4525R8ty7PomcjLEbKzyI8TfRk+AFr0+3VgK6OT5xzPIawxfK0dnnQAHWgclVeZFD1Qr0CBjpSfkPsjq6QXUg6zln++vNlijnelt+PFLmR5O9/Q9qNNWEW/reFvMtGAdEuTa8705tcL0Hm1YcvjwnrWbNm4K3ap8Zqw+Vt1UQPEAI5m+qew61gKYVanNlKevMGblvvwlzN3BWwbd3OtGH1L29M43Y0BBip78A0Pi+vAw5u4Raqf+lVl+Jv/eA0c2cXHS3Qbx9Ge/pR+XdVG+J98Fuy2oGd9zPdS2iK5QrCxYPdQ+oEe9aNi1GtA9X/XUwQ+D53gXaFZz2htV+uV19qGVHm11ZS76BUTI0TCLyGijbVV1n1cLtYlyCAZP473n8OpzhXkz9jix/c+xvpevs+KV4/QWZVNN6TqXI2yt3sQSS18VUCxlSIy6Ild+aO/vj7BN3Pg1j6Qr7ag86EqYyVGDKnw5PmpHxX2d8pv9fd36sMjZNXYKn0Ezc9BI+a3avujXLVta56RncjvRhqU5VOztsSfT6Rqn+HO63o6iR9+KRz8Vv3jyZt6/Oc//1n8F/8HTrCCG8uqn6WiobaUyWpsvfRiwcqko2CbuCSSNW9QqesV8KHZ0RFxp7MUnGYtkZ/jjVB/y381cE0D2NUVvxipz3BndSPe9XKu5eULSkXrDN/ACVo/7NzHVg6xp2VEfrKO4Kk+uxLywz5A/Gp+LZr4LkctKx5Rp3oHuvAHPOI0n6O0yzyGqb3KeOMjF6KR2eX2ZSVRR29miXo94GJUMk5EaJpKAj/rrck8bS6VDtjKh8AF7zHZWiMY6AAAQABJREFUUacab6WP4fKXypYG0PPctrE7fGEL87hetI8hHw/xTPuptJUnTvhhn5n4QRxBebZX8WYLB9YxsvOaSu+qA191QSzXBIpNqlcqtl+/Zkyh7fX1P/6Kes53oBlyck4Ub2nT9TWGlwjgF4ZFDALLsR8ffskFYGQL46RD1nHf37KuuLWGwLTT6Zf+9pmlW5mR4tabVglzMccG2OoOxKSx7LFbVR18Q/LNr3gqQ3cNRH8wAE1GUJLhJdUrOfX5Cs4ctpf/vFwpf/S5GvgX/4B2Lv6BHfnMpYnabf1WrKPIJh2dtwtbItiANlmr31S2Ja/xxEnpf9UB9oOExBIFl3Tk0W4K0c0s/Tnfl00yH9yQdhKMeV7llU3gNny4vNvGMlyWIZq1oLdpNw1f15JFT91rzSpOUjE8GmjBPVr3j6Ob/hVPA729xVUBvzQ4iC19+pMcTSvYrSaaiaL+Vt2kAY3vkX3NiY9+M0JxQsHrTWw50De1D5NrI/cnGzLLHGoRrr2iibkKN+PAV/wJHvKG/9M+YyB/UowDjiPlOtcv2VviBR3V+5QfVTf+lZ5TD3X+uIXovfi38HwozsH6JXhJb20cWe9MLvzdLpfo57iMtNIGtMBN+8o7Z7fxR3ofVva1oWaYLT9Q/9dS9fYVcLlBIHjRd0+1PxHbxQ2/4QZK2wmJtQc3gvSEGyFuRtPmBwjoGj2jV04Skw/jEevt5XYSm4bzbu1GcJpwcZhY0a2BnFvSYlNkfw2DnCEjsj31sDFUTFrHOPQT/O+PT0/txS8kLvvu/RO9SXek2FSUgc+LAxJcsCpnes/4S7aktp0TbN+PbfiPapFc9/GTfjUWqwuoHkSSx48WQ+ySyVLJ8sG2YK389s93e0XZq21WpF/EOLESsYFuOEoXEp5RvFftGCtUjz/qZhPkVh8iPplcVhevk44YBt7CuhFJXnNZxOv2NMZnHbd7ipK9r42SZFRK7Qg/lmd0PqTuwesD9Vnph/Th6UxiLk3feDrDHQaKHzfav69xjPwNa0JslnElrfb7//7f/1vWB4pDGn+lxASeuEmHbusH1ilGU08O0nHhiJfKrhRg/V/gxzrH4oXHt3wCmFijV0RWmik76wTEIdaMcwTjHWOufkoGlV2Wp/7ROI+yPY/pdJn5PHZB+cb4wzhoTGQnElX1KvepxrWv/ciS5HU5b+z/vfJKR2nPcR6i87Osn3MS/th6hAd8rMvN9yz/05/gtzdOFuPjfOL793wCX2sGcGd8aae+rjskR60TPrBqtyxU+bMcaq98l8YWK+hDPShD87utu97sAjYkXVaPMdhq+PPLi33v3GJe8K0UDL6F9JCtFRqI0+rBP6yEPKkvxaVgH/YiXfR6PCcg9IR/AuOO+esE9RMgff9PINwE0o83POMVwhhW2E5vH1tMlvmxAPS0S0PJHsHIHgpKy36MfvJmjZO2g7q44b4drA1mF4CJF+q78irriWGVSSOWYfesSs4dxBXFFsUR6ZPrpuzVqEyQ5E0EvJGAOrrB09OWXfZ54Rp7MMk/z/Ky7kNzvEM79qwROfJvfGDdAuCXsjnVC5UDdCko9ESeUkL5b/aU1aveQdu4YCQYhgZSxvEUIa4EypsEkP7Xpqx+1dSNMIb3JDfRB/y5gSJc5Ypb9l2QA8rB1e8KxdirHXjZQIX5XPmq/+uSVbfVYiWp2I0B9pSBn89ZZS5y2oTlw23+b4Gh6kl6hk6lX/PJ495cNdb7dHGvJFfw8TOOeIKLApvyUenXANtq0i8IFsVhs9ioxy49GbJMU1UXTv7T/yldWxbLvdD3jenPsilyfjqvEtzHf6FkA6749a6xbaR//LRvjTKm9mT9K07I5xYsXMdCz7AaHKPL+PvSxIzE45f5oC0t3B500iSebNyEL7L4oBY4tSqt/evnCMVHpWtc0dhLK/2a38O50lZp3jL/3It/RdYHwRabfgzFqoNtirID0hrjP9u6brsHj2nBD+QL+GleCJ3RZ5Gf9fjku0+0pXJpZh4lvsfmB9XoWd/uavsNCe2+797vdZjFemwW8C5DvOFQGo15AZi13IsRbFOSNbOZNI57YH3kX9kgsnCg+7yw08ev83LJ/m/FP8/pM0GmLm+X6nj+vp12YGpsKNV8pbtVX2G28hX384x/H19D9q3xqhsFcY249clc9o3Pttg5OoftUcRhPsONJn5YfBFdpfBWvmFsJn38CDDOBbzeNj78rSe2gPELN7b+4NC5Qq5rFAsjnfU9KP+Of3+BfT18ffB4vVvUtgh+1t+kw1vWdzPZZW+0ifYM7vPXefxt4+3LihtE3vI3+ekWSWIEMLZiSRDOXewfN554HGGcWSS1o+ZXfNUP6C2daec5hg8u5ziSS7SgE7RCjreyKQxbvtX3wwLj16/67Fmsq5pInrisRc7adj0/2pT6P9Zfp7zGeAbNNZdLNSX+HK8PPqH8lzo7AS79n7T+dlXyU/nbVgfMDZcj9rVKXFhaIsN5kNYOoi+/9phivki7LqpUdOTwG09aJeWQLfZNKix5yS048RvhJI/qVeZG+/fXeEgKGrwByi/ecE5kffbnnr3z++dHur5sJEwmcTlKH+cf9Ec63ufKud4HHn+Yv+xpDvvRAxzdWn0PqbTJdkll16V5lT2OvyuUX1jxGFuvOqIz2LzqyOMH0t0YR4g3wALzwqe+mp8KXumekkY/qzT8YS6j+Wqvr2bfwsOGxZC3JmPURSDlrQlvdlGblTLHHd8ADsVKCWvhI1Crc5GyGQVkGBp1dOTFF3hIE0L5a+LanQw9/b3B7CeGukm/lu24Zlkr1oVoh7YtSwx0GkRF052PSnUnVYWJ/Db9aO/7ew5nzWXk3+t7hF/LFGMY41YvFkCHH+O9RVP1pGEfa/r3XwCe0cx++RPoVpRDZYty+/hAhey2sGCTNSqEbI2Br/Gmr/olboJnbja+aj2WSZDX9HeFrjiknHViUGv6ETXxBEgs5KzoSjc/sQCJDp2SxamqH8eKoMG6yCg4QNN52lbPB6zxSDnHlizv9f8MflI6n9vjCZUtvj1e2GDlysIxyqjZ9Wtx9sU36Xj9fjQKj82T+G8ppNvdQ65xEarkT+dn8veynyZ1ADi3v8p/zVf93yIdF0yjdTanyO7OxdE1/y2+Z+slPz7DobLwsyw9sJXCBR7mXUElXj4tnG3koAMLnihOwzLr4EYN33UlhtOkjZPAF3/JJ6pZX4RQo6WzsQzDbHSjuwVD/StVl7Oz8ZnRrXC1vdaLeW1XHekMNtt/jlfmsslz4zeahuZS7PmH3pN3jgtwWZ8Eevyon8ElRuRmeCMMdtUoOkmdJDJP6MrCGuexNefk7HnGPEZdr78e6kop/CYwQiexNhaNcdy25wUw4uQkZAs9QjN+Nt82/9dnLtiMiMN0YUBc2/nCmaQHiRhrxbkGeDqp4xjTuN1AUs3H4gUXhHUhSReHuUD93p567plJ1r5WpRyPJncoU82rVPCKRwKocV91s7THax1jzdfuQJ/TqQqYUc26qr+szdz5byQFTi9v0jnObflJ9gXa0qdZkE8TI79oT5xqx7OYf6vdqT89/8o3fReZQs/Nr8v4ic5W2o9vTx+cnv8WFeq39LuHQx8UM/fhzrZuy4t82T/BabzRn+1v+CbHHi/w6gas8Dln3j38wm/4PmsUvt0Nrr0M0u2MYNUtTZYwEfoBlnMw8Uv5q83uSmCNwYOUI2jkXECd6JM/c0gOpcJX2ttF6l+0hafyo9Nejo/nf9wf7IY1J7pnTCy1n/TSx48mf+ffB3Y3CJD6iAbxQYb4DQgHxT5+rIHrE6/rVvosW+zXS1kf7TPcsa6Pv6GXXn8jBuW1TcygrtalXpvP+xsIGODgR7wAZvzBp8YX4hIw6CNoBr70A3zNC3apa/M4cMbc/7Kh+mYXgMPm4iIOsQVcxTE2hXVhZKHl2OOfLfvr9QqNkD9se01zpNPjj1z7uKLWIxzBbafINcq6DX2lxS7+t7GvWHwrN4/r8kunc31gG9fm16QXUq3HKaW9lqOfs/7V/leKM9jafpQPuurP2A/FJdULTlRVr/I63ZK7hxQd0VeaUNFP4NZtvW8nTuaEQ1rjBhDUcePs6+s3SguSVVtbFIkBOqgLeaMxYEI+8ZGdSd72RS5DtP/26Us/7/L5KajybVA9gQgNXXgCP35mFcYilk8RDyUPacijmn6tsm6PPgv6TDvxrsY58cv+iho6KcpS9Wa6Zx9nbHsPP5nKjrOmz6k/fe2sNOe31sOIu9+XY/55nQkb0FiMXNbluJmK+soj5F3LRH2/PgiKR+uDpN3rZ0aryph017IEXE/Pz7eX+QGcaD8a38qTPPqrY1bzI6z6Rio4pXUdAN5Xf1d9XB/yt6xp3kJm0y3w374RZ8aj77/Wi+JToXM/N/quz/ohX5VV16Kg8cufAPYASuC0nkTYtKGzDE8B84QAQkr4pbMeIJsBaNCl0AVoPyMFrmjvo51qhSaGxIQi+uJHHW0MuNpOEb0CJJ2Ac1Evp9hU+vn1ySkqF0VdH8sFpe1JADjXUx3fZdEzOPyU2y2VkkfWdwuNwNHmpfU4Ksx2ddSAIJt+2viL6a1pHd8b7CfDr5lfU8ES0I22eYdJxkY0k08ssO1T63L8JZgiPjpCdz6xGQJ0eNpRmmUBRX6hD9K9R7U/6eIGPdwrxj34HleNQNhYaAut82Q115ZsSjC9RT0jYaezzo46LgjwGfa2dTaNwZ/Wdq0X2IRewLCyP3qpMfUe9xsnXnXw593wk37EpdDkAaKaK/8n2ZXGRwsG04q4+3gSmt7bUzw0LNeAFqjIaN6i5OHMVxnZW/uEt80A6BD7iXnPL9xwJxo4y0IscCSXNd1xlAgjXT5Sj9Bc6ElvF+afe/Hv0MztqOrn7RR6TNHb15viVNhPofCMcS3kP1M2dGAxt01iWh/gPdPD7Ustc/2mn0Vch0fwiTU1POzt0XaYz8YeZpi8sXyxV8DTzj+uziJFjZI1JkiKM6nHD+b9SswQaw+WJsv8JD51V4ttTrIL0zqxOcPzDIz6ozR0d85+j+k/is4xp88AIR1u2u4JIdGYbGI6f5+gsQtS43PnSwXrnvgjXCe3WHQh/jtmZcche8YXle3Oclsw+jp9p3vYh3CVJ027CeSxXEnWkMD6Is4n2ESpUMpHJecQ9XxcrbwdgXMQj40WD3XTScRKQX2y9JfYVz/+n0wjPn7ML243TFinD/VrajynqYS9lP0LYS7rSFV8/jTOn0IvuhHxoefXJ1SgGMH6hCN83DNeJs4oRtQLN9SpLdpjvQMSZegKT6kTPPFnuSeTtyqZuSDTly/fnKZe+1jJwIufYiJ5bb6S52hJQYv6UhFZfB4D5yBdJkbGibK3POZPjS8X7Vf9eowglYr81GK0dTfPvwOms8875K8cP1c++/+55Po80mB7V31a9kqqfO2RRQx7sq75WGuAx4v9dLO8XtvsvJtDR6xo/loJFhpkFwjL+BmXvmnXVsD/sUDz7RvnY7GOrDexucwmGvvOvJHAH5wj7zyQeSsoxM6egy0r7Shd/avYBp50P9NjvlEpOAj2Kr/z8PKX++b18/w+EeST499h/P0UqtD4Lx52SirZJTas/CnEAyC+ZW6eaj98Eidtl17ZaDcfRMof33lrY5OX+EKcMfNlfbMnCyjEAH4cIhGl9EvKQdP4eQyztxIL6FekUrI2dOwB6egowpmSbHk1DcqdrBcXKOBWZZKfBazcgui4rQqVVm1k4z1eGxOjwgnoAuuPO9ioYWQ+8VTMZ+UJhHKK5DH2fZGxgYztiZk5jWMHa+MS7yhnAW6w/m4CFsPNwK3K65tTMG8u+O58QT/lSTxxFrz4q/5KmvSvYPWwwZ+6mFjj5gUsyMbX/nIsT716Kf+oD4+QI6k+IHeDX824Lq8g9kYfZMsxlrHgYtxf7S63n7bwYREvfYiW9OIXgX3nJ2KDgbr/4EPkodMf0vuqIcDUvzpZ9gR6uFnbzXVrP4x4M6u/jYn01mPbJh0s/BuvliEm+VgEVIdjzvnVrgr6Jrw1jyeugh3Hq+e3VYqxidbH9VncdHKo8qPTF9nOHmHBzOxLbXv4T2zLMbPPLLSw+mY2wUkN4XjZ6Ci2cSxO+DR2wZOFfIf6ldWLHdTxgy8/ThpSBtpn/nvM0SFu0mW1uWqLJ3m2mH4W+tfA7fWrttWTwbOSVnzpkjrlj+hUuKAV8aQZIwZx+bjCH+K1D1eZgSsZZ/qjf+fpZ3dFM3ymShX+ornM0mXCa3X4wRJr6slL0qz0lIfM4n+QtQa+TeUy2Z8XA6An7Rqxo8mfmZOPDuTO/gGNPE3mTeSwD/C+vPSnKH7zkr3ensPnJLtIHCuAIPbFT6jIh2w1zgRE/lVbbBizwRJyUa+2XvbEvS9X9VZ94T6q92Ej0y2ygIe+RtywO+lRd2h3fu4CF/ts2XrJdMG/uXOjXEko5iTOy7LOczfNKYVGxR9pF7DdrGgsPr0L/Wkac7xk473+aQ9/C8WEPbD5YXDWV8UWUi6qAI+fswH6ylUXP8BNX42Y0pomieJUvVAkOVmjEOG0efrNXtGGH8CTn94QFWS5GZW1i2Q3zrlYmnA2KU3+vWNslz6Ec4AusFUKXX6ip3QF+GEVt8YXCbiHz/oy9cxZjY46N6gub+5bau7OhH6T790EH0ZAPtP74R75Z58/7fE+32Z+a0POuPs6YAeRseGnPThPWR/4cIVe1K4LGkr99YqNNm8l4aIPLu+7EHYhmDcQiC5g8uewB2qkf2sz/LdX+05fPf+xWIKNWhXIno95OG1JNKG2OjRPrBrOVhS7YK6Z0ss+HK0Rst89/0fGoyv2KXmwFetcCGW24LcnW2Wey2f86CX/dSWNO6n6ofSjpJIMPd/+/P2MLMyZ3GglOjYEpw7Bz4BDtn49Ibg1HjZcbF2AS0o8Wbebx/7z7t8ZXgAtk7Ziux0eE2j1/RNfD7z5RZtYb8T5y3JhB+wwRlBMH54seomYVP3NYIg50eB0wRAN1ie8le29+a36TYz5/v27Y4nHu1+TsPPVNlcSc/RUvXMwwPWw9LLUvofk67/IgHySRWmFVJ36Udumefrna2ETuq6Jp/FqSuFjKyVXWZekABM7KzYBnPSTONv2K11rzkqc/Rw8hKvzs32MaK3xdxm/dIkzJMyMml3VsTyH+SSoXr86Z9hj1unP5/l+XDUeoaNQEG8ustG1X4N1+4j9ln8tzuiQz77Y/gdPBvf2EOdJIaPtf1h84PxliTGuUz63FTrm+mrFzwvE7x93AXgxFPVwJ/U7a0w/XBC20OaQV/B3SD+1CRmrovFpDaQY0+5PW7UnY39y23SZUAT3q1LpufbjjCzgyeBjgW29agtm8JkM40Q+qA3xbpnQRl4pj/DCka7KN9J9Rjn7FI7MDQyvw+MuCizS1TPk+K1oYjcWoN5tsSLduP2MjkOnPKChVQugKNtg2jQS5Ts6HmPX++8d5D4larXPdyv4zScscLFRzUuo2fSquxsZC3xQm2fyR9mvyp+yw3+F2tSAbEEpN6+wr8mG5hff2LCYzeIkJiujQ9wtRrKiXOMyT9sAG7Y0pvJzbIcFEf4/O/lyAp/sj+z9M84/n0xVf8W5oIHRnmRnF0jcBerTrblseHGbTvFPW3+zmhnPY5FXc8DImDbkZ87gxjc2KZw+dDwsRGyoeMCnDtbtggVfF11ibuphdcMSJ1jQ5Cc5yY9H8qTP6/YR/m95roGqu6rTOfTf2mdpQLqv4/EsXvfQlXxKnVbZgKUf+C3tpHGhx9b7CiREqpbX2tQqbhKJswhudlwOo0tsCbrLGYYHRb9QLEDiRdvAQk7J2vVJsC1Vm8ZpaF4VAw7a2dThlnpoq018Emudq/Dr1t+rRv0mZeNLDxV81l7k+BS7+6zCfmK5Uo/bQsrOtQ4IyLjNiPWJ24z5u851aRcOn6fSIRuj7HnbCSd2nJEhaGRcEX07wTL8iHM4OfVvtm/G+RgHZeTWmwm88jf8c15Hj+zcPb4VMXeZbh4p1m9IS+NXfWCrG4Id28/gjjhH5S1eW/VH9LbazQ3LkQXOj760h5riSgV+G/4cN6aEH9e+c6GGMp++tD9ON+0M2uftFrwvdmMc/3SI19evvJ0AqYLeT7txtsYSdOQPqhF//GqwKJxPoSF+YJE/o/sR7zzHv5D/bRr4SFuptnyk5zN2fkRD7X188VMNb+KmmVi3tDiBL9tN7nnOE08Hu44Mg9jy9dt/LI0LwmDlBV9xy/TL//3f/2U0y/qSy8BSKk9k+wu368AQdKmX0nldsL5RycVDjrf3757SwbnCg87YJpqOPPmj9hFvArpbpTtPt+hk/2wTzD7SrKei/BsiBF37zXDjSdk+uFZB2KxfH6FzJqD8NkY/fsFLcATsXOCu6VGTsLN26ZHL9crHR6ljYa06+PLT3Zpjn1Mu2cWRXDNpZnX78s8wrtX1+gVXfSZv5xV+YkG+HlUP9D3GgcU+UHXcJT98lAdGfGsd9eMhuLH+CE/wFb/hsKm78J/BmQ6WqDLhw6aJ7gAydNkCJ2DojlRH1SV1wPrJvdEnL9zUhzDPpnP/S74pS6WoO+dqXc2n/9Xaqos53YA+Cwd0ha28lA8+2R/V93jSO2nACi8GUrqWvpmUlFcK5ZqnfG98gcbVwy9kLvZ3hL03DnNcxj7t+zp+P2a34Fe5+nGsLZG/Tt9MwMYtxrLajZ7IWfOImgpbYWo99qFytRXyiokVl/oKV9vIj/a1B9vrfaS0VQ79renG/BYyTCfjRW5w1efkonHpx28NFxgj/7NwiosjfNLr+ad8RznJP4OrNCtc6kxYKUfUbMspDKWVruqUVv6qG+FnMIIlHeFr21Z+RrOnc75/M1qVb0+3tpzLB/3ZOpL9DD0Zcf5b0z1X+hl9ZR1n9m//Xu2Jvq2DeCP/lI7CNrKfWmsDCYzaRxuincPcrh30FTo80Uec4Qli5JLf0h4XnEKOjDm9LMHXgBffJl8Pwdc68lsyjnBj+Ti+HdnJSFHl1KtqMq009+AS42wu9VN59Ngxfwffbb1t41dqyc9qu3XnXr/O0YaPngatPGXHfd1WaU+Otb2pP6mXkFX1I5eEG1uiLDzBjeU51rp2y07ls6IvzC34aM95AjzJFG3hs+Gn3J/21V4uxSeVLO83nMinQ6/C1TlpyAH9PL90GG5SsU2TUc56ngL/Xh5708n7v75BI7y+3SKO3+Cd/k8ZfpJLeCorjb4mnspKR7jYJFLrOh3hxVeQq/amxhFugV9iq2rGdM+u07/Ed+RTx2ekXP1LcOCLluBFU6nqe3zZS7bOciMN8a209vAk25rOPv+r8JJhNq+rjTTPX2pt5Pvzp71xBD7HktJVeUd4aNRDeju3HmuyEOd1tH0GjVd/oym6L7ANB57sQcQ+RK4TiDHxlE2OGXUpY/Zf/CSGxxGT691ewUWcEQ/6rx+w0of8mRTYCgNcxhWtg6jNQzjUiGa2kot+L7JPdIbOl3ZHlqyps76951BLowxn8SoN5Xv7VO2Yht2Kj+vPhi3KuXcx36ehn0FP+CP1R5WRSzxIRz3pE2niJ1iVz/lFQo+5Oj9XWRKu+n+Ou2580vwouVL+/sYI65od8ptCZ/M8q8KkNJkLubb1U+XWuAub8ZcsUdfLnz6HflMva5nk5wEzmxR7Ppx3vPoFYJOJ6x0tFkgy0qqrjEPRh9RvxZjn1Sdahae4YmdCFgLCn00bfgHY+6CrRW+2tuHNjCvS6GCtB9EfwaWfqGd/OyhW2Uac7XLjO41VcyzxGeVT/Rwra0e8bIlc37/Us+B6Phl3Zu2Vlz69ILg+NftcD0wPcrrU+8mIJvl72XxmcNDR/0b87fhEB/Y6ofjR25rkST5V/iv2UfGSWuSS55pfQCh+zNsTX3Ajh+y74kPiBGwvX8SEmb4CX+PDzfH+OQqLtX6jSSNT5VQeuO0dmbXEd9VIwCMi3LCi16xwEZiTOnC14DnCP9t+Vp6r9KTcGR6bYF3stGDLnTsE5SpP5GUYM0rPq5Mce/2YcRcebTy1rXmEemiJnlLgKg7l2SEY4Y3lGc6vrpOMyBGvAbcwyJlCOShrcU/ftOAsIP81WY0tHUZ3WqSMOlsUwpPAFih6vKX1pozGrNK8idBvgbSeSKreYyNt3ZGqG9nvCCU9jvV/y7+PBiIW6WQ/bcVfKRQrkVVnsAfsQzYiO1BZCLWsPLDg8xOe4EmZ+8d6lYPG9gm74Cq9e/K6MY0QdMuhPtsqx9H/m+P+Lfr7i/N7aCD9Dt8NmeNValrXpgP5uthAXtvZSOKCx/oR2NwoUzu+BO30KeD7g3DFU8ERtiJG8XaC9/fh1IfvgNqGDAS5wUdrkJ5avwlT5Rjh/pb/auBXaEC+INv8FTI8mmffF8WPCCr2omaPAT/stfW6uBr8zectwybIi/m1QVlJr2vlfDvosObgiDferGOMN9qfXoaoJSxx/o7OFS/IawyAYpOFg3ZoqKw1DbDUK3Xg8kf1gqGp0qc8k436vUM4I609nM/c9rv1Q+Op9Bm6xeLlLc+g/3vRjHhxRiOMCf4aPl0/fkFMsRvZlntHrGQxoL/xpGlF7BiDCDHegJ3af/dZ6G/ZbcBFLFGMkr6RT3GE/VKPJW0z3Zr8oJ4nhXSoXmVS8SYt4laQ/9o8+tI4SU//tcow6wj7yflxTxcR00aIsGXaPuIQn48cO/Gkf+I7dpc3DvAZtvB9e0VzCdDCefXvAMe6gTriS40xgtvSo9qJGxHD5pA8OcwDaYjAqNgoJ6A9d/f2yhPDUZX9IC7+8Pil/pLCcy+eJWHRO2dLI96fXEaH0umf3M9mAae7KPs6jfAhgPhKrt2vs5SvlQAwISJfjibhJKD8MtP3f/79918/7/GzE38SuCxAGqr8ddgFScLKHRlkL6CwrqUaYJ7s8xMqv0rK4goFRzD97M6xpQeCYizgmETtQna7dYNLv3SufhuW9tT3erBnWtWdIP0NTQz4MOjcCVnvnJkRs7qtfmyAL/IyTnkwScTdTX6HmBlh3AEZF/T7E/XE4u6o8RjlGcsj/MeVB/1uMEZeH3e7iIEdSH5SJnXaYpKORZZV2zELCm0m3uDz+Oqd/rktieMOnEDGtN2Vu6p2f8hJsNpJPQlyjm3jJhc4VWemU7uDjYO7bY+OGBOo3qJj9f8CLn446uCkfx71Zb89bAxfrXd+glPtEr3zqj02zwxjSlL2W8eo0pkifVClYuKz2M3vGr7CTTZzBedjYXMekqyxgZn1KQ+2gB/SRkyLw/BsPt+yn8Tuc7JD1fY0o5Y6t1E/wbGZzp7msRnHGmWr4fvAQY+0O+o8uPgh/bzgw3Dbot8x632LppApgGb9HdC9eDvcjNoT6m6MX2f7FeuZnfG5zD/t+uHaKPH9fP8eLsXNBJkyb4+h0iv+0YtAOX0xNyeBYt3TPu27xJDQHXMW4853xRsO7t1MIfWbfKGnI2WIDSjqX1/5pk7MhQscF4RtwxRW0NQGK+3IzE9rjeQZ2GN5odmYK06o/kqa+przyv4dUT2Ib5f954jf7e3XbE/jvhMbJMoS61WxlYom7Vt0BTMYuZNU2x6+A979R7YnO9my0bsZ3UxAuuj9fUXutP3FeGD39J3YEDqIeV79hz6nCJwHfPFdTPw/vu3LGuXd3izGOcXbm15Vz4We2Vj2dZy3y5/9E0cELjs0DjpPEYzqlVKvNtKKS566Hz/qRScH8T/CpVDpkVc5ofdzV+H3qZ1oPT2+G7Q28KXDDSzX57oNm5Rfyz5VHqHVPrffI/7Ss9KR+lb9CHe4/hkQ3Fbcnnv7HMCmxYi/0e+j/o0+c60/sJ/rdSpYrVQsr2t5tatNZUuzH6GPbNL49uMveN0oEvDx9L5d/1gO1hE6F1kqPRP0fJ/PWNpzOXaDm+3/+DfE41yph4+S9Eda85JHdSrbFRxfz1hUSXIWQ97fTa9f+J55HDx5TKzkgQRgwRctIGreSg2rnTst+rTyjePV04f8XO+N8W5ybX0AKdMNnzV6ka0VXU05oft1bJ6CPrlyrbcnMyzkw8awFeyjNJBdbGKot6JkJl3s1ODNKguwxr9U3ZAVrxF1XQ+/yn/EWLeH/NmfEWOz7DFJ+yBzqHiTAHEpZZKu4qJrvPkUGbQeIK8faxjtH8OBeu29JJ2MM6oDzuHtj39Oow0utUbd27zdYpVx+Odn20e1aGHVGALy6rW0plETlgcDOFj76JNeLqf5OOzycwzyq+TjiJ/oj/R0VqQRXvo9i38Et9DD35a5Lkdq5H9E72q76C9yGAG3BOzmyQc8wzwv2stObNoUudPvDGqMDymT66jDr7pJuBnV/ZhEfKi0Wh47WPoY9Ov4wAc8znf0xL3Oi0QPePz28ALwXOhn1EbneEMAr50bO0RwUSeewb2nmUE5FyoVorYfDbAGMRZdUMF9/RWyLDI0pi0wa4AqtzGvi71uG8fsA30JHiO1Wbn2b9Z+VCdnsTGzXT0mkgxeccekLhyd6e8Rt8/XXvWXA4T9apIeZZa9pz4qjRH6M5UlJ2P+uAM9oBOlW5S14RKLpoByl/rafKv5V8Wvr2++fjIBJfV5zFcuF/NP989YyMd8MlFKE1f6xm/9HNLGoC40x15J/7U+bZha7D94V5jfO1/H/7F2/wi9aH6A1kfYN+OtMSfG+YmAmxh6qrqK3slm8G/FvWiJv7LBWjfCKY76Haw2BC//sNkBU5MFliYTp/u8iSJOQGjTWBmMleKI+Bx+Yfpq87BaVa/yvanoa4Ph0fTvle9m/Evx62Yu24gX+Id/hF3e5h/bYpxrqT4hmzyHWaGwJfldre997lb6Vcae+v2lSjvkCz8Ir1wu9Boj6vlxMScP3hjADYZxMSbq06OZcwY3XlDlf0uFMmY/flrtfPq4JD2L34yGzk2UiizpbIxUN6NVcT8sf8F/PkYm2Uiun5Ov2qip+YQ4zslejugfU/oLsaeBk+Nzo/1t+w9rEsUB8rEZCjwbqvhfnIPaRWB7epibzfsY0/qEmfgjfBET7CtO0wO68mkAyKuuykien9ZAIlbjBm21DIzK4kGqvGiIn8r3pvKQe+k4/o3jG7xNkgX/EVJVm6z5WU+32rfqZzQ+vo4VLvOmmdoTjk/Q98UeznUPXXCs9XFLXxIHusQR+Wdw4a8uNpI3n7e3D3y1TVvFGXAUI+TvnNOMcQHsvcPjicUk9S9gc9Bf7AKxx4W208uFYW5c4ewImRVD/Hw/u7WwBLeeRNITXRQX7qPjzsL8IZnwg3+Wi78PIfogIo+IZbeIUgc6bcXHekoOORNuCvLpK2ufZ8Ietc9wqBPeVf2cg8fH5GdVAtYwjJd8j9jBTavAjuMoOPCXtsJ+b3S/+NPIhABD8JNlECOmQO+Fz1p++5rxz8Je3GTCOVt7KthUxP6s8xlOuPu4BcWQcdbnaH3+35kOn8/1gMPF+e6AWmkO+9WrrM/pHZxnx66Qqwj6sOx0f/Re/d6L/7DerfWmtUkdW+VvvgAsNmywzo58SuqcocQFHF7RxF1qQVSbvNAncGmhVPmpI0tga41X300e+OpV5VDz63Ypd+QPlmSL1CJjQ//pZ5oWRNmQNvW8Wt/e7BV01sv2m+tMhkvQdJqkTf/QIDDHAaNRVtqom9NOvMid/Zv9hm7QjqBur92yu6sRi8UuY+ew7c4F7j6KjflYCCe/2oesvZ4TnTmm9DZvbXNd17hPL0BHnbdxanToP/ZSF/nUYefoCP2hL453u2Mxyq3Cax/5Z78/c/0IxzZLV2Y09l2wt8ks3xG2/GzRHSdTUpYBuT1ZEPY76marCoOpF37TV4JDkNLuztiXRQplJv0f+7tFA0GAHdtndQu7lhlxxvbtcsTXOmghb1Gh6w6d+qWz5qeMwzgWcNE41DEQ91oXQ6HNsfniVHikGmfVVVqq+3XpFf0fwY72cn+v5j57he6ezOfkZbwj7sdt8tW+JInGmLHlhy2NNjaWhUsqmwAmXt1IrWzb4oI/9W9P8VFt9dzLGkfAsIGBjH4s72fjpjPkQCbRAmKIv00N8VraIHH273K3L69ms9fS/t7HaCsoZqwbewgM+ky4cZw1torPfbtsEPykEVyO+Nvc0A2laAX2+LeHHVtZHwR/t8Fm5MiObfu6zlAo9/JjYwiRgkR8XNOffQMIWNGzG7QnR+rkWP6eQJh8w/eTmb59wmyoGuDb/JEb94CnfAOyF8P30FlsTEZfg+47HyYWPvJZWXEkaOWpjL3hOczH/Fn2BK2gDzRrrf4If0Y+fD/HR2NYYxR1+kEF2oJjLUcZ2SRfPY8RvHDAq4dwVA/cbccwHk5EdfRzHAvaxrrbOAfWFi31V7JUHg2H8ZX91OZd+Wb0rEfcxdYdGXdRfcR6ybQlMwSgH5vJDEk/R3QM/ksLo+6k0y11BLzsOzagRCPjpvxgi4rwGZ9wpbW/hAshj+iOT/ObjRhreK1pYC92gdgFIOa8/fPVfHxZdzT/lBxKAceXoUld7UetE7zW08IZY4beSAA8MKRxzhjxx8WzP5WPaJPWemDHsvCXlDvxJ3hL+2FGYynAq/El+gh2yM84ZF3Kvx5vcVynKdMyPy5mWuWzcVvFn9Lu82PEkZRjzY0atdexqPVzLGrhx1H7Rx0CZz+AmB0vrYNm0dFcycwQFn7TxlZ5zHcbW/3Zhthv6XnP1kepM8avp5bxWg23yIMMi8F0DDS+WVn52LxhF4D/tQflkAObGOFrnXwdWrIfpaKf8SJqaru57T9c+A1ZQw49cfjyonXSN5eBfVIuJvGQRugIPF6nT3zRK2ADx/d6zfZjLZayIQH94Sc5lNIWxy36Fu4tadgLughd2/xgfoM/LL6/SZa+xNPe4K/7AuI9/anriE0hntCQPiQdWEQNix7MGv+h333/ZVNJZxRSutIafmmPibUVobNNI4Du0S8Ugn7Kk3XkJE76YcwvirfSzwIIks0J6Is7zLGm/ij9Ye4Ym3tgL4m3UsmqdEQRHPXka5k1AX6s85RKg3wtg8/64ov9OK1CF7S/cL5k3YtD/YlxiD1B4BpAu/BDN+HJW5U43l8j9r7wxD0y2muk65EyBx2+M+w35DmQlGY0NEAV2fdxkCvm3g6lwUkvc/yO2GbhCu4Im/2bkWcczti+6bntLyzzt8cbjcmM9u110YegjdqjDzP/eyT/Hfrl/G/U734vRXMu5+LTTkT9lc3FuMh+Mr5He5hj0pcf5HgH/r58tVW0al3Nz/vgEKu1qfAajq9PbRyt2q4uqXHqU1oNLEC/LhMBwRVqHWDgY/LJDhC0CHRPP4oBaiJJgzDuTcEuR29Vu6LJWNykcHCC6DKYLMC4UIoDrheIlbCzNHQLr0TkErQr1Ji/oLeuf0eGOvJROfhpAcG41ZPacCtO2jXWGn/6790Sod8vHfSncVdKh7SAr52r9v1iFzECPjRV4T5VXn1d7Pi50sn/WaxwRIIP2ILDQ54t0qzphU0S949YiGjdAs67yaw3Q+tEsrYDs3vQZ/X3Yf1/tn+Gf+32a2lEc23jFL3ikHZoMibVOFSfBma0a4XriGtJQzTB+e2OOv7LicytcfLxvWdRn/Yd9D/avpvJmO3M7Vr2o95jN7Id7Iu87A0Y2Uutq3nRMVQ7asysecnCCUvDaH78he9/Gp5/47f5tPO09nyFUcMBMhiZH8g3sm0vl/2Qf0mQPazfoU26/VWynucf/hHwN8X/e7t4T/zA3MyktUbCDOVri1huv4pH0ovKC9R+pvnAMs/tQ19rPdF/+ckWYbXLD3OdbtuXpqOftrHAwQn3K0/BoDTXlf2xmJ14DmZ/xguFqg9fB57fmm+2C0MwNYaprsIQA4EhVXvlkbDKZdrCT1bcnZOd3E3owQQkV7Hfaj+X7TTidQipc8xBZNGkWuu8BhK+1pxwQPtbrBrQuOFvZw7Bn4G9HSbHb04DP4yYKjsJuZaS7Wdy4dXjiceUiBvjOhjqWs+QH+ON4kn1d8UA4MdD+KTQBVYXiiqeYgl1tR682QXjkU8ti2etuz1/7/jei18kd/9WPIHujo06LBPHAKMYMcSHwuXPzarv9PCX9V/2oHG8qm7hX8Uz+Ev97/kQf/BLnf/gY/yqv+Kns3iCpPLJXFvILiONuJR9Yv0T+yKKYNnmOTsxTF6si+I8iP2nr/Z0H3uROuAtualTPOECztlD8tfYdBb3Frjk04/DLbQeiYMdmCXYL/X7SPq7tDr7Nf42rhyyw13c37bxaPx32hmspqNV96XL4icrmAdVHPkOti6f3GIpGkuMIXxa3/w8iT2XIUwAL5xIe3vVBeSFn8ETcVCXw3s8WVq7DGrljSr+5DJRys6D3nw/hes8vKGgA2+FaeUM8A+re1K/sV8Gy+ZxnYseKs5tvhnKs+b/xa9und+3ezHfH71Xv/fib8t7qcX1hizSm/Y15vuMhxeA5fyjEFtP/o5wZ8tjcPF3yZtdshDhkBynjfQs4wYXC4W8g20XvRg9vrN1ILMWIMp7P1pk871xC7o4IEHz3Z8K0pNT24QZWg+8LB6GgB2yaPApPdcw1T+lwb/+RRYmERPVhCaNu6ft3gReRfPTXh/hiqAjcdKai6Mc90rxU+RlAwpUo1BqH+utrJP0XMTnZgF1HLnQ3rYD6ZxU/uHIH/lnp5+9GG61fdVOSf1Rij6UJ3WbMd7+hhJXkdkPtoUvYWR2TF3D6nVxzIHu/XO6/yMj+egN/nkDT+lulGIsu925HscW02ezM1LlWUjKZsFY+DQZX2xFyZrO/b4tHPBv3ZEMnccc1+xrj2ddy48L4j28x7VVm5CdJPUPle8GW0tJ5znZTm2lTjEPGxrtgjo2KlS/wI7m44//JeW44zLL5KIubNjLuhHL7JMbSmSSYcvcQ2eviWwkuEkrjrWM2DS4LfwUWbF359TVtZpGr1EVclcbvlerFj+rlZaXfrI6YmGWP0MubZobwOqR8o8DW6FuycMzeB3H/ypTyppca3vW9jnwYr2T9bIZ65uMLBsPc5iGfB89VVs7RL4IIB2d6emU9DCuU5jNyv7mD8Dki45iiuAfx5G9cAPKjx9aH6UN2Eg4freZGzX+l1gDz6TfwJt/1jmvoC0xjDr5KKnygoUuNEi1AStexDbaSEMGYUV/Q4SwLWwgjuybarqUOH7XmHTU7isgRyf3SE7nARq3sb2UD+cn9PKoA50jOI7Y6E51erPXnBKUGIAU3Hz0YvaN3ci+lMqWVD4mfGA/xwQ+HCL6iA/BOgyqueemLKEPNkMCvgJCT/4kvc3oEVPsU5qmc7DDV3URRGMxxgetk6GbtCOGVRnGvOgIR+1jWfWCJ3Ygi9ZJtLPRygPx3BqbR6xnQpcZs9ReLwBF3ZZtP95+6KP0KXnGfo9lwSlVv1RepwfxQX6+RvSaY/qBKDilInckv+A83kxjzQLRZU7T7bBKofW7X581e8XwpZfBhK/3T/rfsqsi0+msaIJwK92gET4uxloPFP9RwBDIRjqORy2jM8rSHWn1W0gKXrCqe7ELLC+vbOP28Y9zEdqoX95WANJw/PQ3zUVlhYNfxJJci+V6JOT1eFLWKiKt2KMyKXt/bclmJWjy5j9a6lhRvnW8wF0f0lttOT6nvxajK+1z+bKOOIfwWCh8d/HbYssTLjP99WO2PV5zXDHRuG/jC/I5qfjrfH7NJfzR1gT4UFOTjZzpzvzK96wNR3Gw+V9SEf1t/aIffGDUk+JA0rolJ/69fittPTEMdeL8zz7YLUyRj1ig8xQalm5zJz2dsB/xQ2/OWEgtGckRcimWQPtreyuBr2ffvxspdKZLU60fXsdNJ1/txyc8QryX9opqcCrN2s+A1F/pRfFWcqn9WjryWY/laF/EZMkAr33+I/3z0onHPn0GEl0yTLO4rf6EHE3p+EMbV41DlUt7FNTJb2p732fJ2UPcV6o01/3X3sY1HtBc05IetmjN9LMFO6vfpl/7KExiE4EdG8MlI3a1gicjPXmZN+79iY7kwO/B3tvmxrahOQKRd2yj/V7ez8YPRwou42CwD22nkzaGBDM527Ml+hj6PlzWP++/+ZEWm+jA7j2xfqdz6fH6j5Hs47nIfgm4TKo6aZc9kGoy+03NfFOpsn/1dROwNQheKdXkweck4s1mG+zHas2oAomEJ7vcn8yPnFdTpIdEy9P299jQALryiWSjvVQzFtgqh2KzxtZ93JrymlwsFlkgZHhLvy9k/2b/YA3IPra6iE1VfwdedarvaeRi6FWvdm7Ev+yscJzGys6JKyU4eD5uVgqSQdBtm813M19sWbN1bJiFPEGGu/nB5E+7U94bGoYQg3j3l752snStfwt/NYDxFFv9L1KI4oC6rLL8hSmMI8tU5Mn44nbayHHo/DP6Xt38AEp32ot+YkZO9UrHdpW19qtleFMf8yrxpsyRxByEbx34sWyYiMKfkWo8/4zePK8Xsi+lz+P0mSkv3mxC3hsPRWufTl0ijLECTeG7/GiTLcvXGSuNl+qk3bFeuLUdmLF+LIuu6An/6+rbASGf1vCio/T794yZwVeU/qa3aGAcj1tojDiM1TPojnx+p7Lst/rp7yS/ZNXYqj/UK0/KRZu3938t6uU5EDB+Adgujryy0aE7hlpIs+hjywezmRYrq+2Q59zmvZxHSQZiinjDg6PuX1F2mXyBknJSzyuliTHO2eR584dBiD203n9UuWp/7qc8pyB+H8FrLsHja+vYyTZu4SLd3IKbOGEb9+r3IbJgo/vLgRT7N83Vsa9d0LoAP9c5j7e3Tb0vdiecf2fcYsMX2whRFPILfwc6g2cdX2L1eJ7VXyzlJjZiiT0IsJwTRQDRDXZac9U+zPPgBS44Wi9V2FG+2van5R/iJ3+aUk70Z9RbtecT6KdBbrXFZX4dfE2Mv/zv//5veIFqhpRXggSRHmzs6HVFxKbGiAd7aOtHuQYF4OXkgauQA2QcyOttdPri5f51vyKKqT545tOIY4CSDEoDXqXckCLY+WsX7ELVFwumvg9l8sa6K77BEQGqbP40MtxMl91a9z+5waMfty15Ks6V/EhvxJXeNJ4EWtU5bLuVCDrv9uPbG5bYse53Tzv6fcy/739PwzQcwztWL2Xd0bRUdJltGY/pJiEtoumLdKN+2dxkB3rpF0Siv/Wt6xz2fftIKc7kSn91N/JyK9iIv+Yb48p4FDoD2tj/WfwRjHxIr4OGFG3yD3T2/pO7xdIGiB1qF3yIgLzbcgXMr/i71uM1OWf4tR/39Rl9x3gkH8bjxReIxLXQfdzwYTbc2MXY0NZ/A1xjpVRjXSWOfPJbt53vU33CocNq9m3Pga3Je80e/w2Uw+pOggadfOTzh2QcIGhlHDiHlVDJN+tuyc36dJ2O7EB2AQXZHXFg62BjhFfAGnABQaa4S65UDtmMGUNDKUIz4bB15BMnn9frRorZlK9dyoWovJW2kIVqiVl9S5Rm+qBlxItXuklXM0oxPsjFIbozyNvqbrOjtHXZD3SUNzlT7RtibfPlW/CJX+GSfhLdaD+c/5LCfq7Sr5AzWWq78M7CVdytfKOlvgG2Ob9v0ZBcY/uWnFvwIz7llI/n8jnS3q/QcdT2Z0uu3hfkF+NGgepJla/Uld9rE0xNt+Dpb/yiv8Sad1szs2FLGkd1jiUaVfJLPvXXMIe4syXHMhYLpTEzGw/zuzxxcQR/MmhEfWh5JkdlsD3+AXWEf4VWhVV+i37IJf37mNtQZjnGNeOY6I3pVv+2+IK/hTPSPl9OucM2KYftxUUFtYui7HKsV/tx2utvhK/rvrEtyvv4NhIGxm9fVz5uzafGvkRZ58O2TokhNR/Bp7mIw83BbZwtCXi25hsggtZYTXnr2Ijji0xGx8+NOD/ytYDWR+21koavz8LEOWeRoeNJ/bZONK5CEf+tesHdmo50RzriP9arfIQvuK10pC96Y/0W/t7+UtDqdX2ebnDc94O6z7Ut4axlXE9elWtGc1aHDkSblLJ0XOEFU+v6/F48FGTTdfG5j5y/OIWp0/OsT8DkQaQgvhBPkN1KVnjlKoodrx5w6lrBq12f0NYFX+k1Wud/Jcuo+1ru8yEobyT4/t0+juxHk2V5y1Ks7yremjvjxp4w8TFbJc9eLEro6znsO3gofgeNUdaUY+TR++3Yuuf3a9irNWveyI2sa/k1D+zziH7ie/tw69a1LMCkHOGXt+sxOCrObdMZJZvLlVCKFwE30pX84iu8EU712+mRHMKUPCor3ce/Ko/OfxTf/7Gnd79yhzvOV/xPD9i8Wr0+VSGJ0M37WwDHPmG0LNcqPL6aLbno634h88JfRC2VzqlSngvD/o3h8qYD4gX/woeBRfycR8Af6W/raS0f+FtxJ+kIb3981I+gmf1SeU1PLedS6RwdhB7KIK5INFnL/FfPw3PPBn02Omy2L8d+XxewLiM9dZVLYeHTakZ9CZD6BRbj1L70cAI14mv/rNJRfj896ut+v5L2mg79kJxLnxLBlG84bb0vuNpc87ESqDUbeYwDC4mN/A2gB1UjND9dLCQ/62go4kFMP4iMBoSJ4dXu0PMTvTbGX2yjmtciv79z4seFKwb6gwT7IDYKrPWiPqwZS5Yab/bqB57s9HPQD5LpNjZrx7yNTkw22MWok1vpfWa8sOe5P8/klr/UtqxjcrENC5vM43g1G7LY4XNOTDzoFHjZXcQRwVeqf/O3aCDHIk6IGF9G5IstuNjI6ucLOyFt8x6jYxD2Nyazendh0owFzyz23yLro3Hoq9Y5Z2hfhT9D81fA/Ip+VJtQn6Nu35e5KPJmuwx231E7sDmLP/ZbXxgWzJhGLKG2t0XWKUHP23xhic0L3yy8nD+7tfviLdrZlGGTV7FJWKT0jZ/41XyFO5+XnrIv53H/Qv7VwOfSQPh+yqRy9RdaVU7I87mZz818VRQrL/LaLJm1q+6WFNr6xc1v9mrXr/ZaWtvssKBhnZavG3XPWrSz84o331EhrvRca9nRLURAP/oPbOR7rFtLlfnfWHSrFoXHONVDflDr/uafoYFe73scxjFaw+ITvM2otdjmqL9m2l51WDeguJzD2kKfuPliawfeOKJzHLCPeTUekwRcfnEeqv69xDf6bCPv/d32JDyg2CcxNj77aWdaSOGxY8Kiq79H1hnt36Hutj5jGBqPdS9n89Qa6mrN4/Y3tjiji0fGK2iJntLb9F0lZg2+fvK1QnxUvs7T8KSPY/8qDFMD/vjTN4NDN8SY939tbK1P5s7WOv/eMHTH/Sjq9Bv7LH2P9aN8WY6TpFc7MYv4hUzYOb/clmZNw5qLn3goHXlF39c6GeF+fZk+fr4DvUq3OU5X5YSGDSXGd8eRctxBxFBFZy9+3sfhz8aW/jSeOv9R/U/bW/mX/RX758cy7hZciCEWZ+qrpqUt1jWsZ4hNok2b50XDSHIDi46FpxlYxVH7rI6Lz9++fbP4UW0h8ryVAFZBNx5EId5QhhZ9ndEUv49IZ/ylh4/g/5fHvgbGsZiN1z6Fc62yyXPQ56Fypt3BkT+6t+zAPbaJRReTSFy8qZsp5LUgCIUDA/dw3Crvkr8snALPbLKm7b4JLvpFwHuzdQ/f8Uh67CNbT5ZAFEYGT+9kefr3uFMfZaDHklifWBnYwZjpgg8ns3IanpjiFZ681pe6jwzArD3jwuGZnpyBkf3EmO1hoBfphsWw66PdwZHfUI2nOwQ3s8o9Hg9tK3eYJN20z6wrOZ/opYu09QIxZKW/oboUQ29RgZ9z0wS28w+vCLEBDbuKtMaPL+ibf80eg4JkKwx+aXav/7Xt18sd48CYomuUZj5sF4BfGfNX5LNY1u64ojUuCjugw1KnmE6ecdPYkI9xHO0r8AXndzyVO9Og86wjeGI/ySFkzHLNBdx5+Ip7a75eA7iVxhGqFFgAAEAASURBVIj3K/oxypDl9IE6Dtne52J9QF0M2k97M8AP22gNew1Y8jGOdiMJeZ4cdnjZasDN/9r4Nlck1RPvI2zYcyy73KJNMG20yIZk08x/+AVlTpR48qbGsZF2X079UK/+645P8RLOWFb9dir6HxV/7uTDfNriw0N8A3onjmO9Vtuq69gTxJ8JcrJ/axHuHKc1wd2avEASfn2s711yq0b5ohr26FdY8vivDvBiozPPZyot8vLtkY5okCZO2A03kUTcsphlN5sEbmyWAhvfO29raRvTd3tlW94wZ+ceRqaIafiGY3yQ5Y0PnbbznOB7n30i2092oGEKZXfEyHvFL/iT+pwzPzO3zDEfVas4o6e7H0V3oFPi49CyUQy5NJ9sAC3VsmnpO87tc523AH66jPSfvnxFRPV3jRN0pRd80FyuHOEXXAjWQYT76d8zV813d6X6hM3IDz9WXAmsjon5u+hH/Fxgl/gf8MSRF3t99PtPvtFnTw/+T7mzDcKd/cTNKNpMlbTqq8o1Tbl7+bTnUWHJj7F1bP/1ZfUj9HpdHl10jPMG+VnqKeYCxqLWXedzK4b6J/vp6WzJJBuQnQmOfmCLKoua4FWuKbD6AacfMCOdincqjz2bTO/22RZuFM1v1jbsxT9uHd8jKaTfI7jtdvQReoiLGuiYwzTFGfk/Fkqs3dL/z96ZaMeN82y6bSffHfwz58yZ+7/G+boTe/AAfAWQoraq8pJ01O1ww04Aoqilfsyf5uDNXNlRdqYk36g/KOa/tV84mhdKHW0J4E184c32QN3HTR7/PdI2nzGWc6u4J2398PUJNLmJjB9azjS8+JJg8Kp8xPvzyohlzDCL54+Tq/pWxG+dt9vl0LrudgrCfIw8NQ/ofNp8sMXv+EUa8f99Ss31PE+f1xM62zS4qvCjmdeTp8fwOqcD92xvDvve/4+Xv7595yUd1gzkWsvprFlabuehkOoLiv/aF4zX/wqG6y59SYXPPyIiuegb10vRsvVE5Dr6yXuUgRf204Mo4iLaBvbhh3jvMtb56WBPNNbhQYlcGbSVb9UeOIk23RFWA8DXaeqc09nM9qKz3U9g9ocOwpdGdZwx2iOMYD+trPOzKUT49akbwJs0PmFAKchv1uGx6uhkoVMT+8U91OTk3ghx6jeBn5tCtjrjgpAAHR2svlU/fFGtWWFqlM5Cn9WoutRgsutLOyz5W1J+/mkXmvafFn/XZa36r+fffec60XfHwDb8vZJUOPHxn/kGNyN++gIZvUI31+Hi2QdwQuZTjoMT0X0yxcL61QKDi4e4kDCHwo7tWyRxorOTun/Sno3M4ydK75PpK2PX+HiUnJlvwy3t0yt2kw3/jYObauZ87oDJv+aDcVOAOSJH6GERUZqW7+pfa46u40FA1eEz8GsuX68HPbiBQG7iGLYBm8A5v63jSxX6bL7n2/JpIG7ahovaU608Hdr23DkP54HGMeD+aostLi58fhNos1bPefCXz4OgMUqd+9QXT/Hn0/BiwLjrsRJAuijhL4Eo1H9X+cH54RbjrqZwl8jXjrFd0d99ENvI37vgbZyv207nKZXHKohv8tLmBTRUV3xT6kEQlcc8AiL8ZusGoeUSFtdNHP/qQSP89vbd81avE3YjZ1D+cFxa8fYwOSrWWtZ18kj9QUBWy1iBS7L9lKPKdIsMFV/z/EhFKv1afySPgdYvkB8Hid+xWW1e6+/DMuKXuApfPAqLgA9Z2Dj9+++/fQ1AT11PqE0+eXrSVk889LFsiAaZCMxWV06KJvqbXO4fdk3Omzt2Q2z16VsXvcWC1ZEDvspzyabFvnVoTPy0zq/6CY8SuD5XRZ/wgRnH6fv1D2wWvhG6vL9PHtvsNhmYH81jnbdjfh8H4WFo/m4RaSc+zp/mq+m2HyfIQzjNztctpo3+VqyJ9RhPzJniVjDKOZFnuO6ovhpQIx3h6qFMf/uCPa8Bl7b6KEWH/PNirzDr4bVFD//iEzprwmJdlO2F812VKtMVQiGWZLuCeQYWumvbrzFvi901nbM9o1wfzX8i57LeOWOvCX7bh52NfK2+z7f1LPY41xOZT0//+MsiwPD3zz8RG+zF+PP35WsAxBw5pu6NKA63bM448OQJl8NumDDj8UKK7b/YODHDDWkO4HnARWsR77R/1CddKIEBPWJakF+kXPz7SJ7RP+Y7ekdUfq1xdD4b97LPe1znza3GT5TpyP1z9Ty23PwNYN1kZME/O554BKscCgx1HQXmW9zxs8Ccnwwxd9CImwDUWZjxJCqyceOTix/dIA1D9TJJlnPlfIKll/QZ20e0Bb8FR/JgU+aF3/tZTB16kWCkH/jt+tBqRU9NlDMo/d6WDVvDilEe6ZUQ12ojvRFb9AWndpamt82ph6MnYxfSdM3Pvgi3px3z1Y/t65/2M7vM3c5Z9HBzv+hl2WutZZpD20U1fm020FstnATrDX475bTFt/mFEXHd7QYEpey5ps04vXEhIBPrCcQ1/NmePbvMdAZ+3Z/zF/SkR/aflQe4oM9TfTxF5n+T/IU57OvrfgIf+ejiRnJc4X4f7GjPta16+oI/Cwf2EWzP4Z6WfLjalxtpLMZ0wagxymrvqPPUtV1s2lO+P2319mqfmcGP8V/fhPaEUfMZ9kj99uK76qVNt9qXVHj4ojGqAFaX7Oqu8ke8xVPXtV+wXmay77qjYec8j1lamucEq/lJvQmvnseX8NX5WhuIPd9quUfzX9vhOoeUT/PnN1Zjwtpbu3HO1Li13OeCV6xFKt94wy5k43Nm4xFvAmdv+IOd30e3knNLlnZrvfoPMsVw3uyhj5wlP463KJKf9FCZ9CRr2gSs7fwn+KQdtR5/HJ357zW8I/prjvMe5J/RmulV4ebjq/kbmCou0t4DwNKEfsyr5oihOV6TiwuEU095QmkmP/1VR9qfddwrX+CHvYiDSJyyn+IitEudz87feavcq0fOuTY5zvDmXBq6klBCd2zAX/RrHGr9GrCZarEZELIb/iE6jtlo1j76yY8c0GIsj7T10md+GzeOyKPLxc4y/D6VOi9rmVLfOfct/0noSl+9az4aWZcVfxtP9nL7m8klt/KM6PZzQO82TeFEiRx7sFXOirmHk3BVfnolv+RVKQyNq70uj/iGvFt0Rn5Bf4/mbfon/y384Cx5En6tMT2Cy9E9mRNKa+7osZzQ4ra+ASUY5ZSQRfFNbLNRmnOX1K3G+ahsXGlslBeatY/1RqxfsI+tZfhCQZdHoIQM/VuKsfmaN4eA0lHp17rGayl7q6xj1Lfw1+ePfn4zLvfnJ/n2+JKj55/rT/r5S/zAGNuiM5aJv5+He3pNl0vrj55z6sN5ibHwrx5q32YVVvJJH9FXv2DHtuDVT7meU8O2/UniQXRFT+VWv8bPl/38T2UpxLT/KvnLUKuKXpzzozPtuo23pjTrGfGxkfIH8az6iKu1jfB1Xki4lJE+2Tfhqr+09U5BsQzi+QQo9n+0jkGm/K1hKPeH/KHv3W7l/MjOAbvI2/bHpacoaVzr8nFccPvnYqAq35hj0qa2K+Z0i6GS0UGt8tkGDX6Rk0KOzPMpV+avbUoxsmVf4Z3Nr4JXmfaPnrmdGJvp3exX8p/wZ3Sjr88dgj8/v7fMWZX/XvyZnfI6S/dxAmr9r/JUjsiuE7lkV5UNSTZTSbfyC/mkfgFFfDQODn85P8E/2ymH6Fd4wWkM+rFeab5u6MDg41GabZbrMPpizz7xpb8kTf7q2SqDfuQ8wSRd9agc+ahf5Zyv6PkOk+eTmm8TV/EneNkJCGJX/X6zTmhLOee9DHeVLT2CxsKn4aQc/TwHXPId8TqWO40t+kK5lS749cav6LFS9zEcrByS4zy/uR31WGgh/bWrfvPXAlph5jeCR5FJIDpOb5QJ4YNLn1hbttiCwZZQxlybu3LwmHg2dnVS0g1wJJWm/fSqF4j9BT4QX+FAyyXV2PySwHFuXeiRdM8fFXatv9uvEVMiO0/7fSHDr+13Wdwa9hm+lkzRwqxiNkG3+Dyfe4a1zUyRdXdECzczDAfeAXy3oTon78bECLM44XMi9okPs4sWkvbsmDPFVP5ndmDxwIGP6cDvlFzV99uVH5IfNd9YOw5i2OMYn7WuOHnFHGgu8oTGos1geBKQzGjzRZsLPJ/jtshqpL0v659f+519SDGFlVXv8uiN/oXNcv7fcQ7d/+KMGW+0kUn7M6i4ky49d1rHkjrRr60r4ryMT9pv3djm5QIjAuUNY7p849VeLXZ0e/CJBR5vGPhhjBQ1ERWtvxXYJuiHrPKxiB3e8tGFDhck8QCCKKzPn2IapWgJ/p7yw+bxkpCy7CWkDwDWxeNFVoqxg/Wt4umR83tR0o8Hd9sogjTvJb5lO5es9H+8pB1HzRGfZNS8dQDWGPtp86cNjwo/wjKmXFbhtuqVrvKHYju+SJCYPKDFKTmf57XfC4UZuY70OhySTToPw+/b7OZffnKBJfhL3E386wKpKWilv8h6g5xT4lud0mNr/F/UP7P/Mt+/ph0UvyF9zvWTFnA2IBhis8YlbdYYEbPxZq/Glzhm36LFufpkqQpLvY6Tt/jT5f03vss4HDx0qHGGJGelK5TaN/ISzC9fLjkVg6/tdUY/2ekM7BRGeemOuPDTgy8/0UPr0Sm3U5341Vm99uDq/hpP4NtuAqv0UzJ8NaDZudcf1DBb+XHH/FVdiUnFJf21XuHYayGXZD5Z3xSs+QHciGNRWS8m2rtEDsA8zdZC8ONG0ZZcrLn42/MLSVBL3ezx67o68MH1mOeTcaTYRcYHzT/Jf+prbodBrofxX/vCZbNLlqt2EN6N+feynJcR8hx/GfUCgvwflJtiYLHjNlPFpEogFcfkE90jEAXyh9YVygUqDdPBYt9mfj0FLPQrP9GmFK3IU3leAJ61So2D19e/l0/s+7ht6Pdeuz9PVQblxdpX5erropvy9eOtJfvj/16/bT0xpf1VO9Hz7Pmv2ueD9Hk1nnrx700PSvdO8zBJtm8AKyHevy67WVgcnXlaHJ7AbhMXnxPl2/FG3jY7t44FdwNAQbUalv7LDdkVxEM6uMERCaP9FkeztzaFQ342eezGVOMo5zgjwKj/pr5niDWYcs3Ief/UsceXm99soKPhCDcm43F8znw/6c3s92zzTeB99oEp+Pzzqxn5yU4m/oQ2c4+dXfDmIJYYnpHXBnhierSLTpCESwuZUnmglkucGM1H2k90b6FpuLyhyNPkb23ngNMadtATa/gwNiM+uDigxGajHWWptGezvwberZQPf75P3qJi2qtfUCgf4c4shbQc0k145oIjHnSw+WrqMy/MH78tzCLO58mIUPLQRASIo979jyy/Taje6FtDIyfanTs0v5VOra+p1JutXS4uoMpxbGY88tCbv4c0Fb+HgEwd3pAl9a04ZOzRR/DqDUUfcsWfOEbbc3KTWSPxRQVw6ImLB3B5cj38oUHSwF19yWJbS+R6u+CwRO8ASOEgA32/ULdcWO1S6416K3o4OhVXgvvJk0V+hP+Jli5uGJINqI/i0BeHfDUvmDSfjHe6N4yvX0inLUnruOJ3DlttMYOINwzD/2fjm30n4ktzqjnYnsMZF+m4r19iAn8WNrFur4V8vX0jPv2plJokb2JyVf8tJmfp9PaTXppD1sfYV+dVcdP4Vn/C8fAgLdY5EdsxNvO97XkUP84D0NMXIWJz1d6WIrn5EZeW3Cj+6TeHW7+f31lvBT4PqogmaNI7aLz/v8f8lCevyKI5B2fblqcoKs6LGLh2aZ4icx1IOuzLn29Ir+E0r5Sys/qWTwjfFKdrXtf1O4kh+58EH8GkN3HXHY2u3sCVXToYayR+jIxt0d3CT3p9flH/mh6PoJus7WThvtbmT59B1FpdNFhbVP6VZtbxgfW6RDT8M/XekN9p5NU/BakvVpHn4Kd1Cu3kETiSRSXjI4yoC0ZtlcLZGhfccSl9Lvqs/KO7/lXUW+4kA6g5EWKUf9RjbE9IDF1r+d2mzbbxhub2/IpY8u3X15rfHA+MrXkTvbEUvvDU1vlT8Nmvnix17RQ9mr8xftS/vfeYFG+oKe908y8667nQyFj2ejaHiYXACHq5LRtXxJ5fjhCnjIFDXQ+5qe/Zv4iV+1j012sWcs78a5SRV8cvLSXnrI00YyTm8eX5u90g5m29/ksDwpbMalPGvmXY1DJMlwMrXK0jQxwqx7mUX1WsozprKewgmkfwjx9nXu3/7tDcps4xXMFGiYOOQbQN8MVchTK21ul0Nl5AV3l/lGV5gr2tryvu59ZHv/hcacb8iTQxV2UGzQdl31zW3eDPnvuEt28HZFAuqRaSHFonqK1SDz682FtCyjMa05oC2uqrtFWP8cVVbaXPjeewi2Cen/9j9P9jN6n7h3rB5Xi1/czZgycaB2aUYWwDc+vB6zUcxJSvydvE+ZftytT29DU3gdmPmbymmlBDyxGi4u/P74h5tS1baa7AR+f4BDitXkLBM8KxXKc0uByPcxntOleBVXWqusbo0b+x/riOd0S3G2/ri+0bwB305zfcyDgWb+u1mwRIxWc+uBn8Rr9N7XoyPl/2axKE8xCAJKa42Ipw4t968rtG92tB5zxFAD7ZU63c9OQ2cA0qBRyJPHHMDo7WB+/X0vA2adARrVxX8+snb3OLi3fF4sAmz56o7aa1dcWN4Gu+L1vKvo30b1fo5jiL9bhsjvjCnhzSn5I/4o1S9vntDPLJCrm9c3W4SCN7a3Np9jldgF+4MLCbaj89AcRcEhmrTBAJYqH/p/J+FuAmwNansq9wdd+4gvBRsPIlJeAJ3wDhgiEG5c+0hF7Rlhv3NsjahccYdDBmv0TjTfdrchM3XKwHujMegdtHgeypcqFvNL7xeQQ73uy35TmA4U9ycxHEn3CrDtEXvGq/E2q0VP9THlmgn7Mj6FvHZ/N0K60/eF/HAopXlVWyiN+2zmFl3W7a+kNVLy1ReVaJuvJKpaG6NlKUE5QXXowOvgX/eDhIdBumNZ9f7YJbhFrFUovlFxvrd9uX/CPwP+W/wwLyp5kf/zss8Pla7tmeMTYqZwdrduGSJ5QrgGUPg5xhNeuPPEG/5pv6mUM0VVYc8aaPevBLXvTV/oo71iutceyz2sh01V6jHmpfpfMxOnNSGM4bJxmPtkE/6bpF4mh8C+9P/9oC1ZbVt2o/WLWtOap9niLKNRAw2gsA3397/DmukVinxF/4DLuG+tRoe44WlGuHkSJXsZ6ZHcjKAzCS+Yc91Mbeku3S2l4Eixn7f+dFpEoz9K89UYc2et1zGAmnEbTuJHZBEPg+6nD7HBD7LD0PxPpth/2G2bJvl5Nd/ZV5++xD8alSa4FRrqen2F/5aXtXrCmQXWXEZ+hIzOvY0s9IdEfFZwCzVDodsGUQxkY5kV99qtMeafe0rrWgmzoxd4Mi18h9aejQc62f/CTtcKxG2O0Y7leAKL8BHBsFBHo8TZWbf1URGcxOybV7px4n7W2Ac3SYIP+zJ8Xirdlw3peWlHQRokXDOKEpd0iS43v810+XbusxjvR0k1/ApTxpZ9evJCIgCfqEbRc4FqjKxXVslIC2+I5wW/0jDcHRv2xaF6AnPalY+mqVJ/xnh+iqFAxtJWL1yQZVByXH/G2QgA6Y9LmRPlC+wd7krjTFz1dzS6Ofx6W7LVZn9AMm8Lb015t586cabd5aruLJPvGQXejLJ++bT0z8BDnCPvxgvREsq7TxiUnxSP1UC1uOdhK85FBbWIIf+zV+VMrX9IbJCJ+zknOdMPQFRNq55Q8zAzIx6k85+aZoXjRKbvkcNNVHfTxG/eSXghvH1Z9lapJ9WdvjHVAz/RP/bE1yip/awle/2uO4+sdyxBvHFb+VXtQjL+Lzfli86m0J2jyZxcXeG35th1+E0V98POqRPyt9R1j+2bf/AuaVta3l/z1cba1xGN2WR7hHcs3pCvu4vJ1+5M/e1uJ3rJcg+1Lzdh5f8t9nh8zPQS/5R1tyhbTtXG1P5esBktQC+JRF+Vt5KOFUS1j1UCb/uJjKNn4em6v+tLxtOpAbn7sNi4iFSk/1pBM90iviKHIjI8AxpnELNKszwKfyTX/77+VFtueN/B/dGkV4I7/g+h7/piyPpT6fn+Rxlu81OtgvbBe+Jnsm32s1zcP189IRnz39j3SutPfoAHdEa4YPzla/DdW3apb16wz+Vv7g6diSf4sfeBZzuzuZ5hvboS7GrUw++IL9b4e+ytEC223MWPicPxEvBm0hJj+SPy7n5amdqwhr/aEx+qMw6rqLPsGKv+Deu9T6c8bHTW+5kEPrlxlc9K3134adjeT89aNHdIV3BCeqglf7lrLxmpwfV3Zads3m8mm++/VVgVUML/F7i7xncI7sUmSakvss/D2+KbPsTNxxraQvrEkVpQHBqWRcuYBS/ep7fmbjNPIN64dYzdBFLT4Dy8an3kCxzvmheZ6MVr6VP/2SQ3XG+WN/aMwxI2nh0C86I0y29+ycUFFrdken5reSe32+QoecJ1ESvPKn2ho/WyZeyC891a91sdpO1+T2tttXD+TP9F/LfSwXdBr9Aiy5StdmFdkSvpcr9MCmoO/LF9c3whes2j1+Z5+JZCnPZNC7gq7oCF7tHkuyWK/i4s78J349n2yt8nYOeW3qJwMMzTWfas9ECL2Lnm1otAd5w2/WLoklAOMmrtY3SXesrfTCjrLphn8gA3qw9lH8cU2ET/m+s1Xy98vpd2dbylGG2hY99Y36qj/Lmf1YVwXPOb7Flz9wh30H/E0/GuBSgJO1nEuPK7NhPXR+UR824y/ln/OXbRNOFMYy+fcjoqtxtYFSX4+x15I8gpFc/fpFo1kKLnoa33J+SMhba1WvNY2e/zpOpdcWnNbJej1JcMoLa47qkVzXbS0K10rxE1bEiVYmvVtyU9bg8UX+a/6IbuQXX7f0CJ4TFsoGn8fIN0eoyb59b+0P+5AfeABP11263wV+pTG2NR8jfSPnx3w856TSFqzKkeasXfFn48d9+/Y7xk+IlDtzs0Ylp2BUajzyJbbOnnUt7ZZjW/LPYAMr1h9J4b7aFv+gmo833Mfl3bE1Qf7txPbWSmVKYOjmb+2/vb49QbfTPIdJsKMPTsifgh4bLAuFfU88x+gToZb5bDLQrkFX25pbxke8T1Thw1jLFsy9b841ztVedF2xjz6BMN4I/jClPphRPK1pTFsCJ3ye7InS8bfsRrFGG+/5397YSPdPu7dAtR11fYqJ2Heft7Mi952W+eBNYDue2g2wl3anX3Ti80wOEXBtwaZx7/zzz0MsgE2XebmR4r34N7L9cmjpn+Hf2UZUvZXLVwpo23vDP0ho2vD40Z0fHKL5PXUd0BRdvqAyHpoLciRv20OCv/hMWw/9zTZ6ocW5SWsT8EUf6FoX9qxPY3/Kx1ngj50fZ8vPpkQ8TsL5tFjpC/kmn8f4QiE24COOCX6OyEOZE6Kf8zJ/9Ost4IA//hcc0Ruhv3//3o3pho1yC/Dg1jZ9qRutxx6eBh9L8rel5vNq89P71bG68of3nMdjKf5AbFlga17Ur1L4unmpjUb1RxlrBWL7m30ekS8HKNtUOHMjzz7yjTomfrMx+tQ/wpGz6CN/AKNx0VZeoX+2nzTCC+/xZVoEntLnVj6S+146NbDDfrdK9Hg86bhHOfLS/fbc4/Fn7PHnY82t4tZ9z98tyTjB7sRs3SOrcwGO1iz0x1vFFeK4rvgJ3zc/shup5KmX77aV7vlE+8b5VQRRRQflFPRQrmFc9AR7bwkvyXovrev4962YPk/u65r+WzAUf6O+mis7445Dn9LeknPZ+B2kInY54rwQdfZZfvi+Cn6ceyWMchOWP+ktDG4KK7cwNo4L7mopOrrxDD595BHyx6gvfYzRr78ZT/RFd2DcBtxTWx6ASQzxV8/YVv9XLx8hd/hI3AR+BL2vYLOdG8BsDBIdOqE9Wtz1xuOMQzW014lJc3IO/13c4RNiBGE9sTrgF/8ngjAuRpAdHQhiPWkiG1Aybluyyxtvn6fa9fnbk1U6AqP5U0KljzpHTL0WGH1yZjzoaEPcMfinO8anznywewKQnnP6Jdx7xUmILh/BL+KGGBeypq/5PzrTx1i1Y2D+G//NudMT7T7nuI0dcWIMX7KtgOXEzZjsJ98DliP8LuZYfdH/vvPuzO/4R/ockZBOgldbeOpXW+Njv8aPy5yjGazowifygdn5Z+AwVt8wcHyLg/GB+Rf7WoQ+AW4za/O+fsKc/vUBT3o3LqIe+oTmmvvX6tE8pZ8rfzIPzA+l5itlX+Pl2CNqKc991CTnnEqv18xX9vHnVO/rjdhDFnITf7qhkxsMlcNsQyR/28TsaPM3nu6uxDc2Il/qHA1v4W+dk8ABRuf6uIm9/lpIb/+q1UfZXXwe5W9Vh3vqHy0X/HZssFo/3aPbGVzpP4PdG2vwm288jPREa0f3EeWW9o79WIL4mwS8jU/YWwLmGqA/DuanAUNr7yAmLYsY9VhD60aO4lBxjTzENj9Fwmfk/WsqRnhNP9akNTeIv2iqpL/PCaQm5RYuVWMOgJnRA598wp/kpA8aalPypzeA9NuTwI3HguM5NuwNLa/ZgzFf43gn/1R8TDaFtvTWPLrvsEhwZ5B8W1g39ku+Bf2c/y/g/7bKTn55D1P41FfCA39ii/zx+vpfzx1b8cxlP+sX+VYlqbhW2Y21/MVDvuMBPPwqXuYF9o8iSbL/wtvKglNeyTXLSJl25uUlf3i+yX69/RvY2/EhvpTjofylnDiOqy0ZRENl9gvyXMnZoeq4YA3zu/SfrqznaR9VdjuJ1+Q781upur4J/o3PZf0k33pNu6/XidEHXH+mv699q9P7hDj3gMgfPSZMr/DL7UWK4OMNw7ns+lS9fFzygRsxTY+dv9/+sYfKv9tXlGyfgC96GH/209pWo9A2S+jpC0wpl2SK+a8yUAeOUjmNHBh5MPYmxjwI7H6+qeIF70m6qEBWl29aFb+eHPCVvAxLvwlo6QInTvtaV+3JAn1PJ4XC2eo5ec5Qa/pfju+g7TpYdZRH/dNceSTWxpwcofXj83ntYZirPtZGPUb4sd1j56huy7wuXzI6maeTxPvWZOM+2S880y69hvTPbgATwxyKX9lR11Ev3/higX3xZAgItZNfiKD+rQDR+oVY1hT6g3T2xdVKC7n++eefro9xXqbhXJ4/NUYsWufOel8ySUeth0LiXm7lLOFUmM+vExsxr8pTkiltF/ET8kcuzDFBv08ZLhn8j9Z390rwjcnUZPXECFidzPqR49a9wV7xqwyqR+lveVncjRucX9Ppjq0mCBwNHQheBZt0Qlf1A/dRTinZ3quUHtJz5KN+buhxffbywsVjQAl3xNlq+yaaBvv8rt6DsvpnrVe0rf4Kc74uHeUX/pub7WSise1YbgsUhY+x1RvAcwkeK/ucx3avn9CKrCtIvwBa9S4d+uwzHbbc9iwGTfkQ/cBgPtiQ/8YcAgwHOP5n+HxmWDRk84D66H8/d34+QlvZGV6yNXlP/a82gXkxB5TNk5/XwzaxALV5tZvAHD9/8pDE7M0hH37wP+8zP+HD50XFbrLXGksyaqFRITRGX61XmKP6rXhHdH+1cdlhZud9XWK+hS9Y0YkTFzB5dA3vZv6Jm/VB5ms3MYzIiwj5G/WMQYsyjpBFrZBp9K/R1xjfyqtQYpxzFqX9So6Ir8oYzzwAgHhpbIV0uWO0swhs9Wv83lL0Na/30kt8bCM7Ze871XYuHEeOr3aF026jbXzKWDYZMT+j/UGyHNmPm7++lsmY3LJGXd9u7G9soV7u5xrs9R/WRUKVH6sjHk7Rw6xAEfPyS5XCPvJZ4Ecc4VIypnUw6zrxUg5Uvkh5K/a6js1JT2fhg8J7+0ylX+tr+W/uOfLHDcJ7c7OB8qf7ogXeytycju+Cc5HdY8A3+BNbPGSiuByZ8YnVccN1XFPI5/p+1hTzuBV8jOfDIfQjT2ykBj4brPRrnYKcyiXOQGDWYF8i9tKyE3rvczwq7kVH+XpfWvSpuTBsRqfo7ON/2ui98t2L/2mKzxlvxdsceux9h7m+wb5VhxrTo7S1rZvD9PERsZ8///7ryZcoXIewD9T2EQqS1hB9fikAJ6rIV2WU7NBmbaT2SIpcw5jWMpJ/K68oNpNXnSti/FxC2pJnlG9sI9frEw8GRj7ROn+Eq214pbx15Gwdnc7lr02KN/jfJq1PHnjv9X+lP1fVrgmW6aj+N4f+lN5lvhdBL4kxxofacf7nHCm6of+PH7y4Vd4ctnHyD1/gfHn57ryJHUsHu0fSTbCFlXUxXmHIL+QtyQcWdR7gVR8PvFnqs5/z4kYxAjAeeaLSAhd6v/7BnIR+5/OG4NEefM3vr22Pp//zf/7PG08IcDDZmngWvrNjdIiEBzqc3Wuyj4joiYvWnlNPfKHt8dOJGVjqCj7KqgsybtHJJynFsS97/fqx/VboIr4jneS71hm6wEs/leKHfoxL35G24Ci3+ccE7eFW/OoP9QRwfAE616/KiAxVDi20JLu3zX/0m5/xs5/cACYo+4tH4aS8yb/KvfB3GrTmHrnAeSVpqb/n18bt5GKzFxim2+zQE1LpBzMo+oJm/JYEF6IBF3yZw9jkit78V74RenHRihxzWcAKemv9NC+pZ/DI/riJoHaMip5a58owFb4A/gxnLV+FykWHad1UlVyY7U1E7aQrv5VeKqHnJ8xGrPYj2E9/wkpzEkzEo8qieoevzq7c97ue9r7+HdnWOOYfgOIjeLVFU/1qa3zs17hKwZ2LL2FRrnXtecXGDDd4eYKXqc3fHSEnNAdq552Uw0hbfI7xwXj4XeAlrSrTur7w8aG1zInRz3OvS0LNashF7IZ8AbGHvw3f5GPxu5yPq1zn5Z/JucxZR38O+VV60y/CDmnXPVtU6av91H8Gd4YX+DF/ceEveVQCETK3L0AMeTLgkj/t8O0KyEWCZI1cm/TJ53mDzkIrDkdoSTVRV7WkE0Np3x7Uzlr2nz2QgV/bf/1hN45bB3HKX71gOcND4d/TzdYTVzyXjnG+jvAD/kwekT6Uaa+R35awazmSRuD0dLNvi2L07/Ff84z8PutPLtz4dd8uicyei06ASc7PwT15Eipr+7Ik3FZN/I7oCG6LzhG+8KCzDRvnmRyfrRvT5wvckufFR2XCqKeW8kn5kvhluySQiriqJx+uY3RQ13XNnGbAylWAkUw8tV3boik6auc5nh7xDrmVc+wqysG5kf3WftfXx5brAlELfMlAr/ilLKmrsO4vJTeU9uhXuMp1D6fCjfUteiNc347zSswPI6PfCDrtGPLJlupXu19fCRucXj7hBcStOot+LXs+deQcr8fh1xu/kkPXMWpvl8hxbBfsyKVP3JTlEbE+zns7Zwxs89XIFv9r9hn5qx1vsrR1hOmgVMPNXN1g4WYK8FzfLXjWdl+zPElJPiDnjIfoqV/+aR6urh6vEYHnj5/cYVoTDRrwJ06SzkJwVWnzV9bXKccKuOsQnPioFNA4XuMuYMueGvzbkV+S2ZpfQZ4rt+Qa4z2ppSzZt65FHlrDSu81xtgz1y/lnfvx8fov8ERH8oxvJo3S5Ll+HIn2UV4Qn8Seyy+5Am7bfj3c+byQeGHftVwp4Zla0uuh1Q/9vh5v/KsPu1Mf5aDvP//5T0/UW+xDUCGv1IdY46Hbyq+nK3uHTRd+Wq/VGDOZGWc9ozXUT/tEreeVDUewUZduoesiGi/ynH3VQNf/0tuByz9cl8XR+6dAZv7F+anjZ8AjnNugpLpxXPSzlJ2yRzXxivwZvWt91j4L5Nps4X+ifSxXQEqGka/6t/OWOM3KlHmkK2jo85fjNq/FroLjGvvKkfQGvzQilf5T81PpyTrhtfmsw7X1c9LbmsfUtcopuolfR7MuOPUcwQtO8zLi57hqvXxn6SccejNX9q/PV9CNcfZh7AEQbtACZXvLfNnwO18eWd6cjjgGS+sWcoClAqcn+S37GI5kVRm8Zv/CH1ztq7AdYi0DzQdOdF9Q+Mo9tOtDcKFX72dBu/qnqFwtr/lNUu/xwt5pF9lN8FrvaN5U5ji2SXz1y4+yTa3C9XL0cGdaldYZ+BFmn/83FGViR4OkEvsERnbRrkLfiR9n12RDJLXDHdY/P9Y731wfYf06ZZ0T6nJK9NPFTIX5dTTbl1Q6SV+gIx9awrQ892I3M3/6vJOsrtPiAlc3CHXTUO19ahrFv5tfK+lq4SaQJQn0vrkMX6iEPaATCTtQ8Yeo1YXhFlkuYJXkgJGNp/DSyQHvl3/KY6PT55N/pNwUbj+/sAARhBZyTreosixmmgNVe+B3fNaQJ7TWB5sHzEM6nvy09q3xHtkj7aB5S359pCwfQ6vauNa5CHp+tYWTLaLw8Zz5FqP4MrFppS+SDILfPY055qIKHOY0LthE26AY6ObZO0798z7zsxsSg1zunvxziCRZix/JZtBULljlt4Hh2LwVb6Sz0ybecr52AD9z6EY7ZC5p86N5XC68TKkT85t0qhHIXenflQxxAE48XPX21z8/uFFjWcZjJjYhntDJTsQvPEiz8ylU8a5zRB9tnhD30tPomGgtVq0fWPjyR577aU/RGnZVxOshc3SL5wroqEPzJDj5u/rV1vjDSmxpOj2Yvuz8MDEPCSmPHADiWwaibKPzsM7Tji2b03iwXZz+qX9O6nOK1hmgI35H48mjrm+n9k3QD63VG7LUa15AELWjtLhvoR4P7tHgWjX+xjWv4l4l9CJvUOOQx0VreRgwmrYCsE0VPhdL3qEvFgbL+Z+1c8rvEI5p7uxpOMi089F7+y/0FRfipXYI8oB/5W+93Y4IY49mwSPQ33pcvhz2eKyqbLTqevWtbRR2+XPKTvM5HfyAzsfwr/GN0NnOjVL6+UIQB9dqiltgmRfa2kwNGM6/EdOWXQzG8A8eENP8LnHovKDWjmBvOcjWSas3/OJGSchu8th+Bvvl2zcLQ7aFtAkYZ1HrUYLX4NVyyR9N4Kv4C/xj5nch9/DKvfLdi/9whT6PoHwGCe71v0WLj7Nv5gxiDr7EV/g/aaCOSzz6/t//+3/LGkX9+oQqbw7ztQJfs3iO+bHkGOUKleC2dCMyuyV4/NX1zPP39ubwstOVJPi6H8+yITM5Zcll6JZg71a77fx0mzhmlgcdH+d/jxB45qOiiyZatSk8+/VB+rtwrpR+fSGEqUPZ+a1NjO8VEFtTOBFZl+iHz6tcQ9zbo/l+mANtCEQMMhQG6OM+4vNv27/Mwx4Y+/FPyTOSM65nsEl8+ZA3e+sDJ0mh1mTD2tfXoW/7LP7lN0bigWzsHnwSmj7+OL5//77cBGY9VddYjMP3yx5+/moOect1E/gLnuZHEfcVtUbX+Xx8e58biSeMIQPWxcTEduOnanllfjxwShxQJ0jqcnw57IhzX1uTDpWZrnVcnICb9Wu8L2sAKbjQr/ar/j469vLUlp9Mzs5fSxgVv9bRgT90qPqoD1jXjyskn3qzo/kMTzZZ2rFREhYJNOybtogAz3ZYn41nXTwb0vaxq1+Zc8FtU7p5JGSPpDvmU3Nxsxc2o8zNKcWASuBuOha9WqK8icg1pEXHpbKHX+ZgAKuLHflUeEcA8ruwOkZfkC0R4dVWT7YN6aB+o8P9Dj+Mrw3IR+Vj2FyxKvqfXUq2IzlkJ8GrLTz1qz2Oqz9LzU9d3OTocgI9yP9giJdKZKkuwny+2Y3g8PWYWxY03ZnC/NmgnJZ0gZ4+VeR5xOccjhE0jAuW3v6QfulLOa6x7FnVFF87+ve8yZMrKtOOBW6pTMHOdUrOc9AJdSteUtisyS4qAZRvbCK188N6fDZXs6QJXO2f4Yl6gb3BDjFtmuy1fy26bs5vla3KLPnoy88C+RqrogiMCGIDwT6fTsp8XpKl4dr5+If9cQ7Swabq7GCekFnx5PNmaMRjS6+xoB5iQfCi+e07n0pDdpOnbfDGpqn9hpcD6aZSrAyEV0uXNkVeZKowXf2G+evwP6Gx+IfxrvW7RMEOw/xcpUdGZkNi6mqV2BmbC+ZmmSTFLD6qMF+jfmUelzDdFH2mM/bI/nxYsATLJr3jgbouQhf+1DfP4zE/pLh4yMQ2Pl5e7cFPHn4NOYUHLepqI815e6UfaM3s8tkDgDqQk7TzE2H8IC/iy9gm1jfwzodh6G8bKeQ4O6ps3vGofxQHj6K30JFdlo4vVCmyLfrjKOm/14WF5j34ybH6nnwzR++vHcf3fTyg79eXkJHL30fyw7FrvP34wbog4lCC8ElGru74zU9guVHL2zjxJk1Ru+HxQJznhSUHiNJBaT7pW1aWT5YbMZYbIPNs/PjsotdNBnIGdte9Z18fOXldQ2ky2rWArc1Alq4zX6tjkJJvLv3L2bi3T4VFPs4HwnGRLv/zuPjqWSsXPCZ2e9qPaL2XfNfoMnf8af5zFbZhN+XVIW7cIhqLxl1GGn0q5buL7CGy+PQ2Ie/JHhGjY94Y5fW3ae0c/+Nvs+izvqQZccYbdFwTcbOEo741J/uTA9jTJsb8aOewuM6hx+a52ruc49BBD7UHcvz7ZjnNyLousYdVYpsF+F8mj5Xsm9iKyq/lBPHk455WPPWrv9LfqyOTWc4INFkmBGYuJZrYt87JYhcBtHO0YMhLmssF5F0qxJt8IxmI9+gX2Z+w52uKbTAmBrRe0VfpBm82x2ZzG2Nbcjn4mQuSBmPiF2W2UxJo69zUWG6rVn13G2o1IplUrgB+gQ7ZztdSh4ZKhTIH0Zc+p3t1kVe+WXz/12/SfrPfF2ZSIxfl3OoGLjb0axiD0TWO2nCQjSl13YcP8bAt/DUOrHIYfeQ1PklfaUJXbw7TD7zsAP547I2NsA9r45PNz1O3mKBFnua3rA/D80teOvTpGr+3SJ1zfgu2cEKXiHmdx1LfgFp+A5iBRXkbE+CSD0T1i5fIzUlXwVJ1+uKiT8Ub5actHamjJ4HWJ40pqS/dKX+rQkp36fYyeduIRGXeuvwJR3RmdDX2a5ckJmJWWkQFWykhayTsQ0yT9xaEHC41H3eYfbiC8ttVsQF/2ItbCSzS1ZaysjH2rj5Gv9tQgH/Kh1hANlY5EsVl/aJJF1DsjSxA1OKkGjf007e5hHqym8VsunDR9MSn0i3PAKFYqvNZ6wv5nUrKq1hN3jtoqyF8EVpX+a8I/SYdH20HT4nmFTmfv4khN9TA3/wgKPxQTux9UOdm7FIX+zM70ae/n+3GyfMrb/gaMwwsno2jiqAlXG5c2whieSgFEg+wPvnvfTNAQ9h96Z/w98fj+35FZcxzosvPFnv0aP+aVtjh3+P//5qJ/QBF8R3+ak5QXB2xj3i0k7NddP9jJ+n4UoeiNbDr23yVXuVX+6/Wfa1nOerZvzrUsE0e/0qCrw3zgj31ihvA5ESO7G/4f4o/FvhjgXe3QOQP8k/GaDBlnWCxye4sNVv3+9qE64SydlhejLGNQPIAfw53sCDg1gq8fQ/VOVC3nDHIUXMXdHkZaHm7t+HF11jIIdpMVU55sQ3YyIWSaSvPqB+4Ww9onMGvMOJ7K89fFe+r6f3V5HnkvJ71y8rz2B7E1bVYiVxDnMJJMRp7tIoJX0s45UbbcoLnAFA8NiMfKUxVMrx1cAO5vigFLx5miVwV+UG4usETDwCzu8UbwpYfuZhCcHvYly8tWfbyr6r99M/XC/v9y+N5CRkE5w/tmL5qv7+EvzaH8E184ppv/9paf5702HsvhhmLh8uQ8XhO5Oc8wMbx998/7Yarxbs9dqF1A29dkwO0ViG/gKcc5Ij2T+2LnAH/kEF8BKtS+Utt3WSmrTH6tC9EXb9bDsyf6yGs8NHHLN5ZE9ts8xvATBYTPpv0PGFcEboutrWBuIVfYbdgtvt56lqOze9B6mChHU4YuglG4zNdNdaXVf7+Zg9wvX1mulR8UZ7BaWxdKjgpFdSC0twpsNT/uHImP9RxKv62ji28EX7bFjFnXHAFzrPNtZKM95jP8mKwJ75W+m/dkuzqlZcBa/6ZdzgeSTdKFU/DhBx+M6m9geR1dd9Q5lsDc+QjP9WTHWDLT6gvdmKjyqeJi0dG4tDnpo7oH1tKFKOUnc/a5Yh/0pPcRQnrkv1EB3h/iDGU7oWbtsaZTl8Je0ZO4eJdh/Noxnx9yyegGFc8VnnUT7nW5+ikv5YPOjrW9Hr7CO6oHOkIXnqoPZaJl/apMEf4FXZWH/37Cr2QLeRKOZOL5nQ2JijmF55bfPv8v2CpYmVvl3Cb7TlKWfbnfaRbGLbqEX6Abekl+inPyCHob+MLvtdfvVvlmt9cj5HvGi/4jnDBN2kqf4z97UFo6+aBDs7zZc5sge1POW8pcal/3z7K01ske/m3oNSfeqtn7r8azbLal5iUPSjrmPprX1Lpz1HRz2eM4iEbPuPeH9icv8iR0BRd8VEpvBgHPi6QlvNgA1jyM8NGjzdwgIGO/ioP6uwRWwFCo5KF5gdc4VGOciXGfm3EO57f9Zzuc7g6Gv4/rvWk69F5fq1PnJ/zCfXe/wM+ddrXP+HWWvV01+PRo/nbGk89BV/ygHXtywfOnoxB8zH/om/wInfN7buWRfEvPaOMa6Z9ucK+wpvBai6rD1T42i/8Oh59OY/EYJeGW0wK56Ws0ZglC+v14dcQ2/EpWkJc81QOiNyEDuBEadupkXYcXf00GK/XaLT52zrwK41T+ps+y9s/dR5nSlaqFbb2j/UjOiP8rD3jFXSli7DSzjMcQVHuyyW6Qa/RWuxk6JtP6+/RNf/XNFdRSj3jq3SWqvRTfJWhoRoyC16D0kvtWvbxXUfur0sO8R/zm/qT09H8JeS8tjcPYNxLX1yP+ASc9BdW5V/H2FRlc7P2CYe+2HtSD7lozl/4lNh2se/Eb/1axNY17GC82Y0aZNPXrHwD2PBHvqSYXL+kPOKb+m3JFzlqkStJeK32J02Ggl4dT9QrczqXK2lFrecd+ZaRev044tAe5VvTiUSgfsEftcVLcGqrnP2et8Yo8zc2ywmlAlyun7PjObI5f1v6jXRkN/ULb+zX+FYpPMZnuHU8YPr5W9OVLmGfvBmzhpz1iF+VRX0VftYXOMQ8fqq/eIEpcO0mbrtBXGnpSxfQHPNzB+eN0G/kzzlEucPlUL4xYX7yk1r2sBsPzZh0tm6xPS4EtMPfGvaHZrR2UenD/o+fO23/rdpEo6Mc6lc54vT6tbmy87vgfF0k5FKO5+8V37Y/KDoFtVXDH1Z4PiqfSR8UnOiprTy4pp801mP0KF7ncKN+Iw3lj8zvASH5BC85VapfZcJLHqPI4sfSUrjE+p5I4Ca8aM3LuX6CPbt+Evyoh+Tf6pedt8d7+UY48R1LwcGfP7UrnPq4LlC9jte6xtf6VDsTixmPwqkPmYmmxmizNiHO+AoKx8uL0VQ+qGtpHz3/Tzy4pofWEk860IPuemM4IbLG/Ff4HOnnJftVq3bBVyN/xWjF7eFGXsLr+yu++I1lT3ccnbfP0B0x9/lIbukR2HHOoe6/AVwHK0LUMVw6VRD4Ov/GyRP5eAqiHUy2OTCfLMSB0E96CeRXKavc6MECXwHNmDYv0UeL/4rzfnq+v0+EHumsr3/ZQsTmc7kRbPbw+7w2176fa37K1KcjjIH/ftb4bMp1zuUnyOQLSJ4Q5JN2Zpt8AjliYoyNSgd8tyeVf9HR2yAWOK98bstu+3DwrJVyTZw81fJhj8+PjcXg+7v/28/LNW1nuHq7e6SUD49YfrXcAm6dT2KGg/6af9Xng+0fwUYzc1mF+VP/BSxgpzubvWEh+QvIfaeIvf8GsTGWxjZQ6hvx1S+x3uwBCw6PRV5/KTdxOGERac92wUl3ZN3xJrGjD//k2kRxC0CVRW/9s5YihnVIPmCjDj+Trv1OH3UdjCv+qfNXeQjudyhNNSZ19WDdZ+iGLPHbUp/B/Q/PYwvgLP2aaMSJ2Bp7+3bEU/a5D2YTdzQ/yFyjrwoAwoOgFR64+Pvp6zPf0KTDD+TlyIdNo+0ur+pQCie6iXttoFRA5R/yBLlGbWDGG8IVT7KHiChZR//Uv7oF0r/lY19d4veT71c6L+a8yR4ZeHWMOK7xC7TO/cR5bWuN4J0FTm3KSrv21zp0uH73VdE3/tVvAMZDasg03pTmgRR/i6+pUbSBa5cjK6976rJD5ud7qG3jiv42xOeNyOdVfp4kvz/nW2yseFuWAM1MY/us9eTzI3zSy8hLmIy/uPEc1w+SzdcjtiZ57X4j1LDb00eRZ95sXcFP43B1tD7XdJdTybirIbvWGyySoBf7Hrxc9frXdx508Y1WyzOWUH7YX8rIvlgenheHrxzk6CfWZub/RHE+g3XMc16jqv0ZsvybeG7lhmoDj99MFnXoQp34Xzs6tLVWIT5ps5bgkGw8SOE/m2cJgzUEu9x2RWMA7M9kXlGOIR/0L8VBrT9iPPdW+tFowYtPSUsuySNYUglvEP/kgQ2Tm/+O1i3h16JwSwmP1PkWCl8dJ/K9/c4zguIMcpAwXm54zxzqWLn9ST/GPwMRPHDmV3sbkyf9+HqnPtnj5ytzYn+GyWCk1xnKj4EZbMATFTc8TVEDAl05NFcsANRHv3RUSd/vdmACNov5DcAXJpkOS5x2m8Yujrjpz+JkP3iHmbnBRFCIuThCzvkDJzePj/BuGR99ARpuieY3I035ScpYIc5ZacRNGcI+43jlQP1oPOkFZsJvy8f6+NzsjNL0bXiH6YLa8/MPl/cnN9PbES6YiyqdWP1i3U62yAudlHvBbJVHSCqa95QP9k/ynR/9BcIo4douI8SWfUR/P6ZG/6nUfezZ5sjnM3KGr8EaSd0IRkbNq02pHzxYAexPNmTaHDMQ+qR/jPyd/m++uGgWiuKd/j32m4Hx5fOv/MtPL/ZGkM235e9Y1NrEb7nlwHa7mfS3YY5HRv8aMS7baSQwbVfZ9+N7ht7LHHEHnD+R7g/aJBbxYtmTQLNO4gp+Fo828GK/fTPql+3Iuz2voAuMPxjov+8Ssc0FyHiI1hvrCmPta4ymrm/EejBHbhcspeojvdoWv23YauOK+VH15O9qwnapnJdh1M/nw6bSLkGdyJxk8q6cdC5WyVi+IbCev4r7+9dT/7Y/eKByb3//Te3l+iTXK7P4CcLil+c6ZpW54a++eTX6APizPgkcPJEvNibnPhLQVb7wC1GBB7KQN+JQlRsir06U3KM/ahbcqDPZNY1PDSa9KhM80KdPIWHfts/SJDDy7eYQHeP1m4CgR356tU/VR57BqO3mD+K6zAEtnYT7sFLrt8UnLlAGR/gX0B4GegtvcG7R9UFC63wgcnvxcS6+RUkl/qiYVd92mXl1G+ZoRLGnEvjUK+LjiMa7jctH7phz5iz1ydww01dwlKqz+Vlhe/uE5oL1luHaSsSqaTvmCRqkFc8t0ivQ/3q2Hb5v3xLe84X9ww0nMiNfwOA31Uc5Gvpmv8ZrCY2kE+eFJU8+ML5cB5ce+bFnlaKvpzx9v1qdfa0z4dNmgh1LwapkfKQ3tkcan9aWn9zk/9U2eX7d1wWc8/lnn1aMYltsP7exZNyXL+cu4BZazT62q3xGlE2YpD8HwXdZNwTfGj/Am0xP3HC1GPcbINZl+5veb/9yY+Tby/flDTposU7hsKjgH8sJuXfhA+0f/4ChjXNAW3h+lRMBZn2MBr34xHTAfbeHT9KqsjOwET/+yde6LLR+9qzHfOkI7R/GtueyQkY956kfg4bbPG4ANLvieSkxGL3U6tnxz438JTk0z+t2L9/Htfqcrv0ryVfLxWYnheMlrLe2CBGdk6grMNmNAdGKMl68wAcrzIrAzR1rD7iZ1A6idJqBVL324AIXeWf+OesLDOhDV7FFm7/RF+jjrX9PdTa3/3iOafPRckTkAltL2EKDfRdg474bD7beZ0vk4U8zDFjTAABAAElEQVTyIj11P4z2y7fv3tbPeDD2+vrD894CF9DLv/v23JI37APrev26EF0qW3OxAHxAZUuHnvXcDqyZsG8+QugTgKNwbBnVB0/9U51yJmgdP0VwG8hni2E8lTSPM1GNxQGLYt0wvV8v+Jh9WlBEw/89/uemhVZPtsrPxNY2kHWyx7Ge0u/QwocsEZUf6eac/2q/KVhPGu9jB3j3C4pHWDQSzxlKNX6qM0bsojMJ1X3EyFEKKi4giZT5gut97NXrVOPnts2Mnt71VrXfEXbOczxYwElVFwVxctUJVZQUh8o9asu2KnVSFV6WV+RLrEfXJOdVuj6/yndTVWrncKVgzOrnse71j+pr6DHSi1Men2CJOCEGLbHGZsoSNWDmETd/I6L0u+SyVb5hH7EYCxtiLfGrTKM8CfVvrlX/uG4H5mIVW/JHI+cXv43s2vu2+N0n0xbV9+mvsp7X8H1kuZ1qFzMeP8q7nL8411t7uFmznOksRxN7rGl9Y3RHDOXnLZDMDbaZ4ubkoRGdUfub0Pgef1pLz2iGfwp/BnFf33vTv0+6a9jyAcVztPED2a/6ek8bWOH1I9s4Pdy/qFXy4z1ar+dnm9qen+bcEfia621a48h83gMqZISuJ5UFldbPf2hW/2jXk3ZdyUZH5pfYXBHyUQ4R3FjO8KIv+LVL8pZTTGIT7ckeWtPBJox/qjGUat05Lrir5ZNfV/lS6CrqCXjkuz6nJwjfDvIg/79VgJkfHNHai58j3H/9+O583xc/zIuOWlcfJfM9WyPktSTX7+SevJYPfOIm6YtWjM3jldvGOsiLXF/pk67cCnl5sfWK3aDhRjAPQWi9hOw1/8x0Gf02YSRji/Nde0u68yUmjhwPnzGXMH/if57m14K8zwcPdXnwfBzy+1IAJ/xD9rnTjUoq2LQAfhxxlH5MHHmsup9znWPXFVDwdpLibdz+6P2GYeKZvFJj1dcRIAbzZX/Cfz/UNlKfdJHcNiiEq59MSUkzt0iO2PPoDcfDLvot0KQVMOiqP9G4tcz8M1BYTURqMEDOm/KH+WjXy6WhtJ9z0WiHdrkBlTn9Nanwp4Ce2XqcE7XXlNQjP9uSQONr/6jr620+spFK8f2I8kR+eJAY6J/nfPOblZ/ez6ibb4ttQluzRokMpAEOO+P7Q6fLA5yD3/vn4H+QTwKHB9C+cQO4EeArSKGTOATdM/9u+QKkY6zuZcWbyuMaSjmGB5p5axgpwoPkj70k7OXybE3vkxVmxJv5c4U/U680H0HvDM85zNP//b//19WXk2BQ3TDF6HHTY4687q2KabQqOBsX3FFZ6axhkVV//ltQtM1JdcLSE0jCPB9oyRfp4w2goodOlCLsZRlf+qGz7g/HXoBOVYRDWZMHyAoIyvM67rFN/fegxrG1pj1EUj0PCYXUPTZgdLEi6vJd6a5S49lOCTQ2K8Uv8FLWvn+GGfQF10MkHS7AIuezCFry6KJnyguFihcURR+4HjZs9WKPAPNJl/EQLDesVAcmvtsfKXPEmbXFX2OVFn11fNkzFzBlZN/a09UrPgOi/9pOTLqQ1e+ZqN3d5Vkoru23DG1WRj/JE5uFn+mXG4E1FiU38kYsBp7ic87uFvl6SuKrXtlL7Sx7vSqecia4tT9xqQ3+bU9Ivi0bk+jR6HfzO9Mv5dCcVj5tHzLp1UGvz2iaW5m5wxeSfkWd33jNhyLQnU+TSH9/Q6oQUP/41ojsPc4z/TpVhCc0+8XZt220nI875YJFjiJbVOd6j2CSd+w/S38bf03xuKd/o+IYvoeQLJRru9hCb1jMgm3PM/ZEvDXzKew565+gly7JtMTDMnZES/N3Fg7CCStf4+cS1gc3MKN3e30XtNZ2FLWQT7lCvWO5jS9I6ak2OZ56bGzUnJoQUcO2ad/oS35B1x8GtCFohi0i+ngy3pzERsLnREf4KmWfaNvFUdsRBV4wKkUDSeyXw8vFBz3tQGY2WhGoO0IubbiiP3RFuwP1Rjwxi/ySRfzVBmwbf6Q4zkP60ggZbcEfwQk74CWjekf5xnGZyaeq+PcaX/LItLJvXKgG/FrWkZ/oqjyS7/hNuTVP0f6YMu2S/FIm6R96ZP41r0rwSU35o9e/X0tO0LxLPCll354Ocxjxr/E1rZlea6itHvlVPz5upjIa+TP8z3LIwjYq9UlxZOWmDZud/oYdwWyGGq9RoCobSD/lFcaCTj7gG7Bs4Ea+qzmRG8A8DR/6hP2hBQ3gwKUtftA/OiST4K7gCifLsFPQSL8beST8WFsMPg54W7L19JLPFGnaCZ9b8KbESue+/LfwlM6U0ltlMt7j2+sZ9AQf+XJNLyiLd/LpaWX/CB/0k+4+Xq6XjuBGjmfb0rfC38dLuqmslPXwMHHKn/LJOP+ZB/naDDdnI/9gd/aeYoOV3DzYU2902gibuEve2sjjwCAHh2TxzV1PcPzOcBzPT/GWMjlEm6uMyA9UNvClX+0skfcW+87myVZHTfjYj4uc2dFv152zuUiZUo+VPRuQ9BOd2ladUuMqNaZ25bldb/axhxff7EWGSncb59aRuV2T2tFcyf/kKYkZtZ6+7BFjuc7o+0ca6/a2PXt+whT9wEud+n5Br/0hR8Za0DqSR3xG7NoWDUqtezQeY1rrI9/4e6FzvRM/54dcIl4a/9G+YPZicf/N9gn5FKwO1jLkBmIs9gXFu64n9vmL1pYd6K9j5JiaZySPQTW4tLvwKKWX+rbaKU9cb6ndl+knohP5Ift7+PAb9jcFLzksgxdQdAA2c67gC9BQnfOEftV7i47kgCgwaqsUnsqB+U5zNu9NVvZZlvNRhZvrEkzC1ySXGGOr/aOnOeohenleDWrqF+3AS1rjeA+n1uPLvA4Iu0kflSFX5s8zEoDDn/aEWDrwFrcHdyPwZOdLYEY7HdEnP+TXA2K/giUEdPwLre1CkbWMrkegiT60j48tmJyrSgP7hQ3tJrXxiPsCcQ3003KLXhh4s5cH3KaeBiy/WvunXyfFuqhe11X6Wd+SKyHWtZnMMzpn4dYcsmdGI0e13unuDGEQThJymAp+rQ5zKSZB1IaS+qjXftq3HSQKTRo544kOO52hk0+0tTK4buMhLAJJNyakybEWghSVx5TSScFESZ9K5vJ3PNJH84lV9JQdsEEktDzpPc4ONpfmV35M72pe5+TTFE58Arn6Ul1gBKr8ndK/nd82k/2GmOQuXARvZ+3S+35VpFe8SBO1349rpSyu9F3lXG0UviX7jbEIdcY8p7JRZ6j/sc9nwJ2319KHgazHPfJVOrfX78kbkR9DB1uquBC9lRlTj3RV27zQFpDaYH61ixAO5VtvXPhH1IWSXNSTpeZDF2F//83vBX5vC5eIM7sWWh2afwaoQ0d5SH30s738Zp+f/Onnj0aIwvxCv1d/j93h9Vsc9UbtciFxTrNt+6Un+Nq3hbHSt/xtm0vib8N8lRFkladLbrW/iozHciiWanxVrFl/9kV8xfInLrx/2I0S1oQc5GJuCL/wOTMD0oNjdcPVAc2OIUec8oM+F2CM5gXTGPO2beroejApaNm/IHIx1Pxv6W9yvfmnrq3XnqRFJq3jgNv27aRyBiah+9rp5UeP9r6tmMCw28Kp+LdyxZAnUhcMHXO+oAuHDiWAZfDfWlGeeID+nX3neeceP32AhEZiFYBO1uMb+Rd/kl1CD7usaIcqKqObzRB+L9wyg3UwFhsSdT3QCHheoZ45K0bGdvRCK69lo49UwkbKd2uiT2x08LvquSkT1/PKb7K7SujUOm0OycAnMElZ4wNwAXXrv6ZLJFAjPPePWynfjtfP4+10bsOUvYU9mxONUR6NV9gz9XW+VHwMufMMsV8CRvM98b8T+etWFeN0NjknTQhyPfn65p8ksOvFiHVuiMS+aci95BVf1DJX8cUC9sJGn6osLGt4CFaY5++shbBL0Al46MCbB8lzr4F8gg9qrwlYtQOvYTeYyIV1JOvgVTly5Naa6bAs6FPmW6l9Bp5Z1tjiJ+8lP/Q5Jv4fA7/gvzWulL8manh8a3zLvh9rnzgdEpPBt8/v8oWJLgddlU69sSo0LX/Zp/nBT5yZWcgpikdu5PCWHCuayDvEKrZT/rhmJ9EV/7FNjuHB+5SbXGR7J/wcBj/d0aYtx0XpWim+5+lIz2M+7H8p/ci+S9vl5x/0Go+t/hEu2tJhPrrurbpexV1Tkz2O8scErpxfdYM/7BGTG+fINccP66n54cb1qWwtO8/aGlP5XvpBX/zDH20vGh+1v7oPEXJoviTN/vwyV6wBIn8FTnwa2uKVvds219Amr0gO2lpPUAZvZJrFhWTZLoUHrVgThdxV+ld7MBc/g4N/8tpKyeNfUrIbxDzo0osQDwWHZ4JQKVrbz9GUF+TGJgsd2XukC83ZIUku8JuRaX3fOClgNAwhI1LKMDu4dwydVXaHhQzYHAx5mUQ20s31DNEcjLNFy7zohGPoJs0O5cOhZ/F2SE1IRav6aYLr+H11dNV8oRd/dSHOfOqC//3n8j5d7sX2T66aiV/i24yLD2uuZSfK80eds60F4jlqC198pvlqJg3rsjjmz4+lckS7+lfCMtc6VGdB6W/52hOlfMLO/7O3n/RTiyzudPimePmNEfpzw0tQfbno17rFt4fqW8mRxWbIrAVSD2mWGuYt6NdPWI0YH9dGNkxOWeNPOYY45JBNeCIqflfWfJH/DZdP7Yw63qYBVq1+e5FK8U/Je5HCAl4XFUvnRiV5WX5e/BfDBIIW/BW9aok/N8gKstRlW/mXcIW1ALZKyAPzgGAu+dPDRXxi/i9705kn47kgMqltKo1qsx/4qVNSdzkgaz4R56UmgfsB+PhJnoOFGfFng7/UISsjdNPzA+Sf2X3GVr4wG4u+KnPVZRvj+oh4bNHf6u859Tq3oGGTUNUevLXEm+bX863IqSaZ59fIj4pjJO51pufoICYjthRPlPatG/t9rbbAb+cZbZKwfgg+dnHCWpI3hmU2E9B/N8uMjFzAUkpG2rKrUZkKp17hLAlvGTCenmDiATfgyEMJLzsEgvq3bYNMc58KXORPUfMG0hxni1ZSiJrkkj0W+ZY19Bb9wNfvsPd0NRHWu9BJiOU0Yl0LvxwecIrSFea3rqf95huOZreWQHL+9gwSvsPNg6m9B9RzMFp37/vHTL6KkZpWIY4hKvR+vedADP30t3SEFQ+XaE2oXkrswBt93Fxho9/TRsvHM3jhUK4P8kDkuCejGb/ZF1DwWf/eqOyb+Y/cN84NbWxccxztEW4tT2+X9fh79lTeda7v4QnNR9FayzHO955998bWlFtPWd+PMJWe6q/2lCL1+Ny4Tkoj5nFb9MzbB2DN0fvZdGD4Ls3UL8n3OSn0VJ+Z1I60xfjGjeDyfGk1yym6Tmb8x496zuKhNo64IfP8ZA+DWPxz4/iZT9Ybw7iBE3EOHa5ZOCR75nr6GFFugHfyEjwQscbh94W7d0icZsWh/s8/cRMbPK1hoMWY/J66cgxwR4fscQRXZZnBpk4xJwu81hU7FwvSgVJ0hE9Zx2e8t/uYI5Mn3WQb9PTI++av02LcDLgvP/a2/83m4a96YEk/ZbBi2+bXsLohzaM6obk+ZjlrLV/4gtbsEXMjLflI9CuWaQ3+WBDlW6XrclVxB6LrzE1eu8nK9RDt/CNv4I0mv/+sDjHPDZv+ekE5Azzlhiqn8zgppfJA4LAu4vqLdVSzoc+1tX1zKPLaSFr73+EXdRJFQ/MBPvNJW+VIbbsdcywbRr7EBef6YldkGQNb62fwQtY5fubjrfFR0oSTfiPErW3Z71b8wJP9TLNGCBtZdYnP2fzO4u+iHEt+n9BibB74p5mk3QMlzvPJS+MqDwkj03L/4BB6BQAfLum48csx8h3bAeWQWR1qiq1qKtFhzO/D+QNlsV7QOoAx4GgLXjlDbdYV7J/nPkTP3H2kdQkHGuQ12v4FJo/DxGNcsLnmidh7sU1r9p/tu48NQXMV/kc+ib0ixW6sX9AdWaRTclNNdNQ+U0ZsQZOcVGl7l/WSkTk2z28+evzPN4grWcpAGEmGEsNjUp8LwSSQRPSpHepxhyUnRw7yuZI+jns4SNDTfKmkV/rSV2EfJ8HXoOSLGZtu3XCrUlV71P5fxa+rzGfqW/oSD8T5T0so8aXeiPF6A5g9blv+GZtILvBTcjvD+98Ko9hSKTtgb10gP9nFeGzK2cmP//xGICmqLnCa3YnX2Z1PEf6XlX5jmHPhJx45t5xXuPiwSLIyzplWEjP2f8LNhfUZZiW2PBoKml3kcO4ylPgN4VR29mZwxLhTmjMZeqtM2/lhQPrT/GOBT7RA9VP8l7/ad120iBdushgpP/biIsdsAW7QvDwMLvHOWRIalgL8wTNtpki+OM/GudOX8rE4DabDv8Lx5MGYIyRQvQDSg33iBxTjsk/KXPFDb+mcI+vajphr4D89fyxQLHDGvwr4b19Ne0SymcUmRognztkkIE75+7HcrM3cYN3tmPVprJba4GCdUXFSjsgLSjjAkNtyXNTiTT82eBkj99T8I/jKQ5iUYYeWcDVgvJRr0k4a/FPuWUD23oN55Bjzo7l6JN3fidbenNxvu4wVbLbHi7kiNll/cB3x9E/EtMem3VgwSj6Xvk9ignEZ8mQxv/zep610rso7xj1t9SErOaXmFfqQrx60wVFe2dOx4v2p/7GALIDvW3TYn85rGokyfOrea4ie5iNbIf+Mois2G7i7j5gbY02xK+Kyq0WtmTdeJuFTqbKz3QtuR8oZN26C9rgnO9IX9nYZN2jIS9pLAxa5n32PLC6YRFf6CJaH2ugjt1CGPuS98BPLgl3/thzvOxJybfuvuKODdKWUvhp/ZPne9B8p6+9CS3Or+LpXr6RHdowYVR/lki0VGBcZBq30yYoevho9OrdrXH6rchzXi6njA3KyC+9WKc+wvpBOol/LOiZ+/bi1zBbfX/5TunXj1kpbO/FVp2+2TtFPgnHdFDeZzaaWF/0LBe1mN0TIV3FEZeSrdpVNGCoZY1p6mJhDwdxbPv3v//2/38QAQ+pgQmJSZheFQMlAwhjLpDWO9LhzuPPUEzIMFs6IgetvODLmC+PlRHDWkGv54LjuXWsZPSnfDEK215gcQ+2tEjhwCRCVvGHo/YaEdv7mp8Ht0dwb2+Id/ft6nbfQPp11AkipQvY4setCo/owdpF+SjC01ReU6kyuZelhk/dY0zwu8G2BwVvps8PSx6y79FW5SrdXj3DHpJH4yBf+QtIMHnp7mieMGJetwPK1XqIvNT7Ty7H6xGWDGN8ClX0Y9ntfhzc4Z/qXN0wafz3pufK39oRX/4RMs1t5kirxm+CrYiZHAumJvexJ20tnLUbRm7h0HzH5OCHbtprbWzZf/KcSnNb35Er/OKa3R2fKuOuUjtEZfP0Tzg3q2L4dOW8QMvhP0E75dM+0wzjyoxaHC84C3/x3Hp7l0yjJf6FRKsho/3cHbfJWffK+2gn9eK8wDuibJ7Qp8/jrTk3xVHCdR+pTWxQpeJA0cLbkTx8paKUaeKN/VzkA7vPzjOYWf8kXOUf2USlBRn7qVznCq3+vrLZT/tLb52prfo747/GJsW3917iyH+VZvBncFfy1FLVnnP86Rv3YPjP5RirZHudTn2NPiL42wvejtNb8iU8LoXaEzaXHjF7tU30PXpRVgqOLFfVl2csnuoyLF2X2R/1NJ2Y7lzHO+UPnkKBd8ws9rHuINeryM+wgOMrFKAtvoPNoeJw/2/k1x7ZqvX49VMrR99Pq8VJ/xso6gOb0CPweT4B7fAUTpeag7/06Lc3fKKf0HvtT8iMb9PYPvIZT1k/n/SA597UZHyAG+cTzrX/jTHpOMJzNC8G+HAPNpX+7IvsKYtueghjLnmfKG3qL3tOb7WjEk5kWexmH5I16w4Trm+1cQjw3XFv3iHZI1OKBGLf/k0XGErSFr1I5hXb9g2aF6XkFR3BZH0gkHpzxw5gzLT416F0O0Sxdn1Td8kvE6ed0X8A9Otu0lrRciNsMLLbU9dXM7gXFqkf8e+ixNafPNQuQzGP66ogb7fv4z2nW3itzUfH6+qjn6IcaVz9t1XtKY2tL/yO5hRdwM/7BSXC0wj+IN9YHy00Ok5VYoz/o5Jx5DBqm6JNbvtnPYnCFUg+Nq6y606c2dbXVBx3VhU9uUL6hTzdq4E+dg37t2VEXPLii54ANVnWVwFQ48WY869V+wtwuK72A6udHmAm3Rf9o/kWpL1Puvl+tY75AVt5b8gVFxXfSVX89r0bf/r/wyXmTHiPdpNHL1cPnOWs8Pyc+tapnP3K+VeWY0avjojqD05jKGZ7Gajmn1dujwvd1wfW9xON8/iJHrHl2dA7W/4LVvpfalPob5SG2BacxfKPuLwi3+gz+WduzeuQLEqCtQCx3vL7a1xHY+zR5vJN/bWnyw/o54IMd+Iu2/xuNE/9i2jwtrm05I1HlruMzmzCu/i28rfN+4G3LJHrKtfCKvtFft2mAI/6SM/oaztR/RvqB0f+b+aPvT3ss/W3fb/Rz6af56eWTrke6LVyWecge1Xp9xDdGM38JWnIAx5/asqPg9sti3wbIqynjof1V+p82r+OPbBB0e716TqFD0JE+e/A9tlpr+QlbYpP7F6L73d4Y/vbdfnirBW2OxcNlokYpnIDt6Wss4UP+pNv2X9o8/eXXLwhjueWHHpY1+exah7zDH4fjm9/nfji5J9ZljuxQ/T/iSSm51CdInZ/Vvlr6G8BCQlgWYDoiCSA8wrZsqMEvWMo4lPyhDzqMB8YU7Dj2q7XRI5zDHK0Fc52pLcf51fQ8kpe5RlcFnOZd+tMWDLTkIyST8UibjiO/Tlv+Lf0ludrmNnY034nGcsFIDgBf8SNbicafct8Csj1Q1P/73/9GXuUT3MtCNxyPf7PPLlnqCaPhQ+fMwTTO/PkM7leGQafmol9SzFG2aNtiwE49ukBR3KGAp2nbGI0jsjXXI9wEBo6HAnTwk6DEo/DZHKHOKRnf8noTYMEaBKpvk2tTSPSPyurLR7BffVz2+upyflX5fhf7DeHh5lZ8zWxfY0A3Y4CvsTfDq33QqGvryk/5jXI8xKf2O1+/scIFR4xwDuEvj56YP2BiiSd+YjieikemwIEI8I9dF4e/pER9LS6M+r77WsGv1/s+ir8vtvwPm509/tj3rKWuw9kVa1nk5JzoZggUsT/rQ60R6dM8Uq8HX5h5/mYbJB7XOcJ0zyJkpOM5puUHzXv1FY3XvuRSasaPF/7YVni1/BM3enyhE7nLeIh+wfotq277mfGvaIu9HP5eQmeZyhfFj/k6i/vvgNuLgdk5/b2swrzE3KwnSHM2yhq/+ZsSkVt+2CKBq5B6EO+6TqVUzKpeYSsP6rWtPBPrjsxfusZhXPsP0OQmUl1z0YeM9FXaolt5AVsPjQm2jv2p/24W6NeXf+a+n1/FgOyi0bP5SniiI3xKjcW5PuJf8S64EY+YJ9bVr/LVPkutOlmtvbPiZCSrxkW7loxFjoprI35+i3UIb/7GQij85M0eenm2nz2Q7Fwv+Rt+RmzMkZW+6iHDr39uRH/Zk1L2kJ5/ytssIJsGttZSc1rACl7n7Tnk5/dKTklS/SV8KUZqv2BvLWWTfKD9r7/++/fP7qcm2OeMnJPnAa0x6I+cENdTXCPF8yD78yJ5NT+hEzgxX3rgBTheXNDDa8KLlxli7eTb/KYIL5zk9Rw5KuUN23rWE4mHl93j1GGwWJTB/JGT1kteN6r6kVtbkrU6pBaO0ES3OnEVTjyhMaOjcZWPlF78RHuUaxwXHHcRCAS/cUDFDp6vri+88ZSTfwrI5jIOnI1aJvk2cEcha6Tj3kHsEiq2chs0/WQr+gmq6s8ZZOHftAM+bBe0oi46l4T5UGDZHKa32116tufy/3ppfgRNnqDBfvzm6ZN/phgfSv+JxdNtSvP0VVgafOlyQY/uCbKkdFoai508bsBP5N2afA47Ry6y/GIL2r9sY47PbXtUGnvFvOajEk2/ROa5jXza7I6gzU5DfWR8V2nO1funyq7bN95uiPyGp+gpPigtqeycKAuUnvg7L031kYXMpcor34htc6Jc5ASs227BWDViCl9YDhQsSurtfPmGNkeYaQezKxX5Dx2e1xqx8B2DKyeF5WZwM8iCuwjQV8RXvUfwgjtTLvIVfc/gXYWRDird9M0m45u/ai922mQm/1DMbQLeMCDae6h7MHtjezTnY7KbSqCO/SBkOIbreVZ4+IWPnIla+L3HXKR8kid7zteIS/4yD2iD9b9GxM61nG+5S+LOGXSV9yIHhg3CHozT5tyc/d67nMNrUmG+zD7PP+33xw3Kbx6HbX/yW4+NGvhxrqfWH0FWNPmNwbB1nS9hVD8Bbz+85avzuROtng8PqMWqpfqHYJHjHE8g53wZ+dqH4iukrLrT09ur1yTG0m9G3B7aPM1B89qoflb4CHdbDs37yO0D2t36cZ/fKP+o7zi+T20yuqxFzR7YmafElxiewFsXeUR8Bau2MN7sQTE2OnPH1GLf8oXNItnGA4QYedN1pPHV2kI0VIq2SvUDjywckkNjua6XCMbX9GOT5M2eml/gTYaqT+Jfq0mOUcakgr/dEetuy9vwM35Smm05E2askan97SIbiKw9Qjy+3abX/C3yhXR5PKffjSL+duYQ3Ny35CeKl3UbHuTmPga15hf8GUmckhHi1Pr2pt8jDfmgY9sBliP6fUHtsVU+1PUX/iIdeykU9+jGuggc6QmkaDBGv8bIO3WzVXJTIo8emgFfY8oPamvMAe78Z0ZLfaH/LQzCZlrnnKUgvmQIDtksnkae+9hZ2vtwyLtHP8ZSvn1qq9E78i+01nzlk3syr6QoHcJvXXfKVwh/TvWK/MD6YmVfVPketicuKTUPNR6hQjviNvKAn+HMhZ/t98x5uy/2tgzf9iN1+DnQ9iZFk/68vgooySB5uQ56ebbbHoO+wD0/f1/i5YnfUre+2MOx3103+X/+YI0UcSUZfrCft9iC6zfLm3S13CO4rbLKvgVT+0f4sZ2wx/Ev21CKDiV/Gkt6Y03zcGv8iJ7oqN2XvRwpp6D6cfVSim6sW+rIcV24TONZfHB2bDH4m2SQ3aXH2CYOLh8enw1rgq791ct0JwiSW0OSX+2Mjex5r5r2JJy+rWEi5+T80R6vceJBEPZfnmJNwT6JHWOcV72ooze5hvUx7ToOPuPw4k/wfy2/L8w4NMh7rFd+urc+2/f0yYP+28hGw8ha3qHMa8I1nx2fcxoTB0DAdnQ3gNVJieAkZBjyO4TxKds0ZoW9Wq8iZ6hdpXIOHoPGROXmWzWiHFjlOaozqKrVbPy9+5gbfvslNha15++furAR2350AXIub5fnlQ2Udjy3jUC1z5WJfw7+PJTmsc7xFvYMRvhbOL9ff/gNev3kyd8W79Lz2T9Lx42l6Fl+k3RZ9Ajy1vKdfGHx0f0EOJO6frU7TpYjVJX5HH386tVOQG8E5g9sbpt4vBHcTjhwcH/kKpujxdWLjZPD4mbA9sLMF8icUThrgE79tzlCl1DvnL2PVK9zfAR7bbz6Rs4Dc1gP5jryjz0cUD6D+NI+A1lhx3rgqlc3kqL9wqLEVg24AT7ABU/nC3KvQ/fo5RW3MyWblDrm6+fbaYvu1bKzwVXk3w6+2n+2Aqvj1/OJx1bzr9479wwpnsV5HnaO6fnq5wvonftnD69WxKtax2XEX9WHBb/0rPiszux8YBcD/QVnfIjcn2aFjAU1N2xY5+nYlwmkNhF+PrScY+jkBPCQLzZM6nmlyVvOH1T50+fR4S18ybFVkofWR7VBra8hz/Z8ZHzP5vWsnMAd58cr1G6Dld+ctVtxh9sYFqxRf2jP/aQgXakuaz+Q5ICzPHeF6DvBSlbCVPUTrMZ5W7VR21/3V66wGG+2sCxjTsiakg3TYMb1Pof8InqjPfZp7GzJ3Aav/Hw18rIhMx7Kj7OxEfbW9uh/p+hcmJsZPfR3IzzU0WecHt2H4ByKI9o1Z6vfgT7on8r/g1jezWZL5q3+awzdvxaUSnNcgdWxBeFUJWK2x695p+YJ6qwt2GDld4blP7h/hav4CEG7jksw+mp/rQuGkjzGzWHlEZUVBh56O/F6OPb6b8lR+T26/v75q+r4GfE9sdid+XdC8bFdX12+I23fWf6tOJEv82Aa58fxeuzp6YevE2yrrB3FH7mYsWuhSlvrGIDVTx5iO83BXU8eJsHHeZAOyDzAiT/6uF6yh9XsreH/UH5r58IFydrcwPnH7pPYvh57eT+pO82A7fNy8vnw2sPnt+aIq9o0O26iVdrDBG3iPHLg8fzjpwilS73efqTcX4VWtd9Hy9TzrvHHeX+9HojEQsz/fCV2o/3iX+u0R2atqTyiEo1U99xSmTR1NS7t1db6Rvuy4OtmMzA8HBvrF2LEfnfYnsbTWgXZ4z4A+QvK8ziCB4d4emPjn6f/9b/+l0MDzJ8v2qzUwTerX02I5QePNXBY9hMBeLfp3p5SCHMfEtsBCD6j0jI0iFUn6nIClcAKX4zSeFsSrvUT7pUy+QTWKEfS6uXQG0p60pOTFc7KETTjhORt+yc+/afP5vi51nrnDgTO7Kg3fjWeN8h6+TTel7fYbE53oTSc2PQGF5cesi1zXo8IJM05N0gYtbZ+H9RoCrfi7dUFr/nLdsbSHv44NrN1hXlenvJZLFGHJ/XeBv1FfIDLTi47YrdkWInx20JmKf/tAOmqssKN9bBHk9Xsm9/CF+SxfEDKrsLa5h30RvjAS5tV/C4/NQZpZzoSrw1vFjNaFZgUy0mALX7ZXdTBhS+yu3zMRXvSkPbskzRxYhAF4vvsSWC0e5Xy1nrKcZ7COTncJthDh2JW7aEcJXluT8boQkN2GtCsOWKOEDP/ajgtJ0U+iRuw9bdsoCS/LKda69XmR9sYtTf1uKgQ7CjBmTYPddQ8H/6DfyR2ylDkb/lltM9alpw3XcxV2/Vvgx/ZNGVSbeSvfpVreTTSlyOdEU/j6lc7qaSe2UftSKctvJ5K35rRHOnMYCqVEZ6xGU6FW49v2WPdb+uqyr7V+9/gTADdhBUdjcjux/FZ5Ra2yipJwMFHPAXl5UH+GOXrcDca0kElYE9PfN5sA2HoJjYd1yq+sWA5K+SIp0pZv3DOmMkGnvopUwbskHYRTNxQRr4QQvAapzdyRcOlMdGDGzZaVwVOJJg+7yX/4Fb/nc/nTJ6efggjOFGU/GO/xrPckynzdOUJTdFXmfS2a5kfE0Z+nj1btbl9BD3q2T9IIKgsdaEbc5v9W7Wefq6P+/41dtrHzoOD33BNiVbuUm0s4Yd50Tp/5zeA5d917ZXXJ2vZ6El+8/F8kyDGU9+Qbxs/5mt8g2sNP87roPeWWHf2K+7ZQOVQPpF8lFqXMl7baYPoZ0wbE9YD+OoAR7S5HCNXBF4uRIDRHwTIKeIl3DpemUCPQ3DjvDGW/pc2vhZ/iQe9c4f8IPUEL+W8heY5zgE1+tcV3BH2Flm3+B/RmuEd4YzyHrc1D/IzYYz9R+21v12VdaYv0gQdybeWo97gnfGsdNu4cinkl30EGvUIvIUvn4Q2vFgnxEaqZAELONrqIx+ozUPMdmvW1jLG3wmEHMovgoOO8gJ15STqVw/JLbzaVl6JnMHNoT42wQGe//qDDVjrm9hPevfw0JnnwxFuu51zCqnKB1nIX1W3Ot7TZA6SVo5N/CMHF36VB8P9uq4geHXGJ2Cg43KHI42Iq7b00f5GtjU3Vf4V+omObVkDeUZ/hrNlX4kw0pnRECyl4Odwmg/Zo2LeVp/LL/riJ9pb/RpXOcKpzS5if0jf6F3e9PWcEzGEyxB+9m9DJceoHvlCOaUBeAFP+rk5jN9y77fuofnNOfIgcc2+m/aIDE96K0dorM5K5BGTw+8yw9Li0gs+VW/ve7TfNHdh2j/Q5U/2EJ8K84h60o35FT/RznH1RCm4rfH0zx4vW2Eh0VE/9PhTf59HqlUDY8yfgTeHS5o5b+KrclsfIPK6RvDbZe+vPdxavtAz+0c5JLv6sx2+39M/ahU+C/pc3hI+R0RPjLfzY4GUHqVrqUpXSsGpXICWPJg927Wm9+T8vI3T2yVPS5ZbiOKWfyQXpdYl0Wd5xR4O8f58SmXJGzU/hQziF7LKBuCrDpzqwSPWRfTrOuenvUT24ydfaSlzbXZkXDDKhaIB/nis3gAGefUUjd2V5kkco/+QwxcyjZbEl1luZTAqqbbK6mQYBj01Jp4yutrXSmkyYt2r2Uhvq01iXaLddAs4L6xhpz1/0yw+8QfsFp3jfjZStbEfNyotKC7Rq7Z6f/uMAYF/6wnzeBKDoLFwN1F0oj+2wu8Hgf/zh32YzvAdxUmbJ59nG7k033u2wheas+6BTcb241U+Vi+QJ0QmXcf5SbRBvs1/iT9fhFY7mhleLTfBHw6sQ+MkRN36rY83xWbGrwtaA/hzHFhgSZXV/gc4p4Z98eGz18Cpb/t3n4dNGP/cOkLZhQizbZsT5HJyu85XOrHvyQOsxzJPrlYm7lPhQe6DTkQLtyYnDH1laHLYJ5eUP8V/jy9j8QBDQMnO3ULz0gLtiNuf8esWGP0TCjWPMa7jvvw5nX+R7krxbAHZXLHs2nfQ9zRYs2i98oqv26H2PXQrbhdzNsCDU57QyejSrSLs1ONcQR6It+bsX3vqPNZw9QsSyguKfbWjlH17RqMsNcbh66nA5W3+4fU1rfi0a8g3W1sH16Y4Oa599QBd/GDjxYcDZrRfL/XntR4h12F+/AD16inhiN0V2CNajOM9S7axRQ5rbh7cfByftX8WjmdE/ECYmazvz57PisWR8Tb6ds0FxDR5pPbRVt/LC592hlbL38Oap+LBN3KSQZdJB6bC+XVIGQcPObQeoS38iqe+ikpdkrHXq3x/9fwkPuKBDP+6Y/Ed0xxjfvTx2fxv0bfKDL7spn61b6E94kBzoac41/mbNn+1bc0FfiTWtyOmFEkxRkzUeFCMxKid4dvPNXA3BDhdqyoHAAcOf8on9FGfrSV6+kBuHzNY1ir0u8ymt0m0IsBNG97sW435fE3sxw3yDzrG9YNLs1ZhkAaok4d80sGv6IUQcT7Z4lT9ZAtm3n9B/jmBd+796vIdqf858uPLfjT/3T6bxPVOPadbCHsMK8bHtUHVGBjWE/x5XrGbtYEHEYN0wnaNVZG8To/8uglZYFg/8CW/ALUc5jeBbT3rn6rmpjM/e2E5RgsNqBkv9p/rjWHpcHt8FKGm1UfPr+htz9hMjFP67Z2/ZkQf3Vfz38nz4rEIstcx5NeBkN9flKja7+J58e44cN7YWjHZ7H5yHjO/cOY3/Ynn4ZCM0R0Zg+uf79+/t5zCekZxEfsb5B0OXbvwJVUOv0FsJLj+5Qtrqxfjmi19rWT1Zz5fbwc55fvrf6zW9k+sRmxBXzGmuvIMcmsMGhzLDeAUzD5jwGMrdvhiLC3ifef+WRut4nWbwXXgHeoozJ8mDT11EoCd9E4YTdw7CDMhOU6I5BToOK7+xcH95BS90kE4cbOIX3wKZ+OG0qudiDhxxkktqV2p9fP3sfa6IidzW+2puRcND0pLDJ4u7OlUA29Pf9VF774vi9bHl0dyXZ8X/IY/4t9/j9B+74JHB8wqkQx5UtYSm7uP/xNJh/Hb/ek2OfH/uCl2ZIfrM9P793V8x9AJpzsZJi1tQNGTfkqCNn0475idf9pc2KVqmNaeXHyyC2mepoZ0zVtJNWvV77O31q7bvWLv1yvtG+dnw36e2yKd7YuwO1plao68C391sOp/DZcclPEUipKv/REe8wcO5XdvLP98s/N1n+/wAVBmvqA3oXGut1d7IMZ/r7jZwnzNPAwnbGeOYCK+M3qLGFbp35qvI59X35J51GmrvS255rr6FNDq38bcHqm4I11hCWZrXHDrcrnotqGah3pI0Q9/G+3Sw/atyJ+BrzyV1ICNlQm17A/f1meGU66T8Um+2Mi18EH+5anzCAq63+WY+losutray9hu5DcEaqBLBdmh6TpEggAKpWw9l/OPrf1CAfI25udxHiiyuv6go5u18KpHL7dyTUAsMnkzZ83zRCMypR1kGpEG6OuFuPT4+bPRshvCJqXJGfpIFvia+C6/sCk1rr6xrf5Hlo/iEb4tG+b8XZK1+Y/NsqP1suVFYN9/icNic+y/nv+Iy7yReJ62a27yv3Dz1+R/5nfVzAyaa5vtgd952kA+8vxD3NQj7Rn617HPrWPVG31pQ3DlDA0vudxyCgf5RTnnxz9kV9nKViu2UfGNTY/ykxay3WBSkZ+WwtEg+U2bKeqTDJSSmS0M/Z655w9Oem1h/2QdvJHBDOqcQH2ca9FXKVlUHsELj1I4te+Xrevc9aUUeLz/36dexMhhTB7YUj4m/xnbt8ko2U5gSz4PEMMrayzJAhXk4y/7Yt3xl11bxBqlnaeMhGDIH9SlG6XvOXIisIONyzpGX22zjhmPSo8x8RKe4GlHX9hifPD/P9//Y/mL3x5VTgOT/BJ60CKvvNpnI3kTh50SeIkf43GELmpdLSs9sjvSksaqVGwei0uFh9eoN323HXDeOr+Y3nbDC1vFG09pB/Efy2MZYl56TY+xPgZCssFtyyaSpMKq7/5S9ryf0vtRUDxQjvLyaWWOZ4KoHuQbcozyjLUB8as3K1tqcHpBlzhMGuIpkpUv6wPdDMnxyCFtSeN7KMQ9jIKX8pauv4g1k3GY1m7PUDmzMSGn1RvAdNOn67AqY9UFOHLkKHOFqXXgj45yH9pBM3McYT5mPHUdDLhBPuEjw4W+ynZMU859R0JzID/qBg8awjWwbfsG30U+cHZ4bdERvsbHthE9EPbG4UXHWf4ifwfdsO+2DJI7oFucK0jp3JgehtAVfOmsso5Rv34U31r0pG+m63Xq0jnkjXMdMUqsMl9YS18K8C/S2p49P+0XP4WResMZ+3L9yxoJU+WXmRi1Y5F/qFuTPdz+DXoQ+gOZtE7iuom2/8Zwm6PVCkrKQcYvrEx4HZowtb9SKeeR/GN7S1YZReUW3K/Wn3bA6XMOQw8W2jhuBrbgfzU9t+SVPiqBk/9S5iYCt1bsZpuFHwEleJVb9H/nfnTnooYlPbd7PXGxMVtygewZZfhSnDR2Mv4Djea8+Cdd+IHUP54UNvf/FJN2oemqtSd+XCLzW04sfoJpJ0/66wYYbWgp/9G+cox4/+Y4uGK3h8G6Y/fU6OICSHNT54S+6I+faci81tOgFeEbAcOGh9qU9mwsCbIhcc7gqx8040KNGn7GX+XfBaDBM4a8CykQf4Gj1+kXEPiPiP96CygfVEOMfqyYrTBcBGSe0Pmaixduitja0OI4nmqPfEAsX4npTq5uzdBymH0OWxc2Cds2ekw2JKo3tpF91Iu+P8cHWeDK5N8gUqxo5Ic3EPiD8qEWIKfUIzY+WCfkHP78YZ8//EY+aX2WROqaIDZGuA5lrRB5ptK8Uhc+m6o64ne1vnsT9/W/tgHEF6yWB40s34g7dGL9knqI3ljKBuI9jv9p/7HAr2IBvxZQEDxQaMXTSFIxQ6ypLpij+NM6gFgnBkd82rm2CaojjHipHG/+qr/mE+/z/KBRlfabfa/fbGM12pIfntT5CR7JLIwzJfmq5tMzOO8Bk7JvO4jnVv7xmzHbcO8h3yNoouORjzyCz7+Vxr22dR80t7KQOnVs8YNO+rNI8RlVbrRGm4fGfjxHX9xgiX5yQeQc5Ig99XzLL9YXkm8UM3JB0NG/9NX8IplH+bh5oxvF4LLWEky9tlOf6Ksc+2OtrdF5OeLMoR7XCz/p/ziqX4vSaNMtfUe4z9LC07k5ssr3kGNP172x87KMkRiY0N6y/3na2Ka/Tog2u/h2tHwSX5iznLLcfI79VD04zZu8foPW8kGVFvl6Gbm26a+7YCMZelhG4mAtVNdD1HlTebl++Z//+Z9YajRlKmMXzO5AM8ST2nyOUocYqx1lFVD1vCgTbP2Eifq2yzV+Dxt8ZADJRVt1StokXEqMoDHh/bTf2KTPfzPR4dvG985THSGH9Byk0mzWO/gF5EirAtpVQy8mHg9LR5YeCZyf62KsfiqQaXx7+8dBZYfEU00Spn7A8sf8xfPTgr2nFJ97aKxxw074a/oHffx1888NDubdbZIn1zVFB3P9gdcTHjO49+vTXFCOdhvbgt2SZoTv4UxFs1U8qYbNdFQ/ok8bteFHJX7YRS5H0GgyWUzlRde+HIXEjdVKf33BOCPKPVg9WLYdHyNm5TOObbfrLOmtTJ/dZj4eTuA3BnTI7xb7tfykhSGJvcqcczeXL8fFIUr9XqY2yvpR84uNvDbCKf7W/dFj76xtDXn//uguqg/2+lVrB259CGZObY0zh6u9PoO1Y1KXZjP6+/ihU+ArTmFAmEY7zgt+4UCyprMB6Kav+w/99iBQtRG+U9uBmP/qomPuYzbb+J+xbN8JSMRWq3irwUnHVfgJCe+a6STalLNxENUvWNFf92s+BfFRpfxnzl9vLCBvuEL4guTPN23n8gpuW/+WqAp69V7hx7BktVbLW6tP3hQ6VHv8YdCbqTfu7HIyn8v5p/Bs6FfWn0f8R7usJUz56phFiSlnD1iVc2sd109szOmvdRLuKO8cX9DzcrYxQV/tn2Ou52uUZ8Sr+Zf543zxZosx1mNMIWtVSvTw4UYAvw74nmLqGzaq/J1GQ9KTs3W8p6TWtq0Fca5MP6jri6PzI5mUI/UKbnO5U1adv4UfWPmv1jfZM6+NfOdQ272yc4VI/VNexnteoffWE/7Q4OCnW1aH5ZZ1XoOe+FGK/gS/EKz+WbpPV7fkP01gEzDknw9Lz7Tp6C+y9dhf6QWMXf/7w2L9hkSEUUbkSEf0c50KflAXLG3+fJ+hMrY6MMo30OJPeIDW+oDqTeHqQRM69RaR5962l6EvDvi45x10ars34FgzdAVCfOt1TtjgSJ7A/ox/t/wkfETztJZsCw/I9C///US6VtcD+/Gl+K20nEwz9nF+Cvqj/DEPKR80944+P5mHOGr1tTmtlH9up5R/jp8yzfFz/Ag/IU/XWHv5vl7Gr3DXftzkY37bmk2wUR7Jdy9+z622kHWUl7ivPvHM7/OxtWqwNc/4zRv5Gklo69jUOfQa81I8DJPE1NaGK/BVPrWli8YEn5SiBlyeP8fRR7bbvE1Jxj5KyBr7w+ZQDjnOx9H5T/rqfDxlN+0MvxO++Ko8c94WbiUv/Nq3Xz/y/33se0clr3RR289xO8SVnwS/BSq6W+Nn+qHR59nEUh6NdZx9nbPFouQS/wjVmpeTxl5t9D/RS5zw85HfiAc8uUU3U/Avx2Gh2a41v9nmCrnGwOzLffbtPt7sMzx4bsVz2GYn/7CTQszDxvhwD4afE9LVkPT58YM3hdnTT3/kXAaeeJDCud58MzqITb/2B1xyG9uSE/3nx1aeCDlk1zVun6djXA8II3jQlX4m+ZqE9Yi+4Mb2FGmnM/BD9qAZcoquSsWX2iNJxVedD2Akp+C38AW3NS585bmAC7l7PnO7Cf9quZYneV6hJf1GnEofmKO80cWp+bTPCy9PvcW7rTmOHfB3OKbMW/RTroTNvjO10e7OuCHWeM97EuiuP/ydLxHkPhbxHzqNX3qs0lT7RX/IIXtrXO3VG8CVGMmg3vABWYgV7qvXpfS+nLZQtKd/TMW2lHF3Yen4RY/qUGsRNU/ow6GNNOqcr8ztqC6H4JeOX7yyp48W5csmgRnJP0BonwWLG5qcsMO+kTD8+uEXt8g18eU3acdYfDWzaM3jNyeB0Uc9WfyEzfCvfR+9JtHvD734nJmOE3vYPk5AtmQLm2NcTY6ZRLlNC1OsRN7W39WcLXrwgD8Lxq2bwL//jHxNDcMvMrYi3hR3lOEzkefy4QFik73NWPSYR3EesCdK8R3mfZn7HbWBqQ/QVFDlU97he7JEcf1iIqiFfpXy+9fF84wN3l+aPxx+ewvkFeJdqr6Hv87illxCfO/xU244gukVHtehxsNS1rd2kcYPmHCMNN/sk9F6aLOnp5s3+ZDnrbFtqc5yaU/9T+tRFohzlObmUVT/0LlmAdl/jK89KjfFxbBuhT5drFX+/vtvzy2Vp3JJ7UNWrTFqf63Pxrk6Yf3Mn9dZ60RasTVKWR/ZC8PRqm8O25vMtrnapwHWxVzxkLuUb6oU+3X0uGLvfWp/Ru+zgGa2Pw/dR/M+7Emo3EfwAPtX9McaP8phqMnapW/H/HLDt65ruK7VZ2jJZ/HwtfV5TK/XGwcmXIaRC/5aK6mkr8pFXbLWtZXgNFb1XJh8YEUy78uhGPpAwR7ISg84PZDkH1LFAvu+UwB3qsSoReUOxPsPKSYjdlm7mDwvdl3kP5lln6y3G77P1scnXXnnj0XG/2fvTNfrxnU1XbaTOs9zfu/7v83u3hU7jRfgJ4AUNazJQ8pKvDhhIgiAFDUBQv/509pEPiWJKR/pKPoPLfvTN4dFwFJubnl7tSf72t6PN7WYo31FXbT0pxHtgbfxQI5RtioX+bF9pHFN+Uz/j+hWOYFV+RHyHslyS/tXk/favqqfGifRUb3K907NxO049rd78zWL3CSpPisFkBtifj39Y3ZsJyru/Oy7/tdpeAywH+35o0Pt4c6YzK73CW73AjBAKAwCrxbJXA7HJFDQoa2Jn+DSzrAcvv9Z353dt9+rJOOSYpWuLgAaQ1eS3XWC1JzaCdZMxf/N7368l6SPoUMfGCde98zFbb7/q0OTkRbFSqUzwZEuugjvibvrk1QF3cmHZncAHt6kfqiPpLJpf6C6SKBA0bq8tDi8kJbaz5iR/60n+kulDTviJAl/j+/yyJa0QcuNIn6TgbGNp3OwvUs5fQ74u+zNtzvYrokb8LelVpsyeNqAG1MsJjGkrziePRdsCfbL2MiepT2ddFKPX0c7sM2XfWCafWwEYxs9J/fVL/7K50M3Msg6P10cyKTmnRTdNv3aXDI/tuqBFu4cc1qLcUzuVuduUR266ef5OTYtNadjX1pMABv+HrqSbSkVLcr8pX0FHnX+dggzUOxQ84rwsqw+pnziPfIS7iztx3cGEXWCq7TJUx91yCNf2aZzuuUG/z/N4wSg+kvqa5yGoydPt62/Hx/ROcGys17pPfDkf1Yqa5EzNM/AWBfjsIzk9VA3IG+EvAHqvYq9ns9xFQ7QRafnkK+Gqr4u/Y7E+BZOPRnpx3+EZg6LSy7QW8bPwegjAxr+GXQ0wDH3/bBXzK7HV7oJvSCzYk76OgyIXaxRZvojdgFzfMzxE2+mp359IUZ9HEwK1+ZE91r8W/G2+d+n/6I/GT/F3s0uCHcTwBoEM6Ff0GbjW5otu4/fw+6VkGfHRjbm/z2KtI32m/2B3+2y1zvYJUvPM3jIR5N/fAMUWNURVwQnWjqPVbnSjnzQ58KvjrC/iCV7fk484ptcz3/zFIiwI20PGFj9P8s3+iQnEFWOion8ta3iVLjb87Lf2ymtKRRbPPC12tdKR+rsY36FOJdf9NfsP8o5T4iK7GaBb/6t5bGeFAl51viik+n99Rs21p8336qflLfk2pihC8YndVJglvjX6ibnFhX6MH8xvvSbfjvjgfzVxmJfMtZ/0Sas+F65Suj6yTZYiR+KIfVCIN8wf7HXM9rjdkIZ0jxXqDpEl9JnrQd5bBNfnXuFvNGf//3f/3V+vhFsa6rAZ2PYLt+Y0YqHN+z8QHP/kJ4F1fd34dP8S1CktIUez/hLxTyRV1w5sBvJN/ZTr+cd6yvnkN/snxOjBx2Sb4v8nnxbOH9EfRtfbsviMEvCoJovY4Mak9E+Hfz0z6jfcTyO3GPEzzJxw8IDF3ntH+eUv3/Zp/OM4JPt0dkXMOKwi8Ec+LhfpNWEE61erzgQVdFfvTmF6z/wlK02tGnybBeG+TceMpruXAAAQABJREFU9BF6/gawN27kNQh72wlPDHt0oL1dEB71U2WTHD19jVNfm+M31mdZfRp5mjTe5+CXN+gl5qNz0qFr56HM0p6CzVoXD2V/SHyUZy3vIYkpwEh3CmSVIz/BMTLQCBsZbVDjB3TLt/kr1nkjvKh+rpQ+vvEqtPBSy5vcNh9qrYq08k90EX/21LD9Y+3Cq56t2o+Y4rhGo8AU9T+2FExzKFfsA+Fz/Pad2JNJ/aspwVjliutPu73YayhM4b7mMt2HshmEepznX7E+Jk8wxQqYRJCgWcQgDIbU6yT6qDqlA9pDilW71ZXPM6sUeqzaD/JMjD4hmlrYGMgLmZww4GDhBz2V20pVuuv6d4Z/5XIG/ghGdhRwSyAtC3SCDJd/eDqHQBMnKuivpz2W+9Y/pFT0MvbompHBVjkZRO9xM4e927+48jihakIQb2IAuHatLw6no9Z7p9s9XL2xcbANl6TqTieCnYiV/syDarsQZ3BqG9MZ/gjzycpVZwei6QlhwPBFbOWff7jbTCdgubAAhnptUqhMyrGeN6JetMZ2LVj0ip9xOtJGHVSw+RE/qPcxucZ02uGtdGzzhp2fEV60dlDmTReMx5zAdu1bob19MbO3YfpVr7layRmwWJwfPf4c5rPWIvtWv66XGR1ebQ8d26rbmu+AVvNm3/qxpdFPkEZ1Sqnb0xe+zXpr3IATDinxiSNSrWGjjl99SydrFOdDr8St2XqftR030nPTWn/EBZq4a57GGPOzfeppnSmtxx9e0sEZCl8Ppva55mtPVJ9+/Ofrpfb/wnyZEy7EvAIcv9D4yN+uIHMSRePOjWrk+VvWEQMN+Q2pwzDpEWMs8fO8BT7taqnaybQlxQKR5Ygvdd0ioPFGc+TmUB8Ep/oqu+oE8xVT+jPvh2yHXl02Dpt62LH/uQyipAmgylHlE9z7pGEinKRJHqXJf1uvCfPY3K36yQuYzSVOi1t9BKT9sXWIjrbWwNzY7Pt9dkE19sca2GvEMy60/vplt7IOC+wx7lBGpnp+1DHcKKgfNM/WJ9QDw01uP3/+WPrJGwuIK2O8UXmmj1kd9DkyjkV583fHv0Yc6Zj6tfWO0BvlC/iNFJy/GMu9R6BJGX1rXPZ0NkH9rrpUAxrfxQAvGKhLee3CK5ZddqFRYsvMKgtsR/XL07d2wsHNsRze3giEj9tFGxG0/S6PMbY/x5PFfA6HmxnafbKVzem8k7awhkxPdj5Emb+IWbGm4kRIMWSMcdTzp/XXacY3AF7qf9Jf4MX8Enoer2scCRUXytkXwSJtGHJsHHXLTu28Efgj8l+iXT6BsDO/qO0f0WPxb7zbkGhPa6pixZtVo2jd7zymm/+m5iKeK2GWCoUDPdTDdRXlFyDL6BwD+w8fCIa/fj17vKn7K2hLsefJ1y12U0olpnx1vt/25GhdIMnRuAhR4YQbqV1pPrCLYV3Vo2+W1oqTPJJlLKsekspLaVq80bYs9HwBSNA1RfLXHWv+XXMpHPfviFYYJP1hkeyyk2l2qicnkuWo8JQdXDa8MCpOgl1HugPLJpfYBGNyahtPPC3sTxqmzpLP2dzMoVQ37/u89iw/4M5RQB+hE3vFud3pmZuA8WQllNDvi90MwMUS7F/6HzcrgT17dNIpIOUwnSVjcNJjRemob8Dswde2mg+7ioAUejPtGEDUx7c7sKsmk/UL2Jc3W8jYDutb92h1PDGILoNe5fMeeWRE7tSVj+sVrNfxLWlCbvaN3B6iZzob0R4ifFEXcp+eOHFl4ThCzcvEs9A7CxX0H6/93eq/vkH5TMw5fez10LTeZN2cIOUTm/z26ddxXZOouFvarjBrCvs1WzT3sa5vHWWF/1hn1t7d3Rzt45DKBkjDRuwVRsudAkbDjIwTgLpRsfh764Bo1P6oztM23+jO7GWlPBjwSBd6OjGptDF8m6WsyowqA7iDYF98O1t96fCWgsar2jc4AOguiQXYdZAlfFGOJ6M2eov98g4R0a9Ymd9vTbiaqxd+a33kx7HvOXi/rFuYA5C6EVDdiHVTo0E/pjderLke1QRdQelkImWVjQhiTI/ae/OJucdtYiR0Q1kyKIWU+qV0i3zva9lvrQ9lRXVOB8du1Tlpv1ucP65eehpT6Uo+ToxhTmCtYMtQPwg7tkexOYTSp2ite5k6rm0jfLzyEZe1ubDxxid44o8ZkrckBE7cLKq+QJM8fSAFprZVnn1+lKv3T9GtKfnevqnpj563rImO9HBj6aB5BD9RXvdnjTTqoEKAr3bSpBd9RN/qX5pHQlVaW3lBi0+FU5vqBLOlqRFeePdKZ/RVh2yST/xoG+vUtp2mX4h26niNJfoJI/zeDrHbhBEdj2vxo6rF95aKloGe/iot1U3XBIZbYYkvvs51vSAPvp5yAcvfi79SMeurLJVerU9TDDy+NVoPi2j+xA8ySDfipz6oXn2p7eTVTrolR/LU+KlGY6XymAp+y77P4qfeGNol8EgdnR2Ipl2cF1ulEm8sq36VBi3pKOIFdSkPKH07NX17r1fJB9x4SF9Rv9oaGsEPymk/BdDWXSGv2WXRQ/bBetnOs1XXy19onczKzpj3jLkxCP10w7bQ2tPPArSTCfwqs/jXeF8JVFjq1W/BZHs/PqxfvSe2l6VDOkeKeJtZ9BdVp75DRtYhv3/ztrMoS+86LxJfrQM4N6rfGBZPUsHWujG/gvHxADnwlw1gO+d//pl9HfWBfOOFJsUXwUYaF4IYch9r+HlfoU2fo98pp+qzhlyV+409BkOLhyrCjsSzx5qVRn4zmFqXOoha2+O0jN5slPIzurMj8Kv8ggrbj/lHdet05L+GoOZ8/+f419amPV9L4Va8QT+LfUHXR8oZSD+R6sYQXcxAf1tyhL3Mxi8wgv82/khX9ieGmsAyflS65OFtVmIuiq2HvSzy2H6JUyqBtO9rUOM3br4Xv7hI/PzEZyigEXL9tFc8v/DGo7aRD59lLyUincW0pDnmgIeDYmCgxDyDXOxYEMMW+QsB2vkjrqgPasbfX5Epemtp+H2mAUkMAlf0FVeLehLXHiDy6y+Buvvby6P5M1H69qzP+JB16MZHzQcuxgN5Kw3vqqEs8rf+Ooz1zxqCYEsrLg3qfwBh37I31VyWil7Qke7lR9Dfpyf8gJIPiM4on+hm+z717Vbx3eq/7FRwo3y+frS+Ob7Ewb4WlmNfcI69/SHBi8COMwmkS+38NJl3LVkYeWTLmEv7D6K8VTXiDDTCJnvdxN6lzI9h/2WvIeANRVEnOuGDP9hksY2P5QngnliIg3I1QNkeimEBJacehX98uSpSgfM8V/VJacXkA8vctUP/oj02eipMHzwuNZSe0ruViARmA55Yyp55ORdugSmMxGViBQFwcan3khVH0gJGI32ZloWFxIGpsU47jt5EffQ7gjpPpRh/85rYDORkAZug8j4a8P41UrootpwQ34eFUZEOLtPcyH5Lb/h+nBTFAintqU2c7fGaZ1t2sLgQHegrSI28/qzytv7rRCE7P9934lK4pp+gsoG9o1CduEJfcIyFYjeLSMrxd6+xUd/h2tsffadVtdJFr4cKIVrCgOaZduDqUfFr/SwvnrRdgjej9V51VeYjnhW2759spFKQfchmsCnyHLRxyM6EH3eX2ki1hb/fiWZwutjiSPbT0FVcbHSpsIxoqc55mB39MNZIYdarpkgJRk0+YCVrD7RRQqB7xPm2cXSvC6lV2t9GW/7y1hS6nj80xm18pegWK1JnG53dkZ8x1zhXuT5NXrIjkALMjcLJzm8k09AZmzYukpUNknLcl18h/AmytW/cYMc/qQG3xX3xamys2hplxQLRyBOl6Nj6xkhiTNqr8KQGblKTLWMqfqJlizLukI0xGjeAgh4xRXFF+CqL9n4q/+yhRvn61q9XGsJOdIDBXuwdPcxiUOjHL0wYhNPhp8Wvr6eJR0s8t6eHcPWLKhoz8VX5PhxHP6g+LH8TJ8GO9bTTlnOdVQzuDM4bN6vaBVzye5uoYacEp/N91boIWTiIEfCRrMinuEGdy2t1utAEjvpHfjyEM9Z/VLm66LZsZjNS4RIHbpVYdngrHcPXZASpE/LVPt+Bu5GofYnzaWxANqP0El7C2bOl0/Qu1M+KruEvw39Cvyv8UrHZH19DGKAxqnYozWrfhd0JPxaBch1m7hhNzS+j1P/KT/FhXXgVBHz5IwZI/8qrTfWb/RAxS7nYokN4SlUPfS5EQw+ZFFvUTn3wsvN+W2jxprYZ77FOFzxEp0/7mFiX3MrrfKXHO1GSrV1gJ6hJu8KX8I8xQSYZwwn5vkGu1EAxZqcgh72S3LVosq/FYi4nxPpiZTH4vpGa9Wr02eAYkMwlHK/2qmY/2g0s/++/v/56/scuAFsldLmRbbnZwXnZDWf2poB4sCNQ+bWm6RHnWHaGI4YFqspHHAi/ePrr77//LlCRRUxiIHBaZ83izgrx7hVF0z6migCys4zre6xRBzFD2B4/UKIUNh1Rxhk+hsxYuNKbPApAe0w/Wxv6W+LtRH+Lz9Dlc3q9bxdNJtm16Xecq+a81I+hVX25Yz9YW2g/TsPfzX/iiSiHfCU39qRORx/m/W52FyD+i03XfRLw/t9///G26RPABdeUSymIYth+ccxq/NXUllI3FUQdq52F1Ace4ZghADJr8SaRdLJGShCb9kvAnzrFaGLMfreVru58pk+Mqb4JzAkvY8pF79SPVTg6wexOHcUeTtpC5yz3Yh+GPKWGTmTHbEZy2JbAAht6SR9YGixzjY14/27Wq+RTgKhS3S8/61/YUNu4sM5gQ/Qp5ki+MWEVRd8U40nh7LQ2amf07yO99DOjVtuGHaEZ+J3rzti3JhCdqM5EeOO7Hc2nsNH6J/iwXZUipU6xzsKcH/g5+fuNR9Vxz7+2SBfUpSVXiB43SufbZ/2vNOb9PaI/k2mrTrSyd1uQX6EefaIz5kflkVt6lF1R5k/6j29PmI1yg2u5Kz/uS42eO6zZs3Cidv7r2iScMJeNIDahPfGRPmza7uKXTD1Y9ANe7gOs1DDGFbEea7N0cm7bxL+gIXxGdrWPuOiygVNm00sna3kXcaGjtVupIqsxVhrN+wrrYUWw4sS8qpaPS1HQ3EcXHT5CuImuicXXG+IjhHw8zVwuEFus92bksh1SxoBUda4hbPkF+0lfqK+3r1KPeNAbxzX0bhujbgds2iJH0K740OVCNH91s0MbryPfEbe21/woT23r89ipfEhpD/HhpWbXoUtJk/OBaurYZV3mFt2lgUTj4jfXrN/SXnwCSXYlJ5h9+ot8BbPGkfNj2hH4+AL6Rec3zmujftzHwtFaH+fxv+KRR4+1DmSVlaqu1/mcfmPuNGItw9N+GnO8q/lVk1Uis5bgiWFRlfepXOkqX1Nkk3zQerULMHp62PvpsS9hwEU+HeQdzuiAX9sCRhJpCzNxRaOHG9ulA9HpsbIU7drg8nqrwlxirPCsPl6nr6W2jrgkv3lOulTrWKYefXn44Kd1b1l3btn3El9EeUit3e3O8J12aw7+o04H3J1ibOoz/g3IRFafSJ2nNaluh9TSJFiloiEA1cN0yav/M/2oTQQuTENvgTTKMpLSG8Z058YiXwMEnz/VR8qsgz9bf9jKdx3aOLFwto3LNzv/eG6G+7spGsj+0BhEveiLn+TWuUX1S+gIXnmXpY0fOCqTiob4C5ebZrlIGwdp62eTWfBjWmmPaxLJbRI62qudj+WFa2IG5wbymeAteokbHKMcvqUNZkSzW2kC4B1+JZPr0diS0outdeCeSKKFnjO/h3Hchjx7R/IhMF0fN/Z4fIq2WRwxwUb9pD4k9b7+BLWVbtPXPLdMCFMS2qfsGzVOxU48JspXgUbujEs9fpToa87fxAFQNG9jw+FbwuVtrDp4NbR8mDpweduiUfFq4lm85Yg4hmMIs095i1qNR7SuxyBwpEtSwTzbd+i4iVY3p+QbH/PSErC61kKeeCNaoqNyShfjovasH3OxHjKy3VH9f027A+0Ky0X1pTbHOqrmiqT/rB9d/yaLdITq9/owyjbCqhx2eG5vLBY5knNQjHdCfaKQ9hb9639TPuhp3JOmuAgLefkTnlK1X5qq/4Envij1Ukob8DeuZZYFZSGvvftStc6e5DvTn3QM0b7d4om9wTjWMqYgH5zmR8udrzFiYZf2EE1PYC3ntMaxCTpxAgKNfqCmWB9audVPAvC4AJOg0b90ZtV/9ZRgGU7KyWW8zq7rk40nk0c1NLVLj599vCXvUVr7ITtWHxOXjUZ0pnDHxE3rvaJQcvpyOQ/42EpOTu5TZTOFPnEyw0UgNk1dazoBwxi/j7tpYLTnLcKycRY8hHN+ftvMxZ2HlUbNb9G6tl7edC3+N97HamBmG6qrKXl/dRGe73EhTmTiqRv8P05S4qabPh7ITrd72sMLTngvw6sZ1c67Z7UM7r+vg2xpmcieJ2kL9pLx8DXGML+QbHOo+dSyf7NgfO2MxvVr9+LzSS+9ym4/n4QfK5H0o1Q++Y9tYPrGSROP7b+qQ/La4FAPRMPnPasklQvHurfNidYmWOGSQpM/2ljP6PxBdaQ6gNEd8tTN6M3qhP9Rqfpws2xSbNHJNX3SDazX4J7BCTFz4+IMzp8Ak+O87o3bs1WPuteQrjFur7nZ3q4UgT7VTcMtMpjx66s9YRf7Kn/Z/mfoZ1CKnQ05CcWGLXq1Hn1L14pv1BFjdFAvHamNMl/aYSVUn+hD1kEskXl4Gnzna7Mt5urXVvunraezKPv7OK2B83Y5t6EztiIbNK+y8WmiiZzKGxKPwznyG8uQwR9nB7AVHh/mj9gwxgfR4NyIz5Mtn6rwc6d2xrKjPPBFQ3mVkU1y6MGQHz+4oYX40hTjNzTE9z7HvrCOUVyiDbrScSo4sbI968S/ypStH5/bUe3NwtH3z9bvzz4eNyv9gwhEKDD/GPiP+q72gO2tI0ilMLZmG/vR/7WnhBWCSIP2+nYMYgrrDL9g2S7MAzuzzyofXaGsOmIBNBxP66HlgmLKSnuNc8Qb0VBMUTuw/L3qCcNBf7UIDddZk722uUxW/4gjdNBTVn+oDbmiH7W+x/gcpUfo6bP3+ZGat1H3qfTROtiiz3gqiJinLl2lmqO6BPmn//znP960RVB3wNAeMLZgMESQdLLhTJ18/MDM6yyzfFu3tNfsiFvbyG/JJbij9jP01TcFIdEmwIG/R2OvLeTPkzfKR/DifV2qLe2K3SJzrbI8d+yp3zRF38HPp59D1nanq+OEQWE4TDjNCsjsHHP+Owi+MX8ea9bnPerZRv9k39RWfciu/HWb1tb8xzPcI6mF8Oxbr8FhW654RcBRD7fxg77wz8IF1uW/+/RDhxEbQmfc3Yq2OLkJbtQHXD+xU8dFddLtY59/4kkfWbOXW6hu3JmYd/FcRnePp9oW3lZxO/VKrY+XsmfSMbZJFu1kcV2Ou41f7S83wvZudOj5LvSGjJ3mDjXGx+KHP7hlLaJSofxbp22HrdYnIbDmLQEjqomxD1/hyM/wRxiV9+S4lJZofqV03v+IBTbWzbcjyTtY/T5xphMbZ7dTW6w82TfX48h4gN3ObFd0F001e9EG6lK/mwk+unsV0Eo3Lt7G3arUxwlPzIFaGyB74DDPR//U92A910+07f2GLnpaAY//eIjdQ29tedMSFdJvIib9KidwUeaVuPtHxauQa161VfT7ulnpiM4MJ+uyf1kXOfUvbS0hbuMJnb03N9B+NL9syV3tEzqzMY36s79b4yf863Rxaf/VX/VPT5SoHP1knRGvN8wlQ2+fokPMUF49qWmNKcqTJr8Kvc6L9givemGoXanqx1QbIcJXfOn9JMdCcGP7EZ+R76ws2qQjvbHc859Ri7qg2eQvay5tRAtTvFXu41eub1KOoLnGm/m1qGbK+j9sqYeX/S2Qkpk3S5Qj5aAyx0cgo1yqb/c/WnHuf091UnIk4Cp94dU6Ub8kFZ0eB7mjb3EOrH70/Z2NR9ARfE/1XGnkcQ5rzlf2M8pzPK8dcY3zej4VNdJmg1NrBWJKvYC79M02YPeO3/Z2H+iOtMGnTqmNgJOJOrMQw4uncFjzY9u2pufbfWY7GTNBObKbsItF3kHYtN81HTbB5C5CG/sx1m/xEdxWqvFV+xafFX3X/1r2hc4SDub+ITjRDb5Jr68XdL++pHZL3sS4T058JFdS3e9fwtVc9rPW9vnefvy5TDOK4J83i2/FP9Fay6sW2X2Upf+wB/ExfVt8N3dp62W7sNl2crT+kl5CDvqF3Nv9G+URvupVlpSyT9ULDl90udpCftVO9wzAooeTUnt7xJ7b3Ha/OQz8giNhWooMS5vuZBn6LTnhR15lUr5ZSlzj6eJX+87gLx4jbnqFhVH3qEQfR10SF+uxyFErL8r39gs9nR9Vmdd8ejnWLHu663bV7NMRX8kiLO07jvXRvk9TNEhFX3Vzemo9Tkd64Q+5D7RuPyvrvl8dS3YOYpQv9bE1npJ/qz34Bl3BEscj/iT9OZzkGeGyN8kX2G245B24iZe0kEtyKCUOVAjyFo39gRzbhbHlLOceknNMWbvUC7Zqh0rIGvF1W24gY10iXD6vowfM3t7iu8Lg85fnPQ2vdTvihnRAhzImOX0uRhPUWzzT+IhnUDv3G/EjeI346if+m23sa7c3ThRlA5swwVv4kmRsV73mxRE+2qUH/J/5Ye2fotvjJ17yyRw4FV40EmKWG+2Qccm4dPs6e6SPDPv9qFIqztY68uP6VfYiOJ6jjeOIV5Uv+r5nP6KvtOpbdTXdGgPhjf3L+j4+jXQEd/gEcAwmIhFZIGoLgnLSKsIiCORXOpBbfSDIaDNIfdDJHHBftY/qS01rX9R/taODXKiNhgQUdW2mEdIXTfMVO9Yru7Oh2sPSJZssQwvUmI2Yh+Pk+Mb3ERqQf4QtoRjuco22XEDEEzPAYl8Bm5oNfX4r9Rabqn5d8/i0YpvSysf3G1319cSRTaSY1Cos+Vts/+zFq5Hnd/nraKDaHlLHujh9vfYEWP49tcdl6+a7LoxU+KAXNzUsc/bKIOHFH0YtvootSp2SnTiQtqOs9/xdBe0JYmIVcmperHNm1MEjCHl/mjw6H5B4Kovdd/qtATSgdchlNzD8+3SnuJJ+JN9OXVTfTPiEo45NTLUxH9Z1PpSgUefJSjM5BVwtKy/aKgtfqeoFN76qkZiiWCPY+routSmuBMz6HGXkl7T2c8IjFa99jMe2Sp5HcXE92s+f5H/Y1pHe5Ee9HaFlcGOdd0TjnmMif7gnzcfQijUE8o565hWHrFs4FFtI+UvYjEeSr9Yc6Zx2/1ueuCEWGT97oo/9GS4d6eCV1a9cGNZ3BU10NmGRkbg3HpJ9tAn4nRmfdvlnJLtZlg4BOOr3JpGLG8pC72Lcr4dwZtzu3avRfu5LX2t4eY3KwUV29Ob+aTMnznHFcVZv4rfFYqQzijO2Ox2T3bw2SC7di7JF59W8jAyKN9BTvIFAla/mg/j6d4ExmuShpzrFDMovzz//+vH2w246WQQMiS3WvNlTfIoztX+VljiLtsoVvtaNcGr77Kn6k/Knvj5S9rVcozTMb2Pdd/lWDaQdbMUlzU85j5/haS65OtbjZxcs283qv36tzxkqAdYy+DvnJ8QTHfJh1hmYRzxRzHpxbiz0V2vrKqPXW4XwKg/afvsF3dh3EQwsftunvTgvoY4/x/NXZIcCNsSQ+DelITMk4BX9rbGWFmQL+TNuUv/ZDnSHnDrGsurPp8wX56H/NEjsjrmQh2QfedQxu4VPfzvzhBIGwcEVci4GcLAo4ZWueq0rA272bkcY02IAngkcWh9xSL7YfFXQPM8JfG1waBNIQYiyHEKpYNcDQHC8nP95SS+BRI4M1nuY0p/6pT7EHRFhxQwjZWCjnjE9Gtdz/GeyXY85o7ZVxxMi9Cv6weSkMVadYzoMwbxJxcVgu1oWr76I8WbzVpPbmpt6k7ahu0/XsF+vRn7gT3I0f48nSNlY4HvAL20zRK8zCn0/25M8vEFAF3sYBtnZsW2d0JPubB1vRT+BGiAat9MIpwEfR3lbBPybP8aLDR5/vZTbdO/H8WBCSsg907HQCdryDY37NsdGo/nXFpw44RPLU2Mauy2kw9gmqpsEDhoqfvrtAdI7N0vGj5JP/O/VbTuRYBHhd5yv+zSzt7Dj2MhcpPjFvfGxaeGvT+v83+av8mohbvjhEG2PQdzwIPYtnqmddYHWBvIDUm2IcLKieVSbqHqFG12TKzjZReCtTMgmPh2U+UrehCdhGY/w7w72qkIdW+XF5yqCnx+JmNPZyqNFll4fzWeL/jvz39CvfEt2nuXr7Q1aa3r9PIdWklf/XSq1yZdVlp9TjnUwOszvWVGvQ/xVhpf4kapddcApT5tiDesqLT3ruggYYgxxJY9GN0KH0bMW67boJty5HDz0Fxef80mBcxR2oJY5fj0uO1irJvUNOeuxVV9hlF/i8ZJRy7Upg3LkX0ftI+9uoMfGrixdKKVR+ugArSD7Gbu+Vb9FZ6R7bXmkX/twLc1H4kk+pSMvYoja8Gn652UpXL7qC++IEb7ZqvaFIHhJS9UrMGuoF3+BY5+GV+7w9oQ48OvXv37+/LnI1ho8gT/XirnV/2nYVF3Gp8kNt/EIT4zfBX4EauUaYzdANqrlP73fbwCv7N80sAXa6kX/AOygWWMvsCN9CG6dIs/5GLDGv2dN1c1apugzNkbcuSffbVoRr9brX62/NdycHbDOe25vclik9/XJNv3LW6SjIzs7orxI2AGiY+b/0Z7wJ9XrXKVDtAI4Wl/4IDnA/E0qwq18ap52f121AC1FtjfjYWHE5peIMzofktwF3LNhM4FLxcijxtFZuxNpP7rBHBrQHWlV2Jyn53ruYa8vjTKs5teN9fERR+lNcCOfsV1wSkd4xWM9WYYP13Wn8C5PH6vfi+Vp689+35ZrAVBKnx3143wwMJ4Aqsfh+H1M/N4a/xhXOrA/LuBjE/W7vWBJL9gJMf7FXlf/8oM9314vir++v26sWIpAM/lDLelFKcvBJ+KV9mVMIseXDOAEzRy3X7yZwC5eM5bIB7+RJ3iVBmUO7wFI42HzhtZWfDqT/e0AAzauJwgl6fZrtqwX5Ml0175YNyLPROYD8lUedLhX7knF/AbOYw7NnzPqtW3LfivMjEbUPbU4cLweHGnM6Mc4+BqjxJARM8rC7+fdOez52jp+Z7B0RrANywC7ldeBTkOLi8AsAniUX/UMSoXfJv+ZWkYHQDYUyt8YYM4a/mP8Y2b0MigL6RoGk//ai41rQ9J43sNgq/wpt2zBXwHbCvNXLFd8Yd0n5ZXPHL8Zd0ufsGkyzD7aibMyTwHjFw616kKVr+ah/FmPO8i5xAoUEnYSF4PxIe7Yyr77poQXUa6rEnW6n725AcvevPmiH2fTxnE1NE7JIILtRXTPA5eOHm4Enqd6D0jFLU7Ifj9zwtxT5cJ8fzB2Q41ViI5aalnTwCWxr8Ys0fy4tI7fNVLcin8Nz/fDqe45968LZGl+6ssF5Sfo1b5qs05YWYBzPBkNIsebv5Ys4oo32E/cwIoxB+wzIcoWznyrd4ntAib1eFYr5nnNlaTIw+YKF4uivmnIaHHSoM9m9JT6EyLwjn1nbmPSk2Tq+VxTmvO5htKnxtmxvU8t9xXC3dV/r+D/GVDkH/IXZCJf62uZ+ZKnhnXE9/lU6lPR0AUftUJvVke75BCucCKNCZgwpQM4aMUd8qrV2tzmdguC0GTNlTEy4MAVP2HO0g4GgoX/DP677j01sI7LjJfspxu7QSytz7yacfWjDi60Z/UN9DsxDaz1X9Wicah11Q9X693muqxF3izW2HZiRbUNVttc7auWse4AJ4XcMDUSHkTw5Ubs9/oJYEjwbVAOXh5tixaPIVjEc9uFfQXd5LTXZlksMV1Y42wTrdok9D7y8BA26PA6eerY34XgdWJ8GFbt/1wIDytV4Q9fX2Gdecj/sP042jq8lVb+93D5UrY+dtxmP2Ocl7/pPER6qNzJs3bgzzx9aSIkUOU4ukB2IJ74QSQu8sQc9OKvJjV6P2KtkedDxJbkCR6yKjaqP7pgTDt1qqd8+yGbgFLNn6V8DU7SZv7VE9NxscDa3tX+UpbjXO9Xx/BfBGLR94GBn+3OQm8fAd/y9Zfm36kp1cqa36d9bWv14S0a2z4Y9vHLbhR7tpvv44KvxQAWK9ZHHpT6YReGdeF0fCXwGJ/GcpUnt98jlgOrvxovwHmxQPbzBy/8RxZbx9gbUPgUhh9U+HqFi7Nx01DGl36eCIThl7FeFtHj+knjdWe/2bSvO/MZunpNcVGNIetmnGvobONIx9sQey1VviXfqRH6d4oLE0EWnrR1fCfAN1VV4qPOoq2fiSfMdIcMTzly/wPHC3eTklEQswk6HDcncpofe2QQSD5yxuisnHovwNWAI/ikF4sPlXtY8VcrqYJHKnukKZUdLzxEq9JPurU28qb7xWZnuCMGMCD0uqIPtZ/9BX6MxnBKMMpveJ3huSe/SVLojtJGeR9/jqPauXyyb6Dgz4k3qcbNlsn+T7ryJ4F9JsIbTBfNx2T/wS0GQjRIdUedpDlO5/Ie452FuEWX8OjlC72IJqnax8V7TNpcCNGR9hbKxEfySXNBHaXV/g22ncD0WMlzfWOE5O0xLisl/WO8S2Bn1C6Vd4QnVptVt0UUHMi/2atV4sQweMYTwck/7nyTPbMBHTtX2DiX3lgAWtZyVk8mA14SsdzY++4J4ArZ/KtWRX7szxri8ppRqksp3Iq/x+8R/d3jN7bZ062q2hwTAWyl6gOURK3VLbFf9Vs0+nrFWN1wEnEas8M2McEUlv3KOCLDL/bK3erIQz4it1FrYjw3fHwj4nikjZD7jPKkbHQAJ756wwF+wB7u2y/m15xfApeLOUkFljlfpPyLztBVe4JBfAI7+py6oFY9Ii8mqePEX5QDoB2CjdLlv7fiX85xhpH9G1tn/U29jNCXlo/nl4HXcqak8VI6cpY9XKrfe/jvKMt2eXrj3jInD33fJnNzy/b4nyOtjcnRH17NSYkneitSR82GiHWkeLPhqfy4UdHhlcKyJmoTcJRlE6m/fnoVT9ZYxJC4SMyd8PDnjzr9qa6wXbJxE16LJwQkDsbPGSb/aJj9jjCSvdFpKNGvxJeesqbgZeXNOZ0rNfV6v+gm57n889f/Vy6uA2SR/439q8Dpm9mfrHNI6bSilbyNlJd6/TSeHv+TnngoBbHHC8LdxkNULXABrz7dT+dVpsayS2ZydgAPK6T+Ziykia6trFEU37bkn+m60rItFD9GOKYBvv/LJWAOrQv+MR921/PaGF/WGqxdDkzJMWIdQq+aXW3O78H3d9ttZUfFbxQ1R/G1vjvO779+IL/xj1mUhU07H8Z/TKCqP8r1nMIFuvhnf7zW5FIC2WCk6r/2itaY2zVJcw4jGY/g5th9bRuHZXBRuPwy6W/ZX09rXRrtboRYliNdQ/LtqofCEktc3Gbo/qpy8FUekFbF4FVtvgfp9RM8ddNlWV83lenG/qDhuzw9OfeHc/0bEFtRYz9vjdrz9Of636Odbdg5+iCV7atV9sI6hD9uzI8DRaEXFSP3wy7g6pwm4OPbwwt9Zksb0ud2wVfoNRVP1VEWPnX14rDkHS8Ss4aJJ/qCimjCmz8d0XdKS0/UZOme/u87foWpZ5GL0Ok3G1vNsm5chIf/nnwjxShLD2qV/lQ+n0b/R38b6Z+n99kgR90ejXdcGCReha0WfLO35bx+iWcxfqE/bG+kb37CnOoAhVanJuqLMXdtI70tGh2Sy97XqMTaPuJDtZlbxpvv+XJOhElr3cI+zNsbcYW+S+bQbVwsVsxGNb3Pehldj133Lmh/J264T9wGbCfgftNc664tVf565UK08yA2RjzhrSi+jrL1S73B97fdGBd6CZkDz4jYQzM+REantsd4t/5ZP9WVvD4ivZ9NpSvZA/1SXdJgD5dD/KK09StFrulsYaRtCFeQkktlU0s/fNlwKjfSnyHtyX2MP5NP/YuZT/Q1tlWGkX70P+0uYLO8Xl/O+FcONb/Abuh0f32AX8caKOWZEzq8AFyFUnDi4gwCPpsU5HmT4qs5DEGRhf4bFwW6ia2n8tlL2vQhMIwH/ZPRjG3T8qKH1nrOU6ekslKGmjURgKLM2MhABDmab8UkT5/SWBjbHiPabNz9lA+qbXPIg9LcuEYeWQ78KK8lZLGuR/N1UVgn3D0OpV7OaL/+F378Mw36EjLybMfY3U3UcOHSdOMXPA2Ob5ykPbTAwUTXbXZeqp/r5b8eU+MwUrhWv6IXfa86MuW0CYs2Aqn0Qwxh8tTCBH2O8hyX3f59DG3KbOPQ90KyQatvOaZ+BgL6oiteKp/Bf0cY03dVsZ3eLXfjSgpt3hADlF/s2078uJifCz7mhqDI3KA4JFpbqTZkt9rft15jBtdrxu1W/Pft7aXcrplftnlUXW1DXd4Si/C4kaRiV2u3+ODsY8EUUNwZbxHJQlKcvEAn7J4041jSjLnRIlkLVioHhGIbJb6ZRaqTC/LwMT/xep7+MYEMJW6QIU7280sgwEt6C/pLnPT5qcriGFf8iP4VqCdRkBk9f47j8f39HP002zCdKy6r19dEuc/Sn/eSo9pqH0XWEhALFA/++9//5ry5BvUa5tVlbt2AmVXPY011qqflVa+c1yCTzmsko+pFP+RuPVwCS7RGMXtfdSL87/R+GpD6V3rmHIOjrW9la1G5//tmzu9vMAK9mYrNbInkr/1txeU8Jpu/c2hAkXO9R3CLfuo4Muba4IOmbEG88dt4RTOtYwTPGECO7wDrlJ4LucvroAc7glI97CXzvh7h58le8/hkb3ozSfz83GU1oTwG/fg7zuLaBeDaD+hpT0U3wIADjNLK8xH5UZ6beKCzxS8eYwfIl+N9k7T3R5bNuJCj3W2xk5622q+r7+c/F2ggJL69nEvcW8Ke4Ab0hxQrr/vGjyNxRz/I8yMUEbdzVBrc8K11iXDxZa1XuFGMOPVqF1RI46KOnS+1YCMfh2YdK9ESL/FQWalwaK830tEODeT3mNLG0WqsTpvfojKk1X9ly4s/D7CzonBoO4E39tUvBEveFqb5rNz38Z4akL7v5X+it98Ht08DGW8A0/mYY99qn/sirFrlY6uGKypizgq/BB1fjHWKlywIEGMwfosbvmJgXWJOYH4sOWosYJ1SnyCGitYx5DmCfnOkqFr/WrPOe6LxpZVj3GjjrSdab+GOr7YXw/UOyYUfvwLggxX7S8sCWhyX/sV882QXot3/T8QJkZinW/bVAkmsvgqq6kvVO2WRVLPtep69gxAXxl9xxPewuRp/kXVlOU5fAVo9EZW9NOx6D4K2yv8R+sEHxzknb76QdNG/0xeA9aQkzgBxnhR7e0U5bTFgWpTzsBCIO8hNuSvtSoBL0+A1Yi0dxcEWw2iD14DlwD2uBjYdC1r8EYDAYWGhYESqk5ieTit1/KcQ71bp8elEwKGvscGMwfBHEA7dxbc/zZHtAg/x+a0EaO7oAQGcuBA66Zr4L2Mygdmo6ibDKYzGbtp4rnJHPp75JVi4ftALFO3OH7MMy3gIsZSTYSvbJCGfAAycmMzQDb6CLdHymY60+cdLlWOFatBmnHTgZ1RgcyFF2BnweSJSfRfdun7BElKgdr/H9tOBzws79jFH+Oha9HZ2XIEL+LhDLcp+4bY90Utv0DF/OuGjjiN0H4MW4xE2/oyv2xh5iw0tqQ+5Y321n7Tb+0h+yfhcwlFynh37S2jPYcO/buErXOhfK3fQ0BPoc0mpbcFlAyDiNVbaLNU65yHci8T2kE93vyvukOqEQjHJuU3iknCg6ycEQ5fjhAY5bePE7qbj5MNvN7L8m32zOMFDxqcn+3Zfe8QUmhysvTzv/FtlNE1+76H/CdmTVS5nE9yX5PtDdJLqVwPTGOTovlcPbvff+0kq30kfkY2HUaj9fhwvoyS5xjjCWoVD5zx57hH1zT2jYL+68KGKpGuU2xxb+6rYMvJt1M3XsZu4OSQ2XUV5nsJDNMWHOv50jlMxuZOfO/r5FIofrPltDbz0twIvMZaxkz0rlZ13CFZQveDG9nPl2pfACLqqX+L6CXJ0lRNyVvhrPMl7gpCDCH6jfyfXl9kPiHK+1sajiDGrK81L1ma2mCNsU59NCI7ejiVr2EVAfP/ONTDaWQ8lTS61jLetJfQEmOrruQpjnePdx0G/0DCcS/fwcc40MQ8PIb9ebcPTmLKWB491DRdU0nbCIAIfOQJOrk3rE3O2g0XfPXZQTx1NlnH/sVQxBV7aoCVf6w3L20hpqwflsa6254WXPFfs2ksh+1gqT2dXI3kCE/1o/Nb9qgRmskW/w1djPCAX9lNxPzSv+LUhhPq1O4YbuLdUx/xE/JLew1ZHmnrAIOerEeLG8qKfmX3OZbqR44XoezKkzeOWOvcRAz2JG2NsN+23hh8/f9hTuugd/b/ZeiMCQ91HlV2QYhvjnqriAyQFqzzrl5U9mZ65QKTDw4jLbE/42SKGV8GCxw21r6/6hIf51iJ1PBWYZSghV6RVBvHI2LPUbGa0D45OPCSYXY5rw03kEw2jPkZ5x/YTJANE9jvMOafxvwjgqJ+It9htWPWoz+yW/Gfm3wm15NCn6dKX7Za+tauYsdZcoNYZjcO65VTN2L9EivhI/4DZ7mdiHOcUd0N3Fd79ss2J0q17oV0wdZ2UT1HUmGDSmXy2D7P4q1E1mVm3vrz8tEIbBy1kFx7inrEsajRuas+U2KNzJPyf5/8sEhT9cP7z5HEFueJol9CsyDUSYg79c3H8rQjiHzoZx+NWvW/hR/xCVeKvftL/1EHcDJi2rrUa0LINYXZps0v2s5ajDXtGY9NfaV7gzmRk9yv5DVlte3QE4+uAWEu5LFb2qnD0oomBmPCH6qWo9oG+1h1b4wJ+VdlC7y4Z9fO80k9fAJZ8MuBX+wgMDlInbGD2Oi4anz2VE4x9oa9q051zNVh99n7N5NN44hzx5OUA1Zw6XgVNMOHkjgUSIXnb0ES3+dlA9GsVmajiPzkuA7eLukwSNpGjBZsamm7qE1vZTw8+9qMbKbLl35WTndHruOGg7z8T55u/TSAWVq63BjL6Y4/5XbpZA67s5vBGDB/mT3FPiyPqEsrmgFbQotai5CJK+MVS9Ix70Xbo6IG/dKlq6Ut35M8V3m2e7sVY9fNV2L86rzlNZeb+cf2jNlLiFRu+8hZoe8xj/Z0uAiTgy8GNRQFrvsXnNmzD3o/2mjXFQdL4BijzEzDxWlrushUMJwLcyUpbPdS+dL82vkseeVwhKOpdOH4z+dbAZ9SA5llkS78Mf7WzLPfc6iHEE8rP+Dk3jCybJ72Pb/U14kbCimeF5274oCu4FrTYrbG78nXeExucxEk2SpClUnm/vK9Jrowj8ZRT1fD7yX3ISQq9sm8r+kaPIVr39oMGbiXgd4VrgHG/YsxlLlWLUcd3wfv1jPYyApYLOfbPDOPZN3as1vKyitg0q1Rrfm1NaiW26K+uleCNPJxT0K6y8GjTTTPk6zEUa9Mfk/c+8nOFDfwxSriqI72tXEXiG2mlgdEHARjrfv+D7iMWcN7zyssCuOhldozv629cb9A+1om+YsbIi3YddpalbLgLMez5779+/IyTLLW/2ZrGL2bbmwxYxmgNA/Kr3Wj7mKOnq2//wmu8Gegx/L8GVY3vzA6u7YFoXov/CDzJxK6AH9tT5yPYT2neU+dTBjuVPs/RvmTWceXtH/YzRCQy+PTLC+cirWypf8KLtO2TgDE+LSwqmYIf8QfYOLOKVi5uKnYI/vn5p/Hl/Ed+LcHi/IgXpGhdhWi/7CFJi4SLnNCRDYjmY1LJ9xjqH01VNntWl5gXZz7Cu7f8Yb7oXPZwbw7n6BU3OoXw9J///GfXUvQtOr6NxMEFrGDy6neQMkGj1BgI7pAIvv1dYlF32W9M6uLb4Za7AiRftDfm3e6qFgdKO0q2EFh3Py7SKaDkK9PArCcl0ef5Bb9hh7dn6qW5PAJUT1hAzY69uwjqI+Yz3LGuOpEchFR/WoSB5ydqf/H0dxi64G0543bhtDCQDblH3omfLSH/nn5SJ1X2pFByulOjVNXsb72Lo1WyKPPXTlvMxjIkH6+gVp7AjqNT1qtuqMGU+LaA37HUJiHusEHGUU7RAu+xR9Vj6i3ts7anJIyBHxv6m2NV/Mor65WT/aIH6cL1afGEQ3FkfMJPi3bhiJ70Sz13oftgqHE3PerJLjKMDgAeRX+P7pFMKbL0ljWZk45J9UdrjQf1bqwIpcbbb4rgrj2LCW9xIV9UxS/mkHXsFdxxetTHPf1A/Qj/WIJ9iD3+l/Deo/Mx/UD6I6n2dVNbz+rifhyD+xHfs/y26eAzz/bhX52QtNDm7GMbPk4Gqp/RGL4W91HiL/KZkJvfGU/kjbdRBJzWJWyk2iYMztnmLWY2xdEZrcpTsgXN2e+WnmYyJr76tE1fdOd0lvkpSXY5zS/Hljqn3xG7qaB+3ETkrsj02KzDfvfir+S+TD/jeGqcYxwuo3Wu05LzHPT7Q/V93tbPWjJgU3/Z7vV2HsY/em8rTEvNuflvQeYHF3DaeU1/fpQ0RHeUJyGOc6LBa+vjlfXqq74raGLYk8PAbfERjSNuM3xwhT/2cw0v2ZKTcLOm5mZ2BQ3q17QqZp+f0QGi979RXt1gfBmvnvNWqZ4fJt8qp/oZ89MWnajf10XSn1PZH4M5Tq09on8U/0f+SS/6NbZX3uQTfmwJfY74Ab+tM20eJrU6Llkruxj5J7/Am7fn+KrdQo35UvSHb+dBhyf4flk9KxFW8aRW9J8f7gcRe6AhOuApz3lCrjNAtNEoiyDaVB7hgKUubnCj1M9V/p1kP9cOfgGbMJLBzwVB3zjySdARYDJG7Gks58Nb43KCzghiZY3bIjeDYccY17yy+5nIWdpFt1QN2b4f4i/7OsJP+IHsnYuSQ/yynOvkKct2d7LfwDAF2NffFKVUZpwulYfZczzVV6UzstLDrK2v68e5b1NpLddIf08WqNR2cIVPPb5e2wM+3jDIngGvqa8HbxfkoZQRp8KMefEb6ylDh3ZS7eP6A3sObP5mba+xibegs66pNA3VjuzXArjK9H0hbuhpQr6prvOTS/q2YjGpqPQkt9IJuOki/GfWphgwb1P/1jYzh9+unclX+7GNSYvkCKjAY3yEdSRfjy+s/b4DJbzL6TMnHb/yW/RTonnuiP8c6361R3JO5LN5lDOWvUPxOu0zBjTHNbDLcsIqOAtCuThp3ATPW078DQBtQxn78DVHu2n2iW/6toO2anczuwxQYoIHAqF6Kvi4GTbWL7N1DXBar8BdporsTjWCTGPV7592DL0w1+O4b36Ep36rD5SVJ1V7T6fuN2VL2HfIdakcSWU75w8q+jAj43ocwJT9qA+i5v0ClzuA7BjbBZfpXL/ZvpUL+tJb5YPINts1xLQ/KmQvwtuinvVH8vX0Ey9ylz8B7BsLZrJN71vGcb4Do0gfX87N0pCl9nE8YRkDUpW+4tX6z5SvholcY5lxxCjVb2AIU5RHWNp0qO2r2YEtHVCCdWMdWNQngo4e9Y9XZcciljfe2G0R1ua3Prp+6H/ibQVSae3fl6KbaiMKgFpgqU06VPnfp6n377F0DmfyLKRIc4xowU/4Y6HSfMaS2Jq21E8w1pNQvG0A3zC0ZQlE/vyBLN/2cF5f35DvrwFslO9jcf4Rth4y8O0+5lDsVzasMji/7fWr1tAEVnqZ/EHXvuptd77rcBls8csMFf6znsclj/yLlEOpF9oPTYuYteE7/8k1EGP6yYW8u3iybRGe2bTaPjrdko16/zMBmVnxQc2wT3bD1ZvtarIVwmEzrKfxE3VcH/aDG7Vu8F/pkicGn+yqon8SxQjzrVA/jDb0uRlYsLVP5Kmv64naDg3hBcH+d4TtW8+XJMd5jHtA1nG5B73raEiH3zH8Ov3dG2vP3u/Nq9LDTzmwh1dbe/BE3D8sEp5f//rFLqstYEjZL322n9ff4eO+2WfGg9x6Q5D6INtywpOfoz0E2nUeuEK3mPP8xvlIbJASQ2ZxxPcH1bkVkYhP37Y/UcwXqTqysVu6AW3Z8i10/k24dTxqHh1QHuuo950Duyj0ytNy5VTHn5C1nXztO+j8CJyjcRGfEU5lUmD82+jGk/0K6uJGNjjEwc2z/ikMj3smqwubD3WIj+BJqav9qG1fJ68V5ftILD1qfK7nio1FXLffP2AcrtfEV8LUuMsO1rIrMPTrZvZV8qiFyHOjh9YZ4sFFYc6Y8FG9XU1tpPwRc1S3LVNyJid4Uq4RxPol64ERLa1XfnOzXbtZl/Y3O3/zHroN22VyO1fTzSq03+NABvp+9qA/6pvkzzPOPSr9WO1BXtomeULXj+NzqVxfDf7iC8DRQawnJ3M5WSzW5YTsMgATC3QN2KUKWl6Zy52Xy1OlR9abG56b/JY7OUO+FZw5CcFFF/pol0MLVn2KuxDSCJmA6Lv/urMdyeug0x/dKXb0xEtFFk6tuzSPo8vZCZj15CruBdbiGF2Hrkg9sPDjZ16Xcg34Y/nr+G6NX4U5LwfB2Hrhd+gxavORMxi+iWb9/G02yQmxLni1HiwMpUMqZC9L410z9Fe+d4bwdfo5Q/kSGO7wjrswM07EQt82G9oAYHtbukv9Zv+5+ye9cUuaz9H/Lekuru/i43ns1Gvqb4YNHOOQ+k4o36dpRadncMuT8e5AoWvWOVz4ioPxjbtit+gmhz7Xx1edNF5i+z29eUn2cSe6V47PXLaPrZVmPlQKzd/LmuBDpZkyx1dm/gIw9ayb8Bf5YIWPOi7j8Oq0mFfxnzhZMKdqF5CXJ1IWv5IoioDQV51PWT6/+acLPL6Gfdf5XRsu8ktkQTbJGn3i6Z6gm23JxzjVgudr/1aNd6/4aCv9aP7bCr2nZLJdcQvbUKmmd4qjC8nLeyFZZc8LqQdmxFPnRtv6uUyImAPXONS/+lMralMcwPfDJ/lWVWRZ6dpmR/mGnrC0ghJO1q9zwDz50zuMMX/Bx6Z3Kz799fOnfbN8IjB1xEDFGyjXzQ7xVko7R6XVtxGnALC/1tfuG1UglwNcaPU0CkDN+vxdK75uvp5fpS7DTkIXNnCaX317/iP6Kv++Nm4I/1Gyi3761y6nk+u/0RYnbrPL5lyjZO99SbiVp+ftIggrEQss7lp8/utZF17bNI/crBeq/HEe1wAa8brOEGykyHTZWP+wVzF6BDPexA1sOe05GGp0Xq3t1d5Jy4uudfj6xYr0Mc5h1MZ+hjAD2mVcfEIU7ple3v97cr+clmyo19PldD4GQzFwtq9WbYi87PR+kkp3ULzM5u8mg2z5gedP6G3UZeyVhp9Zc5um8U3siIs18kFK0a7zpDoWrBn4Gw/xFF9S7dtWfOB8XE0PnjZCy76Fyu1TGBH5fttrpUM+vzBs8eStxUHJofhG3zh8n9BzHkGtQ3bO11ym8nWQd/2pNrjHWHD3ttOke50ehN/LHueknzsmafx7yT97CX3fyQZ8LZT9jfHHP8zL8Bsm5Dsd+Hw9p4BsxAZ9DzwYyQYVU0hVp1RtcS4XMgYt4lTGLdpV7OuBi5jFdSXC1xuAJiN0eFvik799pXUeddvDA4pf1BJfFGMob6lq5AssB7ghc8g/wtUyefUPXPWp8tQ3zvWtYXB8/937lDjg3++IG5eh94Qw8Krqp2HHhM753zy+QPqSI+a7Xg9h4hKwH4eq/0v4XAt75QVgOpTGMROa1wdFME64a4V0vLJQqYs2LeQuoe1hrNE7ZwxBHeepzkgtfY9v4l4iwT6sv4K4gbis7nGjhe/TuFcrfeYO/tpv8gpCLpqF7rhQfqexPpWElT4AAEAASURBVBT+ThPRhI/cctLUV2E/iogWbeLiFieSIRv6oZnX2BBEU1+nOfT8/tiSLghmB9EXEwoXh9FhtbeEilzGHvzjXj5S7Ws2EdT2UaJ7lK+gX+LjPSQ4T4PFS+g93CHsW/snnM/VuSJuHrExpR4mtiDilXOv5i+6WYiYEnFl7ithGyGhFh7n5T0LecUY7JH+sPHZE+oxbVVzM++5y4nEF9TnMl242sNnyGqR3Z+oEPuYQ8wv2oInfcK3PR2PTw74Ya5S5+io5Bf/JGWOJmV0AIYGR2yEjLj4rGKr5i9gEs5Gtr1Ghxt47DSr8XGiXZ4a9TFajWuvDFW/U1ot9DzLmJdy3M5jvjdk7d/cA99bos/CD7ML04u1aj833UvKqv/PaS8REyy2WJfjG1tpJ+b5MT/794X35Y8YJZg45zPNhiInPj76fdyNn3rnYjGHYo7yih8arz5WAoUMxjc6ZrmId6xNJmKAcNlxx/nGraOpbPv8tdrQZaLeBVr9bUN5F5r/ZiLS56fTwWhnEQfkM79bhphQfTAiR3aGttEnWSuM/l7L2lANuKR1SU70lHrgKgQUmejVD25SqZtHbf3CuQqvsbeVUsG8JTvq9BZaM9yePrpf+j8D/5fVVe3krNYroZpB3xKlP16nHxaP5JH4WpuzywC06bvWLHGnVPp+mj4zWOvxgzxHifOMPd+YtS0PHTlhOwezNOSyXLtw/syFYbuCw3mPjj4GxgNQ7PvlzSRQiosXwM4OybPVPsO5f131oJq/P6f7U0SvVWZ0vncIditS7OGeabsffUwmpmPRPMP/a8D4KPEzd4udToy6OB7H2IsPuPqAH0wUU5SKsR6Ck3+qnvRsHbBslWpvlDL7oB5hrN/PdkObX9CkgcPOv2zHJfLtl7iAbIoP2ATLmPFV9R3SqUJVvI/GgkX/wu40QFXnin89ToS3SnMhd3OGh+50/PaHiFQ6l3YXix8iYsqXsajXzzlJHw918TeAJVJOknFRFCNh4rX5bjkwUjb1ZaxLw1UZo10GXiT4Nuv6KEKUxtmib/sEPAMEfSNo6IRGJy70i/7yzvfod1qTHutPPRVBNrJj/6Q3nEn3us2CzQa5U9XisQcsnup/jLN0jJ4YZ200ByXRlR626F+in3QmyzV/Eh8tzMRne1wF0eRs3wA+C5/Y1e4iQDKZuK7MTl/MFxi3sI+8AJz4t+Yq/5GWxob6GVxtH3HH8gwfmCMaMzzhkI7tfTnuBEWv6VO9ZAGv8VcaMHYyj/K7o6cvSTqQEl/SHireFKsjsS5U/HVrX3MNfVGAT+LLP9Q6pvO4KaikoxrFAMroVvrNO9rCIVG7mb4fz0/2pTD5aVQtv2/tzjbRhZ5ukgBIfqNhZAEiW+j5NwYre1r3YWHumdm4CId01t5TuKzUj8953CM5JPN5ipdBbvFf8+1sTifKHbM1Ttd8QYFnUvYOWy3sNVvrEf4uemnc53OtHYmq/MN3Icpmw3O3ikUcLs6aj/CMi5zOatsep91tigNFTIzv1EcX8F/xIMW3VK5+xoQbT/npZCDwgYHJLz8PWMddfBaQWB8FTsP0ROuDKnOFqjGtrx9L++MZ0NLqiLtf9j4OINJRVp/hn9BHuXEtOMLP4/esf7fKNaM5SpPlUS8z3SX0Jblb+yFeMV8wn3Bsy3fU75k8FSfa5/qocCHHo3518wj05WMh01wGyas05KIvmmejhudzgOGP8wE/iC8el4ghM/0Id55Wngpvvy1wICkXaDyY+W3zli+7KIyh1g6/27e9DLgxCTkpVPqt0RPwZQdbMBHH5zqrtNb51MMMW63Bt0HYOrSO25rm42rG/ksva46SfNarhB7pZUvkkr7ojRD79BN6Cz8h+tycbsob9FK+HjtLczrZrhz0uKFr9CO1z1PdXDlvXdcm/blcY38SfqTV+o8t+vm9tTORc+Dzlh1xoT3SD4T8TZzY0eA874e9gcAiSQGKNUjElX5cRV90FHrwf8WMug7Vedz4rV/Nn2/2RB7dYh3yK+5ka3JEX7nAw4XtJcYtchZ5TT+xvslYk53ZyvX2pf5E/6qd1P73YypdkApf6aILjdkgxqKX9kSSmkVT5aNU52RHcLe2S66lf0u/Uj9VO1r/C57+yi7QTdpDxUopR37Z0ucu9c8em9Kcv+Akv8r3S1Nva5rbMo3ySE9rGmNN3MzPsBECcTX3eVsz7IXEI/sa+Vf5lFeKRPJjUr/5rOwfA6c1ksZF9CuN6Jn0F+c8wAFT08CNOLGYaxtvYgp/oi9tjWXVn03B50/yJj3J21MSXNTmuCt+JHSP304lrTlxEnaW6/ET4lb8pHReloqzld+Sd4Q/K/+Id5a+pl3GNeeXftxG2vco78lX+7wHhxwVtsrV4ykGhJ8kjvYXhZn2nDBq61PRH+FUL+hoP6NPwSiFgvJjyjUi/lTPFRxfSbGsICS086OX5kh5kwhUY8zRCfNY0qA+1iU63+G6B+szjlfbhIkcN+NZv4Bte9rgxR8xKuiEziM+WY1RiDz1lacT9/agEeXxN/QqPMm5Pf7CH8dD9eu0XvgVnzgvM3mj4wUpxjXlsB52/Wp8y3lkQb4yO9pa6nG1Tlj26NY4MFd/qvxzoY70N6cvWlc/ASwCpBIyjNI2Is240Wu87jPvHK04l+ezI7GACwqqPVJD5dfhNwfRCUGFU179U5l+aiGBAbJIiY1OHGhliUI7nWLoYQC4thw8nPM0kQcC4nzqf5z4hGwEjlFXjxFDow71j9KLZMDyCIzIwnjZyaLrIRa8nKC+WaPu5JF+lIL17z7Q43oM0afsKYP9WlNj2330ikyKKHWcxV91lAWntnuk19CvOPeQ4VoabIa08Xy2b4mZWLFJQx1P+7pzLMQZL40hMYV8xFdAAodfo2o+Fneb8VpHvVop6oC49yF93mt8Re/ecn4+et382sTrtVh10bec7k2bt8cbf2b41cZm7Z+5bolnzC+LmeML0hu6pIHXIDL/+td9hy492eYmG62sxYDHj2wD1nztxV8djd/Fhqx8UQSWsr/ilQs+aimprfdefEcxvhFOC3ekchNUbKgYkk+QsTZCBF5T6+tF60bE+iC89NdoOIp5vmQgre1Fgguz19nf17Ej+lftA/WofKGq/jjwZoMEqYcd1b506+bDmN2VsPyrP2Gt/RG7qHuyN9688TmUJThFjPAbThqo/FeYW+nMv/iuMGdAYb9hw/7NYW5osUPyeqH85NOIgUOs2YIFTTIqXcPOdFAYXpCdzY9rKxG/j/bbzyLHBQr+lKDS4ycTTusoibWsK1RR0jb5x7c5zfesSRtVBepkNuIwG5///W9ucgaLmPPjAk3TW7fw4Bt9sFmvBzj16PyLMGGs1v4lMSNePVk8+dvXOCGXWolt3UauNbMu4S++FxoXfxEv1iuIVcZ6R58LvJidTUXfCXx0fDgr9PvBMf4aga1x1/R/vf2+X38ew0kaek/7ab7GfmlbL3RufeeOag5XCnk/57CUeZ687WQmVzuPIVz4wweLYRCbAPEfWinYIf1FvNC6QSkQfZ4ajsBnr4O4UmUjrzIpaxjB5HomqOz9Vr57cJttHl/Gfqq8ieWy38x7m/z5FsVHMHbirxMU7BHcee495J3o93OF2Z4c51Fy9714eKnv3wXspF+h3KgP+d/MjtWmVCxnKU/p4rv4ecDbTGRrDKLFs60zuN7EENq2TEYWXRSkwRTC2mgmB/yyPq7FUI5P7YAKrm4uiThFrPMYYnz9XMgkib2gWLeE/iOWpUTqWaxxFPP8szrSs/SvslAemHJzvO0kOwe/Ud7ENk2f5sgaUTfAPWQdgE6kD9cP42l/Jw9G4Tz0SaIbYHe4AIyBQ53JHbHbBGfZ+NZUGKgmsDTcDYmG6upsMk+8SPm5oqoxaKIeCF9YRO5wrLj4W+WKvodEfkE0FHIhhwTX2sN1ZWSVJsQ9ctJRXFTZo0hf1X/gGEtdANY3M+I+fVFpAeNGPYjaPJX8soQRSu3Xjb8ChK5ljdRn5dATAdUWl/aP7yzGEcGefNVjb0MN9F0SyQWza/Qzw4HmrP6oQ1WWHjYW60lTNgeU7gx9bhcuAkqwGRU+Tsd9Xy4rbevkMjoFmglJk3Wtnt0BpQBkcB57HD7HN+sKIcvi7uHy4ZNckGJKIOV4bheEtR0T40t99lexBTrElhxJm2cMTDgQjrFN3OByr99H0b2XfB9JR342l6GYzxzggsXaBoFT1dX3ld+y3VMEPyHQcqFGc62vwdJrQmQW+7zeyO4gtokNEE4QOLgY+2yvYLecl/XDyYsO150R8NdRN4/UE34xn5mfG11ocVDHgny5+BuVtJCzJ4nf/rJ3A5hMNk+22AB3Hxvjwz+/g9Wh40cnUooVGk+lBTSy3QJ8bL3Mt6OP2ydjI3Uv7/KfYnzJSh+zIvnmeBSYeZYx2Y8rc7yjWtHsx1xyursckbihXXxEIvSV/jm2C+44VX/UvzlGPtGS7cGz9/dsVe5c+2/7dh8XgRc9+hO4dsOJbYAwzxMzIpYQT5qzi8UkRTbX0UKQqGHnkOZPPK3nF58MLzeQQ5cLHm2GO7NLvTpt1HmFVV7pst6YyHpt1fH8CGWN77VcjvBEf99+jqg8vv1KOd89/iLnZ9flerT0Bo5skd9HylMrHLhj9bnqQzUvvxG92qa6WepPvFusYJ0iPcaeETEkMFwGP997tfiiumhkXfD807azDL/6V0M14OjH8/KGgMDXjf/5xo3EAOL52VYqNrT0Q3IgI/s8YZmxsUq/X15++vlJxL6IQ76aiU45Q99XsDL/OJZ9Qex1cn7mQBs/xHbWXKPON8CXanjKUnOVtzR/kkxoNyU9L5aPfz+M55Eb5KU6vZjBxQjoQ6N2MfKFCNI9aPfj6T5ka4Jwh8vo1nl4b2wqHNJvwSJL+LT2r4EGPlLFC/aZXuzVrM/thrPmtgYnz2l+bPR0bgLPLb4L9QKvOsmuNC7oxHpItImJyF2P6Mci+NKk+hHeAZb5sae1tC3kqi0spLuM6Cul8aj/SUD0L7OH/gJLUlty6t9SsZE5C9eh78u6xHTDWdTY4V9WSJu8B7XLeC/QF81P+/pZaNbMtfQPx0/2VZndnpePQmnL37UOCL+I/cun559//f4vi5f/Ot5P23v5YZ+9iSsGyMoeTV4o3gq/i3+lcbR4FrEn4xMSxkHY0L5P1sVYsQ4kEry+/uPnbpANudlnFXTS0XmY9nKtMx2Q5BtxO6ArC76Gauye2v51jT1Nyk3qjr/Zet8GvclJ+hB1HgrkqGrzGqv3fzWICOkB6R0uAKdU9Cme+rXH3bUb2JpRAIOkgRoVklQ+Z05yI536QR9yACPv5d4XPmeHrpRKelAA9Is01mk94aoLwaMe1ieaVwrwRdDQE981zcM0VC50oT/ZETDSa8Jnjrav5i8p/XW5mT7QWeohAmhomN/5RJ/wmsgC7zqp/r1YMR4n7ZCJQMcSIOOmEI8DdlLFxrD8gZOaHCcWKWU8Gz6LIsIqcJCXa0UZfmPQjfLMjiTad/rv0MC/KX4u7tYNbe8b7p7NR1k/v71xQtLHzz7WQgyfZNPDNkQg559OyDUPF3P9ficDi4tOPU/D6A78lr+4+Mz8B/2gB+CPH/g0fz98btR8SVs95P8KOaTSgbd5XIDO9/GtgaIBGYyMpTR9Zy/XgNTJ5BxzbmxmEDcilrQrNgeklxtP3I9LDDFyfjuYqiYuXeM8vl8Pyn///bfLMoslFZ58XHwynm3NDg6H1hMVvvL5zu9r4Ft/+/r5rK02M7e1dzge9q+xfKzMxJPgEClxJHyRWvmh+yd3k7ULNdpge7HP0HC8WBNP+UJDPu0N+qlXjVVX0hpOyOf9cfGqxwCNcxpiWI0XiiWuL/pCaGp9Kiy+s98aWOz5T1WFYob89sgRBE+aOPfTjmKLKGY5HNR2Lf56+2UXa37p/CjiIBdsfK1i+xiSS7KqLJpnU8UlUsUPcFUP3VqvPHzFW/nadpb/LXDifwuNiit61+qy0vqK+bDDx9j8V9THo2WWvYmPymft7xS8hRStBRY+dlN+XChucYSbwMzPefvJT/ubLUt6mfrzHNEVjOSiPtYtunFFkH2ZT+hIRse1fR2eRI5oqBt4Oadb90UUv9PrNYCmcw66ns5ZzMNvAB8RkqHVVPmKy4SEQVWDpH0GW/Fm+e4R7o1HNJfqjbsqz9wFMJMN+anXn+QT7DjxUl/7LTjhzdKufzdaQ/KLBczFF2Kb/kSHVHkWQDzrw6Fx1WuR2NCt/V7380CejXFb0Tm4Ayg2o1dYS4Xu/B3tQeXFjhaM/YzrxmSXXoCWvljIKY9u5BPAyG7I65BOVSYVvuoWmI07qGZ3Agn38jRPvBNXC+OsqSfotXaen+EH5Gir/VhihyyOgV3TQC/oSq8NBko6J596mfUJiHsda9mOKZ+XaRn/kWjzi15nAprRR85avyf3WTjxy5Rv+pn2y0WiWFToJAfIauOqr3XA5CKlXwClPqqMYDzmSH6X0T+KK4o/M9vuOR31c28ce0rHpcpL+TX9bv4aOhr2KFw4rvGprRCUx8NOkceqoRx0t2PIOfyB6KR4RGeC8g5Vg9oHjrZReTBvDgjuk/hg+iGXY8KP4yJu6IEnAv0AVq80WoilrkSHOMwSh/VC1IU/h18Rw2PNSJk/YEhzvkx46BBe2jWbBZZ6Q2t8kK+/4WQRzzKSq9aRD3nGWspz+zUMsGYIrW4Lbwela0pddtVL4Vb6IrTPp+pLYwRmrRelPt2Tb59n0BH+GdieMyWN5yhnluf0hbemeFQDvetkDcqSZ+RzC82R1qy8xVewW/z38BKH+R2donfp3ud8i0+8Ki0O0vClgNFGxLGdiaakXadxUShsl9bwWzgQ3+z5PhYbHjte7RMUcQMbTyQf8w5e6kOU+PXe+003SeNYzsS/NBd9MznQ8xCT9SYd0bzWviW/8FUWXVK1kd+fnyyq7oVOCCzHWr9Lk2fS1vr6W0t7fO/Jc4tP8JCeq27pWZ7fZD85Fwq4ipvnpAl5PjfyPY8pyK3+qb2mE70O9gw0tsXOBIdZvKdRxqh+/PWDi8RRbeXgP+pR5YgH6adOrPwkXKkc4jxrlScWIXa0xHLBl2+bv9rjzL95ovD51dcv3Bw7p+sk/Ae9h+57/e3h8VCJNNhjWf+av106nkfxY08eOpL8Romyr3u5kT706ON5atLInMtIfw3Vc8r+rCGPaqTLeJtOGOjyhp8OOWU+lq9DXBXm9BNMMmXNZbmRvuTV60f1JqG0TNGXXmMfUbWXpuK3hQf/9MkZVOi60mGMVR5T1i48ubt1AM/fJXZSeYx4lLWPSF7twuF86PWVm2bmE6pvx6yEpc/S/6pxqAj9iK8axV/lS9JKazaPJa3gneVZ7qgfonEEB23BzviYhpc5JdsVV7PmONf3f0L0mESBOOrXfp/O2wEsj2jVeC8R9+Xr7WiPPnRoV3qOvnQtPir7dxyNhOpFbWk3VuwpbB3Cs+i1ApGUtSHspM37fv3AemLXV8YnSEWXay9cJFZZtLRfKjkVf0c4wfep9GtyaF1l52HstUJPNIk3+tOn+EwcO7hxVj0mbjPeca4mXMkxlns59kv4md8MbGCis4+RrfAHX34p/SSEctKFypemc7tW/0VtlJ+yYFzWpj/Bq03lEV/1Z9O7PQE8E6QKqzxwtZNnBf1ouLF/Kqtfkm8sq/5PSdVv+kMQwOl5HYBiYX7/uQ98wlO6Fzz/BF3RT/WVoIxdoC+/axCtWZn60KEFtLYRJpw/QQe39GG8cAOtrs4NDp2iS4ImELJC8nGM/ig9q55J6uzB2AjvLM6fAifdLwuDqzsWYxQbqRCJAcAPRt1Sln/Ib8SWceTwEKRKSysNjRfpGb8SfCHn2a36Ee6rlLH58JevIvG3nB+tgdGH9Coh5vuXH6wDYsGMP7pr2p2kL7bS5gljziV4+mY8oPnrn3gy0M83/CxCsbyHll8rlf8/cSHbjNmfPm4nfzxMDG0dyMC3kcPukSM2YWivcIK/T5r870Pvc1KR/jQun1PKb6k+qwY0v8uO8Gs2HNhIeLLQwDxV56rYMI5YQ5/8JtQGIBskhZ7K+30nFrA+iJStBafbzt+fCWi+ofv7rx+/eRtBUPvdNkUoSfYxTxnRhENZxznZBB1p7ZN4XkOnp/q+JcndDer7ivDN7QYNaPw+u91JTuZ6Dj0RbB/C+Osf8+GMKXEDe0CZr/r5iMUCw3nxG1Asr81Qp3T5DzGthZNE1g14tuZ5+2FP3fiuJNtxxKLYcCU2Et/oi254FYHsn2oiVazJ/mW7t6mjWb2ZA35GZxPhu+FmDeBXPkSWMsaUt8b6ZmYfQCD7cm59nPCPEVb+ckR9lENlpcLHZ/HVWXykjliATwOncxilonFpCj5yVFsRf5YvwS+pmhgGH2VijV+08ZiTMJfkqg7Et+JLtlp3lBeO0jV8rgHXbV+/Rv1W+vV79Ll7gJ7rwVOvfAt8S//4UD2En/bf06uwZ/KsQ/yTNRt3SuLzsziT/OOawrO9ASVvpD3DeQ0DL+KVaJNy8Zk+6wIq52XU69vDioNSq/Qj6iorVf17pIzMMHzvwfZT8niHC8C2+DXjsHsGzEDizgEMRcZ0jVbO3x18DfXEwTiRU0aqVBBqO+rLUbvoKZ32zzc6dya9o3YRX1KdkuzQXGD7DHrgLxYxtpjw8QTGvvxnnsUfm66138DWQxeUat1FeZ1AXYT0PsBx107oCI7qu07mpBdSBVdJpjbK5KXrWi/YLjXfet9D9tO4Xmx/+9KeO+lGxz0d6Ukp+uVgDKjjL/w4xkflqOttVpS9zfuXYyr6grlvWnV7clyP9H/U3i7gbPXD78S8g42txzWnYvQ8jgfyaLGj/JaMcfOJnVhxNaiR1bjLzzTOlYbqlNIWTyZiXP0dyI8d9ypVtYFafza/xndfiR/zgVDQejyupy/MmL/Ef3BQB1KbMB6XXt+/x8n08ZRv17+eDGB0x81J2/+g1j/ThLkRen7/Q134NycP4MS8iB3anaMGZ/ezArTYphfsRzFBvqc02ucbtFCS5bEescs3/u3hePIgNn3BVz+CVs7VKou3YkPyvl2H4vGVU+lFfUj9qOZkejg/jXROzosj2oeVHyWv7PBR9O+ksJPjW+3JpypjH1OW9ZM7430Nkn0lhmiNh6SyP+r4U3ndC8WaiBK2LAR7DdbWj7SxIcThGGVtrjWGt5mwUbZzIcONGJfyAkP04fyIY1u+HFfpRCl4v9GnH0F7m07hEZ1seEp6Oqp9RFplVGy+no/kvp7CXTFP2vddeV5NTLqb2PsBzTqGB6BDMzx7PxgALihCR31Yo7H+1BMe69aIJ74u8cASN6AFnDZ8o/Rqm6/48MubxZGRnT2xqw3iyiNcrAL3fV72dpoDsL8Lj2Ag2Ljxte4XOExjRBwgrigeaGvFu+PRKcY1xwr4dq5sTb70n8aCiBWuGycKTqPVYl/t60Pzim9XnHNW7T9OxuCiMRCf1HnUjO2Cm6XACj5udNJehUHfPb5IS7dH4llf3r+O/sh/3p+7OOIv6Yf4U69fznv0bVBw8GtsptoN50dbR9pH7+PC15sHBedua6D+ya0WxIBVu52R+f1tr3YC9uuXnaQ1fx/5WwQxnF6/EXfCZmsfJAs89Cd6alN5llaYmp/BbtfJvrchouUs3BGd+7XXPtf8ZRw+sF/E7Ba/ZWeSPftzg3xOf/ARj4/icp+0XgQWReo4JL36ozThWk6Aami4Q1gorWTN28wfiSMjXQGi13/++WfVPvrby8vff/1tN7Dq3EX4vLVtdmFYT+wqlLJMGGVQzHJJtT5o6wk9sU+o+GlD9BYbP84W2eq6RftGkplUx8hT9aREPtERnNIKN+aDD9i2vuKX7IOPUa7aR1hHO3qhFPtj5DiAPcIPyOt/By+6nNDYoRkFneyi+LFDM/ijunpTxHQMCRDThiPK++1nZB9hzuhnn+ujWt3ipsTfnrNtOWGZQoaRRhNjC94k4lmt9PIu+nA5JHBu9qrmPdJZP6l75VWXFnw5PBS1mLenH7XdS27i7H7wy/HfGs+VLJ3OV60Pr4g+ocycRIJpb49MXrEpF62MifQ7G7MUPBe6WXdd7ki7TMKS6ToOE6wT41N1saKwia/e9Hpe4XcVwukqvTAbA9Whkzp2gd3z5eKv664ZOJsoOjT20BNN2mpesFupYO8+PlsMp/Xb+puCd5VaWHaV34VDDdyi80PiXw7g2P61qPU3qLb+hQ7xYfDxJdKgZReBf9ldtzYp8jbEOBJGNWPaX+An9hs9DwmWWkk3mkU4gPBC3EnZjOypfmq8UKxBTv0BpxhAHrrqC+Xv40oNbM4vV9K7Ge2r+PtHyLnP08/P2jJsmZ0vHN/w1zKIO/jy0wLt6wT8kjl/fnBjMhHCDq0ZyLYqr9/48RvMjKziWN0QoS5iSPBN/rkuJSa9Gh/FP9jUmBL5fR0bQkh3Qt6NbrTqAz77yN+t0sCOfQrkulTjs2XH11H9xtrWwKJx8y382R9esEpcTvGBvY4Xiy14IZudfprhjdx4EuubGYe6dxX+n3HBuBnKGDespsWwWCcFVXD5Y+OQv1brwkSb1fsFm2iMC1Hkc/1T+yMKIQMdbXJtXBBK+PvnvJ+NPzJ+liPG6+aAe113HhZfZuIsBmWN6/5Wk2CYLtdLpV/zM1keXSf+j4mv6GZ26JyBiyBVf6qvvi586rTWEI5S2hzHYxCBC779Pgd0gi5jGnIZRarttfjEMPKjvFGOG3Y5Hwt7iNgRN6HoQg50JMdWv4H5/IdsAkkfYxfvoYN5fH8Pzvs8xvixD32y9V3j475M9E9vHLHdyAnwsX1F2EhfDL8NUnu+Nbbx+vf/Y38vyxvY4mMY7Jv8tCu0Hi6MbMaR2JOhrHUHXCv/kGL/t91rYquNWG9ILu2vUPYbXUw99JLPYPziyYG8WNgxEH6tvFQmcMMnpNfZ2FQOH5Wv9vFYGW/+BvCoIg2K7gSgHEaGIfDUB5NSv+k20tgq18WzYJ44k9bxgCCg/lQDVJ3YkspZalvFIa8/4Csc5fURE482MLt2+qk7JLuGVih6GPksMk3w64VfkdUF4JGO2pkg1UaqfLaT4xVGOJ3poDm4Nm5V7uGvLJV+i4LsUOUxfcg3gI3JoufC0G9SssjIE9N+54WiJDDtLK7iyV5I53otxDezuYAh+HkE9JAbfqNxCPQaeEQw8VVjwmZ2yQE3q18ANjIz+hugh9Vx4v203MDARYA84QVdfqpNQ+l7LI9209mp2dn58cj+zbSTrQzNBXFx4r+LeoofpJzb4yMdLPiWSTzVbuMLok9rz9Qy04DaIpUsa/4JpzEMmJ6Pb84CWnTgxZiEnAg83rir30qWM73zZgpvmvz0Y3JGvgmRE1V9P4Qw2p3qlaaeevyt7kj+Ja5v3Nm/he98TbfClxzrE6U5BfHX/NXHn6SmXNd/VZZ0G3/OP1F7fWW9ckf4gvu3p0d6nOlnrdu044g98m02LjlpCJ+NuCv/D8pl/bdipTbWHavGhr7VEM25uWEztsVnTuwUKwgp7M36vFrIU3Y7t8z19lkITrNHet/v15RkVyn6t9LpiO4U4PdIXupPiKC40o9Pm9eZOzbm1yV+7fTkfZrUn0fqjJ6ID/k1r+q3dWMHaD+WE/pz49vRa44VvmTzdZt0KozYHKe1HwkdsSRWAhZ5/KLwS/cETsz/4qlUdkAadXEeRDn++nVDcoyc3eLnGYP2VKsRtbIUZE2afEJ+lXM5E2MiuQL/zK/00Y+p6J+hAIz4Cm+rDCwwI5zgaZ8dgu/tcAa5Vdf3bwvq9vpz9n07H1GI8ZP+Uk/RvlUfrakTwYnqpenIN/FlX1mTueS/Pa4VJjHHnPaE1utRQW7J0dNHD93GbbsLLS5wQQvbxd6DrsOH63odbexvEU+0XkE35KmTnkNOA264b239rfagPv8FRn+C0DcC42KvfIz0l8NqfLSO+e38rC+2b8a5Tx/Sm05s/ntr4SvlmutxfMJR/CRf4qtGaby2llLMxRHfAx45gt9IT9hKR/oJ34+v4DNVf/bhoB80kbcff2glv6Cc8gTdsX3NP2syl/sLiY+8a1mTX2LPc+rvvDVq1/Qr9Di/sxbGnpFRcigVni4YbtFP+Ll823sic/iRT9KXRGdT0d/XSVITfNSMulqNXVsXaXwlp9Kkm3Nsbat5YH+8/I99iqfKEPtezxbAxAO4EY+66VH2T8CvYww850ARC9uranGOdoif1i9KxVup4PfT2qd9yL71aNxmdGc4Z+GSex175o/3OVLOGAox1vWXLSlmfa6wSbfWruy5b1xKsgXiOZzGJ1G39bMvV9VxMEPOxEm6+/KnfIvILRN4o62O8LV9LVPSDHlSvmzp5WM+lb8AA33xIBV/0lovempXWfNoliMHH+FnG/OOxQ3a2vzLRdr6RgJwWM8gIwfw2FvEgvV82I2JgEBs6x5ZKXuwr79i0UGd1nPqD+uX+uYESHDQjizrvkR7/oaeRS/hZ2MCVj8uSedsbk43+fbyBNU43wMGW/I0nHlhKvywp5m+A3TPFoEQ/t2eAJZgkjSNgslDQShSXm+igVAqvDOpK6dZzvwEoCr/1oEMicb+jXLSDxxDi30MdjaAI96HlTXBTza6flubDOStXaTsL6NdLrWpxu3gZr86xZrx17jLFlTeJsAYHo3zNna07NkzPoFukc1Oz4yX3UU80X/lcas8lVaT0MYhA/a6nZpr9Cc9zym+V62fMNBB03HMNzapkNnRMzrGbzk0sXnhQT9d/Go8qnXShxz32nKLQMfjs2//W/iqv0RO4dCfS/Ci/xqjiLVtImiqiY0QNnJbhSXoUn5Jnr+XBYDIZt/kMV+0mcrgUrbwk5yrkuJ9cvv63uORMtY7+vcwvttu1UDVeaV1uf1W7O986DVfaapFLXrlhICbMwQTvq5YHbrrVybm3V7t7s0i2ofHaltq1L1dFwCDRv5m3A05dMdqvJIPIhlvoEGMiJgTeShxcvXqNyZuryd8ioJay1S+0Pj3HVv+9UGa8HWa8d5ZN3yQZI3tR+qr8u79D+E4J9MJfJ6fVZwrNOfjUSb1K0jMUBRb1IaU/n3zdt4TbzXi6Zjop2KP/Ba88N2UbSyLdk1fGn3VBU7RkcUQYiI3TIeMrGGIF/EnvOvT3Gy4nsY3ZmqgjF1W3iEnuj6B3YHeN4kjDdTNM/I+4zMMOJ+dO+ThLf66Rq/zeZ+HHNrHyw2efaA4T0k8fJ0/jyXAcq7azkee8/UnycZyijcRJ7qmVQERY71iqQViyj9+/Aw4iztIzcM2ZH7blV6+AUoBHiaxwy3hKbrode/1E30Meepe4Xvxn/Fh6Ov4e3kGeKc6jXeSUxzImofltPaBwWT9M87vqGa9CtiTjr60eCZeEz57FO7Wdif+1R7wt70DL3Nb2gMqbbIFpaVpyb69/d+/nl/ziT7GLeION6GYriVT0/NeHIFP9kF2R0rcipH2C0get37/9T//8z9LfJKMpP4NU6f1tOQXgVtG8GP9h5axicUe1f+vNf9ijzGGeKcG/0O1ujBHo9Km5lpdb1iALs5onC5GvDtClUT97Jjs2Bdr/ZlP4K/y2dpOXvUdj4MCeE5H8U/wCF/kY/3Cq6Y5JEPl9/Lys93wZjaGqbVD6wfBKl34NpvU+LNB8/K3rYMaDZ0/ih564UK0y2yVNSWvi8O1Hlz4qk60Pn26jAl++1jfvfkCsAZ2rVQFnrbYbRbB63TUqWsHxo1kCdDF6hYhpm63tF6SOZJx7D9l/ph8MVq1x0l8GOQl/BOWPtXQki33zskJz9JFR/Sz6sqK7dD4aFGhjQyrN7yrjsVBDHuxg6soBZIHQ2Ul09KBiwhLBxr3ETm+K8DFJjvsKUS/4GSsxE0LLJpDhzEhyH6ov/aAXt6McS0V8Kp/vY9NXiLt8g3mptRYrOYE6j0YLvhqvPDbGMO0Z92hfC//2/Iv+ZBkuaTPt8B+FN+ZzHt9l28JT/FVsYZwEjC8VilOgCizeas+UnY887i4SBRGwri/2maraMGDV7y9DXfSUw8N4Dmu8cuQ0dGd1rTPS1yLDZmA1m/1P9WNqWB6/xSv2s8R87C8yAZkTz9wZ3XIM6sPjO/fz6aBuf2ckVJv1QD2ubMVYVdbEB+1rVP5OX6z+K8ZsGzZqpcDt6T+1Xdu7aTC2p789UcBH7Dh58R1bbyKQPVN1SmFbjzRYHhseXkgtw1eNkIMCJa6AeXlhbUfa0DTgQWalJE+UBfrQ9GGr/qjuj8rrWN+pmeyi1tjhuic4fkNcw8NjCfv96B5dxqKS/VcojHhySaLIF5SPFAMkhwRC9Jnn5+5U551hiDirQWa86pvO00za84CiA1qE00oeFyy+KQnCP2JYOot7LBusSY/3t5e/CITa9zxEF346a/yAJ56wY34+2X51ZrvFt51fDao7YzfBsYXq5Z+HyF2pX1+/G6ShPGa+Nqc5pmYrz4IlrLyrDuCsm5AmfOZ17orLX5sYpP3v1JJla8HzH/8RAJaajfmvrMZ5TF2OKTh+rmDg7zGOsXqZqt94DmIBR47LK9Ub7jSm49ifw3oJosLH7J6bduH05NYv21tZJ8INFmIEZw3IYGdI1lc8KP52ZspMh5qaNXe3GCi6kG/jGnlo3EXuxzzqNEYqP32dIlbTZdQjLhJjvhNGofGpZdZrWdT9iACVjcgncU8DXdD/JRv8QkFnytRQB2iQyHKGEqOQ5wDgIviywGtC5sZ898s9N0Q0IX9KSZMYp5ZzOKeF7Iq4NJh2D/2wute9UYAnvy1WztMDnuY4Jdgc63x4yXWK4WgZ83zo2qxv9YtxZOGYLsnC2r4gvXJDvkKdX///bfHOPLLU4QeF8N/gH+1G2B08YayDtcpnTo8Rv9PuQ5RtwCmNik+0K88VJ/EJkuxbNzMQXNNaxN8p6HGI43HDviDmkJHGb9iv415hsPeIdf4Rp9VapWWBNy2/MK4j86Sb+bEW2m27Ock2R6UYuh6faIHl4Qd/cMfOKpfKM+8zCE5lXrl9KfobGbrXhe98CdzG/3KQ2TDd2N/lbq2LfrXDzsf8jcptY4ik+R13Nafta+IrziErOAvMcSaqj6A/GmLmFrH2oq/pc4U/bY8WBV7MJwzxYMH8IBv0QtETx0jTj/641hInt6+2ZOGmc7Fcqx1I59EWfADRNVXpzdfAN7iHONLhwKCjTHNicKRcpZOqcFS1QmmNH3aLDJzt4QuDlRBxw2/2vYn5DVeY180/rV+qbPM1pM4Ff698vTh4fZmjttin3XLAhCdsx9fFE46KrshRb4tPU9Qv1SV6wT9j0Hill40RZOwsJUuIUleY02eg7ImU3Aou02YTOXBUIf9/nmsBmTnGqMtbuET2RpDHnEYXI0pY8yf6PrpkY2xf6PC4Di4TvTqi5+c1GUn4G1t5IArupJXZdq+j28NvJcGZHeyw/fi+1F81F/xj4W0+aO/w9B89tlewWg+XZ/sj0W1OT/eHwFD6NNUcWTWGBdqbK6wOcJmib+eXm0u8bgTd8r/5gxH84gR4EsYcVKsb4UmVfoy9mcsA408J8ROwt+5bw18YQ3cM5aF35gTNgdqU/9KO+lfxIk4Zr6oNja2/AIJK3liga0leJqvrfAdrOuHhYnn9e6P+zbITyZAcjaft6d42rM3TosNXg6+7cWF53HzQmsVZOLCUbcZAm37kzw170S/f7418K2Bh2oAn/N40i4Q6VW5sW5J1sDowq/HF4sNOl8F6sePOHepF2QSO3NxYxrbnNqg7PF4SJCIQtQxlguULijxFOEPgFpU4qHh6ANPMOfhfcri1bmgnTHqiBDwimd7sAkT/aevVx0g+uQBgaB1FZ0tJAn2ANJbLK+p5yIwNtPMYiGRdvDJO7BIfIeMj5n19xN02ceELjE0k80r3lLwqz4xbKCMJTYd3wLu9XHWv3LcA7/GKq8ZLjh5XClP9okrsS6eIFZNn8o9+trLS1Ved+fLSfxrMIidVV//lo7PbD/s79ycc089jfrP+ewyLqJzKb7wxC3WLXnbmq4V/3qyG+Ptu77P5QIw65iFHzeCmBI5r1kOHNDiVb0EMOp+wW9IKgtO5z3Uk+ePgMx1ple7WRae3LiPnOzDRLtuuNq27xpv9uJE2sXSq5syVd/q600EB+S7fwN4oG8GwGspOCHWrJib66F8xoRFpw3M3lEmDs6bdQfFFKXedVXwDmGnAPuV6pdSGaImPqX0lTYmNo4Kv8ehPhEK3HLBtPbRG8yRal3rt76bJR6HejbAQ/2KmPhaur5wFxfcAFFfHbyNM0/o7MmisLD01wml7VA8c1TeM/g9GYAf8Uf4sX3k4U8iDZXEvtgXtsWWZYJG9DjpRZlgyE1TfNNndJGQJewq8XpmOoHra63UbGULbwW/qtAI7Y/JqK+RjL4hMHZO9tSN/4hsZdl3z4enr9oGfFOa+ok/1rxiUPVT2EAvaOZFwwn7w6pRfvqFxqS9ceNuJHh+/KBYxyI5QHMmR/CqOFHz0b91LDVWkom2vi77GXevC1KLkrADasHTOAvKat1WXpif7K/ydpwy0ahNNpM0gjbtszbqhSvZVb7qDQYlzsvOqyyRZz7dm1NDb9t2saZ4XFNtaU7faZj82vuWPkbaUvuipxGglbfwN8A/oHquhyW++RMX22Jd0r+Zrs7jpx/10tQx7VuilHj1yV9Bzp8AVuuZtOdPH8/0aQZX66Chv1EKTlR09P5lMWLwKfnPMp42WUc+3/4CX/44WP8Rg/gGub+Gvvky7VojAid48jrU774tTl68Dt3UsychllTyquoIvp9ThHUmTbtYQ+eYLn3ZWKdrfl/TeEyNdLxFfZF3C+Du9Xt6hFnq8u6sryTYnz9syX8kd+DFXdrhO4zNpfqv/hsuOM6JR3JcqQRDw8+5ax2/ll2t1x+xdlC7+kc56ugz8SDksGo/KBt5OyIeCo+05gM6fpGjrk+24FRfceuKtdbPnjyu7WN+TnuEquUt+xFMjJ/0p9pL+dyKL77XptVOoZHyyz7neqhyh52EsRzHTdET/X3JK59ePtHZxx9bp1zLuvZ5uWixRT/q63ymuazaZOpxlGC7fJ/41dMf9de3RkmyKgXn92+9VaAFAAflIk08u2EQviKJG0HyKRjA4s0jvaahyV+NA8G9/DIO2j9qTwyX1iUb9hafKxI91jfjHhcI9En9Wgh4fQtorVJ66s/lKsZxPvTW0wVLtKNd+uz1c0w9IHTB/vb5d8u+Jcm+fOqToNfpPn3peaSjsRrroa/9q8qrwisf7cG/p5NPZlUafV5y9/3v6WBXMc6qF2+Vt8anofUsS6ndXzW12QJmNhXnCtwAprmZdvGXPMJRvcpb8qk98aUPtUS6pte3Z6nXY9b3uVyfwI9YEXjUi1d9Ek/YalOq+iVdre/Vn7lcRDWeqo7X0y9UlgxvZtOTw/BET6krwER/QVllevhoDvmLTJqTLpR/xWxVEfLNZKg2sanPFb2x4rj/I0Yt86nC5S0Q1uDjXwCemj5G+cfyTP4aPwQvuLFcdVHYl+xWP8sYFujMbuElBDnkkWxqYd6zM3kvjm1URmwJ+k/LOsbB7/4jfUF4JkvvB6GTiiOBIo7RjtwWn9fTp0A9VXzsKicF8UI2/RE/WCP4jW0LH1vn2N7FD1tvjE+9Gqa19Q9wTVgtVcEnLjbD399u4huOjJkxtIvT1Eu2BdEyxBTFlVpvoWg5Is5r/bBUe0brIOlda9H52IASdhKyNCYt5rC21fzSc7lf6WFPACMinaZjKCzSZbS9B2qfdUeDs624GdbH1e3Jqz6QKv9xkj6Gcz0RgwPnDVtjTrvfOVh8SK+GoO1POcImepsf+5Z2M7b0ZdmN4PvWP6FEQI6Y8cjeZIAO+4QXuq31qotUF4BDPmQ0TH6+j3fQwBhD5Adi3cWdztW6goNDaxznmIDt5gpbfMRkG3iz6yjiXS8QSY4xlZ+CQ15/Fc7pMTmWw+0rjKzUXpM9ttG7sLlGtDvjoFuNzZ1Jf0lyf7I+jsZZfZ/B1Tr5o+pIqeMgRmS9biQZTQG/jcU7r4rv54T0vaQT9BU7eNsAJzzyQW2wVBkEKxqSWTGMsuRmI0y0lCLxEF6o+j52NCD9S+c7oJ++Sfbx6QU9EPCeY+G+URxk5/rGgVTHzeifjQ5SfFa2JUz6hd/Lz6mnzKGx4wJQHIop/XqhNa6Smc7gw5/aFEdAJl8v3NS2FXGrEI0+7s0gv+u+NfCtgS0NjDEBuPQt4kFglpBlFZxPxJO33BzOwQblr19cjFWcoJbYETecUVJsIQ+Pyoc6jrGu5xsw9Vfwok2qm14q3CwGKsYhe40j8JReRF+p6ittxzYkwYxttQxMXRMd9a/ifufXGkCfW2Oyhv5za6pNfY5e6opFCyAnhWIs63gqnmg9wHiTF4x8Tv4PG10gDl87t14ZxTMvtfMje3uT/c0O+3iG89GaBXkkY8gW50PIX3285itdv9jy/9l72/7GUd5/e9vO7uf/e36+//d57U7bSwfiCwKDbxInTTvxTAoI3SEkGWPHGW36RKQ/vK5Y5wxz2ax+TwPiT/JzjUAwlYLfu+z12ivfY2R5vt9LfwkeMvn4N/u9bldHnkvsgQJy6Ls9UKMH+TwcDZhuCvuejPLMaNwRhhzWTnWc1BMrU93XPvRFGsbE9RGvk1Yu0Z3weH/KNLZrpf8Kb+gkR+Ul54ORPuKHjF5XYNce+28A88SHnobZKdUHxFPHTqDJo6XBqNzJMqH5t4N0YtOJLnBYPK0T+vZWxWPnmONEIQIHYmyUjJuP6sJ1+0wWUEX+hsIFb2CHDdJZd7LvlXz7MWKLONfpBJKjBFz9Jg06Eajpxg6V4cFYNf9DhC8FprEX+y1V4RrNbUxFySOPNdPVjSnzHTMWr3AaJZWpiZZiHwsS7MO42MAeje8ypee+Ib+EL4tHbvoh1z94Jb7o9Pjru72z0/3WL6bpP2Jzncw0jrTQTFIcUudZGJeW58X/ZRpgs3N0wN765vP2Nxlm2s59YEThT/DiD35u+sAfLTh5ClW5O/qOeERfiTByPYsJ97Ga+4DDhzGmcVrYu38RA9TTH7GalOOLognyAuz5iXzDB5+/3VH8n3gv59L9sS7bjDRkHJoTlWv4Ix63g7n/6QGFYocsUPAzze/+pHx11sgUR+fE9llazfho/vf6A/HIITrZUL4VHwppZRI7bK7aX57UtG/0cqSIMpav/PhwOoDz8W/KOMz+5lcfSS7wWNeNGo1D/eCQc9IXxy1039O6gHgyGQbkqW3yiOO3ZWq5mt5hf6PMAmwqNT/IJnRv0zVMTDcTXOK/61tp6jwwoz2sx4osuqK9R6h9/375GP5IDHUTNVJmAks65vUVF6sc+/WcMD0Abq/PDhDeAHU5XyaEk3w5FKcFcFoF2covMGUOoj7qByfOD3U+aSM1BbrpmHX236xyFW35auA2f8EzyhgNRv1R5q9f/1heaV/nKt0TfvYnf5Ws5xin1++Sjn1bsqRHlCnYehnnyjHJb/DNJkm2msnp4euyHqg32/vI+kD2cMPczq/dSpfnp31WPsof/HPGfE7+kv7juNi2gejHmMRAf+DrcaPSbgmbK3gOIu4Uz7ouoeyPdD2Tvv7jcVd8qkdcaSNLvGP8AaMdYdpg5Zt+7+lnO2y1ZEN/eWm3JqX7Wv5Qn5fLvIHKkp2XfR4qK2OZdenG2GgeZjS3heMvl/raMc24RNWheVGbEvv7eSogRoS8HnaQ/Pw+ujdqnNCQP8n3xFJwtWflXrwFfTk/zGy8oNgF2NKHfvY0hKdS+yCU+gYdNiHmdUPYFVDOkd4ep/pJi11KGpJ4Sy56SJfEI+Uw9k0zxxyo/A4oD8qA637qCC8knXKEWJKdS9+NKshZvT4KOu1SQfEUx7WLsCDpN77Tq8Gxr/UkO1tN37wvyAcqMX8cIOtQLx9Xx2i12cc1yH5O1PlR/ix7W798bpXz2Z37/cPH1Nkv+d+aTvv5Ry4j+3HOUOy9pH1W3+9lr5e9lPQ7WZkJMOztNq+ciXvySs/frpoSMvtr/NzWKzePjYwp8RivD/T3tOJOzuLj/W6nuK4iBniDW8w35MTf7/+mnxR0OvcLf3NrzE3Or5Xt/YUfuclu+vDRF8hbfGkay635Gfe3q6zI7wZ1DbAfjNrq3ye6Btw+/IC1mmgD3klVHF4nqsvG2ikS9Y/1jKbXa9JUeuo43LXJvGrc2IH6e1Ky3gw5Nvd3VX+3sDhOUo4N27LOgLyZM0dIuKC/5gT1SSJjAUN7xMT5YsufYLuBlU4FxbmRL0YBbn8/2RCvnAA43uwJRNHyGwIv9voIXTy29Ey2jpibPOGrJ5WD+W/6b91I8uc+dWvxsuelcmJ+O3sUikMuptns5BVZ+Is+vc4xt9On/Fb8x/xI45Xf0dZFVPuEq+eMqkMvrW5gLHvWIcjkkA7KT/3Cap3LFb2Nz0/4oOMFCsm+E64/Dhz93zcrbznEmMtczjH5oh/kwanaopki3LxD8eKCYm5vRfu5gHN01NluDNsFlecMf9VRS0Ur4re9NUY9Xkf+zW/ncJHzZg8wqf/Ffm5FBxcOwH0DhA0P9czLirN9kTTnMunZE/8j0kvpRrx+DGzuO3WIfi65IJ1WFs/aaRaIMT1iGvON6v7wGPHtN0Wgi/PJWkPXleIpWpVbciNdj9vy9pWWbY2kG0mpZXrxqkDTqqyJkSvZ4n1tyfjjuK/l9y3oV/NejP9Lr/Ajj9Yix87vLa23Iu/Red/6tXA/bYMdmWI60unesGiDr5TtNlFcEuPcoOG6hfzC0ca5dLVr3dRnD5zZ66a1NngrD7YJb71UTkE+dV0X1Rzh+vFGa+nj81jXIEhAX+iFQ7s/xBM86asHZMB1HTyfcv0jGKX0TMD8RzpH2M+oL2139rhsCuyY7U1F+bF+lhbwdL86i+O5fE4Yczk/jMYZ+cf6uaOI3BR7ik/10SbfpBszBszbahZ++VrFXu3KwQOsv0pniMcyzoRmdKPzieM3MSy8zjy/TO6vN39N/W976IT8IN2RoLyhMksdFjHPDBGOAPtxHqG9Ey4Z01Z3xUaXi40+2U2QMeWnpNJNZ6t/zc3UqN/I32J/rEeLzOAR54HqX+x/Hrt+Tm4fhPBzef875lq/KOYpfR1jMW1mhVPyrF+Wed7+JkEkwKX7ZX4+8/lCzpvxlGyg5Llf79wURipz7zeIP2wx3eTEnJf8QVoov/aY/wawEuhIvwPOEo2kOqXqsCcBKwmXMl6FJB0IxBxUe+SP9F+jG+Ejd0Ij9eI4kpr5z4vtvGmcKmO/xqxydmKLNOgyk4fDjVJOD5V9G740Do6/0M/ohJDth94EDt+o0U01UBQIrhdPVgAlfH00U31B23HM7eXER/mP+CUeyQ4l7RTN5Ccp8Qx8CX6tDv7kCTC3GbmLpJLSWeFLBRxuUHnpybPXr3yDpqG0RpiXvsvboxPfCHPkdRWvjG3iJ/034yql18o35foOtSfjKHKFl8tqn2586GerjWRq8z18lSeMGvuZvd+Tvd32HesyF8Alp6E3XQXvaWfthn6AtNd+jlfnSvY5qk9VobNf7bBalRPBkhlhVf6MX+WlWGro35dxId8Gr/J3ql4H/4Zf5Sh8m+p8tBsRgqr0nKbcVmNZfISnUnA9JUveXh5FeOpCl17vJc0SIhqPIfHM9toZN9J3yX2kt7DqnEmH2TcA4V9wRG7lXG5AsmpPu5eu5XJGq7eH20D69XqVuM7zMNMg0o38/9IF7UxehWs8dS7H8oVXKeNvAc/1W9LN8kblfPua7K15G8fnTI9qK2EoP/iTqTmXcFWbn1AXnkrhq11L2auN4/78WM8Hrovhdyq4AABAAElEQVQ2SlVWfp4HlOf8Cdea69LpkDWHxacyLJI/7EKH0reHK7ftGvov7VPt3HHQeuFAfHQcbtLs9ZW/LIVpvpY9Izvs87Nqv0Usyl5ZHNcf6Zjk+ZFW18HWxnsN5zpmuPT27uejl1TyLLT+TrGGh34Dsac7q31U36Vct6vzqZuV5AmOnn9PH/t188Vx2huHvu4VdWvz3sbwrN9ErjlD1JRseixzjnl+d+Mm6hfpqbtcNlJSGkrdwq86ua6Ci0ftF2S9vJZ+nfu8V3J7fbUubeHtvMBVeFFCWS9aRT7v/aKnXMbrIqcYlvJ8/42fsd7iH7WJcrb6RTfCU9+sRM4ldOIX9QS2xavHjzTQtv2yF1jxqPPb4gtHdBXPewQXnpdbOiumHBuelY/Lr23Jwcf4Fg1rAef/65e1cy7VvlFP1+pVW+A1uN15i/0gvrVjO0EmkdLzCLq6DUwPywfWsrUIfz3/1LzCHhN5pj64i3T6R+NV/pdOlC7HbRXhdRS1JtwKOVobz3vlMpvT8Xw5XaSJ/CPcMaW/xim5M7j6VYLntC5HdPRHng6v8tVX8aOe4k5ZaWiJjrofUW7dXxHfJb7o9pXi02OXXJn9N77BMOHm9Vcrv56/e37H2z7unv+cz8y+SwqbUjvy+pE4DDHRylvSbkH0+57EaDzs0RC7qWI6pg46PX5Z52itA36Rr7zRXx9keJmfKMTqms83uwarOcOR6FOewAYxv7RsXHm3U+ufLd6yJZllHAWF+Ym81uYr4hUGw0p/3h4i7QAu9XUdZE+xqHgj/Zd6Sz/o4u8OL28A9/yWvKSDlz1+2zu+/K48643nyKf2L+nBUz9lpGtl06r8l337IM6/t7/TSg/ipV3n9/1VVtQf6Jr+lX+lP1aTXkX/STzrTRvirvihXX2NuO70zcNmLfGLp8vMv9LDYOBZznixn9bBx/iG8Si/iLf4prQkJbJsx3FbSC9+q1gP3/vY/Eaw7Knx8r2+/97tpwfTW0/QgzH4vRxeL42+HKyBxscMDvaW/9X5q18ZGEu5C1TGRpgMtF+wBrNmkJ6baIAfoev5bLcZTxxfkmgnNTnM8fHCIU4w9fZsSnJSgtGJcL4RC7/bH4yTTYG6UBrZnSBlod+O5/banSEBvUvcbjCM/tcnaC5oGD8LMJ6s53cw8CGxLJUEIHlhW/mTsG5Z7h3nZb59G83RJcYhY+CodqXlc0hZn9qx10xYD9e7TsIN+nqhARWH839NdH7S8nniBJPs0Jyg6vzL16NuzvGWf5GfDWALbx29jQQ/u7xWzi3zm/yi2md99Iq7fkztZuuSR+lv/MLwTAHNTKEyV/LryfkFZPKxQtBW2KxhUXL2ga3a+FmR0F+oDVCjDTWe+8bFQKkHBN3S/+tw5w7TyM8Eo7O5d4nPHEMy6/yLhp4jdOJ0eSm/u5wDlOjven988FpVPxewqZEOLc5odGsdbXjg9/o4kWcFxTEXDHsOXdyoZHxpjJZ32Gz13y/mTRemMRdK6fhtL4+0A5GGp6dvUTvOTEINf9B3br81ysBE1R35Qqg/pdyfT6MtdzrCTzHSHzqO6BtpTZlzyWd+9fzMLPH82ccma9qUmTiJJzfymyc9r8ij1uWDym0tVXp4EqU3Dt0o7nWLZLvXGJHo29fX7Euf4l54ajPwbbvXTB7p3Gjx/F5OT3tYOrn93dJvq78wOlCRHQ6Q3BRV+gzsa3FR4+gGSsRzZ399EcTt0YEQ1vk/zavxtjcd2vVwvW7k+oKNSq5pYhyrHeXEelBlUdXGJ/j6gMT1sretYV/swde5BtN1mP0CKUA7bHM12Zk+7Y9w/eR6b+WUOA64qb1Xf2ge9mj8Y5y/b6s7sSH/oX6yDoyvnHsk57YjOsZduQGqZX7Yx0s8BuNL4898NdcreQBT9fEwgu3Tax1LuaRMTxk/P1/DTd+WnrbfGPbx8OUhxSBZB34xP7TU5gYdv3hq9Gsi2RGXIbfk/GD++fk3fX69pPhnvtCdB0x4+JbXyrb5p9egtiuPCqu1qkeF/dBa9M9yRVn9WG+VYfSf+UI3XjLf3irMheJS86K2daWYUnvQnxScwfdrj7/I1/dTXYopfS+lP5Mu6tIG8Nwm3QI1Bz47Gf4Ggpw/0rnG7Jp2OGyVYeCyF2tDoB7zieyvB1c0SsGXMW05xN7i+mlfTHIc5hAq+UvmYIJf+YLZZ/zZHd/ffTfa9FNell90f6Cub6TBOaVWS+dw2+CiyZPRZEQSsQZIPfVzdWpH/w2HpYjOsEuECWQnnU6cOpFOuPVgxqZxcpFLm7FpzD3+si39YjAssRaOZSinJstLxh9tJfqsOjZhrutNNA9cD5I6vvjO9QoNNfGNskL3Pas+1wR8lLo+fy9FfxZf1VfkHxXGzUhfoJn7lIN+FkMflkCol7gpGCxoWKAYb797FHouq7LwMab8scIHO9qIlt+vS9FgusS9TnRVb6NX3kkv42jmzufE/dQuJNOIQXAknirioMVvMMaDEwgL2fQUs9kqzQGOwccoXIc4Zucp3TT/kefxetTJ+a/xkGxwVD+sB/68EYvwhP8x3vKTOqbN/KbYYkCbyCDVo46/wvbUdP7S2Nx3fBEQFxhx/MkeXES8ZR/IQ+xnrHoL5w/ZoULRjwWKLq6kb9XF+vP5lD4WHeoTrp9HxLtCR7Vko0UeiFprztBrm2eyw8QvNB8jPR4blnNEHn8/Dv3mUDLjwYEcdOmD3LfRt+Tz+uO1DeZegruS+bO5kNtpX46INlV96de9tPX2WXyqFMVCiNdm0mPcsLHgm5mMQ+ti6otxfbRL95xCqtiVmvOy9UOziQuBdLSLE9RKqpFXtIb4SE/TJizTU0fULdbpV14Ubi1ll3xTvHY0tZ5f03moEX3yEOE5yCvnx+RzHgTJ1gjURtT4nCrbzVWr+V4bK3W+5lQn9ugcvCP/nyh1waraoXYpxivkdrUqy/3vqD8rVTgf5UXF6bbeo/gjr3CDhN/IYllqz8jnZ1MsFlMiGfNHd41nzzgivjTt6YQjPeGvuuPW10uTnyS/57cXLrrtUjF257jZVmyK4b5iNrroes/9E+Zb5/ekgOJbDzU1Wsl2DfBAI9J/lf2lw3ny5aMqVw0i++6ajAGnTN/L6tuFUolGwy7y4/gtL2Q8e7FrIk37C1a11YpvtJJQ7CB261uOvA2MT/vbfZU/PDj0LeDUMD10vZ367IaB2p4fLH/ZKe4zfMPBMoip6ec9viHMm2XfbLP1v//smzV530L7Zhp2zDnwVTvpYH96u0m2+veXMnCkwAbAVca+nXXm64vOtW4bnTPyPhj6ANrUaWSPnWOeoSXflT4zpCvhSYbNWr6u7vcr38yH9hxbftT73R6e+lZ+ws16jujEWzEADvpE1aWfyhGfs2Do4XbEdvkb/BbXH/abvbLm7/LgAP5lBElZXi3/+tfff/9te6X5hoqtY97Yp1vkT3Faau3j9n6zgs1tvcaK51TsxnN3ru9vf1MgDbS2zVrZVRJyV7Ktx7h6jEenzkLdivrH1JINOrssB6+8Uc8fS5wbQYipop/06GXN4D3esh39h/r5sRd1+wL7hSFblHpL9szxHFBKVedk2STaqdygTXNjD6mlbz7a2LjWsXNQikHKJM+EpXDlWoNzPXsQbgfWCJ4Dff+FN7e9WS7xF01KSdIOedLv53EO8Nxh/NO+yOhB2krLgFij+Kkjjz+N0nF4w0rNg1xzWV6xHPjbcpvuAaG3j59rIvaMEoOsh9ebv9kuDcwaNcP1PTdua/IwpCb2xiIfjr0cLSnmHnThxdvDDW1VIZ97d2A5dCUgmGrSk5/U/j+sVlYPLDhIEG4b7GJhbwnBkzkxhD/19oI8XaRdtCkwsjUJhwQ46mth6IJOj3gwBo6ZerKjxuCl0yS7c8PNmroY9bnwZM5r05SQnYK5U60tJecR7KSxthr+YS1N1MwxNsyh+QRNdcUmMOV89b292FNg7MTawV/ET1wl4fhGQa5aka8/HWA+OQpzNkDqkWXlcc7OvWv+SJ+TP2Zs17E+a9/HAr65v+Z332EsHtec967TlrhU3nCe8aLNeKen5W2tlN8O8p43PP/6rezhGyFstnL0di1prkkgok0k6Y9exfWe8OxWkcYVUNGvvjGj0lLT+kRQcH08nusEf5b711VPW/2BFiBgFXtXDt/P+TWfvP/lmx6w9d8urzEqUfEhNsFU9rlF8D0ltHyUJ2J+SPQ5z7yn170C8Z0O2hzk2ZpPBGsNBX/hJKIT/ojfNWM/QY0yLuzAobzura2/rZ1G2HwTgcO2tEbdT9hBC8hvDpI9LLpujFjGSDpujY940RciIOBGbdqjtTprFa5faLO7waGbwqnR/UHWVvzpG4NcAvEbo3rgW8nUN3+58fTR3LDuRF3dlF0Up1cz/GIGGk+vxk8ZXz+uH91Oa4uvz++o4ap4LsHm8rMCyV+4SDdIQM4H35rzB07yOtqSyK9fthPH6+qzU4L9lu+4VkpnsO63so1Twc/ed5BSCHvVWrsA97WV89Q6q+4Fopv//jrjSp+N3R44wVd2cM7VLhqb4D+xZA3SbGH9xEF2Y2K+/4S51bCrfxNjy7Grf69N0r4F8SgBk1J8kamDuEWOr1N+//Vf2kppPdCuWhL6m+UY8owf3I/xeBWvvfq2+FwPAeFPqqRvJv/9wW8Z+4jIKejOx28Wm/5Wf7cFlOcYcVwv578B3NNN7iD3aFttGSSWqkOrCdHgMIAWmZG3Xm0sgzRPPRmibYVH9Hmdca0cbLCtHdJ3DYc+xsiHk4VOGDiazVn+9HJo+wQPea/ojW2K2ltP4K3wSXKP0I9wM389ic9cer19dUf0AeTyrVfGn/4mU7iterwy/wnz/n/KNzUWojfmr8PvxzXyK3CE15cdu9T0GBotHqzbFlL4XuHTbARD7vEz0sOZ57gZzXlCyH9m/rVBZ6k0clnUd/v3grIF9PPX/yaQsEe2p49Yjou+Nrblv16C39uzb2s+wOWIv2HnkJW/GzZdoZx3zeYvUyiuvamcq5LxavE8FxF7+vHHPtVjfuvtJ5xZuYd/pN3kv2mfOveRr/SIT5nS38sTXqT1erUxbfmd8BQ/DX32D3Iw0YUs5kfnIUsv+SA3uN4Nfe51unm/uFCKj2AjfuqLpeiO4ovHXjrhX162eapfq5RXwJsAxiS9VGqcR+RH/xed+Kktvj1c/bVs9a/weQ3P215fiW/rpzOu0lf9vd7zfl8ftnlIXCjX5fd8I+WROvqOePXj2MOz4TPJLxpvfFgO3mvydDN4pINk9vRq9/1qwyvWe971xrAnl5xW8kVLphWwJ7b21vp7QJJB8r8RxtIn+jFo3CPqI7B2faG86hEU+fTnec1vxKn1qP/aOKGIuJXDebWZfM4P43Ofy57RHdXs1uM7qo/w18Z3nc74Zu+vknp5ib5VL/m/Ssnr1xnIE85afpFewlV7Vkpe7B/B6Ade84xTIEf4cX0e+YnWYT5fS/2qTUQLX/EWbEmnnkct5/75YevEcn01uQ6bjdftsrTZcStIvzN4HZd+NoXs1fsNK6nxsZU/WyrxF3QpRz19OZMvvJH9gW3ROf2WXuQTdAWPj9pQUxdc4xGO+vulQ982FqtHnxuUR5CjA9mCg89H/VEv4fclOM353eLL1wUj24p6Q/GMJj1E1ZfazxB8hq9xbOHR3+LO9Nzy3xmdNPCy17eV3eLWVrVrT19x1mvattADMMv95XX62uu69HpoHD280u2rjfdX6vj3canncOGLr/+cmaDLstdf41pijiGSM+5Fr+UaspXhfkTch5A1dtkG/LaNHiOxkNa6Wt889K9xeK4ZrV/i+Fq5VWPhUBacfN1W2ilf2vrf9OIbe/Y94aTXh210863lRd6q7DNPxlHntc9b0iGQfdsqsce0u+3aPHF0nNX+vTnGcVmxWrkVTq3Ow5Y+lulb0r6Vvn3aA2t7i3/FbP2jhdfWslbHsuyLkBn/iDOqt3bsx1Pmh3gZ7l+7fgUvi6h8xvwL/uK+RqvjS36gRNBCt5AjjLasevgDbPTy4gG+2h/XL6J6sS/86K0RglHqPF35teNK5x+zj+vn6w/q+vBN5b9e6tsHyA98m9l/qsNuZlvbkC3rcMMYepf+pd8AZrAyuAauUsbpE6Pg37VkvEwAzsHhXyNXsrPUwiOQ6eRA+TMPvwnsY8Me/ZzTw9fu8Vn6sAm3LMxbvpFBbqOr4oVSF0uyn3wKI2mBQB8f8O2/HbfRC84/6ZCdZVu3n9tuZGeNvY1tt7vsL17Chadgkqe+Z/mzLaC5jyfj5Yg5S6/Ha/TFJf0YwkUQC+zke7bw4in5nBwSAb/Bgl7SsfdN+fOYe4XO6CvGvKa4mGM8e54WcAvoov5R7CG/v1afxGfCpDxoYDv1fXxOSFJMz/IF8Tbrm/EDvjXW8s3B/MQmF/cscf+xK49UT3mGfONSlmNZz39ruj37vtICz3m7lfWXMXK+JMlQKQm6EaJ2LCNuPH8rB0RYpIv1yCPCqc/ogcfNW3ho/QIdeY02B31rMhLSN/qjscxsc+1QdJ55tHPsteN6fPo/I3/GuGRO4mujaePXxK/8m1L5xHMR377x3UzrMjz/CAaPI4d49zTooFiLuQUYOlHGT09vmcf6LRelG1Iaj+sNrngv6bYh8GXctz40VuRI37ncP8N/b23zP52//GzLDjM/VH7Jlxe8WTod2kt+sTcpcRDf5J4+/pVvpAdtPv2h/h7ety2b+Q2i3PFmcvkGYR8tPIAV11rv9man9C/nGciROdKll9m31+jiOC7h3cs6o+33C5Y2P4P3k8djWMD9rkZB73t9e0tr4fPIBYdF7YKEeEonZfotptFB/i/6BdEKgPyR6LmRbfuq8NAHMnIMDw+kNxPkHAK+v77ab+quyTVUvrdX8kfEdXY1NyHLr4n828npN8uNwcc7ey08fuJ22X8DeHh3fsUaO7p88LyWBWQp76mawWkyVlnlJ21WcUadO+l26TDiP4H5E09+c9NcomD5ZOIMxSdL39FKfXr3KOX5+Lpw7C8k+9+rlOTq1Cz88Q37PVUzE+88H8Rw9h1Rf6My+5++4dL7mewQ4bHOSLW48cTStisMf/Jgx7fSPkhqE2+Pby/5ct4/voHCZWk45C3bxc64MBOchSNzJrur1Ma2zUJCHf0mKjI03+J3XRnHVHPMIZ478+OYZ5Tp4x7jXQaVT1xGfRLVVfZxHdy3WHTMAlE+s9S5fPNPegzOz/IplTHguRBJh0TzClnjkRbb5se6EMLXoZ/56Cg+pO2IruiSkdboxWdXiR0GNthFu4K0qV/OrWKh853axP3IDrX/eO0c/48xekyHllKtmHOO8QO79wtxkP37fn2jIj1tKeRryhP856x5bvicmD6xZX/uinalj/OWPphT9o+mBcYH2kgvvSNugRluOozuLb9Omtc0vbxy0cTFUs51kZh6jule9yi3J/F2vX7wnOb5rcfV+Ppv5FS4EmRPudVWXIzwYp/X8WMzjf3hwRsrczgt8wn8Ij3trzgeQYevGPeFMk/ILxdK3kl2Xf5GiNYK1GP8KK9ojUx/Xg5bfPvGCPiioXs7viuOckyk6etaj8ObA524fqp4Hud1ve545bfFFJAGljwwKr3jz/8SL9fbuOe/X35P2bWDf2p94fOR8+gkH8U5g6Nf55stc97e1k955DLbbPN3X5See/A7y5zaRD66VH1OZR+YbdlV/YFkd/Ua2laI7NBCa4v+GKe02Wit88jagTiMOnH94jdW/AsVlR90lVabsrV/VENmpGFjVXsvwOknn3AIrlL8CC+OT3481GIjfQMx0Tpd5O+Yno+8Pv6LXP/U/iWf2ndpDRkcKqnfQg58zzmiL7ju5/ANXPKEav8u9DTVbLoGdk5DYxyNj77L8ulR3aJPQNu35/yk/xzjlj3SU1FGmxhWHEf/Vp2SD781LBg6ihel4OJb3wDEeIHavCQ+UPqRcoEaueQczHqJPAJffsbr5YXfOLbfAs03miQLEnDAjbCOZWqKn/oiPjz4xCP2R/gt634p6HkdfcbXQLfUYIt3ja+kn80nR7QVZkymzI6QvtEsp9hiH/r7+QhdqVpl3jrej/L3+N7Sv4zn8N6d86/jd069PLmznaXTA+fgW80mx+dHU9Kfr6VXz09wlZHOdTG/zS8sdx9wu8EHXNYO/OwFdT5Rf+rkFr9x6+PzN0/EmPQ6/ETr5Xh+smuW+xIuP/umDWL/DWCN+OQSI0lJWHOhxoBIdJR8WC6liQD5mx8+3jgO24rPi1e+GfHywgvHGe/lA/14rc6gi7nLuS0p4824bf7SRaHmSxPueTDvc3rbiLT+jxRM9veNk1P2A1NpKzCXWt8GonliLIeOkvCOEi6lkEjiBkff9gQBXU4aJlI35Jfcvh6S/Cv7f/S1r9dsroHyFRjYu/pnTuQZTmz3R4vvvZW+x7Z28R2r68pygPYEXWYBbF9j5jIea1TRpz3/rSd75Rjx5KEY6fc5SaDpNX7Z1+pFiP8uKHw+PvtTv+UQc83knZTZh7kIwR4xp9A3ulCSfiplx+jLRW/jCVx9gov2HqX0O1+Wznnnc34MjnF8sR61m8Ejzrge4yPfFxwjPqFXW0DxJ0bENZ+4nqCP+FSMQqMHRERH2fNSX6Izeg7/Sy37h63pXu1tLzpLLtYlmQAe2hCBGll8gI/kWlc6vLRGPGd61/Qv/qeM7M/PTlE3O6SHI4rrJtmVCJfH3pWC/2hy+ePQCAf8b0j/TYB9LKq9zCs5H1ihvMIQdf0vOvWt2jbbRjQylWjVjqVvhMR4zImmDVh7dZrfKO7Ajc6R7556PL9Nlm+rbPbYYpXBqPPL/POZq0bTcQ2MvRXbXkwsLvGva2SfTTuL4RrrrAOQmr/alxXgN0HJOXqwDLDWLPCkLt6VV5uLMquEJ1xgij+V6qNUneulyNcym11Dma4Gp85KCLW5cQ0e+BwqU2PvHwxgsutxfky1Y6l26vNi1eGH10q+jHbXmM+3P5zlb8R3OeIprADvW+l9477Sr5OmeO25xDH19T5GWbPoeqmW4sjdC7+64csfPofq2y7FT5i0l2uX+kCbdFUJHfXYFq9Yxn7ZRCV9qkeaR6sv0uAXKUhIxjXeUo3b5Idejs9bD32Edhy/rvyjXvTHJBf7tusxP5b9hHx+tEhIF/f4SvL5FTF7/H5vXIgXD2/wiYd4UJJbeHVz3bO11cKLrVUs7nmoDeVfbB0BbtI/MxKPyHdWxxTZHH/t/w3gGbcNeK9YUVo3LkyTpJDd6Hu1m3zpndWWKHEBviXKTb+0cGLGdFjVlnfJAD1/oWzdGFkPUDO6xJUTfeF8UUUTmhySMdtJId34tZu1dQxMMBecLly2Kk68ITne+BVqGYcAfal56OFqh/GPbPbKE439EWjUxRih15j0lMSb7fAK5rhv5uhEpSZAHLwUbvpGsOHo3ekt1h1bJdt4JumfVmrmrtgF73a7ae41LmkuuNqjsqeJFzgVP84PT7lhVz4xCVfsWnO6Rv/aWU9wZUyh06rF77b8K5A1/tXxLfyEL74dnrr3lr2de5vGfvWpjDKER+mLNl0Mul/4fHOTzexqOpPowdNiUjxVwtvrdoGY88FwE1t2gKDYIs5tnH+QJkfkM0EZgXt/d5wqP45nSE/yD0ePL7sGlKba4zed1ujpe/zY3/c1vC62T81jjX9n5q8H+MZcB6/ka8V+7TzrxlkcXx1PnZ8K48Er1xW/7OlkG8HVlv9WPm1NeIKKHrqeVn3CXS/b8ZYYgcjiYI1Xr1MiKXZspY5wI4bO6w7rN32W/hdpqW/x7/HVli9pnD0fWzIKNZetvfbm/5bJyG+EAX/1U/byhDcvNaaIwWKXo7Wz2U3w9G3SSNHXpVMPd/3Ep+ktebSBrjY0D6tIF3Tqm85T0gt0hdel+vZ0fq4baydcrUtaLPmnyqSV/bEYilMWYhl++Hn0dTZ5OYBJHu0+v+A/ym/045/igw9wHitiTab6lnHk1Mu/Y3+Ply3QeJopkgzS0hV/zPMax9TKbOm8L/Jtsa9vjeRdz/V6Drcc8z7t5CsRezlv2O/rdY063rc+8x+3SbQX9diWnoL36xPg/RyM6MVHJTRzOunruaBfq0DX5xjx9VL0FVpmP+TsxXVNRV/Uel1B2DPOBaMhYOyf/flH6/02l1aGVcfl+Kv/Y4m+v2+LZ7GaAE25d/xVr4b8bo1ez6rPbNz7VBNf+PHQpx9cZ+ZHl3TtuLD3Pv51zlr80VotYsivpZ/66rgd0reFp1L0KgWvJefxvI62ivyz9rtNoEeW1iuUupGiNQQ0rFWA94fkq5zpvdYPDcsVSvDsv+UQYpi9TCSSj/zGte999lrUtradtFeYemz+easKh67/UiP82dJbqMIbjUcwx63rKNHesqyyfV6l51Kmx9UsTy3xx5At/i2V4q+F0qp6e5/49vAlZfZti98Uynm5/KoAK/HdU/r4tbalV7LwtSQfP8zXT+oTl6qfX38JHkvhqKSv51Px+zw3t5XTCH8vXpUUazUnZmjYb+G3OPkNUHTW+X2uv9usHyv48bO41rFAxYJM24u90dK/yZsn0WC9ddWzpkceyaJAt6gfCLRjfhORcBk3/aJDLrlR/eIhfVSKz3ml5vs4R/wZS1Lm9GelW1bjWnJ1efPx7Pe7wkN7EShiH9crSnaeyt2pZxq/Tld4RzYbdY2ZUvsmcz5b49wQVrr3zF+7L+d6uq+5flUXjaHqvc0fu+p82GOLD3NiK/qiNfef+kOyBRet2uOSPVM/n4/71+9XzmU4X9Zzrmn98g80omPNorVNlP/6ylrG1xqMXfEhnOVKRz33KjutiAfFESqkQXKysxVnPzH3UvEsOQw1pXwrP83xPjj5GLBOigcAY75mrPyGo/z6I3+7WOuFM8bCMHSi0oXAnL+Cun6XItITtCkh2o1Jd2ZfBGMnObd0xsF1ohbsq0uf02Vgbeu1tMs2jWPMfEO2wU697cTbuuxoF+0zfqK5d4k/yL9SyNxbgSvlYU8u5LB1feWzn5KU35SstWDUHGgO1ZZ/tSrhO/kUp4v+sLBtcZ+toxbA9rP4OcprhJ/8Ozu2skCezRH6AsaNYF6bal6W3UBJtKIqfuq5pfaxBIoHY3U/dSp8UH4Z8UZ1+fGobwSTXbXJgiw+HjPjaFcswO/MuTmTVzvWaN963mtxvnMr5J/kS+43rT1lgyOe7TZp4iM78k+04nf0gBiL6K/zlcai+FabMj7xGvtT7rAF5Is92epw1r3WTotJ+ZRzinSqowt5ihI9lItUQqk+Svuf2vQjpxxyUeVkWzyrd3t9W7iMKwiNxzghR4wT6oo9WGlwJ7B9sli1AD4m31wixjlZ9v7pEGynI9YFU4l9iV/FuHAFF57Kfj4ift8HTYVJH9ZG/hFPlfCKm6eCUzIcfQh5yU191ub6nJs12oyaXz9Hrl6HV9Vz2X8Z5Jh/ajzX64FcZdvLNP8OVOfZa3u0fmrz+fzA+ew44l/bEs7D2Os/19pP9FqvUBK7yFcfowLOeiXmGI1WN4z36iw6ldC95rfzcfOJw6dH6xHmjG/6vCXd0MUyj+eRvP2biOyPrXhs/5Ab2ty8Uq5Sr/Ex9uQfkyjgqaVsgIw/8/D4Gq+v1IdlzrE/duZ6P/lDSJdXr0//zMkro5YfF8AFFeUPStV7NsCR9fFhX3TzTdiEErftuFn/99uvXed2yYn6U49t6YA84QumUjeHoQNP9HwLkWNGJ/pHKVMe4o8n1Juq5XM5EJGUsK/wWXwqRHUfpsWO+UGYLca1rUvmzcd1G32a8bBnXRwfW3ASCTs8qV8nlgBvmMwbrH90SlxmX/Fd0sfxx/oSs0IULz7j4q0Sd5Q9PTaPzwt7o+ZTzVPxVb5qWrP0+7Y8KORxTWyTBzxEpNYdbwAzFdHxpbqXGMaVy9+ADUmyxbSWPTGXfGbRcT6gTuCY95EJxei8/5sjPelP20zyQjC8tq+wkdwj/KXhOOmoN5clADv4GU145xtTegKFJ4k/87edCQl908G/yWsnnxwnjNt9ofqKnFqL9zNUPIuH5ukYv5qWNL89nxFcsChLMNmNPl3Y+ELDk5Hzz0Y2HNp80kVGsfktNhaitrmum5Y0B36Y/Ff+MCA/BSS5G8Ei+0aZbssIaevQ8Hn/TXD7XPPGgpSILc51wYZfR14jWYmzzc/9D/lojcP9OogWijav7edxf0zmgjmIczLXQmO8xD5zrms9VT/8JmOWSkupbguwtiO1pDuN9uarxq5c6zkEPDZdjRsn6XAIP4Caao9PZ6RR3b+ht7Sl8hN40klzxNCLOnXAjfxRA17iUfuxyVK+9Kt4bU3nsQS1XOL4I2XG/Ftu92zJB5ZjPqZFvrhkItJ84B+ywxFO1T4xJcv+n+nNFZWf1hWjOatY37mm+Wnj7awRKS5l3zP4wlMf8av8Wfe2r5b22LYNETtF8BroulnmPgQP0UtfYDrUR8kHnFiCRzuuH5FJm/WoXyT6t2+y+ybWaYXO65YA6ghVgVZLrS+G5z/N7ZKDfyODmBzlkCX+7SDScZIfNL64lrudMg/NOfmc+VN92O+h1b2Tchv+U7TYi+cExDjXN9q4BKq4V5wDU9yP8gb98QBXR8QHHvuEQymZepAt0tFvaaZc0/pbl+zhZcsF73SYOP3sk2Ut0Dllbh7oIrmbyCch6BtiPbt+vOov8Jw7Z/TCrzm/Qo7UirwJkeZPthO+4BOy08GSezrjAcO0n1R8euJY3yx/88BrvJaM81eGWioDowxA/ZzQ1jUG/PWBlDqbrJJLrlHs0w8tfeKpkj4OXUepdKjyALmB82zd7Hbe5DrmD13gUXX6z15N//7b1i72DyquQ94//kXRlEt0XdLHX6+X9NgqNW7hyU7Xxq/4PX6J/y3XQq1d8nmEOcjHxr690FZLybDZT3i+P6bz5tftr8jfpR/KxXo7qGoTh7uvx7eatfgntZTnBux8H245pwPUBBqNlw5iKsYVMe7XNh6v4geOv961t4VjwP/DYjrmFXqAw5MPPBR7UR/qs4O+WT8847pJY/m///u/xI6cx0fjEx/hSWaEC3ZVqXnbcX1Rhl4qV0meEssGXvp5lXEXeJ6Ckco8gKWHNVyA4ndyfs5aiPdMKdk99o9gsb+vS4ZK+o/y6HlqX9/OSqFLY7XS/JgjygyI29XsH5E/1/N6sEqXz9pLkv0Zl+41JSEhdqMu4MkGKkdKVZowtowoOso83MJzxOsaGHpwTaTcIF7+k7J6sIMx+RKBbwan3xsW4iOUDAJD8fV9Xs2gw9S3pyqsQzZWxzcvGa9NSVr8MTwmJx7uOIZjHqsFXez/lnXmOCnugy0BFAaPDyTbZJhwFFCQ23nLcOBRE3Bi+8V/NE/9wvtMtWSPLZ5ahPR4bke3vxYVPc6yrdjsnHSJ+IRgAZw4lV6Ymyafxj/wXQ4Sdlx8MS/MB4fmzn3ceaVvfSa+7vfg7fUFcJ/H41sgTa/9uWX+iFaQ/yi3qt2X0AgW6UUXYbEuf44wfFu8oE8xwIIunAPAFw48wOMjWuzER6/68QeJJMVzFPTST7zUFuZty+O5stdPet9WzzO4+0Vwr/8ZnJ88vo8F5v7q5zDiNx74C5ufvAqfmmPFi0Z/LWOMZeiVB7RZAh8+M/n0kUegS7h2w9kv1O0Z2JRv7ZvKJVztdUrIsGuQz3d0Ih9XrZExk1OxnrWnBR7DAn3sPIZW52gR47C/Kcxma1w7SKLyBOsO1emLdeFuldBwqBQ+T9v7YTdoDMWyj+2J2U0jyx1264YElj5++8b6672fRKZx9fmSzl6Wy3n+/RMtID/5rmPf8uUyPosbrqHvfUi+SsknLuMNYfXrekfjoiTPqF9w8Vkvoa2D5qER0f+ybwr+snzC2oU1E2sVfveYdMQ+AW8WJMXoN4YlX7rQFmxdh8fqlc457T6WcidoU8dX5/0EtpsskCvf2kT+gxFmNor20xxipliX2UawiMs6RnlENMhN+yQC5FLwmV4d+rDZy4pI//zzT7pRJJ1VomNcb0Gjvr4e+X33ehzjYix+8boAfxfANT70XcYoPS3dJX/V6XV1Xo1I/ZfaSHTiIz3OLnv+fv+g3XNBJjeG0/rlf//7323cNt+h7wfoG9tVoaIwi5b0hJufiPiGh56SZXHD6u/j4780EU7jT+7Xb4L0knJ7oscEewkePc4RsS7mj9n9JK/NfjkJJR/GqQ8icVq7E5xK4eqbtvTr4EmTxSt/DupZnlaZjH/BX8JVZnkaG2DX3xam9k3gQt/pFfF9jHnDLq/4OFlp8w+eukCWnYpd6LzH0em/S2S06SX0UUjmpXFjB+oqQVWfygiLrGTXSMsTnszbJ1cT4Yi8Anhx40o3xBNOHLeIBuMf+q/w+3LEs8eh3cm51r8LfSdLdpF/802j5NMm319tyXw4EbjliaWOD3MhX49d0d8jfFRnHjna+ewwO7t0vaZsO++L/q8GbOm/pd/W+Db4a05nYnhGe+2wX4Up3cqPBTCroPOGXpvzJvrZ+NXf6eD5eekT8jVtqnZkpamLDX/61i5q2ChVQAgr6BR9V7EFGouX9iCo6qaG4gR58NAHHnyaV8C2jKy1HN8CZRPgG8BN/hNNGF8ck7pjKbtG2JH6Fv8tXs1vABa9o3200T3mNJc/t8/a+mAhpei06EmAuXzHL/bF3we8dtOPxZdzr7qLPAFUTuJN3bNyK//M6ARv5lfAA2Uvv4xvMp5l/oj+E/2qKgFP5RWdEyWH+QGmvBLhlQMppq6n45yC7230yPI9lSRy8ohySeQHnX+gW8/xkW69HseverTPklrjVU8cm2BrZaFfna81DtJzDeeavvXxlzm7RsRFtK5Xn9+X/n0R81OIytwGbkf9I5AOq0VG9h8f/xA1AZf2Oit2WpnSazZe8oX6wFWdst9oBTbjJ7ooXfiUfIGPUnjwES/WQHz3T23xoN3nHNriC55oxFe0y7LGj/90CPZ2XuCur4Nc9yXPMyFVvxFX+UvvVzP4kset89NS4jHIbPxberd00R787qWuP7l+Xz+25KxT3653Te+o8xoe2kXcbW2Jqzam1vnrG4zQKD5VRxp5RrFKmwfWtJahrSPiCEapdU2ERf1EN8sXvm2TNxy4PrKcA82H/YzQaN1Cn3iqRHaUGXWJOBFe6+v2q3h9bWve9vHVA8LSU+NQu5da285f+BVOrerW8+nx+/6WT2vXEe5of5vvveibbSOaXsZaO+YN4cUxyL/Vt1VG2ogrPdWvdsUZz2fF94dCa9vXDSP7OE+fo6UcSZS8Opf0iL+w5vTC2C4jz6P8wBd9XLNIKvlED6LoYVj1qYRuRKv+oyU66WMWS+R2P9gO6errF79B3No3YYUcs3V+2vK/+fwntXb8WeoXibbnS37kVMyVx+eW/0Up87rmXhjb+ghzXyn+4lvaOmVM2Cj/bM1fzJUTVkNw+m6f9bRf7Kiodla1hvytwqnF/Nj2eMvH2s7bCA+Yzh99f5pn82MO+MluS3us+9cSv5fU+pHk9PPVU9X2+jjv+AroqtKslhYntnhlkCQshs7XtXUj2IDJ2P2TJzN+jw2vEca4+wsc6R4n3Mxi42ehqd7HL3OMBJ19ESrAliO3weXjTb5hK1v6qHPgE7KVY33N363x3FqraAPpEmXG/ginTh+f/mLCDJ1sbX9rLPbEz/bQAjGuNR/adOH9/O/2DaPRnMivtRlVaf2kMxRmQOHN+p/wR7cAsba8ELmV1vKX3gencDtXlavPgVJ9Hu75klvwbT+PvfoGqU4Sxi+9nmXj/IZuxAVlzVXcSPdXtMFfcYOKwkEXaHxsa0Lqhi/09zyivdBTOt9TB8natpMwn+XTAvsskDac6tWj+XdL5z7XwmhpzR83T8HlQ5/gOm8uOYxzaow30aTrjtygP+YSwJGGPOa6LS/0TLU0PjZhZ+OSzGf5tMCtLIDvRZ+9lZxH4rs1Xq0Jos7QYCv6RvTkAfqUY4Q/whVMJddOHPwVLL32frD+p1+fRBT+IL/XXfNLqY9IyK/wEg5wXX8I51l+XwvoBs4jjCD62CPoc4kOis2jtIw9HrKF1i3q+/fff1P+GMnROoM+5RjxET1lLyv2QUd/LF0WucGSgW2XsR7ht0Zd5XbdQm6RzvChLXnwUT3KHMFG44s0l9Yli7z2E486vvsOcG0P+ifa+Z5j0pzukam4EY3a0EaY6rzlhDofbgQrh/SyuDnMK1/XjihrDY8+cBO+Hvz7RR4xmB44su2YD4N9fPQP6vs40NfzDHmIV0xvSazrmBFmpP+puWE07rNgR+ZeMpnDr7P1DoeRooMy+Qv6pw3HAUIHYqwcR+10CR2i7mXXO94A5kZdu9hIFtWf8O0LjObOZe+0ZtFiR7kJbHW+NPRpP6Zuf+n6mmPyxPxRZeQgfrd7TC2nSz6IOawix02wjqw+/dl1NE2/cbo6Jw3+hY307W1UZr78JPEWvFtjG3GXH3CiAI9FLQtSLY5F674yXpyO+N4SJp1WZZzkO6syQueafaSvbCtcyJP98xOj4PHvnAM/kP8tOe7z3yXdRRDNRcg/F/HZImr4e97iQizGX/RrbfIIprbmC0rqzJEOzV2atwCPNMJ9uJJ5aGy0oaHmbQPtUbrx6eZb49I/hBRp0W+Mbmgt2g20c7uJ15XzdxAmPwQkv/Xft/KneIH5k5tsVNiYE6K9jvHNNh8439umaDwUA4JFn699NadEfwcXnB7Gb2s5DOkWR0yO+Z949/iSfXk5tp/kzfhu9c/oroEnmSf5WNEffjG+Q35yXat97pr/Zaiom2BNWfVrwLOG7Bduds5Qx3DkcbSx4LAz/op/PX+cwXXO46D9JoyUT4hP+Ral3giguH3l9YjpUJz7t296tuIRf7915n9RpuTwikXyy8KdJYhv2th7pt5tHRU3Q8j1HKwBpIND9Ffzo/a9S8m/l3/ce3xH5Y39V9dh6Y0cnD82HpCaSZU/zfovgctfb8Fb+hTe2aHrDSn5T5u/ir3E4Auv4WPcRVuRY9JvjhLU4bygDVbv97gg9tl0hRdwa/31aputOtJpgD5bb9gqxMEsNcxeqcUCqDuiXnQl3JzvkMdHBzL56Oa0Ve1w3ZgSH5eX9jfpqdfCgkn/8zjDAuP8MOdc53COc1kPP6dw1tH7Ys/X/cv8La3vfN8OnNP9KvFvc0mvy7nt6204sx3xqkN2oux/HxQYH+JdeNAJrlKwyBPZiS6+YSrnsjfjZxnJ91S7+CePcLOIPTd48NH+m/Kc1lr0oQPlvY5ohz0ypZvoZu0ZL+Hr/O54Z4xX/lV5SceZLoJffEkhBqFcno9n69FAFKq9zsVeAYeq8NTftzv0E5uyc425E5mXcc14aryz/gonxt0XsE1PpzYl/bIf9BFfuUX4wiO3EMdx7SDaqoPzit8kFn3BsTzMikH8BS83fgWwkns2b91NZ9Ghi69ZDMd+j5T2b/v4wfhZ11R7AI/jzIipIP2kN1SGXLbQOxKcUpdfLZnti0/Ryy9pq77kOYPUcY7pZe8Z/RZcY/nkplvWz84KZnD5QDtHW/yO9s/ekPmS7wuO+EnnUR+wYrPgLzNc4NhwzY6FX2LSzmHbF6Vo/ivMT6PIqrCdKlaCUlvyL12hUq9UAvA21dYwWzJSUJshPCnWixQMyk179ojnxt3ivtEfLvo2MO/aXZwheXjwkou0WJkPxl9NfhF3EcmZ4wab+ublUjcCkJMbJzCd5ESffCJfFKtvLWDjjZjZZp94/7RSduljR3YDzgc8Pi/YlUnkY4fof4xdbhjryX4H4kg2jxd8mpeZveM8at4oRffj5mtmiCPwjTm/Nj9E+rwXd0S7B8Vd5uRDipI/Qiz4E8d+A8Q7bPFv/1n4p4r9xY91wYI/c8HAhUI81C9YjAfBYkl/wsmnT6/bJoeluVf72Qn/uQnPc/QhkwO5MZZinf6+DYyDC2zfFL/Sfs7ulL/omsa9ys0XomaCOx33t89szu404A0xK/Zo8tfdJmhD363ulfFskQ76NXcqhaL2++8sL9iKPvXj/4oBSuURwcSvLyNd7JvGSf5xz19cj9lDkKaBVaot2Asmt0kvnbcj774ezy9bF7s97f62dPxq/5Ie+y5o94/vZMzgZydz/qbsNG/fR/2t2Gck/fqDdlwbfFpAvtpDH+mBdTYqMIPBXmzj9N18xB5zM4A/MBJzhuKfUnqoRC5HbFMnV5C3+ND2HMbNaMdnHZWWUwbgVdSWgNJ6Bhkx50i2qGIJXz5rOBH/Merfz/cew27XaJH3C8xXbnIcyq/fZ/4VV/G8T7xxKPYUq2orHqHl+iTesIm2T7y1QCApJLYWy2kNkkvgWVakJZdAjyxkUHIAU5/wpTt9SaZ1KCced4d+7tQ+cv4XjTQ8oTzkfyfIuymLaJ+RXWP/uiKa73Wsa3r361KlRJpYrxhfWYvr97j/jC2JJcUapepb+m7hwVtrFXjN8IGD52sJxyO/zObZNGxVy3Ey4y/kkrN4sMcOHth9s28MS066+cvi5eVX0hW4xiAewrUuP1RZTTq394fm3qR0k9KlvL0eRdTBStSfOueLOMs+535uGM/z+tiYtzHdQUV/IHpyYf6s+vD6wN2+6zj0JjE3+w3gLL9ONIFeAzx31yInAgD+VJI7EYmo8qjoWmAAWXWowLdST2prJ/kjfCbsG3Anqx+j3m3fwlv71QQ4zTKNyKYxGk+nU4N/bQN5I/5RD+tvx+tzG0XjDzo5RTh17BE/fX888aovnoAFO1RG/SPhaKyxf0YXcfbUs5wtu6lfPgNrwWYxBg5Jgk3KREdDx065Qu/LMhcTO+yely0794LVltxL6cWnK7FptDHffFzP5e3JsqX1OYr+rjmTWPXpIkxw+OjCUbCeFvjmb0CebB/psvobtiOZmq/C4ILKiG9gU3wywF4/RhdIFSH+Bmakl/+W+Qz6R7z4NoQUXrbopYx8q7RlbTSnjuV612/kLGkTJNuk51P0Fhn6B/vFMQgllvpt46H8wKfScKO1vbmrPnx85OeCCY9SN2wF0zg0PpXA+ZQ2Awp6ETvwp5+P+MCXOusP1VMl/Ck8swzvYj7aWA8kpRrlFOAVFekCixHv2t/6+fq8xXG0dEXV4O8Fpkqws0DtE/YFakpP+AtlxEt9VtbxVeDIDrU317Lc0RPyzKP8v/Dq9FT8R5+Cc9XHx1XtTDvb1cZk3pcVCUUYq/hXfgFvWB3wM7wqf0i0DQw6gTzXJ4yv4drqlfTpeEZ0+Bebx47O/qWr4zXSD5hyiXhHvFjv88v2+b1oYpUYNw7X61g/7IlWSxeW94Ev8chHv/k2semajpRbbOMkLMmAS39H2pqPOP9hfoLN4tjF00vN21LXFu9WrVvLF/+R/qMxu/16+4+oR7C5nUfYjwPrx1vHMbZfn2/2rnNuP+KxvqNYHOviP1lF3+er+Qf5yOLozQKaDbMXi1fZhvKNN2IRynpRQWaKPSMe9d7GGbWBs18Q6bSu/7DXK7og99lP3nySZcYNYfGMpfhtyY86i17nR7X7suatmd2dQv7Sn4fH8FFc9pLPaq/pPdKjxR9hRM1a7Nij+phDP1eaQ1HVUhLGfCrerCZ679d8pJb5/VzujN8WHHkjXaMeo/4tvuqPfATbU67L3GMH5izOGzSii3BpQ1+ER3zRsZ7hQx4gdhzOOkdcVPoNXbVUaj8BOax51FY/cMlSCQw8fcBNb1IQUWrbWx2TybqFS8KRLSl7Rft2YFqqoi+AUok6AuzbBXFaQf6Sv/iILM6LYF6O9de3Plvc2BrTSZdj8pb6t3Ye9UddlvVefm8PtYXXt5ccBfFxyz5z+mifNf0jnmRQtjTSTxiSq/Y1ZXNOzNcrvVYWQnb4Gy+lC6XiD31op+VFc1uu1UzPfbTQ9Ra8NV7JJodws5bfYvWH8+Fh+STH55s92forPd0K3GPa1EuHl+0IpT8IaRyNUcgXNS8kHfK5RHDd95E9EMnb3HTwAH/pQ8+si/fnuQ7XN1v7C5LbxgncWr9JEJP1WgTmcedvMTfyEy2LsEY5R0l/K2/Ngzp7ffp+x6v0FV8c2jLSxxu/jFffwMbGPMvIAT4xCV/qun51PtX2ka9T1rkVrfipf1SK/6hvD/2MTvBt+7hv9Xij8YnnuGzjYIxTbVT7fS4lT3qoXfH8oVJikBCSGy7xkAGV4z3eN4CTU7mC/CXg4xNowDhITDXQHXbe3xpABMLDHUpgaSYv1K/wGNHfYPySt8uYUb5nHiUNStV7Vji7HF4b9MJR4NDG/5V6df6pF6Si+FllHH8cmewJTLYjtnSwWOe3aj1p1AsPbwvrG5aH/PGK8WEoZeMNNltzFOdlxEr9zKPypvCUK2cyhPdnlDG/VF/X2K/NDyykJGFrIa442ukiUvH+5c3jZXzzl4HiuyP/BRZzPrjRv0f5DBwd6k9tG5/aPU/61ae69FEbueAQg5Q6/1B3naJXVT2lb+QPz1se0vWWMg7zvrl/LTV6SDtITdljeGNT2QXk7g6C6B+ujDqfo9xZ8wcfxSuaEYvKLWpLY3DbwzZI2WDlCrkNcUNjldlvQkCNLfwbNk5krbfleQhMHSmv/GVP4gvwwUYqOccABqTgiPqprtIxjv7VvK3rd5Trfvyvlr9XU+m5F/+n48keX+U3++1LfKQ42k8yxWw30Wz/wjYkLZv8xYOE6Wa35fOUX/Km5ft/v9OaQWt3Me4fNHEdFeVtnMNPH9FTOg3yqOd5eGOsda2y9u0e5Q1K5Ufk0I59VVa9/taG4cciX0YNb1WX78H/8f3vVla4B9/7TW+c062RRdyfN/+KPVkhxqNgxKvnFItJcg8rBIvdsLWTYR7bxPVon1Uw5ad43SNZ0OoAj0+FBfuTR2zN8v7+O61duNHF4TeEqaGjz116pSugi+L3FvMfeSbFTvmjuaz2OoXtBhPGonnRuNSGVDDqEU77Xod0qL61X3I/vkt47Jd2FJM1gvaFNEpZ2UNpqW/vHynvch4nZnYc8jNQe15r5MQ7v1u+8IO8niCef/+2n71IJ3wemmdEDJA8wFrBrlBTn1+nSjYlH0bgR7mySc2IByDhGjPlljIe0+PX31mm4ZE3flt+eU8/IwZP7V0nLtYi5wT/CNfZ8JRcsC89uKeg+wn9/FaertvCrhXhy2pRf3wVu3AGiQd2clsJXteEyb7uyEYsz67UZ9i4cnv8mvuV60k8cMg83jrvb+LPnw0BwrvjDeDJIHsH4Wv/HPIrq5KEtACpzuOLjE+eigd9MGAlibMCOwkqf+TYCvHScagiHZdE2VNyh8aXyjxWnuS1faA/5pCtWNxih6VPVFPQB75owJeLBNcq/ZVyUsNPdbKYoHw3sDY5tajXpoPa1b4+spQ08iDljxePuY/7ixk9HiG2KX6nnZAVNYU7Q5Ef9/MCvmCxrnnU/IFDnTLOG3zZuNbJYCb/PnDy6ZFcem3+Ff1ydDE/LHu3IVrcR0x4thk9y8/nr/qkm/JUix15jetH7Tfmcjvo7fVTnMR4iv4+GhtxAU7Ei/TQ9G1gMbZoQw9McGIwbpqCowN+/A6ff4mYb+j4AW2MZ6Aj2Rn9cIGOLnvbw/UGEq2vWmHz2GnxzC7Kf835s8qfju+G54cjdijjafQv0O2KxrG5djiS+7bFfmsM2YxBDOyW5s+uUt2LNuwmXgM+slH0QXgnsbmkL/bHuuOlv3/xzTo7vVr8s+Fhry0zsH/TDnrihXyunB7r0PdHjK86PlSCr99k4rezLJ5tswOhooj5I/p5hPfSvF3ljPvPg+qhSzhqo+Q87vfltPQH959tLcqMbaM+BAb6Ln1E8SIVe3uY86srleV8UKBtfwGfXlnqH3XVNxhdvzjOY/PE4YyeVAAAQABJREFUq54ZUVoDEvch7yDj1Rfb9lMT+RrB3OXTNit/h7U56wB+Z1O2VYlJtLaP5tE40relkG8y9FMWKTOYQu1PMOGj7qfAI//Il3q8ZqCOfErlE9rIi2sd+Nn7DDzbWR95Kw27Z35KO85VZKh5i7BHqku/mf6Poat8a6FNmVDFLxv8Z47li+2Tztk2pBC/CxvsAMzsF2OOOngRBmvRqlS/ypl44ROj/iaAPC8pEK3OWwmsTlMPg8CL3wklnvV6VnAiryhPOuh6hz7hO++cX8rKBAQ+3Jj+O/H9/PQy8cKfzNaWuWBlN4rtAbffbG7KD9Cl2sRlJNQE95rLTANzgBE4TONIsqxPbaHNSuHP+q+Flwdz8rhvLa/Xt8qL9lVMM6c9Rduu9A6f2VV46l+/vmxlXNeS/1zHZUatcc36Nd7YP9ofiv2qQwt/lcALP+tL8eBn2TJR9Ruo4uI0hS6DZf+Ys7fGkkiVFyt7WwvoW/22lkg3gE2dFLc4z/tf/1n91a6JyC3IiDnD47v6m9ja4yiqljLqBw8fk8kwndT3addE/9jrpD/tprC+GcwWRPo2q+WXj0/7LWT7eSAeuMV+/IGPWbrIoVL4JaSmKzfkV8tz3j2vafp5deWW9hyNoIUxHh+L9OcG/oftT9rpwuxU7ZPsle0iP/Km5BpBhx9lybYRNquPcaPNq14zHmfAx3qsc9bceOm2Ke6U46h/A1Ivp+Cvi0q9JVdTUZwOkk3E+/obwN3A6oDlTB6MLGZa4/jEKxHI2GInJ72Pe0jq/cpki2wi6v3476fJ7SXNxtbDsQP+sPQV8nw2lpXUWl+6/Ri+WoLGPxv3yIf8Ip/s71FE4hC9+DGuWP/qcX5n+dhR9l0bx8i/hQ+9NmPAi4st5UrhepkzpBXaBIvzyZw/j9tZQGnpaed9Nh7FR/TXWIcjbTZTZwf8uDBZO7TJCc5IvmKMvihf8J534mELtL//Rj/fUBVdT+M5eF+O7eX3cp/tpwWeFjjXAumJ83A9yoPn7y//pTxhe51WKmeQY37nXMOmg99E0WbrUa2IdVZm7zl36TpvlMvILctzv+cqu6pKT80flf/Ef1rgp1iA+PiKZW5aB2gD14ypNYDO+bKv4LS5ScOhdQI8nA83S3wdw6MxXOW+8QTKxg6P0yaWwz9x7YNM8Je55C9by9hiJh9JX7MpufGFjdoE91fcC+fS0thiqEvJn3QnW0BTwXnueRy3gGJ7Kw6PcIaX+DZ0abJsoijTfDlexCX36AsW0Go9AU99Ik/RSn/lpYijunBpO69Uy93ZgXLxZjdoPriRU24kcFOBB1ty7Fthz9PYwb4wXev5BXnIjzpkwV9baDx53OgnW7rOX6veU/pjWEB+Kz9GqxwJScHsPl+urNxZD3K4QnatY3swcV3DeMgVr7ZGYY2QE5KPhYB+5UteHvOKBzpjPSFbIgO9P7g6+hW2dVwEF2qWV948Z4iGbzFzwxKd+EhP9GO9JdsL/1mOLBC9cdmPDZm75fwtcX80xOyQjoHPfsW4X67+DWDdab6V9vkJvOg8ciJKBSdBKycTTO2rVNsa35VPCG7pFscKbrSDaFmwacyC/YRyNKYte6hf4xcPSn3iKw5m+OUJCjGKJU8SKYAn/qGnaCLZofqWX03kLmSs8GHs2EQ26Et46Qkf8ZU9+3Z6wkrJTZ1r5YpeieyE8a2Jv1vf1jg6O2gOpF9vb+DC0dwJBziLFvWDS1sLGtr9oQsseDB9/uolryfcrF/k2fO4qr1ln0uZd3ads9HuPYtQP1J+2PjtX+GOnhCP+SXmEeUMrmlfeNOFcogxW+QL2WU2DvUXRUJlRhNQ7lZd0xMlrtAVn1QMwEpxQP3oseXfxFHcDCmyuvElPsSSFND4JngWrAkTfr6hIUKV9eb17Dy/pnvRM7Pr23rSdvnNLMn3Ug+H6BtSPZ/o506heFJ8GVS2yE+aNnidfYQ7H5vzH39D2Tkf+dvLKePr9TrCFNwy5g1C5OzFDax6vUNXqpZx9B3XtmWXC3S+SLTkHSXe0E/2i3YSbI8o/dZmj/thT8KnyOacnGP8NX3zxjduXsLGJk9a85R6c6THroHU+NH5A+RyviBvGJbacRwNv0lD101+88hfJwQPwWULlbChX3IifCKigIv+BYLL1/UnYPiKJ6XkBJKLqj0fyejhPXPhsXEU56LHm7UL/5n/dv5Z5c043gue8+vopBR03tJ3Fh9njaJ/gr7ydf1rO9ZqTDX62bi2xlO5dPxz/k6csU9ua/4Vn/v5uyTRV7leq3zQo90EJd2o3zLFX29pJ1T6lpVJYsQ3gFnbzA7JJx/AU58eHzw+9FPGaw7RQkM93mBKm7wGN5Iu1uscSZZ0UZtS43QYNPOxOM74r3SnV2MYY86gyF3qPNeHeWjnYsZ5DG/HmdZnJS6jH7d4Y16XQ5v4CWzqenJkk4pY5nSSH+fxXXnEWusPvU9FTNXH9ilaF5sK30vFcws9r6VxFPtczLodH35S5wamZaRTCegifVQKWW2ujUYPs6lf+PtKHo5zzDj+yEs5hH4+tOMhuGjEpy/VH2ljfas/4lIX/wpv7V/h6zVSsnipbCmcr/TrcSq8tYvg4tXTCX5+eZkd9vjnmq7av+zHWe2w7f/wF73o1J7nd9dK+NIROiTarpxAucQ+ESZ7OUx8qtyOPDeFp17h801z1gX9McPv8WbtSh901/rHiCRf9OBHmPYrtbciPHDUJ5jWKQ2ujQvcqoewc9nlb5fN+TE/LNfpQz9rlLh+QS5fItAXCZBFv/Nq5aXxsf46fGrv57/lu90a0/c6Vju5f436P81m0r/29/ydfqxX8IUBQrKR2XnPoXly3CVf7V+LVx3fElc4Xq7pXzH7/aXKXzjrfKr9hL9eLvmvj6Mff899yc8xpNfG86E9u69rS2FpoIGRDAhGgjQGrfC+e8m4GavK0Xji2Hs7jfC/G0zzO9Kb8WrMOkGM8J6wsQUUR/TKjiqxJ09WRpxYjxxZsKZF+87EHmmf9WMW0PxA1df7WIk5McaH4G/2lG15XRznsrd/7I9v0vimwmDViODncZ0Fnma9yH6j/BNj4CKmRrTFgw0GYgb5MY5sqd+KbPKf9XGj3w5u/sRD8kQNX3vePaJ43eJTh+fjJY54UaoODXXRRDh9xY5LdnQ/jz/EAvKD3j/+kOEPh4ktZJchwk4goUV861sr/vtTHvH8Jqgf/vo0C/9ykEKIW/8UsMUzcWtxTZ7wSi6R5MdRvbl+chr0cZ0Yf/QH6uQ+wcCPG66CS4dYHtUn0j7r+yyA/Z923mer74J1bD6J1zoy3xQSwDYu7TXxb29KMCo91l/tTtYsfqUDZfyQl3T9UKWSisY3iuKGLbTNjaKsJq9r5DoEXeJYIv971V0HV0w2OF+25mfJ+RnPS5v8VIhi73Z+1lquvfnb9s1aMR5mOKwHuEFCfHOojPgx7tfG6zZRnoocvB55k4doxxwjfeMaRVzURzvW1f/VpW7Qoxs2onweTwtc6wfmSjc/5LNrgvpxqK2bq6JV7BLbMd6JCV2zeHwQ+8SJrT/y9UsbN9trY/A5pAvyBFP5zz//pHULOPqgo2ik92hdpL5n6RbobfYodkk+dIc4eZTxosflN4AnT+zdcnA4jgJSZZQXYY/qZFHfvfXRWOJYR/URzV55j4LHuBhHPAFE3foxxrZsohI66iRtnt6M8MhzXmdhu/40xpz2MXuivZYa8huW2IkeX4TmtX1jO7ejxyXz9GHvQDx0ElQe6Z7UWurzhOy1QG9/XRzpYkn9zL/NVmKreOCbSB82J29vttCxQEnf7M6C5S+Uwp/q9G3m1S9Y4ziufbp7iz49XZcXGlu4Ua/1+s/LT+vjvX8vfp9iJj3poqVT+4R11IrcyQYrscJvqbSH39jVCxLbvtAymRzw0Cf0lirntdivGFUJYqzTBt9/4CX18mdxpIdADKqNI2h4bbX9cKGVwF2/BeEqYBlzC/SSPy7hv+D2+IAvOP+l+X98y0w0lA+dsyab2YKYWT9yIl9HSr2JVcodnGOdLoVgiiniEzS/AeKvNKzfhKGHkWrUvzlRG90ve7BEMHDqIb1cf41jNE7v8/xEf49DmzWD4MKBTp8qt9YiPtD+W87cGAcHHsIFT23KejDKc+a68jxSG8tudTzCL+OWPDfmv8Yxyla92tG9on+CvedX8fuevv019td5p9emtqOPVOiihp0HObblr5hZUO8GJKsnlWw+rWxceDeX/Yg6P7cUS5to9WHhlg79JvBv+51N+QA+xDWcNljlUxBwU1kPAwNXn2idq/8FNoJHnHpND1/WESbDfksQo/mXzpMlU96JaxvJhddSD6dxOarvj6vI23m4DOpb4zkjN0X5qm/LlaaxZOzX+3LkOKu38TPDugZ+fB6vkXZv2v3zix32+/K9x4G/Eqd84sH4+BDv8SYPN4OVZ4Qvn4++29tHeUOlaGOp/Q5eS8+6RfsdEUd1ZEa9BIeGPunU6yE89c/ayrfq3yoVT1H2Fs2+/gfznyvWPfvG61ian8V5MqeVo/NTZSsvVcjeWkup1p1ju9h/uVbYOw7Hqw+Gyta8TnmvXbf8XPGr+KOMD5rQ/u8/bOjnO+S+vbE3o/Pf75J/as7wbw2Pxhnl9P3KK8DRm/xSxpyRyX/oJz68IcOySGHFeryn8c5r539MLz2kQJVddUp9YX2sb/+K5rh+8mkox3q1vOetqi84nc6JTPM857HVY1NpB7m+YspuKtVT9fEx7vVz0d+zlO4qR7K1iznqux0sXogpEUVpsT/CQ52JiANTvU6QpYBHnp0wlrVqHKfGxrgiHHqSEzDhiGffFvy7l6Nxafw10S9HKTupZ8RHfW15XSJred22xesHdVy0Pw+xsmHIr2wCjEPKFvj5G26vv2yhb0+cy66LhRe8Y3zHOl1ZgMSD/jz2W0B2FwX21EUZcTG/GOLsx40q36j9sJs8L/YjhjGWFF/ifWkZXwU59M/oE6Pzw6WCz6KL+p3Fs+dzWEaN+Z7Vs30DC+Rv9o44K/+mXGbTEmNI+MSWxxsJNiTZhFBf+6y8qrhWfhSfWEqOcIh7XbRAH+NfsQwu9XxfKrJr6m0+Nt3tKmF8LhDZlf5Y/L+3zUn8xeaSsuhmxI+Ynw6OST5wkOyL0S/3r/b841d9iplbD0rXmC85oCjYIPDfwcoXoQYkJvk94bhW4p7xh+6iEoJpzTWzg94c4BuyjE/54ZIxKo9AmzYp/UkxlB8enlN8c0hrDnKZ3jbSE4EfD7XvNS9R9l3rMZdcKBhb3d5OMz+7UOl7k51g51WVT+Yv/1+VeUGnwuwl7PLpZgfsqOuGiPIFJe8n4WEv+Zr61IY2+qDqo3GoDxqjsk9eS9jbTlhT+Naa+xv08ZuDicT+sLaJvHWNo/5rSvSLvK/hdQktslsbXcLlp9AcyztfOW8/xeJnjoP54KM1gHjr2iT6OfWUa6ykHvtEd0m5xoc+vt3X64fOMafIr1Ru6QHfvbg9r+Tx+bJnuD/SEyzacMgMFn0PAjj5fPkgo1qoYW40OGJOi/UB6q1Axf6X+EnU2ekv9fXZ8GYxKzk1Xlkt+DVOsrXty/x+5U0ErpeFYTrgp2sY5RhK+EiWyplOES5cleqDJ+sV4Ojavo3lL1tb/TfNKxqbeN21LP5gq7HoEkP/vatmdxHmvmODTQ5zbf5cxseZg8BPer87xh/9fGL33wA+uNEVN1mKcsHJhie20F9oJhUZoSaCegFyz0DaknXdRLVjUlJhYdInsYmZvj14y36yv2zDgOUT2CgewhFP0UacUu99Ef8PsOK/lybIwKvIjJWd8aYnBiH9yDxt6Vw5pcxWm9PaRF5zA7cxpyc52VIisT1mf39HB0tUdiL25GqbgfY0UMHvFTH5dSxG+1JvgvSoqT3Rd4j7wMDeHqs+ecE44CcZzI3agvFUP0ddKNkrKW0F4Hg1/zhOe1ETL5D23AgZnhOS9PxnKyaO4N7CP47oF3XNdeWMZAfpF/NH4c+cNMG25FZwcxf8etiS6gm51AKarxV63fgVCjFE7mviRJ3p5SvclC0Aq3gsCkKMej6tSIpf4ajUuQ4aPuBxIdKfC3URRH86zBkZGnp8fLQ519JFzt+GC37yr3puUQ5JfMKGsjN2nZvzh2w48tMeVnCrvGqfHfHhSpz7t9fxXO535yYfSKXsfXctdgo8avvBeNbOP7JF49M7VRuh6RXPdU3jWCUeuvHoPJywksvrBm7lTohBpnGkb+TZwst1jnECjW+KpDVYzgcxD0GjXFAlEOY5L0RgriMXuiQPNOpWjGjEnz7RUH4Yk3de9erkaTwj+k+74cTRapPzoBlB59KEtPJHvJPOAU/wALpttZvvPeulLYUYk+xb+BnsnCOfi5TXiad+DOcIuhGXrH/hju/0sNKZK9m/NvFA73nt4d/Lm7fln73f9hR9fqn9vX4eSeL7/u7xpRvB8iXok09Z/PGFXPjzemYeWMMV0pqgezBUMuHBZ5RXhKOy+K0BcFneNBRTj34bmD4+/fHy8ivnHc9zyIz5TfjkG41ZsFk5svUINqM/BpevVSrGyfkhDVeJbzT4StLWdM77FnGax18mPcQP+mss7Qg3W/1cXzp/ZXY0D5uSz0aQBlEBwfrYPlv2ffiN4pU41hzGuaOuj26wjLSEtr/miXxGNMBGOQs58JM+4MFbeqsv9oMjeT6Wmrxw9YRrldGbk7Sug8de/5dslym/IOe53PqcMn5ksHRjTHhJ0p3+9DLly7cVr/V2f54UfGshqbms+zGaT62vx/rbCtU7mHQdPPSd8/ly/XqZPap+Eid5zk/n0eRP5bzAXFwir59Dl9nroOHuKeW/W7h7ZKTzZ9q7JM6c44ctYpABPbEb+VDno70T6RBxiOG+X3iU0j/SOF9/mK34WbL3x1///G357e/24TX4kFP04B1tHfCXDMFUCk4Z5at/vezn0m6Gm3+8YsThcYm/DBntAioXtvromtjmUW7uq6XCUzZJuc6ge+xShpyYFsaJZ+XXxVORGCu9TWNfX3fcXr+6DyB5lU66qPSe2Xy5b8K/4lf9BNt/A7jqcUINRbJDKSk1C76qaMEbSGUQvQGFJrgGKvh3LjWWOKkkNRJUn9wYp+wjuu889l73PWPS+COt/AKY+vfwetTNDwsBi4E4QhuXxZQS5EfuXC44Wpq9LZfXJklo5Yfiww0Ff22Yx6jd6rBUnetpVSqlQy5IxJyUoRWnZ3nEAiNflp+LT5Mr0oTymxeWadOcCYuFh88F+UVxo4sfsOIFki44RK1yNI9MbZn9XGn9M/jE8Pwg7l9V7js/XaedZOTz5BYz2WkL79l/cwu0+dfnr/VvVPCbrel1ykUjJT2fe4+ddv7XLkYKG6soXsEf5QT1//VGXvbj7dV//5sWKZpFuGvEXy54sy7ma2nDNl1Q5Rs1pmzhCQOjTHkH+f5OxwTd/af4sxb9PaXiQ9r3/bdsI7vaIklq1q+3lP3k3VpAftDGSYvTtuL55z2foN76RVRLclqrbkS5345iMwnTiXOHezuPGaLHYZSjOI3rAGD6xMEKN8LIC8pnaZ8RWqWuiGj1nicbKi8vbPKmDGGPwfgFqtYV2oj9nW4Iue7pZyga/sBd0Ei/ToXHbJb89pjqLbT6bvouBqA8sehYANJ563A+2M9/IfArACWA9gnHJiKhrngdUZNXdPTx6fEfc5Xzdd4ENX2xX5zakulx3jXv+1qntqH4/Py90FW50MfUJJZWyIO1sNFht3ywMexWp+SbbV/YzfMbISrWvpHKp6i6llcQQMyDM8or6lef4vwaxeAlfvAhx5DDYo6LdWSCD0z1o3qwptJ6Spm0zWobIyJ20sIMvEeNn4tGtjHwx+u2s1ujlM8GY9eMUv+KObrG/qJlaLPrc/q+5tA5ktLPme01hrQiTonnGL/0xXhXDAumMvLoYfTVBy+EWUvwexrllYrlNXJdzCVA1aY+yy0jeC8T+nrUOY3Xd+VGbOvGlexH1swWcqKSRw8MNOXfGN/Qqn2AzwB1NK8DtHVQ0s8n9IobwBpQdZx1qbFXtBHW1+c4CspojMa57Sknfl+KQyfSnvt3azfjy8qTCIDHBNbjRRt9tzGv6duPM+LO/ENw4cLje9rHL5pTjsLNlazywF6azehLM7fir8Z32si3k6qdk+yoi3BOXr0fmlJZLehZFEPjNyPYBK0nSMnhpGm6ppP2+tN1cHoeboHef9fiQjZrcXyVRLq0bJJQ6rcCfIFBfmGOOeKCSbLh5zxrPNU+LRDJVYlFs9zNado7TvqrRQvstFF9EuvApvptANZqE4MVTG1bpw3eLbtn60ssoDmq+VFq+JpD/YIeKVvauOGhc73icY0rMakbKnO8cH5I8ckfg5mTogW/YeO5/G8rfL3BpipXVumngPPwlVNUIo8c8Gk6sIbWhXDy/RgbLEb/hIMxP+JY41x8y3nIsXKhfcsN2RAG0QzRnyNc9WvPX1P+Olk2Z0uXGs8fiisibHykoLZYbONMN2F5Ql4HusS8QvxG/V5+5XO5rdPsS4F/vTnrRL5mB3hoPQCy9OfbCZLBw2Tx8HWGPSmfgOOxSbde55R31hSKggb1uH7Q6mWJ5n6n31Jd9jskjnuGcw1cNiiLq44Z8+xHO/8dmjUZzxbOkurWkOHDQyGPlvGfoEhymfQHf83OHWSNRJwpP/Lfy3doHxh1Gx/wky+mmIvCcl04SfY45AZUSxDrFY9f96ckL+cW6s1N4CjHcFhr5EuNJeMAqeGd83/pQ6bPnb8G8q08qAoK6yc+6IGOjBV9afPhACacBLjjn3I+CjKTWv7HdPSxjfAKSToXZv89LaZvnR8eL/cUe96l0tq3+mIWfuH65i6q31EIdiFedaRcZQ3BiOl+LSFcrRNEIzhltbfiJva2deh1XdXzgg+5Q7LIRfzOug7WYcSwcpzyDHzYd0n5POZEEV5dtv51ObtRvr2c25jyvFygPNnPU70fc6mxZYdLdBUto491WeMSnqKdlBvrmJYqyh/p12LTWth3gQKfyNcRKt24f8GmAMZ6Md++f8m8+r4kMVnlFAapQvytHfo9X9ET14p9cg71Zj1jzFxeXkukN71hH6Ssj7HmjKoRsKgjdfKb9EG/0TeHwYt04ig6tZX31KbU9VmE1bnr7d7br+9vuRxtpYd/F0SWPzPM7bpAOAxwuyj32zVTTguVv/cVe+V9k9GbHA4L30nQz90esqJvQs6DsnjQOrK96t7D8UFwNLCRUYDJQfK1QDnBH1EfGXKJI3T3wpUNJK+3Be00hlwK708oe9vEMctOKmPfGl3E++q668kJ7s6aWEykI8hFFz6yp0ppprZKW8Kn35od2hr+gbd4PMt7WMDnVlOMRPyLeRotJqSRzysZlw0VLnbazSbHs5xsvPRgjmif5dMCTwtsW6DPldrwWKMkLhW3yr1L/LJSSr/jnlKvXQEIP2f7QuZ6GJbdWDDu9iozpwcuGiGni5fE0P6IUUwuGbGnA9yPVzyf5dMCP8EC8vl7+Pkg5IbxhS7KKyP9Pv+zi/284OS9AZ+c0DkM1m8axM2MtTEih49wJJc1RPrNYMsxn29KHi6Obx0gDxrRqcfV8Zs6ESb4CL/Hu6Yt/nUc13B70t7fAvhUcfObi/+p/qJ1RzSgYOSYGh9h/WFVu7WSXjut+9cv+SmTT544scPbXGcwR8vrX9/Y8rwEDhzTX28kGm3gAsf+cQMXnsA0L9pcpS39E8O7/7ncL9G92vvuij8FXmIBm7N0ZL+9hMWfQKM41VjJLcRpXH+oTzGgEjh1tWNdNLEU3hoMfVrZ3DDSq6R1XcPc+o0T8LXmSjeHyWua+yhoUEeffvwDtCfoaYE/0gKKjWvjBD7iRW7R+gUYbd0kxsjAkPdqP1Fhz7f+9cvesOaHHsSkP4N2FjGfxDrk/H756IEXdJR+lFrHKIcBmx3X2mvEV/Ikf4TzXWGM7buNS/q+/O9//5t7AjOS73T3k5N+b3TFkfUbWD1dah95GmUivz7Z4+onp+30SRNj3XK+WMoAQ/0MKNwtvBn9veDSj8QQ6yQmxqBPr4/Gp7LvV1s81b57OZl/6THTv+htvqZ6LKljMy2+xE92S8/sEdja5BJCLsuG14Z+HdlpTY1bY4qM+S3Kol/sGNUv1F/fknA7euBFXV4W3zgxHNBytjH3zL4JLAObvKAni3QCHSn/hF1tgcH8R5/naTrNq8ooU08SARv1M+FMr/wVPB5il39EOH3xUB/lgvdAb/lk5LE7DiIR9cYX+85Bu9On/z3YnmL3+bHj2/M5rOeCwY0BG/rzMEg8FvMcO63e98tHOrTzmjP9V/wDPyx+N6Nf03CF9xqZ+lob+YWHUqw9sGoHmx7k3D63+sZJvMjAvqP4k905X8ZDtB886U6HvklVkDgJoAHH8ilV8U3d9qdvC/7w5dq8Xzm/R8YuX5Ad+/Zsfb+ZVzS+O46lGXcvX22QTKfRuSDSl/iMQEi7q3PZrUOrzSi3QktN51J9U09tIQiudl/qCeNeD+nZw3v60u70nOnRwwt9qBDxL+ltLeSRNv5BQzd94nWJdA6sFvYWznJc5Kq6lhcPrdfV1noeej7SQ23wlrydGp/p+4qfdPaTPM3PGl/hXlLKHjNaf0PDrNfgg/lJ2JPxpL4ZzYqYWddM//3xGc9RS1/r52umxxS+ZgcjivM75bHScVS/mb1mIrb4i1+PN4PP5LS/IVixxKdCaq2XWXuWtZ6P1hHiobYowfcbufU7DDyLxjonP5OWUPXmA/GHn3iKF6X6VUacfo0DPnlGm6yiAR7paC/XWA7VDSC1lmX0e+NLvg3HnjydaLpYjrrCbqlvFpLjYixnGYdBtQurnt974ql+GbEfj+j35xdR3Lts57eVHu27hgdVxG25/IzWbccf1yejGymxX76mEvvin3z6/DSzvXKJ8OXfWsckfkb8kfML+YMlabzM8iWq7+9GXSTTdTK7kQy7YxnPe/2nmwedN7v8UsVt8e34JcItmsr9frWRnlH6ls4jemhm8Mj78voi/zFfYa60rq1viEHWcizyz+OajMYnLrPxx37VVa7xE06rP7Fxuf7iOS4Vdz1/4Po4pevNDeHXfA/YMKyu+zX1mkY8xxLXoT2t9KLkE/MLnJSHhKc2fNi54S/H5vVFwhr90XzV+1ARq9c39rV18WmhI19tMVo6ydN4+3ZLW/1I8SE64UHfw9Ap8SXOlB8zgfbJ1+WKeyyrLhGquvRTu5brdNK9rp4r5b6a7+Dtw70BFotbTmY4LkaVYRFFnQEmeG7LwfeqInqVe+nujafxU+rJ1jhWFhqMQZ976/dV8hivHypbTfAN2S72YC/fRHI62Bjq81ixgF7TIDvx5NPIZOleOp12uD/6xXqZqkBVYSuCn127LaD8WONiTqrNBvKr8obooYr1MZd68mXOORU13ww2GIsgeCs/9Xz26NnTPNtPCzwt4Lm12KF7EOfd3t7smwA8ANUvEj//+u+//xIpcRnjnHqMVfVpzbGIV8vzfg7IuaA7IXAByp5m3KwtOlsFflrTxPWMcHp50qeHC/9ZPi3wCBaI59av1GemxwwuXelPD3ABYJHWxbWD67dayBnaWI0x2ucT6IARv8IDNjsU5z2u8lEPJ4fEPAL9UpblHBMo3jPZW/Al3y2KZ/+fagH5Wu+v390eGtel44ixCg892BH5gRMfQOGagkM3OV65IM1fJVZeSP26ULXGHj2Zm35+lNd6+mWe8TTZ46HH3oM0e82B7F7/a/g9aZ8W+CkW8Bzi8c235IgVxSoxzqHYUSk4fdQFp330EC35SbK5AfNW1k3o4Ouiwtuu6T4+/ZvOwKRvXy/4N6xI/6jDDcU9WT8tsNsCZ/rkXj9XDFcl/dz7SbzGvZjf2iP1L0AQ/3//bT+zNTiQLfmD7lWQcpXWP7JJX2p9BRyNPn//f+kBfuiFi6BYXxX8B3VyTaw153cZtvzp8hvAeaR6kmTxxMmaJbqnUYao3R30EU7arLA1fnJae2LqxZ6q4LVhHB40VreLBLUp9zqwDKQyMXmkP8U+/lV/VCOI44KEoNcCh37GokCnvXqIv97FtIp8g07JP4E1c87YYyk/4HfIWGDVo/5+Udro4hrSaPtDEGP9JYd00jiiEi/vNtYMuPYJ9sh3VE/fBLGOFP9ZKOc5fbNP/oieHwnJv2WG/m/p9V4suLXAVcmFvS+Ikal5G8m/GUz+F56au5msGzOWrxwV4/nVJzX6GfzE8zPbya+VfC79Zq9L4yZPPTwOU+wEHvASf5WVf2UgWOJnNDpSDJrTUTY4QrhFueUfW/1rOol2DedP68Mm94zFK+YgrYmuoG+eHrx0zCvytW6y5UIXL/60Jo9s5GVT8bL+QoC1RR9rit1CRKWGaQOm8WaPxBLd8BFtz5P1ii5eoAFPuJQVn/N4fgITxJ2HeM2+4bSTzQ40168gan4und/C6JtWzhq/+KQn6vsHGr6pbU5Uu8RHOF8m9sVux2zGhW5+iYCziZsaQW/JJb70+jF1K5eoBC58YHyWR/umiBK3HaL4dODEU3yhVV7h+kiHP7JiOZCn1sgz7eJlcpGvBOe5B94zHSQnlmUcNh9aqx+hj7yuq3f56Sgz/OmRcpn8+5F0Gth0PteKgeqfA/JNkPyrlyN4YbA1fwft2Msrck6spL0MizeuNtPBQ2cWji9hM0qpBFw9iDJSQfYY6T2CwQN4/w2MN3tdPbzET2s5Nn/f7QaTbkjzGvt4kIegqbJ8TeQ5KK2SIvquOrka81Seu8jGSFv+MaY6AL3Oz2eCyv4k64ODPjzjeRP4ze17E61vyFT574YiMusmXoO4lF9Cm6rHvM753iavRFxwWGvEuCv5oOMXm+CDl9YhJiJd95hfCC5cHlPj2k3rmSiHPOLrrbpHAx34aZysaVLeEreDJX6ajyTX9u74l28bqevblNF2I6XJn5cd1U5L+rW+JfYaJPqVxkLJEpaj/OTaV+e+rfy21e/DqX/lh8NxcS7ZsrH6t8870a7R3q6M+Ei1Jb8Ud9xWtf82NenghrAfXpI/4nVSlAkeucDXL608rW+WemX2uYj94g1MOYRS10KvlkNe/9//y5S+ThF9rydw9bUSawt5wpHs2nvbmuT18tUeS682Fp74CF9w2us3f8Xr4kQikSeXrtdFN4DD+nr4qrXLk6aPMfLXAm42eiZCk2OumP5xApW5cewG51rlZoocgB8Z3xZbjV14BDFjFlx1LVCAR+cV3Z9Wyk7uG4zeMzP24fM3CREvyv5STqTfwFDRv9rLzHOUj/xjnejTkc9z6aQiH1RfLF/tRi+nTG4a6jUJ1rDNt4olX66QZ+0SC5wV+z7n5F2bN4sPQuS3/T5galvcvGr1mZQMPmEIzDe+8W4TjF9woJfyk9rEpfqpx5zFgxmKV75GiNzkO3sfVomLRi0kYXnkiDxGdFv9I5q9sFvy3qvDNXhR/+oe13D8WbTRPrcaGUHLkWLJq2t/dXFAqXiNN2YXtPDl4Sor2SDoD0EU4+rvc30vgzyADsCFS/s9/0ZgzBPiqXKtTzjPcqcF7uGjO1VxtLBgOET3hyJfNX/7ba0YjVZWLonnfPUDizmhp1c75gXBxGNPqfwRaT9sIfF3Tkxkx7RXarkFfX1t2p6sSKH+Kn3DnZhE/B8/90wGMDBmXPNvXZ8PyA+D3M6HyX48weP71O2nAF+sSxn75pytNdRGunKN6opHada3+7zS94turYSm0vk1jl0VpTWL3paVdoMDE+aS3Kc5jWOgzjVOOkreFsD5B1a3qRa5t2F/JteYn0q9Td1nijuH1wPZFx+s/nvO8M7lsv9cdYncrfErRuFN/d9//y1rFtHGHKD1TMwt4rHXzhEv/U563rmP+Q19kIWcjw/lBXvoxA4eTPH1Fm84JBguDAj5ad43eUlvkbJcdNspSWN4nD/XDjbSa54eZ3Q30UR+M2O+1d/THcXv6Q+2YzwfJM3oHm9+Xo/zX7n1sVx7eIDDbxC//OWBbyFuh60zzH1iXhFNzBfAYr5RPcKpa4yer1xH7cmLH7LiAy/w8rwChyrHtKKV5IIj+oT0/PMwFjj0G8BlMTVQ3y8E/WZAmvB8ZTid+MHG+4j/5gVmTgRysiSP96ubjtS5J4BD+0V866yDYdwUdNH4pNHAXqlrkAgZN2NWKRaygUrZLPUf4C9+p5Yz+RtCGMPqke2T/MIQVeqbi24j6/i0S8fibDVBw18yYr3wGU0qCg3mBXA5Nsa79zdEpRt8R6q8bd0Um+kx0H/EX+MpphNAfI2PbOUnFvfLzzIvvgDSbzWV8eRvX8jm4iH2Kgu+AJeW0renH9ihR/nW7dm4Nagw/n7+U44tFxrEYd6USLsV9kaGvGtBqQ9skx9kucLRPDavSUlP8WkhYpuwmR88LCr5k/I7KSDRp1xgOd76xbfxyzAWeKRja/zCoyz06GR+29DixzlvgNf0QdwdhVcHV3NEv0Uj2kcq4zh26C8/mNkvzesOPodNEPWEeEOGPb6wKqLxu1XM0LkhM2Auq73+S4wWMpEl+yt+VApOKZhKMfb8rpaXxOzrW33O8C2HSMHKhhJ/8VQpeMFXxcabXt5hbR4Wek/nC5iTh/ycLR6QiI/WPi/2mzykE8HBqUdVctxfMXfXZvMzmYfdfDcQZQONo2/P4mzItuiKfdb9f0F/6/HDv+i3kL4bIPuIQHZTe1FujEv8ej4zeOGf+WpNepg+M5KcwrdUfP70Ldf+KeYxvMaF2PR6Ca5yLl8Y4xK+olUJpuTp+oa+0QZIzxU80fZ9sZ3w8jKGhz5JT9DFTQ7Ht9/0MryPT99gBVZzS2ZgsLnM1v7OM/8NfhzH3uDkxuZvdAVeI/oCm8RPlN+s/+SfeZ1e+FAJMiN9g7OjkWyX5JDT3abup9UPi32zPgu2QZdFH4AZnZA36LfGV/QTv1kpezYPT4JcxyrS3TxFYGWv56rfhDH3dIHll1bli6Nx2NWGrkRMR/+GDeOIY4l1BtK3NThyy2hd4xucYOGbeKdteJrdnA/XKglsf+p5kmsWSyUkBYM6nbAomdc6t073/q5v9IGRvzVk1/R6QLrqXeWAWY+l/9Q+lxnbfb3lv86rpz2jXe0x5lb1s0gpNjfcLq5b69x/HGPtIxQNR3q1mkcKr49ollh7ICNbR/vu4XE5ztY44XzeWEd67hn/mj2gFw/whBvrkqs+3VARvC/z+1Z6cOEteUKo+yetrSSPNQr13789r/AMPjd0gOsbiPRrLSO+teznSUG3zGeV5mit1f0o9bn4cbxrekW8mQYj+hHdCG/MM86/5lglFLF/zOE6+WOeXS5OipicsK5Y7o+gx/5xz+TO4aNxgr0tU/akrPZ0fqXN+aaML/KMciN8rum4R3wUb45lKlk8+yfSEdPkFulOn+oqha8xCE4pmHBK2Z1XGTO4Fb+1y/v7f821E3mFT39Idg+P66dl35p/tzLEX3r27RFvYDM8wWd0gvc30Kt8z5dqC7+Wmu92HLXfa/0baPr+rXbdmdvCDP0sbnVfKS10Q+5nQPxr3TQQ76hG/lrULRPGmFEyKKtjXgeU9ZLDMWmauLnhx3zPhKKW7HN0fHv1YHyMVWPXRQww6mxoyBZ7ef4oPLMPB395NXFOW9bSzNDrB3aSPYF8pe9klVYLfErxcgv/iv7rVhypM+sBbt/iMvtbhJotWZCO6Cts5KePPgdV+59X0/ynmcxz91p3PAiQEEa2QLB59jkG2V9Lz4l9sdeVTaXX+HvTHt5Jux01d39Y/nrlaXljx7mGkE1rL8v5KU6RKKfKcd7OAifVfILVoq1f2LQE4xa0M7pr+I6lBWhcFGihELofvvrd9b+1gb+nfbTWiNbhRjkXAbrBpPsFCk++ZqdY1Rol0q/VP3mSHUY5xpU3uGnG+kb84K8bOP/880/KETwFT65wHDJZPDymGA+0s3PNWl/k9jPr8tEHyT/Ktz/T2DcYleaPc/LRQ7TQXUJ/VF6LTzyyWam8EX+3HEzFPXVw+EQY8CMH9P76tSXViz04qiPeiEZH5cNR/hjsgYhNU0KrcapjBFPfxeWB+Lnm+vwS/cwEZoNLKL+G5ibzMxjKveQMRD8MKF52oBR7Pmn/Saf07DfYis/RQ+uIPgZfTRBvOkrXsThnfhpNfipJvdumNkgDXZBR5fh5lbz1yzZynR83gKn5piu61QfZ2cpjjDU3I2Ig5qgJMn7leyGDw2SXzBdCYn6K9cMKbBCcG3/3t+9seOeOayblGni01deuP0c+2sYx+4t6MGQ5ZvpYy2h9In51LeGRH9+qltJNXndp53LJOUPyed1/6q5+W/Cfv3/Zb456zlDOWftmn/ijr3R02P3t//X+ea3/QS+7iZfasvR22c7DNv6XYmyuL2WHo1qK7rj9jko6D186w/Go3p4PpEs9x0ee/o1h5RDFd8xLqlMKTzwpRbPHx8Qr0Ws/NC98eMAE/uLHmoUcwkcHfcjhs4QL6zFL2Ufje0wt51pddANYN1ZhG+vWShdq9td66gTPxY97Wp4DnEEyaSaAzT17WvIT7yuLagKt6iSngzuT2NAPRP7/7P3reuSqzoYLzyQ95vr/zWud/3Gud3TSn26JB2QM3tQmqaTL3RVAaIeQZIxdrtOgGghN5mkeRwh0BZSMJqckmBgXnz6wNF7hTkV91jhWCigxXmC/gX9k9hozyZMFFCn13f69vdtmzis3xhu27CRI9pXgk5CF9Ill1k96+5ZUVWt5wriFapW1MXstQoFhD310Y8z1Kzjmjd6PDn/slc+8co8bAy/mw5kn/e3JlvLUMzRMWCq9ce8/X+b/y/FqnlXee9i34B/zZXNm/989T1HXK4nIxuapMaX/8Z+DdqHc8MWvrL+U3NixJYOjciHjvoLvZCVLA/vEgwV0ch6wA/8rvkPz/KIrqG72dyc/HZUj+1LKL1Qe5fF98Nr5Ww+1oLsedLn5OL4w7mMsOv9dOjLRb58/lVMlRf7T8m+74Beu/E1t0Y5KXhHvR7nzS85fHpHftQGy7CN0G37GiW/8GrbxJ1fw4Qh83dhV2/pZC5YDHM8jNQ7bTZxAiRwFTV43iZ6y2aedn3L/4fqX+9lhTU8jyj/cX0q2zvPpDO81/rN8wa/+cHqoS4Jb8Vly3W5N9NcczIlbfM1xPqOH+FzmKvcbi9U8BtVXfgR12VRQidYR68GDOjGtDY8RD+dfUhYagSOZ8OuPEQ9wJAtd+KhNH/wit/y2dXCzP6lyJAtYr0fDa/Tw/owjXWpeIU75eDnnmWGMOWyZ4cv12yD/5vg7mweWgk612pyM5/EUs4q8tpN8gXLvEE7WDZqXcj7UN/3DpvO52JPzVf238cW59thND4+NsN5e7YFWm4Y/f/7Pu1/tQsb2O83AgW2R28h8Kst6BzAf+advBGf7Bx3y/RoZVLuGihu8/MyOzRhvVin7P/5NE8P9MH66B2y/tmO5J/Ki89nJZU3Rr631vnpWm+wTtT45P57lDX7WT3XF2SX8HoXmTF65u86Ki5zL7yrUdg1M1pn5BFf4qKZrjOwLPU7fp7UKcH3gpQfc4jrF1iwW8HqINhIHaxlo2oNwzrusXeCxd7BTkte80h86eP3zzz82vpS/jPf7x7/1m8LBP66d+E3TsvxycDm9GH1gjf5iGzIepetu9Tjbxd+gaTnRbV38QnrpDTkj/kdgkjvD3dJ/RuPwO/qv2yEJ78fQ9yfUg9Wx/Q8SPwiaxtD8Z6zYPp7883q7jjU4BZVfiWgjP8YDYi22RKJS8Y7/cE2kNwHQT1/4lexjsPKQm+i97PVJndir7MA6L/jJV7MtqaMrMsmHqoNrYIOR48Q4Ku2nNAQfl728vj2matCaZ+rYw5+kv0pRiL8ymWU3dT1kedEN4IccSVGKCdEkLCcHeDg2cOEJR6VoH3mMWTcbih8tQHJvnFw11jw2gk1jVrmk/DtabptykcZNJv6/prsK2WZYRElTNpP9v5O1fMwzhzk5kN4OtAMWjmkpP3E0WDEYT057TjV7c5LgRnJvawgFg+ff6rOMXXZIxvxG1TbvOjG+2yuIeHpI42IdEU+pchFmD6zU0enmDLd15wd8xAus8EPjaRsy7nJOPOfgOHP2D92Tx/3Qij6Ve1qgD7QSkrpR0hso+7bqcR6IeOeiBHicc3rqyAOCip523DCOi5sMd1x2TtOhTRrl4ZDFQ3Xkr7aOSiS1OtOrIvwFFbdvWaf+BcN9DjFZQP6/irGEc88q8qUDpTYYpI9K6dC32RTpYcKlFO8MUx26fmOFvuDHjej/WisFhlXJKbbSFQvnrxtQ0Gk8vU7AlzDGjazK6iEqstej6XVL46zn4pbcP5dXm68Hc6TPNcNaWrnLygZlPriu5fWqdsfGr2m5Gxu3OeL6huuRX+b874b3Wn6qLOhTHsgMV3Xhsf6hM+Yl1iG2riEP1OUL+We5NtKmsNhqbaNS8GvLW/jNo8fRo+t37Rxu0d9ifrf4f1Xf8hx6Xgvo+cg+exx6eX0ccg7noY8eTuxrv4TrIfjEDRzlheV6QK+GHt7EGSgpvfwmsfpN5uvbP76maeOLtcrHx5vdrGEzL+S63kb3J/1Ehtj0pWnsIP+Wc3lQuMehHXb12qj7W8FkP9n5Wyn/VPbbWgC/k8/JBynJL3oFPIMDJ+LNbgyznrD226tdC7VLE7cB+UH8HFCgUW/XXq0vaqJRqYdy0YUHT3Qg+92+mKdVT8BNX34a4739/I7wLymzTS6hH9HItqO+R4K9/O9//1vattPOpr2D2EUqJ4K0Rb9CAKAnAzaeUHA0zhTdweZ/9TPxASfxajcIOuLSfDU6nMufnizO3DDjSS+dVEeTJcdsNDu1rGdCzd9Wavo37dFz6+h/42alV7JJ5pPx3A5mAx20GXN8Gpz++kTwhK94HJ3fit9Vql0m40/3YDvKjWbSufLv0GWXl7LQaPbFX8wXi50oZDfRwCr7SjyFYnbcWLR04luz6Jr5tU4EhV9k2Yv+NNYF3Boen/pt1g6vlzfl3zNNbee/DlvHuIS/7CwRud3zE45iV23hqTw8ron/Vb763SUBuvKwnI7uaFPjEf5pebPxdX4h/rUUXcJTTDH1NWsUvGm8JvrKO1VG4xGM0n9D1HY0LMqcShckdVNl6IfEDq9Hk6BacQAXVL1dhXm05NW24qHSnx6BgY1ZeV1j8Xhe2ELngO38f0Qf5Fc5Rwi+E4780HSW/2X1p36XkVSv9l+sMKI3yRH6Xcuqy5VSPlvvXt29cezpt0ffy7M2vi5/Z/Mjnhi1HGFxTVsbIsDzhUWmW7Mloy3zRMaxB9y91+VavL0DsCzIk+/ShThsuSCoeZjF85D/yRxL/YLxQzmKhcz9VFxkwlvXbf4389OF41+pOfOzGf8ZPoxnNCuhBsh8FnS3y+8jsQu5PcJCj76za2f9uy5vnuE1ou9gNVa2HPiAzC1yRB71f+nTqVmbOZ9UYKq82m+JWwIIiK8rohrf1rHVSlGkzwuJRamyDhivS1jrip5yeRPHrs9LbslxFnVY15VakdMVna337AE1tl/bN/TvuKcmecCafR7ckJ/HLEa9fu1NDGAo5oSNuMjpKkWvsl3/NZpTtU7/U7QgH4y/qm8ZT9+eyZ3hVfheIHWM9S20aunJ+OUfsnvH5mbNXn3JvZUA2WnOr6zfmUezBdNDOtCegOwFPfsL8It0EXH5apuqHHqDCVsJtoRxPHKPDuyoD34uv+/1k71DTnvzG23RCwfe5JJ85D7g/XV2xqUu+aJTOcPr4bP2jE+PL/kZnvPTbnx3/tvz29Ojx8963KbefGDMr0biuPsO0JFN5nbY039PwXuNb0uv4zJlC41fJaNS394I6c90GT++gUauIP5bD99W5sh0OV/4vr2R8QBIxpFOXBdl/D7OfV3TxFkNexW7pJjp6SDJ6xXa+cYSbR2yMl+8MS0xmLq6N4sCjvWD6294yn9cf3Eoz67zrqQ42upPts2qcwcQtjS9Rvu/g/kRuxhD+J/0jr5tXUVPCY9rdG+8tuIArKVOvUx9Q7LxO1tb8u+p1/Kaj/S44/be+MZUDbqn3/L+mPyx0e/Vih/EoqAih2/V5kZlW78NwtK1bR//mQsToaVIPHQCacjloRPtsQBt8wVfclbgAW99YDZc4P14hdvO37FeCkqTbnH/+zd7vMvxx43h9hZXmZW3E1CPdl4LLdc/khv5TtKMjvugNe81mSO9gQkufip7uNpN0rma+M6o9vgf+AawAm45ATOBjwb35Oyr63XCzMbbM9SjjWtPH42HMVLnk0/4ogcmXGD+xg/D/bHHxtiwg1nLh+4ntpQblUiaz+BPoNofwxsuAh7QiFu+cIm62XcuoYdmxEN2Vulzo0kwGsFnMtU/4j2jecIfwwKaM0r/DdH/tNccsfDQU2j2yIYprPNSC1bS/YclsuQuCQ/fiXFKDq1cj97x36N4Y+r7QOXr9+H+5Pq0wGNZgBhUHGoDIt4o0F63qosSbXCCx1pHn+tHxIWfvcQ+/b4NOkmfxj/yknQ++uoi6IlrjbPx+361Z376fnN2K43lv4/qA9JvNl7yh3IIOP04Xl/JK3YZTU6ytQhrD+GwztjjP5Ob4f112+KazX+DGNkckRcll00Ph6oSzc2/vb4ai4jUb8Ot48x9Pb76WomOa9rW/6w9kgU03/vz+khaf50uEXtj+djS7cmD5n59wvk9rm20pUh/bFbalqOtLWhje6cztv08CJ4lgiO8Ra4oSOqjyQYuBzBw+5s39I1u4IzwwNUhvbIu6lOpsan9LL+XBX7a/MV56bo5kN8f5ZJjcU4TZ3dyS39kefnag7FwxFuK1oSsaXSNFJjc5Gnf5qsP2PuNX2GsS2j6I+cc9FMey3j+/ZSyLuH+qetOWjSYPUZTd3Xy+Or4qZTxLW+gNgkaf6VpXQ9SYwCW123wszFsKXrMb7Y4PPu+swU0//Lze41F+xXtEkI3TGPF0ueRdr4vb0BhrVMOrTVoSn/1qZ3jXX2O36WZN7sh63lFC6eCzA3huDEsPaPj3X4WliPyWlyDRM/P+YvtZMejo5rfAC5PpvJKGw4lUgT4U5brc8pRmbt43Vxv4gu38wOnqc7EUwJ2odxejdMcsOIUKWcMKFo3fDllNfqlZtisPa2qvs2heWfjF7iSKUrNi9p9mfG1kQFPfcD3V29Y6eNgXp1pm2DxiP4Gh/a7HXpYa/ncDqMID2oJlQkzm9hwZWOtdWJOdIOJZGL1NKXOw3yu8RpZKeKqPgFeny4Z4Z6DbT0Fnef9HNeGvcW/YR2rybcyNjAWhGHnWJjSH/4XM6e+rSeuxDvoLvNbycn6Harryf4r5/Vq+YeUPYeULXmtL2iOZhpYdHlXxuM3o7n5+/JGn/qbv3DzV/iyX2vjPwSrXh+iwG3f5HOBgz/wED9eWd4WRQVZicIWJ9VG8oMVP8lddTwBd7dAsv10fu6uxLYA6XVl/tgW8oN6k52I09WmpeUEfkuGzYl+00IxjTX6TRHlDU7wNaYtzu2xOcsFZRVBCjL58Ol5f5Q3cZAa+AaQvfVxeZSFQ9Y567NEPt+q+k9IbylrIuJrwYfjiIkZXUVM1BffYTd8+okeIh4HIi/5+JrwpP5rBl8M+R76K54U+2yQfNjv4tnkWHxbwTRxU1YXey/LjQjyCzHX+CirHPe9nGOkB/Lh+Uff6LM70S/2JjUejPljda2jWLOwyRrKrqdcevU90pl+4+zdXq9jiXGKfpRXsI9fK2nIcFEcbfp2r82xtnSRnlBJL/Vht+cxt4DsNce4sOdG837t9cdx7Xfyk/mvhQYOzh/7bPiV45R4BRV8W5/wtbfwy7gWYQ2TYx1M5iPWKE4IaHjI5/Ncxz0AAEAASURBVPP85Xom6uHL9pu9kpEb0aJo+Yz9JMlRPKnU9bvamScwwVXmfkk6V7b5+RSfqP5bDbOjbtMvI2r8GZbr5MxHO5gr9N6eM8b7PQ73beLP3xoWcbg9tjauHk/z2cMbxbIm/FgvjtYAcwdotI0ncoH7Od7A77YPKVjDijyiayRd80Anvf0bb0bw9ite+cwVj/9kl+e2zGlcr3yKPqs8Bpk/4GL6mdz6+mfe+coUFFOQR6QnsfDxO665tJ4Zrx8Yf4nLkgykz1jbOXRk44xd5WTgTj3mI+Z1fPOXwT9G/MzH/xj67Zj6E7pHMXtE7OX2y74cvnT0HJT1ulx+5kJd95WW8IhTC/GaUzIeOSffEBat8oT87kU3XYTQlfm+i3fZddc///yyHLjME5bG4nBT8RaleIW0vsEum5Jv+OhQHvR4hFaJqSCITvi53OrLeNfWZSuV8Dsqe34DuGilRKuLvsPKdoY6THcAsU3PsS0bT9KvLFzDKbIIHA7D5UnP/Ufq0HNy0hHX/llL9XxeKWeQI4SOoWSu06/fheDJKxZBcQHzebp+qiSbKz/yhG0pAH6Z29i8KPSJBlZim8DuV7J/hi+SyB3jZCHzmzRGfkts6sQQvtmCTfZVCb2v5W28PnU8YXd0rr+JjX66mto79XGuw60Mn5s8VuXhHg5bCWit4K9yD6D9pR9/gREl39qz3+CyNBd+IQFs4Da/MsTVQb/8k4QveXW9kOgrpwK75EJhpcATsGMBzfEO2rP7ay3wSec8xWqs7SI/UNdaj3jWRwYRjdqU4PjtX2LZTyo1uq1TD54kWCJ+4yuB9cj1AkwgrUWlA3ouck4hUX9lK1am36yvx/1r2od97WvX69fPx3H98/l1uFl+2GbXa904HNe/0TxSzdaddvqJ+6//N1WMmCbOPaeUa89RjE8ZTDpITc6nPJSiPPDmP+DFdW+sc+KGtR5+I50tr4mVG0XfiwPOB1l88iE4MNELB9sMjy/xtaEmx4HfUefjozuAabG6nPoDND8VRXlLG6qRB7rQ2Bh8CQx9U4ZASbZVPGYGbKQqrtp1cWAA1w0dIIrDTJ/r4jPDjXEQ60GlDVNaeQO3l0NbMMagukrJy/JDwvPv0wKKqc+xBL5t3mp/zM99vZ4C8HNUOCkF+/AhdyjvjFmM4ov1n+KZ9V++MdNziVet8kC7rVkMGbpftqaALx/ieSQjw4Sn2M99yKP9yrplMZTwAfIb+UwP0v7nF3CTa/s37x/kQWxgbSPmyyB2xWRtg/kNYPq2D+0VCktpWO1HLHfX71crHba/ms2FDPL4lqvTCxl+OzLFNoovgqKOhDjkmK6ro/sGf3tfGOuzFhSxx41WxbtKcFkTkHfyWkU88rpCMMs2qtbS+dlaPPMlF3AI1tPFl4ZsjfTr1VLJ8u230KETutl/TyNxXrAq+aReLM/3WXKOQwe14T2r03ftkXmf4dV+A1hPtO1Qy7BDtHphhPWOOcqu4kmvlhh6pzwgzfhwAtPFN/rnCdo6CQ7HWoBZf7TSEz2v+g3WAfGHvTZMR/UpAbqyvQM9Olb2rzbvCLtm1hMe7RMn80CPRbuSimg2b14clN+p05ppfhvQajt8bRtlgb5oGO2eXYXf21dwldneWhzGjZ9IcLKR8CmB2drEy0y/OaaJHRb0WcjR+o4dZ2xarI0xZN/R+DPFUf3FR/h9m4c3eEowTnzrkwELYhZzoqs6WOIGJr7AhePwwUMhlZbKUftN5u8w/ULoBY2Z/AtYLUgG48++sZXnnM+AfsE/NTLfCi7jkr9VeMe3n+P2sE/4CjGrG8PZF8RPGxt9X304RjeaRWAXGeRJ+VIFe6Xld/Gd9S/h69aY/xrvx0IGfp39JPyizYXmT+XQLtl3BvyHNF8FzLqOdJjpv0c34nUGJrl7coQH7z3cM/L3cIvcUfywDsxH9pUhvq62jKjfkHjztxA0bite5qxIy3Cwqw8PbOLa2e/bcKBPTyu4NodnOMKj/LIjz/9IicH4R2inYZJ7lD/4W7jiJ0W2cIVzTdnLy7xGsvf0N/rqc4nX4vw94ptwL6kqnuTDKgWvPA/oX3G/orI1H9LngP00fl2Hqt3bA7g2R/o+xIlOV75qqxzR+BqZRYsd6he+AwucvtgEiXUMbfTNMOgyrfiJz24pe3Y2G/HMvHO/yxCfLDDxFK3oVApev0GU6Wf1xHeGcho+0j8zKTJ7vft2Jsn1GV6Fj5JCZpDrpovoMnirvmvne9h0S6GjfWVetJ+zJLMNwtElqCFpvMqra/p2bbDkyX7GrG+JSUtyRvOh3JKpejxw+PRHw4uHVJADzPdJ6lw1PYUvfcRPbZUZzjf6xFf05/ff1rpLRrbj3v5Of86XPuJV9Z/Eab+WFN2t9qeU38V3Xba5WPd9JmRrPo7q8ZVjWcaf/KDO/9EhHMYLew33VmuccZ7Pt8DW9pF+0lf4/upWYjdd64xyVuqumotnANgfbusN9lByfhnlEOjQR3jUda2iPslgz06/K0qufPEbtyGZv5kOfjYku8VjJVdV1mA1w1jF78M2XrFp9ND323nIPpXz4sHcCq0V3QgW39rRVfbyyzr/i8F6LtUzK4/O34x+DM9xu6VT4PV2nNtnixeaSG7DG42PRw/yMZeXsXJdcjLsTL3pN6I6bo+lHj3XeAtrgtY4WNI1HWSX2Cdo8FltxmeGn3QZohzlt8cnmMuOfT55eWnfUSUP0c8DKBb8nmOgFi11+Uf75i7QOJQLyWHCkx+2dvBobRunXzL5H6vGeFiv6M0EcAdfnyJuWjTegZL1nxJNOkQ749nDezbNun3P1W1N/FFHOS6QRKETF3UPhZifORM7qXLywCAyGsjU5XT5ZLNnuLmg8Bfd5NWFwBb+Z/ctxxaGI7h0ZPs4Lp0Y73mYBdgcwVjh37KVSkwkn8J2/vEnYOnRAa3ignoyvlCepVsA+7lt3f94ogb70iV/DNs5TjGj5wSdQFlU8q+gi5/KyuZp79MW8CkZUmHsy31aMwvrM1yYUx1x24VWwHggg4t9cr09e2bRVy6s/GILKflCC7r1oZvBYPOTEi/pQm2JnbWOevU3R8z9S8o8hmXPs7VlAezGP2L9eTy6BbQ2RE+dBz9PZ8VYPmdvSRc+OHpCVLD6ZHphoLVk42cPLuXFVes4VNNNoIyM3ll33ZiRTrlEH7XhkeuZ50+pV7uUE346JWwPcZrLt8kepveE/pwRlSV9KWttXU/FeL4gPk/o/zA2nyqybz/ikLhVPMpvlT/YXPj3X14tbSsT+waM+mlTH+UF+o4d6Ke10nLdA28+0kP80DXnEvTmI736Gzj9uPp2f+NFcr5HuT+/32Mcl2o5Hj++oHm+lPP3o5Mtrl3HiM9lFsh2z/tY4pb7Fd99jIOrPptIu3nEmDhTlDg/ML/KB/Di6NvAch6hzQGs1xud9Qms518sYGYxu/5kW+RYuDaump3wpZE/Boy+77JWxj6yi2zVn8cNxZ1E5/lkB/Md7YeN138N1654YOQ+BxTf63NJxg6cWNtQZ53CN/qwcbZ9n3t6d5YM4Sk3MCRu4AS+6WUDeHnDBuIguyCd3y9/XX3DGT1s5eU3it8hY1Dl4HXUj374TfOi5v78XTIa+RS0S3tewu0sTR4fdQ75a7R++t/sz5qLfh4+y08lXzbv9RD8ulLx3l9HWHAWxuEILEne38kncT2i/GQAzy98T4d8w41agzgsa+a5g4vdEjj8ZnDIbuPqc1XQK79EnlVek77wUB182uQsjSvr0NczTs6RPd6onWlH/XuwjRvAMkjvACOWLNQYtJ4QXRt+RHUp7DU9jfe6+mbWnCvG1cRkQ7eTS7uAES7coPEnCgabFJkPJ6fZQZdcefnU8bZ9M3949xO+JTPjz/lUrQwdLdsgGo0W4ta7JxChX33gHxrWYM4uVa8+rdf9rpdsQum+4jZi0+bdkoJJs4Wl9WC8IrrZ+U/y5Uv1WtHdcMwr3jcGyHZiK/9WTOpiEYt5H/ZyOwcFT/X0PMjvTH+Gi15z1MvLuOqjlD4Zluszuorj82vxw5KTPFJ8QGXFG1Qk+yxdsDqTvzvhO/7j9o2Eb+MKn47x6DzAOMVTgaj2shzZoZIuURctLQhZyHPgL7pYgCcfxavsiFdwkqbPIjPxQ1+eiG/5X53cLObmMDd/9UyB+lgcj28C54ux5fhjvPS7h1rZ8n+eZ+r6IC/oqN3p8LhquuxKUd7a8ZVdPhcg4H/Lg/k2G6Vz17K/a0n3DlybeUx7uJXoWTluAeWm4xSPhNnySdwQlm7EKHkoxyp+aYnFwn2W1Uoe4seBHVncoqy8uvjMuYK8l+VCQ389dxa+0lvlUtL3b8lWGv9dR6S8kHNFFrjXn3E/uT7zxE01Ov/bxP0OnV80P7PYE1zr3mxCYPTLv3Nc+2+KE++Gw/HH1ilx9LPMSVMnzsarIC+KkAMfeMTvfGptJT2yvuDTz9pK/f04pPtC0L0amltGUOJT+kqk9GEZ+1ccd4jfsGkYUPakBC57qzTA0Mx8m8uPWR4dUt0BuGefab/irQyjnGvn3/xa4uf1/5lRyd7QyN6C0VZ91k989jEKLnTxMT3f47onrn3itfGvdunCcuaaQzIyD+W06i+5M9XZT3l/t28Qc+PH/v1xv2ENhVLkwB3ldv2spy/rs6TDsir8E9dOicHeeIs7OYWHUPyxOY/8XtN94vl3VjX/69FnG6vexwdt9eUy4605Xw+peWKRX/pz95ac8L/6TdT1xfGKWHsnq44CyLao9YV+kSdAH+WQzJf+//u/+EkMrSGyTblZY/eIYWiBbfszZR0DjuMhtxx0+aVUl9/qOUSIVkrvf/4pv2GcAon5fecd0gaLnwY1GeU+AvLf+W0xj7M2zsS6VuHD/GmfqXbcpKJx7+SVZJ8Qu4N/UjfFguyxl17voUPwxB63HdtJU9wY/eD83ljq92UX60dywMcHD8YWXyjJjPAma76+/lO+mRtvLnizC6Rf5QeAebuAv8HAkJW34jxKrjlvGfKZcpnyTY2Xwu53ySMftmb51/KK0jPyhStdtAYSzyMaiccZmsx34wZwRtuvowj/LlVkX8JtMUaGy7prUm4r9fG4+cmL85/FlwcRgVRWldgIm7gPG8xqjzeAB9EIOxHAvd9EYons5HZ8EH0fXQ0tFrOesdCKPCNXJG9HLANfH8xLzu3yaWFCEzAgGVMYUSo3hKxl35EWdL3snm7WP4P39J/ZbuNZS5Wt1j33g/T+srUoR/fVYRcE7zwVFgFbu91/XuyCwNdrI/8YwSp5rQQf4cKMjQXagiG6XYTKhoLJ3pVhqWgswle/4Go/y6cFnhb4fAsQh/FkaItztKj3g/Uwmb3ymXUXr7wiOy2xx3rDW3HPE6m5LQrlAdYl4IAvmtxHvX+CVTy+SzkaP2PVOL/LOB5HT21SPI5G99akj417y5vxlx65X36cb7T+a9mCJYuWNNQ58k2auJ5jLuMmjm+4Wku44OtYyo11EjA+kg+u8MgpOnJduQQaco/wdX2UeYm+LyVTZd//bD+eBY7M6+Np/XdopLlRLI5GDY4+cY0S5wCuornC5lKIkNf1lkrFtdrijawtecKjPIIL/1+mgGliFJZb7I7wuz+ZSxtdo5Q+BvhhB/Mzzt0/bKA3Hw5+fdQXFStnlcgykHUpn7NyHw1/ZOdRTLJO0HUJY5D9oI9cooc7/hhevAIavJ6/2rI35Yfd1NWbntXfaPu1bbTJbR9v9g1C0yu/4hW6fMBfsjL8s+vSwXOCBruhhPCFYmZ+6OODgdnx6mXUH1rhp3Kfa4HiHxR4B698jyN85ffvF4tj21vhn9195YFQroeIA3ICr8wn/7T2uYDo80puo8cvsbPXVnMjmrzCgbz8mcEc+YI/8D5yvPzv//f/jjH9zvq4yxmvnjxJ4nafsku4e9WBHPbpdSddr5KS4TVwtXv2Gc4JJrfB1aToN1xFv8Cz8ZVvkKt7VVb9Vj3nABrPjGqh1wxpC57sy9NM8FvzZHPQfIGgSScZv8litsg69rS5b6hGkj/sL8AV38U3+AaUe3yLj/Z8K6cR/cKv4wkUEgg89NF4xZe2PvBWv8oq79JK1nOhXzCUHpey/yw/7/Wr9knjW46F3GR296QeWZZ+p8OPS+pa0iztz4K0PjkJN9FnZcymMx6g9X2ZlHodR99R2vFbBXFRl1HE1yIvg1f10W8dgPSBL+jks6Ky/Dn6jfKB/wxIHaRxreXHWKS/8vMen9xfnu1y0JvNyZEDfZBZ9Sr1tX7G7cg4i99FvpN/Md/Spp0b61jVlUrplUClGhcc2qgdXRytadYQ9+Fyss/jX2M2X0SnP4vfFuqwzT6r81exh+wrCv2uhtp92dump+/xT7dTfjhN2xMc8YueZiZ/j9eMrue/x6fHv1H7cN4/Oo6s11eMCT2/Qm4e94E68RIbH8o5di6rG5sl/9g4+rjKrJUHKHNeEY1Kj8U0f7T1lgOluT/lppH4g5NjuG8Lr5aJf4XlypVz0p+/tT7lHOJ6Tviv8lvRSbaRinmsgp0pxU98+vbybUCJc69377+ya4+XWMyqi+unGZL4j/ovkDli86mw2XjSWDQ36KX5muoofol+inuiI+sAWa8H/QuYP0lCtGo9osgNoYoH6LTWiBvB4HHdEhsg1OPoN0Zj/ZnlIr/XsxBPC+kMXc5J1PMNbRiIt2hUDplrHoadMMuryYYkGQ1yWW1TtwMs9ZuNQl09uDjRX/jTcssul/KcCosO2XRhky09ILuxLtJBqi50EZByS6+s0xYefITb4wkOzugQ/h5eodW4NB61xVpw2vSpLTy1hb8FX+LqAY+SYyz2/TAZ9t8+6+su+uGvGzuSFYTLv1t9S8ycl4hp2hHbkU9a2+nKE3a/322vzjZdQ+t4+xNzRpzFOINvH4fVPwbz4yawm0uUuv7ZH0en33Jw09ZyLtZo+3LXNBmyxz/jUj8uL+yqOer5XN8O/qt86UqOc/5IpsajUjiyi+BqqxRc+JTqo577gec2/Try+lWwXMq/MizXe3qd77fsHuu/vflRf0hzX9cSQd++y4rcuP5mN2FjTcN6gbcZ0da8fvhrXpVfetHYGpvziWupHqO1xVGQPGrxUB/tvHbJD7kJR2sZtVd5RR2Hy6ahrslJbS+2f4c+OuKtqHZd6PvzjSbjCFelfFIl8C180UWZLaWeJrfN1QjPeqsviXZZ5re85h7dcxBMuqsUvI1jLL/pJ4q+FF0eU49zpC0+PS5z1+av743z2xq6hlyq30yvXsKl/Hs+D9Tm5oAFET5DfsBXfI+lrFl4K8GHrRu4JOKaaZZD5HMq8wirf5d1XvPHwGL/Adhofz/j8hCKHkTJcshDGU/1jJP1mdU3vgG85Zwzdo8Pl6HQFCNyEukPNyJJtnb8TFswvGwPP7/6TeA83rCCbFJN8ldVsEfzhjx02U8LA5JFH4R9Gxpgos38nvWwgGyW1jgre5kJHSY7ioa5Gs+W9UBUDo/9N+YBPgDtT3e+c7D1iE6yCoubFfDln35n9mrGbZhXszrHIDYGztFcj635EafbzlN4QfiJDNs5igSnEp2klxYRyhMJrVaFA0B4gqldka2ivn6syOxhogPuOpU4EB6+xzGPHHF4xBLdNS9n9LuU7oyMJ+7TAvsWUFxSsonw8qKlOXmGT+RVv4kToVrjXzkmSxEs5wjBKJu8RgXcToeLw85IizZ5SHzUAa/8EZyybUjZ2VV3lz3XdIIy0YV1dND5u+z/XsjpSfY3W0Dx8ag2yPGnV4Hunf+IjXc2NfxgI5Mbu6wFbLNjEdPtepjfLmeDwvOCXSdfY5ess3ISqlBnHa71jccwmhHLpdyUyzqm4DqB/SHntFwj6LFScsHOcrP+xzj9fVjZdn/f6L9+xLfw0X4OCS8//K4D53m1rUJ+MECmUZ2SdQzx3etFm4/yQN9fJGwUyzVJ8FnCLLM4/X89t1hO4xWvdU3123RDbzZRA++j7dhuyM1dsR4jhz6P728B+e15X5yPHV7iO8f6Hj02lE89/AtHLjHWLO/2Lb76sI0t8skt/d695k45R22VsMv1vQGBm/HzXCKDG0X5UM7LML59yA3smjdvnC+kE+WRORK+dGR8PUx9j1Beuo57BN23dXj880b4xvYovmWvB2P4PXkkH7R//+YV03EQU32cKydkuGCiO1JCo7ftzvDJcbzGXnoqVikFg1bXT+Ql+tSe8RV8mcEEzeXJJxWdVDQ0Bk/QZfaX1PPT+zK8DDNrj+TIUH7H3y6COUTvyZRrS9+04uyHYcsThI45/4N/wZtP4/fJZ9C5eose6deAOE/TlSc8OdweZZPdx+f2Wi7+wesdb80fLDuyjwTk4f7Kp2IeXekyn9pICZWFp7GqTa9ggRl+ASx4Njurvy8zr77vK9s5Br9Kj7BNizHZ6oWnfpNScYG4nAvNgUGLb+PnNh/pOpLY1/zl+RIsiThflf+7C4QO9vc8nx0KzVMK6R0KurFeMsSAotrgVusY7FHOFduSB8qMQMW+lqHWvfEIpcPrN4Qn56n1ArTw01fM6zxmjwuR4Y/2O1o2oPZqkrU6QMBV7sRf5bPC7tsZLjrBKJkfPvRpriiR45+C7H02JN9ILjYAhieG/qUk6dshXt7gj+60zOxX6IQvnsr/e084i25UOq8yHlPZj5V+I0LzCdSCfkyX5/JKb9zwj6Fq3wWocV2ib6ad+M0lbDdpPkvOphLrzt5fW3xkH4TOYtdyDssuXmMkPNGrdEzi1z75AiVLDtpj55rMFx59HiK/5Bs44HBhAh24EWcl1uzGDE/W1pjzp9WP6QFfHa6/5R149/rJLpGt6BfVg5U5BrZUE94N/Vdrgi2x6z7yYO+Ta6xPg9zKLolP9R0ca++44Xzsibqmf7F+0ZrFzn/5mym+kVDtsBw78cU1IHGu2Fd8z/LLMX11o7ndYJ7RIVtzs8IxvVnjcXMbnMgHVnpuAft4AoC+8SjrniJQ8vt8s9LnYQEPFr83slM/H5qn8+wvtI/i5rzAm1LIDrPxq38qlHFs5bRBn+eWmlPWnNFFuaL1Yuf4Zl70RV25peG12qJPenoJjs5JKhudakFf5tfH8cvyQ/RyXzgO8hH6Wq6rD8qYSfjRYzs+/tjvDpfzAmsKyzAkiJJvHGXnTxW0g/dZ3cUAO28Yu1yba8cr/bb51Dwvv3CFW87XnO2N4yjeFh9iDD59rPXtLR5n++r4TxBetP5b2PeEsIpa4q+29yplHYJcP6wElPKQr1tKb18Q89idcpE/YEEAl2PUr75RCb7mWKXwJC/7Eq995QawJP72G0y8phY/ESX7Q6ST5dqr9S5rSrkuT/bxhEasNB7i52WZvzx2uApHEvp+wdel4lLz02PM4D3e0Tb8JPMozRNvbgHZss2Tu1/xwZfi59DjI8f9Yi5xu+cz5xdZbdy9XsQrB6ZgryXnGezAhzzAN3NlG66F4j4iNFDbH4/J4OUPpbbQBOHwMcpRyOW6iA9HH8f9NRP9MY5Yzyj3jG8ApySbE+5hjTP9YaITiAv+KYseYCFDyaEx1L///usTKhhsbH7NqMbbSwPwo/EnDuTwyTxPkH8xavbUpX3jlT+2yaeVc0Y1rWVfDeB7jl/aR8kGQ9wSWcJHrb05n9mjt9uI92fB9m4Wmlt/7bGI/+ZzI9tiVyVJPTFIGRefsYnMYEQbZSRV21Ki52vHeoH0PH+5fgGrIUnmedHFxJDreSBzdThuOp+p0mbwijCoZJpcH6DyO1rlHL3sLTGU9Zd/yl8h4OS/d4CTaeTLI/pms/Brf72Sfe2P/VK7ZVTsaTdpeqFlx4SFg8d//DGir04Gps+J/KxhYfcZ3dX+nX0i1yWcsofrQi7jPOtfYoGr5/8uWts5STlDFZOj/KEyi9Y5DljOI5EDyCsl7mtQAyIR6OKQ5jLH5twCX+UslcCQVenMr/ktLvSDNb/jhVyPP4fFhgp0+Wj9y0w0Gmem83rSH1nf7sj65/qXDqT5xJeqcWvhD2PfWw/sQn5+Xm+0tm3g5/vRGob8kuMeKjZB+hzRuI1q2/FJvJNPpnFfzpu/+H1Ac9F31z/yDVU9YZ/XRyMtMkyyag6zznNjytwepf5D4/dm5p3YR/nh1usz8b2Z/o/JaBY3xFjE2YdvpCrW8jqFEdGOzz8+QDZkPSFxM8ACnjUFh2KW+lLmeF5Fx0Z3HDBiY9d4/SLfKC8F/ccHb0pgAcanbAoLJRic+it9l7oeY5HXp3qM5hhlYCFb4z9Dd2vc0OMKI2aFflI8pbH46czGeYmfyDw3sXPSSXw/pZRcwk71A4I53yvGMrryiWDYlTWM7NuvZ8BTHyUf+OqjPvHL+A6z84Zf8hSE/9oDJayR2jec4zdL4Rc3aOKV15r3HOtZRq2z/yJkv0F6o3iqAh6lMs7j99Pus+WdGcktdRMvnQdtvxw/t/Oc+ztx95ceZobVobjvrye4GRy5o9gRYttXta//kEB8F+LNfgc4aljXwA5diTgEUB5Dn3yoLT0pmUddq7GugaS+AWrxG8BbCfbIAniLPmt5pp7lDvgrAWvgs/ZIpIxEHwYdJX/hcHFpoeHGHPHqYdJHcOml9tGy53OU7jBetq8R9XrqCTPg7dvAtgBmMWye1BbKIXGqbydnV79urnu9+t++2OU3Qej59miL8ZhOga+kCbYSZ6MER3QKVCWMXp7gUIuGUvUev0kptZFdk+126RPDrcWGbvRJN/FVmdjctprHl8Z1iRB0ZT6yzkv/zfMaEvL8QKd5kfy+LbjK2p/HoU4rsy4JXKtswG0d9RushnRk/iqvC2w54j/8LeEqxCozOcUe1T4Tmt4+wge+mI+e30xuloN6xsePyfws0Ld4Ql/78aMuL8z4V5qFpNrAX7eOPr8IV3Ty374tO1KGDYiLlnfgs7BvYSy69paI7bdiCF/f+K3twu+abwDDoj8P1PncseuI7uNV8a/SZnE2b0V/jcubWzL3/EP8VEruFk/hfkYpfY7K2tNb/PbwOnn4Dx/Ns8oO7aLmML8t19cX8T1CpLjQeFQ2WvJA80vgolHZcKO24FE3NK2vPMzxak99RHphG5E8+Htxfsz0Mxkhaf5XcVYeqvUHTVSH6s+feN0S/LM85S1x9lc1Go5RGI2gXWm+lHl0vcNmP66z9EOmA6DsIP6Sq7aTbMWC4qXnvUXT417TRv5nyRrpeevxi9+dx7SY39G4dmDyE6H1/ORX6q/lzrhGua7SWqWu63b4ZBp0y5upue8/f5a3Kt5scyRuvoxzmsbZj3/B0xt5fdQSwx/7Jp8lA//mHrzgk3OK+APLMnJ9LQuWy12hGf6ufYuq+ZvYyFt8YxvACfuDPj2+Kn4VZzPFbjW+wv/o/KzUubV9RuOuY8Xns9+utFkBNC75m9orxMOAkL/yN+irnlbvxqH9IInhrXiHjg0+cT5f8tH4chn10HuxeYq+5JcX42ElyxvPL12s+rg0z50+bQzzeWGssn/DjxobrHzoR88ZHtj0qT+Pr+cpXMFHOYUt5WMHN7UNM/5YpdDluT7ASPoeQJ2iaOxCyPMqWD0rTPTTfpTwI54qVQX3smpHqRwdj/gIXyVs6FO/+Od+wUbl4vw9GWumW/Pd8Ne60GbiY777+O2vKbKsZR05a/sucXJrrtd1fI7roDlRKdupRFvVWQewR0JbH/oFo86NWx2iE2/B+zLvzy36urkWH/SAt+2qOPrH+7//+dduLnFYZqlnDVnXUk7ne9qPCYw+v8f8NxtKrguwPxqX2vulNMmYjX+GXlKv+ilvd0ykr0p1V7pqMfVsldKbcjSuLdpZ34yPZJ2h26OZ8ToG5/xS7Wb25hyLJ3L09j3GcQtrZhdo7jHOLXlbeh7VpeNf1hd/3mKhH1+wKTa1+GbvJR5ObesebEy+yTlnS7NRn+Yvzxcw/3KP33bmXGX37yylWM2+8jM8GLQGRL0sFoa4I2A2mviM8C6FZf7LC8uzHGUw6FTPxqv8bHOccPjbD38C08zAxiE/I6WbwviL7Pc32siDzAKYg7o+OqH3QY2PgQNcuIIN/e8TjVr2Jlxi7/FZ109UqROV4387v6Cv7Emd+eDo50MCHLcszsDX/Kj/O5Ts9euLmb7vnyf0BgNolxOWA4qDrC/IbiBowCLPJ92KmQFqB8o+Q5f8BrjqHcm0mWlyfUSw1z+iaTDGu3Ww6aCLl4wnP8+w7Tp6xmQqXvD9nk/rC25/ysbuSM9F/Hi+M5oynkiVyNseX0j53L85fi7z7zznuZ7HATwfZ30w0/49dXyKj/zw0pGLfui3xrSktU/Pb/Px9P4yx1TPYmzpBrCtPByFU6G/7tBOFroZHPFurxbiiUcOu5AhD+Rj9KBk7s912Vm/LYxOfjFU1j8vb/HWgZzDoAFv+QFW8hOXLnVzK0mLpGIALqq4wGo0CesbVLG9bJ7rX6h6t2H1hZrcRvQDjwe/V9zcZrAXcLnAPujNk/DjI3KOQpTw5eanX08agXKMxn3WBkGnrG0My8bLmz2Dr2OUt8g7eY2zzDmPtzbRWE6XF8znaRnfmWBqn3IerPn4VoO8F9+m39kYapRfUxvpC4xDffmGc8Q850lsCV4prWBtEzdsWAtwY8cKVnWFn0rlG3rjgEc+dB4mX8WaYnSDnPyFPOmb8wp0gnO9du3BSJXpzl+fsK5iLNdq8Wj0/bw9mn5n9GljqWveKybsNvPddDozkutxbyt3He+RW9CTmFW/SsUrbep5DaG61g+i0VoGnnxpbHiUPKRpVSlaPdjx8t///ufV8ordsnE2/ow6CYCPHW+2zpGOtN/fI9eIH7CKTG2wISi9HfVR/0zPz/dSWPPW8v+9JJ3nK92gvFY/8Wp8dH6xM0X9hbe2ij6v7d9MoX2KiN53ny3ijfVJxF0J5GIk4p8PuUVxqVJ27NvABVMp3EWfrxosP3zYXP9iHTC9AZzJm2Nk6KPUtbDSwPv2lp7QKOGCJ1rq4kfJJydZ8NQP7uiY9UOb6Y/ijWTcAtbLzzZw/ov8YM7KnSU/iZjtbFfPx1M248RrxWOoqPxKAoZIc6BOCOVJiznidT0ak3MxP4hDukeL8WrxIPy8KHAbGQ4HdeEEdfO1Y3YT1UaZbaI7gRvofZdGuYDD02yO7v5R3hoiLyinDY0326S3zZT4YIf4SYZkEs/RR6IVMw1KZcDFQ1gqe56CHyvlQ0tZx2i3sfKU5/o2VdcrH1Kcpe5qrgT7rCpzkedD87mSX/Rv3zDttVZb5YqDA5ZPzAqXUhf18QCHetZcNM+pZ2DT1Luo7o2PmARH+UbE+bwmGGXPT7bsyxk9PNQHjc6LopcM5AgWZbEQwUbV3N5/Z0Tp/4RNkKFDMtSOMs6xax0a1pgu+i+Omco+z3muV4QfUNG4NIGfMyTmbWvujmiR6amvYuIIk438eIRcOFkXYL0uwtsqex5j3D5D2fxZDPqyxG722vPvlkPKOZEAsDVe6BI3SJChuB/FvPqgIRfRpnyzMh9Z11de22rfqsm8hQs9vMTv5UXPqnIpZRdQJUhdfxFxweqA4iPkmtufXqu0RaWsjxawmzSW9rsJy5/E5EZx6N90u/AcdCtzhu8Gt1y/hn+Ot8zHojmakzH32SLT5vphPcsDJYrX+JlNO3cQo74g+P9qflEuyd+4yTKXddYZihHlrGNBj23YaOHDOPJHdiOHke8Oj3OpXGvdLT80EX9jTfOksV88Tz9ofrINVO/tJHu1khj6jLVcidXyMFfsKcQ6pNdRujcdwetjmzY5JMo/7Kxandc18zBKfGmvXOP7eqBktvJN4Vd7chm54qvco7anp6zARh0+GkOfU0QGPP92oPC1phLeVrnIzTr/VYL5HPrwze6LMYl+ch6obHcrx/0n21vjn7Lf0U/zNKX/hI7dMbgOx+2TVT7GO1O0OnsX3IC4hkfjdmXtTvk1z7/GqXKkccanv7aLfmqrzDyIUX4ukoM8gRx9hEd8L/di4rrFwHa0PEWOilwTe6qR1tpaxnqd5SvrJlvf1C9YGJhLn+iNjK0HT9CZejyEZxgwtSJeXQ+F7RU518ggyF/q6p03+CPtYDXPRzcQdEcWeQx3FPNgrD12zD1e9GSRThbhOPfT9k754TKFr/BZna+K4PoGwXR+JU71IIYegJWe5JicU3w+rLMvid1//omfxRAtOPAWbq4LR290ebUkwpRqV6X2PyvppGDGkDExeExcM/AltjrK4yjeJTpcQuNPMthZiFdrcb0tu1C+8PWO4vhyYPT/G448Tuqyi8betzM+OLnfbVkSrvD6Unx/Ujmy2z3G18uJNn4aCyJkBiykA93yYuZLPCmfx+da4DNsrie4fGTlpkN4xWPPd7+wn9lKPhwXIzF/wKDPMM1shsEzt4UDrfhSxsGC2mz29l8rWWCVDVc7mcDn1uETPNf5OHR5/n1a4GmBhQUIQIWqB2NsbihvUOacIrh4EOdsfnBkXOFV1oUg8kKLT+WL0l0L4OQY06bA7JIF/err2itqq3CxZTjxT/nlsfN1U/5Z+0kWqP5fz4P7o4Mm4mMf99tjEMusCyy8ZSuuIanr28RaY2CT3i5vPBhiaSdeqcY3YPYtAg/Jytgj/sheb+oGFTx6Pi1HLtc0yl5Z3mfUZa9ez8+Q/ZTxtMAtLbDnw55K/LoCqZFDf//mWiTHqTb240EybgArv0BFnY9kaU1D39kj5xPxg8conwAj7/WHciHwnEOeq5neUp/bzvP5uZKf0h7BAjrP6/wqnbT/TT8+8vpabgDbb//yG6BxkINijcO6pR2t3mq+Omook1rONZGzWg7zZ2IqHXsv7QaX9FTu6f26b/fjFVvPvfZn+YUJ9T7LpwWeFlhaIM7gfXyBA2wEz/SsUZRrgOc1DPGvfAAfj9m0YIhLUa6lbE3xv//9L3VlEaXe3dHuMdo3rPqeaO8NZEx1O+gsYW1JyDSqUx6ZmMzXx27227RBejIg09b6jv0r3qxyJf88v9UWPI5ketV2uqDWCQV1NP6ZaqfhdSycwMpCfmafijuWwjdeto76xNUIKfOeyRddwZWtKjiicGFD+uQrfSm6s6X4nKGL5UHYZ2iHPP4zjA/g9nba07/H70Vs0UPb09OGJidU2j0ecoJ3i29DsycuueCk13iXJzBpTY8dW27pD8/Rb4zw8JbmbY9+qpc6Bvql6LMBb8cRT3gfOuAzwB3ZHX51Tq6Uv/gNnqxo0WUmf6FDplN9pNdgfIfnZ8QPWQOeUsG7S55RfSaPcWqsuS5eigdd+Kit/r4UXs3ThvBav6ljlyD+jSCWHuPlB3rmBU7PX+1+PH1beKMyj1f90C/iR09CCqErxWMBZk40Xzvzs6dvz38Pf6GHNXr6vn+3rXHsIo4R9n7DfEzVoFfr31gtauI7smee/0o0s8PO/Fb6SWVLjwnJOfCd9J4pwXg0pihjK4NzI0fb8ADAhojexEHv+ljyav286oy9k48/8bvF9ICr+Wz5p9HkGnja9BAcmOQJNi1ndoXgiE+IfhdX58/uPCv6qYKlY5f/HoMr+3f0zDY/tF7q1bl0fFt6neG5xQddJ7zkZ/LXfliztujUP12/CGGvnOi3R3a4/0L7zPgzfq09sB114phNj2PfGF7mid6eM7mjeQLGp881DrN7Odbb2KXqyCdGekimSpiN8JqQZS3jZh5LrDu3rpx/6a2xqBT8Yu239Lp3TCSlNZ4EGlb78Ta67rxQqM0tuUia5h8J0W9Q60FXbeCrLbxpuWMr8Z/R78op/DVe2eGPbpx086h+Xf+OYm2ki/irL26iRGuUV8APmrH9xacvs5zQdfwb5OKv3KJxUfoliX0R4z1eo2AibCHEN6rrXGjN0EvfbmcZWc9M1eDjcft8Vj0yZdRFL1n1OmmN6pC8/zhCqXxGnXeEaRwSIT0aPOwz9O8D9hHf/XI8DzO6lT4buox4tPFFr8Y9wgW2G//lN8RnfHv4TI7gPf5cv2Pz0/OTnFY2Psqd6vP0G5c/BcRDsiUt214IvHk4ResZ2tSzTEUyv9vJwaOw+Xitb0YKqH66R3statMLzLKHcbBv/ho/bPPxUX5f2Oq0ZS/yTn99BI/QealDpgOHI48hILO/e/4rC8zoA57lZX3m/hd8Nd4R9+AZ8yE8xU89/xRC77dYChory75R02tvnCMNephsoZL+y/hqW+vVfG508F2XOmbzizaOEfYc1tOJZ6PY0z+PtVGdrSFXulDq1fpLPpfIWuov/xDfPicI3spLZDZqjQmI6pR8PJfgHyXXaO8l8OwmsfU9vwHcbFlrclIM1TuOkITTt8O4gv6ccjFef61IjE3jVYnTcfKQ3SzunkeyQLaj/Itu2U+lSNTOdLkuvGd5mQXkp6KmzYdvH8j2lKoLjxIY/h0lCznDY4VnqVV8dALoTwyZz7N+mQV87i4jPUyFjJ9yVJ80v9XhNiznOcHkz7Tl99qIEE5uK+dT9ocuREZwfjngdeObfNJjNgfAkan+vkSm9O/lP9t/twXkK3+3Fe4zetk2ypYTSKXqQ/LLC9940UXzWhfF/zivBH7eqM0ctnKS8HJuQC8+kik9VYrmWT4tcMYC8p/sa2fon7hLC2DPvDGpdQjrdeC9vbPdlUeA8dHagTp0GXcpddzKfIQhProvxTNvrHN4DWPcqCYHtvWX9Bc9pcYg2Fm9RKdS41P7Wf58C5hLc4I1X/r5Y73FCPuY09sH4E1duYO26v5NGx7ycGPTw0FuyaUDD/9RTlHMI4McoTaMuPfNz+e8vbF5bHnLNnLf7Yaw/z6y39CLbxpqTKMcc1ihJ+LQArLtsPOLgcT8wiW/WB+Jf1S9pN+1Zd7jY99vPQfsK5IcSMr6tr/KkE5uUX6p+sALOPuKBUg+AI8buXmPBZnK+dzs7Q9yBUfoFjxyzpFf57WU8gd96hffDKOe85RwZmXgz3rPwaXXGfnnJHw/7LPz8f1G+NQ4W0AxQKmY5aeziHVLFXbEusBvBNsFCvnjeQM4W3BQz8mx784GV59g/uSJMrE6z5S6gjxDc0dcjStE6CRWWnE2KdJxLH4b0k5VfkLYVmrJdxu39bZNxQab1GTHk0+6TbgFWDw3kfY789jzIl8nMZWZEzTAKVXv+0fwjLNXd+tqpVGRga4XFLX7G1ZkJ8r+yLanPzZvIoEGbvhgdn3RRAlP4oQwsDnjqq0cLs6fwNNCTD0nSvlgY1uJ69PPFXLbyonoOy74ZHzK1nVFfFzSz8KsfnA8Nnt/d/+0xYE/HWoOTS7qcWRvwdWmBN8vRqw8c6SQGJKJp2SNkFz3FITE6RZ+z2OE6/Eju17iYJW2l3aiXXj0F3G9vpqPE5y/Jyr2OJkjLh3oqfypuf4k3eqY7i33hvzjfMf5kDVLHUFEVn2tfoPnGjmAg3Lh+8XemR94GWd2cxg8DvH2ho2XbxNzZB4OSH+IN3KMISWoVf2mzon8d9hf7nK2Xep+j5b85x6878ITO5+Yvy8fn/wiBdRd7DJhqvEf9uMJnxuC87lQdZWIUV1xr00S+oAJTvvSQ7mDn0XyL+1YnmCdY1u48Xvolj/+2ENvkp1zFPoJvpKPvU/aWuNVueJ5T4D8454yMu89++z1+8b4Rvzv0e/1Z11vUo/4zzcdhmy701SPI3pdn87aPd1XtRVfs6ynfp2e+/XBpXrnuIw6v7XJtUbcwCnLFGev3yQn5mVXOuq3rXgqxA6mhio65xilzifykfKSRlxK8oq9VlbfoH2zut1eYoVltL89j0jnPsdkWeihtvSQDek7fHy6/x/W7BjiRP+5LWIO+zWDbGlG7eSCv5FfOuz9puQ3TBcZf0x8BH72v4bZavPxNZxcq+PLwJ36ll6S3/MVfIf1Zrd4Uu7zOzs/a/tvKmOd2OHPBzlDmFap9YChq19fCIXSUgwxTKapb/wzutfXd19b/LELVo1PvN9NTj7ozzeLuREMrq1E6rpHPKDTWggYOuVP5ksdfdVPzqHeH403D+xjh4gF4e75ac+vb4uP4PNv/gpjp7R8gJ7kZx8bT/HZIT1Vxu8r97zwDdngvJ/03NbtbZ7ZFtSb7dectiCa+0vpt3ibh213n+6F3zq/jnT3+fTFuZGQ93UM9iJG9EJ/1LKfc/zY78fZ+oCDt6fJRy67Aby4EOky2KNa5UK9emPO2MigchiMPj0W9ptiXdyhr/fDILn3xfxGhBqv+jTuRTu5hi4soh/jpE4R3arM9s31W/G/A59sz2xL1SmFo1J9WR36+Iz6Mt75+jq5nufxPSgW8ZPiWDeXsC2vbolj5sfgxOKBxZTmTBawyzuLAHiIj3oeoLw2Zq6lfwATXK2CbJAXGFczDQYL/xwseq4Rk/10lkeQj29zvJYTnS5aIjbw/UD42D4Rmvu3m8e66MiZRrCQtv6rTQ71/PPPP6rWzdQepyKUymycPd68TQwXg4CkuZ8T/OyePP4HTG83NX4e6wWMc7xdQH4/kivHtVaMdckaqjyy7gkIscuHfJI3Mkf4yhXKPRlnZOclHjdo8gNemXpZf3mzVfXHcmXNt2/++KZB5IKRvCWXeWuR3wc2m1OqJ3RQ61kesUA+6xzBzzidvVPs2JkwI9b6pf4hur24qYJGlaTfqPt+sLDTwr/vJ2zKWTakVJ31S59flB8olVt6psIRnHbwFURl+Be5A4/I/EQjTErlvQaDr3g3vVv/N6p9mf9t2eia+N/i+wV9D2nfE3YY6K84rfE2WkycEHE1atlAlhr1bczGWK8t9rhOgoj8uObXOYG8ss4FIonrFnCErx7KAtM+hNnMIeQf21uwe0P/efVcE3jKMbJj5gRMN3GQOcIRvvpW55/BnLmWK0Rx2igXvEZj36B92K7j+WVxftxY/+F7a/PaucH2BGqcyE/uthN81OCx/nd9fX7vM6/NP8/yPz4/R0cceJlvrH+UM9ZzN+fc9lcaDvdQedgjP3zCt/wYOTco4wERQzJBdW2ziC1D3PAvJDU/WtbVRz97LlqvKJfQn4/IZQ2Cl4b/hk1aT6tFzmrtZ+1pge9ggZy/j+0oXD4q5bsZB+UY5ZzAs5grgHM3gFPyUFqTgF6BU9+i6Inv2MZgfHJim4kTHskXfF20iTYSVMmgfnHGhVvw/rCnfGt/PRfJarY464Xe4EZBdrye/bXtPGbxki3DLn7aKV0sdO2f2cyWluFrdNuiGb9zu+rVn9U24lrKkT0ES364oJrBQRJtIVjZf8HIGlu8wO349eSXtLELBydL2Vs+CFwwyrYgiE0B+oUrPGAXH/34GW8PM+Y3kZWUlA0S6NOqm/FT5tv9F42K3/obn2mWRNiXUl5wm6WIh9IBXGPW/IlmUfb+prkoche4i0bJTwuYNXp+9Itnj3u0fS39UTmfgTeyz1BuSmB1/OT5QYYRz4o3ZBhA4VYU+4ZapZvwr7gHKj1/z8/ozNK8nacyJ+Jj4k0VDR+WP1fgRuXFxkS+4xziv1dTno7fIFl06ZwsIPGkmKLUuVv9ucy6tidGywg1rWNTOBvRU3oY2liQedHRz0dh0vM7Y9uL9LiGqPrnNUwKbbVHsqdgt5RzVNVepnQ5Sn8t3o3lWcStNapjtN6D8nb9s6xpOGGOQkO/bbVWJiDij9/n1zIKfxb/6u/jpeKPxidYtYO4RKn1gX/Dx8zHQ43Vin9+lW8Q46/tsg/5WqtlbhpXhlX+Cdi8P55I1xp6ZEvP3Za+kKl+lYnlfaqy3X24355rP8fo38Oy1MH45FvV3kY/mtfM5uJ6lR/nJ66r/GgOsmRd8RN4a3wJbVgd8RsijoCx5n23mxWurg3hbnbqxI/k5HnL6MSp+gSHng95g03Unl+P3+is5t/MKRC/icNioqwvClj8lJfE7+3tH5NHLNs1s5NhNPsWkJPHk/ywAF80uV7YeyEZGUY9081weppp+4h/XOB/0ktl1bkkS8FdL+lgclbnN3e8kq2t31aby6FAm/UTr4wlGHiqz/oz/Iq6xtvWp8Fs+UB9EZD1PyhT32QSv9ouv82p69wVu9H4V0hzgKxfvqgYiEn/2f5htYdYm/9zSG+Bb16eGC+2xD393ixhW07Cll18zeDf+nW14xv/xL5wKH2Mf2IN8fb2Hr6MfGeII7MfWcZtOSEOyxPu41jWKwj2bANP/yfehUIF8iSXOh+uyVwPQxJM+FFqBksecf3s/Od5rshfEuy30vzvI1+JMZpPwYZ6lNxxVGzPo9hni9x9Zmq6Jt9dPv7Y3AQBduda2mbP57quJSu/mC++Lcrx2j3AuKXXtX3mdq7ni+/5hvxrec7o5bO5X7GVYbbLGs0SR57P+zkzjMpPvlGZlPhzf6/AVGnxIaDrocRW+FX+QpqVkp/o0YC9mo9YFDilHj7h+i1eXc8YeI29ve71F6+KN7TqE87Ar09GaxtnCHrKG3mdIrtSAldf/5vpPkbXv839v/9+uH6xjsV3Jc3TljfQWzIAwKe3l/r782Od38a2q5V48jjqumgWX1C3zi/Sszz/Y2gxpnhIx97CwFwYrfQacC6gtX8scVu8N7hg27TIlp1mesiN3DmagFprM1VBF1Wkh/ZD9XaM0fzk+V3PZy9etshwwZp9JF82yW0oNb/ORTE2yANZyqyO1Lqe6fxnRVNkndzuXLNZDGDZrbnHZ+M8sZ7VczeAK38bag1YLUBq50NX5GQyzhlloZ3TLZMYK68/Orn0QnCOOhdy2h7p8jYnfwW4QuHWUrItwqYm04VWx/ABYC/gnHjiW49oBE41wOUDnVIiQyOWvCnyQ3T09kSpua8t+8ATPeVdjguT4l10uTNTLCgv1kJa8VRFlxXAu+3FvNnCSmaPCzNRB3abR3zSXttizD58tU9/u/gCT7h3m8dQaeevsgZoiqMdkkX3tfQLZt+7objR4uIGo4n8HjaWpS+ZpZEq7sdL912hHYoPowof3stH0e+brzYIrqcYnxYmZX290mEG4EJGsZMfpBnh64Il+rAgFxjoHRD48BS9+AHVRllgLPOwYMvF7a1mpnF//Jq8Ek13nOnxBzPWUHE97j0MlW8p7x8mvDui5vBr/XfPPurHHKMbOL2ZsDMbFPE9POu19tmD9ACVbwoUejYC3tKN38yTPJP1pI82H807dXIfG3hYPp7jJ5NEMmL9gSgu5OYqo1XjiZzncdACV8Qzc2azkgQpdpizuD4ezT8Emv9EvFk1N/Fj7gOb5KWz6XfZ+u6IjCVOjD+cmPO7dg2oc6zW1wH+8r/ozYe1xJkHUJjXvBYhLnVozil7vxCOSjbMdI+HuWddtEXX37iBj2RoLGpLBm3pJNh9y8/3v93xXBH/u7w/HeEB7XvKBmv95bPy09o+xfc8suRZgDhxv/7f4sh5ATovK6K1bK2gfPfH/I6Y1VHllXzB9U+cQ5AfOYQbfaxhArfRwsPzqaH94RX0VmodIf6jUjLzTZzZWgo4B/bX9ZXqI96XwfKYdKa4jNPDUJ3IL9xE0Nbx/PzIecndazDEbL9ygr1oH2fA+iYg9LtcL/xNPrulzh4e/fU4MT+V5lAlzwUEGncQHxnHppg8hoTI2Pj4vrtvorB+sQefCCecq9ypivvX3Bi2q5fybRZ00ifbSNcxed9kpH8P83a3//X//D//+DeH41XVzEO2Cze17VP2WHN+TENcVZGT9V0hPAFPC1xoAfn0Ef/y/F3kzPP3hYqcJBulhwzTPutJtl+ATgK5QZJmIjWZR0Yxm/AM98RjfP2MbEy9ymLN/i83Bo5IFI423voTiPo/t+xt5mPOnmSD5aZWHi82CrOQ3Fk4tkQvftmOh0fUnUy26WTHbaxH6JUtZFud+PIJV3pqY8m3CNM8yK7CE0+1H7a8UXwzXj69HWbjzvZJZnRPzTQZL+DhV9zwfbeFVfi2zYY9WYnPc9i+rx2xKAlHUzeoAABAAElEQVR94hsGyAkcEANZ+koO7TyOrBtc6xPo5UoB3Iwvfo77/PMgFoiLNta1dX50pberYTsPaPNgl+QCBNdLDjyhL+496TXXzM6qRyUn2GaR2sPFyrv9TgX8/69AI4asUYY/f1KVYGtPrRdyL6qtM7DUlVuJWwnR8KHLMeUkdsWk4Tmeja/ZTGNpcT0QeQr0RyvIsvbpx7Kw9SnO90aO/Ki8eG9pV/O/0fnnrB79fJ6lb+eBlh9O87gJQYufM+yOjB8fl5/3+IJLZsYF1uMD+/fffw0esfpm8cyr0oLOE7NthIwzHBSK7KgHnnu6JQNtiCIjH8oxGaa6aHxj1dnZDWpfM4Qu9ly9o9LleadU9ES6+FDSb9kpSiWxlF8z7v3riv+v9svbjzRSso3P5uLFfmvt9drHuA+rGHHAOVPf4NE3Pg6zqIianwq4rKJrsc1rc665zVbFJ339gh9/wtHnh5lIdBMupXSd4QuuGyJqQ0u8v7z8Mn72m5yJFzdtaEMD/8gLekBAHCJeiqkEtOCGZ4ulUU6R7EZETog8Bwy5kp9xjo410+zX5V9N502aq8+/yDsoa1OR79W5PA8oqFSWc8bGkHRDU3xW7eQ/CzbJFxfwOzV6H63t5t43lywZlDIDdvK6rfsphbMQjm3KFPCzEBy6zFM8Vn5tqhYsbOb8RvG7X5dEvmiM7FvBdtO43QQOUnk/5yeyyhsXTyWRcEOFY6hvgcc4LS/Z+ay9djropHfgLI2OLvTnD7KAj46ZDiPcz4ON84fGHZM+0qZMYImHfmyVvifdOG/KV3oStf2bvpMHAUN+nG+Fv1VO9ZsQHR5fRx/5Rc6usp2fZnwzPOuqeuuP+aNNn/pVNrwms1PxZDPimjg9c1Q9SlwqDxzlUfcDilzlbdErf3PZoDo2kFzBpHc8zhF787oWES9K0enmsNY7wLWeWdhYfi0mk/ME11+kJ669dKNXJORMHnx79RzLF2bC1siRLHDVpuSaDVuiF6X/HI/d+L58fRzaaPwqJX9zWwsblPnVmD67lL6fLfe4vJjTvGa7h86aL+klGSr9qWt11jI/dNS+zQ1Nz6+SpIrn75biUk+q1rjYQ0w0J6uhKzET7kjpDc8dIff73AA+Ofh7oOfJVx2n4BMLpnLy0cJHlr+HMg/EE1vYyCM4usQn95ad/BsMpju/mfY8xhZwe6Zko4U0NmxHq8u29Mkvhde3Bf+pJeOV/T5zjJ5cTWCNA6vbqcPXAUyb+nudNHfSWfqrDT71vUN0Sx/Zo3r2f7YFfJ4sV5pnfLboq+SF3o1F75MjF3Wc8qRpo+xra9/OEG4Kc2i5qAuQgOa/LGXs5vEiR3KBIcrA7fvFQU/C2nOnAq3KoLVXQRLP1hu/b8w5n80OIGVOKcq4sUGWubZbjPZ7ecPKNE/AX2qB6s8Ewd7O1YU2UvwgS/IEG7Hc6hP9H7txx8GGCq+mQ33/Y/nj3TZLlTeE77jcLCZz+yZwxO2b/f6Vy7P4hybjQzM7pKM2VmjHjcU4M3ygnynFGsIPq9fUViv0GL7SjpW+eWLQttHj1A/3p25czdPtw+n8CArhJ+Eha23wPfnVuvcJ+QwLYH/PAbZDaLdtTGRzcN341Tz5XL7oOti+gUP82sZQnkPFtnSPvhLwBtzLN5kXG7Yc/GZfPtCLPETJtabWWOQzXXtm/Gf951ng0c8XP8/ix0e0iHHuPNg6ixhVnMKJOPd7LyVh2GrkP6+/3ny94v0TcTk/CIVVx9aRaaiTJwTLOomHcgg46teY3n/HOkq4z/JpgT0L6Py5h7fXfys+e3K2+hU3wlFcqH2Lspcx46k4HfXz9hNdq6gf/Bz71PN6x/H8wopal1PKjWJ04yFX3QT2hynL8sZ3yfT6E2cW6x3ZCPmq+w1ZSyX+BmZbU3ELJrZglvlF+IXdbnEWf5fhQQQ3G+v52Jg6SPV90MItmJvl/HyfETyGpnuxXdd1ZV2AvbG9mi//+9//HnMGSoIYmrnePR/23g2IsbPBc1uJgpIP+zckNX3TIJLjQLWtcYI+GavSafsmaPCWHvVbYhP6qsmF8kf02TZ6D362ETTtJBMb89VBnSHfIjb72T8/l1QhF1RuOK6h9KN27fAWNjLGmq+RjCUuvz8VWEt4LP5FL36tjA0GnSynfigGn1VuzU9ns02VtvhAeIZXEURs1dtGM/6+2T1OnT4/ovNJ4yIpkm6c+EKQ5jFK8kaJatO5PekX80s7Yqdk70605rsMoeWpyfgfxR9kA+ndl/24+v76DbhVRwFMxj9DfzR4tQ/+VMbCjYKa33cU3rPfiH9mKXrh0cZL35SMMnKqiy6BDlcX8Teh4rJhfJhx0pxLb8pc72n7vMivxHHUmLS6fr8EPvoNObcHVxuDgz59+m7Fn/yXhf5wY19zXi52pKfG0ttZ8LiZ1Ett7cP+0zES/2zjxvX2tTq+5P83kaL8PGJmNteMzi7AevtVPQs/2amH9+KE18Nru+jZ86l0ydcrzYlKzzeTSgal8ATL56dM43hJJ3sRau5e1xPuunMfIr1mmNJ31l/hnX+JLvMXzL5aU/MvMDZG1JfxK2+rCC48lcKhXzBCTr8tVe4K63mSdmPX7CaesS4IToJpBdM/aNn6A18ypcfpciuOYDaY3yxz5kcjuoVukjvgn/GuHq/kGNMuFboYnQeyzHvXGVO2IfJ6O9b+Hfuc1fW0PZP9JAs71vx5Y/0k49PLMs7V3AzGx9zEt1ykJe2o8xZG666x/WrfJH4rN27BqPNq9ZClM1XQn/3bzydtv0lTNh697euboiDK2fFiO61OW8bNedLHYNcwlFnPqlO1RVrhDfxjFPs9v6r3iN4V7OwCXpVvCKLLsKrooNLT9yh7/T3+te2z+s/kiU/Xr3XPYn+m2irNX0f305qn/K7ap1lB1xGCKO9FFJkbFpp9OVyPdD4tpiqNl68d0oN4/BYosZLXKJJFyfVEtNs6LfJPMC3hvilb/KDIaxHBVdZrnmDtf8k1fNBReOquMS7AoNzFmfj3gNUCNDrXgyAddfXZr6/UL2ZVvxN6LM6PYuTC1/Pfy8vo1Kv8vuPCdi+vX3es2A5iYoVjAPGVvmr3uOqv+btDiLzV1sZd9/nmbN72xlXo9r6BWscz0azf329o2gBUJgnfqPySfGBLe5IntL8hPo0zNeWpJXTZgif5w/ck/DfLGy/m4ZXkUd8moAfbQq7emgMP9Puwt6XkvY06jiRyOYbm28ofonF+Zb8kkbscX9tk4EYdPllmrm+QbXZJRyGNeC5w6jwyz+v4X+AaRs+v75dclXP/CozF+V9EJ0qtI0SCfmZWO+QrGlPxR/8iBf3RnsfP0t9jHC3u27jEH57tkJ327COKOX7oKTxKJK6h6lE5xqD3nofGq/E8vwF8wtoyXk+CMWVQ9fk3gs0T5g4szJ9TZvuQ+9XOtlE9ksDPGfs9RiL7wdtu/5k9y8necofsKLl9G3imp60TLPXnca0FdAJb83G7y8HLIsJfj05QlEPVeEBEJ0X1Rqk5pXxh09k+nDjhH/ecrF5PmEvaZ+tpgVtaoM8lffuWso7wUnitcYnLiE3iJusZcRMLQo8p4qp88saF8ywXSGv+HoELMHl1RW8Y4p2RpU9+mpaxxGedUwSHTh/4wTuX3jj4B57P42mBW1hA/nwLXo/Og7ES53w791fKD/m3Qfs1Vp8Dctzn8SqeBaONPM77HFo5WBYIFAOMbC8Ya0XiHH0EC8LH+FvHy42j5xrm1KRU2yUq5ph/2lhLXc/qJ1pgNDe9eI9H5queh6kQ5/bt299WpM1lHt/ld/LK6d7KyAcGtoP1S2ysKu8ckR+047/Q+zeFuQFsCrJaejP1YtXUaF78WzZAIzMxFnTkxjYpSvoqtmMjcLkea9yO1x4xlx3X/nExZddr/edxR3iZZrLLZdSPQzW78UHe4DWs7C9x+E0bKz0jcW62fBM+AYS4jnj3Rtfes5VyFLS6XuJtBHqVrHjmMq+tBId2Txa46NpyrKif5a0sEHOw9Idb8b6Wj/z0iJ9cK+tr6CMezct3xcsWu4gXIGBf4pG3JumtSrB5sbzCmoaCuGefM1/7fFibVNLr1rfhL1iuZ1XpFw66IE9vOYGGD0euqw2+cgw8Mq4TFTrVJUftrRJeZ/B7Xk7fA+/YxkzMyT2PmIqy9nWBxY+j45RozdUpoguRP1PWTMVr/WnE9xvdACah9JchoyEVWHlyIl9MbWBf3CXHUKCr5BEafl9sz6/3+i9W7IsJe7tInWofnbi4XiQHpCeHLZ0boMz1vefxzvzbeMMCsovscbQMP4kTil9Ul40APWCg5LCWFxI4KV4q+6iO1+FdGN/XCR1So8nsCcMhwQ7Q54btOfy8nGGXcf+xWBwhWyfi9iSThLDYoR4nzvqE1YnUCDV+0vsK8OfxoBZIm4JHns48PYrEf4/W42MP6Yr+y/iv88co3wHjo3w4jYFftrFq/3iJmkWLfwNP3wZ+sfh8Lz9hoIsalXXY5RFyPeEvOBccHMjniN8Mjw3euGkTF0be6f2xIpeeKj2nKEkIOZXKLxnFYYzf/y35JtKo6rxY8syqfw8g+hN+tcnyWj7os8lj7T+b+lzbWe1TLoCu5XcHevmYYiaLkH812Cfbrwke187ad+AbjJtDJXXij+/K1G8+FDrFpeIbXB3qI+a1Eet8+Lrf4ODbv/F6eeskX3Cu5oaMHSqt5u2smwPAAd8DH/7cUWpHww96bmY3WMNTTbqrTSl8yuCSe4/VxUPjmFLVeTy5wCkMe/2b3EDo+6d6PHgH4+BfPmKscb7TOFXW9e3A7zOPe9Tvsn65taJX+p3U6fOE4BZEpRrrAF9geNwKXroN74P3GtZm+z1QcgEbq8yp8g711VpExKWsPtDB1aTfJVoZWd3WS9gj+QobvCHHfM6Qf9u3+LxiPsjQFGcv5ffUa9t4xi+UlnHLZRf8BZRGUcJDH41hjLmk81bSfdC7D9qj3+vfl3AO48byZM9zSnxj7GvjW/YXnx1TXJ/zjp3/XI49/KX5VNzN1PM3FRK76VvD4NqtGyd5efs3yhJorGF07UIHcvj0cUkfMPVJH+AcuU09twMj/v73v//13OaXW8WI4MKbnLcaH1+SSPwWz8tkxjv1WV6RPHKcHzPEHf5YOI71vF7vK7vCr0JwGxz0+8sFje2juedcwxw0vwF/bcvD8hfnn8NUD4B4yZhl2331m33HuHrQlPVL4C6vaXijJ9cYPKjGjVbx63MI3LVuoY/YBpc6pdrgiQclvph50c+RcQISfxW/gtGWXEquz9ATuHiAi/zIN2E7E12OsH/GhTbLUV+GiXpUgs+6sYoYIV0LU/yaEFNXf6weUtt15rWClvRuAxe4hJ9pBXlJwHUcl8TBGanHcfejax8jS8t+o/pRnxIe/ESrEtg3ugH8OBOM4XTImNnQJCTgfDyYS1009y/NVnfMHnkm9lxZ9tkaM8mUxBMlZ/UkIde3mPR9olOCyP3qA5brBcelF/s96mLMTqvFXtitJMM8RqvzLfTX1whxTmzyRaEdmRvh3r9Mc35/YZ8uIU5aJrZWlir8tleg/Pq1F02iYZNHe8OxCKrXE90ieCJOjH5mOYjpnznQ56iaBS7LH6Mc+IeNVb6VZnnVsqaJ6POrPWVaAks3dJoeqpUTyCQAuZhoB69LipeJ8s0anbyB/bLf8ULHJX67IMnrDviBuxhTu1Jp4tBpBG8Yf2Etz8dfOPyrh/yz7LeIoQO2GeH3salNBNjR9++/sbk62sAQjBxQMslQC/gIFwTPE3b9wcHDgS8fkzVFWRe/lW8Y9/kFeo1JZYZR18Fmgb7pJ9heCU90JxWtjnz+zvUV4hcBsk4j/b9IrYVY1zGUk60X/c/G51gg+8pQYsmbHuTUt6J9zYC55aMcQJ1YVu6hrUOwXIpOOLU0NdiC/LNYp9TeVAHRrkdKmkGeNf23+Lj3yw0YVHj3b/mzttER1y3KAbP8I10rFcyfx9MC39wCLSp3BqL8MdrH2iGlO8dPzgUrUleI/EMg280O7SPo+THpYb26YSLeKme5RP0rmQcB8P3jcR+50tspr2U2pCt+SYv9MR7YRbb/rNwEn7Euj8l6qSD5WMwW2nKbsl0yHbR6uQkl2bo+qJW6v7LafIjzjqf+tTpZ/3XvnSAb9ryTxCfb3gI6N7f1R48h/8n7JsoP6ss09CnfACf2gYlGuH17BIc/eFkO/PjooM4bCfr1CG10zrRBE/sza3j0Cj7TT3LPlPC8Jb+i6Tyezyi3h+tJ40isCkc+1RjzMAFs/Ki5Zo3XKNY1zcu653Eh1867fJ9S/vO4vwHczwMLoDrZfae1ZwukLZoBmz2QDAdePyF9MhEOeH1CkZz6hLAAfbmjv6XHRmG4px17ZjdxTfIVkuqi9CeDM6CvG71sFo6X9C24BHPonS8Qo7OOZ09P0KuuaFqSeqar/cF78dfwlr/7EaNtp4YF9tzfOjR9Q1fgOh4BZmXW23HQpNiScfiTOpb0SjDDV3bmfBYLZuvmSTn/Z+T4YRg7LWCVSWeKfBKc8e7Mz0WabPHMDFf2zp0X1PfkDuTZVNqGiX3nMD11oFe+MW0cMcfhC/i4foMm/KpEqMluG7LgxiHfUyn4V5by2ZkOu7pmO+7ZfCbkCf/+FpjkD5138yKfwY78bpn/DQdE/22bUqfdHSM+QonripaXBV+WEZ96decHuxd24PfBO15ptKRhgzXwyOda+pIifLzANtI6vBVXyHA5OY56YaktOoG2xu84V8ZkL09yd8ut8Yx0mvjP7viKIr2eoqvwiT79+mA1rkJX+RQE8d88Z66YrQE934whGZTCE0xtlb7+Hth1sT7NzFUf0KjrSLmQPyDYte+AZgiazN9Z+6Mvnz4fjWRia17P+PrCmllR3jBbiFuO4AES2dJKvTmk/paw6a951BzCyR9xYeGRjmpTgyl/Zhiogse3+ZomiU2ptmsSeGTZjpDtKv3XTEzRto5ZdG/RLBCj0Y9jpU9Pk+UWWfk8kZZqPeXXtoveu+Pdsd8u/d4os/1GuDvyRyR3gc30vFQ/8dujF54G1eP3/QVP39DQ+l/kfZnnT76uElzqeYO11S3n2Nfuxt8IKdcZTh/X89xsKUuSqkLoyPqC9UxZ1/Bt5hI0yEa/+BDfscFKu+WX0BGmDTflkYl9qhJ7ld7ee/g/rX9iP503sfmPOCbjPHv+XtlixDf5lJ2ZVyQA6nmj4OaYpH/X7iO5EHIYz55fdLQY0vm04UnPFtviJdpcNrqA0tanx2s5Jfe0uAba86v7d0uS0godRRMluYR1Sbm2Kd9kizegvPgDKB8fupuNvGBFnsm2Fk/Jz33GfahNBi7xc09XH81f8puKfRSvEtypUvXAvk1Gs5fBRvo31M2a1qvat9L5bWbzlZ3Rb+D3KzxpUccjQCrzOLbwEsmsqjw665/qVwhklym9P1jVepvdBNv22X35y2sDcVV8qN3uY5TYtIdC49iWL/qtEh+Tn6kUvtrkmPwq+RkN4x2NWXzEd1WaH7A3Q35ZH/CMbw6rr79ZLH1GsoNG+Vcc1qXHHX+Sf/Z6T/lP/Fj+oriT1Blc/UdL8Qn8tS/s6btHLz3kf8LXeGbxJ7m9/cTveLk/b2teazuscZYQ6Svo9XoHp+/zDeDk9DLCI5SaGE0IbdWlH20+whX8fmV2sEscdFszNkC0gNVmiNpblBo/iy8+9tfRqXty8xtaJFgWZdEXCwDVHf3cH/nNIgFiH9mF+pL/YnxFmrDPCb8fNk84up/ZuPyU5CeGkOe2K0OyU5MDvWmGfrOPQ/jNhuKrmpf7aXuAs+bpAOpPRWEK/6yeMosNFGIk8optHvtkhkfay6PNHIp3kPAL42MbwjGvMf/+ShHmvsx5b8OH8IFeqYvbsgcMHi1yLx7Uk3DLAjfMH0QMIUb5hzup9p/fwRsdE7Cj8rvfxGa+2RMxnDkFB64r6jWTdQsv02Yq1fWbXbTx9Dd7ZRoH+hLTbHDkp23pE++fFfOM7Irjhv5zhRbfl/SH2U+xoVi55cQc5YkO778tfjm/81W6dHCO14Pr1D9YL3OThbqhvpU1ga0GnErUyNZFsncY3UgfjV+bt+QQcpHyEf2xearrmmUmtO5gX8vYeJEsaF0Xz7KhY1Dwl/O3NM71hvG1NXTSIT3VfpBS8Vivox5Er79FDdl/b7xH8To+iq8OfLpJHOs38CBWXPqip6yCylucC+9lrKIH+YfE49/2tYWM8oti3XtL/nqxHSc2S3MfOSXacc2CTi2/9HmltdEV4drsKwo+i6cFHt4Cdd9sV1Odaz7xPHNBTlLM5uEA4+BNJ328A9fagvgHN+PQzxG5Jeqzv07H/p7pDX5tO4PY4vYbAfYwr/bDYo1hf+3Nax+2F9aOsDN7aNJJ46g4+enaS8+vsvFiX1IS0KfM9yae8D+vLFO6I3Btzx2C67tlp+s5fRqHlV99muQ7C/K5WK4TrpGInfZsxRomr2PIAbpWUV4RTG3pRHuPP6PhIVt7Hnd8WB/5TLpyM5rD1yiFgjofcJTz6JrJznq1uFteRxXW36zI+WHiJzWe1waPXN7yYzxbOOHzAJZh7o6cx+6tqvwp+973uQF8qXV0gq0OdSmjjs744nI8Qa9DgZwTTF9Xgqi4+Ru8YvSTSrOTkhdBwI1LngYmWXp7soCSs/IElGx1H7OURJKYH7mZndDX1eRrGruQsj8Au3Rssg/G5TVdzld5lSGV6+QjiafykpLfotS8adC3Vvre/Of66mkmMHglLD5Uv9HNRspbe5LVMKLfkJjr8K/ITFEPH1NdpfxOpeC9Vurv4V/eVl6fKqL5myL8rA7skfLOlw9O83MvnQ7y7y8C8gK8t1HO1SV9ekz1eIt2rD4XIDWcn20W5Buw6ziL8+DLi21E+FpAfhvrivzEqcYCf70ZQLJUEvk6kCWaPo5p01/hllfq6x7zSYNBpLZROPtsK8l77BK73utcccXID/rxFRIuJs0+Uv2kcOvbFwu5N+GF9lWc1nHOHL6sX2dPGmt48OEjvoJPS+kthJxnLKeijt2TtUMXyNZ4LesCc3PUevNNCKsY7YfxY/szH7DkIRV/8MQWvdJNZcYljwDXGKgDY60Sr4sMPbhZhJR3flzQDr7BTM4lB0JDnYM6H0emXBy5rXy4QDjcqPNXKFzmYeox4u5bj4xMcm8hz7XAH06eS0MHs7lNtN4wMR7REzq1gOLwpO3FT34wfUPCyvdFuVMqH+RQGZCM/K/qNMDPaxV1v5uM13eLb/95CqAtV8Q37MgNbIBamZ5iQ06WT84qAW/xIcXb5i64+kDr+SWIIPSYAq4cEt/44acz7BrJMRzLclJrVXCpZP0ce47ak35u+0q/u7uyj67fUQPcYxziiQ5y86P63AIP+SWvjN4QEDEpxa47v/bqznJLhue1ALrENQr7hPnBkHh0jRsu0a91DhLbWgp65QN6jJvxoVaOMhe8NpS5sAyjHs8nb7a/GG9YCZMpL/lvI5s+yIoHeSFL10uVyxdUFv4V66nP0iJ8B2nym5l89V+rmfgs5UiP7FfXSULOUsZ1/ObUt9N5LuNWPVNda5DF/DQ8gq8FoObpVvqM+Eg2D5qQC8gXyO1lA+ejB0/EK/JLtHoa4ZR0ak35o3qaz4gP+uijm8LSqy/Bi98cbnlJsrhU8nzEWk9AW2e9sHaSifPDKFLpgrJfF13A4tNI4stMIS7vlZ9RYDbPZ3js4bZ1KP4Q8xt2zj7U/GeL3y30lU/+5uRW/Onn3wDesuoN+zCuDoJcE6aS5ACcA5gmQ3Et2p9cuonsD/ewWATqKRmNWbZy5ywBg50CTgARSMJ+lrKAWWW5sLULYJmJ34rNB7b0c4b5o3yw2bhhAnseX2+BOg2lwgMneW70G88BszkzPJ/jklg0t5ArviiBq49RBv16vDP4GvP2kK+UffvRPDn+RAuUsJwOrT+/r3zaFvc10/omc1scQsvGheJZFw8ex7GetGvWSj3VgQ7FPvW8FqEdh8m1DVx/laPnioDGkkXCOAOHfpZBHKG/cGiL3sL2WTwt8LSAWyDH4M1MUhOQbVQqFZSbQx/v/MZwxO6L4f1WvdwntiWgH6we/Uc7i1LaIJnpqxxGyY0f/gmXfBC5IRaeemKe3AW+aIsoa6tGGTSsccr949xZ6guCQf9jgMI2sc6SbR5Ds6cWYwvgm8vz5BjvMaCKm359cTPtdIPZGCIrHucom1WLm+HELDdu+HZL23QlL0D3Rj7wm8LkIWLX7Mx+pnKPIW3FR+6jTlxpo9WY2cG6BR1Ct3d7xfTHa2hLLzpkG+UH6ujPh/hn2D3qyg334P3k+bQAFqjr8LZ0fyjD5HVAPHRCbij5xTWlbYd9OzfWI7Fo4QYvD9uxngBOLsg5gmDP8R5MIg+onstYr4S9vF5vriKJJCUDUurB+9iDiVzS9tG0v5v5P+tPCzwtcN4Cyg+L2D7AZrk2WBIQn+QabhRzwDvnD8ka3Zf4U9c8XN8oJyz5z1rwJVeJP6VyBeOk78Ne20TeYr1ify1/2xrG0g/rJPZgeIhTezO021HyZAN8cS3W0VLirK1Et1fKP/bwHqG/X4N+tU54jDz4+/wG8Mxq9YQ9QaiBO+k/Ct6TU/gQ3L6QoCSi/WDBQsIhwCNA/vDqEQNOE9ZBeUVAFHWsOUOwiNk4JnL0ipoZ5d63ZMf0TS9eRczh9qp2irZkhq1sgbXIeMsEc/apePHeKtFyx2qNPNuv2r91X13L/DOzDVnud6IzvFhAZ+JWVyLtSzCAZR+Fr/AahzvXNI5LxWzYyVleyn+Hr0X2psY8t755dHr5nCaZzIPDjAk5RG1gi1dkFCGaN9Go3TxdeQmCtqjonyBudIVxV4h/Bz7dXMnp7HGPuD+t5FcS9PbIuiQ/yeBhfYsPBEd5zfjs0Gsh3J8H5UfVD07y34muzehc5P+TcquNRdeNX+Na4TVArZnx6yuHRKcyIXlV9uv7Zb8+j8emS88lcknMCfmL/N+eyoc3/PSJdqxzJCdz1CYUfb1ewtMbVNQvPmoLb1YKf9a/+A3aOhfNO/RkpuiPyhX+nnz91prw+3L3m6PjhVRjU8fUQLm2N549/Y/SC0/8/qRvgmV9VN9bPwpvt1SczRAn9pFZ5aM9uc7eGlffr7bGq3ZfZnpwcxvcSj8ZxwJ/MJZKnwTP8ldbZuu6xIiMJzL6/EFbsMS66iu5C/0yIqyLQErhqxTqLA/RT9+f8hvsgW/rknRjCpiZ1A/Jilb6O7BZ6t2vjublAE+Nc6pXkSy8lSIjuUJK8nf5y9EL7Qo/8RL7USk9Ra/2bn5rTjdiu7u+qHLG1HaGjIcGJt27/EXXy9E41X+6PDh/u3y3+EB8cP56OZ1b9N31J56m87srNzY8eciEy3dKU9ZzwpueCnFQnIuxd843/XysFBwA9mhY1+gjctp7cy2+lHu44jsrxUv9ld/ePIugL3fnoSfo2pfK7dhMm9fqN2VcOq7V/1r9HkR+PGTB6bFdu++ZbtlPgLZ1ce271j6VUVfZsttAZvwWajxEBicefNephSXB26/4DdAaT724uk7oOroxiz6ugQJXsJ6SWO7jWTisXfIraYELd8ZPtMtSK9EltLUGc9Y6T9ekYyWczdNgjirNoNKPucop/Hv/rW3/FvaA4QQ0lTPFn60fwq5Vzwn9HrjXR/h/GDeL1z07Xmr/atftfHDt+Nr6YJw/9q5vZY9cjnSa23E5PmgXuEP7QVPuP5TrVGhEy7RwsGYh79iqxdv+nJk/udZi8s1+ayuvWxzR/szGIN3IL8IBpg+wWKMgG53am5MCvlyvgD+7hhJ/6bQoD/rHgmangbxepsYr0r7d4wuvlqP5s5jRb2Pvne/kf72cXo8qr6v0dF23TXTzhUXf0bg+irdg3hrKkw0yr+UzxWvx++c3gOf2OtXDExoc/tSYVfkCaySQyPNi1hwvngoRfNfRhPhDyjxe6til2SaSXx1qcVZDWxqzIjwr2QJuWzcW0HjFBLblRJVtTC+wPBfAODQnWzePA/P596stwFxpDilf7SveNtsrtfq5B6GHvRitboo4r4l/iLnkqn2rEr6SfyueTz5PC3y1BVbxUvP0WjNL2X4xsO5ZQ4jj/JSpMLI8bWr0MS9cSvH5j+0Q25dp7PxQroYKEv18xJdv+uS24I6uFGSLIcaSDy3coX0eTwv8DRb4al9vqabFNOFHzGoTQTr2m5d57SgcrR3Vns3hIid0SFvrS+/r7lSRk+KIJ+K5ufRhm63P42mBayyAj/LBp5/HDSyAPY3N++8I2Pozm5ZwPl558H0tA9uP7L+XX9acxhDyyYh/zn+ZUj5ByXELPcRzpEeW/aw/LXCNBW7ps9foMaM9q59fL6TXndZv8pfY/Pi/D7vh+m7XQJJYKw6wKxAv3/iNivL6AeJZP0eHPrQD1t1EEsuuzPkg10EjvvPaJh5mq4sX56RcIFt07AtOQFmnPY9zFtiy6zlOt8f2+XT/uz3vn8JRMXlmPH0cjmnXwSRfUQldXFbEt4Vp//s7Fi157UI+yXEOHgcwdJnpoz72ZFQPysgd7NtborI8Ej+BST7RR3iU6BuvkI71KzD4aa9nlHfAufTI9pmN7VLeZ+i0f3SGZg+XsX3lmPb0u0f/8wbwxVbVFUy58VsWFbBzR+LbM/x4jieBEMJaJYKdsr06hN6140WSygEXXI7+lX4T/NmTCxP0m4J56qHIV9BpnGojL2DrZH1TXQbMdiw3oPhCkOZx50kSbKmTQj5hye69/4WfxolEOJ86So3rU4V+F2HknPzEWlxYaJ7e/U1Fel1R5BZtOAjHlhndYFmssIho4PCJcyfF7EeSRam6+lVKmnAEp1RdOItS/jHz+73+BbNv0GA8s7G6+sxnnIsOjUb2OYR8BZLkTHSXX2quyVH4guC7knf479IPEPrIGKA00B3ki3nETIs/2rKTcFTS19+0UR9lT4d9gfU8aes8Ad1oHuhv/Nr5GZj9R1qdQzZY1KYH/hztycVG7x3lT8ULhrnrWL3Oywg9z3BKeCPUvxVW7fd19pEPUMrfVP78aZGPjuxPTKl/bQnv0fytuxcQ2TjbFViOcfryDWLaGT/XF8ytUfMH+kzOAT1Nbr/Ya+nbYa9LszvAYRH42aaIrVmwhs58o3TBeDTOxmu7xm9LQcOaiGMxRnugxbqivzwgs+jv8Z3DtX+wg0Z5nFev13HKwJTdxKe26+u6R/55VsoF+PLv8enjNEPGpzEeIq7yj87JufnDzu5/5cbFKd0ODWAHSePbQdvsJkj6w2AfvKZZz2yUnMD4tPaDRHkjj7t/NWPPWm1o3HalBC4+4itc4amfdj6UByl1iEZtyp4u9+U6ciQrw9d15b0md43zF0Nu4Z/XmO/Hyb+xn8k+k3P+OgZ28mPPp4tTppI3Bf7WMOrN4uUJwu4RW24hH8QNYv9t4OQHyg+zeO717tuJlecw8VHuUlul8krLfRH3DM9xyjgp2jVTlvKg9TL/e9/AG0zj1QOSbTcZVf/cxPp7O6t9FFB7pjiKt8cnztXM4VZs7XKR/ruIGwjunFwLxZogHoZnbdFyCg+dsO/CnnrWWXsxxL1uBiOp903yTQ8DT9/QNGu4HZQnZBOV0P7zzz+rtRP9XLP1eQeY3xQu1xKKP/FD9uxAFh/hjvSmT3DhqYSv+mYyKnxr/rb6KoPjlayT6lnn45xuiHmjMeZx4LXcOP/g3FjC9XkD+OI52054BJbFAh5fKktBmhhKnE6Ot8Qat/JD8d0XdMYEDw5l7LKD7DJSGXvarQHD1dVjmHeE+6NheTGc63nQA7h8TJt5/UlL5HkOtCDWCUg4KsVT7U8p89hGiTL330GhRfzdgf+tWTJHmnPmNuaXmEMSixuveKrqZWdfoC+3c9yKLvcDE476ZyV4R3Gdx53neKbn48K3z0dZb8eMKW+v+ssIt6zfYZ6W8Xd83DcbVh5Trt9MwJIRcXHtkXkQo+Rz5fbMu8/zwlMJLnTCey0PvtnLFe1mTGxe4FpxhrafH7BXtXH9FOdsXRzk1x9pw2M8RnTNumdd/4q6/Gt0nvsrDHD8HPKzzKG8VhL1Jw9O53GVEk8s8iH+6dNH/blUnggePCmfey+pmy3ifyWGt+exWY60CyT01cZHJdyp+DhtbWQjXGPaBbT/Hpf3R/5aI90aIn+4AV/llBuwGrJY8B9M+qJ/yOE64L35X6TduflTnJl7r4+HHN9azSlkoL/GKxpdr6hNCU7kkgxd1kcPNy8xxi3xVSksrZGQzUHeUx1c1SlzXesj8enLXk7fX3foaofWRyOHqEjPyiNYIPv3d1y3Zf0/zZ7n8uOuWiVe/5P2CqH5Y7+1ydsIuDEZ8fu+iGnFu13MGI59i3dw/t+P3bV2olFJrqDODRpK8l3kD23JW7zbw7Mf5BW7gOKfAfwD3l5+WWvQIJLdILet5evzwdn/tsI2uN17nBuib9elWHzUPPKA+mX/u+z+SMlF3Cgzu7c12Pzc269XIpbjZ2zyDWAcgz7lGUqtWUb+qnyx51A9nnJLXq/AA1k5d6A3bT7QSO+ZPPXnMfS4WZdc7/Hu1pZPuoD5nPXyR/bvcW7WXuh4M66nGelsc5rwWoK90/1nXVYfHkc/YQcSshyKE3j/9NYfNkvNNz2gKNkltf9spFK+VXnWKMfQZkP/HljvgL6SQ7n7G6VDuY3DQIPWmXRRMiIR5gQk20GkJML78HkyRk/gCMdt2Lh/XU3jqnN3Y1W2+CK79uMp8xmQvXhKSbZFU+p1Dsprt2n7ItTY2XnLl6Dg6sSa6YEzn/DXCQ7YoUO220Ku40uXxws/bBEyH/2WgNSXZAnauAMpElp4Cs3Lffk7GL38tgopsieCF1q0Bt9o8cOKuJjgFs3/n71zXW9dhdX1bDvm/r+edf83uuZou/UBLwgZfEicNG3jMVJA6ISQZIwdxxqWh/iWi/o7MYlg/oe5pxQmvqU68BFM/f4QLvgeXuvRHnv8pRJ/w8pofMDMFh/RHskfm4cuvMtocYFsjYLbxY+zE7IcaLUa9TlKH5kv6KU/41O5GGHHYb23Q93fqPJd/qnUvcS+VZEOV2JM+Fg6wsznZHjEixbxi/LUVk5XPudcLTzaWrakdrn5q7pA+fSRraD6R3pqVhcZwlg6nfhJL3STXH3Q28sWB46qb/SXpQhTrMyKm8dKXxgif8EfwElljUWdVAfHwn+czgmdsQxoLwIFfuiX52uFY0HgKWnWuS/FMaJ9Vzgtuvz8LzoLIM5XxJvpz/plbP3I5Q7tOL+IHA5g4R3NtysduRJAKMN8+17mTLbFvsDAo+1x6Eul8f+wndb0JHvKDX/tSXlu4Ggdnzc+4ANtlJeui+i0Ev9yoFIdBby6sh3YhFEekczPYNd0+VXeL631UVoTRedwcyQeUfelTnMIdpvycLISF81XhFkH9ppJ6qwyoJ/RLeD4C/mqY1ywt/hv9S+EOgDyHWhRvYL/dB4Qskc+uCqjLpP58yS+Xv3L+6DjSX72NL5OfvMwX1/0x/E5WZ6u1iN+7VipbPFcIVXXaL0SSRQPyi3x8Jus6qv2jYiTNv4h3tRVEn/Es3QUPOpAf1zHwOuf+o1FFLD1UDmHQqse0lalA/3e5dZcXuIfa2M4yu9s/fbI35K5Nr6tvj3yPQ90wWF8n+ojftBE3D3tEb81uihL9BHm6a/lD68qI39jT7GlmE0xZhcqWre+ymbaHrG1wru1FWs+3qjz7TpYHyk9T9X1m8b9kW+dvtqeZ45/rWM4Gfw1mOlvEL1JYZQX0dHz9HlE9dER4aPTfKIbzEc9J41Zj8TdBKaxaxydDaK+1Q9mIyznkImd9io+Jy9GmomPAqq+pSOOJ+KDNlegp9jJrydyrQv1cxy6ajd3Xc+kYfpf73/9NVP2o7xW8FI5Lwvmtj0qio8zAUfxyTeE/XXQaMyC8ZBIFWAVH6dZz+DvDtnzFR1rIcFVRz/q0m0RP4UfuXIk08tBvNdTsIhT+6P/RX+CIWXET8z7+QN1q/Rjifpt0U77V/WTnmGNOsKfMt/uaHulDtfmPlnIzmmf5Q0Y8azjsOfVmXPMKX5gDw66c+J8Hra4s5O3BexgI3SPpZTouIDD5YM77WHzcDj4VV82NRWc6ZMGr6fgrK+8jqEmkob+g2s+gag+WkXs8wxsjbFiW6tMu+S1k6tet9dOPOnhqOLU97d9HL+0dxGg2KyLUAdnkFeWXfwV0xOPV7K+OXnMQ//oAsPbzvmS8lQ8jpwg8SXR7PWRvXj1YnFn/o3j+G7tzu7pBFIdvAyFeN8eWee/Bf30KOH8uK3OYYysfx4voz5d/1WtJLVITONUYlwl+PJOxRWx5eOx8yvTUjgeBg0XCb7PD0oPCY2PlkTYFNVr1941ielht2xH9WlzVBchyBQ/aCi9DOHxMaV9V63rtXD5oH+mZyV5sAr639fDH8wIv1idr5t/nyfiBMzyQMPL8ZbSQnoNfO5J0Wfxr7jlZiw0PsbZpDBEul1JLDvQSlW66uP55zcUNCKt3z6ll+Wk9ICpifB5qGGqxoMsyj+XxSV5a9uORXI6z/RaXN7Cp8ThMv3XZYt/4YvenZ3uIR8NbzE++eQxH6zrVdS6qry1/a5Sbgfx7fTXOiXeZJVC5BriLa4zvNLgeFisg6NSsaySj3Dph87nEumiDzByAbi5NBuli+ySR8sC89I9o573s3VbC8i/1/LfbaVfz/128TnVjfPEFOHSDj8W8RifD1IcFxH1FZmsPay0ny1fHMRv7CAP+PWGcJKMkis8TeYzP59kfrohbEqYnfT6art1Y6Wumf7aDRw9pNvo0YsSWWqTe8RzdnR9o+XXjLDAtSXL8yyoRXuD9Nm9sACON/bbBfrdAcf1kx92PnayziP/O7Y/qzEdy9+jWNMY41gjHvGICaJdlEO0pgHuc4rWMILTBw9fqs/LVNvziG316Yaz9IqH+PDQi1+/CI8bw5Hma9pe9698B8Ha6NHxa+P60A1gOQAfnM4709pwf3ef2S09SaZNBbOEBVn6Rl46K2ZHMJAt8a0z7kwMDLcrmXHBPV1Y4Xg44kDQLUGm30fZGJJPkXDkTyStXGrhNFJEiU/+mPvwx4gp3j/7YB4vH+XQRsVs6WRqrO20YX97X/E2h4dgHn6RVvJZ/PciBt+caBqzblzYZ+fKOs+J4kxZRk+5/kmxk3+jMyed/O16k1Eea1Po8Bs55HnmGU3W5lp94IOnNnWVdZ1R4hR58Iee9m8ss70sL1ri5+lDvglF+4hdXt2GfKWTP+3xu0pwTsXnfXHUWNOnbLC2+e9zzznST+BCHHasTNfhOSsj+ZEMs3c3DyuMOpnjRrWvxTv5mxhUyUfU2L7ZfMmTPviCofXL6LDpNL65s9LUIdlDRYWw9hmT7O+NGzgNkmuepqSPDkWx0eDKO7a8soSjdQNj7Qh+U6P67caCE7zOJ+9nqOgL95P8mJKIV20ApmN2/r9y3qLdiXusEvuBt7IGeQNRUyDawVgA+3i2PY90FFRQ6oOvyNc6hnMhSPmhjyyjpB66ahn56kHSF9tQsXcvJZxXe1Wkjo9PexreysTNmEnnd9t0FT43kWYPx2AzleibmIqfKRBh9D1SiY6sM2pbFwbp+KrrK044M/n0n2nNfD7J85n55usiq5+cH7Fz8bwzB7GP15X5Y13ILeamSSTuGmT5LRy+gSM7x/WFYCO4+Ake+fv4Vj94qVL+ABeu5OmjOpu7nofq5MLX9ECcMdGiUXmkbv7knGKgX3rgQ341fU9TrMmn75b6IOOrxr9zbNfmEeh3ituLxvnMX6cR2+mt0SWOGz/Zu7c1OaTh5Jr4KL6JYUHTes3OEcS+YIpzHcLP10jKHcxr6kp9uaa/1p/0shykVYldx4vu7Y/J406rYYkvvBtthivfaN0yu2FDnvJ0R+t+SYoe6VvVjhHwNCYHP6vKOJqcwBm/8soGlMdo9v5wd52qnXrfb3rs18/PBXXmqfG7vpanFL1meu+TU/Xr8kHPU2PR/Zx2bs4xLQmiVz98KKN07CE4oZz4WrxyfaE+0eujPKL8o1K/AZzfipr1QoYvWWeIBwf9tFWiq3LE2oG+KpXnhK8y6WwwHfSBK3l81C98tekXrB6bflcxT6mMbHExY38twDgOM1vxX8+ffYAJ/2hbM7ecSI8PJYpDN4CRcaqxYPrDyzwR2ei2q2BBnpOCxW932KWB7S0ogHIQdZ0/tBH9SbYiMfQ3eUlQzRDQRkdvGM/aUQvIliWHW5owP9QuWpqTfAISv+LJKXn7OaCOzOe8YInHLNOFRFGNV6unOQdW8tB///1XT96aY+aZWJ2NDjz1qx79QQsYHTnn5fhOAPcn0riuZ/VpgacFrrQA8UV8+pjdZF0eJtCryIZHWnFq40Pxz5qmIX989ktQ5QO/cUJ+GPEGN+vNGclh1s3SdPpKHW9/dGGTN0g0bn1G48Umjtuz+rTAl1ug+extVHkUv6/f3M/vkq+DzTeG27fn7BEy2wDV5WyOf7uyMtw3e8BtHNeV0ValpBN+1zyhA7MUUm/AWwd5aMTS5zLfj52Ve3L+Ijd6rK+pS7dRTvwabe4j9ciYf6Zt8jXfzxzb0oeIP5XEaBy74noNFvu8FN+HLPp9H9+ooW9Z5mvv9/f8ylc9IAs/lf4TaSUH3NintvoGq6YR6hP2tMCPtkCKlTJCnYmPxAUx5uOauBTL3C+u+YaHzyvQ/nn714Tmt+x5PmuKWPSL/eIQfcfDYXBjh5ynLtWlh2io018zhPU/j6cFzrAAvnYGr0fi4cc1i7+Zvmv4nq/o1eamsErtzeYHV/O+CvkFnir1Ueyrj0N8dIAHfK2MuOLBGkZ95A3yCDLgKTg40sePBZxRKd6R1wgvwi6hiTx+cvvlf//3fw9ldhlUHxyJyaSNsWZw+n9LmTcKdJGh03U29durdhDyYkB2IKhUEth6zUd6Ss0t+LGZtjhaGBfo4kkDMPqnVSqPjZvMrwt+UB4su6cVxrTyleg/wvR2gRIYbSwRAz1/+8fsbfJn/MUDP4XfSA/6hqW3046xDnk8GDDZmHGllbCeWG7zoYXs6CA3qI/5oGTeZG/Bqp2RI6Jb2M/zl4ydB09hzdDtNsWsax98pFc3fvgTx/vYLrBGchZIDcA8VUjRSXlJc6Z+cCgrrqv4Pl9vPhI2V6RnkqUc2U5J+ItjvajiY4uOewCO2LfOL3MrBcfz2zByv7ehqPiNTdV3H0W+eK/m96rnbs6nI7bxw1p2aNCx1cA9oVzMq5Pv7ePxPHygQtO+dXbzMKCP894oc23q+16vSDSQE1FoIx85sQ3eWgmNcHxdPNWGt/qVY/QB5vE5ZwADJ57Dxeeff/7881Z2cZRN8iuqcw5TLzTIJ8/AUzg6kJVb7bxGe7NcmwcRH5iLkayo7wgnwbb0iIRbeu3lt8Unyr1x++r5PFm/qM8W+93zXRht8Y/8juJv6Vv75S8DX6jyij+t6mP0wvc46U1KJuQlrU1yvFpVEPuo0h42QRaboMLi/Fu/EZSBRt6vQyrY5PsDXVSSU3y/6vSBCwx9Iv6h9lYcDmy+xt/rmPC2+HtmVZY/06XJ8FjH6jP5ZX42bejpB/rx0CNKeX6yhb/Rn3G0/5H9LLUrTzjct1zMVxDvxxO6UlP94jHjs0V/0Zuavthm3g5pjkNM+/44frX9OsS3PV2r5wfc2sNvrUc17B7l9Fi59Wk/15MPxVeeMz0QI1rmsO0f9XmqEKYC3NzI8bmQvzVHxNUGnufLWCkl3/cnfeIf5EQ47Q35oF1cbskfMZZOe+m29J/x2UnnbT1U1ft+5Xkgf0/0q/snlWcv3T2b2XfE1oT/aC3RkUI3kd/hhoZ05w0goSs3V3jiz2n/VieKcGQQcSz/jw/ACtbOmW9v9g3fN3vLSTrfFWb6irL9BvCRQ36Abr7ueXANBJ768B/lFf+NZ3DUDw68ZD++YUafxxcebWhGJbSU0FACVwmMEn7gAKf9GR4sBJ8S/2R9CfzuJb5W/Flvu0k+ZA9eq2RcU72gnyEQJ7P+LTj8Z3zo3+IT+mv+CHCazI/iLB7KXkTQYl0PctAr2jHOe37L0DIvNv6K9XzOTW/qS5OEsOU84YcNw/YkBqdsxunxUn1mb3WGsQnEzVbVtX7ReCkFU5sbuWpzcE3j1zz0qYyxp7Y+0AlHvPURjBwjuI60pDGffn+XbXVjO/t16kx//iZaVeHR+vbXop77Kbcw8TThef/IdJK7dkT/bf40oLJ5lQ36w8vve9Ra5Wf9/dlnSb+AMJmLjidgtwWyU2THiBNKoJm7pyy24T+7ZS4R1x1ziX87SBtzL4OgJYhkK2A95nprxn+d6vf2JnvjeOYmeupYvzGi3JM315a2iX4sjNFcPfPH0naPBSEv5BMNsYeOs3acf9qUohdtpBc84aQTWzy55YWLcGYHPCPf2GZBIllRpxnvR4LH8Swt9UjaPnV5WqBZIPpu62k3YoH5CwTO29ATw9zAIY5pwyOV9RWlaSVlN4MtYlzQDGmMULL4iA8yEs/BH3QbdD1BTwt8OwtEf97y/3sPMOpX5StuLcBz7CqvaJNUi1fWMy2W8xPzuf36ag+K2JPoFS2tQ8S10VUZKxXZaZZTRBbtqA3VrGuWQ26bjm9F9pld6ETuPZP3ubyOzc9MNvMi+1MX7nwe8nXQjN93gzNOlYxfJfDvNp5L9D06VsVu9JcYL61tr4tPbySwDVfLMxykGWwOnFKpSwd4uc4CRmWu/7HXv/o+jUUf8suIv3TnA8fEJP2R4CW09T9rTws8LTCzgGIv58+GsdiEd+FV33RS0O0sZPTtRoJuiLy+6jdA/flO/flBWeUZyePTpC5r5LlRThB2y1lLWq1tdIMIHmCQCxm34ClnpRs6YC3Pp/BBF9qZ3hmosThc8zx3ESvp+oS7i+iJ9LSALJB9Nt8obmupwz54I2MqTjnQyce74lA4ESYawaCBB3FLW2XEoU+4+njeWn/oeLG3N+mewp/0ZrZ2Izh1Wjx+2I1ucGf8E+7Gn5G+GyS/ovvwDeBoFSaVSaIfOO3NUk80uBPfJv61CDxBcWOZOG0KgsHCWv3VOU0XC5NpIDHk9Xv+YP2MEvstR9O+QVjt55HkTvZP9J2NPY7Vo59e7ceB/09oJvslv7TfI0gb6yV5l8Tux+jnQnXsDw4w2jcrie+bCdjJGD0O55mviXK9qUCHTV0+SkmcKD5Uj/OoefaHFhMRR20dlNmv9BqQBFWP/Vej8QJXGLNDOB4vxrDo6KeEV2wDFw/px7iB15J5rYAjlf1zyxOAo6cDj0j0uHaG8c1Sl07twnOAsA6SPQ77+DrLvvcK3XpG49bN9R+LvR/0svklromTWXvvOKCf4ft+f9EifHQY0fqclHNU8fEuTkd+33OTDH3EA3mUwvT6qU2eUL07Orldz4M0yEE3jqsHGe2t1PC+MZIR/WWEcwQW5Z3N/4guh3APnxvwz/WYzfYoa/xyXkvf6jSyvK6Y08t2n/Z7vtpk9XbVhoTWIKMn4tuYWSDN+TfcZY11hXRQDuHmsddDVOr337ypnG6UXyQ/6lBlHqrk+buYVxmfzdAhqRV51T74VsWuYyaebErsNeJaKbnr84b+eDWN93CM5WFozMwTJTDK9I3GC/kvjOXn5iyeCyG3BWAnSZGNFMP++Ci/IZ5h2lg1PPvNPh3KHLoZnDc9BcHHiRlgwtTGqdo65I/ayM25R3/5ppLXR5g+d0k/fyj3aG2lnMM34LP6hpdwM37kCZ/kE57hT6x7Hz06vmtoj8rawI9zuIHuuqvTOdgdq19oQ665+9HKHn2M9/2tleNEOVXxSewdpS+0lh/dvZsmpOiSI5VrFQAAQABJREFUYxgZbT9TcH2Yf+nEmsMxSblLbfB8X6yP6AXjGggekvVpRiQnqqQOD9qSkfCNxtNTjzr4tnBEG3EFO3RIXyMQmXEspDnHHuJzC+QvjINdw3lA/W6fufARb6FxfOOb0Sdn8Mqx2nVfztHaYDU/iV9Za6FL3l/xtwC1tvi/pIJyBwe6qk1d/awx4Ae+2sCEr1gn7l9548FrP676UztNbGJnt4dTKR7iGR9CETxeH6Gj10d1wb1u9NPn2zevM79Xphk/VuWvZHdVdh5+9neSPNHOtkANlnLyST8mbpOoBYS+eekPcD1sXO8DbIxzI+iNL+q8DWQjc/vFQAh2ldQXSE/AbgvU10/JL3NOTrSaC5+EIsOR/fX6FeZQb7P50ccsFoBzIngQI+SlsBbCfd6J6jHvdR5zIKZ5nfkDuPBKJOl1RiZLIZxs0mJ5xgd6yoinxYaXFfvpU6k+2vBTO/Kg7x6lz9wh/d9QvJd6QzHflvV3t8/31T/Gpy5c2EDwsc3FgWD068JIb/tKr4C212ZxITJyQ/o8T+EBH9FwodTkZSxLIZZXyoLcEaYNIXK/g9+/+n394f62ekq8vwXwz/V1SN3USOgZtyxF8rqUxmQAilHbpe2uIPTlYV2DKab35ALlh4g3EbcAi44csugsAPEnB6rM9TzWpL/h5VJ9IuoX1ZIBfWH5LIoFsA3lGYbxa7bxzYQzpJzDw/uFbHCz4yHOeXl0fn66L9btGLy3l0ePcPsuS+nONlVO4VCIKrfEB9wszNPxWl5rqde/6nosv32rzM2OKdI8+rmMukkIOeczvUo2JcGURLROUirVgzEfWi+560DxqeucwXyeGUPJEBf+8fP72PGXkvWFo/zFZJ3vsU5wm1I3MQ1y1pkrRlLs6UTc5dN99HAX+Z4j5hDiUzdFFOPkgaqXMdV6Iq5ZwNsj0+OITrz8Wgnego1yj+jVl/qt/p4ewjO72Zg1i1GX2Bb9nsOPeQs/2dvNWdN7R8INzD/cza2af07d59MCVUKdj53KPwzo2dxhgWPxvYPhQZQL5ds5vjuKu8e80uFYQ/lFH8W6DkrFNHXKhLD7T9Cn0IkX/Hw+kDzpoZJDsctHuCnP7E2oMDlQurRxgOoLUd358/BvAM/U9hMgHCZrhr/6GxlOwSn90Y5ZgryFLK/bTG7BSTd7qWvBYGfBV9uxlOPKifObzPrVQDs5eUEH6xt6HeSW0W9pS6evzFQEpkWWbNVg9FG2RQh2U0kSAVaxXSIR7CI/vqUdUPTepewfxoUNs/3zpABDPeyr0l+YAc+/taILS13qmu/r7nKQA6/V0vnHKl7p/NiQkU9rK5xG8ipPnYwCh85+rn+Vz4r8vV0j/qKtuk4YQTfB0zwzh8r9MU58P3iSFPH0erTeZ/I3hwXzcHh4mNccvpyHwFfpeQGHdtQGBm3CxR6FsPNlea7JsT8mK897XfgjyJcTm7YljEee8Jvw8JSH6hrfEZ7BHp2sI3w6wjs2juo/s8+Iz8b4/Tx3vwHM8B39zN9BxVdpT8uZ/lOCvgM9kBfbPfY5LclAHhw9TH3ooX7qlMoJuc4GhXDg1Jeel+jII+SVHnvQCn6gzdOsu1+75frWxZW4M4Y4/ih52h/0yeej4nnOvyK/2l7Q155c2eIB/RZeYHt2EzvCd2ovEA6WkX8k35K3RR/5xfYW/4h/bRt9Of+1b7j0nMPqp+9UC/+oPaIoN1zlM6V/OD7nU+gDHm3oN89pCz2qQqkC39QwuZm/4ojc0m6mVNmOxe784WiG1WAPfbFIv3GujKJcI30+P/9bbHaMdBryL8BuvILN7FPmYIEfmO+WP5GzxT+IWzSH8oP/JBn2ZiMt4TjSza+ylhvyANHxIiboUrm6DvSIR+vBHzpyp9Oa7t62Hi/bI0ewh1cZjv+Wf1SaB6iM5uelfkNvrOBw/CPU8pMT+BC2hZ5yRDqC+X0h9ec8om8S//vP2x+bG5OndYT46kYP8oSLLL+OEdwfDV/XX7lHQ0jX4TYI/bMrMLs7o2vy3G+3rMu6yN4E5m5oqxeZGbP9bXIyLLZndJXDJC/UfueLo/ndHX9bcqrAUnFyY9eetr65LVswz1M7HNUL4UW/aG+6KadyQdgqt/Tba6ctPtJjyKusaUf7LVOarUEN+qXfUP4A10DYtdp/Rh/GzW+86tXQu/xjLH4BTbxKoCsv+HWJdFU/MJWCqRRc10KMJ5YIIhepHxz6VIqPDvpsdKkt3qLVgyclzSS4AUquabS5I/9Vrsqv21W/78l18jryovxZe8EpzM+i3wH8jV/A0/xzgC+85H8aD7qrZHwVhwr8t3wWPOgot+jAm5XwvZbPjD9w5NCm3JJb6KoPhXUAeRl222W+fmFuOBcxP8DhY2fdVK1wNw5ohWA7EZCsl6L3Y3b8FoTCW/Rn/ROu57MgXgcoZ5A3hKm6HsyPv3Wr9YsO/2UyXf9loBuz01O8dGBT1bEf+zWC6fB7LOoDjzJjab3T3k4gmOcNzqxMvJJ+SkCMR2XTv8pz45jxExx/BCdeX+f+xl8ewpHyYNp3AhLGM5jX5zeAm60eo5Zn0Ry2OLudQZJrWVvOpI930upgU+1xluYoU9TTOpAphufLTSYyznYuzGf/ZKD0RwLTgY2Eqzp2owTvWe60wCB5eN/DrtgdrrRTWeZLJ7g3OwFo0advA+tk8GpPzfE6Kmh/RqlY6H2zGxd23XmC6Gi/SSP6CWpn39Bv4QHJpfD5CCd+euzc0omcBYLvj7As02Ms66IRvw43JZuG62f0xfz30x7c0T9o6Pdjb9TrNcUHFw6qJ17BRuscLujFDy8g/RUk390+31D/Uex4GLE28j/h6SKAB1xfXvO7hT7T1/v6YBIffRT3KhX7s2MmM+Yw0WdcMoEgme+ff21NVAnCO4+EZof0X9MjY53xl7Gev047Q7snj19qAfJV2SiYWwH/9XE2xx73KB8cpZdcXVfkGzGzWFVO8d/EieuRsT7rUOUV3fzVocK2XHKusder5ZzzN6UXpTGlGZ8zE5H9AUYJ/LeVjL+mYzOAmdeewz7qD81y3pvYzGM917Aes4Y9pN3sXHeZ5sRppL7/eaebn6LOXi28fbqRBH/RtYCOdBO1Q9zXaHKy3djQfH//z74xZ/GLYxk79fm5It9AI4m+v/Ge6GLX5K+Mx35jWCORfbRSEW/74b5//k0LK/Xk3wX1ssSfj+RuyjMuZx7d/JYwfrT4S/bR9eKZA/81vGa55IYGYD2yU8TC5w/SS0yO2ZxHdordhSbdFK+sRbR2ASYGgusj+eDE8fh8Ihq1/Ucw0YheZaRXfzrsLQd604E9wpKa9Y0M9uCJzynqhIfKlP5U2mftgGaGM+sHfiQ+pYrWDp8214yDND180Hum1CZcYyYG0HDvGWyT+RPhIgswHxcRX090QX65XuiSg3KJvxZSDPtck1cRotPKSPnFcsSbrlsEs/Nh+va8/Lv4M+M6uD/OQ3HKSWnNIolZiATVQ98eln6K95hvKtJGhbjfQHug7uarV98AZrI5UTDKGZz+ZakJb4ot+28EwbFwtJkY4a3hTPqz02kzT5cE+WTF+85THwttk2tY+W/6/RidPBUm/dOdM/V+Khw/Wo5Pb4dX1jCbyWwlXyzxMkS25qQuiG97GdGPZ/xW4fhUEvQFPr2q3M5OxrDm84WV7Io9SaJqR1tqtj4FV8a041UJ2T4fttiTp6cTgGA2mcSLYuB7H99+AFPzM+dpngf5r+svXHysCSRa4flD/kSsUuohAS2soRcNJ3nBxIc+T+/57qmjC3pV+ck/PYd84+bDXl+krvR7cfLr9D/7t3zbBuKJcp3YUmsQX36zwteXjK6AoMNA/hVcn6SyALZVfWDfzYzQ0Q/8R3zvdBAPxEFs30mNXWKko/RDVxHV8NPdENpuzeXnh3OX8MRH+YWcIpiOlOtytfvLRgRru/pbN35NW9OceYDVsSWM0Fsyke91Ao+S8dIelXX8o84E2/TGKeWXdhAjg/i6p17M2T1l3kSW7PnFttw9rk7X7L861cYjz01bSxBvlKnfAgQ80dNHGXn6dqZrD4zkdsMQD8G0ycABX5V8yDOeXn1drlEgFxrx4ol6/TQLPJGhmzKGavR5bD6HsWYir3QyjIFwpYfXpfE9UCvxma9pd9BpfN1BXorwDumyBrlD1ObzGqvyt3I3tuRNLi/s5B6QNHDFBTU2bvL2UOl8ludGm2eHji5mMqVkM8+Umn/Wvj1/zcc3vZbtBzK23MA+gexQc3j+H3Dw3/hIIVC/wYHfU0JsG5XpkqPMv/knsQyG8o3mlt/oA06pHNAO+VPLe3r7XDqCe+UwyDkrxUz9jeOMiCz8CJ3wV/GkLwu43d+g+oWCyD+38XnNT47h2/Bn0OQX2ncpT1lHbNl/q/8uI72JEJ27laR8XJ4hKMYfMRp5C04f/sM6gTalcgl18acunqoDA151KHmmxWqupbEbrZ7X7fNUO/eJx9/yZK9uHL//tRs42niBWML5Rqf2jdSV5EnGvnhDX7HdPnIOTWsdXVsqWXpdthk8MaIFWKNdkksuoYnyN9v78g/+Xv2p8P18L54/WF/2e35FztVjEp99vr859IMIWlPWn8Aow/YsXl70KmlBlD+yjm9/7P7Oqz1clt4EoIdV8q1K7Diza8+3CYv5C7z/9//+X8pR4qePz3ui0VqK6zdkQyt8G1rLNXR0N6PCq1IWOJfMCb5nFiPPVb5ao9XGZuXqG8CbEn4ZAo6Ew6k9O9QXnUq4ev2Hjg87mSgwwFHpL+YTkv1ZkwHOTy99IPiLKj9u7AhMbdlOczWyK3jPctsC0QdjWzZOkVDioc2F+bhloRd7VE40qVul/s1DZ1uhJ8a3sUD0FSne/CMPI/tCc4jsK7nt637QxDewyFPwNVifF9pJV3R6+ERy9fRqOwwmL7e8rXWddH7R73jp4Z+JMyN/1t94P2tPCzwtsNcCxBMb+dARb7QtAaQq+MDVjjD6YpnXevnmgVZu7KFGvFlbOkkWZeY3w+7hWrcMdeX1pcpHdqRclIZqf4q8ntOz9bTAz7QAcbyI/TLcdM4u9bwpv98O8BbFjL/nBj6l+th0UB24eCkPNJ5/bM1hOUJIJWepunVEPmo3nrpJ7NcvjZvf+GjQn1fD3nFkstGsL+Je2vbzsJeHdNLngAvsZb3A03W0v65eIDwBX2YBnc/zUSsAavnff//Vuvc15Ru19XnTWwO4hvF7keO0UPn5iudNndLjjerKM2mDuOx5jXAeA6a425fjb6PvV8u/zajuwTXny7zOv4c8yeDcsTcOlnopPhOnZdeVkCP2YBysUeJ4fC6RWvT7dYVg+ughEfZZuS6zq5dyhZIHxc2vPPbxQMXrX/fu2D/2DcJ4nrK0ltZV+U2a+ZypsbS8mXkzPvQeS9wHtVHuQ3xiPS0wsAD3LZKPRkcd4H9L0GK5ov0Li1WtPdLN37wI+WuAtze7eWqd+jKYbgwrp/Bh7Dx4RjuWwldsE+eU4KmPj++DTg+h/Pvvv/UazeOI7u9f5RT9DvHsRi+SWpnX1a39lbXTfgP44kHwpMeMwbVPPlzKf41OOg365Rz655+0kCMl+CCg1Tc68lPH2XFxTt1y0OEdMPPNX18f8fkRsIGdu3EV/5Cd4uFhvg4e8+JtSt9vKVmQ4V+MWw+y6RiYNcHHnpu66p/su/oGe14YilcKAyM27654VNp8WASl1zJYz0u7WAVvV7nlNzC5Nr/A59LS6/nVurgx+L0AB67V1VfanDEOb5cqtVR28B/FO7BYiqvPAX1e1uIh+29Ug7ZoM09/gbFlwcw37XuUp1nhp9cGcSEELJd5MZTPMRkyOYX0ZPdoab52zMs9VLlIxnfX/6JBG9FanInnd57TS22yQsf5khyhN7To0KJeOUDnuP6caU+y9oDOpuQi8fA5SO21Az22adp5Vnks0WmJysH8Rj8ADl4swd/A29YvMp60kRe7N+R7+0bSqJtwZR9oVEacyOPWbXSZydnSL9JX/Jk9JWjDpjNdLoETP1WvwoTf4AK+GEd5t16ERx3sme4Ieqj2mv7q0zd967fykubjlbdyTOW1Mn/gyK7UVWJnbxzByDPAZ3h6Je1Hfcxf2C3vJNqi04J+zQ8ROipXxujRGSOwKn9FrpkjrflEgx9Cv6f067cqrxB6fWLfHt4Rp/LTeLxNyviijITv8QJD8Du+ASc1V3ikfuRvxF+VM5JxI1ian/INVsbbiXJj29LPv4q540HD8QLkS/hTDvXxBCfVkad1jD6Sy7nvwwJAq5rR5ip06El7pJb6wKMc4QlGnol4avMNHOF5eRFX/Tp8/GXIyt+QB9iEbxTjB+y8Hg33BrWkn7+uzDLISzMbsK4/pGf1VV27js8zixF6+1X6BdYc4Ok91iW8PL3VR7ZZ2GMmP/CaNid6ygfXjnp9vyV/wn/Gm/EhP9qAG6XMLvgzfhEe8SP/iE9bucR/o7fysW9/sL4RL12ayHT0v4S9kYRjeBzg0abk5+QyqsXwu33J59N+GsO+BakbNvFQ/vFjmfGNdJ5GddEdyj+R4UYbvbzcDZL17pP9LwpD3winXcexoUfMy/gxfFLZxQpzjKd3mK2xIbchTmqdzAmOgXljT8PI+uEzDZ5r6cEFOe8W/6L/Lvt4IfCN45/BPe0V9ameyE28+/OPfAg74S/KJ4Lrw17MSC3lHH1Ex/pGeNEvaYNDG57IVb+XJzjrE2RAozLlIcN5T18CktwErSh6g9ORY6YXPGI/8Fn5/AbwzDIXwhWzNu3VweQwsyM6E3hyJDkKTif4+FVUeZWhSfe48PlNZRw/T6Yp+NeCgosf6Cl/k+1uNdZky7LYsu9Zm4+SAOW3ChS3aeWUkO+/pd8F0KbSa336xqE8q08LrFqAOPaxDwxC5V9gwgNXcH1yW/mD/JvzbaZv9by4U54XD7jXCoBQamGqtw8oDvIGDAiibHyA6nygxY50trgYXMRIX8bTqJ61pwWeFridBdKCLz2BrgyQf84gS1MMv77q9UWWQ7rr0ExDvkE3Liw8fBbP4CpPrR9NsPTRR+dh+Ob16jqHZ+/TAk8L3MYCxCExP2oT4ur71E9OxMOCWvR5g1Wrh7apkGGRoG8nviURoIcwGs+Gj35A1E40tpH0nm6qaX3ic4z00ZFzXqoVWQlc/iA38vc496oP1LuJaI35EcZ7k8E9mR6ywL39AHnaJ+HbfSisGxiKAa0tWGfQp1J+K7j3X+IXPLWBSZavgwMv9Y/k0K8+9IVWbekHnJL+s8pb8T2qn/TQP35i5Cj9b8af+fFvtsm1Yz8aF7M3irz++Tc9aJL4aQ2jvZA3rRnyeoHVg9eXXOJhs7qxNFZ2DWQ87bt8BW25hpJ8nwd9fcY7wqNeah+1U+QZ22fzi/wftW3T860P9E/+OBkJ/vNb53hilhpD3i7cdJ3RyJZaNyiO4zUQdmYNAw/B6QO2p/Q3o+N+TLsBrLVKfhW2XFk3fjUe7Q35dcweeWs43kbC2xrPr78BHCcsGrctuLSRtrbZpgWx3TRIJ67RaStyXmvbSZBHuIyVfjdVJ8TsoI1OYBKLJj47VNvwa5i/r+aD2weFDwguLIAJT3WP//ssF0eMP635fqSxdnmy6L3cqNJrMbO/WpK1bkXK6KGG5OoJI/PUHDFPLMp2zQ9PFMUnnAaqPkFnWGArPwYZzAvzFLqXzYP8CwN8Rk35kT/wI84BcaGQ+s1/deH9kfKxcrz4ZC45b8BT+bfjXhq5f+zrioR84PeSqafvVZKLyE85foyfPU2WzksJBw7waTz7ntxisRFtMcI9BNs9j4Xr4fk/pM1x5KP6H5fwWBTY/7G0elxtZC/zkRg3ej0Rh/JEa+W1mZ5UfreNyjeSBsiptFgtPBXjMQ8pBwDryFwj6uO6ctXNs1RVDulz0f/rSHSR8v7uR9F1TxvSlZwlJHLWlOCsDsb3Q+NXNh0dm/YtdjEP6sgbXT5PNP46T/W4HeGzcRcLtPnJawAtKngbT1hgFH1sHlPs/fPPX90c7p80sa78e6AoL/7kDOZeOcbLFa7a9EM7Kj2dNkKU70TX0iI3o9tT+B0f+4ZzOsp1gufX4cWGEtmOI46h8Y/+v4PZTpT67S7Dr/LK+SPqs5OlzXE+/0zxN/PfvvhGX/Yf8rlin62nuj1Ch7Ofn5+m2j77aP70wU42w43FD6lhH+WF2fqD8SuXUFf8c/Q2ElQ3cdvvlft+0S/t2mIn5RWzuQ7h+UP6RRh4fpMYHT1txouQ1k7fMrPp9bq23nvWtFciT1v6Wv6utumyiP8l7n6NFQs3Psr65GIp0C/G3TjiV5zvWo/VoO+AP6tBXPhvS/INvMFPj/aDxz4T+xJPyOiJV1p1MZP9U69OfbfXvcIvbbPYm+urrxdFtTdDHiAn+dwTJcIvnzfFr+R3G4//Nma6QVOI397+tXyXbw77XOZ5az9JH417NnblT+RTeh7U4aESPEpwTis1n4O5xB9mckK6naFN4TMbTQlqBzmoXJOU9WHtHuTC1ica6Bv0S2tFf/ztpewH8Ju30s3bKi1v03lxonWJT+bPx7goZvAJt6FvTHHP7Bj45OrckZfQYUifbak49esDH2eVXLutZmf9lF+O+fE6w88N+Uc8FK/E7Ji/4k57xvq1cttbseSQYwr/zGss0foP+gGjTSmZyFM5O+hDx4jXVmyx5xe36zmqs8HW5shWf8dsd0OXzzbVCV+nTPsuSUfLxOpkyGR3CBc0cKwLSB+CJM2EAsS0KdsLC9tgN5X6aMx8GMSWPS+1k/cU0gAyH6/02h7Xrj1AoaSccm1igu1y6flq1rK/+7ymOfILQJ+EPfWu+uSksYv2iTSxQPOTVls9lU/4zMCe6wznONzHOD6pW75Ks/LC15QXrGJlWqyZH8r3lG9180ffUNeh9Zx1lSP7b26gd+0EqZY5F6lfmym6uBCNeOQnxCqiVRKufQuY39ChT7rzARZL9Z95noj8n+3vYYHkkcUd2ez7Hpo/npYWdZ1SLQd04HTu6yEtX3CRkvOA3cix38XTofbaJgf8oKOtONeR8pS7IZR/m3hjxWH46fWCYRFMboF3+pHzJCWvnVRVX9Qlodzyzxecy8noGtaGNYcjv5Z+yPRqoNfqamZfy8D7RB+eX6vXpdJLPGfy0TrCwcJGmd9cRTwx6tcCwMDhYbga79YhHPAi3DqEkXOH7eKmL/EYxDJCYZlpoS/AtMyx5VR+PaPNVXugRnSavOiXOeI6k1Rmz8rcAtGOc0z1kMtl59k5bZ3D5b08+y4O91uf7LOP7IJtLh/hkpJ4WsTHEvUhIOjrH7ClrjEot+hgPK/aibHJBIf8on59BAfXD3AEo1997AmgD30qyW/C8/sFwuWjjXK/ed7lFaPTgQ4qR3IS0ol/Nv0/nd9KXvXnuhN1eHhW33DcZ/nPmn9E/+z8+YRJhT8xMWK5pp/WCPEgFhM8rtfKPCs/6AOu5Cu+9fG6UC+ha+JKXhffUmcMWY9eH/JW1JG2+sld5JSeXz53ck0HnUqP1/TMuYm2xx/V4bEXf8RjG7bvXLjN5xqMXofox3V+rxFxR1r0R29e/Tufx378h1RNfo5fUzoOxIRAvu5Qblu9YmxBsbn9GiJrjgbxtZxw3t/1e76625YfWPV8iXdyg/oUh770HD0t865+PYTyp9yQ+rD9FXiIPzSCEeOiUR7RfhBwdCD3CMcfnlZw8YU3eMIB9mN/A7i52HiLpl5YuABoNJjKbfCEJ2iWuJLToEidTRQSmND4RJo/iQq3TljJIG9kEpPJpMcSGXtL0fNBXtVvL5Oz8eITH5H/zvljPJ6cscU+Tt7YU21wRY+NVELr+70MX2/e0aD4SYPcqVbs2l4lq8zE0/rSNGtWruO2ldqap8IBe5kVM8RtUPM0FL9vI4T6hKvq1efzHPjEzlxlpu6v18v5isP42qrXD00eUU90m5U2jo+B3tW/R+MUrwHNUITo9+I6BqP86/3I12t8Oj978zdCRo/NbvSLf84Ng4WYhl9lqb9qUHM6cZiHlPsbjRuoVWcx4POVKHze6jkcb81kLjhdO/+BYbNU6CjN6nfj7t8HTfG5HHZdBy27MuSCmJux+lbwmb9qEN4mMzyPMxo4dAEvxuYs1skrKkc4LS7LedydZ5M6Qa5gfUwVunKa1jqBb/DYNm56Qw1yJYs1EzCG3PQAsrPEPhVd+hQNpTv9g3FUEqtEfXyf6kf06+2TOR3JM9fSe92XvHpNiGv97pk/putU2XPDlp7PafUyj3Ge4rxs9Sd9vkL/0wzRM6rjxc/77u25gm5iE+xb5RT+tOUn1BEdNyqAq4y4rFvY6AJ3iafrDrvuLN8cfk+/I6zrKihyjKIvJfwbVqtZOjIi5SvLGOGGeH0gdWKXygW/JJBqx84K9g/oSf8t2aKZ0Cd2jn5pzyCQpvgZXbNf7qj0QZ5yvI7an9Hb34DfOvoafHpoa3n+cc9DWFvmj+OpnNf0G9mv2KfSWwXeKr2eHmd1noToZHV0pTHlO0L+TrBkTxfE5cZP3k/IZy+NXXmGDdbR8LbsM+tn7sSTOqVg7WaSbsAIwqHkIb1ym28Eejniwwc4JVwuKYf+Xx4wTvzWfCn6+xqumEV8r/AWrccd8RnQ640Cshl28ns8nl2tr/LVhPXrnUo3q4z4Ga73iY60jAF9uz414DcYK7iet/iMePGmBWgWpeM/9I+yPl/QFYDXQaCRDgmV8RS6Wjj5FTaprOq34J/njz2jmOfJHJ9b82C6+DUt4xMsr2H05pGscO7TT/JItvxR868+88v0TUASAWWmW/sb7Zu4GVOuh+gn38ALPdXPRzDgI1tCqzLay/el+sLeDsPPqcfzcId+TZXxzHhgn0W/18s6I95m/lgwnACCnIq1ZQvotvAqw1DRvqEetk6OnnMj++/5rSstv6WxIy+w6b7p63TB7l1+cf2BTctni44TASYfveAa5xX4opyMv+Ktja0iuUrkl+aCZLqM/5hj1NbDZxoPY6J0UnJeMcB0nE7vEb3olEt8/pBswfmigJfn8QSHp0rRRD2e3wD21it1JV8SLK7w6iZqQGIgMMe9l0I5Edj0JRbphoTpZ3Npk5u5anKZYDkL9UtkRgfxPNQn3o9+DOdPBisHYxiNR326IFEg6RCOD37BsC98BDtyDPU7wuAuuPhzOxFdIhYbRb9iOvBr8bb0lP6q1hbYZSPCFmjwEE998isb8hyx4EJHcGn3JWMT9Lrx9Xx/ccvlx5v4t+N/rZW9b+Cfnqdtk9X8b8+lp658PiCHyH/wmwJLC4plvzZAP1Pf+FSrdKrrke61rBprvbGMr2Z5SV9vC7eQGY1FygvOmDk/pEGt/AF/BeXZ9U0t0MVnOZ2z3vmmQ/oxas9iOA5Q8ckaJfapLT5at/BQ1YflCX0DWK9mzd8EHlFl2Mg/dEqGp3i82G8bp9RofLVeIl9IJhchKrlYidLAB0577/i3Ntbhe4uys08RwNlgj7xr6ffIOIzjzymHiR+NgHOm9DoyM482jtvrQ9xFSaPcog0HxSc3bIht8QDW4tfPQeTu23nNpI2sfCoqj8gXf2Rd9K6g0TX2Z+7X9YM+Wj/pUN0fvk0dXI/3a+rfKL41lWVa7aHSPEM3X5+s2Ef+3fz613jM9QMl8BKnHKDp+Q5na+UZ1glRoPKLDsrY7+eEPOZh4AOjJF/ltjs/mL4fRWf2E9hjEC/RCa4DXqlx8p9t/5cO6O3rJyuym53XeEwk2+kfWX6MdQSa56HZ4Qjt1+Piry3T7dfJWzvmx8Z3P78jmPBf8/81/Y7IWsP1ehCTHl9rFeUNr2dXt/3EvOaw6yR7/eulh+cJD8G0HqJPusb1lGDcwBGe+hkTfL6uJLakweW2uUp/zhFlfwtbNp7ysu972JnEcqHGUNa7i6EwB5fYX7T9Orrupyc56oevry+UuBGAsYk9K70bidrL1qZC8ccN9UgWc8xo3cI6pffVdtM7L2cs37iH8XvcKDWvM5RLxFsyPb7gPmeoznpFdXRWHTxKJI13pem9Zek2rhdiCP5Fx/kAjCTO7Lnri16kl/iqzfM1WOeoC590Y8wm0Wbfnsu1TTX71/Rr9N45qNcJl7037Coa6BrXHBg4Ef04u8e7W31jHFsXi9UmprDqs3EzVnD8+PTEmOalXKP4rs36ln6bDL4FQj7B5NfZtifx5bs6eDKftmDmfur5x+6Z2VFuwBt+TsrZ4zUnzB/zI2zqsU9h8+0Onxs3fP20se3ID3tlHfJvxnqjcV6Spw7pv2kUPa1lSOGbKJXMfP69bGray1/zhUPK7nlhhF9nfBZLLN4qlx0V0bQ3GcScRtxQermC8ZEgb1OPpz7oVd913Hj+d+nwHZC+Kj7Pss2J+p+l0jE+OX6O0VyPvSeeIg4xmTcdyBX2w1p2vOrur/0ezTAfWZdyVbpBWc7TXJ+li5aSftKN5NJBLqDMMrJM9EiCE34+GaNv1i/nDOEKTh83qVPuTAz8RWPmeOhv8T9k9Lod4lQfDuqoDvj3ueeXTotF4/WlXOKV86u/3hGyn7cF8RpA49Vxo/N2Zn7Hvwfm79ZaXeKb+DW6sdGe19RAc6wJd0sG/IhLcYCGG8GKX3ipBAefAj+XSh4ZJyHWPxbzFtp5jS+tdVWVZWU6xb1dbdnPXuhBuhflLh1KUjY4vTJaY8zfHCaXWH/Jca+GpwdWdEiDZI+0AbPUhTEk5JP+NJ75/JHG5Cal9W8JzPRbWGf16/o2H1fm3QsU0jydfxy3n+ZK84M/n6/Tb+I4t7/OSfG8hGVke2JEdc2JPmx+0gd+bKd4o7OUHqZ6WhOV9YlOZ3nOU7Ywiv5b8+iqUrR81I6yg9i+uXL+POL/+TclLZe1hVKRk/ObH2uvwEoL3YSycn5P4zW5Ks0U6UjyBvTJTsnGGa/ekJjxB+55FdJhITxohggRKH/UkfeZcv3cvxozPkF5hoQj/lHnv9gn6lH7Z4ph/2LbTXzjs0+/8Xkl0taXrrkOjWFtHPSzTolDS2PIm4zmt3/KN/ksz2tdYOsM7emKBzFO/oev+AGLvNXGRsKnPsIXTDg6uHGTGvbnrz0p8/e9f3uPUMEXnnj7NrTjUv6+tHlPn3UxKZUFcV0BBys9/4PE16AHv72G1S1o8YvMm/yJk1P2893rkfPXJw8kpQtm6I76Rc+Zh0oEvd21atbf+1qvxVYL+qVPDymn5wf4iMriUfa0pNPPz5Bjyg/sYYwxlCcsv7z9STnlPfmkydDD83ZIxgsXJ6UNXKUOHz9RJ3IKcOEqZ/kD/cCBp+DKj193A9hr+axvWyDl5JyYdYmcHEPZ2SLUTy5O4R0nT/q2iDWMyG8N97v0xTHJjoKppO5P0hoXNAknLXX6gLt27OKvD/N4Lb/vRI9te53zDWG5umzOwfzQVkl/1+doDKHOn6d71p8W+CoLWKhbUikXobbwSCdsuTmwqphO1fmpVi50Rfv60p40raiTCvGhbl+nrfgDTiySiwT3fYJ7HESCQ5syjZPGs3xa4GmB0ywwijli04K0yMnluy1XPmyTY7QZUH+40y6E7PIg0b1xA3Ghbbtw8vKRKxibtIk0XICp/99//01dynnQeTFS/f3d8ky4qPE4W/XKN9kh5yzBvM5bPJ79Tws8ugXk09XXTVkLr3QAw9/Boz0bl8cb4cJX9Kqz0TDiJ/rXdOM256Cen22OSNdyGSWMtsov6xQNpmyUVNryrZ23RCyqfMNSD5ZqIzeFe1HGLNNq9UG8gl9yi8Yg3n5chWgKp/+MknEhP7bPkPHk8bTAd7OA39BUjlFc6KPNS8WK9kmIFUo/RtYYHhbrOVeQm9SrDMQDEP1agX0Z4hRe0lMfwaWH7wcO7q3KNv6W8W4ly/OVNJsVD7pTva1B9wvUebKdH/fTXY+Jb4gT/vEVVrt+JI/Dwds0atXioe9Jti/f9tIXVP77zx6OLRNhoWs3Y3P8wtvHPHXFtPjT7iW0lvBmh+hnOv5r6xtdP9nlTzu0dpHzuptG4r8moxF/71r8ZmbO2d97TGdqn37HfueNyzPlPnmtW+DDNlz+7+P/LM61TsnnnRbzOn/lNY1i3R8xt2zlGWhFx7lFsMgXPnrgRJ+X//mf//EpBj61hKACLq3wREag55uAGTxPloGsNrf0W8m/lUespNezV6sc18nz29LP43b1Yi824ujTE1Hw1GTjTL6UA+QnA829RpnSPSnnn0BAxqiMJxl0iPBIC16E7257v3F6r9FrxlgarumHbt521MVfdYIpv8a1OoVtSpZ60UlyhAvPvfp5vDxvTYb69vDzPA7XvX0PE2stcl181J2fIjuP189gU4q5UenrwmCeGnaeP+bf96sO/Ob29Qo9Ur3M+3j+2pxeYp/x7D3S4Nd1OVX/WXxt5TLoVvCIA8p+VPmKJsdJubqpCG1+K6hUfJwIRJzN8IQPjuqRPrYjn1lb8Zn4mh1Uwgd/9a9RmfFI8BX7rdJ9dSfzX/Rg3LnZvsl9iZrJvwP/KZ+J/eYelDm9rvGf8Jzq8JUda+NY02sxRlnM4rB+278QL/DWmM77iMG965APi6l4CATUoi51i+/aOWDWxzfIiFsva/T7TSM80TCej/RYcv8KJPpVLugH8yacZKcrbb4ZPxv8E72U/k7HwJ5J/Y2x3mqIm/knCCY+AHe/jQWQ8siYZna5hBc0vrw1fy/rivrIvi3FKJdwvdQ2PZQ7Ip1XwX8rhvie4atfH+UL8YU3dPSLv3A4Yj9t9c9kjWhHuImXzZ8/d8d1yygXwj+VYf69furfpO+YDRqBf8SwW/sRdKg9sssWA6V6vnkSx7tFu+jfGB8PUy7oAoBxoM+sDRl4tL+qRM9byd8aJ+uAJL/m1RZ/badmrKHn78cS4fSN1iNpo7MloyQo+Zhb8OgGpmWQlqb6bZixcgb1eggptnXTWjpp/eIfkkEd4de9pCLF+/+Wf4qesRfyWqz1VaQrK/E8uqaLFwVeZ6/OP/IOHnieNtXX4rryMcwOT+eIBacxwHggm7JH1LfFMrNVO3tdega51ek3QBjQd/4xIEmgNb6e5xqeGHncmawAX9VvJu8COUHsork6L2BXffK6hCug+kaSopd4kVvwB7WBwY5SOOrDvymhBW+r9Pji4T/q04Mw6Uax5Zk+v7QrOfl8ehPjlu/XOdifn7f0Z9zg+fEAWytf7AsOa4d+Yk0HfJFHCXzKo87/FGO9o9psHW3aO5LveY76PTOP6+EX1BW38Xj1v0EfO9fae/WajW9GH/H34nldPU3lp/j3fp8JttbX+Jln39Urf4NavHLeL9ytyHsa8CGfyG+5/lGdfnj7G7vQ+Osa8HwJnoc9vwHsrfHFdU3yZsIyHZloJhQHgTaXOZrzE9Ki0VlA/7fOAl9shDuKj3aUaD8HsmOzqfqWgXi2ugQ6cs/mfyY/dD2T5xovL8/PU6TxtlOMjOiInUj7bD+OBdbm+HG0/DpNZB982/t80qj+noEuUnQxgp6DVR5dVi74uL5RdSuO4IeeIx6CxX7oKGd0T/jTAk8LXGAB7QqEI20UlCsUbYfq0BqJb94E9JQr1D/KAW/pNauRIrdjrI+xMhTeb0pgA56SL36Ukbe/+SKO2uh9Hk8L/BYLKC50EEe3GneMO0VaSzEu1+iBUXuKWfhLmrF2fg3gNz4itvA0To+vOnKARx7qx07qgwY6+pAnOH2C+To4lEqn/mdugMcS3eDV2hHz2X5a4HdagNiIo/dwfxNEeOrzr4JVXKX4tmuilgcsP5UbDawO4m0H4jHKju2Ixyau8tKf9C2ffpNZbzj5sFdCmpr9wRcMeuhqC9neHqsEv7BTttG/+CDOLzTFjx8y8bB/oES/5Q3FX2q2wPTrANXh79dW1NUX1yLSA5qZTmv99Kkkxnm4JeUX+0bf4ijq/y1vWdJyMNEuEk5PiawNtJ7o2foyC+APzNuXKfIUPLeAzj0tndT8wtyJ0K9flGPIJ5EpfUfnG3xkDjIGouqOMYD1Une6/Z31dWzrhX+/INokmyEclj9jZMPwkzRHO61Hk8GHCWLDfs2kOMFIETkavHQis9OR/cZx3izTKyTiKxVGPDxs5oge51HqeNZefZId9arDMvEEB2W2Y3h6w4SkRYL5nfCEU+29IXim3xEeGyJu2p18Vcvo5GO3EDWzUJbFvKiF7UdaMB+Ua7gj+j0wr8se/C/D2cyPuuS94ml/x3999rYtIJt6uzJ/25TnYFyr/zlaHOPi7ZUouQFsG675ta+aX861uSTfHLEvuJT+vKA8Kji6+Lp0gkZ1cChjn85XOmvpSOeqpLLlWRsXuJQJafbH9Bkd0lWyvf4jvLvBXPx4mdzAyr/lWebPhiT9dVyif/JvFhaSe5dDcor+l8ib2OcSVrto7maXXdpMkaIfKCb4iIj4mjKIHTqp2xGXwJGPZAimDzp4Vu8u7BSC8l/WtMKDZrf/4q9eiNWh9/pklOzXr3zjWvkw3XhSbz+6OLZMP/87jpj9/j2mn8t76B7iZDI/D617p9z++UtkjLvj8XgN4uN0zcr450/It3VAPoe59aWtSRSvs4M+vxkCjLwBLXC1uXkLjLgmTwmHPtU5gLUbQhkPuGwIL2jQTeWoX3ii33pBUuS7bCMxl+ikFuNSCZyypxq0Hth/+fbvQOs5SOP59jloPrxb9UR/i3Km/lT9Z/2asefPedfHPrAo+Vi7l7Ok9f2q2/9/Pix207WFctFn+b1Nq+ufRVS9QSwbiMbbAn4NtnX+0PpDepVby2Y/8Xj7Y5u8+paVFLJDb+wTJ551kx66gc3R5OX4B373ssy/TPcYx5b9paXWxunvKSrLd7QH6OfkFMYbTC7Kj8mrrrj+2tDJd6/q97A5emAbi0X9Gx1+zv2axNc9HQ+CCObrHkc8+QAnz9BWv89FXg/fp1fO5oSTc92/9lukn/a7wglmMaB1y/tfe/BEkBjD1ubb7Z4/OsRS+vABP5bQLN4YsOosTQ/oY8l9DOxEifyI/zDtev4caLTWN0AX6OHHG/W+YIyJBfnjMP3W+WEQ/1Hns9s658fYczKUS1o+0a3atg4ATfOuj65d/PUL/dxnzflAftJfe63cAG4szq7lr5oXg4/z69kiH54fiesaRVMSlp/boW+r6ueRkoNY++PNDG2G16sZP+59hztpdPkfjeseCY45QFbfnjhqCiiNLUcyNJeP9n6Uya4XilPuMi+zz0oGm/I+J9lu2Zp5RA3fVn1Gn5dFiqF6uQaLH1yuX8jfe+DJN8sc+Xm7tx5fJo+FzkkK5MV/Yeby/ywGvFjZn4+Hz+p+vrQo0SLGw0SnNrJ9vfW1vJJo03ktPcZUxXIBXgE/unJOzvw6E313/b/Oco8omdid6dblG0P6eNFmq75dJ4r2ZGu7wOk5Hb1xtcCfXCDmm1H5skdj8B802BobeH35S/375PNUb9N7tr7R/H1Lm/frS+JOM+xjV3BmQrmC/cE9MSmcuM7wHuTleHjUwffN+LHZwmau8ljUMeU2+y0/we1/OhJOaheAQaPeM5lVrzr/mUekr3iXVip/KXcpkyfd0wKPawHcOt/oII50XdLqPNyhUSgm9VGsKfaJ0RTPdZhwrYCK1yCllmIs4+ebGPl650/Nfhnv0x5gU94ixpGnkg+6UAo+W1ct9PgxAM4aP2BAPv+eNpwfZJ/TbGKMsPXkeuEsUf4hDuUVYtXzZ32iPn3UpvR4npZ84Pv7unKM1kU21DflmHyDQLy1dunps4/otcrvaT1j+zY8sOKYjtY6Phd5/RzZadWP1+bLlolP4/sojPyrmFn/drrhsx3wjg0v/8Zxc96oms+cx/OOnNKbk5byiDvFJDlGMHKJ4t1C3Y78BhI9F0JeEdT9BnBODAL6IxN7SKmvTbx3EEfaT0GRZ4ovjxEsYo31zViefobncSJvtaHbwhvRNlibiAYb1eKCDboIj7TgadKVONKdfqluef/VLj6VQHJCtkWkLS711GM6JZQ/jDLy3dveq99efh4v89biV2PIPenVLRP/8rTU5/r1I+9eCWP8ZU8d2Fd12bGd3DK9TpbgCodDcvtApOfrS+mFzjrBtzE53TZsPAxbRz6ubseSt/eYxzo0joU25Rq1viRkljHb2Ba1fW1SdRYY1V7FEWN7je+X9O3Mzy0+5M/L+ZnOx07+l44dvabyL2V8b7o1O0VdasxpHvr8FFEPt6VH5d+o8eMG6WvEjUp9NB8qoaO/p9rfgk8bb44/uwSxB5jc4r7U02/ZGHsNpdH28gSvFy6DMQt7Rttzur6FHy855fntzjsgOZ2hT98AHsGnCzSYbZRb/ulkbnBa757435RoTa+zdPLC1+R5POqHdVBM6wRTvgFyMR8I+5I4lL/It2+dN5dnil6fRfYq84+eHnsGYwyUnmZvvfIu8mPcE1+Rn+CxL9J2NIV/B/vJDeLlcBzsM8ph/9pgW/2g4C3mcmv+GO+GnEX3tfbxcq/ltVDuAMDr4cn26rRlX+OZfpdci293vPk1gIOrGucwzrHa/hPIU5P1zKhPMHhKFnXBke1hgsdDX7rp3+aq60WjN+CHVT7LNw+1KexvLMGn+8aM2TrKQw/wYz/w/FuYeW0Vx1Jx9s5lJdiuTPUppFH/bY4QLs4wjdSPY+a3YHtcYK5Ef/TcakMa8YDfu0SPq+VO7Lj1G9F1He4V2LC5R8XuHnZGPdpFcvQBHsuox4u90USpKX+iL7azl2J6vH5pNI03dJQaacaTPvqgp3riGoWHUoSjPuWUxlsULZ/lVv4LjkrG7W9CJKww/8MbE55pmGNkgIKcCKefEjza03J2fgl6V/qgX4XvrNgjjKuY1T4bcmJ+j0x3jz8SxvZR+0C/oT9oP67Eb75o/Jp31iaq0/Z2Vr/iR+VyPzbnkLn/jPw30+Q9bUnSWizL8HKVWySX6yPqXpavZ9osj28We36pPrMz82BI/sYv9MQZeQS5lMDBX5SOf9c30wck6LbwIj7tAV2Xcwt/xpfIBjSwO7P0enS/ATySjx2OKjDi5Xns5bvFB57iN8LdkjOigeee8lL+a3R7dILecocFq+UPu5NhzqRm/ljFji/7BvBreTeSbrrocF9KyoDn30MWINGlb/daBOvbv0rguqhW1U4RiV962jBdY9sfeUJ/dZpwbv1HupKg98mSwsVR9hFcjYU957q2RbofC3SCefjVCp3MgHHZZY9Z9r627RIxierk8cGO+VCb+aAUDDvQr9u+Mse/ZXEl+2jREnMufD0v8fi+R/Pn7zuGn6Q58zFaqF8wzujAhQV+POPo++XrPl6g8Th+s2OEP4qXDOtzkN1mTuzBp8wvSLMuWzBwgST5fNAJfM4b6NjgGRM4dHtK0UQ+e+iuwpnM31U870n83fW/p61+oqyV+Y8xqLY2FxRjinHiXGYZxZ3POVPTTeTPaAVng0M80Yl6lGMad6CoZxxjh/wdGxN7fsehJJ2/1Xi8r+1bH+CPX+aHK/ZFN12z6jsnWoOz8cVmFO2j/kUeIZaRBR+1ufEq23AThX5fYrvIw+PEeuLfLW1sy0Xrhz82Tis/7fpHfPkmMfTSV3DRI5c+WYmDV7stccDoS+Hp3/o1X+PPDaiey7P1tMDPskCKixJvfmQ+rrq6PdlR88Bi87K97UA0iu2KW5mDowcCfYLQ/oN9yr6IvpGc9+zyfpL4kRNUkrvEFhnC0fqFnKIbwfSTV9QWnueXkMIfQ0mH1zCgPEZz5fzyGAoe0cLn3/DA6BE2HvdH2ccP7No6tt63jrpW2l56xSVxG2m4ZulKyxev6Ru+YJc8oRWVD94d+63KN5nE1h62ACOvwFlypZ8/WF+RU9RHPeJajyc9XNdPWZJyP8q78mkfZjYkuE6/IcsDQElnysbrX3xWTM/1W821/GU5Z34Akl/kkld2+JXncPc6et5d8BcLLHGaYlG/BajYc8GyfQOYid00oBzCO+Z84NsXc96p9/GcS/sePSTzo9p2ideIX+zC8SNdSVvyVlt/ra1LPh0ptcsB8v8Eu9cff0LgpLI2bvXZcBYnIBbHSe9Nv7xsdF4v6S19R0mRcXgpCT89OWW6B2dnAe75e9ppXXF40lhzks/+MPwG2lSJ1gEdv1HZer62RjwwL8yZ7K06dlc9zVOZ1zS/JUpkGehTnBhAJ0V/iE+iKQnW9z3r11uAebqe05PDWRYgZmLcEHNrchQrxKDHq3GmQEvnqLwAbd8cWJ7/hWnBW9k0Hjlus56Zj3iqXzqqVN9Fh+VffdsBGyDz1n4K/2hj4BeN5SuITjx/naL+5rqWNejS/06RfxIT/IJviMsv+UjExf5+kn6RDfoQP7QjHv0an8cB7vHZ6ATmY8PTqj/Sx354qPR8pMfs5hA8KEVLnRK5jMfzFv7i2PTPBcXXAh4tvm9oDTZlJCIs728odYP1iv3xPXFQHZ/sOK7Qd3ihUc/Tg2sT5MjnN/3d8d1rUz8WP0ZYefmC0aafklenSUc2XT0/1fUE/ZttsEYese3p4B/LF3szlw6uoVSPfNBDfWa+cuR1jF1UAjDCXB3JhadKG0FCTGMp9cbkDrUL/atqtkkvm1RDVbJnpVhgYj98ZGankV91uOKrYxD/AtdvCIOXgO5iekIntO6Y6N/hXNFIcWFx7o8UNwZT/hrZAdtZVjAy3agrN3UdG8Uxsex5kA91g/eP8kGlMR9OMZ19WT/llt06B7p4VLlBX3RHDnisW9SmrjHpUFt1fdBTcM2q8BMPU0EPjdgtJnXlA9lbP3IO/tESf3Gb1UdZfBn+Xp/+MgW/TjA+hY9uabIXb4vPvN/59AAp+f8AfhSU1kkn+QWxSykbvdrP63zwbbqaj/6mdVe6Maw+5Zgar2rk9SChnADhz8z+Hq668ohshU7Um/3y/qt+45xDqugNKHoQTrlTPDxf4eXX42cK+tJaRjmp8NIXdHhbHDj0dfcKEsOc9zLH+Ff5LvNl3x5+EfPqds1vS33yzFwt4TADxqr1t5umw3xOISBWsJNnSp+H/fi68tTSV64d9vYN4GslPOnvb4EUvbZQ1Ld7dTPYCp/klUA5HwCvCbNoq7Y+LFTPGkSUcxbfW/OZ6U3S9PIF08I929aM7w7wb2VfJ+pXVpknb2cZArgucujDQHm+cpAIr7YNQfW0RCxnZfo9LXVfIs/D9tRFp88s7rb698h44jwtcK0F8G/8EX7AaVNGPOCKL33KlgPgdH5KjRJ3e/YB4KXSQsgOEeeLEzY+2ORAn4ybYy7J2/En67sD8YnytMDTAhdZYBZjo/zCDRwEEetqz/iAq3J2rvU41Ge4koMsbYL4jRDR0gYHfs/yaYHLLVBOjpczeCjK/krpHNV8vtiKPWJUkj0dmnxoo9FuEvv+yHO0iQm9Sr+hmS7Mfaf601oo35jJdb9BzQaQNk2N2v6kG0RG5/VVXWMRver6FLZJmsdFXlDjBk30+Fk+ewNDPVk+kAVy7Kz7bL7W8NnL19tgfNyRayxC7eem7GHyFOai45vBme7Fbuy82R4eeQduxK3Xz8O8rEijtl8jibc+/kE6ZRo93P9peUT7h2QeeL2+52+mvtcbSvTkHJdt0mD3qHlb3EPeU8ZxC2iOnvN03G5bFFqb6Byf417RqlySH+rQT+bmB/UE54srlgOU1tJDbbrxavVEo1LrkFwe+asc4tcc5JXMT1/mUq6zVkmP79bQj+yhq/Cy/pYFy1sLBNOxzLENN2Pkv9B72JG66PXvguEfEfOQuBo755CHVPCp1AkWkGeXALSa/Qbw/7bWkH089Uckf4ES+9Re0qebj1XqcfqRlLyBvJSV4WOKfdARz32UwlISXDtYCM5x1ukjnWzLoddD8SQLv2XqA5xkSQmdShLw9fp7rpfU18e/Zl5suzRCeHAAAEAASURBVC+xSc58rqMdsKPKXO/1bDZtPIGpRDcsEvnz5NL4G7aN54IOhqWMckK3NXu9l/0zSNNhjAHfdbwt/ce890Nn45fcNnda8LTAUQxZbyfEz53vELyjtTYHNNKBcaIPbXBVCh8a4B5v1D+fv2j36N95ftbiRzqgL/rMy8g/Y3r9PW3UzvepXr1HF6ArR/rm20r/7Mn0NZIjfVv2mY3/iIxrcNEv6oHPRn87IgveR2hmekQeUb9IBz54zWPoySX9+Ll03jfmHP9p/0MXKiWsUwzaJs1Mn176dvxUPpNvOGzZuNJHwXvboycsPe2lT1uu8d3Bcxn1fX4hP3hVV+tr+owI0xMHLZcvUOC3YywL2jMAyB/x+iqdTBfiTWoRZ/Lh6KfggTMaxhkw5Mx4qT9uhs5wZ/CRDNbPZpFAZm1zK9nkQ7sh5meS/2FfK/10eQYi1u+0fYntRvb1eDepB//TOpVvNEpndLuJ7C9i2ueknIE2v616q1gM9u9MMpCJj9Z5OUjf8b+gsZA/4AGOvmGNXau+A/wzQMhc8Cr2ifITvtnX06nOJ/LR+rTD1QPZ3ZG9CjkeV2ixDR4s1NZntk6gT3yoJ9r0gLLpsufJOoQNSvEcHsV+WX/p6LCc/bboHVWrev+e+bHHaZStBt0WXqP4XjXGN9J6MOapnwU+C7xww3IkbgiD70CXhE//iHhGM8K9EkbcxHHDtvsNV4C+vEhX5YR8fpFcfbR+0g1axbnWFrQ7UYZ3/pG/2fdZbsi81zhWJT/o9qkbxRbgUxuV4PexPsPdq79/C0di3yUY3de6zBZeR+mypWc3/4O53qLfHO9aHCQF+1XJjN/RccEn0gGnPDq+LX7wpdzif5QffCkr/4md6xsMIAhlpQ9w9m+H+g38JJLTnvIHoejdP1hmlxh6QsyO0VpcPOGrPEI+SfglbgTP10XjV5C38Mr+B78k1P4wbr05RYeuDWyVkuCEqnCUO9IFUcLKdBmeX4Gtunj79Y1i/4XxNUUKhyIbu9R+t3/g7I+elThUPhfrtR6BdWoPda2JXzmMRdWvf7vOqreP+Y2dkC35hSd2Zh7/apJk+8n4N8eN4lvywVPZjS+PK+ZX9PNkD13fGn8d82QUF9LX82OkL/KYv+c3gCd2vyWYYLulDHjrRKAg9omOIPIl/ZTqow6v31z6E5DsgH1U6mTJbzHlvmYpbOxpYr1hP2v3soDmU/PGIV9nTnXtpdep+H7wVPo5HbUFI3bwD8H2HJ5uhL/VP6J5wvZZAB/Yh30c69b8j2t0OUXMh5dzGlPi5/Qiz8ce8ZphdWcCEiu1CZDhevqUAx7r85Fzg92bSU/Jvqedj7CRCcNJKf6zHDIheYIfxgLNXx5Gpacihy0Q80hkoH6Po9zgbwhHfLVjTHt68IWTcxYbIPRYaWkp9X+qL2/mvgnfLtbey+/0mFoJ8eWl/0aQl0UeE+bzeFpgzQLeb9bwvrJPOn4Xn/b2nNVly1c94PEn5wC1X+rOTL6OsC/4XXXIXvrEnCSY10tC1FZOynC9kjFvvjbYVaqsEkum/vGQyCrys/NpgQeywFfmpBQ3JW55qIw4Vpv4p5ytXfwYRO/ba6a2NJJw7QcwEprdgi7ourbSNVJbJ4svOgpJbUrVaSfgyX+UW0yA6dr2dE4W8WT3tMDDW4AbvzXWSgx6xX0ssq/i4xZc5ZIXe4DNH7basPsJuoRRqVjLD8Nt5ZN889dzynXlF3FLf60hfchleuCljiNh5D9/bd2iG8DoLhxfVztzdESuKv4jvg7ll1Rb7taAO5sM/OaXGOVXDbOP7kNDv/xEe+VDpxMtWZhMuh8ArADjs5Uw8+LquNKdbS1R5hxtCdJk6yKRIPcXjMAkLSZHEutSk8vnf8nrNpC0yVZOKNsSjvkPNqv2+tS3OXqb5Dm2E2U64fQbeX4utnUTRt4sjLjz+YmY+WQdode3GfMx+10v93oOsp3mIc9TPgEme9pQBGdRpH5wYokWwGmrFEx+4vvEVwfzRlsw4XlcwfzR92N3jzGqg3fr+bk1/zg2xhXhx9uaIz7Yv36zeOsJrSpO+oxtAG/vC37eK4svqDBeRMsvpeeWflv9nh/1a0ps6GNAsHYsd1L1+1oWVTYWYXncRtXzyDHYeqkZj/QEqzZcBFv6XuQjLOla4XqtQHdyFoY7iq4OkqpbdiaPRDraU/r4ZCAENyvn8bFP5Di2Kq3GsztWRcUc7uAr9EO8RXDlwfzslnutfTf0ndg35o/q747dyAf15VcdYcmUgbf4O9FfoqLO8ZXSUR2NWWOKYxdeHavJ27rZkX63qjOAnrrXuUhJJq8bPj7Ia72fSo701kcbNdRHOkX9L2qv2C/zk57jHHuRvKNEm/odZbiFz3yQR7bwb91/bfxfS3/e+Hg6/TyO+znVOFpsIW7bB1qkKRZ1k/Xvfy0u+EZF3qi1GDe2/tWr0FLObujQPyuly+jo+bUconUEaz/RkUfimDxPZMzWIGnNZHqIV3ob2WR97HnO69v2n9P+gp7N/Pfd7ffF+m/a90wf01iXR4o36WG5SeGdIrw8IEa8/vfff4mQNqXWCz7PiBd9XhIxHfsshMsRdeM8mHMGdPDxN6mBiRH5BnzB6KcUzPerPTqSbun6qio5QjsXluZBLMd59mphlf91nLBltOMMfrG0nfER9ajydtJX/Gsr1b7rPjPVN8rf1P/2+Suf8nVNEJW7rM3+Z6bu7aQH418+tH7of1JP6wt/4zbvwSi288drItuiK3au108Fkbb3V3spft0/Ba584nONHvhPD9OmeREzvQPVxpD2WbLOos067DfYbG2KbH3zWzwZjx/v3rqXwfgyLXqqzHm45eXAvfp3gKdm85Ep/YjsCft+FtjYP5rcAG4n9ctGfC39ZVLHVOjSFi5pf6Ugr+3JjvldB+0D+lJejEn0bVyN27Jfcr1sJUySq09WwlFbfeDPLvCavGdNJzI7nZkhzM4uOesEmJNsO4HKvtgWy/l2mj3QyfmXvmoJAaeW3r983QuZwT3OuO4pR949proMKrvrQwwwDxHm2+DukUiMwRca4LTPLb0Fff1cKUe5eRsepb01fpyfs+Xdmv/Z+j4aP9mPD7HTxWH6Nkuvdc7D9nt57ls3PUZrwbNBQs0WUukCIoFJzg2n06WApa/45rlXJutjUXDRMa7G7YtrG4vGy7Trx77GI9krnzTX0K7sW9HHj9/XvcQZ3OPctb4ynrvqsU+YVkk6lpG0j/5WWDlW17nHeFWMK471aWvlvHIZvkFrw3dyLsmW+fMHnvl3+iQbORkv6yp4v2HT4OujOatXd/RvvVo7S9cb89mY39tIvzb+r6W/zajuzZXYXp5+xvYRvj98TGZ4n+ESev5j5327WrTr8P/7v/9LMe35UFc+8TxVJ9+As1ZG/SKu+MEz9qmtnCIdRnzIdf1NZbiUXFDNM7Yf2NvltfRBwpfEaNDhrs2T7XdX3SXsG+l/R9/yuUFWIk4pBdOhWPXrA+UQxe2IHphKIzOczGPPX08rHbjpDNzr5fURb/ooyS+098h/4jwtcLUFbhK/3yh/eQOmtYoA9USeet//qlBy6MelmO7jWvcZ9AC9JZHyOugj+SQJsz/kD9rKXzrIDWor1whPH72xTT+x09TXPowSWb7ynK5pEtf2Z2/qQw/xb/tE8JHt9nKC5ral9JWdKG8r7cm9s0CIma4vNsBdvaEfifa3w28A98Hcs9lzcb9G33NrrS2+l/Bs3H3N3/gFPr8BjF7XySdRIY9FDe1WIq9BlrWRLp5u2T+Sr8AHrroOStWVFEholHqyRXV9k1hJjoMnfGifX/rxLbmX88CyYydkPh87GRQ07Ckbpbo5G6/IoM9z9HKxcbxPoafENfqMm2qexUZ9zW7eT9bwoghPF/ucfkpaOxOWt82I+5Z23o5eo1Gs+37iHtt7/xee9BJvwVWqja4RF74R7tvIiSW0lPQvbdFbwj8lBm1cjAne7NPTQ7MVP40eimOlbKYx8cEm2HKLW5M/0b/7BtWAGyfQQZcH6ULXH/XbWzP64t97f6Obcewdt9flknoYjuUiLfaU263HKm/Fbvgb83KJrDUaxg3O2eNHf/jXsszPkVcs+o3MpT3kf9GqVdqgkv11rF/jQ1wMGKSYEXzMY0SxAtuTj2e+vsJ2d5fkO/7NAo1DujTLTlovoqb+sjYeJ6dxD7UR/Rpdp7+0H+ejIGV/c6SPqNd08tw7/XzHhfWZPmLndIq+uYybIn/Gz/G6UNMx2UyesE+U2caLP3Chr40IrSNMXH2NWto1GeqLn5MvZ2+gQJ63OzQwpk8l+PRRigY8YL7UN7QVj/U86DvNfsRv+0ajxg1U1VxnXJ78lPqd5nekqxul/VYt826YJ/rVSO4qTHpcI/9a+lXlFAM5LtZ8TizAg90WPniXlrvlFfvsxkeh4h+NTmthOq0Mc9bwHI7QwnU6diG+1M/NFvXZ1qeIEhP9Td84tjWg6un3Mb0OCevYH+WPzRzicozyiX6PkHEgjXHQnpYz/yz2ndL5jmprRbCLW4/zXepr467jdIOZ2a+gzObFfhDBMRmsRUeyOorSmOl7hH4v7kj+UVjRN9olsXF6xN8oRIw/RwDz5WHvG9gP3fK1XXmlihdysC5++iintLhUzhDMvndnr7Lvclfin+WiixcpWOPTcphwgHs6wYDDJ+YZ8HWTKeJCc00ZeSJvtp8V8ZNs5x+VfkupwfxukURZa/hRz716RboqY2d8gC8++iA35hXwUuns18EHjal+EXdiX/Q5Ktd2BKOE1jb92Z+r+kn+gXHBrNMPoC+Zh/KkKa+ArigXyKy0qkzsVnEm/Bl3mueSV6DRGkQ3hXW8/WkPtqqt8fox+7r6tw7WQ8obOvJN30yl3PX5ma/BfP4A177QvDg+7Sd5tFTS94c50tj0k2Ly6TKOIq5eL+m3j7MN8nUW46Dc6wvYEdmxrPzCPMV7CQs66W+H1mQ6kAO/2E5Il/wJelUWE7+p/aXSnV8NlvTbSRt5fUnbj/9MveF7Jc/xN4A9UwQdsd619EdkbeGiixuHgqMm6BLX3BDaYvcQ/RpTHQ9LTZe9GHNStsEJapX6KJiAMS7B+NBHCc6znFtAtsr2Mvsamuo6wXBigjIlstLPgttMnw6dcvBHza5uZr4MvuGWsb/gr/e/VC+Ke1XwweqnvnO97uNz4N3rxCf34vttXrcFMLfC9PURJfwjLr6wWNCNmCxgslqJ+9n8LGhuC/DjPFMSfLFzbJ8p6yfy+k72kq7MM3OB/rRbmTcmPg/kn/7JVV2ktHNnd3OjCVno07rIXA0yqmk8+szHMaLqYdfQ9pxoed29Dei/oOR8sEWq86fhDM4oW5TH+tFn6B8uf6abWiNtsNHl9hn587FBOGzG40D3qEbfi/F5Dx2+UkYdv/ltPiht3WaAtGxLizn5ULkBbFW1lF6Un2QzNiEyD/tb5nPNnvTpwRWfu4BTVp6u4h920Rj4CEV1bdD4zRNHOqkSD5PuXwX2trg8Pxwy2bXxfy39IWW/IfJJ9qlp4qAJyDOUkPu4Vw4h5u17u1bPvqfNy3QNqVc2GuFf+6secCnhuafU2qhfH/VU5JOa12ynSTDacRxQo8ui/yT7I6et5+4Un03w19ROt9+dh/Gt9Lf8z5JxuL480XZpo6DdNFnEzQFRotWHGE2k6G/2f7OnOIhPDVDf6tOjJsoDDZ7jnLZKfdCLcq9aszwjOHqKp8+De3l/Pzxlbxzre2mvOdIHv3hs7W+wfrtx/jLTPu5R5h4FpSo3TP++/9e9iWAt3n0ewY88TPyXPtbmUqky/RSFVXhNtfDJI1oU6SYwUZa+K2E3StNPAtmN4EsPdL2U/kn30yzgfWlr/QnuFt5lNhrfAL6M17eh4ubvVyisBOePmnw88OQ6J9+YHLVoIjl5vYBRZnW0kLOa+WN/rmFBgqOerPx3YWcL5fTctT+hmO6yuWzrbe3tSl2lHibS9rdZOj+xnejX7ernrTNVWbi3byjqSd7rnxLtZKjBBcKi43LAfeIzx+HLysJMtlV8MkeqY2/iVn30a645qNNHGeHgU4KnS6u0EClPmKUdnIKUeuRvhmDLE0itUXxFY6qq9PmmId+vpjExrqlU+dHKXCzp8pPpH/rtbTtkLx1MAW3MlzpX/gy/6ZQYFvsd0m0pCL9Z9nwt5GH0Wpl/xQwf/Ai9KWdWJE5n/Z6e2ATX52xgo9LzaP35vIi+KU9WH6rBmcbVaPqa+EqnMX9dRK2fG8QtjqlJIC9s82g0t62l855yhcQ0E+0UqvHcYizYaacaO9DwZZX4x63zzw61NlDG9o2+GX0y9i+EsH6osbHA+KaA7Df5jQvFL3mqz87TugWj8J2tP+QXuknrb9RiCNlYn+o7lic27QzxoPS8mD/pl86hLO+hUy6mXkqhfJq+lmxCz89sdhkBv8WP65A7rAr9sZWV8/cjjxl/J5Zupev8PHySRLO/xoKc/M2U8lt3FpovdgeYtbBCtXwBJAlPY//Uj/r1N3Pg5TXcayfh8eE85/mRc7C/l6G6l+PpIt7N2sQz8X1U0LX0Ud4svtAPeZHuq9uPqtdhu4zXP1M2144beua3CmrnFZ1u7dGxfNplbVHxTq6YsPe/utbWOd5iW3taSUT+Jq5uqGitongmtnkjwUgT4rvFtsbV1sMjGg+TLL/m+ffff1Pu0zUb8tFHsCbHc7mmzjyEPbXFfF0qA/5aO+r6V8sr2ceaJgP7bXFn3BF/Bq/88L/de4bSd379JflRhyorVdbpe9wzWth3tmbN/dgpSmQVvD6mSHXDNnt/+er5hoL2sa52mZnXsVF8+qPSGlD1+FHcC6aSWBcP8oGfM88ryhAefNSnh+TeTN/6BSTFmi2L/pgcfRM46cl4wib1uy2u9Mpp/832LDt/E7i+KbXmB2IFP/TatfpC/xqX0Ln930ZmNfqR03WmcWcIA+r7v7xVx3mufppz5l1jXNj3ywd+XwV+5Q3g+5r4MaT5pOg1Au6Dgn4FR4WnupKuFpyW7OoJB+xnObKA7IeNR/2yMUlIpbYG9deqeVON91I87T0y35fA/JwSI1LE17cUG/mE9wN7Lk3rfndoNZIPbeYIN/lIOVH+3njESNgntrHa7y4v+yb549hsFC/30G6PXF2E6CB+e72yP+Kdfd+MpmFxUdMgraa+PfqJwk5Du47Ez20mzfTexeyJtGqBsb+skjw7f5gFZvEruD7p6fPBmPGd0Q3iiA6uh3u5yiMRR2t8rS+0kWC1SvppD1y9f9img0BKKmUd8mp3lHQT+FHPM9hzLZ/WQT4rv8YCxEH0/59igOz3Go0eT27XFGwPtnFqDZM3UXXjhjWN+omZkY1GMHhKNv0qqatfMnxbMG7UiA758FC5dYjfHrwtPs/+pwW+iwVaWJTrDIuBWx6SJxH67fJ02LWCYu6///6raxViVvHsY1x1fZRPyCle16Oqe97iA29ygNpaH+kDTHjKLb4tmA7B0k2e3Dztr/hGXY8yFw/982uxozye+D/XAuYe6TgaQ49oER+b1Ikf3ybeNQafT/ZcE4kGnqrr0A1gSwL6Y//yoXhLcsoDJ28YuvRT/GfE7+92tzgxydCP9PpoJUxrT+igf5b3sUDKozYXce7vI/3xpNhvAP8Pvn5QOy4hykLgIHVDh0+D9LVr+ffc1FKMtj3O+8tfajSCoNf54x9Ks0WZDgUGwZHL/E1DJUUdeYPHLtBsI4hknDoWf+6r/0L8ToA/cYxIuBBd9jG+Zc/oSTjkYFtRUafkEW3N+KeeWlRZHtVekyZes4N1+qx/G77uf4xrxmduvxmFjbmLzznesZ6ZBdfHtyVja/yaW+ZXJfYA1p7UypIaPLfXYkxrCn7TYqbn1vyXsJ+Rb8IZzyZiQPhc/e1eewCinpVm8xYY3qi52z66EW9P911qjxupX9nKT1n8VOCOypZ/b7GY22NtXvfH5O30yyM7wj/GbuaQv6lukZqaegURv38jQH0yNCMv/iJ/Zsc4p0sddPWxPJQXPtMP89VAS0gx3yz5ZV7SR7j1t0qXIjKkPvE6RoB/5Vf8VG36sMGQQ31SdNibYnLSk8Azu67R+L5V3TxiqLd5y3Ew/Qbwhv0C2/ObV9r3UoW2MsBa9hjKLPl52HcNcGafdAJrNzIQcam/QK+SuKA+2/AQnvws9gv2Xh4o5DWx9bd8y7qT34ivsor9REusSr7a4NAn+OhQ/82OlfmV3Cj7jHnYM5aYX+4ld49uV+HM/F5MV3IWvoLsOC/Af3p5dX7baf+RvZPNC33sT22bP5XCk7/Kh5VDRr4bc0ucN+YXObE9wudGMDqAA61K6vRdXXb2VI7TJrDGv5NzR+9oVmLBYS2rM37CdDyxa/+GGcMp9Lrtf9WxpocYO12Gcq6lHzI9Ebil30zU1rih8/wrjY/+4mAeD9o9ZeW5B3mJU/1n2dVBiLeID7xDdg2PTz3nlHxdQnzpRoslHaPU61nH1yxiCw8n4qIq5+XRDV/yT8d4MT8kBjeXdS4yLNsGvMxtof+Cbye1NhKvyv88OzQBvZ7AN/NH0T+Oq/qF0xmeXbk1/g165CIvtsmDnUw1yvoc/EV/AcB31g88/9Zte7Bgiy90W+WW/LPkbOlxaX/8DdfIh9+gjfBZO9qD8WsdQkwLNlqrAOfhs8hLMvUFrNHR9iNjbx832lfJh+ejbw+rg07bJ7TrrwRzN4yhHJaLOEEuPIdUm8AY39gTwtge2QzcYbnQe4i1D7iRC/YwWeh/pX5H/XePjh4n6hvnw+NeUn9+A/gSq/1wGu90WpOldVl6jMUGnvKObWKXizDhevwfbpqLh+dPTvMgTsvgJCNtyOkcYvYW/ot/Z5eBnza/eCpuSsg8+wWIYB6u+Yzzl2NsqdrcV4QrB8k3mCO/1GuxKY/SRoaO8U2G6xYQifHzz8NbAP97eEW/sYKjGLS7rN2ItOBOF0U14JcbdCnfl354ruUB3+frWTAXCp0atqFr7TdttPgLlfx0PJiSrY/n6fVJ8J4c0me5YQHZTp92wbhB8Oz+ZhY4JzBGeTvGozYs/XojGirySLhpXT/IDfaAirKClxH5iR6eHk/1NT3YbCWHiK+vRzlntpHj9T2T/5PX0wKPaAH83uuWY0BRvjwyfstdinPB9CYCHzvU1e9j3teX3Lch4qvNXHKF2uLp+UofPuKYde7LCNuW/MR4WuBpgb0WIL724gsPmhTbZeM9/7Sm8k3JRxbvFt411yj+yQGeh+o61HfJAd3oNdUeprwnvcHXel366ZMOykuUeNJ8oQWeE/eFxt8tmpyxRcB6QXii4fok0imOhevXE+AkmO2J8FCs4GQXSnBb2fekfZXU6eHwZC8ol++vel1946Qa4/Xj6TGeracFzrPAFTeAg+eep9PNOeWnOQabHzeXfETA19g3XtDVhU7ZKGYhRGpUm6TVja4s8L7Nq2ml71VPmGhHfbmZ39nEGrKVPvrmlGyrGwL1ZJRuFtjJIhHppCGC8ikLXWzNPNBOJD/kz/xpq1sMkDxwTrzVuSyqsoHCPKmd5q4+eaTXJBmy/dHv6mS8Mvcbw80+ULyl+Ifkiwfy5Ex6nWP61uFgzTtbKCE6jgf4+eW++Dlf7kkcr8odJ+lwFRvFwTkxcJkaJ88/8fVV84L8gTEUmzlqrbNWGmIXvwWsOPSxWOO7kYUaeS2Au6aE90mB84rQVI+6ALOMYn0Zp2MZGj330GlNxiG++pCPXl7kD/bQyp5hJMwH+8P8f5X/PZg5vlydR5uHK/yDmMGmascNA8WSDuWMFFPutSqpbRsd+k1QYaUsIHwLVnjbCjXR84ffKoYvcPDVps/nKfBmpXQh5mc4XsYMZ23tLr3QbUp/dgfz+6Xn1LMHtcZvvH6Idt81lxKD/e4Vt5J3L1lrZgx90X6tW1Hb4jU9KXyVr/XzN5onwdCHfuWdmHuajjn/iEYfvnnj+xkDfNVWXTeBvbxIA88Ily7qQz+VfCKul2lEhmcYdg2uMvFXZmQBc6lvnObH/fwwFsaZ9h7QVZ1pMFZmNwF9f4ne+ym+FvNo/N56fKv8NZdbBzjXXZN1Pr4l8gb9nNvRg1Ki8F2V+aaL7Y0YPH9bLiuT4tDFM2sLXX/IufUNrK23EIiTlztqCzY6+G3hmgfSQ7PCzPlJP4fR8l/Jj0ob9QsbORdF+SNZa7BEb3bYe5DzkEu5l77i4ceX5j8YHY1P6O5ULuylH39Nx/aebkK71j5F2tFiLb6O8vL4C3sc8D3P5+Z1/BNBG/Ogca39rI5yCbGiUvlmlF/ER8c+s/i4bfn8zX4Gw35Rc3go7+iQHOUXiXt/l0zPSxj5PLH1JjlhDo/wDWTGNcQ14LR/Et9R2xnfY3AZjfPjMUrmtl1fHKNfYvtF17L3WkjVtzCK9o/9VR5xsREPV9wArqJuUJlExQ0kPSJLH5P3uhmGY6mkLudSXUlOCYhkJ7gWbDr55P52wfWI9ryPTjsXCkEZ7J1srUVjyWtm4YpJkKvkhO/nqCJaBbiHHa//pvi77ViZD+ZQc5Fh7cSh2FKA6Vve6UZtej1ynn9irs3hUl94q+SDXK1jVddN4HjoIuXttf99nIhzv/Zl8XMb/byNL1to3Eavn8z1keb/xnbWoqwEdo1TJ9KfV3UBopj2sA9bFPCUqu1/XHB4/16Sd6nC+Pv8In3VTr8RuiQtkMw/4dp5jDHCx5PR52FX1zcWvVfzfzJ4WmDFAh/LU+0K9m26iCvK8gNXVdj7f8q3+i1fU9Y+r3+12WFVWw9o7Tl7cJPNEOUl5SQf03VzNuWHZWKivyphFfh4mK9Lf//xfaN6He+o8wm7oQXWzyk3FPxknSxwrf330Su+PObW6pjrVanIzVnVfS5Q3ecR9esYwWbxDS7f3iM3Ac8cmw7qByf3aZ1ij0DGZei1a4lr6VG8s3oFfk3lyJjAZUPyazT+hlJ9lAX1sWkA0/SU3Mai794l8Rrj0OthZ3itODyo1kUPDwHrzVYFqw6zRR/HGcxf5LJuoU1/LLtrH+vU/muiSXsyHls6Wx57+2MPtmiTxfS3L3XkQzeF9S1EJZM8A9LRj6Mg3qzAbqPx+vXp5vXjhq8NB5Boluu/Ie6DANfs9SAqDtXAp0bzPCTYCfyu9tg5vCGaxqzfMveH1ib+prD6ZGvWLKLRdVM74sVfzmv5Bm2+1gJXKWxt3tSnj9Y0yievultM3qs3CpRjdJOY/NIpY31ZPn5CPjK2z+NpgX84Yz2IKbKz3kaZGBi3kXIN17j4uIbXUVotUHQo4aiuBJcWLdyU0nKnZI2cTJSctLjRAs260iNy7rdzHj7BFH/wFybUdy16oq+KX4TJohxj/5OddWBz+3G2tFeHL6hX9ta8UCaC8qcl9gwAz+Psr6/pv5/LY2LGsY3n43a6b8vThdC7xZtiSaGWvxGcFwFZr7I70T0V0vwi+oJoGmw5/vy7f8tAbTQ5H4hPygXmh/irYNccL+HVuPnJh6jjmoQt3G17L7lv8RxQlLxJT7SP7PaYx8g+wGwxWdxipj2Yl48tchbHCDvAndy9kwRJjDOSdSEWO0ftPfLdeQW/8LE2ZFsW/Mrr+lX4F7XT/5wLSreR5idXdToRbkJyDDMeo3YdripbKCd0GaE28own1onGn5NgYoqlgzcZtPyTdQKvlRVe7Ld8Tf26zo2T1Zx9O/g9Gnvm/wZ64Ecz1jEfzfAeDX59frn/iPzGWj6fDXS4m58UC3p51C1O2NhUtOtBMMX1p1KKbVoqimPUEafKV/KpUd6SL7LRqpGrvcf/tnDWfJwNYfRBT8n3x5YMjzusY7th5y8Exlwr+0TYEbPc274jecCuGcfOMV+d36qO5Zx71P6Vvii8gz7mhD1DJS6FqzrxGWMauEo+PpfAhxL8mQ6+39fFUzxU6uNzlOCf9g2//NpXZog1TZOEDg1itZE9O4SDjRG/CJNYFmT4LmLKum2pPQihjPShOzUH8kdoQ1ik3SNvyKgAR/TAoiyR0LfG0/eNeLh+O7O51rI67EWHEe8IA9ezjji+z+rXxmdgl5rVv0adO2DT866NJa05tJ6Qr8pRNb7izykWXb5Iv7FqSAYqeSR7ttBZA4zUkXyNgW/9qT17E0FWxOxoPLkxyvXheL8iS0w2Km8s0ix8fv6x3GJXZG/9t/hG+mk8+Zt9oVcd8cAnNvxAZNIpzl2/PjU72rpPUmRrvkEIDf49UkP88W/wU05EL2Oa5yvzFn46DugPyc1KdClXu1oHJ9fD7CV/bsnvxm/Is/YWn0v7p/F1KcNCp3EwlitZ3Yac+avzJI+0/CE4frhDcjyXxzGrn9zh2bE24TeO0xd3DOHNHgZ5ff1jtmvZuMnQGw4sMajP9EyqV/0992Vd+zqa60/GnSNXEhOy9OEBO41B65qod9Yj/5TH54fJ115PcvqlvE1I1cNhAnNjd71d9WP21eeCRf7tiGqjXX/u1h/dKo/vUWm+k/WdjvfC8T3YDeAyKd6BLhzY95jesZbjBcgY99ZQLRHSt31sx4hvEcacoXZeKOSTqP29tVoPyL8l/EuUU6AT7DpNWIpLbOICLCYA34b+Evkdza+Iv+vmq7PXyY0cc3bCTxuzarHcTst1k5YXEFksK9aM4/0h9Ze5lEf1BzHaFgH4oOehuuB58YGsntM5rQeaD+//C7udM9onl2iBB5r/qNpJbcVRji3bJKjbNTEuszBikFJQnQuIQM7BWO2tvLrwb3pNUK9w+lafEegiP+lQVteJx2e+gKgUJuDdUgPQtgHSLm51+f/ykl9L1F+AFm0sflJ2Scrqpw7aua3KSePJ9lC/McxdDKggMl5Pt133TMb23ebxxHha4DIL3HP9TvzFGypbmkMnPJ9joEsxScOV2mRY23D1N1RE5tteTspDxLzjP6qy2eL7RC/e6lMdfWPpZYqefnj5/tgHzrPcYYFuzbQD/4lyrgWutf8Bep/fONPuPcvOYizCFZdsaGIon7NGOQE8Sh/bwFR6uOcD3MP++SffxIFem6rKO9LX60wdHukJm0SU1zX0w+dweWB+DvM+TMCsi3Br5sHdwjusxM8mYL6H+5/YdGz/Lj7Lsnp9Q/0BTMl4iyrEV40nD7eroL17jIpVDvFUWzEMX5X188d23cxeuuaw7/0lsj+y33CdAt9tv1be8rkLfVRqT1Xf7Iv54dOexjN1Td+EJURPdlFdLDQUcSpuka5CLZPZaIEU1szHRWJNaWzGBeRFGj+Jnhb4/+yd63rkqq6uR5Ie6/dcz77/G12zO9n6kF8jy+BDlV1VSdvdFUDohEAy4NNrWmBcAw3xmTDz257E/fjQZyhwHO1x6GYQxQn9BnjwZ2LRlpaOF5bxz4FI3qtXSusCs/ixNrLdnBJb9GCRxxCPVxLPb4vcV8NRvFQ7SV9Nv++iz2teAH6I9djiHJ6qe4jMbUKeMVlbCkJ6HdzbOFGxNuh2lHLUi0eKbQoo5pKeDs6piU+chA2EJyTSiUnZCexXWd4ofziBYFLZqgS2QZ5OF7JhniCiTu03yfdgD0w0eqKq9zo/eFzpARZQP6aT8r1c8Tv1aznEXz8NigGmyUU5hon2bNNk/GYNiAP+OOGvcI2b6KuMI+CUXZ7GWwgFpaR5f+Un0DhRGuqv5FUtoPPhmefCG+PjveZiA+Vg31xUq/io+4fwFIfLP51H5R836CK/jGvp96GgS8k6Pu2OTsmoGyNhfqPViYm1l6UVXD3q53jS0b+ZVypskfJZ6iw1gDy5cNdkW9yVFv/2cZJcvbCY/BGCMcgxAZwI95vLjH85EUrWgGXtKscNNkPOU9NnjL9Wg084P7XEPA32ndp30FhmU1F+NJsjDvGhzhtjfMe5+r651o+V7xRTcYo5rGqIGbqogo7QTi60DLvW1MXYMJXgJdqMLOQInnk4L49mqiuxdIxlboNMQ7kl+4Jtt0C2Y+7XXD/j/Crxc6bYnYCN7Vq1z51q3EL+iP0JtVu/Ol60j2CvrB8Onm6hnvhCTARP6ZE2lBz9WNcgXzElwrJM8NCLGNTSF5wtKU8gDTO1OYnC3k0H89dhzngTj29KdND5udt6fF8IJ8iK/sm3aMuTYyfI6rZxY0X2C8j8QoZKcfxpv9FMVlYmjskr2/UtYB2RH/GDOYJTzP+qXof8992u+OpfWSvp0WRV2R5KNp1igGRZiCqH9PJDN8cq5kgXpayVRgQQh1SveNVNbAmsl3MWWq28pFuNL7qQhDy/UDwjLrpFjrKF/o2LSD39Zz9/+wu+Him+eT76WG7KpDM1L/ZzjewzfwNVJv47ytGPbmlxGW825ngS/BYe22ji2FU+xottHDZhaTxNxk2Hytr857f5PLiD2/+22KLjfXhTwPhAjl0oxtZ8vkJ4xC7lqVd+PBjfyBkqoNO8Qr/Psg60cS2zlCAzXEuwUODXhGtcEi3zErErZUvZY1Jc/CDwWL57jDhi0sW6q6KMK+NN3L+L2ZOIZV8d9Jny6msthTks0pMtKTQAm2ODSqWdcQLKX3wBGBNc6RYLlOkDO9CKHDqmY9MGrwazhYkBrsEpzBKIhklWobv+LFogOznlYs8haMBgKQA4vk469SR5XQzGct8jLZN2VC19P/jeAGM4vI93nIHsqerdL+tEY4qxXNIYao270cmJCR02axscLL465Bf4ssCPscBSrF5rJOeAEY+T7BAAiBNzGX4yFppwymaIbZa8F79WLPGbPnzib4uGwvePLQ4MRyd4/RdsCDvvcXdJ1OgxKtbOLOGpzi8Au65FaNHVcnZRmleVtTnvg8qO+q3FpX1cL+zLAs+3wNTH8KWo1wDb6LORcm+eeIW/lbiT5E5hplt544lfzM7yPEa474qONUVModHmLAc2+aPXGtg3j1UWjfSCD7xVRm/oKMPvSu+zAPbEvvdxu6h/ugUYL+aYNhkYJiGh0dQr1ZhiXKnMOR6YUuDUBVa7sjHGiFD8gCmOtA7JjheJhYNOLfxXhLkt3Y6vqN+l03MtgK9prD/iGNc9HWHSQz/06qA52PD8grLh6+Lvb/smqDXjy+47qTtojqobUNzffa6hiyM6RKZD6xb725QbdcFMaWpUeBiTkoql4sv4rWGvLX//2NUC2igA8SWglKz3h2KoK4jcjPe3ltUn9OHfaoMj282YbI7rIwW9CC/3r6rM2O7hU3f4m18GNjwA4QJu5iFu8nt+lft6DvsPYWlCUOKPXRP4pTFvMYZ4JJocP35Lf3S1VHsxvk6asFwstNrFjUklzi5StyvRedyYMjTJqfA23TpU5wufly3hlptnDjrFHaP3krb9urf//d//XWlGPvX1mcWael2gPRluzOUj+YH5Nf3b+h2owG5Wst3j7LOm3tx+XFBUkPMndto8ipNbgIsBoLc4anNYgs71qti39Kn4zekUfONR9Z/CI86UzxKeqOYyI68sfwxww50dBFDgbmvnid1JI1/ytT1A9qVZv1fjt681e7CX+tXGvM+z7YTUxnsf+u9Tq4u9hyYN3NmTaGN/xDGhPBsUiWRSzGMFHrqBjUmNYBVvefyCRzoRtqXQaSek/RsalvWqS7o1PCR9zzSOh1YLOntVLdQOrGe/9rh3Jj2ajohF8JIcES7LWrNPz89QaTr+5rLgr/GvH+WRfqUDxjgSZmnT+cFy+9Ppq0zeJTvrgX/Ktz/t92Z6KY//o29Nh80Ji0V74sqcH/rHibfnfXIfGl6FD4uQdh1otImyZOcFDnW3pu9vK/dQhgVeS8ZK91s/tagqrH++dULmapXCcis6TXBftbB0XlhoX99e7YZmPwFr7unUeDp2W9RzQa8p9f4S8WVOOWoyryqQaUt67e0Q3w6Odhm4vA+bptxkQqwgFVr2afRVv5Iv+OE2akUJ4rT8gTmX8IWrn+jj2MhyBhVr3BkCszYLFo+1Pm/YYcJvjX6CPC/ENs1r5+eBFs5fAVM/3GnrRTv1+vlMmYsKbaxs6D08rO8MztK/IXfU2GROo9ZYM2bqkyojqGSiz5NXRYwxkYI4sFYPDXiVzuOv76NasBjWhcSNr2H9J/ze3AReyDg0XbJzElSftikR1WKxENbOL4nJxuJa/86kqh17xmKr3RN6NJhJmragxUcYE15TklLq0WXUNT4Z38rSnP2FRvW6bk2idSBjH8zWuO3iDPagvkUL35Ku2QX7ruB9ccU2MNewHtzUurEM8lBbs64r83/wtM9i9HZhxZ/oGy/5jDGGNorTajtX/avurzIHEk/FklY8KXVW34uPtXXTXE/P2JYpRSqpP1b6IlGUYk/uDJf+nlUEQEN+eZLQJQ3xLOAr26CJGGvtX9P/Xvq1/Yk1/WNbnpE/rv2K08Ts0JKV/guY0+zSeIo8l/CMYz1nTtlTyuNjbg/fZ/lla6Nf/yrWEJnmbWU+o5R5f+aPXKWSxQ84dBZVHGQ4cgzx0UMBCoe2+2t3mvgbCQR3naf2L/hrmxuDDshupVF/bKMUOHnK8ACX8iyl32JfGtIWPpl3ppnJWgBEWvUo13MgSc9bAK4p7aiQfm5sax07nL36RFfNZYFkgXEzRZOTwcnzheDiJIoJFi5w0sTmKt5ggTFgDIFXF9m5G0WxmiMGqZiHnlQnCw7BgAO70u9lAU7g0jr7nfo2jgVaJliGZ1zHcYopbhh0g0z45rE0pfOTrWAZD/pBWkmWcaYUV+mywKtZwP1n6iuvpOPEN0OcwO8m9VJ8uLNVcwHFnFl9ahyLkwQORcUgijEPbJouXXSWPug9pfILHqrL+grWoonnR/GK8TXzvsqXBR5tgVcfj2v6xRsUPm1TQfEkvjZRfsoP26pMPBF/5aOfuh+PwaRsmSBnXLuEea/4iqdiCpumxJesP3B0Gd7sZk8OTTd6W7EEmldNpbPscOaBPWN/nSnv4v13WqDnf4y/NavIz/GFGG/W6KiHVvsfOnQfsEUyqkNat+AkM+tHOxSXyAfip2QVIixUXMdlgaYFNPZfZaw2FTwIqDbaLaWFW/SHP8Mduj6P8XVFPN8RG0hjnZgB36om9hYf5fVTPr5SFl6KI2+m7PugMP2U4w74f0/qa07s8fe0+7EtZWz/NDuzrsCarDcob02xCz7NPst/bZ3zu7xamv16f3Aoxg58n5Q6yi0dJE/1OpAd8VTzVeotZli004fGNJnRg02KL5VGetULi4onzFnOiC3oHHU9Iq/26IftWjzVHv2kwxJei/bVYHX2OdOMgTaruAAnW+B1nv5dbmgJeuWOEC1t5BAKDHUCI+fAoeAkp6lBA6jSaQCJNdvyulOmbsJso4lYNXhF6Pb8vfK3SwJztGO5daSE6lJFcGzZH1pwRh5W0YKB30tzcM8BMdf3+Nzf/33Oj6nZ2f/cjXPLQnrjXT+xb2WDpb7I/Rb9lE1PrRnk3+IL7/qE89x/GE/R/oJFOCfSiBPzkqkj0pgG1hbTwf51J1pyh8axZIMG+gKI8+O83QtEC1X3xr8F1q2qcQwdpX9LSITt9I9I+oz8aJ8bhMu376FfEan5AXf4hwfdVqimfrvmB7eOihxHpJR8Fz+vfqyLNqqVpI6zqtoOxZpK57Clv9JBiw+lolWKfOIWPCmLv/LRLrSFOskEhvyID2ySDhfKJzArZD65/vjyg+PL8Q1ocqwL7xBfgs0Ps7P8mXN2U5O/DEh822yT9vhr9V/sM/mkfsDwV1J8cx4fFFc0JuzCroUXHuTRfEEy8VvNbcQLeuY69CZyKefU+f355+P9l8WcYVNAr603GX9+mw6aMIUDvc88PxRx9E/YlAlqTLLSiR92WGv3hMGOwll8d6jQRt08jtvkpT9v4UE/3ULbUeUQMHo1mK0+ldCgWQVJ3qIN2vFjlW9CGP1vgBMH8rjU/EEH/qBUtOCprA1Q6gd2IVHs0eLFfEthoPGkYUAuWfFu8ZMukiVd0TfTqiz9WvQtXPCVKh5211GBGP6KbeWbsqHurKx6XYdpWP6WQuvP4thpEIDfHedIbtDuAcEfeXtob8Rta75ivyzrBr3r+PDzSWa5r0wrdB5/7DE9Yy/LNpebHcUO5vd/7BqNrShKfc9vNd+Qf0e/bV249VhS41EWGumpa8HE+6OhtHSQjtI9HirTrxmucsaPOMqPOjxw/LsOzxs/2QanlPHPU5ifw3QcC8Ze+bWxs0+Ls+PEzvi5T/kZ9lfZ2JlGomKv4ZviZsFC82csOwvZlZ8g+K7mFjmuMJdpxaZJXxXWJk8ijb8O/6siOUHxOd/fUGwTb+EQW3Kf9+DCQ3dx1kE58mi11bFX/nbiEfym7Wrzkh60bwt+i0ukm5iyhXwYrPbTwgXgw6R9O0a8dlGKf5eLsc80srlqeTe8pukfttuiOYRvpEwXJHIYBZ3owHKgY457Lv4eocEz5ZvB7URg1h0aMl2otlpHH8QAJDzgLZoLtmSBZ/b/kl7b6np+OI4PXnlY2NlJ385WfsKq/quxM+I3xKqOn6qFn+PBjMx2m0Tj3wj1WuX9NZFarMQJSKB25RbGc9U7UF3Z0yzwSP84uW/j5FG7e+Ug9t5vwDj/6HFbvvCLTqI+Tq+eLmtwzimT+GC+//nZ083vbiVWKN17sLiBRy6jU+bLxm+Et+T36CPd7fkz+i/yvF2zeygn/X8PoybtI+NLU4FvBHz+WJgby/uvXIgI8TX7GWWl5PU9vtnx9WFzBPvmr603fg8x0LLl0xwf5VXTTgGPTC+fVx1prI/WUwR717f6LES9v+uijx1Ff93gIh7TGCeeHmMWYprRR71aOrig9t+id7uqQFvnlygvkxZ+N8TgzOcqNywQxnqj9gKNFoheNwLvzjAv6DHCL0jj/IDNv0hb5wrS19Yp5jcVJsz97dBeypTHfJ3eu4Ajieiu/L3Hkbx6ukQLxXwP/+Xg0adjfquit9AE3sVmw+ml3qzxGEseNz4eo28w23FZ67/pZdQ+a/Zd8G+Vmc8I5t/otEiih2tsHvPxa5hjjCxdEvQjeCHTwtXFoVbfSR/9Yp3y/CQm1yG6JYe689M7xs+d/nd+21YkvLj+GhdxzKy05kWql8fT5AaqYn/wF+b5J7Us+qZEqCwf1hwh+iRzH8GUj+nW+LXUBPHz60B+PUjlrJv00hFT5fUTvo6lsaI68EgL0Yl/JEe/KPsMcda004/wDeDpQvU4yTjCcRz3cVprV9WvtTC+LgCv2S/2htvy/cMu7NimiDZa2AAh+IzObMZmgAum98ubqw/OXPskcl/OS89b6Fa4atcoHASqABqyPflTeujqWGvrvGfclcCnjSY78RAECVLIA0557AcAlgIjVVW/vU7IScRL6/jg9S5M5A3ANfmV37Nzvf5/tl63ys/jVguPYZNWVTbe/Jt9PuY0ZvTL4yxKj2MSvDjWIi75XL9Whs7vGKfkqUUZ01H+ZhOh7sWnKU0tZXtQ0/Zfavtpj58oTM+VeeOe+OA6tOVNJq5R2WER0fc/+G1tv/C34kZF1vLoIbz9/Mf4lTbqm1IbC6u+fZzDyL/JcBovl/s8ttNCfXNyOG9/lr+mb0fNzeAsbyRcsO8wz+81qrBQvGAxMfJcyBAnYpwhLzLqMwvhqI568tACh+5z7brjMGagh450WP8MxfX+g450rT/H/hjmB9A9MsWGSkc7pHlV1mc62nNto7yxfWv2qpyXNKj9NNq3Ek5zrXHfiCNTou2l9fbEdlS9exJozxwz8rHZG/Gn15ah3fUJ3yixckceT1CO48PQ8TW1ETzaSxmcyL2V13pE53/x5yc85JFCG8ujDDsnj822DVkdvImhFHq2UGUYB/EJZHOJcNRgMsoMtTErOwgHO4i/yuWf8Rxjajgnts4vH0M7sCsyxBeY+GKPUR6IT0rrCGorMB2tbZy7oKE/Z3yWxgHI0G/BhebMFH32yrhV/yV5xnPev+rRCj27f/E/xj1p8bHgD6O5hvaAB1xP/voNJ9LY30oyPfV5S5AHXUzhqbSHBzxeoBYP4MSLyNfzJt/a40dYdFgfRNpH+H3tXWkz7eHxfKOqW8ecaPPRGod7+Ef6JbqIl3WgvEQPzkI6tZ8jjlaU/CX+Pf2WaBZ06VUxpuKYjrjUMy/urk8j0VJ+Rf+WzSK70X4RGPPRbg1ZsZ20jVRsYr3KquNX6oy/Up3X/SKw0+jmsnKEhSC84joJmCPv/xt1FTW6MTcARkq9yjpU7ukA74iTccFxbjv+xn7JZLGfIp7B98rP+FnUmv6b6aOeWQjl2C5gT0q7fjVMTHkF+eb299qxZpejbCI5LV5RfqN+c/sin15bG/D8jeHeeFvSQ3XM98HjfM+a4d1uQvtlv/FVSoMu4DdUG0HgKM36qUy9Yop+zGHAJRVD5WMZIS3e1J2RogO6HymjrALVTvtnt/4V1l05t4ybME6vJ4AbPaena5hw4gDhPNuguECjBWxwFUe2wfvPP78ssGg3ojHRsQl+mdYMAUD5gjgy2pvpnnL2MroR/3nyPRhZ2DATEpjUiDgRVLkbRFQZDvDEixNDqL6yTQs8r/+b6pwNHPxcY4RxonETx19LBXBbdU2YySnj0U508BcP8qSZ1rZ5M6hA/MKwxjXVnokLGmqu9EgLPNA/wgQnbrwf15rQFmTdMhHrKBSf7mUeklEX5yXoVIjGgZ5ZPL1c/RhVNAfQEew7bAQKV798yP91jlK69Vg7p4nXGj/FC+nz619/hWxftsfElu5dmjP6b8KzK/m0il3tv0WLJ7fvFpWfRhNtdWDcuqs9UacdjNb8FFa6+KtD41C/NTrqSUWre8bstrd/FJ9/DW9++BwvBAuDYx6/qBE/ezY5X9+g2tNiiyGeWf9IX+Yna35kqOVg47x1AT6ub6OmUyWOL22x+/FSX5TjjeP9RVvzALXOGan4d/YrytTTQMH3jOMve/f8b90lVvrbbjw11/cXEPAkn+q0WvF5Ql6zI5cUfdAPOGmkB5e6nJaNVntTAjfGctFNeH6jrO8ZsBmc6c8qT+KThcESCedTv7PEH8BXY5V5t/JDLN/MOY51+GwmLucn1g1wen+ReMO4XRubdQ2wv/3bLXU8prer3jxh3l6E0O6exFgvHrGsjT0//9vuhQUQq7ayOMk56GHnnGnlu9l/120/1xK+SvWDZ+Y11dtuebGnDvVEc4YjIdMDvzvFLjfNb6NN9/ru3ZofwCDq/2L+wwT1gFY+lAXjqSO0jGM5Zjnm/t8hewmwfDNfdGW9US5Gmpbv5sN/Puz18WMbXXXiS8+PI7wXAzCCeAknv6p6iYf01k/6Cm9NBrJePbVZpiZhFt8ZU+dovHABOExQz5H9slyZPB2roAJxDMzHcl/n9kj5ftL5bR/B0B3y5c4RUzA6aBnX+lNMYhsyX/YKEr2sTSukMOYJROvtuxfjkfa5V9dt9AqMsjl2V4BVXgewyCnDcjniks/9w8SwVw/8Svda4Nnjk6mAFh81jnHCZQKR+5/xptaCy8k6blYsWUN0GrXQw5PxSTny4NVr0OhcKi7lxlmLSTXEeE66CBd8eOUy8Jp6rLs/tut8W21c+Z+V4/z+rXZWthnjpkVfZn1vv0Kf+a6Xz5l/uNzsn+vaHI9R/KxskJnv2YWUlv/OpFqffuozB4oF6RxGPIk0wlFb8V+9Sg0fFb7qYhyLtFvy8FcoHO/GbxCqXrilzaZ7tr/ilNvjB/rhYA+1X79dBz68svBe68Ns7106nIVM28R/pX1nqXAYX9qy2o72+S33X+6vXJ/1XqvP/KAnLqiMbzJGlZZrNhq373WuY5/4tTdzWLyyScQfW6doFvGmiYWOML753rDAPKij/HgIF7s11oTvb74slx7M4fNciXajsylQvjXqscQk8WkCk2Na2tynzi1a55eWnQSTnCpjbMGuDPZVCq+WvF1ML+SpBTSeVn1wSrJcYv5Sx/+EYlw3AABAAElEQVQy/t9Rq/HLGFaL8UNar6jQPBQn7CmCLwsiHlvwR+bhulm+Pv0i/5DPSxZ+o7R3RJ0iToZHHmXNY1db9ZY23RirB3z8cDmKPcgWPObHVxStPBkR5Q3MV5MYn2pedn3QWBxjs4m826c642HVCjsRgv9Xm+3k0ULHFvfaYdDvIXH/Xl1bdtgAq76mGKG9hBof1O4lX1Bd9C94jamdw3Xohq634e5fTSP0ywd+C1yyW3bPF1rAb6VRN9XTFlLBpCs/lXVIru+tqFTjl3RET9oojHxQF+VMcBifALf0faaB9pnp4B/bVSCu9GIi9ds5XphHWuBe+0Pf61/XNfsF/nJES8Sb9Y089/PrdzkDSwZylWeegkx0EDzOjwRXPKC+8B94ASMVL2IWqfD5IYv4Qhm9KMc4A+yINOp5BL/IQ9Mw7VU3g3tEPCC/cAH4AO4Xi7/eAgoAvy16+AZszxyaOBhOb/HUI7vgqxaIAVN9EYO1glgOmAS2WEcAjsJiYI9w8YNHhF/5v8MCeTzlcrTCUp3wNI60kCoHqZc2/x3HotGzcFKwGddNaTGQdaL8pdvSG0frCZsG2gW6LHBZIFhAT5jolWY2pTdfbPtWQB+z+KMAo29bPsJVp3KGxRssoOXcRlm0Ww/xH7/72SDyel/I+SYId/I7suol1/7bQslgythRt0lqu7J+vfNvYXD9eXkLqO/1r3mB8OW1/5kKqk84lCv+W0GlShd35aV2adYvR9CPBvn1izjm3yRWZKsXg20Tlmqj/yg3pBSW9U9EGKDEp4rkm8qCEz+8zjZW7NM70kzN+LJNYqW8QkzzFN4aUSoGhhqDfgTlBsiRSbTtkXwvXpcFvqMFPNTI5wb/s5vb/nDThqCGoHM85/3sP/J/YgMpuGv2mPLS/MM2cSfubwX7rzkLh3TRr9LWDeoKc+xchseVXhZYssBPHDe0ibTXftXr1/NhweHBObu1bgJHcsjrCdzMV+UYX9Ar4wnO2oV4EHGQIbyYjzg+V1G8qN8gFSxfgBa9dNJFG2IasMxf5eu4LHBZ4FwLyP/wRSRFP1eeb5ZTr5T4EmHA4SdaxZQYK8CBDlzKrbSHI77ir5jCwU0nlJVKj+ncJtbO88LPOs+xvgfEvgH8/1gBnqRxNf5JAppsx8Vus9YG6EKrRbtU32GZwEyQE7gUH2GTJ8rXXVjhwoqcJTtpdSDXU69KqoccUtMcwc6y1aPs05Oz1i7o1vCq1bbm6A+l+imgxYO+URoDY8aLgVX0mZf6PONEOdO82nt8W6cyvlOJ/m/p3LdT9rPt9m/JibDH94/aEseitKGMZnxjnDKpDd3h8E2UPHapXUu1kapj4iJWKLFJbrPhjlPJph+y/nafW+G/7c/Q71FmiLNtHmv8+2Opze9VobGd2uym3G5fPb+D12tXm76HfQQ8zl2qnpkzei/rl+NB5sK4zPDjyui5hePQlsn8oUW/3GaX5HR6o4j8b+J3xr9wGIKEPNznGubO+mcAPTfHhscWzbfitOLQTD9jpn6JfRP1Fz6/rXJ7eGvjo0e3FR7bsEzT6mdRbOnrZc731I722X2Hfl/qUX3Xl1BreJq0QMbzho0tzo+d8we9sdZ/o32qyEkurL0NHvx7wJroN6HcVljTbxsX+b1vRHBDl8cBXcD11y46fHhzgNmxPmWFpVxS9FNB3uxpXvV3iSyKK4b+8d6/77p0S2U+0Drv+Hdru1229KDDh9tgbJM18qAe/CjrnnyU0eKzNn5aNHtg98qfjt8o2cfyqH+OD/jV6HOR9oD8wJ/xOuVYY+ao3xShltCzQvbljmpftt8+LU7Hxj8QpHElX+naF7s27WP9Y288Kwf14AsIzDEcLfhvAM82UKOeZf5SQg8xyuYNdWhENmNebzeYHn0CYoU2VXVQlm3MOlaunEo2ANAo6gt2fAX05Mbb0S5RJzhBvTONdm+RjjJbldthuZ3YajuHhLmg96fpvNkqC3wkUU996cjjnLia4QVZf5b4Bptil649lviMwoZM4JurHlVebU9HkWzPkc84UXNC2Yk6QfI3QGGf7ZnLkUfhk+JLrBetYgl9HeuAzXn4CBSuu30IBswDpX+QKznoqVR1XFwCDr5CTuGrG9tKRvK01yOmUZY0q8da3IY/FMilTD9Rpv2ZjvpuOozrzL/gh3GseWk8RvzSxn47I81L59f8O9hC7ch2Hu0xNDLXr7U908/we/oNemV5mV+uX+Of6Wf4GZDsk6t7Zc6gvQfzWILENwe12rJH3xa94kqMLVFf4cu/oFMa/Q/ZSsERfcxHfsrj/8BFG3/AhRdlRbh0yjKpn6W98QPijf0H+Woa5Tdk9Veiq5wvhMsC2yyAgwkb51x2IN+E1SZMe4G7Te6F1baAbM+irSwSh35R36hOB/2kFDgwcITHBEh5wfVr4an+Oi4L7LUA44kxR1r55A0Lahxuw3cc09QspYzdilP5RJj00E0rb8NkoNbNc/BsTSjm2BfkssBlgaMsUPy0bEaGxbI2DYpbl+BgeU8lEyzz7EnckA9zrhRPfHqLnvEcKfwcB1q8WBi1+Es+5+81XbKsFr8LdqwF1vpE0oSjo9X3peL681AL5H6I5bgGkT992atadb+qcHx2UFXNff9pO5XA1OO6APOnbN75GmcYBiMDXSB+G26GjTqAkGMJZfw8lxVHVAc88oEGmNIYV4AzVilf6d9tAcbz322Fe1qfo8Y6r5YPKj5kf40x47///a8x1qulnb+n9krW8eZIizXTR38NcbtuyOJJPumoX4k5xobvkGtW9Wmvvi7fQmaG9YeZ1nrbL4yfbQHGjdJ8nvpuLVcbzjzwuZ6MnvytdOBlPooz+lGPfPWXfsBr//kayaYeVqe4IIr5ugk50MOXMrFFcMGAf+rCuE2m9KDQH3unfrlQahc4fE7jl7fEG/7w/TnpuePs59jpasm9FsDn4COfyjDqltKWL+oGj/yGAmIIKbIUC5SnvCRLdaLPaxzooy7CQ5bwY534RBh1SiNceNsP+e72edZ2vvsxrwvADZst3EDUwN4K0p08fPdlK03E8zucImRf/l75O6TFuw4SmZymOKHuURwWIsWhh0WK0DVZsO3XkuKYkQ3OJ9jWYGDhwLC57yVyI/9A+yDyBVJN6mRj2RRbE+QIllITmPKCq8yGOPWRXvWZRnj9Y6lv+lTn1TAgH6XXq4/Po+2wbl/FCsYm/TyOqSHGvL11YqqNaR161ezawTgnljC+RQdsykNj2+5OK5sn8yeMIz10agf+MVlIxcc9Ddk4Q7KcLsTYZcLvWrvmH7FdjC3ByK+Pg8jhmflt84/v057bbEm/QX3v+blBr4mGDlIvDSC/yIr/Z58mDsmndR5UmXgFDewE7x3EhF498MhD/LUYQia6gBvTkb/iReMO0CXayGeWJ/40eM5w7wIwDvo2vIv9VuIN7ZQt+TEGRvsHOaqjPoAPzmK3Flur23iaaVHfDWPsiNGt6+CRx1njAvvN+b99ep3CRriWMpoFn3Kf1dzaqsofzSd0YcRTf7vItCM+jbdwZBifwkw3W4gxGlcaQ5KlVGXVMa7i3DzmhU/L8tgUvXBdhuKl1PYNEdokGHKV1xHrHLL9r2TpyLps53AS5tbxBd6G+HCSpgPbxvntYIHq5/JP434IILMHRm+V+Wj77ew3xin+pZR8s8mL7QlBDz1W9yfmUrLfqTzqNK4r7KLIsERSvHmTXuG75v/8dj+HO/1K+d1eKz/yNGDMg4Me1JVUcQ4EBflfH//8jz3NZiqWkfPrX6/U5q9sCw9Bi0aYSEFQRDo8MFqG2ORwj1dVWsFd+zPafQ3xu9Sr/UMsPVBl4jJ9C2vglNfTql/EzX0f6/6GPHEFe2Ln6g84woOskf0ixbGql+vDhWG0Q//4aRyLOlZtPmsLW9XbFKN7QA9CLiO/wG3ypZtZ3j/sMoZiXBFjmbCA7ukHH6VZBrKV5jr6KeLEvPhFnsjhAnUt535t+0fkvStPP6b+28UjIovfUbzEF/2ijBvyuX+w7w2spiQb9cvyRn1G+vn6YSroWSWNNztHD6fW9KKBUSnaQ6r2kh+RDshgR/EmJpKKveC8DUA+qF9e16AGPgo9vOETU2hoF7SCQyfZtFkw4MKRDOkFPbOegjfcyCs8vVnFSO2eFZ/rGMtykHrp8X87F4DjoPWBMlVtuf4rBIoQi6cs/rpS50LFw+zwbPneUBxFzhA3oVR2Z/DXeGihqXLBe4iNzrIPvtLyo4c0bFUIgVKpAp2CIP1E4GsxaQVGaOHZortgt1hg+/hkxN0i5dVpyolVJ8/hxNI+v+gVjcPMZqFBjG3x5GACUOuoiakmBEyEfHIQeYi26Bn4wk9cJKP6x/QUXO6WtYlD5Cea+BSSytex1QK3eMMtNFv1ufBWLTBuXkbM7fEvUtX8bfT4IWnl5zn5MefN7PPEEtJMq3KNA63aZZhiCrxb+glGLCqTqbJDUnlO6iv4xXLfyxdb/fBiBr3U2WSB48ad1jH50NSgPhlTa3UB5tMq9WSL1kdv4WKNfBmfl99H/xVcB7DKcX/O5dgmi22u6hWTKhPjkKOyZOmnTVYdysdDZS4og6t65183VSLN98iHsRH2OrbqHqjDRbKt1D28285vTW6xTeNGpmN6F0sWg/p117XNtt0IZGwz/m9ks0AWR8UC2kLVmm56Y1F5Cje46fu7v+IXtnqj0XghUesUm4vxFJ74t+zQksuoyK1SmCojZ9AB3sgnVXzxGMNaSjVVcfQA/9A0jv9DGZ/JLFv6TFm38G7rd1M/xv5J8ekWzb4dTWz/GIdfoxX055/fsb/lt35+8gshfu4gbihlHaNWEGdi2mpdqddrn1X5YRGn2KXGL4EVX+KFIsF01PhSY4rgzGWUbx20jzrpEA/V6wccfNByudJGe1XolXs9C8SLpZznZlpOfHRW+1RAHGmxLUtKMW6XcI6o68mJcPmu/IsLwqrD36SDYonKxBTKESfq2oODE+uVj2XxVoyRTn74iNAbTz6//O1P8NHc2cDlIB5QR5r7gwv01B+dpm8A04goJg7x5fp44RcO7Q16an9uOt/DnJ6Y1u0S7Z7t1OqHjJPLU/m59uxy/taXLmiYKxWx79xGPBrFHVyVfIMz64fzR2ec4uy136Pts6RfbMktfR3pb8tjV4Jo5EJdTAnQSvmJBjh8KMOvBk4gz0p7/XGW/Xvy1P6WzPXxqZjzlh9JGU9Mz7IrcnvtbbUVGj+Zl5It9HRyzE/0jiGjIC3zqlxrLo7hCvVFiJddb9l1jFMBUZu4OhjX8GMhQTmQpGy1i3Dh8/npGzOUE9H2Ylggi5c2l03bMInZb7Ptwu/BrHaZc9miM/RruOBJyhruXJNXhxB3e3qeH3+jfaMWe20tPntp6maC35m5nz5qvCeP36/ZXzzjBgX+Dj0ycxm+6j9owPU02n26ySH/54j0bT4DZogj0JZ0ZaF7+/hC/8f12aRdQwE7t+pasNzeNfqM3+K5DYa9ptj1NZwBvtJnATMsbCO05tfbV3FrrvbpOj247fbdEhOqHjWHHvQH65X2jVfoFOYnldU0p3lLeAsJ/aFvK8bzPUTooW9fFp+3vgJP/kk9+EoFFw6/Fk7EV36GM/h31pULwMSGopPR29bGyLLUsbNhaznZ8GsoQ0cKEXyAU6a+8Oi0F5wtKf3Zwx3t0Ilv0R6tsbZGH5+aqaOmatMb1RVjOVfbJ05zCaN+PTax3a24kOqrPGe4yr8n99Hw2I4ou9XmWP+ovPS7R5ehffgTas/8qjzRT63mRzWv8ZP7U/San2Q+ohJMv0wTOSovnVr0GS+XRac4qI3U6eF7DMSIzD/boND2+j8yvsf+kU/I4y/ZRj14IN2XvXX8rNllsEnuv6aNlzQ+Qr9W/7T0b+Et6fYCddgXu47j4y3cIN5oF3Q0AXrKuR74LB3smOlHvCR7C194KeUJ2EwnvxCsBc8+I5zCy9J65DPo/BxYcWsO3Sqk5lTHk8MZL5azzuIw1rfGJSKSLQu44x/FbtBF/gG2mG3JWiQYKvfqv8Zzid8SbdK/ZfNIPto/ArfkN+iXL86JrZ0ZK3fT1eXbxb/h1j7d8MBhw0oDxGbOdmPkQNft39RueIwp+q7hQWD4Lf2xZ/dC4wr/m+2NXnemipPECdoiluSJL8CAqwxdToVD/BXe0lHbn+KQ2Vt1+qd5lfhpGajt+TIOBqZftg7kWlYZMopxNmS+0icyuv2zpJzqGCcRL/RpOLsEDCGMhATU0MCV+k+rB5sXTk036oOsvyaLHZ/V4OfKx1GiA7pzmHuYaoL7ed0m+zZYvr606JCtXO/4sXLxktPC8xiLnmQfnG30p2O0PZsLtiWd9JvZ3/vLT26xDr0yDD7UX+leC2wfnzrRc8LgRpSfFH9X24fPycQrfse4JJ33im902pTAWFmMevf3Fyk2eXyaU9wDcb8ytek4YyZYT78eHB3wQ+EV3mVC4n4Lzt5UsXfrBGkv7+Pwt/vLTOaO8TOjvQAnWeCO/iwa3Uu/r1nR79YouVkEvOKnK8El+h+yoPc0+njMq7bagovPig+Rp7CIGUrt/4OPquODBV/iLgvYSXcYfweMey76ZrPKr3oHPk0qvJjPtO6jcx8Wnc7XoiVVPvu6YZVXUws/Hi05pT6ElKKXveKVw/e8XIZk6hBOwbN81FX1lAvi8Ad4hL1MXmNjnFdqnARjbFAyzl+JcuyXbCDvoMCpU70LLF6DRqMfBA2BFZ4BvkvG8cgaR4yx47mfzHFi09tlsacCB/M6smO6MrUwvDqWvmyca4Nyya74uATEPOUlWuEsHaL9iBfBhGy2gqf6XPMnzWOUV1xjPqVyPFIxVjk/k+U0tf2jH0ywX7Bw0Pg5rWWH6rcSn05rxKswjuOznndfRbush3wqvskk1qsu+6nq5cPEEnxdaeE1BDBfu8y/Sxz5r+XhHfEEk+zpk32OEXVlDqU0wiOvzflD/WOz1AvxBgtM5m/D6ZX91pHd2J9T/yznZ52IhjE84j8wE/Uv24zT02RTE8Z3y1+aBC8CjD4qlbL+KrMHQl0uKxbAh5iEPZaaKX7+lqfh4aFhkCDHaV1+iSE2lfZtX4tz9umNP3/sISAL9VtkLelR69TR0/lg+wJwpbgp9zpLgpvUfzEiTvbf26r+5JmGH9HGA6PugPBhaZMEvfbMrlS9mRfoWzVcBMFhlOIMckTlccz1TpO8fCfpOtXdGONGwd2cnsIA+xL4pAT90KqjHmXpL/oQeAl4OhG+/IHf4YdnKXzc+JxNRs5S+RC+y/ZljElUiRN2C1WJHHYe42ngMsbKUDpvA0gTtz+KTzbZ9w3dYewOV9bz+N5qmjgPVDvct9zHIg/4E/eIje8rnc33v5zeY6vawqb09AmXKLHm8WFBiAOksX8qxRm54/zjDO0unkdbYDkuHC3tSH74BjzbPjJvn+jc/31TE/qYwlt4xATVRx91fI9PFUfy+ucw4bGJ6vT1b4lLesWaHbpZ78uCynjqZn4zLngrXZVdYd82p3Y22pjbQ/9k+OPL5SxpYofzVFSAPhNsQ5si6TF5xv4R3ODVH9tHSJnyQOYUuqfEOGnHhj4n/LxH1/K5NRqkaS5iIcjiirdPcwPburBqq2iME8mCNzxKWujrBi5xLeKUmCKB4dCmb+RHWyIsoJ+cpY/XxhV429VZmbK1GW2MP23i46CM2+M4DpzuaJ/GBz/GzGY9iYWN8X14Gx/KcCH+b9JjOq57Pih7x1gU8xKjet9Qnc7f1T+xj+BP/0FrDGy+MT2H1YcBBK9vRRCtLtrox1M18NOFbB1f9jTxn996yED6iF7+7XyUOn5t+zjPMazJ8WPHzaSVY9/GvhIG/ZzhU+onlegbib/Vr+FxK/3Gptfx6WN8ZlcHb+T2WDR8VintIJUmyqsujhHaF/GEG3morIP5AHIiH9X/97//LbFFcOjFN+Ihh3rR6QDupfZf4XAxCAx0UZn1ktokuH7cfGICIPG01EuuFe1P5DNFfNWSYuLaXGiP7sTY+3iOdpS/mq9u6deo5UgfgSXf1y/O36C37rUDP9DaHPrKuPS9rvDlsVFRHphz/d5c8VW5e+26yvBBCPQP+hN/JB6Y5grCo6y4ohhCHBGcODD6d6B32sGe3DgZ2le7u8YE8RRc+ynI4pSjx4Q/bS30y+YoWoP9tvybvVEJ/QLr8iYm2ih4HJsVT7GJGGvQcn3NdTnlAnAVfOUuC2ABZjLVCahR4DR3HE6K7ojTgFox3XHArRckomMLu0ffg1cJV27NAjHgCFe2VxAT3IOh93EMWJkG/Cwr92Ouv8qXBZ5tgclFU73XIxxMGgBFfwAW0zo5iNB5nrhHqjhGLJtjV0h8BY1irHlprbQcF4IBLvkfspVmf4b+Si8LXBa43QJrfqXFiQ4WJEiKvikYfKbxZer7U7z5OTvytkhRivagjQl/s40OP9eD43O4WiInvXRIn6qTw/IcQLhL8QeeV7rFAvO+3kJ14byWBfCZrVrhby38RV76XpURlelMeF2MbsS1qb1qCkvxKDLMV8v3QvVWlFKjP0MMMVz/lqhXtHQSLMewHA9ELXmKCWtxgbahHzKZj63Ru6bX30dZQP2kH/1zr1z6/14+P4f+MfG/Z3f8T/V+MVb61Bvws/+r3BsL0zXMtIeQAxR9cmypT+xrY/eXjT0opBMF3YBiwe7tj8Ubr8+vYozyKg94Xellgb/PAvK56BdLFsA/Mz5w0fbqwIn1uiDDheIWrW4GUSwQbSu+RF7CieWldlAnfPGHDh3HkGKI/tyAzWN0g1shrHFwxIfhlV4WuCxwtwV6foWftgREGi4CC0807LsoTxwh7zzxaV3YHfZHbTlU10aFUxHr6ymvgZfWJ6ykdI/AhyPZw07+JoLx48GFQ/3z2xZsHv/sJpR0o1zBMl0UdPSwlM24Rxk+5zGJ//nPf5j9VK4h540LgA3ZcpPDItcNTH4Mim+c9ZszvYCQ8eqgFJ+I63z5BmWme53ycvt1R2Y8ynjTXXc2Ec+TeMainIYFvexTbeScVKaejUt3StVPB+bj7Ldsh2iDaT72+bTmmSUCl3Rw29bJU+mn8O2DqGd5ElwTrWk3zPqw9l+kPiO/1i9n2/94+a8Vf89qH3xft3+yj+TRqzglXyn+kiuHcq7L5Q7ZCCY2ko4VQ6YFFyz6n2SCF2NygVmcnlwQzwIm56xZ5SqAbzFmRL3Gxo92/4+jg50c0K/0ssChFmCkTZlyY4W+9elHG286pxswh8n/lKMm8e6X8kdiC34pWPRT5XVos3PpyPMf6CpNW2/kav42p3Fq4cRf5Tnf5FEdPCNejEMRfnb+q3EHd5Vpi7U0f6l1j861+8fnuUtKQteOn7SCcUY5p3v7Z43fXv57+e3lz/oh09Xysv0q3m052tezM/Vwn+N5PxOPwCPtnbvB1zeAewdzAfl/jAHSKd4pL3r0jHg9vhlODAGusviLFzEjpshQOrcHXIZ0vO0+wYuD99uesOdF+DaeINOIGb0vzU+wExes2v2zfcyN/OYaNiGr9kpUe/mL3PtznMAljipub1+1ZIONgRjH7VqDNvqni/uCFWn4BA01dtsXPQLSeVnGf0tCsDm+Chpl0vf3f//5pbePNIbLeO+txQMLBrBYT0f5spHo/MJv9TVtpjo/4grjjLI2W5Vfio+qlz8VvKQffGo7iQjr6keMNX9d9c+lfpKg0VZR6g/M9+xwdvt7cjHxyfIZf4jjvDOWV+Qzjkf8J2XkB2rLrD2mj2DyA3CkIngfFl8+fpnvlVO9x5Hp05vTc1FuL3xodq4H7vGjvp4eOunE2woqbjvX593GPwR67/js0Q/zK+ww03Wgs5nerKoAenxVuTJmJwyX+EwQa6G8QnnjHIXRk6M760c7Q1fGt+RW2qp3+CwdC9N7J1vhv8R7S123/wfiW8c8fNfowUNXYoToWufOyE+02l9R6m8l0ZzA3nxU3i5iF3F/2RyiTDHUBx6fxFP4mrL44Rn4ls8MUqU0XdRFX+3x6xB1ubFk4GcaFHjtV0f8Y08QT+JMQfv6Z3l3qLB63B8ZgQY+Tuol6VUtkMdDLLsT1QsoOJDaojo5cvuQk9YJQBvngq5ZoGXfGDC1QOreuauAuSJgwss6LPbvCulVfVngJSwQfaR3XgOnV48fUE+6t4E9ur3wJbmtzba6qbJEeWydT4LWIsyxMi9ulwWiBe4Z98SEyI88/ppxWudHxQ697tBOt+1jeFWreBJn2oiCasUwZ7RGh76k8Je+WWdgGQ7Nle6xgC8E91C8Cq76P4+XV9Ht0XpkP3+UfOJX3UiYStYFWDYUiB/0mdL4E6XasRYrphJqCV5AIi94IpvYQSzRRWpgou/l4V3rff0IX+qv9BgLaA2uc8pl32PsOefynPhPvGqtBeY6uj9qDOB3pOB+2ptG/vzRE3YOsSlNOlRhryWxq8EfQgIxYbWLzGl8/sPbkb6+Pv75YwM03uCiuY/2NP6UfSWjM5H+FpTfY1zLukum4pNsAi/sI1xiF7oJdvkD1rjSywLbLZB9KVLKr+R3SvWLh+LLb4svHIovuoDjWJrH+AVI+N/qn07XfutJnqOgS4wV6E4KzvdNp/3wfdtxaf6KFsh+vlfHrX7+qescZdqh10hrGmLrIrtpQTfW//7jcxPFlDgtEW+9aaRcBbH4wtyAdI+uRUJ5LduUihsMuHHt1y+72GtvQ9A8SVMYPYinNdwpF4Cr8KlSvVLsLPJbO6DH8/nw2Uz1TpV6FzTvZNslR/9HyzWFhrtydAJkHCglj8oq5/FCWSdsz8tF/JAT6tuZSs8/sN/5kl5FAhMWBTLduPKuP/lIxs99mtHVh8KB9xp+pn+dssbDY3xpb/x9HRtt08Tb9xhbbtNoHYu41MPs1fMkDQuQ7AfyB+pavG/1FxYlPb3KxMJ80zeKTYfk1+iypBs4zZRzwHib/xSLyBLFlgu/ZRZmejUuVk05XKXXssDj4uMx7T7q/A6fo+OZNh7VUvMEbhedNdwWKnaFRz4e40pZKAy4enWQ+MwXMTNmM8Ba7JnWa17mXk3ME8Myl/CGzPgLMOUxRaFNat8cb6/dtUnUuRt9KnYo7eWfmdxLD7+j+MDvvFT9xG/eX+fJbXPGbu3aV4EyxtFnPN/e8GQDPNZS9RFy6C+lOtCnt5khulgHn55M+MbxIBrgooOfcNBHerRih+DgFJ5hAiG4QhBzC/EW/pqOwttzxJGVeWO/Ob+98WfO4VUgsrubPS7E97YvWrHfMm5k6GF0XlTVQ/974MSPnU8AjeM5OlGxmvqrPceJvpwNrLDypaf9h47SBZtyBL/187Ld7GbDSfOUDz2VkxlN8HMlZacS6oeeOp4ddgHn3cbpEOs+/lW8+TU8pONveoltUZ44RGwi1RyrxBtdSbaIowvLvjflNhrtONPhRQEaLzvHyou2ZKrWjX4wZdIowbdRtQkE/Vabb+2fwK+MZfmfzouD/xSYKUh5k66PQFppH3qPqgz2UzRRfOE8oRtX9NkLPmHxNb7Bydssv9S8Av+c8TV+0TbVdnUve9RhyET8WCc5otePNVGUx1wm0igfcXLdaplxtYr4agj988vRmpabImcnmCQFOwZ/ShhPLfZu7Hy0UneN1ajsiv9H1KU8vkia9QNerlFZ8NA99MLx1y/LVwfuNj4E1w0kdmpv+KS/Nl7xRa+Xlq/Lx8Wf2CKYASbqjvKBWr32aNYPbj4xhW0OJW/59evjnAvA68q0Mdxg0wa3MS/oK1sg7jeWBbUc5cZuxQE18JWXk8hB9MMZYsoCWvWFdgjEnOBlt68QlG0p+sqm/Ja60WetizD1LlufKAmX/lNjYz42fuzPCHxSPo/vJ6nxNLGv3v5X1++WjiOuZVr5C/5GXYyNwGK61T7izQ8Z6FHg9i3Qd9so8UkPM58qqUyKOoEffhV7Ty5OeDSVCYcpI02uqB5scmUfbIE4PtdE78Fd49Wud4/o1Gl1ko7JOdmChfy7rDHKE8PyLN/sJDYoXTpa9cByHBCcC9DUgZtloCd4pBnvmPKei7/HSLydS+zTmL+d46Moz+3DY1oxWT/MT3vHCHkqlzhm0vnV9Ir+iA9GmFTv9aPWb8whhKe5SusQv8izbIYkxEyLTNFR16ITG3A+y136MFakVIfW9qMvuiADim4a1phdnF0Vx8Uf+myX+NORj2vf6ar+DQIOH7/Vp24xn2+wBkpfdARA/Yb5n3Ijmc9JCC9lTWSrAl2/9YPxhl6k1Hs6+v1Q7Reiw3zHJkbO0v/G+CBaxTrSyFl4Xqcb9SzqlAnWjzyZxGZ/v/zhfrDBBM+QuaBWPF8wvvGLBbJvW1XayLoourr5bJ4PMM+IjcU2SmM9cOFix0jXyouGX6teMOnEIb6KK0qjjJgH9+b0xcant6Mdv29u4x2ERZMVG417cLeE/BXeN1lihecd5vhLSOVv600d/VDne8WWIb7Ih6Mfc0E4cySe6DXkunb1bjfGlZvSDNHXLpkil3UhuAa1U54AlshxgGf5Q3m42b+UFOBkmBggO2QvDM4L2TU3zPhrTduLv8Yv19/PP/d5GezFK+QcPuiO6mMciZTWMJZUdlk+tnRn16eCnMYZXiekDU4rtHzktpYn4gLSW5nQB8Du7P39IZHZPlmNo/oj8mWDp8WbO+uybuCiL+WMRwCM8nJePJZ0yPhby/M+X6Js9R+wtdiwxPd5dfva/3g9X12/Myyisa6JA/6iNE4kgEt2a9QxIoWXfSvS8o2LMu0Y5g/UG6nC6ux4s4kG/kwlZWiB+1sf5LeaxtgdanWOMqLEFjB/mOLZhss0ugfaK/taFmDkRa2AtUZqxHtGHt2WZC/pneu28FuSleuO48e50yUMfIt/19cdIh1/phxTYkobBwePevvFZvm5aPUTbY5LUUab9/Csru6gLYHJNkQ+BznErka8inzn8zfR5z6MFLEdEb41fy+95Byv33QsbG1Lxct9l/nFevq8Uj8yt27/eOF3TbO1uQjnrx6frfR1/Lv+7Ftyk0a070QWTyhMgEvjZ4J4V6HqPN28bDHVmNCh100zPrioq7GkPDjQR/7AYiqbQKMNlPGwmPAnGV5PAn58+LxEeIM6Nk+x0GKve+MoYWbcRJMd18eTaJf8YVovfvf1j+zCrzPBGp98Qvusn3Q64uDCXOW/1j402irdbbU+/u+z6VZtHo832Kvp5x1tbhi/HU7mKMmuBz2hM8rL/IeKclq3vRdbzRQILqrv5JXH+3XvmgVf/F9ICgEq68azT9tZ1ZhUWWNnjCVDwC5+LhbDd/5EHw/RjTRWQazJ49A+FVieWC7fDDRV//31P7bqcbmavYx+OjCP+gokHaOcAe1xSWtcAev0zeOUu0FS1pm23MCqSbKFX9YhMtpCv4YPjyBnyxiKYzfmo7iH52lLFAwstG+spm4ETDOtV9a7bfycif/h39itnr+m/CgJnxta4YENKYO7lIJLCq704G0CEUYMU71oVOaTHeBNUrMPbXI459sQx1t2nTDZURj6g3g6pxwWaGF6NsHJuohfhk0IdhbWeDXGU7m+IDGiTfXBikURrLtLqxWdsozIe/bE7wqvSHtmPo9nZOkCp47ZjV8O/uc92deRB6ve0baePrU/5wPS3Mt8R/sVg3JKhnUE41vXPZTXDqUOvYK5lFPHID9fEC5EjT9veorX5i1c02JciQ9xpkE2gk67ADxKuDJ/nQXKR9KH+C0/0EBnYN5qjHhyYvLLIMdp4B3LxcnMGSb0FiDQxx+GN8cc9IXHld5vgWhzuMUJEwGqhQc+qXBbeLGvhSscwTIcPkekeXyLp8YPso+Q8co8eu1/FZ3P0s9jyau0cqoHvkFKLT6mMiEu2octTN2/ni8c40ctX9JkRz/ZREcLJ/uDcOLCxCmHv1anSdT7u78KjTotzMRH/3S4TrQErCu9LPBCFogLkNZCpai6tFx7obYkVcr5e2ifvYfFauvFlIRaivh7rKuxYrJiGlAiLFK18x4P5jSKTTr0ZI2+t6N3NXkUGeLI8CrJ7ZHkG/WX+odxV/Jz+7h1rr+3WEAbPT96/TD4t9uGlt5iqftp4nyGvGIKcwttasY5DnnFBfJRixZsUl9cZd7m+uSgY+sNsZ/FxzwulOtLZQ5jEWUIPtq8ehvmL1EG7SCNdf38tvhD+0qcbjDbJ7PB4DTQtvadJv5inCxAf8x9ISFuK05iyjaSNSxiQAuPdcm0Tmd7a5fmBGMEt09cGFR++kefrBo3bv3GszpX8bWH/Mth2GcqQaVMkzFKvd0c+1Ge/PUnh990I8tH0cTQ9dmNz7Iea7URmFL9iIctOeDmuqu8YoETxuuKxFAdx9ZB/he4783+7WNoT/uFGw+V/+///m8SE1SvGKALN9zMFmnIxzgCbEsqusxXcUuw/rxADw6EcWdxsOy5KE1tKjF0VOT547Oo8lR/HY1RMtpf42L0OzceT1GGy4C3XhcJ/TSex6qAIn8opuuLFWmWizxj5Yv0b1Tpm+a1LPAHIT1GuH/P48VS83JM0J6tbm7jExnvw/wFf7dV0MDO5Ngcx/5M2L/MBeDcsImW37KA4XuO1YPnxsInwx9VRv5WfS2oDWNafapzR+nb6TjfrTwnrjhOdGISHJjKyvMrQrjD29QvTmIBOTwBbyjDxqDx0QGvUrjrz3673SVuNzH63dkxO+XSjyJTng0L0hY79Ql9G+tjXzFJAUYK3E+128dwlJPzjO8RbuNO41wH8hTsn3vQv8e0+di2nKvTrH/uVN77Vh2sfvaOZXzdyfp08uhvg+p+s0KSrLl/q03yS/9pbIvIxzoTma3jHN4xVb7Gb7+D7tPis5Ye8RBeeUWaTWCcPo4f7w/5nX6OO6WPvK78ZYHLAsdYoHxWw1zNfbLNU7GDc+IUQ0uP6qc1jghW5wVLvKf8piWmfdrotchgH7xRnPD5qDD1cLCOzz+2KaKrN8NJA3nEk7buTtv66zHSa7xN956Hb6Dn4q/UiPmWwi8Gy/PAeP56rKrDAGl897n0yIvYlfGqsa2jjlcvY79s1yNsCW/JJI+cqtdUkvCqjuZ2Fh/2HtCLl+TEG9eiHuR7ukjuh5yU4GPpm+YRGxX60IbK8CTgh90BqifEJVNtKrKtGh0yS3QWbtRP+LQv06yVsaX46Zf5ABefrW1ck/m8+r5/Rp169geH8wTlp6WKJy+0if00O2wQrHHtN3b5fF8kjP0N5MIOaJ7XTWJfdlMYoUAy4lsHIJCcKCv6boTj39DFNxUU/cMSpvJwv1UsFy98mDEsHqIlRgCv9EjzVPCo07TWS8buoEN2DI26lyvn10f5xHf1v8122t8/jC+NOcZYdzztsF8cJdET7x0y++iRHLWZcij+Z6BWm4sPN5wHO005xXlZrdG3P/XLB34rf8+yY18or0P4PbmR9xKe3kjw/svmLTkeWIUuDDt4qIxvP8j4UaDlGyZKGI3iPT6PP8D2Hl7w2Jkevf+4UzxL2UUyHnhjT3AR+YjKTnxgDGcRN42bzOSAcvWrvL4a4sfMYaZCuTDLk8y0F76kU6paAr9CprlxrA03tOOpit0+B9GcQTHMffHDJrzljQTenO3fAEaRNYWn6l2lywLnWYCxGMcm+Sp1GOkDIH/D5VUCTdX378rRX6R7W68xoF+erDJxGvmWE1B/Q2av3Av/b7TANJb8NAuMvhIapklE8S3zH70uUfHS4+4w8x920GoshtjrJ69YpMpS8PFTbXqYG/uCQekwsVK8dlxtiLDRHPvBNzqFA0+1g3iASORkOPVXelngssBtFmjFDTi16tw//89QFCPk1/aXmztUMDh+Kr/Fr+GpVDxa8IhD3mPDsGAbQgcL4A+7Dv1hGx+uCxT1bQgt/StWmE+wkobxgGRRyVozxMpIeOVf3AJXn93TQWt+cw9vaFv+j1xtrJLn4kvEH/Pv9k7YL11MjHMKJGxIhwWkpkHiGWUhX1yUVz0w4ekgzgFXvFMeeEHa8Wds1w6aC/WywHe0wBljHT9Uql/0WdlI6yEuDKvc0kG+Lf/tzV0KndZStsZ5H55GaH0xDN7ECpX1I0aIT77QLFg8aA8w4kqGU3+llwWyBRiHGf6Ty6N/pGkBcKXkox222qpFCx94R9+Wz+sgpkiOfJnXP2+Vi4yc6nNdaup7mQv5fMVxLN7YJzBKfCpPEBp0WOOYCnbzbJ3bSB/iS+Z/lS8L/I0WYB/T217nFCq7z563ziwxZphY8CmM33a/yx/zU+LF2//+7/+uatAKVjBY69QWbaTZyifS7MmfL3/YWNqk1HC3ke5KGe5UWdNPG2RLhzbFWwf7UfCf2ZkN9ng3T4vRDTDJ7qjV4Na+Awv9GwQFBH+1j7Yp5UQpJOCRh/B5BSq2ue+ktdw/doqM4p+Yn+pZ7dvWD/tmhbEZ8JaNqbsljf0nevjnfoY39ZSrfmqvFlnevgoXuLb5lr5vjW/4Z33Qy/24yq3wo3LT/q1cb5NZx0flFHO98RFxPB/1uk2XOc9lSKt/ehT0W6+ebz1Z2LCjxpqK/5g2VXn35/bYJ0sb/XM4f70Nt6BhR8Z/TuEjPOoEi3mV4VOftPbzG3jUC1dHLLfymU5l+XzEdU7X3+daQHHiO/kSce1VdX5t/aL/ySft0om9oWUaGxiPwhWONjvku/GcLTgbpOBPU+wwhfZK8Vtg5QnnNCalS9yYyXxiu9A748RybIvgY3yNSEv5IQ6DUnXe2u5XHb+06Oy0Zyedd/prq+3zn7P1f03+rXEsf4j+cYzm0/7jkxH6xpYf9no0ixHSR+n88AuuegXsr3IjCBjQU87pVK7m98O9cGV9gSy1t+XjgkmnHEvAxVbwQXrml+0MPnaGH/QZH3grdVrs07Kd4lWLcjss6zenXBNwX/xas8e6flON1/iN2EPc9ng9QofM9jZtlUc7wM/lrMFR5WH5vcDO24peM8SOnbbeWNUen5Lp4wo7IFd64HuCZb3wK/BzWXD5YKYTjIs1kqn6ybzF2unXV4g72rsQM7cPfo1c0pZ86pTm+CIYNEpz+1XfOoQn/Nwu9jFbNAUW9lq6OKpI8xhwWV9SRg/KWZ/cnlwPXU9eqd+gs/fKyG2WIWqhT9YDv2iPz8oO+gqZ5jLfaa2VOnYd8ba0dRivI40yS3w7PFs2w04T3rcUpE9Lbk/PMoHrj//3t+HlqA2e8gN8aNX+t7Ql0OD3yFMVMOUlH7/8999/iz9HXMWYiC+aePg+i87tijukEYN87T34STb+KJn6qRzHbMyrHlq4TsZRsDV8N9u3188ICrwBHZHO2mNM4yuY31aeEJ20v6XQDXrXnrLxcaddWu2LasaxFuGL7bqhTRPerULP/1u4e2Br9uvxGtqI/WZ2gu8Ztog6IWeAoQ8ou14B3XRgOF3pZYEnWQDnItUgVz6fPAT3n5/qpG7EUx4eT2rKXy82ThhkjBiwyNNHKsc8xnO8YcOizLBtcmNnRT1NWO7IMTodos1jBB6kWR/gOUW3DL/KP8MCPmSGMfUzmnRTK2b+EL8bM3CUT8m35BPagFCKnwlOndDJZ/+pZd8QEV7rqHi1Flmxjo0Q8WHjpccTTqrXT3xm7QbpSi8LXBbYbYHomyI2Tys3a2V4qRt8H3+Mfit8fBS/F03lw3J4W+yerte1PQW9uOrV0fMNlRgbqty6+Rr1dS7X39e3QPt88/p6v4aG0SceqREX1CwsDIdnpE/0TWq176nYIz//+mPrQ67idq7wiwfzh5FHoTcODBm7chNxFJckn/gkHuSFF20V6YRH7EB3lTWXAS4dYr7q1M4JF16Rfxv7gl4WeE0LaOzqH/5+lJbRF1s88R3qWr4nWOQDjmD4nPKsjUpb7EEMbdZ/ftkbCcph3wdV6Brj2ADemcR4IlLJ1IVo2iHdWBupHl3JCy+2RfC/9ZBtsNvfZAPOVT+rzZys260irjAdAOvRvhD9ER2A4ZsqE09infDl27H/GL/AdOObwwg0nsIHmTmFj1L9wFe8IR9ppJ/enDCzn9GWw9qwdkQ5a7hX/WWBV7BAyxdeQS902HQBGMdTetzBvT/rjn+czO/ECft8J51d187a+ZSG5DEph4s/1XOywxntlFd0gRZ4Li8r/Gr9M9+sXNafWtox3eik9nmp6/XJuwtMEU0e6Evppf6iz6Ke6k9ClafW3+X2WluAlRld3TQWHf0feZCXPNUzcSkybwpZz7Lvq/YvFj4+fWT8OV778zkeY5/+eMZP3Q891mYfi2Xhy6+0eMCf8XvKW6wCLnJJRSs/Rg68gFHOqfjpJz4x7mS8XBZ+jBe5/iq3LNAfTy3s58NeXd9X1y/3oOsr3+kd+FSsFz4bmC0f5Q0O0GjDo/daeuG8rdyR29JBG6oc6KJyfOKn1S7Bss6Zf65HDndYs1EF3OUo5rodiYnU357eOr/cKvFs/lv1WMfz8+ffN69at0zEONs+8I8yl/MtH8RPRFm+nzVexfV4pDcTlGOIC/JHbWS+v+siilcpZL3rVdLhsH3X4fA1i+jk20qjHvLP1qapcGN8wI+BxTihmBN5SjD4OX4IDx5o2EztYpSeplZ8gVcT7wJus4CexFg8t2icjYNmG88DsOI4OoBdYLHfPwPxydnzdcv+qAbh/8rjh9W3/EZZ1Tns9z/6rF+cjyhOZH8W/tJR+TuWeOiQfNXppycHs76UpbNo9FPcax2Kf6cdPMG06DtHSNeYaM+Z6StsVqRZHL/vQNa9fO7T4jjqvv02yViNjytcbh4f2J/+mMrJ8XGv/025HVvCR+FKmVRwzQ1yGxzf5y/v7+7fvKpWa6P3IUYI70sfB7YjxxFkkBakAS/jqk52i7ardD6J+mPB7s+f/xvjELEp88rlygcN6E/K7X6l9t50Lt9sdWY83KBwsQBxcwP+Y1DujA9rSt7s/2uM76ynH+7V78b4uOYvdefiznZe5D/PAprYschtta5fH4NuDsgtTufBFKAJ0tkZkBrhyoNPfeQBbDmN7V/GfH7td9LVFy7YTH3Fooo+i30JXkktAFOnTeA4KQI+wbdC5kk54712+Xv172vb8tLuXgvgQ/I55fmJr/LZFyN+lJ3xYl3kFXkiM9LGRckSD/TIOJRzPbKov9LLApcFzrVAPKf3JNmMwa6d2sbnuzZThys4PeQN8Bw/2GCNpDHeRHjrwo3oOWNrHyFqSIwpMS0yuvJPsAC99ATRl8iTLVD71rYlXdawqSefLf48bIyq8tMuGk9iSdkB9Isl2fdjjMqxY0+jIq3y8CX+SM/WodghXKUljgwLfMojjdVzcCGY8k9Pa+8/sqXt/nqkBs+UpfGnI/vLM3XqyT5rfGCDkg7u9zVsHAsmv5V95OPgYi/8vqdzCw4PpfABjzJ8FWPijW7Ckz6f9r5TYk3hN3xzED41igDZmYaNc/FH551cNqDXXq05u3A1UJ4nd4NqR6MEmx7HOlrtOK6ncJq0/xvpvdEY+C7ozbFr8xf5ptz1j97ipkyZC+hV9fVGD/ESffR9+GU5kpdhwtVP8DhnQTc8TNecFUt0MD8BR7SC6YAfqeqU54gXrF0X51kxwHzhdDI+X1jPXap5/+0i+abIn6H/3kN+0pwefIJ0fmHTN4DvUaM6J6fSKbfeN2ynWLeXqvw2Dw8S7bpt0Ha7LIxtIq/69fgss9lqvyrH+dV2z+V6PC2nB0P2AFrxFYTtN9zmYltpoBhubXO9C2bOf9qiSjOFH1/iBBTbEvPZRtIAmK+n5xPlqZa1Lcd9Q3UqoZaW7Fr1qPg5B/0W3EqLPYBE+wG7LUWfTD3VL8sHO+uhvtYPuH/rol4Ehq7Hj3qlwmFSwhiinokJ5ddJsefUfo/XDz2i5GfrFHVZy7f0jzTfqS1R73Pz0U/kP/rJF2Oq/NqB/wov+nOE93iAQyo8ZLZgPT6Rbg0H/kr5iSbKW+Jx1V0WuCxwpAXa8Vvz5hij5hK5N9Y3Q7QR2vLhZR6V66Z5gk2lY0i0CGKvpfXzy9ewOfLH3oiiObd00Y94g6T6RPDaeQm79PCoh3NMezQRZy1/Nv81+dQv6QEO6dBuLd65s5uqvz7t2fGIsSLj9vivGX5NfuS7hBvxXKb8kG8Nv5svxic8t8QF4fTwuPCSW5f9PdYTn4gLLVziUE4VXzK+x5hpTIrySv7OjSz0yHzr+nlud+HW/YWlPstc5+Vo/yanYeN5TtmGjPyG+FDjccRvSVI7W/BIN8+P8uZVEwh2Bj+XJ8g7CvC51z8Ze4xh9CTOZjua65Sjys9KOwJ4uZZyn94xRj2s2OydneMDuaS0l3ZSVlpsYv6VdYw6gZ/5Ca6LNr168JVie2DQKKVOKXDwCu04L3Hr+G6h8RyQvuyV1lwgjnSFNk52ZpXef+MNOFYvHdAH9KxTtA04m1Lz17hxD80wzBb7ANylNPehBf4l9JvPdjOmcZ5yZ6ye8Y4AydnI30eKt/+dgRJ5beQTSbr5lfbXfmn3R+6miu8Sbx5vXYVPqoh26IkIds9+BYng+qnd8aIw9b0UfqQVb2p39+9ppMXnlRJLlI8/+JV9XqvTDb6GsDgm4as+3duPaPiVbnhBD+Ynq3xjvwT7w2dzGvlsJjLEe2TukSP9HiVrj15ruDvsunT+KOf3sf0aPdNxP1NjSe7IZ0Y1A4xvMBpqGPMgsstB+UovCwwWUIA1n2VGl+yigaRgblhlQ2pSrQE6DmBC5cqAnzB4XCE6xPzkVPXQwyKtuUrFCDm1H7uNdgj1L5GlX15CmbuViP0oZpoo6MTe20ihr0l7CjDO84k8y+vRPw/+s/r3eXa8JB9hgewvudyTEfGYqJfzjk5OOw78HH6UxSLmeyy34IhWOkpGxkdu5i94ry7jXuXLApcFjrGAfI7NhMhxPM/zhN+wkm/hysfl7xwqZ7+nrpeO8gzBOdmGr80dy8aY5t8fPm8WX4W8//nlZeV58pDXtxUZKSzm2LJXv57efz2cRfjLzu//+h663QBx/VryLOamLLX2ZVVY3E5OqcNoqt/Vda9g0f8UO4gfMQ44k/bfNTz4k2YurIdIa1xTG6uuahebm4S4r5IRPHP1cm5fG+v1oWP8NVW5EM2G7nna1/PIeTIuzkdY4MjxUeOEO5VuKvHDy7W+ak7MqJB5TnGihRfjgvLC04WcLEd1/MRd9RknSv3IV8qofPtVZGRa+LV0LLjD+XUyt4HnGekgT6xj//5Mr4ytijH/DsMG+93B5UGkav/QbulNkH+Q9NcXo/kLWk7HB34sv61zB3DNqiEOEF8irGJ6DjkWbiaHaHVIHvkcj4BHQukEjXR8s/ijMnEG/aFp8aDueekJ/vm8xrjkbxUf7jPWp71W/f3T/cYvCtt5dvQneNPHU/+i9lHpC1wAxgAY5FFNf7Yc2t179Q/1j7eLYq/upMlBGYsJzkS1GUBfdFOEk0DUWXnKnBwoq73KA1dZr8OKR74zNdY9Nv+cbwid30bsvd8P1G/6bg2bHbkv9+jOmGAsUF6a3Ig/Y26PrJ+PS58WC/385n6LFqpP9vtYr2mMe/mHfCX7C+UefQ8uvpFfD09wfDXiIJfFS+Xl7ac+0kRevXrwcz06ZHjEFw54UZZgoou0EQ8eV/odLHCsf32HFv8kHfFRfFJtU2yL/oif9uYEkRZc4qT4aR9Kn6coX+krecWwejFJr5l1OsUFvcJa8wt7Qnl8lfXXPx9lw0NPLbtu0qXI+DKub/762qLfsOmlJxhjG6THOcc1/pft+mz7nCVffHUcN7dwfsVLLNtbPzvW3X9vWcuKJqwT5V/88HtiR8/3YlyIbdBaBh4Rrjy+Xvw7V4ayXoGvw9QqayPNhd4tnkwPxQvrNYs/ej2j7PxlT9XoppPyusiCLD6+syUe6EVaUOwPczbKr57ON+teXePblu1a5QAAQABJREFU9euNs60cx7E28xP3+097AnTLkcfMFppn4Rw7PoiP3hr2k96G87NFjpuaSb/m+JLtrP4r/q/JhB2qZ78k06KIIq6hlcNffW9a2jc8pWnmL6RxjBSK+kdyJUtyoEOm0hhToKJeZWioOypt9W+vDUfJ/Jv4lJF227A+3kyzuDUVgR8BvcaBW0J+GH0R+7Rg8U0E0WdlS9lXb0/5GudLJYoYuyHApPgnesmAD6nkKy+eSmNsUZ3KHOSFJ17QUK9U8Cgn1sW81mutY1yStSofAkOvo+fdD1H+WwuZnD+a8YW+Ob+ZGsPxiP4i+AtcAI7qXfnLAudbIDoF+dZJIGqiej90Yog1V/7VLRBP+NK19uVc8xwghQFMKRNCxg11c04XZMkC7kOayC1hXXWXBeYWkO/hf/Pa7RDFAfEpPqwBufCYRy9mtPw/wtb0BDfiKU9ZKThqGXBaSWxTOeJRf6WXBS4LHGeB6H8xLwkqMz+IEhU78E1S6mMdsJjq9Fhoxvmnz0P5LicxzGl0gVi5f72Y/n7ZReAxXgwbF+8W83p6J/KreFngssCNFsixAjbASYH3Ut3QmmMIuILrF3lxMSfi1OWr58rcpgJBLekHO5m6gUT5YXdL6H7ziKMjR7L1E0/FQvJRpyigyBYvw72OywKXBdwC5kUPMYX8Tj9iivxRcwT8uamExQHdDOJL99v1XJRhgqVLjhvECemrvOrHOU1T2WOBkqcfcQvu6KVyrgPnSi8LPMoC+HP2n0fJj3I0Z8mH9POf3VRWAon+2M0ngg9vPco0lKFVudc+xRZ8VXjYQ/n46mrFjsxDZWJLrhP9dVwW+CkWePvPf/5z+xncrBAdq20ULpy1a/lod7u2Dx1ukOsiLOzlTmjW9F8LALoTv334gqZPv2yXNs85dO0bwH358OrpsbYgc7q2/UTb44tc0mU5a/q35cN7X8rETTzhK/nKz/SwOzsKzF5tECd/+yTej+3ftu3zuX989HlvqcGOPdw1/W1roEda4Ov8PbxlvNjXSwKgIwWX8UAKvJUKJ+PlcotuC4x2CFc881jMem/heTZOq+2vqKfbYS2OLY/Ps215O/+ldn3XNu2xRm2/RfuRsIzDxutqBI+/keCgTBz/8o/4Q4Rw8B2lLFJiPfmzUuTDP+oN7EplgTq+5vb4G/xr3urnQHr9sNYH0C3j5fMvfhvbKh8RXs9XRKN6NkQ1Y6kRCT1YplEjeH06WPLyXK/oFu5A1tNFHjP8bnjVs3ma/Vr8dNT2uDyHbvmL3i3clk338ne+pY0tEQMsz4fmqEt6Crul65zLfsiS3LNkRi2fLT/qspRf0lN0Z9tqTX5L9/pNufXx16K//SJCjjEqK64oDaFgFPr2xzZKrcR13rHCMoWXzYWU0o4CG5AUG4BHupwntgh3zAceGV/l0epJaZ6QrDT39X8rfogj8re0r+qylBPH+3Rd4r61Lrd3vX1YYqsE8DSqOGcBi6nzzW9UGzGGOfi6fgOF8Mum4HQ/zk5xiwf8GZcgx3EOjFRi2F/M9gSHFP6Uc/pub+xYOtaeoL5XfpYNP9qvFNuUditQGMyAhfT902KL2VhrqHd9dzMdZbYi/N7RWGv1UCNcOkk3XVxSvmVn9I50tEsw6kVLu5VXOz94si/EH+HrXzw0vpAfecMv4p6Rb7U7ytmrR+a3lz7KLvlgv1mdAPS/8MgHxKxPqCrZNf2gz3g9eOYPHvDMB3hO1yI9YSnzz3y2yot0cRwKzjiPOONkoGHzCd6NhW77h1gwjxQuSLrHC7RZPHOZDKec2y54bH/Mq074GSZ4XBe1LhILh6NFT93p6Vb/Ol2RHyqgZ98Fv9HYf+/RyUwLtF0rduJjF39jxfLsYyOTC+2ywB4LaO44nAcWyR4RWJHBiUPlfFKgTsqCHxXnJK26Vn3EvfLPtQD9w8Qr9q00oy/REnzKOc30uV7lFg58SdGnRf9TYWp7yzY/tb1Xu17PAhqDcUlvywEL8u3li8ZqjA8qr43fW+ojjfLEiAiXJblghFXBoxxT4gs4mVfEvfKXBS4LbLMAfhWxW74lvBYcf1Q9OGUBOTDUN6ymB9FK/JhH+wYrvFpy4OE0bD/5fEf4PRrxLJshZfd3upGrOv0ibcseyL7SywKXBbZZ4FY/ir4oSfiv5i1xVjNeGNMrne3Qa579Znb38dYFYeFFf5eswtdiVz6Ymyh2CId5EzFD4YQ2FpgurWjqpT92cIFtKI7sc1nx7Dpe0QKcp15PtziGX0+719AIPySVViVU6I+cbnDEktj9ZAK92dsBoj8WmC6kytmHW9o+sr/m8tB84liUP1SVhPrexSLFHcUX6EkjD+WJYRneK3uzp3MecJGBbsCv9LLAZYHBAsSNjkHkQ//97387tT5nYC6hdM3XVL8FJwtk/iLaXowRjW5AUZxhLgMfYgHlK70s8IoWyLsLr6jji+pUN1FeVMGklvSdL9QS0kHFtm2YPNmM0CZmPvOLE0aEHxM80WG5zfHkwIRRqeCcYKSPyhO97C4O173C4TXBo1HfLt1mv9dp1m3jO5+4c3vUp7O+NyT6mjTTrZUzT004NG7y2AEPPW+Vt6bPI+tp02u3hfH/SMs8U5buyazfSXmmJo+Xrc0q4kdnR8Iw5JvlYoiwbfGh8pYxzIJlW7sYd4o7kunf1mvJAaaUc1aOH5SlAzEEPfbp5VSZB7wen2Kn5fP74/XqSfxp/nW2/c/m3+un8+D4YluC+yc+zah+t+/29o6yxW4brObajThkwOEu5OEazzC3UHyrcQt5PRmalxDrIo7aoliY6YVfYsQ4vyeeqj+HVgESZLx4RIujlPV8pV/HfS5GaH9TkWfHh2fLbxrlmwKr741jfndLNF507POLVozBV/06jDvf5xBWPoZvtNpl2jLf8DWtS1Vc0SEfj3zZHKVuaR4RccEXP7328UNzKAWn8p1zCTK5yis+2ZOFFmLKRSXFKx3SQdp7SXq5bjkGFeQ7/mD5KQtB9/XFlL5Nu2Q70T8vvrWtMG3TlhJ82u3fwuEoHI0ffowZ7J/t3INLF25OOEqvb8EnPoEkx0yHQF9lPhAr5KB1riEce163IGB/3XgiW1NWJXnSyHFrvnXRJvax8pq/lJhC0DPmxCvFR8mnSt8+L3FJAWi4mI0u6EkK/K9Ol56AaxnmlqfiIp84PgO858fAA+q+LO27V++uVOJmF6FbEce08s3jNL2b0nYBWzrjW/JZ9mBg6n5aHLPEkgyP9dTlFP6+DyTfB6N94y61//77b4khxBZ0V8rnOhRTVM56gwuvK30hC+DfN6i06rmR91Y/3Iq3U9/rAvBOg70C+lcYDDZFmamkwFID2qz6yQBNwmOA7avzzHbEgK0AvnQSibZWPgd2lTNMrRYs0vYtsbcmLrbm42Mvt78JP/cT/Zn7ib7L+D1bZXrhCZbhkR958DTJWJq4gtfT4YIfZYHoX0fxfDaf/oWGZ2v2GPn7+pQJ/5I/oje4lEmhxc8d3lmwQdRJW7zEl/iifNwUmcqcM431MT/HvCDbLPC3+9c2K/3tWNnXxrl+XDRGI+m1zgoZZS7h/u4+P8CHSyZf5a0Gmgvuiy+92MWcOKqivPRXLPoyfZXXRoou8rj8jP2c8nBtughvb+bvOxcc04pnx4dnyz/GiheXFQuYT8ZD3/Ethy7epAuc7+V1r1N84bKRycUSZ+AXcnprFOIa8xFo3sqjxv49UUl6H4bhW3kFq70WPyxfVf9pV2Z0IUaH7h35sgvY8C7A688DLBDjY2u7M9bH/ANUWxHxLcZK2N/bebpeaf1t1eU8vpGUcCJ0nfv95g6fd8Q6okrhHfZBNHfgd3RfsUaSbsoTvxSTmOcg8+uX9vF87CrOvGuiYA34w50zYhIO4prmFopdjPqWdwSyp2TRTcJfUb+nGOWHCWUc/5RmLbUn1jE3kT/ik7IB+RgDBO+tY1S39RBvYkmkifstggtHcUb4SvWT7lH/SB/z6L8FN9Jd+bkFrvhXbfJtLwC3F+61Ycfn8qmSYRRWKMcLnXAcN4Mm0FqIwYEnbC30VYTxdI/uoWp3Fh6R/zITi3sl2Cmd6jWlU7BTWwh609peado/cZOnRdEbP1kmusAj6pVxsX+Eg88Es8VPvCMNsvan9Ml+yu83FaS/4/gDdo8dpraL/RZr6Met/cY4WMOP9ciAlkkG40z6RHzKsV4THpV77YhtemQ+6/1I2W1ZjJ12rUOPG1dLUh5Tl9ui9mfYYzR5jhRvq5+LpIG3n0V/1qk3XvGrjE+5R6d6FisFdzxhTfvgzb6rpY1Y6SVe8Msp8mIqnBwLoEO26oGJFnxoVeYnGD/h0vbMQ3XHH1v883ipt3Oc9iPj63Z+z6Y82/5n88/2e7S8LfLRqY4dfGwem8E1vrY3aZ5ZLowo/eftdxEW/dpf7+oxhDlBrM/aURZu1QFo9f0K8Rw84/eIfVNUT5jy3fI6ZwM/86G8Vt/SDdqcjiE2V4zlavcRdGPmq1zAysT0mfXDsLlcMVR3nPzKt5fLsh4tv6fXd4Fn+2W96esM75X34vf49OGseXt+wIVVOPwpN27MbwxgE5W5AvhKqYsw5Vm7ALe3xU6P4QaXP0U52VY3u5bQNs5PFDXey4TNcob/YfW6+UV6EAdyvAA+FeY0GTYpN2+4oY/W+n7C6ZsUaNuSumvtXqrP/AfceiqYCm7aP6IsyYp4Na+xkcdHrX2BXLzw+2x1zP58b1t7iW/SzXxN32z+3KKn4cjFiRHF7rGvh/5VvX70i/xV+ThHoY40mkZ4LXjE6eWJVaL3+VHVt7yZ4J8Pu+D7ZbGLV0lb3vT+XW6WGbgOQVW8PsXHwGr5h+XFQ6NUa7fxm8I9ZR4A3+8xO5Ra9dcdvDahDvEkyiW/ZXxukhGRGvJidcrnaJeqG8X9FA0mLwOiNb3zbx6L+OJRDSCuEFuIEVkflcvc5EvrEx3T+c6H3YH2ponIDXNzZIqr9JAc4pXkCqaUn/DWjsjTcWNQnVPnadYc4++B5DE3aTmxYwK8o7AWg46Wd6Oq3/YC8I3t/RFkmoARYC2slDaxuFPBg96PaOrLNEI21U8HQZgySgKnHFMFfwX6eHg/LQfwiL85Pwk+nNg2U1+IDQvkvqa8ZeKyNC4aomYg0esnmXnMZN5ZH+EDi/k8FmdCXwCQ2/oCKrkK0b9e5ER+v22msel+ft+Nwznt1xhmHGdflYWqH3JGT3b7Y0+4/DH/tzCOH7f4QBXrkKs6wakTXLyUUkeKPuAIjlzBqI9wLiYLdh09C6yPL9mXPupxueB/mQU416ycZyzKFMOUdPBr/Nst5uNP4wu45qRr4w1/Vwwgv9YDmWctz++U7/GUjvgD+uZ0TY9evV4/ywUoLobF9ZO9f7aSrti9It6bCzLvZXUT/bPl36T0RfQECyz5oeYCLZ/Gl1FXMYF5BTCl/u1hmwsNy+IaOxyrlh1BF6R0lE1cR5n8lS6SjXx0FxLwCJsQX4W2BRQfx7hI3Ajz11hf8ifscbQ1+yFQbPr85vhUQnOL2/oQ36p+u94m0eQ1BXwytWJIax5DbNkjN/L2NxNYXClAf4Ur9e82b3K7CFIvGMlKej+BraxKbCn4ukOlc0g3YuWtenZYL4Lj/IeRFrx3kfaqvCzwnSyguBFjB3GBNijO6McNIDXOebyT+6rOXL67VsJ3lUZZyIhpxBVcsYu5C3URH/2Zx8S6EjskcyHGRPwr7xa44l8dCdcF4GqLnTlOmf0T/E6Gm9GRnAkIQK1AYksrQ+d0nykfV666MaFs2w+8tYC6rjnWuq3tTNBacvLJBF3RXTTKC65UgR5+wCrf1+ifqg+5W+0HXbt/4f7dU/pzqR2Mh9Z4oa5HH+tjvoef4dC8v1mof3cf0NhDly36Z55nl/EjySFPO86W/br8j44P+OdtcfH17HS0fY5tocYxYzlyrrB+nNSmwj+/df6omw3waPkFvg2OZAiGDlVmXdTEJwR1UcRIyjkrXhiRrChPefHiVUe+kOK8jvQh1YahbQZmHnmjJ1FtKH7/cRz7g3y08wYjbEA5yz/Otv/Z/Fume6GYOG607+k/bKa2Tdui8SWfUzxQynhrWUEw4cV5aw/vVniOVZGPdEM/pfKJqLPK0Pf8pRVfuPgbZd2f39M/90u7OOy1wHftH3x56sd7Wx/x4zk9wlt5+ZX7oM7r0znKlrUDPsr38LKM6rd6OsZrP95trULc26NsZm5lxYcqo64n0F1tU544U1nQ7go5I4ceZ/Ce8nzS+Kcfp8o8rcT5AgWwf+5/4OB9/3R7/8sWemrVEjumPi8IEUn5tSPbew2fes7zoqdvSMFRqn7SL/o49cC4wMI6xevl38r5HONN+yPjoXWWLv3anMMaq5d1wEso8e0mwqNOFxa+FEtszlUuylhZN+4Wvf/M47fbudoXW7XaKblHHefMf7J2jJJ5uzPmMeX2+MaPsS2yenDqN6fEN93ocsZxNv8zdBZP9E7rj564w/ojCej1e0Ibi2Wf1Eo27Sl++9v8WV8u/6/NQ/BzpeRFKBmKMcQZwTiiLysf6WIefGDQUYZ3XM8onulTO/Y18xClLZ79DReEGV83+N22+Pfo+MUIeGwaz3qPlXxJuyzwTS1AcFYwjicYgnVuluD66SQnfNFzwoNXprnKP8cC9LHGC2OB1qmuN27AWUrXaEf+mtHYXbxjeWAax2+Uw/iMsEfns66Pln/JuyzwOhbQhZv5IjP6P77MIiHW4c/yqXhEnAjv5TN+LEs+cub0mmr6q2ljneizTrH+b8pf8e5v6u3nthU/XfM94ekX/Vyaq0y8abUk47dw1mDwUCo99fuf//mfIpsyaY9X1FHRs/eK/x79Bb8scFlAFtD6YTp3WLKL/DL6rXAFy8cIsyp9XlPLlE/23gz5fditIxZUeumj+gpZy8FDMmNc0OYq8bDy0A0yFvd4RUCtsJzLFki85rS+Kaz6Vp3g1/FaFmBsvJZWz9PGXXXur2drRDzIqeT2+qjnY/i46kVL6m1wH1a80WEzDMcpDdf30M2HcXOQCub0T9RJr6f/sPfSf1kA+7Sb7VUuP5EMpiRexPbFPNyBUT4qjfMf/876UZwvPksWUH/qx5hcwr3qXssCn4oJs0+2uI7qT8UV7blwkTZqr/qtfU4sIRUfjZlYnt7EIgybANn8xWYaKpgeNh95rw8KfA4Xg9fiyVp9YX79+XEWePvPf/7z+LP8tzLjjhXGKe2ab/pqTVJvjG3r11y3cDeOnsSJq6yid+YzlzttXsaf1hKQYvCaYkC/LOeVA1NsG0EeGCltVllt4WfnjIVjsXJCd7996IcJ21DYqkuPT5u+js82HeN7erdlUGvI0n6eYAMDOOXcH8B7eOiX66FDP8q3pNIpj5slPq02tGDOw+2K/uB5ufYJ9S25qsv18AG/t/iifi3N/Hv4WW4P7zg49quTqRbvNb3W2tenR37r9Fz7r6VTG9b2M+J0m6a/6O7hPw5+jH369n9cS6aScj9pcq8jjsPl/iemOF2nDy3AaWSp/WwEKOaV8RruqrT72wub/XbK7XBtxP/rq7bFy/W8iM41bfOp9VNbZH/br3fl/Mjc8Xov2W1qs+V2LvHReKl9KT777b3Mfy0+Leuu2jX+kcMeu0S62/O136VnlO961/lPbEfEu132Fkrp1+tTxRnb8ixseGWi7j73vDZDFTum5y8utohvbbtrghziF3MLcFUPDrpnHtDk+ogn62HNjA/degqHFmarf4TfgrfoL9j9FtjbPz2JS3x6NBG+1udr/Nfoo6wj81O9zF3N9+C/rhPrJyhyWtdPUzng8WpnZOK//j0+jwOt+DLSpyvDOW6A10uRV+PDPJYJR7+KU7lBL0jEmevRbj+cUjMAr6c8IdPCtPkdPRgvCEXUt4F+TX6r7ZHPq+fzuQZ9e3DqXz9dGlf0/p5WiN8tdMsysHPEwq8irJdv0UdcjU/hsN9mkSNWjzHt7d1f88p4Fo37qlZAA82b38AvBqrTr7xOVEFKcWDgXGKf5kEG1/0rzsfjgFBybBBMcoHTfsqq1xHL8PSaaR2wnIq+tM+ubBN/1+yXeczKvThTBLRjo/NYGp9Vynr8qbjtHL3Srl2D8kRoFy+slXs49Ges32p3xmOkjfk1Pmv0kVcrv8Z/pBnGAd8NB577L+uzmT8Mj0474xf/ij7XEm235Y/+DU3EE4wLw1wkVrmFG+nIZ7y5Pi0/imuumIerLhTXT3XQJ61xWimenOv00+RzPRtVVEQYrdblK7u1bVfEQLfB/zeq9RS06wngp5j9EvoTLKCASYCOebWNQE19bK9gujOwdeQTaAvngv0MC2iMcPJtjRO1Uji9SZJoRK8U+jrulm0EPmkPG37UUybNuglOHTRXelngssDjLEBMQWLTx4cJbNkKtIt4wvkqF2w0OR4mvoKZP+to8kDAjlR8uOAcyaQzsiJcr5IS/DovTqxyFS4LPMQCS35f5h7D5qguBesod5zbClthwz5fbheDp4tovQpWh+YNJeYYYk+GcJjfFKLGn0wb5yPEE+SIXDA92cMGKJszsIYmxtDIM8KhudLLAj/dAnbafugxnu+n4cO+YiOArTH0166+KL5EH87+G333vgbIAFNlFFf0yzKkg37ELspKYyzK+uii99juXHmVT7VA7sNThV3MuxY44/zqPH3L3yNHFW8u6YdNVpRHvsaDfNUvejvtu57qHa5okUK+9zKj867rKvEjTqiOejSVXsydgCkVDQfxJcOpJy00RpZlUH9MWvU6ht/35kI/nWvzc20Ux9e5kl6B+7bxG/uTPo7aC0ZMERw/Jn6A2yoTE6IM8JfTOFnzdmQemjPFeZMuCEddo86S1Wrbsg7fvXZb/3/3Vl4XgLs9ON4j0MV4VoVvXhyl31F82tboBY4yt2qTfEuoAqaCLD+1OwddNWyECdd2our7+jUBtFdK66MjIX7nQPz9jMP42jtF3tZS7Hn/k0jb5J2F1fMTyWMMMLbQAZqS6rZTCwzVHjVf8HXBp3G3Ejyggzdphasf60WaCgezpkt1FcvbJVx0iHXPz58zXm9vl9v/dvoe5bn+2ZN6PPws+xyv6TJHxh39whOWetKO/DKHXNv2r3ijhuU/h9cI2TkJDcwxx1MRd69m3pSR0fX9TvyBngUQsQ64nSTLvusvfUzLDsn50t2rw2YsdODP6Kl48bRrt8P0vn38HKbCd2Gk8+Rwg8TjVB69LokkDrxa/7le5fVo0nhQ38taPOu8rinHtF34q+JJHvO83iz7MLElGWa1KP76iR5ZyIc41pXYovhiP+FBozLHSB/Gh+r9TWu+BgB3mk7tMK3bUpK97+WxRQ44jLujZD5af9pB+mr+g16PSu+1/2vYjwuk5tluOPO9eGFEvojPC0H+ykanYg5lfLtnfepHfy+I+ESPyuGKX6KPtMQ2KE0Ve+W13QyjGKk7UuxQmOHJZ/A+P+efzaBuX+r9l/n3eeD329rc5/PaNflc09f2Xv/pc76thn6hn9a43Ou/W+Ws6TGtz/aPPiPMXD+lvqcke+ioayrJKud6m//VaYvO/b4v98deAyucGF++zM9/D6+H/bBvchaHtr+aQr6XV7PKr+v8IeYNbXKIL3FHFTGvGJZtIxzFNOkU7SQ8ycmyXG+PnFUjcbmOMy2Q+/UUWSvr63tkMpaUMiZbY7Epg3lyY++xif8iQF6dTHuPVEt2lN/qgH/03wIv3xa3WGM3uIGjVHanXBiMN6WFiwZeMf4FXykxARhI/j1hjwrShf4FX/rqRxk6pS1Y5h/xY75FG+tX8yvjq9p1ev7mbLY6H1rhv6rfiyNcF4BfsoMYno9QDllMKB8h8+fKIKApJeCSTlvtAZvX5RX8smk2nZoRiEUrHPhPeb1yifG1R8dI0z+x7eH4E3Dp/zJW7GQ+Pcx/w3cqVPuuizm+M2l5t2kp22QsjqulkzXjDXHgVnjWY6pVrwR9rId3hO3Jt+2yh8Mr40afOFLP4/g+1/7HteNI6x7Hq25UHMcTTubDFhN05uHJOGri2YhFC3WtlLhSX107xIcNC0D5P/SVd44vVrYnlfWtGzsZFr0rrj6Hw8aOny/FM8aauiCIVD8r736Y23Tk+PnpvpZt9wrlI/vvyPZ4hKhxQrmlC6FVNn6pVH5JfCEGMB9QGvOVw7YctMKO+VzOddKLH5LQ2TgBMp4eNz/tJjz9kwVow98Qb0ZDpIxslW2aUB5YfFX/eaAJ7hL1WvYzzyy++Ta8alVN03jL/qaYAkypxiNxBnPIVwVXit9Sd0u6hYc2Hj/te6GKlaZ2+NVIqvXch72alpijlPx+vV6r//brf1HcZ4Gf0/9rr5ffNjtt26Ocr3RCD26Y7S4fJIZ86eYNxR3D//P5f+XtIsLXt8MVb4Sb40Fco+w5P7ZwuXAjWfpFWSrnQ03T8WlvYvEmLjTUUZt/iUMDuybO7cCo9wvuS29Yy97e9tekpL/RjnJrTIJT0m9qK80vdPjtEiV7yh/smJnr0wyq0yumOeTb2d7v778MZnrafEL10f+hUyq6SNuSS30rPolvvolNfHXznXi1Yo3qW3IEXzoiDTp18c8YX5FnzEclevCI8w3y1zeAx07ae6KJJ6mRScjs5SfSJZ57+S3xCmp2s2vyjuJ/L59uAx5SkQMUwQs4AVkBMsOkIDDbMrKSB/2oOPyAqRxhMQ/OvvTWfs50rr/LVp9Sv9a/4Ilyjlvt45zzX9qf8XrwHj3wHh/qj0pZxGR58M8XYgSnTY4T7QYVqdtRvKHhG8m17FN34WiMRj2E4/hlbVOYapJRj9pPma7ieA55Ga6y6pg4RF1buNIx4o8rLWdUpmvGzvR2amtRi80Iw/4jIGWw/5L+IontTyxK8VZ69Kv00b9M7m3rtqAi46f2Zagcs2vtE2LVcSRbtUvFvC9XZU/ts5XrlvZt5XUu3m3t26KT21AxwAcVY0+0W8ZZtGEv/88/utdw/jSL8GP8qf2J5oxTyp4Kz3Gn43dOP6VTSTFnC96c8rUhrTbV/rh1/ET7T23dskbWocpvYQsW+bdw1mW2qCqsx/9evlXCPblsr8yr2u/W/sscby237Yj+rmf1q6r3VB7zYaCc/+EDnDTGBmBKW/zh3aqDNtdBo3p0UV5w4kTUTfQqAyO1W0+Mqm7WVPh8niP+60fb3k53xtjtydsvy9sufjqf1HlmbfN+npX21pz02S63ngPbdnkLN1u2NYJuTSZ4bS57dJ5yWOK7ptOUk5fE7xa6Fq8I6+m5Jgu6Nbwoq+bxe/w5xwWV469StnPwa9calCdJGgjDPbpDTYwhikm+wQoZcUXfHtVRylr4pGM+b/P+y3rGmJdYlGLGzzhr9Bn/+5QZXy2N7Ty3vLzcNG9uce7DevpsHf/e/33+r1GTx1scXy2bf+gNQcPRtETjIij421Lnz5Nixd+GzX/Fh0/76dCbTlSH/jmeRFmqEx4XWvBpyhF3bx5e0FU9CBh6alhPFmoeY/Hj849dxLGY07igkXnBU/DaL/qeqc2XQj+Ap5Q3NkRYPz/vQezZo+l1bx0rc57iNY+PbQmTbwA3bNSmOg5a7Zx5TsflpDbo2ad3ijX7wjfzYWzU8ZX4cb4Luggj89kqHz0OT9EzM0565+rxfL6GNyPsADp6/Pn874RgFiMGuhKGzAc/zK8/Pn5ZfBnIGuepLTanfyfCO4WIq/6ljzU2VMfNMpk80lEnXId7XNEFeB9jatDgy7I59urZn3oYxzTSRLwAn0eNqfz3SBd5f7P89QTwK3ZYGIjjQD9LT2T9kAF9lplu5atgxg8eKnPi9GCnmvkr8QQFT3kd/5+9c12PHOXZdSfpmb/fe/5Huq7pTrJ4wLcRMnjv2gV3VwDtEUjG2OXK9Kn9uH+nKXS1rczJyJC/0bWavxNWPFAfD80nnXQ1z+zC4Fsray3qA15HmLFGZoKJx85HP1cNw6QqPtHzVJmVMyEeAKJncVGjCegUL4PNNZrnhdXHb39/zpaXctOWObDf9hrn+f2pabkf7Lr+pTGbbiKu7auNXVsnnyT505u/ki/6Wv5ZozvJtXlpnou5Kbukl4+4WnmFPrTw8xrvg1W/6Gu24MT5Y8/Pfd2YXXxp7cTxu9TOIFzzQydjHSvnx3S+DuxDnKbW9G+LT5TgVFKfSsgQYj1DsgxgyCJ3IDd1V5sWqd/KF/qoLVovWzB7PFN+sXa368qveRq06W6FeaL4uZVLNul5Tf8Rh5S4RG1iGZgthQOv2Fb8+hi39HN1fYmQVUz4ReORNGSQeJMI29CnMqbVEF9/9dul4Q6yXr0PXRTg8su4eTpK75Wf5YHXiV89/BDejBoPesX9DgEtnhuBzRt+rGVXrlNClOmiJeqO8TiJs4ia/aM41TWPPvb48+dPzCE2zlWf3PSxTK4OrwOH5pBhQvHxO+eYcMco3jD6+i6vz7CxyClToddAGJMo3Y7sNeq2S2XWiXPZPvmwPS7btVsOxucq+VYXdc53tKtlMYZViocB2vHJ/nwM89aOa0xD4aHEv2Fqxrwy/GSWfehe4yZ5KtfmlDX6oZHv0GG9V9PF9ZH1PWuoOAZD4s6yJXFI+tqNvnR+Kb6HuI56QtJE9dgxcsBy/I8sD1h5oRvAGggG5QxPM7Bnytxg1+yCxEzQDSKrpLN6qhwvCjxn/pCw5CQlspjMBo+R7Eh00ChpUh9Ix8LLEy0yfTky3aVynzjBP/iCrgOn/Qql+kQ/5/s3LPY3dFpyuSCJsmNeyBcoQXU+hqsp8Vg7sC0TTjdQwcFHCdyXXqZuGMfFQ2FP2IwJtgTnJHYZG5ulfV52b5/jAY2hnwvnSH4lKeecX27hkeZmyUblilMdSzHO/BG96uUFw2TlPVqhcNdr7rcc2IJOzVt97IMofi6rzTl6iy7R4oOtfHvo6RN93COj8+CBO6//MaOXgwfq+dPGl+o+Tn0sqE2sS7Dlx9Vl/gE6LVmL27gTTDIFkxxyh0pb93q93dw4X/8Nmrp/plZvhWyPg+QP3SCzuspvSFtMr/8ED1w1P6/zHTE7p0FzXddNKm1e8TzTb8iFPBE2bFm+6BctdNBO9eCzEEPkCuUI6dERvwEcqv+8/xte56pv8KV1lmxOBOVvI8M34hPV+r+6Hrx003W9KWdSTvIuwod9sZx/b52/1ubdtXR07KpSdmzfA/L+Z67PWcnN3xbNEr7FV8Lxq4PGb7oOuBBqIcoSwRB2UHMNxQ1ocomPQ9rwsQdDW3jdGNahuv3YfENcC48ulfh3SBvBYNevENP6NvCHefAE3eJFLqXFpXp46C1UNG6eJup0foF/scTOlO4WyR+RgLksv2hcdDAeZ9mrB390hFGP5fQ8E8HLfxbyu7ebtvrmx31Z2WNQ5PHJ/hvcGb/RLyvp5/0sJl7X59bYh+9h73ZIRJp/rFNU2pxC3+greYVcIjzzF9paCf0aWunSx9JqPGRbmk/KPWzpqhL6n6a4jCn45uZfPn8bi83bexbjhTxk2J+y2ojvF7oB/JTD0o3+AR5QgrKJTl3m5KM6iz4SsGD28Ly0VUq2lTWXDK3MXn9ODzD2V1qf5hBn26QpLipQak6ggFQyf7faKPoWT20+J3qrOddFL1vfY1n2QVQTeUXH8hpjXGxk0b3WPdA9sMMDk5hzMjxe7TEfsINieUK+iPEZSp37oKUsSfMOgser7XVbXuGwZY7O89j2K9TxwSv0pffhvh6wa9UrLPFx6tvSaWE+Jwiv37XiYE2jtqWlTgm9SvHQT/CUwqtOGzrBy2PYMORJdIMMWanog0H1avdA98AGD7Tjb50Qm0tUJ649t35e4yPkhUCQUOHSRL/z96WN0Ahig5cN30QmeUsPpLybb/Sx2pEq5SFrnySqzX5D0lDmNU8PTS+7B7oH1ntgjKMh3tXWh/wAnnZLMnTC27r4FMcqkUFpae36paZDbw/QUXuD8xzviBtukGhNEvNKECdZ4bIsHu96O8GwmRIs1colIS76yw2d/Ip88uo5CuP5wjwIg75zpO+Rgj/J/NtlqE9b+qF5xly09e2aH4VDPsR/+PNRbDvHDsaLEqm2rXmg8YzzQQuIcKitDwdxD4wSPG0rFxg0rVKykZ9+MkyUuvE7vOGEUH77HK+vYjwOAq3Omg7N8eoN4RrxD4E98W8AlwvlcryYKSW03mrJWZLR4kPLEj90S6XVU5Np8UuytuBruiw/epfoLM8j1bG/ZtP1fSIpKmlR95YoGYKjJMl966ox8OrQ35gIh7ZgPIGo+vxR+mGUP+b8ui+m8iWnTjuvv2PP8cDV/q/LZ17aPgDTXLJz2NKoDh2lx9fazE9w9gGtOP3DH5ZwapuXHcEyLh4E+HY3mKKMkVKV/C3oAnxSY6nvvr9b1d5b/pK9V/dvWf+Y6Bqke3Nayqt1/2eZe/vvpu0YS3SC/Lwkv24fUpbLJflLEtDv5QCv8QvHx+K1UWovCJR7JNfKou71WTm2Ljo+Fq46slRvybNw1bHP8or/EQ9rO/Y9g93YqrLWB4u/uj/30u/zg+2z6uQHD1/fTvltac3n+7/e38ivWZTzZw1rYV6/xamOPWw8iB5YrRQMeE02OK/Ht2u8nkZt8sX0N4Y1t0WQN1gzf/YP/co4V7MLKIdS078asiZPfcHOaf/nxjFqqGh9JNCS/Uu25rGoUy7JX+KvS51CpecsWVPpU8hcv25px9SyW0L03br6oWujsPYM//nGjaUrfnvSIlzdx5u+zccRb+6EmxU+1xCrorM4ydJNHMHe3tJ3Q1SPPweEUJXmBogFq25le9xzttM85gYJG8i+3e7b2rk+Fy9t6a2Yvt35v2bb2j7XeJdh6tvc+mUJv6zhOIU/TyougCnOiLuj8SKZkufzAD1Q/nkP10WBAlBRvn+wW1KAx0ZLLvb7bxR/ht8UjrERcgR944ET3oiiB+y8XMmzPhoNmKkk+fkaj5iU7HA7eoYzoFj3NHIZts8LyV968PSMdQuOXI8Hvr2sn9+xYyIv9J9cZnGMnYXN1Zftn89rYfrOHsvyZ9nHmGtRLclv+m8QCD90vt3SuxaOvBY9elv4vXAfn14OeOm3NijGY/zFNUQ953hZapNPkEsJbdqnTecVcoVw8g9tZMCjUrAoK5wUdKX0Yw7yW63DJuf1bwDXHNRh3QMXe8AmK1u3apXclFxJqBYX1jghoYX3+cfFTqzFG1880cd14NIJxMrs9e6BrR6ozV0LY/Ffk8vCgbJGIxiLAZXU0RHO7+UhmgGiU35uZTIuRBLEbdCYbzd/hc3Vt/fyphJS0E+7l90DSx7QXFXe7scxDyj29CEfUNfGgo1LW69pJJesyT/QWpnArGxsEUx1yYbH2gtcMPDiecTzte2TbOxH98BeD9i5Lhm1GNor+wgfdqmkrhi18Sm4Xc+ARy8xrXLpWNvvLEsnjiQ38XKDJjwN/6nv2NiFUHmSoT9LNq3Be1lr+7FGdqfpHri1B/x89vqPzu8yLq30cINEm5LhGkM5hThHn9aJH/EGsWJZG5dcp5Sx/VE2BwVDLgj5iosh1hXSgy7B0AdMAuSTN/OVwG/dLAh2Slx8FaNbxOJDldSROxjUi+6BH+UBG29Xd5yYq+n5CjdkdVPWxjN0egBFrxCuxar2SJaOyDfmghD7IU3pBqLgb8PaSTK8LLXxDzrUB7u2snDqa8pojvQPiW/ON2vkeRorT/1UP2zu9PTP0FafanNgznY/fnO0a3F77Fgru9NNPTDnbzvPp5xpjSAa7blo/jN/1CbegVFKzhmxInnIQTalt5WcovVLCNW4Plnqm5fxyu0XugGsi+Mtd/iXL9LPGXj0bLFNmuE7x4qfJwX/rfW76NfS3sabSlQ60dqEh2Zu9MrieBM4XAjGa8Gx2+kikEQpPuSp/jb8SLxPhmMiHS4sgwkrj8fy3UqjX4jsav+fL5+5zUnaDwYLCztHNT/1sTDxvWuTwjzZFGUFumJf1Chg/htQrNpvBKcn9L/GBU0ZP0OAeAGu7e106Ek/PP5+7TGR3M+EQvPZ+Zn+rU5whTVbGimHar7o2xUqt19wbdG3jvZ2/Z+zh/gYzzsDcQtuZdXiET6tn1J+mfc1eskrVr7q4JFLGzrftnDlL/gsXHVw5EDo7PkaHl+KVnw6Wvo9z562ZEtXXQfz5/zzwh5bH48H/yx8E+HxDF9p0bpxr8+dlSoKMm1IXufLWjwJVotHYtXeuLGmEjM1Xktn68j0/sptnafsmkP+TxsvH+EVsN965+G4/sl09Kumy8LW1r087KNcK+fx6Yjfx7d0nYXr4nWdLFHhn7Vyr43f9XavpaR/e9eH8Lf1pZhPdD6utEYMt23CjRSud1Luy3GWHv5OOUB5IOn5+lva+x1uLrcOn58kWzDZ8jHcAP4Md3V0rfTP7wD//htwaR8BXvVBH/GIP9vX0lrCkSMocizFVnmW91h9efyOyV/i5gZce/yWJJR49WcuVpfwpbRp63bxPfftX9mV8IzfXJ+nvTgbQlz7ea55rflOvG3XS/8Sp2TVj5AYAkqvm7eHvv2p1BDCfVzjYJNkaW1j30zATR0rQ3TkHa1NYsoIatJbCFrXDQHfyBPyRe5H6t/Xl3JOaTs2RJ9q30fX0wGYeNVfGZH80eJFRqQNDTs+wvk29F5eiw76JTx0x8u6j+bk6ma95kHKsdvil355f2R95fzM8GlN48Yn2dL2f+ZG/vZ+Zxlr9Fjq16jja5Xr/T3tu3glQ3OA+YBsC0OHSj5WmnKLh0tOeZRtZJY0qWVlqS5Z7+GH4b/CNVJrvgo+1UlOqWl5NpjiZRorL3QDeNq5+w2RtcXWt1gEH4luC+8taLHvFrpuoeMx+0NC9R74DoulkNvCOiecPFXqE/6prtyptg6b1GxiTNj+t3vgsT2g+cvJXnWdqD/D3A6zP83xYV2gOR9me+4MAZAh1RqyR+Qk3Q6BFAhs/Ni4GnldRbZO5DuaNXIcy9M37Zg+fWdWd0A3f3NeXs3WCQ97YC7GhFOc1jY4aoq50KnhgJEniH1K8CqBIQ8bKS2tr38pt4UL95TyUn6ED7mex7ZFu4bO8vR698B9PXDWRvjxXtjYIe4k1db1JLwO4js2wh/LC0yl4J7W4ut1c80y3vxNlOghr1nblO90ZFhe4yRuiwPSy+6BIx54nPg90otzeE3cVjbl0BGu7MNp3lzTgBjKcHURfrA8ryn1rbt4ZTSEc7oESrrIB8S+zzXgVaYN2XAzJuj+CDd/lSfibxjrpr+5PpIM0esjuaIjp6itm0jIxXThsUEw6H3d0nsZ4B63tOO718q5eDlD/l67Wnxz9rZ4OvweHkhxmvKGYpH4IhYT/vvXf//9N+LsN/uwWXni7189LBJk1V9FAOmq0uckMX18/DPmFisEG7++3sO7EUKO1E3f4QgpZvFQqpQMfTPa5qNFxh0ESc90jbVD1IUs941f+ejq4znG4WovJPlX+luy+Si3oAuY7aHwfIvYxr9dW/j8ZPmX6vCqlExs8XyC176IpNygT4vPy3ncds6P1sYnvgHsO6SVaYbFL9rYntqVa4AvPUX2PTwBWYgwjTp/1m9Ih6pZOU+RA2Tg18V89R3eyJjTg/A1NNDWSnRZ3JJ9lvbW9Zq9czZ4/4jfw+b4b4ubLFK0ngiT/FuJbbhI1AVjWNFEw0h8o5VxPoUFj24Sh39aAEmmyMvkNvAz/64/L48m9srP80A598r+M+dZGCg645OsYU7qtWRhso8Mel6e41sPM4YTut6gNq4rh/lsfyNL9F7/JG6sjlFY0iRa8U95El4XSMLTjwQt/7Z4ofL2AV9bruffmj/XWpDprC22nilsrWYPsD15Gl6r48o6NqYHFfTN37e4SX9OQvXrjxwJrT7duv8tO86DM4dSSf+WPVGzgMU/uaZGI1g6Z2Yd2ACfjWdwNVkeZ/mgl0xyh+i/ldDC8a6cEl5NH979Wr2owRbLK/lWJ/WaXvSrzHj8a7G9nj3wWP7x+SHb+Sw18if2yr8eBu54mef5flnEGxIUY+QVYF4PbZXklnQDJucY8RKvyJl+Gzr7B5k2fwCTHMFVCpbWUVkqNWn/1qsjzfpHOGuH+PnANym5jjAIydCrJ4O0wG8Qd636+D0617y823Zuuv9R6t+eH7b2x/svz8/Skkdpbe2ft3sNv/eJlbGG39KnB8BiPLKkDOIV2/H8r72BQB4izTLFeFV+8blKsPIIfOMkkaSAD9+iCe+TjWTSQU4RIOoMpc0PFgZcerkuioIqf6CtoCYgdEwQA8D3s0UXetBGrcaUvl7NFgk9b80eT9PW8FbJu7mPklOTD2xZz7d74CjJy3zj1GmbeDIG208We1Ac85NY0XzU/AZ+2/mZOhPP2TE7hFEzawFhsY9uY6faPNQGLt24+R0zTHg5QFwp6K1pH79+hz5KVtiTCfvovz/C2Izn+VRJ5/1wTZOnTKChoTKPp7UB3Sq1tvr4kC7ta6ZDmUrH93d49fVft34Z5OthFh2Sq/625EeiA38Y22jfsNC5StdmMwdfDJeUwWEaI/mdMdgqMY/XVs7aGhIr8jqmlL8lv8j/fIjDhxmHrc46gb7m771iW34Ebuc+Y2B1gVcs68P4QCM5rE1U93jofCm5/rC8ti460Ut+jc/nPdErtolvtdce4kHXWp5ddGMuHbjH+C6lPfEN4LIj+xOXl3NCW85nARbrnJ72yCYVlglwj6RTeZhg9PNU4fcQhp/vobutk4TkE1bIIuGEHeaVTm6hpKlvBEd4VWS6GZE2dXJ/J7KrvB3YPXAfDxADLAb1tkNlwzDz8x6FMe07npx1Szic1IdLg/e33+EEn+IkBIihnq8O6/ZIVIsTFjo1KbJbPCxgPA14+ufxWiyIv4X39M/Spt/PYu85duZ8e468+0l55fFbs6iv5YFWjNZoBbNw6iq9HPJLhA9X68p/v8NpXjdv4uk+TAXtzXIgw/IiWzh90AnPM5av0o9n9P3tbX6+/EnMzfmKWKUULfPa8/uYpZ3KqX8EJwf4vFbyNix8/533ZAcSu5bBTm87fYgsSlDDIZ2i1b9+nOcBxuE8iVdIms7PK7Q8hcxT94fKHmsupIdO2C+a+p35Qm5AguAc5IeRZtjvGdsQLpSi5zpGpGrrI11WH2KAUwqe+gNFWXoZ2F1S3bjF3pjU7t4fY9wYR9OHU+QbeadUsfcUYV3IHTzgY8ma0MLpJqs9wpZFeEZENzkCVH/CXNWrV8OpPx7v4Y0Cegg//rxWgPBA/vRNB8ynyvxPotK+ijaFgnDkDKhwY1l5RjeH05tYgKsMv1waTfv6DG84GB7Sb/XP8p1dv4fOZh9sTmkSPS/ioXz9vG5cZbl8bc/D1vcWXhNmaYXXuZ9rF9YOns/LtNcoovV4z2/bNdp//vkn5Iu8NoK+dmNYOGixmzZ8dykb8X3iDWAlapL2XbrolHLiaNm0hHfiiqaViZyCIDd2LwCziGltQeeU4QdD8JUds9dwh74NqVeYaPEUN1X01K8WQ2oN+WpMaKzARjd8/PoI3yLSbTIS1Wt4pffimTwwzs+G0Tp5jidQXUSEeWxvdsAmmG6McKR7JQEwxIHi41NxEtr6zWwdXITAo1K3jO3Bb+e07GzBJUO40X6dB9xJGF5Kq1d1Nk8SXE/olxdbCX71X/wxJo7dCvFHq7+7BT8B4+P2ef34jnEY/G3rR9yPX7w84HOyRSO+Odr8m97z83dOhrfB2yo8MEorz9aRZe2mDq9o4AEW20N/wxZKIEi5SnlN//R7Thzi0Yf8wYYrMqFTiXwPQ0aNx9KGLDU05/1b8hxrWZupL9t5TOd+7tv7Z7+t53MyPi3JjztuyWK/NlYs2cPjLW5vfa1M2YL/VGKbfK42N06Ayx7os21pLZTbZc3ylpjUkq2SyThTV5n6MSzARB6qylX5kG7bzpj71xjn2+W1rX3G5+KjPh3frVK30t/KT9Jzj7HY2z++UbuwZq/uD9l+ot+Oi8Vb+Lo6+UX5gRwCzEsg/ilrePF6vG2rbmk0R5mnzFsvl3bLLuHFK7yVIblWN3Jev7xXfDy6Z4mfYzGzp5fMQ81J5ihzfzqvd44f+cPtLSzZm68Xkl98HC3xt/AhJH99D28JiDSKUe1LChGOt7f0reDYCH/07WB9i7c8GLMS2mpx87fwc9gA0nXS99c/mW3wkSwJaSPkiVAxyw9/Qwebs4BtNfKe7LKH5PLJuJ3jbwU/VH3l+W+wmVihC+ujlbnS5iDmkN3LtLd4qh9CHopfuRnmNvPaj+sencShvRlck4POP3/+xPWF2tLPb5kjR7yqQ1+T5WGeVvzI9bRqC09OpRScm9PY4u0ALtpbHD7z3kJn19E90D1wkge4QSVxcXNFCxptBg+LDhKKW4MU2qtJelhYfoZXqfSje+ARPBCn9lpDhglfLr3FnLcgdUPYH8OX7EYw91WIoxExVFpwu2CI9WjP1Bovz7fHJ1R1dxtjDFFLPyRLeOh62T2w1gOaU3Z+r+V7ZTq/oWPjzvuKti2p13w04mL8lxe6EefSmGD6yAZ/wYEs4ayNqoOD18K0YaIjkMVjSK+p0f92D/wwD/j4uVf3iWGVykHEMPaoLXh1jQ/RpGRTTYhy/W/lSyfrE0RYPDDljq+4KTxdwenbQv1Y9gDjXPPvMnen6B5oe4C5JQrV+VgOzTtyCHNQJTnHyoAPetp7Ssn4999/o54aP7Z6O2r21Pj3wr6Kd9fulXKQj1diHRTT2a/1wNVz8Qzrr7TRyo7XDyZ2/oTz/9/wIErY3Aif9ArY1o2VuXyiXERekj/QyZaJURk0hZvD4xJnrMT8pjzCoRtOyAHG9RTtvaWXu1dO5+seeCQPXD2v5+RbHHXFMw/C4ifyiGKZOjibQ4DtKSVnLleQW7BTJXXps/U9+tfyvP3vf/9z20frWOd/IzdciO6Suk53nSon8jreQ3Oi95jUrslb4qlL6tD7eWApoG8VaFd5gP6pH9Sli7pPcEt21PyhJAocuchZgkPXy5/qgVoetb7YllM1/+Jbf4bzC/MvfRNtiyy+PTPP4+e7tVw4Phae6nP9zjpb8tNv84VFwXiT2pxQF06u8gmfqV3HINnfSU7L/pYWz9+im8Llz+y3KX4rhPE5U+ZWG3KebnHu9xcS6SdtX963/94a316aX0f9c5Z85Gyxp3ZuRg6l/GHpVNeIaVSlC32WXjw1uGCeTrQcwtsNEMGRQx285Fi7kFErrdw5/TXeFgy7luRB15KzBPfyp/Lm44vfG2vpmcorKb3+EluOj8epvcRf4zkTttS/rbru3R/NefWp1a8WnH6utX9pb98uAWwc1vRjs2xAv8p08xbLMi7URqCXB/9I4M7J1pZIEx4k1c2Sz3AD2MtKevQ6RrO2yYLHmvA274yIUyqt+F06LyY+b/uSf6Ymt/RDWfNbwJknFWWD12vnB5L2lcv27ZO7xDWnd2lslmSfiZ+zU3qWbLX8NdoGnm/88Q3AnV2y8ap5xHymtGL9HBOvYB5ueWqbrBa/VJ+TLV7ZSW6gTT9qfRCNpbfyray38KradKQxwU+WdyC4tEAvSrJ+Oy/AUrbmUQ0Oj+TN4aF7tHLOD7L1/n3SGOZxw3/Jbr6JWz5QkB/YmvLBP1/m9UPdP/n8cNQ/dfnW73P9973QzVn7pjSbX2ysqp5iI3zPN+YgrV/syiVJDhnNqzjU1nj4MaGtEhtt7iEfSTHxHEhnjlnkDN8Uhb4ppoTQB6DweTj4XLbGH4rz+oLELSX9aPEs96/FmeBH5R/ln7duGbtf/9y4nzfmS/Yt9dCPr+QpHinhTzkk5RS98nnPQexT2hxQk1fDA9MNYm4Se15oPHxPu38DeI/XOk/3wIN4wCYDX1ciIgGuTaQkL9s9+ySLdCDT0vR698AtPCE8vA0AAEAASURBVJDneN6k3Ks3yZq/QMj6plpYRMzFli5KdISwMcd0w84gYzXxBeZhnZVfZSt0/lZOLV4Fk936UPfyz4rhOf9IZ80+b0tvdw88uweW4qDWv7kYVNyQXyyveLS5o+dCiG2bf+bsEP1cPCLP6oNecqXHrwUsbas+Z1OLZwmOXUt0Hd89cKYHNJf5SO4jzMO5PCIb/RPw2J36EZJJ6FOEhfhORyq1BtFHB2Vq8XdA0gyltyVtcOv3+IoFkOHgRksC4U987OUZxh9XlU/wj+18DWbxvd49sOSBVpzNzS3x2LUHOjRPyTl6raq+0Wfl1HjE24Ijt1ZKbm1NYvVZPtklu31/ZbMO2UDd8vk6NC09nr63f64H/Fz7aZ7Y0v94w3aIRflJcVbLC4InufZmk65P7JpM65OEtznC+r8Vv8S3pVVdttTskS2Wh7Zg6LB4L7e3uwe8B/p88R453iYXEZ9eomKVtYtwxC51tfkoD1g8siysNobkBEvneSW79iYEradkO/2Aj7KmD1ytPO8GsJ5E5KnEmqabw7iYtSeImhFr6Wq8HfboHtgaEI/Tn+PzUn2n/5T0j+RVS0LQUFpe0dsFEInIwsQHXHX4Va7RJ57jx3H/HbfhJ0vA/xf4IFyrxwuFQvRSni+IQ2MrvefPc1xzfTKv3X7n+7tOtX8TXbguIRZUKnZsvCRNSQByQ9SZ8+u8b4k3YlIygFGCm/aqhEztAo8N836UPvoA575yXs92mUflrev/drvO4sC+s+R1OfMekL+PzqmsQXHDhYiNQeKW9KLYEp1KbXKIb0uMQ4tmG6uqezz6obe2AbOl+MVj6bwM0YC3+q2caZ35fZ7Ppzo65DwPbI2Pxxxf5il+8fGxfv4iYb7kmzr5Gz3z9GuxsjvlF/wcOEMeSQdl2PAMOcAebyGWAzTEtDZHlIXmz+9fk5+QKeWJnwPfkS/UVl12+pwBj80dwGwpGZYGHZbmSN3Lm86HI9ITL33wuo5LfiYJelAgz8tnsvx0W7XPdvCbv9YmzVnmLXOM0tK16vBaPPEqHOsT4SXX51D4hBMfurlpQxs6W/r0Mr7yNeiFTyU2Sr4+NRv8b4AmPfkBFckQL7IorT33qy/Fx9I6aQl/v549p2bOq2v9ujR+9/GC5vvcEbY+Ljisznyzg3i2Cr/GN6SF39cMefFvWCjlb+9rbfE3kqe1TrqBq7wiWTV5yJ7DQWNLmxfEq5s3yg/KKVaWYLLlI7+DOor5Dj/x9fWdbBVgye9Wd6+/lgc0R/jYuVP2khjZG4Dwl1L3t87OX2fbV/ZM/q0dxOf7W7o1+jnEpMaBGGdMfB4BbmUDky4Lp27x3p4aTt9Ohlf0rGOAqayvY0r96DrvBvBD3fyNrqGPldIGja1bUuDXTkSrsde7B67yAAkC+XZBBKxWKumRiJBBIlRbdZJQjb/Duge8B+xmJhucnqbVZg4yJ1t0t4ZjV9bL+SNBPr/+S3EUYkYbp8SN+Ka8iSesOQIOiUHeWB8rY2xCpRLf2BIdvrR8vi5abiqBy7GeN1XA1UpsqOE67F4eKOfmvazoerd7gPiF07ZV57Mm7kTDB3m+BI9c8IILxloAeKu0r1USnz2Q5eGWpte7B9Z6QPNIc+pZD7s+svW9/dnqDxue4Xsthdq38Crn9w9tyuZ1RkFgGil36PqZsaA0RK4a80l8vXG67tZfwVqH1iOsSaSPuujpt0o+yFHbHnPTBTmW/rw65+J2H8/TVZd0bf/qOrdDn+nmL2O6vZdTDmRdMz98XEz1z0N8HHlqH7tz9N6W1h5FuFcyHuFX/Ma68oxeNKA84PWKyOqu4ed+a1j82IMcay8w0d3neKb4uI+HHlvrTx8/8lx7lJZiLEoIN4Tf3rIvWQfCq5I1AjkAGmlWvZU/2pYlDHJsyY1gyyu96Se+MvQ7PMny9RluGkdQtl9NbM/UvfbqHni+MS/n7KuNj8bDj4lfDxD39J08Yt+Aggxo1aYO31Jp6XlIzvIIRo4DLj3AVMeO3TeA3+yvqkctWogtJ3EMOr/0uu3CEG2eBrhKY3/zCUtkzsmxMnv9UT2wtLGy9cbU8X4yt45LWiOB/vsNHnjpP4lCSccmHlvXgsa2JUMwEs4oc26XBaLd5W39t9vMl2Vc9j9z7ogL/Dw7IutaXn+O0KI/LZLC+Xc8Aas/WkioLPum38ZLFyTJTvnXy8ybnCVv5rPxKzm0VReP2p5XOB0FfvjGwfibRWETRvsw4rcyI6N405UMzRcol+f3fTu5xr7p/LnK5qVYv/f8GO0zm4nWF8v21fwN7Dw/+9isxRp22/Ot6Mgr4FWy6aF6K3aFW9Jr7fC04veHpanp9Q+aiB8dqcS3XnJvP6YHGC97IgBWiw9w+3vDfJEE6nbe7ZecOZfkoReOJXroVI45yQKH+nI+mjJZW6jP2aP1RrBi+CR5/PRE4gs3WwPRV/iiis0jtp640l/lIy35/bddEnaaeNX/z7Cv8Pa1fi5Itz7SpT7WbBEOGpX4glL2ULf+AdbCW7jqOix/gtj5nyD1vz4mSh9M5K4VW1cWoWv6N8N+MarmDw+72ITN4o/ax5jX5BjYid/+tWuGzd0NDGv5/fxt5jrNayWN8KCJDvHBa2/8hvedDLGu2A40v8JWpm78fIdvIrlkyTxHThTc+FPbUBWpZJBD1EYWslXab958qQ86Avzb7JW+DV9RZqQTUforGfgT+RZf1s18iAhJ9LCSo7eu9EBtROf0DWPFaTDm8/PGz4XAnCEX4Zb8cV5f6YDdXwFGSTwRwzbOwKnURzQ6LFzt2itZiX/hOQSDVzBbr7Uj33f43dHfPMyWfYd8ldxwivTmDzQG1KtP7AHNFz9n0v2pI53Kc+qIlMzr41fyPSxTL9fq9hGnLX5itYVfD6/r9/Jljx+fVvwJLnobt4yrLanX8ou3H9rm+ikwvIW3C3yw/nAC8Cdydt8AdnJD88jgT6Udh2BPZWDtDd5Y5yxc0zojp0beYd0DL+QBJTElC1vapNhKftYFJBsLW8Nn6Xv9dTygC3l+Eo4T2f0vWK72L+eRpMfPf7U9TJQ5dkp+4YhDz2fjVXT2EI+lR4alqdZZUAxmqCk52tAAZfkqZ92IZgECrbUFWC8v9oB9W8uJm4kXW93FVzxAflAc+VgiD1g2T2Nxvg6t5KAHGosDtqZElviRIT7kU4KHRq9Iqx1BSiGnRtNhpQfkU/xcYnrrETzwFRZD78PCSNNeM/926yPFU/ZC7dyun3pS3MUjnD/sBkfmzDXheZX0OO/CukE3bsIqIhJGeKiq9fX+9etjOC+x6mmtJ7KWlEPIF8AlVzd1uLGDfksXzPv1/aXfBjVxEUxjraISPuSeVnIuvuN52OYD/HJZf3c7jpmwW8DtGBlTaTw6rsg6Kud2vT9dE3MSwen6MWys/g0fJagQv28hfuOblT70ytVESczrGues+YxMbLGlvbYasmPYFQ2bwCHBKKfKLuDhSRrLOtb32/lE8TH2tleyB374+JHnskNSbU/es7JW8JNfVFK3ZigmFdtaB7T2S+bygpXVrA82t+SLz+YX5Mhe2VWzWzQ1uIXtzzdY0MsjHmAs7jUO5+n/OflLPrPjZeu1uYCPhVPd8lteS2fhqgtHjrG4mr4aDB5kQHPiDWBEUnLJdtbEkLyzZGFjKFecIAz1UKVval5g01Rhh+z0ABN/wj5cJNigm9A8BIC5tnWereNr9n+4PhHeboCwECIpyUWq1/ysZOPlq60P9B5/vsvX+eF8vV6i7Ng6hl7Gme2r/dKWz83fM3vzeLLa/d9iq2Kvddi4hIYLCBtftRjjYgK6EMVBxHRTosRrBqfEGfduxRG+rROeW53wDuk1x7/Os/bCLHBIds22gHqi45xxPr/DC3btWvfMWSl97bk6x/kauNv3n9hsxVEttubyiR8HKx8csPREsvr8t7kpIv2ZHgm5XMIJP9o7PJWfuVNNN8akJ2wFe9TFbeLrYjUnirfzgfrcGJyoOojaEh82j+BnCystoy9Ab9enNPfQq/KQbq2NJSR09Xu44xtuXQiy68AW+Ye6F+R9p3VACLvmEeXMETQ49c3heFAqYkPI2rBON7uDft2QDQuM3+/6XbF0NO6XRKTWMvE3u8L6YswXMA6lXxflm9bhafnwSuu/4XyIOnVPftH1i+TpyXyV+DDK4ga9M+zLfNtPqhddNZ6Ht8SH69zOpvrTmhvMi0X7V+u+ff9Wm/ZwhMZX4/zwRi7nRc9RazOna7gSZmwqEee3qvkq6x+vH2OcDt/8D9/81Srg+1PJK50r9I1c4l5Gqq/0V6V9NWOtE4p54sDKqdEKZmk+ww1pZbzwa6O/PuLvgYacEv+l8mNIfF+iC/0lDmWX6lYW+rCF9m3L7P/b6n12befE6b280DqfZnvoX4bcskY8J53DwqU4aQ0wY5R4Sj6DrFQVd/KDXQPAT8m3/2mrXMovFVWzoFpOEEPKUxqH6TUQdouOfqjOITv5zOeXV4//+/RP46ODecMYU4JnvKYl8de+PpryZMjX8GD124oHEDLXLWvH+rfX0nEdP1y2sKbYK098ii8+frzVztckKaaZA8KpDl7tuCx8Cw+2BrmhOR66HEnrjhE0W7nwBvCs3o7sHugeeCIPsDhQEuLGLklsqRuWLiavYUElPotTGz2q96N7oHtg3gM+XlgkiIsFhGhqcSZYXmBqKTFdRGYZyY4ganKErdMQyO7iY6DLesMqZVjIZFiKf98HqwAcpcX1evdA98B1HiDmKEtNCnDFfN4kLfE5thXvkqHSxj704GjbEnpKi0v1kLfCf/dsSURJLrbnPDeVMAfBNuTM0d4Cd4Yd9OkW9t5aR3ue3NqSffrS+VWxZa7q94kauR7ZJzYudU91XF6EjanPcBMcL7ANNHZKHhrWE0lGoHA3Xy3tfF3fEta1R6Ky/rKvZVPcjOsrXuWqZROH8k3YgTkjRhF56xLb8YFv39qeru8cD7zyODJXa56y+cXidV1jcTUZgtXgVs6SX8d8psuf+E/cqqWMpryjg7wieS2dHo7uJCH99TQW1+vdA90DxzxAzFG2pLXyi/8Gnm+35M3B4x6N7gixWDLEPMSGvZQioa6SfR7lROBGTK++rAfGM9TL9vCROrYUW+BV6qPzuUrWB/RFO7Vvb39+/dXPX3AtMiSAwBIeaE2UimtiG15bvv3vf/87aQbULtGkarqpbA1o11vyjshsa+uYR/XA3Dx4hblwVv9acvbG3/x84EJDyYW6OGydZGbhwGxyE15tcLFtFzMBlx60zxdH+ZV4rX5Lio5r+p9kz/2ds+seNs3ZQz8Gu+xuevMJdHhactt91Ebf2yi3TYeG5yi3++G+/bI7l9kSLR4UM4pjG9s2NqEm1kVn8SmWkz+SPDi0RxuWG8P8Er/ly1S55hc+GZNq8FNiEyVw+HwbOvDTsjWuUN57/rbsu9qull755Wrd+P4Ryjk/XO8L5q+f1+d7ZtrPpLs91sLbiw9spcRm2rLZ1tX2NL4tGg7hwANTKRhyVdcmh9rAoFHJpjByRJPqvv+p31aG+PMBfds/mbZdw442xTzG24c84LTnpbSxyGlR8BuyHj98gbIYgy15g/VfzX7ZBHzZvpMuf30HD7TT+igJWLL/gJrIip+W5Fxth9Vv+9+y7+M9/GZeuF38Fr62q1esvsWNEOUPfaPXXjxYyfmhOAv1m57MH5U2f4nO0mpzVesTaGQr+QP5Hgbt+OYx1tphPRxpgww9WHNLf2Orypa/oVlvV8p/Xl7iP5YTseWMspWfkK3XCh85luQfkZ14530pf/sxEN/yOHL+qlk4r7PGsR3W1v8dYiYPi6fbZhvxSNzSlr3WR6rXbtZYessz8fl4ves8QfwHMDZYCitHdT42D1n68+rer1byeh97//g+erzVorqn9/iQ0aegArLe1oJtdePe+lcb+tCEfh4sj/tDd2c0jn7RH+URPiIir6isHfBPcEM+sfkBGW/jKxIyF3TQ0GZ/RW3ZqFKft/DtQh3fARbLcBoMmFi363RrHzJEhJ6B4QGLubi9OmdscUfdTq6f7FhYqfn8aKG3r9v5Ie3EQbak3j/wYWsxHvAhjzZ0R0vkImdJvqdfywcdJXJ8vCiWOCyO+BTOwqFFntqi5RpFD7Kq7nn6N4DxXC+7B7oHVnuABMUCwl8cKdHoA11LMAmJEnpOwd96ql+y4uKjvkhqye7w7oHugZYH8gKjpEgxpjgkthWbdmFh6YlbyoyTnLoOSyu5xLx4bV1t8oqHC6dFmmR5nJUvun50D7yqB/zcv2U/k+56jGMHF1KKSdVpCy+Y4t/GK/EO/5ZScqysFi86ZL/oVeJH+GlLhuraB1EJviX7ari1S7rubc/V/d0j3/toj4xn5Fk7P9fS7fXB1fJl1+ewMfnr629ohRw0voBEOaYeF7VYYV0jHHYLpjwFzvpBdFYOuUQ0gtd4tI6SbHu45ogKIsLxONc52G37PBrbK0/lAeb3Uxl9sbF2PSJVtm3nvHwnnIWpDgy4zQdbTSfvWD7kCibZautTyymikT3CiUY28xHu6qNm/9U6u/zX8IDm6SseNp+of8Qjca224rW2bhA9MS88PIJvOWq+RRb5Sjb8888/4zrlY/g9jAAOh/JI+JmMT+3KapzK9QnykSmOfnQPdA+c4wHiC2lzceZpWSf8+RO+LRx+EsMfN7gBzB1+JY8jh+QclXFEf+e9rQeYN7fV+nra8OO1saNEo4PkxIJFbZuUwONn2tDQjviwONIT/XryTN8YDUulUT5LkOdZN16dv7bKn5kXraeVGbSD5aM8nTbfjRn/zDM67FlynNhJc+v4JwHEXfxGyvg0+vRiTPFNbKrUR7wj/8SeFKGBbFAU7NOT+/HHg8sbKcidiIA15gEEZSouXmQDF1rKO9YmWxdnW5eeeB13kbOSl62dPS/3zb/r3Ht2/66z9BrJt+p/W49iz8ef7atwft1AHJNjoGeDBDxt8JTt+IYil9CqlC2+LUrgwn3xAzuCx02QtDGSJdpayqFj/rOolXV8Ryk2bFwp4nIya1td2TRv1+leDdqOi6Webl0f2TGgXpsn4KTf1pfsWYu3MqnX7FiSt67/fo0if6cNys+4UZm0eP0+3yiPaB0he6FVjiG/kG+8zdB6eK1t1ynCR10fzI/0TZuv8Nul399/wyeUyi4x31x7zVazdUu/avxtGOPTprgtBv/7eXRbK26hTWNq5/c+nfdeH2f9ZX64LkbIYclf9VdG+3ixm6zC6ZNyCfMN7ye748/nCDRce5F3oLKl1eXprK3CkbdUF05tYJIpmOVJ36Sd82X2PzZZfuyhhMbqFMzjodteen9ul9A5HscDfp7Yuf44Vs5Zsu38ZmNH9c9PnYfKB0ykTX6xvlA9fcLvf77/DvVAM5zC9Cvo9kCHSivD0gBnjUI7bNREsvf4bWKdPz5+/fseckhUUd5I0poKXfxkhtp8kr33uQ7w88r2vaxP81uJ763ugakH/Pzy5zePn0ooITZmhNnKX0qbtkb7hj3+G9wAnltUTA1sQ86S09bQMd0Dr+eB28YNCwE2WrSw0AIA+LjAqDja4uJtX61uwhGWPHHD1S4hdB9JyTHJFhX9TAskQXSEdciDHNgXbDIdKS9mb2lqtsdrfQz7vFXP2m77+aF6NN78La2yMUkMs0ihLQ5LlySkwPvQBUvc7Ax+CKAhpEslC62p7JJBeC48WDBho+DWTvBIKBZEJi6FT7Q5d8HTy5oHnmSe10w/HfaTfHFOX4lRSg0JcU8pmI9fwThEZ2mBz5XQkweQYe0Qv27MhKXMuJ5IN2tkY+MSSjdylO/CBoqVNWf/nJ3PhOvrh/uMluYZ83nOgrV0czLmcJfLN+fpvH6u5yEbe7LZt3WdwrWK8MS/6hyCkR+AzZWW1sY7Y5PK8gbGR0wj+qN1U361tLeXtpU7Z8vj4Orj8zj27bdEY8LY7pfy6Jz3fjjy3vrL8SEOKUtsbikX+FgNoHi8h02Mr/DQRzzS5dKmPJMY639tDtLc1D4MN3nEwU0b4dSH7/Cb68UX+4YN4q/wzb/3eDNIBoa+zPzOOrLqFt0S+rq55pZe7Lpu74FaPqnBtCP69R5uvBoT/w43bd/+pvlPDrBxb8g3VgeZWnsNehBAjrN6/LoKWp8Lgd+/fKzzy/39cU8LbP4u18n3tOoWuuO5+IbryRN/A9i7h4Gzg+lptrQl7yxZW/R22tt4QOOrzbJ0kc4FFWXbhmefE8RJq4d7+4fcvfwte/bB/Thq0eBhkixYXPDEXcRhpyfAwhWKsEn5cLMq0aWLkviqaN0qFm1xzPe/trgq2E9rhFvalZtseQNrqyLGt8Y33+fEMeXPG7eZf9m+qZyaRW1Y1tWmuQWm1Y+99iFvL/9Sn5Ffo1uvM89/ySufNq1J3gsLt2hD+OZFNvE/xvsgeBq/yxrFA5/6w6fGOfZ37lvuQ5ymi5XyG8VTmet9PeU9AzI3D9bIP8v+NH/WaLyGpuWHs/pXt5rfSkrYqa5xvtXZT4Teuv/om/b5xE6NotjMYAOBtgiI/ZF4gNkNCXCMR4sHPPStUjeEtdSI3wpmXVIh1o1iHVau6vSjZgdi4KEUfI4ePlt6emQBp2159tbz+iFL0Jtb5g7sKGnWz6kl++vys7Yl/ky5VGv1c31fahqW7IfH96PF5+ngXypb8jyfl7+Wz8uhbeXV5xeU8v8xXyPJltiv0uecWn6xvKrDQ7x7fG6X9qvftu/QAccu2jVa8YhOOPTDh7yry2xX6t+t9ef+1eMz25cpbW3uN4BrvL5/7d8ATnPV01vdqtd0JBr6Mz/nl+R7fe12OT/bdFdhbq0f/9b6M+/zGocfh5BNwn0UXVukayKLp17LL8on5BTpYX5Q1nRXYeG8nL7Np9/9TK/ND2liOMKaRd3XAicc34HwS8nX3PzFO+QVa1NkGv6AB+bpPB66aYnGKSZDto9L5t1bm7eLm/0t6ev735Lw3HDmLXOe3rTg4O9fzo37mnl4lN97QPKmeskXtVwiCfK7xbX8nh4Qmcr3VthxlCy1VdqH7Hj4xPOi28Pn2ufFT91/c7pvg5ubJ7JgeUxuY+c6LdP8b/mmfYGecfZty32kjlxkoI+2L6H3dMCh93jglNATNz4GlviRs1ymeZQe5srUjcfXM8H+2nQw98sS59nyjlnTua/xgA+Aa7T8BKmPFS9+XLUIUNIj8WlElAw9XSDQ//BogG4YM25pUZF4wwLmLXw1J3wTJ9LxPpRAGmUNPOclUmzYWubx0MO28c0qsnGwb/lG61Z9S/TYM11gPIZ9S/Y/Oh7/Prqd2Hetvd+/wqbCuMGQnkCXZsWwjXkWRMLZuqW1OcPWRaNDsBocPQk3nfeJO/0VbbwwCgGqmzz6Vz9SACO7TvMToNfOn6fyoH3QhwT/VB1YY+xtx9vHl23burVc8FoeEA25pUZT47E6Ej7lA+RYvdST7JRn4Eef+KiDg0+lYDW4pXnUel8/POrIvIZd9fl1TT4iBolHxT6xa1/3aj1rcwL8tZxieWr7GzWeGkxy0INMa6/q4uMayNMiU3ZDg5zzymvG5zz79kvCv/slPAPnvcfv3vqPjZGPOf2cVbgr0hRKjvEEuiZRjCpm7Y0bT7emHX+NR9/qDZ+PD9kybEaEh3WLZWsA65u/2oPRzWAd2q9Qn1p2RqJ7/SnW3/PXefcysetNHuDc4/3Rgnu63sYD9fyoXKEPN2DxK6W4hVccC2bhSI6ljakCkRvwqrT5Tm2bq2o5Q/SyAz5KSbf1rO3sWt1/Z2vp8lZ4oJhrPX+v8NhukgtvAO+2aSejJkoP4p3OC2y39x+JXaU9eezvwzNxvnpio3/tmNS4Mwc0csyDOBfiFUiYF7r1Eq85tKgIFx7pqmWcLxYWRz8sNgaGRDMsRrTo8IcWHH6x4mnWt9fHDzd/18u+LeV78a2d9vjd1qp7aWPevKYfyLt417dtfEJzZqkYTEeKn9xOFybowi7imDZ4+DxceMH04aETeObKUU543VHY9oi5qUbPK9FGeke03n/r84dTsaOJz3ewPh3La8fv8nA8S//r89/Hj2/P9Z9ND2hsjEoOH59T1NbH6iJ3QFuTCYxS+tAhGPqRDQ44fNAKjl6Le6R6Yfuwf6xf02IvOa3dtlrMnBXfrXJVff5ttXxKT1+u7UcxDlMjRoins3N8JDpQ8fIPiGqy3mv9TLxy3SADbX+p+7wDnTZBoWl2bkCspUNOjR570S8awVgrWV7yGiU4W1remj5Le7x+m7g5Yif+vN4XR6xcy3tV/lur/9Hpln4j8lz/EaM+Hv1DJ5p7fPRzN/AtedN+Eyj+nFb4jU+dayN8vOE7SAltfqs4kgUw0en1SL8+5AqVOmQjN689T2qf67+6jg59Ng/4+e/tXzvfPd9PaxOHlEQwb7jwaxZ7TlNd42Bv4tb8J9miVZn1JEovb8pfj3/Z5W0TL+Nu5U5l3urmcU3zUVgrwx6V+6r89flzXm/r8n1+Yl5u1QvfOJ+HPfjKbYvVopGZYjGdh8PZOfJz/n+qG8AkmNUe6IQbPJCS9jgBN3B20jM9oHEoNxbOlP7osohxbqzwxTsSVsxf5uuyeo2SPcL6Q84bQfjSL0hEQPImUY5MlUqNv0LWQd0D3QMXeID408WAzlGKXZXAUUnbnsfq9Zwj4FWpfGGPyKsdkoAwaWUkeRt2RNA7IoaKcsucnZ6+t7sHugeu8YCNUc75glGXVmgUs+QYrIFWcHgyjRJHPaeQf1TykUzVJROd6KG0tMBUYgd1i7t13doePVBLkrc2quvrHrjYA3beo6oGA6eyhifGyQWiU07RIdjRA/lz8mQX+Qx9NVvBqQR/ho1W7p66bHkEO/bY3nm6B+Y84OOyRav572ltTJBT4E8bweG2rkkx2mNRU3sq4arl15t5mxpLG8jLXRekptyFHZTkClF5O2o3d7K062rYZH10hTZ84Pt9ha5nlIlf8BN9AE67l9d4QHFQi0Hvf41Pi0600BNXS9ZCtxR/uulcu/EsW/ycsbKQr9LTLdnW8d0Dt/YA89XO4VvY8PZ///d/bsuzVNsyqHhFSMkSW+YeTQW7HYSD4Cx/ew0o5bVPW6Plmctv80Pu3rfxSUBWfBd3cqobhVwEz05PiA+UraUsIs+aS0t6pC/d/EWzylb8ZZqz7MsS99XW9K8mubS/3V8tMhJ/m6Ymvw1rz73M0148JGPqMnKfPF62K3eenR/DpVUwOuvNPViqTcettG+PzDCTuVJsqD+//w1FDfCj29cwewa8d/xnRM6gjvtvOu+yunVzTrHkLzx8bojxNmwQWlzxJXcp1o3c8BvFgTQec98yKuTAkNjixigxb3UDE5nq7d+GE8W6/idZZaDVbMu6081o8b3OMTeP1Mv1vnxOnzxn/+36c+r3ME+vXvZNlVYhxJNiyG50ZOKPEMvpFWofH+VYpNRQrumQJ/4Ul9vmJ7GsUh9yjG0jG1q1rV611x5WxmqeS9Y3a7WvpSvHquTaMiZzciR1i6zSijNaS+O+Z3zPsOuIjHJ9ekTSclzMn6fFP5+olvyr8VFeWRonbYLWaJBfw+EZ0czhRYcceCh1/QNOJW3ksf5CBtdLwls+6CmRD026fgGayzn/Zl5LX66HMibVMk+K2zn54sj0XtLa9lJ+WCunTrdkf51L0GRXvX/rc5YfT/T56wOvJ91qhPqRSzt+g1/0isrxAsLi6cd6/8HRKr3fpnSlfsYj3L7VblK4eTKNB9FIbl7PpG//Miek4z3QRFnF6ziz9mW7Ei35AHrav34pnym+whnyKzzUi2gBwzlT9Jk22MPmD3TB/+lLAomWfoOeK7HF0mzht3xb674fto9bZYmevnj7W/A9Ou7LU87vqS3nxdpU9haI7Dxiy1H+JVtbftxns5/HaNc85KM3Evh5CV3OnwnCmx1Ta9km5re9Kc2NYuEEV1mLLwtr2jcammIMnjX0hnVD1Y/Pkg+gX6LbYMJTkdL/mtHhnDCeUGr4sG6fX7YHpnn5dalHoC19V41v0nfoG8A6ecfz9ZF+r+Ql4K8LwJWGvCiZ/KvxfLePBL5oXx+5W32ep9HBD3msdDJPWXsuB4CjzPzT2hoau6iwEsK+SD+6B7oH7ugB5QgW5pgxzRtg0mYvFy7h+sAdAoRNES0cG4sa8gWlBNi62rrwsDD0WVi0MaxQdb6tHmbx6vtXpe/A7oHugUs8YPOJYlEfYloKwSecv5ETk0lh13t4skTpxca+ZNj8YBlqcMFqcMvHBgj2gTs7n3j5S3ZhRy+7B7oHkgcUkzZuFFN8RCGc4plrEfwmuOWzdWjgt+1avcVrdcom2epjHnmSodzIGsjSteTDe6SUnivlH7Gt83YP3MMDuvmrg1i0NiheiM3wYuZwzfN3/GmtEEiR9C18QSQ90Fbf6LBrICu7VSc+cz7hIkevhtZmtL0YSj+/Idv9gd2Ch+xXcHnapfYt8gb20v8lm2r4W9hZ0/tTYN2/20d66TpC871Go7yhz/e39knS7af0jAr5YJsttTyEjpok2aTX6GvMiU1LV4NZfK93D7ySB3bfANaTsSlYlm/KrHOYFgH1xYb4l0+g8/zrbPiZVNG34Ym6t/e2/6/yTHtc7YLwCu3pCYgrJK+TiX7rc13Qr+N+fKpa/9ZbPZ0X+YS9dJIWrxYBXobnA09Zsw4eaGjzSmreqa8nWsPl1iCiPYiRP0xtZjdya7q3wew82sbpqZefjvIcz9B+9fPDeeO/ZTSZK0tP3C3LvH58FHtsKlTtDXnjMwSmYpv4tHaPsR9yS+0Q3sazrcMrPsG1fkq5Hk0mfyREVKENk9qFFPKsDjEAj8yVdoQX32CA8tYlPrzPvL11b7u+BQ/oGzWNb5sscN4UnWKXmJXqfK6vxak2KYtDiSfGN/By/rfjOeVH8D7XFDpCQ3mDXKCSj57KtwdwS2vx6LOwFi00nBNo36fcml+Sf+9j6z204h/WrPewwepc7//bzC/8Y2Pd2ntOfS6WiD1ouJmjaxtyjergoZdlin/bPsNayZO+2iGc7NBHddln6a29lh+48mhgDYduMFuKlCdr33RFp8rWgW/AZ9pCCegfXK6Pv+Qk5sGj+hH7yvPr+gGGv8Xh8Wb93mI5Fe71t4X7GLCUGr1Pxax93XOAhQj+9f2ltUo5voofe02ieuuweid5Y/wGNdzqzzBWYR2ovKC1ipUhSrVjbgnk7++6Nkq5RjDhcnwjd1qKZi1t5jb2ZeBsDdspRUy+m/ijIsnyUW/3b7t9FZUPBFJ/rj3wqbRQ3+/fvXmGPh7lR87WEj+fq1/+ZK9FFjHf+Q1zvcH1LcS56P4E/O/3f399/Nb6IjTc6ZyxkRx/+PGiTel5Bf/nn39GMT5vqM06S7lNdcGQR+nljgJPq1wzLqeZN35D9tx5s9++q8+/V8tv9fyqeZDGrdwNaNlQgSsAwv8QGBXkXUCPMhHv0vnjSp9g8+14Jx9JwpH5eoT3Vj7YZyMnVk60NWuh8TjLIxpO7qITzuKBWRk1uZ4HeuU+HdwITrd0h2Q95ETptxdLieMZ/u4bu2foWbfxuAfszVNbPyb5AebcENRf4elU4tv2qZULlmhqfG/D62JzzlFCqS/2lEMyndUWsk7YAGENpjckpLSkvykJlbqHpFWK2NyyY+72hzbL+okM3X+VUb/h+vMM/xOPxF6lRxFERIIPS4IQo9r4UL7T0/DpVYzIU1nGbOJEj3CWFrlzpXhqMi0PMlkzqfxZx0/rb3t0z4iPtvSO2eoBG7uKUz6SQ7wSv8hW2/IBpxSOTdk5OuhbJbzIIm/YG0OyBTutHMFHujDptH75ipPPrlPy5qvl/dl1m6vO2oCzMn+2dxd7bxPkSPwoD9LIoOWxJG5H80MlhONwLRHWJ6H9WREjPptr7E0eK0t15YSaHk+X2hVlAQG/zS/Uxaf8oQ83apKsxCc7+QCnRK7tC7hHK2Uj9j6aba9gz8/2bz3uzh5X1gXITdc/tH79+u/r//16/yJfTG1SzBP345ohs09qa+MamQhQG/mKOX1009q/zlr9Uc6xemwdefvLqQ/2y/oJnFeff6+W3xqja+fBht8AZnMyGZonezJw+wmqlFd2f0+nJW8PX6n557Ze3X9z821u1PfOKa/P+neNTM8vG9fwzfXlkXD07z59Ur7SyX5t3vJ05D/K+JsWKzax/UJoaURG+UuEu/GMgwTcZyx2mz7LaPvlCV+pn75v17Wr+x6Duq03AqeyNF55XLbK29trH9dezlL8iZ8LBsvr5fq2pU31sv9TfAnBrviUvkF9xt/TChcu5keM53IOcoyIZnU6ZmGjxe7VNjmFaMVjHvNZ9iayJReGo/KRc7w85r+W/ufpf6sHCb5t/s/LqmPP8L/iWDFD3OhViSEKKuuI+ryDz74BQDJtfoibEtHYsLk/7u8nmkAaaKdBh1wrp+6FZehSvpAu0aBzWeItKFpxUB+HqUV7519LLxrW6of+3DLPh7qdehUfxxnxgazlsm5P4rudz5b9M40127daLFr8Uoxk/ZZrfb0lf61c5Rp7HRRzz3r1I+USn80p5A/ZaO1XfbyhFL8hqHVMyjMt+VbuaIypWPkCr/ULIjw/8PVla54vzfEa35Sn1Z9aLFubOYXk/knfVH7mqdlTPxdlnlzLehKsZXfm2Fqr29fq09Q/Jf9bfEBriw1L/tsiK9Nmv5X2ZQpb2/OwhN4gIBn6k8d/aXywa4lOcetvnliLqb/rdbBu/0SypYcS2lbZygWSIZzFW7mCk1/QpW8Wyyf1/mU/tWwBjp9oIw991iZobNni99dTJd2eeWC13qO+Zn7X7Fo/FjXu0m/2/DBnzzGdNTtaMG+fp2M+efhym/7dri/zNsmeti12j0U+Ub/1URwJ5/1Ae8l/8zYlrGIUfcgVhm8zWxm1B1GElx1lrCf/5y8QpddifwW69CbJhLf6rJ5cb/ss05xRY754WbfS7/X69vz88dTb26X86fqhlMj6qoTalven/YaxfAr+Wv/u/gaw7cpj1K911GP08Uoruv+u9G5TNoveyStxmhzlQnkL34zIy1Ab+8cJe/nEd8xi6Rk3G4IoTvBWag1m8aqPdsaMP+7WerKxzcJ/BMxUWHjMkBQbKHN0m3CMmZgefX5t6lgnPsMDujbm/qLqmvrLM39J8+Ocf5QbxrheMFu0uhBQXNvYJo/B7tuWNtHs6/9b/NFitLz9+vd32tDRxj79sH2xdii/6OLJXphYPFJ9acefhfDygtdL+bnt7r/a2O+b/zVJS7Bz/Z8yX7xuD4rDnsSGQ8Rx97U4jysGtf8cUsqvr/BO+vgvbkgn4f6mk3IJaxUb6xsMKUinualAx4ZdO1mszyWyZy6nzOGs3Ovrt5t/1/cla8C/W+blufGRbem1x/OA4lUf8obNJbIWOPPI9kA48BZeq9ucIn20vQxeUS99KZfMvP0k0EhOoktakWthNXueGmavz+JPD53Rm+fPfzoHk+dU10E7ta78+0D+s/Njz/W7+HHcHn7jZsXhf//9N96kIV9Qjnnl/S9LochNHPv8MNIbHVThoW1Lf50DTusY8Vl7VP8e36aUKJlPQwv2kW8ErKzM9WOliE7WPXDAAw+Ur2Iv5u1pXW8oVms4mwvIIfYmcstx5AHwilPJsvEKjV4lbeHi0fqldWNYfKJX+anfGps98Ef7Ffuz7D8Oib+u6vjV8r3dt9G3+wYwQZB++1LG38Zg76bePtcDSlAkKUnO43yunp8nrcfHmjG/13xj3nsbZY9dTHj8mrZkc/j+WRw0lOh96c0MOnt5WT7Bdbm6Gz3BdX0/phq4+SuMrU8pnwtiY5E6ZasnxLNiVB/aove8NZxgFu71tHDATWqRxqAz34GChrKQHTZ2PsJvaIXHYIpN1CotjFF04FN7UGO/QQbZtvI2Tzpus+la6leKmWs9dY30o/4nRsr4Tus74i+EdfWAlwDK7UyuPPId4lM3f9ORS8W7fX2a+EXPWsFvhgiPDuxVCQy+rH1dDT5kwgWcNqXeVKBc4w/P7/HH2z8lv8yvb/Az4579OvXP0fjIsm9Zm+//LS3ZootxmfJMx8XSMI4qkaESuKVdU0cG+cPH8Zxcf3MFXuUlHbSxQ21wwCgtrZcLjWy1/HZjl34As3Ti9+25fqGvl3MemJ+nmfO6+ExjrnOkXf+qrdjQzT1ZsXX/ZalfS3jpfI5D/snrltBIDps1fmvcLOUVH5dSLh3KB4pl4prS5olZQw0SHjsT/mnkIv1Cz99wc5gjrl/4VvjgH9mHH2S/bJMObBQveORQ0t8WHrolPHSvV3LjK4/BsT7W88+yf5ktxPsxK/Zz1+3fL+81OBVr5Bb1iBjnJqwd3z9//sQbtNB4D9Tg4pcOK4e2jXOda3T+0aGbwOAoJZuYF+wjPLiv/BJPTTGfKAmHfBemW9AW5STdfk8p4SLBQ/whLoiThzDqCY04K89t6/ruG8Db1HTqZ/KATXbPZHe3tXvgbA/oZG0XGMjXCd3Gia1Do5IFQAvfgiND/LWFCXiVXHxYWK87D2jjXEur4eLNYXuze2D0gGJu7Tzx8U1bwmx9FD5UuBhQ0+eSmn7smcqsXxBAT4l+9L6F/KUDedDRht62073lUp+++Zsue+DoZffAz/AAMaPehpQRj/NOLz6qiDsPT3oV136dQKwTw7KXXAMMGs+bpJZ/bX/BeBhywVN+B901nPgFxw7oWyX6arJaPD8Zjp/Om5c/2Zs/p+9b4pE5Ju8oPskxkqE6smo5Bhg0lMApreeRiz6L41oNm2r8lp469LR7+Wwe0M1fzb9kd67rfMm58/H7xDzkPHcri5PfrvcT8b22X4pfYtry2DwDXLQ2NwBfKqs5Ivy0x3u48czFTbxB/ha+pRyPtG2usZI+lTxwgi5rM2MKjrGlBN7L7oHugWMe8PnFx57eRqB4r8VeLadgjY9vL1fPhsRfA4KhUhZ5JjyYlPOL8q4+eiBf56uUUySC/qAv/MLXQCNsPpAtOmgztte6B+oeWPwN4LA9Weccocfu/OdArD/hsjSZM/9o0KbKkvwlYUf1L8m/B14+WduvZf8dmz9r7djuJ+w6Nn/X663P7/X8z0nJ/PDj2II/Zy914Vm/eLKLDdHQb/rp+Tweulq5htbSqG7bNZlbYd5+z3+2Pi9/ua24S5sDljbbfVb8k0/QsiQX+iU65JWl+aJniRhaV76SV7qvlF/t0JMB145Pnoe5g8oZihvhwBNHtDN1WbN4Kwd+ypIrt9p45mv6LgWt77gBoghLr5zOkp6lRk9a9u6Lz5Y0wXv8zHnnety5/m/NHzdv9FrFmBT4ZgP9dHSAJ6X0tGlt3MNai2XRWVrq0NJW6Tc9kAsNbVtKTpKV/JJo0/k3oIajfNpZ9F6mYHYTFXySjRyVU/8nPdpE0bpsVGqZHqZOv7xBnD+m/U2Ub2EDqX2050mbJ2O2xcecHZK51hbJWUsruXN6t8iRrNoxJ9/Sn6FL8lr6jspvyaUPR+UjZ1pq/aHf9ow3ZcJX6vTNGNX10W+nf3zommk+PiWjdrAxavGCKV70Ia5oI6MVT8LDD63KOXpLd686/byVfu+Ptv40bp4+2ZnnXJs/Udb5c2/hX6LLHL5Wn19QIZ+2L4++AcfKr/XB4kvd2J19WeJv06rZvEVzu3+lFK5lpE8f1ibiVxs5MedUcobgNU/hxVJbboVVUGy0+vn59SfiyUeZM+UO8XkctgqHXGCWf1tdPan1cJuU21MvjcCSRa0+z8lt8czp8v5F/h5Zw6XAjLor13czap8QxTi0TK+PD+sG4o5zv+DAkKg2eYV41rrm9++QG8Zt37ES2PINXGQ0S7eOTz/ppbyQZNjcge6UM8hLPJSS9qChaep7OsS+8X3Ubqaxy9bluebzS6a5sta/AXyld59Udp6UT9qBbnb3wB09oCRPDHFCBuYXGP6EsMVs6UAPfHPyRCt8jaYGQ+YrlPTP++sV+tb78FoeYNHPnFXZmrcezoWNPMINFEuDTAuz3mvBzZVOvOaJW7fhd7LiU6xBQDAx2siFlGRit0r0Wl293j3QPXCOB9bG15ZY9DLbuSHFvnpSp9E6RThu9ixd1CefaJPX2mBtBx62ZmLusV4M2eZXSE3jIZugH4G90j3QPXCpB7QW+IqvfQ/x+DfU9ErVEJeKz5ANwivuw2ared+44pT1C3lEMoDVjGWtBA18vhSvcgD05AP4hFddcHDoVglMdP3oHrjSA5przN8r9TyjbOKQOJafgKk/xKzvW7xhHGjD/+LQOsHmgAK5oiG50skNaViAW9vAqVQupA9cp1l8r3cP3MoDPzHf0OdafAIjBytO9aEtfFgR/PrU13HDOkbPm+iBNuWR8GZngVYf6YZvWJvYC5ZBgPTZvIL+KHy4vvn8Sm89oD/kFPqAIb4NvJc/2wMPdAO4/qTGzx6eZ+79uk2e+/Xw1vPt1vru59lzNDN/nsdv9iRLnVI+Ud0uJGp+Kk7ygcC3LQ84legBZul83dKwYLAwTz/XRm+LZgnf4gO+3i7Nl9ZcmV74If+68vnm71pfjPv4axl20b2u/9a6w8aOrVv+FhwaNjVpE0/Al/jhG0u9umhopM2UFHNsoiB3pHcV6VPO2azXyTnepBfHJa2TIH3JV7eJn3VW/USq5/R/69x23Qj6jUmbO9AKjHhWCUwbI7rdk9p6Yr385i8ybIkcYMhSW3XZhLz3sNsS1IXtknDTZthAQb++uZM2Y1KusXKQ3SqxAVktujPg6PKywqM1A2jY6fEEk3bOLxPURsC6+MC+jcKb5Efn93n9TyZiz9n9bDqggUA/9jTIJmD4JogbAdCf528514cN1LAW0KH41NqBnEO8sq5YMprrGGTV6NFBXKPD0gqmj2i0+Sp7VGK7SuqWrwaz+KvqR/XWfDBnK74RjdW9LEfzYescnrOkxLX0WxtLjtRq8dVor4bh23U2ne3Ls8eH+D/bznIU/PiqrZhViR+JY60+tCb4Cp/0/bkACOaJTnkG+lJD6kd8WUFA5GyWqVo5qgWXbXwkRW9G8IfwOiydpynb1/q51HVGi/lxhqw1MtatP9uS7u3frfbj37bdzDH1mXo9BtpeaWOW9bd512CQv4Z2SmPXC8LW+s1aRL4BT0wrPL8/w43h4XfBw/tNQnJJbwPQg66WXvmHtrUkwRTnYc0RusNPjJf22PET7dDvt5TBgujxJjFrFfEznrbkd5HBg1P78Y5j4/so/WG+YI+fd8CvXBtlHdPa9MwzpflxEF6/pY6vuxj+cS461OHu30Pue3nmZ58fdsFQG6y1J14tEJZkicYuLpZkW1rZxglKJybqNZtrMPF4eZYO25dssjy3qWtRteExvV1G2YXbLgGdqXsgeqAWP62487SKUcH4wKeSj5QAty4HlsohXiYLIuIobVhYmVaWrSvPeDtpY6elr9Whr+E6rHuge+A6D6yKve/PX5/F683sq8rSjWDlCitrTe7QZko60gZBEBGOIGfIS8gL27kBnjZXBAOeeNMGiWCsedoX5nA8evlI64172HIPnbeYE6/ar9J3ikU2XC1GsFps2thV3sh5wXLX66LXQemplBNYNyG3RQsvdsoufXRQQvOzy1eax6/Ul9eflcRhiMxwwya8eYClQei6VhE2ZqfeSOuW74/fIV9o7ZFyR3y4bEq8CqJcog83flVXnhntDPmDnKeSuoTbutrwqP46Ry2+jt4QWvfw4VKev5+Pl+33tuk0NJzqPKpoaw49br8LU1c2avNnHSvxtNUfX79CnhjVjpV4fVFb18garTO4/gjZID2wumCm7Eo2ao2R1hmwsFah7UvhyR8q6SulpReMj4WrzvrIw3v7+TzwQL8BXHdebXJayq2BanlVt/LtjSfoJvudIIbyqH4n7uZN2/+a8qX+Zf7lE3TdvzlZ7tFf4+mwtgc0XvowrpRtjnMweZ4keVO94aZAWlsXCt/sY1EF5rEa9Mf307ehO8t6nYztxQNy0eP1g/cldPCBF9zDwKkUnkWFhVNHLm1fLuHbuufyjc0pls7CvSVnt63eOdm3tGnOjnvjWv7q/pkbGR8/rXgRnaWFjtLrEFy5ZYrnBgwbqJ/jRYyXUWtbGyze26e21Q3fXK5BHrSljNb8gqtV7p1/c/r2ymzZ2OH380BrnN0YH/4N4Pv18IjmMYdocWcupmxsS75ti2d6KBdpvZFoy9hmsyKtRyRLH9HwG43Qq7QHbdEvbYpYvrPqud+1Pqs/azf+xO/m3FlGRjl1+7L9Iprqx7+nmlIVdlX/6/3OJkz7LFztWibzFKFgwaaO3rp8QzhUoQezxAf9Eh3ylkrkLdF5/HH9yhd8NN8Ux2rPbYgyL8v5mx+Ixco16w1oVWqzF9myQfx2Axic5anVj8+fmtQpzPd/SlGH+H605GQ6zY/pWLf40Jr5gZTlcf68ni0l11pT+5fsq0mxsCX7Le259bl4nfbT62Z+5v6X8vKpflmWl612XC7ohB8OvV5Vv4lZHMMbP1r+w77IqxslOu/rM8hEVrYzxX7uDxRpvaGW4jnro7/JLvJP5iprmS/BlRPEo0M48NJvbSD/AIcuSQkR5W4Qgxc9vNDet8Rfc1a4MZ4h/dZXJuNR57HjmuhEX6e1/k60+S/+DKOfgUWtLrMgOaXRtj+Jz/ZpmofJPmhd/pLGQBiL3F8LXVPP+kvqff4hfrOsUv50fEW5T1fWoRSR/CY/UFeJXyiJ3ZE3POwaHmEbYw66Ed+oxDcVfeQH4pWvdPz+nR4KedN143gIx7WNcqNyhcWPhGPF20GfIGBtYumgUf5QXR9yifoNHhmtEh7RW/l1+nJ86zQ16Hz/axy3hPl5gk9uacOcrv4N4Ip39IQYP01DIqonnApzBy16QCFLuHf/LrrrVIK1yftUpRuF/eT48+OzdOLUCYWTCiebLSdpOzToUokdyLR01Dmxt2hkl33qDD5K+EWHbnCXlnZRVXxL6UytLEzIdGfK7rK6B7Z7wMaYrUsS8Y5UtYGV8c28ThsiouciAl4vG7jKJZzw6PW0agODxsqmbm3P9GB72T3QPXArD9hYZE8KGDFMXGutoDr5RHmH+E0bWop/WS54zkPaFNGRcLE6/oEfHaw1gGOLGLhhZGGC2zY2C/5Yh/XHnS2zY8MF3uUmPVD/T+nrq/XnFKdUhSim9bGHcoiFEe+WBliZZyzF9jo5BE7JFoy8IZtsPhGdb8P7WmU5Pk/dt7vkt6f22N2MD1cxCrD40a2dtFJom0OcjhRhrMX+K+wTKHbJGWrHY5gL5BDwKqmLrpYXBLc0arcOLw86yfWyhVP+E4/NLZO+ISSUsl+HzZkRcI8/Nr7Qj79pby6X84/8s3Y81qg/V96y/aVNa2Z7yfEyLTt/Ds+blV6RTrl846H8xPVOYk3j/BUecIkxaW48aW6+h7cQpDma3kYQwv/QUcsdEqi5a3OabCR/qGQdI37q8B0yqDPf1AP9BnDF3dz8raAOgxQ8+nCioTws+NEEkHhtMh5s7LdE7jdYzzDfyvhjtmxdAN3Hx/KvPVFmK9SPaR+ghe7I+LB4V2ntsLIFZ7EPnJK85G0C70t0tGxmcUFp+aVDdmKzcKWcC8ed3GQN6vUH9cCF8+BBe7zFrDJmfAylhfwaeV6O5bExOgcnr6SSC5X6N9hsjpFuq79eT/nT43zOoo0tXFy9j0+M2x6EjLzwBG1J3VvneeDR4jrNr/P61yXJAzbO8YjuCYYrICWr8UFQ4YhV1RXntFUX5duwSSluDm2A8NR8lBpoOcQXlhnxIG9EWQMNMG8jcCuHOqV4lBc9L3hktPDQZXzuE7hUPlqclNb11qN64N7z5t76y3zCKBGXtq04FpzNTHCtkutC0PbrAABAAElEQVQZckCLDrhko1frEvHluK/nyK9A8/kV1k5KC0ppQ86KCS2mipQvkIuudnnu+W293rZF52L29c+OQ82ex+tnzcozYLqTUF+rH5N+5zygc3TsQDk/zH2VsXut65yRIFTyfElSYzwGOGsVrjvgYf7o9zdV10evfgYOHTkBG5BDCd3aUnzIyjanG7zAJcvbQW5DD/2i/YqlfCAfeV+kvjJ/1/fc+pt6XfZ6mVsodar4Hh68S68tF/d071HQ6+3Cf3X9smHfwZ3Pc3OW9Yfq7XkxtVr0ln9KsR4ivTH2/P2T8EagpCf1/+/f72o+QZPywF6bLJ/NQ4LjF+U15TNyiuDU4VGbOryCIQNby/Ka8S11XN/CF2hSn+1hfWzht6r3G8C38vSgx0+AG6vv6roHugcu8MCjxTX2UNJltT0MnC05YVuYr685ebVoBNdHFxzYVNqVNnLd+dKb0NvdA90DGzzg45F2GXtZYAsOBfxq2zhOfFrspgs/6JRXqCNDpWAWXtMLXqUW1vDQ9vIkQxcnUVbjm2hfn8oz5aLcyun17oHugfM9EEI4HY3Qs/FP/W1cDGjTZ9ggiLCQC0Je0fFePj0YYa0/o9zRmExJrsmQXBNOvMplyMjYXBPOfjKm17oHugfu4QEfr7atDVd/3ePzgNqWzuPX9Ek8S3z6jdH373Bt5NYm35/DRnr4hpBsR47faPR2pH5meo+njT+QC5yyhfdw2vC1Suha+lp8Hf5zPLD0mtM5TzSWF3Msh3BLcah5bmmY9yoVC63roz1G+VwmGbWHXIhB4bHNwgS3h8XJbumBz9L99Lr8xPg+ii8Yu0ez61H88wx2aAxzTkxfovHjSVux6XNKLS+s6TcyVVL/559/xrzF3Er25cyrNvTKE7ZtHzAJZOZg3yisg8LD+/1BfeOaE6srfgP4RG13EMXEa6lm0lq89gprT4hZmrV1r9/r83gv19N7/P3bPOHjLVE0FxE9EiT/wld/Moj92vwE08geK4zP0m9kHfXvUf7S6sdrLfXvqMXL85d5kDXZ+HtjoDN6U21Z/yZxTWLvR57AqzPkOQ+ft7MFr8tbD0XuEgd0tcUCuCUZW/Dfeu939RhySCg+ixWCf/JPG8Lp6bgkJm/OWt8m27P/qyofCGhtr5l1xVjU9HTYc3qgNX/WzpsWP97Icso8Dl8rf5NXKCWHunjJn1k+GlW24xe9llr1KTw/YTq3eZFsqa9jvI75tvzTtnue9xWw5fzIPbqXT1r2yLJ72ZS9cl5trp+37Stretu35eXd1H6bE7QkeA+5Q4cKlggRFP4o/yivEMfihZ9ymhuyhZaGesa2a+XGRrpZgw0lF3molWMedS4yLo9qX+nlV20tzcm5uX2OT5gHe6XNz5979481iXonW+RP8gkw3VRp2Wn5RT9da5T+W35TiXKZXm+tfKG8kq+Divxi3nIUqKQ60Ma/4U96eE4te9Tmiu1XC1+DW7lb6laf+Nqyk988fdI1P6esPcj3coBb2j11L3erjLPsaOst59+UbsmX5Thgb+73Ev9Uo4VInmQh1+Lm6/V+JbuyTdvl1rXSX+TRrlNnqKUjV1CKytYz17S2lm7KOc1J6oP9WB5u4Agm26WXPqskv9l+Wf5cZ3zyWGTctIYO5Pr2lGMdBDmemrUq+jx+ad3q5bbkhBH2ol17nX8cU7XpbaoSbQS29uezmKP2384/2eZc8z5rj2PmObPm9XvZa+yxuUH0fGpvIvDyfdvrU1s28oEeuG+TH+jXl/Z9A7+ul0JRHEH0r/dweQQtSLWR4+2BppfrPNC/AbzOT51qswdcNG/m7wzdA8/jAX+SCsvjhzR+aue8mXYjE0oWFJTAj5TtE/ngx1Ckk9WQV7Q6sEd8aiBfKIYHzeLRlmuZe7174Gd5gDxwdnwgd8mbLOBFr4+1Q3VdWOrVrv6iIMlNwS068bIJYWWgvwZLuJQ/pAN+eGxJf8iDtC1Nr3cPdA/czgM+BvW61HjEXTvq2PNVvGUk5Za8CQKVSvJJO2ckaugsr69bGcovautD3sv0aYNLN3TSJojsH/qQiXqte6B74A4esLmGul0LkAuId2jUXnd9VMZ6vK8b+wm8vM7RN4PD7dsgW0T5eie2gs58pDrXQcoppEk9KEsfMn2uqQ/0J0NzrYW3cOuHzDmtraWbch6HoPu4pC5hzgN2XszRtXCvPE62b8SkXSP4OLRt1flYHvlxXe5JHmd9gv9lk+RJtsflNUq+MSNaxlg89InSylVdNFce2HKljmeW3f3zzKO33XafGyRBMViDkzdUUtd8sXX4rSW1mLYw1fmIT3kkPjiXft8itHlVP1K1XtE+T77ZO2KCPbJJnyNHjwP21I948QV5l57uOdJlGxRH5Dwz7zr/Lj3588weeA3bScA2kZ4xv7fNj6NPmN1oLPREtv89h02qFQ+37CvxN9XJwsGOf60rWjTYk36NZpwv/qKAJ9gnPuPiwdkVwFoPSJ7sik/SB5heHTLqGA3gWzcCZDm2P1OekblXogfa86M76HYeYM4ua7xN/pjGTSNeB4NlPx/bhyQn/HbMmBcUs8O3XUxOEJ0uJtCrsuYT8FlHjnvBpvhEiTxdrNhDOtj4sHBfz3J1sZJ8gX0qM95zXtvWN6yT/nQRdS878hPw5Xhc2/ua9NvER03zNTDy8zXSj0jVQ9/Lb2reY399Q4CNVdlM7Pn5zgaHhUMrPsFpq27phPcHNOJBtmimfCknfHzo5zC0KZMk6Zt9n+H3vXgVleeTXOzxum/TPjteXy3+bjMK+7UQX2eP436LnoXTxp3qdv1hcYpZroFs31I+0LWRoFoDWGyI+SCTVx4S95SijK9EDGuhQDbJJ5lO+Uo3gsQRcsVXeKDuXTdq1E6/Qypb9YFHda7tgEXuxBRp1faHaK0c4S2/p0/tNP/ezFquTjcPld4sj7kMrG5H5pmXPY89Gj9H+eetewRs8nMaC3y+PC+2Wd6Wl4IKvWmdyfzYpuPW1NnmsDvBgmAwwq4lBPL9t23V9bE8tt7qFzIoLZ3n50aOaGS3/Vg+248kl7xDHFjqXLd8GVqvWb/lN0jlXFDnugZa812pab7fJe05LdkkHy3btkbf7e1fY9XZNN5Xdo6t0eX51/Dcgkb9UOwSz9hJvNk1DfboG8P+gI+3oCz5x9JHWeEBfB3YERvjn49fn19/4o3iERQq6FCJPNWxXbR1eUmKpUUWchLFM/6VH7ef36Yj+ox97zY/oQe2T9bcySO8WUqvPaYHvs1FYVjCPqaRW60yfdrKek96TpDWBnuyrOGhBWfpwVEmGo2xX6jrZk+AD+Cwdl08pEfyUpnI/SvV2FipCbP8NXyHdQ90D2z1wPy5mhwxlTpsHI2Iv2MtBPlYt/xa9NtcQzyPxDMVy+fJhKvhpc/q93y0PY3awJBLG56ry1vra/dnfn60+c7GPIodZ/erJm++r7z+TpzrHsar6bgSZu3ftxHl5782PDi0mSG8PsSn3VCAt4ZDBiU0tOdLvtknqt9h40M21PtnNzu8TNkHHltFI1ts2/P1dvdA90DbA4odG8+23YorxaHNHTnPpLgOEV8ofH//O/yeOWuOlJf0phIdXyEf6FvAujbSNVEwaTxkG7q+vrQWSt/Mi7TxiZvEk26GjWxFxeYN2z/B1QYPk6W5b36x5wSsmy+t7fOUPw273Zelh8SvSTqs4V3clLS3ah3t063sVEyXecZqFs4evm1xqisf2JjlRo2lI2d4mM11FmfrPBiLHeiyuUg44OKlDQ8wK5c6tll+cK1ScpUb+/GqHnieWH6WEVDMpLhJ1wi1eGPtAp36RnyqVC5QuSZvrPUL+cXTCy47VMpWfbBPtML5w8NsPzztT2m//G8A+4H0k9NPCk9/tO31bZV3tX1b7ZnSlxcwU7yFDIlbN8MmGxt1OaX/pol/yT8lv7Ul1a/mn2pcB7GbcDWOszbmlvxT021h3n9ensdb3lTP425v/EIXTidDNdOBS+V0Tlj8sn5Lnevn+1/2t22d+o1+Z5tyrS0n02ytlf7N9tR1gd/r31+/ym/U2QvG9E0/vQI2bl2ERYV8kfzxlnY/FjtnfxvLEo/2kn/MjXnhWPgc75/Vur8+2tsQgZ0N9Ingcn5kwfX5kfG9dh8PpPGqz588Zkvzp86fe9TmZ75kXZlrT03y1suSXfazRiP0a2jX0Mh3Nf8Jht/sRQsy4bF04PaXjEeSgA58ij375W/lxJ71Y7pVwzb6bfNrm+xbUOPPOV3zvq6tefauM2uyapZl+XvtX+Kb73PNphqMjQ5wvg3clsSUpQWW6ebWeaLKm+iZJ21w5Bi2mFQXTmsZlfrIhhY9cJVT+6ayz4HMjds5Y3aOna8ipeXvo77eKxe+o/qvHR/FA/GxR1OOp9TfJMtuTpbxD71+u1wHbXQrjtOmKHxWFlS1UvqXfS37bB6g78AlGZjqyjHYaOHClQc/55G+hQyPtynDE/e8TOufdf3DJuSijzb4KZz5CgXlvE+R077pPs/v7ULreaXt17wtdZ2JP/WTBw7yuHj7sz/q0jzU83v8krzMn+aHp894L3ldG3nI8e0lKdCLDhmWx+JrNB5veW0dOkpwtMkrsoGY5uYLNPDMlbqekSzPY/vGHouX8/evech3QMLneYBnPWkeAkc2eZS2Lz29x2f5HrO1beNsC++emFwvf6n/WZK3P9nV9g/0R+1Hjiw5Kiv3Zm9tvb+ShrZ/1lmwpO+ofK4LpEefJXneHktv497C1VPlEuH10YGc9GBbWGPl376I+PGP2Z8dYaaCHuSBYl/F40UnHPQWrxyDfcixpXjIQ/BZ/G3rNi685vVx0r8B7H3X27fxAIHNjZgtWuEVz9qdpi3yO+1dPfAVxpdXBH6H34LUkTcK72raAeXrk/IBJTdj5QS6X6HfuNCGhoWlbwDriXet+4Z1Qzhxs/GRNG990jOfuJMcq1G4jEd+qa/V3+P+aEnu8O6BZ/TA2flumzziUaWPaetNG/PweLxtb637Cwprj+pssljdqtP2tgPfasfj0W8bz+vtfzR7LuxxsX6eXkjaVzRzun2o9ZfsH68bGLdpP870oC78bSyyETCng9hnMwJa5KSytDuEfjzyuib1Dx5kqKzBgFucbLU5xecQtX3/rJ5e7x7oHkibljaurE+IqRbe0obILZuVFvLCdmWB/fqbvtH3NlwX+01x5RzZMLWDPFmIqzYsP3JkD3XPRP7A5jpe0JTckKOSfOd5trfr/cMmdG6Xez8ObL+5BQvrg0V7xM8JjAXEItPVBPX5cbXWPfI17mfPV+YSpbdL53/WNOhnTSBbsIfrFc9PmzUP7VrZovn3339HG8Qn/diCfuQJDg67wfXyxT1wND89qHuYz/cwT7qPHnNxKJyNe/r6HtYx7+/h27xB+QfnDGvI8lLJUo/1uTwlO3x/1SbfjEJCxdNZ3CvUn/gGMBfO207s+wdU+rbpeoUJcrc+sMHT2nkCX9w0upu1P1axX5id4Qhu/q6TtS8PrJP9QFSa73bhczPT5v27lE/z/Kjnz8xvNzrSYkQ4rQn0cNjXJyuB4ZVo/tVp4ffz7AIj6204isWGu0C1MhqcBZhFj/TJ3mRzshVYwfByjfn58XLdNR1i7voxNySXV7Fhquj4gn4q80pIPT8c0YhvUml+Q9gJreUKnwdE42FOzKTp5dp8oLpti5m2Sg76QJ7BBuCU0K8tsw7exNDXtmt99xx0+/PytvXXPm+0lvX7pN2Gi1hT7BCPc5prNIpf8euDvFJGin32Y3jwraRJucLDbFuyiXHp1E1o2l632uAkw9+wtnKhxXZKS/Mz6+efv27jx/154jb23V8L8WJjxFvVwuX4SOsxT5fxXmK7rbwSIjYRmGtCySbOkYs+lXObomiDnjYlcNYfwFXKHmSjF3zOgeq/rA6br+Hfe7BHx9tb2oL0N7ojcsUfr6/FAh39oGzRr4cfjZ8pP7aWNjxnflnv5339q/uq9Nwjt2r2r/fZeT2THcodxLfa1jZs4lu6tGUBPPqNUOCUwls5as8dyFLe4DdHJcuvSZAZc2HMJXpjXMgpQz+8DvKLaOD1NMfa++bvMZ335CZvtfYZXuN60s8VO6/P8r7VQf0KPS17pWutvrV0NV2KYfVPH+L8M9Tf3nVt8v7rz7cesk3zKq4Owh9d/2ht4fVKhl131PS1YOj2eGQKjj7psLlHcPoAjZfzTO0nvgH8TG7utnYPdA90D7yOB3QSvMWR1ZT6WNBjw3e4Qfz1ab6lYzZGoFGpk3Y8cSM47UNYkqK+dJK3iwlPaxcUhdDQuNp/yPc2eTt6u3vgZ3igzB+2z8SKhdlFP3Ab68BsfNm68LQppcfWrQzB9dEFB7yil07LBw82UwL3JfI8vLe7B7oH1nugFoPruTOl5CgmVeqjp9/zoZvDYdMjbIKo1BFIhjLnL3JFwrT/Wpt9HiEvkI+QkmyaPiEPnrKWH8H1snuge+BaD+gmajxIEKGh2G0drC18vKvNusbjWrI8HH4PV44B9xEe0LU57Ss81RvNDZu+Or7cg7jImusTNHMl/PSt1Z6TcS+cbMXue9nQ9f4sD7AuIG5pL3lB9JaWeWtLZC7JquHhtTpEx4MnYdU0sr1/TNcvw2VVpFFceTkjc6jIZvKEhfd690D3wDEPEFfEX4y1+PpnHhigTHp0A9hfa4iHfCBczgHHbJNcL0t6BJPd2K5S9quUfvH5A9oleI3X81zZbv4GcGM9Ntpy+ye4c4IfjYiVcsKUuCOtlj7JzDqXBrA1EY5Y9lq8LT/rYqZ9QfNaPui9sR5Q7rl9frEW3K6+nD+mJxdr3dHfOLGyzq234lpacv7MOkVfg2eKWm3Jfy0e8bGIEE0tTyObsiarxlejQ4fot/K05Aku25BHuUQ/h5/i5sZRfrPf3J5yz/lO1GtsnkrNkCX5mfKamrff2+Px3gpP7/FH21l/Pb6W9Gf+ZMkS/Xp75+bV9jww1XuO/C39l2/0sXllrb9qdIKhn5J++jZwX2p/NW62NtdSZ/jaa+3t23lgbp57K4axtg9HjW/SybRnrr/WztOsnVrq19L6BupnLfGPjX/VadtcUvRxGPa3cAO5tkJcWj9LLzqQiy20WyV0bOJYOjZGLGxdXR16plw0F3f368d0TGuzw47I/Wy1VmytP97+1NYeMH/O8f903Ot7J57O5hePU4+0+VmD+95aORZXyxHCk0MoWzrEr01WK0e6wvarVTOpk/+QPyFYAMgeeFW27FsQcwDN/KiJOGfO1CRvhS35BR9O5b5G/6b9KiHt/pd092otjd9au+gnN1C8XLWFUxzroxjm09KBDJXIp0QGPwWSfkKUuAiyh9Pe13f+XWHxkkdU54N+9KADeL1cN3/bshL/0fVtW37dag/Fxx5O2//kGnDKkn/wv64vKtcV8NjyqP1WluqlPfk84+n2tr38JTlL/UMedLSX5F6NP3t9xfqA+Dtiv3yEPNUlUyUf+yaCJT3i2XIwTuKRXrUlw8KFY81i4dQpsRcbBMc/wCRr3aF8Qv5bxyGq/g3g9b7qlDf1wPwC/6amdGXdA90DL+MBnWh1guawiwl74qXOCRv6WulpaXta4GtkajHARRNy1vCJFjr0wd/L7oHugf0eIK6QYONLOJ9XhFd+sXTw+rJG42FqWxts3ctT+z1suuhLhvHCIiypJvTu+ocLECsLGya8lqjXuwe6BzZ7gNiyjIozfYQjHi2dYJ9/0/XRe3h9WrpJYyWEetgLEA9rG4cdm1au6sQ45Ug4VEQDT022bMNmlchsyfPye7t7oHvgOg/YOFRsLsWo6Il3b5XgS2ubWo5ADrpp10rlNn3YUMWWr+Gbw5En2Lj2oP/I8e21cjpd98AresDHA+21feXcb+NLdckRTiV15QY+NfnsfahsHejRr4iG96m0yCJctMiCzzLIPuzHVvAtPyj1BLH9CB6Qj2p+9c5ZS+f5Hr19pF9r/Pbo/Z+z74hvvFzJ0noAn6nNIRgxDEwltIp/1efWJZZvrj4nQ3rsXhBybF7Bbkpoblm+wDeAcdf2u99w1kt3Mil+gzPrYmLVZVQ23FqEPxbu/Dz6Ift4BBUV+JboCqbeaHpA/vxJvnyM+bOcP+ZXl0tPEN7v5IJ/hwnXyJ/N6XgxwvuFcaBMrxTSZmd+jVnNpExfwx6HYWdtUSPpWoSIxuPh8xZ4e1t08L29tS++RPPTvwGMn1rlsn/n47sldy38qH7P7+fPWjumdC4/xIt3zj+UU671kHPk+/57/Wf4QzL0mbugQA+lt2Pa9v1Pa1FzrTSw5AdhkKFcok9N15I/kHG8xP4z5kLNmqvl13ReAaMfa2QPvtzwhP4aqXM0R+dLbQ7O6TsPh1+vmn/HLMWqkDbiMTmLDHsi2ohgjVDTyIYIOMaLEjjl0njAp5I6vCoFU26p4SydrXud8Kr0OMtX1jWeeK3E7GsxP+C28s/Ug/x66fuPbzK1tzNjUu12tnrNR9rfw2/FtcaUb4Ae0fEMvIy/H/cWPPcpzYul60fo7dpEuviQX9Bn6S0PcF/66xaP923ov/mK30DwHX7+52/IK7wO4T2+YjpvDIvM+8jLtm36s4XH8m+v2/whbh+3Fv+cMVv65Dn6xzwoba+17PjU8Hn+2Tm1Xn5dZhuKf+fnypJ+a2tblzCp/0vyajKUJ8QnXXP84JRz8hF+d1ja9WeQkXGC1fsvWei09LKBHGPxgvP7x5E+fEVS6UZHvPUcfstce0Wpnd9YgM0RccGf9eNTV75k35pvAAfXhEN/sq9rco/aWu9BCfV6z9aZ5ef4qumAroazFkNH/FjcPevHvwHMa9jn58RVfWTtgf8pgcvv+pB7ZAdjoVL0+kCz105kwo8dtJVr+Ahm9dImH8Gjkn54Gq/P8tTqL/AN4DzBah08DdY4kZwmvwva6IEbjftGqzp598C5HmCes+A4V/rNpD1Y/mydKPMJWif/dEKunYDxG3I4IYtWMODQ2RKcyqzPUkzrLFRq9Oiu4aaSOqR74BE9QJ67yrar5e+3W3GrTyvPEPvkjfH9ZkHllo1u8Sun2Qv1dOFZ2i59skU2JZ7IFIlsjsFeylJKb3UPdA9c5YEUx1l6easj5IUBpafQa0+iw0mM0x5zzADwbeiWSp83LL3yi80jFlerk4tquMeB3ef8ssWPj+OrbsmzeYAYVFwz51TqpojNEdQV43zoKzi1xWvb0CyVkqljskH9O3xT+FvfA0zHd8h76MBeYYqbOAPtcxT3yS+3882r9+92nnw2TVuuH1prB90T1sPq7/EaJ+co7wubc2xegE748gYzmHTTJfPoJnR6eDa9TE7XcCk3Be2RaUu/spZ2jXzWprgnJt8wW7LisfuxZH0b/6r9avf48TE5XpOtPiZtPqCuUh/WGrp+auWEox7wayR/rSb7WXtZXb5fFrel3vwG8BYh96HlhsitFg7Sdytd9/HofbQyjmu0D/7XzaSVvzGwRurPpJnz+yvO81Z/79tXTjqtOdhO9Kk/S09wt/lbGq+Cy97zfb3kv7W94WlO6JG75F/ofakFAzI8zrZFc8YY+UWCZCJ7zo5l3a24Sb3o3wC2ozmtL/l3bmym0rZDjur3/NfZm/KD9OmDHsrtPfcc+/KP77+XurZ9Sj/0mLs2KMImaCji8TbuhNqn4q1VaTMi6V+ff+m3tZuxsdJV9xdVgsFPKdj80coz8zYflb83v8/35ZbYfX67lYXrx6dukZ1/dYqzoI/lxzGsG93b8uBHQ0QB9n5m8wMi4T0MnErPb3Fz9bn5IRwfq0Mwe+MJ3chSOf/mkvmcMmdvG7fv/NKWdxamNa+Rf4UvkH1m2erHs9h/pi+yLD/3wUzhdf+tOf8RV8heU6Lf5gxg4kcmMJVXbLJqbYKOlBfSwgn9trSbr/CwtqG9pu9WZpuvPh5Jfm1Oi74GX2PRM9CU/bv1+a/loaPjx1xoyT8P3ppP83Om3b9kWdv+ur4kb17nmj4vjf8Hb4CAUJc54froLcB/h4dB0jG1Q/bZnOT7t+QPb7v4U45QXknXWoKRS7x8yw+O0uJsvYbHzhrO8i7VkdOiW/MNYPGWdvx/9t61wXFVV8Psqu5z5tve8/9/6pzuquE1eYIsg/E1cVLyWmlAdwRSMNipknO93DGdx65ve/uPll8syvPd6yMne73QeXhfniim87bwXbVWzwfsD+KPR1nvY9x/j5M2UsIoJqW4TRN5iOK0w3JfN4gA+/X3ha3swpxrczgrx/PR1nxhzqCTEhr1xX4EhwcaKwdYrXzhN4AfHSSP1lcbroDdPcAbhXEQfHdJVN7QA28zz98zf/LFy5c07f/7v/+bTEbR6GMPh7lRmBAnAPTg0KE2egRTXQsPYMKz4LG6LB80wkMr2PQab5hM8QEJDxzhgZwf7Bw+QmqR8fr5Z/BNivX/L/39u995r2E4EFYfP9JPHo6uFLaft59JzHmjbFCMXhu+3QnZ3IIcYLas5Qq/ccsYKrf180vWlroVV3ggPPAkDxCzqK+tS2yckxOgtzhgR5TSo7UN+pR/VP/f//3f0XpH9vORXuhVL31TkjEbPkIedj3n+6X0LXfE9vuwroWgt/UA82fJvBHtEjrrLOQLptilLTlWluDgRCvcETnFbshafbYufbqkz9ogGOsdwakL/vjrOfnlcf183f6lqZHm6+M89e6ahhjsOLTEojl4Gu6BUo7R2//JSRqXz/uN0nhNIB8q3pUHbI7Y4tvCnyeBZOqgyOa7mlzw6q/91GgFE00tb7Xonw1/NXuf7a/Qf5wHNPd09eIlrULuSoetkBsf8XhH3irsabTkKheQD5RfFOO0Wzxeh6WzdeisDsFsHoHGw9TWhV+ge+E3gOnCu5T6InvdRdD2UTBf4F0hN/9wKCb6lzkAvtr4zvn9HefhXH81kZ7T51qClzVc6VnCXJ3M89yf3hPcPuEjN0rvgfr8KONTnx/4F7pe22uda0um/dRotRiQTvRCozY2AVPp6SyuVr+tG2qom6zsl5bcmg1WWIvP0szVe/LneMc4jX99jMd061q9/rXtZz7us2m7/txPz9+yV3T6gKf03urRLdXn5Z7V9vZs1dPyxxp596dWDVNy+XDpidXRlX4Ocbhua6XhRod1k14fTMJkEzcn8Ho7fRu6uZIxFo3qczLKQZPy2MCR/rFzfj4Olo8PcqSjXMU2q7Pgr1+r9WtJX+BbQrvdC8vHp66jjE8dfxwUf7Qknusnr7UW65bm6DeArew1dcanVtYOcNiI8HmnpdPmD+lQmzll1z7IRc73l/Jb+pHG2wJGeLXTlnDKebekmVqeD/5XLfEN9s+/CS2qx85r7OqXxCP20W5xQtfCvxscf+R+E3/00s8Dzfv6RSzk0suBZyoPTL1EzlI+xTI8VmINJrzgtfxieY+sqx9lrTKW7HOIaPv9bo2HZL/OXG6NDx7q+wHKcXmV77/SP42XHRf7wLViJ6+/M72lK/3CF5TCFPmFrl7z+j3V3HwSbd2mnn5r61ij15ftm+v/mH/asrq8tXqzV33A3rL+8XYUubqf4O/yArU6BFMOUe5prUekby7PeHnowc4WHjqfO5RjLExyJAOYl9uTj55WibwWfukbwJZffk93fubTnudH279Xnu3HuJ7nWdtffsZm7rY9Xl75SfFWrI7tuVqrHYfZ0rp/zuoFfm+N157vF5srkG//tIRg0KhOG1r6bHHAKHv2Q0cJPW1K1izoVh6xv570wm8A08UowwPhgfBAeCA8cD0P8MW7xDJ9iXt6wfSxCworC7yF+bqX6fFzbf3crC7p8Vf6IZIEyjcoXkeN3vNH+308sHS8l9K9j2fO7kmOy8mN+j1eb3jdkKc3h4crHQSnbY37xoJil00OPz4+rn1vLF68np+85fnUFu1dbzqwSdx522CaamrsE5hs8fonRE8AyCbrpyeYECrDA6s9sGTeEm+UVolgFm5zgeBrYwJZlk91fTzu+/YTkekdHy1RUp75n2SacmD68CCMIGqbcmjM/LPF7hlxgQoPPNUDt+mfYuipZtwPOJZaoVyizUyV+ticsFbGEnrJ11t9tUubrOQR8OQJ2ai6x0M35KRbY0hNzx6IYljUFnogj9tC4iDremCIlQPy0ZJQUuzqQ/6gxEibZ4CpJJ5F36Kx9K26eO2FLAuTLvIIcLV1YQfw65TKeTr4rVt0Xbvr9gY0PIAHiD21ffwKprltc4podOgquM8v2v/QugK4jwv2R8BL/poLfnhki2D0Id4AxjMPL8eJf6z+sU9LjHVH6xgPvNr4yt6Yd8eMfV/KnieQ+tKDYrkH5uJUUs6NCb7Y/Rc/cFnQqgvHBb+lrS1OoF9bevm0JcfWrVwWGRbWqkNr7W/RWniP3ttW6PO4e3yWfe6YW/tLvT4Pz37Dv/ijWLKmVvffcgk9/T35Pf7lltQpe/rrXG2ot7cn39NLsr47eAJ+cvB7V62DjekNxx3dqNicIdvUtjDPhn2U4uEDzPOoff9BC72pnEwd/PCRf+0iiWi/rySk+I2eAdD8ZxxXgx5D24svQ7q66nVJgPdJjcYq8vQWl+u2fyZvcch1d/SUU5C9+tvzL+s707/1Hq2FWv/VeI1Pa+g3hfl50Z+Hyx1BPvGllYA+awcwS0fd06ktetYVn596w6K8SWPpkaFScPG08NAMf29Q9AJULvKzR3m5c33yvNvarzK/e3a2ev9T4nPsn3L/WO9/mX9jvqkX6/xTuutCyCOysBVPgtvNUOh8PPpeQocO8omns3LgIY9QWhrxq81HC6KP9MsE4oXf61jbRp9KL7PMn7rUMn/q+KtAfb+8XfjAw/vtubipxYzoa/C+pjrFWv11KT0o/vN+asGn8ubsFPVWn8zJ3Spzan0Pgh9aJfzKD+QIwcg1Ogiyl6URHLnQ+HEArpI8orrn0wGTdEk+Bzxqz8mryRFs7urJa/Fae60M/wslFpdlzY81cuHz7ZY9y+Fz81BS5u3r61kmn355efTbwx/VbtmF/p59Lf6930/obcnHvvZOQ6bgbxgX+nHsKd6kC32WLtcrv2zGvXki0IP4urCTvDEAb3ByBjTgVApn4W07MpelFaT+SFumjX/DA+GB8EB4IDwQHjjZA3xx+y9oqQXn6zWTarQ1mfB63Nq25HgeZGtxYm9agNsSe1syLG3UwwPhgaUeaB1NjPl9/Cle7cVPG7XiE7i/EeGmxcqq1vWEuA609c/t2DfdTv36vN0BYp/nRS9w6Lz96d4sXcUXohNv+j9d+qfgBDnjQucZskNmeOAMDxBPPs7W6kIOfJKnGCVOyRNeD/lEcCtDbWgpkW1LcJKT+XOsow/90FnewmOhuY4t//RrChysaANoShqQ8EB44AEeIJZ7qojdWswLRm7oyanhWzIFtx94ZYvsVpnt0kFAXnuJnj5hM3xRhgfCA4/3AHFI6S1QvNr8wcGv6G38E9eW1stqtcXT4v/f//3fO078ouUgWDyyQRf2C0bdwgei9A/0tM8q8c9Z8kNueOBoD9i4IR5bOixti0Zw6CihlXzlklo8CqY4p9ySU17oALgskHDOuSVPZow3xE7TqSf1zZMBp+l5mOAH++/wfh1s/+XH90HzvDlO8vezbWgad0HEwfPzgj081yT8d66WpdJrX/A9XhYLKuGnFK/F92SxkLCyrAzkIpN2T65uQuCp0QrXWkTN8SGrxQt+qZ3DK4mHfv8yv/blNN6wu/6bdHg8yroHjvt+O+btDOYnb93OH2H0YpE4FB0bD3U/ZOj3Z96QuBUj0nwYnEGL4/cmwd4EyRbiBwWKI2SqTCQnXboxUw6u37ydpLSI7bz5Wwi31pg/pzlwq2FvyZfnsp27+cnx7Wtmxq/+/USMFGcek79sHrE6LFw67d+pKjbkjUnWKh6OPMmiLhrV8/dnzjmC2Tyhtr0sr4WrzjgkqQPq6yvlGCXkYUM1yRVY+gZsWYPdmlEs9sD8/Fws5u0Jw09Lh5hDGU+f88P4QRNo5vKEaGyuEa3WQZZH7Vo+Ecy/7ZPeGxw2eyUXGT4vlvwjqvlLOqx989SBnfdA7/uv/j06L3MNtqd/jaxXpL12/xVnNr/YuLWxTi7weaI3IuQDyhp9Dde6F5N+b6+3GVutLvHZy/JY+Fw95yVWSOM1ktd53v3ZnIWBu4oH2OvovRG83l7WTes5l3Egv3J/bO/NSxgMYlvxBJyYtXGiumK/9icqwLVsfqED4FYX3gR+6Obzm/jknboR4/tOoxl9eWsPjBe5b93VW+dY2GvBUFs0sADBF74tntbVw2nx4uWprQ92bZEtHi+3Jee6D18xF9v+bfbpJMRoMV5Z356kNsRe2AM2zrhJEawW+4Kld3x//U7lV6L5rJ0Cr+wreihh//Mn/RVQEzp5/0K5JeUGNdJ9ms8xti+SM9grhoOuvfFj+blBPsi0EHNRD/g5eVEzF5vl4xRG289a/hBM+cXSSZY+Wkcglzp0wK0eDwPXKwddt9z1509auwzv/+pBt7zeUKnjeeUVu7aRLS17ejp/Hp51z8/r+boeh5/W+WtKTVz6dYAoyRGKY9umLl4dsohuyAs3uoF4wz81PVaMbMRO6aZuaaJ+hgeeHWeP0z+sL1kzd5e92MWBxxm+l0z0nCX/OLl8x1uJxCnrAdu2dOQbwaiTEyzdmnqNXzB90GFtJq9YGPrEg+3Afl65by6++/2b7d+Wn8ax/Lb+uHm2b3z32OljjviUTIvzdcUk+y7ot/ENzMoT7MIHwLUvFGBnDBCycdXZpe+D9HvY2TYcKf/R/jvSdsk62n4/lq8+vo/wN2PgfXe07ufLW79xi2+eb/trWjD2X31hUebd+vHZ5xX/xbxEmni0EJjjtQuFJTJFIx6/yEcH8tS2HwtfqsfSId/DtIhpXTU7W7TAsfPXr/Hf5sn5v4w/9MvLtp3LZHjde+Ut07qGqh4zayQ8nraMd113bd7VKddCa+MnmHZW/FhPZd99zUaMIzk7P931O700e/rTD4wNb8ZVzU+bSp9//w0RqLPf77SBmv2Cz/7e7xv9+Nh8oLHtjW8iSTRYrU0V1fVPypu/p2/sQKn8h27poA5eJboznjcyLYX0FQ/Ip8aUMeGCVm9Myhq2P7966u667uYzNpmzN/49+UfhGYOWPOv/Fs0rwP3fSltv83j8evx1fcjYP79a+peMl8bcjnuOv/yzqeJXjrB46fLrGXiEEw96KZn/Xs7H7WGV9Oc6f/2+68lBkqwaEoxK2aCDIW3KIFO6bP4SXPJlm9cj2p91rZ1TzMWf4qWxfz7sWyQ/xQUP7icxORefxLBoVdfHv4mDHG++aHWRE+yaw9PSFg9v9akOL3hK6eQDTCWwq3x/W9uuVR/HW15bediZFntdyncedqx+vvO2SfW27c3PNXkets3Ss7kUl8Q8Mc76gxIb/KEN9OAV35IlOp9XRNOKf/jnSvGiD3tFLxuVY3R5uGAWJ1pLozoyVRZcmQ+JJF3iG98fCXrta9/82xdf1/aMrNvbvzn+/d9XZf5ZT5b5Keie8a3Lt7ryd8i8Hp8f4LcxBaxW2v743CJ65MB74QNgTPwp5Z7J91N89Mr9jPF95dEL23+SB1KssvH9wzZa7AKiNuIerwWLbiS4EfH4mgzB/EKkRdeDo7dGJ9t6eoq9V8vPV7OnePgrxYY2wHWxaN+/QM/y4t/X9ABxZOMtbYc2OqPNyYz6l34i+d+XPSQRT3k4w8oTh413i6NOiT1phmZF93+zTaITjZV3J3F6RFfkFarWzVqhqNf2xs9e/rpVAQ0PXN8DxCFxXrPYx6vaPs5rMMlCrs8aNT0j+ltCEz8f6dBmqUpLqzq5Q7SyjbZo7zakOm1kDILSP74N/O1Kfjnrh63D++N43fVh3/bXoSD+WhYL7zda1VbcK45b/D4fSb7NA+gjzskJwGv84GwJPzCbZ4TjAz7KlgeeHW+P06/1JY8zdu/vHpafH9f/1gxowRVDPj5btEvgNmaJV/Gp7uNeejmQrcn29DUaD2vxtPqIjT6XWLjXUdrjlZb+ZE/q0rUv5rys3LAueff7t739s/yqazps3V8illbNqZ3j+8zJ62OU/rdsigPglmfucE72r/sFdDf11Ir8sMUHr+6/V7f/1ElxnHB9kdrEe5zkN5cU83PTALNwu+ic44vbf6H7vvbwnn5tG/neHrX1EV4LfRb70Nf0CMcHeTU6C+vJww7LQ50bGWwD7suajqX2eVnT9jHxmf+Wafn+rdk81R2Q53uAMWMePN+iK1pQ4k0bAnYHYLxB4DdbFeM2FoqcWy9TjrIXG1rA9PPTngd5KpU7aMNDOdp4SYL//dN7z/5i3JkHaXPNEJmqZ2y2efiiSTD6NZuit03/Dhj5+X372pqDS54qnx/d6fycpz8Le9z4KZ7lLxvXtTWAzSX4l1IbT0lI3nwy+Silm3zdpprNAfDiIWzwcOyDTiVrlRpOsO9hJ2y8zhrgt/zmdVjZ16gfN77X6M9aK/b2fy//WnuDnphSnK25RF/LLchQrPM3zol7cL0Sm3p04D299NXyhuyt2WxpkRnlK3pgef4Y1pd2Cf6K3X2AzTYvUCfeKDHDt4HbshZrVq7qNkbhFUzy9bH0wive1+SYOVqtdZCPbulkDSSc1lkq9aHPg3268brNKWXTb7Pfi8xML16kv2fZv3+b9nvsoyn+eIjyha6j7qlW5p+s/P6iwa05U8zLf7z/Zkwd3Z8vm+xn2R8HwHPjFLjwQHggPBAeCA882AP6wmdBz0L6wSYsUsfCZAkxtOoPfZq74ZBMeJAPH22VNRh48VsdfiNYvJ7G65QsYF4XcPRFGR4IDxznAR9ftfizmw7EOnSfKb7tlaLdNofNBmhHiNSQbnCUnoa2NjT+DJurQLLe7/SGs1RK65ds+U431Mamj7RhogsrbX97OgfG+KfrATuObeK88RQ+b3volTA2jmrjb/HqF23Gf9iv1NpAONPxYeMytbXdJFrWE+QdQ1qtej0QYaNk3m2wO6GCp/zicbSRQ4ld+cExoNPSqphi3wOCb9+jN9GLR3ugGZMLDNHcI+YhZ71C7FIKb/MIeoGJjzqytpTItbz6ednaAQ95BFod5vj+gFPpcbZvlu6o+qP1HWV3yHkfD2gOHjnP7ZxeIlf0lsd6di5nIFslH08PjZVp6+iFXzhbVzsfEA8rJjXTJXvzT0Dr9iepT22V6YA7/WmgL90jLbzQv5A8yH6YB5gfmmNxTT3w8d///tfe30wpLgOZP+G/jJkLDfFvIni2ra+8eznb2/J361qeoFsSrgOf66esfPW+Xr1/V7fvOjM1LNnigZhfW7x2Bk/tZqK3odHC12TVbGYBCM63Ba/J8k/aWj5Lb+GS5duWVnh/efqCn5u35a3ENn+RtKd2/XXKnt49klfjadcSjK+FbbEHOS3effK3z9+WPR6+z/45+2o4C1PsKL9YGHVKb+20rTdqBB3fRsHv4/MrvSX8lbqc3wJOB0jf6e8dz2zgTPUlTelmttwf7POft8/rox8eno/ABM3zCznQ+zb8wGlvL3O/0TeWM7bJ4ur07bzds7clD509/uJHONaV2jR7zCV/78sl1s7vjzx+df+k77dbt7b6V3yS3eO3NrXqLRnA0SV+C7PyWMfQX9+GFn7mBfSUmS6/ZYMM8fiDGuiHN4cRnsrp5moZ0zvPIX6by0tTnZhY+g9ke0l/rAQvv0YzR29x8/Vl/W/L2MuP5Dk5oiljAUeU53tA887PxZpWxbg+0CvOxadP7W+CehnM7yW6PC9tZNBWqfuj3mGw6OD1+uO+Qt4585qL+/mYH68vz7Tx/WX7ee97THx4+KPavL2LnSotjDUG9rAv4uHgl5Y6+P1Ma0Dd/0iW8hq+0K8jcGEXbdFgg2AeD91VSvpk7blmfLXyRT9X2L6VepbHOr7AVevLrPNZKS17+/KzFPjnbbEaa/X2/MvyhwfAa4wbYV5fbX5Z0Z7e4lSPN4C9R6IdHggPhAfCA+GB8MChHrCLFRYmfuPSKhSNFvvQCseNh5UluKVRe8lleWxdvOjxcCsXG+b6YOmjHh4IDzzOA8Sn1ehhdjNBMa9410d0tdivwaz8Wt3yqJ60pISVKbUJogt90Kot22QTNlMa9oTLcuLftgfwbZuivVE9xxO463rgHisHmNiS1YJLJXFM6eegzTvQs+aomSw5yBLeyhMcXtWFY0P18zcbXVnqx/Db1rk+yDA/gQ+f1ZMpX/tf66vX7klY/y4eWBpjiuPW/QXrA+sTK1d1PpZmbd3KhJc3hmmrVJzxsW3xk48s/RF16bNXzVaLj3p4IDxQPMA6hPsMxZMOYO16AmpyCfEsGpub4IF+SSkeYpbyf/7nf5qssg86TySctcfjox0eCA+MPXDiATA3HvtO2Iu5R8kpEp9bO9o/J/fG/Gb/yZpC/CEeYH4dIiyErPYA/n+VvCV7X8XW2mC8uv21Pr0vzN+413rKYt/S+gV+62YAefYGQ7AePbrSc7A3EeVtWwHAqy5ZatsbH2+f6FqXeJHRornDL/b9239C8255VAYPHJ1b+X45yr2RP23s+jxhY9x6XHT57wjrRLe+OUGci+8jHbiIEvn2J1ptrtLGjDZZLa/4BxtT3uDKT9GrXWDgzi2XzWfZby/6DczjgfMG5PI1yXT+Spf3X5E/rnm7xtgzWkfH7xk2WpnLxttyrKpf7Pttle0VYs27ublHPrHzzuaflCHuUtMeaQqD3yl35J9NtDwisjFEXTSZrsgZBJppp0ykNxSQV3gGytGbNhky/Vc86Jzrb47n6RxCN5KRRdvjgfdLbSzLN6V/fZ4zKab5aZ22vfzrtAX19T2gWOEAB2t9vCjP6OPjSm/5eVpkLC09v29LjvQqr/G2suy925wXQiN133o18JCLRHekvKNkHdLBlUKW54+4t1vp2hlyH3czpAej1s1/u/YgryiesZ/Y5u1gwckrqgtPjNuOsM6xMNWHNU3ab0Rui87zqQ1PDSdb+PvqFn/PORb4pPprxde6eYRLp308O/8sl59tPDuXny0fT7dKxm18/+2pTzwA9qqi/dIe+Hj2hH5p713M+OeOpf35n+kXhVz1XPsuNlhhzuEeiPl1uEtPEsgNSEv8Ery9YfB1267p8Hjf9jzcIAnOjVHLRnvT5eWk+5g7v3SmbRRPclrb5ufTlITgEz3wuLlyYieeKtrH7NwGwm+dNJhzlpIjBNdBzHxXRM8HSmTYjRHZZNsDbTo4u9/qJfz0J16zct8f9LxPGXP+pcfyTe8viTvimTHSd79g4AUf0WgBcLv00q4Of3/9VSzr8/eeL+BBDm14fRt4KXN+oG3plWuQC96X6gc0ltfTxT3d3vy0l9+OyJGyrNyoX80Dik9yzR7bfGwrN3hYTb5o7D0Rbw7/q238pJz3nf4+hv0J2JrMHizblfOaSaM9tjfHR8y/+QAf2r1WbPN9r+98f0+kto11GSQ5S3PF5N6m0aMenfCsSRAhOwTjA1ylp7W4PfWz5O6xaT3vNG9s2x+ayllvyxzH2fLndL8u7sADYLYhXtcZ51o+9k9t/XOu/rXSfUDJfg9ry+wliev3v923a2LG86tu4/Lxq/Pvg/bmxJr5tc+SM7iX+P8MvVtl1uwF9tx5sqxH2GqpgbXsb8GtjGPqvbn+LvmvdaOAF5+9CGbBj501e3TT8j2ZGuXtXHjp09ISPkrPJ726aarjpV8c2ghWXXMbI8ebtqI64pqbs+8yX4/w0zYZ5KZt3OWNyDl+5sccDbiaPcDWyEHeNctavC+xtB6TNc60EaJdxmGnMftPf5f1+36gpZ98TvBynjPE9Yfe6LuFsWyUPkppQf8a+8Xz+/aT0v/uKSJX9AjJd/r7w3dDbvaIR5s6tQsbajhg2Adtqw19u2TutSnGGGymo+IHViixq0DqtaV0cN9zJepB3MppvtzaPyf43lwr7854icoHX7hD3Mik+vhdwtiNRtTmlI0P6ogft81cVqymfJH+8uY9L8CjzU674YlOyrHMklfgzwfKpeVrrc1W5v/wN4b/5mSiNQp6P9K42g3ijw/Zn/vEkHvbpBt+b0e/XY+H7fL6GucpzPgNhGvn917+mnVeZo0mYK/kgVoM1ez3dPrOb8W25bfxY+vpsY9hzWNhIz6zvrBw1cXzxz4xB0H6Lv3+TA+5/Rk/GCO07OfwCXKVRb++iPODdOQXS7e+XssnwF4hjryNa/PPeo8FxzM9wNw81oYSX1lu615BWMUo3/k239TeDMZKyddHclVqT2RJXoK/ViLT4iSzZjt2CsfH8oG3sFpdOrmW8kB/jbKWL8aWseYbQ3Nrer9Tk+dhNUlLYV7WT89v2+L/wAPgpQMXdK/pAR9wr9mLsDp54L45mer66bUHX3qiPa3zh4svldEXyJPte7A7Qt2jPRDz69Eef7q+uUV5vmkpC/i8Gf3968/t7+fN8fqO2RsBj/NtyfVPzHoatUWXb16sjRmOPm5u/M3PGtvRbf5M4D1Pg4vyBTwQ+e3hg6RNRx386hp+1plQVeymnyEdXWmzQBugaatT1COUGsT0BHHDjfF62l2UyMmK76u6+1xI8LQJciP+NVpv1RQlmHIK+YOyQXoBcNyfXGAQdpjw3uOnmFUM6UN9HMc91+Uc4uNQaxfiVJuckmnl59xQZH+mG6+8V5nzhLXByy5c7dpv5ZT0U/WfWWjKdTkPfaYbu6nsnJWkh/VKW/K7YfbO7738xp/374QEe8L9v7Ekqk/0wNoYtPllWEcopxn7U8QPrfzv/DrGsI2qyhmteyLlunaOymubr6+UYysPgo2U/MjGgfnjR/ovOr3VAxwK2/WArRPTKvX2v+Lf4mt6txwSz/FIp/LhfI7JltTWL/RBdutDu2b7a8Da+WLb/lBb3jH+OFv+MVZeTcoDDoDzop+nP6/mgOfb8yj/SE8EyfPHe6sF7zN+HP5u9cQ2vmf571Hxvc0rd643+xts935dpvKs+XcZB1QN6S2UezcCVaErgdkGti3ErKdR0w8tDm/MEb/jQxzZxYYI6np9gc6WtZsF22fJtG3PqzZ6RVejFQway9+qL8nP0NibgZa8nw1n/hzsBTZu75u5vbVd5J+DR2AkjrjL8ZoPekYEpqG34/4OT74pz4zHjU0KG8vEroUZcUOuyn9L2G7HWgpTV2JLl812yDdUQ1W2CKeNkVYOod+el7bHt3RBPy2Jn7GfpnQBCQ/8TA8QU/ZA5x53KX7tNSzzdWibMsDv33ldQM4RnZWh9l2OGo1Lh8DYwEGw8otdH/mNVcnVB76G6Lv+Hl2LPz/MJ2zOH5Kjz5J+tWW+H8b7Jfxz9Bifvf46W77LDZ+3FcSQS7Kv0uMnQ+Uz5RX/AAjeJI63zC8d0tRiN8vUG34prtPDdvwKyqBz+OUB3SPlB2WwgxI7/PwHf53y/PG9Tl/fxxLmV6tHxEMLvx+ueaPrmPWz7Q+2q7RwafNt4ks4XeApBUOe1go8BOJl0xYfNOLlYi3DOoY2+LlStPrAK1pvN/zQyQ7RwIM+tQV/x4u9n7m+QRP7Q3NeegRuPv4fcAD8iE6GjvBAeCA8EB4ID4QHwgP7PcDanbf6vEQt7nmyVThuZCihp00J3JZzOOi4saBtS8/PjYduQoRTGxpwlj/q4YHwwHEeGHKHPWF1orUtkKJygPp4rOUUaBTDPg8gRxI/0qbstzZB2Zx1eltNcoPwto5eNlrUBoYsv/Fh7YcmyvDAT/eAj5uz/VH0jTd+h2fahs3Jr/S2TT5UIObJLbTnbEQ+tJTAPa9kC6ePaNUGZmnJJ6KxsthQtTDLl7Zqx817a5yI2/x3hh9ZCb/8yGHf3Gnmy0fKJVzUvtNTJv9ucHKKaMgRwGjDXyvvelI+sBcyyBfC6YGW37//BPBQrQAAQABJREFUH0t2r39//99wSIO8O+JWWbNu8bnJy4p2eCA8sMwDNh5V10fxteTvgCv2azmE+5VlFkypyC3CeB3grF67NiEfWbxyi+3nVGOGiGcJXYs/4OGBtR74+O9//9taOa+VtYm+N+FtIG1S8GSm/GR+MWLaH5ZNheaYGif/NWln6azpem3Y8+bn3vGD/5yx5qebW6M79xOD4p3Dt2Sug9P/GteRPpnTI91H6qr1ZS/M2n+z1b6VxJtme9Wczq9+XMnX1q++81ey09sW7S0emH6v16VApxsJ6qK09Rpn7XtIPIKrpK62p/VtblJqegQb5fZ0oGQvL6tnt+Wt1T2/l1/jeS3YXB5QT3q5oMWvcRmPTf1PO9T4azpFV4PLxriu6gHiR/lEsUNeAd6zu0cnmWtjcm7DY62svfb3+I+2p6ev4GtxWbCTWBzWZGnh/K2/pbrmOiam/Tx5nt/Gffd2jbHJXWn+XuHCzmfbgx3pfbj0yEieg/fnRdI6Ii0k9ChJeotufOBifYgMYGyK0lZJP0WrD227oerleH7h2Vy1OA5rskz1YW6MxzjssPLm6nM2Zr6VceyU9ezp63cCNza9Hcv19vrfM+iY/NTTchbe+63oyX6p+/GIPs/5Pb191g7fwcTj9l+KHbav+MU/QMv6pPhpXPO5xMqEEpho/b0M/B4OL3apTV2lPpKrkvwCz1Cm792Pzzxu8I3wt8YcTiQeT1+msopfp7gj5s9UakCe4YG5cZY9vbHey/+MPs/rVIy046LOS+yq1Ed5ADlzf4MYaeQN2nPlnG3kDuKctuQJ5tcz2Ave6kUGpXBzui3v0rqXZ3W1ZNjvluO+R1raAn6mB+IN4DO9G7LDA+GB8EB4IDwQHnhrD7Bw7i2ooaPUjYfnsY6aw4lOeE/Ta7dudmSTPmn7aDBBdW6krE1Rv4IHxhvbV7AobHi8B8gjbHhqw0Hx38srLUttbkC2zSeC+bZkAUM3vCqxTbKpCw4NttBGluDAoIkyPPCKHrjKPMYOxVj6P1/3SmoqLtN/elMYWmKWuCS3kCvY5CT2JRRaX8KTFbf/hU/02AE1sAxvPBBBfkkPTmAf/CqR72VbmqiHB8IDyz2wJJaUS0THp5UPFJ/CEaeWDthyywql5VVddliYKPUG4bQvykPl77CTU6Z0RVfUwgPhgfUe8PG4RAJxqFIf1iziVaySP1qyBbdvDkPvdbf4oYMP/fbwWbzYCb1Kay94YLQtfdTDA0d5IA6Am57kyZreEzgtAfBfZKNu+OM/W/vS6mPAH+aB1eN33bF+ylNDq/3nR1bxfF2femt3tV/mrV/by2ePTWd+7J5/tq/vUOf78dnjdqwvy4Kd/tW//6HTzUntpqIGk6W6wQCHDMEFA6721ksy+Rta+inZln1L5Vsbazwe79tH9Cnr7cRnzbh3gnXzz9o4ZH6v5Xsnp16nL8SN4kX1pXHLhgU9QQ5tXxKPvmzRCW43VK0+bJ2zFz1e/uu3iRvi6PV7FD14Pw/YfEBdpT7a5PTxSVtxbuMez4CnTYls2ras8QDTL6xVebUeSv8JZzd22ZiFBzlW37L6e8Xtej8c23+Nhz7YQblsLK5AJX+Q02v29PA1njWws+V7W5aNP3HmuTW+c2MsPntwM7zSfNs4IobtWsLLX9pu2VCHl4dNlFP0M7XYgr5af+uy4FhaPnp8l9p1VTrm51xMPtN27HumDXt0Y/9V/Vv6Ri4RhFgkdxCvghPLqutj1w1I8zDLLxpkQG9LdGKDcOLXBxjyJEcw8MjxbeCPLJ+yf//IDv4gXXEAXBns819xf0LStD/rWumzBZ3ff6st6os8sGL8Fsn7aUThv5cZ8bfMPz9o/r3l+J0YPSz6rYoaTHjBdWOgmwluECzcythS5yYFXt3wYIvVJ7xuUkTfuunBVmTVSmTXcAE70AM/KP8c6LWXE0U8+VhtdcTHrvi4VLdtwZfENPy+RBal8NTJM5JPH3r5xcqHx8Jeo869IBtqr2F1WPnzPECs2p77uKOt2B0d4NyYajKEEtyvPayeuXpLZpY7jit0yE7ZKF5sRofawKxsYNC1S2K6TfGzMVP/LPftq3pu2udje3K2/GOtXSqNefGVYpI/caKYVG6xF3Gq+NaHNjS0KYGvLckf4tOaxa+fkCe7wdEHYLRF6+2xOGTl8j3Hd9zHaB3jgZgrPT8SZ760fKwPLIy/Tay4Jc/YnGBpa3Uf76IRjINl2SO9yAaPLOxVG1rlQtUtDvp3LGN/8bhRjb8BfPdl+omPsvdxh358L02m4xsNBIyDsjwxW9MFj8rjn7KQffN9qdl0vB22l9evj8ev2Pt1myufKXnXruP91h+/mh0tWG2sLe3x9lvpz6iv9V89nrPlNo7m6ERtaZ/R757Omv3Psbk2J687D2t+w9c1/4m+Bofn9cv58Wv561188vj++ZsJtfVZckPieZl9fN+Bpw3el8JDKxz0bH5YmOetteGv4dbBWuMhKY+cc3N2LLGlx49XTJ/sYe/91xwkx9DAtrhs2bFH5mLlQXiSB2zstlQon7AZIvpafkEOpZdFXLfwwP3GLnxeHm2bZ4DBoxK54HwJrYdfrj3EdLrXuP8N4F7cEa89umU99X68it+8Xb43V7HT23WV9ln+a8n1cNq2ZDN0iY/0BvD8NZ3/dk7YupUjuGwi76U92eHKbVXLwzGJNF36aduyvyPIkqulfwmvaPDbUvrtdOSTZRLqw1LGwt/XeT88rl/L+jOlyv7wdmc60880h/Il+gK/AQ8sHiHfmtvrC/OlR2dl2jp+o1SQZZkf6buw7vcSD3aNMjeXhLP5BrktHitX1tbWH7YXyIPWtgWj3ZOT+z72JbwqW/ZaW967rrmhQ7DsU/zh/wb183xAPKy1YDzmU24rt0c75V4OsXos15k6rZ5r1pU7lBNsXlA82jaW21yjeJ+LW/KB5DCXJYeYR6ZKZKkOXjB7L4UM4aERPXDVdVlchlzn39qawq8jrmPta1gSbwBXxkkpjXTHpDt0otkNurumiiE3kILSB2qbuoVZnqh1uPk53NSkhHBbfx3a/5aJAZ/xwPLxmxHyg1Hhv1cZ/PfMPz9n/r3n+F0vevxinTY3D95irSH4eJxvI8vCWYNQzq1LajdAVpbqslN0LXstfc0ei496zwM/J//0PBH4tgdsnNk4F4dw+vh4ZZNC9J7fttGKXNq2nMNZOups3lo92LhWFjIfWnIveH9Q46HaQ1l44BQP2HicU1CjE4zY9XjB+WS5HBDVtdTkWH4vX1LgUV25bbAnHfgmxK8/f245Lh32JjOHK2XFX19slAhCTKsecS0vjK8f6Z+z119nyx8P4VmtEo85rlPIDZdijcO8QjO1ApxfowAXh783ES0xr/Ie8yifqpmsgSCpyQbHWoW2bOKDfnAqhRMcmq+vW8KxRKle43UkP6Sp7wb5aP474e2d8SPz62NGVbFoL70RbOOPOnmANjyiJw9QglNp5SPD4r080dfoxKO85vOg2uKhtLJrdfRZu2p0j4TF/uJx3n6hA2AdyT5mkcPhb3YzrZW67wt/fqpkJX9SboOOOgF53BSYSuLwd4oJSHjgh3pA8WwXVm/tBnKeOrk+b+11TeSfvR7cwq8xP2as140fc+0Y3Vt6fi7P4/vHWqHWrxbOritU52NlwEspHHyUll51S+tx3LhQCu9vWODfIt/ru077jLl+XPyu89Pj5/c6+x5F/Sz/n9c/xZ7ijhiUJtWBqy28jVkby8LbC1mWBtmt+G7BJRd5Vgdw+Cg9jfTqCfkWHnrsox3lWR54v/g5y1OvJNfHVyueLJ2Nyxq9aMvmqd6QqXsknd3eL/GQp6wuW78Tu8pAk4RJXkobt5yX9KaDX13CD7eGv286Popi0c9d6K/1c44PnO8T8sCfV9LHY9Yyj7P7PI/8LMnLxr83rkvnPXJE34p36/+WXMGJGUufX/nJB8HSxRpFdXSP6XMr28Nhdckx0CKHttXt5Xpa8Ug+Nnt6tSVPpceJB/6h8iP+YRyGng+5Oo8rnT8mVyFtXCoezpQ/1nad1rI8cB17j7fE5gDijjinLa3EKDBosIg4Jg8IX9Y5UC0vJQdZcEmm9NsPuFoJHbZ7Gt8Hjz+jvW5/8QwL3kfmCx0Av4/T1/ZEQdgKwLWygj48EB4ID4QHwgPhgZ/lAa0jWpfFsdZQ6W8gwLXkePhaeq8Peb0bDWs/PFGGB8IDx3qgF2e9OJU10JAbFPMtudC0eiG8PsiEbilfSy921mSjw5aSY3Ui18IsfdTDA+GB5R6oxZdgX1//l4TU1zVp9fLr8/c4LtG4Ji5FyyfruslM5w3I+fiTD6KHuP/gof+U6/6V3JTtLW8bypaBPpXIabWxO8rwwE/3gGKEePG+8PHj8WpDM8Yph5SH2yyNrUuv1ivoZ+2i9Ydg9jOWP255mfCNqUpeqB0ESYb0WlnwA1PJBxyldEIH7JXL1J3UH/VAB8H174RX7t9RtmvMNfZxPccDesCtFncaE+UTcoqs475GsNrVgtdoBfP0yIfe26U2H2hs6fktLurX98DHf/7zn1Mz5fZEkye8n5DZpeVJm578On8ZmI+P36Vxq+nXfPjJ4+/vspifECZAjT/T5QXFiKf2BuH9TeER5b3Rt39fIq/Jt6/Y3w1pVHr+b7AFODwweGDL33Cyrjt//tW/ePtP+8FXcpW1+33q9LPVo/X9t/m3JfV6cPlhfV+f14+5cdvXj9ccv60jMedHydzny61W9fjsLxbWaPV+iy6fX21ba4fPtH76+JyuoW534knAvv7X1ifWXoufvxnJ8QmN7YeVt7Te8x/rx8c9gb7U8qA7xgNzcb9vzh9j33OkbI0rvzEh64f84jZEvHzftvlAMjxeMHt5eotTXXjlDOhUUofWt4Gr7Om3tD+r/jPipzf+c3Mnz4c5P4liX67Zb9++WYt+7wfgXrqFw0PZolVuEZ/lrdG2cpBoPW867rmJKAe6SYOOkAZ4+f7PZKw7bkxDTpFMwSnBqWz1ydLU6Lydnn59uzX/8rxr25n5xvbc5qpZE35rs6lyLV9fVZhXgMb2TRnb/fO06u++WPQS1e7ZB4+3cykf/FctS7+W+Xd5v1vzWp7oj6PNKcS2dKMfu0VnD2+BS4utw0cpvL0kBz3A4fdw4YWTLGhU2o/kgUNeq4ROZcu+Fu+z4Owr1u3tj2/f7n3zp9wXHmFL31ooGEvadf+AVTnXT+Efa780vsKFX72/p7bz/UeZKT5vvyLycXvdFTnI9XnFyhVu6+VzCXolT3XbBiaeGg68ytZFf1r4GnzN/qKVj+2Ukm3xNV1nw3r6ra1n2BJvAJ/h1UHmqefqp1kdgsMD4YHwQHggPBAe+LkeaC08Pfxf+lt4aWciOWp8AyPPfaYNCB0A77kh6S2QLR49spFPGUFthiSbVmx8FN6ohQfCA0s84PNDj4f49RsP8OlpefuTsIpfeFRafcDhPaKUTL+By4aHlS87sIfSwixt1MMD4YHHeUBxSCxKK/ErmC7FK3GusnbZHGDxlj5psahRnbXJCJgawCUfWSplo/Jebb1CfyTL9gt+r+Nybbmp7ubLmRoGhQdqHmitVzytYli0NjZtHfoaDJwvfcyzJiKfiZ46+QX5gmM7NKKvwQR/tav0KRJMbezwD/OhRhOw/R7Az31J9Xn6dVubpEVAVUQtr4hQ4yrdvfElL1SFG6DWJeSGOZnolV123WJ58IlKZBpVd9stLOrneuB1DoAf+Dc4/dOb5w4B0vXUxjWepln2G+s8ZdK+6aFnUYYHph64+vzBvqnlYwh014jdsW1ntuj38TrOyb+y98wxOlP28T6eSDzw+/Wc8ZtYHIAHeKC2UM9qif/xvGfBr3K4iUkHxF6Gbj5qmxZHdcfawE1H2hJJNxj5qXfhuQGSbYWmWFCDFeySGv5ZQvuONPR/PD/esadDnw7Mn8f4aK//9/Iv64WPM2LXc0OnzQVdno54FtzjvKw9bcnWpojsQY90k+OAW3tFpzawPfpfh3fl/Llc/Dzb0/jvuXYwx1tWlDkte4/P9V5/0Zct8m1rp3DEnuCWVnAvm9xiZUBDfCvWh8Pg2yI3SbHk93oSP1xW5x1pKpInGuisXX/+/BngFiZW0cpWlR6HvdBRAkcXbUrRPeIa9Kd58vFd+dWYVQYQH8fPuVVm3ImfY4f8qcuPYwt+N/flKnv928tPPfx2h9m8onGy6wXVdX39S+OYcorwinvuS4QXjPwjWsaawxnaKu24AxcPeiy/6v6SrVaX8EPM3uaZ2lau2q0LW1Qu5WnJWgovenxePm98s21r5Zf7TuufYv/SHq+jO1v+Omt+MnWO+7YH+ucqPq8gy44xdZXDuiURqa4YtzkBXmA2BwCDxpaik1z0CKc2c5ocAI/owQmmNrwWDr1KZIBfs78Ir5WHPgu7ar1na61/a/ryOgfA5mdjeh1kovTo2vi9i4225MCEB8IDr+4Bmx9s/dX7Ffb/WA+s+H79sT6Kjq/wQPsGRot+u/DnBqO32F2h/H5T0ZPJJqtfSGNjTyfyPX+PL/DnecD+fOSam8VdFkX+3OW+tcw+3uxmCBsdkkl8zskXzdZ7RuRTooe28osuyZeNwKED5/sjOmyyOFu3Ml6+/oPix+anmZdGX35I36EDxBul1gWK4+/f+iMZ+fi39uavHqJXDGttU4t5C6NOKb9Rr62NNH8+b3klLaSGPIF9lLKTC1mtNvDlZXtt15OBfY1z8x574MMDJ3mgxMtJCgaxmv92rVLq5QBRNHwU/3y8XcQ4By5q21gnd3i+Flx0wiEXPtkimEp7YaOHWxrVrU0e97j22eN7tvzHeerdNdn111n3h8TEtrm/fi6hT2Nn63YsLVx2kTdUB4e9lJZfdQ+391rIsHQWb+HUxaOPzy+1HCSeuI71wIX/BnDuaJlU5QvSusBOyEJrKebr47/hOw28nswx/5wuI1s3u3riebgoLW+h7ev3TzpZOf16T36RULNTCWG8KCj059ZsEq9pepJZNVN+JGw6PuP5w/j051+JhZojbfzX8MthY/vqfHO2tPjneOparglt9a9n7bP6P2fvs2zq+eqZePkr/LJ+BObmmaS9i097/Rx7jrzO+sDnaeH1qW1G2E0I1cXr+cfa8o0JOj2u1UamSn/DIZ4azMqiDxlm/aMbmrwuQofle585YXtl+2/hj5v/0zVHmhcPW56q/4/rq/Vwru/1/17+qUVbIPV42SJpGQ/6yDOeC7yH+zZ0rRwEnFL84lGbEhyyVLJBDM7rbbXJXchq0R0H3zt/nh0/x3nCSrL+r+Wn9DMZN/KW/6y0Wv3cnGPtH2vP9tbn5XqbvB7ktuBjW9otz9+mHGOqY2VIln6vSL/fBDViRusf9bllr+DWpjvdbf6Il4/k3/E3ZcINB9eprF2eXjTiSUdC9xyVIKme4TX6sdw8BzxdljmmXNZqxcf6uWb1efssTvXt9npJ29o9+5Dq7VzKB/9VS9+vnp2l33a++Hk7PijNMkW/by71bBvjrX1jjOygH+q/6rUcAk54fXhzWNLIFfrVo9rloawXavdj4gfvx0Nwfay90KIXO21bdQtX3baRB8/+8uzx3SZffbbX8f220rfU/UzxMh4ZM173ujYxYbmWfo9bnm31nh8l9XG+9PPMx73wyjmezrfxhfj9XBbO00MDnLbPGcil1Nrl79+/NO9yxY8MIZELocUBe6XS98fbvrd/r/MG8IrgkFN6jvOOHLXt08i1rDEijkZ4IDzwozxgH+AYckV6CGO8jvtR7ojOvoMHHrf4fAdvRR/2e0BrNLuAZc1mbwaoWzqvWXz61DZJPK1vw+vhavubIk9jbUp7IMOVYXpqn3jKD+hZWi8n2sd64EtvSN2+j1m+n3+jz3gf25eQdq4HiEttMNhcIDhtlboosQgaZACv0QoGvaUjx/jcpbwneuDoIB9aGcgGBq23F/w1y58TP8/JT9cc9Ve3ilhr9UN4xWwrFtlkVR5o0XjZmj/8gPL9+01vI9/ylKenLR2t/AEN/VFJvciVDn2xFl3QwB9leOCKHujP02d8/+RY6vlLtvMgWItWMTqKbZ03KR+YvewUtfcX75PI0VVifASeNDyd8hdrFBEvsbVGIxiyKSfKdwHOHt+z5e/qfDAbD1x+/WVitrwoaDpwQFXxZq9afrExaWlrdT18wr1MDS+Y4trGNvJV9niFt3kGHbLb5j3J0ieuZR54oQPgfoc0uZhUfepHU2x7QujRVq7Xx5Mt8QW43ndX5jh5XO9vwNf/yP3TPYN99su4ZhR0Ndwq2Lvmh1VOCOKmB/bOj738TcMugnj3/u1188H+Ie818mNZ6NcX4wU/7ldt/dZb1MNDqZuFlnyrDbmiXUJveVUXDzLAFTnJhvTfV/obyJlW/udSPfvl+/ui33+Yuruk349bH3L4u9v0txCw1/97+c9zomJPF6XqxB+lYEsv5PgSfsnUR/kFmtbhDnhrh61bmaqLHjx1tVW3stgEAcbmh6dlQwU69D2+vMr8kR2Py0Fzfn5OftrW//b8cd/rWg801gJzvujhvH5iBD6PB07Zw0PnS9e7e2x6uqXtlh1svCqufd+sbMWzNq6H89eUE77Mm3358RRLXa9LPvmjRiEbbT4ZckpS+pXgn8pFwxvAyoGWW3lL+cvC2vXSx5wX9q9/spyjYls+0KfY2e7LFTDMK29vC36EzTx0IFnnPVjHuB6xPvZz9ggv7JNR5lmW48dPUMaQck4j8qBJESsJOTBvAas7kpRG9GRreUDSzHXZQPwjZ0s5l2Mkz+uQ7dJtS9YvnnaLPVfmqY37le29jm3kh/Vruuesv6znZDP2W/iV6p/poRPFZfFvKw8Ru34Nw9weymF9mHO56IhraJb0nJxgaYd1EU/fJwQ2Sr4+tMWjum1bOVetn23vWx0AX3UQw67wQHggPBAeuL4H+MJdszC5fq/CwvDA9TygWKvFmYWviUfR6qOFf02uPCC4bhqsXNU9vW/PeW+Qedtk0YHvp9mc/f2R39VBH3LKfuloNxX03b474FbxctbY6WVFOzwQHhh7wMaXrYuKNpsXlpM4pGSzAh5PKzi04Gq0wkFHCb1KNlu9PLX1wdaWbCtLdStH+pbyeTnRDg+EB/oeIL44CG5xDLH4qYOsvHH8+ZE3Uz8S7FeC1VcRLWlTuOTX8osOmqdb1beDpXTA9O++P3yvpJwxlf8qEMbjVewNOx/nAfvdeITWWrwhd8s8tDzf6c04fwnylf5RfNp8ITu0XqnZ4w91vMylbStbMlm3wC/b/YENONZSypG2j+CjfC8PaIztfHmv3r1+b3wMErt2DUNOUW/zWGoVkdcI/JQzNMT3Es/YeYEdNX7RzeUY4eFHr9q2D8DfuTzsbwAzMDi1tO1XTc2VZeFYwyKnhjsChr1HyNoio/SvBIiV82z7+k+qzI+f7csz6sW/de3n+3d6+zS2JPuvZ+eY57hW6X/dTv6G43aNdblF3rPnT8s+3cXOPTHU4is9y7VW/+b4Wzxe9v729nmH/Y+zdV9vZe+8rSUWiqbt/ikyttXwb417vh+ZI/PX+mT9sLd/dfnF5r3yiyRf2+sfL29re84OyVwyVlt1z/EdNf69/s3ZIFzuv58HvXnTk7oH722xsriZkH3U5+gtr+r0K91+ZFR6glYwLwM6Si9HbQ5vwEFLKbiXC+1RpdVVk/lxO+Cu4TLs8fNfb6ic92ZKu6eBeX0PEE+9eU9PoafdK5VTJFuleFv8Ho49wGlTotfjgXs6tefyi+To4/mQd/1y7nvr8TnJ+mtZfsL+rbbCbzVT78u0b/nBZcuSX62em1zz1sj+nzC08q0F1Pt9gfKVS+J66MPv/AafYlN5RHGsUj/D2Lp8HI/kOSZLW6MTHhpKTyc4G71WfI3O4p9dpz/Y4e0FTunpgS8tz5a/1I4eneys5oT73zDvSejhW3G+L76LfyV/uyw/zsj1cN9L6DxcbfEW/NS+nmwvs8jymNL2Mj2PbyuvsFYpUkpNuC0XfHYNgm3AZAt1dIgGOsF8G7qlpZVF3ynBqQS2VO6r0NHHlr2P7re3p+hvzbP1Mb1s/dXyiIe37PJ0aq+3tSblHFirH1ttzvLK+GWr8/iWB/TJL+QDUcFjYRYuvJ8nWfqv7gGuZNqcQl3y+ABDpsqWPkvzivX2ivEVexM2hwfCA4s98K5JbbEDZglf+DHm2X4FsucBxQWLkB5t4MMD4YH1HuC75xlxZuMbO+iBfQLU46Ch1M2E7O/1oYYHRolMW/obIOFkE3bpRkX8tMFbGVEPD4QHlnvAxtISLk/v49njyS+Ci9bHuOW39ZYtLRrB0SHeGp3XLXr7gU+w1oXcOZoWb8DDA+GBZR6w8fVdXrsdNjyF01pAuYV4tFKJc3C0LY2tQ2dhti58j0b00lPbTBUOmyXH9k24uMIDV/MAc3TJvF9q+5ws9C2VJbotPF6+l6GcYvOKt1ltxTk5xeO9fNq1vACvfXMPufD5UnL0wW5kiA44OM/baq+lb8kJ+HoP4Hs7juulBMfVPcA4+/yC3Yp75QE7D1S3H2hrJXmjlmfA1fhaMMmRrVy2DqxVymb626J5FvzEA2CeKGjfPD6r09fUu/VJi2v2Jqxi/l/PE+uSEf2I+XnqSB7+N7TOHrdXmw99e/miVnm5a+/82Mu/2iHMvwd9/+/un+ztz5HVbrgKQ9c/5/afhTixRfks9yz5DoSmZSt90g3FhOb2FhRwZNFf4LSXlJIhPnill80Z5INbIu+1aJbPz/J22mv1MKx9fQ8Qh+WXk+rff6LThxzi41axXduoKPKzrzyf9eAcTnTC12iwzcoSbG7Tw8tp9cvKPLbeyQ/d77+eNR35PXaDX5afDl6LbOw/tlbf/jN9GlWla/d1hIzdRjxQwPL59aHcMbFMvyxQDkIsWrFoY11xTH7xcWv5VO/hPb1ti9ce5ghHXlAdnIUJrquWgzJm2b/wYz9lj7tNt3x8ejoegyd+Ds4jd+ORXzbF76hDK+jZ2499/O15QWf3zo+xfejTPJ67oJujOQKHHZRWJvlEtoC3dlG3v1AAnZWjOrQerrZyls8VgsEjmVYu+cWuW6CVHEsr+bShEUyXb2foNf/FB9hMeU1rp1att3d9frivaW6xJZ+hl3JqmYeg18MXtLU3cMgaaYGu3ST0c5yfloolpvL9EG/+TvdXC12WrJi1cSsoaxZ0M1aC6yLeVVd8A1e7dS2hgVe05B9yGXYL7u3FPju/kKUS3hbe0p5VP/EA+CyTQ+7zPbAtGTzf7rDAemBZ4omxtj47rW5/Nu00JSH4ZT2wd37s5b+64y7VvwvmzEv55+qTaWwfC/UxtGwMaPGvxT4LftFRr/Fqy0x/uk/X5/z+Tia6/YtMgJLNTQ96uEGBZmkJ/1L6PXT2MIGb8T3ygjc8cCUPbJnfPv60mWBjGbzNM4p94HP993ljjlY4q8PSagOkpk8wb2ttY6XGa+WfWv/p338r+m/nr62fOj4h/FQPKPZs/NXWLDUDFMd8avi1sFpeqOUxm09aOuiD33ilr2vzXktPwJ/pgQveSz3THRfV3YtXxaLiUvFPXNo4BUZJN2v5ApxKcpr4PC903CPRVsn6Cn6LA6ZSMmlbmqvWX8nWY3wY+eEYP7akrPevXTOW+/t5OTbOWnNYOUYfmxPEV1sHWBrbM/gpLW5J3csl5whu1zHqgz6+X9J7pWv33wDGAd+3US/tpTtb8w5BnneanWQep3aZeDVsgbUmW6E4t9bqH1qfbV9+cgNr5scKqiuVj/MvT8qs7X32ac/OtVJ79P15lfvzc/8GcPZg20+9WGA+9OgYKdEvpYXHluizMNXnZT563nnror3UA9vmR5m/df694z+WP+3L/vwxlVmH1PtXpxW0FS/CzceMKMpl5azhKxLOrI3Hx9qX7a6P/5RuaqOlmWKLf3t0Nd7XgRX/ph6nmwB/ARsW/jz4Krp045K2QpqzsD4uXnrZAAGDPdzgUIL35dwNCbIoPW9uT/s8pivjX1uzt9fpc3KLzLGu67RqfbXWtfttqaL+Oh5Ih6PEtzH6I72Vd8RFDJIXKHuylX/0adG34D25wssm7IKeNnJbhzPQ+xI+D5+2c35A3xhf87noa/AxZ2m9dv4p/aDW739t/sLdzlc1P63xMxpqcsDNlVt0zcl7FG6uv0v6tJd/WT8Vjz4mgbG2qUnyPJ6Gudaku/1t2Xp8F2nCaw3DOkYl9gnXki+cxU/psn9FM72WjM+UqwaZ6h1T1fWPaXJrPB/wbyvnteO5JlvL1d93RJGdQF9nvQFMf/b5uuffe6c6FT8O+MPDs5hi8179dfnF2L3yi6RlNdmjD3op4e7hRWd5WjlE8NrBLXpsae2x8Lm6eHRZW7AdnPDA/DpGuD0XOqz+PfLgRS7tnnxPDx9ljx+6x5fH5Afff9r0m7LsZyztackBSzmuRbfev6PvhVtnyveM5PEGcLun+L9NMcWUMRrHsyjBUcKt/FLLPTUYPFtK1iXwqn9///692yW4YPp4WuG83dBT1vDCLb3iDeClnjqJjgm/dyBPMq8h1iY3EkWDNMAv6gHGuLKr9aI9urbZ+Pt5VioXvVYeep6vHq957/zYy//4Hq/TeKH+2bdtLvNTPxfyz7qBfRnq2lrOLurZSvzSTzXq7/glQNpfHa7PdPek3MuNCbJana/laQvjRqa3iSI68Xl92G1l1m3JHfD8ddoM/UosvPnMTWO5UZzjDFx44PoeUKblruio+e3jkHjzcO8dxbE+xHmP3vPTbvHNwWUjP5UmObIBe8gvyLclfbOw/fWf/v23vP82P6uu3Hz7mto/DCHhpTygWKzFo+LexrDafHwHWznC09XarGNqOOwSjdY52EQp+7xu+gOvSk9T0xWwR3tgeb56tGU/WR9x0/JBDy8+S9M6WOUNXa/Hxqrqc/nB8/bayKa09ILZXKHcQj8oLb2tw2thUd/rgcgPez04z7/dv3b9WO5/tsuzdtpY83FqcfD4NQpw5RflDslAjtqWHto9OabGK5i3Ve1aLhQcWkrsOqKMA+AjvHiADAaXyXiAyBARHmh6gHnGvGsSBqLigWO+zCqCTwCxFdm22c4B6syPEwwKkT/KA/35dwl3bPwbeZew/QgjDu9/O98cYW5fxmPmnc+TtJVHyaWyVXAOgIdS/6TPHZboddkbEFsfkLd//KEuelSi35eWv1aHXjjJsTcuyK/xpX2Q4fr4wN/0KMNv3Rqxcvg7AkYjPPAmHiAScndonZMP52LTupPNBRvnFq86OGKftnDosTDBuWpwNjoyTn7I+Un5Cx3IRY7aynv6INPSenr4hr+pZh+8uiOistYDNj/b+nI5zHlxbJz3PDh32JjKpo22LO/48yh3r9/W+UdxqA8x6uMSuByiuj7E8eCk1Nbl+QZg+mfJAwfoQL54lVskU7pUt3lEeJtboBN8emHBeD0zpbs6hFg8bu7bh/WSp28OOE7+FT3KXLuaba34mdpZj++1/erRt/F1/VM7C4Q1S4GUNQowxbk+3g+K/Zotng45lOKp0ehBNsHB8WAbbdnq7ZUsfZRzyH3IaOnBjq2l5D7nWj++Z9vJ2KjEL5To9m3g/XJv3tvL37fwChT4l1nJmGy1DXnwq51lyp8lPgscyrzWAC4euzZQfKqNfeixpXJK6yK+W3gLl0zkerht1+rKMbKT6x+Ovdluv5uhmSvjAHjOOw/A+Qn3AJWhIjwQHggPTDygXFT7YpoQBiA8EB64eyDi5u6KqNw8wLpu1iEs3h2ReC0/deVm1bkJqN10CGZzuK1LDbKsSksjPHpEo7rFW74Bf9uqRe50u9R00lSRAx/tKMMD4YHzPLAk3tjIJO5Vkms8PzQtiy3e84rH4pGhjRY2XIGpFL/dpLG4qIcHwgOP90AtpmWFhyvO7cZlSijp/7Ig+LjVU4innCAB9dywpIfSRV6pbdoKR36Rnd7WQcft1SVttcqmMy/px94z9YTs8MCre8DHqtYq+vj4Ua5hzaI+g7ewli+g9XjBPY628olyjbWPOjSSJ7vUpvQ6oh0eeCcPEAP3J91P61z+HrexJlV3/anuceCJR7VbFzQ1GeJR7FtcK89YGvFZ+1o8ouMSjV1HcST99a08mFYr+qTLyoW3Vu7+G8A1oRl2jSccvMO9vUsd5fmiHR6Y98A15v+8jYEtP9a3xBflyZvyNDnjvIT/DJqefmvzVD/50edB4FOOMcTzjbHntfQzI3PX0jcXlvZzTtcc7ln+mbNpDa7nn17/evxrbDmHdnv81Pq+tr81Gbafa+VZ3mV12/9brtBbN7yBcxdi6e5AV5njd6SHN1v2zee/lhn8dFEL33rSkvFKz5K2WAd4j19Erblh4eijFB/12uan8LULHnDo8HDwKgea+zxRf3kaN307Nv72qXjk29L/8fig1+rJdY3vmHZK84qQ1rylL+/YZ/r2DuV0/Obm9yv0eC7m7SaFYlW0Fkb/+BuJaotmfIiy7O9G2s2OVl74viXq7/Q3Q7UJwoW+j1uigZ++0Ya+X14z/7T604L3+5ny+ig/L+HYQzONn7G0rflvTu5WmWPLjm1tnV9z/ZSFrb7O8bV49veYeYkktW0sKubV9huq0LdK5FK26Dh4kQ6r29pgeQUXz/ewzikHTYK3eMSPHZ4GuGg8zvKprqtGkzHL/r2lxyZxWYc1SQJR8cDUr+P4fb5fHxPfzGc/T+33/9R9Jb94vintGIK+MXRZC167XlG9dp+EXfAs0zClQg6ll8cBNpzgRQ8PuGuVj5lfvT7v9RH+buuZ66e4ylxuy3hfzDQPjvvq86Afr77/x/JKa25cjhwTr2e88fx522hWv9QX+6nlFZt71BcOcz289LNeq/XwO61T2Hf6SPdDuiSfNY90yE7lHMYh3gCu+zeg4YHwQHggPBAeCA9c1AMsup5t3lXseLYfQv9xHmCB7iV6OG1KFvni+/v378AOjpstbjZoq4TG65trZ7602Zne3tFBTBJzvx9O7/cMrOhAjvTwN4J0SPz5mX+mEXyrTGxxhQfCAw/wgM8FNobZsMAMtWtv4OiFvs/fOQdkeWycKJBLMFvZyKS0utp0Wcdn2sn4/Nbz8LeNj/QkfNpCTTkpt+kTcqxscOiNMjwQHjjHAz7WfFu5RJfgxGrLEtYxlC06C0emLy2NrUu2NnLzAXDZDJZ9yiHefnhbcPCU0GEP8CjDA+GBqQeIlylmOcSuVxTDdi0gKcRijvt+HprTjCxKT1t7c1g02KT+ipc2pZcT7fDAFT1wRLxeq1/l3kV22Xj0fbU4+mDzAPU16xfk1MoPrVVuiFS9X94O5TUOgU88AK6dUd9tekAFD4wH7DjFyN/az738x/UkJJ3hga3z4gxbQuaxHtDYEr9LJYv+unOCL6OlvZnSXbt/U3sD8qoesAst6vvn73pvSKf0n6Ob/HLW+mWmv/e3OkWDHTP0l0Zh/2Nzrw4f0tT49Tmcii53EIv16ZzK+XUKH8smHiiZo3kc81xCx5gzt6x83Zj053eKgfS0KT/hSDn3VcevM/xOh7/pedTRE/jeNtr5IIdDpHzjha2U6gH09M3igF2jZF4utSaP/1Lq69Fts5953OrPceO7zb6aXf6p9xrNK8F6Y6C+eJp/+kmyL70xJ6z+yf5N7wun5r/hreElY4fcFq1Nr0VX0sYOyO1vyMIvefpo41WX6soZwAdg9Z/Hfn9gguziog+5lD91HW/Xu83fwU1a0xz294Ql8Wj/Hz+OQ7+X/nO4f5YqrtP143G8BqhLyYc5vIljZY5jKdO1ZAie1x+MeaZkfVTjky7lFb8esbTYYGFn1RXTvbe19umWb548h/d1YCf3xft+Unzz/eTn8hS+dn4Qa8f51dpEXYPOQyd2Aqg/Fv77t37iefzndSx9q44e7x9LL5zHf6Yn2r7TA7Ja0yiH8JP15BQvV3BgXjZwlV6Ppd1XXzu++7T1uY+fP32d70yxbnxZQ5bV69m+WWcf1hAbtEuZ50++pyjQNTUOWS2Pjz+tIRS7orXrFHiEv9/LAFxZWn7pkg3c/5x4ALzSyiAPD4QHwgPhgfBAeGCXB+zPY3PYskvgSmarnyfSVopYRH7uDc0iE34AETfg3FC9Wpex/3F2DzcV5azycYobmvJNhwzKt2Ptm57xQc4cnVQNNxZJpP6WHz/FOjHB3UF5t9ibk7vMmxDp56ZINy5cgsNnb6iAW7vBWxhyrluWvp5ho90I5kb9DD0hMzyQQjVd+uf2Zp/KtLFJPBKfNU8JR5zX8D1Yfhil/CwbOr+Vr27MnykYpEP5hc0RL1d8Nv94vG+jB/hcH6GJ8mQPHHr4e7KtzxBv/PNK3w+KNf3SyVyM2XiEjnKPqyVjTo7yitUtXbZNndyDLdb/SlTQgbd6PW7Q4RdZMEb5cz1g4vs5Tjh3TbumT7WY8fye5uvrb8oz5X5E9HOxD97GqtfRa3985EMt1kCSpfsh7oksvw6Q/BpFfSAHCd+z18pbX7/O+K63fS2HVo8/N8mOvp/Wuu40+kfOv+N02Zj1B8aKV8Uv8S/XUf8SLk3B+ywccsVy5yLnxL8BvNyYYyjrG5T8BFRLh0/0LbryxKenWDoZ6vb97KfmvC+jHR54tAfOisuWXPVvac5Y4os5PX1d2xeFWW89fx7ZvyU+2E6zvf/LdNb9s4x3LZU9eIX3rANg/Gb7V9P/uyxRMOmQ0uqVQOxZL3xf/KzXN+Yo/ajb0Vu/jKVtadX0vk78tntMvx7blzKe2bJz5uWSPtH/moeW8Be++T5kPel25M6Q7k1SQOYnTZu8vGXuNqagJ5fgTx0kSa7eNtb1e1AyVO//iFY3VPDcEY0KdCrR2yA9AFz80xZmx2WO3tK1pXlM7cb9vAPgY+xnjHxfaG8ft2Psa98XYuG2sYL7fUr5e+qL3vgJX9vwLH5JK4z7LkiBUuP7U/NIOWXIITmFDCR2fTQ31wb+Tm4RzZyMXl+xuV625mv2qZc9Z0dd/rOgrX5hz3TOgFlX1uffchktO4+yb7klY8qWXVAttS8dVrrvYkk47/sB+84vfWxo81MwD69ZAo0va7RLYD4utV6RbMH/Dj9/fUtOgumXVZJQz2NtsTiNdMpyiT6tj2buu+w6YPv4zs27pXNuicd+Ng1jvdULZX7szX/zFng70Vvgdf3QtddRz5pL8/O79EtrivYCRLlGH/qptUyNngdop7hl/Ue+HyXuh5ArOn/Q5Hnm2uLXB3mUefyW2Tonfy2u9Ls1XvM2Fftbmq3c/Kte4/6bxWRLxEvCbb9zB8r3xtSnre+RMj51J/T9X+ebQmXv1K4p3RhS7Jv2V5Rj+9bLH2ubfpeDH+sBWkqPZw2T/ppv2nlJa5l0Gvwn5Zb7k62FdaiJnks5gXa8AYxXogwPhAfCA+GB8MDNA3ah90pO0UKNBRkHKXaj8+y+WP0sGrHnbN0h/2APsCnIgd3B4s8Tt3+xfp5tryW53CTV7GbDsvh72MwY/r5v3viw/Nx46C1Af1ODdEsvmOi0x6KPtOmTIEJNLntYZOXopmfuwhbLM0d/Kk4xd99XKDduR+nUdwLfB5Gfj/JqyJn3QD3+evEGXvFJ3epRFhh+gSCVQ0YwT8IP+cJsVopPeWP4NcwE16X5r6rigRwwINw/wil31WywpMJ7GmAebvmifrYH6vPvbK2vI7/4592+HxR3Nra1FmA9YOF2rAT3H+EFu69hLEOj7uXPtT/+6E9i3L/40352HhMVfhWgPrGRS15J2enXP7EPv8hyy2e3B+Ya5gX4x3igxPdzuvxs/cf2mphTPFOvadBhqz5cxCxtlTkn5N9K+0wLkdweVjOWbFO9lqsEI/95oeSVuT75HJZlvNf4er/QnvMLNO9aqu8ae/YU1U/uI5/f5wfOP/bE1OkH7Yv5eUdO0f2Lep7+qk7KM1/3B+MZK8bFP3hC/L/pAbCdDPwIpYXhliNKlmZb5e/lP6IPISM8EB5Y54GI23X+Opta47E1B49ts1+21OuL3jHfVVrPPmx9hP7peBw3/lcZx2zHk/PM5gXuk+1+0iBO5+WTDDlILfmvLc5sWN6IeOvufpOSbhy5irz8Fo4eTLU+E14ftkyGA5vU1s8dIWagLyIRPcgp8sdyORgGrxsgwVRKHnBriwQDvysxFctnwJevHnPT/pj49uNxeeeGgYd7gBitCdYbb1//tFmqtZ/KvzcyZQ4ll/L3hpU/vliciFRXiv30fwr0odX9Z24+KlfU8MDUD5tPbN0qht7Cct906DM2NP9MpCjH8DFvtM7zwGPy4Hn2TyUf8/0wlftMiI81xZhgHo6NwDlAISbV1rpGbf6OHjx7S6UhZa379cmhUIK78FYukS30YSgT6++vdLiTaD9JakOZ+FN6ZCk/FjVu3XUvrnDPTRwsZgzCAz3APGCeUh6ooioKPcQLRMBpb7ePecU8Q+I1St/vnlXKHeQPS5uyUYpn3W/kmNb3+p8/OqhNaxb9EkAKYO5hLB9172/gtVK05LUaXvb5fqmtnPN615Hz57ZWfD0n7LRY35NaYebvio/GOtcqYQ3BfbzFXale4sZ87x5oYJF/oFAjyq4LvpVbUmz72BW5YrqWP970ANh4KKrhgfBAeCA8EB5Y6QF9kZ79Bb7SpCAPD4QHwgOX9oBuFjmQ8DcjpZ03X+2mwijX3u7HvrUrkq603TmU+kebJfqXy+bpkYxEYHHQq2QDxN4UibbYl6mxryUHfZ7P6op6eCA8sM8DrfjK5xt6o085IW9QZU1au6V2+qUBxbDiVE/L37PGLa9w4MJPyhPPc9YOsnKSq64PWzI4sJFs9YfcYumBzekPXHggPLDfAzbuWtLIO74UvY1V1hPQIQ84batTdduGZklpc4lkSO/n73t2G34+WinxI+U+2al0x2a8HqYrV33DuOCj9goe8PPuajZf3b5H+8v7Q4+8fqUAVbzm6+vXv7/5wPFr+LWkvF5Q3CveyT1q+xyzty/2nsjKsgfDsp/cpbpwcR3jAevbYyTulyKbtLpOUy+uC3tA48Tl67YNzYK/AVw2XmAalySsMfS4Vk+/1XSGLT39Z+i0fYp6eOB5HuBLvmVBLam0aK8J78V3z+ql8S89S2l7Oi2+Z/8ZOq1+6mf1D/m+nOv3o/rsbVrfPiO+7E+4nSG/10urv0e7Hf8e45+OojouOHsuW/1WV65/fPALKnUzn53/987vHn+91wXa639P/nJ+jZMdn2LDXK3Ir/MfZ9+cFW1csS/TyJ6aTX6TAxrKtoYi19KgV/zULd7XoWHjRXjx2naLR7xTO4m7pWNaHz+vc0l7OAgr94lLWBIN9nrybfbLhrnLPtk8R3cc7jj/HmfT9SQRB1g2nddgjinR19bTmpdZv489bWBpxsKlti7yS02PhYlOMlt2Ac9S+/96ei9b+cXSgLc2SYtvo9nyAotyjQeYKS2epfmvxX89+Lbvh+v14xEWEXfEGW2vW/DawYrg5B541vgfvSolR/JSxhjeGPa5A/m2FI1fwyDT0vXr/vuTuHm/+Oj74nyK662fzumzj6dtc/MI2/z8PkLmvAz1Xf31PlAbnGJe8WtpqG/9hQL4563LD7Hp4Ff05DDGRzbZQ2FkCg9NT/4V8Gfbil/o61n6vJ71+sr8t7mH+7SWfPS8XvmY7y/+9nfLP/yaWgvfgrfmkR+neAO45cGAhwfCA+GB8EB4IDwQHggPhAfCA6d7QDcu9uaFjQW/Scmmh25o9IFOBvqbHMGsTLW5LFx8ti0aZIGzm7iilV7hvH3IjzI8sNYDmlfMu7W870rv45J+ptDrXpY3uXZ4E3h4O25gzk9CsFlp41hj4MdBbXINOEoZYus1w6wtwiMLWuGhkSwvTzjZCA0l/FGGB8IDj/OAjz/fxhLB9VE8E/Oq21iGNv0hv1+/74+o3KHNCnmCXDG0EzXtlk0SqPWMPtColE3wotTmRWAq4bOwqIcHwgP7PUBsUSJRbeJT6xaPF53wgnN/Aj0lsmol8nq0wvtDZnik1+YV9JDvKIFHmT2w1Pfhr/BAzQPMnxquBps5AOYEvMb2CNge/fYZ30fYGjrCA6/ugfKEz7KeEJ9X+emPtfYv6+VxVO/+JOyT+6c/cKQ/dBTXL/7+xrNccYx+8svCMY3xXznc+LfGttDnNdY7DPlHyLoL/cGVvX7cy6/x3Ctj/fBxQ8PGAhLYRAXPAQ54lfCIBnrw4CgFR5aFQa9ScGjUlkzaHAzTFl6X2vqgv2x88Apu+wQLXsnR3wA76uKp7WPkLY3z4+yv2713fp5tX91qC7Vzh3prLlq+59QZd+bxXiv2jt9y/cz/HF953G0sI4kxoE2pXKNxIaZbdKKHBt4lpR1zW5cetWsbq9CJxuZCwVuHN7IFviV2Bc3P8ADx8Vq9PTp/kN+2fi9M+RWbfFq+HeIxbal8pbjlIkb9YYvw4KAdYHrI5ZYrCs28f6ycWi4EVtYvY93f6Wdq4woPvK8HrjW/Fd9zl94s/PdPD3P8reYI8Srm9amtUYh36OZ0tXDIt7Zq7aIc4u+XROPXLZIruOVHFzCbt8AtKZELP+US3jNprmLHtI9l/r/m+mDao3lI6e883VYs64P5OF4rfe38mTkAXqv659DbqcEw/pzev35P9ROlXMccViAtyp/hAZsBfkaPL9/LAzfIL9/XMHDqgRj/qU8CEh74AR5gM4Cu2psgcP4QhE0Pu6EpmOVFnkrglDWchVH39LXDG2h9iW3qg5dDvzzPEe3aT3y15cZaqO2bbZjaeG+TFFxLPUA8+Thr8YteG5bw1egkSx82O6H5Nn+Ec/4PLMCRS2ubrVsqdAqGbS1a8Ja/BrP4qMsDkfNiHmz3wFyMtXCKYeFasSy48ozFi36Op9UDybByLB3rJmDYiy7a6YwnrvDAJg+M1p+bJAQTHiAuaftScW7vjYh7wfz9EDgvo9eGj9xgcwg4lbV7I2yDl0NitcWDnT0bPB55Hh7t8z0wiu9jzz/PN/7NNJgD4GcfZa7VP7fCWCtr2ajOaVwmIaie6QF78PtMO66huxYjwMpML1+U4LD+3MzdG6tPvfE3uYAV+yckuwBnyd1l1A9l9mOhsfewH+qal+w2sbvUeD/WMf7znlvr33lpU+zZ8qcaA3KmBxhP+z0PzMfeeXaU9cdyHXZzQFwtGWwuzElmgwIabV7UNjBaOuCzpZVp65ZGdeHY8IAOPb7tebe07Y35lN+POXNhSrkEsv8p8pp+YN7WJRY9n0Zjytx9vjXeAnxr84GnWdNGnuUBdsT4IaNlL7qs/mmdeJtiMmQOz1gqz2hsZZGePR5iNx0C/0655CttZNqLuLawtXVkUNp8ZWXJPn1kH/0QLXBLG3V5gDkV3ni+B2rxC2zLOMG7tWd7+ef1Kia1FiCma9Tg80FKjmPlm++Ue9K/6cObD+VX25BHWZObYbl/g6gRUc5fGa7vr4z8/Tv/DVDyCvLJLbRHolKDNVkL7+l/anv/+ul6nptff17P3mtZtC3/+HgkXtU3e+9BPNqy9osEcz6B1+oQPXD7oBx5wK9H0Cnb/v6dvt0sWciTbPpHHRyl4Fe6vF3eV1eyda0tPzG+y/j5+Byv+9f68ih6cwB8lMj3l6OJzBcwB1XxJunrjHuM3+uM1TUttTeYPrFf0+L3t8qOyfv3NnroPRDj7z0S7fBAeKDugXJjVvAc1NibcE+njQfRaWPC0hUpx9bs4Y30YY9sUJ0Nkp5W+Hp0wuuehvsZbtq53yn8kW+LL6L2Uz2wNAcM8ZfiSts+6b3hX5/pDOZbB8M47rYfZOPd1kW2RBc0S+Nd9HbjFXPILz05PTzy3qq0vzZTfRD5rXobnbmQB+biDZxiNx/2Krukn3j1X963+V2pnuUAAEAASURBVOvXDuSOtd2FjzLz87eFy2Gz4OQV6vDIdn3Upsxy8r/0zcKi/p4eWLb+fM++P6tXc/FVwylOFcvEry3tugW47RcwK1c8glsYPILDA0wHwX7dIl4+0KkUjIdjLDzqz/FAxPdz/F7T2j4AZmFrF7s1CZeFcTBz/EaFX09d1gVhWNUDrzF+583fqlM2Ay9iZ/wN0M0jGIzhget64CL55boOurhlMX4XH6Bl5r3g9ysbCn7zgA4DZ9PBt6HzZW2TAV5o2dCgvaVEpvRRp2STxW7C1HT4vkFDH5AHXCWHvxYW9cd4oDYej9G8VUvk97WeI76GGLwxc0+aD28ykLrmhD7EvNVXmy+CteLe80IHnDa61LY6eCsIOotDhi2hs7Co/0QPKE8cvxd3vif35re9/Ot7mGNOh7+K3fSGv3/ZKMW0LvKL6op3Yp62Sl05B6jUQygZxr/EPyVwSg+XDnKCDnBYv2ALJTQtOcA9HfDjy2fP32frP96jLYl8P7bwPwN+VN44Ss7Y64o7f6hKrCvGqROftFVycAtMkskDNj+MNU5bll9YtdEHNW0dGKsuPd5u0UIHX5TneeAV41vzQx/mHOV5Xloneat97QPgdfqDOjwQHggPhAfCA+GB8EB4IDwQHggPPM0Da27ot9zMefm9tnTU9LAZMuco+CgtbY8fu3wpGRN5t83ddJ+bto7zZn2y2qqLenggPHCiB4hTVChGBdOHwxFwKtlsJZbVtpf4wFm4rYNXiQ7sQJ5wgpFvwENv5dXq0HtcCw4dttGOMjwQHljugRSylWsK1KGIjWXFPbEvASVOx+uBlBZWX4pp4pp8IiGCSadKbEGvb6NUtNAAizI8EB54jAcUe8SyNKptD1h9bBLblkd8aiv2ofdyRbPkqsmFDx3KOegBp/yij815wDwtPFH+LA/4uXWl3m+dox//+c//O10NDD0TuIEa8NxonPVU39nytw+ffYV9u5TgfIwHmEdFm2ZsgZ41f4u+ZbVi0Zj+UfZJ/6N0jXu4r9XyG1JfsU/YHmV4oOeBV5//r25/b3yuiU+3Otmwxi+8lKc0e+PT61/k356Hro3vjf/e8T1HPjdrW2+MjhgT2WD1q41dyE/Pw//6/F2emL/DE62u7+/xTyh6fisfXlsKb3ksveq2nfUlWFL9/a+Mq+W3so+oe/1e5nLdmkfFZi+n1T5Of0vDPviz7fvmN8Cb3VjvcyuqjO+28bOyXqVu/wSR92/xB73p+xceSjgpBdfHbm6C0/yCj1I45p2FCc5BjOprLuSptDIsXPLQB5z2Gl3H0trvp9tY2DUTv5S3WamVXxPSH/8a1/Nhc/06o0/XzB/MX+YzJfDHjdM2/1g7bf3X9+8Uqyle041CLa/UYHN9xS/QqO1h4GqlaHXwVLvWyCn8j56/RXOuzevvfS3zixJe6iu07ffjK9h7jI2t8T4jVx5jsZUyyg0WsaIuGchR/uDhEMVvK58Q2/CtUDciRY4tVactYtoWBnwk7IKNln/oi8e34L5r0Hn4XPuZ8d3qZ8teS6++2rZ4tvQ/6yLez41vb6/v58wbwHOHv15MtMMD4YHwQHggPBAeCA+EB8ID4YHwwPM8sP3G7DybZVPNrn9f/4bNVGnmhi0d1+RNj9tOHnDLLxjwOatFIz5P69uSITr9jdL/+Z1vDXkKfk4+fD2awF/TA7W5cU1L398qG9/qrQ5ZepflsXXLp1i3B6/CCWZzwJJ5YOmt/F7d8tnNXOzFNnBqg6Ps6Qh8eCA8cKwHyAnEIOWgJW0Rf6T1gmLVxrdwHsZhTss6+JFPm7LFZ+HKHfADp00+oQ0+yvBAeOA4DxBfxC3tJRosreLVPtCBPOSoDUylYp82NFtKZPgSWbLR26m2bLVw6KN8Hw8wJ96nR79+zRwA083HnFSjrZTnnowXPetr5e2Y9bzLOZ7l9+UWjill75ljtlY+/htbqVYbM6V9PgRrz/Stenm2/Od7Mix4ZQ+sjf9X7usS28kLS2iPoAn/7/Pixfxn32LZ17HgvoQHLja/uj55dP7qGuQIsO+sdRHys9q0hzBcZRPh3y8dDGtdZm88qWvDg8OSzFn/V/SSCR+lpS46M/TPR7ENPdqQ6V1ssvbozsH37TtH7+tKteNOvTY/HtPDnzN++ZkOYuy4B+0ZwzxeyM9+FW6Mz1R2vG1dWPKLh2fOKb+Fz9WtPOqtUjaTV8b25/7pb5zqIj8hZ07/Mhz+W0addxXWzOG18pfacVE6vSl96ppzje+3+EjjdbaOLXYt5dluO3FHmTVmeVq3CD4Xd8Lxs7DQqdShMHFLL8g5tNEJH/BaKRpPJ359aj/7amWIxtsifALn6/T5e9PTKp6tv2XXCfDHvL1M/t0eF+u6vjV/PNrOVq+W2e/jryWtByduVerycmmr1Ic1AnDlkbmHTnpywXs70QdcekQrXfbAGrwvsbMl39O/Y/sx8X11zz0q78z7oXEAbI2z9XlhV8HqJ5q5HnNYi7YowwP7PWAj7vOlbzr2+yIkhAfCA2s9YDPIWt4r0L+6/VfwYdjwUz3w+uvfnx7/4/7bzQLq2kjwm6W1+S4aNinYHPF0Fm7rokPfUl1LNziQa23xui0u6ud5QGMRvj/Pv1eWbOPQ1mWzbwtm8wB5RXBde+aQ57VtNnLJLcJ9f6WN1/TfZ9rgkZ3YYvmyVfV+gFtejnPycr6gHDxw6uFv+PjKHiCPUGIrh8IWbvMLsTzE++0gCF5wtOdKaClbtFa3/g7G91c6FE6nFYN9t1MLZ8YoR/bkt/Qugv+g+LE/bx2HRfG9Mxcfik2bP6BVbtF6YS4meShkjgZ5c6X49RnljwaDbGIdQ9kgHcC2b9Jh23N8V8ZFfF9ndNwB8Fyy4UmU6xjvLbEbXx53/fb1/Tv2Yc1eYHPzaCyl3UKWpQBWkw8O+hoNOJWe3uKeUU9fDObBhV+7/7bQM/oQOsMDR3mgFp/AerF9lA1XkkPf52w6zi/3vxE7UnezId2MnvNg1XH2j8x+SqM2XsCe38/949frA319ivN/gNKpf0vM9sbmGe6Z2ju14pl2L7FvavFyyBL56/qvDYTeJRo2JtZsVPTk1vCSz6YKeJ6K9xsXfjND7doFXwtf4wnYMg8wBuHbZf7aR7Uk/vdoOF6+Yo/4q1lm849yDHmmRrt1jsH3nW6O80GwNlvLoS5/I508Y20QLzbO9SPb6/1Xya32EOZ+f275qFd4L7ffUBulI2HeB/KNhx2p72hZjKWVC+yV+mHtv05d8UhsWqs8jLxCHoBW/DbWgfvS83m8bXva4aXb4Q3nlG9S/tHfO8725XlATrGltcnCvWyrt173c2wcP+94MGoPhuo+2QMldvfIWMNb0wcs/XmDyXJ3PN4f9++XNTqPpMVWKxPY2FZLoTmvz/r5bqUcU2dNIGk1e6ytwvt7l5oVxHRNXo3ew9Aj2/J6plBgDzoKptSsXuhUWnih7tfgQxYcwGkfUU7n/BFSnyODvvADEd6KV8nP7gCYbijAbbBPshWElyw1OAwAh2r7Nzwv2dUw6g09MMzf280SX7Uxf99woKNL4YFTPEDWkHC+x09RdJLQV7f/JLeE2PDAAg+8/vr3p8f/sf2vbaq2ppG98Vfdbmi2eDxcPNpQ0IdNFdmALKtDvKLzNgL3tOjyGxbAowwPvKsHNOdb8fCoPrfiThuatRjGLuWBmu3AKJHv28gppfakypu/fjMVOuCyTbKRTwldt7SHv13iIJh6wH6nTbEB+VkeIP6I81bvFbf6eDq1kSFe8CrBAWvJXgJnLaPb6I/0pzHUZh0j/XywoZVnvC3W9iV2vNbDE8t61KLSnj37nRy0sJ/f4nk/+Gvmy/Xz+jEjV7PLHhDLCrWJbR+v1krhWFdY+Jo68inFS50SeeRA2irVH3KNhb9CPeL7OqPUOAC2Br7eBvJ7fVng/9f8QrAz6bH11/Xbe83fx456aAsP/AgP8IRoc2OK/PcjvBGdDA/s9IDi5T3WWC+xfniZ/EUeffW5Uea3Ng5aFxsgwrPJAIwSnPAeBk4llzY0oFPdb3CIrrWhwsYNNtNGhtrUJQe86nH1PWB916c+k6LMzzO1XEY2+e+X/s73/GXnNPXl47Yvf3k96MdiixeOtuq27TdbRUdOQJZKxblw8KrMV/5J1l/pcECgRHK7Pof69/ffoY1+sJTKL9gEzJZ6w+/r244FfrvpLwpvbNmAu3lWWNTDAz/UA8QYcUjp3dGCezraJQ9kiNrkCmisTOWWWn6BVqVkwENp8cAohbMyBbc4ybN4te1H/GrrsnwDoPEP9A10gHd7gDzfXhPvVvGDBCyd11d0iWKttk4R3PZLMW4Pi21ftM6wtOB8HItGHy+7xit9wLkPsvxWh+R5XeCvUvJwx1Xs+cl2LDgA/snuib6HB8ID4YHwQHggPBAeCA+EB8ID4YH39UBt84BNB5V+w8J7wm6AehybGEvhohOPdHKAIxukQ6Vw2IZM6NW2fWnphi/K8EB4YL8HiDlKJNbaggGvxSewIacMm7BJ2v08+H4CPKiAFn21UjRNOh0Yff82CpDAwcC/ZGs6oP6mXQ6A6QMcMrKppxBFLTzwdh6YxsJ8F32crOW39LbO+sDLlzXKJ6Kl9BZaHlv3dL4tWk+vtnT5gyV4Wc+oLTrbB8FafOjx9OKJKzwQHjjGA8QXpaQqJlv5xcaztaD1gKvNGVaH5VWdeG/JgV4y+AhGXXbNyYdfJboszNeXyvJ80b6WBz7+85//sKS+lmU7rLGvmO8Q8yasPOHU6g43NC38Urj0HCWrpvNs+TWdz4HF/F3j90fN7zU2Be3xHvg58T/2XWt+62v7kV/dP9X/49HY3gr/bffdGZytuJKuM9cxZ/RFMsv8utb6oeXnR+evs/y+VS5+OWuuIb9m3zKddiNAdTYTJFFti0fLcFhDI5V2o0C4Fp9hGaqaw/ZCzvdX/s5T7yRLmzHYoVIbHbrshsecTuQOTCf8c7b8vSbju5acvfa35ef5WZe/bH62bLbwtn5L1a7X7Sv0Pfnf/IZlYXG1+b4iHztoFyFzca74s2+1Fq6ltam+Pie2WsqanBqdeEQrnEo+yKq1LY66L8WnC520PV2tDY9K6ja/ZLjkl7HETuinchm3wjOlCch1PKDxWj9WzLP2PLhOD59hCf7xuvkeb+E9/do2ciktv2D62LWMrVvaubqVbfOFeDQfhJ+bF/DUaCxvDT9n1xVwva/Fl/gVo5EjyecjoGuszx9OwBOb2/LfEw0+XTUxXFNkY1915Q/uf0Sv2CanWFovaw7naX1b9vGRHH3IFdJvHy4BjgziE/3gKZfGJ/SSi6xfn8kWt3Vp6bAhyv0euPv8Jsr7Od4A3u/jkBAeCA+EB8ID4YEHesCtoB6oOVSFB8ID4YF9Hoj8tc9/53Pbm0Vbl2a19fE3mNpYaF2Wx/LZeovXwj/MBoJ/Ip5NFg+3mx2SJZ1swti+2brVGfXwwDM9sDZGnmVrK35a8JqdltbWRevjWDB8Y0s2XIXfe0muPrIFe9BVZGsr7e8db/OgeOAv9FF7dQ8wrq/ej59oP2NHPFPiC8WrjWHWFRavOnJE73MCONGBoxTMX6K3dmgNU6OHTvYJr9La6uVGOzwQHjjeA7XY9FqI579//45iWXD4uVdRWx8Ohr2sWhv5yLI0yPMwtaVDeuH3+ePv7ZdOkkVKXinRpfu6ZLMu8cCndk234K1LYvLjeC2KgD/KA2/5BvCjnHdtPUueSFIP2hs21+5fWPezPRDz+2eP/9V7z/zcm1+R4/vbkwtfj87LjXZ44Cd4gPi49VV/k/H+97TPiBnpO0Pu1cfK+flubs8X8PXo7gKjMvIA/rsBT5/fI+WTht8ksG02KuzGB0+gI8g/LpC2RgcUGxHI820RAaOEVjhtfAgOTrB84b/5+Tflgz+XPfyY+pGt3L8P/yi+M2G7/T35GX+Xf9L8tGPtuvaQ5lFvALeNZZ7WKZ7xBnDdEg/F7vn48lz3+eIRtzbjrdLmE+Dwqw2MsiYSHCUbpZIDjFL8gqODNjzYUzvEtjw1OwJ2HQ/UxsrOAWsp8BqPpevXFS/rYqUv8/kU1j/yEe3nW5bzE9+PLduwV7GtD21rP7CWDEurup0r8NZoRIdMlcor8MIHjed/dtuv77w9nWWJJ79Am++zlinvF7utnp4Df6/85+NU8UrMyn/UKfGpcgwHxsCOKLEHWelHrtMdlh56S/M22aZfXtKPL31/3X5R5vZLTOLzNiJDpZfr23O8Vk7Ut3nA+9f7P94A3ubX4AoPhAfCA+GB8MBFPRA3HBcdmDDrih64H/5e0bh1Ntmfz/30J2frRD2ROvLXoc5/8vz2N56+rb5yQDL02z4injYgtAmhj/7TlbY+h3LNP9wMU8oG6VSpQxrVOaxJym6iKaeaxCdZtb5MqQMy64Enz89Z2wJ5GQ8Quz2DFJP2oBU+YlVtfUY5pyEUXqFVJ+5pezZP73WQcyyf8o4+2GdxUb+mB+w8uKaFr2PVVee9tcvW8SwwlYpfYh84bR3a+DyADF/C04Jr5SOaYWWS9HLZN/qAzeUV4eI62wOP97E9XH+9g/Szx+Ma8n2MK1+QM6yFnk5rGptnoBXdEQfD6EuPswyiPz5+ZxWp+JMyznf6V9fHLe/IFmu7XXNlxvj3yh647BvAdhOr5sClG1u1oKrJa8EIiBb+OvDeE0gtSx//BdWy5Erwo+bflfr02rb4+d2bt9D36F7bK2H9VTzAfPP27J1/Lblej9roUrmGryYrYOGBn+QBxQvxc0S/5+LvSD3F1tqaZek6uUg5ujbnB68Lv0T+8p7Z3z56fu+3aKmE2j2Yh2lzdckGK3z+vvDbBY/wov36/jsrl01UK69VX9rfc+hacUjM7dVal88bVC3pxVfnzE/Gu6X/bHi8AYyH6/Pj2O9cdE1L5hnzQW3VaU858gMpLZoWXwtek+9hbKZ6uNqyl1xDu0b3U2D2kKPW57MPPphP6G6NO3QtPPzTshUvojwqZ0+1PhqCX/DTo/UXfS1/r/M1/SlyS00HNHN4UWoN06RJ+UrXrRgegdM8n/MdOMpBQPpHbT5W31wOgneuvOeo9Gc65q6z43NO92NwzKd182ePbbWc+Lp+xn81jzzOpzXtV4DZmJU9as8dALdyj88LXm6rr9xrEe+SQ90eAgNryWnB4VtqT0tOwMce8P6MN4DH/olWeCA8EB4ID4QHXtwDLJLnFtIv3sUwPzxwmAeIl8MEPk2QNgK48edc6/kHwWvdwXhE/lrruTo9/qxjt0L9DaXfUNgq1/LVZHqYNgzYlJBN+tDuyQJ/74v400+fpT2N2U0V8dU2XdgMkU13mShZWfp+rmR/IfJz5ucLOSBMfYIHFF+tGFX82o1I0elTyyuYXpM1pwM+lXNyhccW6pK7JD8soZHMuMID4YFjPEDM2XxgD0ZqWkQLn/CWd6D/nfKP3sJTDrq9+DsUZr1fk1uThWyrT3TKQTbPeHke5/nvcj3jj2s/bz2je777/Lidw3M/+OOG4U077ONObQ+zXVfc2vWF4lQf8Vi45bF1aHz8QyNZ3AtRCufpfVv6BcOWuT6gK8rjPBBvAHd8qYn5GtfWjbLnfVFd2a9snLZs5Au2hX89uObPledCa35f2ebXmwVh8VYPtOYn8rbO055c5KtEB6Vga/hFf9YlO6xdZ+kJue/pgVebPy7uTvobl3as59Ysz1uvOD8MBts8YPHAKUVs8ba3UR97QH6yfhtjz2r5+6Or3MB7u3wbf2hjQx+9AZw3Q9z93ofeyBH1Mt/6/mtzw8PQrXIJbo7Gypqv9+JoWf/aOuryi9/r8o/pW9uqor9NM4fp2deTX38DuO6Lmh09+b38eNzfAN6bX+rzo/R5uU8Kz/Ia44g/fbslCTrwbITStmXrLRtLg35gvg18rpRNfHr8f//+beYY8fr+zem9Eq72tpu17/kHHsz3rfMaftsr6ltlwn+dkvnXm8fnWzznb2lf5nP6wUEH7SX2t2gFH3BpnaLrVuRXgRMurVCGBz7RmWl6/RlETf5hPCaIBEC+aLrrmtsyKpGaqzSeH5/GrDepzuXE1/P33PxdFouvNazq7/n98jmG3KLyz5/p+6Cefq1PbT7xslp5RHA+6PNtZAke13IP4Dc4piMOJsrwQHggPBAeCA+EB8ID4YHwQHggPBAeCA+8gAf8xoBv0wVtZOqm+OPjdivs9mA+P9MBrrZY3bkw/L70N9hzB0Ytm5DJJqtkirZHD1+U4YHwwDkemItBHbbaK+eV2+HNDeHzgc8Xlr9X97y+LX5t6vLmYQ1vD3V6+gIfHggPzHtgLj/Mc9YfBlPMSqZiWM+Q6koZJVdS+Zl+anl48MSdg9iY9znnxry6wBbJq+US2Un/tWrSlay/60m/tXDH34FRCQ+EBx7mAeIThbQVz6wFhCNn1OIcXuFauQCaWike7rtUtzagz8IkQ/mM+yEr09oMj8VHfd4Dl30DeN7s/5+9s+FSHIe1bVPd9641s6b//3+9r7vq5UAdEMKOE/JBEnZmaNuyLMs7sQkWoYbXTr0ofEEO73GcZsu/5/v3N2jSjsY499A+LAFfH6UBbuma6fMz+26/lY5pl+1QhsBQAq3rzNfkUHtH0evj8q5Mnjm3fRxl76gs+8a9pzH3jWOZ8xd/AuyZK27eNnH8ezpvQynE8ZXaLDXmvn6X6rM0vv3L/BnLaWlEqos/bVbSeVbW9xkw16nszd1Sf3kMuX2pTZTl9rGulG/Zb9lrtS/1uS9ZnKd7mpfR70x8T+PIvs9TLl3XpWvZek5z75L3rStu59TtS32pznqxPubdPqfWUbrmpqr7zf4MLXu8Nf2l7d/6rc2X/rky3D/Z77d18+WWa/G5aS6Ta43v1f5NHXUen8YTZXONL9qMPyZk+041Hgdv1MbBFqWlJ/w8/mjfslIa9dSn+833JNJTndaS6E8piBNtlvpENo5A/BNA41puWfu59W+7I6q9X8jj8ev8XOP0fPacdDnbt1xzWy+XS3qqq9mzXO2yDdVZFvWU98v17lfy/EW8WOc86YUATwBzJUAAAhCAAAQgAAEIQAACEIDA2xDw5oLT2sC1yenNzKijTYj4inVD8nkTI7Yp1ZV8cJu4warxSLdvXH11tkkKAQjcExg6b6zn9N7KpdS3rniuOy21t8xrkMrKq0+9SmuIdGJd1Il9eT2x/07VngMCRyQQ58XY8S01P+L8lE/d9L47os+asz60tqhOMuVtJ85xy9Qm5kvlKIu6MS8dH+rHdUpjv9Kxb0r1ykdJlnUoQwAC8xDI8y2X3YvlSuO64rluPc95zXvp5nrrjUllo8+O+oproGyrb9/L5L48lixXH7W6rLvXMgHgvZ65pt+3m4Coqgtar74JFPWH6sU25HdIIH6tcIfu4zIEILBhAqwvI09O3zdER5rapLrHV75PeXB5d9ePx/cwksUF8/y9X/s/8PwsPqqtdWA+G/Frd/NjaW4+P/Nev3ljwaOIn5OU16vvyT638wZDbO+6Wtqnqz5lU35Kb8xnPfVnf9x3X1/WIS0R8PVXqtM12VdfavNi2e7XF/Gedy2Y84zU1hXPY22y6sjzUZudDqpo7ub52+djtmXdKPd60rKr+tIYWu3c5+vTpa4Pz/Op197U9q8nPM6DubgN7zVeq87HuTDc0rKatb/nap9rvcd6rydRN49VZb28vkhXZdmJqeXRVknmNlFPspLcOuqr5Kvq43is/7p0qfVj/Ihq18d4S2NaLD3+g69/O72/ynMwl3UFaf5qDdE899O5yuvI9y9nYfdPa12wXilV29JnL92flPyTDclL64z9LPUzReZ7paXsD/WNAPBQUgfRq02AgwyPYTxL4HTwN9hnudAOAhCYToD1ZTrDq4X+tVo/AexjnmCgrb0wDdfPIcf3QrRzd8356Z+fc/M+2wvzYxH7GO0lED9XOe/gTW/DrtIbrHNsBtiGAzd9fds/+2vdz24HsdsPOR8/u39lM+tYl/SRwHn9++bnMMaj1s4kb7S+bOn9S/Oub+5p07K02amrS+vK3+5e8Kc2W73h+viQXfNC1Pz3GmXlkk9ZR7paY/Qq6dvWsdMX3AscG+jio9O16vfRxTtbuYO+eViqEwfNXx+a42bj1HW1tKWn+j4d9Zl9U1mv6FvWqfmDHAKbI3Dw+6s4TyP7eP+S1wCVNaeVlu4top0h+ZaNvM44cB3Xldo4hvRvnWjPslel/A3gBvl8UTbUR1e3Loa5+2/1lwcwd//Z/pJlj1Wpx+F0yX73aXvpb3A9S6W2hXK7KX3WMu0gMJ1A7fq0Za7TC4mtri8+T69OW9eR/Ou/luLGpUeznQBwbXz9Y/I49MTUZ+FD0lbHV/L1NpZuNPrG7/kYOv7Yeom8/cm2h/tXvv5KdofbzN68rnw/juIIwvU59bossYxjf7Qv/4pexWYHzt+fn9tAt89En0n00gZE/nySy7dxlXPWj599ypo3qXXP19x5s7fb9NVnpk4lfJfo1uA753ZOHxTUvhtX39HXtq/d9uq696fo1Pda8DhPo9Ke8ntbX2rrgZjfnanrSSituXs7f55v+juQt6NbW7p5+POXvs5xOfyUmPUtL6XWUfrMfNWmaW6nsuS1DVXfHnUrY8mlH/a/WBmEud9b1bDrw2O/tRuas/3ytWYrdf+sMS193v9p/bp1a3w3/8zLLZ3287PWXGn29+ZfuYesn7Va7bP+Vst5HLHsvFK9YiDFdR5XLlve4mi9mJbWDtkpPcmnds/0Efu7z9euV2mte83e+7VW6d3HPzdn8dzvdVOb16akuaeX9ZTm+eg6t1EqmV5aU0qfj6Ku8rZZspV1a2XZ0NoiGyV7cX1xP9K3bs2u5NKJem7f12bJOp4AXpIutiGwGwL7ffPZDWIchcDbEmB9me/UR5aPH8S0+ecNMm9q7m0j85HVbczHHN/jiPcquTs/34N4vEr3Orohft+uVX1xYZ0j9rlOj/QyDwFvCpQ2NGsbH0M3DqTXp6u+r/Xd+8Y57Ptx+hE3Br4+u8cGuw2OZw7bjpsez9jZU5vz+vft8BHff/d0Lp7x9e796zv+uJf7J88zz1aNRbP6bzeF//y/7qcYv9+P/K6UN1U9XyM3yfyy3P247NTyaEd9lI6+TdPzD15rzdGa1K1ROi5Jt4Ha/af/fcS+LHt96jPwek/wAAJTCXgO2k4uW665qPnu+jz3a3NV8lqdbec023Z97N8y++N7LJddn9NYL79iOetShsB0Asd+v3h2/qidXp63XiNqc9/1Sv0ae25iu9Kvq5T6ln/2Uf3FIHHs3/49yyPamiMfP+fNYQ8bGyfgC3Djbs7insaqifZOY54F3CGM+EPnsd9YD3GqGAQERhM4+Py+PgIxfv1y8Hc00kkNdD7G+3oLkA1v+5rxjYQz4fyN7Gmg+pbOj+euXB9+3gcOdCU1j6Hmv+tXcoduKgR8HmrnqdJsI+LbxoKeDg5Rj84/fa7RK25SlDYWSrI4PNcrwHLqgr8+zp+b9PnpLLtwlD/eAFF9baPDNpyebXUF9aWXy65fPpX/61wDl9P0fd2FXwW4H+O+r8v7seygpPfj6rm49z9Ns/vKnZXyWLptyssIvpcSzefLXNS8v60vcX4qr9evX7ftQq8ZEUdJFu1EXeVLgZqrjgK/3bpz/vLJt8+dC+fvochT5X3EPl63vtgb0nkJrLtOxmtp3nG8hzXNP90TmGPr/kBrgHXj+uF7DFGT3DpDKEo363tdiPdK0nGf9tNlt7eOy7f+L9fl19c69xS3fjeaG/H+utERLOyWrpfjXiueNzWIj/Pn8vnF7Ur10VYMrmpt8HyNOs6rXi/btlxpnP9RnvPyxz45zTqxLLt62U/fK8nP6Kt8kj35d7v3ipYuedsZ0vdj6+GS2x3d8DZoQgACEIAABCAAAQjMQaDbezvfHIYN+DnMYgMCEIAABPZPIG9ouNy3kVAatTYV/CrV38nOup3kOzakjYu4KaFND/tx1y4VvKEhcWyf1K7FITavymQgAIGnCVzmmiKqtwBwaf6V5rDn8uD1ZKSXHz+1kfsd7e3c65abbv3ojKS9dPmrV14LS+MY6QLqEIDASAJD511pTVFXkuteo3V4/Wnpqb60RkkmX4cEhqR3Hdf3mqRlqBNzQAACKxHQHPS8v87H774l19oR1xXrqE7B2DzXJa+tNa6L9vqGme0oEFz6jCR72Q/Zla8xYNzX1xx1p9+/f/cuXwLQdxhun86SdUv717I/dWwtflvvf6r/U9u3+E+132rf6n/p89fqn/p+Aq3z2zp/U9v3e3d5Q+jTebV/fb5RB4H5CNQ+DKadoPk67LXkn3asKQ3/ycBuXN0dWF5H4pNYtz48VqeqeeQi34b3f7M+LvfY76199O8mnSu3zvjm8vZVdjg/85CvcdTHpt6PTvN0j5U3JVC77oRj3Pqa7xFdVuq833+0gSHrP78/96vedU7lgdspXztqbWXHtpzaRi5bXkvr+hd+lycIb60v76vj+N1aD8vx/nTj1LpO6ufvZmNarjaP6tfA5fy5XV1vml/rtNZY4nG7L/T4Yq3z48YcNz11PnXO9SptcLqH1nVhvZzW2qnf0rUkWdxQtd6jHfEYN275Vuoz+6zyY38lrUfZUPuPLdeRPDsue3cN7lvwkI4/Jw8megRT/e8xfa5qnb9W/0u3b/mf61v+Zv3sf26fy7l9X73q9NL606eXbZbKCsjIhvyN9ux/LQCketV9nX/x6fzD9YPXhJIf+5P1vY9oNMvO3+3y6uPSZuLvPNXGl3/Zo6Z3FLnm2Zg57rms8XsOK28bMY26lktXh9YCP817kdz/a9u53b1WueS2qvX6YplS51WvvNcolec6eAJ4LpLYgQAEIAABCEAAAiMJdLd753jSMzeSI7tCHQIQmEyA4O9khBhYhUDcSFCH3kxQXu83ejmIc97M7IJG3TboWZ7bqs2Yo/R+JlnNbt4IqfVVa1/TRw4BCCxDwHPW1j03axuWXm+8Nng9cNl2lJZksd75rBfLWtvsk1L7a9nFhiLll3XpXn7zQTZznfsnhQAE2gTGzh/p98071Wk+x6CtvIjzP+ZrHkrHek6jHT/FJ3/iGCS/1Cngd/lZV7WTjte/qB/z1lMa+1T5nQ8xgsc7XwGPYx97PcR5Vmrra0ypX4+9XgKznseqly1/VnK51G6ILPrl9cXtYp1k8kGvOC6PIcttY0hKAHgIJXQgAAEITCLw3DeMJ3VJYwgcnoC/adn+VuVmUXR7Tyd95VN7UIMPj/uxwe0pj8e6xSQr/g2gecZnfju+bsaczN2dnzGD26Lu0tfX0vZfzXTt8am/Da8FM89fb2J4Q0GbCPH4uj5iUN6M0waFNyli/s5G2MizbqxX3v1bnv2yvJQO2fi4/pLGN7/zE8HXsS2z8TrP+1NpxMjWIHCk8zd4LDOvLzpPmtu3+X1bX7UWaO4qVb3XD22C5uPW/jZXvUa4D7eprTG2b/2od7/u3QI4tqk06sd81Dlefu3331cTvF2fr/aE/u8JxDXgvua2xng9Kc1PyfSK60a2o7LXIqdZRzZinfu6pLp/uvRhnRzUsT39IoF04trjNtZZPt3e/BYDH86bseW7TRd4f90ti4047muszx3paL7m67D7fZNLs9PlPkZri+Z71pNSqZ+SXklm32S/tH5pDdETykrjL53YluSl/m2XALBJkEIAAhA4AIH4s19hr+sAI2MIIhDP7+ANnsOiu9+4Puwwtz6w7kaYY8MEOD8rn5zXzQfeH1Y+1Wt0t9D89UZBHsJtLy4GcW5aaue2Sr05YZk1tfkQZbkc69xGaU0eddRn3ESNdfppUW98nNPzjfDlS1baZrR9p9aNNsi/M4HXrd8vob7Q+lIai+daTjWXPR9L7bzGuJ10pN/XpmTHbWTHNm2rFIRWndcZp5K5vVK/JI9H7CvKpa9jrO/RBnkIbIGAruUtXMe1OShG8i/OXcny3JfMx9DxSC/qZhaxD9uWTL54DZA8t5PM/lovp9KJfau8haM0ljF+TW0/pq/VdFd8f11tTG/Ukeeeh9x9feOS/bqkmqulQLGU4hrh+Vq7z7D9oanXF9nTK9+1fnTBa/mW1xLb330A2CfGYD0wUghAAAIvI6BvfOnobhBvx7Lfuosbv7c+yR2FwHuf34dbm5ee1rkD79cnla6jyuO9VnQZryNRNi7fupba48v+yacsG+fTstrTmS3r39zW87nY+vmZe/xL2ytdT2autFQ/xae2vdacntL78m3b45vXh1J/lvk8ztvjOGvZB/mWZeMs9mt77P1artXnbn/2lswbDK7353FtUOhlfcutNzX1BkjZzul7U0YbrBpf9+RNtxH3cbqMVb54DEP8sq7SIfpln95LambbG3Xpevf8Ulqq394onvfIY7UFjTfLXPdMWuJnWbkfXStDrpe41mjTs28uui6nGpFlcXQlWZzv3ri1n/Kl1Cbbt070XTq24/roy7p5n5t5et3+37D0eNfbn5mH7Has+NqVR86//jou85F/9tEapblr/5XGvNvkVDbjPYjbZL1czm1K/sX7JvsaxzC0L/XdLVPnY0ybS4vh/159677b0tH+7m94e/kmG0N8fPX60u4/v8dpvcmyOhse3KmzeU2N3y/KvZfmb9TUNa357DmtYHFcA6Tr+thuTF7XpN7NtA/g/bvTr59dvntauZtXOjxHne4+AHweFf9AAAIQgMCZwPmN4LLeX58W9RsCiPZPgPOrczj8Znr/Z3wPI+B8bPsscX7WPT/m3f/BcQmfeH9Yguqrbfp6erUf5f69oeBal7Vx6Y0OybQRUtvgc12t3rbHpO5bbU6n23aHfJFv52/Nd6n9zbZL8jn9y/1R3goBz7f11+/XEPB4X9P7kF49F+P8iz97GG1IR3M/t5FcL8mjHbe1vsq5Ppel4wB0yZ5tKdVao8N9nwvfZedJIbBHAqVrfy/j8By1v7Fcmu++n4h1WoP8xRDbGZrajlLn3da+SK5+9dI6YnnUK8livdfCzlTX3jULpJ1t+ZLHskBPOzO5/ffXnQHdnbuau74PkPOlJ4Y91z04z/uh88lfAnd63vc/B4YVGn68p7l9InKPjVSTmwnegLRI9bhvkCziAkYhAIHNE+DbY5s/RZMc5PxOwneQxt6YfJcPFkvd/7wbx4Nc/qOHsdT1M9qRmRs8Xr+veX9Yiu/j+GYGiLleAtP5XzY9ZOf2FE5tQ8MbILk+l3tdDpW5XSxr01Z7GdpkkVx5b9AoryPqW8dtlFovdPkm2enXxbKg7N+yvWB9WQK3+afzebnXHTLnpKO57PanH91W5+nv1VnPec9pV6id28S8ZU6t71T28mHbSt3OgSKPoRbAjrasG2Xr5T2uNT9nrNnXeiSP1lO8vl8/ttv6MJcvnneeu7Lr+wP34TrLXY71pbVB9XF9sX5Moy3ns624xsW29kfpuU33Cyj6YujX+SdrtcZZW1+SUX76nJOPevLXvrqHMemUtmP6QRcC8xAY//7odUX9x7z9ifcEOUis+4d4D6H5cp0z3TxWwPevAr6XSa0PMDZbTJ8KABctIYQABCAAAQhAAAIQgAAEIAABCEAAAolAaeNDKpJ78zI20Sbm3WbHd6VlanfdCIkNK/ms63LcXFHTmp+uc33J50rXiCEAgZUIeH5+dT///uP77/Wpa81Xz3ml0tMacw2YfPvndUf11o+ul2Sl+qxnv9y3y7GtfZQO60skQx4C6xEozU3P59a8lJ5f0eNzULYTuL3LUWdIvtXOfp5O3c/Ano+fP/7+uX0R5vO8rump4iG9zadjpvZvPstYgsB2Cfi6r3lYqo8yrRd//vy5Ntf88WcWz2pNZYWlu6ofJ/2JjPMPQ1+b3GVOv3//Xnnq3/VPoUbAf0O0VL+hPyjeWsDjxVsaytKyrfu39Pi3bn/q+ZnavsbHP6FQs++fVB58fWs+rzRv7/4GgN4Feo7B/vfY6Kuq8etrM2fd1PFt0f94fudk9YytV/N5xuc9tWldv0vzr/Xv9bHG0uvj8/75m5WlHqZ/W7lkFdmRCBzl+ukbR/l8aXbcWi01V249PHqxVJ+PPc0n0Xj26Pd8BOa1VL4+vj677YZwHzzm/cG6Tu2v3qO0EapXqU56ljutvn91ts4bKCN2ReJ7pDZo4rf23Z90op59309aPp95zuQxevzLjzP715rL1m/pLe/5e/Qg3mNY+/yU6AyxM669rtO+a1V12mj1PFZ5yHpT8t4y23K5lsY5Nff6cgsM1XofwrrWtv8LNJdW8TxN66vuxZCasdfnxaavGZ+jXB7S8xQd91ezYb9q9WPlub+p9rO97E/dfrxucqvbdfS8/YvNVvvccy7b/5IdyRzAld6vX7/u1iC3lU23d5r7yWWtE9K1jdhOMsttW+UYWMr2VI5tSvVDZSU70b+hdi56fdeBNG7XQsluyZd7vX77p8rPLelp677DzVr9P8+lr3fqjkAgXjvXdURB3/Pgun+7z0O/ujXA64B1nEpt9BPARwDHGCAAAQhAAAIQgAAEIAABCEAAAhDYLgFveDiNniroqlfc3HC9NkBK8nN9V3d3aMOkEyTpnYr6zxtzLqsffyM/NtKGrNrFV6wnDwEIvI6A52WfBzGoovnusue+2iofy332op76Lx3WcTpkfZEd+bb0IZ/tV+yrJo865CGwRwKep77uXW6NpaQXZcr/3//93918Uh+lV6sv1du/0n2P67Id6dbWDfuqeufVPuazvVZZbWu+tNpSD4F3J6C54/nneXv33Gj3eegrfBPBc82p+BEA3s1V9Nw31HYzPByFwJEJhKcelh6mn75bup817euNLt4wxjexdfzYzvp7xPM7/hz6m5nLb3SM940WsxOY+AsKy68f21kfZme/iMGV5+/E62cRBAsZNdmFzJfN7p7v1PcR5n/5wviWrnR9eCMk+2K57xsVbjl9fId5u43Ph6NTsK7qlPdmi8rOSx71rKs0Htpc9XuQ0tzGuqpTIHs/h9lNnT9zj3hrfk1dH6a2n5vvWHsTr4+p68fU9t1wPX81cuXz4bWg9AUQ60rHa4FlSmvrQamupBufTlab7IPWv/jLBN4YLo1D7W/HZZyxz9jGedU7r7Yxf7P1ylxr/ky8Pl85tJf07fV1I+9VM8zvIRjjPBiif9MpX3++L7FenjfqL/aZ81pL8lyXjWzH9lup7NUO2Yz9S0+yvvuVkh+yUbJV67csr/tZ1h8rXdr+WH/Qh0CbwOnz/rrt/qDOQ6M4JwkAP+DZquDxRG7V06l+xZ/nItgxlSbtIbB/AvFNa/+jYQQQgMAoAhO/QMP6MYr28ZQnXj/HAzLziOA7M9CDmXvx9eH13+n5z2j4g6Z+lrpweLMzb4rKhusKzaoitRnSTv1pY1j9uK+8UVztZPWKre5LtPxq1a8Okg77CExdP6a27/Ptu87ztW+uam7rNXQtkOkha4b1arrqMwaKPru43edXLXgX18PbhrLGFw+vTVGmfE2e9ShDYDYCK8zv2XwdYchrSl+TOK81z3WMWV/6bMe6mk31mdcGt5O89dPS0nX72vple8PSpd/bo/2+34oZ5u1WtXRO5jkf644wPPT6wz+1va4H2+mtdP481+QlAeDtnKt7T/Ib2krfcLp3Yt2SP4+v2yu9QeCRgL94cNy398cxb1lSeiNb1F+ttzq6Tbvb4Q/D8QbwVktuSQJmv2Qf2B5KwOvjUP3xenmO6fxn2XCr868fpevRsuf9HD6ivWmazVp+53Mw7fpZy+vh/eTx5ZZL8879H41v5pnLJb6WZTa57TuULwyumw3fn18vT93Ge6rXsDi/f10DGveBDXnkM6j3DQV08vuHytp4vY4vDaOkn1SqRbWNm6rqQ38fUId86QswSbfmU7XDYoWv5e/Ku/0H0bnU577yuIumFxH6jNl48v8sts7Nf2vPn5b6t8x+9PVq3ahj2ZD2sd36+dZeTvv+MY9RY8+yvnFl3bHt+2w/X6e56zkzZK5oHdBriG6/V7Jx0/jZLScfXz87QVz7MrOLvvyNT/nJF8myTzX5rddWbs7r27Zin5aVxxk1yWcCZhcuoqyyajmfQ/mXZas6lDozryi2bF4/45P9zmsu6v4kz9HojfNaX6Yc6qPWj9aJ//mf/7muebkfrYf2WXU1O77fuLTvnmv8/tLevf4UrkMYDLe/dOAxBjkz0zPHuKyXFHpkfn+SSmmd72n60qoWk5c6t3jntevX8tt9R3SFAHCkseV8Dghv2deJvmnt8m2GP0i0PzBM7JTmEIAABCAAAQhskMDwD18bdB6XXk6A62fZUwDfZfnu3PpOP796M8xpPAtZ5o3Q+03Jvk3NaO0xbztOpaFN3b4NWweY5Jtfj5bnkGx9vts/b4DlMbfqsz7l1xLw+XrWi6ntn+33sZ3XDaVxbj9q/jgHRzSnHQQu6ZdkJVtZdgkIe6dNtc5HVpfgs/rXk3z2XX2W/I/1suiy8hwQWI5AvGaX62WrluM8U14vrxt9PtfmseTPriuxv5Yd3c/olQ/fx9zkXpvu1xSN88HPeK/pBzluhmbIxWvt0fcZOsDEBAKKGTle5KDw0gH5Ce6+tCkB4Jfip/MSgdtSX6pFtkkCd98Q36SHOLVjAg83eTseC67PScAbfPGmfE772DoCAdaPrZ5F5u9Wzwx+jSDw9ve/msfv9R6sTcp4xPeYnO+ex/nx0e0VemPW7RRY0Uvy0hHtuL4kc51t1exJHp/mc7tmGjdVm8ooPBA4/PrwfvP/4Rw/IajN02hKOlprNO9Lc99yzf18lPSjzn39987bJTJ8UfveQZcPpUCN/fdaaB8kd53z9jP2X87HcdyvsWV9pK8j4HPFeXrdOaj37DlY01C915aoo7mquXy/Ply+zGZZbGdZtDE07zXD+rKbZV/fT4JdxqNr7vLz9er30rfWru97qE52XXNs9PCpmMwzB8XT182U8/oq5A7+vqr/rfYbz6t9JABsEqQQgAAEIAABCEAAAhCAAAQgAAEIQGAAAW+aSTXmL02/bk8ldJuuPqSngGze8HR9KejiulqqjZ6+jbtSX9p0lS83v++/hn2T13q9yKXnvksbTv2tqYUABGoE7ufno1ZpXmv98Hx8bKGATklalsmObXk9cNmpWiqvNc1rgXVVF/MqX79DE372L9oKS6XUOSAAgQUI5HmpcpapW81NrTOuUznOV+vYxVxnuVPbcVmp7ce2X10/Orwe/Oz+eunXVxfw7NaNq43T5csInednXbWXCgcEIHAhEOeUJKffv3/fPo1ACQIbIBAf4d+AO7hQItD30xp8W7xEbJey/IYxdhDXm7OxDbemf/hv8D8HfOnro2X/MNfXc/gfPnyNNbM0v9b5G+vv1vSv/J5cH7bO5zq+Cvit+19xe7B46vinth/sKIovIuAnYGrdH3UHqm/c6415u/NrOB+voU7jlSTZkCBwqW2005c3Qz8Z7HJsoyeY/37+vygiP4hAvA48L5zKQKzvMyi92K5Pd426Pr+35OcaLLbdh9aGx/Whe7qv+0+/SlAKHNdG9GjnEoDRmuF+lHdZdiS3LKeql8yHdV0em0Zb9223Nn/uvdtuqW+ey+tjz/XS9R7PVf16i1rKj7v+/KcPsxWXX/WUo3k4tT+xrLxeWlei3LqtVG3ENaZ+2ljyS4D4EhD+/PxTNOfzolRt4+E6yWI+6tzel+/b3utc1rYsG1PO/Wdeuf5mu29e9vt8s7H9XOYxxGP9aMVefvK5fn4vI22N/7H9/XVxaoDgCeAhVxQ6EIAABCAAAQhAAAIQgAAEIAABCEBgIgFv4jjN5mpPCHtzyAEclWXD8mynVbadol73BaePn//zsGGaN1fVVj6UxmL/ivYRQgACixCozUd19jf93GpcO+J6ILnnb9SRjVyWzEepXZ++f4lA7b2WldYS2++rsw4pBCAwL4E8N/M81Bx30LY236Nceb1s12V77bLTbtU5616CwY/3G9LToXp9gc7+KbVfSlWnVC8OCLwbAQLA73bGdzDeV327aQdoNuziuG+4bXgguAaBRwI81f7IBAkEIHAhsPj6wPsrlxoEIDCUgL8JvtLG1pO/gDB0NE29V/ffcnCif7UNSm10qs4bnkrHPjGsNt54rQ7j/CTBZZM26rhfy+yLnyZWvXWafdhISuPmrW0llQ0WPf9qrrXqc7uV5nHudmh54vU9tBv05iJwu55Ka4vmmeVxzilfWl9yICa2ifM+yjUSz22PynZUlm5sK5nXFbfL9mLZ/qvd0Z9UvYxxzn/Hrk9z9j2HLft/u87nsPq8jVf7IR7jfYjzSWP3vMt5leNhvdw+6iiv+qij+e9DctuJ8otMX3STP4823D6muQ/ZsE2nUV9rh9aabF/t7JP0nY/2o51WPrezvVa7h3ref69IGg+9XvWOmclz/PJFiNpYCQDXyCCHAARGEMgLz4imqEIgEIg/f8OXQQIYshCAAAQgAAEIQGBLBBb/AsyWBvuELwvx8YahU3mmzcu8sSi5ZH6p7KOk67qxqTZTZS8HieSf/LKfTsfaP4L+IT/fLHR9H+F873EMcX7GvMZSWl807z33paM2Wgdi29I605K53ra8rkS76s+H5Uod2LEs67hMOpYAe31jiaFfJqC5Geen15Y8d722eD0oW3uUlvQlK8lja/WntSb6pnrfw9jvXB9trJrn/XdV3EfpjADwUc4k44DAmgTyG87OvoEUP4SXsBF4LFFZVtY6J8v2jnUIQAACWyFw+yb0zSPLhm/AbOYD6m0Q5CAAgdkJeG2Y3XDFYF6D1H+WVZrOIv4eb7eBeD30GURH/mxyka78b2axHh9vTpYG7I1Pp9Jx3sEVyfy+4TrJWod0+9qVNlRtU+20uVo7VG9fzv30PNjQbSmfL4HYpmZ3Pvn3tXc1+DiW2+ebrHtttKNMHt961/cQSDfWZe2lP9+/uv/yqOeRal7pFQ/PXQduXOc5q7LyemUd61onlmP+PO+/+412s04sx4CN5erf/ttv171vOmRNynN+S7SG+L8lf/t9mb4+lXhYNvw8ep7Y29q8c/0cqfrM89JP/su+fdA8dr6v3771xu3yON1Pti9b2Tfpqn300XZracmGdHN/Jb8uNvM51LnNsosm/0KgRoAAcI0McghAYDiBTWy6DHcXze0S0EdL7+/4g/T0G+LtjhfPIAABCEAAAhCAwD4JsPnUf962wccbik6jz1Gmjci4GRnzsU3O53aud3unlse0tlErv+Lr3MYfEL4N2HcFfxUjUnVfX7HftfNfnXP+mcLjfL7ZxvW99rmkv3sCObCR56DK1lG+VH9v8fJ3PDW/o77ne1976dTWFPWhttK5/NTrfUBb9fZTeY5IIM51BxVjPXkIDCfguV1q4Xke6zQvPXejPOZVr7mv9iUbfetGtFPK19YU91dqYz+cWjf75nL2r2TzXhbn5H0NJQjUCBAArpFBDgEIQAACqxNIezur90+HAwhcn7Z5/OA8oDUqEIAABCAAgQMS2NJmjDdot+TTEqf83Z+AmD7+UsAjb0S6rDQ/0es6b2KWzrJ1xtSpTbSp/N+vy/Vs+UXn9uRyyf66sjzvbufnHPy93j8ffV6uS53etkXA89Neqay5mue063NwRXoK0CrVUWvn9jF1m+yD5bb369evu/VFcvuZ26qcZbFP8lsjkNfhrfm3kj9P/kJjnCvyNF/7ub4+mtv7n3WiLedtz/ciLue+pa+X6qNOtF16Ijfrar1xMNZtY5r1Y13O9/liOx6X2irvcdhW5qB2sY31SCFwT+Bxft3Xl0sEgMtckEIAAhCAAAQgAAEIQAACEIAABCAAgbch4A1JDziWnXfqjUpvdqqN8qqPPy9tW8+ktn06/dRudGdQM1ouAABAAElEQVRCTwPpSZ/P80Zut53bPf3bBYvC3xuO/dhXy3LZclIIQGAZAppznneez+6pFLRRnfT0UrBGqdcal2Uv2orlKHc/rVRtSmuW7DpwU7Jhv0p1yCAAgUcCca4+1j5Ksr7KQ4+sq3Kcz57zXjOcDrVf0pONkp2+wLPsyC+9pBcP+ZzHEevJQ2AogdPv37+Hz56hVtGDAAQgAAEIPEFAP4vGTz4/AW7JJn5iIffBT79nIpQhcCVQ+uB3rRyQuX7Qe/Ib3K0uWv5d+28ZqtS37FeaDRZP9W9wRxXF1vha/k1tX3FrNnHLv1ZHU8ffsr90fdv/LhB1Pbb3NF/L/6vrlcz2z3/cHDN/pxpUrK8McpfivnHF8b9+cN7AdLAmeqTr65lrzNe1U9mMdiRXWWnUyQGaXB99m5avn5/P7p6ZzzfT6NL6mATiHI4j9BxWfUlHMv8igXRLa02092zefrh9XD/sVwxix3q3KaVuG+vcl1PVlfRim/nyXr/K7yX+6fpaf6xvNTJry30ea/2Wz29Ne7i8r9+l+hzuXdaM8yrnHRTObWLZbZzGOuUt9/2Hy1lP5Tjfc17tLctpn81SP1uQeQxb8GWLPtTP6WV+lfnd5le9/WW0PAG8xbOOTxCAAAQgAAEIQAACEIAABCAAAQhAYGcEvOnpNLqvQE0M1njDKm9sWa62MV8qR5l0o37MS89H7k9yyeLLuqQQgMAyBErzMPbk+Rhlzmt90fyWjvOui6nXm9Ja4P5LddGG87LlNpKpXZTZl6jjtjkdopPbUIYABKYTiHMv5mVZX+jQnK4dnvNKY1uvIU7VPub77Fkv3jNJZnluKx9j37m+ry7rUn4fAgSA3+dcM1II3Aj4iT6e4LsxOXJuoSfIlkDGt0eXoLqQTdaRZcAejeuO1p9lTuhEq7xPTwQ4c/Pr/DzoDygdfXxTL4crn5IhfQO7vmFUaoFsLIEW31b92P6yvu3fvm2fNVYt7/T9VRucpWDN+SeezwAvfLXxWdqElVybm3lj1OW88Wn9fG6sH+WSaWNVqX5mugsJn321TqmN67qt3nP22n84P3y+uVF639zG1o8DnAjNNc83pxpWnqdeb7Se5DqX3d5l48nlkv0sOz9BGOa/bcVU/ckv9+s6lWOfud56UceyaelG3temDYLWWyHQuP634mbND83N2qG55zUlz0OV/csEsX3Wi3Uxn+95bvcjl/sL6WpNKD2lrD7ieuEgcZTFvkr5obpDx1PqA9kMBJ6cXwSAZ2D/bibiz3/wYebdzj7jhcCyBFhfluU7q3UCU7PixBgEIAABCEAAAhAYTGDn92F5o1F/0/dyOL1sdHqjMaeDOXWKbttqI5+8sXo6/eraXQI0kpeCNdFep3I7zvluHJbd9m5vOhvK8flrQycDVyYTyGuLDHoOR+MOtmh9cHC41Hbo+hFtt/Ky6bVGuupXARvJ+oJPtms/nVpOCoFNENj5/UkfQ885paW1Ic5f13t9sV3LnVqeU69RUa42tXZRrrbyJfoT7cj/OJZYR37jBJ6cXwSAN35et+Re/GCwJb/wZQABfUOE430IlM63ZU++WSwNj/VlacIT7OdrxtfSBJM0DQSOxrM0HsvytRQwkIXAJgn42t2kczM4dfTxTUWU+VzXsFI0h3vtqbgf22emt8BgW/dRY7wk9z/ewrwt8vjlX5bN2+Oy1tp848Zl3NiUX7mszc7SZqnH4I3O3M71P7r5rpl93dRVRLd7Crjba+2Oy1PB3lDNNi5turPRbbZKv9tW7drUz09urx6GHh7HUP0+PT5/9dGZWte+vqf2cKT2U6/FZx5MietLzOf5qbJepfXlpns535f1ojsz53Xj5/cpGrZO//r167z+KPUR/ZIsl2/9u8Vj6jXjurY9qjQlz/BtGkXhQATyNV5//zvQoK8B1Dgmz7coy0/yxnmrvF5x3se2cd7admwfdXNea5Z03S7Xx/KfP3+aekP7jXbJz0HA88vfKnxuft3eWebwCRtvQUCX3Pl+pkt9o8YNwVucegYJgcUJsL4sjnh6B9cN8OmmsAABCEAAAhCAAAQg8AwBbwg903Z/bfIGZi4rMOIAjeu8WanUr2dHLtuyG5/ai7Zk3/1GufOqc/CmpFeSxbYei2Vzpl/d5s7pe1+R/Z05yWJrLwTi/Iv56L/Xlyy7rC2PAf9uSRh95D7ieiO/vA5oLVHea0qtozwWt8/yWnvkEHiOwHvdnwxhpDnXN+/iXM7rgOx77jqNfdpuqU6ykjy2V/5///d/e9cT+680+prtUF6DwHPziwDwGufmYH08cR9zMAIHGo6fbCCgc6CTuu+hsL7s+/zh/YwEWJ+fgwm357jN3MofRGc2uyFz3uh77gPYhgZSceXo46sMuyW+ri/+BnZuALdMZN5yi2+rfi5v1upnLn/3Zud5vnlTMr4XeRPUsrwh+tH95LM2XaP86/N7rn9/QLGNGlHV237WUZ2COa53GvWi/6qPOjEf28yRd/B3DlvYaBF4/vpuWaZ+WQJxfvoJf8s+Pnw/eNvN6MIu5/Xkww8CB/fiOiNxLgfVazbqODCcA0X2x41cdluvI7FdXmvclhQCEFiPgJ8SVo/Oe97aC5XzfYrrlHp+u53TqNOXj+tCSc/ridYf+Zj7Yy0pUduOjADwds4FnkAAAhCAAAQgAAEIQAACEIAABCAAAQjMSCBvTHrj0l18/vjz40OPwl5/66zbaFVAt/uviwtfAzSx3djNVfXlNk7dv9K4+aqNVr2y31GfPAQgsA0Cn/6yyPnn3+99Kv1aogIocQ2I+dg6yrUWxHLMq43qHRi2jVj2WqLUgRytOZbbRkxthxQCEFiegOZiPGLZeQVe4+H7BqXOWzfqKZ/XjFzfKtu+9JTP/ajs+xbbijox7/qY2r+WXmxDfjiB0+/fv++vsOFt0XxTAvpZoNJNzJviYNgQ2D4BPbGyk6e8WV+2fznhIQRGEVh6/fETedmpnax52W3KEFiSgH/a0x+wc1++v5/6wbtm3/1NtW87z6Zb9+/Zcb1bu9p5bF1ftXbmN7V9zU6rX7drpS3/Wu1b9S0/J/f//b59+rg9KXfvk5+ku5euX9KTmvWflc4BnOifGLU4Wr+mJxt6OVBjvcw/l2W3JIvyXN/3+cv92l9SCLwnAT+5XRp9ac26rB9Z2/PJqQMqeU66neqtI5n13N6p9V2vcqlO9XrlOq8zTm0vl2t2JS/ZtR2nuV/LnUb/LSOFwDsT0JxpzQvpxLkV82ZnnbieuC6npfZZp1TOfuay1pPSmmJbWd/yoenU9kP72aseTwDv9czhNwQgAAEIQAACEIAABCAAAQhAAAIQgMAiBPJmpTcYJS9tpHrjVHXOP+uY2scn+Ep27I/qsq9RP+plv7purs89R73YnjwEIDCdQJ5f+Wm+2IN09fK81rzNc1f6kkmvVh9t5vYuey1zGu26vX1RGg/3H2XkIQCBeQjk+VayKh29PH/dxqnauN7rSbbjtl4TnGa9MeVsQ/czekW/bE8yryWtddFtSMcRIAA8jhfaHQE/HQAMCEBgJwR29CQc68tOrinchMBQAq9af/xk8Kv6H8rnaHpwP9oZZTwQgAAE3pRA6am+exS1jVRpuU6bqnrljdB7S4+lmn5p49StvYFrHaXOy543Vy27truP51hM+lIC5SdIn3fJT7C2r+vn+3ijlrrf7f2M0c/Zc7A0z10nml5Hsp7LTr3OeA0onYlo1+1iqnrrSO6XbblOZeVVH/1zvWVRT3npW0dlDghAYF4CpfkVZXFu5p4VdPX6obnqfNTLctuWXIfT2KaUr+nJnuts2+0lt/+5Luo430ptI/bZarP3egLAez+D+A8BCEAAAhCAAAQgcE+gd1PmXpUSBCAAAQhAAAIQmJOANxe1qRo3VnMf3uyU3BuuljmNbbIsl/NmpjZMpaNUderDvkW7yrttrFfbWM5t9lD2nz+Qr3zZeA9nbAc+Pvk5w3PJ87ZWFgHVZT2TcTuXvcZ4DbE8prblNNY531cnHdc79dN8LtuOUvuo1IEb6Vlu3Vy2nBQCEBhHwHOpNh9L8tiD56lkf/78uVa5nVLN+Vi+KnUZy6NsTN73J7JjW05lx+ub1juN1eONfZRksT7no/1cd7QyAeCjnVHGAwEIQAACEIAABN6FQN6A8ROo7zL+mccZN0lLph82TuFdwrRZmc9f7S9vbtbxb8dGX59bHxD+HZKAN5/yppLlrUHndi196scRaJ2Hpfir31rfcVMzjka+6OX6WDc07/HIhvJ9fsimA8bRvto5gOy86pXXa6tH6z1jW377Cd3olWX9T5PGFre8294k5KYQyOdAfLOsbb82X+LaEPNtizcNz9Gb5DGn/r0WxFrLo0x5+6L6ku+qj/JSXjpewxS4yYfqpGNbSkuH5dYr6SCDAARu8zayiHMzynM+zrNcp7ICw9GW8rksPQWKa0fUjzoOQOd69+H6X79+Xb9UEts7rzHcrTXftylaWTy+zukf3arTlTtfv/8IxrXOhg6WEgD+vgDyBXaw88xwIAABCEAAAhCAwPEJ5IDw8UfMCCEAAQhAAAIQ2DiBuLHovPegXM5DsNybnrleZW+M2pbTqGtZTqOO8w7UuCwf3M7+xFR5l9VGurEc7Ti/dvrVbf6evmNKDgr7C1Fr+0J/RyEwPvhbGrnnSp5jJd05ZOpPgRH3F23Gp3lL9SVZbF/Lu5367gsKqb10+gLZ5lXrCzkE3pmA54fn3FgWbq92fTaiXszH/mpy6fhLKO7DaWzvvOpc7y+L2IZ1SmnU/fH9fai/n92NwPn/7xsCNdQ9zN951vOSH1uSvXUA2BekU50YX1hbOkn4AgEIQAACEIAABGYh4Cc2CZTOghMjFQJcZxUwiCEAAQhshIDWae4FVj8Zce9Jee0/RVnJob76uMmZ87IV97fcX6mPlkx27Gu0GZ8GUv8K3sR6+26Zy63+5qx38HdOm/u15SeD32PDe+vnyfPCfuay5UPTofPrS9+KSE8w+4sm0QfnNbf1yof608t1sX+3jan1f4T3H9fbdl+QWD7GAHHsz+3XSD0O++50jb7pAwI1AlOvw6nto1+1L5pIR3VeM1RWv3qqt3TEuTbGP+la/7zcdcZ/dQ8lf3brlYK+8Th9/Dz75DUw1jn/qrXG/c+RlgnPYXlHNnQifWHsyG1chQAEIAABCEAAAhCAAAQgAAEIQAACENgwgTk2D0v7Vt6wVJ1/8tB7W36iL2KJm66Sx01Sl6O+8zX/Zc/9STcHb6J/tlVKa/ZLusggAIHlCMS56LzmsdcOy+K89zzX/LfcetnTc30XnOlWn1x1bftQ8S2Q/biuqQ/3LZXYp/KxbJvqvyR3/ZB0avshfaADgb0T6Jsncd5qnCp77XAa20umNUiB4igfy+hDa895/bm11JfEZDv7dNO45OLfRZZEfkzxJdtfunz6/fv3feh76R5H2m/B9IUx0uxVPdufau9qmAwEIAABCEAAAhB4NQE/iZn94KmfTITyGAK168o2uL5MghQCEIDAmYB/eraGY/GfpP1et08fj5vu+Umwmo+S5/2TPt1SXWu/Zar9Up9Hlpln3riU3HVx/A7iRJl1XRfbtc6H62ttsl/Wj/0rr/YOYOe6qWXNvaHzq+affYjjtCyms7UPT0hG+63+oy55CNwIPD69e6sb/jR4vr59PWrtUJ3KDuS47px+/ewCLJceT+dMfB8q/yT1zb96TrbVb/bLLWKd89Z1at0xaW7rsY6xgS4EINBPoDSvJNOr9sRwtFhqH+vH5OP64fnv+xun7s+p27gfy11WaltKS/VRN+fH6vMEcCZIGQIQgAAEIAABCEAAAhCAAAQgAAEIQAACGybgzcPSRqDr7L50HJyJMuk5+Cod22qlslHatHQ71TuorHzrcBCppKd+/Ir1knFAAAKvIeD57wCIU8vtVbes/Pg6fwuqm6/d3+E8P4V3rbw9XWyR07iWWJbTqBPzXhssczmmzsum8tb1OHJflCEAgfUIxPnpXi3L9zKq9/y1ru4pJIty5eNct24rzTakn21nG+pHftpn1dfybmv/XJ4zffsAcDyJc4LFFgQgAAEIvAmByje032T0DHOvBPwE57s9qfmu497rdYrfEIAABA5GwE8itp4IXnzYb3r/2tr/iZtzi5+DlTvQ2PLmomR5zLkc3VR7M9Tmqjdhozzrx3Irb9slPfWlVzzkg4PXUR7znnNRtvn8u92fb/6EZAf1OOv9tZg1Nl2ecf2vrReWa05/dUFf/Xf51ee/Xa4LRZz+fCO6/xlnCfM6oHnuYE7kaj2nrlPfWaZySe42Su2zfma6tK6ovmUj2iMPgdcQ2Pn6NACa52JJ1XNfc1jrhg/LvZ5Y7tT1LudU9dbJ64DluU3sX23kk32PbayX7WZ7sSzdMcfbB4DHwEIXAhCAwNIE4mbQLj+sLg0I+xCAwDwEFthYYv2a59RgBQIQgAAEjkUgvj/G/EtHucB9wEvHQ+dPERi7gWh9bVw6GCuZXtrAdL2dkSxuclr+TCpb3iSN7Uv92if74zS2Iw+BtyWw4vp/nnsOVCgG3P0Zgq8fXfD3Gru4rB86F14r8nxVOX7ZxOfN+i5HG6W6vH7kfmKb2roiP9zOa2DsnzwEIPBaAp6f8qI0Rx0YjvNd+fjyCCSTvairuly2fk6jnvJaV7yGxDq3U18l/6MPWcdtWykB4BYh6iEAAQisQGAzm0ErjHX3XfgJwjgQy1b8MBW7Jw+BKoF8TfparTYYX7Hp9WuB8Y4nRAsIQAACbQKttZQvBrYZbk2j75yufj6v9wP+24vHf0Jka9fDFvyJG4vyJ29A5vqaz9LzRqZ1ShuttueNT+s6zf1bPiaVjZId9W2fXC9Z6cm+Mf2VdGVXL/dT0kE2nYAY9x3L8b89RXbr37I9PAmcfVx5/e/ef27nRuew3H/t/NbkDujKtl7SizKfq1vflgxLc7vYjyzoSeF4aL3R+uJ2TuVXbQyxPXkIPEfAa1FsbVme+1HnffO+NxCBOE+9fkS5ZHnuu4314xx3XY2u693WerKhurhWSCffs7h91LONvpQAcB8d6iAAAQisTEC3w96W8abR6htEK4+Z7iAAgRUJXDeA5++T9Wt+pliEAAQgAIH9E4jvj8pv42BTcBvnYb9eDNl89CZr1vUGpkavIIrKlimVfkyfoaT2OUAjO3nTVTL5qT79kqx02Mc8Hum6rtQOGQS2ReB16/9lXt/3X5pPJV55jnm+OlUbz2+l0tfLMullG6V++mS2WdJRP6U1x+uL01JbZBCAwGsIxPXH9yzREz8xHGVeR2LatzbEtsq7XZR7nYoy5SW3j07V3nnpKO/1RflYp3odBIAvHPgXAhCAwCYIOPi7CWdwAgIQgMAIArtav/xk8IIB8RHoUIUABCAAgbkJaJ3fyBof3x9jfu4hY69NoLQp1m51HI286fgMD7XJm499hKTf18+fP38eNkPtp9LSpqht5jq3q/mj+pKO7Hjjt1Rvex5H1JFMZddZlxQCEJiXQG2Oaf7FOalePZ/j3LY3Wddy6eY1xXVD05JtBYXlu9NsS746eKP2tXHmdpQhAIF1CHg96etNc1dzvLtr6T5/3L7uKXlcV0prhOxq3pfqLMv10abaW095HfJZwWu3IwB84cK/EIAABCAAAQhAAAIQgAAEIAABCEAAAhCAwAwEHMjIG5PZtPUsd1nttImZ27ucN2VLT9/ZZivNm6klffdn/6QjX1R2WmqHDAIQeA0Bz9khvUtX64DXF7fx2pDlrh+Suq3T2Eb245oiP/SSzHK1cz62JT+MgNiV2A9rjRYE2gR0jekLbfkn7r2m1K4/1XuN8RyPupa1PLAN66kcv3Ry+u+//25haWutmMZBLdHtUFC1vpf2r9bvVuQtfkfnM3X8r27/6uto6vhf7f/S/Zf46Mdw/Ncajj6/lua7mv0NPWGy2pjpCAIFAvrZen6yvgAGEQQgAAEILE/Av+xQ6unFTwLz/lg6KcggUCDQN4+l3s3lvs/I2vBUfdZplQuenEWlz+uqyPK+IFPWzX253mmu7yvncfXpDql7xodot+VPy/7U9tGXUr5lv9Qmyq7+Vz7/z2Y/dhryr7Z/HX/waUy25X/Lfqv9GF/G6DqQMrb/sfrRJ7HQy39TOAZ3tN5YrjbmFvuzzKn0Yr3K73KYwfuMXzvK9z+z/i7n+jXjvOzgf30Wwqvh80ecw/bT1+T5yeHu3mXI4TZOh7SRDk8ADyWFHgQgAAEIQAACEIAABCAAAQhAAAIQgAAEIPASAn2b+QqK6Mgbow4M2+Hak8K5nfVzmvVcdmp9P8WnsvxWvf23jmR9AWTrOS3ZcB0pBCAwP4Gx81NzVGtOaa4P9U424iu2k+24hsk/vawvXfUd+3feabR39LzGLDZOjz5exrdNAqW5Z1nr2tT1qyMHkcdc1wSAt3ld4BUEIPCmBPz075sOf5/DDt/q2ucA8BoC8xDg6d95OGIFAhCAAATmILCdJyB4f5zjfGJjEgE/WbvVzy32b8QgvXFaapLrcmDYZQdSvLma25Vsl2Run+skj3WlTV7JFMxRAGdo/9Fm7pPyCgS2Oo9WGPq7djEmCOzgbwzWaM4+M79rcz3K1Y/79PlxvftU2WvMmLHY3p5Ts3C657EM852nf4dxWkpr/OcPzVPP1ZpXnsO+jp16/tfaWU4A2CRIIQABCEAAAhCAAAQgAAEIQAACEDgAgdsGmH6C2QfBWJMghcD7EcgbrAoEKxjijdRMJMqdj0/e9emrzm2sl/u3XGmfXbVz0MZBnNiWPAQgsB0Cnqv+ook8i8HgkqdeK7QOaL67XNKtyUptosxrjPyzj6rP65Lrav3MKef+bE6a2NoGgdvnjzn98Tx1attaZ7S+xLnuOq87qiMAbCqkEIAABCAAAQhAAAIQgAAEDkogbrKUhkhgrEQF2W4I5CeyuicKPz+W2YTZDRMcvRJ4u/XviSdqr7DWyGzIv7yZGoef67SJquCIn7jJG65ZP9qaklc/DgyV7KjfvqCN2ts3pdnvks0xMs+vrpvisZX7CzPITs7NI9vfa1m8lrhe9spjit9989N2dR32rS+167Qmt92cev2y3OdYfcuW1poYvI56pTk0tP/Y1muGbS+ZDvVvSR+wfWQC3581Tt9/A1j3N/kzycLDj+tLvN4tl4wA8MInAfMQgAAEIAABCEAAAhCAAAQgAAEIrEggbL5oS8ZxCW86biUgsSIRuoIABCoEYmAiqsSNVMmtp+CIXq53GtsqL7nrYj7rDS3Lhp/iy2200Wv/cl2WKwAkWZbLfpZlW5TfhwDXwrrn2ry9vvjpPXuh+WmZ8vkoybKOyyXduLZ4jbC+UvnXt85Y1+NwuS/96obhuBn3Z32kqNsNgfD54xU+l+afZASAX3E26BMCEIAABCAAAQhAAAIQgAAEIACBxQk8bpMu3iUdQGCbBPzk7Ys3KLcJ5xKwjb6VNlJjvfM1vRxEyUEX1WeZbY5NHRgqtfvz5885cCQ/1Z/9cjBH5fikUMmGZLVx1vT3Ij/quKbyn+vanOrHu7b3nIzjV3C4Ntfj+bKOZZ77thXL1nGd05I8BomtJ1t5DkXfc53bKXXwN8rIQwAC8xMgADw/UyxCAAIQgAAEIAABCEAAAhCAAAQgAAEIQAACByXgwEYpUKIhOwjiNOup7EDNEEQKvmQbQ9r9+vXrHKDJbR3MiUEl+1qy6/Yed0kHGQQgsCyB2hz1/FTv1oky5bXeWJbnseVjvVe73Daua/JFfdmn3O/Y/tQ+9zfWBvoQeDcCp9+/f3//SHV56FMnZtkqUghcCExdtJe+Plv+Ld3/0tdJa3yt/vc+/tb4ptZP5dvqv8V/6f5b/lEPAQhAAAIQgAAEIACBVxPQzwryk8+vPgv0D4EeAgd9Mtmfxx34yARUbx3VxXzWdX0M4FjH7eL+gGXWianror58rPkZ2zov3dje8imp/SrZcF9OretUbVxXao8MAi0C8Voq6baur6ntS32OkcX+Y142YtnjiDLl9SqtL2N8sK77cFlpaX2J92dqoy+j1I6STflseRxPzUaf3HakY1tOXafUMtvyT1dbx3KnQ+8/s123d1qz7/pWe+uRvicBngB+z/POqCEAAQhAAAKbIVC6kd6McziyOgGuh9WR0yEEIAABCEAAAhCAwMwEvGHftzEfdYbcA1s/uhrtu94yp1FfeetZrsBPfGpP9TnIG23p6WHp+GU7Q9Lc95A26EAAAsMJ5DmWy7JUknkdiHM95od4IH23iX3E9eVqJ31Br6TjdcgBZKVRz31dbZKBAAQeCBAAfkCCAAIQgAAEIACBNQj4A4FT9ckN/Brkt9lHvA6U51rY5nnCKwhAAAJ7IzD06YtNj+ugT0humjnOrUeAv0l8Dsbo3jfeD+cT4Lp8j+zAiOvVzkES68Y06uU+XJZ+DLJYnlP1I3vSVd79SK/UT9bJ9ihDAAIjCVzvD3p/4HWQUc3P2hyNc1vGNOdLa4TnvfTdxrLsRL4/s37U85dN/JP18i8e0XbMS8dlpSXb0U5fXm2n2uizT92eCXx8O39/XW5tRASAt3ZG8AcCEIAABN6WwDveVGrM7zjut73IGwPnWmgAohoCEIAABCAAAQhA4K0J6H65dES58gqUWObghwI2MW87lrk8NI0BIP2t4Xi4b8kctIn6kkedUvlZv2SLAwLvTsA/TywOOdjaxybPS+lmmeZ0ns/Si2uMynMccR1wIFh2/yqw26VfX92XTwrLotplv6Mt2cj1kvnoq7MOKQT2QOD+3XkPHuMjBCAAAQhA4GAEfGPpVMPLN6ZrDTl+SCj1OeaDQ6l9lHmMTmMd+fcjEK+DmF+TxJrX/5rjoi8IQAACENgZAT/RszO3cRcCEHieQPws+IyV3D6XZdOBWOVL9ZL7yPfjpWCPdUup2rsPt1X/0a7qrSMbqos6Wdf92HZu6/pSGnVL9cggsAsCA+4PWp9p5xpnXE9sM85fyTyHtQZ4HbCu64fMTdtRm+6rLd1/wfbp14/T530E2H9P2H26j5xGu7LtQ3q1Ouso9f5Yp87xFgT8xO++BksAeF/nC28hAAEI7ILA0JulXQxmgpNjOEh3jP4Et2gKAQhAAAIQgAAEIAABCEAAAm9MIAZvcqBDZX029aGyAzvWdb3L1o1prJO+gjFRJl3ZdZ1SP0ls+0rdt227rla2nBQC70zgq3s81k/GOijsgOWSXOL8dF5z2MHY2LdkJXnUiXmtH93/3cLRrQtd8nEudOP8eQnMabzqMz4pHNcc+aHDqf2LOkPqz0b4BwI7IUAAeCcnCjchAAEI7IGAb56cyud8I7WHcUz10eN32uJgRk6n9r+n9u845j2dn7V95XpYmzj9QQACEIDArgj4yR/+ZuquThvOQmAIgVfeB+dgSCkgk/1zWan0S599raM65aOOmUhuvdiv9ZU6mOP2Sp2X725vm32pdd2+T5c6COyHgJ9MvP0tUgd/tzIGrzPRH8s0L/3yfI96nq/nua8AcHdoxF0zRXwVDz4fP7sfhZYd63u+X2ov+5Ou87ql1H5YT2m0U6rPuirbdqx7x/z5PH2v+xp/Pg/HY/I4/7Y0RgLAWzob+AIBCEDgAATyG/0BhvT0EMTi+Dc6T+OhIQQgAAEIQAACEIAABCAAAQi8gEAOVMSy8/GzrGV2NZYVHIm61olpKagT60vtsyyW3b+fGJYty6JdyfJL9dGW9UvtXUcKAQgsR8BzVD3o55tL81N1kt9C3HoC+Cz8cfr42X0R5Tsy/K0n/dIhGwr6KvUrfvlEbSx3Xv7Jr741ohUkLvlSk/X1U2uzJfne/d8Syzl8Of3333+33/SYwyI2IAABCEAAAjMQ0A1X3zH1hmJp+32+b6Fu6fEvbX9phkv737K/9Pimzp+Wf68eX8u/rddPPT/wf+0Zbp2/dz8/8Hnt9UnvEIAABCAAgbkJ1O5tolx5v0r999WV9MfIdO+h4Ey8B4l52XLZ6Rj76EJgiwT0s89r/OTzEmOPa0fNfhyfArilL5nU1hXP81o/rq/1neX+m8OSx7zty95Ym7mPvrL76dOZUrek71P82krbFv+p/Kba5wngrVwp+AEBCEAAAhCAAAQgAAEIQAACEIAABCAAAQhAYEcEtLld2qCOm94xXxpafiLP9nI7y0s2+mQKDsmW7TnNbazjeqdZjzIEILAcgSHzTk80dlP6vPYo6KpXXh+0rsS1ZSmPY/A55t2ffPPaYlktLY29JKu1Rw6BTIAAcCZCGQIQgAAEIAABCEAAAhCAAAQgAAEIPEtAf6uXv9P7LD3aQQACb0jAP5+aAzilsgI6pSPrWsdypc7nJ4KjrnQccLG+6yW3r5YptX6UkX8DAnq/17HB9/y9Pv17Adr+1+OLcy/mZUFz1fO1tG5ofpcCtqXeZTuvByW9kqzUd9Szj5Kpn1iW7Nl+1XbIkbkNaYPOfggQAN7PucJTCEAAAhCAQC+Bu7+F0qtJJQQgAAEIQAACEIAABCAAAQhAYFsEciAil+WtZA6IxFRy11nu0cWydGoBGdW1jmjLumqnoM2Q9m5DCgEILEsgzsf408zuVXNZ81Zp1M1zXGXLnNrGHGlcj+RHDEp7XclB4Tn6xcZ7ECAA/B7nmVFCAAIQgMBAAvo7Ijpqn/vK3zW+tHnVvzHw+yof9tJvi9UWz+9e2OInBCAAAQhA4G0J+AmgCMCyDT4VFN0kD4F3J+DPfzUOfsqsVo/8QiAGT4YwmRJEiYGQbCeX5YtkCrCU6rKvQ3RicCa2d6AmypwXn75665FunIDf2zfuJu4NI6B5WVq7SuuAZHqV1pKSfvSgVR99yPZVrq0flse+yEMgEyAAnIlQhgAEIAABCOyUgDYvvEHhQCcBzZ2eTNyGAAQgAAEIQAACEIAABCAAgV4CMXAixVyWTMGXLI8BGdcrjXK1HXqonQI1fYcCwA5eO63pZ39resghAIF1CGhO6lWau5r7MXA7dh1p6au+9MUT+1NaL+yv6JTq16FGL1sgQAB4C2cBHyAAAQhAAAIzEHDwdwZTmIAABCAAAQhAAAIQgAAEIAABCCxCIAckcgDEwQvLnY51RnYUsGkFZ7N9B3SG9ufxZDuxvW3KH+tlv1Snn6p1fWzvPiyLOrnOOptL9QTtEX8Zw08GH3Fsm7uI5ncoziVZr82nrGdPNG/jvLY863sNcL3TrJfL1st+SU+B4Sx3WT7pyPZUH38SO9e7P6e25zLpvggQAN7X+cJbCEAAAhCAAAQgAAEIQAACEIAABCAAAQhAAAKHJTBXwMF2nBpYDnjkegVH9HKA1vpOpa86BVisY9uttE9fwZxSvfqJPjqw477kV6y3nBQCEJiPgOeY14Fs2fWW53JrvYhzX3m1z33lsvuKqXVKTw1bz33ltcX1MR2iE/XJb4vA6b///mv/dftt+Yw3EIAABCAAAQgUCOi7ff0/OlVohAgCGyTgDyw11/IHqaw3tX22R3ldApy/dXnn3pbm37Kf/aG8DIG8jnJeZuZ81CecZsaEOQhAAAJbJ1B7f3RwRmlNJ47NOk5j3dB8fO+OARnZVJ1ktSO2reksIveTsSXjPC1booLsDQi01gGvL9JzoNbpUni0RpTWCfmgtSWuOfKhpruEf6W+lujnqDZ5AvioZ5ZxQQACEIAABCAAAQhAAAIQgAAEIAABCEAAAhCAwFMEaoEH/3yq62sBHctjIOcpR7pGtqX2rcBzDAbbxz9//jzbNe0gAIEZCXhO1kx6fdGc11x2Kn3lvRbEfM3WEHm0V9LXk8TxaeJSQFg2NK7W2Er2kS1LgADwsnyxDgEIQAACEFiNAE//roaajiAAAQhAAAIQgECdAE811dlQAwEIQOBABBzscFobmgMsqlcgRfoO7EjWah+f/hsS9In6tv/r12MYQD60+na90jgO2R1/aNei/qTyeHu0gMBxCXjuaYQx7xHH+eh1IQZqrddKs+1ot9RWfZTWGK9psucgdqk9snUJPK786/ZPbxCAAAQgAAEIQAACEIAABCAAAQhAAAIQgAAEIACBQxJQQERP4CqwEoMtzrcCLtLr08l1tmuYqi8FhiRToCbrq12WyUaW2f7wlODvcFZoQuBCoDbvslxzVPPZ64FTc1RZrxy8df2YtGQ72tXakv3LXzhRmWN5AgSAl2dMDxCAAAQgAAEIQAACEIAABCAAAQhMJJA3krK5vBnl+s+Tc+X046ssRwoBCEAAAhCYk4Dex2KAZqjtGFhxEMfveUr9/mjZULvSy4Ea21Kql/q2TPq1oE3Ukd75yL+Iob8JnGXWJYUABCYRyHMwl7NxryWSx7UjrzduF3Usq6XRtnW8ltgvfylFa0pcF92P9KxrG6TjCRAAHs+MFhCAAAQgAAEIQAACEIAABCAAAQhAAAIQgAAEIACB0QTGBDUUDJF+LShiudIYuBnt1HcD2bFNP7HnQI1UcsBYMgeFmwGbk75xdftW1hgO6ocDAhBoExg6r+K64jkv67G95Urj+qJybN/26qKhdrbpNrIb1xjLvf5Ef1yn1OuO8lnH/qnu3Q8CwO9+BTB+CEAAAhCAAAQgAAEIQAACEIAABCAAAQhAAAIQ2BwBBzac9jnoAI10HWgpBVZswwGUHJBxvW247DTruxz15YPtu51Tj8XtXHY9KQQgsA4BrxVxDsZ8yQuvM5q/fetLbOu5HmUxX6pXP/Klto64PtqJ+ZJN1bfGF20cIU8A+AhnkTFAAAIQgAAEIAABCEAAAhCAAAQgAAEIQAACEIDA4QnUAhgxUGId/bRqKVASgyPK66U2Du6Mheh20W7Nhn1zvf3OcteTQgAC6xFozUOtKTo01zV3W3P+169f16Cr15lWG49WekODzGoj3+VTHIPKXp8kj3Xu58jp6b///uOv3Rz5DDM2CEAAAhCAAAQgAIG3IPDZGGX3F7c4IACBiQRamxV731Boja+FrzX+qfan9t9q3/Lv1eNr+d+qn+r/q9u3xrd0fWv8U/tvXX9T7dMeAhB4XwJD1xcFSaSb9XO5RjLr5UBMbpfXVbeXXG2HHtnO0HboQQAC8xHw/I0WJdMrBmFV7gvqZjul+Z113Kd0vX5IR6+4Drmdg9ixnfNHS3kC+GhnlPFAAAIQgAAEIAABCEAAAhCAAAQgAAEIQAACEIAABDoCpQCKwDgY4noFRSyL4BwYtizr5HLUq9VJx/2WdEoy21U7t1Uq/1y23Vjus2WbpBCAwDQCcc7JkuadZH456Cq5grJxXjqvwLD0Xa55lPtyf07jmlUKNkeZfIlBYvdpv12Oae6/5W9su3aeAPDaxOkPAhCAAAQgAAEIQAACEIAABCAAAQhAAAIQgAAEIPBCAjmIIVdKshi4ie466KE0B2GlJ1nf4fYlnRigifXyz4Fq5d2v+1IgJx7qo68f6ZbGHG2QhwAExhOozSvJY12cn5rbmsua/w7Kqhx1sieuq9nM+rks+14/Yl0pMBz7iLr2Icpqea9RY9rUbA2REwAeQgkdCEAAAhCAAAQgAIFDE4jbBP3bFIfGwOAgAAEIQAACEIAABCAAAQgUCeTgh8sKZCio4YCGU8n6gjfWK3bWI1Q72XUgJQaLHcixbenYT6XO95inCgIQWJFAnpMKAntuyw3Vez7X3NK899yv6YyVl2zW1pAoj/mxfS6hTwB4CarYhAAEIAABCEAAAhDYBYEY+N2Fwz1OErjugUMVBCAAAQhAAAIQgAAEILAIAQU84hHLDuTkAI7LCt46H20oH+3EOgd6lKpt1HOd9WVf9X5Z3081S6/Wv23U0trYavrIIQCBYQTinFaLXI5WNH81nz2nPZ+Vxi+HuI1tWc/yIana6GUbbhNlqnPZPllPqepiei50/yy1nhAANmFSCEAAAhCAAAQgAIG3JfDZ3YN/fO9bOChMQPVtLwcGDgEIQGA3BLzJtBuHcRQCEIAABA5LIAdFPFAHQ1xWKl0FPBQgUb2DIqpzPsotU72OWI75S+19fdZXOQaKHXhx25jGMWW9Ur+xLXkIQGB5AnGOqrdYjnl74nlbCg5bp5XG9cN92G5sG/Ukl65fLqud1halthVtTM0TAJ5KkPYQgAAEIAABCEAAArsn4ODv7gfCACAAAQhA4C0IeIPIqQZd2nh6CxgMEgIQgAAENk0gvldlR1XnegdLXM66qs86eu8rvf/VbNhmbNMKBNlHtVGgxrZVVj7asn2lsV2Uk4cABIYT8Hwb3uKm6flamqN+Old1frXWAlse6lPuV2WvC7YlH7WuObXcada3fGhKAHgoKfQgAAEIQAACEIAABCAAAQhAAAIQgMBGCHhDKG8ubcQ93IAABCAAAQj0EsjvX62gigI2CpLkI9qJeQVVVI6y3HZIOdpQgEh+tHx1vdrGfOzP8ihTPsun+p/tU4bAuxDwXHJaGrfrNM/8iwRRrzT//EUU1ZXqY/tS3u3Ut4POv36VQ7XSyWuOfZbtmC/29d9//93/SH9JCxkEIAABCEAAAhCAAAQOTEDbCPzk84FPMEODAAQgAAEIvDmB1gZlcwOx2+R85dHyr+Vba/yt9lPrW/5P9a9lv+X/1P5b9qmHwBQCrevbwZhSH7q29XKQRTpTr3f7E5/Yk03JLVOql2Tuz+1KfkbZUL3YJuZze/cfdchDAAJlAkPmi9cc67ocLbpu6Hy0vlPbUnu/JNO6oiPatexc8f2P68th5ahJHgIQgAAEIAABCEAAAhCAAAQgAAEIQAACEIAABCAAAQhsjIADHdktPTWnQ8EZBUgcWFEqmcu5XSyP0Yl2HRByP/LRAeFov5SXbhyT8rIdZaV2yCAAgekEhsyzHHCN64s88FqgfLY3ZE1Ru3x4DfDaEusly/24TAA4kiIPAQhAAAIQgAAEIPCWBHj69y1PO4OGAAQgAAEIQAACEIAABA5IQMGPGChRgMZl1eUATkagYIuDODlg47LtxbauU+q86nM5tinlpW8fbcdpSR8ZBCCwHgEHV2OPWeb5G3WUl9zrQVxDcvvYTvqqr60BNbn6IgAcSZLfBYH4lx7YrN3FKcNJCEAAAhCAAAQgAAEIQAACEIAABCAAAQhAAAKrECgFRPoCLNkpB1tKQRwFbWxfqfPZRq5TuzE++Ger5YPaxbZf4Vf5O2+uddZxKp9q/mV/KUMAAs8RiPOtZcG6Sr1GeK6rbQwK29azc1i2CACbIunmCcTA7+adbTjYGguB7QZAqiEAAQhAAAIQgEAiwP1VAkIRAhCAAAQgAAEIQAACEHiagAM12YB/WtpBGQVZ9HLZ+g7wxLLzrTTaivkfH5dg73XvuOv3x9/7n7eOQeu7tq1Ov+vd/pm2A7sYpPYZgtylBh9fJSkyCGyDgNeP0jxSnV+q15xTqtefP3/OA3C7mMZA8dBREgAeSgq9zRDQ4u8F3ht91ze9zXiJIxCAAAQgAAEIQAACEIAABCAAAQhAAAIQgAAEIHBEAg7wKCDsoGkepwLD0nNwR/Uxn/Vdb3lu+9kFiH58dU8Ed6n3x3/8/HlW1/649NWnDuX1cv6cKfxjHVfJvyxzHSkEIDCNgOeWA7u2JrnrJIt5laXvQLHKtUNB4mibAHCNFPLNEri+uW3WQxyDAAQgAAEIQAACEIAABCAAAQhAAAIQgAAEIACBdyCQgzUes4LDtYCqnxy2rtMYvJHMgaFzYLcLEnXPCf44dXHdU/c0sI+vz0ug1wFnyaMdBY5qPko31qmdXg5qRzvS5YAABIYTiHNLrXJ56PxSO72G6EcdAsDDzxWaEIAABCAAAQhAAAIQgAAEIAABCEAAAhCAAAQgAAEIQGAQgRzwcaPak8N+gld6gwM+XTBYQeHSoWCQngp0EDjat76DS04lL+lZX2kcl/qI5ahHHgIQWI+Av7jhHk///vtvZWmwyrS0tVC0rGeHW/pj66f61+pvqv9H96/FpzR+/ezz0J98fsZ+PKdT20dbz+Rb/bdslvjFNi37rfbRFnkIQAACEIAABCAAAQhAAAIQgAAEIHAkAv7TY7UxeX8qPm1T0+2TTw2ctPqfar/P9yPUtfgtPcbW+ZnqX8v+1PG1/Jvaf8v+VP+31j6OV3nx8x6t6766h38d8FWd5RrLVN6xvfuXzPvIsb7FzrpKo4+tdtRvnwB/o3n750ge8gTwPs4TXkIAAhCAAAQgAAEIQAACEIAABCAAAQhAAAIQgAAEIPAmBBxAVfDVAVgNPT4gpQBwDALnQGurnFG29EvBXMnsa7bnsu229KxPCgEITCdAAHg6QyysTMDfrly5W7qDAAQgAAEIQAACEIAABCAAAQhAAAIQgAAEIAABCCxOIAdVY+BUf/3XP+sag8MOsjqVkzFfK0vHek6lGw/J7UPUj37GtgpKu86p7EWdaL+Ud39OSzpj7JXaI4PAkQkQAD7y2WVsEIAABCAAAQhAAAIQgAAEIAABCEAAAhCAAAQgAAEIDCYQf972w5HWwa2nK8aAqa0NCXQ6UOpUbXO7WHZe+grYlvTPwm870lfA2e2s77JTP5Esu9a3T05td0jqNk7dj9MhNtCBwDsSIAD8jmd9R2OOP21RcttvTKU6ZBCAAAQgAAEIQAACEIAABCAAAQhAAAIQeJYAv0L3LDnaQWCfBGLg91UjaO2HT/Ur23cQNcu17/7z58/zU7yuU7m0Hy+ZdWK9bMc696VUwVyntTGpXnZlw/rWtS2X3X+Wu550XgKv+GLEvCN4D2sEgN/jPDNKCEAAAhCAAAQgAAEIQAACEIAABCAAAQhAAAIQgAAEGgT00K9+ZlmHg8JHDXj5qVqnl1F34w5/d9jBV8kUYHWQ1XmX3TanDgI7OCx92ZJdBZVrh3RivftRO79sy7azLelxQOBdCRAAftczz7ghAAEIQAACEIAABCAAAQhAAAIQgAAEIAABCEAAAhC4I+Dg751wpYKDnCt119uNArA+HEiN/jnvJ4WlG/UcpHX69+/f69O80lV721A5H7KrNjpigFdtHIyW7Vjn/p322Zdd6ynPAYGjESAAfLQzynggAAEIQAACEIAABCAAAQhAAAIQgAAEIAABCEAAAhCAwMwEYsDU+RgodsA1ps7LlaircgzeqpyPWr3ltqey/LFPOc12a2W3q9Ujh8CeCJz+/fdfnoHf0xlb2VcvpLVuvcDW6qe2r9mdS751/+Ya517tcH76z1yLT3/rxxuurD/Vfra3t/LU9W1v48VfCEQCXP+RBnkIQAACEIAABCAAAQhAAAIQeBWBGDws+bBEwE7PvR7lb4C3+JWYRtlQvtbL/bX2F1WvV24nH2xTacuOfZau20Ubrh+Sak/ENrJflttOLlvuNLe3fGg61X6rfcuPlv9L22/5R30/AZ4A7udDLQQgAAEIQAACEIAABCAAAQhAAAIQgAAEIAABCEAAAhCAQIVALVDoAGGtXj/xrFepPgZ9FZS1jtOSK6rrq89tSl+A909ay/dsK+vn+mzf489yyhBYgwAB4DUo0wcEIAABCEAAAhCAAAQgAAEIQAACEIAABCAAAQhAAAKbJ3CUp3+3BLoVCC3VlwLDflrYgdcYJM7jlU2/ano1uQPOau++ZD/r237u22W3deDYZdeTQmBJAgSAl6SLbQhAAAIQgAAEIAABCEAAAhCAAAReRkA/4eiDzVyTIIXAMQgwv49xHhkFBCAAgT4CCrDGIweF+wKqrnMa7QzN62ng2hGDxCUdB4+llwPH1s/js5wUAnMQIAA8B0VsQAACEIAABN6MgL+5WBt27ca2po8cAhCAAAQgAAEIzEkgBobmtIstCEDg9QSY368/B3gAAQhA4JUEYtA05ks+KfirPSoHa0s6ktmO97Oc1vQlt47blnRz8Ne6TqcEp0v9ITsGgc9T/zg+7r8XUVUmAFxFQwUEIAABCEAAAhCAAAQgAAEIQAACeyagzRNvkDhoxJPAez6j+A6BGwHm940FOQhAAAIQKBNQoNVPDTtgW9a8SB2YtU4O0Oay9EoyyWVLTxA7CKyyA9HK66W2SkuH69UmH2rX1zbrU35PAgSA3/O8M2oIQAACEIAABCAAAQhAAAIQgMDhCTj4e/iBMkAIvCEB5vcbnnSGDAEIQCARqAVPo5oDpQ4Ex7qcd7DVAdZcL3k8+n4iWnrRv2hTeQWkY320q7x0HDAu1VlHqezolf3L7Si/FwECwO91vhktBCAAAQhAAAIQgAAEIAABCEAAAhCAAAQgAAEIQAACEHgLAg6yKjjqfGvgUa8vqBr1SjZLbf0k8hB/rBttq0/367xsDbEX7ZA/PoHTv//+W36+/PhjZ4QQgAAEILAggdINSuzO36iLsj3ljz6+1rlojb/Vfur5b/U/1X7L/6PXT+Xbar80v1ef/1ePf+t8j85naf7YhwAExhHQD+bxk8/jmKENgb0QYH7v5UzhJwS2RSAH5BxI25aXeLMFAvlakU+WxR9lPnU3m1349Vp31ktRN7fzuKZ+Lva+R75+cz+qt676dsDYfpT0XbdEmvtr9ZHH19LfW/1YHnl8LT48AZyJUYYABCAAAQhAAAIQgAAEIAABCEAAAhCAAAQgAAEIQAACEHhbAqXgmmX6O/Tnowv0noO/XeEU/jbBqYsQO7in1O2+W92Vree6nJbq/dPT0a7yJd0ok45f7icGox0stl2n1iXdFwECwPs6X3gLAQhAAAIQgAAEIAABCEAAAhCAwEACPP07EBRqENghAeb3Dk8aLkMAAhA4CoHwhO/XZxdUPXWCv7egr2LBpeCpg7EOtBqHgrAxECt5Llu3ltp2ro92Yr8l/ZIs2xtTLjEY0x7daQQIAE/jR2sIQAACEIAABCAAAQhAAAIQgAAEIAABCEAAAhCAAAQgAIF3JfAdEHbAM8SH74i4/k7YFRSYjYFa1edybqNgbdSR7SEB3KgT87Kvsl6yZV9j0Dj7kMtuk+WUX0OAAPBruNMrBCAAAQgclID/BsiXfwomjVNfCOSAAAQgAAEIQAACEIAABCAAAQhAAAIQgAAE9klgiV+hyIHWUlDYtBy4dRsHXi2PgWG3UWq527kcdawnm30+uI30cv+uy6n1LLe/LpPOS4AA8Lw8sQYBCEAAAhCAAAQgAAEIQAACEIAABCAAAQhAAAIQgAAEIACBSQRywNTG/vz5c84qgOq/BxyDqQrcqhzbu96pbcU01ylA7GBx1Iv52E/sT3m1z7LYVvnYPtdRnkaAAPA0frSGAAQgAAEIQAACEIAABCAAAQhAAAIQgAAEIAABCEAAAhCAwOIEHFh1RzFAW3uiV7oKtMaXZbaTU+nq6LOpevmjl/WV5rL1YkDY+qqLeZXjIVsczxEgAPwcN1pBAAIQgAAEIAABCEAAAhCAAAQgAAEIQAACEIAABCAAAQhAYDUCMViag6O5HJ2KddFG1MnBXullWdRXXjpRT3kFpWN/0pMd21JdfKk+H6WnmLMO5X4Cp3///ZfweT8jaiEAAQhAAAIQeHMCvkE1hvjtSstimvVjnfKt9lmf8rwEOD/z8tybta2f/5Z/Ld6vXl9a/rf8a7VfevxL9z/V/tTxT+1/6fPXGh/1EIAABCAAAQhAAAIQgECbgIKwfYeDs316rtNnCOdts/a5wnq2b32nrlc5BoBL+tKVvPQZxG1lR77k9p+V4X99XsKhS/wNZ/mytYMngLd2RvAHAhCAAAQgAAEIQAACEIAABCAAAQhAAAIQgAAEIAABCEAAAk8QyAHRmok+PdcpAOvArdO/f/9e//aw9BwQdn2tP8ttW/p6uex6p7Krv3Gc61WWD+7XQeKsZzvvmhIAftczz7ghAAEIQAACEIAABCAAAQhAAAIQgAAEIAABCEAAAhCAAAQg0EPAgVWnUnVgWAFcB2CzCQdwLY/tLVPaChznepVlW0FgHQ4EW+9v7cnh0/cPIn8n1j8bWeCf2ngXwjRi8wAAQABJREFU6KpokgBwEQtCCEAAAhCAAAQgAAEIQAACEIAABCAAAQhAAAIQgAAEIAABCECgREABzr4gpwLDMVBsGzlga3lOs+0csNXTwbXj42f3O9DfP/lsna+vy48/6xei7VfsI+bdZs8pAeA9nz18hwAEIAABCEBgkwRq33zcpLM4BQEIQAACEIAABCAAgRcR+Gz0+y5/o6+BgWoIQOANCbA+vuFJP+iQ4x6ZArh6ZVlt6Dng67IDyLV2l/uHjx9d+PlO5efP252Fgsfyw0Ff2VY++ubG1nHZaU3u+lenBIBffQboHwIQgAAEIAABCEAAAhCAAAQgsDEC2szwBsvGXMMdCEAAAhCAAAQgAAEIQGCHBPQZw0HTIZ81rKuhKujrstOMYIjN2KYUSI79WFf9+RVl0nXAuOTTWH9se66UAPBcJLEDAQhAAAIQgAAEIAABCEAAAhDYOYG4seFNjNLGyM6HifsQgAAEIAABCEAAAhCAwAsJ+LOG05orDqL67/1Kz0FX5VVvHZV1TPn8UrLn/tyPfFZeqYPArrt4sI1/CQBv4zzgBQQgAAEIQAACEIAABCAAAQhAYDMEvKmxGYdwBAIQgAAEIAABCEAAAhB4OwKtAHH83OLArwO2GVbUVV0raBv7lq7sS2b7kumln5OOtqQT9bIfbp/lc5dP//7779fcRrEHAQhAAAIQgAAEIHA8Al+n/jGduKvsB0QtBA5AwB+oa0NZ64NsrX/k+ybQur5ao2tdf1PtL93/VP9b7Vv+T61fmm/Lv9b4W/5Nbd/yj3oIQAACEIAABCCwFQL3fxn30avbX8p9rNuaxIFXp9k/BWJzne4L9cry3DbfH/p+siYvtVf/pSPbkI4DxyX9Z2Q8AfwMNdpAAAIQgAAEIAABCEAAAhCAAAQgAAEIQAACEIAABCAAAQhAAAIvI+AAq9OSI7lOwddWANjBYacluw4Il+okU33uW3LZ1FPDuU5+OTCsOukpzXqyMeQgADyEEjoQgAAEIAABCEAAAhCAAAQgAAEIQAACEIAABCAAAQhAAAIQgMDuCSjQ2hfc1QBVH4O8/jvEkvvVB8JB3JpO7l/lHBiONmKAWDZLgWH7pZQAcI08cghAAAIQgAAEIAABCEAAAjMQiD+fzk+lzwAUExCAAAQgAAEIQAACEIAABCAAgYUJKMCqoG8O1Krb2tO9dklt1D4GkF3XSmN/Ma/gcLRXCgBHGQHgFmnqIQABCEAAAhCAAATOBN49cBWDeKVL4t35lJi8u6x1zbw7H8YPAQhAAALHJ3CkvzF4/LPFCCEAAQhA4F0I7Olv/C55TmKwtK+foXrZRgzeqi4Gb7PukPrcxj8XHeXRVwLAkQx5CEAAAhCAAAQgAAEIQAACMxP4PHUf9L4uRh0U5gsDM0PGHAQgAAEIQAACEIAABCAAAQhAYCUCpeBrqesYkNXTxAoCKzCcg8NuW5O7vpXG9gSAW7SohwAEIAABCEAAAhCAAAQgMIGAg78TTNAUAhCAAAQgAAEIQAACEIAABCAAgZ0RyIHiWK4FghUkLj0t7Lauc1pDQgC4RgY5BCAAAQhAAAIQgAAEIAABCEAAAhCAAAQgAAEIQAACEIAABCAAgZkJ6Ong+ISwzSvQWwvuSu5AcAwgxyd/bef077//fv8YmUWkEIAABCAAAQhAAAIQgAAEIDAXAf3sMz/5PBdN7EAAAhA4JoHaJp9H640+l/eWLj2+V9vf2/nAXwjsiUBr/WvN/z2NFV8hAAEI1AjEYG9NR+thXBN5ArhGCjkEIAABCEAAAhCAAAQgAAEIQAACEIAABCAAAQhAAAIQgAAEIACBFxKoPS0cXcpPDhMAjnTIQwACEIAABCAAAQhAAAIQmJkAT//ODBRzEIAABCAAAQhAAAIQgAAEIAABCDwQiL+aQAD4AQ8CCBybgH6C0AebkSZBCgEIQAACWyfA+9fWzxD+QQACEIAABCAAAQhAAAIQgAAEIAABCGyFAAHgrZyJjfkRN1lLrhE4LFHZtqx1TrftPd5BAAIQgMC7EuD9613PPOOGAAQgAAEIQAACEIAABCAAAQiUCXyWxVfpxzVHBgLvS4B58L7nnpG/KYHP8ASwNtXZWH/TC4FhQwACENgZAd6/dnbCcBcCEIAABCAAAQhAAAIQgAAEIAABCEDgZQQIAL8MPR1D4DUEPr5e0y+9QgACEIAABCAAAQhAAAIQgAAEIAABCEAAAhCAAAQgAAEILE+AAPDyjOkBAhCAAAQgAAEIQAACEIAABCAAAQhAAAIQgAAEIAABCEAAAhCAwCoETv/888+k5wFPp/B7sgWXv74mmS9YvBe1+r/XXr80dfxLj6/l39L9r39G6FE/+fwuf8OZ65vrHQIQgMC+CLT+LMG7vH/t66zhLQQgAAEIQAACEIAABJYl8PEx7Rmmz8/WXwtd1n+s9xOYen77rbdrW9fHVP+m2l+6fYtQa/wt/6bab7WnftsEWtdH6/ra9ui27920d8/tjw8PIQABCEAAAhCAAAQgAAEIQAACEIAABCAAAQhAAAIQgAAEIAABCLwNAQLAb3OqGSgELgR4eoorAQIQgAAEIAABCEAAAhCAAAQgAAEIQAACEIAABCAAAQgcl8Cv4w6NkUEAAhCAAAQgAAEIQAACEIAABCAAAQhAAAIlAvHPb/Bl8RIhZBCAAAQgAAEIQGC/BAgA7/fc4TkEIAABCEAAAhA4FAE2Hg91OhkMBCAAAQhAAAIbJRADvxt1EbcgAAEIQAACEIAABCYS4CegJwKkOQQgAAEIQAACEIAABCAAAQhAAAIQgAAE9kbg83TzWEFhAsM3HuQgAAEIQAACEIDA3gkQAN77GcR/CEAAAhCAAAQgAAEIQAACEIAABCAAAQiMJPDxNbIB6hCAAAQgAAEIQAACuyFAAHg3pwpHIQABCEAAAhCAAAQgAAEIQAACEIAABCAAAQhAAAIQgAAEIAABCPQTOP3zzz9836+fEbUHJnA6hd87emKcX1/906dlv9X+CZdoMoLA1PMztf0IV4uqrf6LjVYUtq7vqf637LeGunT/U+23/KceAhCAAAQgAAEIQAACEIDAFAL6yedT/7bGFPO0hQAEIAABCGyewMdH/zOSn5+fk8awtP1Jzg1ovLT/r7bfQrD3899/dbdGTz0EIAABCEAAAhCAAAQgAAEIQAACEIAABCAAAQhAAAIQgAAEIAABCGyGAAHgzZwKHIEABCAAAQhAAAIQgAAEIAABCEAAAhCAwDoEePp3Hc70AgEIQAACEIAABF5B4NcrOqVPCEAAAhCAAAQgAAEIQAACEIAABCAAAQhAAAIQgAAEIAABCEAAAnshoD+h4WPrX6YjAOwzRQoBCEAAAhCAAAQgAAEIQAACEIAABCAAAQhAAAIQgAAEIAABCEAgEIiB3yDedJafgN706cE5CEAAAhCAAAQgAAEIQAACEIAABCAAAQhAAAIQgAAEIAABCEDg1QQ+wxPACgpvOTBMAPjVVwv9QwACEIAABCAAAQhAAAIQgAAEIAABCEAAAhCAAAQgAAEIQAACmybw8bVp9+6cIwB8h4MCBCAAAQhAAAIQgAAEIAABCEAAAhCAAAQgAAEIQAACEIAABCAAgf0SOP3zzz87ilfvFzSeQwACEIDAsQicTuH3Pp4Y2tfXe7/9Ls2vZb/Ff2r7Jy6JuyZT+2+1v+usUNg6n4LLo0RT+Yzq7AXKU89fy+Wl7W+9/5Z/rfpX82v5Rz0EIAABCEAAAhCAAAQgAAEIQGDLBFo/u3xacNtVfS9pf07uPAE8J01sQQACEIAABCAAAQhAAAIQgAAEIAABCEAAAhCAAAQgAAEIQAACEHghAQLAL4RP1xCAAAQgAAEIQAACEIAABCAAAQhAAAIQgAAEIAABCEAAAhCAwPYJ7OXpX5EkALz96wkPIQABCEAAAhCAAAQgAAEIQAACEIAABCAAAQhAAAIQgAAEIAABCAwi8GuQFkoQgAAEIAABCEAAAhCAAAQgAAEIQAACEIAABCAAAQhAAAIQgAAEXkhgT0/hvhATTwC/Ej59QwACEIAABCAAAQhAAAIQgAAEIAABCEAAAhCAAAQgAAEIQAACEJiTAD8BPSdNbEEAAhCAAAQgAAEIQAACEIAABCAAAQhAAAIQgAAEIAABCEAAAhB4IQECwC+ET9cQgAAEIAABCEAAAhCAAAQgAAEIQAACEIAABCAAAQhAAAIQgAAE5iTA3wCekya2IAABCEDgbQh8fX29zViXGOjS/Kban9p+KrOp/U9t3/J/afut/qfW793/vY9/af5L2z+dTr2noNX/1Pa9ne+gcunxt+xPRTT1/Lb6b9lvtZ9avzS/qf4t3b7F/9V8Wv61+Lza/5Z/1EMAAhCAAAQgAAEIQAAC8xHgCeD5WGIJAhCAAAQgAAEIQAACEIAABCAAAQhAAAIQgAAEIAABCEAAAhCAwEsJEAB+KX46hwAEIAABCEAAAhCAAAQgAAEIQAACEIAABCAAAQhAAAIQgAAEIDAfAQLA87HEEgQgAAEIQAACEIAABCAAAQhAAAIQgAAEIAABCEAAAhCAAAQgAIGXEuBvAL8UP51DAAIQgAAEIAABCEAAAhCAAAQgAAEIQOA1BL76/7T9j9PXa/yiVwhAAAIQgAAEIACBaQR4AngaP1pDAAIQgAAEIAABCEAAAhCAAAQgAAEIQAACEIAABCAAAQhAAAIQ2AwBAsCbORU4AgEIQAACEIAABCAAAQhAAAIQgAAEIAABCEAAAhCAAAQgAAEIQGAaAQLA0/jRGgIQgAAEIAABCEAAAhCAAAQgAAEIQAACEIAABCAAAQhAAAIQgMBmCPA3gDdzKnAEAhCAAAQgAAEIQAAC+yfw9XXsPxY4dXxT22/9Cjmd+v+Y5NLjX9p+i/+r+2/516pf2v9XXx+t8W/dv5b/rfqlz2+r/6l8W+1b/U+tb/F7tX/Pjs9/47c2Pr+rTx1fzb79nmrfdvaabp0P/u31ysJvCEAAAhB4ZwI8AfzOZ5+xQwACEIAABCAAAQhAAAIQgAAEIAABCEAAAhCAAAQgAAEIQAAChyJAAPhQp5PBQAACEIAABCAAAQhAAAIQgAAEIAABCEAAAhCAAAQgAAEIQAAC70yAAPA7n33GDgEIQAACEIAABCAAAQhAAAIQgAAEIAABCEAAAhCAAAQgAAEIHIoAAeBDnU4GA4H/397dbbeRKmEADf6T3/+BzXEuIrvX6FCSaBpo9tVYRkDVLiVrJt90TIAAAQIECBAgQIAAAQIECBAgQIAAAQIECBAgQGBlAQHwytPXOwECBAgQIECAAAECBAgQIECAAAECBAgQIECAAAECpxIQAJ9qnJohQIAAAQIECBAgQIAAAQIECBAgQIAAAQIECBAgQGBlAQHwytPXOwECBAgQIECAAAECBAgQIECAAAECBAgQIECAAAECpxJ4O1U3miFAgAABAgQIECBAgACBbgI55253u3h8gdE/H6PXN/6EyxXW+tbuL1dXvzp6fbUdtu6v9fm1/ffeX+uTUiq2UHt+7f5icd+LUf3R/tHXa/0in9bnR76190fn165HfrXn1+6P/Eavv7Z/+wkQeF7AE8DP29lJgAABAgQIECBAgAABAgQIECBAgAABAgQIECBAgACBoQQEwEONQzEECBAgQIAAAQIECBAgQIAAAQIECBAgQIAAAQIECBB4XkAA/LydnQQIECBAgAABAgQIECBAgAABAgQIECBAgAABAgQIEBhKwM8AHmociiFAgAABAgQIECBAgAABAgQIECBwjEAu/2jYP8mPdj9mEG4hQIAAAQIECOws4AngnUEdR4AAAQIECBAgQIAAAQIECBAgQIAAAQIECBAgQIAAgV4CAuBe8u4lQIAAAQIECBAgQIAAAQIECBAgQIAAAQIECBAgQIDAzgIC4J1BHUeAAAECBAgQIECAAAECBAgQIECAAAECBAgQIECAAIFeAtU/Azjn8g8DSSn4YSKVnUf3Vx7/p3X9UX21/fWuP+ovWq/tPzp/dp+oP+sECIwn4GdsjTcTFREgQIAAAQIECBBYVcDP+F1j8q3/fK21Ym39tftb91d7fuv+Wp9f23/t/tn7m73+aH7Rn9+37r/3/a19ov6i+yP/2vOj+62XBTwBXPaxSoAAAQIECBAgQIAAAQIECBAgQIAAAQIECBAgQIAAgWkEBMDTjEqhBAgQIECAAAECBAgQIECAAAECBAgQIECAAAECBAgQKAsIgMs+VgkQIECAAAECBAgQIECAAAECBAgQIECAAAECBAgQIDCNQPXPAJ6mU4USIECAAIEBBPyMrQGGoAQCBAgQIECAAAECBAgQIECAAAECBAicWMATwCcertYIECBAgAABAgQIECBAgAABAgQIECBAgAABAgQIEFhLQAC81rx1S4AAAQIECBAgQIAAAQIECBAgQIAAAQIECBAgQIDAiQUEwCcertYIECBAgAABAgQIECBAgAABAgQIECBAgAABAgQIEFhLIH1+fua1WtYtgf0EUkrFw3Je+5fX6j5n7z/qr/iL447F1r9+etcf3R/1H+2/g3jqt/AZe3zmM/Z8VEeAAAECBAgQIECAAAECBAgQIHBuAU8An3u+uiNAgAABAgQIECBAgAABAgQIECBAgAABAgQIECBAYCEBAfBCw9YqAQIECBAgQIAAAQIECBAgQIAAAQIECBAgQIAAAQLnFhAAn3u+uiNAgAABAgQIECBAgAABAgQIECBAgAABAgQIECBAYCEBAfBCw9YqAQIECBAgQIAAAQIECBAgQIAAAQIECBAgQIAAAQLnFhAAn3u+uiNAgAABAgQIECBAgAABAgQIECBAgAABAgQIECBAYCEBAfBCw9YqAQIECBAgQIAAAQIECBAgQIAAAQIECBAgQIAAAQLnFhAAn3u+uiNAgAABAgQIECBAgAABAgQIECBAgAABAgQIECBAYCGB9Pn5mRfqV6sECBAgQIAAgVAgpVR8T87lf32q3V+8/Hux9fnR/a3Xa/ur3d+6v+j82vpH3x/1b31sgda//0Wf37F1VEeAAAECBAgQIECAAAECBMYQ8ATwGHNQBQECBAgQIECAAAECBAgQIECAAAECBAgQIECAAAECBKoFBMDVhA4gQIAAAQIECBDYU+DvE4bRU4Z73ucsAgQIECBAgAABAgQIECBAgAABAmcSeDtTM3ohQIAAAQIECBAgQIAAAQIECKwikH/91IpU/gkVq5DokwABAgQIECBAgACBbwEBsI8BAQIECBAgQIAAAQIECBAgQGAigd/B70RlK5UAAQIECBAgQIAAgYME/BXQB0G7hgABAgQIECBAgAABAgQIECCwp8DXryeA/4bCguE9dZ1FgAABAgQIECBAYF4BAfC8s1M5AQIECBAgQIAAAQIECBAgsLDAi7/2eeHpa50AAQIECBAgQIDA/xcQAP9/GysECBAgQIAAAQIECBAgQIAAAQIECBAgQIAAAQIECBCYSiB9fn76/0WnGpliCRAgQIAAAQIECBB4ViClX39f6o1DcvafRzdYfOtOgdafr9HPj+qLGKNff9H5rfdH9UfrUf3R/lvrf//K5+S3rVs0u3+v9eerxedjdwQHEiBAgAABAgQITCPgCeBpRqVQAgQIECBAgAABAgQIECBAgAABAgQIECBAgAABAgQIlAUEwGUfqwQIECBAgAABAgQIECBAgACBIQU8/TvkWBRFgAABAgQIECBAoLuAALj7CBRAgAABAgQIECBAgAABAgQIECBAgAABAgQIECBAgACBfQQEwPs4OoUAAQIECBAgQIAAAQIECBAgQIAAAQIECBAgQIAAAQLdBQTA3UegAAIECBAgQIAAAQIECBAgQIAAAQIECBAgQIAAAQIECOwjIADex9EpBAgQIECAAAECBAgQIECAAAECBAgQIECAAAECBAgQ6C4gAO4+AgUQIECAAAECBAgQIECAAAECBAgQIECAAAECBAgQIEBgH4G3fY5xCgECBAgQIECAAAECBMYXyDmPX6QKpxVo/fka/fzV64s+uK19ovut9xVIKVUV4PNTxfcn8o98o/111cW7o/qiE2rrj+5vfX7UX+166/prz6/tr/f+1p+f1v3NXn9rH+cTIDCugCeAx52NyggQIECAAAECBAgQIECAAAECBAgQIECAAAECBAgQIPCQgAD4IS5vJkCAAAECBAgQIECAAAECBAgQIECAAAECBAgQIECAwLgCAuBxZ6MyAgQIECBAgAABAgQIECBAgAABAgQIECBAgAABAgQIPCQgAH6Iy5sJECBAgAABAgQIECBAgAABAgQIECBAgAABAgQIECAwroAAeNzZqIwAAQIECBAgQIAAAQIECBAgQIAAAQIECBAgQIAAAQIPCQiAH+LyZgIECBAgQIAAAQIECBAgQIAAAQIECBAgQIAAAQIECIwrIAAedzYqI0CAAAECBAgQIECAAAECBAgQIECAAAECBAgQIECAwEMCbw+925sJECBAgAABAgQIECBAgAABAgQIENgI5Jw3r70YS6B2PrX7e2u0rr/1+SmlImHr+2vPr91fbP4Ei6P79P781Y64tv5of219veffu7/o/sgn2h/Np/X50f2918/evyeAe3/C3E+AAAECBAgQIECAAAECBAgQIECAAAECBAgQIECAAIGdBATAO0E6hgABAgQIECBAgAABAgQIECBAgAABAgQIECBAgAABAr0FBMC9J+B+AgQIECBAgAABAgQIECBAgAABAgQIECBAgAABAgQI7CQgAN4J0jEECBAgQIAAAQIECBAgQIAAAQIECBAgQIAAAQIECBDoLSAA7j0B9xMgQIAAAQIECBAgQIAAAQIECBAgQIAAAQIECBAgQGAnAQHwTpCOIUCAAAECBAgQIECAAAECBAgQIECAAAECBAgQIECAQG8BAXDvCbifAAECBAgQIECAAAECBAgQIECAAAECBAgQIECAAAECOwmky+WSdzrr5jEppZvf//fNnMvXj77/Xx/P/rO2/2fvtY8AAQIECBAgQIAAAQIECBAgQIAAAQIECBAgcFaB2nzprC76Okag9+fPE8DHzNktBAgQIECAAAECBAgQIECAAAECBAgQIECAAAECBAgQaC4gAG5O7AICBAgQIECAAAECBAgQIECAAAECBAgQIECAAAECBAgcIyAAPsbZLQQIECBAgAABAgQIECBAgAABAgQIECBAgAABAgQIEGgu8Nb8BhcQIECAAAECBAgQIECAAIGFBXIqN59yed0qAQIECBAgQIAAAQIECBB4RMATwI9oeS8BAgQIECBAgAABAgQIECBAgAABAgQIECBAgAABAgQGFhAADzwcpREgQIAAAQIECBAgQIAAAQIECBAgQIAAAQIECBAgQOARAQHwI1reS4AAAQIECBAgQIAAAQIECBAgQIAAAQIECBAgQIAAgYEF0uVy8dOGBh6Q0s4tkFL5h4Hl3PaX5+j3R9Pv7RPVF623rj+6v3Y9+vxE59f2X3t/VF/v9cindf/R/bU+reuvrW/1/dH8zW/1T4j+CRAgQIAAAQIECBAgQIAAAQIERhbwBPDI01EbAQIECBAgQIAAAQIECBAgQIAAAQIECBAgQIAAAQIEHhAQAD+A5a0ECBAgQIAAAQIECBAgQIAAAQIECBAgQIAAAQIECBAYWUAAPPJ01EaAAAECBAgQIECAAAECBAgQIECAAAECBAgQIECAAIEHBATAD2B5KwECBAgQIECAAAECBAgQIECAAAECBAgQIECAAAECBEYWEACPPB21ESBAgAABAgQIECBAgAABAgQIECBAgAABAgQIECBA4AEBAfADWN5KgAABAgQIECBAgAABAgQIECBAgAABAgQIECBAgACBkQUEwCNPR20ECBAgQIAAAQIECBAgQIAAAQIECBAgQIAAAQIECBB4QCBdLpf8wPu9lQABAgQGEUgpFSvJ2W/vJaDIr7T379rqvpHf2X1q+4/2R5+/aL3WP6ovOn/0/bV+tf1F97dej+qP7o/mH+2P1lvXV3t+VH/t+ui+tf3ZT4AAAQIECBAgQIAAAQIECLQX8ARwe2M3ECBAgAABAgQIECBAgAABAgQIECBAgAABAgQIECBA4BABAfAhzC4hQIAAAQIECBAgQIAAAQIECBAgQIAAAQIECBAgQIBAewEBcHtjNxAgQIAAAQIECBAgQIAAAQIECBAgQIAAAQIECBAgQOAQAQHwIcwuIUCAAAECBAgQIECAAAECBAgQIECAAAECBAgQIECAQHsBAXB7YzcQIECAAAECBAgQIECAAAECBAgQIECAAAECBAgQIEDgEAEB8CHMLiFAgAABAgQIECBAgAABAgQIECBAgAABAgQIECBAgEB7AQFwe2M3ECBAgAABAgQIECBAgAABAgQIECBAgAABAgQIECBA4BCBdLlc8iE3uYQAAQIECBAgQIAAgekFUkrFHnL2nxdFIItNBUb/fLaur/b82v1Nh3vH4bX1R/ujEqLf/6Lze++P+qtdr+2v9n77CZQEfD5LOtYIECBAgACBGQU8ATzj1NRMgAABAgQIECBAgAABAgQIECBAgAABAgQIECBAgACBGwIC4BsovkWAAAECBAgQIECAAAECBAgQIECAAAECBAgQIECAAIEZBQTAM05NzQQIECBAgAABAgQIECBAgAABAgQIECBAgAABAgQIELghIAC+geJbBAgQIECAAAECBAgQIECAAAECBAgQIECAAAECBAgQmFFAADzj1NRMgAABAgQIECBAgAABAgQIECBAgAABAgQIECBAgACBGwIC4BsovkWAAAECBAgQIECAAAECBAgQIECAAAECBAgQIECAAIEZBQTAM05NzQQIECBAgAABAgQIECBAgAABAgQIECBAgAABAgQIELghkC6XS77xfd8iQIAAAQIECBAgQIAAAQIECBAgQIDA6QVSSsUec67749Pa82v3F5vbYTGqL7oi8o3Oj/ZH99eu19YX7a+tr/X+yF9/rSdQd/7Z51enYzeBuQU8ATz3/FRPgAABAgQIECBAgAABAgQIECBAgAABAgQIECBAgACBq4AA+ErhCwIECBAgQIAAAQIECBAgQIAAAQIECBAgQIAAAQIECMwtIACee36qJ0CAAAECBAgQIECAAAECBAgQIECAAAECBAgQIECAwFVAAHyl8AUBAgQIECBAgAABAgQIECBAgAABAgQIECBAgAABAgTmFhAAzz0/1RMgQIAAAQIECBAgQIAAAQIECBAgQIAAAQIECBAgQOAqIAC+UviCAAECBAgQIECAAAECBAgQIECAAAECBAgQIECAAAECcwsIgOeen+oJECBAgAABAgQIECBAgAABAgQIECBAgAABAgQIECBwFUiXyyVfX/mCAAECBAgQIECAAAECBAgQIECAAAECBAgQIECAwOQCKaViBznXxWPR+cXLvxdr74/Ot95WoPX8o/Ojz48ngNvO3+kECBAgQIAAAQIECBAgQIAAAQIECBAgQIAAAQIECBA4TEAAfBi1iwgQIECAAAECBAgQIECAAAECBAgQIECAAAECBAgQINBWQADc1tfpBAgQIECAAAECBAgQIECAAAECBAgQIECAAAECBAgQOExAAHwYtYsIECBAgAABAgQIECBAgAABAgQIECBAgAABAgQIECDQVkAA3NbX6QQIECBAgAABAgQIECBAgAABAgQIECBAgAABAgQIEDhMQAB8GLWLCBAgQIAAAQIECBAgQIAAAQIECBAgQIAAAQIECBAg0FZAANzW1+kECBAgQIAAAQIECBAgQIAAAQIECBAgQIAAAQIECBA4TOAt51x1WUqpuD86P9pfPPx7MTo/2h+t19YXnb/6ejQ//qt/QvRPgAABAgQIECBAgAABAgQIECBAgAABAgQeF4jyh8dP3O5off72Nq9GE2g9/9rzPQE82idGPQQIECBAgAABAgQIECBAgAABAgQIECBAgAABAgQIEHhSQAD8JJxtBAgQIECAAAECBAgQIECAAAECBAgQIECAAAECBAgQGE1AADzaRNRDgAABAgQIECBAgAABAgQIECBAgAABAgQIECBAgACBJwUEwE/C2UaAAAECBAgQIECAAAECBAgQIECAAAECBAgQIECAAIHRBATAo01EPQQIECBAgAABAgQIECBAgAABAgQIECBAgAABAgQIEHhSQAD8JJxtBAgQIECAAAECBAgQIECAAAECBAgQIECAAAECBAgQGE1AADzaRNRDgAABAgQIECBAgAABAgQIECBAgAABAgQIECBAgACBJwXentx33ZZzvn79zBe1+5+585E9o9f3SC8zvpf/jFNbp+aUUlWzo3++a/urwjlgc2//yLd1fdH9tSOI6q+9v/X5tf3X7q/tr/f+2v7tJ0CAAAECBAgQIECAAAECBAgQIEDgeQFPAD9vZycBAgQIECBAgAABAgQIECBAgAABAgQIECBAgAABAgSGEhAADzUOxRAgQIAAAQIECBAgQIAAAQIECBAgQIAAAQIECBAgQOB5AQHw83Z2EiBAgAABAgQIECBAgAABAgQIECBAgAABAgQIECBAYCgBAfBQ41AMAQIECBAgQIAAAQIECBAgQIAAAQIECBAgQIAAAQIEnhcQAD9vZycBAgQIECBAgAABAgQIECBAgAABAgQIECBAgAABAgSGEhAADzUOxRAgQIAAAQIECBAgQIAAAQIECBAgQIAAAQIECBAgQOB5AQHw83Z2EiBAgAABAgQIECBAgAABAgQIECBAgAABAgQIECBAYCiB9PHxkYeqSDEECBAgQIAAAQJLC6SUiv3n7F9fi0DBIt8AaPDlaH5R+bW/fqL7o/Nb74/6771e6xPV3/r86P6zr0e+Uf/R5z/ab50AAQIECBAgQIAAAQL3CngC+F4p7yNAgAABAgQIECBAgAABAgQIECBAgAABAgQIECBAgMDgAgLgwQekPAIECBAgQIAAAQIECBAgQIAAAQIECBAgQIAAAQIECNwrIAC+V8r7CBAgQIAAAQIECBAgQIAAAQIECBAgQIAAAQIECBAgMLiAAHjwASmPAAECBAgQIECAAAECBAgQIECAAAECBAgQIECAAAEC9woIgO+V8j4CBAgQIECAAAECBAgQIECAAAECBAgQIECAAAECBAgMLiAAHnxAyiNAgAABAgQIECBAgAABAgQIECBAgAABAgQIECBAgMC9AgLge6W8jwABAgQIECBAgAABAgQIECBAgAABAgQIECBAgAABAoMLpI+Pjzx4jcojQIAAAQIECBAgQIAAAQIECEwtkFIq1p+zP54pAlksCtR+vmr3F4vbYXH2+nYg6HpE7e9P0fy6Nvd9edRfVH/t/t79u58AAQIEzingCeBzzlVXBAgQIECAAAECBAgQIECAAAECBAgQIECAAAECBAgsKCAAXnDoWiZAgAABAgQIECBAgAABAgQIECBAgAABAgQIECBA4JwCAuBzzlVXBAgQIECAAAECBAgQIECAAAECBAgQIECAAAECBAgsKCAAXnDoWiZAgAABAgQIECBAgAABAgQIECBAgAABAgQIECBA4JwCAuBzzlVXBAgQIECAAAECBAgQIECAAAECBAgQIECAAAECBAgsKCAAXnDoWiZAgAABAgQIECBAgAABAgQIECBAgAABAgQIECBA4JwCAuBzzlVXBAgQIECAAAECBAgQIECAAAECBAgQIECAAAECBAgsKJA+Pj7ygn1rmQABAgQIECBAgAABAgQIECBAgAABAgQIECBAgMBNgZTSze//+2bOdfFa6/P/1TnrPyOf2r6i+UX31+6vrT/a7wngSMg6AQIECBAgQIAAAQIECBAgQIAAAQIECBAgQIAAAQIEJhEQAE8yKGUSIECAAAECBAgQIECAAAECBAgQIECAAAECBAgQIEAgEhAAR0LWCRAgQIAAAQIECBAgQIAAAQIECBAgQIAAAQIECBAgMImAAHiSQSmTAAECBAgQIECAAAECBAgQIECAAAECBAgQIECAAAECkYAAOBKyToAAAQIECBAgQIAAAQIECBAgQIAAAQIECBAgQIAAgUkEBMCTDEqZBAgQIECAAAECBAgQIECAAAECBAgQIECAAAECBAgQiAQEwJGQdQIECBAgQIAAAQIECBAgQIAAAQIECBAgQIAAAQIECEwikN7f33Op1pRSaTlcy7l4/J/a88MCvIEAAQIECBAgQIAAAQIECBAgQIAAAQIECBAgQIAAAQKLCHgCeJFBa5MAAQIECBAgQIAAAQIECBAgQIAAAQIECBAgQIAAgfMLCIDPP2MdEiBAgAABAgQIECBAgAABAgQIECBAgAABAgQIECCwiIAAeJFBa5MAAQIECBAgQIAAAQIECBAgQIAAAQIECBAgQIAAgfMLCIDPP2MdEiBAgAABAgQIECBAgAABAgQIECBAgAABAgQIECCwiIAAeJFBa5MAAQIECBAgQIAAAQIECBAgQIAAAQIECBAgQIAAgfMLCIDPP2MdEiBAgAABAgQIECBAgAABAgQIECBAgAABAgQIECCwiIAAeJFBa5MAAQIECBAgQIAAAQIECBAgQIAAAQIECBAgQIAAgfMLvEUt5pyjt1Sttz6/qrjvzSml4hGj118s3mK1QPT5iC6o/fxE90fn994f+UTrUf3RfusESgLRr5/S3r9rPp+R0Nzr0efD/Oeer+oJECBAgAABAgQIECBAgAABAgQIzCzgCeCZp6d2AgQIECBAgAABAgQIECBAgAABAgQIECBAgAABAgQI/BIQAP/C8CUBAgQIECBAgAABAgQIECBAgAABAgQIECBAgAABAgRmFhAAzzw9tRMgQIAAAQIECBAgQIAAAQIECBAgQIAAAQIECBAgQOCXgAD4F4YvCRAgQIAAAQIECBAgQIAAAQIECBAgQIAAAQIECBAgMLOAAHjm6amdAAECBAgQIECAAAECBAgQIECAAAECBAgQIECAAAECvwQEwL8wfEmAAAECBAgQIECAAAECBAgQIECAAAECBAgQIECAAIGZBQTAM09P7QQIECBAgAABAgQIECBAgAABAgQIECBAgAABAgQIEPglkN7f3/Ov174kQIAAAQIECBAgMLRASqmqvpz7/uvv7PVX4X9vjvo/+3xW77/156f2/OjzVzu/aH9Uf1RftL/1/bXnR/VbJ0CAAAECBAgQIECAAIH7BDwBfJ+TdxEgQIAAAQIECBAgQIAAAQIECBAgQIAAAQIECBAgQGB4AQHw8CNSIAECBAgQIECAAAECBAgQIECAAAECBAgQIECAAAECBO4TEADf5+RdBAgQIECAAAECBAgQIECAAAECBAgQIECAAAECBAgQGF5AADz8iBRIgAABAgQIECBAgAABAgQIECBAgAABAgQIECBAgACB+wQEwPc5eRcBAgQIECBAgAABAgQIECBAgAABAgQIECBAgAABAgSGFxAADz8iBRIgQIAAAQIECBAgQIAAAQIECBAgQIAAAQIECBAgQOA+AQHwfU7eRYAAAQIECBAgQIAAAQIECBAgQIAAAQIECBAgQIAAgeEF0vv7ex6+SgUSIECAAAECBAgQIECAAAECBAgQIECAwOECKaWqO3Mu//FzdH60v6q4783R/bXnz74/8h/dL6o/mk/UX3R+tD+63zoBAgSeFfAE8LNy9hEgQIAAAQIECBAgQIAAAQIECBAgQIAAAQIECBAgQGAwAQHwYANRDgECBAgQIECAAAECBAgQIECAAAECBAgQIECAAAECBJ4VEAA/K2cfAQIECBAgQIAAAQIECBAgQIAAAQIECBAgQIAAAQIEBhMQAA82EOUQIECAAAECBAgQIECAAAECBAgQIECAAAECBAgQIEDgWQEB8LNy9hEgQIAAAQIECBAgQIAAAQIECBAgQIAAAQIECBAgQGAwAQHwYANRDgECBAgQIECAAAECBAgQIECAAAECBAgQIECAAAECBJ4VEAA/K2cfAQIECBAgQIAAAQIECBAgQIAAAQIECBAgQIAAAQIEBhNI7+/vebCalEOAAAECBAgQIECAAAECBAgQIECAAAECBAgQIECAAAECNwRSSje++/MtTwD/WPiKAAECBAgQIECAAAECBAgQIECAAAECBAgQIECAAAECUwsIgKcen+IJECBAgAABAgQIECBAgAABAgQIECBAgAABAgQIECDwIyAA/rHwFQECBAgQIECAAAECBAgQIECAAAECBAgQIECAAAECBKYWEABPPT7FEyBAgAABAgQIECBAgAABAgQIECBAgAABAgQIECBA4EdAAPxj4SsCBAgQIECAAAECBAgQIECAAAECBAgQIECAAAECBAhMLSAAnnp8iidAgAABAgQIECBAgAABAgQIECBAgAABAgQIECBAgMCPgAD4x8JXBAgQIECAAAECBAgQIECAAAECBAgQIECAAAECBAgQmFrgberqFU+AAAECBAgQIECAAAECBAgQIECAAAECBAgQIECAAIGFBHLOxW49AVzksUiAAAECBAgQIECAAAECBAgQIECAAAECBAgQIECAAIF5BATA88xKpQQIECBAgAABAgQIECBAgAABAgQIECBAgAABAgQIECgKCICLPBYJECBAgAABAgQIECBAgAABAgQIECBAgAABAgQIECAwj4AAeJ5ZqZQAAQIECBAgQIAAAQIECBAgQIAAAQIECBAgQIAAAQJFAQFwkcciAQIECBAgQIAAAQIECBAgQIAAAQIECBAgQIAAAQIE5hEQAM8zK5USIECAAAECBAgQIECAAAECBAgQIECAAAECBAgQIECgKCAALvJYJECAAAECBAgQIECAAAECBAgQIECAAAECBAgQIECAwDwCb19fX8VqX15kxCWg3n697y/ZWPvzx3x8CggQIECAAAECBAgQIECAAAECBAgQIECAAAECBI4UkO4eqe0uAgQIECBAgAABAgQIECBAgAABAgQIECBAgAABAgQINBQQADfEdTQBAgQIECBAgAABAgQIECBAgAABAgQIECBAgAABAgSOFBAAH6ntLgIECBAgQIAAAQIECBAgQIAAAQIECBAgQIAAAQIECDQUEAA3xHU0AQIECBAgQIAAAQIECBAgQIAAAQIECBAgQIAAAQIEjhQQAB+p7S4CBAgQIECAAAECBAgQIECAAAECBAgQIECAAAECBAg0FBAAN8R1NAECBAgQIECAAAECBAgQIECAAAECBAgQIECAAAECBI4UEAAfqe0uAgQIECBAgAABAgQIECBAgAABAgQIECBAgAABAgQINBRIr6+vueH5jiZAgAABAgQIEDiZwMtL+f8h/Pr6Grrj2vqj/VHzZ/eJ+o/Wa32j82dfr/388J39E6B+AgQIECBAgAABAgQIECAQC5T/9C7e7x0ECBAgQIAAAQIECBAgQIAAAQIECBAgQIAAAQIECBAgMIiAAHiQQSiDAAECBAgQIECAAAECBAgQIECAAAECBAgQIECAAAECtQIC4FpB+wkQIECAAAECBAgQIECAAAECBAgQIECAAAECBAgQIDCIgAB4kEEogwABAgQIECBAgAABAgQIECBAgAABAgQIECBAgAABArUCAuBaQfsJECBAgAABAgQIECBAgAABAgQIECBAgAABAgQIECAwiIAAeJBBKIMAAQIECBAgQIAAAQIECBAgQIAAAQIECBAgQIAAAQK1AgLgWkH7CRAgQIAAAQIECBAgQIAAAQIECBAgQIAAAQIECBAgMIhAen19zYPUogwCBAgQIECAAAECBAgQIECAAAECBAgQIECAwBQCLy9jP2P39fVVdIzqj/YXD99hMaqv9ora/lrXV9tf6/2R3+g+retvfX4037F/d4qqt06AAAECBAgQIECAAAECBAgQIECAAAECBAgQIECAAAECVwEB8JXCFwQIECBAgAABAgQIECBAgAABAgQIECBAgAABAgQIEJhbQAA89/xUT4AAAQIECBAgQIAAAQIECBAgQIAAAQIECBAgQIAAgauAAPhK4QsCBAgQIECAAAECBAgQIECAAAECBAgQIECAAAECBAjMLSAAnnt+qidAgAABAgQIECBAgAABAgQIECBAgAABAgQIECBAgMBVQAB8pfAFAQIECBAgQIAAAQIECBAgQIAAAQIECBAgQIAAAQIE5hYQAM89P9UTIECAAAECBAgQIECAAAECBAgQIECAAAECBAgQIEDgKpBeX1/z9ZUvCBAgQIAAAQIECBAgQIAAAQIECBAgQIAAAQIECBAgQGBaAU8ATzs6hRMgQIAAAQIECBAgQIAAAQIECBAgQIAAAQIECBAgQGArIADeenhFgAABAgQIECBAgAABAgQIECBAgAABAgQIECBAgACBaQUEwNOOTuEECBAgQIAAAQIECBAgQIAAAQIECBAgQIAAAQIECBDYCgiAtx5eESBAgAABAgQIECBAgAABAgQIECBAgAABAgQIECBAYFoBAfC0o1M4AQIECBAgQIAAAQIECBAgQIAAAQIECBAgQIAAAQIEtgIC4K2HVwQIECBAgAABAgQIECBAgAABAgQIECBAgAABAgQIEJhWQAA87egUToAAAQIECBAgQIAAAQIECBAgQIAAAQIECBAgQIAAga2AAHjr4RUBAgQIECBAgAABAgQIECBAgAABAgQIECBAgAABAgSmFRAATzs6hRMgQIAAAQIECBAgQIAAAQIECBAgQIAAAQIECBAgQGArIADeenhFgAABAgQIECBAgAABAgQIECBAgAABAgQIECBAgACBaQUEwNOOTuEECBAgQIAAAQIECBAgQIAAAQIECBAgQIAAAQIECBDYCgiAtx5eESBAgAABAgQIECBAgAABAgQIECBAgAABAgQIECBAYFoBAfC0o1M4AQIECBAgQIAAAQIECBAgQIAAAQIECBAgQIAAAQIEtgIC4K2HVwQIECBAgAABAgQIECBAgAABAgQIECBAgAABAgQIEJhWQAA87egUToAAAQIECBAgQIAAAQIECBAgQIAAAQIECBAgQIAAga2AAHjr4RUBAgQIECBAgAABAgQIECBAgAABAgQIECBAgAABAgSmFRAATzs6hRMgQIAAAQIECBAgQIAAAQIECBAgQIAAAQIECBAgQGArIADeenhFgAABAgQIECBAgAABAgQIECBAgAABAgQIECBAgACBaQUEwNOOTuEECBAgQIAAAQIECBAgQIAAAQIECBAgQIAAAQIECBDYCgiAtx5eESBAgAABAgQIECBAgAABAgQIECBAgAABAgQIECBAYFoBAfC0o1M4AQIECBAgQIAAAQIECBAgQIAAAQIECBAgQIAAAQIEtgIC4K2HVwQIECBAgAABAgQIECBAgAABAgQIECBAgAABAgQIEJhWQAA87egUToAAAQIECBAgQIAAAQIECBAgQIAAAQIECBAgQIAAga2AAHjr4RUBAgQIECBAgAABAgQIECBAgAABAgQIECBAgAABAgSmFRAATzs6hRMgQIAAAQIECBAgQIAAAQIECBAgQIAAAQIECBAgQGArIADeenhFgAABAgQIECBAgAABAgQIECBAgAABAgQIECBAgACBaQUEwNOOTuEECBAgQIAAAQIECBAgQIAAAQIECBAgQIAAAQIECBDYCgiAtx5eESBAgAABAgQIECBAgAABAgQIECBAgAABAgQIECBAYFoBAfC0o1M4AQIECBAgQIAAAQIECBAgQIAAAQIECBAgQIAAAQIEtgIC4K2HVwQIECBAgAABAgQIECBAgAABAgQIECBAgAABAgQIEJhWQAA87egUToAAAQIECBAgQIAAAQIECBAgQIAAAQIECBAgQIAAga2AAHjr4RUBAgQIECBAgAABAgQIECBAgAABAgQIECBAgAABAgSmFRAATzs6hRMgQIAAAQIECBAgQIAAAQIECBAgQIAAAQIECBAgQGArIADeenhFgAABAgQIECBAgAABAgQIECBAgAABAgQIECBAgACBaQUEwNOOTuEECBAgQIAAAQIECBAgQIAAAQIECBAgQIAAAQIECBDYCgiAtx5eESBAgAABAgQIECBAgAABAgQIECBAgAABAgQIECBAYFoBAfC0o1M4AQIECBAgQIAAAQIECBAgQIAAAQIECBAgQIAAAQIEtgIC4K2HVwQIECBAgAABAgQIECBAgAABAgQIECBAgAABAgQIEJhWQAA87egUToAAAQIECBAgQIAAAQIECBAgQIAAAQIECBAgQIAAga3AW855+52TvUopDd3R2f2HxlccAQIECBAgQIAAAQK7CrT+76/e//00e39R/bW+0fm7fthuHFZb/40jN9+avb/e9W8wvSBAgAABAgQIECBAoKmAJ4Cb8jqcAAECBAgQIECAAAECBAgQIECAAAECBAgQIECAAAECxwkIgI+zdhMBAgQIECBAgAABAgQIECBAgAABAgQIECBAgAABAgSaCgiAm/I6nAABAgQIECBAgAABAgQIECBAgAABAgQIECBAgAABAscJCICPs3YTAQIECBAgQIAAAQIECBAgQIAAAQIECBAgQIAAAQIEmgoIgJvyOpwAAQIECBAgQIAAAQIECBAgQIAAAQIECBAgQIAAAQLHCQiAj7N2EwECBAgQIECAAAECBAgQIECAAAECBAgQIECAAAECBJoKCICb8jqcAAECBAgQIECAAAECBAgQIECAAAECBAgQIECAAAECxwmkl5eXfNx1bnpUIKX06JbN+3M23g2IFwQIECBAgAABAgQIECBAgAABAgQIECBAgAABAgROLOAJ4BMPV2sECBAgQIAAAQIECBAgQIAAAQIECBAgQIAAAQIECKwlIABea966JUCAAAECBAgQIECAAAECBAgQIECAAAECBAgQIEDgxAIC4BMPV2sECBAgQIAAAQIECBAgQIAAAQIECBAgQIAAAQIECKwlIABea966JUCAAAECBAgQIECAAAECBAgQIECAAAECBAgQIEDgxAIC4BMPV2sECBAgQIAAAQIECBAgQIAAAQIECBAgQIAAAQIECKwlIABea966JUCAAAECBAgQIECAAAECBAgQIECAAAECBAgQIEDgxAIC4BMPV2sECBAgQIAAAQIECBAgQIAAAQIECBAgQIAAAQIECKwl8LZWu/N1m3Oer2gVEyBAgAABAgQIECBAgAABAgQIECBAgAABAgQIECDQRcATwF3YXUqAAAECBAgQIECAAAECBAgQIECAAAECBAgQIECAAIH9BQTA+5s6kQABAgQIECBAgAABAgQIECBAgAABAgQIECBAgAABAl0EBMBd2F1KgAABAgQIECBAgAABAgQIECBAgAABAgQIECBAgACB/QUEwPubOpEAAQIECBAgQIAAAQIECBAgQIAAAQIECBAgQIAAAQJdBATAXdhdSoAAAQIECBAgQIAAAQIECBAgQIAAAQIECBAgQIAAgf0FBMD7mzqRAAECBAgQIECAAAECBAgQIECAAAECBAgQIECAAAECXQQEwF3YXUqAAAECBAgQIECAAAECBAgQIECAAAECBAgQIECAAIH9BQTA+5s6kQABAgQIECBAgAABAgQIECBAgAABAgQIECBAgAABAl0EBMBd2F1KgAABAgQIECBAgAABAgQIECBAgAABAgQIECBAgACB/QUEwPubOpEAAQIECBAgQIAAAQIECBAgQIAAAQIECBAgQIAAAQJdBATAXdhdSoAAAQIECBAgQIAAAQIECBAgQIAAAQIECBAgQIAAgf0FBMD7mzqRAAECBAgQIECAAAECBAgQIECAAAECBAgQIECAAAECXQQEwF3YXUqAAAECBAgQIECAAAECBAgQIECAAAECBAgQIECAAIH9BQTA+5s6kQABAgQIECBAgAABAgQIECBAgAABAgQIECBAgAABAl0EBMBd2F1KgAABAgQIEDX/7wgAAALGSURBVCBAgAABAgQIECBAgAABAgQIECBAgACB/QUEwPubOpEAAQIECBAgQIAAAQIECBAgQIAAAQIECBAgQIAAAQJdBATAXdhdSoAAAQIECBAgQIAAAQIECBAgQIAAAQIECBAgQIAAgf0FBMD7mzqRAAECBAgQIECAAAECBAgQIECAAAECBAgQIECAAAECXQQEwF3YXUqAAAECBAgQIECAAAECBAgQIECAAAECBAgQIECAAIH9BQTA+5s6kQABAgQIECBAgAABAgQIECBAgAABAgQIECBAgAABAl0EBMBd2F1KgAABAgQIECBAgAABAgQIECBAgAABAgQIECBAgACB/QUEwPubOpEAAQIECBAgQIAAAQIECBAgQIAAAQIECBAgQIAAAQJdBATAXdhdSoAAAQIECBAgQIAAAQIECBAgQIAAAQIECBAgQIAAgf0F3nLO+5+644kppR1P++9Ro/f/34p950wCrT/ftVZ+fdQK2k+AAAECBAgQIECAAAECBAgQGFug9s+n/PlReb6z+9bWX9aJV2f/fNX6Rf3Xnh9PoO87ov6j6s7uE/V/9vXo87H6/D0BfPZfAfojQIAAAQIECBAgQIAAAQIECBAgQIAAAQIECBAgQGAZAQHwMqPWKAECBAgQIECAAAECBAgQIECAAAECBAgQIECAAAECZxcQAJ99wvojQIAAAQIECBAgQIAAAQIECBAgQIAAAQIECBAgQGAZgbdlOtUogQEFor+jPip59b/DPvKxToAAAQIECBAgQIAAAQIECBAgQIAAAQIECBBYTcATwKtNXL8ECBAgQIAAAQIECBAgQIAAAQIECBAgQIAAAQIECJxWQAB82tFqjAABAgQIECBAgAABAgQIECBAgAABAgQIECBAgACB1QQEwKtNXL8ECBAgQIAAAQIECBAgQIAAAQIECBAgQIAAAQIECJxW4H+jf8zCL705cgAAAABJRU5ErkJggg==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266" y="874492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Сортировки и удобная навигация по каталогу</a:t>
            </a:r>
            <a:endParaRPr lang="en-US" sz="3200" dirty="0"/>
          </a:p>
        </p:txBody>
      </p:sp>
      <p:pic>
        <p:nvPicPr>
          <p:cNvPr id="5" name="Image 2" descr="data:image/png;base64,iVBORw0KGgoAAAANSUhEUgAAANMAAADTCAYAAAAbBybZAAAAAXNSR0IArs4c6QAAAERlWElmTU0AKgAAAAgAAYdpAAQAAAABAAAAGgAAAAAAA6ABAAMAAAABAAEAAKACAAQAAAABAAAA06ADAAQAAAABAAAA0wAAAAAusBZhAAAjYklEQVR4Ae2dS5MbR7bfM7OqAPT7wSabpKgRR6KkMRmO8FgRN7yz/CE067vyzv4KQ32M8cIb7y4d3njlHe/WYW5sS7Zm+o4piWqS6mZ3oxto1DPTv1NockipXwCBZgM8GQSBLlQVMv+V/zwnT548xxgtioAioAgoAoqAIqAIKAKKgCKgCCgCioAioAgoAoqAIqAIKAKKgCKgCCgCioAioAgoAoqAIqAIKAKKgCKgCCgCioAioAgoAoqAIqAIKAKKgCKgCCgCioAioAgoAoqAIqAIKAKKgCKgCCgCioAioAgoAoqAIqAIKAKKgCKgCCgCioAioAgoAorA5UXAXt6qTWXNwPu+YO7MvbturWw2s9BtNkzRDH7eBl+5EAq+b3FKWgNgbRKsrYKxjeCy3Nso8r0o9TYNVdycKRvdtHw+U1XmSl6ZRyvemD9UU4ncBDRKyXShD+m+kChe306TXtJqNhp+zTt3JVRhzTkbBx8SZ31sDPQxIRyxyVtvKutcaX0ovQmZDz6LjE19ZLu+zLtVbLpJaGVLvps9fvz3Gdf3r73QtumP8eC0XBwCd+3N3Zm4k5hm1DDzZbDX4cxvnTW3IUjLWttEBDWpj3XGBYhjrLclHwsTfOGtTTm/a53teGMPOG8ndq0XMCeKqqzbaa0imb7OOa5kuriH+uqXVDK9guICPtz7h8Z8ZpYikyzGZbpWRfZzHsBnNtjPjfEzcEj0O3nJc4EQNlBKaw0EgVDG9NAQ9/l8AKn2IdsWEmsL3XCLC9qcvw8F21kV8sZCUmx1u+Xf1L+vIJpKLDAcW1HJNDZof33jtfKgWYW5dTS12966j5wJH9HBeYUPmRg16OqJNTbh76NeHziMxmdCBeEQZCaHXD1rQoomeOiCOUB87Xtn95FgexCy7Y3bi+NqN8/8zrJp7ZTtuW7r84N0e/4/pOaREUJqGRMCSqYxAXvMbW3WiRuNZnU9BPc7ZM8948P14Mw6kmcd9kQQCX6E6I1rmUjBKLQ6I68KCVTCtZJzSgiV83fGfXK+2+X6XR/MbjDuCTf63oboe9630nLF3n7RLh4bJdMb2I74DyXTiAE95nb09/u87tpkJp/xHuIY+yk63L9A6ixDomWukRd6HUd/WWAaF/fLy69fHTg6zjmUXaTWLvfcQdptmMo0jfNVXDpTRh6WNQrzxZ+OLH6q8h0hN9I3JdNI4TzmZl/8KV5tz83kIW1VIVqPTLQGO67Q/SGQnYVCqHUjKQmSao77ihnwQ6ZH1ji7iAXjw8iEp1HDPV1tL2yZO3nbRf+xvf1d6PD78sMvKTqSSrzPN1Eyjfnp33q+EqdRNNcIvZUQx+tIj6v04VW68RLdvsHnUZGpIU2BGTLniiHWIvf/gEPPkFbfo1r+gKb4ow2tH23ZQE38utvnXS3WlFAj6AdKphGAeNotDlt5UvrWfBSiK6hx686Yq5x/hdcyHZ43JMhoCmSqjRdzvIvaiF29tmM8h1TX+GOFudQMtozSx2FX1E4IJadBpFFVYTQNmdS7KJnG/ORy02g2qnwtuOgjjAEfY6e7RuedxSJHDx61QHhFzD47+pOwOUi1BmdwrZBf9SamMiu/dXPBfNq29sHe7l/FrK7lbRFQMr0tgmdc3whVC4vdWjD+t/TlT5AV6zgTzY6cR8fXQ0jVhEhIQpmb2aazeFqE0HSmWHAm/r6ol68Ca1e1FDv+Lnr0XAgomc4F09AnYcMum4mLr6BM3eYun2DmvoJtQAwPQ990wAvFo2IVsizBLOZppsX7fHBuwWNatKa517+fSDUl1IDYvnG6kukNOEb0xxd/Sm4+vZkcNrYbUQWRLJLJ2qtIiDWmMfP8Sm0sGNGvnXUbpmnIQgwTaH0wGAMIq7tCGyTmfhTK3dU7/2WnOMzSBfNfDzc3H+Fhex9vCS2DIqBkGhSxc5wvRGo3eouRayzY4K4x/K8x7K9AqgUuF3ehd4S7WPncPJzqUymYPVizb0N1GLfircL3tqib+PYpmQBh0PKOHuqg1Zys8w8bZSNyxUJcJWvIBAwOfo0WoGqhZvWlhEiKd1AsS05BCD2DdW8Gg8Q+f3dxsEjxlsAuUWV4te+Yb95B1abgJ5VMY3iIiSla3rvV4AKLp+YWcgD1zswjnS5SvTuuZUJiqYO8xHVpvfZAx9KHd1Lpvd1fzfJnO1/8KRztjRIJdWGTO35ross7GiEnGrMzK5/7YhZH1muYwT+mL96GSEimIOrdZSr4AFpZOL5FpX5HR/jIYba3rlpY61xv3b7dxfp3H/5rOS8CKpnOi9T5z7MuqWbx4sY73H3C6P9bPBAgU71P6fx3GfuZtUOtLO4myJ5l1L5tRNAPNk8WoqhddJoilO6ql/kAz0HJNABYp5/6D5G5921kugzwxi5ibLiKxexDpNJNrlvk9a5VvF9Un/2HxsxCIjYlBsgUbmCyX2cd6qoP2CBZHsOvPWP+pNvgf4HcSX8qmU5CZsDjN2/ONA+Kz2ZjF8/6yl910ZHLkLEvLXhvbq0Y8P5jOh01zjN3gvaBetpww8vCMtbGyhfm5u5id7Nv3RvTz0/XbZVMI3qe3Xi/6Xy0VBm/Glt7zXgseNauiPWMNaaYDnoJyVRPieQ/h6FkAVJdx1PjjvOOCC6+22v1fh4RPO/FbZRMI3rMiW21ilAtRyFc98ZfZ57ENosgzqyyLeKSFvF6qIuofCJBr6PqEQLJdmxInpWNWPtHH59z/S8gahkBAlmEr1vwN5h/fMow/xt6qbjwjGp7xQhqeOotqG4df2IFM/5NsT6y9rTQ7HWZ592nj7wi3ak3ed+/VDKNpgcQ16Qg8J1BTQqfcsvfYCFb4X1SyERVA9szwgoS9QZxJdhzZReqqJl8+eW/po88UEKdo5+oGD8HSGecUqtKtsJNRyxixkAmNuVZ3IeQTPWXZ9zgknw9Q50hv51Huq4RV2IhiUKytbUFkb5V96JzPCQl0zlAOv6UYG/detDqxN1mYZtsbZBNf5YNgIbRvZ5/NCHSJEl+4T1GEnF4sC2sesz1wtLeXm/v6tW72da9h6l5SBAXLScioGQ6EZqzvnjgDlzBdobWEsEXluiC+OAF2V6xwgj/0jN8kshE5DH4JDsITWgSsQ+HWLfUTRoL1VxpzZOeLOAqmU7pFpP0sE9pxrv46ipRwNkGbqJlZyIiDrFIi2SiK4pXgZBJ9hFdQnP4iVhR/XohV+rcpB1zMGcJlW8x8b5187CapLac2MhxfqFkGhbde8wl4mjBRv5GsNUdJNNNRnYh0ksSTSC2tdVOxFNMe1rWV/Pscp+rTNwsVnoT2J5hH+5w16maNxxuxnS7LtjGEj54RACKPie2wi1G9pdbLIa96yW5Lsgic5OIRnM2CrNxYRpkDFDJdMbT0dHmDIBO+Nqu96IIa90SBIJM/ndIpQ8wLYtkmvxO148u20TpmyOe7GzlTMOXhfaVEzrDy8MqmV4ica53FjBJCSOZLPJkj7h0dhVXoWvizCqWL9QjYjtMlAXv+FYTvpLNuCSGwhBhowaJOOJQTJKV//hmjfuojjaDIMwC5nI3mU1n26ulba5LXAesXhL5B4lkiVdXe4ajIU18wRhBxqhgY3wM4zhEkIt8AVpORUAl06nw/OLLJ70ortJZMo+tEsH7Oh2OtSWH25BsYZAMFrWKNw2djjZ48qlhiLAuwhCBwqeS6Re94Vd/qmT6FSQnH1g/2I7FgkcuTIKkuFsQaJ1OJ25D4swqVjwZnCaeTLSLNtA1EL0mlLJFY+LbdPJTHd03SqYBsMxmKpZcylWiknxIh/sMg8MN+p2sKU1VgUE0r5/CBlpVLD+R9onNglpORUDJdCo8b3wp0/AkRAFJFH5DJ/tUnEI5g60L0zZw47JLumrkEUnW2Glrc9KqSdZPLachoHOm09DpfwdT7gtbXIO44WQekzkSa0rmY0gk60ri4DptbEIKBU/itNJZV5bOIZ0aKpnO6CtKpjMAIkFYnV8pq9xMFcI66f0kOAopYWp/PALwT9I2i7Ma++p7mmoI9G9Sye7OvtsyxHWElVcn6IdfI6Bk+jUmbxyp8yvZar5po2XWXSS/koTtWkXFI3Y3+ZX6AfHfuGYK/sBp3BbszUqd8RmqbWk8f2o5FQEl06nwMDTPNeO8KObYjs72Ct93aJXYDv3orAze06bhCSBsD0QyOYdk8i6rvC8aiUqmM7pKbco965z3+vssdJtJZdbIaH6bRcxP4A6Jw+q9PtPIovpZYxHH6EBmd8YSMlKnBFgpbJypZDqDCWrNOx0gK9sPJL8Sp92mg5FfiZDClvxKU1yw4EmWjByzSi8yLo0aUZHszuhu2zOeuap5ZwAk2w9ih4oXIJPkVyKFJhLqIvMrnVHDcXxtEUg2JzAMZMpTV80Um41tJdMZUCuZjgXofmxuLSZrc0txUVbLIUSrR4aHK0glMYVjeJjiwvpS8IHIZbZXOZdmWVmapTkl0xmPXMl0HEC3P4oXCjdbFTMYHspVpNEqKh5GBzKY/81t6Lgrp+NYYMHW2Zy8TWlio9TNNQvTeqZzpjOerpLpGIDWmj6p3NwcMRCWSVd5RcJ2ofaIM6uQSeaZUz7XtJUPxEe2tldGzXQ+2ym2v1tRyXRMX3n90JR3itebev7PZeYiJg0NG0qyWQRxYhWDg+SCFfVOBqBpxE0kj5jEJVA/EVRswe7HXIj0+ErOsW9VMgHMaWUaO8Vp7T3Xd8E3bINt2izSEjNFtiFIYjAUvekuInlK5oQ5fq4F70URJ2VNpEcilf6oZDrj+SuZjgEo+MT6KI+cCwkAJTAp4n36yYQvHozJhVBYLAtXVqV59BSp9BVkwliu5VQE3uGcSZxDv+Z196iTfjumznr3qBN8xfvXgCEjbP1TJ3aOMN+zoWg6Q1oLU0mIK3wB8KOe5m09IOJ5IqLesTqLJQ8jxFF7GUcEt/undqR39+XL5ys1EFX07Oc7rrq+AzK9JNEDSzyF6FbbROncAfX4/VjaKCv3bjsNz5MH3rT+zpuNh4y09xlp759IprFU5JLflLGiwouo4OlkDBuklGGLrfGttc9/T2zAy1y2CUy2EJptUy0t3a2++eYBz5dVwbpcrDR9B2SilV8hjbaI2fjnTtwhM3lZrjSC79biAk+dkT45uoh3SataaZgqbneqrdvPrXms6SV/DXIticRTPKMrVmT0iCqTtPL8snp7dKG7bFgkPDrDAPO7otg+KO7da5mrVx/6hw//UeaAFzpgXhCZjqSRZFTYeJCs/U+cR+OMwLuenEa+1fBVi+gJPEcxlo02jaotXcWmnNymedFbbGardj3dubMRzEZttfp1n3p/j6Dd1aqe+OXh1+tm0PRWmnHBSH8Zi/QVmeK10EZ9iBs+K+K5/EVWZe2NrWr1zt+VycF/q5Kk7Z+05r1Z+tH3M8i/UgVHTrQLIBO5Xm89aKy27iTu+ZO5cja55vPsWlSka9hhW7isEDtBMpGzU2gM/ZskkylxdvZC7NqIwN0y2t1eKq9stxmBL2MXeYd1iiFRqx7LycCOP2KK4WXO+Gr/HdbpjJ8W4YO3JP+XIcfL3RZ45xZlw6Y2HPSK+Srl785KtbcfXizut+6Ybhn9Pt2OH0iu3vyMmw/89fjJdI9g3N1u00Wt2SoNayjin9HBP3fe32FI6RMpCJmOtLyBm3D6Bazk77MR9inD7tMQ2SeRjZ1r2UOu2j39yvfu234uqX5amVvMNkgeHXi3l3jQEWO0GBqpLZ7uKKrsCGa+xyZ7gmfuYzfaJ+H1zxhTnjJWb5ZVtm2KbP9msVxtjiFX7/jJRBhhSblSFXZe0q4w2n1GeIF/hcL7L0UiQSGCxEvWupFL3ZoNAPsCgP+JwG9/pXNIdoeeK6Of3zuqnN1g6QtH/UGCxEAkeSgXO4c/u5a/OqM/CPOcqSve7gadz5pdjr6QZw+pHmOK/Qt9jOWOyEcurnpRTwbTkZexk2k1ThpEt1llzPiARn7MKPEBDcbPjUx1zB6hkMS1liFmLAXyyBIRHIZSdayGyY9ePBag3ripzHHr8vL9jW8v5R9se6ZePG6etzXStxapvAwFYuJniSMs0g1uYlnZpBtsLn78n583vT9Ake1sffOHzijaNHYy5QQhSapSti18xKYzUe1u0Ow6WwQNlYmS9u5RPMn3/h7CewaBPv2ZPliiRuHdb41sEV5kRP0ASfUcufU9A+uVyJTLRRz/lHT9Uy6cDDKx9NmoqpgAJNVHDBOf0MCbEGoZQklmvf6/elB573uDAvBWCLwhTTH1BZkDSkxDnJTNTb4Vq+QLBnCJ4YHUIreWr3weN0ZmYBm7ZAoVO2JM1DCODXVBGmcxudahhI9UO5HOWhSBkSLwatrQF1Sv7i3mvxso/KXsMqE/5knIe2sf/afDIrh0wSfpkydfpX3t8NU15/4wfjJhQrMOlxyCwCODmSNxoJZI566jnqgIjAoBJFY9X4dPluypgYAxITUxi54+elE2zA6uU2K9HGqEvwAyFcz+HN78tbGhDm7P51cjx6hQ0vsoAmcjECSS5irTDeZTdSTeHqw6xGpxiBYYpaWsPd6FUMOVC+jUWL37ljR+SyxrtXVtuNrqVYrAWyHAqmN/p7SY/plLhRuQ6zaB1D8lz4fM5Zfu3JlHwNyXfvoLDfHsH74AMp1dCT1DEbhoBCCR5O2VJZrf4Bf7z1CWPoyJI78XPW2YL25gYX4g3BiIUEqmi36K+nuXAgFUPZniQCZDEgbI5M2H2CRW83ghuf2iEZkvdkU6DVRXJdNAcOnJU4MAtnHIIlsU1uDMBxDqGgu+K+6wWNj1jZmbT8Ud/euBJNPYDRBTA742ZAoRIAW2OA1YK4axeWbzK5E36yV7GA7c1ba5wRaGR+L8d76iZDofTnrW9CEgUkde4oGTwBiklFth6WYd16MqqbLCtD8cyDNC1bzp6yTaovMj0JdMkAlW4VQQlvGHvSoh3thyPHMr7QzEj4FOPn8d9UxFYNIQEKcCcZC1iy64Wf5oeD8jkuvcRcl0bqj0xOlFQDhT+/LNkHt0gRS+szjsJMVKbyB+DHTy9IKpLXu/Eai9zRP+RxThbU5ihqgsGqEUX+zzFzVAnB8rPXPqEWDGVHs+iE1iIB7VyKhkmvoOog08FwJk/u6TQdyIJD0VIQQHLEqmAQHT06cYAQjFAi4vtmcMUZRMQ4Cml0wjAgRkIc4cil4Kk3LEFJsJtwdqqJJpILj05OlEAK3OBIkEmxnveyzcZlUVSokUO0h7lUyDoKXnTikCdWijEhWPPL720AeX2YjYpYTVHqTBSqZB0NJzpxYBTOIlPnops6Yum556kmE+ihBSAxQl0wBg6alTi4CoeSWtS5FOHeRUr4xd0Wh8dm4nV0FG15mmtn9owwZEQNLppERY7Fif9Jg7EQlsMMmkZBoQcT19GhGotTmyAITUetPxzvSiIis2ZpBTAxRV8wYAS0+dVgTEmmdrycTupU7ibC9rRmSY3x2ITCqZprV/aLsGRMAWIplMnHSqzPSSZDk3j+KB5kwqmQaEXE+fNgQI9IX1gYKaZ1NfFt0iNNPWIfl8jaRuPX9RMp0fKz1z6hAgCQ2LtXg8FHg85PgRZQlZYVtZkm+u9MS6NxCZVM2bug6iDTonAhCFMP5k2KvJxIItyffYq56ke2vtgmRoeEQM5qKnZDon8nraVCIgHq1ieJD5EpLJZUtmOd375t8MlVVQ1byp7CPaqLMRkKlSnUC5FyxrSyzYssaEavf47EtPOEPJdAIwenjaERBzeJ9Mfa8HjA++9oIYuuFKpqGh0wsnHAGZLxW0ocfUCBcij2SyxeN4XUg2VFEyDQWbXjQFCOAg/jfJRN6jHrmWUfM2hm6akmlo6PTCSUaANSVsDqFAKvVox4Es2FY+Kk3z+tCSSa15k9wjtO5DI8CaEhYIWxiSnWF86LgQ0hDFovYNXZRMQ0OnF044AhjxUPOQTIiiDkGJcHJFzWu1h5ZMquZNeI/Q6g+NgGh6SCIrah4GCNeTrepD340LlUxvg55eO7kIMEmCSCzWIpnYEGjFmhej9r1FUTXvLcDTSycYgX5Qr4L5Ug8PCCSTSV2Fmrfwmap5E/xYtervBgGRTbVkkkVbh8d4QRAV8/Afh66NqnlDQ6cXTjgCIoFyFzCNO3eAkx5BVGZR8+4OLZlUzZvwHqHVHxoBDBDMmYLvQahOHZkokT1Mwxcl0/DY6ZWTjUDfNC7uRL7s+NikrDJBpj8PLZlUzZvsDqG1Hx4BjHhHHhBRIO5Ds5cWb7doq2Qa/mHolZOMgCUOkRggvEgm36l6eRq3ciTTH1UyTfJz1bpfJAL11gtUPFJdsGgr+5h8ZLuZz7PW4dJbzZlUMl3kc9TfugQIIHjQ7/ifLRiyaGvTKrfd1vJM1o/7AL2GLGqAGBI4vWwSERCpBI9qFY+sF1YC9Zteu/Hi0LSa3jx6StwHqDZkUck0JHB62SQiIAIJi10gdQzqHX+RhwkXols7VZ9IfxyaSIKGkklQ0PKeINA3OuCTlyKduoT36nuKPySOa214GF7FEwCVTO9JN9JmCgIyTTI5vR5P8XAIqbKqjvtwH4nUN0y8DU5KprdBT6+dKARgEhIItS4EyIRkMoakZuyufYt50usAqAHidTT081QjAHkkdniOGEIqhS6ESslkK0aHkRQl00hg1JtMBAKEIIJEBJtEzZNYeR7JVMfKG03tlUyjwVHvMgkIiElcXIhkvhRst15j8u6tFmpfb7bOmV5HQz9POQISqF8C9NtDpk/MmQKSKR+ZmqdkmvLuo817AwHWaPsLtTY4dtdadtfGKpnegEj/UATOh4APwebkvkAyYc1j8dZGku1iNEXnTKPBUe8yGQj4o4hEkCl0QmzT2KlkmoxHp7W8ZAiIAaI2jRORyHad8VlWpCOTTDpnumSPW6szTgSODBAWA4QjqzpzpihJdM40Tsj13lOKAMHxMDrk+IUfOm+7Eda8qCiVTFP6uLVZ40QgWDYEipqHO5GvupWpsl6iBohxQq73nloEmCnJVnUkk6h5bApMIzczMsmk1ryp7TjasF8jEGo1TxZt8cjrxr7M7Ax7mUZUlEwjAlJvMwkIHFnzbNUzse0U5UK61NU50yQ8Oa3jJUNAvMZJF8hWdXdYZlGXYETZk6XRzZnUNH7JHrhWZ+QIyFZ0UeVKiZMn7kSyvjRTpNnW0nxhvlEyjRxxveHUIiDzJDEyEPfBEffB597b4vnCXmluzUCyb98q7sPrqKlkeh0N/TyNCODcWicxy9l6kdWSiUAqZuPfFWS8wCNCtqyPpqgBYjQ46l0uKQJIpQoyvUy32TPBZVUkRofaGDHSWqtkGimcerPLhgCSCFWOaESS6aLOEEhEIlZrx1FPlUzjQFXveYkQqP3xMnQ9Um2Su1YSQfeDqIy8jiqZRg6p3vByIVAbH1IyAx5Qr33JXeucSqbL9Yy0NhOBAOZwseQR7yHsEuJrlwAq3cK/XeqYkxqukukkZPT4VCCA65CsLbGr1uwa63bIfdF1PnqrrOonAaNkOgkZPT4lCCCZAjHyrNlhuzpkijpR0hmZc+vrICmZXkdDP08TArJ+JJH6JUh/m4/PMEI8M4lp5yaRYyMvSqaRQ6o3vAQI9BdiA7Y7FmoJnrLnvXlOqsBnwZl24j0LuKMvahofPaZ6x8uAAESiGpDJ1pLJQSTjms/KbnW4ExdjIZNKpsvw4LUOI0ZA8i/ZPSTSM6x4z9le+8IGu1+m1eHM6lJmrowu8OTrFVfJ9Doa+nlKELA9tqfvIJte0KBNG/yLEEcH8/lMunn4XWU2rkuUopEXJdPIIdUbvnsEbIqOt0NsvJ9wIYJMdjuE6mBzs4fE2uGrf9+fU424okqmEQOqt3tnCIi0OXqFNlLpKetL/8Sx773zLwobp8b8YSw+eS9brHOml0jo+6QjIA6tYliANCKV7BPsD9857/7qvNlumHws5vDXQVPJ9Doa+nmSERCpI2SSPUuiy/0YbPRdaasnVdE6OIifjJ1MKpkmufto3WXuI6qdEImsFmGb9x848CNzpZ98GW0m3Wj7YKbVqTcD8uU4i0qmcaKr9x4jApLQWbZXyMtJArOfkUiPOfgYIv0f56pNIqcctue6pdnY5Zyvx1iX/q1VMo0dYv2B8SAgQkmkUr3FIsfg8DN//xlH1v/uvfvW+vinmeZB1zyeg2hPkVz36wvGU5f+XVUyjRNdvfc4EBCJJMQQgwOJnk0Pl6EObkI/QqQNXv/buupFXkT7+6vl2C14rzfwwsk09uHh9dbp52lDgEhDpmTdqMBP6BC17hkNfMqxTd6/ZV3pe2Pi3TI23ZkuxohHK0iuiysXQiaZHUqh8VoUgbdAgMD7ZEuHSGL+bkOi760N/5fQkt/h8fCEZOo/GTO/u3gYss1rvdJsfTV9ZOqjR9JDPuB4yJt80qIInAuBl51F+g2BJIVIgeTOtfn7e2Lg/S8XhUe4tO4HXxy0f/gf+21z39ey6ly3H91JY5dMzuV4vhP8z5gDRhUZTeYgFJuz+KRFETgeAekcIlV4tz0hDx8gkN1jSN4mxPE25MHDIfwluAozuNsvotBb6K3le+bvOfX+8Xcd89Hxkyk3VZUQ/M/aDvAQ0MIuA06pOt+Yn+xk316IJLMDXuySNQazt31OPphneDZAnvDEhnKT3Uo/4yq0Zar8QIi0uYJqt/nuJhPjJ1McqtAPS9sxzu0z1jDSmLHswee+WqYDAaSLrB/ZEmqwGGufQ6L/R9/5qzPuLz4UG0XZe9LMFvPVpe1i4/FOUUukPpG49t2UsZMpq0KeNGTvvfuBFeoYCSVCyR1NoBLENXUIvMYzovBze6ALiVEVnO0F74syqmOpnYi47cwEN+MrsRpRrZTcp5LmHhXV7px4kX5xDgSEI8yZAZNegGWufg61BOJgzmHBWwZazN3kUOKdM7cwMjzlQix2dtN4+5ONmzvXouXuxpMf/daW5FdijmTun+P3x3vK2Mk0Vy5mh9H+i9glhCwzTKB8CAQuo/DRzIDtLDSa4c+aTaOmFFJxl9+SjWIHzodeMFFmy1Ie4InFxYm31X5V2ahgJCQaaDjg+h0aMH/iRfrFiQj8TVTUxifBXojEe8CXzmZ8T2aK/ryIY6h1joEr7HFe2zp5dmavMm7PeM+xom3KVmfjsQTdX+HSf8vr/om/fZFfjJ1Mm5vz+fp6Y7uXtA+aTdvGixdFmCkkIoNOusj/i6CxVMsrWs7n0ZaAVMLw4aw5wBJy6EKZm6jWx0/8HeuKUMRxSXS1gvr0hIiMnEJKSK/lLRCQx0vsb1syiJIO0/YYVg956CKFdukVYGx36RNbERLJ+7DlI9tNfJWVVZU3FpJirtstHz++jgHrS8hUD70j7zLDtm/sZJJGP3/+MLt3zxQ/EiOm0bRs1jINBqeSOdQ8n+cZhRZ4MQiNvkCCDmrCNkPhtrP2OcpFOzHNUz2IG920rBpJGloizXiogfUM9FSenThSahkCAbEoIHFeMywwHwpe1osYrALS37ZFlTYmaqO47LCxfMdFdueKe5ZubPxziFOTJ2zV97mc/10AmaThX/pvvnlo1tfzLEu2t+MoIk2Oa6PwtRhdmpwg7/1xZsQ4QaaMTKadEEUHla8OTFTuRfGsGEFOLJK7Z7lcOIzzmMGTukZRznLhC4SpqnknonbyFzDhqDAsOck+wYzZI6GYk3pXFX2PhtCLnDtEJcAk1zv0he0uVHG+8USItHVppM/Llhz3fgFkqvVkfrsvodbXq+20afab0fxPtjyMfCNgDmjUQmkckQFlncuVFVkXF4qo2i5nMzGhbp5uTdzAOvRF099+cTvdj3/qlo7NZVH8uCyiC8DruMc0LcdSBsykb3tyGHkjYqtmzE9tFdJkpvTkp4garmoedKrnC2vlwYYEi/yyL9Tqxf5pwUHboQgoAoqAIqAIKAKKgCKgCCgCioAioAgoAoqAIqAIKAKKgCKgCCgCioAioAgoAoqAIqAIKAKKgCKgCCgCioAioAgoAoqAIqAIKAKKgCKgCCgCioAioAgoAoqAIqAIKAKKgCKgCCgCioAioAgoAoqAIqAIKAKKgCKgCCgCioAioAgoAoqAIqAIXDwC/x93KHCACYzmswAAAABJRU5ErkJggg=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66" y="2513896"/>
            <a:ext cx="1929384" cy="192938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88918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Быстрый поиск и сортировка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1307978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Моментально находите книги по названию, автору и жанру, сортируйте по разным критериям</a:t>
            </a:r>
            <a:endParaRPr lang="en-US" sz="3000" dirty="0"/>
          </a:p>
        </p:txBody>
      </p:sp>
      <p:pic>
        <p:nvPicPr>
          <p:cNvPr id="8" name="Image 3" descr="data:image/png;base64,iVBORw0KGgoAAAANSUhEUgAAANMAAADTCAYAAAAbBybZAAAAAXNSR0IArs4c6QAAAERlWElmTU0AKgAAAAgAAYdpAAQAAAABAAAAGgAAAAAAA6ABAAMAAAABAAEAAKACAAQAAAABAAAA06ADAAQAAAABAAAA0wAAAAAusBZhAABAAElEQVR4Ae29248dSX7nF5GZ51ZXVrGKxUs1WSRr2N2kZkajXkuwX9TztPAaggAD3fDawMILAxpgDPjFfm/yX/CDAe2L1vJCC5AyVl4NVoBfmnrwg7TijDQzZDe7i2SRLBZZrHud+zmZGf5841RxitMXnnPqwiI7g8zKc/JkRkb84veL3y9+tzAmKxkEMghkEMggkEEgg0AGgQwCGQQyCGQQyCCQQSCDQAaBDAIZBDIIZBDIIJBBIINABoEMAhkEMghkEMggkEEgg0AGgQwCGQQyCGQQyCCQQSCDQAaBDAIZBDIIZBDIIJBBIINABoEMAhkEMghkEMggkEEgg0AGgQwCGQQyCGQQyCCQQSCDQAaBDAIZBDIIZBDIIJBBIINABoEMAhkEMghkEMggkEHg6ELAHt2m9dqyq4Exl635YD0wq/lwcnAwalerURoPBm4gDgaSOHBpZJ3jSJLAlULr0tAa1+Ia5+1ibeKMzTtj6sY2EmfDIA2CMK2FURo0TBLmOXLlNF8+kSwOhImZLiXm5oeJMb4KnnvjCg2n2R/eDM1CPTxdS8LW8PMwaQ8HScuEadGEgl2aArMkDVxRsCrxyNfDzQbArC64ham1sbNB7AQ7WwN+UTXNDQ7Gy9VqbI63EnNrLDXmDi+/yvnNLy+Q6I3vygd/mjv91OTqxbFcKzWlKEoHg4TDBgVnXS5NXC4MbOQY0iBIIxOEoXMmdGkaucCAIQFExJWEw1oQwSQgUGID0wZIrdSZVmCCZmriRgKZRUGx3g6ajYFiXF/6ZbHRQYpPQAz7BhGUo2vXOC7bqR80irVGVMqlhWKcNkqhccXARMXUpIXAGs0ueZeaHBOLh5txHmpMRpYOA67UAKsgFtwMcEtTPgdpnKQuDkLbts62U5c20zCoxnFQzQemXmqstxdPmba59ZP2G49/dCB6Gzrh+wA3quWP5VuFSilMwtEwseNMi+OpNUOwrKINbBEqKTCwIEWYZ/DzxqR5E9gc06w+gzdM0RbMMCbmY9tqanWuYW1Qhc5qLnAV43JlKLCcJu2toB1t1YK2Mx9ONs3kZWNuaIp/w8pHcPPlSVt79qgYNKPhNGiPhCYYMTYYdjYdZloZYnIZcC4dBB4Ql4sCY3OQYWRSCAoqocfMM7ZlXNo2LmjB6VtBqAnItpiMmtzQAKhMOEEFSlxL8/FakwFy6Ym6Wd0QV3oriEmAeBMK7RSeMoteuRxNb5qwMViO4ibyF2KcRJEoTgaDyA0izA1GIqTUTEAEEzw0wpMlKkA2sUWm0oKIynI4PvN7ntkUYhIpQWJgBNeRT4zkmDbnOtcr3FPh+TL1bCaJ2eR+DrsOva1DqOtBHMeNXCGO4lw7Kqwl+XKcLI6Nxeb2Her8RAhDM14H1/LITrOvBcAuOL2+HrWGozBujodx1M4V280ojSI4thtDBB6jmRxmNAzNKA0e5fswvBqCckO0vgQjynHOAz8mYkjFQlBQCfe0OLe43gR+EJDjbJs836CeOg2o8/sWRLnCUytx6NYQ/qppbKtxFFYlQksMjAppUqwOxwujcLjbd2JgJ7jx6NGfqHwr1dIjXGjjVbUzmJ6+nGvl4pHUBqNtZk6bmCFk9CEQfQhS0Aw6BOoMAfYh7md2NcNMnCUGmsGHC4EIXNchjpzjuYjfIu7Td3BAxOQHjTWQ4zAMpkcSEMPAoUwdImUx5WriVtAdnCoouyDhbOFYpuKCkM9p2br2Fm3aim1cH2i1WouLT0G2q6rvkMvV6PTpU/laPp+PXFSCh4w4m/Ocx6bJUCJ4WQcHCjmnw9DHkLgQ/RkA6QU7TURFGu0nHs4iopCzDmjHExO0YyTiwck9zMRp1Fc4FROSCVr81kLcZmIyZa5v8WQFogRWcPsAuAl2aVhxoankgB8L3M08nH9h4Y7qYlyuMgR+bDgdzSIkOuJFMLwWXGFWfVLNFcI0HY+j9BRT4Uk4wqRzdpIbJhjUEQZ9iLuHGbgig5OHswgBRCwsAUCNDgL4mVSzKiIcywEtlkAIRlpjxXce5T+YxRe4FeRjrBAj4WchTJt3aoA5bIOnmXGDBs+tMGuvuDRZYf31zNn8M5dLnoZBYaOaQstXLsOleOqwC3CrltuFKJ8bSNP4GERzin6cdC45CQgmoIIJej1BP4rAoMRvOmuiyfF5Z+KBcBxwBIZQBrgN3LRWAkL8AfbcblOgJlhxCGb67L+zxPTfkevg+HArbm7xmGBWZvLTRLRFPSusZZcZk2UWWM+ihFkpyjUZ9+T27TtUpcmNJ45wOaKtk2hyjQN5fvZZNLl5MtcezDGYtVHw/nwQ2PPAdAYATzMQZ4DxGb6PcAxvnzVrHnQBHxxEJsLy50UQahE8WoQKH0KH86wxHqQmfM7kDLK0NjcGB2tmcjJF+ydE87jYOe9bU4GZsBuIfHgzMMvLwbFqdQDt5ChMeSQwyQmQ9Tz0MANVnIOYTjNxnOYZDoltDuLRmecPvojzb3F0OJUzTyC6J7x6gWvzaeoeQJcPjBvYzFXb8fLos7aZOwm8pf37RLDzHT34Znb/hsMAWvet6dxpp6evFzcH4sGwXWDRm4wwKR1jUXwMPnKc6Y+Z1Z1ijjzJ+ThAHecxzqyJEElAA9ZGmj0Po9gYAKJLh2sZt05b1mjTOm1Y5vpzEPU5k/YKuq5VZuVVZuR1rm9KhIma5XJnTaVnPxZi7bFcD80VE2pNFBeGhyUK065RuMUYfOM4bPg4zBdOZE9w/QSwmoS5aI0E/OwY7UJKlegGBzqcAteXyOzXUlpPrfLuNdq0Ch97xvlpwAG/W0U9uIFkuYFiYyvJNaujtai6sPAxCo3OzHE4zX31Ww4LcK9uSecOxhShOviLYiEOx5MgnkSbdArAnkmtOwNynuS2MWb8YyAth2HWRTRh+uJ6joE5rFl1uz/o98BEvoh44YoShTx3PM71aa5VQeA1ri/xeQnx8CnHYxTzC41grI182lq+wprstghqjwVCor58JRjLo16YQCCdZvJ+h3ef4piC10/xhnHaNciZ9ZHOThOP4JfjuvqgvhxWga69GKl3djiic5IuTjC+pxjr81Abyh3zjAnpCWP9xATx00IcLJeDNvByEBPTEx8Oq8Gves9RIiYAI7hcQ2C/WEyDcBwgTrsgnQVol5jZ3wXIIKhHgM6CmAt8F0ApHq7bnztXDuHvDgeUWClYSsxUJ1gacEBJNGiD74gw9gl9eMDaJMcKrJEbqG80N0uiuGSBG/ZapOFEZmJlVC/ZVm4CMr9ACy6zVDxPU87QDiYjc4x2qWWC086hV+vzYRe9Ey2qN02IoFGKeNFN8PPqdH5DYeEW4Kx3EfmGWIuGmI2TnE0RDa/xPHz3CBHU6wDirkHzhIB8fy0Ymbs8YgfaLJCDUZawkuHPcjCzmneYYbU2mqaxqLplE/IzmhbHR70IMaq0eRUcXgWHn4LJD7G5zHN+BOqs4CuwEuaClXbN1IfSUmNx8RYz7lWtqV5RrganT39QrAT1Ym7AlJJ2OoFPxwQQlULhLCxzhvM53qNZXuKwRGFxpdc85q/oVufnHQWPFBUrjP8C46855zGw1PEIldEiE+2mq+U2tmbvbJmbn+ysQwXz11I0o77GciU0H/x/4czT49g67EmbRueRkd+H33DYd5nX4UYslJHzAeAxsEBiiTiA2r3DFV5j+1/5as86t9uqSUDiKDOsGedAE2EGAtwMUCK7JHK2mU+S1tokxHSjC4T4aeCm4lETpMfx2DlpQzfLQ5cByu8Cr3d5zwwHihmtidBwYmPjLNi9KQUQ+TFmrC3qUNT3zo4g9g3yA6p8Mxi6MMiFcevE+nBl4+LfG/P0Po90A7uDAcHrBe6Hk3ZmvhpWB2tR0swdR117Efj9AOBBQOlpMBF5v7MWAYA7BMRHwbkLfDsYmPVUK62EiPAHME5cQYiNSto0EFC2EFt+jfYPpYlEF8giCZvmg5UNc6uLNRQ+iNHaBMSYYBaAkzsmIBNcQTv9O3xHaeNtQxBQx7gKdxL83pACychcAfEz0qznnMRn1s5+3czaL9DnSWc1BblKtVR7OrM6YOY/nHTm5uvrorDyMAvvux7IGXVm9RIWuoUxl88dk/WdwX+Pgb+CCHwZ9e0pONNxROKOlu4wW3iw79IMgHrXH2iw3Byi2BxAmaOvjzDjPMRN8KF1ra04TOtrc2dqxvxY92+XT6Px2ScD2GDwRMiP4A53DjPYOWB2lopnmb1ngSHHCw6uyfKwx3insQdxRvuHuOw1o/YpMMMA5W7Tw8/lhWJb7Y0hO70+f/yLbSfaj7dFv4NoylfrPOTZCon+yp0I1VJ+y24ORC531qX2XRbJP2Qaep9xvwhwzkJI4wBKM7lEk0Nu41eBdABXhOAcXoMi7jHKPKwzXhpo1lIT4Siajg8sNsrln4mY/P2nT/9XxZYtsW6UYsZcgIDe5QxHshjkzFmuIw57e5vWk5rZt9/Dp7eoALUI/IDjW3GuAfBHzkd5HG2TcmGtOobrYHUicmb5OsR07dB6fthinpUdpBoN5XO5wQEXNM5gI/8dbCC/B2JMAhiplCcAVMdz4e0jJCH3DpJrohDyy//tHZQRxzjLLWoAgayAF2mMBzy2K2+H4cQHPOIj2z6emmCGteUspDLLc9/jOSYh7+4juOnQe3YOPr41RRMr7mJ4a3TWnjgvmwnw5yzT9CB2yFauPbrUqFXT0/G6W+xIANxyOOWwiImBdWZ29m9ym/HYSJSLxhLXOhGk9gKiyUV6O8vP+IyBTB2N035zox2A6qwDZ1Z/ZgxAX9gBX9VGDv7/BuF3EF8X/Q/6cY9ld11SSOhQwSnUr5UCNJqYo9J2kDRqkzN/JqWLL2nSGHNheA53OIjHXeLiDAfaddZhB1t24OZhx6u2zzoJdh348cHDiw6qj7thp9bp2l6L6tQhzktYCHwZWyOjNkrlm0g5G2nQ2ogKpeftILcOviVzcw6fSP9qNfZAy34j7dc1lp5c5VgO3LHWQBImZ4k0+x4XtFB+D23deR7CJcgKqWDdXuPEz/tWBER/8Ae/Tu/uD4AVEiD/MMu6xNS4o0kbhNA6S7SSvL1dfHP0Zz/btVN554z2hffKC7vEX5AEyAQ5viMC2vCEP4K8ONh7/PouiMTaCL9EGa87sHu5vv37BthwKe4QuuAi+MhjgQPfRO/FIBgSgtGBrbxCBDsZgQSw3TDb/Zlf91xYcoq4iO7EZ1Lw4wVFHHgj1pxxPY3LjXU5yl7hRTf3/LJXVXAInEkgvWGvYKFfrsXFtgtwA2J9ZN0POZ9EZDkFd5Llm9nGa3H2G+CCgQYWQiI+yYcH4GyJsxzX5NXcYkAYCL82UxgpITfeliVRQo2nXXKxYRZktFTZgRRrtUbkPfYYjRVyCEkQ/ENCPXaKG6Wd3+N3RDs7w9UiTZJYd4DF04SIQ4Qk+w8ERIwX3huCKe2RN4KcgOWBggrbj6O4hsJcuCx897Ddb9hRnzf4whBsjtgpDNOMkUVcdqaAGr2ec/HilStR/fbty2ojzd3vJrwM9oMnJsKhJ5dNcb0NIQWB3IOmYcsX6fB7dFDsWYQkrsRH4W7fZWf2/K0zXIZ4CLwPQAbP8uFIPsbGIwRvJZiNKFqICdkKVasG3svkIiaJWCCrJy5Fm2rBK26+6xCh+ZCEnZHaOffaEb1PhwiGeF8rLhrQHqz9nQJXGgY1Z/j9HUCFinjPZQfgnL1XtgjmBfy4qDbswE2cR5xbXIkYJc+VEvhnjMzM2ROSYCSb0HZfUuLHkDa8wsAjvvBtF+xe+sxPPRWqFux9wbIggz7vckxGCu9IDaJe8Bi8SyavRI3lyZsNmJP6d2BlpzEH9oLJ5eUic9nJugmniFA9R0dnQd7TIMQxAE+sjNfK8H6+9Vd2HtQgVwBqlQs+kI8qKxCSvkuMq6MFUjxNi/mLwD8RkQgtBWGCGN8/yeLYUEFgZlfauR2Nq5nfoYr2cT0DPD9I27W200KYcA8rnzyQHMRQmIdENb/26q8z/ik57IIc1KmJXeKoL3wXkqKg8b9vX+33BAQUXkJ4BDCDgGwZjlym/SJewiKApfWwrHGnRDoOAv62YcczbR6EIRCZzAIP+xYaNuKYLdxUwZaKZLZENTvcvzzs8J90cF8PO+AG/OiPuPHOOlkd4XI/RY85EfIA+MR/IxvlLCvPap2o6ygxS+Dhs2WPF/3U390zB05MDThSBCExIMj5wSU6fJEBlDFWHg16PwcA6KtQ2zb8qaBOLesQ6grXnjPGy/wK/NwaGL6RBGaT2aqKxjkmpof8BMpRQCAt3yCflEU/g0DITQQ6sEABzUgJEodJFCKDp0PkkhikbjyxU7SOPoIXr2tp43AiFfeCq9EvLYxFlHstIib8Vj2y7Z5NBS9x8RdKCT73WWi14oyIzULxwzrH4ZltlqjsOQewIyLWBMtAZROaq6Ipq4Rx0ogNqEksB8/ihwxEABUTksIqA4cBDJ9ZalVeDSBHvg2Ib5BZBrixtsPDn3HCshpwuBO8bwK8kLe6iIrCp+3x9F+7/uPxR9xJ9RSoAhcqqwmVrplizJ+4nchHkmsHVw6KmOjXVY7LNmy3CaMwJxks5HxzBTmaGBovosiq3U8RxCkMpJ9RJZ74mVXhDc+4/oTv+HIFC1DFAoSx1AqaawgoqxvHHpRBUeKJtEC+ukvBwBNfKRqga/gWnCoO5vMjocsPR6k7HgQR3gapFCa46ljEHZrhCIO3TmpaiTWEw0t8Eaej5/1hx7aYZBRCvp9FjeVA2AZmfCBQD5HX0Q/rlhibR/z+mFuewGCfuDRebAd2Fc1ruVpvbZnFp3DJT/Q8x7eVq4H5EJJbNsHwxvnhpGCOk6hFhDTFs9O8c5r3iNtpohCsNEFsi3/y1PBw0wsEv26LJjIdKlM8SN1atzFAzm6Gbfz7zHVMDT4bktr/ij74enr600tju6/4yvX8WN2UWi4uFp2dATa/z8P/BWd5N4xzVhwNM1XPpbMQdl5hgPzuVqlrlcFfpSaQgTAHY5fAYmKIAmKIUhxMydWQtMum2KqsnHpcNzdvA0QZ816FEBpIbr1yI6cAO4V8t8JgKJeSpCW042gkiQ+ycCnig4gNgvSO84DchXRoHYj4IjcYrRWOSnEoELbFuE5g3ho9XAMSirWCGyn+yi2T22yVjF1r7SBdyydpRaH3PrDx9kd6Xp3hsW8rmog+hqCu2Imn75RMIz9kwpxEYTSTAbFVKbYyuFKHq0NgENkLjxd5vnjuIrhpsmc4ey12A5wgP4ePL7vD0/+Z73/fsG4+b6PGegmx9fbHWgPuazkQzjS1MpqLRzeHCqk5hjyAAyvuQSZgNvfiHSKKX6D20xENIrkEWP/49RDe187dA5nvsVJZQVRbdSBCnCbVnGnX0ihXa1ajRmGo2lpJqq0OR7pOHR4hXvV+3WfN7evJxoxpTBRbiatELVcaqsOh1tomXuTd2MZYMwWEzEuxgvcGVUt9Lf87zcLiMIJxVy98VYP2+Lv6I23cJsi6BAyfcX4sbkS4hjg40cCujLS2lXNRLYls3dUrdTMUtzaaQbsTc9UNIamVug8R8uY1uzJbbU0UTaVZGWzlB+NqGLc32i58SsqwQcTn43LU5U4RluyNUkxpzSVnYImy4lZ9FPBLa3Ir47/dRGRdQHl+Elm8Ap5sgJ8x8uybQUyNwko+atlhP/uEiHhe4eDOACitlVT6RS7g7fPY1UHcDSTih2lg/hHB/xZ4v56EdqtScJvm9ufb6wyJJIqL3o0EV3Wp28LzRMHOm4SFmDjh9nPXqPCynZmZzG2F9Xy73sjligle7rEibRu0RZxPhCQupcmDU79d3n7lnk4v3t8hJus0EdyjnZ+z5vk8boR3c6VieyQutebnl7nn1zzwdbDruhE8vw3zOdMEdiCu2qAi2FHIMjXUtKOhscQxuTGiastADVOAjwYWEWkSEgz7KXoO2vFeJSS38Y7AJ9PEbISGhV9hBbuYQmP2txwAZyIbh/uPpdg2TmDKv8jqBIWDd5vRTNMPRmlNpFmEQyKKI1rVLFLTArL3F3x/yBCsxW1bLeWrjcrtYe7fWQ9d5bF9KzsIogqFGXZ+/tPYzCyZqfg0WRc3V5lRHyKfsxrX4heFB8oPbpQYg8uQH1jWBnA7DwbuPrAC+vgmAqmOUZrFt6M9Xgx+qKZzxyOa8ZjWrpIhoLEULyZr8zNMQjvOoVf3s3Vqx059fKbA8Yvvlhv1VimIcvDFhLwZAenXMJ5zsK7yMW1Mvt5jPM8TOnrhVDsvlDbxBIR6kfrbCWw454pb1AtMBKf9K/tMTB0EaeWbA4hC0nLNApSLNPoEPSv103LWQFLG1Og3COqkofuCvEJ3uf4lIgriil1Kq/XNEuLISnIKgvuv4QqHUmjKh6mZuRkvLS+nQw1EcUcCoCDeYuCUB4J8BtKMKXGJPQfHktpLC2LWAF4Nf4CN9JBGXS1Fg9TdBNU5Jh0DwjopZ/ge2EVCqTbqQW2zMsEadHImJYZBsOtnmProy0fpSvI3rYn8U9Os4LBQKhEs6fCuYN1mHYZpchUyM1ExBmGfwk3q1l6Iybepg3c4AIOHdCxG3VgGPxc7DVb9+0dQ+0xMnfajEkXfn7KoxIfMyQnTjsG+xZl6LgBQatg6wNVM8lTciAxdt1Br/7IZBI1iLmqsTZ9tlH+T8eeQkEFdgWxuavY3SeXDm2uV+fmtqXq42BwIn2NxeW5S85TZkMSLmlF9pKtyMDCu+u8PTgdS1CgRhsRNcfMF2vErQl3uooheJFX0YqGarCyV6omZgRv5XOlqx/4h1qt7xbvwm0MEbJNJqY4dqNloJ89zafqlS3PEerHiIRiQtpN2TEnhleuj9wIceE7p4GT0wBzi3KLwk5o0BhqOfSv7R0xo8Cbi/1hoVpI8+c8mAIRsCNgTtG5wg5xlB+i2eETgfqlvYcnkTzDmEfPIferVsVhqjK6tDTxIyrfXJNZtr5G6rX4/79tGwI51XQtbM3bhepQL2mGMPSsl7g9mJPuH1OZwTm9vQewj7XBn5t3PxlCX2uOqICNuSHaDLw+4+CW2ovvESj2KgmS1leY2lpb+h86aYX6fX99TdR52ToqhZXO1YWbH26dr52u1fF1i/H2OAe5AHa8UBh3vE/oj7iQNX1daPu4H77wDNfOwtK52guXHxPCZ/zBWGApbK9H15n5p9vaNmCbiAolt49FcqTmapiHrhJT0xMoi5C3c8tnqhUUrDZS0diAfKaC8iBL8Gu3PF0QqL5i0vb44hh1h8vupmftbEd6RKoMt09qM7FZIpnoWBLggJawKyHbKxMAMO7Mt9m0bKveVQ/EK3mStNHYP+TIP3O8hahOEmHuYJMkyjoiVUdqn2I4jVlIz/X2zuLzsjtXa6yaIHtiE3OWdzLnqkzwmSJApzwq/fuqKmLbxDq0eT1mH3yN5MlwwlSs1UEgUNidMYbOjINk7NPaNmBpJs5g38SjUDyE5qYUJQ4eYTMoMLBeb7mYSdQkAkGfEu/zUOK/BnucRWH6FA90dsnljM6pUzO0v4UafAN8f7x0K+1zDwgKTwJUoOV1ZrzXzY20cb7RDhJQS0izxX8ZYn/iRj77Q5T0X1cXhq5SY9BBA/iMV32M/jyc2Fz4ZaG2tLw6OxeUFGbmPWrkKh5IB/loavfvOmmkcazXD9nI+RYsakLKZxDAAjhyAHj/kNdEt7moSR7uHu5EL5HVznM/yyCFGtWkaSYKW9jf+j3uBSrcNeuU78qaFJoYQdJeeZJEnQ6bSSkl71bPREkCpg1rEy+j6iMn2MUqHhcLWwNOVYjM2dy+gvv2f4EhXX9mu13MD6nRy4bHKbU1N/bltDRZD1FVtYQCNJoUZg6nJpqP61azZrwp4d/cEM7zh8WZw7invecgMdg/Hw3myua7mNxsbi0s/qaEHPaoFcDDaYPrK3U/rZno5nqiWKmakNsKk/Bjuip3S254EN03Ogls3RZVqzcoh/0AS86DdQ+V6kmqaedtCHN6fsm/EFJmoQIZ2vMAteaydknzIERR/NQ+gHltrkefdUx56gIx7l1kWFLBbK0MjbXMc1ffCB0dOtPumDi4NT8TD0XI1apFwNkhl+3gMb4JrewJilvTezvtBTOJ8KyAaXiFwIxCQWZyMqBix8/XqejAZe8+7b2rokbr+YWqmbsUrq2UQqa4k/4seDwAa5Ty4IE4jL5PeisdHHGyddkgRnpqNyEbdEuUr37VvxBQbNnYhFgdiUvZQPJv9vj6aDV7ZiN++AeKpIQ09xWRzF2K8i9CHAoIcizIozv8tFX7Qe6W//ZLD+j5Xicuzk5XJUqXZlrtogCIFlzX6iNiBAZpNBmjKxD40RztJPKO+eeq/Bw98lMbmWW7QrK03J8nTXXmNSpqee+fMrZ8h8l1O7UywRYTHE9QPMuiCToG2BZLZpfdiyRLlUEb4NNGIeSZ9Rpa1/ZjIfFv2i5jAEXbok3HSWVTi+KkpJv838SbddFzcxh8YR+TaskRd93Hyno/zZiVnB+BWf7wt61/tpr4jcg8i35xJlhHBxmf/XZCY6GmYOIUKoKr1+32yfpLDp7c9iY33wsqFUxyo6NHeYYhh4wD3JVce4A3CDhzx2vLtfymO9YYVLSvVL/4U/p9q7CrLkfYdtCFLBneSyXqLO6Sc2lmL69xFEcyFl/L/s1vAS5KUOJNg7t/XRSXfeEuXjfjG52mEloRXMaQ7dpWzyuOATp+c1or76YGY6IlcXXDzsLgJoXQwdpkQo+dxGK6ihaoUq6yV3vAy0MijjAjWDRpJtJJzwIiUyawNfd5sjxyaLLodVN2n+6Vux4fTh588Ub2qX+/x73vDYaZx1/gLD4QPHbzAIA6e0DUkGI83XfaSWCuPl+AneCp8Fd4Kf4GhCEpH32WPxKTxvGbNhwqqCxRHIjkWYsIr3Ocl0KKvu0IvICa/ViKuRjtGuBX2xXyOw/LqSH2ssjCLqPKGl4WpdaSKNh7NyQJKmjngxVrAyOWoTtc6YeA99JHnPDHpedWj+ny91K/3+Pf1UN9RvFXjrvEXHnh8AC+EHyC/jPjY03ohJvCxg5dIA9oFxLDNDngL/no87noe+3pI7VHMu0FCyVOBWXgHj30c222kCEpZ+RWOrp0VuiYmmgcyeWMjAX4+L/dqEEara3P/3YamoCOshfp6yH7d1Vt/Em+aG1sffHCh8qz6qFZvtogbwlNCW6ZgqWfWxY6iyFSEkVcVtDzcBhH6fAxscxmwD5R7wq5mD08Ont26det+ah79CeLfT15V09H+/eaPY7RPkkpq47P/9xAbtincBi2vWwe/kNS61uqpn8rxIbc2pR8gFs0MJy4umYXfJ003DvS3bmiZsb2U0O29lT0QE3PhzL/Nja2PFdp2pcCm5uR8SweQR/MMMItFL8++GiletFf7oJoNan2GzIhWykd2vvGi3Yvu+Q8Cx1V365ZJx2db7dDkltiW+jNQQnK7BlleEloQdyMxKF1ZAwJUWHud1eZnxIwv1eNa2xOSD4LrAfxUctQLkb4xIcHy2VthhclWM95Xj+VE1/1EGvZrU+Fnnni3AYzDQ0OOmKH1seb6TLWJ+gaC4rY+yh6ICRVUYTxnGlsDURgO4ffjY1DUSNpBvWp0153kEY8UrJfSZxg4l3m4UreVvmeJPmBxGI8Ank94zzUzEp9rVYLoGRqlzxDXJa5ARAHRuq5A7oJXEhMjrtwLTECpZlgiZVPcrYJnI3G7tSaHB2/Qvsr57Sn1qJIU3WCFiXaZcKlnwEteJDIv9FBeRPLKK6cE6QyVTDjqkmZlojie4g0he11fZQ/EdM02K+fzpVIBV2lSUHWSisgZUUZa6u2FkHhCPljWy8FP0dusIMtW2DnwLeNMGiM/67n5edcau3BjyYZxzcbBY1wkCiSeKBIhXEjIRaE7v7WQe4GI1SZpgRo813RRWknSqDw//z+ikJB27+q3Pv4m/hi2CjEyT4W1E/kpyDWurXIIue8B1YCrF6E1WWkZAr4qGU4wynYaab2yAezQAQgb+yh7ICYyexRBhbbJp6EiG20eAlDOuVcjwtc11PvhKUMORscAB02b1sK8z+/wdXe/BdeumVLjVJud/mo59AcmyjdwEK65GMfYvJYCrygtMhCSKzlJiYKN2+04LrG/0zpObdde8eCb+7PwAU5OpqlgA46iUHuFl0hF3k9hycnmadj7yKtWJBlcXviMi33f5ZXixDfX/IlJYhsmQRvZ05QCUjtBSOJIr0aEr69Ujq2k5iJvg03JJuTquTKxkW9t+cQtnvqgrQ3O0nypQkafzUZk15thsBrG0SsP3af79Zye9xulUV9HvHs7gSZ8EF4IP4QnHl+8aaCf/qIvBl+Ft8Jf4bHwuSOG91Nf986CX1P7DZvmbBilGNJkY5InrxI49suZPFAIXSaHA+S4kWu260ul5C0mJobwFilHzTX6eBk5XdIx+Vk+JJ66/MWrJ6Rhsqbd1LAoXlKOjLeIP/6Ez16M1KW3rggfJprkpsjnNlDRsLWMj9XqkzNBiko8yhqfRInFwEa5NJdATDdeDftvgOyexDyX5gNyMOTwSpYWSu4xNEZiXl/tIWkdSQ5dWktycSMtDbUM4UDf0O635LJH/Jfl85t76drVvTx89J8dHGSRGLUCV2kE7aiGOUDKgj4nXPCU/IjCW5LIFLGUspVPuAdJrTsV7DcCGSGMPI0xmTSJ3cc1GWKSmPeN93/bD2AU8rBtY5VutE2uGbXimKTKLyPat1WQ/fb2QwB8EF4IP4QnwhfhTX8dh5Z8JiTwFvwVHguf+6ur89QeKPEO2U/JehqEimQsEhKdRzxTY/qiJh5KkYXJeYh2yhaa+aHR2Nx6mhHTXkb3bXsWfBBeCD+EJ8IX4U2f3ZRpHEUoeAv+Co+FzySp7At/1YY9EBMCHYGkxOl0cktbcSXV129b0M+QrJhw1FaOHP9La5sA6XJGTH1iytv52GUnvBB+CE+EL2Bhn8Tk8VS7Znj89XgMPu8Fbnt4+A/JAxywzMHgIR6l9ZI3NmrN1E/BBEl8N2HecW5gJTHFZwBJqWyzkkFgBwLgA3gh/BCeCF+YvPvEEa2ZMI4r17k2GwCPhc/G/OHOy3o+909MH2pOgJJJoQp7wrUdgmJF2HMLdh7AsMSeCqltN5LSFlq8UfLBZiWDwG9DALwQfghPhC9wp/7xBHwV3gp/hccenz/87Rd2/71/5P/KO5ghaNlXLnd9wWsBbdG1kPUG7QddP5fd+F2CgPBC+CE8gStx9CsJUZHH173g7MuQ75+Ybv6tourxgvEaFRwuSQpPSGTfbBdztDSCbVMoVqJq4elTGV4u9ykyvtzJ7NvbAoHLVngh/BCeCF8giD5xGCLSJm3gLRygITwWPhvwut/SZ0M6ryOICdtQol35mjhZyngGMfXNnND5Y7hytpS3hUJjYDAyH2LEzEoGgR0IgA/CC+GH8ET4wk99qrM9npIFK2DjOyIWwGPh886r+jnvgZguu1bMhlcu8OpsXi6+q8b0RU1eTYkXRZILi6hpinEjH5llOY9nJYPANgTAB+GF8EN4goC3Y47pB0SSD4WvZJCzDeGx8HkvGuQ9ISvpKZIk1EbLIcFpCu7zm1f1RUyo2TXDsPVlMhCRnKWIUm+2qaiOrGQQ6EBA+CC8EH4IT7iK143Hm35AhM2WPPYeb0N263Qt4XM/Fe08szdiilBle8rG7dnr/ffQGG/wJbG9cwOxyRXZej7XaFT21L6dTmbntwMCwgfhhfBDeML6XKkS+hTzgAlrJuEtCvG6x2PweS+Q2gOyfuSClkvwAepsPmYIVGODIt/Eflrk/frwkwrsQBjBxgFamiIWZyWDwDYEhA/CC+GH8ITL7K7eNzGhv9Bevpb1vqkLj4XPxnzUl2SlJu6BmK6ZCBdX3G5bqUnwk0pb2sKeOvtqDB1SGiflPxjGfjAYNUlqOaYJIysZBDoQED4IL4QfHk/Alw7e9AUhPInkDwregr/CY+GzoqD7LXvyGq82CAkNXCvvLHuT4N5hfeKLvogJ/wfcOlwJE9xIEtghZo18Wu971ukXHtlzRxgCsfABpQMsZYg4JNLKkYRGBtf+CtUY7f3VChNTbznXaoPP/VXVeWoPM/8nTpGPbGQPZQfy4G3Ck/oPM8dHio75MGISqgyS+hRP3vYe2rcXsGTPHkUICB+EF8IPpJhhjy8dn9D+mut3JrF4oAcN4XEnsvuTvpiBGrAnZC3WRuNmybXSICG2JMXw5UOIld9OFI6bB93ttvjc28EoD5wEYBOJTYbQ2fS/uOz2vdl9bwwEhA/CC+GH8AT0JYOwz+bUZR88Psr9SPjZFr4Kb4W/wmPhc5cVfe1teyAmMh4OhEnBDjbZ3oEkBoovUWYXLMkdFTmN7p6WeI7sPI6N0ewZ0l9NmTQYLjS1UVhWMgh0IODxAbzw+AGebOOLUqN1WTw+EhQuE4733GkKb4W/wmPhM9e7rOurt+2BmKCUH1XileRhq1wZ1j5K2ipTe5IqmaQoXDNAD9SE8sGx3YqxpzlOEGwynEZRv/LwV3uaXXnjISB8EF54/ABPhC+gmDJidVuEj+gdwE/hKfgqvBX+Co+Fz/zeA86+/Nq9IesNXOI/uhyb+4tpsD5OdtG0AgltsrJDbSk7gN9Pp1uCZWFJ7j16yOQwzkOjbLg3ODPzaXH++BcJgYLMGldFoFn5TkHgqrIGhzOrl8JysjrItrSjKKrGQfnjYMogfEQuRd0WiXfa1rPGumsTBQSbGoR1c2qxbS6cTI3weQ+lW0T/hlewWFMDbo2lqUX2NBASO6BDSMoFza4VXjb9hme/clkpa0kZpm07tTGwHcW6PVazT0fHNwdL5srlvRH+V16XXXgjIMC4a/yFB8IH4YXHD028ney3veAFxCS8dKvCU+Gr8Fb42yGk/pUPgmUvDfka2O8oGOim+YsGGxCTM9st0VC2TFGaZDP8NQ99wyXioTAe8KPsTdoA4JgLY3ZpNyMRfhbTm6a98A1PZpffXggw7mErF2BPciMubI/h8HCM3go/mHRlOvEZWrsFgNZKZIRVrvKUSd9uyMZkzH8PXQn1rr5OzuT7QAOsI8+12CfJI+0SzVrBTQMW6n31uuyod6WXwkELSnZ3c2NBGk0SBjbBFilDtWIrU0Z0Ccm36TY/7oy/8ED4ILwQfnAIT8CJXkIwbCy89PgJngpft/FWRLQnQuL5vXImVdEpCbp6gti1t9JTwoHZN9SytYxXROzc0vWZzipWhcWleQdY1ZLUxPkgv9V1BdmNbw0E8iZfaKfpOKm4pjv4YFFSgR999RD3Ia2TnFsBP9mZ0m0Ib/uq6mse2uOa6Tc1RkFAthjS1rKLBaH0y/yiHeukHem5ACgcGVlgGgcx2WmC2cdJoqedIrLyHYOAxl3j7/EAfOjgRS+2pZcAJnysCD+Fp8JX4e1Ld+zhy74RU8vESgiIJs+x1YdhQyqfbVONhza40lshD59hwzQ4k3HT5OA+HqRttIPXkZHR7uwlVLm3dmR3vxYIMPp+nK+HGneNv/BA+ODxorc9meiBxz9wUCpxsgaDn8JTftjcxtt96eUeFRC/aQMu3sRsJTQ0DNGQrLEtShklhAy5eET4fXREuACpqwIX8lvMYxOwW/xZAB4Tw5fitYJ9p7kS3Wia230nbO+qAdlNrxECV27kJuJ3Ck0XF1KtmR1GfGvOEGKuHdJRQPj9rLptoIhIJhVC1MFH8BKr7ZpNQ3alT8oeb7ut6RX37RsxrbEv0DEzWG65NC6E6RrvldZELHS3qNeVexAUpyyxqEKdNIIsGO1JgDmJ//3zIJ0oT21sShXTZ47pV0Ak+/m1Q2BqpZFzAxMDNmgOk2hyEmISEZ0Gn05CSIrLAT+6Lp6QuJtUex4fK3CmtWYSruRtrr5htI3M/pR9IyYz/7C18eHD2CxfrhUalk2P0zJAgJisfPWgB/wAu4QAt2l9BCFhU7C4Ksm9KDETOZuONXNxakuJRMqsvKUQaJaSnMvFgwz1GHESE3RzCuw5g3QPMcFnhE/dFtgZ/2SslYSkvZzYNSZYrw0lq7XJX6XmpvfU6ba2b71v39ZMfiuTm5+kZnIy1d5KdJxN2Owj3v4YOXWVDvVKANsAk8+emWKx+D0A8b5tx9NBWMR+Jbm6B6B+KxiyH48IBBhTUpwwvhpnP94adxGT9930reyekHS78E74JzwUPoKXHj/BUyN89Tss+nr3/Gcficn3kW1O/jaNkrBGxSKmh7SQDjh2AvfbbPbaYM0rRdIwnWB6+R6AuIxq8ww5xiCmawK86usNuL22ILv/sCDAOF7lYFwx0CLeTWu8Ne4af+FBX2MtvBP+CQ/BR+Gl8FN4yrWemNyrALGPxOQbRuOusmY0dcKKISb3CH0+B7sBGtcrZ9ppuzZO1szEDOUuA+hpE6dYwJVT7wVB7dybnd9YCPiJUa0PTBwMM/nKK/yyxr0z/t7Ps4/ekcYL/BMeCh+Fl8JP4Sl166UvXtxH5S89sn9rpl3V5m2jkbgi7BTO5Hxo8RizzGnarcWeCHjn2PXUN34kh7mR0yxrUFOj+yexeZ8eu2DOxI1LtWHzs9rioql949PZD28EBE6f/lmpbC4NYFUiJD09Y11wkvE+QePBHT/+XSmvtjsrrtM52BANNfhz8IZJPXjIeSUEPw8CKPvJmV60j6irRpwk+D/RAeM3g38OLciDQZ2QQkId7bYIiFKVy4UE3ywzxYa+76CUOJ+LohNbpXWu+/VTt/Vl9x05CDircSSH1xQ5v88z176jcdZ4b4+7FFK9EpPwDHxzW+DKc+EhxyPhpfDzIEBwIJxprZBvTISF1ShpVlsmIPumu0Diii3U3c2OcsVox7ZuiwhewJQf1jFkaICcng1NgAu9C8K4CMu+hki5f+y624Zl9+0XBK6x0/hlUhU4OJGb4TgLV4IzWU2ehKj3JMkIETAlGdIee3zbYuPyJTb/esjmtY9MYaCxEjX7XXJ8a4cPhJjM7TvxivnDdHa23lpPamtoT56ze8eitxlAEBCUPH9lQ+qmiO40K3H4GClUpfYsO0M1IdI0MnF14t0fraw0/6xtZmZic/ND1KBeFu6m7uye1wYBpIkPb4Zmfj6aKIznXKsySdYueThcQgNxljE8Dp6UaB6TaG8FhIHz2A2e3xDegTfPbRKsDUWDW3N3S+CHVz70VmkXdx+ImNdRNy67uTl29LW2btN0hY7N0545Dtw4rGKd+ikifkVXnuN4H1n4ggmi03GzdhxADU8uL/en8emnJdkze4WA1Xhp3DR+Gkc/ns68T8UQk1IYmD4ne49f4JmZE94J/4SHwsfOhtqfwLz2v/TZ2Fc1RJwBSRVtWyG4UG/ZaJn4EWRWuYG4HD/I87f34pil8NkDQGxITQAhojb1PXdh+hgnrqCRaEPpa5KHOWflaEPgGuN1vhAG0bALcygZ0tOk7TqP5g1ikjiP9s45jXfPhaVAFS6Bk4yZQyqaT0O3XLBVlgMYab1d6WAklwPiTOq/GnyVTUcJzUgCjLbuMYLsfVyENGNIGSHNnlyNukd8nwrXDaLWk0c59ibU5IgEoYtmSPQ5FbjSyPT0ZcQCdoTLlBKA9igWKYtcoHHSeGncQudmNI6ow6dBmtPgiBxb0er1rHQQPgmvtoRnwjfhnfCvo3S4Cq4dDCEJ0gfEmVR1pww08m2mhC0XBs9whGWdFMhhUfEkm3S4AGQLAFAKhi4Lcxfw4LmIv4qZmuV5JiD3RUiIYjrQLs/M/Fs3f7xF3gjFUx0c8LpscHbbCwhASB/8m2hmNR+28oXBMM6dAifeZfwuMU6zDKP2ENIes5x640k8oH2WsCkpf6NDISV8SxfIUfnMJmZrIMm3Zbk9yHLgxLQwO9meeHp/q50Mt3JJjr7G5yACGXG3AMAgAICLKMRdM1ZXhfsgRz8ReL8twR6lBrq9NC7X0sKTRpS2ZlZNa97cENdDTs7K0YDAjUCEtBXl8mm7MEjautPYft5l7P8ZAgoToyEfns/QKlzoFh90K8KKI8Wc7I3K8WAx0rpnSImP22H6rDhYbiycutAm9uBAy4ETk7n5YzR7jkDBa9Whiz+wpCBClvV5IqT7J+hLm0t7LV0PwPOARrtnpRUsceBuZDagp6dR0L7vGvl4Ixqsmg+ew50yYjpQDOql8g/Wg43VE8Ww0R6Miu3jZOE5w7jBkcwVxlLKI0ko0tz2ggvcDi1ZNHgOaccYGJDHryXyvz6rzP16taJ10t2Dl1AOcM1EH18qn7goseQqS0VEX9C1nzObINMSqNVZO4mDdL9+6tQtwMv+xEC4E3hcXEwT9yN2eXovzCcnfVajLJjwpVF4PV8kdVwNNB5hrnlK46Nx4iqEJNuSJySpwDWevRQveXj88Xjk7guvhF/CM+FbR+HQS5X933tIxKRZwZqBVtQKTSxviC+48HOAeY/rqM29vCvA6D6OrgqPCfiKeXKa1SZh9rPIkb9HFe/bxJ5qJkGJvH7cd41DA5qVw4eA4A78GQc/HmlwiqA8HJbt7zHSF2mPDLWaDBnHXriSxxNYUsdAKzwSPgmvqOsL4ZnwTXjXA07tCTwHL+b9pnlucXGoNXp263kQhfUoSdaS0Gong2nAoh3ctMMBcJAmrusCMfl85NooWMTEVqdmlMWTZLu1XKH0wNx/JzAfwfFuiFCz8logoAntjgmjfDSQttNTBLZhIzS/iyocraxRvBLEpMHvpfAk9hZwRxJNTH0rfL4XJukv4jBcTZO0vAK+8duhjXuvbLWX3n7Nvf+NHcmH7CkVkyODnUQjIb53YowADGHv/pEduflrnv+2S+hsGA/qCyAsuYu0YfWuVNvMDTyLc0OnP0tqyzfkr5WVw4OAnbxyZbDwyEwV2yn+du5dvFauwJW+ByHJ24FQGqs1bw/a3BeNlxqc0B6yYRnzgKG/TX1fxLF9kLSTSqGZa9VqNcb7xqERUy9c4EUv+v9wxy2fMK2BJK4nhWArTIKnAOEex68gpHkAo8WjZpqeCwOlXeRwerXjqNxRv5tZ7Bc/MEF8GTI7bWuxtiFRvfyUlUOAAHBGLwDc8UBAa2cvQ0g/QOs6i2x2hvcrxTFZWb1410dzwBPhC3gj/OGAKwVPhVfCL+GZMXtLd9xrow6ZM910Zvl6Wq3+Vdw6NdkeiJs5x56KlBbsRDKzUt8iQ3ftt7e7v+qL6mD3QXEnL3+zeRpqicDW2iTQaG7+5aYxN3c/k30+OAiA3wgfo1OTYeguIb7/gFdJa3eescHYbqQKF0fSUoN7ey0+2HSeBz9PjfsVefVQPrQWNkrRs+qDL1pm+adMyj8+NK6k1h/mmmkbWghimrJuX0/MuQEyDyVLQQSDTCEkm07A/gmxkP+dB7QUC90SvAakMyhO6ZndhKgUE2+T01YYxOXRS9+zSfLnlZH6WGVx8Y+wSWTlICBw+vRfD2yV2kOhbQ2zhrlIdqmL7Kk0wzhMMx7H4UzyBO92XHc3UVKL3MWIPjA4ULsnOFM8YrJ8kMZ2KXADW+Z2wj3ydLi6+7lD+fwaiGmnX3dcEl6uBUELb4iI3duUqVMeDX7Gkjws/ywl8+8D6E4znrgcW5X6XGky5LWD2OZQVywSO7PI7xkxAYSDKIpNimzuDFuqnmYRq/WRvFTO8S7CZ3xqY0kQPRfqkKKKhCjYFI3WSvYxVPOI0I1HQdQuJ2meMT1c0W53J14jMV1N189+Wp2Zn29WB/MbaT0+zixzAuAT728V76S2sQbqZ3HqcFGCbDo7amhdqB3hETrI38e8FUahfANR0WflICAQhuEQWeZZJ5n3GQdCKsxF3nOO8SDMQpOj36Sh51dTj7wclELuOXiyAJ48xsHlcZCPHg9W2/H8zBm2NxJXej3lNRITHcY7Yr5jsDXHZ/5ihZUOwAnIleYFNBEB7kYuBwD1mUHwZ06vKj6Z+87sd4xBPIlwmahWqmkEbVc+cf4vqm0bNUbTanN+/l9LdMjKHiAwM/NnRdhFMW8LhVY7ZE2UzkBIs4jbM8xiJxHskRR28jgwot0XEQe7osueRAg6ITzgxzyo8CV1P4b7rSzf/riyrPq4+jrL6yWmXT3HyLqFhQliQsJ2gWRjeX+zAYC0dD6Dp0Q3EVWvRUSlnROgKQ2ixe/WNSEkR9TGymp+QlG6UqUzTlnpEwJ2hbgkMuxPtMm8ix3pEgQ0C6wvUJ80d70Eg/52E4QLOLCSkMcpMQ/cyNnPWV9/zucF4c1vP/C6vh8dYhpB9KqwK2JY2iC9Mlw8haNY3PH9Hk9CdLVVLie9FhEjg+lQSvh0UeRRC7A/4BkWulxg6xCSNmfrabbstQ1v+f3EyAZ/MWyi3CmEihk0dxLtICalK7CI734NuyMp9AoLEZP87qqo130oD+P3eeByv3ZJvWJHClpDHYlyZIhp+bapz84eb9dGk83WRn0E6jkFhLRgFQHJSi4xT589e9k+c3pl4TnvSDvAwOozwFdugAAWmDi2764fm/mr9YHWX7cWx+qxuf0RhOY1jq+s+Lt9A6tQcoKfXi9Ftfxf5YMULaxLz8H93+WXi4zfO8ARM4fDMNtz0eS5cyBJyP6oPIxekHsIAjzKjRWeDGwOJHO3/T60/PT6ixD0iJQrdu0Hs6a8nGDJa+SZjkjxFWjBiWcEc5L1kZfsIMdwQRX860fk0wBRNTKeJVoXQQ87VIodJGnkWzlyT7vWynWMfTdf2yL2iAxGF82w0fDY2GgcxRP4cp1BOn+PoXmPxCXvM2YS7TQBjnD0PmGTfQeCjOFyLQb+OeN/jzNqOouXg7sXoRJ/1ixtrk0Thj7/D4zpTY3ray9HiJg+Zd75P5mDRtHpNdCJF1vYuLegHACq3Hvay9SMQEU7hNRH2xnmDnfTxsKaMSGaIKHuBPWtM6201ZyerJjlGxItsvJtEJj9b3OlZmkS6/gZEP88E9R7DA2EpMSRXqIgrQBidT+TngjJ4PGtsArLusg4EdLPcb28jV/nk2ZYX2t94WodQvoEQrr2bS09tN96nzUOrGletPIzTDm8Xh6PG+1CmF8Foto6UYkIJfbJmCsiEFXsrJ/0ucsilax/fpjBkh2rRk2smZI2zMpGYdIcLScbm1eu4+l1B0L7RFzMt6nLF7zlt0E25lrIZt3BaLk9EEXhcbwP5HM3Cxxn6fwF4HoODZKURZ1R8h+6/rMDazmoEgOHTYmdKJns7kNUnxWMm2ulzWY5V0L7+vH2hHe168oP+sYjREy7ukpS9YG55XatOKRdONddu/2QD9ic2MVAuwl25HEtaCXq7Ry7Knj1RwZcnE1aprMoXQMckCFOC36w9Ua7vZJeurRVzt3Aou5zCry6wu/CHayRhtuXRoJ2OAKc2DcpeRfGc4kxeRdiQrRzmqD6kBg88CRabx9SCLnHfOewd9EVPbS53HorHWgONCrttWmS7h/BcjSJiaTqCx+cis3mUHqi3VpHDp+XDI1zkDQ3TQZMmrkJDuULAO59rZ8gQq/lk3FXROVzDxDqnLJSKxDMEUxtNuqEBWuWzAoQ0L5J9cFwzKbN06hC3zGBfZd1zfv89B4HEgMZozqTG6cey3Y4BWPLPkqEnXfSwv0Kof4+nxcC8OB5ONBcm1pn9wpJDUevHE1ikm/VLT9Lmeez/2ljONhIyObObm92PcTvjgXpaUB5Hu4CIQHu/grE5JNhipDAA8VRoZDA/Yjlk8s512gU2F2u43bEi77zxQKPPBsnjaVBOg2c2JUEIlJqrk6uu70BSEoHv6G4bTGguJi5eyxkbzGp4TJkt8rpsbKZ+xeI5Ee3HFFi2gWw0cdpbnOwFSWBPBbW0Bc8ZPCUgxqYe9Ur6lfvaS6i2jl2VdDlR4cKl4Tx1CBLOxHPQRTBnY7N/PulJO8q5VazYr6DnhLybFjNfFk+JQAAHJ1JREFUF4bClh1C2XCS+aYj1hm/RjqNxhWO1Pdcowe3D2/rUxQ2h/014/DQptFaPomrccgWr+BBlyP52m47+sR0ayxdm6m2JgcHU9sk23IcPAoCqbZNA9XAuwA+YDRIpftCVhdB9VHsMMMqla7inrwLU+LNUnGx0E6eRcFge73jsdxH3W/uI5vBYKHQNsdR0pyCeZxjqck6Cc0dBll6JWM4xNR38YTEn4Q6ZUciaaRPfTKXxHJeba27Qr66Vq3GBjzo+y2H9ODRJyZpbeZdumyutU6fPpXW8iNRjOmbxIIbhkR5EMBxBD18t2SK0tpJ2je/kuoRhEIKi2EXPz6ca/HAYG2NvMeGPvxvt00ELX33Ss7FxTYbCQPvcyYML+HNoDUSDqxmpgNvKXL6mb/8OKGolSTg8JvEVchCTLH5hyRInpBs/3mxVl1bnJtD6fQJt+n+o13eAGISAD0g3eKpP20PP3WVIELYCFO20ggfMLiIfFbxMWPI3NoUAHsUAfF+gHshKu8ci1bPF2ZcexqvJjbxgEiZE/OulY7P/rt83MjXxqNq7W12jp2Z+bS42n40mCvmB7CcTuO6MwvE3yULACpwx3rVjmrC6YCqV0LyRMSjqTZsJljTbnAwUbkvmA8fpBASkdErcKbK4im2H1pk/Wyudl51xP++IcS0DUVY/cBUo17DqB5gfkKh/RApj7zjPtR9hkFBDFGkrVd79zrKu4dqgC9TkGLO+5V5HkXAboKTRBQ/X4sHket9kNruZ96azyKk/EDhBDqZE3CM84D3PZj9e8D5LBKAnIYFnz6LGAy1OhQNVmEw7iEDNQ8h3YXAWCcly2kclRV6Xn4DRLvdQHiziMl8nC4tXW+YD9Zbk4/GGulAo+iCSB4MMu7heuQG+MyiWJZ3DZqnp36ISsiidZOMxIMS1gNc+VLUSgHrqKjYkkFR/mJvZRFHEiGlqbsIDC5hmoCQfEJ9Gc7F9bHJ9SV18ZAIiX+W8XJumQtfMmn9E6mMH9skXsjXisvLZ9ebHUL6+Mivk3YjwBtGTBpB1lBkaV0219MT56O1mF3PcPknuaUdYpiUoGOYwSFi14t+GHpfOMfu7verPgsuOtiJwbZR005TP7nfpepjfF0YT5z7v5K2CxrDaa6xsPCxnDHf6DI9fb1UDtrFnAtweAvOpmkCIeG0auwF5iXlbJCv3bayoV9C0q6RtsJEV2WclhknfO50uHtAdYVpau35MvvNLv/kjXTnetOIaRfC3nFxOFsPwnDdtEjwZHPDIDy4kCaQ3DlEBhAgkFWePnrm5P/sqqDLj6lyuk10lmAuzzs6hBblCxDxcivdVFwai2QR+ptakLly/34EfcsJOnEC59+LyNGowC22JHYbIZ8Gk0qhA8a++ki1THU+lix9xnkBQnpo0uAuRHWf5dMzomXLsUmYlF5f2HlfPdv1UL+uH7uqeF0fb5r6+X+ejhM80cqnNQZHeYjIGGtrHSkiKEE9Sic1sIuWeicolkrgAYtt7QDOvroWRugzH6UBbi6xDXK12voPWEDffF2A2ON7gRwZVwfGT51iGppB3SI7Eqpv+x7YL/EOsRnPBusVDmhLey4dQtIqiZ1P4Hb3qP8OCVZ+iRpvDsXGQ8zlT0r1XHXp+FbLPP3f3ijRbjc0ekeu3U8foc8nZ69Ptkx8AkyfRB1xBRT5EZ37EU0kObzPZU2yQy/r76XPWivNM5vOQ6T3EVE+Y1b9PLCNz9p2dDsE/iHuR9JAHfVyVXskFap5g1dDoZimjcsuRO3t3GWw/jwIfw54cfg8HH12xmvuEO1MHZiJez+Bsn7B1V+w9LyNk+xy3kTPn8197KPO+3zJkXnsDRbzXoZhHBZkxGUPUyJorTZEC4qKqoByZB9SDgJyXHv3Ib6KnjQj91yAF3U47d7gSPhHTXhKxGY4T0bm5+V4cBmP6mVyi2ptwK9HstBvmnblRlRrtkhPHE7GpnECZL+UdiJk5SY0RcfktColTB9FfVf3vbKBNZLPJPSMK/PA7jNsDfMQ7JK14VZsCyKyt6K8NcSkHbTROmw2N4N6VIxRvoEezjQgqAoDGIPb8nAgN5/GrS9C0oPyLFeCFqIBfF2IyRHrKFcKw2QuDcKEyFPlEYOY9I6jSFBC8mv29PoHUa2QHseMRmg5rkGBQdFgL9CvC3DcYa5JTO4TP/QOaurI24I/ayT3OfV/iag3z+be83E9XCqMmtayab41jsR9AkuwOmLl9scMTMfDe2T6usmV4FAurFrHRresm0CMSWZDAtZI0CL7UUfL12sntMYcAlVYO2mDNdAFDoVoWcJhAvJNq+18sDw19f/apeEkxp4vDnWERD5WJ7N/k5vcvJxrhZWRIHC4CJEg0tnfoV/k/rY+vIVrgs9eSgxkiBGT06rTlkHktkMkDoK7ziZLcT1a2lr4eO2gNx/bSwf6efYNVkB8c3dH3vkoBLkxY8QyDcEfUCKA6Twh+Z1B9n58aOlUIIntP/rQY1GyTCZyv/OhaglTG+fbxXqB7R6C8dKDVrn8LmreT7ntWo9V7+ftnksGU1OPS7moeSIpoO0MSHriLFu7KB7JXqQXaOx8Oi55k/ShaHjBhaEdnyRyEXg84PNn1P+ZVzbY5KkNQnZSMDU2UXhrONLOSL2VxFQ78REJ9woJYRTNFEsgzt/KKdBiuBlAElxanFkdTpqejvzfzqcdqHR7ZmGG2MJmiEZh8IqLyuPTJ/Eo5J2txki81fxwsmnu/CU13uy21v2+j+bQY7Z1CbaKQ5Fpn8Mb+xJXxI1ESLOcZzgUiiJCElfimb6KF+2omzAwe59K7lDTZ8xk0trNS9nggkJ1JUjIBf72pQZ4e8S83WOPyLfSEfnK+NMRAxPFiBkVFthV2FSegZ5kwPEN825HmoX7QR5wxGpPXiEgywJvf0INL/GPTRIJu46a4aK5k1TMh39IQJtcnvp5ze6O9fP5quX9gfnFr8KcmxxITe4kfvbvYS/7ATA4Tcs5rDwb9lrEkZAH8KzzW6K6h6xZf8lscw/gLPLTU7R2RybH3V47+3XPv5WcaXdHx4r/PIxLpRBCUnA6UQQke0AAZOQlZjSEAaD4tsjnn+wX45UHW9VFEiypVA4TuXxsSsW1Wn5w8lFSX/tjxMIr3PYpt13zLzuYPx2xzpifBmMXJocL1c1ThWT4PI7B2I/YH8k5hVGcpSFyEpZXA2aDvor6q4NlqVmjPogGjwZxJCWKDO0c6u9nQHyrWN2qlcs/k5j91pa3npjKl/7IlBqTaZS08f4heT/sCFTDRchncfWEBCJImcB/X3bOPQ46BNTRfokwQ9hdDi39AOc8+uXENau1C2fD+vIyahLztxw3df8BlY4H/JUrk2ElSY6zk9x51CDs1mdFSMq2eh4aUCCkwk5ESP0qHNQHTUzEI3lCku1NLgyfS7QD3vNEWa6mdqj6fGKraZ7+7AgpY/Yf9G89MTGArr72vXZtY7JWGm+RQ8w7WGoHDLwmLB7nnpBOggDggSeoPhbffmAkMouQhKAKT5DIp8+s0SReBmu2fWLz4sXvu6dP/yWvu8ZxUOWngQhpc9OEzCBTvOV9EJs9ZN0PaY8I6R3O8l/cISS63lcRR0K3oFyE5j6T1B1E3J/T3y/IqPGQKPQnq/fDjfraP77Rng3dQubtXDO93HvG+6pH3DXzvzcnmmObaS6UggA9ccqeuh6hQviKQgtkqNSah5latOWJ6+Xavvmb7t+enJzWUapPpYH2o4J+rF2xq4O1zY314TO3N8pPPt00Rk7THzFbe67Wubvvv1eZBC5bPOqD4Wo08rxeHyff0pgLQtmRpGg4R9UnORSrJa/4fsee6iQm4/jL2kgHUJJhHEWDmyNa5SFKn+dBM9lcza2zXv1fRGjfidIvQN9M4EyvJenCeDVoM744LmAaKgWO5RTKCTBkBsQ4zyHuAl5wgBl85lLPRWKT1iLAF8WDFuVOO4on43GcPCgUCg+GT1fqiwPPEjN3Q+r1vSPch7R1YSicajeipBlPxBARjVd/ZIg9j9H0HXpC3m9Toq99ejbwNKtO6hE3kueCvBoeMBXMc9wDnvcJfl7E13grzdmqAd54331nytsv5u0eyvlPEfn+Q1KbtM2BnKuF6aCMijWY1CaUE4EocmaV+CPDroioX2LSczkQTWIUoiS5zm1A/nRtHkC4SOo22/l0bbw+6cqX4E77sZYY/Gk0VdjKNTZCNNDBORpwhff/M4hIGzKfQyEgjd0YnZJoq0lU/eu9sP7jUQ4yqjo7h5KF5CfuH0IX3Ats7qHJbz1dsVuV+tyTlpn/hPuu9f6ON/SJ/gD6hnb25WZfD4ffi44V2/EYYX9jCC4/QHT5IQD5Xe5j0zUZMJUHzmcn5bLEPmnJei1y8LSIdGYL+lyAoP6JEId/Yil1Bx+1jYZtbVSKbG00SS64mzIs9+IkezXwau/l5WCwFo8VJdalwTF0a5ch3h/CDX8XgjrDe+GSTjntxHV7LBJBpWNgqmHDA05bfFJ/nnPhH5kc/gliRQUerDdy0Xr585gw9J1sqz2+6g2//bvFmV4arCt2dOp4EMSNtE3aSQIrmMzx4evkyWPbGRFPCieRd4OfxUVIfRDTi/WQkr9g2IUPyotd4RwpwhA2sFJsq+NLkS1fwiXu6V+Do9deaunXf4Gwryznph6t4fVdKoZRcpakJ2jqzPdBfRZP5Gswlvx2PtGmOKT60c94i5C2lQzaQSR4yPcvOH4NMD4HSg+S1CzkglYlzAeN2vId1N839cx3rvQD3LcESDdN7cpP08n19barn6i3ig0CDG0dimJm1fra+ngoUFZn/nuRT+Jbr0XPCs4SHdHyoUG0cAkUHiiwiYdylSitrzbZimOiPOK2tq5A0Ne6eIcNpguTuRrxEzkTsrEBe8dCSNT7+5xROCg61ucTHPLv7rRBbem1eEICDigcLKH6FkJyvwRWv0BD+IDsoAvF6vjzUrjVWDxzBtHuX7/V6u9vA14/wP22+t7Y38Zn/9OISytoulqjNg0Rk+wHOpjh32GalTJBh8QkwWzn4GNPRZyPmCg82X0OCXcL/7hbLrS3bJBuBK1oo0BS6IWFSWb3D3e0fLtned57PZDGbnppLGqE4bE0l7Cpgbwukg8QIT/gM+32QZHSKOroR8mkd+4cUjSUeTFbYGrXPndLB5s73mF+2CQF/Mba3L94qz0b6H9X5TvMmV6Gz/GBPw7qcd2E+UGlR2Zd7RdI8pBQfgfNtohJ+OHxgd/47zkVp56KHqdIhPSGVRFMjlkfQg2KiH1EcgeN4sSGmRr5udnY+BG/7xaZXDAzs5y3zbSUFpMRWMYMyoz3aN4PadH7+HgofEKKBnEj2bpESP1wU9mPlBhSHgtKHPOQ43MafZv33HVB8MAGhWdxo1Ybxhy9teU1ktzy3S79zFpvJcTEDWZm5qvVzaTZHkwjECnBHWad2X6NmRiOYnFmdWxF44tO/UxEQmwRpN9Nnnecw9g1QAgEBJAeg4jRHcSbpIJ2lcI4tz0UJxMhd8qHN4OthXo+bIcDBM0fw5VDWjsUJ+YH8BE2MpAm0tvK8jRQ7euHkPQuiXa8G81jh4Peh/5/SXu/xJcDdXj6LKomGyODaTw/T2xhVjwEMmJ6gQjs/D4vBCLpQe6v081CuR46t4o/G1t2enHpOBxkCHyX6MTM/yKTqQhLRzdF90GonmNIdS6lxCjnaXJ2s2Zjc7c0WYnTKLDVjWhq6kK69P6nnXrLX9iptVa+beojSZiMQeonMTpfwOjzPkSEBlJKDYXnu501Xjft2X0PzZBop5O0dtjerCEerONvx9Vft108l1i7NdocLi8u/1HNe0btruE7/rmf2fWtB1l56r9kM6gRkydtbIwBBYRCZxC0mOZrLLyxTUEE1rsMecwDIH1xAOrheUhIxmHtkNgxFA/iIVviiFpRPh6r1sLBzdbAYI39VJLmOLHyEuUQ7dzv0BbtizTDQZi5xFDvY6cxpeqeiwzHCujT5EFIuX1Aez5D2NXWl3dJEf2wkESr5JNpLOcX2mbtb3R/VnZBIONMu4Dx4uPcyXh9ptpks4AkbMbPUV/DoGwFHR9Ro+4K97GtKvn58MED8cC5fhb58BOfhoz53/nnT0MCEfSk/HTIeLZA3tpGnKSExTfwP8eSk9pxvLC/xyuvcO+7ENQkz0q0k+pbBN0vIYn6yNdumvSrybufUfddCOo2mySQ6d0+JWLluRnMV9aVRP/+yUy0A9i/XTJi+m2I+O/aLECJLilXrrdGywPVMFd+hqGVS+ThY7MASOAUVCQPdIlq4go9cgOe7CD/jnQgZ1tSk8F5Ok6yTT6vwBFCzFPgMp+Mm4JklPAEsQ57kleK+Pisfr2+qcaXjie9z5lhqtRPX1E0GPufnUsWkni4sjlcqxrixHYeyM5fhUBGTF+FyctX2BI0b5bbOaxRzVa8Th6DeRANTmDleX66c0iBIKTurIU490hYPAFn4SG2yoE3sEUO32fJl5CgftjkF0RBSZtsTOBIEOl97BxKBggN9gHy91P0lLR1cBk2YzbuKZ8XqXNRhMR750ljtl7Im3q7WGsb4NDPS75Lz+zMit+lPvfW1/nz5vyJSdfYGkxM1GL3SXzTHAtzEiqCjUzefp2iDaf1TaHrmqD6ISa1y1MNebf1vERIXJogWGtwUlUwnz3LS97hNvkPktTFc0WJd/28D9pErLOaFLB7kaaYekgOaX4OwX6BR8hjXDWWg/pwdaIUt5f/8z+wRrrZH9lS8Xeh9DMI3wW4/FYfvUiGyHcjd6yaGwjjrcE0H45bF/0BYtcfgJR/wAPyfds5+pyktPzy+CqO0eJjizdroe9plV9V746iQaLdXsZP9crY2jms+Tu40d+RFe3vglaylkQj1Y3Bds3c/khtoahtWfk2CGRi3rdB58Vv24h0+2p8bOZcY6vIJtINGFQueoS2S06kQmpEPnuK6ITTsCttmqYwByF8D5q+baLtiIsiIKnRRWCIcl6ak1CnNVq/3EjGWMUhceAtb4JF6vbiHfXj0cBufRCSK4blY/FGa+O27FwZEb1Ag1d86HMGfUWtb+3Pn5qNi39vp7C+1APW7FFBOSUaLGcUJKcZXEjO/lBeXOOSF/n6g7H4QCeeijo7YegQkuKsVG+/xESeCsQ6a3BYtascX/L9Num+fgEx3UPP8YT93dZG07Q5f7yVmKf/K+uka7wuK91AIONM3UDpxT3M0rdcPG+uJeaDU8nY+uCTME42WvnwAZkoayiXSdZitYMhBITHHYQlmuijiCuJYF4uvjLR0gsO9vLvr/jGk3Amn/Nb4SDPCTu5Tyv/kTRNP8/HSY09fKsbx1u1jVtP0WZ+wtsyrvQKkL70s0YmK/1BgBDxP428w+lgIUqbdWw/9vt4gX+ftcdZ0H1b0+fXURL3dPTHpfpr385TWhuJa+rQ+mgRElmEVB+h5/gV6vdfBYXS7WK1GS9MrbMR809kQ+pzDuDJ73B5HYP79oD76b+yW9+74Grlh244yoV4qYKwCW44iH5gKQwEIyxoy5TFf0kBr0MSkH+ddlaUKLqI5p2d+hDtXPprQvYfhJF7ttwub2xNvscmcg3EuhuZCrxPDH0dg9tnU4/iYyRDuXUNXL2cxrOt5SAJ60Euv+hMzG4ceM9Jvd3Z3wlq8n5z+M4ddiHxiZPq2y5D34RQWLbAMUTH5u+6uF2NI5Jkzg+2zfzP6IdEu6z0C4FMzOsXcl95zgUffPBvSK/1TrDWqlwkI/MPWHJ8HwBjZLXTSE4cwThnxD1lf9WOhgdVFDHsPd3hlKkC+hYgJELmsSU5+yubBr8czw/dGx19nN669ScQ/VHaXOCgYHLw9R7ggB5844/YG9wtvzv4Y3N8emwT/HyIEi6BQ7FbnuO7JcjOJ34cIW6JrW18OuWD6YJLm3hNbEJArJHsE0S8e6RF196xDzAIL0BMm3NzjxHnxiTSZdxon0YhI6Z9AiRIK7wEOa+5gNx8biCZb9pgFZ8fYqLIHiuU9bd4I2yBbwrlOKjS4H3KZfdMhMR75dlwG5+hRwWTlG0zQjWOxs78Ca3KhJP9GoSMmPYLkn6G94jpiPOpGnMVN53Lz8cvJnVMQzlwlh0ypM1jBUMuCO5UIkgpgHaOvbZEazR/oGBYR/WNMZbk+YGZ4/oXiHt3y/fCxTJMiraJtHXmlJX9gkCmzdsvSL5cD7TyKVf+0kQDI9ie8nJibRPMp6xHrGd8JKtELH2WPWk/FBNwG4MhVlte+uT5d9HYfYZ4N0f6rydxq7naKn9JCL6UDNe4JSv7DYGMM+03RDv1gbD4KzD7D7s/rbcJ82a/tVri8hsgeJ0AO/zulF8hPcN9mtDk0LrXokQtxCEFT1gbzbEu+4Io3LuhbSzxzq0B16qXPUe6qvfQvqzsNwQyYtpviP6mPo+wi4s/UaiGjqXRs//HcpgbxqmPNJQiNcVVKOuR8znAdWXn0I/dFL2jcxDyjjgp0W4OQfJzEySfp+3yZ+uPfkrqsox4ugHmXu/JiGmvEOzh+WJzqJWEZhUv04dEGJKLSF4JAWEQTlmQlEFWHGoULdyrx6UjLpJZ1aEtNISD2C/hdHPIjF8iOz7OpWY1x/uUejUrhwOBVw/a4bTju/AWtzRRbA81K2uhycUmScowphYqdKVPbqCceAcg6NAG1Ih+YlJf54PHnTAa/krZII3dY259LELiMnYkzmG42jDtrcrEUJsNMcW5snIIEMgUEIcA5BevWL6RttZ+VG+uXdkaOtNYT9qG7UHZQsmkcCifhplwDqMcEDLs6jH/Rx9+U15cQtNtHnF8CWWRqji8ixfrF9FA9MXa3ROrrbVf1szy/yyCy8ohQSDjTIcE6O3XwCWuilOky8U/bY7Vx9bhUIuW3aLgNgpZl0ufwmwhKJ9on50zfDCgf5zrEJAMsVofmRV0HJ+zPrqLqDhHPdrJfH25qD2RPpaWMCuHDIGMmA4Z4C9eh7dEerZddiGpx3E5DwIJCSnREMogq/B0oyOPkPZijBD6lKp4ieMRXrSPoDwMssFcmib3nS1surhRNt4LgzuycugQeDFQh/7m7/wLP043L3xanpmfr9fr4UpcxOPcBnUoC9cjEY3DsGsnyVn3wlOC7ygqHMRkv2DNdAcvdSJ93aN8I35UKjWT+QszsXn0Y9mvsvIaIPBCAH8N785euQsCQxf//ETO5E+wK/wUMRvvopX7HQjn+9wytus2eTb8Cmr5Nfnz7pK0aKltWs8r9/7V8133ZB9fEwQyzvSaAP/bry1Go3XyP64HrRhRL2CDdJZO4lBOG65tF6uNxtw9ssvei0z6xOTDctGO1rHWZuUIQCAjpiMwCGrCytCzBlG7ca2YlmMXxfibN9BHwIm8D59vJeupGpzrSUquhsimzwdqpr0w9SxTNhyRMczEvCMyELubMXbh+ihJzo9HUft4agJ5mPsi3744zq0GUbK6fv/jzB67A5gjcs440xEZiN3NKDXW21sDY2VcY10uTJU7wpd2wj7x+aQyWFtvy1qblaMFgYyYjtZ4+NYsLl5qTU8vu1qxBScalFe5L2Gumg438u2FxUsYebOSQSCDQAaBDAIZBDIIZBDIIJBBIINABoEMAhkEMghkEMggkEEgg0AGgQwCGQQyCGQQyCCQQSCDQAaBDAIZBDIIZBDIIJBBIINABoEMAhkEMghkEMggkEEgg0AGgQwCGQQyCGQQyCCQQSCDQAaBDAIZBDIIZBDIIJBBIINABoEMAhkEMghkEMggkEEgg0AGgQwCGQQOCAL/PwC8TF51PRT/AAAAAElFTkSuQmC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498" y="2513896"/>
            <a:ext cx="1929384" cy="19293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134149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Фильтры по жанрам</a:t>
            </a:r>
            <a:endParaRPr lang="en-US" sz="2700" dirty="0"/>
          </a:p>
        </p:txBody>
      </p:sp>
      <p:sp>
        <p:nvSpPr>
          <p:cNvPr id="10" name="Text 4"/>
          <p:cNvSpPr/>
          <p:nvPr/>
        </p:nvSpPr>
        <p:spPr>
          <a:xfrm>
            <a:off x="5153210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Узкий отбор по 100 книгам: выберите жанр и моментально получите релевантные результаты</a:t>
            </a:r>
            <a:endParaRPr lang="en-US" sz="3000" dirty="0"/>
          </a:p>
        </p:txBody>
      </p:sp>
      <p:pic>
        <p:nvPicPr>
          <p:cNvPr id="11" name="Image 4" descr="data:image/png;base64,iVBORw0KGgoAAAANSUhEUgAAANMAAADTCAYAAAAbBybZAAAAAXNSR0IArs4c6QAAAERlWElmTU0AKgAAAAgAAYdpAAQAAAABAAAAGgAAAAAAA6ABAAMAAAABAAEAAKACAAQAAAABAAAA06ADAAQAAAABAAAA0wAAAAAusBZhAABAAElEQVR4Aey9S3NcSZbn537vjScCIAACBAm+QCYzs5o5bZoezkYbVfZGq9lJVYsxmUwtmXXt9BWS/AqjVZeZVNJopns6KXWPmcpaZtpU1lItpY2NujOrksVKIkkQJIg3EO/7cP3+HhFIPuIBMAkiyIJnXkbgxn24Hz/Hz/HzNOa0nULgFAKnEDiFwCkETiFwCoFTCJxC4BQCpxA4hcApBE4hcAqBUwicQuAUAqcQOIXAKQROIXAKgVMInELg6BCwR7/l9I4jQAD4Oi6/G5hPv7Zm/4I1zRl7o1WxzWY1yLKSTee2bdqKgywtWJflbZbEgcty1rnImokm5/jsNhskztSKztrE2SB2QZTLbNB2QdhyYSGXhRszLggarlisZPcLVWeK285MPnHmi5t04ieZMf5R6tBpOwYIHEzUMTz7D/yRDtjesebTHwdmeTlamArDdrUYpW0TlgpNPnNRmgujfM6EWRxEWZhEWRpELkijMLORS7PIhVHonAt6gLTWZjZNUhsGSRq4xHJTEGYJtyRBLkvasUnDOE3CfJw0WkU+TZqvNJO1vTQ1S0uJ+eLXENRnEJM9JageUN/g5ykxvUFgfv+oLiH95KY1/6ESzRequZYx+ULN5GMbF3LW5NPA5kNj86mxhdDafJaafGayAnfmrT6zMA8V5R1fes+1NkihhjYfbWeCFiTRDvgMQtNOnWuHxrVSw2fm2jG/5Vyu1Zow7QL3rLcqsfmTamLufg0hnRJUD6Zv8vOUmI4MzdvgOERyazswu5eDxfqjMJ6ZCdJWGxS3YVYuBS6uhsXEhq5QCNIgzcFiCmk7KQQ2K2QmKAQQEERQyKxFtkskt3Fe343/7lxatI6/OYdkdkBMSIypg2CcdS1rQ2RAfTfNgHOd71Ez4BxEyeFagT5d0ArzUStBmAyzMLatVtaE79lcJQ3qDUjWpWEhn+W2t7PV8uXUnHmUmS9noFkR3W0+T9thIXBKTIeFlL/udrC0dDVfLczmWq5WiJKoHGRJ2UZBOc2CMhucsg3cROZcMegSSIe7mBwEEwWZ41MH3x3njImsNTnjLN913mizlDP87vjdcg6R7EDMY/+VOWNj7omNc2yc+O5MDNHFSG4x9/DdJBm/85wEgoyzQNfwnXPiaiI8+teif02X2Rqbr3oYZHWXZPUsiOpJlNQLdqJVaW3Fy8vftU8J6vAIEh3+0tMrgUCwF+XyYatVDqJggpV/1plwFuSc0XcQf9Y5O2utm4RQKhBMhc8894Umy0KQX4QRQAABhANeG/ZE/G3ZF+mTvz3x6DvXQTghhHCw4HG//kCSM9AF+yf/yd9QMc8RF8m4IO2e13eYVAbTs0iBJuXlbZ5RZe9V5bH7PGuLS7Zgd3yGsNpsK8iCLZu0aoyzzvMSPZPjtB0CAgcTdYhr3/dLgAWoL6WBxDiD9u0W2jdzy5jmt9aggZsLn7CHiabYjUy6KJjmxwVYxXlQ/DxIeR6sPQ+iLsA1ICxzhudN8wkxwRf4h+OkGgODnCAmurHD5y5d2kK5sQYVP4V2n8Ixn0LBfDdrNsl22N3tozXc20gvtI3XDF7npy/5H+2gkXbwYO+lMfH3aTvJCR4v6H/yeX7+mcm3Ciaft+xZ8kk5cQVtgEoQSykzYRE+UWalnwR3JtnvTLL3mUY8mwaVRDQzcAg+7TRkM8G5Cc6VORDVfDtJWPeQPaYndfpXo381xrGDiCni2ubcDuLiDnutHfZd+4xj3wTBvktdPTBpE2JrZDbXiGyr4dpRve3CZqGFYuMcBPrVTyHS03Yq5nVxYGGjmTNTlbKNGxWTD6ezLD9rg2zGuXCGRX2G/QtE48RtKohKE1AGIpwrcnsJRNSn/w7WojwQN3LiSD3lwUkSkkao94ug6A99ZqPEHyg4IHbLImDMBY4m42lwDsJBFHQOgsuqCKa7iJs73LKNZn4buGzbgtuy7XgnmCpVFzaqbs1zPJ7wB95OiamLAK1SmnNJdSJn7XTqwgWQ6SK7hUWICESz5xGSEOHMWRBLHEdHiUNIyqEPv7fx8lznnLZH/hyfY9HUSYgpoGNOhNTjVnxC/p0/dU5Hg3HWuKbGuDcRXZ8Cj6fss54gGq4i2uZyNjPNpArPxnJ22jwEBOA/oAZy3/p5dGltJqoX27kgDCumnUyCX5Usy826IDsbZGYOkeYsiHOWPYQ+Z6GVWYhKCoapLjcSF5Ji4X1tIpAmYl8T2tqDsLYgsS30H1sQEsTlNhF9N7PAbNgs2AyCeAvxt2ry0X6WptVyMx+vLGwn5ss/R4EhQv3DaH9gnOlusBCX8ruVRjFq2wlnwwsmiBZhIBeY83lUbPMucOfgSJOwmAmQCDEogwvZMhjB/scVWX0izmt1f48xxLKOuDwLh9irxpoHPiwkwTyEVGfoNX7ZB17PWHjWEYXXWZCeALdVl2VPgG8NODfXzF1pAtP3GFAvDO0Pi5g+nbfNb1fzuVxQRlyZBgkuo4X7GM7zMQhyHuRBE2cW0HSJ8wiJOLw6W3sfIZaWWUlI7zlHdyHj1HilPBEsphg2ROG8+h34oKfweyy2S3YNiDzl8xs8n3DCcI0clq1mHZX8p/Mt8wV3/4G09xQphOw4l+KlIE5Ub0alKMG4ijiHTdQrFDDqzCHCXYMDXYOwroEgZ0EQqbTPcrzpRUZsrHd0kVLIKRtOF0npBBt/7K1SYXvRSNfTnheTNC5NmT7hCXQaToF222/VugT/wgKgc7qhd/D1jTXZoDZ5MiIgYp+1D+j5A/rzAAPXBl1DYRFvw6mqSRTVy8WksZZrtDveFd7ptju+N9afE3+QgPwettsRngpRtZDlnJucSrP0XJDaeRB1Abfqc3yeY+L51P7IzIGVcyAm4pzrKReEhG+qgTS8DULh35R34qaHOtly4D/Hd6mrdST+d9s1lMImuUacoId0bGH4Sxyj4/yKlCWjLoQvlyN5ThiL94S8KPDpQ8nA34hn/K4ndTmrf8Kb+UeLAep1KSocnhTsn5zZoLMbkPYzXvnMZpk+1zBXr4dB+Mza/b1KK5BnBYR4W8T4XrU3vQKPB3A+uRlUk31cfkoEJiTTrP2XQGasjnAgl11k4i+CBOf5FMIVOojnBAsdEm/ebOsQEqYpuQH5TT3eBbbOe9nkmwYvY6MPYeH6A1HINUiI6r0WuA58pKdqUA9f8I8VQXkigXggIqniUc/zPPZ0lk9pGhHF4Fpid9wEsfEfJ/1z3sw/gpP2kRCuwfZmZ+CVV3hLi1c9ZRyP+fsx5x/gfwGMk3Y7KLVMgeF+cjMzX72ZTozTU94kcE92XBhd55JCoWVT3H0aFRuEk6yYU0zqBWwk18EqiMlepZOyqXC4+S5uCQZHhYMQk0NIb7XCCvn1yaG/O8Tw/XmLEzf+cXAlMLuOQCdXnTp/y7bTBOEbnMevDv86a8WxeJ53EdIn7wFv4UP0HwORvMj5gEA4C+f1XAg/PuxbHULSHqcEAWlfiOJEDrPa+3jOpcVCXFfP4DhYQLrn9be3jXHLa8NEt67zzxMdjOk7VpFv8Xj6lu7jPmH3XJbup4VSteDC9kbUar0vRl8B8R1vnVV7cudvJ20hns0FCbagaB6hagEsPAf6nQML/XcGOschbwUQTou8b73P7p8jP0REHEJ4670JeD5cRiJP54AwGpBCA3TEXmMwhDqJdlIz42RqW7zQh0+gWmarDvHgqMp1+NxliIFBQtfQMHs+hJgnSY9XiYYIdAIxcUfXPgmuE8i3Lwz5FsGH5CjLJ06z1hVQYRPKEcB5M45A3EqaSE9oECxOud5O5sVazqPZhMs4NJzGlflbxMZ7j0RQ/obuLXqP9p8d47D3EAkuApNnXPQMAWAtl7TXbRZtTlajrX3jtvQy7qWb7257x4mpQ0iaBUIJKrFLL4Spu4pi9yqzcpWpucoV2hOBNIFEEg5vH5J3Al8P7j/kDGqyQVM5mYr74JYDWe2w2uIo6rZ5yCbIiM+bfN/MLpvxXRSC+wbvbPQMNeigSVBfitiZBiEBfTjB2SSAPuKsJRqIiMRopeA6rqfqnSIuDhoMLwVHXZs4W5hYke+4qkuKK2T4vLpc4EL9rTdAZGEeZ/BE3ud4PJgyptoJiBRxDJ9BNJn+E4QHCjJESykje5rQGZGMh3pNpiS5I8Go8wTjZNCGIE0FuENU7hJPkREYxYT5jqd+x9C+I5YxH+a1mODOpOH6dwnG72Z7F4mJOfHwtktLX+T3okY+rqd5fOguwIVERB+BWdfBh2tMyXXmB185pw26MENHtw2dM34EDQ0mXK8O7oluEtWIF5c4xt4AhNsA/dhwuw3+3qBj6yzFGyAOBk67TTjsNud306hZqzZmqmb1X2hvxHO5sjuIbmfe9McBjMziz4uV8swEkUyIvtkUZAbh2Fn6OUs/xallO0KzafYYsj6bUJK4WVc01D6yJxLKTAA/Bbjc5wfxasc98cmg3TVqQ7hSpEDlnMMP0FZ4j+x2BW3+2CK2Jxd/WcuVw/ZUUmovLzsR19uA0atd/4FnBgDkBz71+G4Xkljz6RfBpfvruWouPhfa8Bw77XnkniVW6WvMzjVef57jnA5mRX50GqcISZ+Hadr7MKkoA4z2N3aPmzjcPvubfdTqOIIaOYPu8tk5OM+799Gv7bFXqaI1rGVpWIP9NPK23twyWy1zf4vnfSZE4TjuJqS+Y9nsR7OtdrFNoG+UxuUgzE2gZZtILUiduimifCfpziSrBn6HGUeATUl7TRmuucbbmGRn4pyM2NIYer9Dr6w5zCA0VrFzdUiiMGKeP55Ckw9Y+B4wf8vM33rq0meVOPds5cZ8bL74lC55OL0FWB1mGKOvOSxyjX7SW7nCE1J4Y6URbiRrpdDmP2IH8SFQ/wjAX2K+ONDcecRgA462iQEy+Z6IDj1W7tO+Bku/9j240hjvk/aUDf4a/G0dBIADuU2W2wZ2yjoblXovXDwxuVZIhpRWIYxz2XS7WE+T1fKD1Nw/D4H+lK522Cqfb6MxjM8Dc+NptFi/FjbLu1EcBPlCK80RXpuLTFzohc8nLijDrUopAY4sFmfxDmHfCdeSOcFaFid8FL0oaEtduMK9Dt1EEDA9H7zolS/8rUVoBdhyuBVWuntEGP8ude17c9FC4/6lUgpBaV+qe9+J9q6IeSCFYHonXLx3Ib+RP5cPwiIrqr2AnR1Ccre4AA8Gz40WuNCLGJwb0TRRfq70jw6P7NynCd+DBMWBUPNmy3wus5d46BLzOAnN48iGa6VmKV69sBqbL38mO9E4Nsb0UwjZpKvP9U6DeqXd+ovc4hOTaxRNLjDFBaxeF0l/hAlB6m7XBNasJf4utKS+6UNHj+PzXX+KAb3SdE6yoQhQhzzV0abC/QyEC8HCnRAmw2rgik82kpZZvPeovWp+LelABMWlnYnSl3Ft/QY+Zn29HUhUWdzejvYrk+VcFp0jvuYce28i93AF0h7JWAjKTKPFIkzCIqocSgQR8cAt/CFxDjEOsc3xKes9m2JkEzl3olQIFET3DNXABkrprbDttvJpZWe1HIKoJCkRwr7z7fOww8EKYTs3dyaN4rNRZmdRbcwBX0TpbAERV86/RBdDDISlACeJf8Bbn14C0OKs4zB4hdbS7aLNVDwVShx3j897wPobNCdPiB97FgfJs8nqfn11ZiYxX30NnG9rsRvbNv6ciVRZC1uPctWZmQLmTvzp3BIQ/Zjl8AZq5ossd4ushedZt0oQklSyWikP28RRWHVZeQkvAAdWEOMeo19bQy+2zoPW+W3HplnNRa5qEltro/IulSfqqxVxJMwm78CKeThgEDl7/2ayems7m6tG1Vy7lRHjXg1Ct8m4H6OPZ+9pp1FjzgOfedQQhKlYOJcM4kCtA3vB/7A4pXskMvJYaRy9hwgipplH2rgPcX1jXdRm3rOFsNla+/THmfnCSw6HG84JXHXYgZ9A17qvXF8PWrXJXC4fl2KXSRN1DXHrnzIBfwIhaUVE1es/WQ21IPYVM/r1n3lEaMMmxC0E5rgn7IPuoa37DZ4Ij2wcP+XHJ7sPq1WYH9euc4BwKBDQc+t5fH+fWnfV/9KkqCjhAiweByH8bJ3MPXvmSqWCWvSCyeXPs9BcRiquQVy4NMGZkNfgVuCT3+N4AI2ADo+wqNBRo3cilSeYTymMrsMBpfhAxMvWc3HQYP4zk65r4RvrNp7E9OmvosV71Xw9n+RNrTkdmnQhjcMFDBdXmKs/Yim7xCTIViJ7hvZHXW40EL/1Q2cDDOHwDBDFkOMAuxDxOfy9yew/4vMhnw/ZBG8EWX4Xo0xz1/iYHC7vEc9tfX/fG/Dy9NADKH+g3svuNnEG2iUtXxhiF2MB4irZ0Ai2RQQEnsR/eUfhSaCtiOQKNIYCiF+6D3wRcAcLn37XPGIPdCSYsZegzCqu6zaN04fM/9p0zayZpb/dKbej9upHlbb54k8h+PFqY0lMUnsnZTNRCOLJdhrh+pN9yP7oBtqma8ypxDrOodL1abFGihVCCKlmWUS9SEf8jXnKhElGW0W54D9xP9oyaYKnc7KN4bea5k19ZYYAtxXNc4+Qxmvy3mJvAJW1Kwt/kcxsz1SBDzlnvZdHzYQhEbjud0BpEdxfpE8Xga8Sy7Cn7cR+8anFTocH5oB+yyGXFAAWnHQXmWtSbBjESq9JvI/EEOXDepBFuf1L9xtupbPXHfCokzk9lsSkKNgsCieiOEfuhfQSi9WPmIV/xqR9yCT1PBkAvFY2v+oNg56WTxY6FL3epUdeze4B2PE7aelINfygnTSWQ8Kv84mNJ+TVPNdOzZd4I5g/5/gZl542IOAUObtt7lbNrXp9aTPZrk1MPG0HcS6p2nwhDK4RbsFihzeIRGfv94fBXC5M2hUxA3wfRkxy2hU+dvZd1pF/wyxBRPKhJL9g1kjTXDPJoXoqpnLP4h3j1caHmBDtxJFESKHLn8PP4DKp4C6Tx+0GLOUDwHYRujnLJMlupH73/Mf6QVTatc6hyNCOcVVGV3zD7LewqW/5fMDeaDVLc09qZ3c3e3E2+Ls4s9zvkafngKMIgoXGpIBIGlARhzei577bKgaBclzi7ZSR/zyweI97E8M5rpHD8Rn8c7VH6s6ddzfip4P2/MLYJSi/p6qzGu7ii0KFgqyAoewR27Ro9sa/MT483ht4x0PkGxti0h5Jop04kick5/6IufsjpovVyV4g5/YMK56yoEJEcg0atsh5QiK8wXtky4OZvRD7ISQVVrtViPJpGmRPTZDfyXIoGK6TDvhLKRdO22tAwJlPP82yu3f3XZzHqyFuBlmIz2K2iY/kY3JDoKiwl4H5FeZAcWMQyoHv3oDX4bqL1UkzjDTCvJtr7L90n7hVRVMPniRJ0dTAm9rqmIh8Y0NMUjZojyTRThzJE1Jm/zmAYzIAvpUa1afPAsSjRDuLD10mQ+M+3gprTMw3POMfUOneT0y6g9SwY5P6XqHRjtfmSrG524v8vD1gck9P94eA51SYf3Ds+8RUF3ZrLbI8bZlgYgMj7OMoJa9gEEiqINzEzx3hIJL3DlyS+j+2M7/oH/CpJFsUq5wMvefZ9c5h5+N+U43icM+FcVDP56Tlk5H9xNsJE9Nt6hb9GAcdTDpo7aRsYD9zkajYG+JInpCcO88na5EIaCgRSbsjwEr82OZaoj7dOrci0pl7RCvcS8P2ctrM12ejWn15+c/kdEr+Uv/v6T8/CAIQ1VemDShRZxuztPSr5mb8sBYU81uhEjTj2M5pRf+2mQv2QIol814QEtl7YjtfDxqX+TnXCXGkAhSEmMhpGc6d2yZ6t5mm0WO2wZn55PO6mZ/HDvVr9rgnZ9g9SWLyTpgyyMqOJPU3zPtDnJJ/pD2SRDsgB0c6ICTgOkwSY9MrB1SHyptVkSuX+f4d5x7y+Qhu9yxtT9dK8VZ7eQEFw7Lm6bQdBwSWz06m8w9LLbnV43uOY6u9Z7IEhYF8GwmRgd7gTuyBidB1CgtxCg0Z0ERXwgI/9zKFXKDCWxN1Uh6lBMook0zXcjuF8FG89snNGKLWgjoMUfj5eNoJEhM67u2fR/JskEE2zZT4MbsB6P4ZQ0W9ioEW0Q44ckoA9ZvdgVBg3ohYNbgBkX7Kufvc8jXfvyLKFpE6v5+mbn8+HzTuzzfYHz2RcuK0HRcEvvxlun7rQuvG7uV4vb2tCocN/BueEv4BJwl2mSdV5YDBOOXh0D54CDFp3j0lCQlK3LPI3CLy2zMcCZ4pW2EQrzTSYgOXM4etA2LSpW+/nQQxMVItHHcD+drJRUieDQjIV3AluQawPoR+MABK2eDl7O71LwNHAJYTZMe/jj82AeIq9zxER8FKaH9LcZXfXDjzyfpXXz2D/X+qzZJefNqOHQKIWl+a7L5/z22Q+8f7N240wq3G1i5CnfZBXUWSjzBGoeSN78JFDh879RI19BZSMtFack0o6FDe7YTHI0M+jcnVR7jlNviEn99d1OaO+faPeKvzrYG8zSbCkCo1XGw/Lrho4iLL0weEh/4Txn6TFes65m+lJFb4BH1TMNrAZUaAQt0tIlIlB/s7AP1bXvA1z/g9wayraWY3V36vcPFPAa7anc7H6b9vEQK/4l3/j93aOuNyZ6i/FpqAGCpxD4X8K1wfqd6vrtrz8tUrG/TZp3UWQ/CDqWYvpuQ0XAn+qMpiGBrqzhW3q/u39jFv/M/cf6fPM47v1FvmTICOwD4fj0QYRWSaeCObjzF2/1O4Pg6T5gKcRXIw/fLq7wFA9QARgexzDyES5gnARGNnfovO9LdBFG4UCNQrRTP1PaNN6ae8+JQreai99X+8BMEc3LGz0Y/rjeDRE3C/mibRug0J5UdpwZwrAoPMukaLp0Q+ffZrXK4EmRL9iVXreMLIuwW3pUwEVa/nz62CX+n9T78w5ouD8I1+z3rj594yMUExGGY3olpB8UgKowAANwDknwAkWcvZkMqlxHOlPoPVxAh23ptB7FwlUVYhRPZIiHXOfR01Jr9eW/vPZajlul673fty+nkiEPBz4ZaXJSXocOsLC//X02RiGyLS5gmFNxTFeSkYMMyraTFF8H9xr8zfnpAwDns8QWlFAhirnIhBlYK/T4Ow+fuNZMdcuj/RWgFZ9CD/uLfwz1skJmeVs2HHEmpu8kpBTORm9nE3jEIWcjiSkij6DeeAofuVRrFtOqgphJYIV31Ado/peEQh8+3N0ir7qOcJacCjTk+fIATwjC39Ip2yE9vUwvrOZUFKug2JfgQv+/lnYT3Q8vXHUeEJ5UtFTCy+iHyGcBz3MYRVJwL7CSkN1sC3NXJKsOi+HXzo39E3DmYBiA0OyU8oUiwNzoedCFmDrx3sXWEUVBznk/74lUeX92uSq5X5R6IdmiFHfmvzG7Jg/cbF4Q5+D7tmZUnXnLZxh8Ay83RpfSsOw5SZJ2aMvVMH55VnRSLfeYYgTjUAR8XSZKPy+MI2zONRXQJjYMN7bLjdXtjA3qgMup5Aj51DDejoscyEVRahqOjTFH/EAAk1J6tqJ/mJ4pIGycnPd6ZDTLgEedEus99kkf165+L8P3YMdp/xuLezCj3fqdPvrwOBP032VmRcv7Mjw/30ylMLf5Kmj1KnfvGVpKLsSYOaFmgtwDrky4fiyvtHTGkDxr5qO6mnDziv646dkHiH9ibH3Mi0Opm/N12e+818FDavIgX/EeOTF/gN3tzZJ3VWIA26X4OAfOEtOarKNeg+KtHfAqLfkrrqURoHa63/+P+iEkUd+5a1N/06e3ruKBC4w8VfoHm7ZgqTC8UwEhEFqhjPiuh980ikKULwe2Th6rAFVxlzQQuFcNgGm6oGdaNahZl7QW7it2H7yn+RmvW7x2pfPHbOpJTFyrSqBJE+r51115CLCf4i+Yn2Sd6BUWAYuHgo9zYptnySx1XY+e+5+Bvu/Vp7JC/a+fRZtzl92t5NCHxGYqK7u+0oXMm5jGBDSEJuRiQPRS+havJEWHtxbwC+evwpgiPk6NN2QUkvfSgIe+skXyyETwpJoU0EsXd3Oi4YDejcm3udcn8rZbEyrUIuHyG+XuPplzikhNBKw9HZUw14K8nsvYvQMwD7kCXrW1IF/1ZaO69s8HukU9FuAOzekdPW7a38as8sLdcXGotPkhKpCYMEQjJUtLcRRCI8VSi79lB9mscf4qb8vluqdZ/DEBeyptgZOW7bsQ22+tz4Rk8dEzFpcHdCsgqRVa5BIWVyf5OyGAPtdQCkjSUZbbysO2gwYsfSyiHiOVyEqKhAug/OYZg1D4Mo2XhV/T3oUeN0/nY301Ip+j6HXSGXBM28yxXDXBJHWaCUxhFSCtnrUHOxMGvZ7TSymrD+sCVAB0pqZcJOuSNHSGMzjbJiu1VokasvI1ffmWR1pvFOZPTpDc0YYpKWTaL493M3/v1GlmXfsXXCbSglXyag8MW4JcINjIfqLsz+icIvRfu2ILAWvG0nTBtPcIjdJ8sR24HPhFsDRaHv+3S0b8dETHcDXx+Jsi5pMDFJGnoS5wdXGZhEPG0qZZgd1jRYJbyXXUKZTJa592sUoN8oyUnB5WHfbx4Ywzr0hn4LJPYmhf1yGufLUZBMplEyGZjcpE2TIgqtEsnsiywYuNsQsUNCfhDqYJ8ATqECzrQ3SPg55vpmlCYkwsyRwzzZj2Kzn2b5fZ5fn0sm6og1srPoeIcaOm/3N/tEGK4w/AS5JWH+I8YMgWTyyZOyQcew/b7w65xWHoiP8A/FroWTc8n+VmXpKvWh7oqQtGC/0XY8xPTJ12E1udypj0RaXQBAJQp3lZ5f5+hVZBgyEMUj+cSH+IW4dRar77BJfW3i7DckH6jLs2HIzeP7E5y62WoVS0E0mbMp+Q2iuSxLyfUdEDTnSEdMamLq6TJefNCoaYSrALA7ICbEXbnetPlX6t4WlRC1l5RLFZ/ZRhBE6zyXXOeoetIWoQk3KdcyvuAY1LNSOrPXSNbJ9VnYMHlclMnNB4VJWzfteZSPhxp0N5DpZPLVnhwtMamqjX0APk2pXlenPhTc6at3hJgWwutILMUpFRpjQFI8sErAkUiiD5Ko2t33CPIiTLRiMPasASIpboWUxOYBTOgh9vDV2dLW+v37f5x2XIRevHG8/iKh4ycmVOLMep5mCwWKLhWDFhtqIkcpETiDP9ksKy3BbsFZhgxsICYSAMFxEYtVBsbL/9JmPb8CazVlE50RFwRBKad5x6WKTEvBBgvOvOAGx9rC+r0927Lb2bV/W6MSWrPtWq1yu93uJHQUIo1v4szlZWVy/XHyySfr1SctewaG/BDckbeDFhf22irE4GOkAI90FS82TjB8lduBi3WTaAKbC7nM7Lpgcgf83Fk7BmXEsXAm1ZANKX2JIe4SVbivgyRKWEhJEwHBD/4VAAAOEVLHRNDJ2fCQE99w4T1+ecQ+Yv/+t38MEkjqkz3p9osQHKO/lpZqua3diXKrMlMigSUx8RQWIG83BsWzBIri9SzPZ+8+VcGPpgK7qSDfo43yk1+EUHpe1WTskVtNtxHAA5gIX/A1Z/AYCHD0JPQEFx2eQ3YgI+KqAusdYL7Nc7cDE22y8yJIsrTeqkxsT+2axuySgiPf/Mrc6+YP/9T8muyrr74wsx/sokxoPOJviXjSxn0M/cjlTPkShUeCz8v4BCNiY9AhOtWgIl96cJ0SPG0S8K20mxGc3RcR4OPNtWMhJl+M2eXnGQ6E5JUOJNWgPlIHMTTwlwfPKdZs707iZfw97nvEVf8A8v2O8JdnWZqxT/q1No8AGlQZ46ZaulGYTmRJCCf2Rb4+6MICla2IyGftOQMQIgZCDVq5xchgyUHGfAhNCILyAUWO/us1DyLOatERrEjdxPXSUEgUkn2GyoPsp/AS4W8RFFEn5L3I3LdwwN9nbDijQrpTjeS64/3kek8es0/Nr6b4U8oR//v9SElBTdAiEkCuQcQ0KXBUiwFaGk7wXcfzTX8DPz1E2ayyc+DRdQiqzQLfsllMpMGbb2+QmKTBo8L5p2wBVh5XWDtROrhrXvHgK/Z5b/DvV9mXxgIhCRmkcNDxjJ3CI57x+zRsLietSu1csVLf9YbZ2y/dOSZ/dhPfN8uXo7hZPRvlKUpN8Bv4v4SfzMcslR+xBpDbgkw9mTL1yIbSa91v35/o/NAPRXq3CE9euv7gT0fS2UBVJvx+agYOVQgIYSZjkKoLPoubk2T3+TtbrD9KVi8QmTqWhQc6C+Zc9HeN9XZuPczv1MM0R7IquRq5axAJBKX6varj68M2DiDT/SLocXifT/akciuiphyF6ZCWVgzZsMwXknJ6+T9evv3ofz8vjx/97ufvuLWYW8hsIdqvlW2Qu8LCKXZ8k+Mql6nqgewEcv3o2+BE+NzZZwz+ESPEKGvuUWLv26RlN4vtnfbKAgnyn/xyHDVTftKmwv/6jC2WzrGduRxE2Q3WzR8xlpushiIkYMDkWyW8R1wBubnpDS5kL4KU52tlEyoxv/IkIMhSdZhcNi0FRxBR8zaNiy5fiqLdUtbau6sFzN/y4pNO/q+ta/9ZME0u0LZqTIekBiUVNjAtdeBHMkxxdZUQHdy0zwSlPLzRDrptTDWbhc3dvelibGs/+r8J4HkzePXGJvTS2ky0O9MokhtahYlJz+SVDhcZhliyVJkDCYnfmEryfTMsBN0HEOIDVpwn4Nz22Vyttnw+IlfbWIaadxEQ/hv9uymXOvIaUL0wM0uM5xoq7iVWUZkCUCq4Cmut4CA17xuDu0D3cus+Xzm82Xs5KTEgJIV7+/KkyxDUWdTFZ1yafRdEHVtel5a41CPey488ub+Z97VbF9pLm2m6aydULeMJHP5beom2U+Hvz4dt9O2m8E52pwJEh7kFvAQ/w1xQqZeTOnibrXQS8fS9+Sgn39ikKnlk1C6hrUqmqZ8KW7WoJn1qW2XkZJL6zpNWDDV9Kve3Uu3ep6jCgzQkhXFS2/NZhJZ1ydg1BnSbMiyz4WL952E7OjMLMSlF2Y8Y7g0I5wMm+wN6LfUsQ9P431qTxOGlDt6KRCCChveTkYu/Wdl9Tm+ZKDBm2f3FxZ8/Wy3/K8rjbLGK3+6t5G+ts8NfdNuHwC+D8NNLv9hzUelpmLJgk/0VoLI4+cVKEksPwL3P7mN9mIZCNWRyqDP2c5jDMUm4GfDVgrfaP5Ls5Ye3N0ZMQRiSqD0lWWR0WWlyGdEcHSdFU29sB1+6vZZMTBUKvyq4hF9Jnk/SQuPgTIRXkCBSee1++BCP6wmfB5UbZgZL62yznMyivv2IWLaP0LGQYSm7yGJCQhiFCGjcPRgcV19GPVfv9/0g276vrYQihOD+IIPAMioKThbm0pmt5o3zW9X7n+N2M55q80IjjJtncgSEUgfN55kPVChtEVEP5ZRgrcN7STwHcI934JqfhgJYp4X+mgqroRR9RI554aBsdT+4vTFiMu1kElkHwxp7JWuu0XuththL/GCeG1yvz1whS74UDuSmZpDSsKyidXqQpekT10r31+aK8djmtcOOVGyg9g7tEvh4jTF/AH+FEzlp7rp7RF8BQuMcg+YJiv2FNIke4ZAiAmkQ84ilJfLQPShCW9VPgt3jMGi+CQAIHyZ3qrs2H1GtXhn5DMUBLFVMTBXY47fnx9gPp7v4Zwuyd/LHNfaPmP7Y2SaE5b6h1u/Fr/foICBjjN9kf8xyB2eyVO7O5HzYHcgrjxU1ySNchcZU5oUKfXa1nWYPalcXN32B4BUv/r1y4zicWKrNB3vR2ixjXWKN/08YzBKExGGuciB++GEPGjuXnESTyCNi8jYuFjuf/amEfrnieRQaQMb1cPkkunaYd371k3jf3N0xt7b3JrYmm/kgWALAGKt9LhCG4/32hFf94K54XFy1wMuOrY7r7TaavYeHefVhrvkhxEQSyc9zCxvNHClx8a/MzUIQ8wzsPEOhTo+MtB25fUBHGDSqWyr2sVqgbEAVTvnLqELpel9pW4QkUXCc2m1UyjfKYZIv75tNqhiaJTwZrsF7mVQVUvY5LARThjOy67oAzuxD8TscGk8FJrrJ7gaLkBQDuFVpp9Nt7Lz0XBlyifyhMkQnb7eUGto78F6rfVL3/b27Xv70koJORvRSNWUxYbAtd3aXmHEspJs780uf76RRu751/z5uW7fVtzFpwofbVOO4mUV/HLeRZ7Y58wiVHlUGFWlLITYD3g1qVjY8j5fCT+2TMKTnZtmLTUuE9JLQVz/V1uIA5oMe1e/8DyAmZ+af3c2bqUrZJdUJFyRz5HGaBxkW6AquMl7LMuz5MjxiC7E4NFLPVJlXqY+Uz3zu6NcaTL8Bvslzct5FuCZfRTofhDE5LKJr4ky8Y6lLSFL/D7Sl9emLCEacGdU0yWFMtgO9yNCK1smIsFRJQgqBbsMVC60UhCTbCto6VN2e08Bt/Ga8oy3sXT3iU0ZN9rlc5RyGULNL0OVuELT2iFl4wtl1xttexpN7xHPe8s+fCTdcrv0/JS4twlnsIxYCtKX4mHQcqHE7GriIg49ugnEzRzJyU07UJnOI6TOmUqnNP0vqOIJCTALK0dswZB/xtDu2VbiZt3Gjkre5MwQFnCX1LRo84pQ6GWbUo2GIBa64PWz9j1kXf8PFD9kTb03UaokKyY54+Yn8XKtNROZMcsaE2YXMUY/IZNdA/CU6c5VxC5Yar9ei8TmqaYyK1WKF9JUMVa2D3BZkPvWV3okudqYGcR0oYSBc2VRABhDCawl9OAu/ezctMRi9m33qobBB1yKaexsNUgVeEy7by0ywF7AdYShtxvvG9hM88A21Dm5UWr+IawEuU77ioxCGmruZ8tJ3fh/wMo1ZsPN2KSSic1iBz0YmN92M2bYTDUPokJyoXwv/fgAx3bRklimafDiNjzy+d+4sG8JJBiOxY9Bz1UlcX4xcYEhCaLdVjFmri0pfEkBY84XGlrlqbJrWbjw7bm0H4S4G18TMZUF4le5J0XKJH1V9XGPm68CmcUteU/hEjUs5ICBFDwMDfqBiIUXYnNnAW2EjcEGVaxuwoUYqka/byBqCwQ2DKy41mc3w68NR0Zon3D/H/b0K6Cg/VBPWycOCos5+LtS3fv0TcumQ7WsWjkdhOWXCDwmrymrhGfKEX/mLVq92FY/QOMaiLZ9tp3MbURUFEFUfgIyTWYI9EPClk5q03tieH7e+67xaEU+USS48m0T2fE627VaKhHDz+es7Vx7y30FIf4jbvyau8YNyluVRCzupglXTVFQ/hBsJn/CPQnzhOtk8tlXVXMWYVUNWpS87FfsO8fq3d4m9ceNptL8yHTWKphJSZRyEu8Z8/YguaL+BHUnwH4hn+oHLLKK9j89SLnQZpzE+mjV+XANuxMSZahagiMnEpWwrTKnmmsu1bZyITfiW5kKkyzgPMSuku8D1FTz0cJKVUZgFzcqz2i7wfDz1penCYK5Ki987y6qjfRozQogC3WQeIT7ETpBssxGbhwsrpfrkjafJ/ftw0SGD7PPQ4z315UyWXjf1oG22XNBOXS56xuKCd4PHK94tTTIKMAAwoCNItRaNJgZs0oSxkMRBPkaKl2/167XXJ6ZbF6j+Wihhq5iBIy1CQej8fYnMIcQkuRaZ1DkqVph9RMMtLl5XwB+xB01fQ9aXvny9wRzPXXeCev1W2Czs5YOwjRdDRDiJ4rLsjxiHcrahktVCOLSB37i+eAUDxEPEMH//Dgx+hKi/gibtUUg1S4JmE0xrSRAScBvlsjAkaAB22GsWa0OSEWCbxEGWJkEpn4vSOIrSXIwB02LfCy7BPC7zHnE2OYFSHMz7rql/Q/ro+49RE0LqqPVxNA4earzNQrgT1q/xuDvaux0Qdq9PJ/f5k2x75ufyYGhXg4la6Frr5M6jBKivhCJxGNQKlA9iED5y3pYx4IK31OMN3G6SFdYMeE2e9Ndqr09M5hYaoG/YuIbUnXUYawPk7gzO9Fww2ytdwqJB5CMThmFQRZqdKp3v7D6sVn1V8xXN988Y2/g0KR2aUWOiYMKpNMNx1Xt2+PpCGKWRDfAYG4qmipuhujuGRTiOj8/6lgHiCR98EwYknG9Hq5srX7Ph/4zTHt8PPX4sldygy+/Ys5duJiaftVIXIPPLodwbMeUDeJ69gcwWpBDu6xDaAbbcc6Qh7OyhUCTZc4hP53J5W8/yjT3gkI2XMoKefmlirCeIwT9Pzn4wuQP9bACSp10wMlwtdAMbxJTJ1jaL0AD+2qeBi7n+1sAbRv3w+sTU/BZaIK4EPycGIHU4GjxxpgOZtM+7pe6VtRkRh+LMWOHXiPdh//DRkRGpz8OP5dRelMsHWTYDR7gQaK/EppXOSmsnzRqiQmfq+rzcEwXX1EDkFf54xLi/Y+H5FnGEwgLmIVkcdslsBfIfnZC67xPceAUbq+Av6ybNUfzaxFpy4TXsTf3e7Cp/XOZ6HT3/SCHai41xaDxdHgvhaZzB1XZCVvDAPAEOEs3lEDtmDaIyv0IXtF7FA+cZfz1gRgQX2dTwyZMtrW9j7wS+dvBW5ogZj8/gdd+rD3Hy9YmpJXF9HxWtk72F5BVOG3ER0yC2yk+yqZg9RI+nfC6jm32GxYQVW67wfonlY7xaHAT5fAKgA3eJLl6ld+S19v5uwE74169pgjUk/48UDit8/UeMu98g7D3GIvQ4bTTWCpWkvZHWCHjT9a/duBdVXP5f1efCiaRVjfaCUqmNQr2Oj+QWIqQYGP10LHY+TyHfff9e7rv+ZoGQWCQFhq/wd5Vxt4iHasbR8Wf3eW0IgD/oM6sos54R7vKAtYWwf43V49ugxwpPy4wXwzuJAPAMQZNZNOD1oBtGnX8NYrqtTgRz4RMyb05qc3uGjp9lArSBHaLV8hPoOROLIBtv+5ClcwP9Fsg2vsWZC61CLssl5B4IsCtRAR4Z269gw8RZuAKjlb+hVN9b4O5j7vkdhci/wQq7ESTl9f3HP90By99cu//ft5BxxD3M9NLfUhOhro0U4iUqExY6+sF+itRZ8iS3UjJ4Ld/z7+8ikV8gCBPx47yM5LcP8W8UWlHujfb3+Tf/4O9fk2bm4zo9x6riRTukJXORA3zru3DojRqvFBRTMAItZmcQ2svC642Osy9bkttH2iMO4SJ638vtdoDsnJcXAEZ4gtwybVordAU1rN/oijj7UTadRd1AACDXVln71tk9PWbV24otyggv5rz8rvH4OyUiDYGJhcLbz85DFCpYrEVjcHOs5hYiIh86wHioT2jraZK5DYJw9wuN/QPb0eCHvP4ver7eo/fpvS/0w/fLa1MHvkDj0zi54DzHgsbv4TDwjpP+4TMssOBRgJkhTVdR6mwg/UgrCpxRS7DK9+mhVg0inR3pAmS7Q9oAn4XXwm/hOcR0JPo40sUGHXy1MJuTO41p51DAeT293IakEselXw6UrxATAxHlY1JDk4f2RBXQ11NKMoZJbrOUn2DP0I/++gz/BE6hO0P2VoYlPDt8dKcSIw7ZyKuPVl4Nvkg14p19yLFC1fEn7Bg3gkZzf+1SQ7kMjq3p+XqP3qf36v29fvh+qX9DWnd88q5QvSzG7aY6cBhy04n+BDsCj8K220rDECkgEIeCkboYnJTSqx9BwbI8vuI/CjPwOEyYBngt/BaeC9+PMiwh/+EbhsvW/mQhiIIJCsBNw13w7fKbcWlNpIbs9yydxEhLtI9DDLF2D/ehzciGa/k4H6/OrY6X/eJgBICXFtm/zqPlUuagOSQGeXh0x3pw4atfMHyCiFuMeYXxPgQhKcaWrm89/K+2vaJ77dVb3ugZwtB5heBam73xb0AUi++jfcgihgSB/cX5vdOwV2rTPsV4yU+hcdtJrLqa3y5ySXQaq+Y2Kk+bi/uLaZpr1LIs3uqmQWvBfpR3T8oiGWu7/fd957v8GQ8aiW2Y59BOk0stzlwtMbf2m2gMtc8/VDsaZ9olIjuJylFmZunJAsK4RIEh+yT1wTtyenU4A0OsRwFhg3qpWYpXyyERtCTvGbtGqq4b/0N+cfGXJIUMyiChCmqxPzwgpJ4VvW/PISIREyIWLlJo8kjisZ03eb+f6XvDMZ7Ue/V+9UP9Ub86/Rv6Uo1PIeIljduPHzgIHoKLMcBn3NqXT5zwSXiFokfSzq7HN+UcV8nP4coIEVlR+Cy8Fn4Lzw34fpRhHunixfojTCNJGY3ULDLbeVZcEZNWanVmQEPYsLh4kCmHVVHEtIv1srF6AY50n7wO46h8gAPP757P7dstqsCnZaw27BH9OLVwwP6HaSyZNqmQ4b4oxsQNVqRVIyXksYp2A4Bv9F69X/1Qf9Qv379BN3TOCy80Tu0nShq/4CB4CC5yrRp++4n8mgmfhFeEaUE8SigDvvkMTd6FS8qvQU34SyoxN+3xGvwWngvfB93Q7/zzbK7f7y+ci2dmAtvKyqhbpZM/z8R0vZXVF6aof5Nmqw4hyTqtwe1GNsNt6GfHugnv35VDnt3Mh+1SOZfPhEx4OQTygPfZlbRwHKY1WNE3QcSH7TRaKeXT/UpSa8lx7G23M1mt1YwmthvtMKGuGCpj+yFIg9JnaBMSdRFJXJmFBM6Ut6UicMnMJiJQR4wc+pC3+2NX84ZYFt34qzrqLhXFQxGBts4peaXSBwxqHn+L4KYKBZynau4ulQPW44kZUp8OuufV80daYdJWJUDnWsboiJiXSdMjFSSrdU+WfvUFnJHMSiFgssJIFU6IMcneTmSV7tu7PicX23NBPqgX2NJhh/DZhCTyjFqlJK5qrLIbKXyijiNCtRC2MCRVWssTEycizuq9er/6of74fnXcmjQHIorh/WLczK6SspQED8FF8OkDtrE55fELPBO+ebyT4bwz1gF99PgrqQNvnuy88Ft4LnwfcEPf00e6OG1v4z6TsXdAzPNeDxLz/Kot0h7UNGEaDDkesANgRAyz8Sam9mQWJoHJBy4so8Uqow8iVdZw0Y7xeWJiZWNv5KOHazIk4opTn0rW2icWCk5Obb1f/VB/mDvmggBE389DEBPj1vgFB8FDcBF8Bk32OJwXfqHtIk+99wZQOoRDEBN4TIJQj9fgt/Bc+H6U8RxJzMvKpJyPW/gz8TJ5KMMW6bAC1YY070KEW7zbguI30KvsJc67pgy552R/SlpbYS6cyFO9W2KdUvFKuzV04QEOcmSVHQ1fPKI4ratnqa1uf/vf1tgo8vNwKB3fiH+KT523K7XPXL1bDUI4JhVG6FGbOeTDZ0Ud9nq5TOUR1Us6MAHXYuAz7IaT/i0x4Ffo9jDGbND3ecbbJSamoW8THDwek4HXp54Gv91EVigNnfOXH3WEi7GJx1WIHi8Hq7RJWNXRzYMiQrQhmEKBIRQOXLMLM92SMS1MW+O7X6KjLgN38NeGDefIgirnz14a3pfhd/A3AIAzKQ84SIp9Azk9Can3Amg4zxM8QR1c/ja/iJB1ZOqP+uX7Rz99f0eIeYwLvCJTAnAQPAQXwedtDuCo7xJ+kbW/yuomh2rhHfg31LWIafPShwIvlX5hUngufOe+Q4/1kMSkB96xxbwNUTsSJ+JtS0qcjrHWJ+UYNt6U1F+emCD6bYyINQT4MScmzCuEOsBlmBP2SiTFYoCjgIoiSFwYEdZh41G543Fs6pf6Rz87/R2xZ9K4GX8PFh4uWW4ULE505MIv4Rn9ls5nFw4l/BsyHxoOeOzx2SesrAjPhe/Ce3471HgPQ0w8iAf+5KZ1aYGAJGoHyfWioxbHsdUn+Rv2MmqSkknTEi+CvSNL45qq250otEe8nHArFnCIiVUYAGt1OgycWAj96ifxKWapY9wKKh6jRn/UL/WPXomDCsGGKyB89xm/FhZxJcEF+IzRqF7pSi6bbmdpWGOkRDAr7baXjIYQk4hFeCxHbSf/xYrwXPguvO8Q1MjFdPg+oNNL8IHS8uY/VEhWRuZ02CFnJNrpGGZzESJ50YcVkHpLKvKc202CtKEykZ1nj+e/VtUf5balZDZA9yi95GKAr8mBtsayqV+I7L6fR+pgFx5KjCT4jG8r1tMkCYRzymtBQbhOxlbhnPo9qO9aMIXPHr+F58J34b3H/4G3cUe3HWLFJf/B8nI0X6jmIhcqv7NeyGrNGtdpvc/un/5DHYa4RUyqboEvWGZqadSs5W3QXC0/GLJKPP+Yk/lulX03wKGfYCvGQF9Zk0c2RCF5H2kyWDWYRFZzebGMUVOdOfql/vl+0l/m5xA4wPg9R0szDxfgM0ajeqUrwi9iGpuQAmkASEwj/JPTa2cu1fd+/e/Olcdrifce34X3wn+fB+SVN714YjQgP/3aLkyFIfrefNpOfDQm6xrERNc6x4tP7PzFKsZWjoyZ9Bpnw4ycArZWbTSqW4V809w/P9acScZzoi+9SMQ6Tjo5KRH6TsBzY5dWTI6TVPyjDAhXMyHjRUy+P34PSP/oZ6e/I0VYFH42Exw6IiJbQzkXjHMDv4Rn1eYlRSjItkbKNFJwg4iaWLrej5g0Io/Twm8mPxK+C++F/wY6GDXk0cS0f8G2q8WoUMPuYjM2TXJ+HLma0XdVKDBwJWqvqlCVPJVX/7xJtWsI6aeHWOlHdf34flf+BdJdEcHAvoIDoY1FgakY0vgRWBLqKM7UPTqe1r+CwISwh9vEDnnFa/6k9+r9vyKxRKaKhAf96/Z3KA5o3Bq/4CB4CC6Cz2t25i3dRq50sr+alf8Ub6pANjUOipyhwdQCTycAw+Am/BaeC9+F98J/Ax0MvqPzCxM9ojVnbNpmlc3F5BMIcEdR/mwhztBnq8NotTAOsvnLXNqme91BfMZPt4cOZkSPjv3nqEQ6zCbaLvl4UV9XiMR41f+BjQkTwUjMo6FWDYjiTE1l9kajXG7ejVdW9IxhGiV/4zH8cze4dMnk68VKLqM/uEbhuOqD4rTnpb++30Pe68etBYWq7mHdMZeCz5AbxuknLftok9O2nF8hJCqv+1R0miZJVwMa6VV8xfugkFpCw9q5toEOBlx8cHroqqSrlmq1oFRoRgjZeax3XswDsUbc5/cYQkAGYBlA0ApSytB3uejB28f0S257O4uworOS19F3aSMrQhixGkM+nXpIMh0ouI6ib7YSxJsTVGjOGxL9n8hwea/er36oP+qX+gfHUSgGC6O41tCGyYUVHTgIHoKL4DP0jrH4kSUDgxFLAeE/QQs8lOEWXPTRyCMWA/a/iHnCd+G98F90MGpYIy9Ikgk4EymlAgsxBQV22d00SsMezRBkFOyoJBVO3EZj3+VMw+4bj99Wy5dT0vy0cy3XwOGxztLR4ypCokFcVZ4C2iRJlFKhMTICYbMIClO49Jcu7Z4MMem9er/64ftDv9Q/9VP9ZTyDcEDj1HhTjV9wEDwEF8GH8+9Es2FbTgOaP7xSWNz99xEKJahPeC58F94L/0UHowY8CJAH92UZFRtzYYTlMs8OlFqIiHne9nJwSb8vbNp9wWIMEtozyUiI7+e70s48yoqttB0j4sHwcVhVPAwJMhkEYkKPsAaOhvHKS+QsmHqFpfFS5rKZalQTx3rrTe/V+9UP9Uf98v0b3hNWcz9OtGCMm/ELDoKH4GKAz/Dbx+dXFaFCd+LrJTNuQmOEi14JMbiTUh6B58J34b3wX3Qw+IbOLyOJKZ3btgRuE8UnY22ikhzaZ426jwHgp9ahoCZ6sdgmPrH6qP6Mx+9f/nnqawFlObSQ7BPws2M8CnBsAGR5DwxHJvYkQH6O8V8hdOFSFtnZQnhGe5S33vRevV/9UH/ULxBKHtJDGvmINE5fQECrueMI65PAw1eKAD5Dbh6vn4iZFf4xHhVBkCJCBuvh8wd+C8+F78J7j//QwaiBjVRA4OZE1thyBK16zgTHyfEiuZcMaeo/BKQwden4A60M7xAxaeX6yrRXGOHZpb9s4KXnN68QkewVAqrgJkVM/+atmp4DiBOQbdRsxpQ56H/x8Z6NDc41zsKZyE5k7BWmA2BPwAAAQABJREFU7SxDUHzWkBdL6SDO5BAnbF2bd5O0Gysr/7JhBJR3qEkvh9IlhruKKynRTQIOQ0yDaYMZZv+LrVCciSTgYRyQ413pCIe3kcSUKZ4sTCIkZ09MdEFi3vAHe9uMT3UlP7U2w0FufZeI6XugJfkCYXXU2DIksaeANQh2lu/aawxb3VWMWLFe8iKvwaZJxm/XJj/6y0bBNlob0WTLfPVTiYvH0z75PD+X7BdarlSgwtN5ZLaLLGxXQBIISgn+RySE8Zt03HB8NUdyG1JMLAUOx9PZ432qxztKUUI92sMLH4n8BheHcAN+Ar+t9r4Fdvp5A/7jWjSY+rpDGElM3oPar8Q8zdmiVIZMjJBpcIOnMnGsAN5GE2M2xy0PyeEdbCFbJwhoD/iu0f05DnmQSyNGttBBDc96X6OKhQe3Fq5fY/6eIOdBlOU9YgLcug8iHHT/DzvP87EllSfx3JxChrhAtp6LoMcV+nSRJyur1LCFQC/XBldOoiweyo2e7XXgoJ/erdbG+B6CfxAPkhLcFtkNy9koXFRApPC8SK1PCCqETkZ7yo8kJiWJR4+npIXggjLbKPXVKNU4lINBArAr1RLjSVOcM0bJqWM5S0GSkMU43GNxWAPABI2pMp2v8D2kv0JW7wAsgtNq+ATT+wpBGVskmHfthveiH3L/D/upvR/ncmE2mdkCpWaIiHZko7UQk/GciYVQHixDF1qURnaHvdITEEoVOvYC3N1+WK9O6G6yloCFePhSLwNFBGORCAsuDqWnrpgXSOGGR0sayVAyagQjiQnasagyosym+OW5IipSEdaIBzMF2qTDnfgmL+XMNKUYevdaK8nahUJE6ZtslcisCiv9NONfZEK0WAgje8dzgxPz8t4Q4uAiqIvc80dETiN756nwbUuUuizEJtecNtPN5eU/ZW85fHafe3i/r3Zp6VeFHbNTzJmYqtrmPHEWl3nfZcxIH/r30w8mRUoQ+qbpewWZdKJ7qLgCCSwzSqOGbhV92LbgwO/vXtMul6QjoCO6BEJk5FI0TMbrjNArIHA2QOHm8PoJo/gQYSejiamCUqPRjLB+w+cclAr7G63NYwQagO84REVtIi+CvntzoXzgcVrYRomwAmWgZiaveqdkC1sRj5XCTL4+3+BhHcQEZF4k1F4FCgun+OUMyx4ZfxJCwc3WZvMh4pQiYeF9nXuef9BhvnOfNBz/esIWSzPkjJsNTLTEez7gfTf4TRxpsduPbj99/15+tghJsrg0sVUWznXG+x3GzhVkk23BQRvHd635wFmPi8JHv8ALL0c1KdjkNgcDCahGn0WO+pijbhpJTPio4vYXhQT3dMQ89O/yxR/x5N7EiL2ygjNHVi5h715TYv3JRrQTFEoxwU343mXXAXSV8ZNLHDjIc60/MHpnle1WexUKG5DEkqp/fGLgjdKIrB2mqHx6d0RQwOfIBMU7BNY7Nlf8uGzSbM4F0UUIAW5kP+E9n3AB7+yG33OS7/0bFzMefPAQiQzjI283RsvvGORK1mzUNkoqMPAONvAuZesOaOVfqAUQzjScnBg/+C23OcxB2n/KzAodjBr9SGJyGCmYHBZTCh5SU4UXkOFYCDTi2ZpjZAU6xRBE6O+mmCcP98nF7UY9Y+MXFTZJSvmMsZMh1Umzp9TQBEr6YxCsmRQZAcWhtAj5HNjsoyCkgGIHmZ2avXJzMsndRev5b+MoCVDEurSRm0xtvYHuRua6TpPI7cjDUYrJSZNIx5rhkXs3F8U38+TJvgSfRJzMKA0afEDfroJBSm+sxIrinsNFc7xV1DemFbcbjc88I7/4pktae5Ou3d4fe0//HpRe/mz6LQ/qceAIOeljROvit/dogSsxdwj30MGI27y9ZNQ1r/07FEgHpNij/sNQTfJrv+It3Pi1W525mSxub+PYNVUNbbxGTPsDCEqpoS8wQqpjeKXEAGDrtGDgkVn52M8hh3MuUNUQOJZ9ZsPsWS7N9k2Y24Pv78cua+Gq3A6isJVgM+wNMqKacdauFgjjzQe5ABtIOBmmyZQJg0k9l+edY971qfKg53intHZdMdT3o/eolz7pkCUBiVf9G5QOfnxrmEWq5fZ+e3VmJjGr41up5KXBnNifIznTa/fsgHtpLg/w4bUfd3I33nbmq9vJKoOYXJys2VIIMblvWeHyKFZY6cSV3IXB/dOC4hGZf3ylkAX+FiFpH0OWW7cDYSLmBVQGydZ54joSwD4Knwbcpg4rO9CiYcsnjAKvbxOWMItT3NjNY0eZ5/55pAcSg5JDnHRVPJ9rlIKtR0y99w/qJcSNLYlfV3nON3x+C/mvpc1WbXX1Sdusoowcc0//QSPrnQfOWtAEiGNrI4kJFT2hYSjzjE/EgUbEezcIQ4Y39CFMDMyJlREzMhb0kbcMf+CJ/Qqm3RYrIZHav25gMNtk8A+R0WD/HmExzloRk8Q5wVPHS2M9AJeu4SC7k1YY6lohCKv+bA1oPeMmqd8hVrPPdkzn6tg5UM51GhoMlD+hamJN4Csnzghh+iLVcCG4o8ptUmGd578k0qn7rzSdFKHq4B0yfWlc9ne882GQppvlNGnsm9sHxMzv714jZtMJfeG9jFH7WwlKQ8cB2XEFygocGlmspAWUqbQvEJ9/0Ehiopgaj2yyVe5VSVcY+sh4lk7nfVQnCQt9xOnIvjzfr7H8vjY5l8y1dveyXPpUvpAw30ngLJWz1N9Kv9s72FuObJpRCjLLg9sjvwCk6FdVn9AGs4UKVE7CUsH7BkrwXEInUNdyHSKc03vPcP8kEy53pT6E3Lm3z78SF6hhpLKovkL5MmvfA/rzLUqWtSAJ9zRerEzvfGOm2DHJNurto4K7joFNMIf2tMDgz2fb2NiwaCChj2gjiclW4Uz5gKjZlChF24LhyPA1Qm4T6dNxllfPmUCWcQvhHgGX/j+TGN7Oh3tJybVLmasnmT3DHJ2Bk4igzgN8cQRxh0MQk+ZTmlEtndh/2AdxQsRI2RqtiD66V2V4voc14gF3gRvA1ROWJyClqCLOzK9YvNc/l8eMbF1iYs9GsW5W4wfcsYza9gGZ/nej/bBpHqmwwrvdOsELsuYIHzFWd1yFRg2KdczEsCaiczOyTYWJ6GDUTaOJCW1SGsgdI+DBQRNVPUkM0dkPaVCz5FMlGGHSqYGjAbBtHnLLO/LTT9P1dVZzjrNLv6juByXqoUJQgaHiHLVBvJeIJwjtV0RQIq4B4/ayhlRE4k5qclHqNP4+mLmX7vbnXzqn+78/dXBn72nPf+pHzZ24nXLJbUGEq0zXA84uw+EelpPG42fLf9Z8F21KjOfVVsSzK04U7IcZozcnfrF/9drvz8iDBwYS4lZFBfuA789pVb+/7MVvI4nJx/tjYQT+yrOG1+1hOBMk5JFJHub4NZFM1KBZf/HV7/Zfy2fb6fzOhEJOl8F8DGlOkZwgKB7KpI8Gu3sinzjOuDTtv/bo7x4ztAUJ3ufv37NDuE9/tV/a1rgY0fvTZMtj165gPzapnYBIrfbDRyhHA2XlxQYodzA4UxQOZSB63EhiwqUJ+iHkPA2Q4cnp4IOrvpfj+/UJvgTdwVIV+yRXdokmXkLpd/U7eo4iba1L1D0ighiJbBsnKwgJP0RWftY9bD1msaOg8MkNR8zdW4EB06CATfncmVU6pOJn3zBR37AluMeivYN1c3c8i8+9PnzYLslspL0m2lcFtoKTeP7yOeyhMvDGXNIMkMgMVj0YFeAa3kYSUxDCjOJiQngg1Qk9pSpoTHkBBjd6zzWST0VIuCKRcC+TuP8+tZ+meyvyrFbt2jt29sZHwAe4aOQMnMUPUc+eZcQS3wStkxx/d7YsrgBUEaQ8KJ/36NVvEMa/3vnu3m86Rbp9F7vXvh9zVWD9iAOWukzuQdqbIurBHoaNjl/ZLvlI8VYQ4mlO/hKXo/bEiDaSmMJCLiODZBIS+48WAcpCeHx+U9z/BVJ1sRIosYhTKUtlRD7Eprz/w8b4LADWxAAR9+/2QMzH8GwJFWQ0ynYhKKmbiYiQyOdtS3It6qrHR0sFP2DcUhxIpOPwJWS8xo6/1yGk79iLL+N69B3ywmMQi98+0zj0upEIo4vepYZgRHgg6Sil/bQ+NEbwH4qLwm+EK8Q89kuO8jS5LClCB6PGPZqYNmZcUGykCJ2IeREKiF5lh6GPFhsSV6Imhy0iHuZMRLKX97N5gsrSX7BnL2ozX2PwO6DlBhOyyudFcJQ8EO4iYgaE5bMDCXNHwv4HgEvEpP2bIoTX6c9j3rsCvTxmkaOP5jHY8hR9IdkkpWt4PwlJ8MPGhCuQzbFnIjbJKp2AiGkULnoFBP6TTaT4FrvgNNyfGbnQjJzQIGi4MEaqLrg27IakfsTTs0kYsYbRWTgT9Xy6BJXHej9qABr7u9rczvJ/s2du/by2tJl/Wksm1og9wb8tm0dkv4bQoAxNrIZelS3MPW6lRJeYrOKwsIkh0gXuNwihDyCm9Sixz6ZMfccrG3w+hz8biSjv7MS4iDzViRZ2CMlzJ5kShuOiT7qJdAi+s3lqC/9FB6NgMJKYoogCeCHajCxsYxmXIRH2B3oMbT74jBUADwERFJYq5CCxViHSyE4NffTY/oi54EuTLSNazX/yeTWII1WNAG4IVuzs2fKqtMYaop/ioVRx8QyILqLqHj5RjeZDcNKhCRe8dPSaYKdD8Jd6WweE40Q88upWxlI+fT3XHd6MssE+pmfLzN8D9q5PwKxd1ubq8ld/1uxo7X7Gbe9to3ILsOzAWZ4j2r8Cb4+fgwcNfjNtaGWzlqoQBvmEQLTR2bVGEpNqok7tmiTIxRivMGIpht5P5vNz/HK/vKWZThNWFmTYN3FjZyfRwQMhB095j9t6qxJPJ2u1CBlDqddAYvzsAoWuz7JHmQECysMgHzq5FUmFrk8UFnJP8hlHZWVUqmXNz/OrKHPs6+ZqDtgP+QQv0iJyeN+6PQhon+fv8LfKqWwjEGwxDXi7u00bt/YSmzQ2swXtp97zhvxEy8K/xj+YtN7Wlllo5LkPXnr8HDJ+bzNMZLTFFaKdtYvJ2plRDOQwcntx24WNmRRvf7hSu4UQKjFvBGfyK6s0JyzGgRKOEWDlz/H1Tm8Q7y9B3f/7eOfTH6dmpdFY2N/AY2JyLYliMnkWyiZrz4YmZCOaEt9k5gHIPPDkE8JyrktYpFcWzJTQ44WJB4qdjKTiPnI5gnAs+SncPsvTOtejYOBIgy0SmW5DyFtojupRUoxzjf3YuwddKqXmi1+Pmr/eHL2rn8Izjs/kYYeBM6QySUY5Vfarzi9Q4vxDGvIEqnG8flqBy7eSPBIAdDDkBv/TSM5kJp+4fFxKGmmxHdbRuQfyWYILdgh/0PPBDYiHpaCLEKSbQpOy+MuiKc+m5v7nrKwkV39v2+3MfOEXnGStg/ydkZI1aHLb1ViPqGYXbFPnU2LYlsmIG8JJFbFPWWDlwKqIZsn2LEjw9F6TeK3suBLn9FxrqHmVUfQZr4wgJAOS20zhQGh1d/FT2dufSfdeyIJEZ8z93sPe58/PA5+OevvnyNpTOJfiz+jzl6Ae93gJ5IY0rsfEEZAeLGjFE6ZdCpuJ6GDILf6n0cT0xU23tlRL53moy0etLM4gBJ//oPfwfh1D2kA84RcoXNoTfDrCiUopruTNjebWDc7c9/L+qP69X79T+bw4HzUbZUzx7Kcgk5ZN470siPCPU3iGQ/NpCuxxcggisofI6P0cfFnCyK4DSSE6+kRu8khRuZ4mqQnZ3OaIAA6rSRA2Sg3UdLzv/QLgIUdz42k025ottMszpDpjn4SJBpH4wPuBpzwH0xee6XEaKAM3lwTgOwTSXtsjIdD/d7OH7y/c8Pwfo4nJ/CQzS18k6ysNNx3ttoimkJ1JL+Ph0DlfOF7unP5W+IU+0aSQWzYIJqg0WmnnmmaxkVN80B9g+0m2/skXzaXl5aTRCOvtieJunCPivE3OGuqnskyFWdoMs8IEG+c6JUdkYWBRPWgt2BGLZq6cmRZGxLCYYo5MybuTNvM2wU8lzteayZlSmi5/spSYLz5938W5A8g8/2Wxfi3cKzdUOblCQpgJgKCFSt4P/ZQ6vVu7xOLxWo7GcYKYt9M6E5uleVysRsPyEMTEfH5xO6O2pwv/Y4gnbdamRxIzpD1S53rap16nep8iJB0qW6K0ypOEhpDEPqQOZ0M+T+9IE2e4o3EgOtwMlAi/dQZ/kFYF+0UVgQDDeobmG7erTl2nSZffD9LVMhmlD/Ynn2nh6RxfmGTZa+C+H/6xOJXyku9bdwwqp7rSCBfradiezCDcfatUbsqN2KmWyHY4qOCuUs0KuyZdOcOi+dXXIkiO3hi+f+q4fmuWd6MoZX8UhISzgHfaYvhCdB5fB3Vb4xQnl5IHzbVphxnk+Cd4zt/9e+buTwfdd3B+xEasd92vjPn6fzMT56YoiREsIVZcoXOEHIgrSaZXbohXuFPv5n2uesp161y5R3mBdhImzfbm/17vXTDen5+ES0vlfLQwVZhOwwlKYqCFC86GLj6HxDWH2+I8DOQc3pQz5Nc7g1P9ZDsfF6eSOCxWd0xjCkXdB39vzZN/zjC/AF5vu90OzK17kSmczc1Wa8VKkk41C+1ZeBmKj3AudME5iqcsBFEyy55rhgJf0/C+MlXe8rMocQtzZXtucsbu7PyOvt89gf4fHV7R3H85GdncDCnzSBpqryJEXYeowNlBiUO10DkpdaQZrYLJ9xCrvrG5+H791/eI+dJCcmfk2A/BmTQY/zLTbP+vKcVaCcXghb5WJZTsWac2eAMb84VLkc95YKcp6EgSgzR3LKvxwC78gB9ubQd7uxP5qB2U0lxhIjTtWWJfZ9Kwk4eOtAzI4lRMMFEzSLV/yeQcuZNGZquVTro50nZubOKgbW5q5TuBdtOazVo4V5jNNVqtciEys0GqFM/BNP3FKyBSAbsi63FM1l0cYcmPF5vd0KbbqSlsIULW9iKSZt7izy/9yn0CYzjaKwst0DRwFRYLZYSaZouBrdPbOQc8SHSibK8kk5Eyh6BJXCBasapSHYEjH5KY1Ae2Zbm/SYO4hUuRlS1jS5tjukHUpzjUQM5EHEkgG8o08sRsGmQ7Foc/PXG8Giu4RLlb/8Iubf5D2G7PBe3JZ2Fzd7KYxk1kH1OJkpRgwHCe1fsclohZrlcePUXHUvea8jOOWk4mwIXHbeJLXsobkg214r0JW2gUbrQbU8kv2h2vgxkIy5ciHbnavQaMmA60WSwCeGOEe1E730oLpaRVL+VtbgqfvAWGuQABzdFPCrLJsB7IFui1hNijWpzbYkP2LEvSIlbnXZRO1cruTLX48f/YzO+fS/P5jWz57B9DXL9U/xkL24Axargr5EMVdsvcWQTcaXZBMtYOw3Uu8SVXa3Aw8NrsY5dq2lwFYhKKH64Ne8ErTwhIPYU7BNWrzRYGLXJQ++hOdZTG2f6Nd5ASy2lgdh4vp40oiIdxsv5POd6zdnHxVnG/sl/O7ayU9qIJZLPalGlPTuITRfafPPaf7Awrt+xAU+hV9FkB8BobzNrvC4WM2OHwrjdyHjU7JBDdIXnnFmxrC3vH1l5U3J7difcQOva2v/2cFVAZfyRCHH7CBoOht7e7aWeus/HemZrai9wUOVhmWLlm2dmS2jmR0VjeF3hhkIfcBqjflVhUKYBljPfKJWINJHlke2ASRuBgLwyjXTwB9rJ0cq+Zr+03o4m92Z2V/fijjxqT1cn66qoPNDw00g0ew5v5BYt3PkvJ2ISYBwsQdyI/hsIwBjWvKZPdboe5XCOScAs+URO+D7qj3/kjEVOYn6E+aJXVN9tCpnzKC6V2VLWHYYAUwmFD0UruzsnpUtXY+nXmhM5BA/D24G6xmEbTWVabBe7ncJu6QFDjBYA7hwsOyMdeCRsQCwIFDHxmW29Jl1WafssMgMiLWKBkh0p87/B68GUfsw1scysg8UqQZo9Riq+Stzq7det6/csv0ZR2jNjD4HdIsEhJctPegiMtrxUrNj+xgDlwkc5chNNcYoyXeMkcn2U0VV1PC/gtunRIGTU8HIbQGn6XwVJBbHi7EHJjA+9RkWWOxcFtQHBP8Ch44lztWdHktqqBEE5j5al8OWRnj/Uy4RdERPqzgFzrLCSdMJghuO4Xswa93yH66SkwgTMHddZQKSQO3Ya84NVnSMuDq2sdF4stRDcpFURIZOZRZwbCUdq8CX5VxbpdYD4J5o0DZ6I7tzm+4rhjI3ejnLmIKsC582gsr7GafcAPHzAZixAUKzr7DEsGIP44GCnfD9pzXzkn46qISg7BmErdfRagWQi0xCYfPhZW19baWzdu/J/Z/ft4SuihvnHHEEB2rnnhX27ovfhOcOPG03Bt7TzZkRO8KdILUMUNFr0PWfQ+5K4bHAvwr572VYvA97f7751n+X81TnUHqmF+N4GDNn6rnP091FMOqFKpMmKRS1jR78CJf8JtJJE1t3W7f4QeeRKNFYLyR2RvshScw30LCUr4NwTXPf6KM+HmEJAPw22FFhUt+H6U/g95wauPUWHgVn4SzhTiY+SeAmsISalah8JOKbHkxkHBLQtBIS65sGRu/UWuE9UpUedtydy3g6Wlq/kqm/GWw4yTNsh2etNn+GFhJpGJWcBhHy2dYU9hySmuNFo+AxAceJiY8AqsmEflwBBclMMOlyGHRV3ih7W8Lz3fzD36sBmTS+L6XtWkf11NCjkMhJ+32iZphe1SkpuIE6mni8XKwYQ2m9VAavm4hmdSvhHlUR4k5m8KUQuxOfxRZSe2Fd4wwV77AggBN7KXQKZF1rp5eoI4LrH8wNbySqf7nuiMW6I8iwPGTDCT55TJiyA4PXPFaO3MBzefwRWJ3zK7Lvw/drA6tyqtrXh5+TtE3rc3t+LM2iumOxEKL/a3SBX0dZZFQfg3VMxjfKR+RcyDMyFbQFRpPV/fPYB9X9i8dPJIxKTCwDOIeQFiHtiCVwPuMJ7Fe6x56dG9P0moIoQS8XsxI5gCy0qX1mailU9Yub+6eSRW2nvq633+ONgN1gthvT6RD3Mk0c+u8JwrAPEyvVN5SnFPNF1SoWbKktpxQFVxMDtsZevbG0DkERdEZK+IZwPPROSwFzh/nZVzk1/XMWpsYFggLCIhN4Pdy7s8exVKhtTC5j7anlr2/eqYkTk5X8vRl6yQb+fxNcumIquMruzjbDCHQytEY+cYg0qAMo4MbhowFjsFDagf4kb8fKSGFwZiIZsn5hrRlv2HssU6pAxfDM1skuBjg++PeOpD7JwPDV4du7kJONqP2YfBpd9Kg5CoLA9ehY18xljZE2pOrZUCgj57PBzUEyEn6aGtRNmnjBSdQFQ/aiHsIxGTCgMn+5N11MFbkLk4Dm7+Pom4p5T+PfXx9wwOfzP2Eaz4U0xEqV5s5y7t5s3KLRaBt6Vy/WQ9yNWTYhZF1C7yNojrIME/8Yd1SoLS2Zz7ADKPeB3kA8ogEMeQYb44eK49QFr2JyIkxETVVlUFepJLcm6P74+AxUPsOg9FWGy3NqQd5Dr2KdRYIi1UaPEL67bU5SiHyiqbxRNZmKsgwonjzLPLwVE2uwLnv8yll1ldpSQp82w4Kpb/DhF19na9hx36k/mzPtkmhk8fMazIYQhENW+9dzqbdjRgxvwjf0csUGShDdHKkGvuk/UG5UzfToMjiZCEV0GaKwELOJNjYWFevWPBUMlCE9tEqSZ8XkupTpIFSd1MHq0Q9tGIiSQihY8LLZuwYBJwBWHs02k0P16bw4cQ0OvzhUy9pu8QnhZqv8Kzic/OhpldaIat6lz1fJVdrRDm0Jjae/ChPnEuna7lysSjlNn4nwFxF8iVtIDbgpQL2hNd5znkC5d2zue8E+H3EQleu3uCiRAZ8Dj2j3q2DwOQJk1cmb/hGsADWDKZ6Q4KCzK5YrOK2N07Sjr1WgRtmawYBIHyV5XpEaEcXjunkA5U3m4BMIPsFjFHGjrv4Kn3957wGp9+5/T8fPaeIfMGdEv//XuMonoZAv6FQfAEoXDtbDtbs5f/ajcJi/Wdibj+gtNt7ylv5tOCR8VmuFehMl2F3RxcWVIFJWH8XsnD/+Ux8JP3wRPnlLKoyn52H4/JHcTnmiuUWvtfHq1A39GICVVupXU13otyOAJgtowLcv2v0Sv086IWp7ABIc7zHee7/iTm1GDgdNoYhqym5mKWK6xHbeiyUxmCa95o832YSwoUpW3NQUDnmOAL9OIKCqsr9OkS4qoXi3g/ObqlFJEYIw50XM0/W4QqcUlgkWiprDmIInBtVXTHCg9MMSD6PRar/wu1gAVbYOirN4LMDoLCIE5tDNCYrK7iHF6cE6JLvD7GsWhSRbAoZToi1BU4Jf0JqFSYrUBQiHvmIRhBovL4GfOwxqLZi6Ni8G+yOdNo/1W5kCvNBkk8n4XhPH2Qokt+ocDMw+FlWLBK+JRDpPIiPbVw2CAR5Nv7KTnep1q1eIPyVEfp5RGJ6Xa2vHxbPnnJ3MeXFaqEqxAOap2OEMzmVwBN5MuNSwA1Nhm+TKJmpRJEcCmkbi86WAZxh9PCrjfdbttmulkspKWzgHQJkKKhQ7tl7A3etuQw7kHcrF6oUjuLgJBVx3E1jROYi3tTOIZUx5xAtKSMMyyH3+BCilnC3EjjbySP57vCHV4VL+TwHENZ3MXp1GcfTAhB8vdABHr+YT/0u97JoqD3ihOaMvCEkLQQ2GXgfJbzFUZBKpI0bdpN8k3cZq5vvzCiH9qJzv3Up3Ifl3jNWeEV0KMaCGYMObfC5ruwevlVArASqqJ48DkPcSMKyPGe7G3ef9BAbmUebmtODt2OSEx6rn9BtpH+XXs23YdDocFhI8rqSKc9Ikq27tP875pwbYYlklxBs1Un/f2m18L0ueP1Tjl76dLd4q5rlHPFfNmm4QUKsdwQEbHifwCAl3gumi764Lvkly31ndb96PzR718hggAsZ0i2N0J+L6LqU3kGfIQs33sE2e+BnPPEoFkmh5v2U8+33i29z+d/0/cB5znd+UVdHHCNfxRQ6FCo+g8yeW4hjiGO6cVQzqv/vWPIwzwRaxxqkjq08ed/Ah/QzYOo+ikky5stpBWX/+DjYtz8X+pnbKm+svITtMDqy5toNykOm0xARHOsQlcg4gVeDJcGvt1J7vMWvVua6L0O/oLHqatv2gswi//uYJ/a576Bp16DmLrPKlQdNdQJjJcGxJK0Q4CVmOQHMeCFXhmB5gknWeeasOEtcpKtdAJOB9xy+NPAT/C5Y3eKNytEtS7y1yJW8Cuooa7zzmtM8GVgK22dNFJdHBiKeS+/XeSnbISqQKYVWHkdlBxAMjeBfSrzghuLn0T/3N47Xn7OCf6tBZmewg0lVTCGff6WdKFNexHOJ4WJOLVfHPh+2DF0r/Mfgi97QK9BK0h7y4JW4dzZMF9Y3QnNKvNE5IC64q/Xl9dtPIDKOsnTCkRLNRAWS+EX2jyezQIx8NFaFOvAAc00GjyUD4j9TQNev25HXp+Yitedq3/TQCW7DUI9BUmVl0wD+H7D/EqvBFwfmo13gcztboW9F0C+B0CEpz9kpRIM7lhCRSyhIpM41F7meTdZreBG8hj2tV0pBOY5gbiBn8VXujj8hDAx4c4mc4TFXKuaXIcc6YZRq3v69CHnrNZ+1VanXuc9w3vx+r+qPxoDnJUgQ3k34IfLWDaB0f/f3pn0xpVl+f2+KQYyKJEUqYGSUqSSqaxSGgbaBdTCm1YDXhndCzdQDS+6DNSmG/CXEPUxnAsX4AFlSEA3DBfcy1JvvChXdXrRyqrMZIqURJHioAiSMb/Rv/99ERIlkRRFkRQzM64UfDG88dx77jn3DP9D39m+kcOZCd7e97uOj/6z0qeSVDY65gw0UhrEKOtVQGQISHO9Ov1UNffu9G6nf9g7PxgH6pE+R9kdIQmMuEMmTb7rMZMk056NcYpVVZZImImJpIZ23TaM6z2PeMsP+13sLYcCxeOMYepOaxBrBSJhjqXwltX59zrUDjAWy3lXcRymS3d0dPr8cCW+11268J9i8/u/QcQegqlm/6Ewlt4shb8rllzTuoxReZqU7htQ+2NmSIhrZyvWJwdqVpXLB52NWSN/yyJ8yrFn08Q5L1ZMUIDkqLTb7Dz712EinNryxbwER2EfzZDQ2j7/gW7g6HayazCpLZrkUOeAuM5TDWQ4Ir7SIULDrPE88kfxyuTszC2bbNlHEFkydsi4JDWwr/5pu1eThqKXLGoWjpgexQKJ09hxWyYKt4Z/N9QsXL/Zqbn/0CHr+hD5bUy+P/ncv7J6z6+7Fc7typ/EhEZfK2JFeA+5trTXPdLHrmpgETrkrNCvNeD10DB+v9f+b/3+8Mz0+5XM/3ionaYFmClb5s6Ig7L+Ew3EPZoWxkpZsAWLR5i+CbExk6RcT/EUW2O1sUbN3JOpfR/ptvupK9kGA8G9QBbieSCBPiEkSIx0jQHAbIXqCcLs7kfu+q0GnzpYEgifT1blXIomrvGdfBE4LLMturNlXCLF0wRQNYdAUhulTGyfIh7k+5EHngHqGKISCD7NpeKuFzyuL7kvgEFwX2Cx4hqKUgAck9yyzKFKYcqsTKiQYUC5RKVkKb4pxe7JRwNzgaDEsxAyhq/GDlCLoqQ1sST7Aekpix9OZWYjjgHxJ20xxuOSCQupCdfot1U6fI3f3rHdcxkvQ4ybiu94Z+w4Mo6QImXVRFXVBGANMXudl3FKMTmt9wmTAkKl5jndtmFc73XA274/PDOZmwKOJX4JbzE4D3QCxYllIlew5F5NepCd4fCX8A4/iSwvFB6/BIiM5yVUGvjJRuswTlzKlktNIZIhucF2lrv4mHu5BmHPYTJQBMMBO1/3znpCKoCkD5X8+PyIe31MwOsy8Wgb9BEGl6RGZHLkeCF4kyXlASGZY2o1aXY3VzluhknmOrM6MyXerTweUfegRz+pJt1Z+G+MV3cDMzFBnM5DCL8AIz3hGbfQupgYXNTVTpAllBV300CR5qw1z+HPYkFvpjgHUSLZNW5aA43+tWuRg9KT4tUwpsVhQLKlmKMJ7IS3YMqAJDwLU/buzIST1n8+Vo6L6RiJmecJFCTZ0Tpo6QdDCJcsplbv3ovWrDIyJJMqQTpPCXCtZl2fPr+pZzxUew9m+jILs5sdJ4w2SeYBns15jmFcWbVYSLTAt4NGqsDOwaP3UhV0XZ43o9PsovEqqJukCkUdcnBqi7mFiV3e1u56isUy5O2Q5oCUw3+UOT9GlZghJOQK76U7a6Z6S7NqJfG7skBZqSj1LZdGghXOQe7nYaRHOPbWw6izXn+6gJS6DeHtybOpqf81lA61h02cDJNP8xyMaiqGsDdYAsz0DGg7ECXx8BEoWhui8Z6jdYIenTT2XwwAe2J+2631Opz5PleJ9ZlxbxeeGiSse+zaVRObauYS4W+ecT+PuY0/uo77Rz9NF4CsJs2gTN3av9DEwfV0mjvOyOWZsUIQTEJP1HZw97RG5A8dJo1BEQV2wmRvJkUxllVj97pfWSzV3zJKBDwpkw/HAALOGqUTpN6Gmf5lyaiUDUEBB0WtUq5Wkxwzoi0IZjVXejGVUuOHuZG9GN3SiX207UB98vYJh0qyZ6Gw4TMASmxaDL8eor0HM93Oit17oXum3OjEWPYc/znFLtboLOngaohaBVfuuQikH5jFIQQdJqcv83fcaDaHV/IxYftGD71Hm3PHZ8Nhpz6m6OAKBeanWcRdo8M+4njM3rIqWufmHsfbr3V+XlrEWfUNBlGQo/DnHNBXyW0RvHCa6Z6euVkAJl20XazEYX0HI+lMQ2A+VE3YLRB+SnTImooV2IRB4z7liwmeT/FyNoKZ59Zko06XysTLrq+0YJdKJD8dzCWfnXhNDNZvYnrxjJX+MA1SB+gv9mEthGXRmnoZJOCd8x1rIkfOyBrXJw1E6l26Bo2WUzdZEyOF3O/4kBLgbNN5db2sWPnPoWkVtl0vYHcts0jHcB00kH7wLxEkxBvSZahVFKZWJAYH73jlZ3zjL/2RWUPHBXbXdasETFcnkuGtrD7cyGbDenV+Dik6Z5n1jcPtFzk9msP3yP9NdV0mUPNj7odxpHWfvQ+75y5/dE1NHGiHqh3srFGI+3ls4s1SUGmm2zG0vA0d5vj53dt7MJNj1s/fDS9sNDKnTCG0rLSBmF3nWVaZLEU0xblphtjrGhow+Jycy8yAGjVKGX4WliMG0x3bqfvTBd+ClxA+wprLyy7ADdN07jWux0tp2baky17X7lOKwzQwxUusg4wj1ecRKusS43iJZ1giM/U5KRN1BmQjDMJW0Rnubvge6ymNHe641+Yp0Tk7WzWt1kxcGGqvtQOv7USRJpazTMNaHKPqkNNFJDNrFqUGyERP5+d1aTndEOpGWWsWtkhvnd+GZvWuoI0uh6KE9GQ/RLmMHbIqaoAIhD83iHB+sPPEPLwyu97bomToJiHfW1kQ1PFu1iWRxoeeJfPzBUnLfuPUjrPh3+1ODBVJamqGfozqg+xH4j5mfUjgbCan6BV2Y/Bq8pLKpudA/toJICdM/4SvbpVMqUlOzlT55ECczZwaE+EWjLrqe0SdmZta272tUWg2Cjy3QIX5FH9l9mOmmUscxLk1Ee3ZeFYmGocK91yPi7Fu9KFTt2YajWj9fCnSNHrY9rbBtt95M8VaMVoUEWEmPv7vZCd665ASlUKYD/gphFCqyW73xg/MUugezBDarjJ0vomdlhgQgtzpz0488y5N6l3tbIV6IecZONMMqGucD92e9Qqe912OeO0rq9rpGnlqga2zlD2GyA9g7W/5dhH+Xny++AjT95zuwd6HnDK7t79iYL4wnGj2Y2IhiWj2fxdX2+sVv1geJtKLdID4KlVnKIZGaoTSPjBWsJumfwUA6340seychHYSUPfA+sw6ipnA8Nw7qgLIS9dDBeXwNU6yTCT3EvjiT2KCNuNuu3mhPNmYn/+31moG1+3XbL9u5P3af1wuOeeMTl9jPTI8TaTlGkFO5KbBznYAE6ZlVT17q/zZKU1fuZTGmyx8Ur3RWjBLZzAUE5l0X56shdq+vvea2Z7XMbfuu/EjKi2Disv5rkK3T7kXcrisgcTexCtX7X8gFpIbbjIuWfMC8gMKLraQavXbX2zaXfo6VX//d9y+DzO9eimAUpi5UIecr+wcJYnkuARgyisO6d5s+k4SDP8Uj8VMTd9cLmblmWDmk1ISxo366N36q8GRIuY9i9Y5VsMR6CTEtjnTnOezXCqB471vqL0YiE7LpRGzlM0cZdwYFufOPLPct2IkL0lXYhbmRE4yyG+z/xy7HK7NE2k/4fkh4aouK44tskBZhKcRU4gkyTL3cAYWOosapTQHAX+weEYdQu5yqz53+2KmZQBoLSRnK+s7a6WzKgtqaJu9lHgJU6WgxVJi03U2NOCLFAzwUEvnK+8WAf3m06LWt/9r1CmZLR/6UGOIjA90EeocQ3sNRiyXGS9HL8aV1FTx2l6MZV0FUnuv8SxKolSKbwML3Wrts7uKNkclUyaynfTy2/nsXgDufcV9FI14fvEi1Y2YkJDwOSOxrLDX3W2s6XgoSU1m+pyJbIHPX3HcCtnIqJVH046OmQq+VKFlQseYFAFiQ4+G1B9xmwxG2157SH0UQa3/gdB95RK5U6xNZwAsAeajuHpho9PpS778FHccMzvuT66hzA9PlhlZk+w5zZk+g5DM8GImGxaT7/7GX3srqEk21EWGkhV6HAyr7Bs8QEuoHE8ZHUtIyE0StpurE4h9PDG0/jO8cca3fsGienS2EtbrG2k7IDE+KESAsW4T3fwMjzs+MdUNwtGrqlwObgNSWKEhYPPM/yzcubq9gd51CLjHvIynG/MFC3kqgmdCFALdNXVIIVAagdfBItdiydYKsbaWO53u6MileOP3L/Oi3nrPb+7A8zvO6sTdiMG8RSy6jAgtJgSQqmCkNFvFKqeYx0/YD9+U1Uw4y+tq6s4Ty3Bh+0sqq0oPNXiGVb4sT66tJ+uzSWTm7zCZvaQ94yHonB0ehTYX0jS+BqsS5WJxHnInsVUfRa43uktf8LKFJ5g4zQKMxaSfLLN27EvfnTd3qPdHxkwEGTYAM1zBsd52QYaBsFoYolboOfSAVirsGBh2xtL1edE1ONzYjZkmu85HZqq02y2PELe3s902U63PvWa5EpTSaCjxtAh2ptkDZsrDYHgv69JeTTejuDpmPaogGixcTvYHxslvGdDrDOyNUqf8fPlGJbRoqEu65zd7Zq+T7/691D85TjUwbrPwvU8dJ+DEt/6POx2POLFCygC8TRKqY+ISSye2qFNBNm1kvKFSA4h28VPeEEpZq1NJPIDkvRJIrhtnub9VnAoYRakfpPI/i36d1dm/prwNW3Mr3TZ3zOrqz3lvn6V/qsNspf5FZDBuomZtT33deN4pNzZ5sGf0N+oxazhFOhBpwg1LTdV9Q9JXJoOd16WfBHsgB7chDMisMlM8dJNkqFMe7U61GumyuQ3N5l4c0wVsjVyuUZ78Mn02ww8y22vtierYv87rktCOO36GBBhS+BXJlC2kSfw16NOblF86fZJpqFOItirtZhBR8CJDxXBIaVbMk0BXXlisLJH5+KKJ4GraKspXWaiAkXjAjOLjcaP16elfdnJ4rBWSze75UbNwxs+8MRbTSiu/iBpEiRZStTG78lmM1D+nzrujMf8pigG/AnSt8gOMRBGw1F0kZ4/CZIWtJI4ay8ugzS7/haw+R9j6TDmnc6qOk22L+ebVv1Zvn9MgdK+CINvtCh0gb0U0m2fzfYTVOcbxQdvcQXd82345U943DPS72dmP0gYotjycfG3BItJSoDOoW+YivTAOwdE2lLv1+gC3l9FzKeKcbkAlzFxZBS+ygL3mE00fFQo1+js2D+Zi4Ne86ed1jyzpM6iwF/GBzXBRsC3MJQ4WI4leezRZOmW9s9HhEBMLHuMTTaRGaZDW2UY50mA4irbfLP5O59/+5N84Y2uBRmvieB4PiNnSOjAtEpEeVrOVXrs3HZevD9QZKhuP/u9XW3HQHiXmoPmjUja1Ph4kvnMeXHWySd3rSJUbEGmajrtMRyDhrJ6+G2EZBJbLwDHOnvD2G4j6z8ymX6MmLfoFdykJk+Zw3OjW6wuspe7b/XXMh2m/4bL/aNbX1021+tOsWr1gX+vrv9N9wUS32d75MLf24qqfOeeGiyA3+okPqncSpxKhJAKo1A3LH+sklxn8RVQ8P7/S+AwrwUy2Z3BJ0DdNTBoEEFNlxSl1RxvlRv0G6cSPO8W687zMuLoA133KWVgjOz/iSFwgSDcbOvTKuXd+kBlcazqMM+YRApq1kjufRsnTciPrrkzVI7Py63eYmHae+tX3UrOOphFTt2rupebWZHd86WmN1AdJpqcQSmJcA3xfCxtrBoXbYDIVmgzIMK67BBj2qFOKqh13PJvdwuwyVAXywBt1PJ9oi2yWNROSzM6GClHiGrrMnnwg01MXVQRpmf2RD/8Pk8BKFvsrG91m1UyGyZZ1Gv7tkRD2/YhqJZme5TUJeYvvNCbn9nxIfjyhNpcuL9/tYn2LcJq3z2bDj0Fgp6iDg9lZSXfOMPQG0MX2u256l2b9aIIZ4/dsVP3JN4RvUQMsSbbBDF+Z3bqarBUbhaBYGHIT4u+8jKxolgJ2fcZaC67b4+T968naLGaSr5Aqis4aSnRt6/rl+tb9dbCjfk5//21/3/faHh0z5To5hbS45ev/BT3UR2FxFhjsJN9pdnIxYzLw89HwxvPzhUL+JSnZ1znPovYqdsxZQowQQtvrax1/bahU8EiLHMWYha7sTjOTYVoWs0oi2Q5h80ZD0siRaVAfMYeqWHLmPCLFZtHzCrW4m2yZpV90zeLeXPjGGU/mC8jxBplO5soHvgo1tnL8jji7cneLAc/aL+miRiEtpILji2I5DGV7zmlpDztbT/2zEyHMB64ixyioGF3EXQmNV1zrNPzAjwkXciZBRPoYRrrCUZNoLqMaL1BIfb9b42f1qbKXU9ZJSpt1F/hiNZMF7/6faVwcaXvt4Y7m3LHvt0AAJVoARiKblXkWJpKjDxXFzkKWAK+PlFzeEyzGPqgHNpJBCIflzPfmS34adYHnwcZFPJ97AQJdZR8Wn9b0vt+NMzPJSafwIGLsZK1jLRcTxuI7WLuiThd9UoQftMNTIBMdnbRUh67MgSmhS84SHSxnuga0JlJerzPTzgvafsSsjoYHJiMSaCxInXI6FPlZ5OGYTWc5B9ZCIwOHYv0EntmbRHeex75XfyLouDaJQlyfSAfzECvzQ+LW16nDI5fCkbdjYaahUtyOOyVCiwjPwEzO5HGZAUyEAybdnFn0sG8wE9+hEusXq2tDNMJoEeNEuFHKxt3AP47Ec1AHUi1wSfTDgkfUwC7n4qt+QwfPxfxTbOKL8PMS+TQrXrO5URmZiOdXv3xNleofN9i+CwVWVx92Z0d+irlxo5VUSitpmizRZ6REvFjLoubvOfFpLCg1hy7XliBcJuA465aJu9Uy4SOGxr9gpxtwx0XYRNEkPWOTDtWgeaVpymblgP/KSZswNqFD6UP0noek5mwWS532kdnDd1z2WJhpNXkYTThXtykc0Q0wQmDeU74MzlErIVSvVXou6twbTZRhNzkunQkYsAQhiBkV0qbS23FK2ihmjBAW1NL6YfYwomjdISLjMcrTJ57AyAsw53IUm+rG6n9orqKIDtpRUWAuJgJEqlP3bOlu1fWdZXqA1Bf6mRQU+kGRHnSIHfx5P7966QJ9I2nD+LAAl1OgHF/10+wMvsQZGAgkKeca44JsZmsx7Kl36uNXG99gwDJyJiuFZgOuWsMpvoKJeLXo1LuryRNZ+I68HQszCViyMt2MTLGNQ2cY8HcCLB33EYRUajcJgfKW78pM/QdECFlGghbCizCfcAxCPQNOSoAoNmhU1iMIai14/eP6W3aB3Wzn2Yrk8i08QoN4SDzfGlBQxyLm+xf/oW+LYM4B4rjG2kToRThkFRmhuEkbB0m32dbf9j7iAmaBBaPQrzZu8RPizLroasqxusF5NA5wn9j1177jlhOrfzc4hgncPEIqoSW520WnBdKsG218dTzAp/veVO8pD7H5GShGd2Iq7aWjYYRE9fGQY5ZUEKd02TyaXNEKezQbaqIZCuueZjNYyMauOUgZAPVBKoXgunfopqXWro3j5KCV30pBn86jxIkfompvmsLQgJl2JdnRfJkWhltp3FpDqw894wuh6JpM5r2+32OdY/uxZ1CwYUmf0PMySsggJUYCqtr6lNTve2gjL+5f/bsGEz5ieDwiKgSjQ1zf8Ee6G1/JT3dbY/DI2zExk1QsRP4DQg1+9HeNIA7XKWn8iC8R+Ra0X4wksS/C9l+87Teb3t33SUE466tSFqVyjiCwK7VhP4LCRFwfEy3Xa7AgJifHWx7udp52z3bD9dK2VL9BOyYKbFSedSY7ca24VWx2iiNoImSnGJeapVTnIyKeftyNITQp9iZGl9AOhX5YwwX7WoutXCv9MbHbnYtB+q8t3ivg+qEYCuVxPfbLDfPgL7V+ps3Zv0f955iY6eVtFjMvdFL/eWSSAhlxWKXJsATFhz2I8mVBag0IMiIg4HdvMJtNfR5CBxCTYGrfEWOz6zGZilgr61fp2kglFxintNU9eyYcbjbj9QeqGTxox0YB/HXD0824eZaiIc1Eqf2Cg8vVLvyJDAMmQ2tA2PUWYDZJKK2pMSTYSRN8Qzvp7ro/5+IQrY8I+CUthZ2W2C5gFfyauLRHJCAq144ctONtx85MG363O9Lwq14B/0EWkTYgvRe8BOUcCVTdzkY2rm6vJ4WZyNCEmBCYPrGE3k8qcR550Y2C06octAHnbFF2t4UFI1xfROqrkwbtGCnwZba4iGaAmj8G3REYW71+IPXBai1S3+V72rUxNiS9NPXiJrFaivpbGswezXZnh3PLOUsxCczyGcamLPuGobOC0b5RL3ePXRs5dmZSCgW57Ap/qo1M/brpl1piJJVqUbamiCOi9p25+vx6ExFfiHd7xOt7vP4ZrpVUottIWLRWxC1w28C6/vc9Mf/6AYPPR0uBuVzdQs1PZ/8HhR4AnzHEw1npRF9KM9lzqWvvRJJJDLSbxXe3WxU3tXmpKssztpjlncU4HJqvL/+5xl5myAdge6zt+Jnp5e1nwZBUPpy5YCr0PGo44WThsZgRYhjdj2atA/EM++3ehLmAgsFpbBo6IfskhAVH7vHe/eKDb3dSwEmC2M2iJrY6+iLTSz6iozBNizl0HvWrJsllGGmePv+G2fdr3q9rvPH9sTMR17DthJhJswLptHE53HRqa0w5eBQ8UjaYoyh7wiRFoTF0aWOBLLmn/aet/s3vs4XIMjwQHQ4eGkutlhckA2bah2DH9ZPojsudAGMPRlJ5SyUPWiZ4z0sycgj3Z1wJ86LBp2X6+2uUwi+I6yPFwKyNMt4klhgLJ8JQJ8RM+QMtLmYhOOBrDb+55WalFZZBQ+jSVKIw5DBZnVg6sjJv37cBhC9QEeHc4Sh2gyYJQgNmel+qHuJ4L4rjGPpjiBVKkpK2lDb+/n2BJYtxokmTNZmzzTh6irbzFdET/5RmYb0SD3cXl24hmU6GkUSaE2Qm2xPZ0uxkNLtUSTfiLkmOHcJOzDyZpRUG/xUGPklf9p5YR1lnrNjqnVmLA2RCp8Cxakd5DTn/2sELfAZ7I4M/J0MB0b2YkIiZefRFCvoO/WL751DXl4bDi6WBhR+zmIZP+QbrXTpPJv1KHJfqE/7Z9vx0OeHbE5FI/SfZx0LS3+Uot5Dx/q10/ko5GQrXQpxp8kx/xRV+y+D/I0QhSS8TvDAzl4WCOhQxOIjcKLIqORedp4LWodMCzmTQTpwCorvor35Qf+T9cuiJTYxE/iAp++pbxovGTT5+3K80njSuNL5spvS7z8PvRZ8Tl0xW0NzPSL5f747cAF8u8xHF6TrxQ4RPGUFiTaMOCN2IaUU+Br1750b/pWRrOE0Q6Fsgu4TYkAYBre9Mxvc/wKbYKxWXfmDmJvmPfsknykOcXJodsZqAySCgWowXEHbNH5g5f8voqVGWZbO6PEam9C0mTjtuDjUZH+LG7CEnzUy6qGYXbdKRxuetxthYGkRuO0kT1XYlFd2C/ysGTxmUMpmj8tn9D8xVXIBqfMIjcCbBmt3EkkdEVtogBb77IgV+X6BD3eagHZ4Cc675ySVSzQtePQT833dHXSdSgTsgjPEzqlriO53cGrA4Am0jYw1sK1a4T0EzWgC173HgesugLbZHavVO3fyNGOlEmaj/KB+CmXrXZloZuxtf8DrdbnOEKpkJyCDWtClcgC0sMzNQBD+DYrPETZagB+oD9hTuhHxZn9CBcC8TWZC1n4duZ/LxWHf9s7GQUCeZTQftOCjw2U1/8rEpkIBb9Aux4iiv0g8EKJOPRO1d2z8H6kndnO13trCgUGuJ+md8LHD4t6h6ilNfTUzQLJfq0fLYWIxN7zie6EDn/IDMBFkffBmv3vrT1CTr0WhToFoE7lMPxrXVObHqCZjDIqHaiebgVLIAhxyLEUM9wEzW9hL3uSn6mx3U7Ssgvy0diDyDnQ5DgStbxtsK4hLAm4BGZ+dAbL0CI92gP2bpDgFvarI7YFPfw0j6p0r1gmfL0j+knvvPGK6eos6v2uLT41dTc/8ftS62g+WAJz/S3T4kM/EgeMrv2+BEY6b/frPgwUdJ0MHBJ2veGDHfYHRbHlICoOL3kFL2s/7sx1xFOIiiz3jREUuoBtsUF2l4FNOlBsdmw4lqo9N/v1Vs1yOLjffgZzKxfrBOONIe/SAnQ3kDIFK4dsCzBQ2ndZY18JgwPAD1/BhemEGiXKMvwW8gHynXNva7U8tBOV/YTAFi7iwM9BPScBbJexn8ImMAABUaSURBVJp3M8BCwXLoJkOb5sG/OxVahkI2TkUbH/pr15AJFuLkowiqzbgFOgqARYckLxsBHtAhvbAiOq/HZXvcvGUMjqVP5b9yNWlUMGcA1uICxexQzDgsxMXAL5AZEP7Z113z5Wec8zfsdmePUw6+fpMCth9c87N1d+RZ+2wSFJn8wimwXq/z+hR6fwbz/Bj6y48IgpTqJ6mUDOagPFzozVPab6xKJ9hqRf6rzOsTOgeg0OxLzvcHPn8bB+kyUFWNQqfYqdd/xWT44dsHlkwvCSDgxyvz7cwtJfghPAxwdl5S2D4V3VwBogj1EwQjK+/5db/ARxvXledD4XpH6ICYai5ilp3mPAtYfh6S0kkBMhBcTSExD2vAQNz8oCrCS0p8197dBF2hBozvGUptYkBynMu4O6bpvesM/BnYDcODynuqgJpNW9cE/pZJXNkBlGuW1Q5jA9sFqXaSSDljOU+op1z1ga9eulGJVCH3NDQNylPXxmf/25nU98b9yDvHgmqWUPo/gZH+FQZADApUiyD7kpvupW1YPXC/55CDT1jWMo2T5+IQSZzNc755Zr0F7PEPu0m64CcIxXInViZmbvFTraDXsK5PHaVO+oYkicB6p2iCLHWNIobYdsmPPadQ9NwZ4AmQQM4MO83CSKyPLACKBT+B/mKg/fyadImVSGwN5XGsH0lVBsE4NP+ESf0L13jzcZA8FyNV5/+aCfB0tVMjmXaSReiw1GlsCtg1oRo7yX1IJYeCDg6VHoBQdlQ+hOxLKhbyXoGxPfVv51levJcwkyGCXWVmp8JcjjXOe5LPUnORcgrTIDLXsrBUa4L0ObFxppFcT1q1sc9VxVChLzr8h95sDVmVvvQ2JoaaXqdCqt8YUQdjVBhkfSuoYucyRAL/W8i8NvlTeB/7oQjtpCkmVyuJUNmo8WXrJONHwvxNBzL5gaPIGsmPg6YkUh5zt/PwD//+VDKTQo7Asm62CgGEFR69ygpS7tMAIOnYwlZ8p8RCC6xBv+3HTPoZBYFZkY6l5C1FqXMcNxUTvoSqd41IdvJs/CewzBMKgT0BrWrdDU31yupYSESKojHsST58d32wO+D5qUpHMWbMaZWkkIyDOzhpUg+TNyhRqmzvUMWkV3cKplKKBenq4Hjk0ojNW0lIVrSsdST4GUc+pD9yyT9wjsdsV2W1k7FhKPRDq9otfTBa7HlhPeHpbp/dLYw2CaYvRMNRnE4BSflTCP5TmOJP2KKLq9CWLXLV77CDPpOYlOTLjHQrp44C8xVWD6BzjTrxSRZ7RB5HK1uPG8SUgTBlQP+0JRpvs7WXYPu9bTygHu8OW9ZEYD6S1eCc/ahS8UxwSTWIIQFQa+ZHTHCfMjnl9ZHERDlOw37q3A6iyYJqyag/UtukhlNfN/uC7W8V2RD47nISBk1r/iY3bsfBp+7tqZRMr1BpcjItek+idlIC6shVFLjEPh50p0EoyWVmRql9U/SJ1lCyFOl1kM5kgKAi6jhOAoIS6gkIfcKYyCg0HaRrFAhYP/fxyKZJnjXJ/Wyk8afNgvOrdlr4ny3hHOQ1WL9kIGDi/863OWgG47AemmhcLLnhr4bC7NOy61OmI35WMd4IOejuqK1zmxrw3lWL2MFCl0J/VxAEqi/1Lrlo0i5U1kfGJVU/pByRWVb0d76mdRYUIqTIBjlkjfxIp7y9xapyCu5+ccY0Jy6Zc7Va2i0FiQdQNFHgdUKPBPSu9YxYAb+S3llUI0VMHISZ2A15pBAJGz1vze4VGEnp9BNIqUmugeOX9445Q0cP+cYj0w0U9E6Ujm53o/qFLTKmZmCme3Z65Tzf4fYfXTP7zJ+q+X6SuGdj352gWNRFJpdrqHQfM9H8GBrchC5IIecT6CRz95Tow0PL3aBoFZjJ0tN2x1uIAUBk1qADgEK22dDf0JEPWBt/4blKN3efJl78fGR7q/2sOBKb//s7DEj3TzWdT79k0qz/wETLtgjynXBq6lKrVTi/7Hqdb1H1WiQYoivY2rjiDRkipGocpNGH8j+JAa00E/oNSLFW9aC4stmmc1E9smc5EqwBPCId8sD/NcAtkVrQnGoVzfJPaioR890PokUiTa0UvXbJBJ4JK17sU0iOcqGZ+QiRcA0qT0NvmEsqtS2vKqRVMY0mI21FTzZMUAdrpIZa8JNeqrmjgnNfKB9JaRSK/q4ur6gQd9ILETrVjKRHPuiDH4w8x74XHXXrvje71PY24tUyFtkbuJE+obNv8ChX6Eheqt5u11HC6AMZ9oXqceBn5Th8XRajWkg3GI4yYWc/Y9ZcBQuOosJmPc2S51y/hUOk7TteKzFhCL56GJug6yXdqEuZFYorR+VOOVoeWkjM/EWk6F9JVTnJQcEz380lTmsGRmkHMeawYjdBxOOxNlGRsqCgRhUKcZYMYaEp4yEgYdM7B6UnqYmriuoXMP5IQvMy49y+dU1wYmkAB216ZgQbSKs5QKToKjiuJc7LK1uCDb+m5Ow3XP/rCf9Cu5dGwSSlye270Q48wE7J43C/lqHcK/PrQSOIznuOdx7hNIn6MY0eP0OXzXCv6vjzetET4OzZSaM/gx7kURj4NhBWZlo6XrVirZSqMyLqTMDANGO4sNXNyfLUb5mzjd6yTYG2ukciHAULmmkSNWO33C44rU7VVLtmvsr5bnNLJzFAJCHuqGxpMG7Gi2E2RO2Ddtn1ApUqHE6cpGLSYIR4K1Q0IIj7EifHaBjB1H0GyYyUt0aFXBrl/r2+K0IS/SBNzIBwV8cBv0Y6ee+FZdZZQF1coP8W6b/1JEvWKlGwJmtuLx9Jx+r1nWg833eucc+Wvs709P3Ctt8uRK2kEBSas3lkcoK0cq73GOs60mQUzU0xemImvQ7S1Pe8yOhkILCFuWytJG1hCCdCtVSYE+hhjip3g2dtzX1IrWw9dT2kWYThAvyJ1GwjBxqN9ljDLP95h/PpvLoH+xB6cwztBY3M1K9LlXKt4kVeBTXqDK7TMYQ1dWETKr+rjCkSSNABmS3wfI6bUpS3/HFa/4hxYBph3Fl1GPq9cwY0vAIzgRmPlFP6hIAhF7DYPSTSBWmUfhOFw/MCPxFGyOKiUs1PhEZHTnbbq0d+1hM7oSY725zRmb+7ijvqGtWprwF6eE0LZ/jhGgNGfiWBHhI1YcNZtK7ipYHy4vjead66EQMwy1IZT/GCyqvJVEhL2AYZYCFiLoG4qECBw5oLiKvMpXB2oop4TRbyHTzPCAVe2jrUeo5dliaENOHsEnSTcYmiUbkD5cCpOYV8q/fsYTfURTFFNKYURVMQ3bzSNPQyH4h7kodgYIQjMVlsGcUUP6BurOtRfCwll8ghIgFplNlcMWDXDAxkkVNVU4kympmQc4Wm2p98+jTWpQ/QJHVt6UsxBS+ti5TxbKhGQXV74Io59yN8U48oQP+ISz3aXPjLJ+zbe86TkNoHeIxD7HJQUX2IU5/EIbbj1NlZEjqNUhHfkJuFyBBZiFjjmAW2UvcuwANsreVJCYf4pvo45rmYOODd6lpM5IRcWs8+DMotMEhAmbUV8s7xM8aLrM13bX7hlXYc18MRSbE11mLAjoVITmoZmTB1/QhozYiyUxGfsVQiywj6cAhvh9uY0fWtxmSv+RIQlGLPYJqIYGBgSllneKzjCOj1VKWdmgQunGhUWFj3JOB8VaEgEiEtw0BC06XaniGT2aLoUgvY4nlX9B2/a50pzDoxkn3W/qUPuOVw/ucYdloTMdGkgOc7ZFTjeM2E/23WEPWrgiwW0qoAItnPHsR+va1O8d1r33FmEsHzDqiP3q0X42IYOW7VS9orzMRk2qLWZOkl1b9l9KPyqfq71DabdKj1gE6g9uJN/nG/v/ASo44//E/xvVBDyq43bNVvqYEUS1ZdIGvhQ7VROJKdqbX+6iJH2kgHzdRt7gkGw+Ofugrz4HdFeqRKyU5YQyTUN2LyFt/2GgcidmAgJA86EhHwAcf5sJykLHWsCAam4hh7l3EfACct35vFdg+4j1xlw2IDxcSVvKTCqUgzW/ud6tLuW/eodyO7bnSfvLRRXVtbhBtMD6yghMKqPpLKuvDrtkD0hf1tIYuFtHoCAJG73vERf8mzfg8bURMTcb3YzcpFRtsFJNV11lPXGfwzdLQQkC7DBJjBxVQMNiQLVLADi60G2VHSRWuGPNBW4IuZDZkhgFPBnFZaIcXIA3FIN1HulSKlJaFgKBhGJneNzn6T4Z4oeDvgYSbyh3GUcjxbG7qjyHqkj2WiPNyKnH2upTWjnksS56ia7kv3x2RhVV4mKmphoaQyv1E3GOcrNWS5JOsjGIlCY5FrqI/U7qoahZB+j+pGTst5vgeSaRdSPvgyrUxfs/WhMndkE11pCVmBudupYmV7wiCUle88A1MF1Wy9KAaxKmvId6KXBt5RNS7HIBZ7Iir0l5cGdYGPMt2D3KO8esGTaXBaQ4ddtKMO5jCdOkqNL/idY/WysYaWSThe0kY1gVHrrARiTUixgzwQuG980R0cZZOEl6WzyQNKtbXwx9wDtbAcioOj2qWqi4R6h0pnK/ZRaCyvj6SyLt+/dtQEPiUUYnj1UgUuROVCq+OX/TgeInaB4MtgjEE9hho0gdY0w/CcwbI0w0A9x+DDj2LVtaOeZBhTlom0FcMwmGDvXOXUwEIthB24Eb7ns77ic34Mm1eaGIqX+AmmEoPxIHzoSx4xG++tAUHf6bf+i7dH1iSRnnPmKtcXID8SiDUqUd5EjsjQQIRKhDUzbajGsUqzrgbtMA/B+n6mthz1oDmynnq/E9mBaCuBr+ZrEfk3jLn1G//sw+URL3ArZLCPCaKZcS2DgMajIpalYqn14/usBOBzf6D2B2V/a3c+wJ+d+2ugv3lILrX4Xjy0y++vHKHftZ82vW3+qff3bce/svNuH/qM3N/mDP+S+fVZ6yKlSqxCvme8/4r13VdpEguiuJZESWPr+uV6v6r5cZdz2e0hTvq77ykz7UHG++tZ6V8mYSuMW75YiHRoxiTrE4HKKzTaAYoqO4/xWykEPXM6RobcWamERKUUCD0Julm/yx4X+q5/nQM9wkmSPmIaa95GGjIp4cTOKIrgOnXWalLjlGO2jiBdwZy/nDnxZhRkraFhJ9yC3t91SrzL/f+wmInM2dXg8/BKdSxtlWT4Y7DEMVjk7uMsDcYpO3MOgzTrKHwvmTmHKsjWHUdQqAwOKqBzBl1MDk1JrO9xw7DOWo7JBUbKtpk8UOWcKipclR/kpH6OMvocA/2Gk7rPHTeu4jdqgHcNg7mNs41CtHShBiP+XBLsB9PeWx/4vlBqdPqXoMl6Y5i+xhI/uMBgkdWP7NFMWb0XYS7wDSyTDfO9jBSYna0+Bg1FRq1b9NJ7/dHWrmX0+RQ1qcBWYPS2+rzzO/ujUiKaPC8g+5Z5UOMyxSau8P0yU8lTL45WsZqwLkpqm4u/wJ80aD8wybR3hxfbXmQqlWYnajtyymCNikDdI4LBIciV9VWOLnsW5qowqMRMijLX2mpnHpU1TXM41rS0F2VhLQXirA/dxEFICvxYQAjxQeEUUuG0VtS2995uSY2w9a1Ulgfna7YJPWrMDzWgTmpI7CrE2SwF5aZpNPrrzA/9fB/8+gNm6nWB8PMm1+JWVqQoWjfpuIVoO06Lq4QalFkblHGglnB3DmGwAIUnG0mBX8aURhnRjBAcW/nQhuMwQIXXJ2euGK5vwNBA/pAMpeurYUFEdbOhPTbolLAnRSlQesdR1IiDGyHbJCZJQbx1DIJ1vF1ghKcck7ZTJ2h7TreddX3gq4NOuk3l7/OlSLUoBu3DdvBpoz+DXWPuDlulan9J1qlwQX7CnE1MZrfiTHgr+Ib8MyYMRoSfzY8XWEMIQgyM9PQiziFBXQH0ovWVDVlS6JIkFLt+aGayZj/Fyol5trilKpb4VSItUN/cZxhenhGdoRCsVUIGN00hqhM7uL2RXApNsQFqhgJIfs9/BTHc5KUM49u89GiWcNr+oJulxA+aAu/08HP++OwsCYIFcD3SYQJJxwl5HSdCboxQnnGkEZHYbB1bTZ6sXYAvLTMR/sOCDEaTD4gXW2KBGILW5A6rKV9eUqxvgrcSjWNxxr5cd6Fq6cNO/5Q1WXM88azWOdWPtuB768vie+6QhQ3nVmiTHMSKhcMlIGucDcqtEu5TxX5XI1apSiButRC7zcQPW9X5eax4c7LoDdoBKDBQ8w5ApB27pGfiKGwURzB3NeM09YmQietkspOL4xLNkFJSNBtWpDYR4kVGcRGuUKQDGeDgqKd5+A8DmtBuG7HgwwjgUNgI9l5okMJ/HF/HsG7RezGWbXxGEDoRx7D2z4jj472tSqDvMmCgSb7LDKHo+Va/EfFh99UxcFgIB3e5P2IECWGi5A483PIoU4qHoJUav5W6UnXL3TPdpuC0xKyDdkAKDCTTAQn1crc5BjdqIGneZuuqO9V64kVjY27SDV0i1710qMwyq+GVYqCZi0U3cZMAYJZiEsZFEiWKrL1gMDGZa5kNGIsSTMH34FigTOk9YXmkTQjXwkZ8S1rlzYYcUYVP1fccr4PU4r3piEHy934HEdclvZ4XDKNt5na9gt+NnaTrpV7kdLtpx88SJ6gkbqudegXCzouFNABjY3noamLOPiENXwCcUuPmBszUp/0BtgNmOgCR3n0XaWN3HPMzmO6Lij9ZbAREgRaKTVYiTlRE5BTydHFHiUxF9L9CmpgCTFDkSJCX2DLMc6kG5kSvIaSIJMcKB9siUWAgSRq3CzZxmGRZSBBeFw+0TZ8nYjYMqEvVHTYhUbzhehcY4T9pxObei7UOzDJoR0mBATMdJTVfOVePoW79qWsWF/0LZzwvbJR80pO8crHDNvCTwPMLAQl8keunIJikCalKbuJ7KWpekiLQfK21Xqp5BL46SUy+EwDBLqkeHOR6acwh1GBO4zAiJyqi8AGAuO1uia1JCpVOvLqdJGZ6Os5LrtyGiWDDQTtyCgyY6chJ+soJoa/GLfjct7AO1rEOdsacWSyDnU7DTdOyk0zUUMAissjR8tKCk8YRKUtkVWSkFg2jySnFqNeINMCVKk2Q5ZLLcsgPqGkQZq7XRZEk1W5jjCVSOyuVKum8tcCBeT+C9e2+rG82uFRnGjBSn6CD7YACAwoMKDCgwIACAwoMKDCgwIACAwoMKDCgwIACAwoMKDCgwIACAwoMKDCgwIACAwoMKDCgwIACp4AC/x+gAG56KOgIYwAAAABJRU5ErkJggg==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357" y="2513896"/>
            <a:ext cx="1929384" cy="19293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07009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Карточки и модальные окна</a:t>
            </a:r>
            <a:endParaRPr lang="en-US" sz="2700" dirty="0"/>
          </a:p>
        </p:txBody>
      </p:sp>
      <p:sp>
        <p:nvSpPr>
          <p:cNvPr id="13" name="Text 6"/>
          <p:cNvSpPr/>
          <p:nvPr/>
        </p:nvSpPr>
        <p:spPr>
          <a:xfrm>
            <a:off x="9126069" y="5773196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Открывайте подробные описания в модалках прямо из карточек, не покидая каталог</a:t>
            </a:r>
            <a:endParaRPr lang="en-US" sz="3000" dirty="0"/>
          </a:p>
        </p:txBody>
      </p:sp>
      <p:pic>
        <p:nvPicPr>
          <p:cNvPr id="14" name="Image 5" descr="data:image/png;base64,iVBORw0KGgoAAAANSUhEUgAAANMAAADTCAYAAAAbBybZAAAAAXNSR0IArs4c6QAAAERlWElmTU0AKgAAAAgAAYdpAAQAAAABAAAAGgAAAAAAA6ABAAMAAAABAAEAAKACAAQAAAABAAAA06ADAAQAAAABAAAA0wAAAAAusBZhAABAAElEQVR4Ae29328cWXbnee+NiMwkk79FivrBkiiJJVVJ3W17tOt9dPlpAcMz2LHRjZ2xd4CBATewwMy/UKp/Yf00/bDY9aynFxJmB8YY9mNXP+2O11qMu0q/KYoSKUoUKf5KJvNHRNy7n3OTlCiKSSYlUpUk41aFIhkZERlx7j33nHvO+Z6jVNYyCmQUyCiQUSCjQEaBjAIZBTIKZBTIKJBRIKNARoGMAhkFMgpkFMgokFEgo0BGgYwCGQUyCmQUyCiQUSCjQEaBjAIZBTIKZBTIKJBRIKNARoGMAhkFMgpkFMgokFHg6FJAH91Xy95sdwo4+v8btqtafTWkVemhVtX+t2OisOhU92Wnvv3Kci+nlGbLWjMKvCVcszOy40eUAjfM4JXPiqbe0VnLhZ1BmnQaqztSpzqUMdakNtGhjlVqyrDQclENLU1O/n71iBJjX14r3Je7ZDc5fBT46veMnpwrxkF1MErVCef0gHVqQCvTr5xLrFFV43TFajentJ5askvCSBkz7dDTGTPtQJwj/dX0d4EOTxYDFQ2iu32GEneG9z2jtOxdrLUucbxktHuqnK0ZpeaOND324eUyNW8fiHh4bnEzGB6uFtb6uwrGVnqDOBjT2o45ZS5p506wghpUTp+AoWLeqaK1qvD3NH8/5LsHSqXT2oRLJlLLc3d+tnp43vvTPGkmmT4NndvjV8a6Qpuo7lyl3p/q6KQzdgy17hpMc9UpXeQhizBOJ1LKCkOh+tWRUl0cz7uUvQ4G+DzpVmuT7DNmggibW8ZMm6lxxD8Pl+bDSlehC0PDEFLmnFb6c1S5H8E8v806KWBtZFBV+Bq7HQf4V6x4A3zsRu1jPeV6nbNWBdFrjr844uTa8+tlzLRnkh22C24GCokkjBR3F/tNUh8xWo85bdjcBSx1w7xRD4zkXwwOgpGkyb/yF1JKYdWDyRyLJ231SqpVuefSTZtPkU5FtZqpfEImpTJmatDh6P57TQW9pcXOpLfQmSb1U4HRF+CPHyGEvoBXTvHifTu9POwUsZ7qhtngLp1a5SpY+ZQ2rjMN9ZSqBVNcn6l8ECFjpp1G0hH47sxiR1gP0g6Us14scsOobBfhhGsw0o95vQLMUmhIou1fFtUugpG6+bYDSZUTnoKXCiiA3YisEKFV4rvp7a8+XkczZjqS/c1wV7eMur5oVpYrxTDVQ9rZM8aqS1br87DDCFJG1Lt1lW4nImh4UOUam9cF6zBigISK+KvMymplYOw/LsWhrnSvRJWZmT+scFevH+5016P4XXAUXyp7Jx2OjnZGodX5MFEnrTd966tImKvQ5gIqnqh3PR9AJ5ZN8Ik2AdwawrL+D6Nc3sRJLo7StPpbc2U1+b+L4eLYtUwyHcUuv3bVrNTquXqay+ec7Q+0PY+t+0e86mUYahB1TdS2D2gOtU5M6A5JpVH1XIoQiqxzYsC4Y42tq+nKLDdOPuDmh/6SjJkOfRe+/wLYvXO2muvOmXqvDsMz+IvOoZJd4swLCJMCe9Y/H9K8yifXs9kCDCRMI2OoC+dvzaRmeTBZfqmu/HVpvrYQq8mn+KluHBsplTHTh4ypNr/GrQbdLow/U0FwHq3sijLqHApZP48tjCDrH1kHfWTDJSUOXusG2GM2N0vsa0mADhhXZvp07lXf6PnZycnjE8+XMdNHDqn2u5yVjLnFesieI6rhJ1q7MVSycwz0PhhLLHeyTt4HZnIslWAmrVk/OaImbA3pJ1bzTiLPH/IjeiWMFvmtYxMcmzFT+3HDBz4Rg/v6LwK1/HfGJrafQY408gaHi6xxCAPSfTBSfpebN7PCcel7TRhSzOWiMiKYtCXqPI/pvBcG1ioNVkzNTavr/1BRtydQ9X7KdrStfJk1770xcjgPdJ+9ONAb954upBXvR2JQf4nl7XOYaoihXnQag8HOfsWE72OuYZ1DxIP2RgSEjLiVuAMH17dtCCRfqVRYhZMjuCzFBO+c0WFhbSnfeSIN+zsm41LplxJJcWRbJpmOSNd2dOT7ktSOGqMv4QMCHouxQeuT7HthqBwLHCZO4YntG+wA47g619TkDFRCYvWQN2IClyiIBjM1mXyF31iPoUqi6hWcdTWEEPwkktD1AjAcL3WV8D+pNbn3UW0ZMx2NnsVKbfpYCV2wVv8OA/kC2wgMIY5ZTNky1v2Ab/q2nJsII7Evc7r8J2MjgJFySBz5uwkjvbmlqHuFhgwzCCeX59o+GBnVT61FqX7+5swj+iFjpkPbsc70X7zVrU29W8dhd6rs56z+LzKAzzGQTzKoxSkr/QsncfT9JgdF7RKYBWqdnuHAC4wJLzhdo6LBDC4PDwqTDnGIexI9jseW82W9JNvWJlxLcx18EOuh/MYqfihCjnS9/9L/yXoqWQryuaWjGBybMZP0/WFsGBvcQhdGhdwZF7gzrFAuI1UuwAafwT5Az0UieWZq8nacrbxKV2bglxn3T5xz9zh6D+UOt5GVdRbWOnVWWc3ai7g8b8DAcYva1+Sm64dhQm16YL6Q54i5XwyTBtwb527uCXiolBOPXHBsxkw7j4q2/Xb0dS5Y0kGfStJzDNYrDPTLAqnggYGgi4XNO1i3kx7r70SknnI1rluFqxYY9BNYDP4/pyr/j0sDIo5yPZFLe1NnYCRUPaWRTm4jdZGofDuofTrnGUkpiTYPYXTONQIyLCqXpjromF9/iCO1y5jpUHXnOuw8dCTh6ugBG3EOdewiPqUrqGEjMASQc89IzSSHqF0wkd+qDPh5pM80f0+zLnoMMz6PVtfmnSto3VWoqCAuKxshZVw/UosoB7H2qQHOO4H1W9RIYVb48T2VT45vMLIwEUEZ/BKcBB6qlOikPHTxr3iKqHSU8FAZM9HTh6WNAfJbioOeMIxPGJcOE293iUE6xvMDP1f9mBgY4F4iNXslNC2dICkSGKTM8AYtqx/AIPdhygmTuvm5YqePqxsI62s5lU+xl7+EK5AoXKXcMkx0UbiHJj4rxo9m82sof/D9f4BwbIOHSo0pcvUzVatPcc2RUPkyZnq/99v2SKkUhK7D9WprTjPLj/KgF2EgYSaBn4s02i1USFhCmKUGU63CJDPIqIdc+w9G6cVqpBfU+FP53i5cP52q5YXaKQLM6+I2MmqFc5dB6KK5CXxdDwpTwWBiPt+hERSL0gjToXraN3goVMpuBBXm9/DI4KEyZtphGLTHV8z6Y38RDZf6gJ3P9RsXnUZVuiC+JMwEozyjwCnEcrZrg2nE/L0CCyzCADNELDzl2LMgMVM1V6n2uIHKqvoa4wBK322vCqrC6K9KLpgCC4jZ3BCDToQ4jITviiQrFr+S4bPDl8RFbKLabeEtLylhcok0l6/dKTjQQzg4s4GHuvTL5Thwle7V7rXDjIfKmInubes29ndRd6W3q14sFE2SniYJAxEOEt2gv0Aq7AmXxCjHIeteMd4nGNCPWcQ8hjFnExOvFSod8czJSoKseqdNnniYDiwXqxHhd7GuvsLdNMHvgurAAmjUee6HKd4jdkPuj6HBO4e3MNTGLcW6J1mOvPFDVM5V/ialhM5FdT1TKVT49W/lCbyquXHVYdlnzNTmPTW0vBrFXWGXTe0JhvBZ1LSLyI0vER5XGYgSaNrZ6isweGtcP4uu94Drv0PVmsbQNruc61pTQ1NW3f7zhlTafMPbL9KFa1erI8tJrAuhq1niwp2rwDMkIhfm1ESiu2G4R5iD/8Ry16xth4fSERYRsfrdcSatqWtzL9WdZte39/GMmdqyfyRaAdg5yfQrU1Odgc6dYJCOGGcu8M0oj4xEwASOaGmhiU8HxyyCBesd12C5c48RBw9VGi4Q1L2oxv/YhxAp9fNtbnfDMrjr0/LNtZvpqVqI/mfLsdOr3KdIir1+lkTE/4lD1+fYE2baUPe2PKBX+dbxUOKL8hJIxqDHQxF2tDy4ks4eVjzUDrOIUC9rPwgFrp+Jhu2pfLC8UAxDc4rIhjGe4xrz/pfwzyif96LesS5xs6xtJrnuAdLkLkP9EdnEp9MoWu2s1Krl8n9qLQD12v+scytLxqQoiSyeAF+EiCNJswfMwgfICvN08BsbbC5/y7ZNQ77iGuZOWDS88QTUrjSMKC7JF3ReVXs7q2rprw+NypdJpm26+Yc+NDLbHy4HrzuCyBWpRXHSGCPm6B8zbi/DUGJs2AvsfI0BOsOgfcT1j1jzPHI2fU4Y0kJPpac+M1KJ1WyLb/ztr62ofMPz1TTfG6Zr9bSgjcHMrhaVJeMRQUjciWSVAhb0XLQhobb5Ac59Bw+lwEM55g3dCYM+ANGhBvMDi3h3YdTD0TJmaq9+8rN4OadygdVdzPn9pC45zSNeYIB9ASOJCZyIAhb6Teb79ddhGcJoRHzw9wqD9jkf7rHwv8fa63kShS9Wx//l0pKcvMXgsH59k11D5YP36mr2Rq37iwuuI8mXADKxDiO63Fv53FlhI1Q+WcttMNN2TyvfYS7fiodyfR4OZVUpXFt7jmpZU3eGeJev3l/PNXnKH+pwxkw/FOXf+90bDK7fMyzAjSunSJ/gPDP9qLL2CkxwlsHZzYAVk7KoRdsNzs13BOrglhnUy5w4QXmYcWLtngI4wkmbLuUUC/2Pbl/bvPtfcUFFqyYwCiadAnPR7YUTEevcXiaB0+hynTy7LCdka/7c1IVikuiT1SKVNy6i762lqIF9NYoFXJx73VH9m/mZmfaGcGTMRA+3STNqdDIcelUM405FRqFkFAfpTxiMl2CqESQLA5WYAZm23yxJmj45wav6JUaBaVyqj8TgwGVPMT+/IOK0sqD694GZlJtPy/Whzm5XW1axCdOpEH7BUlhijbbMI4rhowtGikQ8ykOza7ZGl+8ED4UxYwseKjW9QKMEDyVYqLbGQ2XMRA+1RSM919CrubCWT8EPFYh/C0YZfz+GeS4wICUOTszHDEYZd7s0p9ZguZec+whN7wE64WPm+6dzUz9FQ/PXy/j+yAZrj6vaXAPCUe4ZuaVMwYrK98IZQwyfJSZPn+WHYKgdGWnjOVD5PB5KMFCiAgIBETyUOzR4qIyZNrryB9531VRv2jE0hKnsJLOz5AE/h8GAkB3WTgrTVmP9sdNTriGJ8P/oNQbgE0TEY8wAMJN5StDOvE3KLORhgP1v3JNwiN6bdbVmvcpHBc/nhAk9QNUkFhczvpZAV1C/LeOhgNg7ByNhhT9EeKiMmfZ/cH3QHTts3JeE5gL1XD5Hqgjs4RwSSeohCS5J4u6aqUgbvwcTaYxf3pc0wXLjMajzR9ghnpu0YzmXqJo3OGycvc/7udrLeDBXXKvp/iSo1Z8HxD0RblTjXZYwhQCjt5JshUmhRTxUI0wpgg5YC9/FQxF7IebytguOzZhpnwfVh96Ookd9xjnWSe63sQ+fZxCygNfCTGIVE02JbUfBIkaHeU56hlQiHZAe1yZ+1JPG85MnllNFJMOHPltL143/m/q8usUg/03lzOXLulaHkYJgHjy9AA9x0Aoeili+xs1kYthpcgDh6ycQgmHBQ3kDxls8FBWkmDREjW2vljHTD9YfUu38d4qqutKlw3wxVelFArCFmc4xkCR3Qy+DT9Ct64PuPUaC33SdOLkG9BxfEnF2E1wnUeCPg8C9REdamZz811U1+Sle0quQDYZd/c9rQb60SNxRDHcVMYJ45C+SqYYqesJvejc8lPdZ8eASVeFTOotDN+EdwUMFHg/lUruqu/KldoHAZ8z0KcbZdr9x/XSQLCQDJgyBhUthZuolaTXKkDzFXhyzmJQ3GGm7G4gTyck6SCAMwCMo5Aw2iYR131E7aSa16XyvTevEC33yNtNfSQZqtpJTIc+YgIcKxBErz+vxUCJnabIOZPzthodCQjkruczFyUt9KEV9KAz8goeKorbCQ2XM5Pv10//jYeehG3AWq52xVxlflxgsowy0U4yVDUbaSRUSUSXpswROITF3T3GaPiTS5zcqrS93JcXa5LRPmPLpX+7O3WThq99bU9Pf1YZNnyx4GPvBMpa+JcQpj6rBQ7mPwUN1tCMeKmOmTzrUbgYjIyq3Gpbzy6bYE6bpCMrMRZgAx6w7w6Ng9fKm5N1g56JOSZiNrB2m2J4xYz/RgZ3uqkavpqf/pHKQxgZ+b5dGpMS33hKXRCM3SyovwbHlmjE5fNA4ZiWXnpi+sdgRjrQHPBScKHGJbYqHyphpl2Gxr18DO68Gy/06LpJDITlldTDG+uEic/V5nKrAzh3wcB+C0+xn4RnJKCRBpRImRP4G7e6jQt0jodCkseHraXS7dqrjNz18MRlYvg8eqtjAQ5ngMSKV0DsxTOjzvMs53kUqGK7joUT1a9p2xENVO1afE20vAVIHa2xp8ng7PXiTS7LDH0qBofxqlNYc6yH3GTMyBgcrJvCLLCZGuadYsHLsxWHZrIlqJ4wkFrIlzpwmfu++dfofMEMvsyBfVhM/zEBq9sDq9t+kC9f/sDIyOxGrfKLqmC0x2WN51ItIZQwSEp+ntuKhvAh6/54beCihk6R7lvpQG3goe8elYVVdv/gSlPAPwkxNHvr91zhcRzZXGDeBTWLjSD/gLJUjDUgc08mgXGLNT2o4U3cmwB0SdjszX8Wa248Dv+LCsOwmw2FS0ZMJi1xAqhtXybdzXPdTtm8gx9fsW3GC3iCh/h8GDKawWkz7sb2BklVfEC/3Bf4XKp7rMTphbBf68lvSNGsk95oPbA7HqPovxML93zoq/JdCuZZMDy8m6vbPxQezfr5c00Zt7H/Jn1KnesBD9dALp3DM/jesoa5DxX/CU0ok/MYmE4qMzZ3Gp0wqRHSoV7ysJM+8zTrqdpDY25SBX+1J4vrkJ64PdSQl0/BwtZDW0t6kJ9drrOmkTlGeYMy8tbhFTYh5tZ4mJkpNSvIdnUuSWi7ViU1MIZfaoJbUk5gYy1x6wqwmplxOq3F3ErxeSsIrpbRQvpX09l5N79y5xex3g37cmanGxn43mi097C4Vw+4gDbDUodZpoBROU8XPz8iYfndswhiodzLbWolNe8EYm0AlfIyKKEGsr7uEkcjorW73y3ntyUg8mBr5cVqffl4LU7OKRe61Cs0k60WsehbzPqnKOINNUjLn4SIxvsjWjKEI+AVl7LxjW2Y1ZkfxbYHcSvWLJZ2bHf3E9aGOJDOt9XcVyFTFuiQ8bV1yAutRF6oUaE6ds87W6Z26tqF0YC2l6gOZseukma8zS9bJkVg3UVjHgVpPY8pKuo66UVHNhLZeTfrrSajrdjGsX78+427fvsrg/Yb+bj6Al4I410GwJuKCcBp7nvteYo0jjISoU0WeZRfYOWcrHzQqEqdM4OsMs/B9Rs/3rDzILhS8np4eitW0l5rCTO3b1vFQVIBPKl2lNEDxI10yqZlD8FD2RzAHzKPBQ4Fr4i2gzYaE2u6dMJVbyaPOWovMR46EmohpG+DXsuYBaTTdam5APAOfDA91hJgJdeorIAzT3wWmkvSYALCqkyBRjfVHahORnoqFLh1EhQYhsGWvq/xdZYBWcQhWUbmqMJUkZ5QqDhzT1dToamDTqo1NFTd+NaGoVz1Yrb4sD9V6z1VskPvdNMjftOoVPW+41Xqzg/JTiJPqWh+GhpPw22fGuovokBc4zOZG/Qnr5zffeUYSlUZ8ShQPc2CT0kdI3DsqjEsmqJBt6GfCaIeg3fAQeCwEdfXVr+rdL0mlmdRXrbWvoH2ElCLrkeChPCPJJLMumYRSYlR/p8Fokn+C4Fip0SsmDUe1D6d66Wu8WhhoBA819rd1NdKRqm+/QrKLADu4dmSYqf/i1W43+ZLF/am+0KTnmKLFbwN8AXMzuQogJJ1jMDm7GFJL/aGYkJsYhhEpFENlciTY2Pq82EgpS40i41hs8Z1FkhmLmq9iEHBcZ+rVOInDwJChtJSkay7R3TgUDeqipTQLXkrHsgtVjFIspptuHsQcPAjzwthgfTRrg9a7VXxJEjojkIonMD1ZhcxLlYtL8VpHhXDyQ8JIWwYx68/8lRJ4qI51PJQGD2U/FA8F/0jEOZlnmT2xbC6BrZJYRdurVp6bZ6vzHWcOHg91ZJgJ+EyPCsxZCHqOGeoiXXeJqUwYSuLbcoxdYSTRx1kPiTcezZopHgn15jOzI3lGYB2HNOAc1jVS7EvO57z1dYucI9eToopjPpSHvz2Dcj+MVcKsGksHhZgbliqsHcLMqB+NBbaE1shCu9UmcIoZ4vXu83wPUVMfo5bOot6VYKTYGx2mW71VO533Uzuf/sUmPFQMHgrqezyUBg+FR0oBNmwdD9XB5cyNb/BQkEvlKVrdwEP1kOr5gMGFR4aZlA66GfqiInzJ4L3M/hKdwUaxLz6wvWkM6kbzRxui/60SwcE32gAst3Hu+kF/rSxj4ExOJDMqBcI2VEcnqpipYqVC9dCC48G44OsUocJLOAwyq/Esb2/75v5NPlDbiAXEDIPrHkDb741xs3FYeFm6/0crPlToUDKSvCtEbuChxG+m38VDIW0dsl6Dh0KrgFhCL1H5dmqY2FH7PHRjCx7KmHKUrB04pQ4xM92gPtHVbi+RYCRlky+p801ZFTsGxQGl6X66i9S8fhG7UyfsMLB3+EqYiTIrdKCwnjAJah2/J4y0sRcvf8MZuZmRdnqWxncOh6ZhdnbimHWP4UFR7aYQoXNMvit5F9QlIO/otK14KMz+ZFLi3YFgmM8gNWvOVvBQG1Pie3go6BjG1IeismFEfaj0QOpDHV5mwtjg10iodl4iUVaFwYdE0sJMEvfFzObD+A9qzPETMgPKuojQUoGU+1zfmlnV8tlQvtJhaZL8B8KUsnmJtvvzaJ/plHW6fsa9x2HVx1iPnwe2MJ/oqLKgIzFIHKXmtuChpoOAycmKcchhdMHyaT3iFjP6HvFQRNrK2hc6styVgNn0yUHhoQ4vM83NMZBtH7PXOTQAcYSOQXhhJNlkjSLSYjfVgFM+pnl1Qsy4G9mC+CgM4xkHlV0+yE5ai4zUOHOVy2R2vsfC4SFrtwnygU/Pn5yfb/iS/gcOH7Hm8VCyBv2m0g0eKngHD0V0iFQvJOHKOjGlX3fq23U8FHB/bXx9KMZGt1F46VMKFwR67iCod8iY6UY4MDbWSRBD0ZVNrzMh1jrUOmdljYTxQQ2y6pRsOKhfn6JtqBWeez72B8Vq5zdm0adMEk/4+zEel2eBVXNpFJSJbhCDxxFtfqEqM47tXP7LiusMG3ioIO0ihXMDD+VdFnoPeChhvQYeijHBnIQfUaUgJdVK7/mbaSGsloNK/+rMzD8VZ/hHt0PFTKOjvxcuxnMnUN5OqTQZgTpXEEBUzLNY7iRQlAw+jbRSH02YT30DRtEqXT/HZDDHsHqEPCOFsXsSWj1jVLJcqId10XeOQ5sdLMQDtXoDD5XaF1SQJ0ssMkWTukwstQ3xhMonqvUe8FAW94c2JSbdWmQSalbnntucFAvYn6xHh4qZVvMrURSnJ0CIXcA6BiM5VDvyJSh9ib1II8zfO4p/vm7PxviQKOqXWAKfoOKNo8c9xnP1JOgenJ9dSxP1ZPVw+pM+hNwbeKi5uarkNq9TaxTXHXgoS30orzj3ofLtEQ9FpInkHSSyhXvAkyan8cjjaRdbjvjxPrq1PzN99atwaG6ugJO04GrlQYzL56HAGG8u4ThYejzEu499Y77anSRcJrZtAND4kPgg/iLZ5HpZZ3nrnPTZ5mPrn+XYfjV+uuGn8nup4ufcU2bfh1gzJmxgXhidLM7+5r+HyY5bI1LiW+/XU+HIzVVH5nHBQzFPhkjsM2hsC/ADEchuA0S5A4H8unZd7ae2lAYCLy4MIl5wEs9S+02i1veltT0zCSPV4/hkVA9OovWi2pEGy8e1EZojcVxagwGScdlSkxOlHhAheSqhMyCqqaAaVvhbfIbgZXRIRlEscd46J/SRz8AG/N/7yUxiRJAMO8sMkCU6+LEYG3iXu4lOX+BsXOixZ38Q2DnP1DbtLR6K3tLANhohVUv0CdlqpTv8+rg1hpC00o2UzD1cj+vEdREtsc5oH//KMhO3daumYZ6w0yEkkoQGSTAkRb4k57a+ACklF5tEXbc6yKEhRtb1UpRchoh3C9xrlvvOMaCZ8YBWO8VxTVCpOGEJJRLJJRUb9rdxP0zgys3x4RlDZYLOeEgU+D0b6Ke5rt7Xk5NzR9jg0CIxBQ/VW650pJ+tEAe7RFwKIGIjMYqkf3aSK7B1GqHmoXcQKSHVDlU/tUWLlpRkLT7Jrqe1qWS6EY6MXI3WCvVIV6swUjDCgBbV7goD/BxEJPe2h3i3wkWocG/QqagKHhNEgKtP2CjobukUZjotmUNxsvqEj+LPEBgACFDZM3s50lU1FrwcFq2b/5gq/WduKnuulQMcl+/loxzf2DjmP9KNXpMkIl1SGJO7gS8mOX2C2MBn3dVgZnr6f6wcLacsVPjwZs68UNFyYY4QrSRP4J1oD5CM6oOIlgYt93JzrpVIFBhLMBx0lfTRvrS2ZCYxf68m6UDocicIqj/PG4tq9zkS5Tz7QQi4C2xhM230GtSbheqykRVfrSAJVqCgVIcg7k2zuTW6RiIYyISjRC+X/Nh8puPkmGyWpIqacH9xyApUwEogKxWKhMFkxvNqIscdTkUje3+fgGfme9P4nhvyZOtrNJgaax0rtycs3p4Q3fDc5YLX8x18P735+Y/3ZxkLZRUOQXD8TGaUWQqDk6yVJSrCV5eXia81IknJT43GofVrwitfoaSsEGzOBLs/rS2ZKUhynWSJOpU6O4pOO8agI0zIfc4gHYFuoh+3piM3aFSB1FKf6D5roQk+z6M4z6U6WCCWMsHsGieAnsTuGgZ4dSwRC5aZi5BwfpO/0wAWCOAaVARN7iqd44scpyOxZG9zqGc55kj2KQG1WoJqqSpONWXZy98C821YGyVSQtQSiVovs3ID3OceUzZmAs2z5OJcST346fGx2rUwhmUsEG9MKjTGgXKo94wDpdFO1En6lPXOHnyKiDaul6IGotq/kgk1VcFRZCaZtb9huyrDtgvb5SkI9jkz/RUG7kU+n4d4wy3QX05B+GxIALfETae4+z2Y4w6D/2UtNC9KD38mmX1aaVx+Q6uvsPRNng8xGxZqqliIXFoIdJCndwrItIK1Jg+nFAjCK8BwohoWYEXi9CTo1eQJTi/wHswNzgfHgn9bZXJ4YsNkYvHhn0y08iDH4BxozRSkvgkUhQxGllWwFtYHlI1Q890X9OEV1DKkkjrDiYIGaKVxQ8GEEZykgGWAyOU+s6h4L/i8iBoh6+J9ae0jmcb+IjegxvIsJBigbphB+Rl0xWLHGkmygHoQWMvvXILY81wrDPOEWe0+f0+iSs0iIJYjW997bNu3V526vph2vjhTX8vNqyQspmEtraswVzVpNeeCNLJpGOG5iPBdRCZ1EQIusjqlcJllz0KX6ZDveD2XcF4VpX82H+tjaPrerh/RBq7/Ihhb/juznFztT2vJidUoOBG4cLTBREBqnMYsLpUxlKxfW2x+jQyAUq1A9xlUeAJovdWUmMfgBVPuvuUsbxtmGsqfitxqrUjuN2KovAQaQb+9AAHOMbt3sdzYCwHxcrspqQJB5qxxpMIEgZNPUe9m0bGqC2pgL6IdnrxBX6Cg3b6lZq7PxOp1zg6XqnHa10t+nYWgSoYJ3BUGNz17/Is5ENnyOQpNLqmDoYoIC0Pekt1XJWSCMImNwzDJx7WyI4lei6PiaJ8GI0n50YXCQgRbDWFku8Q4uIQ4GeXFz61vQzCSZMMR41CLTbLeMql6RtJP+HyfNex9Z5NJXU9XVE9w9JiJglkUnzRdkU0GrAlJ/dSQTLw866S9WlysqFDPWNz/BtH+QAXRTL1emFl+9odivaMv9ty4xncfSUu8+hgj4hq5cTbdil7Z0se7/ZQ/fbeTNv3C0f04tvyZWSqC1HJJru6CQZhojAnoOhQapcvE2MCGT3GvgwEHLeukeSbmJ1z7gPXwfbSFe0uT//LZenftG/3bRjJRWkjnSZBgAxIIkVuNNxTLJbREyO+5sbSXPANY6hAHFWah2IVr9M8HMdJefn1Lx3zAo+/l1w71ufTrtVsRxaajaj7ILdtFGCgarKcwkhEoDZvzYE9ZGwkKgLHa6ljw+ddB67oVxgBMQxnSVD8i1nGSW8wmYcjaSQJd9re1DTP5ulhOctvFEj8lfoAPZCRPIJYoBDUqy7oE7Tu1cVQgdUPW2okCekgsnF1dnYUwKSYxFjqXXhJjE/3/GUxwljXlaRiIBCmSOMXjmFp7fqDvnDjNNoWG84R5WQq/TYBSfqHjcClfra7tm2636Ynah5kE4F21Ums4IKlJg5k+fO4gyoGEKH6Rr6pBZOJgKcqYaVPH//AfvzHV9EK+M+wopqntxzZznu7+MYbY30ZqSPycZBmSlAOYv5FVcFfLz9yIYIGZ9Pd0+jgKzqSO0snuWm1hcrh0YLWq2oaZgnotgYnWsLgtB1ZS5zpJcSDWOHHQSvyUGCBafF4n1wyToWZMEgWBtZyJuwI9rP5SdXcPJuPjEoH9M3GeZu2TUqBRuKDM6hgzTKdK4tNkoDnN1HkaresLJNIFmOoUkohcMb4Ppc/R1Jvy0YbqLnuRRiJw2OuHOOKx2oFSJlQrcfW5nKqWJif/7EBrVbU4OHmkA25SAmXZVUpRRxem49ossCSiqO0LJiREvCRF8eunFp+XZBwSXY4pEC2bPBH4rWzg0pxK5+qLldHRemVy0hsSDvitstu/Q4FraB1xUsypfE/i0kHyQo3hd5OknGOo5fgVRa3zCXAkkT/pAJpzEeeJo0HUefzt3hHOmPEVQaa45xM6foL0bE+YMYl9jFbm0/69u0Peefjd/2hxcO5+o489Y3oag8H1a8no6+/KS2FhFhH/EqfMDDSTxaesn/YS9UBeOkKPlAbWrokQhrSEjpDoa4WkyKpcLLYeHPmxL5Zd/4YCZHIN13KrXYGJT+BvO0sCVoHR/BYn/IS+kv5lQyLR8TDJumrHGc2aL6CG3kHsJeNllrAsir2571hrTRPsNUMSxJmetY6yFF9Td/7+wCNLmsrPZs//KY73jf5ylFiBH0Gka0w+WHa8Pn2eh5UICJkAJNJ3p4lACCeBpDIbTUHzf0Q6/SMZVR8ACnsJZ73srAXzPj/3HZFQmcoHnQ6mgUc783A1Vw5X8qoj6sPu/Rn0Z1OjSBLyS2tCXohuaMBcYCBR65o24awGhEbKj4K8hflwyEokufuOsfI96yOYyc0FSfh6rqgW1J2fHbhE2njanQbkxjmffE+E22oQa8S1iHFd5h8wR5CcJ4GhMFX4JI47PTsTG4Gm/gpJwuGZkSStPkxJsv0EADjjvnJU7RtdqmYq38F18fC9qXy12/Qbm+vXqT1NH4jF7hLKwgU68wwdNbCJkXab3GVtJOFY4nQX+PkU95iGkaa4DwHDZhK/yktitlYSSz6NO3fl/E/WdhqQn+whtv5QqV6jJEhxKiwEr4lBXcbvJB4GSd7N+snHWYlBQtS/Zo1oHa5Al+BKwul8XB/qnhkgcl8CWSuUNVkKcpXSCpE+fL9v8VnNHui4Hq9EhXyQJgNkogbYGVyEDl+ylv0SBrrIWgmk7Bu0LP0lvCRTZtOGFiFwGvJlaCmtg9nb6TtoMfdg0rnQxvNxvXOuk3wZXrVTX3P+jaY32+8v2pKZFBXCkd0ywBcGP/ulTXNYd5wlD57UcRTxLlLHR46LSrCxbaaNdAwb/ipvDfRQCbEQUS3B4MiTXAK6FNjcHFXO9djY39bGG8ndYax9BwFufq7j8dmrdg9zlUJ/hC11CGfpCNLiEhaDMfqATV1iOyes827blpFksoMp/CZwmnn67jWr4OfcC7M36ySn7gbE2Ll8V3npwT9bpbaM5MD95G0n/fSTP8x2P5gb+FOeMZXnpLSLYIBQ/YSBCHjjsxBZGEfWUO/3zfoNpYvkJP5b7xhwSoa0u+CV+N/Wk3o1tzRnBrseqZWVa5zz7ba9un67bLcLBfrUVz31fNdJqsyxNjJAJijwBkKavTARcAoJXG4Nk0a/yZqH+EVZH1HUjLpUdM491kZ3UBXH+X6K4HwgyabWk/bWl5ZGGRPfcOqnb+0pmTbRYSnMV7pUPINutuqsXUCsi/VGAHniS6JTRDJ5i9+mq975KCJKmFGWUCTMl6JajmrdepAZs6BdmlBQcCnQxZUyoepAQD7ZgvWdpzxCfwS5YtEmyWmwrBcIMvYBq14qefM3a17XGiMJSegQsbziO3KkFGCNJPV7DVAa0kaDMlvSQboUlkzpVWeULo38OlWTv/+DTYRtz0xq/A9qeOLmIOhc77m/WgjDoMB6h6T44thDMjXyicvnBsNITN+7jT7w3wnTyTm8M3nIJXjSUVBJK9ZkySsSfYZBHLjR0WptcvIGHfI1G+pC1lqkAKVP8SMJBqkcJ2L6HmHAX2YKu8zaiLWSvgD9ZfJrpa2r24JBEqmEVU4Ant5/5B5gkPou35k+6l7rTcYf/L2sixpm7/FWbn1w57Q/M21691x3FCdrySvMCg+QLFJTaRGxIwtSGfVSLaHhp2BxtemyTR9FOEmmISDo+DXYn+ZCzLIEMSn71ObU01JgNAUBVov1W/Xp6ZtIqcxsvomAWz9Ccj/f6K6xWwP52Jwo5+qDRINdhAtwafichpK/ox/GkmiGVhuZbR2pvHxizhlM6ZOo5OKIxVqH1S7WSx1xPR0/MSXMJltbtEPFTIinOnH4s2lKHSQtudN89T9hHKxCovLpfj5LxEQTZvJWCdbELGGF/JowFpiL3iAyOegGXq5dHK1KSbRVWy6r63UKLvt1mZydtfcoIIz0jZaKjYUXaiCN40ve0OD0KNPbBcg8ygknOEssr2KBbbVJmmgJJXvFNkFHPZD6VGDdpuNEkZmoujQ5+jRR334tjMTtb7D74duhYiZxwEHdWcg2OzJy8+mqpEAx5BYXJK4ElzQQmGIKb9aEh5BMuqHuOWEmX0P1AndCnJlV/nnhsEjkdD4ZWx6u/MCaQ7P3aJPjMNJP8bnenTM2VQOELUguw3+CkeA8xoGz0JZtt5q9276K5O14jZGBFGgULlDpd8rm/3HuyR+/5GwO0SblnxvyT9u0w8VMm8gm0QvgZecR/4+QUkga8TugXxPuAL0l2pj8C+Re2CF0n17xKh+dzkRqhxkIn3NxgnmDaS+cWnDL04NX/nqpq7YQT05KCNJxV/mYcq7/IgRpHAyEUc6mHf3q/037XZAMINS/RN5fYbb6DLoOQv8u6Cn03dRrzT6Klu5hExgaxBmrJ+mQCRjyMSrjE3KCz6auKq6SVm7W7EcO/PihZSZFGFB4Qc1TdBaDnFtCQknEMHwl6gTwC6X6UOfEH9XsHTnVgxBhJRy5FNPimgQp180aqg+jRI6qS3XnluyS6iura+ChfOjRgfdJG//ALZ/Dbo2ob2w5WEar50kqM0qVigsQ8Rxj/TzbZ7yAWE07IbC4MFpocpLGtWhn+PCcvnzMfpyJkiy39iUr2sUOG1XFNt7OrdlAa+dnXn+2n6WvnvzqtRqrLA1X5p/UMY3SeZIVSKqqMyN6JpLQo50WvnIe6yv+XYdFcy2laWwH/hHCVuy8rkfl0K3aM4trdXr6mJvNh3SV8II4yRXycdKD3DkHvX4CA/02THMCaYJEouSLj53EYb6+NBXi7tK4jY+xm+aS+0ZZyd3xqKZrj1b14LI6I9XSfy3ro7ZufhS19RO2+HCDF/49aaCiL4CREa6iL8oCmJe7QC9hXPCLX2GqnSYPkWYwi5dqjxkc3xN69D33mmBYkHfPPQ8KwWJvrSs+XngoTN6j5WgwPxCp6kpXaoIhm+ohUsjIevNLJjAKzeGQ1U6kEZuPm2xmAOLrNw2TtviPvA8JqaQfoEkQiAwOSQXPIpdM5+vR9PT0z8QYcSjaToPrULzAxkMSu7oUa/uEsH4Wr5ZO8qZzkTzSaeKHkg7e6X1J9ioYGh+CxCyrLsJQkmyyl2hAHMSpZe5M5/Qxw0ONdYU9VdUJHKyYqojMqu4iSTNFrcNahxQXI4NWWFF99ihUbP5qrcnkhYFW44hlkzWS0qyRgglj7euKTpfneqNDld12p8HVGkna5KxXVJobTPJrNVeeCdOAYAZM3pYUYX4N5Tt4HS/T9IEJjvXniaVPmIl1AWkKnOtl2U3iVXMs8VDDpfkw7i52OlvvI6fAaTIMX4ZOP8Hng7GBEi2NiYoic36ykgmrFWbiMnBI2s1jLhonj853SKQpVL1nJDt51rm4Wl2l4BlR3w1nbNMua68vjgwzidkcx4SsaUqUWARp64hU9qmhkEySRZXY4kZHSxyfbFvfXQbBxkAgIFaiJiTsxcUwE9HrhrzUVKKJ9EtbTQNM8+mRxUNd/3fRmRdnokqhElXF5O0SoBLuDOuYUeymxNrhQ5IUbF4aaVI/7+iQFcaR9Y5sIo3IDKTWUA9fg2V6RK88xJTOGsm9Cmtqdmk8WSqpf5V6BwgnHqa2dUAdpmdv+qw2n5R0bJ5hjCD8TpXAuUi0MVEtyBqlMUqIfv8eM22+n9hqxRIorY8/RslJQcB60M1nj4eqBrWkr9xVOYp4qKFqf75mFnpNmu9BpTtrHXWDlbkEDBz/kS82NgQz4Bz31lKR5Du1DSZCElFxhHhupNALOmMK+j4m881jGOo58IyVJIhgtH8U5juU7Ugy01s8VB2JEhF7x7xHXR4YSQaAdK4YI8Qr36whxeC7RliS+KwYROK70gNU5QhIbknljAA81Io5ingoqdIYFaI+bR3JTRxJacyPoN9PYITPvLTWG8lOcHE31LtmdJTj0FuMOgD68DOgLUwyId2FYx7iQ3pBbo4XaRq8zFdK8eygSK4bGTPtRM1P/t22eCgDHop83xQJhlMIKSLn5duZdevsKozEhjGC6u0MIpFSGDFQZyhJw8BaJll/2VgzR1GOBh6qlzix23+OSnlI8VCodpKe2NfEqlO1nphViWQA7yJqHZtGOokFr6WxLhMWl0oyUAqSNQqTYbGTFAKodtrdc6l9wIIIuPna0tLkv2ZPk9iWQ9y2DqJD/CrbP3rU90dSH4kZ1L3BQ3GmOBMpnuUtffCJN51vfwNOlOEj3MV/fBSkLzES4pR0gQQ0gYdarOYqwaHGQ/Xl/6ynbuJBF0Snia+DcaTcqbvGe8rns2ziP5K4x10bhJK1q5i0xZH+EiE/gXniHvS7CyTjEfPNM+77Kgmra13VoWqp9EtZSx36xqA42m0517/WpVZnAhOUSKq/QNmXBHmDAcKrKjJAxNCAyidq3XZNQpXkHM9KstZC1VFv8VAYKKzKLwa5sHSI8VDahMBadDRM4iwyqVosdj7JyRe8NpEhEhWCCN6OPNscY/oRNLSEdlFQTk/z+R73uYdW8BQled7YcN4E9aW+alc8fbkr/iFQsds89kcfOvLMtBkP1TNyc0lHGkawYsoVxljHQzlUONH/vY9J1gGbm4whYSY2wUN5qUSSFofZHDwUZTxxYM6lST0KAGk38FBi6/BSTPZt3G7wrgSqgkMiTUkvUuMMcfPksNOXkSRXeAOYycc5wg+7NlkbsbFApR4w10pF9DkunOSeDyix8xt8gU9ZsVYWzcuqGv+3tQW55fSu9z00Jxx9ZtrUFfleVQcPNYtj8D62vTq9/gYPxWmYwWUTieUX1puu3Pjo9TwcwYKH8slA1vFQEoUeTtrEPi3lBA91CzyUAg8lWXTadQ11wwwPX+wAX9cRVkLKtKTnWQuO8abXkNHnMBKI1EaCt9ykav0aayIB8z2H+Z4KI0GnSW0la1C8ENtCtbMaxouXf5xiEz1y7VgxE+52j4eyVtdQZV5jXKBQNMthz0D4pRrzr6wLtkqnjY5/o/Ktz9TkMxA8VAAExIKHYpXxDh7qF4KHksV4OzZT7i506qRCGi7dT2rq8zADlRr1VR5Wor4laqRVZoJnqDbiEbESvS+R/KyPnLsXmGgmjtRSsqaWBkLSqp2uE2f3ol1pwmt8eDtWzLQFD/VsNUyMC8h5LYtrGQ6U0OSfXfFQnCNqH7TDuuWMQOAvEBiLn1iV2L3BQynwUJzXno0yl1FFdaQu7EPXPc2kco6ohjH2MJNfT+71uSswzwIR388xqT8iZuQ3gGFvL878kTCXp66Y89TkXm97eM4/Xsy0qV/e4qHUuCj7SBpUeNH10eq1n5VhLO+XakojBJH4o5i9GYINPNRlLqb2tH6a6ODZgKpMmSt/vdyueCjKVoXUgS/wFpK/Dt+brAebGWI2Ea/xEasm1jqHoUELBgl1Tqsn0E9UO5yx9lW+u1gjSPLYtKYD5chTYB0PlVCf0yV2kQhxdH0gbg207jDvL3goSR7fjEZe5ZMp9108FKA4bXoJDCSdmK05Uhm0JR6q1qWjcIXq8RbfmaaiOfAVRw0keavWmjATOQgVeeEVKaf1I/5mSwkN0q9Cq+fn00ii8L1Uau2Wh/usZgPlcL9VS08veKgb4KF+d+lMPX1Sya96RkLGfBgeyqmTDEgJVSJzqetgzQAy1Ageak3wUCPL+dp0S8/1aU4aTWb1ShiFzoZ5/Eo4ppFMGjnVsmSSSBK9guWP8CBKtzh7j5CruzbtvCvp2dR5wSB9JQx3bNoxZibpY1JEjatE4J2DF26+IlRoAuME5QtVGcuWLKiZeHfFQzWmcqLM1z/Iov0UFuJLSKYKKa+KlmoMa/k0HLp2c7FYLiftAIGfDIfdiWSJcENxD6QJPJTysq1LEcx/nE94kBUIBX4k+zRwbm7hxKuyuv3z+Cha6+jXHdsxZ6a3tDEqWYpT9YTMy5h3Uzz3HiQohgaZXcWyJRa+nei1BQ+lwUM58FCUkdRGQpJSt5KmizpHfaiympz09+WWP1QjXtecgJHERQAGzKg6k4i8a2sMpTWl49UiQcTPeL+7JOVfCIJoSd3uP5KWulZ6aafB0cr1R+acBh6qtFbT/c/DelIhCHMrHkqsfoKJatYwRogg85a+DTwUiS6pD4V1glQVyy6wpbapD5U/5eqlGOAssBVxEVBMmMffi1rGuSwHqcxn0/BuvlKJXw6G3OOnGTM1GyHH5vhbPJQCD0VSD9fPIJPIcuIxMSR4y52nhqhxsm2diISRZJO2jofyTuAaa6kF4gLAQ2HsiFzb4KF4HCAqOgZaUcXEX0dKUYVPDAbNhJP/Tr6ULcavJqb/1aXJf34kAlV5l49qWwfER93sqFxs8x3gocrPMEYw2Bx4KHHuYtvDMsWxD8BDUR/K46FUD3d4hMIY/OB4qMKiC+L+JLG2jtREMomEEjWvGSNJ7/rvKDaGyooDnKjFBM3w2EqireM9Y6atFOHvUn1+tdcOPQsKa/MkVxQ8FDwg6ZQFB7UXPJSPVscJ7EYZh+w9HspsxkOt6gFRrT59fajuy868nvNqXoCxBT005hl5lg3hug1hEF0ywcBIMWchyUiNxttsd+ZxPJYx03a9Dh6KHG0ywBcHLv2S0IbgJHJJLHQDuGEkSkIAgzs1xpo4bCRw1kPft8FDkacCPJRlPKqxv62rT42H+pb4nzGVUgVBUk1XJVYRRkGlbYif5i8n0knUvcasss5667vdrm1+16PwTcZMu/QiK4nU5hLWBuESy4lFTpdMPCy0ZTy10pjziSzwo43K7xgkRmDKOmZz1lWC80nzJ9OluP46V+sauVUjOBYm9oO1lZt/xDlzxLyrNAl5FhtUKdMCM7FmkoD3po5br+xKxicJ9CWkV+H0lSDfm0waAp79muf5FM/+Ea99gJdmzLQLcYNcnnVFvEatVISVhpmcRErATK22N3gokjJ62MdnDNZOBi31obSvD4XeBB6quI6H8lU9GJgH34KcSk29HqswqpIwRhLH8Eg7MoPMCaCUvS6Y5/wI9TdU1xcNAb0c/kZUvk/y7AdPnb3/QsZM29LshpHKDmq6EsRqIRcGAYnpZW3gEiZtmb0RNhuazbY32HzQD8D1A2Jeh+YaPBSR2VjDCD0CD6VepaRJNVGsRkf/N+pD3YRZZaa/cYDrkbsuLF1NK70d9TBJkUyyBhLT+I68wGP7FxefGykAXESy/lDNlkN17WpK+ugdL95MlKP4OWOmbXr1zJnrhXhyrkeZuNvpaCR19gpDiE1fJJvOGfZiMv+QJtP+VjwUxZJRlbR+6tLc5Cpu1P6LqlysXz1wPNRccSjpt3P1OiX48uJnEmsetpZdGOrNeyOZxKmd6zXDheVXVMK8NlRXd3yY0bFkqoyZ3gyNtx9KeqEjCqMTgNpOMSousjD/gm+/RCCN8pl1j09u+faC1j/JtC4D0E/v7M8wcIkJ1QPM6eChjEujuGTCQDfqQx0kHupr4H+308UXD+O+nERQdaxHQLTMB/5dUA+jWMeF3o4+tbzsIyj2oAK3TrjDcKaI66y9pQBjHVnUEXSYRDL0mPOoMgKYu8L4B+cj1fDAMOkd04S9vdv7n7i/ZyZx+qLySbYfcwVf1n+HT/gaiyqqSuhB8MDdnFAYW/7sAPsH/rl9PVWXL9fxuFZx3EolRjHTt8xNGCul5GIuUvlCGnVEQzV5t2/kHY9lyyTTercPD/9lUXV1FavJraJx0WgauMsM8suoMhdJwjIsfqY9DLOWBhPqHQaxdTwUNXYZxeChEFShmkxVcWpBVcKBsf9jpSeJ6wcTHPuNUt9edepa0eqKFbO4MJRkFhI/kjCybE2YA8HkU6apXKhsAV9VnHRjPAHOfFzbAc58h4ukGgg3if+HwjC5YIFv46UV1e5HjKTPYShi7NxOcXkf8rJeTWLwIoRsAUYVDBUMrP5b8Im/RfL6i0atndQm7QYPVfBJTz7kV3a8BlVPDB1DFLYwsl5yMJGu8c4tSCkWV+CfODdKI1dI4zRKWXw1zOM7/uiR/TKTTOtdW03SYhi4k2ASRnGVXGZgfcnMe42vh9hk0pG1zn438dlwb/6lPhQjmyrybgS1skBGn3U8VHCAeCgxNsDG395Q+uLVBPYgCsLV4HKRTPyPpa7xbNu/t0gmoCdERxWwBuaqkdDoln+Z7S842kePMTM5febM33SUukpSJq2DMAckkv4cfA6MpKnvJJLCkg5MS5mU3VsDvr0B45axiMQRFc4nuJR7EIr0XnCs3Hdj8L3BQ8FQp/wzAI0gp0LRGvBQ4QHjoTRILoJeYW3QwcTd+cnDM5s843bNS1YcBrnUuAKX5jqSXCBZJ49rO8bMdMskeRb6Vg2aNBhMAxIvSp44Kd4lg7lRAa81RpLRo/UKIUcvWATNMN0zQzsxn8smDAkeSkKLtmUmDvu2GQ8l2YEuITNwjIKHSsFDiX9rHQ81Ntblxse9sWD90o/fwRQpkfIikar8lvicZDIQydWsySTgJZN2SYc1YQRQn/e+uzE5NLvuyB4/vsyE194t9Xdrm54i4Oc8jHTZM5JTP5LBD2OIpBDJ0mJzJeDf085S+U6iAnAXMRT7mb6xCjp4TKx3reChvGr1Bg9FaGmPMJJxFjyU8nio5fyqmJ/Jybd/jcAHseSxVtIk2IeZtF/HwUzNeEOOO6IhbM6kJGVBQlG1McDZjVFj/57rMN3pmDGTMyMjt/KrYZQ3y2WqgbvPsNJdQp37nEF7kRX1WTqP/HlSMUNas4Hkv5RZuwLjkOJKcD1k5XFS/U49ZM0l8Xh9XN7L5E4aLdYhnLg+zQuDyraV9vJjbP43xSDBLC8MCJZKa/BQAcyKJhZa8FDqxZkz/87O9PcnRB3ABB9fBV6j5klIEU8psYEUxt4t6JWnkgQsxkRUFSwAhco5iUEvPdyRaLzTkW1bO/TIvqh/sWu3wlpZ9ZowHjBJbuiNaufMF/h4MH9LEOt7g7wZTRjEepEcca9gnFl4wNdkJdnReJISD25S0meFmNPdCE5ZYTbuw/zt677uWh9KVD4sZfIf0A2nRht4KA0eKnyEOt/CzwAAGP5JREFUwmfqUSf1oaJ9qg/1tdP2JjglKewmzCSSScKmUPaavT3H+TIg3iGH9C2ATI6MV/N2uOCIf3WsmOnMYkdYz1d6YQByapPB1Dtj3VUkyTUGL6ZvnydPJEIrTWL1lshC9JQZmsoO+hExQeTgi8fzJl9P6za0ObxVxrwCD8VEb4BuSG46vw4RY4Ssp5o18T+JMJPgWGFwEWvgodQJVl6Ew6k1Zxv1ofYLD5WIaRwmEqAgezFCSI6HdWHKka2NGYRD+JglkYxYH9mT2lap61vPPDZ/HwNmolo4RY6H8qtRtUZdVl9OUl0AjSP+I1Q7dY7eJqxHBkfzsdMYER4YKE5NNi35FSWn9gRD/T45FJ6SP296QQ/Mqcd/8GY9c+LyTdQnj38iDAmpJ4t7GYRY+dalDwNQ1knvNL5mmBJfxB4m9wUDMGRgHZS1k1TgC9SaSUPwUGtmDDzUuMdDSTKTD1P5NBlRyMIKFJ386JqSMAIU5AneearNf3ih6VVReY9CYEXd4+/qBM9+PNvWTjxyVBgZUblaAnA2MRQ4Tk4Dd6CwMRUepDYr6xkGTM8OQ+YdejAZi1NznoPzXItqp++hFj0M0vQxlqx5lUQldY58cZuS0ifVzjUdrMJ0OjBGlxFSq/y+QL+lCQReJBT7Zm0DD8WQ9c8qeCgGO9X7cO5OEKOaW0mX6n0eD6U+GA+l0xDJlIqztgobC8MDSd+JMvIG5K6V9Z9TYAxZM1mU3GPcjjwzlXM4FQPbzwrgLEvsC0R8E2enfJwdA7yT2Lsig3R9bO88EjiNQeYT0z/BHzPB54eodo9Q6B7HlbRScN0V9e2vkQ5v27KZq3RHg89NrUL202QR7Y1Ba8AB+YgKMYHLANyBmXjixjmb8FCKqhVukNC4vFZJnRCkBepDrTbqQ30jUhE+2FtDoUQ0AYVUDtStXzORS2+n+yAfYSYYGveBwc/EO4maV3vZEi339nSH4+wjykw3jLp+OlAEimpV6dZxOkx+t/N0/uf09Bhdc4nRNurH3O5dL8wh6wli15ykA37JfgKmuItqNBkn4eTy0z99zvdu27zaQOA5LuuQ+e4v/q+VqJZ0wEhd6G9FnoEQHmb2Rm5zDnm1TvxRm5s84caML+Z16TPJJ3EC1ZJEmWYJ/9CcjdPXDTzU+Q/CQxFKRSYy8jv46AcseXAJv7MLUxJOpHUO1bBA+FMO1uI5hbzHsx1JZvJ4pNcV8Ehr4JHSkTTQErQqeKRLHo+0oyTYOhBkQe7h6ouodc8ZXpST1BQ3dk9I/vqqEK6VgeC21PJukXoqHbPGmPv4o0j+qJd5JiSJZyJhlI1tK0Nt3F/M6x4P5aWqUlIfCjyUrMV0Aw9F5vAPwUNFuMIwvBMFrqW0qDCvSMKdphpZUeG0pXwc1UNEMimbBqNuVk9uPO0x2x9JZlo1lQIBq+CRogYeqVEB7yrqyyiDcI94JCdpsF6tW+0mGGiodupRktonSajL0aqiAPJuM3hjVM2H3bWT9WSWqFLqQ6ULDNV1RhLL3ub6UMJc27YNlU+MEwinN3ioE4z9Lkl7l8b2LR7qq29jHKjvqJ3b3pWDCCLxjfFqPgSKcYHit8Nrya/zMMJ0OfgQ+D3ZayUxoMSeH9N21JiJmRSTWeGvOk1iBq2xDTwSKFn6lzAhqUfrB2Er3c2JNPRE7NqzODXHESD3glQ/tkE6sTT5L6bk6z3FopHo8lWjpvjsmTP/eWotVyFmwBZ5aAEH0t7Uh5K/tpMKckwGMEs1Ufc8HqqfgTwKk8OBpoQN/SWMkUSqmI5NVyrYQloY3t9giLxicLmGxCdGcBGJUpwYF7Z7Bn5exJZ8hVqnZc2kCzxwY82kRuXrY9mODDO9wSOF4JGSLXgkpYbpbEzMLTepObTMAKfAsXqG5ew+A+YRI+6pDd18bHwm05Zvtt2JM51BOiBVMvBR8Wzwgqzj3Bq/x3jeqA/ln1mYZ9uGJBF/FNEUyFtxOm/goax9mobq2Vs81FnwUMDK3zGb85PXfxGOzPaHYqThLzLYqiHxwYlxgzsKkxMuxF23aRwXbuLZiOEDnkIoFelZVJAkc3L8WLYjw0xSUjKnwCMlyTBWKSlyDB7JUf1YnWU4iMNzD8ykyyyqXzK4prgPqp17IFY7fKhTOk1KhbXutW2NDXsZQuN/n4YXLs8nDEdgeYvaGK8uojqJQ1di76gPJQ5RL4m2u7NX+WSoe6EEhIOPZKAF/k4Yk9SHAgtVtVRmXlJLZcAkthF6tHGrb/SZF9ejlX5U4lq909moHz1PyuKcgX9QGzG9e7Vv4/yte2EmTONOouKRTKydeNJMzdtKpsP4Nxl2ilQ9X8cjKfEhbcIjef2/6Qz//vu6NWbmF5jNHzJQHmDlGrdh/fFCb3m2UeXhD1tah7x/381HbiSvntycZ5AvjlTVRDlKCcqQCAwf8UBSchXxtzhqGaxNm6hisr4SXw+SSVNF3n2G0FjHQ+k56kNVIhWnI8v4oN65zVVdKVQiEiJ1YHPoBrY+QKk3KTRwhtP4XXjUG0beuWjTH3yNs5nf9BEQDmsezwAPL8oXx7IdYsnk9PDwv+9c6w07tscjafBIJD7xeKLtVZV3enwdj8RIWOXsx3xHTnCkkXNPbaDnbFJcVbf/VCTGPjaiFQhUlUHu60NpN8FaJYc0LKFawtDIx1brQzWi3LmTt66t46GoMWVUN6GCz9cC93zwyl8v6bDmzHyvq3WsEUuXntJpSl1ed5rZ4RIXA4SUkKem0pCvNpqXiRJyJL6pChKKxJpEt5v+Foi9cY+jtT/EzHTLuM6wK7I58Eh23/BIDI4ZunicEYFqRywDlfFIrrLcmcQ1Eo8cWPP1oawiFicsw0QlBrdUmcCPIz6uVvBQWoJjxUyNpNKipoGHMlQDtOChCEniPpaS57ocWFd4xe3DPOilczDAZUQirgN9EYUTZhKLXisN9sEnxTNKEO8qtr0qnql9nmxaeY72OefwMtMbPFIMHsmcp2s34ZEUpTSlHm1jcd4auTfhkYxrBK3q8FGhlluY6a8AdfhpC1ax1n5pu7OkPhQjuVxbVtNBTld49lCkiqh7vMse8VAkuJS1lySCcQY8FMZ455YJvquSjjmVaAcMcawhk3NMFmRF0tdhiH7WPRKh3hIzwbgsJZ3QhHI0ahWmr+ABi0NXziTTdh3cfsecOXPmF4Vy2JUPlgtEECTreCSSnjgJWt3AI6lW8Uiy6Gdm9dsk90C9Mw9EtSPO7EVQTJdmxv/pmpdVB00MzOZzXmWiKsDl/zhD1MaAViBslZV4wCojVAwOMlBlDdUiHspXUaccjl6CUarGBb3AFlPCqohJTQpEtH8hdIPxznJnMFQ+al7WYM2arBUlzAjck3gFgJ4oN8XaboLjs9xrdbJYlHOOZTtckgk8Ulzu7wlCBR6pfpKMOgStYrVz7gsSepykM4Er7JIE5E03+1TAS4xOqRbOoACPJFY7Yx8z8GYJj1nqrXXFDPBP3lKblghpeMq6iSgfLfWhkFS4jRExPIwYB2Tbqe/W8VDy6JSxUW6MD6h6bgyfmZjeBRIiRouzHBdGksgLGPS96HUOv9NQOXFSa02uC/can9ZTwrQeQPfvA53MmiBaVHfuZsz0Dsna9I938UjBecbEZQaAt9rRoQwI3eLiWV7Qx57JMgg/EsYGTN+yRrIqGndpWupIVH18cvVAVbtmZF5VXSu96WISJmYuzZkV8FAIDSlN483mIp3kPSXavFkTtVAEmahsIIeROsBMOCDR5rw4Mo/vWfRwTyf3lTWVhA+JVOK0pk1iCWEmH171kgoYT41OH/Js39UCXeksVJHyX8NwN5re4Ch/sdPs1ibvfTOgoHJULhZDj0dS6WmyFVygz9fxSO4cn0/zsAwEGWc7NWEgiYUTC5QPXnjOyJGg1fuMpadIuekB3TE3PvEHNakd84O18T9g6eRzPCyShNJYHUk9qG5GP9g9SsBgbeO5d8FDvWEKYRbZ3lBHuKVBqU302vRRzt3URNKIRGLTK0xgIsWfc3CSz0+odvZs+XfMjLr2U1e6IbflKY9pa3tmGh0diso4MG0ZPFJYP0VYsyTRxyGrxZcEHglLl9iVWmicJuuP15w6T5/PwkSb8EgpeKSwNN4/JYOnbVpSza0Bu4PpcZAahTNZYe0DUMITsu9CwHZBg4PsR5HOsrYsI9SA6IMqduohBo1x0INPKcS5IIyEMDq2TLQxWA6yEzZ+46P2K2GFHAPreKRUj7LYvcK8epXtMgOsE4YSdaclZuIkTLfreCSlH8NQYrXzeCQZtAXbUVW378os3DZtJSyvdUd58FDhCnJpgfclJZeJGNhY47DaNdZOO6l8H/cuGBv8GonIeaTijDASdPuvPMV9Vl0rhPCtNBjJd8GxZqg2ZaYbHo80+jpHT1V6dOw8HgmJ9DkjYwzeucgMOQpjtDJQkDR0Pcg8Tl6G7V7yt6h292DSyTgEj/TgT57zPWClNmyb8VCX/0MpsqaIK1cMEBI7J+8llj35W9RcWQrJuudjmxBWJDTLIiXOY5hYvUCyPyHlGGtKdX/hWUi8otSQ+prt+Kp2mwndlsy0gUcqG9NtXPIGjwQjXELNkXCXHZCpm19PPvsEIbIE2h6PlJiW8Uhb7/yp/87rYi1V5ZfkPrpHtqIao1jwULKGEibaWBvJ/qMYivuS0VUyKnmH7AsY6TEMPA6bjqNmP8WJzbzzhpE+NRna9vfakpl2wiMxaHBkkrYYMdVa87mzX2EQkyxC2+CR1lgPHI6ZdT6sgYdSs1bHNetC8FDemIIVzkPvMYF7qoj691ENysKgHjgskfNTfL5PIO4/pmn9CcuzBVdYgZm8RJLf4WezJhRoM2aSSORvdFio74JHaomRpJNlW+OfV8zghAapj8MjCcV+yLYJDwXkZLrWERGnbSTZP+FDKK6YzHnXXvYiqdYP7eWBZVIRknlLIumepUCMm8L0/YDqTf91eSo/2ZBIN/jq5/5EOTlrDQq0DTM18Ej/qVgNPu8ihdX5zfWReNRhhsZeZtx1PJIsg/Qzxsd9hA94JJyMYQQeSaqnH+422z2Y9LuVebjmIU5dbAM+UHWNPQ5ZzOgNoKHQTHxNuzY4g6yzkoCSVF9KT3GXJ2CUJjg+TsDEdC4IMapuqHY3dr3fcTyhbZjpDR4p1eCR3Dt4JDpmT3gkBoCA7MAj6QYeSVmg5mYdj1QvRaWkUjrsvT3ekUYXlubAQ0mEnKwHJTIBvlJkLPLYpt3wUO9QgGtgJFkLaTb1lHvdZX36PbabKZcmc65SgZky1e4dom35o22YKUyDTmOSJngkP7u2vKhmYNDxMJPFjCt4pEA9Jh3W+ELv/Doe6V9gqfpXW0hx2P78/XfwUKtRjCkvkMgIyQC7jofyiN0WXsyvGSUfxQqf5jA2PAXwe8+69B+W48qskpzmU3exhvrzWrjf8TzlB2Smt3ikMAk7ie26SKwKviN1mRnxImucYTp3HY/UQuc4h2pHDgTlw5Yfc8XDN3gkFbxK69Wyuv3zIwYReIuHOjH6H14pY8FDgWdySBctdEBSOQcc3YdZSUjR5v6WNY+PBoFmWAbdM5gFJhKpJGqxnqZkwIqaeVFVM3/O4YyRdhuFm4m727n7/P0mPJKJhzC5gqnxSU++hKFOwUiyqN4JZfru82gj6glYJM0GHkmCVrV5hKfkheCRCsmqhOgc2UZ80WIMHooE+qtwUAlzRB2VTwwR4qhGTfY4pc39LX4kWTuW4BSx2k3AL/c4965Lg+eAFF92Jpqcf29UuyNLu/16sc3E3a97tnifIV0LZrtCZ4cpZTLK7EjQqjCTvkaHgkcSoJuHGrR4P0dmHp/X7j6riEeBcQStmvFCbR48EmrK5J+jpvy8xXsdvtM8HuqVKtc74qkgMhgiBCzoqMRBasiGI1eiJDYbcSTeVcrh4IOzc+S3mEC9+9662j+Q1mG5mK7WZmb7xRhBV2StFQowXj9l24RHyjmpav45xgaiGghadRgdlL4EI43xRJs7vdkDSidvxiMxq+o7zMh3BBqgbDBtinZ67s7P9pSNq9mPHabjvef+6qIJzZeUifoSWlzAKjHCBDMCW0jNqI0+l1pMLzD9vYDmbOp7MsR+H66ld2ZnJ5BYXiJljLSHjv+0kukdPJJar4/k8UhfNvBIkoixNVMu54masiMeqVguJzhKjl2zBb1ikoA1EN4hpV6zbiKoVwoNGDFO0MQlJRllDWFUlng795y85c/TNJ573b2UqNlMtWvQaW//flJmIkNOUI1q1EfKUR/JnmemvMLjUh9JXcPoIGEwWxfJO72NBKQ28EiukfwEh4rHI1H4b6WoOsgVdzxzEpRsX6nPziaBC+cp5oeLIJhl9SQMBTOh0CGOMP0R5WCnoP0UqSamCaevdKwVKmpugTVWptrtNPCafbch8pt9vw/HG3ik1byNbNrXSx+OkZHgcxbHYyxyrxDvRXVzB1O1FKAp0shboNiL+naH7XtR7wSPRC6DZ0VbmpokOJTjWYMC/Rdv9hpLKR0VYdRJewMpTwZqlzUV0eDpC5XYmfmn/5OoeVn7SAocuGTawCO52mY8kvuCRfHnzIqneX6Ab9LBuzdUFiZQtcD5cw21ZQOPRMriMPZ4pMkT5Maf3P1ex+WMjupiXI8GlwNIR87klYTYIDK06CTAxhmTn1LXxaKXtX2gwIEz00r4HDxS2KiPlOpRLG5IoQYeiecvsvLpbPDS7mtdGEn8RK+xUk2SGHic+6zjkeqP2xWPtA999FG3mLl8uT58b2qlmh+opmqN/q6SZZ9/KZSeC9PagiqJpM/aPlCgJYmw99+58RaPFEaDLIbHUCzGYCQsd+RswAQO64y1eF9R7QSLBLBTCzjurWqn9WQSxJPLDx9NkndAzstaRoEfjAIHwkxUeOiMc5UeZyw52/RZH9nQgJsLHuksDMUmjtmWmqghotqxeRMuUHOiv5UmwDN4RV2hudnH/xyjXbZoboma2UkHRoEDUfPexSNZKcJMzgbn6yMx6KU+0h7wSL7GKngk9xTOX8cj6YeJDSeSIF2LVg8PHunAejG7cVtQYD+ZibEu655meCT8SUoyCXHOrvYGkTJyL+SY0u/ikbSdSK2ZWHryx/hR9lgfSS7IWkaBA6LAvjETql3HSuetYphcKVIiZZRSWVdwFl6GG4hqEDySz8/W2ms46hQZ4sUoUwlPga2R0pfgkbSZJK/dXBLWJfIhaxkF2ooC+8ZMpZ64I18hgb4xQ0bZSwiVK7iOqI9EiRNNGItrKUTIE4c1UQOPBCPhEEG1A0ZBFiHSmz7Lp8nqkcAjtdUwyB5mPyiwb8wUxbVOGwRUAHfnGPzE2RHd4Kg+hFRiT/Sy31p6Zq4Fj6RfoA2Setc9DKzx9ZGWx8++BEmNsDsKeKSWSJGddIgosG/MRKrRjsTaExTN+gzvujhjpayjhAhJKqrdm8cjafBIvj7SBOulRzDluEQ2kGV+Lq1rGOz3xUSetYwCbUmBfWOm1NmCMUYy5IzwpsMYGXrYt37/N3gkEh0qvY5HsuCREvBI+SOPR2rL0ZE91J4oIOrXvjSRTAQjD7BOOotEER+SMFNrUsk/geCRFFHMGBucu0ux1AdW5cYLcf7ZXFEtzMz8eRZv5+mU/dOuFGhdcuzyBoR7EYlMLHKj5D1MumvgKkJsA49EMhBChDCEP2Z9hdVOT7okfGnyS8vT039WUdO7/Hj2dUaBNqDAvjETrJOCO6thMCBLjs90I3F0wjDNmiA9l/EovSTWbpaT1usjOVQ85esjFWuG6NWsZRQ4HBTYN2ZKpDiwteQd0AKZrlBTC2byxbmaUQKQrVoi0+oURgef/OQtHqkCHunsscUjNSNYdry9KbBvzBTUDfVS1aI2KQne8Sk5k8PRKtY8abI2g2d8E4mFVU7yvAkjWSx35j464lNiWZ/3pCvzgkciEC9rGQUOFQX2jZlUlJZYLj2HKSKYpIa/qS6pRRFOlD3xlRrEGCGR3Susq0hFRSIP51DtcMimKXikdN4k4UqGRzpU4yd72E0U2Ddmsmm1lHfF52kUrrk0rsEkElqXg7nqqHySIKWAkULyuOF4pZiwUi9YL40762Akm+GRNnVK9vFwUmDfmGmpWFwbQn0rLKfL1QK1h9Mkj5onieQlnVQnQgoQIKyj3DSkmkYNpEQfecCVfbYwPo5v6YaVxHdZyyhwWCmwsY7Zh+f/VTg6OhlK7VmzqobqgTqL+eGsM2k/iRFzWBvyyCX4xy1YqxYoUfLapPZ1LTLzq+M/xWgnkeJZyyhweCmwb5JJqV/bycnfS9S1Oduny4tGFxIVBgtwT4Fq4QFsRNJRS4VmVwmNqVqdVuod+bWelaiy+sY2cXgJmT15RoGMAhkFMgpkFMgokFEgo0BGgYwCGQUyCmQUyCiQUSCjQEaBjAIZBTIKZBTIKJBRIKNARoGMAhkFMgpkFMgokFEgo0BGgYwCGQUyCmQUyCiQUSCjQEaBjAIZBTIKZBTIKJBRIKNARoGMAhkFMgpkFMgokFEgo0BGgYwCGQWOJwX+f5RigzdGYktKAAAAAElFTkSuQmC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9730" y="2513896"/>
            <a:ext cx="1929384" cy="19293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002382" y="4690469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Избранное и аренда</a:t>
            </a:r>
            <a:endParaRPr lang="en-US" sz="2700" dirty="0"/>
          </a:p>
        </p:txBody>
      </p:sp>
      <p:sp>
        <p:nvSpPr>
          <p:cNvPr id="16" name="Text 8"/>
          <p:cNvSpPr/>
          <p:nvPr/>
        </p:nvSpPr>
        <p:spPr>
          <a:xfrm>
            <a:off x="13021442" y="5773196"/>
            <a:ext cx="31638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Добавляйте в избранное и берите на 14 дней; все действия доступны в один клик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list-with-two-columns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ex96ZbsKJKme0TcJWuea07/6Dmn3/85uirzbhExMkkfGCaQAQIt7hZVNxFg64exCAn5/X/+538+bw/89/l5bfeOtv9o/Vpowr77/R6QpsoDoiEDOlmem//4+FglfXl5Wa3PrYQeyENe44d/ufiAHnIlH8opBS2loEOKOk4fu5Z04AetrEf5o6Saf1o98AKdzB+NE+yCHTJuEc+or00hF/KQr5WXyyf9S/GhXVCfy5dLB7m90vf399s///xz+/Pnz6iC8uu2vbh6orvfXkc+8Dg87uvj5+2m1a97DH1LKjEufw55Z0u+zvs99At64N/n5zuKEqmwQ1B5OdM6RuY/P7atb+4vtfyT3V4/5WfcHI7eGeCEks8PzNf5WIO3KI3YwvmB5+0W82cIiWp8Ji0eH67VX99fgIMv41dq/FDcdvxT7SuMPynvfp/iD/0U7YG8j5O4k1LekkqLr634afKXFoUlcf0UN7+Hsfbf//7fkFzk1PgQ9JbdFwHE875a87VhvZTk2Dq+ZI+/CQsU/dr4jHHktpAz9TuNP2GVK97avlv5nSGJCynf4THTy3op5uUeH59A9/E5jX+SzpWvs0NMOhXtptmbFuRraM7gciQmnpKuto3vct0Tys7JrevX5Mv5FRq5/yirSdXxo0ZohAf2oq2Qd6QiTrCe09ovXD8Aa6QkvTaABd9gH8YatAlJhz90veUPeCD1ckM7UA9dng4lMuVYyLphfSz23SSFFh9r9+ng1XRInS3zW3Ufza9hsdU+TT7q0ZbIo91lOepbpap/i3FDaN66fhHitKxqrxBQSi/Y1awmXxs/NP6t7a/JVx1UCHrLV9Sr46vGr9W38k/KQVzIcs0eWX/2+JD2yvxW/7fyS3tkPlwdyFrLGwKGgCGgINB7kFLU716NyW13xabQEDgIgW/fvt3++usvp536gPUDB4ddGAKGgCHQFIEX5eWApspMmCFgCBgCT4IAzgUgfRK3zU1DwBAwBAwBQ8AQMAQMgSdH4O3J/W/uvtwUX3s4JmnJmDX65sZmCNTsifmQIdaRaPyaftRLOSh3ig66wJtuW9XjTRjIk/mUfOBQi4/kk3pIPqeBfdAr6a+ch59Ic3x5RBxy/H4UmpK2fhSfY35Qv357e7v961//Gk8CEy4cGx/n4p0yesOWdtnWDzrGVBaWkd61t9W1+kJ11ScDoEfghGKRAmN3knRmc3lB3y/bGr9+lkYlUxxG3uYGvmOMDozuRMgnArb2hHTUinaF2pvr7TQdJAn9oxf+kH+QexnjB52qe3v7Mnx14fdRRpreh0GgcPzeaXxx46/EedavHDCTXJYvRCCJ/yCH1nR0klee7uUqUIcTv6hD+fqaDNSRtGP8Ye1EM4tywDliWG5R7/mlt/xcP2c6aq/I+qpQyknIT4btCiq475L9GCfDZfmKKKsyBJ4HgY7zy/OAaJ4aAobAFgQwf2+RsYXXHgBvQS/BS4uukoYtpU+otWJD4BAEKNbljQbyJf3gEOMLlcKvQjYjNwQujQDink4C0x99Apr+Zf+5zaH5gc7qzu7ag9xsjWWEzr4ytjg12Y8HiHGK0lL3YHJmRB6bmUXyAl9b2VnaZqX0zENuf+xGntcztqLLFjKKFHLiDdhwMae99v7JE1gYZ7b1Hy+/DwS95U9W09rp+zDe/mf4FPTwus3syj66++BmUp8Cgd5jZyC/dv5CP6rlf4qWrHRywPb0sGI8jRmK2Kh0fzNbjf4UT8y/zQZeQEAKj4NMH8esq7TFybA7qMlM7ZMiEKwvnhQDc9sQMAQeHoHDHwD7DZ841toDJI0/LrVvqWYztBMd2Z9LD76SdCs+PW0jP7bKh39SDso1rHBiVaM7ql6e9JX53nZJXLk+whj/JJ3EX9ZDjiyXfKDrlWr6uH38OtceTX6unKPojrZf65/oD0fho+lN4YfympjSdPasJ7u/fv16+/79++0///kPG7+Xb82Tb5/DqVx61iv9lfnJ5uXGA+iWPkl943mOmYzkoJ5vuqCM6qUuqpNls7gxAS8vk36Bf/lCjLcn5N81V3RjG/MXZQy/+Tdcx99YjMhHfMvfKr2/zL+dXPIbshH5AX68PvZgGGWMzsfX/DIDTv7OtHjQHuhhmeQDeOjg4cf48JuUAT94OB2uYTvyvVNnS8oBxMK6ISF+H8M4gD4S8rkTK3M81J3MWsp27bvADw8AQjtkTtov6/PzeXhBHvTSVxe+fPly+/X711A1++faZihCvILRUkNgRCAWbyhb9hOMR5vA43GZKQjzw0J/bNipkO/MkLyL8cBRzhcRjAISYBkUsozGD9KYo1S3Vb7GD/3plMZOah95ujfGMZ74dRi/3LBuz16fJ9rDxces1I3nc17Wx2zLL8tts5jE7Xi78T0mfhEPsDUVP5MQ4CVxSpVHVUcLJ3+HDwPNf8OFm1JdISqTqRYfMo5c/j5tXXq/yJ5ZL8VhIp6kIcH6C28tuDjesj812RKzb+hW7g/t4ArEhecXFXMW/Fg/gR7rbeTB7ddfsXjNbzfI65lSW1N8wMeYLulfjMbKDIGs8YD1+70Qk/ErY13W72WX6TEEchBAfJ41bqVdOT5xGvjHy0qu1/STbKpf07HGT3as8ebYefgD4BwjjcYQMATOjYAcqGIDkzbYndtDs84QMASAAE4C//333yhSUmwuYMMKuyDTg8CQGbRUCvqQon2O69wqnWTBv9hGS7l8jKcYZyk/jqfD74SGm1g5srmvMfxDGSQfD6R4DWwZy4pvnmFDTfsS74wr9AYbfkM9xAbl3HrlGnJvOj6KpIpqYEOsbeKnwoiOLL394/IRCC3d4fL7tg/18y/DCzfTA+DBhzEuSf9a/Lf01WQZAqUI9O4fXH7l+Hzo+F6K59Xoh/Zx+PYdH2uQ0e9DeXwdYX+Ffoe3QKR2/SPEXC4LPE7jP2/Tk6MJ7MjM0+B3cszMvAdCgPfVI8b/B4LSXDEEDIHTImAPgBs3DTZqc8WW0ufKbUUXbPK2EsrkaPI1fFAv5aTKmepdLqVdpUrdG6/Dm5D0l8qn5EI/8ABdqhz1SEGHvExRj1TqoTzV4R/4JR3Kz5xyHy5nP93I8Ru7MwN9Itu0dkbcn8jkrqagP9Ob2XQK+NevX8NvVP7xOhcbBgWfiXZS+E0XHqS6yviFFt9afVxquhR+du5T7uHuDEkyn7Y0UsPxjVTPRdA1fn72g3iG09z0wHk+wkCp1j/S0nvWxPyb7Jdapf3wjejGWE88/JZy2uZj9ksNoOGbFZLmmfPAJzV+oL4GP/Dug+/X4QTwz+Ek8J8/dAqY/vbVP+m0/14bAYqZklhHjJXwlCPkxtt5TvESJv13fGHCV9hVUTuuwyXnv3XqZS1+63c8JYyvOwxropf5hOaSI7cE8Zcav3PleDrEGn2Vxj3YmsM79oKb56y4cuvDWvvhf0o36mvlp+TWlpM9fceKWssegy+OL/ovYhu+4kSwtQkQsdQQMAQMAUPAEDgHAjRnj3tMi3uf/eyzB8CdsZYLM6kOCzhejsDgZXZtCGxBAHEYi7ctclO8Ug/0S/pUuaQ7Kn81+85ub+t2xAsRkCvzKLd0GwKpuMKnoKdPwQ2bUad9KLjNf417wgebcUg1rovUkzviIGUqHi7ikZlpCFwKgW/fvrMHwJcy3Yw1BAwBQ+A0CNztBZrTtIUZ0gcBrM+H9+/tzxBojoCPLwuw5uCaQEPAEDAEdkDg/j//8z/BbiUGduiWD3JQnptKebl8kg52QB7lcY1U8lAefLG6tbKPeV5LyX4JUFuTlFcHO6U+mZfSwCfLkdf4QdcrhX5pJ8o1vZJP0ufKkXwyLx8cpX6bRtJJOTKfax/8BD3ykBezB7aAB7Qt056yY3bm6kP/lDhBJvpnrjzwraU1slL2QU+pTEkP+Sh3eQAERTxteGoRMcjFH3Et/R9+bXI0A3hIm3IPlkCu5M/Nb+XP1ZOia6Vf4gi59OD3x48fN/kpaKIHDdKUjVQeyqffCsUEi5MOa9z96nAKVtPgT5BMp6E/59/mdG/izyeQR3nU/3BCJCVY66Maf0oulWuyOa/QAz9zceGiYtdo57D9B3hu08lxWe5kCLtcOV3k4AuGEizA0zKN+cFtitUz/XdMdHMZ8HQkKX6uwxGzC8GHdgdFdfvfqV2pb8/92ulhJ1xy2m+2PxkfMBR6XD68yPUj9N+PT65/h2JZLnUqavJf1T/7SV9ZoDH2/X3Aj+GzaG+m2S6vj4Ae35qPW+fPVPxOemP3JYFFrn8HpdkZOb4tGGf56J/oTzK/4JsLQJeq18snfNBO6I/Iu3FOFxSl8HKoeq0tSts5tHupXJO3ZouXtjk+5vHPSwyv7oU/0bBsHyZv1DX4xcZXj38cD4z/kAtp4JPlqEdbgs6Xy6u4XlD1PiEP/6CvPF2PEzU+NIWZ44uO86AoEmtZfCs21vOvtfs6pmROvd4VZyJVvfVsjY9W9kk56NeyPALRatFW/lXhQ2Vr+SQPvsd0t9a3tf1jNo5lbt2AfYYk5aYK4CExQ7kmPJdOk5NbX6qvlD7Xjlw6LT6Otq+3/q3yt/Jr7dRbvqZfiw+NX6vv7V8r+Sk5dgJYa+GN9XLgl+J4w4CWUl4ueSxvCJQigNg6W1zBrlJ/9qK/mn3e3sd/M9P76qPBlW1wn2ScrZ94D4+5crgK9fQJwL++/zU+mPj58+dwc0g3nYLoCbLYeJ5OytJN5WOC4Px8gjY1Fw2BMyHwZfgU9PgA+ExGmS2GgCFgCFwEAVvXX6ShzMxNCOB+zeJ9E4zGnEDA4isBjBUbAoaAIXARBN4wkMPesy0YYA/slHmUw/6rpuTHo/hypTbACUb5pkiq/GjfYBdS9AfNrlw6TY7VlyFwnj5NbxTrbw6XeXcMNTClVItr0C4sFS9+khzQIiUefr2QMRRo+mM8j1ZGGPz1179Gt+ghcMkf8Atxvg+4Tm/Ah+Ulks9B6x+YDgFH8Tr8hu74cHg+gv65dlK/lwv81ETk1MOa2vH3gEcP2jzgjrf/gNCI05olK3XcvxWyoIp4CrEI+LVMifwC+2X/AJ4wh17IuOQf2kLBQvrvfJ355mHEFZdeIA59PyYJw/g0/Ab6tj/MxXo/Ih9fX1/HuYa+tqB+PWCbYcZ9CQQQf4ijSxj9REaifba5HI5v83qXxkY3LrbRs83KGPdZ7YrZyssGu4M5c90PtE84Pwzy1tm4wsT1ZgEJubnFR+vPtTOPDu0k10dxbhpTe/sP+ZnjN/V3rIniRp+kFH7BnEz/QH6yFPGC+IF5KEe+PAVOwWBTLuYAju2+H2C0VOn6kr7+lqx75mXcSd31bTHFn/yChNRXL19aanlDwBAoRQD9cWs/TMmxE8CRFjlkT/ayO3URAK2oKwL0eVvE6GuFpvnrpCNn7qdwK9QYy6kQuPaNmIQSE5os35pvIZdkbJ2wt/qxN//b8IDiX8ND4N+/f9/wcsreNrTSR5t5ePDTSuajvHzhNkeH+2Z6GDw8CmsHUSNJql3u5r+Rwkwx2eMCt89t9OcpWY5f52ufuCePNT/FfbRSQ8AQUBHg49/p5pezjVOwBw8UVHSN4PIIoM3JkavM75cH/VgH2JiIvR8ySPwCyLE2mnZDwBB4egRsf/npQ8AAuAgCb3KjermBtM0TTZ7UL7WBHynqZR7lW1K+sJJyei+0NBykPXvle+BcYrum/+oPG9Du8FPmqZzKyM9xYh3u92jT3d3uF7xAyCfmkjY4I63rj4kXJwALcD3KB7RnSn/KvtRYBHdd+6cEsxvGkWTnN4i1WNvy4oGGKfkL+Unaed+E45+kTWEsyrksfi3IirJb5Wzl14zl2090Su37t++3v//5W2Nz9bBPYo9yR1h8wTfJYszLHoRTHOMpV409JjIomwUAINf/UDA8QB07sz95HrDPHUjiEtCsZWT/l7SFDxbBTvYQPviNXhpnozZq8hf2YcSeNX2Wv9o0ttsohl6Rmto3sI3rjNmHMk4Hx0tTyBr4Jrsm/8bfhh7kB3ZBdgO9st/4aIOSOWX2iZqdsqn+kal+tj/5oobDUsSVE7/s/66KXWBMkHpQzkijl1tPIJPQsc8NYwV9pebbt2+30q8sRA2zwoshkBevF3MqNNf12bC4S87pSo2QMbyxKEBKfXOap8ZxfTBUfrkkOs5nOeR1cPJxfB/WBsM0LP4kfcx+zjLVD7eV4x/keXulPM5L15p8Sb9z3rVvQm9s/qOykS/fN4eXYEG5nI+9NWBYNKQnWVxpbbJgKCiAPbksmi2l8nL1ZtIl2h+rAbRPXFo72337S5mTJeh3Szskvi/DS/+ybMnVqqT8/j30z/OjPLQd9+et7E3JAf7r7Z3ixj3atAbjVOVygQOX4uWHpUt9sv6oPPw+Sv/V9AIvGX+p8n7+xeOvpT7f51tK3SYLOKekyHZJ0Z21fKt/Gr/m99Xx0/x79Pr+o8IFETzjQHZBGM3khgjwgZo/HKRYLY3XrfwN3TJReyHQ6OaRXkTAv71Mhx7eB1DWKiXZreS3ktPKtz3l0AOKt9c3+trx+Id0Txu26PIPEbdIifA26n8RydMDxljFg5aNbZT0bRifsMu3QjNu9HZsk6XqHLvAxTbLyMbZznW/wXueNG5vonF2bYvzYFRqydevX8cHwaV8Rm8IXAcBGv/w72xW+/F4sozsTIxpe5jO5oc6dWT7gfbXGf2QXPlrZfQNSu3vORDwbc33e2gvh+/nbMHime9bt+B2FV5r36u01LXt5ONRzf70tb036w2B6yCg/gbw0ZMG9ONNg1T+OpCf1FL39utJ7etkFn77V54kRnkntdliEfeU4jad3p6kM070/5f0K6RJHe70bJLCKlohgPGqlbwj5Yyn0NkuhewzvWwDhkhL9OTygA79rUYHZJTwPhotnQL+1//51+1///d/b+9/hpOOym+5Am+JXaq8J16jrbTPUnIoY2EQMXsB8ANk0k+ZB11O6nkTJ15zhFTQ0Bco3FxUMf/ggSaphg8LnOanuLzcPZwfNr2d/ps/KTzZ9TLMiRVOjSea/CZbjYQUz2TX22BXrvzwvcwRo3HcXbYz8INujtdYBqBAsEPq2mnQ9Xl/H0+wLtWGPi7r80o+P99DQpzsmo+YLPAIqdXcfV4sfX7ObTfLx7iWexJYVaQQwA8aX798+WKngBW8nqca/Sh3bHkeZLp5ijFmVAD8hTbQdDrqhnGffQtKGJCXxbiSR30CKuAKU6rmejBHUpKfPU/79ctiHkiERUTj/LLkMGtSF5751tulQHhMYUGZi7OadV6Bnu6khe3qfmO7U//1/qIt88fv1iahjZGOthW297QXMHXGkbWQfwr8fAw8fnlXgW8Dy3r/8jJBV8vvJaWu4u0PfdCf4s4phyykxNNCbo5uo9mGQO92wpdL8BNVLfRdcn+5dH7Y1qzG/SAI8DGVu9SiH3F50LNVLuRAtv0GMJA4KJUN0sIMkrk1UFrYwWX08JPLr71OPcRCee8HwRIXma/1q5QPes8WN6V+GP1jIoD4PLN31nem1vk6PKCg3wP++++/h9OY6zf1qXZNlZ+5/Y+yjZ6V1j30PMriLXqnLxD0npe3WNiHdzpBfFQ7Lza4VSfZbrZKawQlCNApYPsMdAliRvvoCMjxSeYf3X/z7/oI0M8F2D3E9dvxih5sv9+KfZb+ikg8ps3b2zfEBeNUa7mhFssZAoaAIWAI9EJg8QB47wFd04eJBgDIPMpTaUo+/0yB48VpiSHFW3byBdOUPCej80VKP3BBvUwXZsk3accTpbO37A1YPAhd8M8F2kYs+CUdylNy9y4HXtALPKWdkg70W1PIhV6ZJ/mISTpg9jp/BwgbHQjdVTtmIop9vKVF+qCLeHHNy1G2KtsqowjUYoe2RjxAuGxnGZ+g65lym5L+zYZy2hqbIH+rnJRuyEe9zKN8LSXbJB8vk3Vrsi5Xx+YKbvuXr8NJtT+vw4MKCgQZtZxyusY4hhr1hN2sV8aFw3oxv0HynA4nE6N/mPA1/ijzstDZs6zKKknyk/+zrdNDwelBu0P6A2+Wp9RMlNoJopR+fGY5/QUKZ4k3ALESqfqMLsj8fDQKmX1+YT+smrLPneKJnkQYsJnb1/OzeODf2PPWR69wQnRROfvq/WJOD7r9hxR4+dygxBvE31TOH/46uxGvswGufM6L6oWZkn5BADkCR5VvVBz7rWMtLlMWiHLEkih27e7aVxIgz3BHEU/RfpIM5Wr/moTpOIUK5HjmOjmzjU4Bv7293f78+cNK7fIREfAnNMI48b5O477Ph1f3VD8JyY7LRe3zY4QfP1MmTrig36C/IZ/iwvjqx2FJOcvFjZKrJtsI88lG6EM/dXks4NW1j/fVqYhekE4aVP0XL4hMtV+M28Sz9ufsnxcXaRzX4w74yPsTuQ/gxus1o6gumA+pAPiHdqj2fi62vEjY9BeNRVSup1iveqrQLl+OK9/u1ERTP/d9HH749iA+8HjZYT1k+xRyfEnqysucKKBryi31qCuLkVELPzU+EuY6axNt9rKIl0EQygYe+JPEx8kN/QQfzEryg8ClzmJXQhfp/juRcfkYivj+TSCsIBMscYdGgh2IwFdcuJhLCZ/wuY/jHfn4MrzEMDBDYIotKhcxF8cqKaqiAu3I8Y2JAZ2sS5VLOi+/zidNj5cvNU958Es6lMe5fKnkQ00uP+hrUzk+lMpZzDdCgPQj5a9gK85KPbkCavkg/34P1wsoRzr1W99doS8XB9CP8uYxg8YWt/yZFbnhBIrnNFePYHPZVHwE45uj9hf3eS7w+xc0Zs1jvRv7PX3qSrM/wCclZCjX5KywrlZp+nvphVFSv9Qn68GHVNKjPDdNxUcuvzZ+pOTAr632gx/ykMrylB2gS9WvrIZTLFbeEgE0aEqm1oCcD7IoLeHjMnpdb+2IvewCZlI+ynvjCD3QL/Moj6UltDF+XgZZvf3lOu36eghYfMTbzHAJccGnSv8Mn4F+f2cP10Ky4bN38VuDVLlgt6whsIrAs89r+B1e+gz1lj/guEWG8bZBgOaa79+/3/7973+3EWhSDIGLIyDHJ+SPXpedxY6LN+/Dmz89KKVTlNvm6YcHyhw8JQJT3FLs0r/4Pd0pDTejDAFDwBAwBAyBJ0TAHgA/SKPTjSZuNutcorfv6t5Sq9NnXCUI4AH6uNCml5Xm9q65YcSbpNBfIwO8lhoChoAhQOMTH0dofKJPldJb93//M3wKeqh/ij+cMoCzBW+TguWpUolXJ+exNuIx2lQV+dGqrVtiMn+C/XM+cdHN/wSYwH1RPfuYPEG9YLACQgDtRym9nbz2co0hZggchkDLMewwJ1KKcVKN6vl1in66X6Na9N80pdWsIyDxRr7l+pJkQe66NT1rMXci9br8Q2Kc4PJ1ra6AZ18c5AkbeZ8g6+u9Iz/gU72U/TiB+/Jhqty/aWGTPwk3S6sev2sxvlr7tEDdZByNgJyP5Vgr64+29wr65enfK9g8zfe1Y9d2DxF3Fm/bsTQJ+QjYA+B8rE5NiQGk3sjjBr96m8/JiS9JkHU9JkNq6+3tPWGXkoNypOdE2qwyBAyBoxGgMYKPE1jEUvrt27fRvH//5z9DutzMOMT2Vg/qDjF+UHp2+7l92kYSaDW6FNYKPzYUizYSIZN0xuzi9RtP1qbcalWOA/b889GtZI9yAiyGkhhehQppLMEYUsjahnz0CethbMQWiJaYFLDmkhI+9ILNP//8k8tidA+DAGLzog717h+B/PVPIEYRDPj9w7YorVKIddGh49nCRh4/FePboQ/SYDvsRn7h5EMUDFOh/TVB4LHjpAQivj+1xkexFz+QzrGsGF+jSrnMKIEVGgKnQID/WlGPlzH2dBLrE6kT5Vi3yLykv37ejz/+6gyvge2PbM/4RhzVeEW8iMcafuNZItD8AfCWBl6a59+cjdVtKbvKwC3xTHUAlBM9bXpiwxMboEuspmEOdOPGXXDju+R4pBIsglP3VzUPbiGzBU4YhN3G7bwSH+0drrWmAn/KFsQ/4gvxA/p3PKxJ7H+AH/Slaa59Kbngh/2Sbqt9Ul7rPF9kxGRje0P6l+7PMSnHl0n7Sy3S+GXclsrfSq/Zp9Vv1X8kP3yjmKRr+kfzCcrJto/hBOKXr19uX3+93X79/s3MnXtAaqDVHiShXu5QDDYk/9YGTcgD8xotaNZSKW+NNrduzaZKfbytAjOgKzH+Y3qI8gSFLAMbIZtVLSY00HIalBXwu98LdmGRcmhQxOVCl9NPI/IQs6CZ6324DQqwAADNyJvQF9A4Jf5iod9XlVw5/yWT0++ACSk0/Y4/ZJP4LE74Qq6DxevnseiuPcChohnrpPyZ2skJuV0umD8CnzADO9LpAvaL4jEb8McI2pXhE/u/hzHVfgu4Ha7nlqStGg+0fq1fwKze/WOr/K388JOlwfjCyo+53Bo/a/yJ8bKVo2gbF2drtmQohbwoaQtf6mR84I2t2/SzKen4gXw/f0ZdOXmhvJ91+1GK3fA+SSbbl+JGliWZj6iIeyTXL+l40G3G8jRGid/EpDpacg13cyMZ/Ta1v8XS+hx80OhItKQhXlk2lChfjsqNl9GZB/xPy/h4QHiauoQ9x5ZCZftJ2Vv6u5QVy0O/1INy8Mi8pAfdWdLUtpK3bx5rcB86zA8fp54fvOW9rmriW8aFtE3GiaSX9ZKf8uBBSmU5fER39T/4LP1F+Vb/MGNvlRPwtzIuEGoZFYFNuD/54KeCW0DAB1JadK8tvAvEGqlAYFO8C1mWNQQMgXIEqA/m9MNvw29WJh9GlavdyLHcaNgocGf2s9vP7KN1xeragmgZfTGS9fzY5FqqnG1O2q3VLyWesSSn3+p2A3+kOgeniI0f2qYf5+9zTb7gr8Yv8HA5kNcuxUPgdhJN0iUQwJiaHJ/O7kXv/sH6HbAqgqS3fUXGtCcO4ga+FqgJ+Av4WpCiPZG2kHkqGfTg7doPdU8FJ4w5MmZhw0lSvj+VMsm/dxeJxQDLivEjqpSN2dF6K7wCArH1/BXsLrGR9wjqSzn9qUS+0R6AABvTeHu2Gt0O8KhaJX9ecZb4brNXUQ3JwzI2PwFMSMmn1Q+L3okcow5y/MbZiQA50JQ9Tp+ij20ZGMGLlCCDXKS87kBIA9Vk03ibPLwtfXdHpAMSyxgCT43AHv2WxgjSs/YWNh76vr293b7/9f3299/0yVJ2C+VOdMzNxRbivRqQL/D3GKt7+XFZucFpjIp3EDfyj7PHGIJ0exfTHyvTNqiIR6M5R4tN/rM+2NGsT97ZRj1C7/wGNh+v1saThaly/FgQ1BTw9p+vt+oJYrbGJs8zrn/mHVrCCuOwp7ArQ+BoBNCHYmMi6o628Ur6G2K2dSzrAVvD8TFuXiF+wEg/ShRX16iUz4uhyGke9aczw9qr5ORcL/ewZH03v7rHX63liNvYOFonU7vn4TGFfaAyTbCZuNrZXWZDHrXsX3X+5ul6BiqJp+bz0XhLe4+2R8PrqPpnwkUbH3u2AeLxSLwPXvIs4D0Si4UxD1bQ5QHwnhj17jCQv6dPpus8CBzd/h/zRp9E5MhJStpyRP7TfSrrCO1e59Hx4S2xqxgCz9w+5PtZFk/0IJh+D/jP8MnSX7//xJqqqgzjgL0IUgXf0zH58eBj+Dz58PgXn4A6CRLYAMWLEz3NIl27bbAmHHH+Dg8y7c9/7iqFBR/PCTs6BUwv19CnoO3PEDAEDAFDwBAwBAwBQ0BH4FHXn7jP4etFHQ2jMAQMAUPAEDgbAhjPya6WY/obF1zjtDSG5yGbUl5eowc8kIk8UpSX6gEf5GhpKb0mb2s9tye2mRcr26qT82MBxctKrrn9nI9/hoCX43rzWyrzQZTS/d+UvaNds0w69IIHtKXxCP/Aj3xpmuKH/bOpo9iYjcRPtIQPeLgN4I/xBnSJB9hov1r+V7ymCkO4UnYds51VH3aJ7e5U/2n13uxW/7X2WauHbqQxsNf4Y/SybE22pK3Jb5Wfyy9xwG9wy3L4gP69Jp941+pJVko+9Gj8qfgFP3+uQw/bvv/1bTj/+3H79VNGOPWIoQxv4heeBHbDzMqA7g8jovcN6lyhGEi0CYhhF334PNiBh9PrGCYMnv0HvpjHXX54oF7zR7/JzP+SDxpxAoYTB9fzQ/yo+YNtM7/XF+rFIfCk/kBXJKPZJ/CDBI8jSlgKmcTLr4mE8i4mY9gz/zit42F6IG9Ixz5KYAztMr3TNMkGbho+yk+kLR5w+1h8mT7JLsLeWZmyGwQOHxSIVOOfyTX/hNRF1vuzqMoqCPjR58n22T+MjwHdIDleDjApnWMEMsc2njvLCjaQ64wHznPBNM6RnOnLC+/vv29fvnwZfwdY2uhk2MWFEWDjCrwQMYHiujQ2lnFJEf28WtiCcQsnv4L+DVoe/yjjMnOuuYwF/eCTkxudoDxHVI6GiWcvvZJ9FLcxSznSBqUdlgLGklAfsCBZk/zFeCPkfH5Gfot2wNbLhZ0Y+0IBSf/m9gnixYnwvmK+DqWmc84uN+7OtGhnLBTnet1/Z1SgFMvGO+QGtf7+HziL6iE7+QhzlvXAdVlTUuLwmJmkv7Jeyk75J+nSecRcnALr2XjtgJKywCmND6dnjj+P/9DOiJlEmzrephdaO/u+QGq19lo1bQ5lvj8F+k/xm9N3d38R6h/p3djK7ZnGCcjLTWU85vKBbmt8yPgpxVezPyUP4wf8kCnu7zX5ko/yXCeua+RIWTFdtXJjsmrKZPtJGVp8SHrIi0T9AKynxqh2tP/eotRV1BNHDPuRuor5IlUOOsQX8jLdyi/lybwmX9LLfCw+aBrA/jTiQfIhr/kPulSasj9Xboo/pU+Wcz3wOT4/SM4pr+nn8uMS1ktT/B+8M0ZEwBfNvghrUBSLj4BAyWjxo7BP+0PzIgW+pDCJydJo7QRwDDVWpgHISO3yARE4uv01/RgUHhD6S7ikTRBbJ4BLgHBiI63/nKtxvn79Op5W+/Xzz7CEoxdMcCtVZyfa98hxEA96Yx7AvlidldUiQDe12sZZXLYfr+v441LblSJejozndt6YpFIE0P6Oz+9Qj0WIC4ybtL6gE8D2ZwgYAoaAIVCGAMZbjKtl3Eb97AjI+JH5Z8fH/D8GAYvDY3A3rYaAIWAItEaA9q3wLKHlWrXrzgEZShNRS4MlsFI2Jj5Jl8pr9FK+lKPxS3rLPz4CeHvv8T3d7qH1n+0YHilBaz+t/kjbTff+CNBC5vv378OnoN9vP3/9Gh4BD79hOZqBB3Lrb6xKi7X5WdJTnl7k3fbYeZLqYruFsElk8//6EzaT6OBEVnNtvQXilCzpmeKkiz/8dJI7MT3oGwIHi3B/wqy3z08inzDf9eTNCq6REy5ynHF9f0VMWEXjW8HYxmwI5YQ5sov+2WegQ1wspyGA+Vaj61CfGdsdNF9YZMv2aimrFaR9xkdnXSLm6Gs0499cL8d5x28XD45AYfzNaMh1gMyfMZ7y9qcK1ioPHhlXc++MMXc1DB/FXjkeSb+uEyt147P0NyeP06M5tI9Ikzc/PKLn5/SJ+ij2nVr3164PgI+AEwNea6CO8OWqOvElHbL/2QfTq7Vhy/4DWVfDwOw1BAyBPghgTPj+11+jgl+/+G9XXmTTgT+ooo1D9mmoBWonfji8sLVlATBaw6ZSH8XQ6voOuivluweR88NfVZ/UU6CfTsHz+Fn1S+rplOefp6PbbvtrgUC/sY1uDseXav4MX1UQJ4ZbWG4yDIGHQqBgfD6n33wsqRmhOf9rxEVeH6neUITxabks6qdzzVwMl8Mem/87fXxwrLjh3gW7KkWAY1rKa/TPhACPlNjo+UxY9PDV9o97oGoyDQFDwBAIEdj8ABgLeojFBpYsR71Mc+nAB/nIP2sK3PwnDY9Hgk/cW615lAfHaKeteKT4Ib9Vv4A86JN5lK+l4KFUs0urh6w1fWeu0/qn5p+GT2/fNfu26u8tX7NP06/Va/Jr691beNihEoJaPVfT/NPiV5ilZulhBemk3wb+1//56/b+/jH8o9+Pmm+rG22+8YdY0qjqLbNGtkl7onl5YkXmNVskvVSylR+fYOZ6nExqy5qNaWakk8XK6HJ4KDtt1kZaMcUziojbE56QnmNQdK5pDJ75ub/CNPfgWJZTPsJHuknq9Nu/A2LD766NZeTa8G/sexE3SVxM3lie+58IVnxjy7WfwCJXvEoXwcP5FLFtIS+HZsHECmL6WfWiLYMnBAOhutjFeDYLJX1rNmv2cNvYNdYHr6+vN/q8/s+fP1mtXRoCQCA+/qG2Ng3Hz2kMG2W5WA9HFadHi/eZH/Ht+HDxOW29a+sXkI+psykovVAmgWXEg/jw5Pnj99e+PiIyKIrL9yRx+cOwOa9nP29/PPF4Nc6EooxltXhhpCWXwRdEKD7kOJ8QJtfnyThN8Lv5NVkfq8hvnxi3lTEE5Figzc+MlV/Kdpd5TnvGa2kv+meurZI/l++KdC17nxs/OgFxlXbh8ebmFH7Pwa8jWLXen4CKPqslSN8v1eKA48+tSpVzmr7XsRZAWcue2NeLZ5W+tv9GmGwd/1Lry0fFW+vHtX6jR9Xyjwt6OVggj7RauDGuItBr8ltVmlHJOz9N6jyfwb47icVpPeSEHccP10jrJRunIWAIPCoCtKChf9++f5kejIybb40X9niy1hxEZmcPu5vbe6RAworhtYspG/WhTeUmYbbt+fopRPlcOW5IDw+Cj/zj6zW65vkj7bq07upYyvOaxtIvX76oL9zlSTMqQ+CREcCclD9O74FG4l2/iGpuN3yJkCWLFP7N819ScXS/aKLmNqX596kBpmeyiXt+dvu4rRe57jw/r6Hw2e0+ZU2r1dUiwNfDtj6uRTHNx/Gl/WP3YDjNYjWGgCFgCBgChQhsPgEsn0zTZhbf0Cq0p4h8Dz176MhxGg978S1w4qFrlOfI2IsGb3cAu4/hG4f3eRaX8bKXTTE9sA8p0ZzJvpjNqTLuA6cp9aeUXuqVeW5L7LqUPibDyo5DwNrvOOyvqpmPMfTQgn6/8s/w+dKiP5wIiWzcUEy6zdR5c+X+Eh6ldHNUkVIQN3hAB/shslManHAZdLgTW/Pnjfl6op0JW/EZfut3+K1o/sftpPZdP6gz6Hf4hnK4zG3X8DEmH3XbNBzFjb7RVL96woYwi2HZ1IpiYRir5Dx3nx/Sy/JiBUkGxFAeJmQnnQK2P0MgD4Gy+MqTeSUq+H+8zdNahY460bplWqdg3DneupQFefhhHm/vD/TnjY8pL+LlkB2vzSttISNP0z5U5E8J1vBfOcK30XjEF8TwdSLKzpqOawe6V6HfAJmhlfcp+baXtk++5DaUW+3byt/GC5PSH4Eu9x/9zT6lhn73J6d014wyBAyBAgQ2PwCWuo4YcEhn+xuMyTO5wJT+7r3gJHv21il9Ls2/0PcM7e8QBI7oj4c4akoNgQsj8Kj9NDV/Yr6muYweAtNnoFtj8Dl+LhgbURcOjic1vee6bi9IU/G/qp/2TCNLpiuu/Vb9vEBlakxKlfd2SerlL0LQWErjqqTpbZPJNwQMga0IDI+BhodAB3/8YasTxm8IGAKlCCTWe6VijH6JANbfV9szXXpiJYaAIWAIGAKGQDsE7v/v//2/rq/oYaM3ZXLpZoWUp/Fr9Sm7tHcdsa2MBUZKTmrhAfm0SR372+sb57X4xGxGGb3EDPuxISXbzdFOrz8j2zzt4R83En5Bj8yjnPMceV1qD/xJ2azJ0+pTcuO9wlOj//mSPlda/+6j1Uutxc9LWL/qLX9de/j5U42W1/PPBPFyXLd6i7Q3Pp+zI7KfOb2RE67wsUV6VHzDP6Q/fvwYf78Sefjm8u5EJ2oOTKlNMu35+MTJ5nDE0j5rhflTerk80Qv5khL5UC9K9XTLCEy8tXqlZZodoOf6SvRr8rlc6NLSPP0U27Lfk2Q6rI6vAk7tPZyIFqt0xIE70a2ZVFDP128624SfXOeKA9xCDMe8Bl8hrkEWeEIUcEU58qj35dv6H+RArkz9+DHVSJwl/d9//x38DrAbPyWh5ZsgEOu/TQQ3E6L1L94Xl0p1/1LyhVw3Z6bol7qpJNk/lHURtKdO1Ln1oTaPCz1LPDR/YEncv/Q8OfEt9UFOL73vgwI/2dzv+KqApg925aXer1p8oGfil+Mi1rUv94ozDqzNvZ3Ql0i1OEqwpeLTk2v4eMrYVbb9C+a19vY2efkpek+7UDEUeP5Y7bIs1c6glPUo75WW2l9qR1p+Cm/S4DFP85daEqdPy8+zLy6VSif+uHzvX4o/dX+FL7esWUcyNQ0aP+yK24/a7elW+Vv5Ux7k7s/E9Jfdf6QsmMpj8tc5ymox3vTWk7Kql94t7ZeyNVaebz/1OK1XLjXky1/ytihBfEhZmicYX3rb/+zye/sv2700n4qfXDmafxWr41zVRmcITAhoQWg49UPANgCHZcMFT833iwiTfEYEHrWf5vr1/fv3cTOIHgTn8pyxHc0mQ4AjUBPL8mEv5JEsW0sBjX1S+eAXWlPlqO+V4sEG5MsbxG/fvt1+//69+IQ66C01BAyBBAL0MjI/Up8gs2JDwBAwBAyB8yOA9betm8/fVmahIWAIGAKGwH4IdH8AjAm4tUu95La28xnl8dNL1k7XjoArtx82S8kHXMsN02u3jll/WQTciQF/2uKyvkQNxzuMdKIk/Ycbc+qj9CnoX79+jZ+DTnOgBvK1dylB3zB1bbdBJmSw0yYbpJ2MFW3T0iySmdvWRAsbcnla29pa3sduD3/5+k3zAvMp5lfQ4+SVf1Ba0n6Q0j/FCUNv56QzVd7fom0a6HeAv379eqMXaezPEOiHAMbXfhq6Ssb8S0qGtQetwujFm5f59CvWJV1tuLJw4Hfw+iU5/wyfwx//apbX8I0ElEyGk8b5v+gfR6w/AkMyM8r8TJhUtLU/QX4VHDLhOhtZZfvs5sZm+5T4TDhi43gCmBMXVw+5J/CpdL9Ui0+t/gQu72SCzR89gZZxa3HXE+3zyO7+ALinqxS0VwxUG8p6RkV/2VeNu/7ItNFwdP84Wv9WFPnnj668mN6Kw1H8/PM57lODRxlzIb3YzMsz+cBeyjfC+GYhDA/qUShSTiOq1CznrdngVBUcTdCibddkrNXpvuvjK5cf+TFfXUUGBdeRQV5EwmVjI7tIQISYy4xUFxTp+BcIqyJt50uVeoWJXqSxB8AKSFZtCDAEpq8uUL9uNd4x4Y94ydcgj+jfZp9W5ogAO3ximytc4eVke14HNpcoPqEvJeZfhba6fdo7GF2fbbbP4qh9S5nEHgjQy7BlexllVtj+UhleRp2HgD3XyMPpkagu/QCYGqLXmws9bgPXljCP+qBGto/sPNoDfI1fyuuZhy1IuS5ZhjxSTkvXmMRT/j/jg6O1/lHTH2kRRouxFMZjO7AfK+Q3Lq69hpdM1v7WZBNfqv3XZNbWRe2vFXZyvl79Y0t7oU9HoZMPCt0NcSK+JH1U6JkKa3qotx/96F//+teNfsfy/V2cHHZ4zTxH4CNt8OZPV6v14eh2r7J/kNHseWJoj3TlmI1wblMsnlDG6WC5LAMt6imVNLxOv9bH123y0xZMcmlsQj9JfSbay9BsaYMPTv7KDY+PD/nbuKRPs8lbH6MN8Y/Zz/m169kW9KdPaVtMvqTRdOj18uSxzqFT0ClgeghMn4K2P0OgDQKx/tBGclyK6J+SSJk/Ye19dVE2Cx0++zyd/AWXV4bxFiVyfdjvi9GwBQMULECqjUXgB31pCv45Jbzd+kbTTbrAX6r3ovQOm9n+WHxKmoWrObgumCoLYu2DMrJD2kJ1vGyixe0x9aAwPiCr0ryZTfY3rDe2Sb0+94eMpaB/Dr0vcVvZ0/NwfcZjhbSG8RPSLq26u/UYxr+Qf8kRlqT2U18gLiRf5NpEr9//kfPIQuHOBZgWU/PX1vjZyr8zHE3VyXuhNeFyfOO0FDPBPV8kdtf4SVZt3OW2H/SX6kH8pfpjqv9yfHKuYR9oS+0EX+u01fjS0q6zYNPSJ02WjA/QPwsWZ4xDtEF2erVFIQa/bAeN8DQIpAaM0xj4AIYc3T+4frpR0W5Wzgb51e0/Gs+tfZzfe1Nb8PY42rez6397e7vRQ2B1AUYbIHITZDfn2OZG1A6qx7+UUVp9io/KwUvpA/6N7Qofa/1b4UebVcYP78/R+SGQu2JHlmsf46dJJSmNUVvHKSnT5ZvaD6ntYlXFHyp7pRvjp5dZkEtjJz0AVsdQMFhqCBgChkANAhgLa3gfmWcVFz4XxtYHKON0R4NVagt8ONruJ9EfrNmO9Tm+PiuNH+nDVn4pz/KGwDUR4PuR1Nd4f7umR2a1IWAIHIFA9xPAuZtUuZsVXB7xUL7kjZsjQJY6c9+ukXxXzOe26xV8eyRfcvHm/S3G0wOTlv3jamNDDOPSspb4lerW6GU8ybzk7xFfUofMd9d5opt16Xv7PN4xy7+Bp4fA9DuWP3/+bG9OE4nwKSWM1+f7nZIWL4eOXvLjWo8rJX/P4Ws4vva1iU76xsbIrmNU7PRSouExv8qXMFPlCTFFxSH+RawLYtgNe0GAcuSDtACfgG/HDPlD/1b92NEeU/VoCDzW/NN1PL1U09MxI/on/k66ZsX4lhq/8VvuwpuDs+g7a2bk0KzxF9aJE6SF3Eny2NqFE1+938G/+234lPdJ+wjHe4/rluuzPew1HYbAVgQwDmyVw/lJJo2PkO0OFtA9ISe062wEgOXV551shzMJDY8QKMRJWLrMXR237g+Al5DVl/BGuTrw9SgYpyFgCOQigA2CXHqj648AjeM2fvfH+coavn37Nn7CdPEp6Cs71cD2cTwbNprOubHZwEETESDA17xBhWUMgRUE8BnoP3/kp7hXmKzKEDAEDAFDwBC4KALyfl++GHBRt8xsQ8AQODECGHdsvDlxI5lphoAhECCweAAsN5y0jXpJH0gvyKTkQH+qXqqQdBiYJV1tvnSAj+mnTzi4b9wPD0PoL/VGD/xP2Sv9TdEdVX60fVv1S/xlXsqX+RTueEsy8q51wAJ50JvKB0wFGcgrYAlIt/Kr/WPWhnNWsv/F+AMDExn+GRVJQm3j+6eszctDfrJfpyryxDuqAP9ZJn0SxsXX8AZh7A/2AVdJA/5AviSqzFMsu8/WJOzL1Y9+kTKlh/1cl/NjLvycf5wTzftKb4bjr+QN8ZlWi2/ZH6AKqcYPulSq44eTCvBYSkpFmKQL8+QXfcaU7F+zof43NDW74Bezy7lIvLJ+KAvqGV/V5Yp9w2kN77e0I1SWxi4+LnjuyZn+/Svi5zg4AUyk/Dehue0Rfu/EcMX55goMfkM2Mfw4CQF+synE7n+jbCIdq6jP0kmaUT5sROpEzheT3fPyT1YOIuZ2FezDh59HWql/IWCOT639Qj7EUgxTWTbRDt1z/gPvlPXlqC9NJ3lp/Kd2LfOP21BjL3ic04NAlHHZdA0apLI+xVdGF8OZflfr5f42nAB+t1PAEs7G+SA+K2TXx2+FsgqWTzdWYhyGEK3/Ib7n+Hen5mV/AB3kIp3KY/E9UUxyki9CzesnaTWkj+O0y6xcpAbomQXrvaQEdyMRpyiafwIRYmII6iiT2z4Lxrlgwv/zE/Mn5WXbDfOgOv6l5Gv2p/ji5al1rl8nSb45foZ1ZvRvjtdPucAXxEX9F32A3Qf48QM4kwLCZo5c8Ai9yN5TP6I4E3y631IFB1LEx3x/wmwK57Rlm08SUD7HCcWb62y+be9K/Hv/J6kanpIe3iCV/Km4AL12/wS6RSraZVyXDWPlqD/AcuKUdks7F/LnAskHOsCaKwd8rdPAvrn9+f4D9LnQEAWa/YF88EZSTQ5YtHgAXW6aGz8pP3LtTtmTkivppR7srww315J0zMdLl6RS7pJivUSzv7d8aV2tvtw4kPpK8mizWP9KyemNL/Sm9KTwhC+58ZeSA/2l6bCrNLKk5GJ8Tcl1y+IEgcafYFsUp3BdECYKUv5JcqkHfLJc8oFOliOv8YNOkwM6mebKl3zI1+oFv6Z/q3zoqU01+xYPgGsV7cFHk/ceA+0evjyyDgq6owP/kfE13/IRSA2AcoFr8ZqPqVEaAq0R4P2U+iL9o89A0wk2O8Xm0QZONl55TOzKEDAEBALjHrzfiBe1ljUEDAFDwBAwBB4KAayP4ZStk4GEpYbAPghQH7R+tw/WpsUQMAQMgVoE3q60YHqUh78t3g6hdjvbRItYQloblMb33Ai06B/ZCM5vQOKB8CMsXN3bddkgGGFrBBLnClqrUX/jURuL6+O9nYdkY8xOfMY09Rlo4qETQOlTHs3hngVqvvN6nJRoZ8uEFXRg5Gonn0uKtQuvf8br5PwkToVcFxuKrfZx2wqPJP6tFKhy0PdUwkMI6CMUw6h4e3t7Hf693X79+nWIHabUEPAInHtM8XY++1VqbNt7PkjZ8QDtQ+uEyCnRwLOLrCX0+4e+69MAs0MzNr4Bftt/ABLbUvQtSlufXN5mWZwb94pIiQo+xDmstAaBJv1rnl8+5/s8a6ealjCesyNgcb3eQqc8AcxvNdgHNNc9ebJaPsmeyfWz2lWL0Vn8kXbIfK1/V+NrvRDGWIPtBuA6nEG8GjRm704IKF+F28mKfmqCz9scvH+TOgWMflr3oAq9vh+GJnkNgWfHf6v/W/nX2uYKdXv6L3VhpXBunOgh8OvweVD6jP7v37+jL9ic2wOz7rwI8D4Ru0Pn9T284PIj/VF7uKaZFPDbfYAGl9UbAiUI8PuL41/mKrF8jZaPSWt0VmcI5CHA97qu8iDD35fn+WhUhoAhYAgYAscg8CYnFjmAy/qeZsaWUNIe6E+Vo75VKk8d80mZdGh2tMKP9NA/yEOa8pMvsmM0uQvvEv80m2J2nL1M83+r/bnyQQeMZb7UDjzEGkIq+hfZVonS7V0Iv6EXeCCfmyL+X/Ggd8YB8rX+Az2gR96ls7yjt49U+xIBkAgL597WiyZvMQ5GJP3LNFDj5/GFPhMTDX8kboF8BBXbYJTzSUx2rMyJwm+FCiL03xL5kClEzVlIjNduKSWMCSeONeTR/Pvt27cxi09BE633q8Su2ArDacLFrmkQH4HmaeRYYkI4BYSJzJqvxKLhNvEv9Yfq0vbH5Gs2hbLPnYN/0ieUx6yXtJwm5MP8xCnWX3YI+UO+WG7NFqKPy/PtLUe6mA4q0+i0ei53zea4vZy77DqlC+WaPq0eclJWafwpPl9OD4HpATD9s1PAHhe7qkVAi1leH4tflHG6ElsUPrauWkjNOVG5xr8Q2LtA8TUxPnurgHVqsbBVvtfU5gr2tpGmS5n15cSFLmxJocVSL71LS05Tsn5/cRoz8wyR7UvtSWV5i/M8HQ2o/HotLkxb38e5zlcKPx/NH0K6hU/ABy3XQiZkIe0hE7LPmuLrZPBdPi/YardsNykPemX5Ii/mG7eX5ZYH030Y5GE/ayEnswDyU8PhVvmZZiTJ3P117f7nfNsKvJKKTl6B+JJ+oHwv86U+ac9edjybnr1X3Vn4YvAg4vfPj/GfZKQNYL8JLGsfLy87yON5aB4ZAoaAIXB+BGjth3/nt7bcQj7/0qZNq42btTlsbcFHDzDoITB9Epr/rcnjdItruXmzILCCrgiMG2W0WaZtQne14jjhW/3eyr/R8+p+t1GvY9/Tf9LF/zkjrnNBn4FuvTF1He/N0uYIBP2PxnAxjo/1kfJWhnD96JuBbGFPUJeTge1b5eToMhpD4LkQ6HV/cSiKfEw61BBTbggYAoaAIXB2BA6/jz47QGZfdwRO+RvA/O2Qe+qE03Ay6Jn+1jbIz4SDtNMGuTO1jtmiISDjV6O3+kYI4A3qRuJ6inEvTa4owRuG84uCIWXwNua2TcbP4QWp2B+d/qI/bfyNxw/magAAQABJREFUxTuffycpkf/Ch4yND9iAlKRJvTIvNdJDDPqHN25jMiTPo+YJx3W84jFRgwdvs3V+Wo+107uuq6a2l32Puw5Ntf19HNwwsh3gP8aemjDI4jlHHMfwX+/3cedo3LQ/Q+BhEGjZ/5PrlwPGNddAsfGn1/zllJ7sAvjHsDiZqU9sTmyO4nDEToBl3V9wIXZtCGQigHisWSdlqtiVrJcfvXDqZe+uoBcou7y/WEsl10GZYJCcrTJWVPWK1xWV3arIF/hDSi4fQ92Q2i6Y4xyT9uzY285ALCpY2dGnjLUAZqYecnl2+w4BxZQaAo0RQD979gmrMayqOOBOhImvxYwy8DhEFfikBBxHgkDmU7Ag3iml3wP++fNnitTKDQFDoAMC1FfRDzuIN5GdEaC2s/brDLKJNwQMAUPAEDAEDAFDwBAwBAyB5gjIfaOr3tfgnhppc6BMoCGQgcDiAXBuB8NnXFKb4u79zeFTzaV/9MlJnKACr5SifZZS8kOOTKW/sl4OMBq95Jf5Wv5iPuWJhFItza7OF9tdramO8Wj7SvW3okf/+Ez0T9nf6tBtz9W6P2oWluKtySutJ3+5Dbjm5Sgrld2Cvlo33jx0RgwjEgb1hm8SVtvn7PIXbk7zRYtfYlu+MNSnJ7n+m5iAc8f3AJ+ZKZh/5zYZ3llkXtPl+5SfTyDLfkmVkI2Ul8XoJ4HhfzkvfQKaPgf9+/dv/0nTRRzN/HMMLdtjqB950JqhPp/T2m3i5/Z5Xn4lceN1dL1e/xnxL40dsxl9KMI/WcBopUksn/ZP4kd+4Gw8yZ7iI2prYJOUw5RvuozJRZn3Pe0flMMn5HNTr2PBkRV/4IrIYfh9YsxcxBH4UvYDC+iRqY9L34aQKWn75aF7aqeX+UHmxzC2TH754c/bW2IN5E88zL/s/rOOYzq+Uu0C633/IRneztDPtPzJLjqBRbzy6wnQYumxCKTbb7LLt/tRdrI+AROC8QfxOK8HiGbsm1P5Hf1oXClFZEFmVoq+5uX4+X0ogylM1kviC2Lx0yokl3RAzyDSDzBMqr/UevG01vD0i6tAgPcLdJ/YaBmdm4lHTP34ANp4Gv5shqfxPvqy/a48rrBDNh7iacKkvh8sMQ28DPAPaqYMi/VIbTo+5vmp3u6YtjOWKfi6NaHf0yNocP/C+xp5t+xuMi5KMUB8xfn8+BHWz803zJ1x/njpcrxA+yMNtfTP+X5Wpwt2SzmyPJWv0zrgqPRLHz9xDdLeONW0NkrV5ZSn4ge82k9v5NoJeWdLt9qPuDnKL+iHH0hvL+sBmIo/GQ9a+5f6TfIhE7ZnyXDrsIl6MX5hmJ0HYGSTsud5MbABc+Wgy33lYTmgjyIhP+CPKHPtMddJeq0+InLXIhkPUM79SNGAdi1FLKRoJD6SDnZodJIP+Vo+8EM/8khr5abkQa5MNT2l8lrL3xIbZIsWH4sHwNKBZ89rAdIbn6P1a/6d3T7Nfqs3BK6CAPU1TEjW7/ZptdgEzG9O8anlfay5npZUnKbKpYeId5TTbwH/+fMnvfEGQksNAUPAEHgABOQYWOMSfT2BXpyJzWc18ozHEDAEDAFDwBAwBAwBQ8AQMASeEQH3KHcX5+W+UYt7o10MNyWGwAkROOUD4NTbNSfEz0wyBOIIsLeh4gRWagjkIUCLHFr4xBY7ckGUJ/GMVPROovY2eb7dhEsKs3wpccpHn5+2+oeYRBpFsXJ8pJNsf/311+0///lPVOxU+OF+KzjWZ1YYd6zCO7ipmEd9hUn0ti/wrWCPsyj9k/SJt4zjcg4qLbZvA/4Hufg8aqltpo0HrX+vjkFrgDXvP2vK+tfR1xPoIfCPHz/6KzMNJ0DgHOMX+p8/CdwCGvItNW9ukc8wQ/8/bE6DLdhg7eXzFrzOxHtOfHz8r58oOxOSLW2B/4HMIaQ/51P29IWKPn/oP32kP4tUtJ9cZ6H8WXAwP9sjgJhC2l7D8RLf38MvdWgn8qTF9MImeAgnXBMd9cGjsfPjwDT/Hm2PxM/yj42AjDcfj5Pfsv6x0Sj3zlZJEczohBf+Raqt6EEQkIPFg7hlbjwBAhS7Z41f+mod/uU3RdsNvTPjk49JnBJzEz+JHKfcr1Ti3TM26UEGfQr6vH8Uy/h3XiubWrbrRjmwLRgzdrVvK7IV/m1VyfjLxhfYygSc/hI2F8TP6X3SDaQx026IdZyMwhA4HwLPNVadD3+zaD8E1ufnsvXJflbnasK9sfu6ey6j0RkChoAhcCIEhm3IYR+SDLL1yYmaxUwxBEYE6AWSta9+qSeAUxu5OCV01G+IQn/Ldu6xoS7xkxswsr6lPyYrjgAwp1S2Bzi0xbn7jQMw4I1x5HdK4UtK3VrnT/HsWa7Zv6ctZ9UFjHi8Im5RdwbbtT4T2CgfyBSf0AukLTKEDzBaVJ6oQGs/7kOP+akVFNIP2O3KG4+P9BB4+hR0zAP6rdDpDdnhWGqMYCjTblhq3o1bk6nJ0+qlGyu6mmANe3ACifSjjHRL/VQny4gn74/ihG4kcSIE8RNyl8iXtJp98C3UmM5J+SHlZ+K340AVX7+uywRvXgp/8uM/HF/Az7WhLGanLAMt5y+5hjzYjzhEHmmNTM/jxqexCDKh29Olr2BXmiJeo+kAfrApLmUY5VIV8wtin+MNIE4O0BcU6FPQ9vdoCCBe4FdufIG+b4p+Fh/XY7o72485MrYOjZnTuszpTfXv2X9MFI3Xx/pcLeOpNQBb5cXsQ5kWO1t1N+B37b9VVip+gMVW+dv4fX/PsWe93cL1ibQrR77kSefR7ZSfAk0LiNQU3R9H+GNFGFdjdXuUoX1hRypfagvwL+Uz+sdCAHGV8grxlqrXyiFfyvmcf9tLlmvyZL3k33oiWMpHHn4gL/WivFk6z1+4Xx9PzFGZK8jTJO3O4zKqR0dAmyvx/EXGT+u4h3wpd30tMnSD9G150HSQHxSyjNTLqrIuIR/PgbAPAOa2qyZIvXjKg48aWmvsi7v7lOajY7R0vofMlvaZrDIEztCeZ7ChDLVwS5rGUj6eJmU12xBJaniYCo7no89PFP/4xxuQTrOFp4Bp8wj/Jsqtiyeur+h6vBGimyGy51n+tvlKD3/DkWMFtyp8t9m3Yk37qir/2plRNL7A1nbq+0sK+iXFxYViowIdjIN080cvzsibwAqRxmIIGAJ7IhCMWfmKaV6d5tZ8HqM0BA5FAGuKRMwXrU8OdSSunO8Nky/cnzjH45bG7u0e11vzzBDohwAe8vTTsCI5MVavcOxetdde6l56dgfQFD4cAuoJ4EfxGAsNbIagkyLP/cTbBbzMrh8HgVibb/FujKXhLvvjc/i9BvfbNvObuak3zbcoNN6uCGBs6KqkQPjZ7NFMnyNfI+tajz5+NexyQDnj/AS8c+wPaFbGR2o7Lhd5tCn9FvCf3/8ZTrj9ub0Pb+x6Wu2BTqye3oULy6GH2+t18NLINfyKVIVFiXfwwJ99YzXZTzZPOL2Oau65ryKO81bof2An2ZNtS8CZlZleHD7DyDGbW4x/lpuXINLHF9ZXgNPCMxlLjGdBm1MQ54/10Rxp6zSkC3/SD5SfP6UHvZ+f7+MDX+BE4xf+kQcoP783ZmEZAojh68Zvmb+V1Mnxq1JeMza03/QbgvVip/b/nN9iz16/1CtMcMbH7wRxpFjj1+ojIteKGseFHGcLD0qtWXrqOu83f+w5mDzje9cXGwv/sljQftnr34WasUA+VHm2l6cwXvh2nHBCeRy1/NJecvMtMMqjEKC2pziSMXCUPXvo9f0G8/u6Vj7eEE40HqHMy5pkoHxd4vPVIr6QEgISuxaoQD7SXnpa2PooMmQ7cuxb4g+5Ut/ZcdTsfaoHwGdoLATSGWx5Fhv2wJwe/trfYyFAcaMNoL093iN213w4Wv+abVQH+2Q7oVzjP3s990NsoZzd9Cb2cf+pjXmeFHz79u32zz8fQ/kfp0/GgquovCCdrWVWmqKySXxUBiMwBAyB0yKwtT/TuEUbQ9jIpvxVxrLTNooZZghcBAHcliq/SFDtDcYnG1OqITRGQ8AQMAQMgQMRsHnsQPB3UI327a1qLz29/TD5z4HA/b//+79X95WxcdALjq0dRrvxqJFPL8vmvjgo5Ut7SutLcZbyS/mlvZJ/q3wpT+a3yl+zf032Wh23cU0+0X0q3+/BG67QB3nIc138WnucjPfHtvZPzQ5u0xHXve1De8C3Un2l9NBTm3J7oZtSXs5lg4aX9b6mLoG3tI/Qz/1D/5BvR6Kc0x5xXYMPn59q+I/wEzpL7ZX0iHOU0/j78+eP2z8/fowPOVCPFHST/tioipEUFlLK6WL1kobzyusU/0QX2id56U3V1PJskhvn5/YvZU4la3Zx/jU6ksRpU7rWyjX5ktc/6J9qSvmlvK38Ul5pfm/8dPum8WWyC/1oyRXDbfaFYvZzOoEu+aZ49T6XyYe04YUP5bB4qttwfZMtdEo21cfW+h9sieGAuuNT7i+s+fHPj9vPXz/HLJ0Qtr8rI7Aef7H2D731fTEsP0dOtz/l/+SXXPc5r3BC0BUkLpSvXtxv8XEuIa15Me4v04JT+KQ5eE16/cGp/LVvrzW9OTGXx3+/a/jn6CL74/peUk/OlbjACVePTPzK4zXVy7lI1selpEu3xkdp+y8tieO6pENJfH3HceD3P6l2gzS5PuVyPE39VXJ8mUVq0Qd0pF2IA3V80eJQcU3qVcibV2v6tfqtBvWWD/tknGD/QZaDvlXa279nl5/vP3q6bFlthJjoZZxAL8YJKbVVHnpq5R3Nr9m91b6j5Ofe/8q40eyV9RIfGW+yXvK3yvfS00turt9b9W/lf5oTwLkN0ptOdqDe+p5RPseYXz8jFuazIbAFAa3/bJ2AtthGvKkbKZRvlb+Fn7Dbik8Mf7plwAP2LfZdkVfiQfh++/799vv3n9uvj19XdMlsNgQMAUMgioAc7yRRzfzyNvx+Oh4AS3mWNwQMAUMgFwGMTzXjUK4OozMEDAFDwBAwBHohYPNYL2RNriFgCJwVAXsAHGmZ1OmBCKkVnQgBTOKU4gHQ1jdgIDPt5vpRFPBLe2Q+Ld9qDAGPAOLJl/T5PQsuv/T6WR9OAie0EVIqb7lBNuGLN0rz3iCFbemU5LWSldbianACZ+Mb7CRv+Kjp7eu3r7f39z+39Fk+p3lgiJxQJHsa2OK1oH18yZYriiX6hzgannuHf6r9Svuq/KG68pyiv1wg4+BYazHMaZmI013CTs2f9oZvXv+y15PdGDjH1xS/MngzfOgenxk2PAAJtcfr68vty9vb7fcfedrqARw0F06KQOvxH+Pjuru4z0pRJU94phisPEAA65GgMJbZOn5v5Y/ZtFqWF1+rIqyyCwKb1yddrCoTiuhC/3HrpFmMevK3TF0Haniw//q0gzMm8skRQD/cHwbrR/tjbhoNAUOAELAHwBYHl0YAC2dM4Mgf6tTGBwnjpsXwu209/tje7CQ+64lJD0tMZg0CiG/Ee40MjYd/1fwRbrY1f3vUo516yD67TB4/e70M8GU41fbr7cvtz5/fdfBsHLO5Uj7Gtuo/ajxttX8rPwfg6a/5plhsHuf1TwLW1vjayn8hmPn4ob/RImMpFm9L5798/WoPgJewWIkhYAgELwJWvKwTQ3Dr+L2VP2bTahnG1ch4urstq4Za5ckQQOSczKxm5oz3d/O+UaR3NNNTKojukXrui5TaY/RxBI7YH4hbcobSRx8tzoDxtWygQ2vai4vX8sisPSsCb1cPNHVjtDPycsFxtD2l7l7NXviHRcTnx7QSHU9E0b3qfDTqJfGbPuDPTWX7Sr5hzen/2I0hpvX7C26gp6Xy55yP2Ye+OC5kPyDBi+dX67Wc0l9jY5Gww4MZlLV6UOG12VUPBLR43KITfapGBsXsGLdz/9Ps1OI398YSJ/zRd2A7ypFP1cty0G9JNd/rZOcikis9Jg9lWut4HXz+cPHDxkQ3PtIJjuEP+Y95wFmcZJ1FY3yas2pCJ3m+fn0bFs7v8+IZPjBjIGUc9FCPQrJPlqEulgIrX4ex1Je0u1rGFGyFf9L+pX3+99KIF/ywUfKjvDbV9NfKJT7IRsplpfwQtHM8tj31LTHldtH1Wr2wT7I2z6/ZQsome9Bfl+oRd7wGax2SPf22rI/bqV0+P0O9vp7LoeuJzo8vE7+jiql3lcM4M19L+V7eRCDzTMTGy9DPpbBle4fjB/jhyVLCVALMUQ++pXyiIH/RpjRHvr/bbwADucdKEQcyPuBlPD5Quz2NyUcZbCvRAt5cnlL6XLmZdOxeMMqB+SdaeVRhTbukbJWyqD1kWYqXyiVtKf+abKqT8cHlk25ZPxSttalszzVaUu/Ww+H47uYrxx/WE+v4J/WhXKSp+c3pEfQym+IHXa4c0D9yKiOW+xqJprEa+MoTv5+L9ROXNlxntr/g2pAdHkqAOxGSqN47BYZISb/F5d6toOtz+wM66QNSuN4z+5YaEeKuY58K+1o81uMcj1G61c8rjAPcR7QvUrS7bM1n26/nGBEWV2hX2WZnzJeNQmf0oKNNMug6qnpK0Y+L7zDZ0w2cu4nLb97emGARRimu860zymdAgN/f0bJVLl1jGFDc9o7dmN4rlj06TvxBxp7jzJe3r7fXl9fKkMiJ8jzRXBJhwfHIk1BDxbUewV+j81F5eFvQNc+TzyiT5Y+KB3ze4l8brDBPId1iUS9e7qk6fmCdiTTTKPps/tvwxQT7MwQMAUMgRKB+fkqPq3xUC7Xl5bby52nxVMDAl/ir0JZHX897v+0qBwHc8zzq/gq/n4GvObj0pLE+2BPdtrLPGD9tPcyRtja/6Pz0YDD1cFDnNgogkF6vgGKflI9f9nBzH8xNi30COhoDvDPStXXIKEzVhcC3Bbb+hG1oDtoMusLa/JzOn3rDftKBE8ru5MvH9M7F53zCF2/6EDVd26Se3zZGeR4EqL+hz53Hqp6W4N2pcDMIGmNYYCxBCtrylOtct6Nc9naOorcT8SZ7xcsy0lIaP798/XJ7H04B0x+NpdQOcbz74QbJ0r4t+Vg8bZH3ULyIIXJKiyNOWw1CrP9VC1MYEU1cp8JyeDVsphOnod3PG8eESYhFqpk8eikKVl4Yz248HMbFl+FrNPTp/D/DbwHHx0imxy4NgS0IUJxqY3ORfPSS9T5lv/FbBOpm4tJxxM8H+ePjZiM3C5hij9+rf85j+/PGW+v2Q//e3Fi7C8j5epG7R5q/CId9Ihh7v+NF1vXxDfR7ps52UurWH8fZ6ceQPVEwXbUIBPFTK+QkfHK+y4lF/gC8Fgu+b7wnFDX+7mlfqa4z+IOYoZTskTaV+vQM9MAI2D2Dzz18tN8ATqBKAWbBlQCnQTE6cANRJsIQ2IwA4hHpVfo+7N0MwEUE8E0XMjm1EAZdqn4vd2X7yPxedjyLni+vX26/X/8Mnzb99Swum5+GwGURsPGwb9PF8KUHv/TlZ3pYEavva5FJNwQMAUPAEDAEDAFDwBAwBAyBKyFAe2tH76tdCa9SW7F3Wcpn9IZAKQJv2gaA9iBE4y81SNJr8nvZx+VqNkibHymf8l37vA3eguQ4ApdYmdQjaWT9y/AJO/qT5dDBP2OLsppUH4zZm49RpVO9OycsTsTo8mus9jz8bTMqpXahtkP7uB/L8yy7XqXaTzMiFX+Q5/zTBCXqIUfGoSRHPdHTP+QlXW0edtTy9+ZL2YdyLb61haTGL+uhF+0g64FHqhz1SCFv6DEomlN0dqSiOpL1stLj1pKN651OtA5HaUaySd5HcgzksoAHyj4/xW8/Vp7Q4T7hbdZgfJkV4jetZtMdmvQp0vEvH0a4EE1fXulU2+vt4/11fMDxMYy3w4uVyb+hy67+cf9WCalylkVjLrCQuKsyBMGnHMBFPWJhUbw4bShPaExxtYiDhaB1gNLYTvOex0/qh6KUfDavgnRMqTGJh+TN4+3iZNnk20gu/7OgBYHUF5MhaYg3VqbxavWwicYJBC9SXzddhfjJePP4S75JnqT3VJNfaf7JhzS/l8Sv0vI4Vbvrrfp0fjGOOtNlG1M7oQ0J24mP44cxg48fGFOcWHcxyfcnrClPcpEu5RMr/LmTsmGRxPVTvf1dDYHY+ON9QHv7Elyl4hb1U1ofH7Br7gfBuDuXjSpAF+r1OU7rS/24u85P8/+WP+1EZxJfjNuB39ySuX/ecNKP1+VfJ/XPIu5J/Ws6POZ+/onTj+NIvEophQ6MiUSOsvw20/yf1goxUzA+An+uE3YMUcbjx021REs0L26NuYgTdzIypjtd5vxB/KRI77Cf48eIM/XLk6dMwng5vCOU+Jsq/PpZzm9gm0CT4wjWnbLcxwD44ylwSq8/wRc64O1F/XqqxXfsPpI3HeZ0Hl1c48tH/AwO/Ev/fgyCESmX6q+X+Po6unJ6wmKfm+OI4gBIIvonopRnXsSWK80++Ie0VJcmH/IgH/TIo15LY3GyxqOhirZYk0F1sDdFV+qHlFMiH3tysf0BKRf5EvngKUlby1+T58YF1mXd/kem0blxBF33xAC+JX5ozw7xmRp/0dZreJDLW+MvE7YkmdQv7dXqk4IrKqCb64yVlYjW4kXbf4X+lE6tPsUny+Ez5CEv6WQe9LIceU3OVn7oqU1769fkx1cftd4YnyEgEEAAah1RsJ0iqw2epzDSjGiCAOIU6VXiFfamQLiKHyn7Zbn0N+Uf6FL1Um6vPOzoJd/kSgSG37YcTwG/396HT5vanyEQRwC3sLm3wnEpVroNAW18PHr83ubd8dwpfAlX+vf169fxE9DHW2oWGAKGgCFwPQQWD3+v54JZbAgYAoaAIWAIGAIHI5C6ZzvYLFN/MQRy4sgeAJ+8UXMacYsLe8unTSfSKfXKjT7Uy/Itvuby4sEv2XCE/lw7a+nwdlYt/6PyIeZq/eOxAlm8rFbukXz2eERDHwjhgZJGv2894g/xCO2L8qqTIpAWpkePL6+vr7dv377dfg7j98efdLsAE6ShF8glTligOpLirf9I1YFFaRz2Mepo/Skvj7JLGzdQz14XT7nwlOXAp7b9wL8TeAVfWCgbP2Y/RvnlvtA8QP/Wx8Byucbx7Ajs3L/2hjvzhGXSLPCXLy+SIs9dQfGwMlYXjI/H+/ngsV0DcKL9FvcZs2yUp1VNGOMErpyfdP605N41ZfN3b2vayz9T9CMuzhwPNS2AL7ukTnDWyDwLz9H7A2fB4VA73PpjZU7mBibGd05i1/0QeNRxDuO29E/m+yG7Lhl2gAr2In/GFDZTqtlrD4B3bMGcBtnRnGpVqc/vVgvcmZFPeanFLDrRzqaZOkPAEFAQwOdtiKzH/hmXn/4EJ4zkownK+qVyXJL5fpqvJfnL27C0+f7t9vvfvw8wnMcEPjHIzeD1PSKY67LrUgR4/3/0zbxSbIy+EoGGL9hELegtP6rUCg2BGgT4/FfDf3Ie64vlDfRMmHFfsRHPESup53wF1/6+odH6k9tcYIeRViBgWFeAdh4Wfn+Rsope+6SeSQ+CH/EhcMpvKzcEDIHnRoCeLw3PLse/2O7Zc6MTeo91nHzQi/KQeplTHwDnClqK3qfkaPtS+vGQlBoGNMO5V/fA4nW+Qp1EC/yOQRAc8RaVs0nYQtmUPTIwiTZWJnEADcqRJ376Q/mUy/tv7rbD+BsHww/dP8KfhlOj27/doUK8Sf9ehv42/s2JrF8zVMYY0Wr84EHK5RNvin+tL5GMlH9c/pZr6A9+A4odNsNl7/jAafuULxw/unG6v4hfTYGhCQGcP0Hiit2NGZPp/ZfjQerVESdu9QL4p4jQ/mH9yxxP0paQiufgv4xPlHPaI641O7R63z5L67+8fbnRWP77958hnSg5DnRNC01eJqVgISrL4/llu4T2L+un2/y4NCoN+dN0y5o1ZEbJS5ZTlWj9a8Iy3T4Tf7ptl/Jd/0/iAJ5YO8aZfPuBF3TTIIPpyv/CGuq3prCRDWaByMkeb19QOWQQP0hlPeSn6qW/kr80v1We5If9KTskfYouVS7lkzxZtqV/S1lx+SnrUE79gz4D/ePHDxRZaghUIJDTX2TMVqg5iiX2oE7asvZgJoefy1uTRXSl8rjsXa5j8YAyigPEAuaPuvGrnyuwL6UBvqTqI+Vam26pL4wHzPtAP2KtUiTxibef0+MXOqNcrNvS6zNF/TNWa/HRERPsE9D99xn+5P2zNOuML27q9xceWdz/a7/R6Tns6uwIICZL4qDWJ+hy/aJwfoiuLyBjGIcw+0FPqZ3ov2JacGIQ/67ALkYEUvNpLTzYfz1qnOH+UEx8fAz7FbQnh8BNbV/UOnwxPuADs+V6KVYvacAbS9GPY3VW1hAB2VANRReL2mrLlj5Juvm/YuMbMGDyIVH8VhSDYQMVJsIQWH2wdAZ4tvTjI+3n/ZcW060X1Hny+cixIxpXbbQdIeKq6FPQqZsMTtf2mm+OxeJEq29rjUkrQ4C3Dh9fsGlZJs2oDQFCgEdVD0Tq5NPNIn0yn/7ZnyGwCwL0IAP/dlG4txLqi/i3t+6r6qsbv67pLfM12g8K6k8DALP5NDY9qiGENf49qo+P6xffX7BWfNx2Ns8MAUOgHIFgfKSHwud456jckQM48GwtV7V6AjhXkNGlESh5Ii+lpB7WYjOyRDZkISVdGj+nhW1b+iPk4WEr3jyRdoAOOlum8u0i+szK+OLJACrsaqnPZJ0Xga1xBn5KZQyf1+vhoekQ8NMXCeK9+ZnfDJLjw+naEW9ikmG0gbTyh5hEnII0VY76R0npFPCXL19uf/78WbgETJAuCMaCeP+I06L0mXsPMLhuKluP1gYvw/g+LBPmg7rT76ZOHq73Px0FqW3mcH38XRfx1BTAr7Qdavlywe4tP9cOnY7W4PQA+P3dYk1HyyiyEMD4paxPsmSdkijRv8nvrCUD+I96ow/6S8fNysYYcdlJV6WJ52FD26Qs0upTfL4c63/9J248T80V9Mg1Nso1meCT9L5ck/Co9dtj4FGRObtfOfsL2Bc9uy9mXzkCwanZrLVCuQ5wYE2Pl+Bf7mLcOHidhnEc9iLF8w3k5fiP8mdNgVsrXPDcY+9xB/aTP9TmdPKXXkU+2xcnEGfAHXnYj3zvFPqhFyn0ynqUp1J7AJxCplE5GkSKS5VLuq15qUfLb9XXix92y4BvpQ/yW8nbS45qd+cFhuanap8moHM97KuNK/AjJXNrZfVwldvF5dPD3/n7t7zYrg2Bh0Lg9fVl/MSpfABM/YL+4cbooZw2Z5ojMD78HXdLD55Qm3tmAp8dAVqv0Esyv3//HsfEZ8fD/DcEDAFDwBAwBAwBQ8AQMAQMgedEAPunZ9rTfc6WMK97ILD5ATA6SA/jSKYmX+uYGr9mtyY/xS/f8lrYMe88L8pngXhLSNtuTPHH7OK0uNb8Ax3Jg030Hq94j8i9SCrlcX5uk3zTJEXHeeha0uHNFUm3lqfPOsIXohsxrnwSIO1Z03tIHR1fWvlbr11hbFTVGr9aebV8gIHHfY4sjA8pWrQLl0u6QK+9Sy/7J+yEjDu9bjX84acWFv1oOBVEf4vysdT/R/ZjX9PmKvA/MhgCDzcAbVCLMYGPD5CP9oB4fJbE/eY0KuYUskSxy6L9XYG4gPzPT3Eqa27YXP4hYibJAjs60Uh/8G8iav/f7vJvAh/pwvCG67ev326/fv66/XlfngIm8iDGBP8MkyhNZdHrYr2TlxHdROvxWURYSklmOWzJJL8cmebfhHe6/SL8cxMQ5wv7ZO9I6cjRb1AQttsylkAXB9i3v6xX4prZxzm9v9ArOr4j5vHoCtkF+FlRcDnVe31B5ZABLkhlfV7+033fPy7nrg20i5Wq1Kv5KelT+ZScVHlKjizX2knSy7ymf5JPcUv/0vEo5Vr+GRDQ4uF+T3w63J38jcQvTp1kAKjrzxCygeTDme8uZmkyPxSPQ9RQzoaqxYkbZ8vEnxw/53FvOZ84AeOFVu+ptXHAU2658vYAn1mviweS7m2hr2+t/Xl5a1Rb6tb1pyVPfB+K/QE/i4vpE750/8W24NAvCCtccwEoY/U+fgLhjqtyW8Pxb71I9d9UudQH+1P0qXIpZ5mf2i8dX1OM5spPy1lq5iXp+Jnsi99f89Upl+av0cM0+1W7g347hGU8zLxicaXKF/S52cX9rzAs18xc+ySOMp9l92wU31/AF7ym1l5KQfvLfRiUa/Zrdmr1S4vCkq36Q2k+h/2PlHy0/1nsT9npPYpfafbXyoU2zz9FWHK8WXQYMf7Q3CPGAtKh2b+0YypB+6FeS1N6vH9xCSm+OHV6L6hUDuTX8oG/tX+QSylkYyzhdXtdc3zGOWt4XkGRh/krdXuP8SFlZ2l8peSctRy4oQ1hp8yjPJWy1WeKxMq3IICGkjJS5ZJua17To9Vv1d+KHwugIwerVr60lHP29ju7fS3b4oyy0G/OaNuj2USxjgnY4v5crfvt+7fb+3/8Q7WPYaFJm0u8zc5lsVljCBgChoAhYAgYAoaAIZCLAD0LwoPDXB6jMwQMgWMRsHuxY/E37YaAIRAigH087OuFtZYzBK6NwOUfAKODXrsZOliPt0W1E1IVqvF2BrHKgbFXe7R88Jt6q6QCCmMxBAyBnRHgb3dt7cvR8WrYQFq8ELniI8kY6ZEOtDhhvcK2WlWif1XQWSsxP0XeKu1h8tvr2+1t/Mzpr1E8Ngjl/NVGN82QqXe622g4i5Ro/8kyjq8ishh2IyqxTMbPEo/UCdzd3LmoopJWOKGLO49vSwTK8KM4/vr16+3Hjx9LUVZiCDw8AtRfWszZZf3ueFhhbwvfe3qjtw89+KWV+5ROtmCd19OyOtnAPcKNuSNSNRZp9Sk+K38gBBA/Z++3OuRYMyMlDrmu1qVch2LrngX3lGPGy+3aEGiKwMZ9GsTpbv0ac+RGu3ezt2ljXVsYZrZre3EN6y//APgaMJuVJQjwJa0NBiXIGS0hwD8PwR8WGjqGQGsEaGHLH/7a457WCLeRRy8Qff1Kv3M5PQBuI9WkGAI9EOAroCvK72HznjIb4L9x42FPb0kXbXS8vr6O/97f/ZcS9rbD9BkC10ZAjh2RO1g+NmCj8jCnpb2HGdJEMR4CDyNaE3km5BEReISYr/eBcyY+4L97o+MB0e6KTaEhYAgYAoaAIfCECLxdfeLV3tDY6p/Gr9XvFlOH30hu95QvTLdLW5fgflouQdbyLb2ECitujAB/8NtY9GHi5PgiP+nc8mR8jZPSHilD2i/ri/LzsVjed7du89TOH3ixgPyDDZTSP/g81lUeQYD8InwYMfhhC6saL3c/YdxpftLij/v99jacAh5OAtNvAaPdU79B52Is0X539bffpo3fFP439csckY1j7szlrlv7o60WNH1b+Xs0gGbTmk7NX+Jdk5/Dz/WvySK6Unml9JMt6f4FW+MjHax/ecHoTfQoHcZxzDX8OBlEshTjCOedquv8YaILL7fro7UEPQS2B8CF0Bv5BRGI9ReU+XGgzDHiIxmcHzKHYv7gVxMM2sT6A78Rq41/5xmfNIdl/YSbH35pQMZY/eHWb5zLQwU6Xnv0NYuDHFPQ/ilaZT2Ne2GPSSgI9wdh6Z453kdiegvxiolYlK3p7KFvYUBBwWwPb2cXEx/DKFNu75r3BYY1J/VjVHPRqsD88VMV9VAEWqyUR18ID8ansNTnMD6dcSQnK5f2h/cZr26u8j7ZVUcE+DjZUc0jiaaxj8bekj20XP9770tjfMi1pxcd5g9gCT1HzmmwISfdOo7n6DAaQ6AIAT650kJEW4wUCTfih0fAPbyh2BlWkDyeHt55c9AQMASSCNBvAd/t5iyJj1WcAQGsetbSLXbaimodPY77OmW6FjKWFP6hxrLuyBK6af0yfCb/KjevR2Jlug2BOAJDv3cPagYKuub5kYnGhvkvWo/Knml6fOqp1WRfCwHa2MQm57UsX7OW9b81slPX1fdfvh9y9v2Rx4y/UweWGWcIGAKGgCGQgQDmJ55msJ2G5PKfgH68xWnj2MCbMYub0DZ6JP5y80jW52g9y9sdObYazfkQwOmd81lmFrVAoGX71oxP3Ac53lEdlZHcoI7G4U5jMLdnz+sYdoHPOcZ0np+kCXQKmB4CP/ZvXfINrtg7frxeIlSWj8UAl5CMh03t3s5+bmvNtfRf+lv3sC/WZjXWXZhnU3y08BttEL7Zv0XyFAvDhjqFL8SrAtf1y3hz4irxI3n0T8a1k2sXhoAhYAjsjQCNZxnr5+V4uD5+tnODBvSSdUn2BDCZmOl/tj+YHxQGOQ8s8VUEPEm1xAlu98GrMHZgzJzy/bXPj7l/DHP+kX9Yc0gcZb4Pnkd6vk23dnqv90m8bdYbtyEQIlDa3x39fKO9GB8wz2WsHUJL1nMYQ/nLNOscVnsEAi4+ZuWL+NholJQn82vipW1EW8K/Jju3bttKIleL0T0dAhTcsQB/OiDMYUPgxAjQDUTsJiJVfkZXbJw5tlVi8XOsRevav337tk5gtYZAJQJY9yCtFJNk6yU3qdAqshDIbZfpy/F7PZTIMj0gIj/2vgkNDLCMIWAIGAKGwCURyJ0HL+mcGd0cAcQLpfZnCBgChkDJfhLGj1aotZbXyi6TU44A3cdeoT2PnPve5M1+qTGl9OXNuM7xqb2C0fjND2lNb/ykfKnf4/8uq6b8AS/2eZuGd2KHB0ylf/QJX5zyy32DDTqBF/JJ3cp6U6lOii2tUO0sFVhI31t/rny0mzQ/l5/4KGZIDg0JeEML/LXtCX5p11559B/0A6QoR7rVHukn2gPlWn6r/hp+2Ea8uIadkIdy5EvTan68ecgVoqxgTtL0S3+5upxryIecVH5NFmKSaMDv6OGzKxAXChbb4zs+/3z9+nb79etX8mEHpk38RvDCL/fGfO07dOCL2+dPk4BO4BbNpmSBWKsHnU/dCQFfJK7W7fP7OnIExnpFsYnHTxAr4Evpn+Vz/sBytHBQyDLSXlbFL7FQmcvQjzjJ2nWI72wT85PL4zEo1733GQbIu8+/bYv8aIOzlXyb/OPy1+xc1qVwX1KulXg/JN5T+92dzWtSyutecFoLYRSIGG4cZ3yC4kQmaJc54IErryP2qZ147EUNSGhaFn+637uI4zcdN/Z8sMuX+CvY+vXr19s///wzVqDMU9lVCQJreJfIOSutHh8yLkNPtuKj6U/Ll/2OxjNZRrbGykIfFrnYnMPG9OD4f4x2IZAKyI5h3Ph8jdamCnV8UvLgN1KpYRr/NflyngF9ul2gB3rneUbgh3WFW4aBrXEKe5diJ7tCP2Zbg5hBmZQw+8enAk4SiwuUERYBHp4R9qBV3fwP3pkU8xvovYTwCvVIw9owx7HCdbp9UriEMoO+IqtW84ifGBHpnvQjjhCnkjptv6SM54FDvJb2K1I1YfkHvTnmhtLhN4BfcvHzcsBByOAatSk7c9odMmJpSi5ouXxOi2teD56cVNsWxv6QJgt2aHS1dmryU/e/qXJpp0aXiiMZH1Iu8pr9KVxa4Z+Sn9v+vezH+AqcUmnK/hS9LK+1X8pJ5WvjJyVPs5f4UjEZk+nxm8Z7N0RK4kSF5w8Z3hP3xxS3ubEbStw3524LE2pxW432AA4yD3bZJu/Tm8zD/LU+UmyNH9gDO2QKu1EOetibqgf91hTykUIe7JDlqKeU6oiO04CP0/W8Xm+9nppN9kMigACmjq91/ocEwJwyBC6EAPVX9Fludqqc05zlOmb/WWwzO86JAD3k4Auvc1ppVl0NAYybSFvb30tuazufTd6jtAuNibh5frY2NH8NAUPg8RCgsflKf1ezl2P7KPMg98mu+yGAeKmNefD3s9AkGwKGwLMgYOPJtVtaziO2x7fentf9DWD3RuO1FvfrzXH92hYPffF2yvXRMA/2RoAmAIofGxXaII8JFBOrzLfRUieFbBnbO/c16jo1jbjoXau1t9IbqTExWQjQQw56CPzz509BP70T5+ex8A09QRx9eULSXDOPdwPPOpLCvgS6bn2YqD9zMbedjW3j5cU2s88M87ptiC99zMacGMoDf6v+Q/J0W0IbynJ8PqXfSv/z50+ZAKN+IgQQ361c7h/foaWt7Q+lnz6HOSbzBGLKn/jY56mPnK6me5bwBVfNXm+5vNLiU6uX8pZ5shf3WZ/zWP/iTthslx9qRPznzk+6/npsQ8v2zOk25+LTx+rx5O8g2scB6Rm+XzJ/Wa/iIPDi9G8fy7dLRdsgJYnoH5Au85wWNJYaAoaARADjf997Cqn17HmMH7mjPk4DayfOz+q383deqKXyZ7Vf2kX20z+aF5BKGst7BK77ANj78LRXcvHztECY44bAjIDsE5jQDKDzIMA/T3LGlz34Yq6dfc+z0Oae4jbjPNE3WULjwpcvX8YHwHKhyMeQPuMHR+g8yGDRfB6L+ljC+zdu4Eo0BfwljBW085eW5k8HVwjYzCJjNadHS57NRpxWAB8ruJHpBx/12OzRPzHe0csx9gCYt6hd5yNQH+P5OoyyHwLXaT+Ms+PLUf0AyZDcDrNpnJcq28mfJENe5A2AxOelpUWPmwc2j+uheWYI9EKA9x58ir6Xrphcfn8Wq3/0smB/7dGdPdi/HrHGZR7Rfw6G1Knf437XKXvSi8MfAKc2UNAe2JC44Y1VVJwklfY7ewf7UNc6kCGX3gI80+fayB7YxnGoaSpMYvjWvJTR7sGMlGz5FghgEku9SZXaeEf85NqgxZkmT+PPtcPodATQp3XKfIqW7YeYzde+Qik3UWj+kmUr7LlVWnxrcoAf5Mi8xs/r+Y0fyvEGO/JIEQuR7aeRJOcxE2TVpOQvzZ3fv3+//f79e3jYMVmP3/yl39qbNhXhlRzJJsu1jUfgOtkIWTUW5/AAtZSeeP1o4xCf42bq7ND9ZZaRmmiPWI9BZ6wfoQ4wRWiC/i3pwYd0K/8sx/0GH+QihfxUB5jtc/EYGA8h9SnEufgV4e1+I3ehArGFWOIEqONlZ72O2V9uK/r3/R7eqqPd3QGuUTTwQUqFKTt8+fQSAJ0OG4KFGmyIHYzT5Ravc0AupTQ+vr/jt7rX+az20RHw8Zj2lMd1mmqqgTw+AKKsRI6mB/WQjXwsBU0P/TF9O5Yl5juMU6MlmJOYWRgP0uMUI971cmojjL/DoDi54Ca0l/kECA2ZPMZCIz1/WO795bw8PhAjqKc6lElZeXmyk+yZ7J1lQTy1X6R98iQPVJI3Fg+cxq0/5oXBuA6cjWF0EluZz7YvQZhunwmftD60VULwXBzKX7ZfWv663KvXAolU10nt3+ztd6p99rYPcZSyZ29cjtCHmDlCN+nEPU1M/97xELOhpgxxlcOLPZU4bd54GOd9vlIXL3jDbIaAZkO6I3LbIokBci0WSZSTT5n5T+MBXU7q7FOIEV8Yt2Qez5fwxQmIe50/PSHLUb9lLCAbYAfJg22QzVPo5zTES3kug/PseX0GG9b8rRoVzu7UmsOPUofAr/EnxVtaXqPbeAwBDQEbXzSErl3PFzq0aF1fuOb72ipuuD1kK7c33xpByTZNRM3DZTleLdu3B1D8t4Bpre9OXA7tzheVbXXT8hj/2kquldaq79Tq35OPP+us6d9b+ff0tUZXeM+LOEWaIxG0lD7fHx7YDqNJxPkBk2AuAFYRUlb0TP2TuW2XV0SA4hv/rmj/09v8nOP2tmbvjFkwZ2yzdORe7Z91/fdx5ihqS/xrgLWJMASeCAF+/19zf7UVKr5/s1XWFfk5/mfff7kivmRzT1x5/PbUc2bssZZAmrKV6jWaFK+V325FJ4ABNFIDcB0BvIXQeiOZ5OHNjHULwlo84KX2wzXJwXVueSjV57gsX2pXRyAg+2jrGOzpU4mt0s9SuxD70Im0VM6j0gNf4JLKl/gfe/uthF/SwiakVA97JW1OPnh7Dm/KYy+/9UZMjkEXo9navgQ19Utqzy3tuAYbl0ufgp5OAA+a6cgeGUAvJoxPwvCOXPwkHI85r49vBoLf1/rTJbys5XVMJ5fP6+fThIs3WUET95tL2/0afZIUp/ojaCL1Q9Nu+svih/5NmraNY6Wqx3Cn4B8u6H/TH1JIm/MTMQqn1A2cHCHJH7KMHU0WVeUpXnm/qxJSzMTHETz4ncYtnAiO+B/EBvpZ2v7xFDHf1Sm2spyB1vL0O8B2ArgcO+O4AgLod/uPGXXowN467iUX5G3zP77+4dr4XMDL21z78Tc+fvr6jfpozI6sJTZKXbDX7OuMQjT7tPrAEsQGL4zjSxSIAaRU1gx3EtbxL7RzjlW+Fo5M3x3NWYjGb//KLymhHGse7GNAQHUcQYCWYg3TsU9M66jwJFfYXpqRVn8EAlvv/7fa7G5Dtgp6Cn6M9dvWAVeFis9Z5MMZxpc94xf+Ageep2uaV7rPJSJ4SC/s0HSn6sluLkeosOyMwBsaPheRUvpcuY9Cd3Z8UvalyrV2kQtPjf7Z6mtxbYET6cZA2kLeGWVIfEv9BX8p395YPHM/QxutYS5pZH6N98i6o+2U+mW+NzbuE7dC0Z520IOO2+2nsMCyhsDjI+D6GR7ojg9/H9/vXh46PHsp2EkurYdoXKTP4z/z2mMnuE2NIWAIGAKXReBR5r2zNYB88LtmH7XB2fcx1uzPqZNx9uj+5mBiNIaAIVCHAMYTG0fS+F3x/g9zIdK0d89dc/+v//qv4B03dIi9YKnW1+gNtGr9CYBKB5LW+qVZe3de6Y+GB+glHcr55xCkb5Tf+rYM9MRkj/L526ARIo0/whIU1fJrB0L2eguv1v4AhI6Z3vb17l+wP9U/ZLmEEvyyvDQf0wPZSHNlUuwiPmNyISdXbowOcmN1kJ9KR/s+8GYkqNgb8OytZ00+7IAUjR50SEvpwVeaIo7xRh3ymhzQczp6lxTo5crh/CU+S3y5HLrWZU2W/vP3j9uv38uHwDo/17h8i/YzNlCz+OHcsWv526KSJvgNP16p6cD6ifMcca3ZqdlU4QcffzTxsVM/Uf4KO1TdawQabrBHo2M6YrGu9a8b9DA5Mcx4dXAd4+cEKfvX+FI8XC6u1+QQzSwLOAAjl4/1b8hm/LxoPLXzOX98CbZyO1BG6t36k80/gTCMtEEhyyzHJFa5ekmnf3/8+GGngFdROrbSx8fediDu6uOLLPb294nv9PwJu+EHWYMyukY5L6Pysr+X+9TP5YMcf4IvUx7GBD5OZLB6fBPEkJuqFr9tviTT8AGOS04quVffwK/J9Tap/s9myXEdfOPvrsdNH0t1+9fsJBHe1hU1kapJbjSOqE3X4oS3eYyO8QOHiAFTEZeVJEpX6P0zxavhOpvn5s+UHA3/dT16+6f0ojyU7/Fet8uPK38gKJrG7s+ihFphLE4Gnjtu5DX+RvUenzYCW8uTVm2Vv5Vf2lOar4kfilxE9RH28/szTT/GfeCi0YMOaSk9+LamuO14SYxvmFbT4yssWB9nQFWa5u7b18QXt2Uv/Hvpicnl8ct9rbmOyS+VQzLQT6Q8lKdkSvoUXW351vjR9Pa2v7d8zb/iE8CawGevlx3i6Abu3R7S3976ribf8Llai53T3rPG0Va7wL82ToKmpGVqeErkt6I92k75gFbmW/mZknO0/7Dr6zf6DPRw2g0/AoyKg1OYM34GdrBF5o80j9purd+mbaNP7QXvHaZJraYrAmfpf12dNOHVCNhnoKuhM0ZDwBAwBAYEaK3T91PYBvNjIoD1Wd06+/EwAR7wzHABEpYaAksE6MNOiWfES2IrMQQiCMgxN0JiRRdFoOg3gE/l48Y3D0/lyxMbgwWcHGRc+bxRTG80aW8VPTGMzVyX7dBMsAl6GAQQI0hLHeMvDUsZ6PelMlV6eoM5c87g9vl3WfFOa583Jsc39jPtU309mABIHWxGkfqXl9fb2/BbwL9+LU8BFwnKIeZv0ytt7j6RPb/y6/oLXgHO0deYBjZ80umV2Ze1fgt6MuM+PMmmh9kf79MD4OTNKTBK4YP6Ct/C/l0uII8fvaDTeFFu9n4cvG06tF/cEcK7PdaIa8SwzNdt7CM2BpMdVpr97X2L44hSsmfqo6+vr3YKGLBYOiPQOh5by8ttqF56WR/PNWWNzo0Ta0TXq8O4mrIc422q3pUTPqm5xhGtXWjj7xpvvG7y7XM4PUPrHqx3ej0I1uzX6pkPDxprzMPLXGbH/1EeIVY29b2jjD+/XryQjThAembLaaQ58i/v/qyNhZi/dm8X1++meYV78zFMOB6DZT2nxRo/LPO53f3yqrOuDsNfWrd5/eEF+rbzZXYVRwDjY++TwHHt1y/d9QEwddazDyjXb9JhG+yAH+7muPEHtdrtDgZwyT/cNvEiu94RAeunO4J9EVXopxi/kW9tvpQr86316fL4BiG/1jmPouBWHn0zFsOAzw9nGebpQeTXrzs9AH6AzRJ6+FvydjHR38cPg9G8PvxzGGgrhFgEdS5ztm3RM/dCKQs37muiOU8OfUwWlxGr71l2iG4+6vV0rpfs9vbT1wLw5YBaqzHf1/IbnyFgCJwMgUPG584YnNonWvP0Xudo84dWz9onwPKVVbS/POaLNgVYtHe5kcST+BDESiPXFDH83de+0akYclA1v3/Gp34PMsXUnhQB2jeb1u57zD0nBcHMMgQeEAE+/219WWCXB8DYxEdKbfIsGwvc51gs4g2GWF1JGb0BAVmkE9clMrbS8oUJZGn+o57iIeD/oIkrjBMsdgI6KOqUwr7W4nknjsnWOrZWH5OZW8b7Jr+O8ffCB7o0+dI+oqd/shzyHi3V8Gnl70LPy7ShQW8bxv5y41O200JPTHhOWezBCcpyblpBAx6cLkN5jg1rNJDL8UNZpY4jtgRK5pke43areCE5NIfSJ0///KHf1QKa8fj2J8N5I+NxO3h53XBd0a6yf8i80OCziCVfUnS1Oj8Nc/V9+I3s5OldoWm0mewZ/Cc0sekXkGn2avWBsCGjYR2Tp/FwHQt+avu53dfkoG7Bn2Hzqn7OT3YgFjlT52v4FlMT8zdGl1smdZF8WZYra4UO4wtSkCJfva0vbW1o/9S/pnGL7MwbM+LxQmNiHj+QsdQQuAIC8Xivt7xQnuz/UnHr8ZLkazqlDafOyzUW4S/L1hyQ7UXjJZXRiK7LwVo29aI69irIgj7j52wjJiA5f8i2lvVkmPyTPLK+Q15+4eY+31f2Wb/o7drBxUqRMj5DMfP2WFjYMydjo8f4pNi/ek+i8F61GmMHpTTmyLtRrENT/oE/VV9brvUkRO9R9tX6dV4+IDpZiByfZ2D76zCHYX7q1f6QD50yjdklaS6dj41/KJNj5QGOYqx006mw4eHbR/j7CFm0aUtfMI60lBmVpU0EUabOhWe0aavLZ/CJB+q4aMFNSqZzxI9/mSxGZgiMCFD8n6EPWHNsQ+A07UiLOf5vm1u7cPPxl27UtJu1XYxiSrh9NfMDE9X88tu3r81lLgWiVc7WMktL+5TU+b/fuF5nX4gVl0GnpfFPbuGEXFOOxQXGnhjZahn0rxJ1qoRu5kcnTU7sCW66nS01F43tb9VX6AEwfQKaUvszBAyBR0DggPG5O2w7zjXdfalQoM0fWn2gkmFJfEW8gaCTZq4f/4ffHx8YF3wF/Yz7hGe+fz5phzezDAFDwBB4CAT4yxdb57+uJ4CxCYH0LOjDHjq9lL2xkfMG5YEO4iRWrzd+SlzLPf1HMmEvtYm77RhWeC84XjSv9kgmX/iU2GO0+QigPcCBvoL82VIZ92S/9OFsNl/Rnr0w3UvPog0OH99pg92NgAvzHqmgZH7I9zsXv/iDDMQd/Rbwl+G3gH//3vJbwFwH366AN7weZddKgVeu1SM95vRbwYfbhn45zUF01mboH3M/vZfIyDWyKZ1v43FtM6w1J8ymeCh8J67QMq+7kLEReY5+0DqgyEYAAEAASURBVJx7zMP6B/Eu84sjGY0QdL8NXPGq9vjZ53mxDLurzaL+NvS1+52+imB/hoAhkIcAxrc86n2pzmPb5vGpFXCHr/9bOXItOb3bH/P1hAr/GsZ5+sCWFiP/emO4xT7jbY9An/vn9nY+k8RwnPH72v0xwDgW3kc925gg8Qfuz4YD/Lb0cRGo2BJIgtH1AXBS61CR6rBrPC3r8OCopUyTZQhcAYFHumnAONJqoid59C/7xZArNHgHG0ecOsh9RJGI0Uf07SifgKnW70Hn7QwfyEr++/D05Mvbl+Ez0L+iaxTIc88yvWC76ogAPfwdhuVhs6ujks6ifexc2InOGJn48yAwvEo3GvP29nJ7f7eYPU/LmCWGgCHQEwHM1cOKo6cak20IGAKGgCFgCBgChoAhYAjsisD9//7f/xvuiDZW7xfSoWC58RrW+lyK31N0uhrffE/IZp/EufqD5B740hH12rcUyB46vJD7lpsWR1v928qfiKDsYk2/5r9UJOVp/JJekyfrt+Z79y/+oJd81fwt9UeTB/wlXapc6pd8sr5VHvaQPK6TX9fo4nJz+FP6UA557/JolnjD/2X4DdPkHxvfkzRzBfRJOhrDYBOv+5x/vMlpX5tnBsaPz/jJK3wGhB5Yxv5Qmuo/4I/xUlnu+B3zMSUT5VvmB5Ix6YSHkMrT8G3YqUbQA/e5rdGOJJv+/fPPP+K3gCe9C38hh6vXrnl81fAz+Qt7WF3XS+5DTNGaX5x3jU7K5XyoK+EHD09jMnl9rXwhl9ppjDHIE/Vc5XgNukVFRgGXrcnhtBmikyRcD8mc8+hX4FvEq6Jf8kNOq/RT+axMUr9iN/zP/nwmxy/DOcVsv37OtTOh8/P2Ptb8+vXrRv/s77EQSMb3adwU87aw664uVFL80xoh7T/4YmsJbgToeBm/Xufn9x+cy12nxoUt/Zrxpv13Fmy6uN8LvvYR1bSOn2a/Vv+ZWAjXx1XUiWShrifJ2rQCcQi83Dydir9Z+z13oyZlrZDvfwN4vd313wgO+eEXzIB/R8VnIuxgnrv/knY7gp0uEBe91KX8y13fpPhz7dX4EScpeSn+nvaX3D+n7Ev507p8a/wcbf9e+nvp6SWX4gSyeRun9ptK4yp3fOS6S3XE6OFTrG61jOYxtq4CbbU8CFBSk78OkIwPGZ+ynksDtkh5HV3/f/bebUtWXNcWzcjMUeuX9n7f//85Z7U5a2TGQQHdCGEhG9tgCGW1UYCta7d8wRcCfQOuMp+eNd4YbWoa9S2pwy7oh414xvX0E8AwJNV5p3MEHIEyBKgx8HoXx1A2lHEqTwVOjoSNABZ9bUqnSEUA8We1Y6AbhmtL0UMbSH84UTo9TmmPj3/+/DMtAL+S/H+OQBECVpwWCXdmR6ARAojb8bP4/4aX3kbqXKwj4Ag4AtUQmMd/eZNx4EP7V80gF+QIOAKOgCPgCDgCjoAj4AiciMBpC8CH+azszMjXTzt9l7sK82W8B4e5KZvBgBctJNEL12vP8LDLgf5k/pj6Pv8veQHVsOMyJQ3Pex+UR0/J93f2P7W8OUYyflJlgC6Xn+smGYHfaucju/Ngw3iNt+9B/pLYfMJyoy/+rqHK6R/W3JjImzoIEFjlz+lwT9eB77X4+xjOjLONMV/fXx/f39/ht4DRNiAeEId84ZiL3bwnW9/57wr+l9pYyl8SHy10k0yzDZ2MfulHjKMlLHHoHXmBXx/vHLRTemwP/33HwnCfb4qA7M91N6k+9lEXdRsTc3j/UDoYS1TZnmxdPihbrhvjNp52j/u1/0u/rPwldfiChUi+zyPh4X/vjkCsjTgSE+jPaZdu02QfCbTrqo4AxS7FLT9VKU9U8rzqBpQIxBgo9Z3W0lVLjqXH87MQkPEn43NLGNrmUpot/j15qad/STZ8QP+CK9KbLADzz1/01VnRC9zegd91Xv745xP6wn9PuDtPKQLoqGNy0BCgYYjR1E7jNWlPbawZ32f4XxvPI+T1hFOb/oVH5RGIuo6qCKQOwEG3eAGYPv1Oa1XIH27/+WdeAIatR7aT0Fn9ynxsPtHHdZEjwH3LKc6TQr8lK5bH5cfyPa0CAmhPxUaNCpLfQwTw2+Fto/imU8A/Pz+LCZ8d1jmLI1CEwGL8XyRpi7mg/m2JFXmYoMqZmBIi/NERcAQcgWoI8Pa1mlAX5Ag4Ao6AI+AIXAwBzH1fzOwkc9UFYD7JHpMUW4W2eGJymqZh8pCuD/yWIr3YJSw7yUmUl4xjXgoJE2sQFlvYtXiaYt1AOCoerntUlPDu0Xc0T4p/W4sWMk/Kk88l/pXWnhbxjQkYiUOJn3fgXbXl4qhjQgtaBQZeLmTTL9lBC3VT2/4IQUHpZNVANLTdsf5pYVBi+871L/iNB+gnU1v8hfb/Ga9V8dTZksA/J13mjtqk5+T3XD5U9lteI2+K3FD+7NR/SBtpPz8fr1Nvf/9i7DCEFr4ZPWgjO+g3y6KnvIMsBdYpfpXckKy2v5Cvra/F5IMnSN+4sWhj8rk4jR/pMX7kcTn8HjwWHefh91t8kM3pW94frS/Xl5h9SIvhKNNAm6v3KvSl/q34WftFWK7yl8Cgf1mkogwadTq87Vvo9QdH4AAEwlCviq5pHBBkUUc6jRFC/ZM0eMZYIjAX3+A9JHUheBjhbur8RFugURnti8bWTzr85wMgpI3lQ+0Vxk/5bRdkcfn1vUe5wz5cbU2wj1MijfzHvZY/piPepu+uhbHs7zS+/nzE5HCZre4tvVYdlPyyHMdOEvGheZFeHpqEeHqP719129e436mp0fFNKnMGnVW+Vnxoqo6yX9Pv6Y5AawRQd9CHkD70Z6W6q7ePlx/vlCLaJ79sXxFTtazlsUkyZXzK/Fp6e5EDPDWc5Sipit18/oGGadZQTVMqjdbo0tN/0kklpfVCJelPfMbiDeFHg7qeBnYnwuKqExB4xQwtsjX8Q3ySij3tA+fvMb7rt1sNCyNRNEVE26hINITsYO/yr0Vh9pwuRVBeqH0Xlr/N43a9Sh1loMXBVcI3pE+xQGu9dAoYz0SJ9nHbFilz+7mmrG1NyGVYka9NYx844wobtq6t7YMtTM+WOZ6Xj0DzuNJNOr4+6bbszinCr01808skXih3++WMjkAhArzVbjv+55oKjVbYMZ5Qsj3ZEXAEHIFDEeDzKxhJHGrAmyu7xfj1zcvQ3XcEHAFHoHcE1BPAJYaXzsejA6TV+ror9K9fly1x7RK8j99h4ZcspQXgyeJh6qZL2+WEEsoexspnpL/L9Wj/ZXn0iHPN3ZU1/UVZ4dojdnttqokTtyEHK2rLyI5XS0arc8NfDv+LIfN/reVnmnNhctprtm9CFWWAK4FQOx5HeRRT9G8YJ4zh9fH19f3x5/vP8FvA4+YxaUP09C8ZmPAHWU/CZdqhWtuvBDMak+zZYxjhwSI14XTIbl7YsC9mG4N6gnjCo28sQn1iG9iuU59qYovYrR8mX19fr89A15fsEh2BNARaRPfYdoy/aRe3Iqf9S6/Lc/uUIz9uoaeuEegd39m+te3nprSoZed6dIZ2jEmk7n7LfTg7jklDafQNn7XyOcNV2IIr2dBznJRghJN4def3Syxy3lwEKE4pPlGWxC/Lk+flyj+EHnMJmF84RKkrOQoBGX8yPi07JL+kz5Un+Vs/oy9BP4Ir0rsd5VnAtwbu8vKHxjn9NfTy3roDjkAXCKBh7cKYGxpB+PJ/N3TRXYogcFa9on0G9NuX9Ie4i5hXlMTWq4rkOLMj8O4ItKqj744r+U8vj9QW9v7S62XlCDgCjoAjkI6A95vpWDmlI9AKgbPec1v5Y8n1eX4LoWvlU3nyf9ey3q11BN4LgW+tw7G+wR7bJAYeWnjEyvJ0kEZFVdNfZZJh2NUxtEfD3/C/1/Exul5jpy2w1PCJ4c+O+w4HmKZfdZkI57PAy6LQ5IMKOwbwLK+l/FJe7rOlP1debfrW9pXKt8rXwkMbwPHP9EoZr9gWAfyqppJQPIc6MTQquBckq8fW+Ej5uXhKfjiAdFyRXvuqyQe+lj88H7LoytNLbIZMkkE2kVz6RNXntL1lzh/a9aG9f4WViK0c/bO8kQt+IF0+W7K1+gG+1r+xBbuh77jrOAKY9VOhYDSQUtuXlgL3Zeq4KCvTcp6fT/mzEGQj2Qf7h/PAX3+Gf/8uTr5p9gTd2FkaEtY3JIPw4TEw47WmX6RAvrZzVUt/CRl9e91CzkL48KClSzrtGfzSDqRPfPituddjqLdzfHwGU6cbyBNyNDPin7cOQjf8nGyAPkWBXb+Vj+wYck38S/kVf0Iy5Aec5zJZ2Aa6wLi8eX6I+oUmYEmmPj359whVKmSMX4egTRsYC6ubKya71Z84nPxOro8wYXUNQS1yBC6kD1hyFtUBIY4eMeiCnCHJbKciYqykFjItnZ7vCGBMSmGOe7s5Ye1WAoSv+v6qR6iEuPL6Omt9tTVBbo4u1gcF/mFU+xIxy+Fjg0A23Nin9GLyuYRK96F/UOTNUAmC2UeRMT1a9o/8c/NI9FzmyL9sqz6H8RaJ53Qo30nt6qI6sKLck7C0L0cC94H4pP9jfphH4/1LmJ0b2JTy+4TbrC+JWTfjH8u1+5/HKpCX5aH3/6OBj2BoXD9S1/24xA+UuFrxB7q867q8t/U8p99iztMyUz8e41cP4T/0z88z3mhTefs6/Cj0KGwaiGO8G+JqVlXlDnZBGOzFs7xKeplvPVvyLf5a+fCjlj0YCmrzvihraX8t/VKufE6NH+Ai+Ws9W/5a+i3+VDs1PaXyNbmwq7b8Unmwq/rV6MegT+JV6o+UBz24lsqHnFbXo+2X+mrjg/4rFS+rnSq1T/or7SqVL/mlvu3Rh7TGnx0BR8ARcASyEJCNbhazEy8QICz5v0WmPzgCjRD4559/FpIRg4tEf3AEHAFHwBFwBBwBR8ARGBCgBaZ5kckh6RMB2oi32IzXp5lulSPgCDgCjkCnCGBeBNdOzXSzHAFHYEBAOZ5Qhk3SqjJ2HibuzNhvEdvpB537hV2CU9vddQnj3UhHwEDgKvFNgyD6w5Xu5Y4cSrvLH/lGvrb2cbVpnABs3o/cpZRO8mNxAuEkG5LVziMYxDLtBMTvXy5ebg6I92SzeyTcNeYi/DFum8uiR/dua9OucquIxtn6K7qSJKpm/8WxazBYQpuY5JcTOQKVEWgQ0nUtpLrM62CSdN7nJTGcS5To3/NnWvydTpSmntjMdw7jBYWT7K3Zxipqzks2/Dd8106an+dPH5r5u3vMouUXAGIUWlrrce0oH/ajz5bPsc0Zu9rX29cvrRw93RFwBM5C4Odn/DIL2jfrxOZZdrpeR6BHBJosAPfoqNvkCDgCjoAj0B4B/tXO6GJtexO61oDPM72MxMRM4oRaD45x+5MnC+BnDw5UsIEmUvDSkSVO4sDBTBUkZaTyXYZumMwMPu6YKAu8l3E4z1DDv9dU8DThHm1/Df48Y96QmuN3oXa7VkntavdqKXc5jsAtETAW8C7qM87+4ovCoxsn+Mrb7ItiebTZz2ET3rLcjragV308fq+IENl/Rbt7jQe3yxFwBGohwKdEkueXail3OV0hwGOBDPN4qFs8xy0Av+FECRUVdtzVLbbjpJXan8ufS38cEnFNV7NXetHK/tYNtewYpF+19JfgQxOlxL81YVoiX/rMn/kiLE/HfXRhAJnsmmPfS6d4r8zhZ2q7uYX9+O0I7DCUzykGx2IWcuYTj5C0Y+ELrI2uMft1VZgkwRQg+YM0navnnP/5n//5+P/+v//vZSLqNK5JdodJSMJhKl+kpYyPQJukrDGRZUuKPysTWXyAX7QnmyerLJtW+k5MgH85Jmz5N8iz2vx5UT2idI89ETG7k47WP+kbumflL5Kxhb8iRUtmkR4lMVt/y5ZGeFJ79+fPn9fvoc99V9QFT3QEbowAarDsoAaXk+oe+AFR5vjo6Pqf5BN8ma+L8dHL5gheL3KzxZuFJt0BX+jLxDdJR/9EVhsdO/lLC79zv7j9/lqKAN6vNDmzHYJiiCWKLcpfxJgg0x/T4m0pW8aULh05M/+ob/Z3HF/M+eDYe437A/mj3hEzWvyFHcjXtGrvu+NvlQ9vMQ+mF22E1TYxZbADSZY9oPPrNgK15r+2tdw313qXSp0/6x0hWf+kvaX1Ucrfkpc3vzRauiVP+uLP10EAsYDRGyyf09EXI0dc0ReJ5NqPMr5ry28tj/XerVXdUz4FAP7d00P3yhFwBByBdATQSRMHDaStwXS65HtQcjyen8Nky/DvSn8L+4fy5eWt+3EtH7kf1L/TiwYmQ3he/j1woCvuc6WAdy9/mj6aCNz62zv4teQuFyrh65YlMg882/ZLrqs8P5/jZ680e3n9pHv+PPLcGx8Nl3rpLK5osjNjwrOeDedIonaQPoX//X3c3uFzPHWtjsCRCLA25Ui1p+g6w9czdJ4CbiWl4wLl3jFeJSM6FUOxhH+dmrhlFsYsbzRu2YLD8xyBvQjcfe7/DP/4+yrNLaXNL+0tQefrGQHMX+Das61XtO38t3is1F9wMBJrHH1HyhWrgdvsCLRB4B3bA999uh1LV9892qf9tJetzSQf6jD197Tw8ffv37mAIwcF58zYHezE3rtsAYNQ8MbkK2k0zkocY80nQIbNbROmfKf/Kx9HAAZ1wEfRHJJjckMmv8GY8JU2+bpI48Ta/Q6MICoRJ5AfdQ3jzcG+J39LngxAJFH7G+75CY1gaAE2QUbmTUb8jZJhY5s6nWn9AeTk73V8Ta3zBwDnKhyBHQi0bl9ay9/hclWWu/tXFawThO0vn2Gr4zzu+4ScE1zoQCWNueY/3ONKY985N+sO49nGL8uwf+yvcfKXneqeXckyf01McXKd8cvafk9xBPYjsKxn++X0xgm/YNcR4/4+55eAgF+PRMBjoS3a5y8AF/pnfeKmULyzOwKOgCOwGwE5gNotyBkdgY4RQJwf8YJwFgzk2z///PP6/Cn8zbVl5KMJmFzOo+npyyb2BBf5k1fmaXKP9vZK+l7lciWDN2zF+B0bDH6f4yQinjdYPcsRcAQcAUfAEXAEHAFHwBFwBByBQxHAPEDeO/ChJhYpu6tfRaA4syNwEwQe/+///b+iPWCYwOkVDzTQvdpn2dW7/ZZ9sgOx6CUeufTgxwEZqR/52FmyVz7klF6hX9qJdEt+af2zPmtaKj/VD8vPs/Jb22/Jl3GRi4Ml38rP1Uf0VPe+ht8Zoj9NPurniyjyv9T6aeGj6Y+o3ExCPUB9wfMmk5JJn7TBxu9a9imqzOQ9+qnsUD6Ef0wGyiWWx42y8jnt8n7rZMK8E32//FEb/IBukvff//734z//+c/oN3byTwRSH+d/5cnTpYIfejavUkaMeJKLBbUlyYzPMj32tIVzjB5plo4tucS7lU86LPmww5IDuhyZnMe61/Sn2q/J1+SOn8xC+xLnTtGty+cy1QNCyfFn6dm29fOh7GG16simfbOHqn8TidUPoL+YJU53W/Xesn0lbEjYkkf0mkyD74GGXugkv//3f/832vZzUtke8jy/vz4CvH/r0ZvZPq2d2W5f7H5o2+vHdkO8zfzK3bZ7V/vCtWrtAmh2tg9gt66Px5dBYpXPNvtc/tt0rXJb65/la3GieTbiasaPFR+a+MT02X6FwYg/hWtOFvab+mbOpDs7fi0x2/G9317Ew7Z8yzpbP/TEJVnjpzhXeqptX7qsGOW7yrc+u4turTU+sTLhaWr7xYkK7lv716t8OT/3KXaso/wLoH2xxvzn82Ol8i3+0viR9sv3HZlv2SPzS/mlvL3Pte1AfMm4gn2IL9kOIR101rW23ZY+mV8aX1KefC71T5k9kWr6fZYVrl9L3TJHwBF4NwS8fXq3En9PfxHnpQOSK6D358+f12eg//3332mbQ7rVhBP9az0wTLfIKR2B8xCQ7YZ8Ps8y17yFALVf9Dl8agP9zxFwBBwBR8ARcAQcAUfAEXAE7oGAtkB3D+/ci1QE/L08Falr0V1+AfhacLu1jsASASyYoIFFrpaOfL86AkUIhJ3VP0ViAjPJm3Zbvw4NjQeAQ/b9brDzOX+Hde4utt6wk4fCxraK8MjHoppvLP6qyRSCqI1GO40FXHpGWy3IV48vuudwNp7qRsl3V0LdHeSIEw4rpSHh5PIJdqTcoG6l0Go0BTIIU46xpmIzvUD/plw7025fuG1H1VnSudaFuoNPPv9ONOF5+iS07fXVKeL49OwVyq5nG92290YA/bU4wMJAQVu4bpsY0QG3++q//AIBxiUHGNyZin349eNEbft7iet+EH4vS85uz+6B9tx/3H5C4x4F5l5cHgH7/fXyLl7WgaPbQ4+FtqHiC8A78OXH0j1AdwDoLI6AI9AMAXxegxR4+9QM5m4FH9k/YUA4RNq5eCQvhNYxk06//f379+Pn7/ZKLvA5f7HkyAmhI3XVKc9jpVwdH24/JpotBDmPRVuYX9wWcFtT/Su0ObI4XirxxV+MhW4FtWn0D22cTuk5jkCvCPC6XstGLvPkcVHMpYZtQkzddhrGTx3itG14di61k8eNA3kMZpt6bYaT4/vI969rF5Rb7wg4AkchcGz/c5RXrucIBPCOd9z45QivXIcvAGfEAB/YWWwWrS/MWAiW5YdTasNLV+wPqWjYYjSUltvgkbw9Ha3cyT18I1Qz6ZW+nbvJushc6V3kDgehFPwE2WUfz/KPL9LGwEP85tgXZCK4STDKb3WibSLaO++ykke6pqgcXsBhCzeF+wn/eNqe+xx8YvKt+AfPc2rQh58+fP1Br36yBJzHXa0+p64lY1kvcUCrdMTkk9RBumVaXY/RF8Dnr6+vj9+f7RP0T9iEupFqkjWJZckDfzhB2R6fbfwRGwCgtKykPMhNvW7ot7CNqkixZ0On+ZvHUumWLEkbe5b2yucYz1qn3n5KWpIv02I6CtIQ8zERSWXa2D5ul7SV7JNpnN66l7xJ/lpC9XxqA+m0IbWJaA91as9xBM5GQNbtlPYu12apY4s/ph9pOXK2dIg82UaI7DMenz/L95DHZ+oLCbDiViOtEX5cVcY92kdciTX+27El9kufIUszdMzH+8yaapRnFQfGxGv+MYX7rNFUSz85vpfvX7I8pJdW+Uh6fz4TAcSxFe9n2lhTd+v56WVdWVveWv9a431TELu4kqdWHGN+LrU3vi96255xTFNw3ZbWb64VL7mWe3zlItaG3kchO3DF4gaxUkdmdWY7VDjLRRGgDkF2Chd1xc2+KAK8PaK2irdXbV3SlnvbanXpSwR4eZ/VPx3fBloTLkuMSp5oMBz+DTNkW77S/gvswSjRWc57HD5FC1nljvYv4eSJymKAyH78SxZ2YPyJheat+hk1H74dWU61dcGHqIPpiYQd/kku/A4w0rNxBqNfHYHDEaD2qFGbhLpXu05Xwwi+N/I/w056Y3iHt4bj20aUcUZh3IYUvp8T31zrWe9ftylKd8QRcASKETi+/yk2eXNepVy6S+gBAe3dsgfb3sEGPwG8o5Sxe2EHq7PcHAEsDKS6iRM08rebfqaTW4+H79FIxdLpRgSydk/ipFDRZBVNEgP9cUpnfkb6+hoblNbeabbWWjsF9ZO/9tfWkSfvyP6Jl9dcniEYbjeIJ3/Jz8/H13AC7jH8+8/rU9CfwwlOjgVKDL9liue3uKJNubSz/dXrY+Gs7T/JW7eRaDPw27/yucRnjK1IBk7iv2V93Ani7zAGHVq7BTfaOFzpKwg0dv0ZvoSAsiMG5C+Y/cEROAmB8Qsuc/tzVHyiTtj64u3jSXAdptbGJdGU0i8oJKrZQ1bNxz3KnedwBDByqqEY7QdknRdL+9onPgaDD3SV8108z+8dAUdgPwL8AMDXIOa8NmOfD2jzcCUpV/Nhn+drLo7BOvf6uEj/3rWcY2V7RNpqAVh22D101DxIPECOCItZB8d+Tk2/K+VP1+SUjoAjcCYCNGG8Z4Kd+pxW/Qz6s1byz8Q7RffvtBJ/1KIwtfc9fRY7BaMtmq3+6+vrMfwGsH8kaQs/z3MEzkbgbm3SkXjy9o/evfgzt0NL5zR+7wg4Ao6AI+AIOAKOgCPgCDgCjkAMgaPeJ959fjCGvae9DwLfqACay1a+xlcjPdYIxNJKdGXJmzbD0w4bOaG+3Cc/WLRKWFppZC+JN56y7N+Qc1RWbXtry5M4WPLlhgT+DN6UOiRpwrJC+A3HpWXYy24tbEm5Syn2E/cnRg0fY3kpaRZ/a/2Wjbn2WfTQJ9sPpOOKXXyaPPBzfJDG26fnr7Ef2Tj5y+WTbWTPaJP87dPhDORL1RiZj9/tFo7n8hjW/AUu8poa36DjupC2rXOJ35oWNVFaNj6v6eN0WmoW/wQqL/+l9ZoWPV3Xvy5/OuHHF391Xl2fzLFkyPiU/NZzsvzFqdYR6M/B2e8/fz7+/Py+TsAtdE31CjG2yHs9GCUTKogWX1N6oFtrGFMMPZFTmZokOx26yLbxfsZXGooeTvMP2iATz7hKeUjHdZSrx4cmF/y4WnSwH9cl3+w/pcPm4TptzNDtk/IgF1fLLtBZV00O9OPK5CzqAktf3MbkIm2WKf3HM/8Zg4XY6QFfufh9/p2zAe8rReoYn2mTkvnH/DO6sUEUfIpL1et/nF6m8v5K5rV+ps1cHC/yRdpD5YUya22Py+8PgWX7lm9fu9iJ1UukzW2AtD/fnllW8J61H3P7gP4uUIkbLgd2CpLFI2g43zACCz/qOqbL+jqKAO9CYBcPT9Hg6h/Agt+TL4v3mNm/Z0p7v+F5fjwshcn4Qu7zOY6fZ/lkM3wCVY2rJXPGKqZtjqdY7hDd40tfPDMhVcNnZpU4zTn63bZPOt+enBlfGpOQP/z9CxIXQ5NX4h6/RvmQSdc5fnjqQGc0Nxg/Lbn4EzDkgpA2+8w5cu6tuIIsK760+IGF2m+KY64EelKvmj6UA/LxbMkFvUaXKkfjby1f04t0Vf9UIUr9g55WV9X+SWGp/TXlY86QY6HJ19I5b417Cx/NDsmXSrfXZrRHsr1BuiZX0ks7pR+anNx0lDWfb+My9rZvXEbKvfRX8lj+y3xLXq78XHlSvvUs7Zf0VvxIevks40vml/q3OgEsBVoOSoNaPHOberCnhY+9yuTYx2y0ysPij8n0NEfAEegPAarLV6vPsNdqp/pDu45F8F+T9q64aHjI9IDftGDH82nw/f39/fH3++9r4jXQciK/dwQcAUfgJgjIF1p6QX21gX//LsYG3hbepMDdDUfAEXAEHAFHwBFwBBwBR+BGCOA9xefBblSo7koyAqsF4GTOAwipUlIF5ZUTFfYA9aqKo3ZXqAZ4hiPgCLw3AjhlENnK+2qfkB9One2Di7e3dB+bAH5JXuzA36erBRfvO1rI5/i0kG/ZH9N/Tv+EPdctUDhAJtWXrBj+HMYmo89URuNJufG3sPd8Br2+h9itX1+yLbGG7hoybEudoi4C1B7RP7RbuI4n4S7eRtSF6lxpYXxQZgaNB+Qu5VifNMdBmT7nfhcE0P5XajOU/l3G5Ry7o37thMW7lIL7WQsBiqetWN7Kq2WDy6mNwNxejJKpPaHf3fyYDs7O+Vb517astryr218bD5fnCDgCV0dAjv+u7o/b7wjkIND1AnCOI057HQTw+QKyeM9iBeePrH9dBwi31BGIIMDjO5J9aNL8Anuo2sOU3dE/Hj/ePrYKpd/wedSvr6+Pr8+vj78/7HO0RWp7nwyk73fxT8PlOtu7f7n+3I1+f/no7el+mXdD92x/XiUxVd894++Y/TSRIsuenn2CJYaWpx2OQNbmLsu6s9uys/Vb+Hi+I9AOAf5+U6v/amftXSSntzn889P+/nmX8nc/HAFHwBG4DgL+/mmX1ekLwHLSQJos82tPKEj5Uv/Zz3eyjw/c9+Bayr9Hp8VjlY88MWnJy81vLd/yL9de0OMlQXutwItdK/2wo/Qq7ZPtk8zf0rcV35/Kb/kG+fJEz2P8jaHhPFZcZaBX8uNct0mlehOwu4lXW/FzExdXblhlqOZP8f87LFKMf0NLhFt2UiOcbpMTyAM/fiPz9RnUP98fP78/w7Iotv6PJ4hWBm8maK3hJtOUuUdfilxOM55wJsgeU/vCc5f3MXu2/IvRLyXmPUGetlC9ZQtpAn+q1lx6S25teZY+yrcwsWXM/R9kAX/yB2kJckJdtGmdIgGBob1q2T9QG4ixKMUAtbtzLCTY5yRvjkDt9k62NVb7A/1bDY+UeXSRna3/aH+vrA/xxH1AmpcjRyXlnvqTgBqNPz8xrkjhbkcj+7j5fQNlze1EWvCkmWHlC6+wEfaT7UiLm405nXhuXipkaRqBpCYV+eU4aBraps9jtXh/9IX3zEIzEK8yjlPFgj+V3unyELDw5eWGOdM5dvJ0OXV9BKzyszTy8uW0KOvhRYsnh3ukavyB8KI3iPHYMIAwR7v/uvfP+KiljH5SJfAMR6A2AmicSC5VZFTmVD0LfpKRyuh0UQRKO6moUE/cjQBefnYLqMxIgwj8CwtilXUcLe7OMc/jZ0/7elRZaGWgpR9lV5IeWhBmi8L0O5h0ErjKH2Qz+VXkVhAyvm/wHniH0I79i3uj+ZubHpeenqrpS5eQRNmkfNJHaf6+llRKu4n4eLvn/mG3g87oCKwQSG9/VqwyoUn7KJVsPJ+tf8M0z3IEWiPg/VdrhGPy09tPXj70LsrfR2OSPc0RcAQcgVIELjFvVOqk8ychcPdYIP9q+Hj6CWCrNOUOhhpOWzo9v28EsCexbyv7tw51CVeyWNa3/r14cwvDSV6BQ0gfTwKL3KRHLRbusAgM33jsJ4EiiCx+6BFsyY+W/Jgg7H6L5fWQxn3CPeGEe7KR3/dgs2ZD+L3fYSvd97AA/N+f9IkSTeZHqLsqRUIG9vZVsCdoo40gtAhJPXDBYmSKf6Chye7sP86zf1EeMUiL3qPf6B/5SegRh3HRkqVjh36sMsK3ZL+Y3EnedrvC/UcccGVWPqfV72d89NOe/FQoSYrbPfpH+Z/Dlt7HcPr6+fHz2tycvhhMfnK/SNrWH3DJ4dmS11keYixSf8bd43X9p80vf//On8CPl3NnGLk5F0CgbpxKh9GGoT8LcYv6o7UpIV9KrPEca5OAwyS/qf5Bx075hCe1+XhHWOAZaYtqoOUy3guBV//VySTQ3H6MZRDifRr/yfx3KKlwOq0DZwP+1J5F2p+5vDowNsME+FXL/tryMlxx0soI9FT/KrsWFYfYxZWI9taLn59xvnQvf9RATzwUgVfZTeODO5YjxTmfV8FYew/IxQvANSrdHsOdxxHoAQFUxB5sqWED6vMdG84a+FgygJ9Fd5V88ufMWKhdv2rLu0o5ana2jtct+VpsaemaDz2kfw4rVd/ffz7++++/mEvuwSy3oQoCWPSehdGicKygtfSZc9/dLLeTmc99bqhc5B8t9r78jEzUqYyesYkA7+/GrQoT+fTwEOtKm8I2Ml+/gz4sAnN9G+Se5Qg4AjdEwOv/DQvVXXIEHAFHwBFwBDpFYGueqVOTL22W433p4gvGf1sFaeUHScMNaPmCAdI4Hb+38jntGfduXx7qwAt7mGO/1UJTmNilBPrF5JSiEodpSDbmrUqnQ89+YYX/isvNkzX9SMdVGsI/8yPz6Bnly9sCToeyBB3P4/eafk5Tcq/ZlypT2pcqD/gt+FEJhivwCfGtTIov+FONJjpFHhcB2bgij9cZa/cRpwV/zau0zZKN8knlS6Wz9Gr5lnwrn8tFzFBsoV6F+OGEGfc5+jPEhrFCOGkyrP68FoB+hw0HJGiqC3QSsMqfeqIFPRX1KLgnjWMPY8fvzPM5HDb9/v5cnISDH2k+oFebZVp8z/B9NTQe4MBOVpmO/PGqlW8QKx2YAuoR8Izb+gztC3wifbj/De3bnLa0a2yf4rJHSsjifGt6zb+hAZwY1zxjxhx3FJcIyHEhdlysHOlGO6BnpCWGmFzYTHngG6VAPp4k/yiXcsfyfAb8Zw7JM+bw8o/ZNPsZJM2FPyQBp5DLbnBqn2jidI8QByMbcJqFjPZx/yimgfOaHpzAEs8kBzbE/IzR83KEHHmNyZppdPtGGvQ3M4e8k3Yt8+32B/RSDuye09E/UPE+Xu3qgNlEBmpIQ3zO1zlneTdykp+0CCzttfBZyqr/ZOF/tn2lHlv+lcpvza/3X6NmfHmhth1zuc/1g3TM6dQuDv1UaFOYBdG2l+VHbme5y8xl+a1r4UzN8hb6l/bP9OOdrI8yf36WckZ94QsnM+HiTvoV3geCjWiTBzakiT5hIVA8SPkimwpslcQTam1w4TLj9xI/UKHcKB/3lDfSP588DTzHXed+d59OK75CPOwTv+ACwoTYY3hPeP1NMaVFwQMvQpMkM54mutTLXH9hHYv3lxCU71j+Iz3RgB75qRqXdJY/s31LvtQnS/7H9H5GehbjC61AEhVD1odSP4CaGl9oa7g+pLH2R/MP8sEu5zFFWLF+Y+TQ5EIerlr5SPmgl9dUPeDT9CE/Vx74LLmgk1dLnyXXan+kPusZ8STLX/Kh9lr2Sz75bPkn6eWzpf9s+UfZJ/209AJHyYf01KsVf4inVHmSzvLDsr8Vv6UXfpTqhxx5De2jMf6TfLWfW/kHO7fii8qgNL6KTwDDUH61QOG0fu8IXBkBK9ZTG8peMIA/V7O7Bn7wHbL2YFBDBvT3cN3qgI6wT+JZqrO2vFJ7zuZvjUeq/FS6s/Gy9NNvAfNPoVr0nq8hYL2Ca3yefmUExve5wtnDKwNQ2fZYu/pCd5pY3TPG0UzEZ6BjOjUeT3cE+kTA+58+y8WtcgT6RQDz0aUL6/166JY5Ao6AI+AIvDMCeMer+f74znjm+l4L9+oLwAgMOFTLUMjzqyOA3VeORDkCqJ+ot/K5XEP/EuA7WUr3b4FBZDds/yXlFqYgEHbHpRCfRRPibzIAMyexEzeH2FhnwhdtR5nJvIerY1e+PdyGfO75hEOMt1R2TCZLox3+iC+W3M/tu/vfoCSovNnJjnQNKIuj6xn0pluaRwn56xPe4XRNnkCndgQuhADiv1W9big/qf+C/lZFUls+yWtVFq0wqCn3nX2vieM0sux0fPfEyeRV9em9/MvqJ+ZQ6P2nz/FFmX91I9ilOQKOgCNwPgJot2FJnfkrSLOv0H+0XtuyOhS9+1d9AZhgu2th1gkJl+IIOAItEcDnlUlHzmIYNdZosIn3Xdux3l9VqWxa/uELqL9DPHyetiDZ0sP+ZGP997Cd81gsanDYkNoN3o70h3apRa1biKvLL8XX+bMRQH3OZmwda9kGDQw1bKohI892+hwV/fv5WS8650lyakfAETgXAbQfq5WsnWZB3k72y7G9m7+XK6BGBuOFAtdGalxsJgJzfZzvtrepZipwckfAEXAETAS8/TEhakqA+V1S0udmpabuL4QXLwDziU6a+HzXRZMFqh088EWwmDk5C2MxfisNr43vXsEsnM7OR/1FvdWepZ2p8QN5kr/FsxXzmk4s2AADouP3Gl9KuuZ/qBdY+RLCqr8+JuyY5gMTYY76ePYnolXDdmRgYEALv68/XHfIAotW/sh/m6sRf7XqW8BzpY/tAE86YRMkZd3QZ1D/+eefj//85z8Gn1Xb0IMaYnZmU1zSvxn3pb7QPi3kb9ks+bdoSeiSflSzxSPpN2hXZQ8nNnhAUu1aqkv6Kw3bkK/6D5kbvFJNt8/SB/KNp8HXyQHCJCwSE53Ib+5nij5uf65BktfSh3z5m4W5epf0c3uyTPcnR2APAhg/2XGFeN6jJcYDeXXrx6xprK/RIeZrIDqOQWe/Yc8soexOyqNntCG4Dkma+2ofM1mFthY7+hbtb5nlfXAL/Bb+EX4ivw+jr2uFFW+nezbWmfk3p7Xy1ypUGwfQfkI6b0+QR23Q+FvrmL9l9R+MV7ui/YHdQ/z8yjTkRa6r0ptOds/4RZg86TYIrMr/YM+suczU+deDzc5WhzZIY7xTfbtBq6oV0yXSMb97hrGI897iubidI4fw7wxgXacj4Ag4AhwB3tDTQGprMEUNMxpnLuOd7zlehCXH8y1woV6R4mK40KDNB243LHWaDMiYEMhBACfhcniOpi1q84BdI/xalUvAuLX9QZHfHIdAbivdccteJT7P8Y9+A723l9zjYtA1OQJ3Q6BSO9JqrNAt3JVw69Y/N2wbgSuV/7Theduha+ey9ofPb1yplK5dAG69I+AIEALe/pwbBxz/t5zfZvAXnwBmsl63cmLRJwMkQu/1jBOCiANc3wuFfr1FeaDeyud+Ldcti59e0+l5jvQfz5zmVvfYWc1ekG7l3w5nPodRAQ0SXnu13+DdeAdEa5bFCYh19jul0AIwnQRG33em77AB7Zi8trMNewtpiiXzD21SJtuSHPqXqe/ztOU/z9tRPlcEcUf/hjERXevXG5RBLfxJXi1ZXA7s5IXO83k6nSR6+Gegl5D4UwUEUBdRD9NFIn71mE2XdSTlaDf8HnYkvpTn+19qM/ArleP85yJA5Xi1OnAuYnfXTm1JGNuc/v52XHze5fTk3ePT/XME7oiAtz93LNVr+lR9AVjCML/AyBx/fgcEUP54ccXzO/juPvaPAOIR8SktpnwtT9L6syPgCDgC1F7QSbi/f/8OYPgOAo8IR8ARcAQcAUfAEchDYHj9eP0NQwr/cwQcgYsjYM03XNw9N98RcAQcAUfAEXAELoDANwYke23liyOlsvbYUKqT23+GfkvnXvuwy0TDB9PSlnyN37Jb5uMkEp2O4n9I52lXum+FHz67G36PVICC8hXJxY+55Z1LX2zghgBgQqc3cQ/7EO8aO+iQzz8TEVvEgXzQa1cpV6PLTbf2ci9r2SBdnIAC//M53TGAXieoMfFkGNbKP0NtcnaWfZPPr9O/4Td/gFSyygVhlv4FZ52HZvqnU5qz/AE8NFoi1l6eyDTwf/xsOmr1D7I/CcImfb+h+MLNVJ3Zc2DiN2MNmv3jefO91v5r6TOnJR8VEteZc3m3nS/t0P2ReMC+SPmgnAdDHvOPni3Nmp50fZDLWyrMcs+2zPbPaaNo2Kf5j3TJN3Az+6dz/lHbx8SRf7ZjTIVfDxnXG5JiWZCzzhvxeTy+1lmvFPgPHCWZlr6kk34tc7eegAtogDeeUa64Iv2oqyx3skOmDaGAFZYNszhGKfRLUZr/oy3PZ6ScWHzqCz+j3Nkewn9df+a0pVV4mvkpZY3PUv86H3J6vS7969XK/XaV+sdje78Vx3FKf2f798bmNp/VPMz6czHQ2oWlHCl/9n+0W+bP3JZ8+A06PJMEpM3SPqbxWtA3NTWy1Wccr9vZXpkzPqPFiucmpJr9b5kG3X6028BqeA5gkE6UD8eV+wM+nra+D3ivs4yUmHykzTZF+x9DMs+27LPG75CljuNBIMt5ikf5Xgvy+VpW/rOcvXcz1lyC1a6A1sIXdKnXOZ5F/C7wRZyQ1Lj9mr5Z/kih2891QBrS8nSC27py6bi3eHT7Lc60fImX5KqtX+rbK385P0ZWh8bv5ULq/JilX9or8dGeMYTW5GtfCZTtldkuaQYkpmv+wT7N/kTxSe83JGuvHs3+VPssvZZ8i9+yQ5OP9FL5Mp7IHopNlC/s01o8K/5gJ+TIq7Rf0lv5Up58lvJkPp6lHqTjmioH9Lhacn94u4QmargCb7RTyILc1KulX8qBn3vbJykvFl+SZuu5+AQwHNKUWPm5AGp6PP0aCJQG7DW8dCsdAUfAEXAE3hUBGteMY5u9Q8t3Rc79dgQcAUfAEXAEHAFHwBFwBO6DAOZDfd7zPmXqnjgCjoAj4Ag4ArkInD0eKF4AznXY6R0BR8ARaIkAdvW01JEtm3YsL3bZZktwhqYI0J7gcV8YxY8v2+WCPeOXxNm6LuCEQNjrl2RVBaJxbzmdnPvz538+fn/+8/GLU/YVpB8nAnskNY2jn1qunb7FnxlLtrLdFJiow0AdgpCO5/rXLXzqa7u/RCueayNwcPnVHF9Q2zy1n8u4t38Og+ipbtDOdd/sWTumXF5vCKB+tO8PTvI8jKNO0u9q6yBQs3+oY9FSSq59rd8fltZVe+qnnTh4fGIieNyYvzfPTWicwBFojMDtxzGN8dPEqyd4pw9T+DuShlzb9F7WCFDv4O3R4wNfAAbyfnUEDkIAx/9JnfwUxEEmdK2Gf16ml4a6a8CEcb54KQDxxwMQOHqBpcSlY2z98+fPx8/Pz8d///vfTGOPsS/TqAzybfvb93/b+jMc6ZT07v51Cns1sxqUX0cT4l9fX774Wy1WXJAjIBFo0H5IFVvPvK3xl40tpPrJ42XWj1VuSZcInNG+nKGzS/A/+PyX9gMwfVruVjkC90IAC3RHL8zdC8VjveHt57Ga87Vh+HzWD1W8/QIwKrhWdMjPbQCsIExd2IJ+yz4t30q35Fv8d83nk9QxH/cs3FoyuR7IT40TznvVe6vOHOlXMe7YOc9/7AdpFV7GtV2srx1lg87f5Y/3qdCd1fGoBh2WEUMQaekvo3dvP3X/pt+QQgDl7uCvVM7zDkqUHQTHyjCWBnrJj/TUq+Qfn7+/vz/+/vs38RTwln2pdrSik/7F9GzZ/7n86d0Y+yJt1Mebz0V29Iz+lv4ld+oT4l+O/7T0VLlrulJ81xLbpqTYOxwkVQtwLCuJ62xzmvyZ/uy7uL1L/2vGJ2ThFZL0Iy0Fiw1ajFNWYkgHNfg6L8oT15UIT3AEbojAsp4PtcQcf+t1aIQn1p5s8cToy4Fefr3k9+PzMehBk1MuPvQPNl4VlB0qAuWBAfKhygdlMlbIHpl2tE1cH/AZ015xNsTVK74qvB9zTX5PCCzxjmNC8XFUvI6xOLeb8fg8u12Y7YsjVtO+2PwX9NfUE/dkmRqzhVMUz49xYTvurblUzJ8eFc07XHhrFsSXNkw6O75QOKh/eD66HkLv3utZ9qN8Z7uXg8avBv3MWuesvZd4gkVonwIOEzxHt1cpowLY7FdHwBGIICAb2QjJIok3VDSQsQYzC+Y3eOB4EFYcr2u5v+z0jrA9NxaPsMl1HIPAqWV/pUmbA22lBWD6l/VH9uFfFmMnxLBdwZlPQ7bp/0gD/nWCSU0zDHxrqnJZDRBoUn68VjWwOUMkTZJkt3kZ8p3UEXhrBJR+9ThM0Lf20+Yc5/tVNXlZXbXkDre7yfjE8sLjEwjxWaNrz3/BI786Ao6AI3AMAphT4usIx2i+npbMmcnrOegWOwKtEMCCC66kJ2WHUG+7UVrhs1cudsfs5e+Bj8fEHntwslH9DQlFaEr8KawXT47vIL64U0nm81jD/fvGASDD3rZjJhbG+jru36NdrQ82Sfv5+Xj1CygbWHjstXL9wCnBWGONvJeDfDpj9PhVMqBhOB2LR5o21CNZdkhPk7KDKuCzxu8lDfk1j2PtMNNmkfUP9dLmvDQFyicW38jr2sHtcqL6QP9QD+SVXKOxC30C3/8cAUfAETgXgdLxTyn/ud5fRft4Eng4aT70Hf7nCFgIYJ4EdHeIm/EtEh751RFwBDQE8F6O9w+Nbm96qVzZPu214258LcstNiUl8cMazHUPl0mP9j37KGsfbs7lCDgCjsAmAsvPp22SrjLRQfoAYgXN7RJQ1qWO1ZJTasc78RPm4z/ymhbrxgW7OX18Ln2ReCdM3VdHwBHoGwHva/ouH7fOEXAEHAFHwBG4MwJ4zzrLx7P1n+W363UEHAFHoDsEpvm47uzq1KDTTwBrEwnWyjxW8DX+2njn6oF9te3oTd7ZC1S55ZKMn3LwBvw8m0/uS3sWzxMTxbaMDy4POmpcF/prCKwsg9uHnTtb+HCsyRTOHzPNyo/x8DSpj+fRvSp/cGY4+Pfx+/t3YmE7yFMKe2Amssfwm1vyDBUJxM6d1vVP9W/yyrqU8uv4jwjM8l9oTebMiM350tLxZNIsn5XPQIp0nV/Ky3/msvk9dEMiz0Na7Mr5wINrjJ7SOA+nQf87jKeif4i/aGZGYmn8PsN3XqShVL5zHCxMevGM+6w1/xf0xgNh/EDjNdTM8Xmovy/whtO/w2mGMT9mj7R7UFblhGBa/TBcG7KVkp5ONi7jA3vXuZ8zPyAi+B8fVD6D7xH3R5tmvm0buS5QpvKCXr9q9UdL1yVpOYqtjxGfJb6TjFf8qsBpiqLpth979cTKhUxA+uh31L+XpdCLmIqan5AIfQmku0hQfrAXQsb+ZRnf8GW2yWp/7PKBvtwr7M7h+x3atJHesjtHqtOeh0BpfJXHwVwX9qBg2W/bZ9WDffbBLu037tR+NYCwofc1PoDdaFMCY+bNhp6IJDleq3VQE3hJlTp+klI8T2MotFfjQGPCKvZVBsGOMdiDXuLCHzDnmPH7QBhunsZYzvJPwyUomG7sOJcc5z4/V2VA2M5YIs7ME50Gvk8mc4/HFq5a+eD9SdOJ+Z+98qVcSw7HduSNxfJQS6jChHcqej+UmvKeNXzypOjUlt+II02CGV8ao0iHn5Y9gm3xiJiIz3/J8eWCVX2w7IHdUgDe1WQ6nmGNJd/K1/RDj8Zv2Qf+vfLBf1T8QJ+8ltov5VnPlj6LXysvyYdYDy8UggDxJZJXj9C3127wrwQrCbl6cuVLtVb8SXr5LNu3VPvREy/HP7P0UH5z0uLOyl8QV3p4/I5RQ90X/IQdMp6mt/NxWDjo31tO0LPXBam3VJ60Q8qX+RgFyHR/dgQcAUfAEXAEHIGDEeCDAH5/sBkXV4chbFs3tPJB+vM5fs6OfhPTGoy1tbQ36XJI3pt9Z9vj+JxdAq6/DAFv78rwc25HwBFwBBwBR8AR6BMBWqApXaTp0zO3yhFwBByB6yGAubfrWX68xaefAD7eZdfoCJyLAHalnGtFv9rvic++BSlaQIr9TZudYllZaf10lssd4FlOEDHtBF/tKs+REsc5R0IuLU2QA39MluMZ11yZ96HH3rTjy6UMw6W92EFPOzF5eZfp2MFdXD9ydKLs4jypu7fj3HdJ3cbI9hL8y3iz+VIpID+V/m508L8FvpBNmN17oZ/aPZ8gvVvduIM/vA7ewZ+jfSjEzzi5aXoD/uQxP9lb0JYfOn4yvV8R4H0B7xErAjOhEB9TvkWQWTYof0vsm+Tnl38m3qfjeHZ8xgGQJ+ziVHmp95z/ysPAqQsRQPuY3D8W6nN2R+BkBDC/9jV8X+7mr9XVkN61AMw/b9Kis+Lyq3nqghwBR8ARcATuicCFB7oYuOyfvLlnkbb1ChMgXxE1yItkXTXp0PrB8SucKI7izeVHCd4gsWcMyDbY16L836B4T3URZUdG5JcfJqO/vr7CBqdT3XHljoAjcB0EFmOVwm/QBq95mxYS028WNqWzOaUj4AgsEWBfmP7wzaBLbPzp+gjwniZ/9Hx9/90DR+AoBPCu6XOn+xD/BoAaOwe29cLslvwWC82azznpFn45spz2egh4+V+vzHIsPqt88WKk7jCd5kVKT9fw9j2GSzv/Y0NjpM1DaF1/+BWHyWzinflivsTSdPkx6vy0FPmgwTVfy34OTSfir9b0m20hyt6mTKOIyZvigybzph2yS//X8bPMT9Mco6J6RgsipfU1JjueBl9wwnBf/YjL1lKhU8vn6bHy4fmx+xz5Mf4z03L9jdHDf7rG8kv8k/KgS5Mp6YmO88TyiQbpnJbS5R/oZHqr56P1tfKjRG5qmeh01F7SP2rv8K/EIud1BOog0Fv91uvQ6K9lL/i1EZrFn4tqoTycSNpSu7XImsLPZUtZxC/TOL28D7TAl/wH5pL4is+x8kRaez/xfpGMXG75JwtuQ9jrfGUbb9Ok8oVfmwOxiPpHHEhrH5+2fU6RgkCt9+cUXWfTnBqVB7eP2lpN+OIZph3OLpRO9VttYXb/KPyEfC0m0ZIKtvCI/FI7gkDlxmofrPlpiLXkgM4mqsI4AABAAElEQVSvSwRQzstU44nXbWoItMbAEKNmI3hVAs9wBAYEvNJ7GDgCjsCIgDbUuRY+Pml+dHlR3IjYock//KtkDm3koAXg8/6Ej00N4bronj/XUAyZteXWsO0oGcDgKH05eni59Gxnjk9vRBsWP8jnvPKTY/Jz27w3KjN31RG4DQJoc3g/Uujcok3bI6uiLXvUO48jcBME+HwxzfX6fO9NCtbdeCHA4xs92TnQ8JWacyxwrY5ASwTofVO+c7bUdzfZeZ+AHtqTAe4XBrJpGcqh2l/rXQfVDHVBpyCACk/X1B0ipxjqSlUEUIYqgWe8EGh9YtDL4bxA420XykFeOc15liZozj1hkSByJMEetWtPwFG5YhH45+dncRK4TRkDN3lSPhn4AkLoLhBxOVbyOSNGsWN798R0a4whP8OnaJlBDq5Roo4TYXcpDq1dJDuPshGYkE9LnbIto2dq91qPY1qj6/J7R+DI+E/BgteRFPqL0uzux4DPsv0YUUBeAia79SfIfieSZuP3ViAiRmLx00pn/3Lx/ghLZX+MdL8WIuDtTiGA92Dn41rayPB4fH6cf/qfFsUI3+F/0+6Kx/lG3aPAu/WC+sP6fSH6k177kV7t6jZMhGF5C8ATMwWFAy+Q9MdDEUDD1FrpUXpq+3EFu/e0I1fwq3ZZlshzvErQa8/r5dMe41400Jjpz58/H7QAvKft68UPt8MRcAQcAY6A92McDb93BBwBR8ARcAQcAUfAEXAEjkbg+fFLm87xTeaj1bs+R8AR6B4BcwGYv9jTrzHQv1/a1T2d+EV+jQPAOPlLn1CA/NKFZtjXa0nwHUQ1bcRnVWhHUuwPqaX6z8I3NS7Osi+GeSyt1L4YDqUyuZ2WrJj+VH6Ll+RI/ZJH5nPdNe6t+qH+Rm+i8tb2J5qxIkP7QYPI2B/a51heWprcrRbfwWbhI+MhTXc6laU/XdKaUsqWz8QRS+OSSv234pvrWt6jB0HqUJ4hVGTZgmZ9fSLQZmZBZMkKSgVf/PGF50un5GMnZYNNcRl7Unk54Z5ssdoPq/xnW2R5wD+ZPnOMdxa+kn75vLSPRof0F5PJ8H3RWHa9iBRZ0EM7rke6pR2UPmbIdEjFFfx4lledX9pPeMMu7j/oUB7Q8O94I5ORvXklPSPj42F9VpzbshZq1T9t/DhLismHz7z9kuU/S4jfjfS6fzG9XNJsA09d31t0lp61xDHF4hv16vGlyUW6tDsefw/jhHlU/6J9hB4tUBGHen3b38fAV786AhIBxCVPR9pc9+b4lu3Pkhb9BZeWdw954BptUIbPA5GkBx+uaP/QpyAd15Ffl4/6qvGPch6YdIHY1XXbzt/n35ED6lT+uUxGkvH5k89PRE7VPcP3NBUFaN+UbJhTXr6Q1Pd1jnfLTtQHlO/wHDCcY8aKj3R9cXuscvkNYRNuJkFkfzA4Inz063N2JUJjJ0n/YG8IS0VE6vuxlC/FQZ9MT30ulW/xW3bgVYr7wbHRm5+xvOf2jcpTxsA8zocdtccaszzUk6DpdSPjqxQvSMeV44a0nGuqPXv1WPL3yoWPR8svsfcVy8/f16FbxLX1fj/HFzxeXjX+UBNCBUF7PvJTXI6xKevRUv5ef3kdXkic7EHLvFf+QmaDB7Tfsv5CFcoPz3uvavxOAKF9lPKB32eYU5AUsj2ifKT9fgT7h3iM/SFViy/Jo/ohCcVzafmn6pV6wCfThXnhEfQhIfEmVb4mLlXvXj1SvpRjLgBrhnu6I/AOCMgKJH2WFUrmn/lMtvds3x5srPLYI/PKPFS+W5hs5ZHfd4uPq5WlVT5X88ft3UaA6pvXuW2MPNcRcASuhYD3Y9cqL7fWEXAEHIHrIoAp8ut64JY7Ao6AI+AIOAKOgCNwBgK7FoDV3R+VPGgtv5KZLsYR6BYBTMjR1RccWhQTdluNsmknH8c6dWdVqWWk599//32VcYty1j4hg43ViLNSP2K7e8tl3l+Chb+1w7QeQlQfsK+wntTrSkL7sMZkXz3NxDdymuY4LDNtLTAM8S8xRbouGuWjU2TlHP4benXsl7hl+dyUuI5/TU3sSfjh8ZfmPMXX9/f3x9+/00nBNDancgTyEMiO/3W/nKfQokb71VqPZccF8zF2OdN02BCO0ljGUHlfqawRn5Zfe/Mh/0qY7PXV+XIRSK5WQXCncRTaiU7tC/ht3+B9qd/3gW37e8rNj+2erHdbzkBAjRlMtJpGVR5/3KRdU2G7u3+q48uMXQvASxH+JBHgQwEMgyWNPzsCjsB9EMAA+g4eaZ8luYNvR/iAz8uQrvfZzMR7vSNQ1nXw+FUH1jp705yvr6/X7wDTpo2mbQY+jdjUG014aSyU8mt2NUw/Fe+GfkVFn10+Z+uPgpKZWNmHjuOP2jxfAM4MDyfPQ6C7+C+p3yW8ebA5tSOwRoDHX/IM9FrMzhR7/M7t26nE2ZohwMuvmZJeBHfX7/QCjNtxVQTec/7quNJq0z56n3hcCd5Hk7oAzBuBmLulE9up8q1JUis/ZnurtJ6qYJj4Nr4B3wqL3uWmxl/vfqTEfwrNXj9LZZfy77UbfOknJLe3csidkz8/429yyHTorXUlPaRjrx6Of6gT7OtaOAEc2pNahk9yuP49oi1+K9/SafFz3AN+TKjFz0gvdit7u8o7EHeg0WZgnWrIdvsAKRQPFDN0Ko4vAvM4Gmkhj1VG9hsvkDdfY+Ux5x5zJ23gWuEPT5P3W/ySdnwGbrKerdOl/lHX9JNFEeGSXpJIW4lepkke/mzJ57S93Of4l2tzCh5b+lP4c20qoY/ZA/vpGsvP0QdZ4CF5Mo3/BjPojr+iLh6v2TXeFwEZ6/H4T/Uf/cf+WI3Zk6oddFIG0ula2l5wWT3cT77uXV/ECY5armTLi5UH0rbKcWkw4m6ZOj/tj8dZxngH22Q6f063m3Oly19z8RR7/L5lX4p/XNv2vaZpGLq//krnP7e1XzN3q/xazR8ch5SMiLrxdpwf99KE9rNeO1kXn/T5xaVe1CUZdaBqEX2x+Svou9s1tN/KBACfdSHfa8QXyvQlTyrIBlhGBkWETMsQmj3+yZDdA+nF/FvXxWXAIH61uOSxtoB/Gr+gP27Rjiz0veMDLzyqkgXV8h3hc58dAUcgAwGtE8gQsSBVO48FlT9oCPCu+n3a/356Od7/UiwfHc/KO0UIF/ps+58/f6q8VAShq5szI680FmB7qZwVKA0TrmRrKQxnl88dsAaGpWUB/r4xqT1Ggdd+dQRGBHqL/4L67afKPKhPRQCxe06dMsfvXj9OjQ5LOZUf/lm0181HHbmuB265IxBDYDF/NdXlGF1vadgM0Jtd0h5qG+vPS53TV0vf/PlaCKgngK/lRl/WYnW+L6vcmndCABNuV+kUr1o200HfYTFn6QHwX6Ze4wm7g8ja32k1y9u09LIToZDOeCgl9n7db+B4VqyOVeX58fwdXqE+xyh4PJY4o12gRWD6t3eH8KGhUl0Zjzngs08J+jfgCilIx/P6Cr3cljXV3VMsnCSud8fjGP8Qe8doO1sLxZB/BvrsUnD9KQigPTy13bvYaYUUXK9Lg7b6ZuMExJi6mAq/S0sOctLxO2v8XuppET+Vh1oWRZK7ZEYZ88X+Lg11o4oQ6KI/LfLg/ZivMX81lwtiDFfKOXX8NpsWvUPbxzNjaZR/9OEFbtPr3hwnrDiulXB3/4zSwOjMIPNsR8ARcAQcgTUCtF+O75lbU3iKI+AIvAcCr8Xf93DVvXQEHAFHIAkB+uR9z5MySU44kSPgCDgCjoAj4Ag4Ao6AI+AInIoAFn1xPdUYV+4IXAyBb63i4BRYq5d27HjQ9GNJpZX+WuUUO8FDuzaAH/Sk738ER9pVwy+Nuz1VqX1W+e+Vnxp/FkJ79UNuKT/k1LpKe1rhn2pvrH5xXjpFt/Vn8W/xLvPWNRhYjde2++agCzahXGQ68vdcUSdoVy7uIR/t8R65LXlgX0sdKbLJDmrzqVwIvwedAh3+SqOiXvxu1xPNx1J8Eaea/NIfSFjYNwUpj1/o3Ru/C/kQxq6Px1d4en0FYDr5GxLDzRL/z4Hu8/PPcAL434lCRgraG1hO/EgjFsjjaZOoxWU73/JP39yyJZdsg33cmBhPLI3z8nsua7x/TAMt+LGOt23+uJ1rPf2ljLjpnxuH34gfzYPt/Lj8OVblly80LXa6jIPR/ufzJ8JK+mG35SfoImJeSWX5lv+Iy1E7cJt9XcerZqeWDv+1/FmXRnFUOvm6xOMoza6nFQKl5Vke/208S/Wrrv2oy1RncY82I9dPq96P8i0/rfbNtsqyw5CAExoG2e5sQ368/yFtol8iObETnPEONJgbPhATUmrfII6E3AfZr/V9Co8QMT5atOnljzmz5fxZhH9RZtv6rfcnbf5AlTq91wG53fV/4cMELNJYHNn1c2/7MOoslR87oYa5A9IQylTEGmrPo/ANudR+Kz6mkjntUupfruFS3+74FoqlXGS3lg892lXq1+zU+K10Kd+iRz7qzfA5MSQtrkjV2q8F8cYD95d0kr18/gT5aO+kKMs/8Eu+1GdLPsmJ6SAftv54G7VFh7yYDuSlXMkPlCnv3yA3tIdywGWNHyR9ijGMZm7/EFEsk98qAWDFH/zjonLutfJfl+/SQPTfs34grGhfsgciTT8IZvlIqXNFrOzWr/iD7hbZwKmO1S7FEXAEHAFHwBFwBBwBR0BFgAZ2f/58vz4DrRJ5hiPgCDgCjoAj4Ag4Ao6AI1ANAUwBVhPoghwBR8ARcAQcgcMQUBfgaOFUWzzV0g+z2hU5An0g4L8B3KAcsHrfQLSLdAQcgUsiQHttjF1WnfiVuzuuE7NPMQMDUOzUomfspCSDkH+KcUlKsQfsGrGZ4tKZ8Utx8Hr3+J3wnOBFfMB+igtr9yTRznzDbwu/3mnGibvCjZ8w46QrYYO4KzMB9Qs4rZ/L5Dv3WQjcpz1aI8hjf+9EPJex1uApjoAjUIIA6tcZ7RB0l9h/cV6chryKG+zU5jkmU8zUjFXEIPqn2vJ1lNLmz2CfLudaOcfh2wIXKrPYaeAWulymI+AItEPgzPmTXK/w3i/5MA+A9BfdMIHy6s1wHTI1fvC1uKb1by009yfzDPz7Q+E8i3wB+DzsXXMjBPjnAc7ozM7W3whWF+sIOAK3Q6DmpNHtwDEdokVZ+rMWZDU67UtFeIHBABnPozb/f1sEeq8TvdvXtnRc+jURoA0v8yfHrumDW+0InI8Ab//vthCWgO7pi60JNlYiwbgP48BKYhPEIMa0EWqCiNNIYPtpBuxQXM/m1vNPvtC7o3idxRFwBA5DANuWVr0XW/w9zBhXtECA93TzD6gtSPzhIATMBWAMQA+yZ6Wmtf7SCQnLvr0Dd2uQ1csuEsv/VYFmJljyeX4Y+KL1H3Rh4j1T7S7yoJ9xc/tYst82QoDqM2GOemfhD7r65sQmZpA2d4Hn2Vff4xYSLXxa6MyRif4Dpznlc46strRzzI16EItttVrlZ+Vr1oW2djXCn7xjfYAmo0b6M5z0HQ2h9uS1GCx+C1jSkW6Kma+v74+f3/8uTKE+6zkNAOhK8sZnckpxeCHhiAcrfmS8cZssXk575P2WzUfaoenasu8cTPfWX83D+6SjrLSGKLe8cun7QZLHCLWP/LkfK92S90bg6PqF9kFDPWaPxcNlxfh5fmf3KSd+32jhV5YO2sz5fTVWvkhLiRPQck3goytNzdJYk483wQM6ztv6Hrq39Jxh15Y9G3kylin+ZdoGeywrvBPFMnem8bjjc5Kx+UekcbqdaquxwX4pEDbO9WlJAV+Wqf6UioAVi2cczEm13emuj8AX+q3p9WvsxYZ3j0TXPH4Tgcog29M7a+032met/c4w661JU0ZVbw1Qz85rlaNnm4+wDYM70kUNudWY17bpbP21/bmSPK8TVyott/U8BGg4tmdIdp7FV9A8Lt6mW/rnnz+bn4J+LSa/xKW+uqTrdkoNAdSNXutHr3ZpeHq6IzAsKXz5fm+PA0egGIHFQhH6qmKpFxIAn+/fD9L77DnvtDTevCi+VD/w7ypRvajTZUa3nn+i+TTSwfWUWezcjoAj4Ag4Au+AAF+POWN95h0wTvXRPAGcKsjpjkPg9UIwjM/p6jsgjsM9VRN2p6TSX4FOvoT2Gne92nWFMnYb8xHQTv72exJY85H2gl10wkdz6YD0h3LSV6bLZ5hG8fM9nAL+9++/SBInfsfk+7Vr2HtYFnPABf2TfF6eYAkQGzewzSC7VfbZ9f9s/bcqzArO1KsDVCdRPysY5iIcgQMRQD2w+qkrtV+WLwfCq6rawh15KvNtMjCeMR2qcIJ01nEFfGFjJJZTTpPPzp5zBxsrLvzCkRbzT9R/B6Rpb8C8M/Wllk508ol92OJXR8ARcAR6QSC5P50M5ifVe2zf5HtVrn9nlAvH9PlLncmwlnWGIa7zwxeALxoEsuJf1A3VbPh3hQZNdeIGGSgHcoUWtbDgxdNv4Kbqwtl+avq1dNURz3AEIgjMcURDMB+GRSBqnvT9/fXx9+ffYZFkVjXOr4wfLppT/c4RcAQcgWsiQGN5+jf3Odf0w612BBwBR8ARcAQcAUfAEXAEHAFHwBFwBK6GwPfVX8Zx0qpX4HfjyyaDpW+vaWGxA0/S4Hm3fgg44cpt5vfclLAbJzJHTjsg+S4TztfyHjrJNtzzSf2Ybs0/0JYugFvyoce6op7hioVgPFv8Wj7kaPlWeqn+Enw4L78fbf55Xebyox3LYQ+t5dYqX8qHXJkuGUEn0/Fs8Vv5kCOvoX7KjOkZ9UPJTk7ea1+qgtz4ak0v7d7vP3bQ8wYUaelxul+/9CTvGfGj6d/oPrMUafKDEKWBx87GQLd1M/Tl408Jr61+Psd2ZIt9K8+q/1u8Y54VC4gZKUlLX9LtxTdImQJBysGzNUxCOY0ntGHz+DvyLx04qREULm8eCMRlcniyym9f+cBOUsPvg9pwAxxCAm5WflHsTW1BxqkUy35L//JkPHyxYg5OnH+1yle3cPRRaT4ibLId2IeVLK+5fCAPqqU+pOMK+nWbBQq6Qh9dSReN93L7SC7P7++FwBx/+/xCfO3jJi7EsSZBa4tGvrn+svaTjfP1/sfSO9oTbV9e315FvYMcPGt+ULrmyxbPtlzdvy2Zc9447qFnaZt8HkiCKXNe6vujFmd89DtbVfHO7EvzLJj9QPuM8h+eAz4kc8TooeoHH/cVaTO+c/xR3pw+15ug9CUotz7O/nA7+D1sWur5+Bj9X+oDLbeTy6p/b9s/6YyOt1YHabMN5Ppx8pfPPy3xyRY/MADT4W4qghe6KI5JKX/fhx0p2rj9KfSSZq9/wUal+uHz1oFOKp6eS8cyqe2Xot7cTLcXH+jbWz7AzdK/Vz7ss+SDTru21t9afu34y7XXoj+6fDR9lp0yPhC//EsHof0b2gy0d0iT/PI5Vb+k0/yR8vEs+ZGuXXPlSzl74o/aVuB71/YPOJXiCzm1rjI+/ARwLWRdTnUEKFh7q0DVnexcoNbAa+mdu5NtnmwwswUUMmj6tfRCdc7+ZgjE4whv9/ME/pvBcri7NJE6TyYfrt4VOgKOgCPQFAEay39/f3/8/PyYE5dNDXHhjoAj4Ag4Ao6AI+AIOAKOgCPgCDgCjsCbIeALwG9W4FdwlyaKaGHiqou/qbuCrlAWR9tIC8u87OMLVEdbVUPfcbuSa1i7kkE7mNXd5CtqT7gaAl6+p5UYLf5+Dr8l/PMzL7zXN4Z28l+8DaoPiiJxwOrtVuON+ChtHyx+K18pqesmE970t7dO7uUbtdr/L7VP14DxvU7hOY7AxRC4UvtF43iyd/PPyt9kTsgskV/Cm2DaJUhaYkCyZf8in3sGiWOTaPdZ9Rf1sOK7dZ35J47hsqz1nCXdlZ9wQu3KPrjtjoAjUIYAb0tx6rdMonN729pPDHS5AMyHbLHBBl8g6gdKt6QWAtTQYiqcN8C15LucfhE4YsEXn/chFLwz6jcW3LIDEag4AXGg1bdQ9Rg+s/bPn//5+N+f/x384aOfW7iX7QR/0Yr2/4tYHQYL/lcBgZPjblGmFdxxEYUInBwPhdY7uyNwKAJV26/e6x63z/vfQ+PsEGW8fPcoLOXfo/OiPFXbjSMwkGV7vfq/mP85AjLX4Qg4ApdBgOYfMO/A5yIu44Ab6ggkItDVArAcWkgfaHEI/3A61FowAp2UZT3zQUKM1heOYqiUpfHGNpSbchIHDXSZRpvbii9bglPkIBDKPYcpkdaq04lissjOjp/9+qetN7z+ZexWrlE/Y7a3jI+sgk0ktj6VHvORi27nL3rbsNVmUIs0boHf70LAmthBXYLw4aXj64tOAVMCL4e9Eyxj/Z2rL5UzZHH5MKD21dKx3trH+/+oNRamESb8xu8qC7IAScAGlCEDCU2up9V/+A+v5AkYGZ9EhzTGq9oPWo4r0og/yADOFA9WzMDYK17X8X6uF7Bnav+pbEKZUDkg/1wrXbsj0CcCsq2i+iLTci0v5ef6NmShHebkSfV9Q+ZCVuwhtz2xdOXKi9l0pTTpbyo+6F9TfN2SKfXH5BF/jr6YjKPSJn94XcB96AcLbIGsIIL0TfiS/FV+IDzpJrV8yTweJ18n2ZuvNjb/g/GrnM/FW3G79+98+/dwwD/Je3W/pD/+3BcCaCHo62axvxrzgzG5JWl8/gH3sJ/sRVqJDud1BHpCIKXXP9xeXtGoIUFjQoZoHdrhRrrCZgjwgRrFAo+HZkpd8NsgwOOJYo3H29uAcCFHrUXUC7nSsam8l+3YzJuZNmxpe/2HF43XaGcxASVHQDcDIOIOJl8oK97/AxOP2Qh8+5IWMbdPRBmXl2UZfrW5Ucdqy6XP3Xf52lnfUZf4RghUbL+oLca/HhGEbaf3GT2CcwebCmPZ48MOAmBkU3ZGMbVNwSqKlcJ4CbKOucE7BZ8HOkaza3EEHIHeEcCcMJ8X9rai91Jz+/Yg0NUJYMsB2rXkO5cslK6fL3fjHeGR3FjgcXYE6rMO+du/c079ux53n9X38voSqQ5SvfQJ4+uXpXuwRmDsc34/fqcVz9DntDgdQDIvMmGrbBoWABYsIl0EB+HwyY+E97Um+k4GLFE94vhkbJvVCfhHm3cJktcnDl7vcXLMnQiYkzkCjsAmAiltCeqlQosxiPYyHvI3DdnINPRvcHaZdfj46mb4nV6ohKdSF063rTMDUPc7MyvVnJT5H9DwRaBU+U7nCDgC10VgMeRJm4y4rrNu+VsjcKkF4LcuqZs6zyeB+Mmfo9xd6B9mqDAJz9OPsuUd9eB0p+P9jqXvPjsC740ALf5S2/c1nIr7+vr6+Bm2mqqfLX5vqKLey35DPkeZKiYera+i6S7KETgFgVc7N37r/hT9rtQRcAQcAUfAEXAEHAFHwBFwBBwBR8AReDcETlsAxl675xN3M/SvHRhiNXBNNdNv3e2eoBP6pQ5k75YvBd70OQcf7Lqjzy3gPheWHH1cNvhw7WUhGPZwW3PuscCaw1OT1rIfpzyh06IH3Z4rdnbRrs5wPx5LGT7Duu+v1F7EmdQePjkyfRtW6vmafmtJpks51rPOP57UCT/ppOxw1/lHzZp/sMviBx2uufS9xz/80q65/mpytPTa5aPp0dJb+6fpRXqp/ud0og3ywtVsUIb6RbtLh/EPVfHf58/rpPvn43uQ+O+QgRMepqCgcnmDEdMkZ3HCD7Jp8Xmq50vm9Kep/VwxoIENGWTP4OgTvxkGv2Zb0Oe/+v9wGmPyg7AKfzMPfksN5Yh4xvOgMHDRCWjkz6c9Rlkz/US+sn8Wc+Tdyi6pXMMfdAvckJhwRbyE0x6Ip4E3pA33oJMiZfrO/kOKXT8Xxq9Wf9eKoilzPEWzWSLDj6UefTvHk8SN6kFNG1kdJSeH8n8MMfF8xc6se7bnaCSO0ZceH8fYczctVvzY+NeM+Ri6O+Tz9jWMA2KyZRrTNbW/jw/0t5IW/aKS/+IHjeBd2CfyVo+iHQj5sBXXkCFuNP6JzLJF9kNCujp+m+iGb84Jjg29sMXQyQU+w4seT43dx8viYXxO364fMbkxzK1yGm1+6WPHJqfX15hDiWnbes3hj2rAKBdf31n0fQtItvXrTox8NJ4f/5gcxMmQYdmvjq8mqXb7NhGKyzrsmH0D7WewcZk+vpdQGmJEqR+TPjv+tvmF2avHHPkY0rPwDPNAUvDv4B6FgRY+kCX5cp9T5ydqfwUNuO2Nn1Q/oSeVXtJZ9lnyLX6pL/f5bP259kp6K/72xh1ah/B5M6F40cSKvJxHWb5WeUjZnJ/PP4DuMXcQSFpcLT+4/AVj4oPlz1nyeRsacyW1fWwVf7DJwg90pThCjrxa+i29Fr/Ul/uM0Ukun9M7AlUQiAU4NaoYGFsVpNSImH6SqaWX6nP+JQKO8xIPf3IEHIH3RWA8BTwsAFtvFu8L0cJz2X/I5wVxgwdLX+vxSwOXXKQj0BQBrxNN4XXhjkAFBHwAUgFEF+EIOAIXRMBbvwsWmpvsCDgCjoAjkIxA9wvA1gRbsqdOeBkEsBMnxWAZH3JySeanyHSaeyOQujupBxQQv6u4NnamVbc9Y1d7ku6ww3g+DZTEdxgR9jDKHdCHGdC5oqvjA/sT44/itaQOKPyxHbZfP38+foo/kQr/GoVRqL/15b/6f+tgQNC/d6qmMT4WLLA/NaaU+LHUdJNv+Xl1/7oBWjOE4n2rL9vK02QmpCPO6cTQUFXHU8DD+aHh5Fp5G5eg30neGgFt/JwPilV/8iU246C2FvXO6kd3G4H+c2//u1vxOYxm/5QZHyifc7xxrc0RQP1orqiRgq3xwLV9u9L8T6PCfRux9fr/t4Fs4ag8oRmbr1gw3OAhZ/3hBu66C2+MQPcLwG9cNrtd55938cZsN4zOeBIC/PMSPlg/qRBcrSPgCDgCjoAj4Ag4AnsRmBb+x4m4YbFoWi+SG9r2inc+R8ARcATOR2Brwexo67gtscU6nt9sh8DRTrs+RyAJgavPL/HaG6vdSSA4UVMEaHyLxefaiq4ev7XxcHnvhYC3f/XK+1vu8KgnOk2SNfy0JgpaNbJp1vdFxRd+a1nm+NZCso2cs+tvTa/4wKam3J5lafUrLHxP30KXv0Wj8eX6WkuOpjfIX+14H2eCfyO/Ac9lHbfj8D1fpUL5cNDZ/Zwv8cHJD1wZ04G3s32GUiX+nliRkOwxejRQ1mlGkrXiZ2kp/NIe81mWj8mQRxDzJ09CHnULfS+Zw4izCf6Ge7n+xOiRdob9hnvZ2fCFMyLtDv5xv065j7UHSOOv0K2Mg46v18+5PH9/Ph4v9ef2F628dbl9I6CNE/T5BdQV7hfSENs87+j7DRvQjhaZBF+LhFyXecIQP0X12rnCxn/0JYPFH9HLNE5QpUy4wNi9sGlFss6X9UKvDythSQlSvmSqrU/KP+65z/qi4R/mFxSA0Etb5aPJV8Semozqm2IE8LHmp1Nk1aCheT6y/zEOomqIvLWM9Vw4Inp0+0v7bfdKqFC9oS/c0PyVVYdSVebEb6rMXDrMNx83L5drodOnIGDFEto/tO8yhpGfoquEBvFGMqI2V2oPNT9LbL8Cb5+jlisg17GNvKJQR7juDDs23k27DQJoVHMd4vFKsczjOVdWS/q9/rW0yWU7Ao6AIxBHYPkSHKfxVEfAEXAEaiFAiw7DZ/aHxZHnsNkLY6bv7+/X5FgtLS7HEXAEHIHTENha/D3cKL7QS/f8mYxBmkw/3FBX6AgcjsBV5pc0YLj9qMkabU46xmY5PE57PAK8/HueHz0eGdf4Dgjw+K/Z/r0DdtLH7j8B7Z2SLDL7+ajdGbYl7SnkzhSPl/aYWxpQBnSV5SN5e13clXby5xz/ON+ee+AHnZChpSP/OlfsQWo9GUF69ug4yr7rlNjS0ovjg5MZ5gTe3vhZopXyRHWbdtjy3Y8pfDrNcM6ZQp+Os0xb2h+f043OZOTkljvoDbGUzcsC5ZPAFkgsfi6T0wYB9W5Cuz0fJXoJR/sdToo3tqOeR28qiWLm1DIqbH9OtD/EuggdLV2Q+aMjcAMECutvNgLob7VNX8jPFuwMMQSy21fgv+edJGZAbhr05/LtpSd9Jb6W8ku7t/wvsVPq8efeELj6z+LVtj+8owwFhXsfm5VFLb27tzolW7v893iKuYlWPu6x6R15jqqv0CMxPqOd6CH+JQ5Xfe5+AfiqwF7Fbq1iX8V+t7NPBO4eV3f3r8+o6tMqHgtnDIj6RMWt2ovA19dXxcXfyYphAZKmgkuXfff65HyOgCPwfgjwvvH9vHePHYF7I4D67ePee5eze+cIOAL3RqDlouW9kdO9835Rx8ZzHAFH4FwEmi8A4wXhXDevqz0HP5z8pSPycpeEtg/YQiZHP5eFY/paByjt47z8fq9+yCjlh5zcq7WHFPtPsZMqV75Fb52sRay0wkcrd9gN+37ZyShKe9lFwSoCVjxCTDhhLP2AfpkeGKcbK1/S4xny8dz6erS+6v5op6eM3wDeXz9Qw3Alj3Afq52xtG0UYrETS9uWsp2ryUP7+il/HHoSl1q/NfmzVcBsTlne5ePG+S39xXHPT3tyxdP9I3REYml0AvAJoPnpBS5Ti2uZnnFChHymf8AG14j5LGn4zCr/g42wYyjG0cOxJWXNLuda30OOzHmQPq1VpiwRN7BDyuHPEZo03ychEX4unu7X8jZ8GOhl/K34pZ9CYeAX4RXINJun9KCP9IB2YbIo9yB4ulnQysy1f5Ii6JcZ4XmpIPg75ev8o92BnvsXZNs3c/2M0871e5kfqvUyOTx9/or4pRyUNcohUOs3uv86zysHugIZ4TwF0Yb+gOfUXs34DHiHopqDUcMHap+/gQlJyys6mmVqeII9HAdK4/8CceSG80Wyu0/q3X6UjwakZb/Fr8ntP12Oa6g9kGlbXoztx9zPsvqbIUcZ3g2K0T5pNo3ps37Qw2aj35jkp5Yv4kTSIx1a5VX3T1LK59G/X/X9YfR394dOZBsr+qe5XYVdQ/nipZbxPj6+QLC85o6fltzzWAB9wiJfljVl8jiJ5Y8CZHnJ8lyo2XyI6UDabAv0ST3PCctl+pp/04QhE/Ln+gKOWL/2uxrvgdq+zj6NtJOtLBaiMlb9fJTqtMQZv30mLMtvn4xaXBiqhHmmBME9+f+yn35GYxi+wRe4IKMP6dYJTe4fp0X62eUHO+CPvGr2hdd6yYDnaQi8Vz7EWNdS+Qv+qcmKlX+sNbNso3wNvxRep7ERWJSfTb6iSC2fbD1KwKTqg6GpenPlQj6/os3j8b97fMcFs/tUfxjL5q3ld6o+S86mERuZzReAN3R7VgcIpAZgB6a6CTdDgC/+3sy1Q9zxunsIzKYSXg6tOmrTCCe4DQIUQ/QbmT8/P2wCqzf3lDeI3sx0exwBR+A0BHjfeJoRrtgRcASaIID67ePeXHh9/JSLmNM7Ao6AI+AIOAK1EPDxSy0kXc4VEfAF4CuWmmGzufvJ4PdsR6AlAtTpvnYs0vZ0tgUcO3xydGsdONJzZF2F9s6+tSsD2pGt7ZPVtVpYW/m6ZM9pikBvO+utkwATGHwXNt3//Zdidj6xF06BWuAl6rPEVMvvrTxKHTvan97Kc8JPTvzvbg9z/Qv4HzWRvq//CGFG9ub6GJjpplD/Qta5D4gRih36h+dzrXLtjsAWAvljx4W07PpP9b3lH+SX+SXb/5YWnyrbbLuv1j7XKf/kMlHiH/Ej+4DHA/ZNGhT+ZP2SkOTRn1muI1n+/1GvhB/5gpyjMgJ8nknGnVSF+JTpZz5z+8+0w3Wfg4CXf33c0Q70WN/re3ttiR7/9crPF4DrYemSHAFHYECAPtGAP7WxHhZ/aeqWkYLFr4kI0KDFByyJYO1Y/E2V/H50mNyIe84/r+qbkeIYpaTetm7zSTdMxGmAgNai0/hj6ZAZy/M0RyCKwHabF2Wpmni2/qrOvBZ9MX7B5EtdDS7NEegIgap9To22oIaMjvA93RTHc7MISuO/lF8aV1uelO/PuxFImj/aLd0ZHYFrI+D1o1754d3jtnMt9aB6G0l8JHf37VtvvwCMBuCs6D5bv+Y3n8SP0VgT+yGfTnlG/pCq+Y9K+FA+8g75Gn9EZZOkvb9RCv+aGDUIVRdeWykc5PKByZYa6mxRfhIHpG/x8zyt/JF+p44dPuHKcfB7icAqsgYCmcZ/I0ryj8+58XNU2YR6YrSvca/2pq7x45KsPoPTpt4n47lzgdCWf84WlfEEBA0/8Vt9dD/gT372MHm1B2/LbsiM0ck00PJAQpqkBY2WjvytK2Qr9U1jteMLIyFNQt/p0j/ZXsr83d4A/90Cloyh/Vwmz08yVki/TBuoVf+Cvaz9QFpEzqx4upM0iv4VX6WE2S9mfyXZEPP19fX6zD2e/eoI3AcBOVaa+m/VQcq3/qTMLXohb9F+kByRvxIFXVr9j/PP7QYExvnDu2I8O+H9Na4fWptfS9tn9AWaoVK+pAM/+4KWJDn3GfEDK6i8ZBryYldJm8svZcbkSZrPoT+ntJLfAl7KtOaHPuVJ5yX77Z94exHeH9mQ+GvnEYHU9kWOV28PeKKDqC1a82KOnxP1OFk6AiGm01l2U1q6zphfjjnD249YvlW/rfyYTE/LRwDl1DPeaPPyvWvPAfygqRaOJ4+i4Y5fHQFH4C4IhIH84BANJKzBxF38buWHbPxb6bm33J6796shT1ji39p2Xt+pLeDtwZraU2IIDFtkXr8DHMu7fhqrizTRuTnZqcfZfhwgk9mxX5hzvgMCmzF6AAAn6PdxxwHl6ireBIGKfQ36zKI2AX1gXfipzXjLdqOoLOqWQU1p9cqzNP5L+SUqbeJfavHnfAT4+6PPH+Xj5xz3RoDPp3j9uHdZu3fHI8Dr191HCW9/Avj48HKNjsC9EUjZHYgdLJ+ZJ6okcpAjJx2QLumv9Mx94vd38O0q5cBxL7O5dAd7mfYjufvYHYq9bbUnjuogKU8G8N/+hYavL/IBflDqXWKI+wRv2XVxWsmgZWzhFqdjQkKLG9jVZ3y18DgmU/ZFue3lz894wh3xL+XFdI5pwB8n5HXKpJxFzCVx3J7oVRbsNE4Lh+kU8N+/f1uIdpmOgCMABA5aoExvv2FYJ1dv/zcLAv167fLV5Grpm0ZWy6SxBY6mtxrfYfxSzejbCDry/RFxpoFXO941PZ7uCKQikDK/mirL6RyBIxGQ7W2P7esV6hdwLMXv9gvAGlBIPzL4XZcj4Ag4AhyBlHaIaPY29CnyuT1+7wjcCQEz/jHP08hpudDL1fB6vUXHefz+WAQQP43D5FinXNttEUC8zg72Hbm08E9jG7R/e8c5s79+5wg4Ao6AI1ADAfQn3i7XQNNlOAKOgCPgCPSKAPo72Of9HpC4zpXeJbGh/DpWn2Pptwz4o82w9FsV0OKHPxqdlg4+6yrtk/JkviVP5kt5Mt+Sb/FLeXg+exdE2B/5Gz+CEE+F9fWumJiqJzFP0t7yg5at+IBsXMGz+zoVCn1CQcZPq/LSbEd6a/+35BOOsGMPppyX3++RpfGUxrfV0ZbKb+W3hodM368/tGBMJNLSd5Xv18/UFt3GbIUfy/jGzu2s+m+c1nyG38BVnAj8soWZTgYaJ19K4/PjGcNHsZUlo1yf0/fOtHbkz5/Pj3//pRNyhPmkK/g8JBn+MZW7btPxTxCPb7uRzdyHF6ssP/kM3zP3LEbxmeN3bUfcj+HDliJjsicqX5CWPK5wEsIK9SMOhVT2uL2AaPMzUZFb2X+s5AX/Jf5p9Vv9wEiQC6MG+Tw+kbz7Kk4mkz6UlXRl0CHrP3CQ6dIc0CF9RQ+dIBBXFR/QGfwg23uV9kp/9sp1vjQE3h3vUv9l/KahHqOa+pOQNfZRz6doRygf7dSLdtk+z/bE5PE01gcGnRs3r3Zg0PX82iCKZXGdcz7GiqtudSJBE/kobH+GuUDlb/R/8RusQxv9+xrPzUyyf1KEqcnW+GkuL1VEPCPgklsecXFaqrRP1heZr8nR0xHnkmKM6+fO8TWk7bUPfmq/gQr56dd4fRvjTZfyuazeK0LYucpITDDxWY2ThOAQhyJ9xyPmjPj7o+G+qmVuX9CSLEnjqUsaerLwNfETIi15gnw1LpT51nPp+y39FFHsLxW/XHxiumJp+Ewr6qfE1frtaEkf00FpFl2pf5b8hV0T6Iv6AQAWhOkPqv5Jl+VfaXxJS0v7WylP9U8STs/SX/DLdLAjH8+4Ij7xLK9o6zS5oNfkIx9XSw7orGuqPsgp1Wvpy5WPeMQVduZcaXiN/qM0Hi3/LLss/0vlZ86mWeb2lw+AJJBI789it8gRcARqIYB6Lut/LfmlcmBfqRyNv6Qj1GR6uiNwFQTOjv/U+q3Rff/5M3wi9Wd4Eb0K4veyExN0i4nie7no3twIAdmO9DrukZCjnS594ZZy/dkRcAQcAUfAEXAErocAxjNXGcdcD2G32BFwBIAA2hs8e7sDJK5xRfl5uaWV1+0XgNNgcKqjEUBFPVqv1IeJJ5mOZ8tOb2iA1HzF7qY55bw7WX5eXnXLwqo/dbVxadiZOu/W57nd3fMTYF0Y1w6/pPpv7Sw/HCPC48hYAv7bjr7aK9rlW3gSYlvLwbndlb3u/2kLv2dj9Hb6G9f/3JMywB9bkfUQHXOIPleHJbNlfvDvyDa3pUMu2xGoiUDtelFbXk1fz5OFDV74wsqrv99z7PDo9ndqP+X7rUTyYR0hlQyHPaeNf8vNkXp6qQewqxd7BNLon0XyEY/8/VHGt8/fHFECrqNnBHj96NlOt80ROBqBGv1D6iv30b610OcLwC1QdZlJCNDike/4T4LqUCL++YorDja4/VZjLl8wDgXalb0PAleanH+fUmni6eILjcUnd3+Hz4D9Dl99nCaKTpyYqQYWfCGBLfzh8qsZ7YLujUCnE7H3Bv3lHb0D+HvAGxS0u+gIdIvAO7X/7+RrrwHXbxnw+ZMrzv/0WuJuVx0EeHzWkehSHIFtBDBPXGOBcVuT5zoCxyHQfAEYFWevSxp/6ASU3Zq9DFw0+4EH8t+xYelh0sey4bwTjoiQsiviS5PC80Od0ogbpHP9peJj9sfqFXTiWqK3hoyYfuv1EPuHY7z3TNvnsVU+sfiogd/vahGK7J9L9fj+KY6fhY+FRTL/aqEvcWVU6d8tu+z8GB5Im8vJljNTLBZ+5+TpDrJXGUrCbAP1UaEfQlyt8FTE9JQM21vZ1Fp+K7tJ7tnl+W76ZayQ/zKtZXlPstH/PMXgBelDYMStQHnxb8Mj7QQ/4kayVNjGkh6vJrFZA880+a0j8G4IWOONeXzxbsiM/kr/Ca8hLbU5irRnoQ9v0f5KfZOOuZ+QpRgrf+mz5Gn5HLPnQH2E3wuzqZwTVVvvNzr+UoHE/mg8pD3iecAnDEGUIQfnCLRKfan1fpuOL7eun3sZP9IfmX+U5dvvqkNVSYiBo2yFnhBzSBiuwE/+5i/SJd6MtcrtUXqqGHtjIWF+ZPLRmtffC0Vqeddq//ba+W58VP5UNq3rey1c5WhAyj1qdHCUHumfPzsCjkCnCPDBIQ26YgOvTk1/mZViPzrynv1w2+6EgNXl38nX9/aFt5fUFvH2KBuZYdLq+/vzdQqYbyDIltMVA6sLNCk3TWbWM5Hk4189qS7pxghUj8EbY1XZNXppx7/Kol2cI+AIOAIJCLAxSQL1tUkwNnonn3srMZRBb3Yt31d6nv/xOZz+YucIizpcmz7CbddhINCyPSDZXL58Nkzz7IYIYPG3oYrbim5+Avi2yFVy7Co7Fiq5G8TAb96ohswDb+TOIanasg9+SL4rP/e4+y8Hz6vbn+Pr2bT16se4MxsDq/R6hT1MPpmRHgsMK5wssBZAwg76dC3blL2V2xh/2zan5Sbt/kzFnVS+dtnT//zVN60E7kB1dv3oWL/VVvVY/Hvbz5x2oke/TZsozhBrJrETOAKOwCUQQJ1mY80iu0leLVmzIfKkkJwPkPkz58l3U7/w1DCZvgyh/wYwyuckP47q16CH3KT7bsYOW/jzOFfo4FcDf8b5E+jltkyxQjpf7yTnxA7mHHAlK9LnC86x2bXWQ+DE0KvnxEUkoY5doX61tLGl7IuEQpdm/vz8THZRfxXpq7q0uh+jfAG4sCzQQBaKuSy75b83nNtFa+G3ze25uQgQ3o55LmrH0XvZHIe1a7oQAsMpuaHhupDBbqoj4Ag4AikI+JReCkpO4wg4Ao6AI+AIvDsCPk/w7hHg/jsC5yGA9sfXN84rA9dcjsDj//7f/3vpWUVUxHIo6khwe+rgCClyRy7SU6/WDt5S+UeVt9SDjkemS1xAh3SLnujosz9Jp9gG2hR50H3Uldvf2r7W8i3MSuPXkl+ar+ODHcYxDXwnV5wOn9X9fWIH2FJOavwuudZPuv1r2nhK3P6Zlvs6p+IO+rV6/Hh8gTR6ff6y7j1ntzh2mMekMjmwL0ZGaY8Pzb7hNzumE63xGB5xG37+dvNv+OkP488iMBQY0mP+U2ymfoXgqcSvVPvvv/9+/P37Vya3b3+34mBlTSSBxUok10ySsYH+HKX6fOJuKWrGf2/5jnKhbyl9eAIuxf6tJIuEpX/SHomPYE543MbHqn+WAsu+z0fGHtRCrKO2ohyjmUPiXp1bcrnMLTqyidNGbAz9AskxaCPsZvsR5MeYU9IS/KNd3PSP2tJYe5qixmmuiUBxfJ3s9vn2b7ffFjy2/cv+R8qb+ffaocnfkjfzzPqlZanPW3qG9+Dt7FnJzvZ3FhC/08fPcfqQmtoXGO3zo/hFahvAxzxQC6bXvAnvR43Kxzp1NMfnNg6jz3NcrzGI838+4umB34qDSPnz+ZPZ/kGiJSsorXez0F9PbJBUKj+XP5c+GKrcWOOlUn3yfUMxIzsZka59oWCr2eHxma1YMJTiI8QVP9a2p7a8XAdb628Vn6l+tvZP2tFaX2v50h/5nK5/q99D6zJ0WXRwouFf6/hrbX/G7EtDFC8s2uqAL+xakunmBF/yG1SSutsRWfHTugG4HaDukCPgCPSPAI3L2Np0/wafa+HX11dYJDnXEtfuCDgCjkA9BOglmt4jrLFwPY0uyRFwBBwBR8ARcAQcAUfAEXAEHAFHwBF4LwR8Afi9ytu9dQRMBLZ235nMHRBc3f46EGKH1Lwbqo7cRlKa7dBuZK8pFvibhJsE2AAiJ8fDzvZNbi2TYiLXPqK/SCxpbh+U3vhQQ5oX2Nm/d9c++NO0HUB1s/gL+L5rncptfyqHWMC/slxVXOP43VvPYS/hUSoDsjKv1MdhETiT1ckdgYsigPbvpu0/2tdabUr19gn4VwqfWn5WMscUg/IxCVMJGvdvKzNQfon1p7vyybRf9X+VUZxgz58Q5rC/WF0lAUfH3z6z5Xv8Pin34Vp8oWxwSzsRzD2245NT+/1bIoD+rbt2v6/SwPwirJLtk8wHXXfX6uPD7jxsYpAvADeB9d5CE4fc9wbBvXshQJ9j4X8+OONoxO95/entNSpu8QGpPlA7AOQSFTxqt+VwyugHoL2stwG8eq6X79VL8Fz7efzgRf5ciypo561iBXE3E9H6U1o3g8vdcQQaIlChreJteA1La8urYZPLcAR2I1Bax8DvMwi7i2AnI35+itjF9JcpEQssl1lYMT3KJ0Dk5nM6xxEILOLbv9J2BOSuoxSBnPEhp73N/MI+AH0BWMFNLmxJsl4WujCgkPa1eM7puNGJaDxy2IpPwGFgVGtCyPpE9ZH47SkT2AdcIAPpeD76GuqHGCAgvVb9ONvPmrhqdaGODlmj6ki1pOwvH4kG2S/TNn5jeoq7c7yOoSItWfuy5JL0y1w8AV954lfunAV9uE6DHPzO7is91NX5+8uyXZH84Tlhh13MY9j/koOBV7BjKPHwI75peAR7Gt/I3+ZVcVK/Y32wP6UD2VJ+Kg+Ub42yidozYDrFIdDlP3GdpzYWrVzCqCGEJ8963U/8ym8Qr8hXJyYs/aMEOQ6a68taQ98pKLENK634QUxYdDEV4BV5v0b5febO8EG+tHGKW2QfdV20v1xpwIM5iDRpO+drdK+3r40UulhH4FAEEtq/qvZY/UvMHotny0DJG5O/xS/zYvJkmuTZei61Z0v2CXlWG422vJlpMTyRVlJOmsGQreXnpls2ttYXk4+0mG0yDbS5fifSI76iv6HYWHeSiTEbkCaxShJoEmFO0yTcIHjncc5WqaDkuvh61kb53TmrRnyn4mPpyo6D5v1dqmfXopPvh9dpn2RrQi2ITBNlgT5NJJc8yvkYOV9TIvsIXrS7R+iqpkMGbTXBLigJASzyETE15FZjniLUyzQFpf5oUP649mdhfxbx+kNdltFt9edAE4schSaw1hKaMXhaxPfQP/Dn0ZxrlHVvfdK1BufestWqeu8nh7UP1O5ktD3dYnUHH7oF1w1zBByBagigzS1qs2r3/6xPqOaoC3IEzkKgtH6U8p/l9/X18vdZn/fKL0+OXz63c7RGgJePx3drtF1+HQRyxoeMFmPdOkZcTsqlTgDzCVl+fznUL25wrdOdHIbrTG5zq/0+e6eWQ3YwAtjjwzq9gy14T3V1cEe7KE/84kSwPKmajDV2TDaowC36h2S/KhIC+4oid4uinYX0T+44NAWGcs6t/3Xi17QvmYDsyfUhWfgJhL3hewIEe1Uipom/aJFirwEX5CPMNrG6W/26YBm5yf0iYNafvaZ7P7AXOedrhMCin2BfiGikrkxsrfrTU/8HnwiZ7TEvvmDy+eA8ZYgmcWMMtoiVJM7LE93l/bbHgsC8fk/v3j3i1NKmW8X3zdop1A+Uf2k9kfy15cPOvq7t+krMz13lJPBlFoB5YNK9DNy+AsytcQQcgTsgwNudO/jjPjgCjkA+Aj20A19fXx8/Pz8fPdiSj6BzOAKOgCOgI4ANLt6+6Rh5jiPgCDgCjoAj4Ag4Ao6AI+AIOAKOwPsgQO/HtdY/ixeAS1/WUxzhOvh9jSLX5FkHo9jPGBaZoemH0BR8QNv6in0TtCcx3CtABPyU31jb3tc47HvUf3xv4aaF34K4wcNR+vfqsfisfA0ylC99IoT/5e4e26uf6yy5b6V/K74Jo1B/pjjfok/zb5Qg/SltP6S8NFvSqWz5SgOTqMKWnyhIJUNJxgl0/T9xBpmKHYwi3Tz5C75hsLD1p9k3x2PcP9Tz34h8ahPQPnx+TpIW7URM5qxxaW+Mdkmx9aT5N/NslwP48+tRvD7OevPvojagnDVx1g59lR/lppWLppDS5zKzu3FNPtIha3x+nXjYDuktw1ge5LKkHbeID40VJ/XX+fBvncNT1vhJu9PkcJk596njMClzvQNW2jn68fv8O7MuyhX08BfPM/nrThlfCqrhUfJD7pqSp6zx57lDpKeJWTJVfFLjL9Rr1vAijdoEtAtI4/iEtOHnXXh6xO5omxShs5LIj1qyLF2e3w8CavxOJp4WE6wOBLSQhrozZFj2v36z/iVg0bgFkQ8MpEJKrRs0TLLdg3yks/YBWfDz9Qw5yFxeI8O/BUH0J0QXFEc9wF/og18yHfnj1Wr/l9Trp3U/uKbZSlHja3rxrlo/WFxv2TTmSdwIT5lmS1H9E6yPLNtmZv09CeUPWqqfqAvkx/hesBffMC8CkVAzXfF+tAczIer1iJPAMu9T0R9KSsEV6OjlM+Hz/JIql8+K/CXRnqfgwcS8L/5yNKPM+Pvt0AG8RMRb91n63jiaJZxzt3f8j/h/RE6m8/kvzSs97jSOeHoq7lIf+GR6XMucCr45Je9O6qstb9OaKYjpE9AYljTTP+kqlY/4lO9hSA/+KhW0Wf88KS71L9jf6EbGm1Rj5Ut6+Zzrv9SXyy/1L+SFRmnoOxZjXOKKB8he/av4k4YlPiM+YQf8wTVR1UZLaQAAQABJREFUjEpWvACsSm6QUcvpBqa5yDdCgOIQFfKN3H5LV62GHA30W4LjTjsCb4KANvbwfuBNAsDddAQcgaYIeFvaFF4X7gg4Ao6AI+AIOAKOgCPgCDgCjoAjcDEEaE2i1rrD6QvA2sRqrEx8giCGyvFp2B14vOZzNSJWcT3Xmj60Y6dYH9a4FbkIeCwDMWsHsZUPOXe57m/lsVO6KRJhB5/cCd5U64bw9vFB45/v7++Pf//9d8MOz3IEUhDYX79TpFsbp2qdfEmxJU6DdqMtDnHdZ6S2aZ/U8UNon+M7q2cErPyZ0u/eDwEZX+fNAbSpP/tL9BrtFsqvfrmN/j/FFyDS9aD9318C25yZ5UPtZbPTktuWrnMJm0z7d5z+Xes9MaUr/E/EIVU1+nflhHGqmHp0revzbOkh77ezOr9riIDWPyG9oepuRR85pwuc0/vtJWxYCJPvm1r6ktuf3hIB9F0Xc57qiozzUhdOXwAudcD53w8BnOR/eX7w/BE6rPdD3T12BByBNASOexlNs0dQNZ9o4v7nTiQJW/1xgQD9DvDfv3/tT08uuPwhDwErfnl+nuRrUN/dv3NKIXfn7u8wttU+4ZjvgZdpPmbO4QgAgSvVnyvZCnz3XfE+vncCeZ/WfVyp7T8vPR8978M6m6v5O1G2Rc5wUQT4/OQZi8UL/RfF0M12BBwBR+CKCCza30rrUy0Wfwnb0xeAUwfuGOjLgNDSJV3tZ/pO/tZfrV00rf2rvaNgC5PSPF6xSmXt4U+N1T2yNZ7W5a/prZVu2W/ll2JuyS/1c2/94S/5pTaU8Fv4tsavxPYy3tjUCtKodHDPtSBNKz0tncuodG9NWMR2uW3xCHp4mmdtff/n+iUtGnWdF5+whw8EkFYfh7xycOp9CFjlZuXnaLVkIZZyZG7RpsizbNqS73kaAnMbNpx7nn5UEjvUYzy08DuekKYdv+Mb5BZ9TMbqNBm171vtf1RIRqLoPzI4ndQR6A8BWVda1x8Tgau137Iv4eMkcjbFHw5KnN56f+ES2t7H7SOdaPP5/edjPfU2fNhvMlFiNyXzC+KzyY8sww6u8G73EmPyWabt9xkLfzLq90usy5ldwjfr3zF/q22wQ/nloL41PynfU1u0W1v6c/yoQQv8NHxr6KghA+WglY9Mr6EzRQbiU2vea60vpNjiNPsRkPGDeNsvceT0+ChFsD5/Tvtr0aL95FZmzwFwZuU+exygyPFkR+AwBND4kUKqSFZlOswwV+QIOAIrBOQgaEVwuwSaSMC/Hp2DbfUmPBZe0uQU/i0y/MERuAACmFx9mYq6wuxGbC/oWP7Vb+/u30nlk9cPPodT/hUNvWusVoTIRTkCKgKXqj/osxqN71SQPGMLgdT2n89v0D1/3pLveSUIeF0pQc95ZwR4fT1jfvJs/TMSfucIOAKOwHshcKX2d70N8eCySh0Ug67WDoqD3XR1FRE4c/eTjD/EZUX3XJQjcBgCLeMXsnElp2T9OcxRS9HZJzwO12/t/UL+jokRvlu82RZ42PdjlaznOwKOwAoB1J9I/eb1d8XnCbkI0M5dOgWW2vfRqYnfYeZw3P1fcxU41/IS+o34KhHrvG+NAB9LpgCRWudSZHVFgzY6ujCNuteVxY2Mga+RfqyRxiyxQzl9Pob2//k3vf3vockP8dWDMVmI35SY4rynGB/rHX6DW21nEUcolWh7hUy/1kDgzPnRGvYfKQPjCRm/SD/SlnfWJfGW5aFhg69ryNORSNf4zkqHn6n+nWWn692PwJXa39MXgPfDfA1OVPhrWNuflRy/M15FuP7+0HGLHIG+EDi6vhytry+0+7em14F4/8jpFmJByWNfx8hzHAFH4HoI0MSIt2vXKze32BFwBBwBR8ARcAQcAUfAETgSAcwzyYXgI21wXY7A1RB4/J//83+arqvd/WW+tX9o2I4OLOuzyrFvlMdsbIEP2Qb9LeTH/NDSztav2ZWafrb9Z+s/q37VKh9rJ1kuvrn0XL/kpWeeH/NZ8sRoWqY9+fc6uKJpp/Jsv9yBPe2Ann6j8cUadjfzndojHRf9up92Rkf9D3IGSrmDeiVISeAyFJJXsiZ/4tfrh+LXSyj3f0v54J75ndMtPSQ7XVfMElt/jCuWRnaubbHkz/EVk0lps/8E1XOIt5/ffz9+fn4/fod/9Pf7XOt9ZYy5822Tu9m+feK3bCeJlnyLf9sqq3y2uVNyLftTZGzRWP7v0W/J3LJH5m3rf2AgJ9nC8zZ/rM4F1io3ZfqtCYnpJ4FXliIubXxWrIcmxH7LkhtAJ9+2/iQ+Pz8/Q9v2k9AvbEn1PEdgRMDuXxsjpY2voNYYpz0eX6DMuNZrv3X9lg60m9t0dvlAjub+tnyNC+m6f6Cw5Neyj+QMvwJMX4sY7iypsM662vhaEsryW+tvL9+qf1Z87MVvKwJmnaX+y/53Ze3e9mvFN8b3Sz5r80rtX9krElrJx7TBp/IjreawVti59zHmH58f3Ss3lS+mP5WX6Mz4yxG2g7bU/h0qFyyt9V9d/gKsjYfWfmqqj4pfzT8tHfbiPRLP8mrxW/S15Ut9pc+5/pXqI37e/pbqbx1ffgK4RolvyNAn0Eem1gW8YdolsmINzOsFqem2hRmamP451+8cAUeAI3B0fbH0lXbA3Dd5T4tx/reNgFU+29yeG1sf/xwmhYclEgfHEXAEHIHmCGy+o1Ruhlr2182BcgWOgCPgCDgCjoAj4Ag4Ao6AI3AIAphn8veHQ+B2JTdBwBeAb1KQ7+TGlb6x/k7l4r46AschgB3SR/0G7Lzr+jXYHFbm6L/hlxoVl2HflE07otnO5zUT2yG9zqyfstqhXVMF9z21fA72P5yxSLXPwmeOD4syLf/zdQqObzIYfkrug/49a5mcZohCxctYIfHkiyLAy3ZvXHMZF4Xhzc3eXPh9c2zcfUdgE4FK4yv0/w/6YfDkP9727m2/k5VdlJBj1IMLczk1scx8/xAYIH4331kEz6GPQKnyDqTgA+SHhHNvcsvvXGuZ9gnHl/2UPMc5I/Lbiggcdfq4osn1RXXfftV3+QyJWHjVdPuCrIaMp98VgSu1v74AfNcoLPDL+vxzgWhndQQcgRshYA0Ar+4q/JMDWVr8fR3CzJmX2wSjoxfjbid9NgG8aSaf4BqD7TGsAlcLu1NQ6yjWT/G/d6VePr2X0JH2yb6P6459oYDn+70j4Ai8IwLn9SF8/uJKk3HvGCXucyICl30nm9qB1wvLeW1CIspO5gg4Ao6AI9AxAvj8PpnohwHLCsoXgA38sABgkN0im784SYe0FykLHyt/a3JJ2uDPxyHAG9mYVm94Y6jUS6N6Q/+s+mHVLyvfkm95JOXzZ5JNz6U6RhsO3pE97SB9LfSSAYvGcTj3Sy/kr5davkAHtAZbsQMVSS8Zkw8vXrwM///snYmOpDx0hbt6/rxLlEWKorz/gyXTXcEFBy7G9vUKNpyWZgAvd/m8YLBNLfk/K6QRJjN5zrUXAot+/+/DunQtYS6X1h2zsMeVH3HmqJWXKx5hmmypJ/YcsmPTn5Nuay+2fftCkDuAzC7g72lH0OcngPfJGhpt25ejqkW5ptmx8U7Ld35qjVWN8rC90nTa6eV1C3uk/DHPtZ+A0fvJ6/zWbZ+sf/ER8roSouZuCLjGe02N0/rq1v2xS/5ikxmbns7DGqIf2LvsPSS6T8DKXywVRJjr2QFx3RJoXX5u+dp40fMTsBUo2u3b2GeHVVDTSgTq2FqvRN/QSueJcvH+S7SuE7XfRxXGmMVfm1nr2X3Y0BMS0Aho9yctvxbfWr6mX8ZrcxIyLc/jCLhHPXF5meqmBNjQblqwdGsYAj3deIeB1sJQM8F2xiQbHphb+JAqsydbUm1/SPo/f/5lmgT+/vJP8HcMwtQv/LvATPatCnSUDfsBBRSjSYAESIAEDgRwDzlEtA+Q7y/Mus3d2s326qmBBBoQGGjyV3qPfgBHGcdzEiABEiABEkggIMdzZqwnx3sJYph0IsDl26wGBwJY3XaIYAAJZBKwX7rX2RWaaUyX2fYrfNP57PN36WILo7DyU52syOOTXg62k3KN1aAP8bZLI61EP9huB6B8OiubpV6/vt12vd9T+KXfXy3khnZrF8cJ13ltOq//OMGdNipKywf5nf2yrNNn7aGIKz97nKKt/onfARSnv01h5ks98thkmXZkFqB8m08S8I8ESOBGBAraNPr+JBr1+seo9xew0fdpsyTbb5x45STv2T35i3pa2b7u/e6pDEawpV7/MoK3tHEhwHbctCrkPUs3NYnCb07giUM286UE8yyO9lb8xYSljnAC+OaNpdS99QXQGbvgSo1l/u4IrPVnssx0Yui4ZHhLo/GJmZY6RpZ9VjmMzIi2k0BvBH5/f77ev7wp91YutGd8AuaeiAet8b0ZzwOw59hkvLKjxSRAAiRAAiRAAiRAAiRAAiRAAmUEWj0L/1MqGA/rLvcgG0dXmlB+kz6U1yVPC7P1lcovnWAqzV9q/47X8j7ZbLHHKovW+zOq2r9zJu6itX5Nvl0f46zeUmnyt5RpZ1hF7ZOfOvWAeo4jJoJxnWZdP6l9fHQLsXIZKQ1RtLaY1cxz/k1/an7o3R83efvw2CtXfS6R+V6/7+Gpcc4dZpO1y8rPbZOk4CPzoKOLdVBJB19/v36WlA67pw4W7WvtaBW5h+jFP/8ngP8eskQHfGTb9dPkFvVyYbiVjy0d/rvkbLLAa/4tTCF//Q1hB7+dKi0e+n3ppM6d4M/FZt8xzoS46rs7pTt042fbN/N7eeqn2XT3+jPJ/Bu23601PvS9fm/HZx/6LFtmwC6syp6ybPLt/Li29SJ8PmIHpl1OKBc7fJ87dIV6I9MgLOCbTF50Dl1FQgKZAz6I8sn+jVrZx65WHHXq5RMuf/8OXZufkYO6erRjNdGkQqX6BIbTbvcXKcGcx+n//Ja8nXW63pngiI8Psu2wc4b927Ow887X/nuQidf0H2UanagX2vgQ48ijFIaQwIkE7P4OfagdnmoSxllaN3iQi/ED+rxDAivAbqdzv6D1b/v+ATLCfcqseE67yff1z2HHX+LrAxgqyfcXlpPb5co1bOvevy37dhbOv6WLO9P6O1uKt/+Df8hg6iPqokSKeur5nZvX+qACQWlH9OO+XDpf1CmfhFL+HvlgJZ95HCZs9dcROQXp/rnzxYaW8tXrW5iv+vWPtX65PXorfO1c0TwXvVv5iP5lLVtb+vFa06fxP0rch2jy96mPV5r+UvlHjfuQWvr1erjXi6u1/0soU+Q1x1r2S5k9nWv+abZq9ae1fM0+Oz7VHs0/W759nVtvIWetvwhIPGr+av5p+W1z7PS15dv65LUZ3xl95pVw4bBk/VmQ3+0GIVWt8jX/dpkcFzYvR5JgEOqXbQfCg5kjIrkDOALSk5NoFdiumE9mRd+PBHwdlS/8KKEs5M7113PvSgKm8UkSxsQkQAKnECh9cDjFSCohARIggUQCfKZIBMbkJEACJEACJEACJEACJEACJEACJKAQuHwCmBMQSgldEI2VtBeopkoSOIkAVv7K5dAlqo288GrZoHS5QjuYEKsW39PqRbFTKCG/Ir5RdCGfYqsa62/EP7y7qhhKngCz2nZZYR2/A09TVdB2NNGnxKfWL5Pe/OX1P2aS5J9//vn6+7dgp/dsgOf/Mvs8QkVwHfkYP9qTRggXCq1T6I+sd8ntG/IttcNcXm1/Zf3J5Ve5oE7XX5lfZRw+cWZhy1mLA302MJwEiglk7kgq1usVYPqDyHvdRwb6j5Q8UI685joyf8X+8Z7vL1LLD2WxHLurj5Z9ny9FRNYVOyuvJwKF9aM2Q9Oeu/rrjE9XbGgMCZAACYxBoHT37xhenmPlJRPAcpjX2zDhHOzUQgIkQAKCgHhAX7+6OkX7XmbMu3/N5NHyiTeRX0jl6UpA3nXWwJue3N3Xu/sXXy05YRLPqihlV/1r7/Vf2tdihC/lR5bq1eV3tf5ITExGAiRAAtETt7VQVe0f5f2hxf2nltOUk0dAlm/sJ87zNDHXXQjIOnMXn/L8iHm/lCeZuWoQWH/1bBLGya4aRCmDBEjARaB4AljbaSHjXbdge+eGbaTMb8fFXNvybXlcbR5DkWlaEbDrY6qe0vyp+sZN734RkM8P8uQDKMJcPZ1Nzk7zPf0ugR1m55mv5z4NabGD0OhG2JYv379NRt4ZWMjcCDvaKVNVObdZVtxh8LFvWeG88Z3KYXqy+vwm2aTb/Dyr+Xuf4OqsyfwfUgb2W+rw2Sxr80+k/jxBzvVui7flo16KfLtTtBscd5Gei5B/nizNgmd/t8+wG3/hi8tOm0+ZYYa7+VdvAjjVPvgIn21/UuXZ+SHfDsd1qvzU9LZ+k98Ogy3mWCpfyvLJC+m382vXqfbu5cmXSFvMZp974RJ0bum2vIjbQo5nrnzHVHOIndbIt8N8eWuE27pa64/hV8MvyiABEuieAHbg7X5MHH2E3TcZb+wwpPV5ivS593/kh/wa/aMtE7JHPLr4I+wGfibXT1OGN/C7WlVEXZACEXYBJ5SnNOfK89bP/1f6lqnbPWbPFHZxNvjiq+loCblmQu7u9imEtZiYlRO/QhVPSYAEMgls7yctAcvrydJ+wpI63OUl/suOzpzL6+EI0mASIAESKCaAIee+PzQD3R/323RL45bfiuClIWA/EN6Zyu19NXUd/+5ckPStHwId9a+mfeNfP4CEJZJVg3YK35P6OWmTMPW006v1n+YoFZEACQxPoEG/HWRSsX/c3RfO9iPoJCOrEECZVqwzVeyikG4J7PqEbq08xTD5vt28X8Jk6inKqUQlIMuD8yMqLiYgARLIJFC8AzhHr1w98/5ddhLlCGIeEiCBmxAwa1GueKDDGpgrdLuLDv3j77K98LPbb0mKLxrg6F3h5BZ9XahZIXzrh7A29ff7hfrpLrrrfiMYdv24DcOK8FuXuXA9tX6Dz5eHnxDtOjXt/8+fP18/Pz+f38w0O4Hr/kFenn11bfFL8/WDvvCjJPgZ1/9/+uKpX4Z8HA9yUb4t6j9kH5TWCpAswKeWbCNHypS6hA746OOHeJGFp5IAGHv4yqSdnZu+zPwzfRv/SIAESKAugfH6xLr+U9rtCJjxkG+sdImzbcYfeN/hHXf7fO2Oj8/Q9uF4v9Re0/gaMD/x+vZ96WJ8H+kBCZDAMwlcMgF8JmoMGM7USV0kQAIk0IIA+7MWVOvJnMtHfv6YDw716D5PUkx7j0nzPHJtPCbrNlwp9ZkE8BM89gIWc424Z5Kh1yRAAiRAAiRAAiRAAiRAAiRAAiRQj8A/uS+0sIbStzLGtcpIrgnDeakrvpcE+IzC5zcZhZL38qOMUV9VFfl8p7n8fPLODu/dfp99+IyJbyUg6p8vfyzn0vyxenzprtbvswvhvvaHeN/x7dzZiF7h9wvtU/PfV/7Qu8XLSTnEbsff5UsEW/otzn0294CbfcZ29IruHGroYqKp26b+GolGvplCnH7x85M93j5VW1SCzb+o5CLRsntn3ak1Xa9FICZFlVXLyyZoIdc+XYXaEVHXPp7oX944saR9L4ZtO3Dnsv/s2BWrjX/ff62cuFzquvojwRl1amVu6g9Y25w0uWiLyA+77SPSWeGfcg3p8OSzxLjbVGzeuf0cRO4CbC67yMAFfFts2dXjzT6sIBaVf5G5tI9dvoA6T5TZBWz++f709gtbbQ7YfQc/3Rr88pEf8t35/aFx+Wz9sj3PcdNvq3/aqu3frPmFG43HkJB8k8Xfvhb/3WqnnGhXPr4ufloelxNeAz6JJS93W3PJnKxfxe7tn3m91vvVlhv+bCHm7PXy1N2XSb8q2WcS/ds+Iucqrp75Je/996dzx9j165gq1j6blbnv2GFSOuSG0sj07vOX0n9p/qH+YRxpTwS7tW6hyLeF8KwmgdTyqKm7hiyt/pXqQP0tlVM9/9oucc8w7b2sr9rbOPcf/vH53K/4fkNxLyvnavbFqf8z5p393pdPuv+oP5BjX+dYHpfHtrV2+c1WvPCiJM6oeqmW+rmWn3hmkkrc9xfcu8z4q+39S9qSc67Zh3qVLhv1Y2GxtncjaeMTHgOka7Vz/MKMQ98yR1T/MNFiALh6+bnGiAjbsbI9Ovcafvi0ev3zZbDCd/KXpmK6x238PmfwtaKq+i3bzGWu/NV+z/sTVMvc8YtsQR+zl/eDcAG8cu3fXitB0iQZp9Nx9W9RiCjoxzFXP/Jrx1390RI74jX7Wst3mLQL0vRr9u+ENbzQ7PSpzs0HeZr/reXDDhxj9aF9+eyPHfbE6oN99tGn307nu/bpx2tdn3y7//DJf8AOYNwKfAgYTgIk8GQCvk62Rya2rb4bQI+2P8GmdULY82DyBAazj7zv1ihru73bMs0DLj4FbcfxmgTGJeB75TGuR+daPgY/9G8cx5xbO6iNBEiABEiABEiABEiABEiABEjgWQQumQA+rK55FnN6SwIkYBPwrAC2k9W8xsvH+Wh6pZJJq5K8e69iVyftc3V2hdW2nZkVbc5q/xgv0qP9YsLbEcibPGk9Cmst/3bFaDkU4ifj6t13VgPMDom1/1tDnSe4hyLSrot2PNKVH8Eg13/kL7ekjYTe7WvjNaWSAAlEEED/HL2bLbefjLAlkAT9v31fOGYx/d1JNkbd39D/nmTTEYgV0osdllm1LqPrcS2FlNMVAdOfNa0DJ/YvUWCv619id4dFudF5InwhJncncOfu0TwSIAESyCZwyQRwtrXMSAITAWzvJ4w+CeDzBMa66MFm08F/n5xoFQmMSUC+jMInBqUnMl6Gx56X5o/Vw3RjEhi9ftD+MevdKFaPXr9G4Uw7SYAESIAEziQg3//cYrH0mfAeq4tjoscWPR0ngYoEst5vV9QvezIsI6konqIeRCB7AniteNa38cHu6n1T0RNPMJjHLAJY4ZuVOTGTHPgjK/TbDwJX1z/Yd9VR3iRcNqzt1xWZGSZvjJqI1+ETucYizeqjVJT/MUYLMfrwO1FIi98jTLcDEh57xI6EwQCs9cey3/yKpflzTW/OEUsdOdTjT+z0X50WttoHsctRa2vb/c/rgSXRfbnX72oXUr4rHnJjeBzz7/VDVspR2peSLy7t9hu/VnosaPGpt+qblbvBZQz/ErWp8o9lvdfuknfMY+8ssuuLfb3XcfbV0f7NApe/W2z9M9jiqKDeuok89a05SqzNo7a8o8VlITXsC5VPDfllHrpyo/2inWLHhistw0jgsQS8ffIYRNC+0d7d42P0UaF+DP4iLa7tI2TE3t80ebZ8Xp9NwPX+52wbRtOHdueze2uPvhRl4bifH3ZguvozhOHZqUS1LcPItsNK5CfnzetffOXXutyS3aucIf79RmXFJ4mz31efpJZqCghodbJAdFRWjGiiEj88EdqXY/R3Khlf/w0jcvtxvN8t9S/vrgTreSSBCwhc3RFf4PJQKuWDmimruPLi7W2oQqaxDyYg26o5l9cGi32digoyS+Wk6mX6IQiYFzn4N4TBlpGw/dIXUpZNKZej25/i64hpR61XI7KmzSRAAiRAAqcRkO8TzLsG+b7hNCOoaCwCFcZE2sv8sYDQ2hoETJ1gvahBchwZ8n4T/367nn9SP96U1ZNOSU8ikL0D+EmQ6GtfBLD6oS+rnmUNVna6vMbqG1dcuzCzloUTRu34Pk0y1ka1qFMtZD6tfGx/2f5tIsHrmqvtXYpay3fpHCkMfHw2I77CiyufinA4+r9wKnsF6zAvQy7nG+a6/gbzZeWv2Fc9mv13daQUeH8CvfdjVgls94flCzuvZQ+D8ePUvg73N20sjnSDf1PsdL5WwduXBfWW739smLxuSQB9Fo5Glz3uzdeP/kXrh/I1MOf0ZvB35nvYiV4JDupGvXpRyTCKqU7gmvfbmxtX698s4dnVBNDv5NrBCeBccoPkK60gg7iZbSb5hNFh4ORKZdhxwOMic14Y6+95rKmJBEigLwLs//oqD1pDArUIcGxZiyTlkAAJkAAJkAAJ5BDgc0YOtfvnwfvRVhPL9ydID0mABK4iUDwBjA7wKgdK9V59Y3+6fq38JB+s/DSfQLBXwVy1Plfap/nSIj63/ZWuN4TfOH58WwrBfBYDZQWf65fPvHJy0280LKvJo3YC/8C05WjklVKxRE6Xm33HuDNCTtNvr95fVnjr+rWagTJ108qt/5s03wpc1AUctxyfM83spS695ffKKtYvu31Z1q2Xfv4z15claEtvt49V5HQCZjJMcpLx8lymn8/fb5eecJnPOV1yEbbZ4v2NXphi+Y/g6KOSf+NpS1z8VurRsnD56/sF3yw5druzot1lNSVa822sDlmjAjS7wvJVPi4bRJt6WVz88lyC8vtnYYJT8PE37kUy7H75BIX4hdh58gk14dM5/7SGy/OHCIcNO+eRziNGCU4tr6M4TT842enQ/hz+7ZQg/y5QXNhyRdR0qk9ieuS/jH1h2XtN4upTvzxyRbIap/nlN9u3r3/f03jJWPX74WbYmX/5Omp4+GwZ5eOrML/RX5yW1k21f9jdKxws1/u4I24KKrfPLbc8dO5336t/U3+3dndm/DfHv7z+af2bq3+RVs/K7PGDTDGfw859DLiq5bfPVv3K3z5n/3fjRrAWTOFHrmHR/kN3oiJpH4ba8v1PtH6PXinfkyQYXKo/KDwqUhu/RAkpSBSn/1hP53xr/2/qh6iXsQa1Lj/It8sZ4aqda71fO7ddlpf9InMX67+Aftsuf44+Y+DHwTo3rjUZojX/1/q15qx7Ysv3+uNRq9nvybYGp+pbMy4npfptebjePlOMkkLMfLSrfa4dpf7vrTo+r+3kL66Yx1/ci5Df7eVRHtLjeOwXEeM/uvT7emG7fvqlumN2/juS5JYbRGnykU47+uwole+Tq9kzSnzxBPAojj7VztIGcHduGp+7dwBa+Wp8tPyMb0uA5dOWL6WTAAn0S+C+/Z/vka7fsqBlNQn4XinU1NGvLNOuzT/zAsO8JLlvO++3DGgZCZAACZAACZAACZAACZAACZDAfQhoyyjv4yk9uQ0Be/XQbRy7iSP26qhT3FpXWuZq4wv3XHLOfGY1b8aKXqesIQPNrfXK2+vD9Be3f6WStZZvqzf6pn9mB8duF4eVDitI//z5Y8W0vry6frX2z5Zfuy0/jZ+LZ22mtg5e1yOQWlaJ9fvs/rUeGEoiARIggYsJuPvn3/fvl/l37bNIAM0yzg2kOETx/c8ByfgBvb0ryKiX4xcCPSCBawhgwec12tO0XvJ+W5h4tX5hCk8HJ9DlDmD5hTlW9vQatn1+4fipgnRpzEECAxDo7QFiAGQ08akE5GKHmM8t1+Yk9VeS/aT2L32dNgqayd+fn+WTtpVwUsyVBBq0jyR3etLvfrGd5A4TWwSuLl/LHHMp+zRHNINIgARGIdBh/7JDJ+1zLZyT8buMA1906hP7/YHrFE0nARIggT0BOf+wj6lzJeVzMVAdppTyTAJdTQDLid9nFkeZ17JjLJN0fW744vsQXu8dv/a4xdeapXUMhFFDDFGElcpmfhJIJRDTopGmRT2F7JDdR732pzV9n7zHTlNffNwOg6P+kLXhOFtW5fbv2pGGsBYvrSA75LRDLz6RGspWJy6mftXRVEeKXT9sqZo/rniETb9RituOLXa9Rto1IOIkZHOOvAiVuyQh/buEGRcx9rfUn2HypVlieKUamMLXpR9hLjmIi7XJlmHy22GxspiOBEjgegI12y/6E98CRU0X8ksqWh4tXsq6+tzlH8KMH7YvU5xj/HiaF7bumPFuQ+Pwfsmnopf3S/bzmW2v/3nMTsnrIIGL62PQNkZmE8B7i1wBub+have+tn701L2275z+MZSnRn8akm/zvfp6ncvyDF/09wdXe0D9TyCAfqgrX2VDNw1pbUxdWdmvMZKXYSl59ms1LSOBEgLakKtENvOSwJ0I4AVRXJvRHlLSyaTpj5P/pN+J3PMzD6lmFzBfBsXVlO5T2S9LzzbY6Me/s3UbfTv/UdevMOSmOlG2O85X+2rKmX8kQALjE0Cf3Wmb3vV7sFVQ77J/FPblnO58zhFQOQ8YVxY7mjjzbFX/+Wo0CrSXBEjgLgTk/EMLn6R8zm+0IEyZTyHQ1Q5gQK+xWgSyeCQBEiABEiCBfgjIdVeNXpKtK5pdnwaW+v1U8GICR39KRwz0O188Sf3qVkqH8H3Qx75J31vseqg/GWpsLigrw8PJYu/LdgVGLp2I21Kblc5Z5bSJSDsLlm+aKKa2CICtFXza5Rn6oSOpTZxG4P6KwD/WU5M+uqxkn4W+SobFKmU6EiCB/gjItoz23ZuVsDHDvtS+sQvXjZ/w+WiQbydc7g63owaG5BCwx+z1n1tyrGKelQD6guixz5rzFifoN1AvcbyFc3SiCYGS3a3oD0P1rER+E4cfLBTlBQShckMaHvsh0OUEcD94aMnTCdgd3NN50H8SIIH7Eqjd3+3llU/2+sh/9Hg+t+PLc5dw4/ue8108ox8kQAJPJWBeJrBfe2rp028SIAESIAESIAESIAESIAESIIGaBP7BCp+aQnNlYWWH2eK/nk8vN81fq1fHpS8YtBUPpfJ9LPFZ5518QJqO4Nf6nfhOv8/YjPBa9reyDy7p7ce9Anlbq7udQeaZx9Z8WssvZfVU+9b+4xedxp6ku9bu00RdoSF7Euvtp2370Mvfzefojr3TFgTD9uv6j5r2IdBj22nbY3Ih7WaTrV/ez+y4vd756r1+j6eOfpcOZxhWZn8iX9Pnj83Jn3mgMK3W3mwP3wG3dLaWhd+qR/BcfZ7y+FaGL/l+l/HLZ3fGimjj//3yrcGb0/y+t7TbIEiEfcr0NX0C+l++/v41E8EybsKx6rf9w/VqFAKsI+qMnQ58rOSHSzufnQDy7XBc7/1B6HbU4reU+zPk8+lHPHKZdDJszufnK9NChjy69KKumrx2vI+jLxy6wvGyvW86NdshWz/6+4e/U+b319Ryj0I+bcf2/5jsnJAyFpv/PmvD5ePLpYcH7P70X9Dr44x4aJra+xq0ldm+/rh0usIgM3w0sk378rexcH7GksDwBHzji1qOreMbj8CtqU8JXG3ZFebrUzw6soJdOhZbDLPVL4d9a5xRLOXg3JHHY2Np37TvPz1KnMGw0WUzwkxGpHMKeWxgra8MauWvla8dr8mrXWCl+mz7U+3Tnv9b71B/40XINrjZufAqrShq/73rYHe6Yy5al59dvrY+O9622U5vx2v57fT2dWv5ufVT9sC2zSnXmn+aLI2vT77y2m5tLVI+moppUjjX7PPFu+yCTU758wsgn7jocFuv9C9ayJQQtk4PL85s7tBj0lz9kKTVX6Sr1c/a/CBfO5b6qcnPjc/1B/o0v0rlQ4/vqOn3vX30yWM4CTyKQGwH+igodJYESOCWBGoPSN6uBQbr6PiWCE93Cs8+ZjIt9sHidCOpkAR2BFhTdzh44STwzz//fP3v//6vM46BJEACJEACJEACJEACJEACJEACJEACcQS6nADm++G4wmOqngnUWgPWs48j2WbKg6uhRyqxsW2tXddq1l/ZN4mdrWcBlzsw1BXSsUbV5BOrMyWd277dDt9ocbL8zC7fqWdbJtrNZLBn0Wm09HMS7n04R6fUkqq/dnuWttjnqbbZ+Uuvpf4z/S61u6f8kmFPdsGWUez7nb7uwE9Bo9R4JIEqBOQYLFmguSf03n9oToXsl3Gt7n/Q0elCKNSPauNzrTwY/ywCqP+t2tezaNLbawhgg1CtHZTXeFFXa+nuX82a1vI1/YwngbsQ6HIC+C5w6QcJuAlw0Ovm8ozQ9atDk7sczDyjzPvysk7/M+8WzviEVZOXSnV8aldO7e37M30B++8F8/lHZmW+7r6w3en70aPPZ4aU8dUs7Z9/W/81PvePl3zxolZ6LeOnTod/JEACJHAbArJ/u41TdIQESIAEmhOQzw/8JFVz3FRAAiQgCJj3ktqnj0XyR58WTwDX/mSkXRqa/KsKepvEcb+hbD2xA/lj7PaxS/WO164XZbaf9R8se20ftufnX7vKA2H1yyHGv63PiEndNs3af7RVc7l0rX1Mv9ZxuY1uA1BXZSzCcutvbj5pg9lhOt/zzBGfH96n8FzVnPi1ZZkdC3bYZAZs9VjUrvhhy/qbvKbsjvy/XyhTy8IlP1YYW7HTpSffmhC63OMTPf8qKOEEOl1ZNHunsmraFHX9e6u19PA1ly/y77VuVy79Wp4tt34GWRv0PX+Xfl1qfArI3/TreWGznvL8FPAnVnNrX1LtMXZrNmnx0KmlczFCXlccw0iABIoIYEdnrBCMX5zj4zPaKvqQlPvD4pzT1xiboTMWUkq6GP0p8iqndTKrrOOB4uznj6veV16PvvP6fz2g4S3YPz8M706SA3hO507gJGxMTALVCMh7Lc5Hvd9qcwV4f18Kj3flUoLMTwKpBMzDNf6l5mX64QnIgbLp6NHZ46Y1vIN0oHMC5kUX/qWZijqKY1pupIZuc6z0t76wrCSvupiKvla3rbJA3Nsyy0SSMn2l7C8rWzqouAbtR5DA/cgEdcm/sH4JV3nqIrBrt6hrIqEWL5LWOOVLtRoUKYMESCCKAO8vUZiYiARIgARsAt0/P9gG85oEEgiUvftKUMSkWQRYPvHYincAx6tiShJ4EgGsrZCvs4X/J6+4NZ2i+YcVMTgKiwY/Nbw9rDvz7PAb55+y2e9WvF/5lBbCOOVb6qkzv+kvdi/enakSAtE/+XYwukXVG1xBv1tP09CqHMss9f4G8LpzuEx+t7lx/7uqLK7WX1ww7dpP3upSY88Y999i9DEChq9fMU760si6WVYn3p/VH9/TuPVX/5qDzxyGkwAJWATQRnPbZ2r+s+8Pin1r/+wY/yLOItbmUrGzjdJ4qWCROE7DcwKfY+NRj5gS5Qzb08u78/oPx3iMJpD3/BAtvuuE2AkMI7l4ESTGP6Kvw9F4lN7f9ckB9baX+grGKXxNWpMvJU+fpXGeVZwAPo81NTUggI6igehbiSSnPotzLZfpxiX/1nAZyHMSIAES8BFYPif9ev1MA2FfIoaTAAmQwDgEXr7P5I/jAi0lARIggccQMC+Uzctk8xzLF7KPKXY6SgIkQAK3JcD3sucWLccPbXm//ud//if4qtBX4bXP8h12uWX64dOfKS45W6l+bfBbKl9zKFe+/IyHSwdWeeXKd8m8IgwrX3J1zzsUfLl/1Yefq/mNqx8rR13sXavaTXpXuCv/FtaCj2lbaD9Gk0sH+g1X3GadvgJNyy9l5Zzr7SdUTkajr0zmfG77fXlyPMi1b9blti/HDl+esH1+/TUZ+Wyb6q7vRpG4Y8CvIRzj1e/KlmMTdkC45E1hv++/npi44PD9w8gIl+Pr9eejyNQD0xb//jXpzT/zxQd33/LJsP4Xlr8myz5x19/48WOZfTpfn2OaXrdfPmnp4Zr+dImxOez7kztfyH9peyidW/I+VMrax8xXreW7dG5haH9byP7M3z/P6XCf3+eqcaVx03SAa6mcWD2+dPPO379/y/pZn3SGj02glx0LV1FU+w/f+EUbC/ny2Y765Cz5X9+u3/Ct16eo/n+hH7MND13H21euP6xLlx/yQ4/7fhXuAfGVv646KkVr/zUjauuvLU+zX4tvb0+4/b1qvSj2ONr6/tCen8exJbhH/ebZLrZYe7TfoI1/Pg2Xjxbbun5q+nP547WPLz/eb173/DN77rNP41IrvlR/af5afvjktK6/sf770mn1z+dXbLhPb2x+LV1r+YWjP818xpNAWwLaBFTrDsrvXfjBzp+PMU8i4LtB+cKfxIa+9k1grqOuF3x9231f676//kwv5H4+L19/7usmPSMBEngMgdYPwY8BSUdJgARIgARIgARIgARIgARIgAQeS4ATwI8tejp+LQGsjOSL+irlYCY9gquR+5mQx+q4JL9V/5KknZAY9buSquH8L/W7Mr+DOZCf3i6wOMEcs6d/P5OUk1HBNnswegtA/mmna/qf8Rn+p+euk2PWP/1sSfDP7OKN+TOTJJ/V9H8mgX/5CegYZmOnQf1Nb7+a3/P9KVE++2cNK+NJgARI4JkEGt0fMBY9LhLB/SsHt8wbe381eWLTxtsE/5Dj6CdieNwRwPNB7vPFThgvSIAEYgnE7v6NldcyHfpX9qstKVM2CZBAjwQ4AdxhqeDzCsa0rMmiDn2iSTaB+g+LtoZHXQ/0oCfb90iD5Xr1KaPuD1S+9Tj5JEl+ygyiT0RhOB6cCsUwu5OALF9nAmegmUz++TGfftZmjfPkO5XeMpB8kou1av88On9p/xX9s9SfXJJLhhoycnUzHwmQQLcEcvr6nDzdAqBhJEACJEACJEACJEACVxPAOy8u5EgriX8ALi1b/Df+U+XeLb3GV8avE0O797fhF0gyf012nHgupYlVxLL8lpdq5mEYK1RL1Tw2v/2Css0K7Jp41/YdI9RVPxAmXqa0av8xJu7ToL7vQ/dXdpntY/dXSIvOsP/y3dufelWbX4y8VBvn9LtBForHFoW6aocnXq/1+yDPp3hRINrIUWU7NkddCInRiTqPPGlHMwG8K5tD9jL5B3EFAa+3ZksMrwIDnFlDNtn2hNIa4XZ6W2Fpflte6bVmry3ftt/kt8PsPNp1aX4pX5OV6m9Mek2ntE8712S57AnlcaW3bVjyc3xqg+E1CdyLwGE8FeFecExl5V/T4vnX9D+h/snKn3wZ079JoZotmjzEwz8jG2GabGkHz6sQyKnPVRRTyBMJoIX7vuDE96dj14q7b8worb9r/fYsNlfezoxdOTq23rwvM//wHgjHjk2uahreFz7N71yIGLHm5me+BgRk52kmjZImjhrYQ5ENCJgH5PUhuYH8x4nEkKZ/x3ftezJ3HMsrsUXdT6r/j6N0gI3Bzb7GGC5kc4A1ckBW+zAOv77+/PmzDv69CLLleyXeLILtKb1AazJDn1ZTZrpH2Tl29zX4ki0tPeNOf3r2Tw70EZnZmY0ESOCuBNCnpfTPKWnvyo1+PZ0AXtA/nQP9JwESIAESqEtge0dYV27v0uz7qn3du/1X2cdPQF9FPqBXrikNJGPUyATWFatyOnBkh2h7LIFntG+sLfK8+Fnrfyy10dMZHh4WLtfAZ3oRPy+ylJ/2NSv8XJliwxLs8IjECjvPAlBPrprBSv3SVAm+n6TmusbEiaZ3jZ/tf7/lb8Av94J3fuHO9cLkr31fSay/q588GZtAYTvLdh56swW0zbj2H7XbWQWzYVsFUe1EdF6+7RynZBK4AYGz26/R5x+34sUnxqU3AEwXahDAvfDUsb1uOOurzogpSOAsAmiPtr7W95Pf3/097fv77Puq7TGvRybQur72yuapfpeWByeASwkyf9cE7Bts18bSOBIgARJwEPh8MTd/XtAhMS7I92C05b7AqE05z0iABEiABEiABEiABEiABEigWwJ4nuIL626LiIaRAAmQAAkMTID32bjCU38DWBuoAHScuvRUreWnW5SWI8V+fFfffPIZ58v2r+j9PCn60jxpk/rqCdpyXr4JkHlll3OH3GeHV52dI5r9WvvVSlWTr+VvHX+1fSn68bsipmZgnZ+v9hx2IybuUMS6wrfntzZhS2n5vNfdinZ9NjsbYYWlpWL9tyQfLvXyse22RWjxdnpco4RxbY4I27iE+U1ZFvWvT9attuh+zXrfv8L+M1fBa7qWlfmqH1jBP7sj/l8YKnrU+8uKZ5Inz1dNW1mtQeJEtX8t81X4klvu/IXAY/1AjO+430E8ufC54fxMx4DdXqZSy2zL5p+xH/UvIFuK+JzbfiMBZOHaPiIfjnZ87LVPT8gH4zvKwqcHfFzlaPIs4V7WPrugb/b79a2lQ3r3cSs/d/zXap+Hs9K+PFK3YOcAaIpe5LrHJxr7Tbz3HiOTOM9R/im6hKDFfmc7c97foE/ImE7fK/99+NbW7HBcu8oLdcXosv1ypZ+0uAYCO5tsOdCPo9svxG5HW46Wz06/SeIZCZDATEDr39EjJPMK9vvxbVO1z/spG5cOhLn6DoTB41DaGBqQ50s7x2+3N6PvmOcV5OiT7Q/XeNo53ffXLdXv++/nwt55po2b8dj3OtxnZtmgv2nKO1P9Xe9Vnvvb+iItT395rj0Ju7o7xw9CqVZ+ImnWqcp3kZpvx7FNSEO39iNDt/N8vZuMFmdrqS7P17Bz5WkXdK4Ra/32CHCN3zxJWwSv/nqEg4snenle9cWWh2v6NQ2l/mny7Xit37XT2/22He+7tuuvnc7dm9qpzPMD7rfHuB5CtPLTbCz1L1a/T09sfp8fsfl9+n1yEZ5aX5EPR63+xtoPefZRy+/zW/vZVQwrNPm2Pfa1Tz/SlcqHHN+RO4B9ZBh+CwKtG9AtINEJEqhOIPzgV10dBTYhoPWffQ//myChUBIgARIgARIgARIgARIgARIgARIgARIgARIgARIYggAngDssJqwu6NA0mlSNANZgcaKsGtJBBKHkk8ytvJI8SXeTxKAQW/9N+ti0TQwuE2pW8jYpQ3AsMy85N1Ym32YGuKf6Jcu0kzqfXH+lD8m1ixkeTwD1p1X9h/w7gh7BN9jYqnzvWK70iQQiCbQen63ya7Vf0x8EZCWPPwKyIhHukyn2hWzfC+JVDIHq9StGac00uL/VlElZjyGA+v8Yh+koCZAACZDAmQQ4AXwmbeoiARIggYcTwOfDDIaLv2B0Xkk4Jn/n3bUtZlDly68W8hVsDl+VHB1ES2YdmNObCUOWaQnEC+vDjvUfhxMX2uawpk1Qzz72bFtMaUj7L7g/fEyUNsTYzDQkQALdENjdo06w6mx9J7hEFSRAAiRAAiRAAiRAAnUIyCdLLsMKM1UngLVPQIbFM5YEnkqgTtdT2v5K8z+19Eb3G7VP/gRsTZ8wiev7rZCXYwUr8sTZAQ9kaoTJW7yM7+ncttHYPoehTZqj/ydU7PzSN3CQYeY8lGeKRpnkvExDXlulvHbIha+r7jX9XHN+Q79VO6X9nn/8eM1V78RmtZVPPR0hSbZ+O62vjO10ra5hH1q4xudqe1M5uOyFz+boik/VkZje0X72EmDfPnTIK/Qnuw4Q/rXgX6M8YZ9OPPY3hHRJvhSaLS5/tTw+XTXCbd0u+2rooQwSeCAB9KdwHfeSXf+KyIijLc9kgczPOLOw/UL+zj7INH2Fq7+wwyL8yE4CW6QAhJ1ph9TfzzkW7n7XWj+E+tCPi4mWoG4kZmNyJ4H1XYGnfqH+OTOPGJhY/zG+3HWfwm9+RVLAuOB0rb8e3bervx4/GRxHAO/JtN+EjZP2zFQ1R2VP6T/VCeBnViV6TQLXE8BN4XpLaAEJ1CNgbtR4XMZA+f4D4v3wpG3bFoTx0i7xAbOstIX+MkEn5t6Xz4mKB1H1ND6x/nreUBWVqmw/sAM9phGMMHMuw831Xf7gY4/+wTbDukf7tDog7XftMNfy14iHDSPyq+E/ZZDAyATObr/QV87MjL35orWcIyWQAAn0Q4D9Wj9lQUtIgASuIWAWx2ACF6NGPmW6y4ITwG4uDCWBywhgcogDusuKoAvFv7+4fW3mfH/PtzLE4XpL0f/ZNTdjo/XI8wpadV4+FVCUk8GYIE4GAf3YIZos4OQM/ZT/yY5HqqvMB3Usu35Fmu1NhvrpTRCIkHn76DOOxkobj7EMUQgU1c/R2Y9uv1K2jCaBpxNY+7dBxmfG3sZjBflcjepRZywOaTxWJ7DW417HYR6PR7Xb5860aEL+sd1IGteeo1/7mj73hmo3dabXGkXtJEACJEACXRPgBHDXxUPjnkpgHdQ9FQD9XgmEFgKYieARJ4FX53hCAiRAAiRAAiRAAiRAAiTwOALT1MW0PnPamVvtm8JuhHyudnPBgmJ3LENJgAS6JmAmfycDOe3bdSnROBIgARLohsDrv//7v/dLuyqb1vuA+6n2aespsUeg9weDq8vvav1acy21rzS/Zl/r+FL7tZWupfKvbl+a/S38N599xiefNf1b/TA9ktZrbanDn+aMlxNvn9Qdf/7Gj/nEZ9mnjNw1YfuBcrXD98Knq21JsRU1MQw9bS75tN/4TStTy4Tp0rv4YdIP3Ucf48v/qLFuyNG2PPkoT9Of/P379wv9il8+7vAufSl8QnKM7BRZLltiw2w7Zr1e/5f66X7hvNnszR9rlq/9RLZbVY1PPjJqekrzQ0+vR59/Cxe0m6P5dn2SKbb6IUP7PHf5kWK/K7/0NEWWzIfzsPzXNFAwbfDn5+dzRC4eSaAHAt7xRw/GVbDB3z9WED6JeL3+TO16OrF3GK4Twe37lzhPTD9VastRU2u+R412yNz/2nZg3GP635I/tX347s9Qqo1fkM5ztP3yJMsPVux/4VuUlgbtsc+TbZUSm7+1/63lrw57Tq7Wr9Zvj91q8FKvfPVHzR+ZoDW/1vIj3fQma2+fPr71GheIwE+n+ZLY3XazeuozwApvz3mvEP2jT6/Wv+6lHa8g/xgzh0C+T78vX2p4Lfk+ORgH+Ozy5fOlrxWO+v96uduXO7SW9k3OVf7DglL93AEMkjySAAmQAAmQAAnoBEKTv3pupiABEiABEiABEiABEng8AbPQw0wIc2B5RVXQXvReYRN1kgAJkAAJkAAJkAAJ1CfACeD6TCmRBEigNQGsvC1cIayZyQdjjVB6vL06MU5C4ep7U18a15W9H1iDVmj3XiivfAS08tXifXK94Tcr3+p8vOBOikD5/GToQ16TNSd/hsrULKa8+Ocn0JSPZN9r/y5ttDHJuF7t39tsdjCYXcD8IwES6IAA+tfcMfWa30z6mg3Ar8+xnmeyj6shtXU/aexN0QH/UvJIDsgvw+qf40s0V+9Aq+8ZJZJAQwJrv8oFMQ0pT/ed+QsH9RcendO/tmRD2SRAAvcmwAnge5cvvSMBEiABElgfqG6A4k6+nFUcD2NmHmjxcBuF+HZ8cl+MRtFiooEJ/H5vdePPwH48yXTTnyX3aU8CRF9J4C4EPmMRTnzcpTjpR10C2udH62qjNBIggboEtuePaflTXdGUdnsCsv/v8fkVn2c2BZG32ef2RdiNg5wA7qYo9oagkVs/jbMmKl1f5MuPFZvyFrUqveBEe4mtxddf2XUBBKoM/BZpWzi++rO2z1/3byT52ldba4/StfZxzLEPKc2/l3bmld2DmRKxw2rac0KJZ0zSofzseozwbALYwZEtoDTjzHv6ydvlbzpZm6IJnCM2P0vL/4TyhSsZx81Ps6MmZvJ3BbdoK+WTYXTVLC5/JgW+AdTalnwP4I3L+/L2UxX+9cIieMqJ36PBdnnb9cnOYae348++7s2eOv7Lfq2OREohARJIJhDRvwZlKvlfn9/8RZ/ruyeHNIzW/8Fe6SvCwEH6izgZlnJemj9FF9OCgO/+hRfj9nMZ8rmOeOfgisNvTrriGEYCoxGQk0gu29F+XHHXhMX0r65+Pc/a/vwP+4F+MKW/C0sMx6I/lHfXcI60WMhPy1WWOtT/l0muk1trs3W0zFJQ/z/DxpqCHyYrptd6GBK6i86aJEiABEjgHgTqDb6v52F8wb/rrRnDgjuVf5i4+dxe+oPW3fiwfYRryXNj3+vk/9SLTm8Ien+wfm5J0XMSIIHnEcC9+25jkueVJD2uT+DMF+31radEEng4AfP8gX8PR0H30wnI/t+cy+t0afVzyOfpHu2r7/G4ErkDeNyya2Z5+svjZqZUFGzWOrR8oGwtvyKKO4nCynLxUreme77FEL6NZTV1nyuL9TfMO5ePyWf+WvY9k3jTDhq1gY/5/M9DoFb55tavvVnn3bvh914/r0igDwKon8d+94UxQx+GtrECPvKe0IYvpZIACczjTsMhuZ9B/7x+tsWiiXgrOPbyMf0fOB3vc0FUJ/PBl9ESffkAAEAASURBVOVsm75fsN+O4bWPAHY/+eIZTgIkQAKSAPpf/ha7pDLmee/9/xW7o8csyeut5gTw9WVwsOAz6TR9xpF/JEACYQLbBK3vRUI4P2NJgARIgARIgARIgARIgARIgARIgARIgARIgARIgARI4M4E8B79vA0Ed6Y5jm/qBDAqRiuXWstvZTfk+uzX1mNi3aPd4CDvtfy2qDYNjJU9sKe3I/xpZZfNb9MzE970mwlC0NRKZ5PiP4N8pKgtH3LbHjc+bfX4pKv6sVJ5+4HPvajklef77NpVbvvSatj62Q5UScsQrPJS+Vj54i9RfzFxnlt/0ZP5NIdJ6P6VyfdZpYcvfFbzBR9Z50rrJwraY9COD4rK9GOrXmScIlGppH1L9E4OskQcf98rgIjU9ZP47f6xlJnyqm/rG0x9/U+2TtRr2QEgbPPD7//svv/+Z+EpvoRtaYI0+9Ok5aSWfEX+pf34v+SwNDZPdiGpzamjDScpOvQPntylejxio4M1OzX7vPm3NgRbvn/nOmx+CxjniHsf2vdS8F79dv8DSWlHrf2q7Wf1f705LAbAviOHFAtfXv9TpDAtCdyTQO7zAWh0vyNn7V9gsXXU+gdf/tffjyD3/df0vXZ/ZuldLl+vP54I9Hs4upO59W9ptf55S+k7842bZrs2/SadtNXO5+bxUp4fvr5sOYudWrn53Kkc/vue64FPbOkOYfX+6VO8hJeXv6IgIRo7q8wnNnGuZdf8L/VPk6/ZN7p+zb/SeI1v7/w0+7183N3dmhzRpf6X5l8N2vXdJhT9ruzTl9Tinnh87tgkmrN69s1y7fFK9+OPPY7kq+z6t2gq5V9TP/r8Xf+/DCDQHlIB2f7BXjvcJxfpP/GLEeaVGYYlsXJ88rVwuz770req5zv/hXJHqxexW+9QysenH8o0+eoEMATxeB4BU6lbVdjzvKAmEmhPQLsBsB21LwNqIAESIAESIAESIAESIAESIAESIAESIAESIAESIAES6JcAJhK1CcN+PaBlOQQ4AZxDrXEeTlo1AGxWXRWtejUrugLrOorlN/CZIlUC2gSyKuAuCZLrL1Y4tgLQWn6q3Ur7TxVXPX1l+9ZVqoE+r7oPJQJHsdPjY3L788iJDkb7yuSG+lF0TxXG1vYf9gkVp55erf9UZzOUXcjH3v2bYX15FviPpdKpEpE/NR/TkwAJkIBGAP3L8iEELXn1+FV/5vikukGpAjG+is03qp+x/hU+n5j6UGusGWtyp+mwE6xT82jWEwis/XPu3sO7Q6rTn2NiDrQ4QQcSzz226P9r1qvcR9rnluh1nnMC+Dr21HwmgdYPD63ln8mKup5HYKj6W2dwnVbIV+hMsfBM+6Qu14suLT7Fr4ekHar9TWUStFeWf3r5mU8c4a/Fww5k8/hQArLu4kWWRCHjZTjPSYAESIAESIAESIAESMBBwEza1ZxQcahgEAmQAAmQAAkUEfjHXmFiS9Pi736j0/zXdhDG7ubV9Njlol2vP13oSVhrlUZtuz3mZgTjJTRWqKWuQHVNbCDMyC6Vn+ESs1QnoLVPrX3nGlSr/Wn6/e0TvxEICVr7QN1H+trHGPloc7V1u+QtulBQva1AtycpSu1zTYQcsGj8tfiDwAcH2Ky09leKKqZ9hXS47LXT22nseHHtqG/TD18sCRLkQKRDHqKcR7v92IlS5aWmz9G/5jF8wGoxPFW/7W/r6x7sW/l5nNXiPdmigkv9L80fZSQTkQAJPJLA2f3L2foyC9X3/HR872Xdj1V9qelVgYkJtDFWqX2u/AjTdBtXlrSynuC85X06kSKTkwAImL4C/QWO2vsl5O3+iLbXvaFpBqKc0nJtqY/3gS2uxZlt79n6W/hEmSTQmoD9Hr91v4yRTmu/SuWPYmepn0PktyvpEEYPY2TMQ0eJM63ll9jGvCSgERip/hpb8U/zq1J87y8dzrRvp8tRDlp8pSK5l5iR2p8h7yj3tUAQl+cTlmx9tEy7geWO4FUFT0ggm4Col6av2vVXRmhZ/c02ixlJgARIgARIgARIgASGJGBP0g3pBI0mARIgARK4NQF+Arqj4m29KqEjV8czxayAO7woHM8Nr8V398/jOBddeMBowVgReuc2oTG4dTzWhonJEviLsse1fdTi7fS8rkDAlJejrFTJgXJW89ZMsNkvvgBdoOBqv67Wn4iu9P5fmj/R3Pskz60nufnuQ46ekAAJtCKA/kUux2ql64ZyMQbm89FSuKY+5YxPK9UNjk8qgaQYHwGzG9NM/j5rVybuExe2bV+BMJwESCCLAN6Ll/ZlWAxTKifLCWZav0jhQ4He2xfPcBIgARIgARIgARIggU4JmIE2BtudmkizSIAESIAESIAESIAESIAESIAESIAESIAESIAETiZQvAO49UvHXPlYj/T6du8n+V4WtubKRzlpu3axkgLp7WNpfq/9ysJdJdo2M/vaa1+kRG3lSKn8t/fHkm1C02+mrkGyTq2BkR6lJSv1z6ttWaE8zRssf9MJWHS0avn3/RcGOo+l7ccpNCGwWflE2tBev2eN0KeO/AYmnZBvrWCKR+ixkQz57XATjzik9R+b81HaSmv95fcXsLM5z9d7+9HvmTi7DEw5y3jIxdH1m9MmLrZ+QM7+uLdvH1fnCj7lSWtn38x/67+Nfd9TezTHmemsewr7Ndcezkr9NdLCf3a5mtSCGXbChIVMsdMvAC8mmt8Cxrn61Q2f/Ff4vvHly6fauU/wXr9PbfH96LfCZNZfu/3ISHO+5JXls4ozfNeLJaOrHBzJltRH/yd5Kff/hd9ufAamwuat/lv2If9a0DAs8Sh0xed0sN/JccTHC3en3Mnfkuzb7xa+noHpGoCTpb/2yEWq0uNWvz2SCvVPm2b4RwKPJaCN3wBGe85BuuSj2r/Y95lkDe4MWr/htWsvbh7b7MPk1atBV27kb/c1KLA5zfe7aU+gNKfBudaB2uP6WBMw/g+n393/d0mhF3xwbRIhzJzLcHONvzn89414k2c5F0i97cJVfxCm1T2YMB23chaB4vSVIEtkW091+Vr5rqJOPcFQ0af0JcrIl8aEj+o/fNL6by3eW3+hQDm24rc+1kC/Vc+3YXu4frayD2Zdfbzav1L9Wv0s5WvXb83eVH3++0+qJHf6WHtb2aHp9+k9tF/LPbRfTb4WD7E+OxAfKwfpcdTkIl3qEfXerp+pckrTa1xa+Q+75UgMYTySAAmQAAmQQIAAHswDSRhFAiRwCgHzIlR7GXqKIVSyEIh8A0ZeJEACJEACJEACJEACJEACJEACJEACJEACJNCQQPEO4Ia2VRHteynK13NV8A4sBGsfWBPmQhQrbAcu1XzTn+Y/6n+vE7m92pVfw3Y5U1ejm/TWKtydvFMvUHd8Sp/WlnwcUsJLmZXmT7E1Ii3qd0RSOwlWp9rhvG5JoLT+JOZf+7LwDoKWHnctu6D9VPGrtX7IZ/FXKS4KeTgB057WPvXhLOh+BQLmfm7+ws9h2MHSeqeKZsdsa+j/xPFJSNSJcRvfP5PWcFmcaBZVVSLQy060Su5QDAk8ksDWTz/zgebp/req9OAK+bXHWbefAAY4HkkABOTnEWI/VYO89z3y4eK+ZVvbM9aV2kQpbxwC5rOt/X26lG2yWg26+kX6JfpL609p/mqlR0EkQAIkQAIjE7jkHjgyMNoeJsDxSZhPfKz2+ed4SUw5OgFMUNSemBidC+2/joB8v8/F5NeVAzX3T+DyCWDcQGqjwvpF7cak6ccKLZ99pd8Q1+T79D4l3Fc+6OSnD186UaDj38r/+wt5nBkOgdoDA2rYIeMYAesD9sJv0BXk+e3HVX4I08p+jCLeWwnf9qFpVyEuNeSnWTNUaux4ijXalR5ha9vVhentw1duKGt3/6pr9snVc/aaYvt93emus74FqckHzMA+RMJOM608/dSLi1agom6GTJZxWh1OlSdlm/Oc/JpNto7Q9dX6Q7aZONtXY68dFpKBtFgJkZo/JPuJcTn1pSan1vpt+ag/8vfCd/6gL9wF8oIEHkkA47j1fYPdngwVhK1tq2NUsFWauNptxjZs/xJN+/My3vZ7mu29S3vLnRrWurTEmvpmhzkzpgXC7+r+2u3jM6xHGdlj/zSbc1OvjzwOAdxI4YCSEIT+HVnWfh4B1lGrAagpVrboS7w/1TKg/iNd9XYAwYMewac2l1BbNKhK22Nr+S2KM+39fgsLNpmaLbHta5OYdtZafpo1TF2LQO3+pPQ+UcsvyiGB0wjIV/ZmIKUNpk4z7EpFDR6OrnSHulsSYItpSZeyeyZgfmu3Q/vYf1csFIwKriroC/SX1p/S/BVLj6JIgARIgARGJoB74Mg+0PZuCHB8Uq0otMmNaoooiAQUAmZCBJMiSlJGP4TA7v3+tHCG/dVDCp5uJhO4fAdwssWJGXhzSAT2gOSfxZTrCsufB3hMFzUC+37iPX3i9aKddJqh1eOxBuiqyY7qDo0lEP0QX1BcXG6mHYTbgOkSzM7fF5rMxRb3rR6Qwkwv8UG2NbS/Swyh0mEImHoi601zw69uP431o92tWxWMvg77iublTAUkQAIk0CuB2PtA6/67tfwy/vv3B9NQQXt/sN7/xrvncXdZWV2JyW3vCLbzYIfm6+KHUbWe24ZXvk5ud5X1U9z5BGSPaX4Z3f4zb27RR3Hy16bT9prtsS1fSAfn0v739hPAAMYjCfRIAA25R9ueZpMpi9IO9WnM6C8JkAAJkAAJkAAJtCRgxmYcL7ckTNkkQAIkQAIkQAIkQAIkQAIkQAJ3JfD6r//6L7lj/uCn9sCtTZho+Q8KEwO0lVKaOPW3Fn7lehNNWnq8xqc1X01/ukd1c5TbhxWsm12mRBH6/g1W/y2T7+zUXSFHI8r5HGWmhOS2P6xg9OlaN4b4Eizh9fx3rzD2tT/Y79MP+33xilvVorffKnWLfMFQd3TzF66t+ajysRLb43/rXV/x7cddP31mb+Ho6baQ+Wy+r/n5+PLZcnzXsfLb3l991uEO4PZf2qRxkGn92nwxq/7KOwx/fn6+/u93+rrFJHfVIYzAClkR1Oa09f1Rab8733NsUeQXQ9Ns0vRr+YsNfKiAEPeazEN6DPpCXa8v1xr5hDIt1O/VFPI7oHPXnifh8fdPryWMIIFhCazvL0x7CrSbqxz0PT9VsyfUj0xKXs0HOmXjQ51PmXxw9uvJlR/KFz8mzrMrXj789x3X9uNLUBi++uerp7FtNrN9r/qz/TiWs6GPUO39QbbaShlL/S/NX+pG6/qp2dfa/9byNf+0+Kvtu7v+lPod6vXRH5nylP0TyzdM4Or6FbYu4ksaioBe/Eup58alUF038bK+m2vfn+Y/dwD7yDGcBE4gYL/QslVqDdhOz2sSIAESIAESIAESIAESIAESIAESIAESIAESIAESIAESIAESIIFnE+AEcOflr00Qdm5+l+bFrp7o0nga1YiAtuamkVqKvYaAb0X2NdZEaE2tn+zl9lANjwDDzBX2ex0FV7E7AQpUDJUV7ZNcxii21PbTunyry++8/7Bryeq/HdHrtcK3V7NpFwn0QID3yZNLofX4urX8yrhS7//J6mvfHzrhu96nA88mhtXp7dvPxx+TXKjdZ8D7V27E6L6oaCAJfAiY/gkfNsSXGomGBEjgSIATwEcmDOmEAAZfnZhDM0iABEiABKoQUF54VNGRIOT0FywJtjHpWARkXcILPumBjJfhPO+YQGf9VQkpWf9c9bNEdnbeG/HNZsCMJEACJDAgAXlPaWL+Te8Pzbm1KAxZFq8WCiiTBLolICcVMdHYrbEPNUyW0UMR0G0SUAk0mwAeZfKu99+Q0laejcJZrYkiAXwyR81/kS3xdBnE5t7Bu3lxluh2J8lzsZ9tPuriQe/y09GjP/54/Ts4PHjA7dure122v3znmjt1sZ6/6fdjp7/8/hf2SAV4cWCOiP+oafDfLH/z39iB1mr0z/5tik162LeFjnyGn7/zl3FH3p3RPqGj1Us3Ta4W31FxqKaApUyIMJefiJPpa57Xlm/7YOTLMJc+hMl0NX0MyYLuUJor7PLZY9ti8/XlYzgJkAAJnE7gnPHq6W5lK7THyrXHz7Xlty4/BaTrfqdkOTc6ho9dJudaeKU2PEfmPw9faT111yDAScUaFPNloIdy9UJ2GNLma2NOEriOQK36q923aulxkup9ctVpNAO7IICK24UxNIIESIAESKAiATNkt4ftFcUni+rJlmTjmaErAqIumRd/9su/T703aUS6ruynMQcChzI8pBgoQNQ7Z/28wJVb8b2AH1WSAAmQwGUExD2liQ2t5Tcx2i+0l/uu38JAjCkL/AskYxQJ3JDAL9aRT76ZSWFODPdXyOyd+isTWtQfgWY7gI2r399N55f7o9nAoidOhHa5yo47FBrUboqMJ2D60ps9BMc73yAl7k0nMT29/4B/9k7XBihHEHk6/xGgDGCjKTfzV3OCCDJry/0Yyv+SCKAsapavNKCWfCOnlY3S3mrn6P/lFxggHHG45pEESIAESCCaQK37SrRCJmxCgOXoxkouTi6p72O7fJfp9IyBsQTwZa3Y9ExXl4Dv6eWkN3l1naE0EjiBgH3fwn3J15ZOMIkqSIAESIAESIAESIAESIAESIAESIAESIAESIAESIAESIAESIAESIAESIAEahL4x54ZThVemn/Uz0Tjsw8+/2v9xqlPfmo5tUrf2r5y+Zk74JYVkJv+aScFCv2zE2SR69pgIWBjpYUISjrd9LuztW4/rXfxa/65vT4vtLV9fvn22hz7N0xjGYQrqF9/rPzCdFhp7BHzPvxW6z4h2hf8sK+/vPLn9YK/b2XdoBLvbR+L3k3+pGctCkWncBF+iSDrFPVkFb7Eo9/TdNn59uLj9e/zbc669MNmO8/xulz/InO3e0/qd9m32fH+DfP5qnWj31TuzjT/Ud93maYLUy9/flAH7NjpesfDEe9tN0vaJb/XvjW/wm9VHbDVpPGJueoHjoP8pvoF/5EOx4+/sv6tAMY62fljymfyyQ6THoXiZLrUc3D25cvV65KLMCPTlqv577OvNBw2HeTM/dqueezGr3YGq/2tcn0Nz87vvvb1T+7Ux1C7f2k93j1awBAS6JdAaXvwjl8ruWy331SxtfuPdP1/3Flepr8M9Y1x9/iNj9X/fs35X5XGl5uevTsv+z62j25+5bMLikvLfxoJQ5Tz+Pv+O4d7irK0fbzl92JdFiz8y/10CZ9q6G4AcEzzevnqN56LcJR5N6aafJnLdd7Kb5euEcO0/j23frpKVfJBCceWb245xsqXtsnzXL1SRuh8Z9/SR5gmfdgF/BLfhQ4JTIzb6U/Ma5KX8onVn6unZv1GndXqtsQY65/MY841HbBF45KrH/Zo8pHOd7xav8+uWuG9+Oer57n9dy0+qKe15FEOCZAACZAACZAACZDARQTMg8GfP3++1Ansi+yjWhIgARIgARIgARIYj4BnxnA8R2gxCZAACZAACZAACZDAgwg0/Q3gB3Gkq7cnYNZKaOt+BATsoKi0gldI5ukpBLA2xl6Znas8sf7Yaq7aYWTbUesa7aOmvAtWs/tWdsGtdQXarvy2l0elK/ig5/wj2sf5mmeNV+u/yu9FL9rPcn8x9czUxatXFJ5GBf6fppCKggQu6HuD9lSPVO7fI/m/uxdVB0WBJEACTyeA+3Nsv5jaJ0F+K86Q32ZjV4TVeNeQawDGx5AToTIpSWv5ScY4EsM+R9QZQag/kbrwnDju82Cko0x2SwJPqr+H3b9TiT7J/54qsHy9jg8c9WQfbSGBnglwArjn0qFtHRFo9SDVkYs0pV8CsS9S+vXg2ZY9qvzYV55d2bWFCFXtaVyXZe25+DVePrbGjPINY848ArJW5knoJhfrZjdFQUNIgAQqE2jev93oXlAZPcXdgQDrd8+lyImunkuHtrUmYHonvBdgW2hNm/LvTKB4Arj0xSNWzvggl66I0+T79Krh2MTl+Y0NRJfar9pRmKAZn0K7Ls++PkQuJamtUE5c8Xm5f5EGaO07tf702x4wpIgEoyZzyUNYzAOWncbktcNUI/pJ4Gkfav3xLYBf5SHB1E4/YdP12nbbu6/tuPxdf0NWlh9sbm+fyjfaBNTdUIaW9TNGv7RNsyVVnpR9wfla3926tXp4yKXIO6Q3AaF2lSPPUhIssVT5IVuN3lR5lq3O/KtO48lg9cv27+nXa1kuIEx9scNGYxSyv7Q9jMaC9pIACdQjkNp/uNIjzNVPIS5ksStfKL2Mi5EffP66+n7fWn9r+bIwcs4vti+q/uT41TbP7idipvbT7/uZthxGkF5zsqtVa8H7hvd3+B2HaxdtThlAH/Ky/oLEPY7y/bOp/6/XXHPtdwUm1A5rSaBV+2lpM2WTgE2A9dgmwmsScBEoebh0yWMYCSQROHN4k2QYE0cReFL5GV/xLwoOEw1FoG1d/hXvDsatReNaPlRVPMvYW43/2rbfs4qEekiABEjgSAD33lb9XCu5R08YQgLnE2jdfs736E4a7/F8dKcSoS9nEjD1H/+gl3dkkLjX0SzwsBd53MvDa70p3gF8rfnUTgKdE8DK0O5fIJ69hqp2ubWyH2tkOMSoW2LgWus3lutaFytNrlB05dEGL8OuWB2mX3OVyo3ClnJ4dX9/iWcetzoc/Qf75XiyTEkCJEACJEACJxEYdpyI8QW+5ZbCq6cxCfzQbDLptDQuBrHyXXlTwlLtq2yXqcdJY+w8/fbz4tnPh7P+N3cCp1RNpiWBhxM4q996v6evFMhb8rIj2MaP3tcO5/VYBM6qV2NRqWctJ4DrsaQkEjgQ2Dowedc6JGMACZBABoGtfc2Z5+tx2pptfwYCZiEBEiABEiABEiABEiABEiABEiABEiABEiABEiABEiCBA4HXf/7nf176tnz0F+BX2Y/PgPj0x+2iOdSHNQDy1wDrBPKh316piHAr2+mXze3ACmefZ8qqUW0HoU9seXhojdS2Erg5P8URv/44+xXxarRfP7KG7DBpwNKkwznyxhzD8t/va3fQqnwK20cMIZPm94P29wu/hXpWu1L9j3XAk06XH64feXVOGhOWf139m+3a/YaVNDv2XOmfNTF6+WgS2sX//Px8/f2/nD5nsknjorVruKXJQTpxNBavtU7TkyFfqCo+bd/PrCQ8tmaWr0faaMHfL2UNq1I/SssP95tsbp3X72y/GmUsLa9GZlEsCdySgNq/1eq/jBylr94BXvS+8CJiFykuNPtE0t2pZsuqX/xeRdbz3U5rxkV4fPDabZeS4kP54scU9nsfqaHsPNa+UDrzm5G5rzdDciWfULppHBuOLkM05W7HfzattfxSAGfbd5Y+/N6vT192tbaAq/27lb72pc+/Wnpy5ce+/y61M9e+WL0++ahfPjm16pdPPsJ99iHedXTZrtl7VT3P8c/lc6uw1va1lq9xaa2/tXzNPy1eq/fK2xNNPONJgARCBPjCKkSHcSRQRmBrX/OT9nZdJves3D1PIJ7FgHpIgARIgARIgARIgARIgARIgARIgARIgARIgARIgATqE+AEcH2mj5KIFRD2RIYv/FFwhnLWTKDJla1DGf/1lbqCvNi91KW9qWxT5Rc7FBZwOt+wOcfYVL5HCWOFtK4freWX0kZ5yx0YpTIb5r+g/Zh7MO7DPs/s+7Yv3Znhn5q37LA5U29funprf8YetLkeSPXGJ5HJ0+r3Bf1fYokwOQmQgEUACyq1nQRWtvRLbcetLXFN3+P4z9wnB7s/Xd4/K+OL3u2z6+fZ15fzOdth6iMBEngiAbnb17Ub2DDB3RdPrKeNY55YIPR5WAKcAB626Gg4CdQkgFtlTZknylpfCJyok6pI4JEEBu8rHllmdPo+BNj+gmU5+lhgdPuDhcNIEiCBWxNg/zVe8fZeZpfbxzHXeJW6T4vlpJWczOrTWlpFAn0RkO3HZxl7ax8ZhpPARoATwBuLoc7w0zfv3J84UbyFfCXZF3YQ2TuNEK7lZ/xVBOxbpLICt5GZ+fXkbPuxpqwRiHXNWiv5iXLNimL7D2GXP4zbhj3h2lEeVd2OkW+3uaoG1BWm1VHU5bpaN2ku+QjTbNuktDtbbfAMIGCrz4I1vyeBlt/Olprezj/8dW/tz2UPwq7oB6A7UNBanQxkbR4VU797tj8VkMtfhN3Jz1QuTE8CdyUwUrvWbEVf5SurJb/9/mV+DxJxr/LJPS3cvocbm+2wlsa4GCHM2GHbcrZ9V+tX2K/1U+yAR5hWtxXRjG5DIGbiCpoxMSxKF1E8nkAg9v33CaY0UYH61UR4I6Gh9mPHjeifxHbWb1BLnTx/HgFOAD+vzOkxCTgI2A88jiRdB41uf9dwaRwJCAKyrfERVYDhKQm0JyBf8OGlX3utA2mQ/RNeKg9k/u7l94j2j8SatpIACdQlMHr/W5fGGNJkmfVo8dX2Xa2/xzKhTTkEzOQOJhgxcTX6hFUOB+YhgRwCcnIU7ciWw3ZlE+E1CRwJcAL4yIQhCQSw89feyekLTxBdN6l5USpfnKZKL82fqq96+rNX0FZ3oC+BePFeUqdCHrWWH9LNOAeBztoP64ejjG4clHH/Mfdk+768EfLs/N0SXHyGia9OXrxl8C8D+GfJ/uMWg/bvjs0I7ax/Uz0AH189Rv1RBV2UAPY9tX5fhJ1qSYAESKA5gc769+b+UsGTCOC5Au/5nuQ7fSUBEriOgG/S9zqLqNlHAPcJxPN+ARJ9HDFK7cMaWkECJEACJEACJEACJEACjyVgJjZ9k5uPhSIcJx8Bg6ckQAIkQAIkQAIkcBoB+wX/aYqpiARIgARIgARIIJtA8Q7g3gcArexbP0Pg+QImVqm00h9b4pr+0hUZPvm+cNgNfu9f90vO4pUJ6w4ZUUAIi9m1uaT9fWOHxnRcTUWY8Uaew7vzjn7ONkFjPFjE2+yXP/uo1R8tfymp1vKnj/W4TVzq0Pvt2aHlznUMRZ3cKteSBnLjy+oofKqy9o9U2YlW/VbEC/qXcJMO7ebz7h1cUKes/JGXv79l/kWq8Sbz84F/yNqm/UC6/2jbsaREWRT2P5v/Vnmv9d5VPrLMPfatDrnyr5F6/dySus9yv521tt+1U3fLzw1dy2cRINuPkOmv/zbXieNqapgpxG9lixBx9LV7JLHtRziOWn6k045eOYuPih1+fppiLb6cv6Zhjrf1IJdpj2uBI3A+epntk4WvXHoRZtjbdczE2WFhDXViYZMtbeazGz7ucJ1jq17/YL9tD65xnPzb2Q9/RTyCEo7f39BvZVrqkDa+9ea3xB0u7XZr9Nlhh0wMIAES6JGAr59zdy+ePqeBY8ExzqRPjlR36rV7qNZX+fK/9hpV+6z0Oxs/F+exPOrWQ+L98/mB+5uJx7nRi/QyzGWPFr8vD5eEsjBNP/wo03LIvdTPdcgg769r4FT/1fp1kLwLiC/fXbbTLs62T9MHx9dP0Dr4m3fDsY+tmr7S8vX16/BDG/+V5m/tnyYffvqOpXx9chHeyj7Uv+kbYFC1O8bWv10mx0UpnyT/F1fgmzHn23+Hd1g73WES3zdq9d+pRAQm+SfyaeWDUm3Nv1S+cOlzmsqjVH+qPtveXq5zOWj1vdHopBdstIMESIAESIAESIAESIAERiGAR7xR7D3bTvI5mzj1kQAJkAAJkAAJkAAJkAAJkAAJkAAJjEmgeAfwmG7T6ucRsFeYphIozZ+qr3J6uUK0smiKG5CAbwW7zxVtRbwvX7NwrF3SVmBXMuBx7eckrr7iQf3srt75DFbCi/0Y/P6j4Ok/2vzmrL1L/kqra/d/mn8X9wfJqGvzSTZgsAxa+Re6U9z/FepndhIggecQWMePo7qM+9eo9s92YweOYyOk5dho4wvL/KsveX+9ugRuqV/bQXZLp+lU1wR2u2Nbf+ChaxI0jgTKCAw5ASw/AbDrDMpYMPetCZQ+YJTmvxguHxAuLgCqH5oA28/QxTe+8QPdf27ZVnqa/DW1uXZ96M2/0hZbm0+pPTJ/j7bdrfwlb56TAAmQwFkEWvfvUr5roljG9/qGXNp4VrlQDwmQAAmMTQA/n2i8MMs2+UcCJEACOQSGmgCWE79wFisMcX3WEb/xe5a+VnpK+Wn5fd8uB79mH/KzX0Kn7uBD/vU3gM2D1vkPLRpff72wbW1jv2afFu+rH36/GJNFACviYzOnprflov3Y4bhOlu960QFhLY7ntJ8Wlg8pM7k+DOllgtGN61/19jm5pslM8P76pI35qw66+rvFJsO5uL1c7Z8KQEnQmo+iPivaZp4lpE4mtNVG41vNU1fp1XGMUkiABB5HwL4fon/Tt566Udny3Kn2oR+duROuMT2i1qtq8Xtz215Z/hieKJPPexQrvq0xlE4CpxLAxqTc3kAzdn0X7lEA/ZocLV77DVTuENYI1ouXE7+a1Frlr+lhfB4B7U7d+u6o1SXMz+R5x1yjEBhqAhhQTeVFBUVFxjXS8EgCOwLrw8cuNOFC67ITRF2SdHT7L4FGpSSwEGD7YVW4ksBI9U/a2vpR5qwykT6dpTOgB+OZnBfVTrGd+ee0MSGwOp8E3VpS2GbSVSs/TakWf7Py19xlPAmQAAk0ISD7Us8MTZFeIx/jKujCtRGMMHPe6x4x2CjtNvbyjwRIgARIwEfATP5jghcLAXDty8NwEiABErAJDDkBzMleuxj7vdZ2gPZrOS0jgTsTwIM3HsSFr12+oBb27U4DfhzSOXzdpWl5Yey8Un+pbxfZjwkSWSdLXXl6/uYs0SafDpr+k0AnBHY7sDqxiWaQAAmQQAyB1P5rHTc2+8aYYjXGQJn6V/tznxmgXzHzrOjmY86zHKEeN4GLng/dxjC0EoGrd/j63h8/+cuBnOytVLkphgQeTqD7CWB5A8gdCj+8jOl+gMDVA5yAaYwiARIoJLDdP8yLmMyXMYU2MDsJkAAJkAAJkAAJkAAJkAAJkAAJkAAJkAAJkAAJkAAJnE3g9R//8R+XvhXfXtDHuy4/AR2fKy9ljn15mty5NP3aSigtv1trfGhr+ZolV0/gXu2/xkezr3X90fRr9reOz7UPn5732YevFOTK98k9hGOl+CFiDvhdf+PPk2AX7Fpi41tJ7korhfnyyTTmPCwnn19If1intPB6/don5OJ9kX7p5zO/969jeFBhNf9p7UdpH9vvkulEXCl+VfxqApfY6LA3vgHlyPHz8/56//5sMbtyg12hdjJlVfi5+xfI3lRfd6b4p/Q/19lNzSRQQiBU73tqnyU+Tt3T23F/KhPJ3CRQjUDp85WWv5qhFwny/sZkaNyxG8eUGa7y9dlRyYbXy/eJZtOvlfdtmn9a/+m3D9xj7yXmfnRMq9kHLVcd6/mf54G3fUSKa8bX1y6MXQltw2df7PNhJAZvMp9+b4bEiNbyNXOu1l9afzX/SuNb82khP2X+o4X+UuYy/9X2tdZ/df1v7Z8sS9f51fphUy92wB4cW9ulyR9qBzCgfYbGy9hYcxB5eCQBFwH9AUibgHFJZRgJkEAPBNzte3uxwvtHD6VEG0iABEiABEiABEiABEjg6QS2Z5Snk6D/JEACJEACJEACJEAC9QiElonX01JZEnbXVRZLcY8mMGRTuFGJkX9SYZoVuKFVuEnC7pBYqT/NWdXWb+QpMk8ttp5siXC8dftoLV91saR+mJ0YJfk14yD7yjoDGzRbGU8CIxAobUu+nWa5vrduX63l5/rNfCRAAtUJqOPz0v6vusVhgUOPD41rtfvf4+7fMMCrY2v7n+rP1fpz7E3Nw/QkQAKpBDj/kUqM6UmABFwEut8B7DKaYSRAAiRAArkE5MN4zosVmT/XhpPzJXyWqollV+svdmrAMi/2uU8Bu68+c6NIn4VEq0igKwLiU/Bd2UVjSIAESEAjwPGnRojxZxFgXTySJpMjE4aQAAmQAAmQQJ8E1Alg9yc0+3TGZVXv9pfap+XX4l3MnhGGiS/5Bh1hzxnMXlc/wFrWNoT1z//0VXjqCnnJ0XeucdX4h/IjL3SH0po0dnrkiz268iPM6IZ+tG8Th7BYHaF00CXTIEzqR7ymH3mR/urjwuq18DP1r+IkdvX2U6V9BJi3lh9QPUd9f+0mftX0pvymSR+U3y59hbqGuuD9jfEKOnY2axdn69PsYTwJlBBw1WeExdzH7DQmrx2WYh90p+RJSdtafootTEsCJNCWwNLe5bgK52ZsgfEFjDBxdhjiCo54/k3+KRjYWqA7nPXs/vBsfWHvz4+N8b/k/ql5FKNfk3FivN0WK7fP6s+HHjTZ7d8jr7dg+Gfbldzf2QJ4TQIk0D0BtH+29+6L6hIDBxt1XMKISkmABEjgPgR2D2/moTbxwXaXfxQsiT5Wd+tq/YUODVnmhT53mv1X/Cy9mRROmxju1CmaRQIk0JDA4PefhmQomgRIoHMCHH92XkAPMs/URfx7kNtBV9k+g3gYSQIkQAIkQAI9EeAEcE+lQVtI4KkEmq+oVsBerV8x7xhtuu5W3Tdkt5J/9Ka/EDC4yDJTH4erkxexcqptXX6t5Tud+gR+VseX1o/S/H7zGEMCJPAYAq37wdbyH1NQdJQEGhIw7XTgv6HG2mYxD/4NzLxn07XxsRZfy7ez9NSyl3JIgARIgAS6ImB2AmM38JmGXaX3TB9H1qV+Anpk52g7CZQSuKLTLLWZ+UmABEiABEiABEiABEiABEiABEiABEiABEiABEiABEiABEiABJ5L4PXv//7v+JHESyhoE2z2t8u19LWdOFtfqv292/f72/rTc+GVx+/39DuIUX9GTmtbj4ZcXX6X65ffMz3iafK7Tx81y4pvp//ic0avrz8uq9YwZ/41djoRsmRw7LnefErrrK/9aHLnfKr/qqNhPfHyS9tvHofNvjz9r5dWv2L7LzfozT53fGloa/mqfUs7dqab2p7//oPyDtc/fZd9OH85H9i5eWg++fyaVnROW8TXQOjBeOk9JTK+//xo9Sds/6qg2cnRv72qXPsgNzf/3oqrrlCuV+nvXS/qe+92lttn6vPYddnNAO3UHWv7zPbg48RwEjgSaNc/htptTj/l7t++v916NA3uXIKPMm5Eynb8Fg0hO2AEjo5nSe35we4/IUo/gmCYdGs+reX7x/f78bWPV7l94OzTEObvax8+abXDy/0PW9Raflj79Jz1Er+3oyVuEF+qX8uvjae0/A1c3om8e/3eOeu4aM2/tXyHS1WDrra/tf6r679WWKX+l+bX7CuNv9q+1vq5A7i0hjD/rQn0PkC6NXw6RwIkQAI5BBwvy3LE9Jtnm/zt10ZaRgIkQAIkQAIkQAIkQAKjEOD4epSSop0kQAIkQAIkQAJpBLTlZ2nSmJoETiNgqm7N6hteaXmaW7dVVLOsWkCy7DMrs1NWZ7cwiTITCLRqv6ZeWHXDaVUr/U5lDHxw+3zd4t1UbLvKreqmPbJN5tJjvt4IsC73ViK0hwRIAATCX7JBKv+xcv+WPD6MGeP7rT83pjIrp/FGxxl6oHwk/sbm1uNXcBnk2OhdidmAoW3CGISQZSbrjwWElyRAAiRAAicS4A7gE2FTFQnEEDCf+MTfPV72wxse70MALwdEZb2Pc8IT+CmCeNo3gdvv/i3FzzpdSpD5SYAESIAESIAEDAHtpyZ6p8QxUe8l1Jd9qC93f/7tizqtIYHeCchftfu+xWLt3onTPhIggRwCnADOoVYhj7xJuMTxxjFT2Vb/2StE4+6sW34X5fLf+PDJz/l2u5z4dVs7UqhdXsZ2hOHh6UJ/1kmipR7J6iRWs/rK90LLT1KNspLqlnIz7AQjmWI718rYJX/Lff6Zbe859j23fiWWsFrfJnlrm3bJPqc8XZrbhNn+oAPDCylcS+12HZdxrc9te1vro3wSIAESIAESIIH6BOyxhLm/22H1tULiYTQRMz5EZnO0x4omvx0m0599HrTl4P3Z1lXQ5/IBYefVI78jsEWmWOwyZZNa36SYO5yv/uN5Y3IKYcG6ewfnc3xw1accOWl5+H4hjVdJau2dfols5iUBEngeAbv/zplXClG75q4UsohxJPBwAnIgYSaF7zUx/PDCvZ375qG4hwf22mDv6ldtTj3Ku2N9rMjZvKDBv4piKYoESIAESIAESOBpBAYfc3HS6mkVtsxfjp/L+DE3CdyUgFx6bd7lyve5N3WZbpEACQxIgDuAByy0Hk3+/d0/AH5/N15b0N1qQ+PvxsBeuZFSZn3u/t77l+LPmGlRf7cyHdOPu1jduv6Vyi/Nf5dyOsuPUPtEnM8WtmkfmfPC8ZuBrk9HsnzOKwdqIgESIAESIIH+COC9Qvb7hO7eE1RivPpVSd7VYow/nIS/uhS61Y/3abV3QF3vMJ5V+cxzfVnUsUDsia8jsKGU+7arhtAomgQuIlC7vT5+AhhALyrP4dXiAc04YlhigCbDh3eSDpDAQwns+0esbZyOU1vnHwmQAAmQAAmQAAmQAAmQAAmQAAmQAAmQAAmQAAmQAAmQQJ8EiieA9xME9Z3U5GvxpRa1kv9S5k+U6NWtXiZawQlHTATjejU4+QQr5KyM62rR8Mo52GHlXi/z7XPZhbCwTaty6wR1wnzyeT1fJtpi64Mlcp2Qt8P169mX9y80m+Oytm1lH5Ji7ezyrfCFoyFRgThf+W0lgDLZC9l2WfvW6y0Sonzdy5ZXV7dPH5/NRquctgj/GVaf71JsxGWwX7+mF+Umywdhbl1Sr36+1O91IlvUb7GT3y8HtpTZ936HObTrv2bP/OXj93wX46wLIoXSfrT28f3yDVHmOvD7FnUBXdWn/FA+OBqbRFphYuhU57MqDYnxxpXKR/3AUSqa+26Hz1qZSSHF55K/FOaq9w5bZZaMc51vhlBm6YYAyzdcFK5+IZyDsSRAAnchoPWPo/QPvnGif3y4lKAy/tTK+TJ+2hht9Us+f0hvfOMumebKc4z1FjtXf4xNm+1vOb7PMFev37AjQbgom/dXePzfRL8w1dcukCR75zwE+I5Lea3eGyYowzVwy6xz2NKGzrT2aOct1Zuqz9a/XbuedyZkL1/7nXOW6tfkb/a5z0r1Q2quHZfV78XwFP/xKtP0KOjBcv0GN01/qfxYPUhnH2vpt+XGXp/Fx2dPa/1a/ffZhfBm/f+iQPMfdlx1LK2fpf759Gufhd/mJ9zkSu2CVN/bVcTf/lgL5O1BeRz08fOFe8QwmARIoEMCWjv23eA6dIUmkcBjCPxOC3d2k+OP8ZyOkgAJkAAJkAAJkAAJkAAJkAAJkAAJkAAJkAAJgMDjJ4AB4kuuYFsDeUICkQQq1h+sJIvUHEymTeAhXp/IM2vaMlbLwjqsDsV18yPW4DVXlKkA9hUwzdTcZzalfhW3r8byi+3rs1S8Vhl/m/6VyC/J29SpBOGlPjiW4SdoL09aan+5BZRAAvclgPaVO34ozV9KFvpL5TA/CZBAfwTQvnP7J80jyNfSdRrffPzcqd+rWYOX3+oHTz4ElPc78e+ZyJMExiZwZs+GdgVi+ntcpOSRBEjg6QQ4Afz0GpDhv/lE8fp39Xvm1ZCLT5QB8MXWVVDf6kG+gmmdirAHZ52aOYZZrdtXqfzS/GOUwiBWyr7qzMexs/BI//44lJp4/HNEXx4k7b9j+VwOmAaQAAmQAAmQAAncjcDtnzXk+PBuhVfuj3z/VnOzQLlllEAC/ROQvQufPvsvL1pIAiTQhoA6AaxNYmjxpStSNPnZWLACc/0NyEkSwm4/wM6jJgeeeRLulEsOI4xfZihhh43s7+ILnjBM2+i5XaDtLsjVgZ3miyUvpSRNn3Xst1SLUlTcIK2LB8JM3bPbkomzw0IYZllbOZiVKli5YuTYv8mTKt+2JTV/yPYtbrN/C5NnWnzp/XfVVdAeVhnBk7m87CTaZ4z3/ttlYn5jSUqEjmM6meqac9gW0n602+e/CTf/qpV/yKxPXJ79e7GQcfRzn45XJPA0AmgbuX6X5s/Vi3y2fq2N2+khh0cSIIH+CLRur63lNyZqj59znj+DeXrnE2Ofdk9oXEadi+f7t84LiOadTsD3G6mu3z5l73J68VChh4DWl+O1uyc7gwcnoP3G71nuxYzKzrKFegYhIH/A2nRkWmc2iFuFZt58eBF8+CxEd9Ps+8mZmzp5mlut21ep/NL8p4G8v6JdX2XK5WZlo/ln4l/TAodduo6KfWfXDcunI9Q0hQRIgARIgARI4C4EbjaetYvlM341Y9ib+2n7HXnN92+RoJiMBBwEZPvh06cDEINIgAQeQUDdAfwICnQyicC8egFrB+yddEmiOkps/LnfA8dzJyFRP88vU7PrLn733XV2pjW+e7aPNAZMvREYpd5uFm9nsN2EnN8/bHYEzrBjJOclmMn7nj4NLTe9B1S1icKnqXPGBwOUTxtolEoCiQTQVnL7sdL8ieauya/SuxrAExJ4PAH7+bD+F0PYzp2VrGR89/namFPqOIGa/4gfx6PTLO1l91COw+hv6vczOdYwz10JYGewayfwyO1HKy+2L40Q40mABEAAo3Nc80gCJEACJEACJEACJEACJEACJEACJEACJEACJEACJEACJEACJEACJEACJDAogde//du/mX0i2X9YcZItIDOj/IyDSwRW+UTbZ1Yc5uy2cSkXYViJJIK6Oo3mI1admk8+b9+oz915EIfhrX5fOld/aO1DvMx4fnH+pqZS9WsraRvUeemDap9MnHH+qxaVmiBDa0qWUD2bNum9c3bIbfpDK2nBHsctV8xZyO4WTI2+o9w8213+ueW7Usqwevql1Pjzq/V/Kf3H7/tvvDNJKVH/jnVCimnPB3ZIrdt5afudfzt+k7c/C/m+t2vP4ffLjDt+fn5O+A3gvR17+81VyIdjajtk75cdy2sSuDuBtu3r7vToHwmQQDyB0PNEvJQzUqJfDI8vXDvAzrAuVofK2zX+Ns/srnCH0hdehDnizglCOdnazGvH9wnjU1vv/lrlv0+efNVC/v79W7JJuwxXt48WfHYOKhdP16/gad4+r+Cf0n587SN81wk/1WvMZXxrPq3lS19c51frh0292AF7cLzaLl/9h31XH0v5lOZv7X9r+3yjs9Z+UT4JkAAJkAAJkAAJkMCBgPaIecjAABIgARIgARIgARIgARLomEDRvpOO/aJpJEACJEACJEACJNA3Af4GMMqn8U5IqLnDcdv9a7zBGgLthbVJp6W5kI5ZUXunOhC5QvhC4lTdFQGlfTZvH637hlT56NfKdmhfVsRo/7l9GvJf5kBqedU2FOVfW+4Z8ibb3+YFm/Gh1Yu2kfmcUQbUQQIkQAIkQAIkUJ9A3PgQX2BrvpOl9vNRaPwdirNA4wsqrXeSWGorXGJ8GVfOFRQOI2L//s1nNvn5yMhwtA+EjddOYDmPsQTi2k+sNKYjARIggTEJcAJ4zHLryOqbDNBzJ0o6KgmaQgLNCLB9NENLwaMR6P2eN9n3eco1dk6/13D6X+98TgdChSRAAiRAAiRAAiRQRkA+i7kmg2V8mSbmJgESIAESIIHTCMhffeRk/WnYqeiBBIadAL78p00eV1nsl7pYYegD4YpHmC3LJ6NluG2Dsc0Oa6m/smzXg2BlFRTXHwF7BattoT8ebVHmQJhpB3ZbGLx9SDed5/DdGdl/YGn7t/MvL5Gwg+IIYHBeB4di/LHbxEFIxYAYe2x1Le2LsaelfttXXpMACZAACZAACZDAyQTs8bJRj7CcCVjkDbmhydXiQ7JPj8N48ooFipuzeD4ef+cneG6+8YwE7kpAThK6fGw9ccjW5qJeFqaVaZn0cG7cB5Bq/PsBPOGRBPwEhp0A9rvEmHMI3O1l7938OacWUMtTCLB9PKWk6adCQL5ou/KpxWvm1FZf06fLP3b+8aZqFrHjw0flZpwpmARIgARIgARI4EEEzLPYMq7CWGs3gSyf1Tj+elDFoKskQAIkMDSB32lNEDb44fVK6wn9oYHReBLIJMAJ4ExwzEYCfRPAg598GOzb4qB15gEXD7vBhCNE3qRMRkBdaiNerIxa93LtR77DTvBSoMxfTkD2H+jny6VSAgmQAAmQAAmQAAmQgCCgPn+acZgcl4m8PO2ewH13gOH5gHWz+0pIA0mABNbJ3ytR4H7AncBXlkJ73ShnW9NTyh2jA9t/XpMACZAACZAACZAACZAACZAACZAACZAACZAACZAACZAACZAACZAACZAACQxG4B/fDHisH6X5Y/W0Suf/jcM4jd/fZXPoGj9tJYKWP84Lf6p8+dMnKHd/uStk2/5GTL5/O+eyL4r1rzv1bBP+Tjtm7TBxveQr1i9EVj1d7Pt9Y+XqdHxDA8Jwfd3xjW+UeE1YjZ5S1Lc7v/xsW3Lbp9fxT0S+fWG5iC2Wv7YfWU6QPh2Vnb/F+oWqrNPVfnfu3/fUD5g/j3tzpPnfrg9bjPsM6cP3v/fbvg+4pV0VupWfbSf8gp/Cwl2bRzoRvzt15Bfxm34R6D11ybLtNpknm0x5m3+he4BJ8g5XjG38Yeue/XaW745PWP5kAv9IgAS8BOx2503ICBIgARIoIqCNB1KFb+OH1Jx10/ve83jf37jG1QgzzwR4LkCYHD+vYZMPSOdxZ+NtjeMWGS98C3OX3zHm3Ok5xm96doK+risf3Nd8A9SjD3vL61y19t/HvY71U/V6gR94pkn2tQsM4V8vdzm4Q9N0m9Qan82/dNk5OTR7bJml9mn6SuXb9p51jfrj04dP+ub6j/w++XcJz+UT678m3yfHfKbZ/Pnqp/O2NWfZ/b/Tv7wqkJ+ARmLfWwSffuQrPe7scwi7u37f/cGBwhnkHV85U6cHtiofTW66pe4cWv0ptUOTX+s+7vaOoSRAAtcQwHPBNdqplQRIgARIgARIgARIgARIgARIgARIgARIgARIgARIgARIgARI4CICnAC+CPzz1OatUOyXk2k6FzYfs0JYrjTuDVR1+y5k7WRbUP671dpO4RmBpXzu1j4zEDJLAoGC+p+gpV7S1PZh2kOvbaIHu3rmU6/WUBIJkAAJkAAJkMCTCaSOHwtZmWfEJs+JPrtO9s9nxrDh5Dds0dFwBwFTn1mnHWAY1JhA7O7hxmZQPAncnsA/t/eQDpLA0wic+uB4FtweJj3O8pV6SIAESIAESIAESIAESIAESIAEriPA589z2ZP3ubypjQRIgARIoHcC8vPq/NBn/dLC582N5LsvRuh2Algb/vWyNqn0G+n1q++9JOrfQPf9OkBtDhfXuJjdvqGJ35j8Jcgs+bITdYlVacKX9TeATQ6tV3BpKgvb6p9tsVbvArZarPIshD3SDoQFdOcpY67HE0DdGgWEy16EjdA+QjbCD39ZcFziZ8MYEiABEiABEiABEnASwPMnIs0zmx2GuBGPeAZdf0PWOIFxZWjsWctZ6JKvsBe9hjPsq6XOI2d7vncn8P+GHuyX+RB2Bj+pt/75+hury/uX1r/lWN8DSkwjgLqblsuXeq0/vgQMH5oAJsZk7z20QwMYLyd+YW7+/QsS7n308XHd17U5i5qkoGs3/BIK0L5E0O4U+XeB4kLLj6R1e31I5ZEESOBCAuM/gBzh3dGno5cMIQESIIESAmby1wx8XYPcErnMSwIkQAIkQAIkQAKPInCnyd8RCs7wJvMRSoo2kgAJkAAJnERATv6ZSWHXxPBJptxSjdxSZVhL3ndzuNsdwHcDfX9/zFqCkkm60vxXEcYaihLfJ9vvtsJ4LY5IPqP5jxXK2Q+pkVxWjsrJaPxOXW2usBshurvyrVx/RyiDrmz088fuX04Cd1VgNIYESIAESIAESKA6ATMeKngG7258XR1QWODT/Q/TeXwsnikAgjuCQaLtMWUHWxtL/M+ZbfTtpV7v/94eXpHA1QRid3debeeo+p+0q50TwJ3XUt8NsHOzad5CgOXHqkBsH06fAABAAElEQVQCJEACJHAGAez+PUMXdZAACZAACZAACZAACZAACZAACZAACZAACZAACfRN4PWv//qvcsdz39Y6rLNXpjmSOIO0bfO1fsOg9QRga/lOeJ9ArAxzpdhW4vrti8vvkl4zzG/fosWsjA395e4ADckVMr32Ib9IGzKzVdz0tdGEvyWxsRn2rztBpZhNqNd/mbzpeaj8NzuPJsz53u+fY1TVkJB9RlHIxqkYpk/Ftvxb5a/lbWlrXH9X/Zba9dJn15LgpSy3U+WvihJPFrt+19/AlvllmbYu/zL50uqc83p8jR+SW5w19fTH6StNZcZDPz+t+5xSK5mfBEiABEiABEiABKav/fp+DM0LJzQujRnnleafDft+KXsoGj/fpHOzgMrnn9XWjd/r9cfK0Ndlsf+F7mz6854vCtVntJtSjfv8ve8E3spnb3etq9byS+28u329+6eVX6v2s/Xgbgtw97ua39302/5o74/s9O7S2oeauata81M5+vfWtL1q1T5CVpu285T2oYxeQ5gYdwYBrQM5wwbqyCfgLb9l4q33Djjf87vn1IZYd/ef/pEACZAACZAACZAACZAACZAACZAACZAACZAACZAACZAACfRKgBPAvZaMahfWKHQyEWVWkq4rSFXjjwlK8x8lloXIlbFlkiJzm/JMKMsS1pEWtU2G+gstif4j22OPNr9BQaCdnV2foXcYbGwfZUWV0LeWKWJuEiABEiABEiABEiCBCAJYKJ2/INrsVC358klp/ggne0qiPv/c5PnyNOa9PV+g/Hqz67QCoSISIAESuB2BWrt/DRiMuwApf/wFCeMfcecc3xPdA04A64yYIoZA6QROaf4YG7tO86SBuutn1kfyP8bWmDRdV8hs435F8aqDlR7b/c4m4Uw2kRoZn1ufatCjDBIgARIgARIgARIggbsRKJn8NSxK89+NJ/0hARK4goB8f6L8AtUV5lEnCZAACZDADQh0PwGc+xu/WtmoExOagCXeXkERmS0jWW/rEuwJCWOfHRZy006bmj8kOyNOXRGbITOUBZNM+O0jox9hoXyV47T2lf8Nfrt8heGfH+C24y8uf2Ge/9S2WaYU9ptyrF6fjHz5F7LFpJvTn9c/Ta1fzpXC//U3hlvzkWwc57DHEbUGOdrfmfxWO8wJbFl/A1jw2yXkBQmQAAmQAAmQAAmQAAk8gYD9/JM6Pi7NPxhj+/kHzxdON+ZnR2cUAzslwDLrtGCizdq9P4nO5U4IWd/ynYxIWuv9txDJ044IsDfoqDBoSjKBzxTBlMsepUEQ6zdIlB3JsYwfc68EfE11TaCclOZXxPceHXwg6934GvYNVP4xZWXSxKSrga4zGbh5G7PMgwgeRnZmds3H1EX821l94cVA7eNCSlRNAiRAAiRAAiRAAiTwFAKl4+PS/E/hTD9JgARaEoh6f9LSAMomARIgARK4PQFOAA9fxKYIWYz1i5Fc6zOVEslX0kg/75efe3Vp4xcs9gr3dKDM8WgCvIc+uvjpPAmQAAmQAAmQAAmoBPp9/lJNNwnM81LomUmLj1LCRNcTGLyeXg+QFpAACZAACZDA7Qh0/wno2xGnQyQwEAHtE9FcfDBQYdJUEiCBWxK47FPlt6RJp0iABEiABEiABEiABEiABEiABEiABEjAT4DvYfxsGNMfgeIJYH2C6Bqn8RkNX4N071Krb6tPf7qmNjvodPu0nVFldun6FVKhVawmq/YZXm/+xS8lf6n9b+f3cYXPhRW1dfv0++/58ZHVtfdyhuMaceqJ336Y8YOT7fjpXGy7RTp0PlsO75muH+3P1geRPs6+9MhX5yjtR1U1Vfr7PfPYrJv8UNpSkkVLu930T/6Cu0uPHYZ2b4d/jADz6UPQv2X9m+7TpktPe0zxXjgfY2qFlPm/lU+uPRqfsH1+/bZc015QW8Mycz1x5fPb50qth7Wvr7oNT0pRu/yexI6+9k/g9UKfeI2tbF/XcKfWMQhc3T5rU0pt7+f5b48XlzGir3vE80VtQJY8jdfr64+Vw7pU7NTkW9LSLxX9r+/wc2ysfa3qSax+H5hSuzb94v2DUFYqX4hynpY+b3x/2+3KqSY7cOPjFlHKR5Pv1ur5WSxU9emIdym59q3N5g2he0vcofs05ipX/1GSO0Tjp+nX8ru1podqdqRLnHNo7Wf09qFx0cqvFXfYpelHuthjqr2l+lP1wQ+8KsU1ju+vuWdA/4Nw3zFXv08ewlf9b/e7OHcocm/H0vZzVfnAg1L9kOM7Fk8A+wQznARIYHwCegfkewIe33d6QAIkQAIjEND76RG8oI0kQAIkQAIkQAIkQAIkQAIkQAIkQAIk0D8B+z1MqwnS/knQwhEIcAJ4hFK6xMa2K/OKXVJWjhbLby1gdPtb83m8/M7bn10+pj4vu2nX1acyjXOnrUxQem54xa4Lm5I2t0fzZ7Dy1dypHn8yH1F/q7tCgSRAAiRAAiRAAiRAAhkEEsf3GRrSspw8Pk0zrv/UfP/ReRmhfic8U3fuEc0jARJII3D1hCb0cyI1rdyYmgRiCHACOIYS05DAiQTkV6ExDD9RPVUNT+CJD21P9Hn4iprpQIOyvnxBQCYKZiMBEiABEiABEiABEjiJAMagfEI/CTjVkAAJkAAJkAAJkAAJVCBw2wng7RviFSg9QkTnDzKjrxiNsF9O/D6iytFJQaBG+8NLCSG28BQr8A5i1vosPgGOsIqTaV79X8tvHkG90V1R78Hf4oAa5VtsRMcCYvjUrN+2LKPfDivH5a+/5bIpgQRIgARIgARIgATuRcA1HkRY/XGazs7WudiCZx5dQF8ptGel2n7VltcXzW6tsZ8//Dvp0La6deVWhjm/knYrD+lMCQH8RuvP8huor9e+fe6vSjSl5Y3vT9LkMvW5BNb5sXPVUltnBG47AdwZZ5pDAtEEzEQwBoh47Lzqhh9tNBN2RAC1xpj0kJqjvdDoqHRoSiEBWdbVXizJNlNoH7OTAAmQAAmQAAmQAAnckADGiw95vrphCdIlEiABEiABEiABEngiAU4AP7HUY3zGi3X5sj0mX24ao+8sXbk2npQPk78nqaOaHgmc3f6KGZgXIXgpUizsKOB2/QNeHDVkdqQ4TohW/xE/jkdllt6u/pfhYG4SIAESIAESIAESIAE3AXvHFlK98OUkBNz8CA7+HbCtATR+Pm5mPp9Tm6GlYBKIJPBedgKvya0dwWv4TU+u779vCpZuPZoAJ4AfXfx0ngRIgARIgATyCGBgnpebuWoQMGXw+zsvJGB51CBKGSRAAiRAAiRAAiRAAiRAAiRAAiRAAiRAAiRwDwL/4MVhrjujv3Ds3f729mGFn1UDlt247/fyW5tWdPHluoNLLEVFmGsnsB0WSptgnM73nSDtmHRrX/ZOP3AX4Ysq8/sP9jf6RaqjkkCI7l8g8ycKdmrp7HjN4ji55fbbdtW91ux7vf4oCj31a63vYY5u/aJNfXnkK1ap0egf1h+uFv0EfsDECFn9UCXuE6B9fwlfECZkbu1rn72fK189n8u1Wf8aCcBdfyIzV0j2XuuKXU//TtKnMDvY6PzkcUVUMMgScRkf1HVpD8LQ9qaJX9efaRPY6YCjK12NsMv41DCeMkiABIIE2L6DeBhJApcSaN0+W48f/PDs5x4zjrbDpqGgZwzkl7uPKfXv196ZtRc/GXi02U4Suv7+9j0/hHKJOPGsJEKnU/FctY+Yr7z5XIkjwmx5y1j2dfLnzlLrS379cJUbwrY6odnj078+NnnQ2++PkOyoDza5nyVePkEQWHgsfX4vbh+F9rfOfiwvt0ZfPXGnHidU8/8sv312tNKvNTv1vrMUcev24eOCGlabj6YPenGsrR9yezmm8rDtLuVTqt+2x74utU+7v1zdPmx/U69L+XAHcCpxpicBEiABEiABElBfwOUPUNwvJIj8SMAMclsPxI9aGUICJEACJEACJEACJEACJEACJEACJEACJEACJNA7AU4A915Cj7HPrETcVkaqbtsrStUMvSXw+6qt/jrHE6wMPUfb/bSQX90yTewfipWj/PztNKwC+cOpxok9m79GBnxzy0eTXxhv7dYtlDZl741/uUeUQAIkQAIkQAIkQAJhAp2O88JGnxdrxps134lUH79aKFZblZ3IVrZhL2uXTzEIPD8VC6KADghgAXD+gusOnKAJJEACJEACpxHgBPBpqKkoTIAPeGE+d4tled+tRNv6c5f6chc/2pX2h9DyXujkL8S1c6pYMutNMUIKIAESIAESIAESIAESIIGzCKwT3mcpLNEjnzXqT9DLz1dfsdlBeqf9QFcOxfVXsabMfH7NIcg8JEACJEACrQlwArg1Ycp3E7AHxI1WSGJlnNsIE1p/gOvX1XNM6opQOYx2+eWSt+QxZY8Vxq6sQ4a5/A39RlUOvyHB5Bl9Uv+wGecuvy1eO4vJL+o/xMmnYYR1cXT5gzCt7uY5sJM6Wv9Q297T639emTEXCZAACZAACZAACZDASQRc402E2WPHGJOQNyYt00QQ2D3NTOnNs5MdFiHGkyR94hTPbh6Bn+B69rm0XP2o29a7qXQ7eJWI953cCeyqgfXC1rrsKfP09lnPthqStLYS05sYO0atj1pb5sKOGrXsehm+3whu/dvA13s+WxDbjnuxl3bclUDOQ8tdWTzBL1PeSplj8PAEHPRRIaDUFSV3P9EfP8TwOqId9GP8OZasD1eTOkNK0DrHgB613KX+98iWNpEACZAACZAACZAACZBAdQIDPcXgmbTRM4ecXDHPevJ5rzp2h0Cp35zLa0fy5KC3yNFCvhDPUxIgARIgARLIIvDYCWAzueSb/c8iyUwk0JTAyU3VrAhuuSo4IN+0TfxripTC4wm0rAvxVlyQ0rS72m2vtrwTsJxY/m1Wz17EPNDPnVBqVEECJEACJEACJEACJHBbAo3Gt7XGryc+P9y2iGs6ppWrFl9gy9W751rr92wKLSDGrCQwNgG8z8VxbG9o/d0JmLnBJ8wPNho19l89TEfEPxIggT4JsH32WS60igRIgARIgARIgARIgARIgARIgARIgARIgARIgARIgARIoH8C//Q+0dLKvtjfSND0a3K0/FoVKc2vyX81+swL9La2H3pSj/ggz/vrrzPrugut8ToBPx97bYYxBGsLYb3T9MRAW8+S/VMvQnrmfH77f/x2fL75EwartSsI9+tHCu3o8X/NFmKwJppO7HTgE+Agsx/Oc/PtBWXzOazYnsoL32qSfcbaUPZ6cdV+FVVZ+b3h05evPtrlCs/so11esMvKb/QZfitftGlb3nydXX5ucQmhs90bn8m/FZG0eQ1MkO1OKol9H9qTnQfty6N/5Yt8Jt1it6y/iC49emSu5ecxs1TtKl8Ikn2nK14k5SkJkAAJkAAJkAAJHAho4wc51jhkZkA7AhhvruNc8Zyxhk3qkc6yZC3XNa17gPrK3S65yhWKESZsWu0QyVJOW9c/zb6r9WusXq8/7iQv87zqLvPt2XRKUbhRRvLBq4LPI7BHtdtYf6j2fkH+luP++XKR+TsbUsMc+GdaInRJ//1e9BtTs/xbeHmVfSjrqYE43XKHOpMGA0vrT0r7kIag/sqwJ53n3vZsRqX105bnu86tJ6X2+fSur1U9Bq/txxOPYM0+n37kLz3mtp9SvWflf3o7P4vz/7N3d8ux4mxjsJc9azNV30YqP5XUm40k539+eZ4Z+7OWfXdjDAgQAgHXqprpbkDSrUuAASFQDoGTCXROKE8WuXAJECBAgAABAgQIECBAgAABAgSSwFZdVDQJECBAgACBswn8PlvA4v0SGLib8lQ2e8efyuvceXoqqxTs2eP/AR73nhzV0Rzl/whsowlH1Wuj8H9kk7xaqlPt9vsBsHDChFXs+xbmWHfxdtq3Tsu2U79N2vGxDvVHnm+Su0wIECBAgAABAicUiKPIiePwolpF/kWZzE98+vP/jY+/4/h37lCi+dIzl/xs//f37+tX7RFJM4PbYLFYv7/Xb4OMfx3WZF/BR822qMtQHrXzHyrTNAIECBAgsERAB/ASLcsSOEpg187r7Q/6j2JT7lYCZ1onzhTrVu1zt3yWtvHS5e/mqb4ECBAgQIAAAQLrBRxr/rRj8tPEFAIECBAgQIDA/gKHdwDnnvG9P8myEneLP+54XBZedumzxz9awSGvmPbRmRp36X29AmQ0m+Nm9E+YUsT9aVtHN5V/iEWZsezYo4T6y0e6oz7XxZPbPq5zx2+vXfo3HKRtpz+tl6TuzzntF+tk3UiukfuQZ0zbzjG3/Tzey/sDNWLpzoi40ufQ/M6y/XV14/U31Sv9F9t/fHYi2PZr/O3aNle5ESBAgAABAgQWC/SP76ofB41GmDkeHE03d8ac/OP4dG6eU8t9ldc97ovv/WPbqWyOmtePsfT4O+p+VH1y5xuHxbW24Dnr89q8pSNAgMDxAv3jk7URHXdcMxzx28v36a+936VPWSh9h29p+d9r1+6v/juCu++cbzfqZ2SHdwA/Q/HtagJb7Xyv5rKuPlueXGYiSCdvh59wZWI0e1+B/gn9vqUvK60bq/V4md1plo79Ye/Idyz+7joxtsyC6elvW/qvtRODBVWwKAECBAgQIECAwFYC3WNN5x+fql2TrZzlQ4AAAQIECBAgsFhAB/BissYSxAlGQwfY0fE76wL5bvGnOx6j06CxNhTO/gK7rXf7V+36Jabt2B3M12/nqRpG+489gWAqbfm81PHbROfvn/1YMvAu4PJWlQMBAgQIECBwDYE4TnTuf4327Nfi6Pb9Xn5c+4oomzhHiGB8EiBAgAABAlUE+iOCc4UcPWI4jl5ycZpPYJFAOhDuHwwvysDCBAgQIECAwKjAx19Zf2dHdcwgQIAAAQIECBAgQIAAAQIEjhTQP3CkvrIJfApkRwC33ol3m/gqjfCt5fcYIRUjLce2uEy9lt5R8Swm7viNexzi98cSOw4aq+X7rOf0t3z5AyPH/rwAoI80sNxk0R3vieXy8U0knjUr2r+38GO9mxdnL/XjZ2n8pelr32G8fvt7EGW+jLTPV6qnT1ofu201sT5+e4FFfz3uh5Ob31/+++9nfN+nt/JrPL6+X2qHrm/UYNpnPP/P9Ln1833sJeyP7TPi6H6mxz5Px9Vdeup7Lv6ptN15W+XTzfPP94m/n2/vbx+dv5/tWK38HwGZQIAAAQIECBD4LrD0OCR3fPg996lfQ8euU8t/zsvF+4yvn3+ct/Snf+Q7ccyWjyiW+Mw3HeN9/uscn3cOfV8jjEi28WfOJ1fc0y+35Mj8jGUc/46k3uApPTngaJ+xCI6dPt5+n3GPt0+u3sfWa27ppdcvSkdojfvPq8F4+0ynLy03cl9bfqQvjaO0/Ihj7Wcu/trx1S7/7NtHrl23ap+xdtgq/349+u/47c9/7RwD/Jn3MeCu++/7r+6c4e/9esx9h++Yy3ApP6f2y/25xPSUo8ufjq7+3NL6X+OvfH1nJRAgQIAAAQIEmhIoPQhsqjKCIUCAAAECBAgQIECAAAECBC4jkDqeSzufL4OhIgQOEsiOAD4oLsXWFnjcWdkfCVa74L3yd2/DXtLKGRCI7WtyJONAulYmRfyDo0K3CPLu22fUf687yFN5U2VNzVvf3vnOyTSad8W/WD/32r5SeXuVtYJDEgIECBAgQIAAgW0Exo9fP6+blI5gmR9lnePz+eWfc8lov+XtFOdn56y3qAkQINCqQOnI+lbrJS4CZxLQAXym1hIrAQIELi/QvdixsoPw8kY3r6DO2JuvAKpPgAABAgQIECBAYC+B7vnpXmWep5zuG5icvZ+n3SLS7uNn/4qJPgkQIECgukD36KL2bWg6gKs3ZyMFxIipRsLZPoz+ptLdjIZK6y8/tEx+Wtxhml/SEpcWOGj72mz9qx7/nO1t7jabW67FNW1O/beMO8rrvg0kpu3nl7vzvvfqkifA0Pr46PRN8Uddnkk2/TZUfkx7xLFpiYOZPd8B93P2Ztv+z6xNIUCAAAECBAgQIHBxgTnnE/udN9XHjvpu10Xb7fitH78Sthbodvxunbf8CBCYL/DjHb/zk1pyQ4HcNbbc9c0loRxxdBFHAUvitCwBAgQIEKgj8K2DLf1ZPOJPY52qyXUrAevFVpLyIUCAAAECBAgQIEBgSiDOPZyXDil1OxJTp7CO4SGldqd1bxlPbdltz3ajFhkBAgTOL9Dd38aRRq1aGQH8kE194Tc8oDtgVNODvOqXuLfhhm1a1VXmiwROv33V2o5K8o20qSXOvn1HXSrXI62H3zrWF63FqxfO3UH3EdTqvPdNmNqpYhsd1D77GiqNAAECBAgQILClQOXjs2yoR5efDdACSwSy5+2pvf0bEjB6bUjlPNPOckZ+HlGREiBAYJ7Ann8/HcXMaxNLESBAgAABAgQIECBAgAABAgQIECBAgAABAgQIECBAoHmBl//7f/9v94kPmwecHwG0eZEzM/zs+35/G6j+liOl4k7CsagyZRX7FZY/FnZMf3urOCoqCin4LPYrKHtOUvHNURpfprZfNv/K29d4zT/nlG9/uXuAyrbv99HnP6X97sC+91HhXFyx4HR82faLbBr9LI8/59i2X3n9Cxs2s32/vf+9soCpdplukygwbOIzpvskQIAAAQIECJxZYPwda+XHT2Uun+UPxzfv+K2s/HmpX1+nnOblUXOpYb+aJfbyHju+/7oud3R8Zyw/nfK/TJ3a95qg5OfRPrW3ryPqlx5ButUotCPi765PtcuvnX+3Lkd8r12/2ttPqVnt+ufiu3v5d/Qp+fu5dHtq++gw1/rmEyBAgMAJBXY6QzyhjJAJECBAgAABAgQIECBAgAABAgQIECBAgECpgA7gh+DGFOnOwrG7Cx9l+kJgL4GN1++9wm61nNNv32l9uPM6cfX6X71+lXcMu2/ff82uUBrxG6N+43N2YgsSIECAAAECBC4jcPS5zPzjt8uQb1mR010rKz2/Kk3fxz96/X/Gs9fo32eJvm0psNXo3y1jkhcBAgTuILDn38/fdwCdV8d2HtszL15LESDQpEDmse5NxvwtqNb3ha3H9w2zwR/82muUfxaHpPN3MZkEBAgQIECAwKUE9jum7b7V5uNpqV//lh+/RUqfZxTYb307o46YCZxV4Nv+3YPqztqM4iawSuBO2/+NO4C/DuCiuz3dgVjScXO6OxhXbRsSnUZg6I7QmObkZXEzztm+S/YfiwNamiDafirdnuvFnHj6sZbEt6a8fvkt/55TvxK/luu+QWxztu8Ninlm0W+L1H79ac+lu9/Se2FS5298duf5ToAAAQIECBA4u0Dc5PbzXXj9Y6X5x09rTboXBp/HatEFXL/8tXE3me7rePvjMPbr38eXD+A/7dzCeXScD3wcaz//xTqXPuecbz1TLl++m3bo+1D5MS3iHEpnGgECQwLf9+9DS2w3LVdWdEusLbF2/mvj6qd7e5veVy19p2k/f78JzBXIbTNz8znTcnHEcKaY68TawkFnnZrJtTGBOKltLCzhbCaQDmriv80y3S+jtC+M//YrdX5JEZt99nyzb0vGupk+/WtDQFu00Q6iIECAAAECBM4jsN/x01unTzBdNPy8cLhf+edpkytHmtpbm1+5hdXtngLD+/d7Wqg1gbsJ3Gn7v/EI4NqrdfStO0isLX2W/KPjNz6XxZ3WpzuvS3ev/7K1Jb90Zv8Ud0DnMzr5EhmHk9dO+GsFrBdr5aQjQIAAAQIECGwhEOfMP0cCb5H7sjzafEem8+NlrdjK0s4zWmkJcRBIAm3u37UNAQJ7CNxp+4+jjz1clUHg9gJxInt7CAAECBAgQIAAAQIECBAgQIAAAQIECBAgQIAAAQJVBF7+z//5P4+3cFQpoTDT5jvMRkfKfYzWTI8Her7k5LtEpCt8jGnuGfrfC93/12j99w+lSon16jd1b8ZzJPD88uvcIfzefV7CkHBm/R6/o/uz/u9vA7unTJ7dMOb7dFPN+D5z+62/fU6tJ1P1+FyHqvlMFb1gXu34auefr2qu/Z7b+lBeo/HPXD+H8lwybbT8JZlUXDbzipmJktN+Z2Df80gR7TbdPo/FR77k/Mb2j5EuPkeyN5kAAQIECBAgcDqBseOfIyuSHvlc+o7GiH+sfrn30b3E8X1k9O2z7Ji0m9Vu72BM9fk4rx/z6Ma05/fyeOI8YSzqsrZ6xpfKKctrLMKp6c/yp5Y6bl5r8e22Pc0kP9rn6PKHmNIlzRgFWDu+2vkP1W/LaUfHf/T2dHT9jy6/dF06Ov6h8rc8vsv5DJWfS7Pl/NzRyZZl3Suvjz8i/hEgQIAAAQJnE5jq/D22Ljp9j/VXOgECBAgQIECAAAECBAgQIECAAIGzCHgH8FlaSpz3Fvi6Q3Y9wtZ3h8a9I3t1lBxzh+uo94JRyKN5FM0I/6JMJhJH/luvNxNFNjWrdv0j/0qVrr1+PkYg/FOpAoXZPuK7zvrb7fiNJwscfQdhYStJToAAAQIECBA4hcBWo3+3rexfH9lteSy+8flJ7vpF7fOVbbEbzO065zkN4g6EFNvHNdzTuWU6p4wRlXc+r4zRvwONbhKBpgTimtCdt9etG6TN47uta/mZnw7gGq4OZmuo3jvPgXUqdv7NwQzEWh7jNQ60yx3m5NC1ihOVOeksQ4DAEY9SW6Le7H5/SSUsS4AAAQIECBAgUCiwZedvYSiSEyBwKoG4ofhUQQuWAAECBFYL6ABeTTeQcKrj6zEiaSCdSQR+CHQ78dLM1JH3Oe2YDoAZHYlT6/+P+n1OGK/L1wltPEo9dwfxSP7XmTzDf9E7gCK/vUZwt94S4VErztr514r7K9/W/3714otXk4+t3cN3+fX3uV3T49sv3eWZ9pfu9uy2i+8ECBAgQIAAgWsIDB+fduvWP1ZNx6f9ad3lc983Pr7tHY//KT2mrbhOkIvefAJ1BbbZPqKjNUba1o15fu5HxRPX/5zTzm8rS7YjEOtvRGQ9DgmfZxDY5q/aGWq6a4wlB+K7Bqqw0wj8XKf6f3zaqUqKNf7bKConjfMhv1lt3A7zo7AkgXMKfNt+zlkFURMgQIAAAQIECFxd4Of1gavXWP0IECBAgAABAgSWCxgBvNxMCgKHCjQxEizu5h1975B7S+quJOG75sS/myaGWNeN9ry5lzhP1Dq2n7N3NjZbj0rtNtGkZhEgQIAAAQIECBA4vUCzx/enl92kAv1BAEagbcK6IJNrnGcevd5YjxeschYl0BPobz+92aM/j97uRwMzYxcBHcCFzN83vHjgZPqM74UFSE6AAAECBAgQIECAAAECBAgQIECAAAECBAgQIECAAIGZAtkO4O8dnDNz3XCxo8v/FXdAjtVpcARX3BX28SDctxhtF5+9jBrvJz7cv8fV/ym+vsj338U+j/W/t6K+/P1R0Me0wQGkz/X/ezQ/f+Xiy92hlEv/s8RlU57b77J02y09Zpn8P1rg452gP/69p0b5bJjvfiP7oB8ZzJ8wWP5H8j8hpCg+3ls69C/ecTWWfijN0LTS9J/v1h7KOaaVmb3Hy2h/3BD09Y7rovd2RYzrP+f7Rby9soabt7dQvZ+PP699x/fPdnvpT58TymOf1114eD2Y79fNa/73fv793/NzGl6yNL+x7Xu4tOVTS+NbXqIUBAgQIECgfYHaf3+PFij9+391n/L2GTu//Mp58PrWjFL76dIxdX/aQDZL2zvat58upg8UsWhSP99FiT8WHjn9XZrN7OX78W7lMBZAv7yx5camHxVfXJ8YjevrssozvuHzv7H0ufzjutJR796NuFttv4jr6R8R7/P5uGzz47rNZ/mvP9aPdXFFPdelHr++tja/pely8dduv9iOlsYdy2+9/eU8otz4rO0T5Yx95uKtHV+u/LG4Y3ppfGcvPxzGPnM+2Q7gsYxN/xQo3QFxJHBOgYGOx3NWRNQECBAgQIAAAQIECBAgQIAAAQIECBAgQIAAgUsJZG7/a7iu6Y7CwZE6G8VcO/+NwpQNgSYFLr/9pF1nye6zNH2Trd5wUCVt1WC1rrZ91fxb3mDzCYkAAQIECBAgQIBAmUDj5zczRv8uqv/Vzn8WVb6FhWtfv6idfwuGYji7QBpBWDqK8OwG4idA4JwCRgCvabfuwayBkGsEpbm6QHcbuXpdm6xfPLLor0x0sVzjFxAytTCbQAh0H78VjxqPeT4JECBAgAABAgQIECBAgAABAgQI3F3g+fjzX79yV4/XWHXzj0epr8nnrmm2vL55ng7g2iOE5uSvU+uu21yz9T7s7rOh7eWxfaROxc8OxdL4StNv13ClHaSl6fs1ify6d6B8deamdvhqn+9+8cLW6PTt5tmfFvl3l5n//dHxNvSO4o9sIurv8f3MP/cOg58pYspQ/DGtX9dI0/Dn0PbWcLjZ0IbqE9Me+5FsLt8WmDowOnHLf6ujHwQIECBAgAABAncViCPabv1j2gnPb7rVGPoe5wa9eXH+2D9PHJveS+7nbIFYt2YnWLhg7fy/h/O4PvF98ma/aue/WaAyGhTQMTXIYuKFBbods1HN+Dsav/uf/b+7/fnd30P5d+f7Pi3Qvb45veT8ufv+1Z0fV+NLpgPs+K/xUIVH4BAB28ch7D8KzbRD6mxb2eH2oygTCDQgkA4008FSjQOmBqonBAIECBAgQIAAAQIECBAgQIAAAQJFAjE4J2WSrqVt3XHbvS5XI/+iyp8gcbc9Sq9znr8DON0ZOHJ34AnaUogECJxaIO1CS3ajpenX4HXivcv+86p/I/Zqv+p+nXVyzSrdSePu3Q6GrwQIECBAgAABAgcJbHd8O1yBGg9rHC6pqal7nf80VemWgql9/aJ2/i1ZioUAAQLHCsRzImtF4ekIZbJbXt+sfVRaVlOpCRAgQIAAAQIECBAgQIAAAQIECBAgQIAAAQIECBAgQGC2wMv//t//uzvie3bCuQvmniGezSc38qjW40u/yn17/zsb4pELFPtWDl5808B8pn1yc9/SE44n/2UXmEydm3l0++XKX/KOhqG65vIfSrNk2nv3eSCDCUvbb+wep1y+n+ne3/8ZjGr2xNK/X5n0778K4xuryFS5nb+5b/kNcKyEr+lj7RPJcu0Uyz0/0yoVdxnWXn+fpdb5los/N79OVHIlQIAAAQIE7ixQen7Rut36+k0d1y4/ph1zennJjfzdrqyxGKamv75OOUyl/Jo3dR6SFumciwzltr79hnLbf9rR8ddfv3Lrx/T6e7RPbo04Or7i7S9Xwcz8tfXvPuZ0qIi5o+DWlj9U5pppR5efi1l8w0JxWfLlZXj/NDx1OK+aU2u0X9r25m5fuboNxbdl/mvKz6XZc/6QT6787vXN3LK5+a2sx7k4zSdAgAABAgQIECBAgAABAgQIECBAgAABAgQIECBAgACBjMDvzPz7zo47C6uOj74vb/s1j3sjpu9AbL8eF43wcWfwVdonrW9XqcucdS62r1o72Mh/TiyWyQucZ/2M0b/5Oh25RKyfd9rmj/RWNgECBAgQIEBgb4Gtj5/j+HHveiiPAAECBAgQuKLAVqN/x2xq598tN56Qt2akbTeflr5veX3TUWRLLSsWAgQIEKgsoNNtOTCz5WZSECBAgAABAgQI3FfA8fN9217NCRAgQIAAAQLtCBgB3E5biORQAfdCHMqfK/wx4je34FnmD61vMW2/iwVxh1R9tahbrZLm5D/lOid9rdgbzDeegBGhpe2vPy3m+ZwhYP2agWQRAgQIECBAgMCJBfrnGun4rz9tSfX6x4+R18cL+wb/9ZcfXMhEAgQINCew5yjBGpWPdxi/juyetxzFVyP+o/OMd/D+Osjv0T7vn39nj36X9tHtsbb8uL589AjciCPqcXQ8EcfRn44Sj24B5RMgQIDAjgJx8WTHIs9elM7fs7eg+AkQIECAAAECBHYVcM6xK7fCCBAgQIAAAQIEBgWMAB5kMZFACMQ9EgefwBmBFw3y9dlIu/Si8nOmwGNE9z8zE1jsPgIH72sHodP+pkZc9mOD3CYSIECAAAECBAj0BOK48b033U8CBAgQIECAAIEhgf6I4KFl0rSrjxS+fQfw21uNi7pjq5PpBAgQIECAAAECBAgQIECAAAECBAgQIECAAAECBAgQqCfwe25PeL0QpnN+e/97coHXl7gTcnix2h28rfuJb3i9eE6dXn/e3w8aofg1QvLZfh93+saLERp6HGvt7evXr2if/o0a8Ts+ny3a/fb0605t4Xs/7lTP/rSPJn8vu8M7lz43/+k/ZvYz5u9LRvv16xHbVS7999z6v57xR35fS8QI48FtJb1YZCyefgllv99/9eLqZ9cPoz8/l/7H8t8n1N8+v5f381e0/885P6f8XBee7ftz6bpThuKOac848/FFmrGGfuY1VJ98/kOpTCNAgAABAgQI1BMoPT5pfYRFrn7144/jx+E2fI9rAj9mx/FmfP5Y4M+E2vHnzj9qv1sx1359ldoe/fJa/527/lXuNX3+k/PJtW95fLkI2p5/lu2vVjvl1o9c662N6/EO45Hrd9N75WdUa8t/5jD97Sif6ag+Rl4GUMavtk/EmduOYrmln6V//1ptv77D2jj3at9+vPE7F3dpfLn8I46xz9Lybz8CONcApcBjDWc6AQIECBAgQIAAAQIECBAgQIAAAQIECBAgQIAAAQIEtha4fQfw1qDyI1BHIN0JXHa3ZJ24tsq19fqVxpdL31rbpnhP/G9w5O+J63O60E++/vzwzm2/PxKYQIAAAQIECBAgcEGB/gACAwaikeP4v7Xz2ojPJwECrQjEftT+s5UWEQcBAlcX0AF89RZWv4sIOJG6SEOqBoGbC3T3ZXGhqHWSbsytxyo+AgQIECBAgAABAgQIECBAgAABAgQI/Pp1+g7gWs9mt3IQOFTgMYLx62UI6Z2mj2mHRrZR4UMdPzGthc6WiKVb3Zg2J75Ydm36bro9vg/Fu0e5yriGwJz1J7fdRB655fYQ68eQYutP2yMOZRAgQIAAAQIECBBIArlj0TiW3ktr7/L2qpdyCBAgQIAAAQLXEnDUdq32VJurClyq8/eqjaReBAhkBb7ty9KFrNzFrGyOOyxwhhh3YFAEAQIECBAgQIAAAQIECBAgQIAAAQKnETj9CODTSAu0MYGpex9ueLG/+gjj5H1D18bW+tnhpPUh/fvWWfc5yf9PIBDtd9g299cX0j8rsLr75jXpVxQpCQECBAgQIECAAAECGwjEsbxz/zJM10/K/KQ+g4B3AZ+hldqJMdaXiMg7pEPCJ4G8gA7gvJElCBAgQIAAgdkCX4+un728BQkQIECAAAECBAgQIECAAAECBAgQIEBgS4FsB/DZ37Hbv0NkKV5p+qXl9Zc/uvx+PP3fR8c3u/zHiLiowWcHxcvrS0z4+Nz+LtVsfD/i6oSTvr5U6kj5KvftPer88fkoKqb1Yln0M+787SaKaSn/fhnDd7i+vx81AvAzvmf7DcfXrd337/24l6b/ntvYr2d8Y0vkpkeb9JZ7jPztt1NvuczP49ovE9jM2eW+0wVt9/e1345l7RZR5+sf5T52Hl9J/x1Z/Px8T/vc7n43LdJP/zPZmin5+NfkuiTNdDscH9+SuliWAAECBAgQIFAuUHr809qIn3596sUXx91lbdCPt5/b/Pinj3P7+c7+/TgPnZ2iaMG+x/z6FxX7M/HX9Zn3x2lR+vJ1zrTApHb8fa+fFfmcUjuOsXJz8dWO6+jyx1z2ml7bt3b+ezm1Wk7ON7d+5+qVyz+Xvj+/NJ5+flvH18+/9Prf62vZcUCpV20f8fXXmO+/S33K1p7vsfhFgAABAgQIECBAgAABAgQIECBAgAABAgQIECBAgAABAgcKZEcAHxibognMF0h3TC64M/LXr7j34XGLZaesdDdrzO9M3vJrbuTvlmXNyivVt9JdvH/Kz+Vfs+xZAJmFSuMrTZ8J726zY/tZtM3fDSnVN/Zjd1v/ot79kfhj60Bu/zSWznQCBAgQIECAAAEC1xGIESa1R/pcR6xWTZyf1JKVL4G1AlffL8b+f62PdAQItCugA7jdthFZVYHoEOk/irRqofMyP6RTKzzmhbh8qdr5L49ICgLXF7DdXb+N1ZAAAQIECBAgQIAAgWsJbHce99a55PU6NP7hWnBqQ4AAAQIECPQEdAD3QPw8i8DXCK/nS1I+XiP5NW2oA3Vo2kdVu8mfNU9HyBsfGUdsz0J+fhuJ8eeCG0yJsh7vAN76DtP+CcvW+W9gIIvzCMzZfjasTbrzMf13njs8h7a3DUEWZ/W1Lx5N14+3v2AufY3lo8xcbP2y/SZAgAABAgQIECBQWyB3jBrHsrXjkH8Vgbg+E5mn89/+tJg387Pb8TszicUqC+RGWJ7n+kNlqAazj7aJzwZDrB5Sbv2tHoACCBBYLeAocTWdhNcQSCdSuZOpvWsaMe0ZV+2yaue/dxsp78oC0QF83jrGPuS8NRA5AQIECBAgQIAAAQIEbilQ2PnbNXvvjABOncI6hrs6vhMgQIAAgesLGAF8/TY+SQ3TvQglnYSl6XtMMeJwwwPvXgl+3kpg4/XzVnYTla20naa7Oje9s3ODO7gnFE42q2Q/v7SqcY/bnmUujdHyBAgQIECAAAECBNoSeP/Ta/i27TlRW1W8TTQvGz/c7jZwKkqgIxBPiKs5CnbTa1Cd2Od+nSp/j/rPjdNyBAgsF9ABvNxMCgIECBAgQIAAAQIECBAgQIAAAQIECBAgQIDA5QWmOokvX3kVJHBigd9vb3VHxtS8O2YP99bjbz2+8Tb6HJn1/ha3I6bPr2fTzBp1+89X1gMjvGJUYFoik9fnna1pwYgjfU//vvLvT/6cufz//Tgixv70PzlHnT7GRFfePnMVOe/69Vmz4+L/Wr8fL5nurN9FI91zLbZ0/vT+/zi/r3rEdjJSrfett9ORcsYmj2+fz234M+2H82NfMm0+Vtaa6Ye337egO/X+2u+9jz5/LPbv3zIY+BHOD9zeMp0yv83pT0/59Kd9SzD4oy3fwRBNJECAAAECBAgQ2FGg9PjwZfD6wJwKLD+W/Z5rHFd3p6Zp6RpNad7PPMfPn57LlHx7fR2qx/wcc+2X6/woTT8/0uElu+XHyN90yvX6dbqUi3841+VTu3EsTz2eojT+XFyl+Y9H/jmndv658s1vW+Do9XOs/D8PhPjYj6T1d2iZ2NfkdHPr/1DeuTy3nJ8rPxf/lrEM5TX29zMe8//yMvz3b3jqUAnT03I+06nnz13rXBrf2nLn1uzo+IwAnttSliNAgAABAgQIECBAgAABAgQIECBAgAABAgQI3EhgqJPsayjXjRRUlcD5BHQAn6/NLhpxuidluztLm0dafWfv3JrFPT43Mp2kOXj98g7Yyda5/sy/Pqo4d1TrHhql+4dIvyLWtO97jOweG7mby7eg/MGst95PRnxb5zsYvIkECBAgQIAAAQIENhZIx7OOZfuoMYJnqBOkv2wrv2P0byvxiIMAAQJDAqX71dg/D+VtGoG7C+gAvvsa0Ez9nVw00xQC2V6geof/9iHLcUuBljp/t6yXvAgQIECAAAECBAgQuJ6A6zPXa1M1IvBToLulx23MP5eqN6X7Vig3K9RzljMBAvcW0AF87/Y/sPZfhxnxsgAjJAvb4ohDtcKQqyYPj+4Iw5jWPcStFUSUEeWnsmNarTLl245Av62Pbv9Y99cK9dP367cg38fo3wVpfvXLX5J2j2Vbj28PA2UQIECAAAECBAicV6B/fJ+Ob9M0D/c8b5uKfC+BeAfnWHlx2XNs/hHT+1v83jF0O373Llt5ywRi/a3916D0He5j78idW9uzjiCO9vn1/rlVlzrO9bLcuQRctTxXe103WiMkr9u2avYhcPThtUY4VkD7H+uvdAIECBAgQIAAAQIE5gs4f5lvZUkC5xXodsSmrX7vLT+GTCTBFEs3nvOqipwAAQJtCRgB3FZ7iIbAxgJxj8feh3EbV0N2BGoK3PYJBGv3D2vTRSNG+pWPxo5RxM3fOBT1tP+NlvdJgAABAgQIECBAgMAxAjHCrfRdm8dEr9QaAkc/drn2qNIaZvKsI5AbwZsb2Zqbn8u/Tq32z3Wsnjmf/SNV4p4COoD31FYWAQIECBAgQIAAAQIECBAgQIAAAQIECBAgQIDA4QJujDm8CQRQUeB33AFWsYyqWbcev/jKmj/vlxlB1n2eSFkog6nH7qwZXLjCxPfHy0bGKtr2yLN8+65F668XaSTecot68c2r19Hlz4tyfKni+N/H1uuvMtfeLvo1gvTt6x0Zf9aNR1HL15NxgbI5eb8YYTpWTg5ouK6P3coj2+/LxTtG8vE9Muh96W+fvdmPnyP1e0npHw32WPr55TPd+vieOc379t1nXhpLESBAgAABAgQILBUoPb47/gLvyPHtA2LqGPex0G5flnof7Zu7PrPVCKilLtFguXR7+Y3FsVf54dHa55hLxDnmE+fHsdwZPmNPlM5k43tp3Ev8YuRxeuRzfM+Vn8s/l36s/XLpYn7r5ZfWL+q59jPnUxpfbv8ecY/t58emR7pc/rXrF3HU+szVL1duzi+Xfu78MefS9SdX/li5uXQxv/X4jACOlvJJgAABAgQInECgrQtjJwATIgECBAgQIECAAAECBAgQIECAwIDAVAdn6jz966+/fpV2og4UaxKBXQR0AO/CrBACBI4VuNkIvdO8I/XYteJZ+l8fX+eOSn2mGv8W99DWWu8i//EIzj3n6vU7d+uIngABAgQIECBwPoE4vjzqRsIo/3xy6yJO9a11LrQmorv5rzGS5o4CR28Zc0f/3rFt1Lkdgegcjs+hyHKdw7kRprVHkA7FbNp9BHQA36et1fQiAt8ez3rU+etFLFWDwKfAlp2/rZu2dCFmjdXZ419TZ2kIECBAgAABAgSuK9A9vs29wuW6CmpGgAABAgRaFZjqoE2du6lzONcJ3GrdxHV9AR3A129jNbyIwLeO34vUSTU2EogRvxtld/lsXr4usjzeAVx6h3rt+2a3yL97YWm6hfd/h9Gc+k3FPyf9dJ3NJUCAAAECBAgQuJLA0ceHc8qfOr49W1tEfbsd2DHtiHpG2d8d+xfnp0ZzfU/pFwECdxVI7yme+tf6KObcteT9r/9MaZ5zXuocjk7gsRr0//6MLdfa9Fh/xv6SD/+1ba0W4tFO1gECJxPoHnykHXHsjE9WDeESaEhg7FCmoRC3CiV1fsd/W+W5Zz7Reb9nmcoiQIAAAQIECBAgUEsgjs0d59YSli8BAgQIECBA4LYCRgDPbvrUV36jToLZLhbcW6D1u8v29lDehECMDHYxYQKp5qy4x2rrvx218l1rsfHfR+vt2oaQjgABAgQIECBAYFKgtePoyWDN3Fyg7faPd0ROPWp0cxIZEiBwCQH7j89mjJG2rT3hIRdPxH2JlVElmhPQAdxckwiIAAECBAgQIECAAAECBAgQIECAAAECBAgQIEDgygI6iK/cusfX7eV//a//9V4zjLgDpWYZJXmPxxd3Bg7lvvVorqEyPqeNxzeeZs85rcfX+h00a/zSI5+f72iYWk/TmlC2rq6Jz/o3X6DYN0ZKjhWZGflbXP5YuRtNb3/7zbwMpnD7+/WrbPuu175TcS3Z54zlkw5L3v+8Q2V4VRpL1196SSz9tMf/rtd+x9ctRZAb2XD1+rfRCsdFof2Ps2+hZO3fQiscF4P2r2uf861b+vVzX+8bx691j0/Xx7d126X6Lq/r0fHnLsBvrbQ0v6N97l5+rr1q+9TOP1e/vbaPo+p5VLnhXrv82vlHPdZ+Hh3fXuv3Wp9+utavl/bjzf0+2v/o9a92+UYA59ZA8wkQIECAAIEdBarel7ZjPRRFgAABAgQIECBAgAABAgQIECBAYFwg1wHoBvlxO3PyAjqA80afS6SRdpnRdHOzslwFgRu1z3P0bwXH22S5zx3Y1ThzI3+rFSzjfQRi/dyntOJSbrT/LbaSAQECBAgQIECAwA0Flo+GPTfSxeob599HXRN8lH/sjbLRAZHrqDj3uiv6owWsZ0e3gPJbFOjvd6dGzKZtKP7rp2uxbmKqL6ADeK7xUQd6c+OzHAECBAgQOEJg97+PcUFpqKM85h0BoUwCBAgQIECAAAECBAgQCIG3zluTXo/tv46QfBIgQODSAqnTN3UA6/y9dDMvqpwO4FGu/kXkdKG5P200sRm1BeIOyG45MW33zohuEL63KTDUUdRmpINRxbo9ONPE8wssWz/Te8Cn/tV/SkD/b+HWfx/Do3uFIMpMnzG/qxDzu9N8J0CAAAECBAgQIECgVOD484/SGixMf/T599HlL+QaWrzb8Ts0f8m0yOt15Dy4/vnvkmgtS4DAlQRyV5qGrk7tUf+pzt3o/E2f3ZHCMSo45u8R59FltNp+e7voAJ4tnltlZmdkQQIECBAgcCGBo/4+RrndQ+6Ylni70y/ErSoECBAgQIAAAQIECBA4gUC6eSA6aB8dud37fE9QByESIEDgTALRORyfEXv6fafO36i3z1+/dABbCwgQaEAgddR0O272Cik6iI4ou6SOO8ed7kA2sr6kwRam3bl9F0bX9uJh13aUoiNAgAABAgQIECBA4GQCMTL3qHPjo8v/aq7UgZD+9TsXvmZ/+4jO328T/SAwQyDWs1h0zvoWy/okcHeBoe0lOn/TZ3dkcLJ6ezvbdfG7t/Cy+usAXuZlaQIECBAgQIAAAQIECBAgQIAAAQIECBAgQIAAAQLNC0SncHx2A+53CHfnpe86iPsi5/r98h//8R+HPnyjf0fPufh+/Rk633LMpb5DO4VufUvz324HkkZ97X+3Smn9u5ZD3/P550a77W/Srcd4/FNxbxnzVDlp+/2nG+7u38d9PkN5+fXXZEzvvyrFH3cWD5Xeuds5v/1O+9feZt9zL6sq3meU1a9+fEMNuN203PqbL2nML7cPGEuXSsylzUc1d4ny+s8tyXIECBAgQIAAgXMI5K4fnKMW66M8e/1bj7/1+HIX0NevWdukrO03lH967PProVedn3ZD8T3nln87e/6lArXX/7v71q5/rv2PLj/iqxVH7fU34q/1WepS+/pW/vrxPJlW26nUf17t1y9lBPB6OykJECBAgAABAgQIECBAgAABAgQIECBAgAABAgQInE4g14FZu4P4dGAnC1gH8MkaTLhjAvuN+hqL4Pv0GKHWWlzfo2zm1+bvmA3/Zmq4LJAYgftxt2wb/5LnknX5aP8ov5FbjdtoxJtEEW2fqrtknb0Jj2oSIECAAAECBAisEIhjTMeXK/AkubFAK6N/b9wEqk7gUgLREZnrsLxUpRuozJB3aov4r9WRuQ3QNRGCDuAmmkEQBG4u0HmscH0JJ+3LjZktN5NiPwHr537WSiJAgAABAgQIECBAgAABAgQIECBA4AwCOoDP0EoHxhh31hwYwkmKjjuCTxLu4WH2O2ySX3/akiDn+JfkvySWFcvGiN8VSask6XfIZ0doz/GvEulXpkeXX7Nud8w7154Nb8t3bC51JkCAAAECBAhcTiB3PHq5CqvQDQRy1/eGRnjdgEUVCRAgQGCFQPzNiM8VWUiyk4AO4J2gFUOAwJTAnh063bKaecbyFM7x8/odwsdHJAICHYHuNt2Z/MuFu66G7wQIECBAgAABAgQIECBAgAABAgQI3EdAB/B92lpNDxGIDoixDopDglJo8wKx3niH7bqm+usr2d/rkktFgAABAgQIECBAgACBHwJxnjZ8fn+eEZapHsN1+FFlEwgQIECAAAECAwJzRv+mY6P0juC3t/LjjsjDO4cHGmNikg7gCRyzCBAgQIAAAQIECBAgQIAAAQIECBAgQIAAAQIECBBYLjDVaRsdu8tzlWKOwMt//Md/TA4xy93BOKeQI5c5Ov5c+bk7JXLpa9uu3QDfM0/WhbKQ2gAAQABJREFUfZlc6+bX6mif+ZEOL9l6/OXxxR3Sw/XP3XW8uvx4p27lRxdn44s4xqo/Nv3PBjKxkUS+hfVbu32Phf2cHu0+fXdX1u+Z4ci3KGdkduFd7eXxjcXVxnT1a6MdREGAAAECBAgQIPApkLs+cnWnevWfOm+aPmdbYl4v/iVRjC97dHxTF7/Ho95uztH1V37mQul2TT2Y09H+tdf/o+un/Huv34MbXWfi1df/TlVHv9a8Bll6fbt2+4yizJxRun8xAngmtMUIECCwn8BE5+9+QSiJAAECBAgQIECAAAECBAgQIECAAAECBAisFpjqxKzZObw64Asl1AF8ocZUFQLtCEzdYbxDlIUjY4sjjBG6xRmdNYPt7iIfFjh4/RoO6kJTw7d2O16ITFUIECBAgAABAgQINCOQjucnjuXT+eqm58xx/uBG5mZWAYEQIECAAAECBD4EdABbDQgQ2Flg4kR050iaLG7TE/EmaygoAgQIECBAgAABAgQIEDhKwDnnUfLKJbCrQPf1fMc+oHfXaiuMAIGTCUyNDk5VMUK4rEF1AJf5ST0isNU7fkeyN7k5gbjjdyqwC3f8bjHid+okfIv8p5qm+Xlz1q/mK9FwgHwbbhyhESBAgAABAgQIEMgIDB3Px7R0Ht4/F0/z+tMyRXybHXl/m+hHRiDeUdj6uwYz1Vg9e+wCfu7C/+oCb5yw2/F7YwZV31Egtm/b847oNyoqrVdpHYv/7vp3dG2T6wBeKycdAQIrBbonmk4cfyImHy4/XUwhQIAAAQIECBAgQIAAgXKB7jl5eW5yIECgTYG3j2G/r19PZo9OYQN22mwrURG4s0DuxoHU8RvLxOedvZbWXS/DUjHLEyCQF0gjVm89ajXtWivtXtNI4fgv3xLDS5y+fSr6Dos1PrXSuvZnHa6Vd+OkwiNAgAABAgQIECBAYKGA87SFYBYnUFUgOn+rFiLzJgRiZGQTwQiCwMYC/U7f9Dv+S0UZETwNbgTwtI+5BAgQIECAAAECBAgQIECAAAECBAgQIECAAAECBAjsLNDvBO4XP9UJHK9g6Ke5y+/f6Q6Rmv9q518a+9HxlZbf+gpcWr/S9s2lbz2+9uMfGR349T7b9/d/Bqrw8Qyax7+6+59HMSNfitt/dJRz5pFaU+/7TaMuv/J9e4980ufX91Vk/XaKfEdgNppc7Ds6ivoz/uH1a6PgG8hm3K/fnmmliO1qSdv28+lXekle/bT53+P1y6e1BAECBAgQIECAwPUEcseHuYt/ZxfJ1X+8fp/n3U+fdJxf81h+LO84JxmP1JyPlnkb9pu6eL2F2/r167P05/q1RTQ/88jFV1p+Lv+fEX2fUlr+99zq/orHPKfHPsf3j5dn/il07JLSmeo3pHd0+x5dfpisjWOr9j+q/LXlhlvus9RnbL+fKzfmj/19ePw1Genfy131i/xL6xf5rP0sab+IfSqPMb+18e6dbqpuKZYwGIvLCOAxGdMJECBAgAABAgQIECBAgAABAgQIECBAgAABAgQIEGhSYKoTNNeB2mSFNgxq7o0AGxYpKwJzBNKqeeXV8+z1O3v8c9bBRpeZHD28NOZW27HVuJb6brV88pj4NzoSfSKNWQQIECBAgAABAgROJpAu4N39It68JnuMCZq3uKUqCzi/rQws+xGBx+jfkfkmEyBA4A4C0TmcjiFLR2Of0csI4DO2mpgJNC3gZLPp5vkWnLb6xnHWH5veFHBWBHETIECAAAECBAgQIECAAAECBAgQIFAq8NZ5q8Pr2LPjSwvZMX10AsfnjkUfXpQO4MObQACfApkRbqdnOnv95sSvM/GxmuY65HIjNiP94x3Aj5wf7wfuTJnxtd82c9pzRrabLdJaPJtVbGVG4dE9woppqS2H2rM/bWXRkhEgQIAAAQIECBAgQIBAgUCcuxVkISkBAgQIEMgI1Phr0+34zRTfzOw5nbrdJ8h0l4/paWTwWd8VHHXo1qvbODqAuxq+EyCwgUC3I6pzu9AGOctiK4FuG22Vp3yOE9Cex9krmQABAgQIECBAgAABAgQIECBAgMB1BNKQlLiqH53CZx4JPNY5Gi121s7fiH/qUwfwlI55DQjEvSy1OzhSObXLGOLcq35DZRdMixGsMVL1R1ZRr+4Ixh8LmbBaIHyPWGeHgt56+2mtfkN1XjJta58lZVuWAAECBAgQIECAAIF9BRz/7+u9dWm12u9q57lbu8vvSIHcCLIjY1M2AQL7C0Tn7/4l1ytxqBM4TUv7v/Tf0PzYN555hHAcfdSTlTMBAgQIECBAgAABAgQIECBAgAABAgQIECBAgAABAgQaEhjq/E3hxfT4bCjk2aH8jl7s2SkaW7D1+NPdAS3/a8dv2KlefHHvQ/d+lpg2HMuadnx/j/zHRsJuV9a6+Mbi+sotRvr+6i338u/PBXqTPyemOg/O+Mp0u49660dhjF9ub0Pv8P2T9d/TBTzcY52cXnxsbj2fflypvWNdn79Oj28f/3xVaX5eYwbHTP/0efov9Yn6R/Qpv+0t3t/75UR5PgkQIECAAAECBAi0K/A8zl4WY72Ld/3zoxRXTNv+OH5Zrfdbem27RIT12uezhPH4oq0ikuHzt/nxrWvz0uuHZ3185Xi7RHtc47O0nvPXvza9cuv30etvrn3O7t/mWvGMKucfSx7VDrn4asdVe/vp1u/l65J++ks29Ncx2qL7Wbv+3bKGvnfjH5qfmzYVf8o75qfv6b+t9le5o4W+f64eYw4eAZ2TM58AAQIECBAgQIAAAQIECBAgQIAAAQIECBAgQIAAgVsIpM7fbidwdAafqfJLO5LPVDexNiXQ+Kr2GHHZFNp5g0mee5qWllWa/rwt9RV56fZZmr41wFSfDetUvH7l7glrzU88BAgQIECAAAECBG4sUHz8f2O7wapvfH42WEZ34obngt1sfSdAgACBSwrEyNArVc5fwmdr9jt943dq99zo7Gcux30zAvg4eyW3JPCig2XT5uC5KWf7mdl+JtvI9jDJYyYBAgQIECBAgACBSwk4/j95czq/PXkDCv8kAo+35p0kXmESIHBfgej0DYH4HZ8xvcVPHcAttsolYhq6TySmtXAw3Y8hxdafdomGqFOJoTuaHye5yTHauk7xj9HFH3faPP5FTI84HnN+follu3Ni2pz03XRD3yOP0XcA53xy62Iu/VBQ3WlD6WNaruyUT3+ZlLY/rVte69+j7lvFGRaxfp7dZysX+RAgQIAAAQIECBC4okAc/0fdHP+HxLrPrc/PclFov5yQ+QS2FNDxu6VmWV5vL5/pX78++7nF+2D704/6He84PUOn255GMQp1q3fT7hn7mcrqrnexLqb4+9NjRHiuPfY62tEBfKa1TKwVBfoH/BWLukXW4bnXrqw91O4fgvai2zqiaO+t871Kfnyu0pLqQYAAAQIECBAgQCAv4Pg/b9TyEtqv5dYR23UEUufj69d987HV3fcq4nXaVU0I3EGg2+nbre/Y9O4ye3/XAby3uPIIEGhQIB1ixuFmWXifd/m8fXtBfFmOUpcLrG3fOPXYZt0or4ccCBAgQIAAAQIECBAgsPb85uxyzs/O3oLiJ9AViM7f7jTfCZxZIAYDHdUJGCOBwzA3AjWW87lOYKidu+vAZx9BPB1yvIza7aQDeNzeHAIECKwSiJ39qsQSESBAgAABAgQIECBAgAABAgQIECBAgAABAqcR6HcKd3/3O+j3qtTL//yf/zPfDV0QTesdIUfBzyVt3W9+fG3eoTo//rkttu1yufi6O5GhknPph9IsmVY7/9mxpPf3xnt3O4ly2/fry/Q9MG/vf3dy2/5rM35/3tm8fJRrefxxB/eY7fKYPnP6zHc4vm6etcofq8++04frv28MSiNAgAABAgQIECBwFYHc+Xe9ek6dt3TPb6YjOC7+6bjmzhX/XKnh5WqPMBou9Tm1dvudPf+n1Lpvteufi2pN+eldwFu9Y3Zs/c7tIaf2rt06r6lfN33t73eLr/X69tu79XjHtp9+PWr9bt1nTXzpmuxW12Wz/Ruv03uy6d6PWq0qXwIECBAgQIAAAQIECBAgQIAAAQIECBAgQIAAAQIECFxEYKjTeKsO4aVEOoCXim22fPTM5+5F2qzAgzO6Sz0PZr5r8QOjf+9Ksa7eF98+R0aIr7M6IlX6e3HxNjqCVZkECBAgQIAAAQIEzihw+vObdehx4XToouq6HKUiQOBIga1G/x5ZB2UTIEBgTGDO8Uoc26RRvrVGYkcv5FicphMgQIAAgXMLuEHg3O0negIECBAgQIAAAQIEngLOb54WvhEgQIAAAQIETi5Qq/M3sRgBvNvKoa99N+pOQXEXRWfSpb5evX6XaiyV2VEgRsvGK+7PNoJ26O9FTIu67cipKAIECBAgQIAAAQIEDhTonwOc7fzmQDpFEyBwa4G4knJrBJUfFUjvoZ76Z5T6lI55SwWGRgSnaal/J/3X/Z5+b9UprAN4aUtZngABAgROJtC/YHKy8IVLgAABAgQIECBAgACBh4DzmweFLwQIECBAgACBkwtE53D/c4tq6QDeQrEoj7gXyQF8EaPEBAhMCLhDfALHLAIECBAgQIAAAQIECFxeoP8EsbjIuH3F655/9usR8derT5Tgs2WBWC+sBy23ktgIECBwPoH4+zIWeenfnW76bllpevqdRgKndwSv/Re9j2vTS0eAAAECBAgQIECAAAECBAgQIECAAAECBAgQIECAAAECKwRSp2/8l5JH53DJ46B/d3uVV8RUnKSk97q48A0ymO/3zwalbZ/F/Pi3LzvleHT5dWr1zLX1+rUeX+39w9v738/GGviW84md8EDSP5Ny6cfSlU//vLfnWX56F2682GLJHUO5e4TiHbvlEQ/l8Ix/aG7709bH3/t78f7RDi9L2q19mz0iXO+/R3THl9Hu/ut4mztEoP3v0MrjddT+4zZ3mKP9r93Kufa9du3r1670+LK19llan/H4h84bY9p+5zG5+ozHX3/dUcJ+AmPrQWn7j+U7t2al5c8t567L5a4flnSeJNPW2//s8S3dPkrr+9hOvi5rLi3/kT7zJd4x/PGG18El4x3DtcofLHRgYm77GUjybdLY9pU7AogjhdL2PNpv6/i79Ul5p9/pc9Q5Mzo4nL81mh8ECBAgQIAAAQIECBAgQIAAAQIECBAgQIAAAQIECBAgsK9AdAbH55rSvQN4jZo0BAgQOJPA4hGk7g1qqnmN/m2qOQRDgAABAgQIECBA4NwC6XwvNy6noIaLzz8LypqVNM5vh0dgzcrCQgQIECBAoJJAjCAt6eSrFJpsGxCYWi9iZPDUKG4dwA00ohAIECBQVUAHYlVemRMgQIAAAQIECBAgQOCOAvF4y1T3eJSl19fccU1QZwI/BQb3Dz8XM4UAAQIECgXi8dCpQzhuKIgsdQCHhE8CBAhcRiDu5o47nHN3eMcd0ZcBUBECBAgQIECAAAECBAgQ+CMwdL4X0+LccRlVt2Pn52ji3PnnsrKWLx11W55SCgIEygW+7x/K85MDgbMKPG6MOmsFCuP217gQsJd8aCRwmtbt9I1lup3A2qEH6ScBAgSuJ7DupP56DmpEgAABAgQIECBAgAABAlsJvL08c0qdPp8dP84/nyq+EbivwPD+4b4eak6AAIFaAqnjNzp/+2UYAdwX8fuiAkffgXpR1tNUS/svaqr0zqb0z6OjPx38nwABAgQIECBAgAABAgR+CLzGQ6d+zGlxQoyB0UHdYuuI6XoC59o/XM9fjc4n0B21uST6sY6/JXlY9rwCQ+3fnaYD+LxtK3ICBAgQIECAAAECBAgQIECAAAECBAgQIECAAAECBG4u0O38TRQv/+N//I/J+/Xe3tq+M27tnRGtrAe5+PsN1o87l76//Na/y8uPOzDHIlu7/n3m+/42sHqfaFRjue+Y6zbT290/TK1Xz3Wq3HeqnGT8LGuNeHl8uVLL4q8fXy7+svlnj7+s9h+PZ3sf2D92Mm39708nVF8JECBAgAABAgROIJA7vjxBFQ4NcTu/dB5Ydq4aEOkRrzHKb7v4IvdtP8U37fn6mrs+MJ2+dO7R7XN0+eF3VBw1yk2PhJ/7DtQa5YfpnM+j1/9cjEf73L381tun9fhsX7kWKpvf3z7713uNAC7zlZoAAQIECBAgQIAAAQIECBAgQIAAAQIECBAgQIAAAQKHCfQ7hI+9veswBgUfL5BWvT1Xvz3LmqGb3rEa71mdsfjiRWrn/yOg2r6l+f/1I+KyCSme0pimIijNvzT9VGzmESBAgAABAgQIECBAgMB5BbYZ/ZvqH6N/0/c04qQ/6iRN92+eAL95TpY6j8Dc0b8t1Cg94bDdpxy2ICQGAgTOKmAE8Flb7tJxb3cy8mSqkeczd99aF/in9QDFR4AAAQIECBAgQIAAAQIECBAgQIAAAQIECBDYREAH8CaM9TK5zt2Tc0ZLbtlJ+5VX3G6WRsQe+e7fmqN90+pXO//+Kj5YXrTxFu0YeXULjmlz8u8vk9L2p3Xzzn2PsnPLrZ1fmn9p+rVxS0eAAAECBAgQIECAAAECBJ4CcR2r/wjC5xK+tSgQox9bf1dji3Ziuo6A7WC4LWO/HnPt30Pi2p/pPd5T/6LbZWqZNC+2q/5y/t70Rer81gFcx1WuRQLdjrqNOraO7PwtspB4G4HuOrVNjnIhQIAAAQIECBAgQIAAAQIECBAgQIAAAQIECLQooAO4xVY5ZUypo3ZBJ1uMIB3tmN2o47d1y6xDYQVq518Y3vzk6R2+LT3GOdbPoXV+aNr8mn5fcqqc70sO/ypNP5yrqQQIECBAgAABAgQIECBAYEpgfMRYOk/d8rx5Kooj5l29fnVMY30xsrCOr1yXCcSIRSMUl7lZmgCB9gSid6C9yEREgAABAgQIECBAgAABAgQIECBAgAABAgQIECBAgAABAosEXv77f//v74tSLFw47uBamKyZxXPx5+5My6WvXdF65U/dO9C9k3NsubTavf+qF19t2c/8W48/7lirr1HnDtf33MsGqt81PLb+DrV/d72vL/5ZwnR8ubuq66+/rce3VzvVKad++9WJW64ECBAgQIAAAQIEagjkrs/UKLOlPNut/9R54fM8ut34P1t5PL559StdV8bLL815XvqjR0IeXX/lZ14GOm81Gl3qaN/RwL5mHL3+5+I72u/o8vnkBKbnt95+tr/p9svNnTpKyaU1n0CBQNX7DgrikpQAAQIECBAgQIAAAQIECBAgQIAAAQIECBAgQIDAeQVO3AGcQj9x+OddZ4Yjj3fNDs9dPjXlt3Wey6OQ4iGQ29aed+0+khR9OXr7Lih/9L3WRSAnS1zgd7KaCpcAAQIECBAgQIAAAQIEFgiMXOtJTzi6xlOOctdPFlhZlAABAgQIECBQIPC7IK2kBJ4CW3d6bZ3fM1LfTi+wdWfzUpBu+TGS/T4neG+dp/68RvUXEXb9FiW0MAECBAgQIECAAAECBAicXeDy13uc8559FRU/AQIECBC4isCJOoDb7GC5xt2Ja1bn/gFtap/+tKl8v9rz4w7Px7/HSUDKp832fsR6+S9D/jFtSTvPhYq8p5avUW6UV1p+J7aRu5mjpLN+djt+f9ah1O9njqYQIECAAAECBAgQIECAwBUEOufLf6qTzh/705717F9na/3dhD/rMl2/Z019I0CAAIE7CLT+d631+O6wjtSs44k6gGsyyLtcYPzgfV3ekd+cjqV1JUh1UoHHjQIf8R/R2dot/9fXDQxHxHFQ871/jAB++ap2dAovGwkc23aqgO37oGZULAECBAgQIECAAAECBA4S6J4THhRC1WKvXr+qeDInQIAAAQIENhS4wNX3VIULVGPDRpUVge0F/to+y6ZzzOxXUofvZKdvJn3TdZ8OLjp/p5cylwABAgQIECBAgAABAgQIrBFwjW+NmjQECBAgQIAAgb6Ao6q+iN8ECBAgQIAAAQIECBAgQIAAAQIECBAgQIAAAQIECBA4qcDLf/tv/63zEtbz1aL/jPK9a3B0+aX1FX+pYFn6t7fWHw00fY/I+/s/ZQCjqaPcuj7v6XnGg//SbvH4XWOL22d67HP+kc+f7Vdv/RhstOYmtth+zSEJiAABAgQIECBAgMBOAu2/S7YuRLv1j/P/ofo/rwnUin/0ssBXOHOfglUrviGVoWlHl//6OtWOQxFvO+3o+h9dfmjWiqNWvhH32Ofc7fOo+Mbi7k8/evuIeI5yOqrcqHfu8+j4ji4/55Ob33r8rWx/Y461/Y796zxWa9MJECBwqMDxnb+HVl/hBAgQIECAAAECBAgQIECAAAECBAgQIECAwGkFdACftukEvkhg8n2ti3L6XDj7DtgVeTaVJO0ajtw9pLt8n3f6NkXzJ5ijfY4TyY/+TbG13n7H+SmZAAECBAgQIECAAAECBCYEtr5+M1HUlWalJ1Ad+RSq9IS79p9yd6UWVxcCBLYSOHr/uVU95ENgSOD30ETTCBAgQGBKoOXO6am4zSNAgAABAgQIECBAgAABAg0LvDjfbrh1hEaAwEUE0ive4t+8wR6xtE8CBM4koAP4TK0l1vkCQ3eMxrQ1JxORdn4EJ1uyP9o3d8LVX/5k1c2GO1S/L5O0/lx+fcgCWYAAAQIECBAgQIAAAQIETiTQHx1a+51z82n61x/S+Xh/2vzcli459x2/S/M9avl22/kokX3K5V7H+WrbZx2lZbl2O36XpVy/9Fm2j7PEub4lpNxTIHckM9T7UCO+vcqpEbs8CRAgcIxA6gRecyPBMdEqlQABAgQIECBAgAABAgQInEQgd8n0JNUQJgECBBoWeO/EljqFj+gY7oTgKwEClQR0AM+GRTWbqskFK7VfGgl6ydGgyauSWZPrx9WDKm3L0vRX91U/AgQIECBAgAABAgQInEsgjXTqj3Y6Vw1ES4AAAQJrBTpPgF6bhXQECJxAwFX9EzSSEAkQIECAAAECBAgQIECAAAECBAgQIECAAAECBAgQIDBH4PB3AB99t+F4+f2+8fRghLg3Zr/H0YzHN6d521+mWv3i8byP0bmdNntMS03amT7FNbLc29tX+u5zM6byaWze0/+fhZEtXX5h9l+LP+Nblz6fakXDddefTAH5+Pv7mX6GK+L7k8VQvjFtzjr/uez7W5SfPr/2fyPbQj/yM/zOt88ZaiFGAgQIECBAgAABAgQIXF8gd/7WzjuNj2mLVur/uE7WY3h9jWsSvRkX/RnrazxWd6x9XuOyy0YOUW4/u7Hy+8uN/R7Ld2z5/vTS8vv59X+3Hl8/3qN+J6d4r3K6OtjfKsdWx63br7S9+n5bx9fPPxdvafm5/PvxLP1dGl+uvNL4a8c39ncpV6+Yv/bvV3/7ivz6n6V+/fz6v+fG0U/nNwECBAgQIECAAAECBAgQIECAAAECBAgQIECAAAECBAg0JqADeG6DLBj1NzdLy1UUSO116jZLm6bNs+IacnDWO7dv8bZgXTx4hVE8AQIECBAgQIAAAQIECBAgQIAAgU0EXOnbhFEmBJoXOPwR0M0LRYAXeuxpVMknAQItCsx5RPPCuIv3XxViWlgFixMgQIAAAQIECBAgQIAAAQIECBAgQIAAAQLzBHQAjzr1OzzSfTH9aaOJzdhboD/CMdfh1V9+73h/lOe+qx8kl5owp3233L/081q6//pKHy8GSdtLbpu6VHupDAECBAgQIECAAAECBAgQIECgTCDe8ftSlo3UBAgQIEBglYAO4Nls/Q6V2QktSIAAgQUC3X3NnI7jOVl385yzfG8Znb89ED8JECBAgAABAgQIECBAgAABAgQIECBAgEC7AjqA220bkZUIxAjf03dcRQdgYQdeiaW02wtk189o9+2LliMBAgQIECBAgAABAgQIECBAgAABAgQIECBwbQG9DNduX7UjQIAAAQIECBAgQIAAAQIECBAgQIAAAQIECBAgQOBGAi//9b/+1/eW6/v+3nR4WTrxZ4mqLvD2du6Rs9afstUj75e7B6Z0/RnLP+3Xyvdt+fqV+R2d+ur1O9pX+QQIECBAgAABAgQIbCfw8nLtt3zWr9/Y+XO0Uen5eeQz/Fm7frXzH67V/KlHx/f6mmv/+XVZs+TR9T+6/JxZ7fhq5390/XLll86/+/aT87N+5YQ+5x/tNC/Kn0udNe5+TWptx8f+de3X0m8CBAjcQqC88/cWTCpJgAABAgQIECBAgAABAgQIECBAgAABAgQILBbwDuDFZCdJkH3HaOV6HF1+5erJ/uwCrd/7EvHVvcP57K0ofgIECBAgQIAAAQIECBA4u0Cc/569HuInsF4gnoB2lZFs6yWkJLC9wNHbV5QfNWt1O484W40v/HwuE9ABvMzL0gQIECBAgAABAgQIECBAgAABAgQIECBAgEAlgffOU/VfPEivkrJsCRC4uoAO4Ku0cIy4Pao+R5d/VL2VexKB1u4obi2ekzSjMAkQIECAAAECBAgQIEDg5ALOh0/egMInUFWg2/FbtSCZEyBA4AYCjrpu0MiqSIAAAQIECBAgQIAAAQIECBAgQIAAAQIEziDw1hkBnDqFdQyfodXESIBAawI6gFtrka3jSSNzjxyde3T5W3vK7yQCadc2sXuzXn5vxyP3Ed8j8YsAAQIECBAgQIAAAQIECBAgQODmAq8e+3zzNeC61U/v2o337V63lmrWisBED0krIYqDAAECBAgQIECAAAECBAgQIECAAAECBAgQIECAAAECBOYIFL8DuPW7FarHlxs5V/kt9c/6/TPd3rXvmnp5Gyz/7e1reu3yB0uvP/HpX7+sNSW0Hl+uTvPj79/LEitcf/pXiS9pe4llhqIYSTe06MS09/fMdjmRtuqsof1WTBvZlofimd8+Q6lNa13gsf8eCfT1tWw7qZ3/SNiPybnyHwuOfCmt/0i2zUyu7ZPLv7ZvrvxcQ9SOL1d+7fm1fXL51/bNlZ/zrR1frvza82v75PKv7ZsrP+dbO75c+bXn1/bJ5V/bN1d+zrd2fLnyzW9boPT86OWl87zTBqtaWr9nlXrnyV/noi8XH+5X6tf6+vFs322/DV9tfJZRdlb6zCfXPrf1/9otvY7snra67P3N/+tyXXrk84/8K+0nv5X/XC0e31pv/9zxTe3jl7P4jcV5VPuOxfNY8b6+7B3f3Lgizr3ji3Ljc2m8kS4+j44/4hjbjku3363+TkacPgkQIHACganO3xOEL0QCBAgQIECAAAECBAgQIECAAAECBAgQIECAwIhA8QjgkXyvPzlGy12/phepYbrXIXff4EWq2kQ14t6Sg8xj+1wwmrUJtsOCsH0cRq9gAgQIECBAgAABAgQI3Fngcd4+MsTwzjbqTuDGAj9G/97YQtUJECCwVkAH8Fq5qXSPg9ephcwjQKCawOQ2eFCndLXKbpExky0U5UGAAAECBAgQIECAAAECBAgQIECAAAECBFoQ0AE8txViROHU8pOdTlMJzdteIEagdnOOaTq7uirbfA/bbXJbnku/TYfi6S/TLWVo+e78i33v76vS/q0/7WJVVh0CBAgQIECAAAECBAgQuJ7AW2bg8MVfLXy9Bu3V6GZXa3q1P/5nbD+Zzez4QCtHEO8YbeVdoZWrK3sCBC4k4O9olcZMHU3xX5UCZEqAwKTA1PY31RE8mel1Z+r8vW7bqhkBAgQIECBAgAABAgQIECBAgAABAgQI3E7ACODbNflZK5zuVdBxd77Wi3tMSttO+5+v7UVMgAABAgQIECBAgAABAgQIECBAYBsBI3G3cdw7l2i3sXKNrB6TMZ1AuUD0zpTnJAcCBAgQIECAAAECBAgQIECAAAECBAgQIECAAAECBAgQOFTg5b/8l//yfmgEmcJzd4hkktebHe8Ezjw6tdn4Z8q8vZWO3JxZ0I/Fpu5NmB/T07/NEaTP+H4AnGLC+3vuLSDz2+p7hbdp/+95Lv919vbJ1fjq9cvVv3T+cfvH0silJ0CAAAECBAgQILC/wOvr1Hne/vFcrcSrj6CqXb/a+Zeub3eP7+j9x939c+vv0T5Hl5/zyc0/Ov6jt6/WfXLx5eYf3b5Hl9+6Ty6+3PzWfR1951rQfAIECBAgQIAAAQIECBAgQIAAAQIECBAgQIAAAQIECJxEQAfw2oZKI38zo3/XZn2NdGnV2nL1+quQZe1I1MJim02+dftUrmiMuK9cjOwJECBAgAABAgQIECBAgAABAgQIECBAgAABAmcX+H32Coj/LgL/3KWiF6hnhc52N1tcYL1QBQIECBAgQIAAAQIECBAgQIAAAQIECBAgQGAPAR3AeyjfoowtR/smsH4nYsq/P+0WsBtVcuv2GQpry/bp56X9h8RNI0CAAAECBAgQIECAAAECdxB4f3//U83W37V3h7ZQRwIECBAgQOAcAjqAz9FOotT5e6J1oNt5u1XHczfPE1EIlQABAgQIECBAgAABAgQIECBAgAABAgQIECCws4AO4J3B71dcdADqwGuz7bVPm+0iKgIECBAgQIAAAQIECBAgQIAAAQLtC8QI/X6kRuz3RfxeI2D9WqMmDYFPgej94UGAAAECBAgQIECAAAECBAgQIECAAAECBAgQIECAAAECJxfIjgAeu8PiLPU+e/w557e3o0fW5u4hmI7v6u1zdP3e31++VqHPd+X8XJ+m2+fn8v0pQ/l214nu937a9Lus/KN9h2q0ZNrZ419S1zXLHr9/WxO1NAQIECBAgAABAgQIDAnUPr5/fc2dfw5FdZ1ppeeXdx+pl/O7u8/R9S/df5TuH3LrR25PUtsvF1/t8sfqH3HVLj/KGYsjN712fLnyc/HXju/o7SvnMzY/5xbpavtFOWOfuThrx5crfyzumH73+MJh7LN133sfHY+1mukECBAgQIAAAQIECBAgQIAAAQIECBAgQIAAAQIECBA4oUB2BPBhdXr/6pt+KRsheFj8Ci4UiHsTtH8hpOQECBAgQIAAAQIECBAgQIAAAQIECNxUoD9CrfaIvpsyqzYBAgSaE4hetuYCExABAgQIECBAgAABAgQIECBAgAABAgQIECBAgAABAgQILBNoZwRwjPhdFr+lLyPgXoTLNKWKECBAgAABAgQIECBAgAABAgQuJBAjKI2cvFCj3rgq1udzNX60V0RtPxQSPgkQyAnodcsJmU+AAAECBAgQIECAAAECBAgQIECAAAECBAgQIECAAIGTCLTfAZxGBhsdfJLVqUaYaRVtfzWtUXN5EiBAgAABAgQIECBAgAABAgQIECBAgAABAgQIEFgqoGdtqZjlCRAgQIAAAQIECBAgQIAAAQIECBAgQIAAAQIECBAg0KjA7/4z5A+L8+VtsOhHfO+Dsw+f+PY2HPfhgc0M4OE7c/mfi/3zc9KqKescy+NfFexuicrrd/SGM92u5fWr2xStx1e39uW5n33/WC4gBwIECBAgQIAAAQIE9hLInX+8vhoDMdUWpee/d3kn5ZhT7fqPlTvVpt15pfEdXX63Lmf8PtevtJ2W2kRctcuNcpbGF8vfPb5wiM++Z22fKHfsM/f3dyxdTK/997nvFeXG59F+Z48vHMc+a/vm/Mbiium144tyxj5L4x/LN6Y7+g0JnwQIECBAgAABAgQIECBAgAABAgQIECBAgAABAgQIEDi5wO+Txy98AisF4t6H6RGqKzOvkCzFe5ZYK1RflgQIECBAgAABAgQIECBAgAABAgQIECBA4EYC/RGiR49YvRH9JaoavWCXqIxKECBAgAABAgQIECBAgAABAgQIECBAgAABAgQIECBA4M4CRgDfufVvVfez3esQ8Xbf4RvTjAS+1aqrsgQIECBAgAABAgQIECBQLBDvKKz9rsHiQGVAgAABAgQI7CZwthG2Ea+RwLutIqcuKHqUTl0JwRMgQIAAAQIECBAgQIAAAQIECBAgQIAAAQIECBAgQIDAr1/XGQH8/tGX/WJkpJV6qUDcA2HdWSpneQIECBAgQIAAAQIECBAgQIAAAQIEthGIkX2RmxF+IeGTAAECBNYIRO/XmrTSECBAgAABAgQIECBAgAABAgQIECBAgAABAgQIECBAgEBDAr/7dxY1FNt0KGnEb/9fTOuMBI53vPQXvcrv1tuvnfjqjPCtV79/eqtoWt+3r0O9+HvhH/Tz6vUrZb36/rHUR3oCBAgQIECAAAECBK4nsPY86O7vDm5lJOLYef7R8Y3FFVvQ0fFFHEd9Hu0zd7tvbTsPt9rrT5Qztn7ULn+s3JguvpAY/sz5DKd6Tj26fZ+RtPGt1LNfi1q+W8VZK75wKI2z9fiinmOfteMfKzemD/SixiyfBAgQIECAAAECBAgQIECAAAECBAgQIECAAAECBAgQIHAmgQt1AF+oKmdag8S6k8D2o393ClwxBAgQIECAAAECBAgQIECAAAECBEYF0gix0lFio5mbUSzQevu0Hl9xA8iAAAECKwUu1Guqg2zlOiAZAQIECBAgQIAAAQIECBAgQIAAAQIECBAgQIAAAQIXEfh92np03vP7pw7p/b/9aaetnMAJECBAgAABAgQIECBAgAABAgQIECBwH4EYBXz0OxPvI66mBAgQIHBlgeuMANb5e+X1VN0IECBAgAABAgQIECBAgAABAgQIECBAgAABAgQIEJghcJ0O4BmVtQgBAgQIECBAgAABAgQIECBAgAABAgQIECBAgAABAgSuLKAD+Mqtq24ECBAgQIAAAQIECBAgQIAAAQIECBAgQIAAAQIECNxK4OU//+f//F6zxm9vbzWzr553vHtirKDcOyly6cfybWW6+FtpieE4tM+wy1Wmnn3/eZV2UA8CBAgQIECAAAECBAiUCry+3nsMRu76Walvafqj47t7+bn2O9qn9e33aJ+jy299/cnFF/Nbd4w4+5+tx9369tv37P9u3Vd8/Rbb9nep772PPrdtC7kRIECAAAECBAgQIECAAAECBAgQIECAAAECBAgQIEDgUAEdwIfyK3xcIK2aVs9xH3MIECBAgAABAgQIECBAgAABAgQIECBAgAABAgQI/BTQw/bTxBQCBAgQIECAAAECBAgQIECAAAECBAgQIECAAAECBAicUuD3KaMW9AUF3ItwwUZVJQIECBAgQIAAAQIECBAgQIAAAQIECBAgQIAAgZ0F9LrtDK44AgQIECBAgAABAgQIECBAgAABAgQIECBAgAABAgQI1BIwAni2bOorf5u9tAW3Eoh7FNhvJSofAgQIECBAgAABAgQIECBAgAABAgQIEGhH4P39/VswLy8v3377QYAAgaUC0bu2NJ3lCRAgQIAAAQIECBAgQIAAAQIECBAgQIAAAQIECBAgQKAxgewI4Le3c4+87N85M98/+sa7d9rEtKfJ+vznRVI7/3lR1Fvq/T18v9/h9Czxaf2cdp5vZ2+/s8dfuqacff9XWn/pCRAgQIAAAQIECBAgQGAbgdLzy9fXuCa1TTxyIdAVyF3/uftIxLnb71Hbaa79oq1rtWOu/FrlRr1yn63HNxZ/xH2031h8MT3ijN/9z6Pjn7v99uOO30dt11F+zjeWG/us7X/1+MZcY3rrvo4eo6V8EiBAgAABAgQIECBAgAABAgQIECBAgAABAgQIECBA4OQCOoBnNyCq2VQWJECAAAECBAgQIECAAAECBAgQIECAAAECBG4tkEaIlo4SvTWgyhMoENCrORvv3I8inl1NCxIgQIAAAQIECBAgQIAAAQIECBAgQIAAAQIECBAgcFqB7DuAT1uz4sD7Hb6pr7w/rbgQGRAgQIAAAQIECBAgQIAAAQIECBAgQIDAyQXiXaNHvzO0Ncax0Z+1353ZmsPd44n1QLvffU1Q/z0FjACera3zdzaVBQkQIECAAAECBAgQIECAAAECBAgQIECAAAECBAgQOETACOBD2BVKgAABAgQIECBAgAABAgQIECBAgACB9gWM3FvWRq2OBNaOw+0YLsNz81ONaM0bWYIAgWMEjAA+xl2pBAgQIECAAAECBAgQIECAAAECBAgQIECAAAECBAgQ2Fzgd9yRtHnOG2VYegfORmGszkb8ObqX3AJV52ufqrzFmbe+fyquoAwIECBAgAABAgQIECBAgMAMgdLz46PfSVp6/aX2CLtcfEeXn1tFascX5Y851S5/rNyIK/dZO76x8udut0dvn2Px154+t12Par/a9Z+b/1ynsfxa81tan6Pjn7sdj/kfvX3nvI/2zcU35hrTzx5/1CP3ubaeRgDnZM0nQIAAAQIECBAgQIAAAQIECBAgQIAAAQIECBAgQIDASQR0AJ+koYRJgAABAgQIECBAgAABAgQIECBAgAABAgQIECBAgACBnIAO4JyQ+QQIECBAgAABAgQIECBAgAABAgQIECBAgAABAgQIEDiJwO+j4yx9xvfR8SufAAECBAgQIECAAAECBAgQIECAAIHrCsT1y7Xv4LuujJoRIECAwJkF/H07c+vlYzcCOG9kCQIECBAgQIAAAQIECBAgQIAAAQIECBAgQIAAAQIECJxCQAfwKZpJkNsLpFXf6r+9qxwJECBAgAABAgQIECBAgAABAgQIECBAgAABAgSOFNADdqS+sgkQIECAAAECBAgQIECAAAECBAgQIECAAAECBAgQILChwO94xveGeTaVlfo11RwDwbwNTHtO2qz93vv3Orx/FvLyLKvGt83irxHcBnm+vU233wZFyIIAAQIECBAgQIAAAQIECBAoFMidv7++9q+bFBZ40eRj13mOfjfwWFzRDLXjy5UfcYx9Hh1f7fLH6n3U9KXtdbTP0nj7rrXjL42vH2//d2n8pfGVlt+vz9LfZ48/9/c357HX3+e1zmdfP3L+R9cv4lvbPo7uQtAnAQIECBAgQIAAAQIECBAgQIAAAQIECBAgQIAAAQIETi6gA/jkDSj8QoE0MvjH6ODCPCUnQIAAAQIECBAgQIAAAQIECBAgQIAAAQIECBAgcJDA74PKVSyBNgRePMK4jYYQBQECBAgQIECAAAECBAgQIECAAAECBAjcXeC989rGl683Od7dRP0JrBHQAbxGTZrzCfQ7eo36PV8bipgAAQIECBAgQIAAAQIECBAgQIAAAQIELinQ7fgtreAjr05ncjdPHctdDd+vKuAR0FdtWfWaFkgdwv1O4ekU5hIgQIAAAQIECBAgQIAAAQIECBAgQIAAAQIVBd46nbapI/fRmVuxTFkTuKKADuArtqo6ESBAgAABAgQIECBAgAABAgQIECBAgAABAgROJvDqsc8nazHhtiqgA7jVlhEXAQIECBAgQIAAAQIECBAgQIAAAQIECBAgQIAAAQIEFgoc/g7g9/dr386hfgvXyMYWv3r7vb19PArbPwIECBAgQIAAAQIECBAgQIBAwwK56zMvL53nhTZcD6ERGBIovT73+lp3jFdu+xuqU3fa0dtnLv6j4+tatfg955eLeYlvvJc3PfI5vufyH5v/SD/S/9TvlVoS51iZNaZfff+QMzu6XUrX/6PrV/evQ6525hMgQIAAAQIECBAgQIAAAQIECBAgQIAAAQIECBAgQIDAZgKHjwDerCYyIkCAAAECBAgQIECAAAECBAgQIECAAAECBAjMFOiP8Dt6xOHMsC+92GP07qVrqXIE6gsYAVzfWAkECBAgQIAAAQIECBAgQIAAAQIECBAgQIAAAQIECBDYRUAH8C7MCiFAgAABAgQIECBAgAABAgQIECBAgAABAgQIEGhNII0E748Gby1G8RBYKqADeKmY5QkQIECAAAECBAgQIECAAAECBAgQIECAAAECBAgQINCogA7gRhtGWAQIECBAgAABAgQIECBAgAABAgQIECBAgAABAvsIGAm8j7NS9hHQAbyPs1IIECBAgAABAgQIECBAgAABAgQIECBAgAABAgQIECBQXeB3aQlnfy762ePPtd/Z63f2+HPt8/b2llvEfAIECBAgQIAAAQIECBAgQIBAVYHS6xOvr8aYVG2gwsxLr6+9vLwURjCd/Oj4ji5/Wic/N7f9Hr195nxrr195we9L5OL9vvSvX7XjXxrP3vH1y+v/Pmv8c+Ou3f59z6W/c/uHXH6t7z9y8bfePnPXs1w9x+Y7OhuTMZ0AAQIECBAgQIAAAQIECBAgQIAAAQIECBAgQIAAAQInE9ABfLIGEy4BAgQIECBAgAABAgQIECBAgAABAgQIEJgjkEYAlo4CnFOOZQgQIECgLQEdwG21h2gIECBAgAABAgQIECBAgAABAgQIECBAgAABAgQIECCwWqD4HcCrS5aQAAECBAgQIECAAAECBAgQIECAAAECBAgQqC7QHwV89Ls9q1dYAQQIELi5gBHAN18BVJ8AAQIECBAgQIAAAQIECBAgQIAAAQIECBAgQIAAgesIGAF8nbZUEwIECBAgQIAAAQIECBAgQIAAAQIECBAgkBWIEcFHjwR+f38fjPXl5WVwuokECBAgME/ACOB5TpYiQIAAAQIECBAgQIAAAQIECBAgQIAAAQIECBAgQIBA8wK/x+6waSXy1uOr7dR6/VuPr3b7xJ1ytcuRPwECBAgQIECAAAECBAgQIECAwLBA7vpU7ZGEufKHo35OrR3fsyTfagjk2l/7rlMP19b9Is51tfz1q3b9Wo8v59Z6/KXx5epfe/3IlV/a/9HqEwZy9Y75R/tHHGs/jQBeKycdAQIECBAgQIAAAQIECBAgQIAAAQIECBAgQIAAAQIEGhPQAdxYgwiHAAECBAgQIECAAAECBAgQIECAAIHtBNIIrdqjtLaLVk4ECBAgQIAAgXIBHcDlhnIgQIAAAQIECBAgQIAAAQIECBAgQIAAAQIECBAgQIBAEwI6gJtoBkEQIECAAAECBAgQIECAAAECBAgQIECAAAECBAgQIECgXEAHcLmhHAgQIECAAAECBAgQIECAAAECBAgQIECAAAECBAgQINCEgA7gJppBEAQIECBAgAABAgQIECBAgAABAgQIECBAgAABAgQIECgX0AFcbigHAgQIECBAgAABAgQIECBAgAABAgQIECBAgAABAgQINCHw8v/9f//f+1Qk7++Ts6eSnmKe+p2imVYH+fb2tjqthAQIECBAgAABAgQIECBAgAABAuUCr69tj0F5eXkpr2TFHMRXEfcja77Tvq1vv9PR5+dq/7xRyRKt++bqJv6cUN35V9//5PRK17+2j75ytTefAAECBAgQIECAAAECBAgQIECAAAECBAgQIECAAAECBB4COoAfFL4QIECAAAECBAgQIECAAAECBAgQIECAAAECIZCesOgpi6HhkwABAucR+H2eUEVKgAABAgQIECBAgAABAgQIECBAgAABAgQIXFmg+1K/GiPYuvn/dWVIdSNA4NYCOoBv3fwqT4AAAQIECBAgQIAAAQIECBAgQIBAywLv7+9/wit9F2DLdRQbgSTQ7ZitIVI7/xox2/5rqMqTwD0EatxAcw85tSRAgAABAgQIECBAgAABAgQIECBAgAABAgQ2FXh7eWaXOm237rj9lv9HWd3fz5J9I0CAwLkFdhwBnPqat95Vnxtf9AQIECBAgAABAgQIECBAgAABAgSuLpB7f+jrqzEqc9aBVkcCthrXHFPLtCnw+jnovVpwtfOvEbjtrIaqPAlcW8DR1bXbV+0IECBAgAABAgQIECBAgAABAgQIECBAgAABAgQIELiRwO+4c2T7Og/1Lce07UYC14t/e5GhHM8e/1CdutNyd3h2l/V9ucDV15/lIlIQIECAAAECBAgQIECAAIHrCXj36/XatKRG/etB1o8STWnnCqy9zrtkhH+39yC+z41vznKRZ+qdiO+/3j6HG48NOm5t+zrb9t+Pd047dZc52v/u8XfbYuh77fZZu98ZinVo2pL901D62tNy61/O/7Gfqx2o/AkQIECAAAECBAgQIECAAAECBAgQIECAAAECBAgQIECgrsB+HcDv+xVVl0zuBAgQIECAAAECBAgQIECAAAECBAgQIECAQA2B2j0JS/JPI/Byo/BqGMiTAAECpQJL9nVlZb1s99jnskCkJkCAAAECBAgQIECAAAECBAgQIECAAAECBAgQIECAwDUFfterVr/DN/U196fVK13OBAgQIECAAAECBAgQIECAAAECBAgQIECAAAECBAgQuJrA2NMJ4t3JFTuA+5Q6f/sifhMgQIAAAQIECBAgQIAAAQIECBAgQIAAAQIECBAgQKBUIHX+xqPrd+wALg1begIECBAgQIAAAQIECBAgQIAAAQIECBAgQIDAvgL9kXYvLy/7BqA0AgQIZARS52/8l/ZZOoAzYGYTIECAAAECBAgQIECAAAECBAgQIECAAAECBAgQIECgNYF45HO38zd9r94B3L8zpjWY0niuXr9YcUqdzpr+6u171nYRNwECBAgQIECAAAECBAgQuJNA6fUJI9Wm1xa+0z5z55Y6jpVTe/0tjfvu8Y21W0wvvb78+voaWTX1GetN7fbPVTriyC03Nv/o+Mfiiulnr9/Z4492GPs8e/1K909jLjF9j/1X1CG1Rfoev1MM1TuAo6I+CRAgQIAAAQIECBAgQIAAAQIECBAgQIAAAQIECBAgQKBMIDp7//nnnz/v/Y3PuLFDB3CZr9QECBAgQIAAAQIECBAgQIAAAQIECBAgQIAAAQIECBDYRSA6f//+++8/o37TCOAYkR2fOoB3aQqFECBAgAABAgQIECBAgAABAgQIECBAgAABAgQIECBAoFwgdf7GqN/U6RsjfyNnHcAh4ZMAAQIECBAgQIAAAQIECBAgQIAAAQIECBAgQIAAAQKNCqTO3n//+9+Pkb8pzH7nb5qmAzgp+EeAAAECBAgQIECAAAECBAgQIECAAAECBAgQIECAAIEGBbqPfU4dwK+vr5NR6gCe5DGTAAECBAgQIECAAAECBAgQIECAAAECBAgQIECAAAEC+wtEx2935G+u8zdFqQN4/7ZSIgECBAgQIECAAAECBAgQIECAAAECBAgQIECAAAECBAYFuh2/qfM3vfP3X//615+Rv+mRz0OPfe5m9DslOvO/s8dfah8rQGk+Z01/9/Y/a7uJmwABAgQIECBAgAABAgQIENhPIHf9JHcBsXakpde35oyCqVmHo31z5Ufdj27niONqnzn/o91z8eXa4+j4c/uH1rf/1n3Pvn7kfM9ev9L4x3zeXz7njG3fLzt1G5bWbyz+sXrvPT23/5obT+STPrv7vJyfEcBzhS1HgAABAgQIECBAgAABAgQIECBAgAABAgQIECBAgACBygL//PPPnxLSZ+rsTf+lTu/u96kQdABP6ZhHgAABAgQIECBAgAABAgQIECBAgACBAoEYodP6SKWCKkpK4DCBGBnXHRV3WDAKJkCAwAYC0eGbskrfoyM4/V5yLKEDOIn5R4AAAQIECBAgQIAAAQIECBAgQIAAAQIECBAgQIAAgYMEYnRvurklfY+bXFI4Szp/0/I6gJOCfwQIECBAgAABAgQIECBAgAABAgQIECBAgAABAgQuLhDv+P16FfDFa3uu6qUO3xgBHJ3BUYP0Oz3tIH3O+acDeI6SZQgQIECAAAECBAgQIECAAAECBAgQIECAAAECBAgQIFBBIHX8pg7gGP0bRXRH/s7t/E1pdQCHoE8CBAgQIECAAAECBAgQIECAAAECNxToX0zsXmi8IcdlqxztrH33beJwHytVe4zJLJvefUxqN6V3A3c1fCdAoEWBbsdvv/O3JF4dwCV60hIgQIAAAQIECBAgQIAAAQIECBAgQIAAAQIECBAgQGChQIz47T72eWEWo4sf3gGcuwNqNPKTzBi78+gk4ReHefX2LQaSAQECBAgQIECAAAECBAgQIECgMYH+9RwjFBtroMJw+u2by+7o9s/Fe3R8OT/zjxUovT5fewRxbv3O6R29/p89/pyv+k0LWf+mfXJz0/7p3//+97d3+s4xnbNMKvs1F4D5BAgQIECAABt2k7sAAEAASURBVAECBAgQIECAAAECBAgQIECAAAECBAgQILCNwL/+9a9f/+///b8/HcClNxsMRXT4COChoEwjQIAAAQIECBAgQIAAAQIECBAgQIAAAQIECBAgQIDAlQTinb9pJO/v37//dADPHdW7xEEH8BItyxIgQIAAAQIECBAgQIAAAQIECBAgQIAAAQIECBAgQGChQOr8/fvvv3+lxz+nUb81On4jJB3AIeGTAAECBAgQIECAAAECBAgQIECAAAECBE4lEI/NrHkR/VQggiVAgACBpgRSZ2/8jUrv/E2dwPG7ZqA6gGvqypsAAQIECBAgQIAAAQIECBAgQIAAAQIECBAgQIAAgVsKpBuV0n9p5G/q/N3rnw7gvaSVQ4AAAQIECBAgQIAAAQIECBAgQIAAAQIECBAgQIDALQSiwzeN/O2OBE6Vrz0KWAfwLVYxlSRAgAABAgQIECBAgAABAgQIECBAgAABAgQIECBAoKZAvJogdf6m7+kzdf7u/e/lP/2n//S+d6EtlXcEekv1jxWxpZjEQoAAAQIECBAgQIAAAQIECBAg0I5A7REqR9f09fX10BCu7tt6/VqPL7dyth5/6/HlfHPzj95/5OLLzb96+5y9fmePP7f+5ea3Uv+lcaR+xzTiN6VL32v1Q+biMgI4t4aZT4AAAQIECBAgQIAAAQIECBAgQIAAAQIECBAgQIAAgQmBGPGbPtN/tTp/J0J4zNIB/KDwhQABAgQIECBAgAABAgQIECBAgAABAgQIECAwTyA6d84+EnhebS1F4J4Cc5+km5b717/+9Qcp9g1HiukAPlJf2QQIECBAgAABAgQIECBAgAABAgQIECBAgAABAgQInFogdf620PEbiDqAQ8InAQIECBAgQIAAAQIECBAgQIAAAQIECBAgQGChQHT6GAm8EM7iBC4gkLb/9M7f2A+0UqXXVgIRBwECBAgQIECAAAECBAgQIECAAAECBAgQIECAAAECBFoVeHl5eYQWj33++++//7zz9zGjgS9GADfQCEIgQIAAAQIECBAgQIAAAQIECBAgQIAAAQIEzi0QIwCNBD53O4qewJhA6vxN23ca8Zs6ff/5558/I3/T9G7H8Fj6PafrAN5TW1kECBAgQIAAAQIECBAgQIAAAQIECBAgQIAAAQIECJxKII32Tf/Su37Tf/G7xc7fFGfzHcBxx0wK9o7/YgW6Y93VmQABAgQIECBAgAABAgQIECBA4HiB0utTrY2IOV70ewR8v3vs/evs/rn4j97+cvHl2vvo+HPxjc2Pfo3WRwJfvX3OXr/S+MfWz7nTj97+atd/af1SPGnkbxr1m/6l9Gna0nzm+ueWy/l4B3BO0HwCBAgQIECAAAECBAgQIECAAAECBAgQIECAAAECBG4rkDp/03/df0d1/nZjGPuuA3hMxnQCBAgQIECAAAECBAgQIECAAAECBAgQIECAAAECBG4tEO/7PRNC84+APhOmWAkQIECAAAECBAgQIECAAAECBAgQIECAAAECBAgQOLdAPMo9faZ3/qZ/LY/47WvrAO6L+E2AAAECBAgQIECAAAECBAgQIECAAAECBAgQIECAwO0E0jt+u+/XTaN/z9TxGw2mAzgkfBIgQIAAAQIECBAgQIAAAQIECBAgQIAAAQIECBAgcEuBNNo3df7GZyCkDuBup3BMb/lTB3DLrSM2AgQIECBAgAABAgQIECBAgAABAgQIECCwUiDXYXHGUW0rKSQjQIDApEDq9E2jf/udv5Gov7/M7V8j3VGfOoCPklcuAQIECBAgQIAAAQIECBAgQIAAAQIECBAgQIAAAQKHCaSO3PRfetRz+kwdwPGv3+kb08/wWdwB3IU4Q4WXxvj/t3cnSm4iSQBALY2v+f/P3XVrozybNmaAQpx1vI7oQOIoMl/SMt3pkkrv4L+bT2n78y2tIuIhQIAAAQIECBAgQIAAAQIErhao+Y+LV1udcb7c3zefz+cZpz1szL1/Xzv7+is9vr2FyOV3tu/e+Es/Puebi/9u/9zrSy5+rz85oXO3566/u6+vc7P/tPstj0v3ifqmZTR/Y13Yjp/H+hqWuxvANSQpRgIECBAgQIAAAQIECBAgQIAAAQIECBAgQIAAAQIE+haIpm4sU/M3/rNG6U3rdyqnAfyOln0JECBAgAABAgQIECBAgAABAgQIECBAgAABAgQIEKhOIDV903f6rN/4Gjd/owkcDeLYr7alBnBtFRMvAQIECBAgQIAAAQIECBAgQIAAAQIECBAgQIAAAQKrBaKhG03gdGA0f1cPUtGOGsAVFUuoBAgQIECAAAECBAgQIECAAAECBAgQIHC/wMdjOYbna3m7rQQI1C8QDcWYMVp/Ru1mEE3ftEyzf6Pxm5bj+o2f16qiAVxr5cRNgAABAgQIECBAgAABAgQIECBAgAABAgQIECBAgMCsQDR/U+M3Hqed0+OWvzSAW66u3AgQIECAAAECBAgQIECAAAECBAgQIECAAAECBE4TiEZiKzNHT4O6eOCoS5rlm76Hn/sbobRcMw3gqLIlAQIECBAgQIAAAQIECBAgQIAAAQIECBAgQIAAAQLVC8Rs33jL52gIp8SWGr/D/WpG+Bzvc11rEq0U4ix/PmfJGpcAAQIECBAgQIAAAQIECBAgcIzA3r/fLP0R85gI943Sen77dBydE1h7/Vz9c9DKZ/yu9Z2r09Xuc3HMrV+bX6l5nN2/eT6fc3SXrF9bn7lgSqvb3nzm8pxbX1r+4zj3emzNL503fnbibZ9TbLnxIt7cfuM8S31uBnCplREXAQIECBAgQIAAAQIECBAgQIAAAQIECBAgQIAAAQKrBOKtnqMBHE3dVQf/f6c4pvZGsAbwO1W3LwECBAgQIECAAAECBAgQIECAAAECBAgQIECAAAECxQn897///TX7t7jgLg5IA/hicKcjQIAAAQIECBAgQIAAAQIECBAgQIAAAQIECBAgQGC7QMzUjaXm75+WGsB/enhGgAABAgQIECBAgAABAgQIECBAgAABAgQIECBAgEChAqnpG9/p7Z7T43jb50JDvjysez/h+/J0nZAAAQIECBAgQIAAAQIECBAgQIAAAQIECBAgQIAAgdoFovkbs4Brz+fI+M0APlLTWAQIECBAgAABAgQIECBAgAABAgQIECBAgAABAgQInCKQmr4/fvz4ObZZv/PEGsDzNrYQIECAAAECBAgQIECAAAECBAgQIECAAAECBAgQIHCTQMzufTweP9/m+T//+c/Pt3y+KZxqTnt6AzgKU43IxYHyuRjc6QgQIECAAAECBAgQIECAAAECBAi8IbB3dtHz6VP43uBubte9f/9NDY+Sv1rJb2sepdcnd+3U/vq2tW45l7Xb767/2fnfnV+qQ8oxfadY0jI1f2P2b8QXy6M91o4X51973Vy13+kN4KsScR4CBAgQIECAAAECBAgQIECAAAECBAgQIECAAAECBNoQSE3YaPgO3/p5mN3aRu3wmB4eawD3UGU5EiBAgAABAgQIECBAgAABAgQIECBAgAABAgQIEKhAIDV1o/k7bABXEHoxIWoAF1MKgRAgQIAAAQIECBAgQIAAAQIECBAgQIAAAQIECBAgkBq/6XvvW5X3KqkB3Gvl5U2AAAECBAgQIECAAAECBAgQIECAAAECBAgQIECgIIHU9I0ZwDW8vXPEWNpnAWsAF3RRC4UAAQIECBAgQIAAAQIECBAgQIAAAQIECBAgQIBALwLRQE35mvV7XNU1gI+zNBIBAgQIECBAgAABAgQIECBAgAABAgQIECBAgAABAhmBaPymt3hOj9N3ehzPS5tRm0nnZ/xpn1Li1gDOVcx2AgQIECBAgAABAgQIECBAgAABAgQIECBAgAABAgR2C0TjNxq+0fyN9ekEpTRRdyd74wCPv//++3Xj+Ys/9fCCKz5YARIgQIAAAQIECBAgQIAAAQIECBB4U6D1P7LWnt/z+XyzomXtXrp/6fHtrab89gqee3zr9dmrV/vrXy7/2uu/Jf5o9qa3eo6vNOM3vnrqyW3xC6c1SzOA1yjZhwABAgQIECBAgAABAgQIECBAgAABAgQIECBAgACBXQLxFs/DZu/w8a7BHfxLQAP4F4UHBAgQIECAAAECBAgQIECAAAECBAgQIECAAAECBAgcLRBN3rQcPj76PMb7R0AD2JVAgAABAgQIECBAgAABAgQIECBAgAABAgQIECBAgMBhAtHkTQOmWb/xfdgJDLQooAG8yGMjAQIECBAgQIAAAQIECBAgQIAAAQIECBAgQIAAAQJDgWGDN60ffqZtbEuf9Zsep+/h5/6O9x+O6/ExAs9jhjEKAQIECBAgQIAAAQIECBAgQIAAAQIECBAgQIAAAQIEPv1q/EYDmMm1AmYAX+vtbAQIECBAgAABAgQIECBAgAABAgQIECBAgAABAgSaEohZv2mZ3u45Gr+xHM4QbirxQpPRAC60MMIiQIAAAQIECBAgQIAAAQIECBAgQIAAAQIECBAgUINANHqHzd8Ud3o+9aUhPKVy3LrqG8DpgvJFgAABAgQIECBAgAABAgQIECBAgMA2gdzf1/yBdpuro/4RKP36ysWXq2PpPx/yW67g3fVrvT7L+vmtc43D/JH/7PF8lv0pqK3VP+WTajasW1p398/Z2uultf2qbwC3VhD5ECBAgAABAgQIECBAgAABAgQIECBAgAABAgQIEChdIDV44zs1fqMJnOLW+L23ehrA9/o7OwECBAgQIECAAAECBAgQIECAAAECBAgQIECAAIFqBMZN3/Q8fcWymkQaDlQDuOHiSo0AAQIECBAgQIAAAQIECBAgQIAAAQIECBAgQIDAEQLR+I1lvN1zNH5jecS5jLFPQAN4n5+jCRAgQIAAAQIECBAgQIAAAQIECBAgQIAAAQIECDQt8OPHj19v9xyN3tQAHr7V8/Bx0xgVJKcBXEGRhEiAAAECBAgQIECAAAECBAgQIECAAAECBAgQIEDgDoH4fN+Y+RvLO2JxznUCGsDrnOxFgAABAgQIECBAgAABAgQIECBAoEuBmOVjVk+X5T896bi+4kSus5CwJECAwP0C6TU6NX/T7N/4itdtr9chUuZSA7jMuoiKAAECBAgQIECAAAECBAgQIECAAAECBAgQIECAwKUC0eCNWb+xvDQIJ9st8Pj7779fe0aJC2HPGI4lQIAAAQIECBAgQIAAAQIECBAgQKBOgdpnANUef+6qeT6fuV2K3l57fWqPP3dxtJ5f6/n3Xr9cfWt//Rznt7be8Vm/6fho/p7RC1wbzzgPz9cJmAG8zsleBAgQIECAAAECBAgQIECAAAECBAgQIECAAAECBJoUSE3e9B1N35RkeuyrTgEN4DrrJmoCBAgQIECAAAECBAgQIECAAAECBAgQIECAAAECuwSGM37HDeBdAzv4VgEN4Fv5nZwAAQIECBAgQIAAAQIECBAgQIAAAQIECBAgQIDA9QJTs33PeLvn6zNzRg1g1wABAgQIECBAgAABAgQIECBAgAABAt0KxB+6fRZht5eAxAkQINCFQPx7l5KNt3ZOs3+HX2mf+PdwuP9wH4/rENAArqNOoiRAgAABAgQIECBAgAABAgQIECBAgAABAgQIECCwSSA1dKOpm5bD2b+bBnRQ0QIawEWXR3AECBAgQIAAAQIECBAgQIAAAQIECBAgUKtANFtiRl2teYibAIG6BYYN33hdilnAXp/qru1c9BrAczLWEyBAgAABAgQIECBAgAABAgQIECBAgAABAgQIEKhYIGb6RsM3lhWnJPQVAp+j079iX7vcIKA+N6A7JQECBAgQIECAAAECBAgQIEDgDYHeZ86s/ftV6U5zeZQe9xuX6uSuuUbA8/mcPO6qlXN1WXv+Uuq3NY9S4p/z3ppXjFd6fhHn3LL2/PfGP+cS62uvb+71MfLcurzi9TXVOH2nXObqPbd+a15rj9t73tqvr7VOW/czA3irnOMIECBAgAABAgQIECBAgAABAgQIECBAgAABAgQIFCQQjdW0TN+p+Xt2M7ug9IXyfwENYJcCAQIECBAgQIAAAQIECBAgQIAAAQIECBAgQIAAgcoFxg1fjd/KC7ojfA3gHXgOJUCAAAECBAgQIECAAAECBAgQIECAAAECBAgQIHCXQMz0Tcv0FU3fWN4Vl/PeK6ABfK+/sxMgQIAAAQIECBAgQIAAAQIECBAgQIAAAQIECBB4WyBm/EYTOA2QGr/puc/IfZuzqQM0gJsqp2QIECBAgAABAgQIECBAgAABAgQIECBAgAABAgR6EIjGbzSCU84x81cDuIcrYD5HDeB5G1sIECBAgAABAgQIECBAgAABAgQIECBAgAABAgQIFCOQmr3pKzV6o9kby7T++Xymha/OBTSAO78ApE+AAAECBAgQIECAAAECBAgQIECAAAECBAgQIFCmwPDtnFOj98ePHz/f4jkawWVGLaq7BR7fv3//578K3B3JSef3A3ASrGEJECBAgAABAgQIECBAgAABAgQOEejlLRp7yXN8UbSed+0zzVqvj/zGP5FtPVffuuu55vUz9biGfa7U/B3O9q1b4N7oW//5MQP43uvL2QkQIECAAAECBAgQIECAAAECBAgQIECAAAECBAhMCkQDODV+NX8niaycENAAnkCxigABAgQIECBAgAABAgQIECBAgAABAgQIECBAgMAdAtHojaZvNIHviMU56xTQAK6zbqImQIAAAQIECBAgQIAAAQIECBAgQIAAAQIECBCoXCCau1PL1ACO9ZWnKfyLBTSALwZ3OgIECBAgQIAAAQIECBAgQIAAAQIECBAoQyDXWGn9MyLLqIIoCPQrkF6DhrN9hxJpW+41ari/xwSGAhrAQw2PCRAgQIAAAQIECBAgQIAAAQIECBAgQIAAAQIECJwsEA3eWMbpoukby1hvSeAdAQ3gd7TsS4AAAQIECBAgQIAAAQIECBAgQIAAAQLdCIwbMGYEd1N6iRI4TSBeV9Iy3uI5PY71XmdOo+9qYA3grsotWQIECBAgQIAAAQIECBAgQIAAAQIECBAgQIAAgasFosGbzhsN31jGurTUAE4KvvYK7G4ADy/YvcE4ngABAgQIECBAgAABAgQIECBAgACBPwVyf3+r5Q/Fc3nUEv+fVfGsV4HxdVz69TuO99261Z5fLv6cT+74dz2P3j8X/97z3Z3/2fnlfI7MP3JJy/hO48fj2J5iis8EzsX3fD5zu9i+IDA0n9rtyPpPjX/2ut0N4LMDND4BAgQIECBAgAABAgQIECBAgAABAgQIECBAgACBmgTGDcZo7A6bvrGuprzEWoeABnAddRIlAQIECBAgQIAAAQIECBAgQIAAAQIECBAgQIBABQLR/I0Gb3r+48ePX2/vnGaXxrYK0hFihQIawBUWTcgECBAgQIAAAQIECBAgQIAAAQIECBAgQIAAAQLlCETTNyKKBm8s0/rYp/a3F44cLcsV0AAutzYiI0CAAAECBAgQIECAAAECBAgQIECAAAECBAgQKFwgNXbH3xFyWj9s+Prs3pCxPFNAA/hMXWMTIECAAAECBAgQIECAAAECBAgQIECAAAECBAg0JxCzeSOxeB7L4czfYQM49rckcKaABvCZusYmQIAAAQIECBAgQIAAAQIECBAgQIAAAQIEbhGIRpzm2y38zZ40rquUYDR507rxZ/wGQMz4jWWstyxbYFjnpUhLfX3RAF6qmm0ECBAgQIAAAQIECBAgQIAAAQIECBAgQIAAAQLdCwwbgunx8DtwYp9Sm4IRp2X7Ao9v37692k9ThgQIECBAgAABAgQIECBAgAABAgTaFOj9j8yt5996fr3PiGu9vq3nl/tXpff8a/cZ1i8au+Om73h9LueStvf++nt3LYbX1xmxmAF8hqoxCRAgQIAAAQIECBAgQIAAAQIECBAgQIAAAQIEqhWI5m4kMHy759gW62IfSwKlCGgAl1IJcRAgQIAAAQIECBAgQIAAAQIECBAgQIAAAQIECNwukBq8aYZmNHjT8/Fn/Ma224MVAIEJgefEOqsIECBAgAABAgQIECBAgAABAgQIECBAgAABAgQIdCsQDd7U/I0Zv8PH3cJIvAoBM4CrKJMgCRAgQIAAAQIECBAgQIAAAQIECBAgQIAAAQIEzhKIhm8aPx6nhu/4s1p9du5ZFTDukQIawEdqGosAAQIECBAgQIAAAQIECBAgQIAAAQIECBAgQKAqgZjZGzN9U/CxbtwArioxwXYroAHcbeklToAAAQIECBAgQIAAAQIECBAgQIAAAQIECBDoTyCau5F5PB83gGN7Wpr5O9TwuHQBDeDSKyQ+AgQIECBAgAABAgQIECBAgAABAgQIECBAgACB3QLR4J1r+Mb23ScyAIGbBR7fvn173RyD0xMgQIAAAQIECBAgQIAAAQIECBAgcJNAL29tWWuetcZ91eXc+oy83usv/8dVP0pVnufd6yOau9H8TUlPrasSo8CgW399LpD8j5DMAP6DwxMCBAgQIECAAAECBAgQIECAAAECBAgQIECAAIGWBD4+Pn6lM/f41w4eEGhAQAO4gSJKgQABAgQIECBAgAABAgQIECBAgAABAgTaE4jZie/OdGxPQkYE3hOIn52Y7ZuWqfEbP0tpOWwEvze6vQmUL/AsP0QREiBAgAABAgQIECBAgAABAgQIECBAgAABAgQIEFgvMGz+jhvC60exJ4E6BcwArrNuoiZAgAABAgQIECBAgAABAgQIECBAgAABAgQIEBgJpJm98T3a9POpz6adUrGuNQEN4NYqKh8CBAgQIECAAAECBAgQIECAAAECBAgQIECAQCcC8VbOw6ZvzPhNBPG2z51wSJPATwENYBcCAQIECBAgQIAAAQIECBAgQIAAAQIECBAgQIBAVQKp4Rtv8xyPq0pAsAROFNAAPhHX0AQIECBAgAABAgQIECBAgAABAgQIECBAgAABAscJxOzerc3fmDF8XERGIlCewOPbt2+v8sISEQECBAgQIECAAAECBAgQIECAAAECVwj0/taYreffen57f0Z6/yzQ1q+P1vPLXf+15x+N3qk8o4m7ZeZv7S5THi2u6/31eW9NzQDeK+h4AgQIECBAgAABAgQIECBAgAABAgQIECBAgACBwwTGzd/0/MePHz/f8nnYwB3vtyaAOGY4zprj7EOgJgEN4JqqJVYCBAgQIECAAAECBAgQIECAAAECBAgQIECAQKMC0ZyNGb7xPC3H6zRwG70IpHWIgAbwIYwGIUCAAAECBAgQIECAAAECBAgQIECAAAECBAgQ2CIQjd50bDxOy3i8ZUzHEOhZQAO45+rLnQABAgQIECBAgAABAgQIECBAgAABAgQIECBwk8CwwRszfGM53JbCM+P3piI5bZUCGsBVlk3QBAgQIECAAAECBAgQIECAAAECBAgQIECAAIF6BaLBm5bDxymjeF5vdiIncK+ABvC9/s5OgAABAgQIECBAgAABAgQIECBAgAABAgQIEGhSYNzITbN4h+vSbN+Y8TsEGO833OYxAQJ5AQ3gvJE9CBAgQIAAAQIECBAgQIAAAQIECBAgQIAAAQIE3hAYNnrjsB8/fvxq+A6bvGlfb/EcSpYE9gs8vn79+loaJvcDN/UDPBxv7/HDsTwmQIAAAQIECBAgQIBAzQK5349Kzy33+1/p8YuPAAECcwK1vz7P5XXV+tb9Ws8vd530nv/z+cwRVb299/rmiscnJzS/Pc3qTX7pd4jh7xHj57HP/Ej3bVH/++yPOHPrr985IzOAc0K2EyBAgAABAgQIECBAgAABAgQIECBAgAABAgQIrBKIhm9qAsfjODD3PPazJEBgn4AG8D4/RxMgQIAAAQIECBAgQIAAAQIECBAgQIAAAQIEuhcYzu6Nx+OGb/dIAAhcJKABfBG00xAgQIAAAQIECBAgQIAAAQIECBAgQIAAAQIEWhQYN3w1flusspxqEtAArqlaYiVAgAABAgQIECBAgAABAgQIECBAgACBywTSW9gOv3r/TMmhhcftCww/AzcaurFM2Q8fp+fjn5fx9rSPLwIErhHQAL7G2VkIECBAgAABAgQIECBAgAABAgQIECBAgAABAtUIpAbusAmcAh83deP5eFlNkgIl0KiABnCjhZUWAQIECBAgQIAAAQIECBAgQIAAAQL7BaKpMW6C7B/ZCAQIEChfIF4DU6Rphm88j2VkMH4e62te5nLy70LN1W0/dg3g9mssQwIECBAgQIAAAQIECBAgQIAAAQIECBAgQIBAVmDY9IzH47d2jkFiezy3JECgHIHH169fX+WEIxICBAgQIECAAAECBAgQIECAAAECdQmYAbSvXrX71R7/vup9+tfbw+4dr7XjfWbwckX9/DyWgS7eOmzoxuPhrN+Lw6n+dL1f37UXsPbXbzOAa78CxU+AAAECBAgQIECAAAECBAgQIECAAAECBAgQ2CGQGr7xnYaJBnAsdwztUAIEbhDQAL4B3SkJECBAgAABAgQIECBAgAABAgQIECDQgkA0h8x0a6GacuhJIH5203L8HQ5+rkPCkkB9AhrA9dVMxAQIECBAgAABAgQIECBAgAABAgQIECBAgACBTQLjz/QdNoM3DeggAgSKE9AALq4kAiJAgAABAgQIECBAgAABAgQIECBAgAABAgQIHCMwN8N33Ag+5mxGIUCgBAEN4BKqIAYCBAgQIECAAAECBAgQIECAAAECBAgQIECAwMECU81fjd+DkQ1HoEABDeACiyIkAgQIECBAgAABAgQIECBAgAABAgQIECBAgMBagWj0pv3jLZ3jcWyLz/SN5dqx7UeAQH0CGsD11UzEBAgQIECAAAECBAgQIECAAAECBAgQIECAQOcC0dgNhpjZO2wAp23j57G/JQEC7Qo8vn79+mo3PZkRIECAAAECBAgQIECAAAECBAgQKFug95lY8n+UfYGeHF3v9c/xPp/P3C5db2/t+hnnM9e4jcZv2j+avulCmNp/at3ai2Ycz9rj7LdOgO86p1b3Ovv13QzgVq8ceREgQIAAAQIECBAgQIAAAQIECBAgQIAAAQJVC8w1cKMJPGwAV52o4AkQOFRAA/hQToMRIECAAAECBAgQIECAAAECBAgQIECAAAECBPIC4xmgw2ZvPI7l1GhL26b2t44AgX4ENID7qbVMCRAgQIAAAQIECBAgQIAAAQIECBAgQIAAgUIFxg3d9Hy8LkJf2hb7WBIg0K+ABnC/tZc5AQIECBAgQIAAAQIECBAgQIAAAQIECBAgcJPA+O2bh83eaPAO190UptOeJBC1Hc8EP+l0hu1MQAO4s4JLlwABAgQIECBAgAABAgQIECBAgAABAgQIELhXIBq8wyiiIZjWDR8P9/GYAAECawQ0gNco2YcAAQIECBAgQIAAAQIECBAgQIAAAQIECBAg8KbAXCM3Zv/GMg07ngk6d+ybIdi9cIFxncfXQeHhC69QAQ3gQgsjLAIECBAgQIAAAQIECBAgQIAAAQIECBAgQKAegXEjL0U+XhfPY1lPdiIlQKAmAQ3gmqolVgIECBAgQIAAAQIECBAgQIAAAQIEmhLY2wSqfaZY7/nnLubh7NDcvlu2P5/PLYcVc8zd18/S+edqF8fEcog5tW64vbTHuXhrf326yzvnujYu/mul7tlv7jVibTS5128N4LWS9iNAgAABAgQIECBAgAABAgQIECBAgAABAgS6Fhg354bPx4+Hz7tGkzwBApcLaABfTu6EBAgQIECAAAECBAgQIECAAAECBAgQIECAQE0C0cwdL4c57J3RNxzLYwIECOwR0ADeo+dYAgQIECBAgAABAgQIECBAgAABAgQIECBAoFmBaPimBMcN3uG2ZgEkRoBAlQIawFWWTdAECBAgQIAAAQIECBAgQIAAAQIECBAgQIDAWQLR3B0u0+N4ns47/IzVWB/L8faz4jQuAQIEpgQ0gKdUrCNAgAABAgQIECBAgAABAgQIECBAgAABAgS6ERg2biPptC7WDx/HdksCBAiUKqABXGplxEWAAAECBAgQIECAAAECBAgQIECAAAECBAicKjDX4NXwPZXd4AQInCygAXwysOEJECBAgAABAgQIECBAgAABAgQIECBAgACBewTGn9s7jOL5fP76XN9oBA+3e0yAAIFaBR5fv3591Rq8uAkQIECAAAECBAgQIECAAAECBAj0LjD8DMoeLeT/6LHsh+Xc+/WzFzI1UEv9Wmr8pphTwzfVf9j4HT4uNa+e4vLzWXa11afs+pgBXHZ9REeAAAECBAgQIECAAAECBAgQIECAAAECBAhsFFhq6uaaxBtP6TACBAjcLqABfHsJBECAAAECBAgQIECAAAECBAgQIECAAAECBAi8K7DUwI3GbyzfHdv+BAgQqFlAA7jm6omdAAECBAgQIECAAAECBAgQIECAAAECBAg0LLCngbvn2IZJpUaAQAcCGsAdFFmKBAgQIECAAAECBAgQIECAAAECBAgQIECgJoGl2b0pj9TcXdPgXdrHZ5jWdEWIlQCBdwQ0gN/Rsi8BAgQIECBAgAABAgQIECBAgAABAgQIECBwmkBq2A4bs0sN3FwQe47NjW07AQIEShbQAC65OmIjQIAAAQIECBAgQIAAAQIECBAgQIAAAQINC0STNpYp1fQ4nseyYQKpESBA4HABDeDDSQ1IgAABAgQIECBAgAABAgQIECBAgAABAgQIJIHcWzmH0rDpm2YAa/yGjCUBAgTeF9AAft/MEQQIECBAgAABAgQIECBAgAABAgSKEcg1SYZvpVpM0AcGkss/d6raffbmn/PJbe/dr/b8c/Xdsz3X+I1rN5bDcw3XDR8P9/G4fYG9tffzee41src+uejULye0vF0DeNnHVgIECBAgQIAAAQIECBAgQIAAAQIECBAgQGBCYE0DKNcIjmHXjBX7WhIgQIDAsoAG8LKPrQQIECBAgAABAgQIECBAgAABAgQIECBAgMBIIBq2axu8o8N/Po0xprZZR4AAAQLbBTSAt9s5kgABAgQIECBAgAABAgQIECBAgAABAgQIdCuQa+DmtncLJ3ECBAicLKABfDKw4QkQIECAAAECBAgQIECAAAECBAjcKRANGJ+ld2cVnJtAnQLx+jEVfWyL5dQ+udedpWOnxrOOAAECBNYJaACvc7IXAQIECBAgQIAAAQIECBAgQIAAAQIECBDoTkCTtruSS5gAgQYENIAbKKIUCBAgQIAAAQIECBAgQIAAAQIECBAgQIDAOwLR2I3lO8cO912a5bt37OF5PCZAgACB9QIawOut7EmAAAECBAgQIECAAAECBAgQIECAAAECBKoRWGrALm2LBHP7LDV/YwxLAgQIELhe4HPuBfz6kJyRAAECBAgQIECAQL8C/oDSb+1lXr6A35/Lr5EICdQqcNW//1tfx66K7676bXWJeFv3iTznljk/Pq85up/r9/os+adtafylfVIQue1LCew5dmlc2wgcIbD3+tz783lEDj2PoX77qm8G8D4/RxMgQIAAAQIECBAgQIAAAQIECBAgQIAAgdsElpokadvS9tuCdmICBAgQOFVAA/hUXoMTIECAAAECBAgQIECAAAECBAgQIECAQK8CuRmEueZsbnvOde/xufFtJ0CAAIEyBTSAy6yLqAgQIECAAAECBAgQIECAAAECBAgQIECgA4E9Tdo9x3ZAK0UCBAh0K6AB3G3pJU6AAAECBAgQIECAAAECBAgQIECAAIFzBaJBmZsJe24U940e+U9FsLQt9l+zT+xrSYAAAQIEQkADOCQsCRAgQIAAAQIECBAgQIAAAQIECBAgQIDAgQJrGrhr9jkwJEMRIECAQAcCGsAdFFmKBAgQIECAAAECBAgQIECAAAECBAgQIHC8wMfHx+ZBo/Eby6mBep05PWVhHQECBAisF9AAXm9lTwIECBAgQIAAAQIECBAgQIAAAQLdCSw1p9ZgaGCtUbJPqQK56z+3PZfX3uNz49tOgAABAn0KPL58+fLqM3VZEyBAgAABAgQIECDQm4A/QPdW8Wvz9Qfca72djQCB6wTO/vfz7PHPltobf+7fj73j351/Lr9cfHvz33P+dGw6/5ox1uwzleve/KbGtK4cAfUtpxYlRuL6KLEq62MqvX5mAK+vpT0JECBAgAABAgQIECBAgAABAgQIdCewtbEVUKX/gTTitCxTIHf9nX19pfPnYihTTlQECBAg0LOABnDP1Zc7AQIECBAgQIAAAQIECBAgQIAAgZsFcs21pe3R/Ivlzak4/Q0Cez6Dd024S9ffmuPtQ4AAAQIE7hDQAL5D3TkJECBAgAABAgQIECBAgAABAgQIEPgpoMFW94Vwdv32jr/3+LqrI3oCBAgQ6FVAA7jXysubAAECBAgQIECAAAECBAgQIECAwAUCZzbg1oy9Zp89DM/nc9PhLcxaTrYpjz3Ge47dBO8gAgQIECDQgYAGcAdFluI+gamb8dxby0wdsy8KRxMgQIAAAQIECBAgQIAAAQIECMwJ3NlEfPfcrf3dKOX/rsFcHa0nQIAAAQIEjhHQAD7G0SgVC2y56V46Jv7X59I+FXP9Cj1u7GP5a8PgwdK2wW4eEiBAgAABAgQIECBAgAABAgS6ERj+vWT4eA4g7VPy35nW5DCXm/UECBAgQIDAOQIawOe4GvUigbjBTDfBW2+Ec8fNbY9G7zjVFFPENd7W4vM5nytz7cn7SlfnIkCAAAECBAgQIECAAAECBM4TiL9nxHLuTOlvL7l95o61ngABAgQIEOhT4PHly5dXn6nLugaBXHMxbn5TMzYeR15xczw3Rm57jDNexnixHG9PcYxjGe/T0vM7c9177r3Ht1RHuRAgQIAAAQLHCMzdIx4zulFqEXCfWUulxEmAAIG+BNyntFlvdW2zrpFVrr65+87c8XEeyzYF1L/NukZWufqaARxSlrcI5C7Qpe2xLS3TP3TxfJjI1Lrh9qnGcWzPHZv7xzWNkxsjzjW3XHOOuWOvWr83xyPirMHpiDyNQYAAAQIECBAgQIAAAQIECBAgQIAAAQIECBDICWgA54Rs3yWw1BxM2+Yat+mkue2xz1KAS+eP49bsE/uuXZ4x5tpz97Rf6c4a0z1djXIlQIAAAQIECPwWiPtU94O/TTwiQIAAAQIECBAgQIAAgesENICvs27qTPGHjPjDxtbk0vFLYyxtS+eMOObOn9ueG39uXOsJECBAgAABAgQIECBAgAABAgQIECBAgAABAgQIlCigAVxiVQqKaapBmpqq48bqX3/9NdnInTr+yPTGcYzHPvv84/N5fo9ArXXOXb/3aDorAQIECBAgQIDAUQJxn+q+7yhR4xAgQIAAAQIECBAgQIDAGgEN4DVKDe8Tf5BYSnG8T3qeGr7Dr/RZuiV+jWMfx+gPMWMRzwkQIECAAAECBAgQIECAAAECBAgQIECAAAECBGoW0ACuuXorY881QdP2qUbo3HHD9cPHU+FMjTu131nr7j7/WXkZtw6BpZ+PdG2m7a7ROmopSgIECBAgQIDAHoG4L3Tvt0fRsQQIECBAgAABAgQIECCwVkADeK1UpfulPzTEHxumUohtsZzaxzoCBM4T2POz5w+I59XFyAQIECBAgAABAgQIECBAgAABAgQIECBAoFaBx5cvX161Bi/uT4c0d1MDaq6RtKc51UN95tx6yL2GHGuoz50x3nnuGq4fMRIgQIAAgTsE3H/foV7OOd2flVMLkRAgQKAnAfcfPVX737mq/79NrPkt4Pr4bdHjI/Wvu+pmAFdSv7kftLn1Ka2lbePtuX0rYRImgeoE9vzs+QNhdeUWMAECBAgQIECAAAECBAgQIECAAAECBAgQOF1AA/h04v0niAZRWqaGz/B5bvTYN7ef7QQI1CeQ+/nWIK6vpiImQIAAAQIECBAgQIAAAQIECBAgQIAAAQJ7BTSA9woecHyuiZO2D/eJx+P1U6FoAE2pWEeAAAECBAgQIECAAAECBAgQIECAAAECBAgQIECgTQEN4JPrGs3a3GnWNHOHY8VjDd6crO0E+hWI14mtAl5ftso5jgABAgQIECBAgAABAgQIECBAgAABAgQI3CegAXySfTReYrl0mtgnlkv72kaAAAECBAgQIECAAAECBAgQIECAAAECBAgQIECAAIE5AQ3gOZk31s81bp/P5x+f2bs05NwY42PW7jc+znMCBAgQIECAAAECBAgQIECAAAECBAgQIECAAAECBNoX0ADeWONhI3b4OIaLdakJ7IsAAQI1CsTrWC52bxWdE7KdAAECBAgQIECAAAECBAgQIECAAAECBAhcJ/D48uXL67rTtXGmaIrkZvjGfm1kXWYWGk9l1uWoqNT3KMlt4+z133v8tqgdRYAAAQIECOwR8DvMHr3jj3U/dbypEQkQIEDgeAH3D8ebtjSi66Olah6fi+vjeNOeRnT9LFfbDOBln09TF1BaF+ujCTwcJrYN13lMgACB2gTWvpb5w2RtlRUvAQIECBAgQIAAAQIECBAgQIAAAQIECLQs0H0DeKnBEdtiOb4Q0vr4Hm+L5xojIWFJgECrAnOvkbl8vT7mhGwnQIAAAQIEeheI+yz3Tb1fCfInQIAAAQIECBAgQIDAewLdNoDjF+lYTrHFtlhO7WMdAQIECBAgQIAAAQIECBAgQIAAAQIECBAgQIAAAQIEShHosgEcDd14++Z4PlWUpW1T+1tHgAABAusEcq+vZrqsc7QXAQIECBAg0L5A3De5P2q/1jIkQIAAAQIECBAgQIDAEQLNNoDjF+P4RTmWCS09juepCeyLAAECBAgQIECAAAECBAgQIECAAAECBAgQIECAAAECLQg00wCOhm4qSmr+xvPU4E2Ph+uicLFPPLckQIAAAQIECBAgQIAAAQIECBAgQIAAAQIECBAgQIBAzQLVNoBjhm/M4B02c9Pj9B3bUoE+Pj5+NYXTtji+5uKJnQABAgQIECBAgAABAgQIECBAgAABAgQIECBAgAABAkOBx5cvX17DFTU9jgbvsPkb8UcTOJ5r+IbEtUvu13offTb1O1q0rfFKvz5Kj6+tq0E2BAgQIEDgH4Gp383YXCfg/uc6a2ciQIAAgeME3D8cZ9niSK6PFqt6XU6un+usazxT69dH8TOApwqQ1qXv1ACOX3BjmS6yOGa4rsaLT8wECBAgQIAAAQIECBAgQIAAAQIECBAgQIAAAQIECBB4R6DoBnA0ctMyNXOHz2P2byQb2+K5JQECBAgQIECAAAECBAgQIECAAAECBAgQIECAAAECBHoTKKYBPGzg5h4Pt/dWMPkSIECAAAECBAgQIECAAAECBAgQIECAAAECBAgQIEBgTqCIBnA0dMezelPQsS0SGD+P9ZYECBAgQGAosPffCx8jMNT0mAABAgQIECBAgAABAgQIECBAgAABAgRqEbi8ATz1B/lYN14mRH+Ar+VSEicBAgQIECBAgAABAgQIECBAgAABAgQIECBAgAABAncLXNIAjsZuJDue6Ruf7zveL+0/tS7GsSRAgAABAgQIECBAgAABAgQIECBAgAABAgQIECBAgACB3wKHN4CnGrbDdenx8HmEMrUutlkSIECAAAECBAgQIECAAAECBAgQIECAAAECBAgQIECAQF7g8eXLl9fSbh8fH0ubPw1n80YTNy1jVm86ONbHQOPnsd7yeAFvoX286ZUjqt+V2vWdy/Vxb81y/u/8+3lvJtvOvje/vcdvi9pRRwmo31GSxiFA4F0Bv0u+Jza+X9n7+n338e9lb++jBdT/aFHjESBwlYD7h6uk2zyP66fNul6VlevnKuk2z7P3+tk0AzidNN34p2X6hTIth99BndYNv8bPh9s8JkCAAAECBAgQIECAAAECBAgQIECAAAECBAgQIECAAIF9Am81gKdm+6Z1w/UpnGGjd/h4X6iOJkCAAAECBAgQIECAAAECBNYKxO/j45nAa4+3HwECBAgQIECAAAECBAjUKfBWAzh+eUwN37/++utnxuPmr18s67wQRE2AAAECBAgQIECAAAECBAgQIECAAAECBAgQIECAQP0Ciw3g1MyNBm8sI+VoBsfzWM6tj+2WBAgQIECgBYHcv3fjfzdbyFkOBAgQIECAQJ0C6b4lfr/PfY5rnRmKmgABAgQIECBAgAABAgSGAv9qAA//oB2zfOOXxThwuE+ssyRAgAABAgQIECBAgAABAgQIECBAgAABAgQIECBAgACBewU+TzVzh7OWhtuHj3Nhx77eEjonZTsBAgQIECBAgAABAgQIECBAgAABAgQIECBAgAABAgSOEfhXAzg1bqN5m5bRwI11x5zWKAQIECBAgAABAgQIECBAgAABAgQIECBAgAABAgQIECBwtMDj+/fvr/Ggmr1jke3Po4G+fQRH3imgfnfq139u10/9NTwzg73Xh8/vO7M6xiawT2D4bjr7RnI0AQJXC7T+u3Du/sP9xdVXnPMRIBAC7p9CwrJEgdbvD0o0F9NvAdffbwuP3hdw/bxv1tIRf3wGsIuhpdLKhQABAgQIECBAgAABAgQIECBAgAABAgQIECBAgACB3gT+9RbQvQHIlwABAgQIECBAgAABAgQI9CCw9J++0+zgNAPPLOAergQ5EiBAgAABAgQIECDQusCz9QTlR4AAAQIECBAgQIAAAQIECBAgQIAAAQIECBAgQIAAgV4ENIB7qbQ8CRAgQIAAAQIECBAgQIAAAQIECBAgQIAAAQIECBBoXkADuPkSS5AAAQIECBAgQIAAAQIECBAgQIAAAQIECBAgQIAAgV4ENIB7qbQ8CRAgQIAAAQIECBAgQIAAAQIECBAgQIAAAQIECBBoXkADuPkSS5AAAQIECBAgQIAAAQIECBAgQIAAAQIECBAgQIAAgV4EHn///fer5mRfr6rDr5m+iNjVv4gy3BaE+t9G38SJe79+Pj4+mqijJAj0KPB8+j+cPdZdznUIPB6POgKdiTJ3f+T+YQbOagIEbhdwf3R7CQRwokDt9xcn0hh6hYDrZwWSXU4TcP2dRrtqYH89WsVkJwIECBAgQIAAAQIECBAgQIAAAQIECBAgQIAAAQIECJQv8Ln8EEVIgAABAgQIECBAgAABAgQInC0w9z/008xgs3/P1jc+AQIECBAgQIAAAQIEjhMwA/g4SyMRIECAAAECBAgQIECAAIHmBHJvDd1cwhIiQIAAAQIECBAgQIBA5QJmAFdeQOETIECAAIEtArnPyDLLZ4uqYwgQIECAQJsCaWZw+nZ/0GZ9ZUWAAAECBAgQIECAQHsCZgC3V1MZESBAgAABAgQIECBAgAABAgQIECBAgAABAgQIECDQqYAGcKeFlzYBAgQIECBAgAABAgQIEFgjEJ8NnHsHkTVj2YcAAQIECBAgQIAAAQIEzhfQAD7f2BkIECBAgAABAgQIECBAgAABAgQIECBAgAABAgQIECBwicDj+/fvr0vO5CRVCrxeLo8qC3dR0K6Pi6AbPY3rp+7C+gzAuusnegJnCpgheKausVsXiJm2peY5vn9zP1BqpcRFgEBpAu6PSquIeN4RKP3+5J1c7FuegOurvJq0FFHv15cZwC1dzXIhQIAAAQIECBAgQIAAAQIECBAgQIAAAQIECBAgQKBrgc9dZy95AgQIECBAgAABAgQIECBAYJXA+H/Qx4w2M4FX8dmJAAECBAgQIECAAAEClwmYAXwZtRMRIECAAAECBAgQIECAAAECBAgQIECAAAECBAgQIEDgXAEzgM/1NToBAgQIEGhSIGb8zCVnJtCcjPUECBAgQKAdgZgRHPcF/v1vp7YyIUCAAAECBAgQIECgbgEzgOuun+gJECBAgAABAgQIECBAgAABAgQIECBAgAABAgQIECDwS0AD+BeFBwQIECBAgAABAgQIECBAgMC7AuOZwO8eb38CBAgQIECAAAECBAgQOFZAA/hYT6MRIECAAAECBAgQIECAAAECBAgQIECAAAECBAgQIEDgNoHH9+/fX7ed3YmzAq+X8mSRGt5B/RsubgGpub4KKIIQZgV8huAsjQ0ECGQE4rNIM7vZTIDAhEDM5J3YtGrV+P7Sv+er2OxEgACBrID7myyRHQoW2Ht/UXBqQqtAwPVXQZGEuFkgd32bAbyZ1oEECBAgQIAAAQIECBAgQIAAAQIECBAgQIAAAQIECBAoS0ADuKx6iIYAAQIECBAgQIAAAQIECBAgQIAAAQIECBAgQIAAAQKbBTSAN9M5kAABAgQIECBAgAABAgQIECBAgAABAgQIECBAgAABAmUJfC4rHNEQIECAAAECBAgQIECAAAECNQqMP4Nq/JmVPhO4xqqKmQABAgQIECBAgACBGgXMAK6xamImQIAAAQIECBAgQIAAAQIECBAgQIAAAQIECBAgQIDAhIAG8ASKVQQIECBAgAABAgQIECBAgAABAgQIECBAgAABAgQIEKhRQAO4xqqJmQABAgQIECBAgAABAgQIECBAgAABAgQIECBAgAABAhMCj+/fv78m1jez6vVqOr1m6lRqIq6fUivTRlyurzbqKIt7BHyG4D3uzkqAwKdP4880fdck9/q1d/x347E/gSMFxp8BPB47d/+b+/kYj+c5AQIECFwj4P7kGmdn2Saw9/4jd/y2qBxF4B+B3PWVuz/e65g7/97xHV+2gBnAZddHdAQIECBAgAABAgQIECBAgAABAgQIECBAgAABAgQIEFgt8Hn1nnYkQIAAAQIECBAgQIAAAQIECGwUGM9ASDN+06wHM8s2gjqMAAECBAgQIECAAAECMwJmAM/AWE2AAAECBAgQIECAAAECBAgQIECAAAECBAgQIECAAIHaBMwArq1i4iVAgAABAgQIECBAgAABAg0IpBnB41nBDaQlBQIECBAgQIAAAQIECNwuYAbw7SUQAAECBAgQIECAAAECBAgQIECAAAECBAgQIECAAAECBI4R0AA+xtEoBAgQIECAAAECBAgQIECAwBsCwxnA6fOAfREgQIAAAQIECBAgQIDAMQIawMc4GoUAAQIECBAgQIAAAQIECBDYIPB6vTYc5RACBAgQIECAAAECBAgQmBN4fPv2zW9aczrWZwX8op4lssOJAq6/E3ENTeBkAbN8TgY2PAECBDYKPJ/+j/BGOocdIOD+4ABEQxAgQKBBAfcnDRZVSqsF0jum+CJQq4Dr997K+e3+Xn9nJ0CAAAECBAgQIECAAAECBAgQIECAAAECBAgQIECAwGECGsCHURqIAAECBAgQIECAAAECBAgQIECAAAECBAgQIECAAAEC9wpoAN/r7+wECBAgQIAAAQIECBAgQIAAAQIECBAgQIAAAQIECBA4TEAD+DBKAxEgQIAAAQIECBAgQIAAAQIECBAgQIAAAQIECBAgQOBeAQ3ge/2dnQABAgQIECBAgAABAgQIECBAgAABAgQIECBAgAABAocJaAAfRmkgAgQIECBAgAABAgQIECBAgAABAgQIECBAgAABAgQI3CugAXyvv7MTIECAAAECBAgQIECAAAECBAgQIECAAAECBAgQIEDgMIHHt2/fXoeNZqC3BV4v/G+jOeAwAdffYZQGIlCdwMfHR3UxC5gAAQIE6hd4Pv0f5PqreF8G7l/us3dmAgQI9Czg/qXn6ss9J/B4PHK72E6gWYHSr3+/fTd76UmMAAECBAgQIECAAAECBAgQIECAAAECBAgQIECAAIHeBDSAe6u4fAkQIECAAAECBAgQIECAAAECBAgQIECAAAECBAgQaFZAA7jZ0kqMAAECBAgQIECAAAECBAgQIECAAAECBAgQIECAAIHeBDSAe6u4fAkQIECAAAECBAgQIECAAAECBAgQIECAAAECBAgQaFZAA7jZ0kqMAAECBAgQIECAAAECBAgQIECAAAECBAgQIECAAIHeBDSAe6u4fAkQIECAAAECBAgkoeCxAAARl0lEQVQQIECAAAECBAgQIECAAAECBAgQaFZAA7jZ0kqMAAECBAgQIECAAAECBAgQIECAAAECBAgQIECAAIHeBB7fvn17tZz069V0ei2XroncXH9NlFESlQp8fHxUGrmwCRAgQIAAga0Cz6f/47zVroXj3P+1UEU5ECBAgMBYwP3NWMRzAusFHo/H+p3tSaAxAb8dN1ZQ6RAgQIAAAQIECBAgQIAAAQIECBAgQIAAAQIECBAg0K+ABnC/tZc5AQIECBAgQIAAAQIECBAgQIAAAQIECBAgQIAAAQKNCWgAN1ZQ6RAgQIAAAQIECBAgQIAAAQIECBAgQIAAAQIECBAg0K+ABnC/tZc5AQIECBAgQIAAAQIECBAgQIAAAQIECBAgQIAAAQKNCWgAN1ZQ6RAgQIAAAQIECBAgQIAAAQIECBAgQIAAAQIECBAg0K+ABnC/tZc5AQIECBAgQIAAAQIECBAgQIAAAQIECBAgQIAAAQKNCWgAN1ZQ6RAgQIAAAQIECBAgQIAAAQIECBAgQIAAAQIECBAg0K/A4+vXr69+05d56QKvl8uz9BqJ7z6Bj4+P+07uzAQIECBAgAABAm8LPJ/+D/bbaAce4P75QExDESBAgACBlQLuf1ZC2Y3ADQKPx+OGszrlVQJ++7xK2nkIECBAgAABAgQIECBAgAABAgQIECBAgAABAgQIECBwsoAG8MnAhidAgAABAgQIECBAgAABAgQIECBAgAABAgQIECBAgMBVAhrAV0k7DwECBAgQIECAAAECBAgQIECAAAECBAgQIECAAAECBE4W0AA+GdjwBAgQIECAAAECBAgQIECAAAECBAgQIECAAAECBAgQuEpAA/gqaechQIAAAQIECBAgQIAAAQIECBAgQIAAAQIECBAgQIDAyQIawCcDG54AAQIECBAgQIAAAQIECBAgQIAAAQIECBAgQIAAAQJXCWgAXyXtPAQIECBAgAABAgQIECBAgAABAgQIECBAgAABAgQIEDhZ4PH169fXyecw/ILA64V/gccmArsEPj4+dh3vYAIECBAgQIAAAQIEfgs8n238H3K/J/yuqUcECBAgQIDAPoFW7o/2KTiaQJ0Cj8ejzsBXRt3Gb28rk7UbAQIECBAgQIAAAQIECBAgQIAAAQIECBAgQIAAAQIEWhbQAG65unIjQIAAAQIECBAgQIAAAQIE/hBIM3XM1vmDxBMCBAgQIECAAAECBBoT0ABurKDSIUCAAAECBAgQIECAAAECBAgQIECAAAECBAgQIECgXwEN4H5rL3MCBAgQIECAAAECBAgQINCtgJnA3ZZe4gQIECBAgAABAgSaF9AAbr7EEiRAgAABAgQIECBAgAABAgQIECBAgAABAgQIECBAoBcBDeBeKi1PAgQIECBAgAABAgQIECBA4F8CZgL/i8QKAgQIECBAgAABAgQqF9AArryAwidAgAABAgQIECBAgAABAgQIECBAgAABAgQIECBAgEAIfI4Hdy1fr9ddp3ZeAt0LfHx8dG8AgAABAgQIECBAgACBdQK1//6QZvr6IkCAAAECBAgcKeD+6EhNYxG4VqD1/qTffq69npyNAAECBAgQIECAAAECBAgQIECAAAECBAgQIECAAAECpwloAJ9Ga2ACBAgQIECAAAECBAgQIECAAAECBAgQIECAAAECBAhcK6ABfK23sxEgQIAAAQIECBAgQIAAAQIECBAgQIAAAQIECBAgQOA0AQ3g02gNTIAAAQIECBAgQIAAAQIECBAgQIAAAQIECBAgQIAAgWsFNICv9XY2AgQIECBAgAABAgQIECBAgAABAgQIECBAgAABAgQInCagAXwarYEJECBAgAABAgQIECBAgAABAgQIECBAgAABAgQIECBwrYAG8LXezkaAAAECBAgQIECAAAECBAgQIECAAAECBAgQIECAAIHTBD6/Xq/TBjcwgbsFPj4+7g7B+QkQIECAAAECBAgQIECgAAG/HxZQBCEQIECAAAECRQm4P9pXjufTHMt9go4+U8DVeaausQkQIECAAAECBAgQIECAAAECBAgQIECAAAECBAgQIHChgAbwhdhORYAAAQIECBAgQIAAAQIECBAgQIAAAQIECBAgQIAAgTMFNIDP1DU2AQIECBAgQIAAAQIECBAgQIAAAQIECBAgQIAAAQIELhTQAL4Q26kIECBAgAABAgQIECBAgAABAgQIECBAgAABAgQIECBwpoAG8Jm6xiZAgAABAgQIECBAgAABAgQIECBAgAABAgQIECBAgMCFAhrAF2I7FQECBAgQIECAAAECBAgQIECAAAECBAgQIECAAAECBM4U0AA+U9fYBAgQIECAAAECBAgQIECAAAECBAgQIECAAAECBAgQuFDg84XncqoNAh8fHxuOcggBAgQIECBAoFyB1+tVbnAXRPZ4PBbPkvPJHb84uI0ECBAgcJpA7vX7tBMbmACBT+6PXAQECBAgcIeA/s256s+nOax7hOnt0XMsAQIECBAgQIAAAQIECBAgQIAAAQIECBAgQIAAAQIEChLQAC6oGEIhQIAAAQIECBAgQIAAAQIECBAgQIAAAQIECBAgQIDAHgEN4D16jiVAgAABAgQIECBAgAABAgQIECBAgAABAgQIECBAgEBBAhrABRVDKAQIECBAgAABAgQIECBAgAABAgQIECBAgAABAgQIENgjoAG8R8+xBAgQIECAAAECBAgQIECAAAECBAgQIECAAAECBAgQKEhAA7igYgiFAAECBAgQIECAAAECBAgQIECAAAECBAgQIECAAAECewQ0gPfoOZYAAQIECBAgQIAAAQIECBAgQIAAAQIECBAgQIAAAQIFCTz++uuvV0HxCIUAAQIECBAgQKBxgdfL7WfjJT41vcfjcer4BidAgMBRAv69O0rSOAQIuP9xDRAgQIAAAQLvCpgB/K6Y/QkQIECAAAECBAgQIECAAAECBAgQIECAAAECBAgQIFCogAZwoYURFgECBAgQIECAAAECBAgQIECAAAECBAgQIECAAAECBN4V0AB+V8z+BAgQIECAAAECBAgQIECAAAECBAgQIECAAAECBAgQKFRAA7jQwgiLAAECBAgQIECAAAECBAgQIECAAAECBAgQIECAAAEC7wpoAL8rZn8CBAgQIECAAAECBAgQIECAAAECBAgQIECAAAECBAgUKqABXGhhhEWAAAECBAgQIECAAAECBAgQIECAAAECBAgQIECAAIF3BTSA3xWzPwECBAgQIECAAAECBAgQIECAAAECBAgQIECAAAECBAoV+FxoXMIiQIAAAQIEKhZ4vV4VRy90AgRKFvD6sq86j8dj3wCOJkBgtcD4583r12o6OxIgMBJo/fVj/Ho5St9TAgQIECBAYIOAGcAb0BxCgAABAgQIECBAgAABAgQIECBAgAABAgQIECBAgACBEgU0gEusipgIECBAgAABAgQIECBAgAABAgQIECBAgAABAgQIECCwQUADeAOaQwgQIECAAAECBAgQIECAAAECBAgQIECAAAECBAgQIFCigAZwiVUREwECBAgQIECAAAECBAgQIECAAAECBAgQIECAAAECBDYIaABvQHMIAQIECBAgQIAAAQIECBAgQIAAAQIECBAgQIAAAQIEShTQAC6xKmIiQIAAAQIECBAgQIAAAQIECBAgQIAAAQIECBAgQIDABgEN4A1oDiFAgAABAgQIECBAgAABAgQIECBAgAABAgQIECBAgECJAp9LDEpMBAgQIHC/wOv12hXE4/FYPH7v+IuD20iAAAECBAhMCtT+72/u/mIyaSsJFCKQu35r//kshFkYBAhUKOD179yi5f79OffsRidAgACBuwTMAL5L3nkJECBAgAABAgQIECBAgAABAgQIECBAgAABAgQIECBwsIAG8MGghiNAgAABAgQIECBAgAABAgQIECBAgAABAgQIECBAgMBdAhrAd8k7LwECBAgQIECAAAECBAgQIECAAAECBAgQIECAAAECBA4W0AA+GNRwBAgQIECAAAECBAgQIECAAAECBAgQIECAAAECBAgQuEtAA/gueeclQIAAAQIECBAgQIAAAQIECBAgQIAAAQIECBAgQIDAwQIawAeDGo4AAQIECBAgQIAAAQIECBAgQIAAAQIECBAgQIAAAQJ3CWgA3yXvvAQIECBAgAABAgQIECBAgAABAgQIECBAgAABAgQIEDhY4PPB4xmOAIGCBF6v12I0j8djcXvu+MWDbexewPXT/SUAgAABAgQIHC7g/mIfae7+f9/ojiZAgAABAgRKFHD/VGJV1sfk/m29lT0JEPhTwAzgPz08I0CAAAECBAgQIECAAAECBAgQIECAAAECBAgQIECAQLUCGsDVlk7gBAgQIECAAAECBAgQIECAAAECBAgQIECAAAECBAgQ+FNAA/hPD88IECBAgAABAgQIECBAgAABAgQIECBAgAABAgQIECBQrYAGcLWlEzgBAgQIECBAgAABAgQIECBAgAABAgQIECBAgAABAgT+FNAA/tPDMwIECBAgQIAAAQIECBAgQIAAAQIECBAgQIAAAQIECFQroAFcbekEToAAAQIECBAgQIAAAQIECBAgQIAAAQIECBAgQIAAgT8FNID/9PCMAAECBAgQIECAAAECBAgQIECAAAECBAgQIECAAAEC1Qp8rjZygR8i8Hq9DhnHIHUKqH+ddRM1AQIECBAgQIAAgS0C7v+3qDmGAAECBAgQIHCfgPu3++xbOPPj8WghDTlsFDADeCOcwwgQIECAAAECBAgQIECAAAECBAgQIECAAAECBAgQIFCagAZwaRURDwECBAgQIECAAAECBAgQIECAAAECBAgQIECAAAECBDYKaABvhHMYAQIECBAgQIAAAQIECBAgQIAAAQIECBAgQIAAAQIEShPQAC6tIuIhQIAAAQIECBAgQIAAAQIECBAgQIAAAQIECBAgQIDARgEN4I1wDiNAgAABAgQIECBAgAABAgQIECBAgAABAgQIECBAgEBpAhrApVVEPAQIECBAgAABAgQIECBAgAABAgQIECBAgAABAgQIENgooAG8Ec5hBAgQIECAAAECBAgQIECAAAECBAgQIECAAAECBAgQKE3g8+v1Ki0m8RAgQIAAAQIECBAgQIAAAQIECLwh4O87b2DZtTqBx+NRXcwCJkCAAAECdwu4P7y7Avee3wzge/2dnQABAgQIECBAgAABAgQIECBAgAABAgQIECBAgAABAocJaAAfRmkgAgQIECBAgAABAgQIECBAgAABAgQIECBAgAABAgQI3CugAXyvv7MTIECAAAECBAgQIECAAAECBAgQIECAAAECBAgQIEDgMAEN4MMoDUSAAAECBAgQIECAAAECBAgQIECAAAECBAgQIECAAIF7BTSA7/V3dgIECBAgQIAAAQIECBAgQIAAAQIECBAgQIAAAQIECBwmoAF8GKWBCBAgQIAAAQIECBAgQIAAAQIECBAgQIAAAQIECBAgcK+ABvC9/s5OgAABAgQIECBAgAABAgQIECBAgAABAgQIECBAgACBwwQ+HzaSgQgQIECAAIHLBF6v1+K5Ho/H4va9xy8OvmJj7vwrhrALAQIECEwI5F7/Jw6xigABAgQIFC/g94fiS9R0gO6vmi6v5AgQINCsgBnAzZZWYgQIECBAgAABAgQIECBAgAABAgQIECBAgAABAgQI9CagAdxbxeVLgAABAgQIECBAgAABAgQIECBAgAABAgQIECBAgECzAhrAzZZWYgQIECBAgAABAgQIECBAgAABAgQIECBAgAABAgQI9CagAdxbxeVLgAABAgQIECBAgAABAgQIECBAgAABAgQIECBAgECzAhrAzZZWYgQIECBAgAABAgQIECBAgAABAgQIECBAgAABAgQI9CagAdxbxeVLgAABAgQIECBAgAABAgQIECBAgAABAgQIECBAgECzAhrAzZZWYgQIECBAgAABAgQIECBAgAABAgQIECBAgAABAgQI9CbwP5QKwrL/2hImAAAAAElFTkSuQmC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26414" y="765184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Аренда на 14 дней: взять книгу и оформить возврат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2879826" y="2569464"/>
            <a:ext cx="1335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В онлайн-библиотеке можно взять любую из 100 книг на 14 дней без залога.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879826" y="3441206"/>
            <a:ext cx="1335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Система сама напомнит о сроке и подскажет один клик для оформления возврата.</a:t>
            </a:r>
            <a:endParaRPr lang="en-US" sz="3000" dirty="0"/>
          </a:p>
        </p:txBody>
      </p:sp>
      <p:pic>
        <p:nvPicPr>
          <p:cNvPr id="7" name="Image 2" descr="data:image/png;base64,iVBORw0KGgoAAAANSUhEUgAAAEwAAABMCAYAAADHl1ErAAAAAXNSR0IArs4c6QAAAERlWElmTU0AKgAAAAgAAYdpAAQAAAABAAAAGgAAAAAAA6ABAAMAAAABAAEAAKACAAQAAAABAAAATKADAAQAAAABAAAATAAAAAAWucfgAAAA+0lEQVR4Ae3SsQ3AIAADQWCEjMD02TJImYDvz/VXJ89nv9+wa4F1XQp/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336197"/>
            <a:ext cx="694944" cy="6949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07186" y="2482055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1</a:t>
            </a:r>
            <a:endParaRPr lang="en-US" sz="3000" dirty="0"/>
          </a:p>
        </p:txBody>
      </p:sp>
      <p:pic>
        <p:nvPicPr>
          <p:cNvPr id="9" name="Image 3" descr="data:image/png;base64,iVBORw0KGgoAAAANSUhEUgAAAAkAAACqCAYAAAB/GWVQAAAAAXNSR0IArs4c6QAAAERlWElmTU0AKgAAAAgAAYdpAAQAAAABAAAAGgAAAAAAA6ABAAMAAAABAAEAAKACAAQAAAABAAAACaADAAQAAAABAAAAqgAAAAAYxXznAAAAVklEQVRYCe3WQREAIAhEUTSCEUxvSwULUOBxhdOf3T+Mtc+NZmaz/2tHAQEEAQEEKUQugEAKFKF+Iy6AQAoUgQuKABdAIAWKUAS4AAIpUIQiwAUQZAoe/bUDL18XjFAAAAAASUVORK5CYII=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098" y="3039393"/>
            <a:ext cx="82296" cy="1554480"/>
          </a:xfrm>
          <a:prstGeom prst="rect">
            <a:avLst/>
          </a:prstGeom>
        </p:spPr>
      </p:pic>
      <p:pic>
        <p:nvPicPr>
          <p:cNvPr id="10" name="Image 4" descr="data:image/png;base64,iVBORw0KGgoAAAANSUhEUgAAAAkAAAAxCAYAAAAIuIPQAAAAAXNSR0IArs4c6QAAAERlWElmTU0AKgAAAAgAAYdpAAQAAAABAAAAGgAAAAAAA6ABAAMAAAABAAEAAKACAAQAAAABAAAACaADAAQAAAABAAAAMQAAAAC+E2rmAAAAK0lEQVQ4EWMUUlrxn4EAYCIgD5YeVcQwGgSjQcAwGgSjQQAsEEfLgqEbBACAmQI9uJCbvQAAAABJRU5ErkJggg==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2221100" y="2476287"/>
            <a:ext cx="82296" cy="44805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879826" y="4690872"/>
            <a:ext cx="1335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Книги удобно искать по названию, автору и жанру, а также фильтровать по жанрам.</a:t>
            </a:r>
            <a:endParaRPr lang="en-US" sz="2700" dirty="0"/>
          </a:p>
        </p:txBody>
      </p:sp>
      <p:sp>
        <p:nvSpPr>
          <p:cNvPr id="12" name="Text 5"/>
          <p:cNvSpPr/>
          <p:nvPr/>
        </p:nvSpPr>
        <p:spPr>
          <a:xfrm>
            <a:off x="2879826" y="5699252"/>
            <a:ext cx="1335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Добавляйте в избранное и возвращайтесь к подборкам через личный кабинет.</a:t>
            </a:r>
            <a:endParaRPr lang="en-US" sz="3000" dirty="0"/>
          </a:p>
        </p:txBody>
      </p:sp>
      <p:pic>
        <p:nvPicPr>
          <p:cNvPr id="13" name="Image 5" descr="data:image/png;base64,iVBORw0KGgoAAAANSUhEUgAAAAkAAACqCAYAAAB/GWVQAAAAAXNSR0IArs4c6QAAAERlWElmTU0AKgAAAAgAAYdpAAQAAAABAAAAGgAAAAAAA6ABAAMAAAABAAEAAKACAAQAAAABAAAACaADAAQAAAABAAAAqgAAAAAYxXznAAAAVklEQVRYCe3WQREAIAhEUTSCEUxvSwULUOBxhdOf3T+Mtc+NZmaz/2tHAQEEAQEEKUQugEAKFKF+Iy6AQAoUgQuKABdAIAWKUAS4AAIpUIQiwAUQZAoe/bUDL18XjFAAAAAASUVORK5CYII=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098" y="5297439"/>
            <a:ext cx="82296" cy="1554480"/>
          </a:xfrm>
          <a:prstGeom prst="rect">
            <a:avLst/>
          </a:prstGeom>
        </p:spPr>
      </p:pic>
      <p:pic>
        <p:nvPicPr>
          <p:cNvPr id="14" name="Image 6" descr="data:image/png;base64,iVBORw0KGgoAAAANSUhEUgAAAAkAAAAxCAYAAAAIuIPQAAAAAXNSR0IArs4c6QAAAERlWElmTU0AKgAAAAgAAYdpAAQAAAABAAAAGgAAAAAAA6ABAAMAAAABAAEAAKACAAQAAAABAAAACaADAAQAAAABAAAAMQAAAAC+E2rmAAAAK0lEQVQ4EWMUUlrxn4EAYCIgD5YeVcQwGgSjQcAwGgSjQQAsEEfLgqEbBACAmQI9uJCbvQAAAABJRU5ErkJggg==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221100" y="4734333"/>
            <a:ext cx="82296" cy="44805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871216" y="6931152"/>
            <a:ext cx="1335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Карточки с модальным окном описания и рейтингом помогают быстро решать выбор.</a:t>
            </a:r>
            <a:endParaRPr lang="en-US" sz="2700" dirty="0"/>
          </a:p>
        </p:txBody>
      </p:sp>
      <p:sp>
        <p:nvSpPr>
          <p:cNvPr id="16" name="Text 7"/>
          <p:cNvSpPr/>
          <p:nvPr/>
        </p:nvSpPr>
        <p:spPr>
          <a:xfrm>
            <a:off x="2871216" y="7957299"/>
            <a:ext cx="1335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Адаптивная, современная верстка и сортировки делают интерфейс быстрым и ясным.</a:t>
            </a:r>
            <a:endParaRPr lang="en-US" sz="3000" dirty="0"/>
          </a:p>
        </p:txBody>
      </p:sp>
      <p:pic>
        <p:nvPicPr>
          <p:cNvPr id="17" name="Image 7" descr="data:image/png;base64,iVBORw0KGgoAAAANSUhEUgAAAAkAAACqCAYAAAB/GWVQAAAAAXNSR0IArs4c6QAAAERlWElmTU0AKgAAAAgAAYdpAAQAAAABAAAAGgAAAAAAA6ABAAMAAAABAAEAAKACAAQAAAABAAAACaADAAQAAAABAAAAqgAAAAAYxXznAAAAVklEQVRYCe3WQREAIAhEUTSCEUxvSwULUOBxhdOf3T+Mtc+NZmaz/2tHAQEEAQEEKUQugEAKFKF+Iy6AQAoUgQuKABdAIAWKUAS4AAIpUIQiwAUQZAoe/bUDL18XjFAAAAAASUVORK5CYII=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3488" y="7555486"/>
            <a:ext cx="82296" cy="1554480"/>
          </a:xfrm>
          <a:prstGeom prst="rect">
            <a:avLst/>
          </a:prstGeom>
        </p:spPr>
      </p:pic>
      <p:pic>
        <p:nvPicPr>
          <p:cNvPr id="18" name="Image 8" descr="data:image/png;base64,iVBORw0KGgoAAAANSUhEUgAAAAkAAAAxCAYAAAAIuIPQAAAAAXNSR0IArs4c6QAAAERlWElmTU0AKgAAAAgAAYdpAAQAAAABAAAAGgAAAAAAA6ABAAMAAAABAAEAAKACAAQAAAABAAAACaADAAQAAAABAAAAMQAAAAC+E2rmAAAAK0lEQVQ4EWMUUlrxn4EAYCIgD5YeVcQwGgSjQcAwGgSjQQAsEEfLgqEbBACAmQI9uJCbvQAAAABJRU5ErkJggg==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2212490" y="6992379"/>
            <a:ext cx="82296" cy="448056"/>
          </a:xfrm>
          <a:prstGeom prst="rect">
            <a:avLst/>
          </a:prstGeom>
        </p:spPr>
      </p:pic>
      <p:pic>
        <p:nvPicPr>
          <p:cNvPr id="19" name="Image 9" descr="data:image/png;base64,iVBORw0KGgoAAAANSUhEUgAAAEwAAABMCAYAAADHl1ErAAAAAXNSR0IArs4c6QAAAERlWElmTU0AKgAAAAgAAYdpAAQAAAABAAAAGgAAAAAAA6ABAAMAAAABAAEAAKACAAQAAAABAAAATKADAAQAAAABAAAATAAAAAAWucfgAAAA+0lEQVR4Ae3SsQ3AIAADQWCEjMD02TJImYDvz/VXJ89nv9+wa4F1XQp/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5024" y="4594243"/>
            <a:ext cx="694944" cy="69494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561466" y="4740101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2</a:t>
            </a:r>
            <a:endParaRPr lang="en-US" sz="3000" dirty="0"/>
          </a:p>
        </p:txBody>
      </p:sp>
      <p:pic>
        <p:nvPicPr>
          <p:cNvPr id="21" name="Image 10" descr="data:image/png;base64,iVBORw0KGgoAAAANSUhEUgAAAEwAAABMCAYAAADHl1ErAAAAAXNSR0IArs4c6QAAAERlWElmTU0AKgAAAAgAAYdpAAQAAAABAAAAGgAAAAAAA6ABAAMAAAABAAEAAKACAAQAAAABAAAATKADAAQAAAABAAAATAAAAAAWucfgAAAA+0lEQVR4Ae3SsQ3AIAADQWCEjMD02TJImYDvz/VXJ89nv9+wa4F1XQp/AWDxCMCARYGYexiwKBBzDwMWBWLuYcCiQMw9DFgUiLmHAYsCMfcwYFEg5h4GLArE3MOARYGYexiwKBBzDwMWBWLuYcCiQMw9DFgUiLmHAYsCMfcwYFEg5h4GLArE3MOARYGYexiwKBBzDwMWBWLuYcCiQMw9DFgUiLmHAYsCMfcwYFEg5h4GLArE3MOARYGYexiwKBBzDwMWBWLuYcCiQMw9DFgUiLmHAYsCMfcwYFEg5h4GLArE3MOARYGYexiwKBBzDwMWBWLuYcCiQMw9LIIdQwMCc6LYrBYAAAAASUVORK5CYII=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6414" y="6852290"/>
            <a:ext cx="694944" cy="694944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562000" y="69981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3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columns-3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bS9iYLlOHJkG2tW9bSe1PMk/YH+/+ueNF0Z29gxcwNBxo3MrJYeIi5BAL67YyHIy3v/H//xHx9Kd3ya7u/ve7ryh4cHn7+9vRn2/u7x7v6hcPd37293d6CBewt/EdpO4PkGXz7DM1yoijz39x8nPh/v1KetpCz/3bvJUPdwHyofyKePSNw96UMu6Tfsh7uPd2Al/8er8e4foI093iF11uU+dXfi1XR//+hT6Ly8vtw9Psguw78w5NAnVbZ30Y+9hPfyfvf0CN6H4GRIyWOdkFkqPD8/3729vZ70C4/4bdGST4JvVjp8iB8+qlVbD13p/gEffe6Q7f3u4QG9Uv/68qLze/PGn7Xx25v8AUladVJ9UpM6zt8HJsYWB8XN09PT3du7eGFi+dFxgo4TR9Hp/Q7ez8+/mSS6kY54CGF5O/hqW/YWLPX84+umxmNllZWHXmi1Hnii41V+xK/o+d44HBkfZBPqpbn9zZnL2AKexKfa3x4VU+C/vt39/vTNfhlS4j36qB3Y5zHWi0IJue0zuUyULSc6GVe2f5Psvz1/U9zSD5E46WqfXWf0xW9o1/or/Fdl6otD3nJ4I4OEpg89fBf9J8kFH8X28ilKjr7UY6ytXRFqm2O39ir0tx005hC5kuBOTrG+76L78nR39+3l4+5FjfISrXf35stJ+EEjOhHPst/0U0E4pQ253izro/xFen9vbLg4B8Wi6H/c/6EYfr57+a6xAv2GVyHRLR/5f+zdtnOu0VP8XkXn/lERtWTdobBj2mDzjr9loNiVGKVvBz423XGn/pMPqJd+NbRK9Sct0G5b+++uIn3DdpNojnVwdgCIbImmJ+lA/L6IsIYanLlwN9BFp3650r3WN75CQ3LJ3liM+heNH/BmDPlgvtoZXc7NR/HxpjggpikzHoB/P3NeUT5klJcXxYuC8/7hTTFAWMiYH0RpUu35cP9kWtR6OqCf3MeHClbFB+M8Kbgdg6AX/hgrqbq3vOeFpw75M88Et7rs8JzTVT48HxGviqPRs7EffodO4Dzqj1S/PI7cL9IF+2JlYoJ+R16ZoU+i3JgicNeY7TbGhTO/Nf8a/eGO7vldY0BEPWxTeQ5+aWvZzHW4wrUdeV+F8qT+9PYo2zOeSIG241vbUYzJqa+doJ35H9nxLTkfOioLIsYsOhtUYz/mWxJlaPVT+XYeQN3PnOyYE3/a9S8ZYld8x1yU6JedPRb/3XTv3jVQIo98VPrVK2Xpon7zjfUFCzilzncuzKG48O241rodjnPo0wasJRN9LIDadBPmuhf8+O1Z8RAdhCR9jL3kpERacrqdsuLg+/e7b9+++Zyy0G0P5p6OC5WvefUO1dKNvEddz6A39hB9kucTrPwWW7c/dBx0p3qUHqwRqZxgZ8wg3Uv5cX2bXM/8RYp8VTL+ou719V3j2DfDCOpkH+Yu6tD/7gNfNw0dFesPWmqbwKvfjvntL8Z+CfjOOlN/pI5Juw0bJ9Sx1iWVrs7sE+re3yLDzp/Oi79sEjn8nr7hfi884UTft7vffmO9KxkQcOIcmk6S0wk7kzyPvtw9PGq8bZvw7sXE+g0coRb7S8f334P78Hf3HAr37rupnkZnH+WzNVknEfc4IFvhn3eN55oZ9Kc1kPrso/GYK2Qj+f5RimPVD60HsV09hEyM4Y2NjY1PPS4KhvH25UXrj15vWLlAQ+/hWTOt9Kcfdf5DmvsNDmhk2JN9jN1EQ/8aP4642OEso5HT3pjYYW6dX+EaUzss9uS6BVGv8MsuEwe08/H8Y9uBa8ua5I4PXT4k6uH9oPUW40fmPBFg3BYMZeIe8Efx+kN9OOtyVaiNdj7M29j3+UkxpKAqj/iZuH+7e/7tN9vy+/cX+TX+3uWyQJs+lBkyoMU8+iZ/fJMfuYZAwmuilnXjq+jjc/6wE5o+Z9hyeYaeK/qpXPucKm8VRPz7y3f1zek7t2Bsv8PmVxCvmZkV8JvjDImTokfnsfiBFmBlHX0Ce5W35at9W257c6iRaN/rKAdHa1XW5WPXQAuecoT5hAvMTovylT51pDf1f2nnWDQ9jRPkpV06xFPPc02FDW6nmAi74nz0ShAUH6ysU2jtOuTwU+EaLx2bwGPcIpWmCzpUXsqcq2twJr+K98c39bPv6idaT2leGhKDQ7Tea72hviEMmfWUGGf2RJ81r7FT24ifPV31YvwPY/qfaBBvUV19Q3sMmldZQzi2JAjdEblIHAXtGMVfXPORNBs7p5WxIDIoZrcxBgDi5y9/+d39hXJtVbjW3esawYsirRPf3/+QPND83XTf2ScZ3OJTXv2G9YT5xg6Ma8CVR9adiSvq+fumNdfLi3gx32icWvqqnXXI8r8MAJ3yPdNNP9zbkOurdB3vr/4t3q/CFb45eMjqv5F5p3XiJ59hl+oJjbV+G4K5DsH36C/fSV3oneiApzqZzHHwqvWsLQwCabIUdCS28IFofgj2UXH3KnRijMBDhtqzOIwSTWnDv6ox/MFgX58AZzmNiq7QTXxkrS0ZKmOJT44NiQH6u2GQVW1eDYrdGgdUT1pldWDHnKodM3RosXTfsIlET3VeD6qpdjMR4TCn0A/Z4/yXf/nb3W+s6+UnjRqxI+zgr8OH6qHlKvKRxXwvelkmM8EGfDTmsG+jfgJBjiSvd1THvhIwD8SQ6GZNAWO4RR/a+3ngYkaJngPEOxMwttYHn5i/4JEbnOy1yqbCE6RTaeEnxhbnDN0PfwgHuL+ooAoFIbBN0EbuR41L0RMJkIfr48iV+hkjKis0JFuvyUvvR3npFYZYT5LNOJHdfnOVyr/ro/FSg4vlQmauk9Al/U5rKInw8Zix5/vfE5u/a71Pf7vZx8SiutcEf2jd87/+8leNZX/I8NJ3659RX318m0ceHTf0H2IG30QD7g9gLaYF4hNpgDGc2ryminPiM/BVpr/qMtBjA/PMkk8NjknZGLthq+ff8CEmgXpwKTOukLq+jb/C3/UjJPdHiHlS9wC8ShQ5hiDmj/IHBr7Qov8hJzrC6gH7AsCakvqh33VBy4A4ja6sZ590bcE8SOKa71GM6f/mo7rMNbJhQ9T2Tswiw54Wn4lJdKnNyTOnipbkr17k7jXk4vGqOey6N8dYusMvPsO8ba2nbLqSlfU8/BiHaO+H9saI71OJlnGUZ4k1fpFQD4rD6t88rG31kSK99EnXtt/lhCc537DLv0csVU5yeJaWy2NU6u/f2rZY+AS6llX6kV5nP2PRuoydHvd1Dwr6jtTpP41TE/nBofKWPvd6ep1FTDoeiYvRpXpR5uNrKs0B9X9Z1XrF6/XslV/agZa+ii23exz2gGoei4b4Fb98vsrPvjygGtfffD/gu67LxVN+BN5TgeIeXfgwt3HdTzuJIatzVylCD/n6WfXjv6td6IP0O/aXdl3qd+hc1y2QMh3ZpelpR24lOQTaRn4M/IeggUfoHfPzudBXKiwKu35y5tkau4MiSJZBDR7sFpWfnySMZ1NseDiYP8mqCi3AfXVgAIwTIGxwTbVJm1oWAd/UKe4VzwufrTJlIoFBWzfP7JRn2ZJOyKCoKn1qO4ZALy6wE53TkywwkRE4XwBaFzqaaHlqowOoUQk8+GKbV0/U4LIpQmsGPnJ4ddOx9IEgEUSViTK0gG9OnZOA4Id9HOwEfxEjssCkh89bMTK0OKTIrnK0fAN0YQWGAfRgvRrXiXiODqsKm6hAOHQA1P2edGxonZhe4r+DuXDdqU0plHc5fC46yFh6JuubBiykiAPR2Pd1HQLplzXlIfPtM3QDFn463ga6WQusEL/A2XUBxPQNnkL9U9IpH/yX/EdVQU+54Yj3JsFjVw901KkMWxZkpDG/bXpBC8DlmMUV41sWIpdmFRFQzh85X3TB8qgb+sR1bAD3IyFvdDvXHxCc0TYCl/AJYMelT8jndJUqJ1huiAF1tfOJzFaoTLtNaC6+9YFix8AOuFYSSJZgksNcKf88vWqR8cIGqCZBJki6OzI33n9OYSAi/BfgkmgLj2zOckOLq5Kt4QtsnFVr1xasjXjAQqvehYUI99pBwgb4gRu8vuCSXrOWMmxpuGAkLn4ZCyMP46/7yqL8k5NN953PT7B+oZlxi6Cu9kE55J+Ab/sZTLXZSOn6U/dOZ7w7s86GirhkxXxu/JOlrIWQG8SMg59JHIKiyzE/B/JWHTf3nuRTNtW5QMQmny3zmVNq4JcxthDEx+a2Vn+ZI1Pt7nNxf3hSnDjOgpZ4pr9SjnSIil1tW3UCLoqMz06nBIgcX/QBkSCeGEdZIay1V9iteW+KK8sichXNL2PhYWvKxPyb9eICW/qJl677716ftBGjrvD+h8ZRxgTpmYXx4beD+o/P2DRgbWH+6C57NWH/2Aq6R33b8TH1wBTW9pwLJQSuT8A5RgnognRQuhSH8tH+3zmLDAczZF1Jm+suWoFjrOIC6GcJlPrtZ7Bpjz3WZrj7yRmTvsOFpqxqGzkWMb0MxIXbPWOAcnlKAcCik5tq0FC8AKd632gfHam7qoKtSdUQPUx/6qHvKkPdOqSdG06eh4bXLchfqUPXJo91N+h588sSo+cAjCIaORz/0OlGSumt3CjYv1qvFp/gR+Y9aLBZ05Q4PQuEzk8zJLAJHRuor2qjh+TNMsHYriX0D+SJ219D3PsWMZB0lvszPdplM/3FlNhvMBdqTk64AvLNRiH5GkzsaOfCGDuSRPHuN21g4Co2wKjdaVw3RY3EAdET0BBxAq9/VFTXg97wHHgWsIxjDZNQOR+ts+DpG3iNsGD+hT3rYF93qP1R+nygW016JuOSmqU7NhHiSsKrPFP3rM0xM4g1FuSfPYHfbptuhHDTjPT8LfFrX0gn9w9p+egHpA3y//vB84j0z/x5McSFe2PmUn0UQZfO+BvY+Fb+tSFSfwD//OzqSshjo3ffhOKmgC/mf05oICoHRUT6qT6GO0sBjvcTHCD0qxDffZ2aeJPg5iG7ExWCmYofm9tkfkXG8NuOEoYN9MY1escno7MGwo/V6SQIcvyCLBuHdUpX2m9A2O82xgKZEzptGbFJKsT9YuYKPuX4bDfyLcAjxuDP/OBxY+TwPhDxeFOuz/T+IZt/JvNLNf8or6sutruCqvUz7VkGRany2v6XxPplIMa0+h/enmfgRlhxsxG+EoZds4bYcXawAbe2SC5d2kwg066/rbat7kvM5SAw332fGzjQZK6rTYrgehXouzwAxcP1fva0AJdcIJ7qRG71qYLca3OC8brJD2cjr/7fRTS7a+kj3HThoaJ/+7d/9RzEPOQ1iARHN26c1QYQEAmlZQWXvK8pqh23XXnjEJ0xiBohFGKmz9qKdnxX6h7/BUQ9NzRIhywuhsTo1rWUczWbHzpDE0NtCdbUgLoEoc4+Q0DSHrGpOY7GVjFK/KaHO/7zv/7um1gHDGdH/Ld+1+EqV2G+yg/4Y5z3+gIxHJPmaHTzOamtOZ7Fih5ysdQP/5+Hv4+PPGDTfgJy+48JbQez8DqYm7zEYGzUOac222kh0Z6iQ2NJLTHhDuLzo1pn5hkQ1list9CbzxHpBwl4oL9vguncffFo9hnXQawud3/s5xfwVbT8LPImgXP4pbWRjRLysdZHZuz3K4n7MZ6KkF3z0vOzqNjUaoBOQ/RCD7u/O9YvDT9givx+iEZ49H90qT5rXQo5waV3nv35A9I/bWIsXDw26MqAvX64fj4Cb8PmNNe5Ntm0YDJ88Krx8UkLd9Pd8Ov76j5ozuLjveZ/5rx6fnVtebWNbyDeYF2ZC/9VTO6oveZsXfVv2Tn9S7bCTLolglm/Ttr3coRwDwxAgpQHELe+AvJNPl9TvdlSfdv4lVjA/Yhf6fzZiGaOYfzzmmKLIZaTxOwb1wMzZj1qj+2rtG4A12EItISy8OIkiqdFBhyoZiDQeS7OVIf5aXOqSqkziuiRoM/GMR2Aej7XTmZFRA8Mb4wIAH345K733rUQh4HD5IXFnXfkAjb8MVaaB8h0FVlCen971k1QfePVAUTV7QEV6rf0y4JKHV43BaI+su1GP8sKnSZs0U6DhPyx2cui7UiCYeFoMiyIkFGQAuG8kx06oosyPaGObnQEgHKD9k2LKd+3MGGgwsMX4T7lQBcSrhPSAJVBOXRyczqyQAOMPOnwxAZ6DODAdGMAfIofQ5EijhRt6ykuimToIAu6e1E3AWzkrw7iB54XcKIOf8s89slN8JHxdHEVWOCNI5+z9kJ87Mq1GCllwZqefGAdarn4IJATz8IldjvmYKEsZpAK2tRAV7gQ1ydbH2rzXUwthuClhc2TiPjJQjQSHpoh1hsygLul9tnoEl40Rz+TNHT9tsPTcC4Tk4pDxQsL30zOY5ChaWLgceJvpQxPRMWAVCuH/+ekOJGf3T72+AwjuzE5Cx8SgHmwkwU8iarCqBd8nqOAe7oPCywl5KBzbKkypjbyVta0VV/4j4fUj4gRSQLJT8m2lswZo8RWQljPCCN4kOjEQX7UZm38U9nEi2YrPLDiRx1w9HP6kGEkABDpPzr5IsUH0DARxU5tI9xRAhqv32XrRx4aCa+SiyjEnRDVSAyScizUkT/rQoRv0COjZROgvymGXkro0cV9xy3kWHoMHGX7DHhxBc9vQpgLWcxIHXJUp7r4VXeYrLcaalkzv3EAd/dJZUr9gfBN3/Li27/R/KCa/iSbJjAcs6YoA0DLNz4WmcYUFfgeeqGlEXQbx/NGiGyqFQfDHHyhEFnantb6O+051kbRc+rGgcjdOGAe3xdlqZfviTuz3/irDOdnHZi7+RYtFxnPAunYV7pmNfxOcsnv9uHEdRcsODXf6A8S3QfOafeZSvQF/AzFwHHm+EJWpWchcoEVGL0dQ/MqGw77w2yMXZptQLTveBJ4bV6ojlSa3JxCBm5c8n0/mmnTUbhIkbmLcpOfsGX+ZfBSqk0+jUfCZuOk44X9gFi6EgNnRBmyoZ/5CpnoH2y6sLnDGAI/8TJu2gZxZVw3y/OB0xO1XltLRHh5LTYmjX5FoxL6Ii7bwh/b8m3NZ839rwoS+EKLJ+qdxnnQiQ3u737/i74hJ/4v+iZen+TNvIg80Rfc6B1d4UPKMMZ8v9OvjwPDsXJ7nmWuKPy0vekbQE+6qLWdTAp9GGvGdttTkqaHztAYttRBs2SRn6eE+fOANA0bOCgrtY8YXrWWr8TMJFc7D5KjseIxEYH3dCnuTZyf9O4AKRm7vrIO9ZW055sPFWPhqiIyqG0YrDaVKx9NHisqo/CA81pC84uxeTgBGz3sfZeRJAl4b5iJBpAYHJ5M88SlNxPJqVByv2P8oCAcZOGPh3WuKTEIpN7e0DWL6HDPv3pdcW6VrTvy6VvHvWkbKTdo9UfM3Tct6ExcIzdDAfECTv4oj96Mx/prKn2NLKpK/d5HCidLWG8eUAMOFzCn+CGLA+iOrba3MQ1jNZs1ttfB0tDI0z5ErPQc2mqyvAAe9UZbuJx0Lj1axM8TyVEDDGPub7//5psUbYEuOphZKyenjTcKYY77baMZuSIPiEn2lU7JoxPnibc3T956p45y1rl8q5g37Pgm6h8vd0+/6Zvd4OrDeAy+URgj9IeAuRZFjvDztUuAHPf30JXD3+TvB42TWVdUPsUADCZZRtGFH4kxglhxICnzOQ1KrOf8YA3xLjiup3mQ5nfvfcg+KhMRthEZxvmUUse3Nrt+CQi+j2CWSbh5KxJ2SyzU76Xb8icWWwUwzKGvmofBo4xduembhyoB5loSxXUq8YB78TedOy4felx5VhaotK353ra3c35ObPY/a+P2D8dv8ZoDC01/JOeqr1jIrcRYTVyTF4bYkFdPuvXBuMrZN0Z0EZVyiPsoe4igeUgIry8xlOdijxE0DQ9GHDbBnCYfVKoqF3n5c76PnKyF/us///Pud63r+w2G0Dsfe1PH5CUXHUcrJURL8hoI1ZeBVM+ISMp8vtosAWP0sTa1HjPmEzNdt1bu0Ll9xAf07Q91KOJYTvEb11gbeL4gDtWf0F2WVDtlre/GvwwX+8Yn+zwpE5Ojj1hzbhpyRuFbt8NVymP9Sg1vF0BfeJ1pFt60AVACAmmdTx3tXKf8odjlfE88GHSV4Qqzw3Ne2dEl40Fi+STHpv8VnzJz0J6ucwLzgfUYOkcM7Fg/PrceMkRxO8dceUVfR6WvJT1Xjp1ic6wZed1bKFIjGa+0zGPambFlIDkkNife+EbYNXn89g1gwfkalf0E+ZAii5BJ2EMMWxy/pY/SBfCLWdf2B+jCAcByO3a3cUoQjPd8c4nUb7Zx7usbTVAv0oOHxPrtX/Mzw/AGlgeknx4zP/KQlPsjuhC7ozr2dsxJvth+Yhb59QHn//nrP939y9/+th5ciZ2jkO3guXrmBMlEi4c0seE6/0lrMPuO/TLvvxKrV58JS3W+1pBs0PWDhlTKHzSmrNPV9yKDapxy7XKOZRr8TWHro4LihH4iqjaBr2GRiYfR0cNvaBAYAgoq3xq2lgjl8ElbxgErEo0FfyTbVYEQWPDu3edZw7QO3/CmJY9nRo2eZm0JD3q3zuqva9tRj03RQ9dxkoVwJWaIz1wf05y+faVhGVm/2CaHHjvctb/RBjtw6Wb/5+9/dw4H7/OrTdWTpq9M/AFvlQ0QKD8sDbToxYc6VZNBzUhtQqQvv2rfh71t91Xp+C65+Wa96YIRMzj2K1/uBfBQJn11+oFItr/xDXcipWWPIWpP9BA/lTO5mpyw/8NDvvntPQLVwrPzYcbqw6bcyGVfxvyU2/bCuX7zt35lzcl1luXSfgKS8GZKD0c4V7ZgT/bBe9WiR1hNqs/gSWKNCp3IfLx5B1mxOwn7knIP6bATOJXJueArO2+yYP1PuXXQAa512GGnYSaXQ3HJd9yCmZbEY68Ev3inSEHCNRN+dfiq1nN97WCZBC/+DwrMrPmGolQWqhIRoTS6c0qdj8oqlytoEc20Ja/RqYZO2w00h4GMHLI38UR8F5bxjtTyGlQHn75pu0+5cPbd1JFZ963cU+DBLzw5+259kAY46hrDxGNp7Xy5ZuJaBltzI/hsM+y56SGlmUef9CUD7K4QmfZYozrAu3ic/0pqvwDWuGNgHrxUReyoOlePTOiHTvA1b9YEXPDJEdCoD8x/7FW5ar/apHSA/VC/fMAoGpPof2sMEXNCCos8ai7oOrI0zEeHfHkppeNx8bZOjiAngzXA3T6dDU5E4Rcp+EcnDRh058wCq0Mp59sBdLIOIsLSoABTAlGB5itnM/yC27l6fDCVyEsnvibo01GV8Qo9BjjxRb444jO/bg6jm52EDqYiHAXeh15Ne3Aao3mygJaoe3e19L09LYfxKqLBE9jBX5RkHGT5+9+1Wao2xZQSA9BBmxrSg+R/fIZPeFUyXm/aVNsXJhuvaT38HXz4RRbJMYtg+BJQtCX1pHnrt1yi0op/kdyQjKo+Q29OydWivJ3A9XNoXHjhDaRGhF6UQAlrHBKIkwRkcXCvuNEUb3mvdBkk9JJrc2BRLBVFJBOH3UELYskI1p+CGUUHJtV+e6l2ha/HdeKVf/OAEDLrIFd4oWFhRUf+nblUE6sWuqqHJYMXseJJZhQzPjcJygyiN1J8BhXRSKYz0TKdVeH22wfJNDd/QZlbJN6T8IbhQVRkRU/xtfqLiuFzpRwlLLsNJLTR6wp5LgMUmbENJbOc8x2W+t6AYmAE3k+9KUdkyisxECvhydhrGvEbPhZPJk222fSiIiqUiJXI4qIOe0yZDjOFpTzDBT51XCS9ffCKdeQK3y6EEKYU3B4xTTF0jbYWTin9wnHoYvrKbJ4YSgzvH5CHGXPkrq0kHz7j27zmL3Bs9lX6T20W+eJSQeCFIKDC9/WwaGnokF1tYI/7Ewo3yfV1TTzAxDjI68vWpCmaJI7Viee/0vnogwg6ko7uRtDBIrUgDzd1jKFMDC/fqMBmwfNzXs9mCyh+IkGxwflslx3mR7oeVHKGrl4sOVaoy7y0w4Ud8seegTogqs8uQ1qjs8e/TeaOK7sejPX8PeiGyopREWFD21QGn1utbHQ/TDwjrxcgZY5pZAC6h12HfWvBwlT0a3nq0SfjPzdhhb/JvmTWZP6b5sA/PF/KLhMnzD6k19fvvqDLN2UOf/WbzMPqRsYcwFi4pB6YYzzGIq9vnaeZx84bhDeIusqyez7ExihPP0wMur+4LuXSiOod06sdayVuaCQemNu7wVy85Mwz6C7ZnTFfqqRXRu/rgQMHmQCcXLigx+ai0VadmKxy6jAY8xtjBze3fSGquNaLu0zu6XdttOubwNjpoEdjk6m0MHnrmodn/d8Ytt8rjGW/kFGxoYGN/Y1/QIRjtAs43LAAyRd1chGJqGKUWWHv2kO2emYhb33VoDcO6NBXMXccW8JWaPBmQ8m0GccZ87yIuUF0q2Lz40kfbBZyM7aocEt34B7mm2XI5k2+jd5+Cn5FZGOQUNS93rGPrMUbIZBTQnMTlhWwrTUG9noJHhtRn4Oik7OdqROsePpCDKoSwPRnHVdZSi7lN40DyEHc40FmehEHl0zjVNeZxfsq3/u44+ACmDf6aL6nHvdgIBJjgzI+JEqN4dR8PjL3edZR3jm09ui0veL/M3rshH7DFM1JSITsbITl5pzGudOrZwy2Dj+TE0DiFrgfyQMcmwJcrLJu4K1DfFPC6zQJx3g61lq2Kb2u5ViDVx7HpgxSGOj7m4a1ucp5wCEG4PqSnzBZ13T4oA4RY9NBAGw2ujSeiG0SawTzByYXZ7LzbE5BT9eDvnRVOxgPTFzU40P3QdlJ8Zaf3IkfTM+KV5jK4krYigLWURIutXz8YKRijJB2WUfmLDvecU4tFb7gVZ4EBfOccnVs+5/JZ6qyD5GvrwqFBm6wTSVCe/jKraoPn9h1HZMGqDIY3Eq38YGE765jz/dYCUVoYKdz+gw37Z9BF2I8k2L5ORQZdyQP6yNyPo3BhVzyRkiB612uy+JDpKSPYVc4ST8vriKQr1cVGyJ9SqtIQ5CXthSrZ3P6Jw9eNlWPlgt36AqH6Id8E6XLpMgJ3zyap3PLUWqA6U+dsGvvo+XwIf2GVN47DOeW0bbgWl4yyM4v7IG4MwTPP5XlfhJ7VS/iEZFOtAVHGfv8SurG3w5b+qkbHzLYQFMZfdI/32EmtN9OB53g2saWLcLxSl1ekckNX2BPeuwkq4t5yzQt7zBzDp2HmQ++pHcD71eriFXvKWEM/sXv0PPXqBhHyLfm7Xx5IjF5pobSY4DVwNhIYrTGD1+NNcAo2Q0W+kTplvye+9GNBSc2DbrwFFv6IyeBe5XKDfvB4/lekRg91xDy6gMsEsauaUevxhg2OHgSB9zgeR0Z6Ea+4aEcmSKbJFV73mbytX1OsQKbUcr6amzixu+//PM/e/5Dhj3VFkXKOmeEMJ3GiCCpHto7jet5r18Zk17lA0R60Nvc9C2ou++8lkg00J01q/lJx1t+BJB1GKvGIxFf2JQ+F/8G9xDMZWTFd1FIueJMtmgSS/uq5a/y23Id0PwcoW+OSxbbhoP5HjD/yFnHXu488EUU7OWegtzMTRMOvsFqxrIHbTYDhtXnPm+8zKNGgyAQ6w7oYTKVSK2AkK79da2cB3boq9icsXlfb9KfUlbjpMQJsNB/1wPAxPrj2L4cCu0cQAnFupuHgyOHpBZLfi6Kn41xtWU49OCa5u5NP8+hdW2SbCR+6Fe/fffDYbSK3sxnlIgp5EKra6I/nR5eHwBoMn7im73PQUf/kRez6zz9+UqZtsqPT6UpqgsMS/r2gSunDn403kjIgp5Yi1R9e77Ka/wKoVVvrBxu1fFTmX6wASakre9Ud/JbuEE4H4sDfM9jN5X1F1vQ15Vu6Owxxc4ajzGno7wvJKjbkHTKPhOvfubbrKYt+cvXwwZ+qm7Cri6+npJ/uWFKfzJ5tSMr7KD1VSI2mhbtgW+ZLx0uONtUccmTFUqFqZylxjgn9k5rXBh4YPe6riNLA5qcw2PxHVrNrJsYYHv0xXaY5ktdue5S47seusFOz3w7xevlw8al/aPc/h/5kLH6V+biop9fed+KG3nWsjcapsrz/vic/fI+MLHbCT61E3qBw/yTOMv4ZHLYR9XKnJ61Z2OZBch+h/21xRZAHaGCcTpidpRXhoAsUOHJAc4yNG1MhYkv6pMOOByWAWFaTKMi0nmYQPjmyh8MkJDQucZyj4DdaKIjsmB/0muNdZ/OingKRgwDh3qPDGa0s/lIZ4km4XpIiWxMBiioJ6V8F1i60AuVNAxKZzgfyQspVyTwbWwp700rkXnjAkMDG+7xb8FxU1nnrptHxPubHfw2QnjDEz2QA+JmMHYK77/7aSfa0d1HOLgMPLqSFCcczY9v5Tzpzgm+oYPVD0dgCVQKeLPM+NDnYyLKk7Av9KHHJi5/0PAmqM7bnrJ4jf1QwxI7F44vvlRjo5UX+vTmoSZTsX6n9zkdvnCx1UM/v8GBrsJRhln4fQ026N9moePXYBOnQ492ErZAz8QJMQA2m+/YsYsKnSp5sFHzizrQ4zd8poI+H+xqSheo+PcRtJkE3ScPOAJRPHGTBHWBb4KDnwycivqFYp4qizIeeoWG9Qli/ppY/EAxeiSvX5uzP7XTBhcxrLpoFa40rmXgGzdcAGC5DIzUw52ETJxLK+uIXCpLXgatPN0jyQUW+qoTLN+KJN69YaZz40Dukiy/60QT5rCRQ8wdHnxYSFkp1+rVRWOnyRlfSLx66JwOG1Df33RxvxJdEhc49r/6QMKSOBYdh1H71EHHYgjPA634r/Fr2ctkfXAY2wYUsRF0lLO61H8vVoIhnT3usdTGbuJxg2Zx6tPg3j4a1v2BRSNP28Ofb2Zk0uDJq1hujpIte5fwl33GzId8ghMNnkB3kt35RiCvj/G3JVXppw5BhaRgUeqBcRfeo091cDnGVxzBjCdGBWfiQjWJCAFO8em/iNdYNXjpq952ViXfJIMmcUmdF1iqcTUOsE+UTfKrT2fR2kn9hgsKrvw8fuFbRYx0wHmyOYsVQS1fEWMqVz9OWDSt9os8ZYT8x1zAaGSibl5jcYHNQeGbicK16aMLYJ3wQEyf1oMHNwaYfyPf9HNBKxpUp1rPD/QTjxT2cWwdjJzHL2jpTRDhN8qgIycu/mLpVvB2PTrf03zYxh1SIugBAZF4k315CIHXoDAv0Z0z/oi/2jPXQ57YlwTiwdiPJrVN5mbVRBDLwjqB5ReJaqEpST4FQs7dQqvr++0daGSeVUsGEvETX9dDS0LR933joHqlHT7MiXHZJo/0sk0BkAzMzYytTqJNHzNdWiVc9OhY2bIUcP9jtSN4bLX5AFrgeVxyp6VM/MAbuZj/4M85hlU7signDDSSpK/zUJoU4MKNqMfe+OS7NioNaArhFVmpYMGahvo5OrBe1JjCetFGGaChsWeMCR4bSmhvHJtA22R0AMyb8nRs6Vu+jI1jWVMwjM6kgucHaZTQlc42E/bBv9AxXeX6T8oFdksrF48mxkm/2mzWjDRhV+jFBgMpI7L9Im6WldyyIP5Gr3SbWy61Q8u0EU/+o5+VVmGTwzfyGbeNRo5l3AfQW3+s1blB2YffmGYS9synRAxxqAs/wVXMhBe4alUlQz++259u9ZheO4oOOoKPZPw+XLaiVNA4/QF97E+b9PITzUhnRtSjP0ciP+M+XmYzhjW65d/w238NzMHjXGhzXQDF6BN6Hgd1Ieq09Sl/E83+TNMaB5HFOmDrPdoCZ/uhL91MuTVQzkgcHsk40o79aMLWTejKWhmjeR2jHIhc5rtaZeYQ2T0OQUFBiBB2NrzJJs5NChq3E/G1j91AneJXZczImxl8gTuyIqf7ttZ2iVHJO2xGW13cP3p+5KcVkDcJIYktfRNmakRqneu2f+QRMcxQ2oBybtmEqLCzYF7/cmq9FRHk+i2YxA3rFjBHJ50zpzsJzn4VLWBJ/g04yca3fnKtJF9o09kP4jiw4RNYrg/qNbtBDf4tUl+jHrawPEIBHX8PKz8hzhrbvDCw5xXhKa7ov3nzQcpw7BhZ/0aK43jYSfJPnzhacwau30okIYjJzKnioWYiKvZNH6mt8RtvhwnNXgcKXg4oH8s7G6nwsD0JBr3dyuvJEcQ0azTqxpbTbOM4jmmCTtt1TkJO2qHD3OPrWumKbZyo3pOqV9ulnqLpYPqhHxAEDA/Pl6kcGCKSFEZLFTp8Ezz1QURD40/LK0sOH/pDHwDLWgl6pa1TDyTxEbGFz/AVKb8TmNgrWzcphhg38SOJ1/w/ORYpxbecJQUm59El5/TLwAJhuXXim9aUR01goktlLj0BeL2mdQWbwLzyfmBDN33viGV2ArB1uNOhPmbMPuYApA+fjrnIFZsKz6y11tA8RRw67MST9TYxToJH5BU4bcOwdQaaQ64bgtfY7YNnhpeNPS4bPnLtMeb+a/oYK+2sV/0wCnPHyN6fAVh6LP6Hr2oWdDRv6TehgVJLp9KoPs2v9cPiT2WdG0oLudsvat/yuxImdnstgA72D96QDYrDOX+dy3EnbehJ/Nh7tmetqXlDYZQwEZ7HocPWVxmIB8dEjakyctN3KsOOwxjtt7chh/6gXN2B56/J8ze0xheOT5r90WHWP9ax/I0cGqNWKKoKeuwvYd/2Y8DhaxlYvyuJ48RB5lWoeX5RM3m/rCAs0aLPYTC0FgN4eLxUScDUVSfnEc1++9//7/+++53fk1cd/Hd7UW5sIBMw2AH+EhcEV2B7rif44g342FYths8JhaTUR0fXTH/J3l1gPFVKftuc/gWSEWnnBOah8arfMPc3bgfA+gMmW3ifQsICSZ9nLWP9eSsN85b+bHPhZvyDdvozJMKHDLukHHjOkxwvabTuqZ39SXGmiYeRoRtc+UlsMvYNkZ9k4HUPgjHXNuYGFPbH75OknmPB18Zq8l4HN0glBD4i4bvqiKabJ5av6aek+j58QiA3SYkLlNB301m0qg8Yvnagyj461nehYTDrT7ljDG+rY9wwekhhIAPbb5wK3uOB4Eg+137UI/tjauu8gT0cn8SP9OgbJYQhkiK+vhYLDREmyJS4Rm6KjVpKjg2PxN6Wbh76IfO9HjGj165vaXMdhiPM0bEI/OE/ePCmKfuLeQ5I6xbOD4LlC3i0Izt/anbar4uoN6paun8CUOjK+wSKE97P+S4vTR6fBo5zcEmWSad+UEM5tcQE/d/tlneEck0OV/rXckGpr/2tocrwKDw3+4llTOkxnjapoUdJZBPspQYQdCB26PGHltQnEbKviCm9asO22bajb+uau0/gQ/ORNWBnGiJ2g5bDDT7DxNfilKkSLmuh5Tspwl994v15PxwbBNtGvghPxhNgj+Q1CO3ixYdxsX2sUB4r1bb8aWPbYJ4PgHP8kMt+7ktUyl6WQjoCDX0iFxmhtW6YBlR7lChHu3qk9pd4wKN6Vj6BrlR5qKj/OceleQOjaBGPops5OTzF3vH8qvW2TiXXfOY8sLUTjdCgUfnELGOZH6BBRn2e1Pahtx3x5RTkR17UIcq4pmWK9rpRbXn1PX0+sYZ/vc6hX6t9rS8RTIm1TO5/KS4hNEn2oiFArdxzmuxvC7LDWRsxqkIGEGqCQKJJ30w+u5GhTQC1jklDsunVjHl9hb+JCZtFLjTA21NFhk8T/JrW4tAVIWbpdcoiu/wzIdIeOtBwZwOuxCbfy6EoLAmPDXBUDAtUIZFHdN3jLsRUzDfccJucwh07Kw29OB5ZHrW4IfGERnWmHL8dulNHcDFQ2mc69EKaQSMxfNiy+ldv0OnIwaV0I0lJ/kjg197k6H+k6p8a2jIhUA9gc+hgo0F257joFBLCP9N0fJkMOjdlQ1FdSRVAcAOAOKQI3W51NUcuGpU0ASaRt1LWQXaa5QcPSkeTNt2JFfERTAekISIc+XCDpd4cpC6/jcgs4Fd+DgKwGYAEhcy2BY2WfuXEdTb6z8TxB4OBFzRHN1h4ULqV0J/YgM9uY1O37gCwvEnKplNkil+pb2tgYlMomMryPfoTNfQvLqrv9TuA3FQ8YtGsonJQaTQOmxSME3gzE3D8QSU3ffzGc9F/wfXQVEaKTXVSeq5tqyFck9e6KHLmSecOku8eyYkXMSFGRAd5GzfApd8cDNIuuWW3+GPnBxzlvU5wRj9oWCjDDLzACWF3lzR+eaxsB8BBF9m8AIU2IrhfyO5a4CPrLlb0YCzSgpd4lrMG/CCtsy4OW2m9FRKOVZFEHmg4zDj3nWQxZzcaGb5I0M1v50IrFyA1PKJWJtBja3hITldQyT/9QoYzcxqSHEsjV+tUVBKsErLnQkRj8MjoeYNGAcL/mvb+Q1sXRpyjP4jcSCV5gxRfWHBVDA9okwKf8/3IjY5nRJQj+J2mwLOQgFbkKiloM9d6TjD/UoqOlLiwu3UTeOdf2eV9/4UpgqYmVKEJ56Et2XKTPdLQDz0NTr70tS7Hk2iJkvIJ5a+O8VFa8ZHCJQ/dqCpc95PYFB/FFAvCBCy1qoiXW+lznwpUx+PQlNyyNxcELNhI4XebZij0yAI6cPBiTM4YVCePfyVoXdkn+4Wom6lsiDIPA8eYRI7/J6DKhtxzner1b3vPXJNFp/itubBI0DjGvMaG5RB90Dt28DAfjvBFJ52EjmZsUeBUB6g1pSowFmgaKnd5UU1/IvlmkQf2g9JVzYxxQJc250eyLCoyZ3K+YjwCqSV4tBGN17TkQj+YR7QFVnlysaT2kBPsBXBhXE/i79SCHBkWX2rEhJE5TZLy5LfKXMYX+hXQCgpXZWK5dmnzgVV6rdGFmDeDKNN7NE4CMj5CTjTl2R3WyDzXxE1Zr7x4m4Bgr3OJ2Btut2UupERIyeejzif5VJ8bsYp9EeJmrG1+096CGXXchyCOfAhM/+JNPjrhYTMu/H+WiI9cmIsGSqEbG2YoQl/0zWjkQUgsxRomcK5TDPLqqm96neH+th733zh3ieB+VSeJzphDZCInsvQmBEgZA8RLiQ1SvkGI7u96ONQSYocS4RT5dNg3VhxzwA2seV2dp+Y9tf/udbfPYQ7hSTrFD/Bg2kZGpw0ErYmrrAkZl9TY2Peim+uArvEHH184aITNghF60rMPhQ531c3Z5LUwObYl2R60q3hbT7xL32RsSZ96ZLNRMQn8bGGYFkTizvhvKpVRFp0b68vCQMv9LGItWajL+gI9WZurrLU2usLbOtlOyD/6lKjz0A39NhDjPb+d20YKLtYi5r9sphbZy7rPwskyiMwxTn9B0/NYnBEaIPFtLX6TGN0038rG7nabgPbRRrK2alXbqb+Vrmt6qZI5boCLfwu3dV/DEB3jB0aDBIDRiA7Gr0rFPN4UWccWAjBsx1sPaKwhgJ5YEqh9UmJqAceJDJ2S6WS1THPgwI98ahcM5+S9AZs545DRyPaJxjiEab/sOLyBOgbWmgc/asREH2Dmwq38oFsJ06ci194e3kIXHe/rwF+2sN14QLsAogSMU9Q0X/pabLwAD7ij6nS26KjW7E6tKUQedJtrEWyyxs9rvy8BBDskpvYsm2go8To/ekHTLk/rbuV8q5s1G9c40F3XybeAVVfev0r/CzI3q0/XSdIZP/+Ij8NqKCEXcdTYuMUAWm13zC0g4uTQTWcyee1e20+ALJzbJ6bjJvC+xsHbltf99QC96mt772REdtcz+5bSSv0F2JJDBGixt2hJRMM2QkCsACx9zJOsYDUX8m1Ir1WAlf6wxQwMPZxnDuYstMlBZ43gNcSMQdQ3WZ+guIpx3nshkuOf/umf/Pk0xhbZXMUD36ILawHP2YyN6MGoH1kM4xrq8edZTjd9Ogi7Y6z7IgBSCFz+O2ap9tiHU8FjGGMz43d+asNzD+iqiQ8jH+cpiwYyb7aw9COnWo0NDLok/gSucRGfwKt0DDgHw1rfvfZ8HppYKrIV5wz149KVd2gEx/Qlvm8YSZaJHOsKVz/srpyxhV1ubopi99ixfIG8nYhpTI5ZGKeIA2zHWoZ4SigAkHMsGRlCL+2x787B8b9VgGP3CLTj4CP9hEoRiYQjp3jDhY9bkMkxdPBh7WM8aJRPhEFUY+9xDMjef0M9iF3FpoSe099v9LnA/PkjPn3jG/BK+PS6JkMe7IIKyO0bYjUUjdYo8atWz/ujrukFYsYdCowcX8x/+CZxa8KGvsYglUsm4o4AuaTi3Gq7gLpouAqtGsa2+iQ2CZbdLZ4dZ6ZW2RbHY6tIKQ+y5mUwJc36FwWQ2rTF1ypwwL4u03pO1aWmR9w1jJxBV4nIxidN2BdJd5MZAmJKsdumi2vPB+ac9eCy0IA23RvrpzPmr5XQ87P2X+CKP6+ex6xvmvP4dnVlY/z09b3tGvzo9wWtqTZv+Qs7M7/VR/WLadSA+Et4fHaZ4ytZVkFkOWQzxjJ+FqZ+hF3ersE4kXFmb6OdxLyp97r4rS798h/xaZ7DlFhl681v6hxfBvs43tL9idfOeFy1QodwVaC/JxcysCRIEDecczGruhnp/KpmDYiBJD+GsCrnCRT0WblyYcoz22xusKl02+AZ+Bg4gj+aW550IOpJmSh8qmAgmAJbupSQ5TAI+Jlo0Y2L5g5QLofUOrK54I6ngIsSogVrXiuHF6K8KuCUm5HVXUxVR8BK+W3lTpC4Xp0IkGxM9iIRed28Dsju+VR59UV/3wT0Rb9+J+H//Kc65pM+oBHIRc+JF1ZrYg0MG7j7ayZyE4QOLhyEUPbMt6u0YVV7lyo5elZW+NbGGTCxM+3Igv2HZMTZyXw6X/abFsrpenRSmRK74UM9mfzIN8V1o4VJjd9BRGbiMPrDNESi29mwyG75mamV8oSez2zbzugZz9HliCNuzHphAkv5NjCipxNPJrASPPTxkxcB8LMlcVL7SnMEGOPMopStpdoUqUjQi48T/15oqwK4wtZ+zaknfngCuTHyqguBJl6tR3eKnWGiD6LoM6YxqOkQx+bnKh0UGZ6l1Gfxi5UfPQCVnnw7IbJBOKmLIvyK2pZVyrGRwKKDUYfXqvBNMhJkn+aRVL6tyytGeQ16U2V3Xju6cew0fT7w8SXPBbsvMg5gv7F31kfIET26UKGvQN+ylrFz7K8T3HpKhx3Q/8BjYRvAjKXoEV2oP+sguT7RBVdyQKOEqJp0WAVaGWPdpAbrpE15//a4xmL31bFXfCQYj3XwRc5QiwwasxVDz3p6m+TfaMT3wmfMQExuhvFtTJJ1tp7Ef0Xd7Dc2OOyCvcYOxMHIpcgyDx2g6om1YxV8bAIE1D8PFfF7ja4XDRJyddwEr7jl+8ADHxLZ7hZPSOWJMPiBTdAfsuVmnfiOjF0QMZ9xwypjLbyDl/FIMS3e6BS9FMNi1LlHwKZHTjs0uA7m9TE8Yf2g/sqFMSpB1ZOQYDA/fcNPeVpEFeQzHrKKnDHymFJPybE5jWyhAUztnEqNTJoXPGepAtDoCTwMIl91d1kHbOr5PyC2luEZrNQGR+ulPJsD8NG57Pvx3Rp50RQWGRPjp9yUH4lh57T/Jqcrhq/fXlEZNnmX7AK2+h7YoJqx0zRYtW3JsT9jsXH0jTDUkSb6ND4jGb5/fvrN2Miw22f3MTagTHthiJ+cx0bQh9+ILz8Kdr5xpujxjR2+FYdRwSMG8tQ2axmL8PkgPSxHdRQ94jy6hE5k+0xgxYeIMy4fugfPv3upNt8UVPOHbFG6sZfqFIbMP/yOZ/Tq+iA0ynvxEoX2s/rINpMt6OPA+TNjdPHIsVf7Ho+PU8cbD4IvAaV4ZRB3wSZ9HF95aNXkM1AxZ4Po9Yz6JDGkD3TRN5RUd0mrZmTtmFqwPunJ3Ln7b+EBKOKwcz9z7CJKIFgPMV5M0cClUxiTII7UQJ3VmG924a/ooIAgmCbtceun8sWD1+PnVWqCEy1ePZd5Epr6fWjx4GEVxq7NtAMDihRBDrUbTzbhBgNvHADhJHd1GrmxryBk6ZFRFV6zE1v6M9GRncz9ihPmudpeitM/WfezbnzQa3uxB7CkW9cAbtDh7/5pAG5GTY3IePzFfqpi7ZJXqCr+dY6fUz8bWuBJDi5UkedeyLSzbop9KUAn8VbfQYU/9DZF0YaU261HdIUmlwPA5XW80lVXzM/Sl9fY0Xt1MB4wTaYrmvS3p3kFLA+p8saO8ESd2Kk4zVUtknX2QZP2ys954ot86glAyct4Qpzxujd/c1awu/7WfNaq+CgPIsQWcGatmBug0Q0vytqqEyNdgJM8L6kohhycYI8sM5taPuRFzurj62UA9V972ITyay4KacIu5OAqJxYZH/Cv//jWa+Twg1uqI2by0BBxAsLoLLrQ43VesRMyWsjIPOfOWi9apPUQEqzu9WS5BIEtv4/NcJGbtKF30NT1Hz6f14cxjrPBi40RwPFi6nPAppN4VgJpYZ++ThuWy9gcOwYev2HbxAN2is68upLENwZqe1f4MIpNBfSws9VWHlpp/DSeYnuAlcj3hySCkXra+Mu3+Q8cYLj2kjpJ2FTJFtGYZKVTEf9MWPUGbuyLvMhAHzrkNU/VG0bj0gNrVZSyuMMI2peUB8hbiWAwJdKF6n4q6WycwpAf9GK/8EUPEtf29gF24EM1H8lCxgYWKXOLKi3jytwmROXMubr+Ju5dRqWRJ82GrXy7DXxOq/B4886rxthcLxrFfQeYyt/1avkE6sZRfB0XxPTIZCjVq2b1yR2zcFz/cH2KOf172H29ntYQ0R67jKE2AsWnqn3ei1qg7RuMkeR5xut59RmNz74OIx4Y47S3hDOgV5rOhf7tt/x++l6/eIk09bV9bcb8Ct3IUAk+5ztNWgvf/DPGUVNcYqWp43jLtHn9Ihl3mdtePtGBWmxMHGkem+tYYHa4hWu4PKzQ9r0Pmze+Rz7Pr8Qr2LI5a2KZHBuR8iDyoQe47PcwT+NGeQZCtnX7PHjly3nHf87tT+rA85wHjdup+tFHbQfFAfxTLyE/JdFUOPpG1LRZDuKesUf4lKHlSxnG+2/f9LvnuqkpIYBiFmZJxKtv8zuMgqdNdJmrwLdtDBO7mIf4Obc5dJgEryddf/77v//73e+//2YO3rOLwQtWaOW6dpi1KCDcTOQtfEnEc8Yh6FrioYMvzVWC4pckBI8skZHzNBJz6MH1Mvp9TuFDTFh5Xl8sO+odU5oTWSNC65ClNoCdr8G1VxxRWWspURhGkR3RIhs5+H6YUPEXf3+WqDWxwYF71LNWYM3AXhk/sSN/6nOrf4HT9lwvhl4f8KEd+xyyxUi2meqhSVsSfRL5RZPrJqqnKSCHgbENyWtl+YxEV/Obc7S2c7uQAAMXffqzaXoEvmRleWzP3kBlCGHrhG+mfy4RBWn5oDltOjM+bokkkcsreAF7PSr6tQEE3EN4sNNsdUAHrkHXn/bTNDfsfMXkU2q8VH77HyghOrasTuM9q9DMH/GJmJqm8ZDrBkPaeg1TfvmN6D40DomJYWyhNWd/uqNvYDKTWweBs17g51uCig2UfBAp2YU4JZZ5IylxExnSP2/Ja/SLHlc4aLAmXT65JdtP6moLcuTC5qwLKY/4pkBcdCyKdsR8IgVY1hTu3SNz97GhlX0HbFphdK4U3ozGlNs/w9c0hdu4BH5PfVulUXWAT/tT4YyuAmwZSRi377Vmob9q+JL82Q8F3jacnDK2eNM3UZ81J1gv1TE2vHgTnPWlYo+NOqV9nX341k2xaU7Nl1Ngrr4ckLEJpYwhrXc+HbO4mJpzvjXL3gJ6PWsp5jWT/RA/cg39QpzM+j92P1G+WWBu8r6t3AAf7Iv+1JGo++OPP5aOdi881OZrCzkgYiA4/o034d81NPO+lNYNbJTR1xVxkuq45sX7e9JdPAmguGP+UKOvrwTgeythob4mvDpeQBkbISmPTbyy1vL8MsS50tApFK6pIowiWzNM2PRP0obJp6etN+DtFKOBy/TZFIH4rqbEtRVj3LY3qHmABgAAQABJREFUNy4X2Urw47eUcCqDJEHoC1S1oXbTYYzUUOai3RvFBjt0BMKy2Wuiqb+484Y81Z+eJFV09M3f50ctCvRXqlR3se9zHOyEE+a0mZ2XQu30CaawyrkZwQbJNVl8SdRAPfEXsCxllAYEhS7K6djYkYvv3thCFpIXnLKtN8pULh836lBbIzNtlHOjt7DUBZr20h3ybvCFwPh44tULitoDoOKVFsaP/OJHHCguYUOdX4UEoPyUV2/W/sT0nM8meumlc6DzYdvq6k0cMXR/RRglQsAKI7f+2QQhuokgfyNF7dgCq1t2EaOdb1z6hpLK0amyqdFEQSAKJ+mkujNXyU1KaaU+bRpcPTIgFPY/cNDBNw2q6JCtnQWpGj5JWdiEg9eraopYSyIDuj95c+pcH0zZgEFuS704elwT0DFoZcLM5OpXOQgPqshOwqfv/L6Rvk3xxiucRJsnXjr5kdNnvfnNgxh/MnkPWGieRLCFbSX5xMPPEZhm7MqihkmHjxcPF16VGb/E5LWPNVrQaSd2p0rADK2J6fS7+Hah6ASZUj7sO/RhVuYCab/csTlP/yRGReuNG/LSUb+H85E73QaHNrrzxytXSSxuzvLQl0Sv8gtm8VQd5+jS31oxEQ7I6Qz8+CpHV58Op2//Cm80NQzy9SENxihoEdN+EkqA1nPHABlGwCnbJ0MTnPEx5wNKh1WCVkQlZlM3oqcAjIhWD8bgzksDreywn2VVGbrZEJBuQxBdsBswtJP8DS785RvT0rWbtIIxn5HJN91AmDLobOyxcUVi/CDRTwLDYJJFAvFM2mPai7YZ1VjsI1P6MRvJ4/iR28hzsB3GGPRNSa7+K500RjmOlqUiBnJykY++I6IpUX7XK7dsL/HhVckv3iCjOQy+q8yeTeiqXw4FvJz+PEJdMuLHqU6b9tq89C9oq4jMhdl9xfyJ/1+nP7Hp/qsJ3uWviAv5kQ92jMeYe/HT+V//+r/uXr7zOhoaywnfYMnxkc5C10IHyN+m0qvYnNjMvMiJUe/yWMydftKCmSzyYVdRh11RkEl/lnmEsDxlt+RaJ6NHuPdIbPUCpXZo2563jRs+LPQRlQf+Og9gDf41qCnm8mAEZbhnC17xq87CGLBoWTQOU3eIurOe+JdlJ37UG2G0YBIXJrPq/sxJ7bbY0++RffoZce4bLsPI8GKAHlys+iasYCgbZOBuydA4AqQ3fqlLfWiW7218YmRPvDqOi3P5RHMmYxqvF0UX1hX457CUKlXHQ3LmpyJt3vinDyEHvrUejANcggdWYE6Uc8K4NK8HFQ71tUsABkwZfYhvwx5+z41Nrg1y0/0k4Y5+Ov/rX/86r5NExoOelLH+PDjDA2sSZ6XKRF7Zvb7uWCTIys5vDCGj/TF2WIQ4GdV90YnlBIsO3HypboX3+g1fCElTvm2AlvGHbCsfcE6yjMM3G2XqV7ItD3JBtzeTA/3VcYS70QyNpZdk2mWF95vmGYFEb7V/ThGUcTY32KWzgOiPvkfFukxO9hoGI439paKIqlA9YXIjVZ4j7pH3BuAt0W6AmZ5k67oO/9qnN3UrAYiHaeKh9bg5MREbpXy09ky+mouVJz3kRQzy+6BcI2Er4iHjVuCh6fW8HubztQnybjFRqqc8g66qRBE/yrZ5G4nkJp6tX3wNHjeWVcmpkuh3DaIq7MG1Z1N1bBn4fKQIG/F26jj2ADqdeX0cE64YO3wKueCn/4CauXKnepIDOZf82/nw2JmztuBmOinrqRtAg1Aez6wZ/Oo6eUa2f7kZdIN0I/PGpOyIjszVifVlANXpfBOjfFv3X//nvzR3aIN9XEQ7c6vjBSDVa5gzfdjXFlmHD9LI5ZidMZHxjQR/6osXOQ+Z4BcXCELnrFm/Mw9o7KlMQ942tS9HX2TklXqmCZ2m8Zl5X4kAA3tf5BbhyFmXx0aaL1T9qHW0ecqvXqtb5fCC5S3yB7WcLZtfG6YMfd/ch6w+xMNOt/rl+pM1W9ItusAWHijOm2zrFrZ8h2n1V7Bt/1HeMe8WTNtu8QR+lz34jCXE3ZR2P0/dNdtl7zl+JSQdM4rv33TtyyYs86bHJBa14sODII1d6Hqedr8SpscOKChJDsYQ1hT95uOOB18ejq6+lK0bTKQN/cfXjpt/THcOxC6JfgPsy0euh4Kzj1ZBCFXECp5xRdtly12cZcnQFp/wSr3XDCKBlozcLkOMulk/YS9fI47s8eXgD3+uhf72L3+LLYULD9tnxkdIOoFGX1zjMvN41nJmSjMwAiHVjilJJjZPpEl++osbOvipcEHar22L98u5roHQz8/DYzHJggrU2Z+bvdW8kjmrjWZwClv/8LM2yI2wboM2JeS/pPIKDRqjV8Ei04e+APR3v0FyhweG8jVhE2RhH8HxP3C7X8Epbutry30/MvETDtifNcEr+8qKgd08gTiO2PFN1/bcuP7QfpO/yceiRYmfHWBuy0PO2qeyIbOfcVA4n9FPatPkaa/6V1lWbAOmxm4htg/UV+S2sWWILXNfAf3Ek/Z2r7B03e4lo7IYbWVdArrOWyx6c+bDvuK/dZWLcs/rp1sw1LGPwzWixVXvPuArUDHPOfT5dL1kNb2oDhz+Ni2RIRekcvaW5EOv6bENH1UI5mn2G9C514Y7x+rTmFz3NQRk+sgy4w94wB+6jB3Fi22q+pf2/VM8NOe6ujypJ1H2/hpOYV7Q+NT9UOJguHByMwld/NLEOal16d70GM0bxL0awl8548o1joL+y0fQaw/sZPrGzrji9eIGQxNwPPTr/cLpf+A96rrA85QEe/d7rEMbGuVR/3RcoL46FSb6jUEsy9cHx8kXzb60UR+3jrIr/n1h7oC0+MLvVeXEVeLiLMMXhFWNjMD24/08X7vgFDHgSwSGY22vj85jUc2TqgBk30fgwW7q/DMXCsbuCzscRmSemdHssoYEpIutdELMqZ3pjS+7mSF48FFzf+oSnK+SdTfDA+LJiqocQzPFkxQoHjyplxBznrYeQ4ntBBIwbOxmMx6RkmpwSg7oaSrEesWGGJm7yNI5DK+8+MsQ0LFzwpP7EjJtEHSsPAxE+wKsALQjh7BbtZydChyPQQVp5aGZhI1iC22gUAsJfchYsPvm7yjJRorxIAZY7Snn+Y9cevAKHzp/dTawDtX7qzILBi7S2WCqzrAyzem0xSWHXuxGLg9LzpSRPslyqfFNP2DPwiMyxA7Ak3oD7ywvuoTGqHuSP23pAIHKEftmwlDZG/pH8OeGrfiNnbnYin4HBTo2ziQChX5MnKp/ZndUveX8ijcgo4e0DKFD/YkLwcj3h/0DQNnshOVNMmJDiYvUnMTfqyhgJkm4BTO+kcPN2bbniSi1g5MbUdiRhQ6cmsKHEjjJnakCH8o/88A4vvng6X7DFZaNO+jF/0LyeexQmCyae1O8focOg+p6CkzgfTJsJMiFaguXvHpYV+nkCwj3A/wc3rEa8mUgZwImoRf4bAyjDotBBj5+N40nYbhAkPay32zsM/6onfGEntjfWT5sBr/43gzmwDxW/1AlEpYtWx7En+yPSHNXLeMc0SMsbUr4QkULW17pjTwk+2H6uyt8kMbDfkLHfkJH28luRj/iJoCfxi8ZgsnWv38JzbGVJa5qqy6c6wOXfLMuMtonOY3+0tEasDib+o5ZUYtKPokv+0Y8o4uEJ1bUyoM5XFxzEVzbE36NAcsxsD7X4VZb5U4PCSRvV/AbJgaxeFxYJ2pCixBxyANnu6iPWHz5Ddvq/GM9gAAs8uNnbhwGCbDa3+6QzApBjbe0m5gXlTCidMhLu5LoCUWxoGe3tGhsONQ9lo/xKdAg+MzxK2UaA1SWtnVUzPGtHMtqfwpTjNaCawgmhBhriBnlHgtzjh5JWXDCG7nCk0BkIyRA9EPrDXPYkgueuvv1e0bUgUcygPvC+9q0CyL9zNv0kO7VlXGOg2XVhh+G5hzdkugnBxxnNFUe66AJgde2IgKexCbMEfC9Juj6N68ZlWzH0kcP2viY1IEquPALvcBkHqn9La/Hrg1N4B4xjBx9KpPhBXq8sjTt2VwslNpVTQ+zXwnVkQ0IpMk8qTjYVIU2Y3pthD5OxPoprYA41cb+4iWbeiwYg1hvBQAXBEhFArZU4UcsAeefOxjGwDhNZ6DU3+ULSOIzQKUW+rGTdFVfgsz+rW5kKG2LyGIAdORQm21DcfSvxfY4D09RGpgSYL4z7xkfbAfixa8CA2qTT6deF9I+qi65vFgpF+W7o5BtK1sG2c/rTdH02kC55R+6vQCnbv2urBCp9w1T+YfxXAUrVb0qz4mf584hvGzZdURkzo0k4gTDdm2oU+QUaukGmgcQjxs5xkI2sCWvTYa+4uuhDN2gAbLqyX1Rr0p0IZV+X9lMfDE+5zLMIKKrcU4bTdgEPlkPjRzwVTrGVaQJX2A//G21jOUMGtix438EEhBCGgk67o16oAXC1GsckKjCjH6OOp3rn6Gu85hnGFAgBy3RWWThSZupqJ5+YjidA82gO4kyEvgC3rLQADJzpHwvO7qkNq/uMIrWllTCF7u7feLD1AQLS2jfC5a49/qW+IC8cuKdPysLHcGQ6p+Wh8uqN9AcgoLspupazvmzAO4LKqnY9b/bgAw7QSY+4ZeHDdQLwFM/ffCbDHjrxsz3sJHpsr6Vk3RtMGK7gW/1NvkNJxgnGgvuOLe42BEhxMex6QdIORcDw9KM1Ix/OtUh9mcNAi1rZP9ga0GMHZAJ/wITM9AmJTyHuVIH6EUiHYc+OLXlYf9geB0rvo4rjVm6hY8pbFsIrTWe6qhHxHt2cxVrHuY8jkAfe7Lx7QgXZG0GlhLAiMu5NsmRiZtqviYmfoSHjNikssanWCfJutnIIgGg0rnONTpggaQFNzyoNf2K5wodQk7hlXXBw7pOStODY8CekhIDDNomB+NB5YFO5Ieh4OJMuK3k8Xvq6ZP5xi424Jv0oZVxVXYVDUbsNz3ohhEZJ9ByV8M6UImN9A/PYxwHMr4AhL4e2cldQ63qkxUWDtURmvuN1vR0ybqtu9HZY4JgbedNb889ki38wwfe8fvEgMr2gfjucUCsVI7YGAsIR/BPehsP4xPJMBqf6f8crbEY2mUwFtgpxhgTHJo0qH1gyrs8u96Fx97mzWoqV1KMKNYDE5qRF2mU4EE2cVNaqa2t0RVoY6QJbd3/U3Q3UDN0+Bmw0BMPNYQ052p3WbZSP3VMSQDbyoGDTDuP0j7qKictu6w939uBabntzb+yHzhNhe282rm4NIErDMNs65G2H8eTyrQtWBsL7AMnpYNeabWevoi9+sCAZbHvqBcdxr90SsVrbrJH7rE7/Z81oeLQcz+EhW+58cEmE02kqwyU/SCf/W6HLRjCA1qlI6lMg7LrjMN8LP4bHDT5MNf14UQQ/SUdE4QOitJzxESM2IME1mOJqqEPBIn9M5auYFkl2t0ClUA5xixwWwZgMm4K/Nu//dvdX37/3Q/DeW1l1KPPI5oEkVg68V4L4wSV6MF6H3kjOWxxzZEYK9NHeEDNrzcXTOMLuNgRXdEEeF/IpyzYtMOvafgZXnWrSXMbtrdsyiQ4cyNjsfu0Y4J6toQgzHgBTfEVLDDCyOjl+hCOzyJH/Rc/R9HIB9vaLOuLo75yJ2ddqJWRClwvMe4kbneo4pJjY8R1HAg+beItfawGcXcYYdV7HSw85NJx4kR4rAeEYXuriesi03fcyhoxv+HjY94TIp2E9oxzkSWq++c+KmtEONYMjPuAWTbJmDUWFdhJmYO28n0uCxJgfbg+SQ6Kb9jYV4SlKww54iOpoR2vbhEMY4b+kDtvvxhcqI+c8W3o2WQ6JfEqWNtQZfc1/CYcEvNC8ehL8Rf2JQ1QCusYf1CEGno7Wwdo+AsAxafvkWYtHFsgV+gXnTgiVprsCWjZIpLGgPQJToTrf0GlIWOuRGI/yjO4jGA/iz+cPNaAY+PEX51boFk7wN8wis/GmO3idY+iXoM4InjsVjwzztM18Y9xaXQ7fhTdVLsNOg8SBBHMA76Ggqkso3rmhvR5U1MF6/ohMvahZggm5whfJas39KkadcPPEKIW1x11gift4zr7rO5KwyoQoreVB23kkybIL385NaAVJ35j4BDI/RR7yDWWUfu6zJmEiB+0t4AZK3Z/gbD7CXvyIXWdsuZUJlvX+2j6nPnB78GB1kGfViU5k6EVLfzzUrKCvwErPdYXPrCrgTE7/mxpKiGz1dFauJqv7ehtbr7O8VWVRMDyM26Bi7/pR/BSJ+Emue+HSlaug7hpzJ4jyeOW4Bz7IxZ+wW+VEt61GyOoPSYxkKRyQUvW0TH6AR+czA9ASxLAdKZzr9cPuk+zLTOKG+7TIRcy52p1EVf0phGFClUjum7ijFhJQMe0GMAXDHR8Fh8S3Gmy0krlD44Eh/6CjxEYmsPUFxphuggEriZONfCeIHGgErotcTBoB0e1QI4+Qzuxw8WQaarCVM2PszokskSMCeQZVOEV3jkzvTIONdOh9ZqwDzEJTiZb5ZXFp7VJMHd7ZhFE6CLbyBQwH3fYJc601++1cdHACWwCMAsJWmOLwpFjL2RwTlBiUE8AgnWABgZYdxBOJqHvIVNo4/F4rjGpep9mMLCNhM8AFzklowECj4iBgcrUWe5yPfK6brz9CartyI10pMOe4mpG8E9iMl1+dBX80xqZrn4ECMqh/iZ79SIGezL48fpleAYfeBI0K9EhEziHfAb0YeFKvt70pW6HBfdX0hUOfzXV2i1X96O8+zu1jBfoIu9aHtMnfiSOtWT2mouInc6tczxxjB/gH74pfNSEF2wlveybMUEVNasWBN6EKNIpFwdkGntZfhHrazQKSjdAtfbP3W49RwZgjgsg0RaehRv6x3iFuAK+kUxPxKBnL+qwLwBuoKjKkKemdN3UH60HT+p8P+ZoNH7EQvBDXxe2Q2MNWT3uimzxaqMdBmXa3n6ci8DEyUZap+FduDWGuj5RCa1P31zeiPBEFjEHNOFG/nrRk4vDyMRSmcaMfTq5pCCuqebSir5+BXNWsSYVKaWJBpEsULD16DWx0K5WO13ITvEQOnDnMQcgdymB8e0QYFjAk4ifW8lxVRkMMNLOgxS3cBZ4JssTSNoOOSmfeStGqBNW6jkLfPpOYh3Z25dg8FnfwB0XOWd4cG6l0t1pA+fYPcS+hXqzjteukay3XAqJahTb0oasIb6voWIro386RN/IRWPic2KGRXUnsLGd+4U39MUdfg5mbBJcb2abS+T1KWNxhYwzXN3D1UbUV64DZqPXSuXBTZt1vnQY6z6DI5ZpH4EEoWc7Kn9DFzV6tE8HBeRmgucNNQz7Vf1NQn+qElsLwQpJ4Ki8xvN9jC9Z28YCERdByIVeYqRw1xxaXLAkBbY+go437K5Iq6zNrO7mrLoRe8pe60/cMJBnnpaMdUZjTfCWG3XFt2Na5Bt9bA8ANx7UyViovPQeODcFdZPufNq1WlAU25s85S1pfeFsf8BnHML8gq34S53OJE4+sr7as9aFJ3KGd+3bHJjKHsjgQqd9PHNA9Iwwh77MZ+hv+DIRocgXnvuRbj5Dh6FHrPiGNogpLfnmQr31O63zOXhjA1ZoEigbTYFCPlKvD2jns9PlGq58o0qQwN3hoBNczuQfOfKJNT4ldXZ+J9hxoWwNazpfSQZIWB661oaRL3ItWRZi5EgfHIWsa+oDxsgTPZDZH9UQJx63iYUoF50EYz4XQcu7erccHudj7LPXKaYkA/0z8atvEiJnLLQDrnPTlzkcj8jPn8YHsCSg4WKt2oxxI3BpzIjrPhWQVGPoGYyZM7qp5xsbU1/dqmuZta+5jBxOgzSl+CKFHR+aLdMXOn9xa9qkmASUXFbuG37Vc/pAcGizNYzXV7bblMY/jxvQJHkMk+pca5vOssFmHMH51Zni6/1X5YSBI2Rk6LVFbWTiOuyyUZdxpJGl3Pj1G3FIm8bWMaPH9tEXfD9QwsmWaj+qbAOcO/gF883Lbd2Gf+2TLBMT2wW+lY85ygs9+SM1/4RGs+KKF4L653+kHOtf4KFT2xtvN7fw3B8ERwJ25+tKHa62bj10G7+t+9U8fOjrX2PsMds5EDzbZBAPeaHDJnjoMW7xIMyC3fUWyFc6gX3lQV1lKT/qrql41N+C2+uu/Nv2Vf2V13+3fOUHX/pM+zG2ZJzgjUO/f9MNy+9EyiR1yszBbIwz7tHWdVOBksOHPm/aqoLmjxL9xxCKLX7TEKbENO5u39/xl72WcHvr53PAjpCbQUh8kBJajCPuZweQiVAsblkZnnjUX61juwpgyQWeYLhh9c///M9rjZibkRltgfW8IjzfSBU9bjiNdObsfVkJwRdeaksLduNgerIfOeNAbq6nb+9y3UD9aRV6xjTxIzfGTRO/qmGffyDGeE57HpYJZpm4Xm1fpchKe2hgRz6pr43rjYOKfbCKsr3XbOVz4C8QnZRm626N/2kLP78N4iexbHjAy5pTnf+oD1Q/d8VRzdcNYW58TrlMWfccWMDmIk72ObFzOfDx11XPIWu64JJWP5symfE2PQ4ux7oCmKs7F64pc8CHOpbZ+HY16wQ6R3tbYD4CLZi2HfSqX/FbLmTt2zI5Mi9xpsFr5mlzlVhfaQ3oZLfj6uDnUcUaMJdBC/+ZpmizlHDSOZftlWfnuZ9XP3CoL3yIBB+9mrAcY0zHl5UDQKOzo59VrrSER+hJbgXIj0N/CO6BDxOE3NZGpU0e3ZYge9P/yPnVdof9wnNvh+Fqv1yHxJ+HSIzFwd2MveMfoOusa5munVpeAF+cwGfJtcF4jak2r/gkBpJwrUlu2SY4ev9iQ130rvoX5lirRz/mEo/pzE7jy+y/FeOcL3nHtWk9CuXrMUcsGMrW+LORWnRU52eNyR2Qkavtnp9UT1tph0zgOL81/urZQm3oaozk6+cvr38YZ9/PWRcYUhp7whD+ftpa0K0zooK9zMmB7Q1ZfhOgbcAyLJc2MDyBy1PrJE+mGbdNw3Uw3RK0q5CbZiJIHYY+w2+o22lg8lrjDErIeF1oVE4Q8b11QnGl2GPjtS4oUUCfKRtY9mHjPJusLHNqo7SWt5eOQq3Kn+QRXZ6IY36H/5H286OtdLLcgm+S6Ur0Vz2p4LWCbRbDH76qbpnAZpl64XvICuXKhGjlPSwdA9Sho4dm4oqngbxJIb1Gp+ljuRAWfPcnweVzlCW7d7IOZmoW/bMt4I9OyBb5iEcD0qRE4Uaq//xEW9rRqzqCZzo3UA9+NEYeHq7H1rSlndeY8O0FaEaGuBT4z52Z2EsSrIz0xO+4yRjUQq9pP6/OqcMGhUre9r02fM66Qd6wFeEIpRNv6NQ+uxylv6F9wivMNecJOWyYfSQUyFiz6NtPsgP2ESx91k/f3PQrCmQ8kob+UwlzQ1a23A2kkvwCH/PSKgUW1g94fXxzF6WQUTduwO83x9bYYfnDQsiKX71mQxdHuc+jmJS80OyF/NJLZJvSJ3jFlGqGHryXtHXs+MebNSVoIon/RU80HnRzZ8Cj08AVBpkypkZZjuVdmLOs3BDgKVnpUlv5G0nT34q05dD3RuBWx2nGSvUNaXi8mbrSBjiy4c1EVdSNb4Fo/YKbgeUoh06PHWsB43Wo3CDzoA8ts86jq7yG2DeU2OCSUdi44+avrTQOKY/Q/jyvuH4GMl8oqoLf9CWd+4+jUzFDzPMkGDa2JxIzGjy6qCJ3HHkSJ2ahFljy0qVWXNRO23FxzY8xAMfirAsscOCbh7Crf2idfQ/NpNYHF93FhXjQu0cxT21TeXb4ri2qExS7qRXqK+JTlLy9cRlLpdq3Ak6gimX59InfyrVNJM9Ef+XAJiTM8qJX732b3/B15To0BgN74IJXW8eHFNstF/p2ssNv1ZZuL3NuWBGDK7GADtGbRTCxCtQ51f7n2pSgZ/kmBinkt9vhxXg0u7d+7Zksq987ZmzzFGRmGm8tB+sHLZD1OpZ88VN0YYHuPsROuwzVGz6mIaK2E3SXHMjg4kJFH8NNTcb56ME345lCkdp6018412dfXDPawJNhSic6APVF6vwfZQQk6tQZJXx5AGssFSKD000h68rFI4JUz4bQxnaHl3QoseBtbhVV69TrM17ReqRs+mAT+tcxlglm+K1YvfCHlXmIGHKseUu6wJPfYPTZXLzvcbXDVwfrimBz4lgbO4Prhz8pj/wZt4CnCrvuekHoSDQd7dgoMSQL6zRjGm7NGBkfFbvzAeV9DDropd50xg5rvY9Iow+8SMRb+PoyVBqFn9/SYIiht+wd+WgK7Gc9Y59cjwCHH5EV20Z+xZvKJKSIqc56uvEnB2LIvp1Qa0xd0ew7MUGuW4m+hRaMt/Qr5GE9z7es+D0jv8pvENc1XoReNM1DVIgLbIxtmgbUxd1PnFcmYPCTsahnpIKO70TGTqGHDvTWvP2Cd1Lgv2x8kkMB2wd655eaqfeAUvijZYfvZjet7pMGQ7OsT5hjvc6WSPhX1AAUb/RgcMI7iWmPc9brzBN+a2wTHW5NCMUJ2vhDbkiZMU9t6AbeimHVOxFfjjHJA54QfYOwOALq/BAEeVxzQpZU6MQT7mO4AHx9hKVFRWti98CzbI4D+PE6Oj1EVxm/ppiWUQXa12Q+0q+0zFPrGoN63YUcY6wrssr4wLEiHY0rXo4/5fRRx5vof0qq6psLMq4St4Ha9XYNDbJFqbj9V3V3vEBlDTZjV2IodfY9EFMmYr5KlgIEZB151++XfYUEqHSA/pMmWL6VQUIPPqxvffMcukq2n3LgsSF9wnOI+NHWdgMXrnqKdO1Ee20KLfNS7NhfgiJ3UrasuyFf+QT450f7R2BX/NbfopA+cvTjygpsN0V3/NqBNs/p6CU91uY5iKNL18k7Ps23UmVuDs5+fgtnr6tc1IG747cOmF0WyuxW4INeX+w0r+fFrVzNW9/8inerDGzhocOH8tEXDixs7Z9Bk6yHTwi4vIHL36jVPOL1a41/oPvMvuIM30w8u4Eq8SVlLlAvpMhH8yW/aUh6ZB0pGQWcihvH7HEANv1sxp8pLgzr6/7C9RdrWPocpHVQWvIsXh0H04fafRyDgmdeCEd4x44e2yo787/ecPev//qvd3/5y++yJXszwJnd4ucHXlRFn4Ai4rz79ym4DkV/rv7TnxHa89EPxuj+hIBlkgx8IzjXMjEjsYcuvB3k6xQloAFwX9eJjfi2NPmy12W87/p3ka/CY63ilTdl+8a84ofWARMZjnzH3893GqEtWzOWfh06FWHlO2zp4f2sCRoPmev6ALgkXvg96fNB0GCdSg7tyku/4BuypKNvyQ4yGuMC8LkGkPyC4dO+5HlCcYF9sfWPvAgdUnFcmEPbBsS1jZPCIbNld0X0DwwxdMRA4Zt7PYa+rfhJjl36KWjmCOo1JPA67FOcYc/YqXnxbuXA7Kll24D+hRGgB6/GqRDg+XiaZHYqOS8tSrAJqfB79N4Z9ZHV447g/PCErMP1AmoB7XVpLbbpuu8BmY7kOXwG5hEB9pWqiJXqBA4/P/QmmvagXaexH9RJxBxtLxp7jzdX1cb4QK2GZ8SDn8ah0wU/Oqme5kmgMAa7XnVrnB3d6s+sB4PEFzzAaRu1u31DS3INnx2ufHacHbf1pUF+bu8YC+Q5Acsnr6nHV7ak6gTHhfYX/oJK+Zz6uWll3Vn/pp3xKo4Br4m61reOdsYg3rAoLpJJePgaw8sRjNk7z+KRgwvfazusw2uHHh0UAPicn0Fy7Oi6wQ63uBrPwj4xtqF3rZcq1gtG2CC+PgUWWXdbAF0azUvhWm69x9ttHBaFRVM/tZloemNAlmx2CFVysi/ge/EBnH2SxaeNTwef5Em6hckR6N5XnzIagTIJY7F5bp+R4xAMuHoQhQmAvaeWwCUXOr53IsfoyS+AN4p0Ik9wcqywlmFuG1POsKDYYuS70AQvTpuGmdQoYaOg0fmKGFlpLQzD0ZNXhIQYAUCnC3zNkQWfZBb9Q5RDpsqhNYC0Soc1hY4eKkRHBDnwxCmMLCu085tfvhEyLbcyNoedFDfA5umzVO0L7L6aNzd39PoCvUaS0Hh/n990Ent+N265n/Ithqe6MwQ39NeCWIZGTz503r6jnlcQuGPVDw5PdMe35NOw2Wtnic3jQ3iXyA5xnANXv1PLOf3MGwoq4KPW5yzH0K+fSuNo66AJ/1PMCWTxU8fnxk1epdhYgwZ9N7JHPs6TaruUEK46HjAD6iy89pr/ufPSjoyKFwZeG+bwj7RSnXyOnCcRgRm4c4Pjwf4XBLl/qwsyGg+45Ui/S/qaBiDwBjZL1UH5IvNYIxwuYkhH/KlcRVWffhlZukDoZO+y9Ke8zk3t1gE+yB9+O0R5eEO2Y/wOsJ3zmhHGcXAcZ8Bv8uIPz7tj68h26FfZ06k1ceM/upl40M+7uC9Lk9d8lN8oqezuoAX5B3I2T3a0oXepY+xiiOfD79t++ObXDTxVMRbrrR5WBDIdo4H+kUmhDaxhQFRq/FTb+ietOmLjgaUOPwBTnxSOJ6gPGgAatc2GX4Xxl51xVN48q7u7XgDoKiPjxrUOOGR903ir+6mRm/F9ZF/CAjhp1+kWvcI1j10wTjUn34xVQHIH6u02dKyev//+m2QU/I2wW3Mw5MoS2pN2+Vv3OS/ibVl4EGpPLgqUmIE+YxRRg4Duk1PP+SF07Fw6t+US0RjQGae1waIPRW7kcEO4yhOxAjasDoyf/X1HNti50d4YzasvIzeywGNYCoZ5WeX5PaJeECxfirYi3fCHXNLxKPj09UULfhH1Yld9kidBnzMoLVIe05GZjTvhew0q/95wcU0m2LZK6C3B3jfIydGXn3PA9DdSYI8G7NYxseP70Xo9Q3dbwONR5w5onBOxMHTFUGdj4yvcGYsSm4jdcOnNkQU16x9pJ8DaYlPUcuBQ/Q8r1vr91if+aP2iqROHkRrQA794HsJQouGf+ygLtVO9J2gnzuEZnxMlRhc+UmINVqTHFcpO4R87bzxj26QIVl+Q9/f/PnM4KxG7ZD79DHvU2I8uCl/04Yyu/JNU9d9KrMf5tixx9SyneN4r8Qvl6nmpXkXWmH5FnWhyPcm680nzqeUV1GE3PFR74KlrSpxhb19AC5QHlInR/Vpix8L3H1qjOO40D73zu5kGID6i1w5/nDNnUVKfUT/ojeCjPW1Ifx4p2HgQlvi2f2Kfyoeu6B2b6ax+qtrI60h19IsIDYfeBp/Jxet8up9pEvvCHXqAdD1hgfYDJCe1v/hnVFp5I+d12nikmyPYzqorNznZ1mWPB9RIN8Y/qqevY0f3FREyOLgIPQnaXIsZd6vHVoXzORxrtyL/Sn4LBzWgL1mTYsf4p0SRe65jbYXWC7frbVUZR/SO6y/5QN8YZAObkXdPYimaZzWWbhVlEO7Z6NWTjtixcykg/RjsghOOB8/aD9hPMkNr7N019zKHifeQOERqy7r5CAiPXZ/01KbriIFMTioTs2cbp+nW0X0HVLHvWyVu8SfeSdiWXRu+tfQoRT4UV08z57NeaV+sPMhNHfN/8AlQov1/NtkOlXHzV21vbtQPzM7dv/erWEPv9sGFp/qXlxdFJlZFdB1FBzvcIma7b7675YdbdfDjt1QlgcnegqnMtC35WnkzZ4CQsPPqdfzA9V19dMRjY+8mkZ9WIgt222Wy3xVU3nNhQMJ+kvtHesHoWIte2Cpm+E1T9rywfX7GLY7+RFPt8daFxla0DRuGzKFb2zh3r/nHzzG/N66Vr7j5MTnrI1j8tHRzvEFLH6HfWvey5v/b3/7mOAXoSeWuXeFIH4aMdZcwpkUsQY/+77Os4YB3THJCWuvQFHsEho3/+C1W5O0A0HTSSceoVv0shxYy9tW73v/9GdKpvY7N/vrPxpvE7blPLbsvup/bwTvDxUnnukVgnRAH5wSe/LHoAcD68Lp/csaidItX9IFG5PmMddTQT7z+Eu/Oo5/EG/A/48eOLQenI+72uq/OsRH9PAkZE4+rhnH4v5FioxDwGOVT2Vt95hqwhh1+zN2Nri/Zdy9bP9eVJLrCy/6CRnj1ax7CYO3iNNkAyyMHB+Dm+wltJjLWOSd7DLzqGoAyMnNNyNRMuX2Jc8/dw5MHRdlHYF7rgxz7WB47nWP/xPxaEF2Thr9oevoZ3+FTkuVzfKtBMOVRj1b+PPh2jIGBO+urUoiGcr7wMIyOdWdB6K8YdMqsX86mLOCfzukbDJEeU+lJ0hU96AeP+h1b1j+OsxrhT3LI+Cr6wuf6US7LnAvfjVZtRBU4+BI5bqXS3GGKc4WHbn5TPNdgacd4PzcguPAon11G6FzLoT1xJO38k6Kef8qvDgwkq8vOh9D6St/S3XW8BQ8+H9r29tZDh/om85N+Tdys95p3g2kbuS1oAnhRBgQ3ztC5n44eo85vnlUYXM1FeX/YG2IMFuYzF4DUkTqI4PqKmqDkRkuCEVp0wCQUZrNxOgl4FwWQQ240eBeRwT42nL6IteFBFmk8QegUWcIntG3ME3QuHBqsNDWQOrGDz6BIDn/0cEff6LTXd2IKfKQPProLoQpYzMOpJYUcZxkD4w0J4e5yGkeBG/1CoSZNvMC/PORzOSgbGyyk8EdwKvPbaREWeENo1AHUryt1xXhFldZNhPztBZW5SfzB74ViMW0UOfYEbgyP1gLSzVzrSP3SKQuF0At9WCFvcvGKUpYllSYV2qrNQm7iDFzHnvRgwtQiOU9u6HQwTGMOdQvFs/13qJzTXtsVLziiLNOiw77pCgyf3IStbslbD37OYxtga9vKlJjDF7GJN/DHJubvO1eREVzj+UB/l0dcFz7nJ9BUJxMBBZbhZHc/rQp+Qygk3R59D1uFnWSGCOZGGSdslX4TDkN/WsmwWZK5C0AxpL/cmMKvLLSRsXRio3NfiJDUIYLTJjexLQqKR8mlCa62RuNO0udBvkTIhSuihNE+6aNhcRjn+P0gLoi4mF8y7GR+4fyrmwj4x78/A2GMPbqhk4yjf43tqrettapjoQAIG+9Lxo2/XakNFecxRvqwa7gVpRaGRshPgrZ/5wFDKJ40W6iPzyLUhHBTR/BiJcfsD0/PmlsgOsBnkFXqeJSYZmyhibkrE18Bgat4oThGKYByftMhbYoLrUyh6fiWHbEpyeWcrqMXXKvUk8MglbEbVzDJnAW3SlW8c15c+8pCjISs/p2YsyOca9hg2WyGbLCYoTEoa+wWLr+F7FhMFIaUbOf1wG19Q+R6lO3Xk6rRiVDhgwDYkj3fxvrR5690jvIZZnzhZmI3tEtfkpoPdkpb+j3gO53/S9ubaElyI8mWZC5kdVf1dJ935v9/s6uYTObIFVEBYObuEUG+GmSGGxbdVaGALW6uL917HHjgHks6//nPf3k9Ot1jWz4i/IWex5xfIiu+RrbaKxN0oPC9XJ6L1ace3Q9k7ScuFr1BrS1iJzbDk+c0ji1r1xPPLnSIUXNLsNqE++n6IsITGsmXn2TokwbsY2/klS+BmznFmKnyIXlYDxla+dPrmwbD2oSgjS7NgTgLk/FqZ3KAN73IMPnba6z6f3AGq3g3KcUrOJJIn/fC/KVkwXHubGInipGJmFYfz+rxsAhUoZt5HuWsA51eOKjwt4sv0luIWQ81hF0c1/4QquzFfETOPOlKVITOiknRqC385H99LzshQ31R/5vvJKQfP3TzwoTE2Efx6kJnT8AuscWT+4mRzEdO7L1OCgQa0PWNQJQQDezude50NuQkby4KqtGCPW0LjatuH0tnaFTu7vWbF4tK+7uQeUrXsDKP90WVfwCLXzyOi9fYGy8ihh9yVQU5aj/zFVwgxGTcCQ3vuQSfOupDJfiWya39UZq7JzXDypbm64wJE8UAF50tY9qivFCf0V+Dq5KY3FmYmmggp3TET7K0oRMPtY1swd1clfQPjA740X+qW5+xlR+iU2zkt49IV9KHOSK9fPF3bI1eLZq50o9WdEenrVfkK2x1AN52suyczvY7DJnj8dPGcuJ0U/HsEA3/ffNXMsBfMJ0D0K+4OdaOEEpsAA+WbeBetUc2RhTZpqmKjpxfsBApWDGGyaGr8Gdq//hJbwZSI9+qDX+8I1E8Rbu78F5J/qN/FZGMt9QjIb5xM0dH2PgivMYBoM9yQ0SFT+8lRh6LIgDmZG+M/sEibmbh0AeDyfemYFLkD2Smr+fUqk6JjZD5FDqD9z4s59xd5FdHK6LBqHKBagxFJumMvQwq4NuG1z/vguMoOgB74ts+08/FyuxgiTkSD1SV86Q3O16K/Sk9y7s5WlRD31D5IB79DTPw9AeFSJpxPu/5C/tQ7rmmfBhLro8epgfxpwWflnMA6o/aoGirXx2l7zkue3FWhVyn7cCzDZBX/4tfej2CV9lL1/DQlX3zIHOgK1PCVXEi2f0WkIkrcjX2WmuF8g8O6X65PN86lkf3w4Vtf/Wg7aVTAPbbyFD/nPjAfvvt209ff/n6IMv5sBy0+weOf9+e9dVu0hjqaIo11k7ZiicDOH4rb2E4tq/H6pIxW/UEf6h3f8nR+xPJCy3+dlvx5HnRoEP40MY32MfwKKNSGe4y3fs7bqTjAzho8h8ZgPOfnBM5A9z+A/VW3fqLjEppEYOyuXTGz9TteKnH3KpclYGjeY1MUKIQk4WtZRw3GV6fxDQpqvO+Z8xyq4sf0FHNeV3H3Y49V+xLfgq/dy+T6C/tyuDB24fH5Dv7Ge3wq+xrzbEr8NAaPOYrOL/88utP/6+++Uud+VrZAKsfSZcg/g79wYcuyyGXDH5w/i0luQeWt78BFJnjj9Da8odK9ief9SCICGEkdVtS11kDtQ576G4fkfe1Ch1lmyUnbFU812SDltpva9+RHP3aUSuCXOIlnibi4cgayP3pHI7+vvYtlLFnIdA1cpEXqGcEVbsOF/YjR2h1jwP8vk49ccx5koIPmJiT3ClA28kKaQxYcE+OlbP9iYvGInpwb8FlxXFsYq+oDx/V2sR/d3XE0+N1qs47ZC0WvCPU2XeR8hA6ttjypr1pnXjUS7M87uNtG85ksEF7ISA9hjz90mCuXW2ZeQMd+2XjCdanayAldA9ir6qxaWSVbVg/AVUO4M0cjCZu1C+y2JwbwugEnL+spb2j5yQd4utpa7nZ29Verk7bHFYdT7Pvr8g7xjw1UXwVYPyNcbZSyKC/5Qdfr6avCNHtPWNwbkq+4E1E0kzsEivOYeK3903zsKqdApQgbHjEA0ec7IAY4szHlRVISvYv5JC009lG7MPaxJYZuujIOtK5GBFGv6q5SMkG7sNa0Aw96HidcC/ST94VsXL+rvP86pSYCO+QDqPKvFSHwzRsxwhnFPg5ZuBZPsB2cQphj1HtwznQQ/+zVB76WW8K0/4TljHykM/ZuK4sHK41e01FKNkEGpTKTh1asXuuTT3IAMysE1jVuGM81rDwY0VugUf4mK1tIxr8mzqQdxmKbbkle8eLQ7t/9PHHQxPe/81Y+04dkjNxSmzrva/u23ofHjHLevHU+ywmkCDMBBEzL/iHAmDl5PwabKQDYwn3LBXaitkfMdk2nOgNCgnBCQZDeoJhMBj6Q5XSJvW8Lpx2dAGHr2XwlL9pPiQYNxzqi8U2ZPldeQEPXI4xMLrfC3Js013HSYaf/E3Zx/5sOqC/KfLqAvMQOE/fYB4wyYFJpAG2nTeaavGhA2YCtMP4sYWTzczDqzwex/7T7SSOfV+W2BLwbvaqR0Oj30xDdn9LAvLSSddgzSdw4mTdYmfTKIGnvOEYG2R4BIakquC3p2kw0Ni1ZeKjAdnupW8WutX9FypVwfIMY/r46+/1bj0CcPrUMSe+9J39iMJY/+5jERX9pK8OlYP+n+dRrpwQJJJro+Dtz+CN4Bd7Q4j/SujT/2nm8MZ+v2Y/GwzvEBBXm6PfqRvyZKOPg70l0ZHOyhietRtz+8RnlLb/jkgIVvRZdSsPXWQTjsNFlprpYLpW4Mq7+OexNqLvhGYzwpNwfCvN8Qk983VrSEwdW/iOAzAZyoZjwHToiQQ95CNuNrscTGsbNtY9qQzQ889KsmRcYBhCF98FoKXGvXzuPQD0fxnoZbRpCw698cVGsFq2q+lBDcHRYfAX9scrUMBuvDL7MIMMFNuYvZIPsUwYdTPmVyLroudnnzizrjzy9J70QhSYdPSk58RymI6Pu5/dG+PoeMfzYs5a2cA7CbYOS6nDK/Z44hFR7xeHujEqio/sARbdiZULgGg6Hm+d5nAoPnPlCtpxHfkvoc4U0SlbqDuH53zxT2XSmoFdHBvkQvrvVNrOnG/st7dHx6GQvSfRiY9pdRC6qutg+b3hY0x2ppO4OcvmAcZ17IR7Lms5JeqBb5wUF9koPaY1n97TcYLxWTdp90htuWXLGCdJsRt8iT826ORcxh1Q6oEhJ63DGCgBtB1Y7L91faZb+IyfiNOSOxT0DcUjHxhHMkKvJ2z21cidG5DeASKwVBBRiysE/hPeim8eemFy+waMYub3D+WT2S9ttczCck+f7cC02Vsrw6wPAVuHwluXNGq/BftQAc7KSBXZH4VolpYqyVWaAdKbtS4nQpxEAafxw5ZX8sk1+MywKwecUIFJ7Ay8pYgA64LgCFQ97auh+0xH5ovjjnyMPuCDBFkbNzJ8l+xc1GysdcjygjWV8ABWa5EIdgfRXLPma8g+fIb+iAA/Gzlg5e3cWcYHheZu4IIXfwOSHuwWex1ol+ppI9MReHTdeKJqeiBGjPi+/EuwPmj7raP3JLI/PnhLytodWpFPvBXzxFxtTZtYYypQajeOhzk1IE7dk6w5WCogMl69HRzX+VMrSyjTHl5cdNWv2Zg/FwmNeWN9FQREaOho/8S+1s/YuVDhtoEOGf1TCZzrEZv0px76EKRdS4i65jx5KX7GUMDMRVCpy4XN7K2aRPDGLqf90cvoMY2BHnyuMXh1b0jdlMUWfZgPoNd+m1NqB2mvd237wjeiu6hSHbHPfLsslB/33MV664g8l7mA3T5SDjDyim8aW8Egx4dyARtVSseQv7ge0kfbgfTnstMxlrkdf/3MCbqIMsxNiwWmiiwhGw7fg+ZZxZ8rZjUQfNFDnJtIzLH69aTxrF64Hq039MfOvWF0wfX+wUAIdRl61YA+/7IP2/RfwV/6xcJ7VuwnufjXUjnbxsbMDM6ZiBNuDtnyxLrH3rZz9r/ABL8PDm/6f762YmNQfU4zYuBTSjVqbMuFl4JcvQZ1p3cBxD4KCKm7iLq+gNBrNVyBp+0q3PIvxJ3Xe+PF6/HEP+sZJ7Hl4RPfqbaHxh5jF9Y0/v+7yl1P605sKo5rB3g9yvq2BMA71wtspySiUP1M0NHB5yL3fVSd/4SF13TtWSgnWO3y3r7lCcmhdVLbUHpsU3yGHz7oXFcetE3URX7xPwJJ+8nazbKK1LnHL+Xa85dffvnpv/Wbv84Hoj9uLthxxGB6LHzsxgA31bvCsotYN6wOLFeP/cOO1x3j8MzqycOZ0dUPfgr5g+nsznG1oX3Or9oGgLO+EEaS2Kx2Dyww2K22q8+Dq9bY5oQp3YVDIpFMKam8tnnhXh0PZxwg3PhYwkx/7XDyWjItMlSQSRE3fgj6Ahhqrw/kUkPfULqv99TT2O/rN8IUU3Pzp1SRa8dJeresEL4Rf2iDA8wy9NVvdRRg93InfR93e5Q0efLJ5qSrEObVPGByjA/d2qfz5pG8AO0kzt05NxSE2malIW7OUnfsqg2fAXGdnxjy21uFA6/KsW1mSpfwMLtHQazH2Q3P7j+UZeYf4rF/k6zyIzDxXWZ0c9dJ58269EEhy42otJ8UUvbPXzXc7feCuc7Ddl/jOb2XEB/AyF6sHKvTPS7v7SvW6xb0bDNA4o4H4Mgxyjt46jf5wHZ+QLl0QJ/i9e4YmUhylkt8SBaNV6ZTp9ZL6yBzqeJ78PstcAYjf8DAzz5ObeIX5/KAskVMPj3hg3X9fG/8Cp1W5C6f5PJncNDm7z09T9xX8kCj+nI/r3pjo5M+9VzLZw8un+Jq/Xleyd/368DlPWegbcqGIlThfRQqR77RGYfEOWDQzxOL3jBcFCYdiTtCUNOYj/rAR9x7+l3244IcCnEBozCGE7jEMHT7T2UDE5q9IA5cTg00OnyptO+csMCCBwve+c7rA0/6wJ7t0nYihDmbE3Syc9zhD9PlTo4K+PmdkO0oxumLTHpyARqzQQAHvj2Bom1KSxd6rgUep5wd7be6vugXnrFFbYD8WATbkkgz0YCZjYlvCso5KhENJykeCCN3IO2Mq7fFcmCT+QdyE3tgRGHOePzaIliqjTQfKdBHVgp139wAVXT8jRiP5CNy4lt8JA6yt8Ciz4IjbWE76EWG6rdA3qk8s/srFExX+jEjCQypNn8r4zb96Jp5WDzfypHAnLDaBiK0x6ATekJ0CR+qSUSFDW7kAeZnfSuzFxARSTnGOHxCErzzqevQwboa5FWuQJeZxPYTXOLZ38BbFx4gqNINBNdhjOu4SEx6Pqif35HMoqTGlCa8pTvxIL5AWPXJx745Kso1h+Vvo8R05MY7WpzlbkNf3DSuuQi08mAY+QF0jfP7Nl/Wrk101U98U6K/6lyZbMHQ/GEAFfjm2x/EeeCYTb5iN7L3t37JW1/0b294ZS++lQEd88Usm1d9e+rGyQjfdPii15b+zBwxtvDFm3phLXumXSBE19/ed0u3jSU/4iYHMzaEfBjlzi7bW0AXuMibmxgB5qSNXIXP/dp2bKA/bgbIcJfc0vzfm9jIBAw60Mf0XrQ9rQRg+zB/mGlR0DbDR+DDH/+O7emKTZVLOPl8ozi+5wTED+0gskoX5OZiog871Fftjwe2XF4TJKjj33QhaCFlB+Vw5W7biYd5NPJZ8nEDBH5LfsE50oUG7LUc+mug45ULXqWDXVNyc9QKqCPjOvFiLyBZC4/5bOrB6sG2QAWVwna+lG/7A9XP+Cx46QO+PoysgSl+6RUHec4+6sDmD/218VQQfZ9+j8sGxJlvRKnf8otgeRhXtvmuk1BuulLKA37M7cJ60P6jf1qtKCBwz2ce8FAB968UsD9//ipa1DaRylSakQmYwOF768++QX1rv6PmEpER2af69AhN5DXOAJ84jCPL2edct8SD55WPO9wHP48iluvZc4bfz7I5duvcIUr5HXJyh19lKIf5BovWNuDIeJ+814HYEqDsnh6ZJY3+ANBC4RyvZDbkWv8gMMWxPiC1nyQSrcjSuRBwSatubjIlVhdYDCGgvG6Z+GRVjq1OO595fMUA8kwu+1mvuTdP38CJTpVrRDZv6vTzj/lgf+soawdMY/G/4NjXe4HAbtseAPpeieYZmM7N1o+RxAA15HQ8ir7fDiTazK/mJykrKPSVb0ce9g/I1/zStQ+ywFBOWbp2oAdzO2+tyR7ctlSfOoUVupz/fNdbKYizxhrBmLUiuQ9fwMsySMboQbxhO4vw8GEY2zEA6ERBl/qrdm+bI3yRnd86jjWpf9ZvWX2b+I+fHhhe/BFejzDXHvjfCzEfu468R4wDWxxkdb005nzjTq9ttlL8UTqvHCfYVTFOOe3gDn1wgtx++GEb73WorHLW08nwEk1dWBO98jM1qmnQ8kNPOmLr+B+FkQdfQHf0nPbKMVBUHAHDH3P5Z/kp8/yw61mtQKJ6LwdYaBzyA2s3CMgy04Hclk99njd0MmulI4NTzJJ5OV3Z0p7cCnk9Ap55H8Sud5mrr/Hjo9ps02z/7vlY7cSjbv4SifpDqX3mmFf8PcJiL/sJowrWb1ISPdPsXtBqZ4KHkz2wWGLy3jSJz3FJbAVQ5QtNdTCkPILL6LMfps4Yr1b8+kkvN2Vs/AqdeyldwwjPsYcSlkcdKn6A55l97sT+RJvcFztwChNbnHk3fGe9Km+LlXzFHO88hxC4/u1gNbJeZMfnB4j0zSDmKnb1689tHQAAAEAASURBVM1lj2SILXDzvKAEyfWX7l+RMnbY0B+vYU/+OFcl1krJeREdvF8fH05uqk/+4z9+NSP7ZGxw1k8pitM+60uDnMLRSbIWn9jjG1OiSw5i3cxDKgBfy1pPpxsZWhpfd/4dB/Yu8wlL/WwTFSf9hSvRK8cJX9gFJ8Yd71jblYlj9iZbj3PsXi+dez/t0vY1SsnOvNvnGuwZsuZryAW/8J8cYRxNXHtILoGWxwNqGXGe+/Swae87mKfyyrIHWXriY1Avh8Z25wtt6rzqk9J8UyTmUullLajwOTIWmpJMdXIP9CwPumFWXQtGbi/jij3gmIt/+9vffvr73//rp19+/cV95VPeOUL31tOOecuISGeF1UT2cvXClZZv4tUySM4U1rAgOXdCf/YclQk7UNoO3nwKFhEbG+jfb+Y7FgsmHsBxHtPr4JBdNOeNZ4iSN0vgk8wZjnj/hAevezrTGBDzrI2Gdw9dzyOr5BAOuP4Tfa4FPJbkiJCEZ2UKpHkLl/2zr3fIHtn3AMf+1loY+E3ZRuZT9JyrIKNo2EdQS6GvfmkfR/NDFtWzD3z0Xa+BdT4UPzyI28d1qGOF5WiRzo6ppz+2jH0qf+R7gjJdW78F0/MuG6Exu0YvlfKic9n6cOkzHUrA17Z9Tof/9CUG9p3i+V1rwhclHG5V+DrH0C4PSyRzcfOXf0z6XkrAij63cfyW07ZFehJ/1GP35Ah4M5egyd6aPVGvp1UPYPij3RzodXTmr/OPmSTPUQW+P+kI7JmjuaZZmsBClz/TpGOKSDhXRqb4LDIhBzS20SsfxxbDJsTcJTXNt+PVhW8iO6dKzm/aE/invACegj3CNx1n/u5cD98rb/fZX9rXS95v5OUtMoo7UE2bKvqOLeBUncIVRUo/6wh+45rzV7+ZMbQ2bGqOC/jg4bENPFoPVPi23mNh6hfsxV/7az/gC3Pa6ezjGlzhT/7QAq5j0Cr91CHuTmvPWK1At+dAhvWZcn5xqX3n8ZSR/pMfcrbdY3HB6x99tUX7eqwu4PscRvrhgT1PwpM4OuMHfMq6AUxHheBYBhiA9hddUOSVf704CbKJmBAOvzp2JdwjuAl8pJsDJNwITYLumEHL9IbSx54k7TmPiMGTP3kVFRcD8qq6E+ZZ/ZxgjBPolBoI3WOP2IQ6pcfCCUGqHRPnBlecBW8q+aAP8NqsQ75QRkO6fdJk4PdtsCGuk6qwdKnMNKCBHFwMoUAXOOQl+Dnyl8BBF/0VyAgQlTyEhhaMcDv9AtBjeaZXoSonssOKidQboLiVp27obyk87dq5Y5ejAeUX6HH3yTcg0FcWkP75jZnBOIiWJl1cIKY0gQz0v/UQ3YifrWd9HkYoj90fS2VlRCEgGteHFToeeocRTWrTPOEkxUEHoca/FjR5oBcsIAPu6V/mDDcCeaqWseVLAwsehzwp1l/9Jy3ASEzYn5nHbyBhi8Yv4y3Fsy4ihnarLhWOVFOUB9k7gKrYs0nRc2/MZZoFnKNNY7vRse0qCmqzwcKOm96gpV8N8xGMMYGljz/dhHUd4bkpof9+ZYran1U3kA5gBA14bt5+FW0AbgUjv1PQ77Nu8pDPz9zxDtoxnPzC0/fQ4u/OVl3vFp9MyO/ocQf3gjWdbFJJEtzUsSVovkv9CuATByVU5yAPIXdhyItcqoKq+udkYZo98LyD4h77P7F7STEqfNt1hIQ3vhvvi8WeT7HdqU1k6HzOmpDxfCI09leO07yt/Z33Rx/6cAg08lt7h3C3aqJPeql/2+YGpCb6JP568Qz6VmUBRxaaIwg1ixLJF+BRYZMKXzaP3WAxfJnrB/ydZ2Gts+FOvx6IqxpZtu+3rKGtkxP7f/ebB1EgQRMj6gFYxTpb3yu8B/0B3NXfdG/+p67akCkf5HWryau1g0m98RFxIhNx9of2P5Su+c/o0Mc6KQmUC8HSgzvcmAgZ4/uDjhGYPFZbc3ygC9wQMJrg3yrwDI8cSptWc/ODPB4MXevAdDQzBhKrn2VH8hvlGHIDuu6zTndljfLmh/cv4llMbqJExrd1fUY09hs82w5lTjqNZ831nHmLMT6bmctJ/Y7K8c2JL/BM3Gfs3Zd0J5wr2sBXy0d0m++x27b4PraX9CteCkof3+5wzE3c3dcy37x9EEmvF/yqx7SVi2IqZAsdaJ+xU14cd4xuBXffhqTv1MlthtV5p932aR1iGQ4c6UdPKuyPgM9N5uvaEX7ABRN2YF5L4lWaymbBL81nelS2K41/X+vP0jf8aagnokSPd4CEFxvHPvFX6vC42gKbC94+vdvziQDTlQuMojXt+CcNLgL94Hcf9Y8Laj/x5wdJnsdeLhw5fEQvMRBK40MedERudUZ2vp1VziPAi0NTgYelHjKZn9LCoy1GPuDEL/6QLthm5Wfa0Jmium8OrvEOvDja2BpbBDbc5pG+i09Q9wnOxp6a4K7yRhfbbWhQb85nv/Ll617LDDekLM91Gm52L2QxbwlK/LkIzir75FV8WFOckzVH5YNcNgsoGFz2vMgA8pT6gx6u12qXSs2j+ORegP/2u34LlnMm58JNa/FAv4mFO/7ZJv7MqmpZridMT6Q/Ufc++B149LFdy1ay/+5vKua8sOjAffKDXQH0TR7247xGLIuYQBnb9iguR/vQQxmn7Zi3zqypwAjb1z3cNM6yaboun15bT2evUdal0EQeSel594xW5DrzwyKyKraRhZsu3Ga5K3P6AaGcFsA0/pZqhvz5TI4MD4ELhQPxRRVZKs8GmetNRLRuhu1rF2pXUAFXf46tbxofrxWXI4X50fUSdXxdQseOf5RyaXA9yf6eWMPG5xu00B+ef6Y0nzBPKhd0+u0nlvtX+7fqe86x1s88+OiXq4ToZ7wzaAaEdaX45sf8kD/JoYBX/v/4j//46f/RN3958JQSF7CfSt4rDTXfLD4PBF9wUt083kFZ8kHYfECYp9HZq8OzUf10qoI4pT6gCR55m3PrP5RjyJXRAwYp6Olzb/Hrw78dyzHn6CbmLIBWucnjc3s1nccVN7aV+elah+Ih2ofKKRc9tWdjgL7CtM/03zM4iEfZ+uHZfV0Gmtl/ktNyA60yHOirerIFl4cSKeBsHvQkRqi1WO42ZIdeG/ARR475rWfhnhwZbyG+uel44sKn86Vw5X32I29pRa9DCCEebGgNqQh52qE87kfm0n2O17ble8dpG5uw9+i8aX+PtpFF4YNrOPKjqswDJOV6hmmMEpEanTRKqE4Y+ssh4vOsvC1j7RFM7MsbCcMuY8R/44Jc1Hz7jNfZF/+dPY/16H/NQfRV5to5Pn6Gj53YvV/LFS96jAmlyxWWVuFNSwDo/K9//VOO+CV7uMO2d1lIBbPkXAijA7Zq3oH2tmuEcFxQlYjlfSEyjdopzUcFai9uArO2cH0lwcFhGICM8uK19B2jdF2sb0sPlFelMoHT+gnbfsZKv/cNGGvfndczWvTFixJ/ZA6vbYv2F47xPbolq+7x4wm9YUqrsHvkeQ34O73a8sQw3WcBeAId9S8VhL4y8bgmaYXzCZPavgCPceaGkeEDvIzGInHa70yoBGPLaTg2FBTzKcAcq8s9QZZuwZGVPp6w8AZFn5W/MD3SX/7RmYDFmZEDuF6MLn9G/9BMDJycgRnU6I2y0surdWnJEiww1c2wBFntw4288Px9ThRonwVz1T/irLqSo/qAU3z7CPzdFnbR0MoFDeiAw0WCbEiYHPW3YcrbF6JWA+pOUOEMtxTkSZEgp19tuAgX2ZvsY11fVCiuSPANXt96Md8QQr/YFR7hY1urun1HUpZNgKVfqNw4Y2X7pDNww5ME5DNfGIFSDSzY8BC4nsKoHUahy6H2v3ROo/TMa4K+8B0DNGyJR/RqO/WgRW9srVFTtzmEcD6R5AuIf/Da7lxqMCA2MHqSf2RhJAljw9BOK2PdCiseYasCmcqdJ57o2Scm8Cnsl35LzReXIRx+/uavJ0dgPW81rZj70d8zwMysj1DhiU6UPmm5Ympk3nKtDiV4MLiRySsOgk8bWC4g1xdmBugq0AidNeMTsoaIncYoA8fApgd67I6djrV7beQumzoZjleB/cw3627fBGY7HX6ErqTRFaDfzCv8efWwY0F9mw++zma2dkE2xwEkgG0CU50SbVPHVDzNDE7n9bnhpR+6+O6is9FjMZ4s//r1l3XBrXIMh3VApv72b95+D01JI/l5Gp94+R3fqytvTIi3Eg5Ivf3quB9FLJ+Ie36TFxuYwrAuIjCglsUbIWlLFsLmglr2DC96NCfEjjzieqByd1R1JIkP2EjHP6d94GEYccGuPGHZNU+zTNhS0zDIFnxSVh6gyPi6EcKNOP2zXU1UxKyQ4kF0PvvpAPGTHNjYZeAiR+aBJlbsAQAXy1zCmxa5kqeEQbUdiFPTi/Xq1+hbfHwYSnzWBsRx+vcg+KVhuhpyPI9/qHOuzgkG19PRMfxDf9NGHmgNbTmCtaS0a6vFeZx68hdnzKECXtby0udY2NTFDYXMT0gS8ofWac0Kx0c3CHyTy0Vw/ZZm90fg1z+9qFh+Qbp+YrvkQUXpTHbLcAWbVnyIiJSu86577kefvoY06ynWASFH+woVZQvYhRa+BVcwJQ7WUYcHpTZLCxge3FELWM8PeD0vjaSTB5A2tyvYDjlLTjIJKWKUfnUETrnAgaWa5ZB9wGcIcNXXm0NMM7Itv0y8aMgF2HuBnGa1Z+48t6M6a89cpND4sz0sdB7747/ysMmQ0QKr99h/b/zo+12JBTjNBg0pp2HMyfenn+57ZuicJfYVDdnL85tcMXrbXoc88IJ26bOvNYxlWEa2f7qWn7zA20uS4PXf37AcVJ5OJwgrc/VDS+xOPGGj0E4Ghz50YzPJJkC3o9K0w0dnrBYn8qOvsEzY3c59HaOb/L3WROeq5JtAn3l9epBP1dqJBm+sID74hjoj9ridBf3ITrx/0l7K3xxGwSnIhjyRaeJXffUP9Pjzt0whMrGPH41jn2K4j5Xy4Yj+ybOVh2PWmYxHtkVZfsOeFOIcaD+0paN/C0/H+EjrpklCK7TDF1xBpAtl1U5j20Fd6mOotDBXxyOzJ8LCNYb1iWy0z7J1SW/jITTlF88Fzh/y6i28OZAay9sFaJdO65bQDg407bVuSck8yOFEabuhh3HGhuJsvYy9EmVp5dhu81YX52PErOMPEHyi+DPc2BXY8uKhFbdNDruqzZ/+scP4nbpo4Mf60KC3D75NScFWvAnHeQEqYTT84icDjmvh1/3lFz+xHx9ZH41JhIZA0OhTAccxJvqnv4Cn3TnLPNA9UsklC4z+JnDYov3WHXn1v/TLyzjHR/XyuAM2nrDczEMRwRfUSpfjiL8osUdDD/OzTKln/6cOjXF+1HkUfkS+9Fc/eloW44ZsRuPDMoI3wji/wxM9VXr0oNp53apkkA75lqyoKYaNp3H8epbVLzmWnjCyHaO/ecBfLKPn5n3Sq4w+wovFNdPDLLETU48Ihw6nUP0ZKWjnYeTwDk/MN/Jqgw3d5JvxlXRJvk2bvdPau2FhwW/7nFo/1mHDRUfg7X6BOCwkZwsmaat0q2uPG3bPnfZxBI9rNzzupQafOEV7HvFGdc5dVNbRfsl5ke3nUcmBPygcTARyU3H/6nQ/8AuH8SlnH3Vo9AgIbf/xDW0Fu/fdyGk47F1KqzJj4YcNPT+QF+AijF9/zkbefoZv47EyJN+ipGygc10KqH7YWOR6rknO/EhhTpMfXca2xM1EkGWvPXvhGVjrOzElzYKvT0VlcAyjNYYROdJrjJT3z5XQp33giecuyVE9/bY/UMc+9FOchWzaxL876a8d6TAo65v0mNMY4w8eVAwmmuAl9oonHHKUEP/+97//9D//8z+GAT8ykBc2v8plgrcPxiyXcvW+qB3bPv0ygc9jY/mqs/KhBdYHuRW6qi76qjefdi3HTpTYBUtHfvb0yI8NfJ1Kvt7XLiMvONBmvLYCg8LD2S3M1pxPKKlBFPAsm0s2P/AIQkxe1Icj+c/l8uCZZBiyfEedWCVuyHFfyAtqdt9Vgs5RapgcejAwR19X8/widoTsuARg9paGZgwUBB7/je2ApNQ+qTcusBk9iibjUk/Bh53H9MCaV4Q7r8Km5Zj7J/waZuG6lb0eiJ7G8D/LytqXDTx2dFm6TVuH7AfZq2s/aHnifyBqB2yeWEzfmXuxX5RXLhc+rCJLdIUOBX1Dn4YZGXCmKFQStYLjDZcQwud8Y5cHutHByyeEZNM5CA4E+Up/+JVY8n2ABAGsLZOvx4iWY4qn2SSC5TQfg118Vz+f/mReUM6+YMIDDTKO5LhzVrTplcyjNjhxNzjYJfOSb/yG9r5+zzXWQBk08LlI7HrzAHiVi2/mp3ROc8Q+mCoyLl8Ucvr7ZUjezsg5HIXLsg1YeKyfgNBw/BI4TP7ly6/LCt4fmVHykWMFqyzmmm9VziCRzTwkj3WqzBwRQ3+oBxq/if7HerBt5jUQwu25GNeUq7NQTLM2az9fEPij1x4lG+ftzFO+oMiRhFLbnjR2Xqc3tFOrvmmRt5jTlal4J832DYb5Ecf0n0fGiZ0zrzQPZH4QdQgtP2GlsR+8mgd+TGXSte3DfGpp9ZSPsbZZNe1b0aRM6ADh9rMPYLz3IUiGWekBjy9YT/wTZiWj44IRntcAYKGhsuMo+IXNVRGD5KMOP7pWVXPPQdhgYKDwELRgDqiFsoXaXQmYsVxfqeRhktJYSCpOnWOUq/MOUg/VwD50P3R04c8CQhhcAzEnBSSbCWgSqW7OJGCSOCEKP/+t1FOPhGU3GgR24Lc+7hB4dBblK6oTtWeyAHvCHhrG9MeSb7ratj+I6cqv8fDJkckCDHrD976Q1ta4aekwPJ4dQvumwALcScHxPDIBDR8uqZ66Y89nJbKI1gw6iAVMv1KGk5ED9CD2jJbxhBOwLdsznv+ePiSOUhWtvniPvn1UpAsw9DpfQt8LxDWMjRF0YFkKMpfApb/2OeMEnnf57m3wU+KVaYgmuIyFV/s5QgM/jSnWUGSIfQKnuJjRRyoZSEKLDtFe/QImR1GqV1qPn7aJgUBITC0dL3QSH2vMtGN7qGLSZS/Ro36W4mUfsiSVfDqh8E0lXQoRDje+WWSg3MUHOjaljqaLvNjXrxHZct15gvdmGeOA13leGpX3FT77EV47vDfO2O+Vl15Rab805lVl0Zq9w1F6srG7eEUnF9WR9ZR9Q7yu+YK/h3FY8g5NPBKdkOOqR20DHAX5gH1ZGBMMNozfBph2bb7mzXMqyw8zvPDwu+TzjUtmx8zlUimcTYkYY0syfMvVvun1iYgViy02dLFOp3SDmHlXiB7Ls+1nR/TjosuSa2zKfNZqa/EFsuSHRv190qtU1bt2O2Fe1ZGTV7mKMP9NH1hohXeOJz70u0Fe++jBCRy0sF4ku8vzSs7H/sQ3dMLzlOJ1vXQKUf7RJ7ph1OZH4CzuHKnzx4b5TgvY+rbnU20jZwq6x5bBTztjH//cdEsLXHgoNpi6noDT1sF6GunKrzoQUcY7RFi2eXMyHwhThStc+KNue6oCL86T2XSf8gNSG1M/S+Wjr/JQp/9snxt3cxBBMkH4hJ8v+p5nJaYjutKPE4CT5ln3jJP8nEyT6/4gac0+FVk4mYIG8nBh4dSt8jOWfuQGCzzB46t2pHt9ogEPTnBjzXtL1hNOoCUDD1BCz1qqYt5HrsOfZ9ly0DsCXADsposNGD51CfjV7vSxJ+YBJXiSd23L4b8u2N3WjLvO4LK+849Sean7RBf/aB8AXnxwXYOAS6neoVM+fcDjNHXHinke4YEM/HtW7naB1r0PvNCIn57RedYXucL3KuN1D4Eu8ORve1QWdP9zuSMTnxujMlx5tTfH+FHWGCU5Ruf43Ha1LGlLKiEiL8JxHhh+z3j45BvQkckwJUi3C/aFRvY7I8aMfewASUeYaauu9jMrzbDtCuXqbHj0Rk9/fIzvFSp2aF/tSDv0O5KjbSHb+KdNDmEr04kfGthpA17qaLuHbG5uMC4/yjqmN76yBFdxjVMJe9Gk7afH8tN8cvFDg1dIi8sHfzX+gDSv91j5yIuNJfas+JWxNV9F6tyXNq+cnMkrvsG61stz9Fo3f4uoD5Vn9K4Yf66FLvztl9xe8Zde127746UsFpVHD4Stc6G/6QEC9nO9SHfa5yR77/dDtJ53BCKXwjjqZuFx88a2xw83/0GXPr6RTLlflKTvGQ79FPv7oHlvB2p/RnbJxnohvHhrj3+kBg8KcvXBd+x/9vOwErHDHr39H6H9DAab6DGMdbMLvqjM8U67tjr7R9xnpFcf8KcOa0AV9i/88Y2lfqP2GW9wiDXovCySmZX5njaIQfqUbYxaXo6HF+Sso/IseR97PCuV03uEF/EHHjZqCqJdO2okwr6QAdizIJN5Kr5ezrtBIGc4lcq23Pz97//+78W3/LOmoSN/kYu10rqLTvU7ZaDe+zEsQy4v7DOjPmRuFCE2IStLldjgAO61leaKY8jVyuccehr2Dnhp40fphu3ONcYwkkRj63qJ7RFb58Eq5Ubtrfljn8jPnVBf/jj8cmE5jcLZTHxIZ66xoT8PO/g30j+sB3NGRNClfHEefxBWqX/deOPjGdyzPkg0L2Pzs/g+kxT5rr8vGvK1CsSLKN4/n/DP6tUjvJ9HNmPAvSoaVgkMcM6dsu0dh73kF13HIwY+tIcQVXJO9XnF/61+u1wyfUOeXNKw/4xznMt1TUNmm9mIxEjmKPD1zxnDlu8d+4DbG2+lQd+zcrdZYXwe2MYHjvFJfIbr0v4A4hOQu/+h95ECHHOYjEl8dI6cuMxB3kprvQUS20pbJ6ex+Qf5nXTP+t2mzBPm/0dL8V/ZkHH+sFP/oM0ah98Q336f8Tvf4tJPnFCe7Zc88Cc/zHdwGoN3El1D6WdH0nxDO7L1GP3of1Zqh3Ps5E8/MC2Mne32c2z/Hf+EeVYvnmmw3tRp+OdJ3jnn8kmvYuqdJvtECYA+WeGLSmp7IfeqTPLEedwE3U9dOO5BnLIEmnaNffajRJO95T9kSD8ThKAKEY6lUz7PjicMgUmJzI/QlccnSsCV2YCeeMgbGXjaBsH4FmboP1LePRdn+fQEhQiywJAEOAkx7Zmx6IDsGQPunHgJHJxXGiePrYNw5KPv6ymZrV90eSvQd+p47osRPirsz7XYgP++bUBED09IBW70eUFbNrCeIsvNYl717WAXDXT+ogtovwn1hzb6bPB4OmLbAk7PCzR7UxQIcNIXmwfrlUzPaT7rLc3Tb8/grn3bD9Z97Ju4QG7JK5DoidzY5JQ71E47+Ldp/KSSotvkwUtMnXDwqy2g0rYpjlgf2eDs5JObPqwU+McLFEc69D93PGtn+ui8ln5TC6zqLO0FxIYseoBhuUZGYsq2u5IyjvOLNmsp4X3aoCg9oXtOp1DPj9Z/TYXRD5kEnm5uOnIqoovh3NQlgWuwJynYiT8/eSsoLpJz05i9g0CXX5Ct8jUv8WTwM31EhqBRJle8uJH2rq7edj0c4f2Hbtw6nlx/AFkd6MMD/ejsQhxPgzG0b6z5ARv1+Xrolm4QAwcyfj1z/QJ4UuFJcWyTjRq0pbllrmOIgdZD4LNff5+6bSj8vBYY2wt5Sm1OEzg28v4GBwxoixf5Td9zlk/nJwmQXboB6/jY5Eo2tHQhkJ8xwAyCXmPvVdbJBPQB1kf2mj3lpTdxj9b+tqTWtC/kD4CF5+UeXJVTx1A01Qz+6c/wlWIWwU9Hih8nepzkXWJSdiM+rjEsGfUQ1r2/MnJsPU9lR8D20SJ2XOQb6mm3U37Wt5j4/SzWBfASm5JNPuUbTvR95TVnap9y+ElSXziU0L6wU5qj87A9ZZku86COLOy3gOkFlMp7tUMx3zpuvqUxyl6QTrrkxOgUkOgufVQqd35XuLJWTtqZl8BaD8dScOn7SIF39le1XeSxUNDzcGkyv9xVYTKf1NVu1oJVp18+O67teq3Ya9TQeuNA6uLNCl8kgmazhfvEHg7aGqTGTc3O11zwigQnH/TEnqfty5aTmNqaPutAPplCfFKq+6Kb7oGSJJLrE3EsVLBLExmRL/wDTi61z4SjCFdoh59xVjwO6aEVrZkGiTNg7T+No9cz3UqBee99gAIObPOWTSQVLbU1D523M1a8jx6bA5HRFC1jdC6N8mw7fHeLWnWLvWr36pt2T2iL2fMat237K9/CccRG7GV/+/abbeDf7VN84QXG6jN5D2jD7L5QesvOgdif1ce5TPuI0N3jqaEX/j9iwAObf3myYiCP13DmluCIu9icdr7BSD/r51fdLDEMQTmltGRt/RcmQcRbT4gnKDHpgmWM5/oL0qjdG5a6MHH0myXrTOkWPkfoar7M/LNMave3ffPU/2v6xSv70Eqr+3j4RMTQ6flI5ZBaT0tjnEF0P+POb1QZLPxBgR57x5bqxZFifqr/YI3Dl+jMf4TbaEV/OLLvdHxFDY+XtllAQ2N4s6kK2s13lbOEazvzVyexQDxRgF39Iu7+g69hZKDFf3DLw7gD3z4T1kf5tv30KF26z0Yk+H8I7xkx0UJO/42vAMOW7kNz9eNf28u5+qbs0LUcyCK7LvsI1//m2OsdRkH2mYvgAsf/syDHGVvn2LN6+Z5j6HHKRB37wW/xH5mB5WYuMB7niOzqR7ja/YfXScWc8oNtwyh9mGYCzHLLbimxmb/pKzop13wBBPiVtbzga/aDxaE6UQf+LORF/kfmjHSd2DTTX1xgT/jSax+vXuRbz+wz+Q1HFx3gHJjRSXQai5x/MBbpaoegwheayEW9crkuA57tYPy5T+jw11I92n7raBmQ20lu03iGQ4xYx4MXcPT1Rhpt9KmunNNr4aXbhdjHZsRd/dSxrpn3OfDz4PebyIm1mbeK186n6o1O1GtXvHUVGT3GRz7H2d/NOe2IXLRN38EqHH9LD3vFVtjED49onK72g1t5WmesOneeFb5xxHRBbug6H+j49ZevP+W1z/8QKdZQeIU/9DhPgJf/nHtkG63/6rJM8C98ZcKGrXcMuPfK8g3E70VyU/Kg1+bJFZDHUh2ejz7Cb3rPxtpXndqOARrXs9+W7fhHQXf895n4t48X5qVSuhyNK/BeO8InoJfmBdEnQeRN7BU/XewNvfElR4NdCHy8UTp3jNCFP2+jy7UJWNLfOUe7v7rtG8By2c+KrdNzy/d3BtM+6fnmLERV0MkxrUpfoTso61D7pkOWZO1FBtGI5KkzTp+omi4PJamHbtywi/NZO5ObIcS8Aj40NvirWvUnNORE2yPXT8bbkmW9rQDKym3sNy3c6A9t+pnzJ9815yFtFSygYbha2VLbBBe+rE25rnPSK1zxzrH2vXVsLBQGf6cvcdvf/vW3miWv57nPGYRBnLdeAnM81wO6kOsuq/v3hBrMHDq3yHN5eFn9NjG+VBHrPwTkL6wMDfuA67zMOccyBmb9xTWKAmjN2k58rodGGksm/Pyjsr+yr0PP/gS/ESQe7POnWAYxDt8Nw3DpYjd/C3hy9WhrCvCoHCcOdfpN4+aP1S8Yry2zBpafjQqBF6VrF3JR1jq0+GRNgd7Sj7j3t51D1PP6mBfpzeepDz1brhNqw+LD5iTO7SnlHah8vkWncJ6fY+DaqXjsFUq3fcbrF6pe6FPazHuKdxklThdT2QSHcYIhjV6cNOb62AGUQF4DH6zwxOsZbLnAG8dHFgKjypqoJ3Yz64l7ZZlJdO1rq47VVikkdZG+fYEZ+qdsTph6OSjm0B/7LqqeXEF6+ESGluc+2QBNdsDV7nIzTglPETI/tUsXu7xn9zNAzjpyVf/K2GP6s6AN1xmqvBLiQwU7blhyIQuLFy9GVM/ohnlJVvb+GWT7TAuO/EEo0MNFrfd+kDt0T3mqS0bw/zUG0v/+Z+1UyJMHC339Bb/39axtoDaX14KGfI6A8rke7741vlhiY0o5k/y4B/OXSgPvLyHH96DajVTkt2tRW07Fgm+X4gFPflCiX0jYGZ+8zg2MU4wnnfwmFQi8wGlc3G3cTZSJfeSD+So4TubZHNQr9HmDoIq25qaUz+gQPrLLVtIw50cXwbNv1fHbBAIpjacFaSe9wSPc+EaGS4MmrYfPuu0teUAyGZQT2VlzFq3YEr4BsIiCQwLwfO6z/BH5Agv8q8LJby6WAMFFIZSFNjH3iFm6V3rI6mclhIg8eKUP63R+ul+AjQnH9Mhdat4EPGGBP1n3etJfkNLy8VHYkn04Fq8DtJvP4EF+pJxuRY859bLRDWG51Jw4S9gwgp70Q8OQptd54ca7H6xmieflCUhJedtUmzh/K1598CifsNMcF6ikiBzv8hqAxo8uqoAN39INxKkL+sXbc/BJIjheX0am4G+84fSXDpWFI3qy7vfm712+yn9nVJnv/aVdXRg/67HrHetFu4hL7VZiL2wUkLSti+beK9lecDE8tvYGdQkYvz3DYR65LNhnUOmrCq8hOiJ+neTqIgPIOx6kJq38D4U9hzUUW3MynvgmL+ZkpDSfH4FmT4SG5BxODynOVaKbqIc3ccEIH5HFa0LAGZgSOPh/4vWLAkXmyKobjv7teC6O5icAoO9/euAE7qFcWjo6D5y96Kyb4PNKZT/wApjkaLzVFpGzch800UE0vN99kD+0Gjd3G54niSfFXT8vU9CbByz3+LVWmek9affkbUw3qyMwwW++bjaj1yF404cLVhlTTKP3jFPvzQ/GbT9yrwnHNt+9SBubD5dT3vZ97CjCkn3jdwNYDVAsvkIP4OqD0L8pNkxfwaFP5oBoskaim56Exzv//Of/6htZ1MY2E3WeckKEE5+2yfDpIfJnLH2RC1m3boXWUXzZF3Xs8VxNcjnnbhz7cTdXjX5kslyYy/JH2gWkCuOdSOW7xyMv7Wdj975nermvNjv05oa095Cb2a5Z3t20kY9mq9op5cKxlCV2rzFQqBfH4YEOd7y7HtiSUE8O2zY5Kd9tYZULWn2m3XWgFza4MNQ6NDte+pXR/Em8LUfVXeVzjJ+6yUod+UtHaPHP5eC9zoDUhy5+Rb5YeS49sW+ZP9isAzr2+kK7mBfl4zHoH/FUuL96PGk9q2O7nj+cdsQebS/bjBC94Edzz2UJ3sSs/r5+lWsYhUE/+5wdr+2s6GNvSJwz/71O6Magx64+Pa9PJW66pgiv+8uR788e/HCveLLuO/UPgbX90FhtB+9P+oYgaxp9OR+5ysoCoiE/nGtlpNs9Jox7xvwhdHm1izblTqPj16Nn9HQFT5hXkHday7/Wz+55E+MuX9sn0il7z5E5Ll4Cbrz5+vsh8hl/+IRY8JcQEijLZ6xk8OanlSjQLs3yp6/9vf6x5SUOZy2Gf81narcPNgnal/2sh7yJAXzOrhQtxHmAR3LH+NavZ3wnxcpJH7LyRYLINYZAb/WllSj9P//nf3wT+H69BPzatTeBT15nnQcNfaManKmf4x+rx4/4MzJnnoOb/Vz8McKr974/LJcaHD9I04n7jvahyLaXg5pgZsBfxDjxqT8rdJelhLMP1NdYyfEF7o1e5E0ncYXo33WjiZv0LmqH1TAUADenWsqTtszo0ihKi88Z2B1v1vDFSfdN4JGOn/Dx+ZQvsCMLMae1T0J9k9sQmXOlv1oyv5gXx36QuBulG7d3+tgz1+MzQpty0c95lwH2PopB/d4ZX8Jy8Xx9tChjm1ZA/8ynua04SgzBBU9FEvLQxFCUMPmHqJoO9LnoBJ0KaMzXHw7zRfhZrLytP5ShkTyG/I80TlFOOR9kJI/aR9Dgb+eEwnLkD5HhS6xB33qo71Vhfl1jUEhWDeGZV0MDmhICPbxHgDYt5BKc5TczOlR8ns1BPlimEhFLyAG4gW1c0S0aS5cRPn0aPMraTxx9r6q2vFgTOmY7gPDhoTHWgnuB512WzivevtE6eN3z3Wm0fcpa/vDmQY2TTuHfOyLXWSzrrJO9zsn4gmM9lYrwzB6xcVQqy0HtCKxa6OaZeONZwNqo7adH8kX9/hTg453Vybpc0OLDLwSkgZx86SRpSQCEQAlvcAkysPneA8bk4gE3TBETYXdhAr/QfQHBj+ToV1Qo+fqbCvZ66HJThlLhi0jgEQCcBKFQx3tik8lWaAL40VGMgstNggYTbX5TsfRMYexCINC/TyZ1yqQ+b+YEmF+EM8bDh/EwksqF9kBe+5htlSGTCVNzkajBiNVEyNjRfwipPxcxtk0ciNg54AV8kAM6KVfA3X+VPRcYwu/UL/DYG3rIycaUZpIvsM0bdPNqEpIl2fO7fqzp1eIbGxlQdtATmtBHKcntpy+9wc04P2QSba4xCZeU6V/xpd4IUYA/dayN9oMReXL5TmT7YOQ8AEqDLlKHN5peDGQ/rxaMcHoavfGzo3piG3zobx7A78J4XCzd5YDyu8behr/XCk8/dPA/Yn3W6nC/qHLC4vzNg6VPUiN7HPRgdntm/AIvnuxOufuSi1KMkCuw52FTdGWEB3zdTQwe4xpbZfHa45aXyebSC0i8QmphxT9uShdUkh+S9NUpXssGd7EHx+Ni+VkX0H/79k8dcTMXeCT3j286ioZongvTKOxvRaFvYiQy+WFDVenLCQ91RNl6gc83cLg50d+qcA7DWphIua83fnv/1/NMdN9brCPFq8+sBY4bx3Rti2yRrzmaC1GODXV7BZINCHFFkfolP0/b3NaaR66iovUB3cnLfu0XvtPdfehje18ckhiLr+W6UkJnYPmtMczI70Xhn9/UxwvSbFuN/f79m77dHD2W39X2UibYPB2eOK4/eEgFmn/oaWiPTPxcJdBckyPyze+hj8MoE7d8wzs5nnk5Y4FYn/CE1y5HfNKJfvqwvMAJmHSIbf7FtzCY4+5nCGn5w7LS4TlLjV/LXTZZVbQiVD4Fr4qf4MTbcj6xjErF5fzs0yd/5zLA/iQyoo+PtQ92hz7EnUOQOZOR3Jn4IMLQ6WaPdPrk2cYx1P74rG/+5kQB5WOA3KwVLTtTnBynstHEId84qb6b0rXWcXQe01h/lEg7cmY8fBmj0EfpGxJ8gdh+27qVLkf2XOVRoWljY3RaY7RKnKEn5bRfYZ/yr2+e0Zj5kyHWFvKU/COZIjcn6OiHotEZ2C7buycU+ok7uj5ZDea5K68wwMxaiS7dgyYXiBbf+Kj9mDBKVl980xTZ1B7a5ile7NuiSwMjkq05xc1Z0TO88ZVPvL+R39RGSujmOP4RXeIPcAo5gnr60ll5Eba/XWr5NMxvffMz9L9xkVK0vn75RevCrKOSvzc90Z9/w33xgye8TBve/BM9y1mhAAK7E0IwvGXA3zYAlYIdwWMBlXObi1cM2ZYFBkHA/gy/3HTO2gIueDvEiG/1jVw//ESs2Dh+TCYfIt8nmaOnYIiRKb9nQgxndSKrSt4EMbKrzTxHhqifNdiA+sAuxKntT1tC+UWl2Nc2Vqf62PtCxznDyKOnYIrr7j/xwe/Y34t74BtzWgacgezYwif3VgSLSFY90d8LSPH7lSI49pnwt+8CA5nEhdqe46Lnhw7++OmXr4o7f+sjMmZHq7rCEj4/5jXgrAP+Z5lO3uqVP6WK4cNnlBow+x/vCRea2asRiyPfEV7EC/sw6LHvAr4s0eukf/Zju6W3cUr8lPVaD23kP+VFGM6DvusBjckX6rEtdITH3Q/i7HNS6FCXovrbBXjzOvJreVqn6a9uxJ6lgB6y2RbSnc6PFsEyh7i5jy0fimyUGJRsMJAM9oeq1mFwKmfxkdfn/IJyPJw6HXXgjTum4GdViltabx2RwXxG+NJaPCUfdnIRj9X/gii53euh7Jl1IfZBdQyBbBT7A5sfpXh1q/UQPN9q/Pr1a3CFfrfV2S59yJ79ZUPewl/o8e8opw/9kzZ8o1I8KIxhA9sPtWGpY8ebe+/tPiRj+XtOOLmNPoWUfzMYup/m5BLyMhCf6ut8SnzXfXaAZPjBfk142V9gp4Vqm9WG8ErOGf+bBXjAh1dt3Db8qbf/tDN7+7MNLOKzXiRHhSb9lNCQv/rktiamL8QKOGOFH33HFjF08SMPMvVG5Ypn8ajc+5i1FP6nHrSfFwlvx15tBGxtUNq7vSnZIjIoMFpRw3OGoUzZ3ty60A8923P5o5CKPJsmb/Dx3LOMW6dgxn5Zr6GY4pieOjeo7BuddHP9ShQcRgx7zzay0048okUkt97jImhyRScyb9uA59I4V6PzIQPoBJGsZ/CIHbF39a3tMQRyaX9npTgPGQFCbHDFf+XQ4kam+mrADf/rr7/+9I9//EPrpXKQ6NoMAwA85yHMsTOuGM7cj+xq2bcX5DJZR12rmNyBInkjDL6EBnzz7fU9vyOzlbZ9sIcEuaosoOjIm3x2Ya8sm0oZ/owzikUn8Zs80vWBlcz+ExwwkQsZlGfguWwD7uZlOI0HPrpsOdKP7fxWu4kR6J00gM+NovpcbdYaAPXnV0vzWi3t7b9bHfpPLpJJcImdsx/02EcMZ6CyT//EM7YtPset/7YHN2xYryiFHaIL/hzjPIHrA3yzCvcgAfIgQduOAw38vL41XPlKucfKn7bls2+2IbrvBsK/pb2HSmQdY9oAeB55Lm2EjGMj5hnnA8QBPkA+bB17xU6KbaPKVmNPeQSwXV6ptSEy42V7f9tXAoAea0sftT031AlPx7XG64fmDuKKPv+JovcDw1uzQeLH7/Xvwf6oZn5iF5G6lI1XyQqQvdkJHLtFxt8VN8gUeXZMtQ9l+81t+n7XPQRClj5+F9nntRJdmdp2bZ4AlkLbddtHdpuNAaM77xh0fayUARB4dq90ZsD+Vb/yLW8J5I1gFNuQTYqKP8NAvIXHvkNwtREx5Psm4DuGuE6F/Ykd2U+4P/7otas599KoCOQPAOsHk9pbVZoRQZVrqT3oBcMP5AghXO6wIrL2FXvM8SV7cqwu3K/wOYv6OGeWpkJAvvDwNR56Jr6ghhmfiXnSBe4sXWc8fzVgfxsg9if1dm9ZXS2vGNGWlGEqOfn29Y4JdBEhXx+BID6JdKVjNoCgt4Qvny/sz9WOLfKwXnG8Ds5b3Ex14tG0DluU9quj3YDM4CMo8WIDEi/qYjJQxl/AAcb6pU+BC09F168H0M18BDjKEtguTmTwmn5MZ9y2DwJPqhsvhsf0Fs7BDgIXcXCA/khE+lfZkAeBF2tkGnlwOUGVi71XxgSd+RzdpxxNChwJpHNsXdiNnUwBW2KN32Uyjl/1gfWSeg9AQ/+1D2RIIpXsbEqgrr7vTDCxgN/EoRk4AF6wOmPrBciy6R122fpAhBcXfSgJ9o/5viSIT/hwpPhBr6nD7y5DoPKZsQEmdux0xtiME0odC/zLT8cz+BP3K76n/RLxrQHo8ddCdDSFUqd8UD5B1j6RSGkZEvK/DXSygexRLvN29QeBxWqLcDY+rrf9r4s7ySlvCLJ43ytKkkcSzWaz/EMvLeWC8cu+EVxaW5+dukjAGc9ay4ITSu9bfRCFwaLbeV9uzUGNl0cbk2M+UiIjsMQ6J/LZwHDSIddIXN3jmj5tImb9JhMCwIKSGKu9yrPyZ0OTG98dC7OxmOas+Ah8222iVn2BAW/TO6j85Sr2i0/IYyHTeV7bZvzGQsBchCdH5Cnhu943eDXJ49nYwSi//UTuTE7VfMTOj2hPerY1wEA+HngwsoRPvqGZOjQd1qqA2fES9sliG+uInQ/b0C/aO7cz/jFpgxpYdD3bbhwfxG8LsIqaxJc6Lbf8ZRh1F1QW1MXpWZvdv2mU1kePiMdfNm7iL5+Zz1L3GW18mP7KdEbs27wbz+wfhtcbCKEfGxaMvsSQ5qrD8DpeuL9y3P4oTcWAggB9t66xGTrXDvB6JmtlKF1s3Y1rcehzPYcPfXbDWLpFOtuNPcbCA59Vr2Jcj+Dnpgj9XPQhJnQyovzH+kBe59W4wAzRUfwNuoAOm7sNz/ZVkrTQgX/MbWT7zGtrdeTm7M+66QldbqR6nqKexmyDhCcdgiFIJoGr9qyYDpyU43xzVPnl81c91CEeSA995gjRC1d+ixbZzesgiF34h7yWHXR6pAc33L7rChA45FrvSDSe9TtzQQ+qm67QtS5IbmwuGPsPPRk4CrxSwhd9C4N8FHB//+Ob65+4Sbhw3LU/BN81YHeqT3Lwj4IePbEKzFWe9BkSaP0Fb/fXD/f+QMAfuR1fGwm1XJa2t3Z3d6Qln+DqojB2rq1B5iZn8Xng67QDNnNb+NS/6pvZvJoSe+ViTWh5VDDYgXL3vzs/8uGFv4AnrdS5+cu3uteFkDrTPHODFDnxxZYlvi5VZOP8ANResK0hGRsVpCN0iitgLBExTOqsl3aPm87WAX7gZOwgBGUG5XovL1Svw4LIvPF6xJhgoNNCLCJfS3m17aOG7csBA/+kcYE9GpU3smuuLb7sQxu3QSA+P+uGZtaGTQRf4Bf+U6DBVuVe6F/kBXz68IRlD1D0RfsAoA+bFP8YOqpQ2DY7BqaKtYj/x9l6wiIvtqHYNm+RHJhncj1bu07a0Lf/OGLPbShJWWsAtQv9pbt7VTtlfI56AadRfj2esWR6pSPahbkTqfym90pm6XW3j/Mv9E87H+07n/fa5IfMmQ2JrXgY06/eVbdzLjLqf+W5rwNtN/fXD9Z/9GCNtB/5UB7vmstFa9/gmDyDJH6wVr7d8yp+Zm9uQS7rxulEeIi7/vJQheBF3zdg4PvO+dLpr9NHvmEDZ7MKP+Ye6wl/zVPUyZW+qSMZP/MEF1x//JbQAPC4iLzlCU1mWGXgWHubiD6e9XWMtYhx/tUPHXs8dn1lZcSmtDnyhyzITf11gQc/K0QxX9v3Nfw5Yinl71zg3COnfsSl4fTwbB5AkmSKCa418PMu/v1Vycq/WFl0ML4KmPRzpItxchP0KT0+rRvYYKZB7fRDcXvsODBLjqDPp+JP/5BCUZl9G7ZFFt944NqpxuQC5yjz/2Z5TcAwF4LCM7np3Gt8oYh99uP/+Md//vS3v/3yMMeBQ95vv2nfJ37xR2ICGaIbTHbxvldN4x03Ck87FBpb7yLtsY1tn3jBt3ypB/3P/MNDIeUT/O7cNrXWgHOEILYZxvrwIi7TAnrX7vnkHDvr0OAvryVXPMkmzXHlz3HrJeyJrXN81bcIhgOPwqfXcOFedxAefvoBn+I/BfiTndDj2lbz/Zt6HLTJdZRfdN7DjPuXXEV+xh37OqD8HpcD+pcKcdIbRn+WgNc3okSynnYjDqpnXcPc5AEM5s13ndc5/wixcH+G9xkXZx0asRbzPZxDX3mKOTVyAld5OVaG9gWWNQ5rEw+kvrwligbnhsWB1mPpfNTI6aCJS/z5oSK+yW2Bblz2eNJofNHHQ4eR3dGSvI2TVM584I7bB3p99Zs1Mv8YfsbP/Qcu1FkLMt+wWu5FBC5ByhdGTn8R45FKULLNyh/eCDB7Uzgf8X0g5S9fv1lIhRAdyV053/ZNZNyYz2usGayBlhE/WD5VyN9bNMWC5F5zMLH07ZtuwI+9L9Qvfbqmq3NcHmDkZuWrPQX2ZFtDQRZX9fGUfsDe/CTPet56jxjQ0uoxvcnROceK/ROLiqkfvHmFNypojTmNEUR/wodrVd99Hi8d7bPto4A+ceRBI/7EuIV7Pm+Qu74/0F9W1zSE8uQJgKUVWdbW1YELFvoTfycvLL8mcwUiHvzmaPBfOtGD+sAoJPFhke7ZgJgH/Fi4Rf4PXYR4b7KagPEdFmXjI/T8BIWI5Q68+I6zTjkIqWU8DKnFHZsQeFb5IN2EPwxsFxybbyGInfTjQpvzJkrcyjXAMtiFjpamz8LIRfE2Wei2IExOy2dParMqMMLErxcoyjqiH2PIFxrP5FjgH6xgMy1lQ7uyHYkfOviGmOnxoI3e/oKU+pjg6PeDK5C2QWQ+wC/V+Gt4yhD4AEFsFyjYPqKhhZaLpdD8wd2ww4ab4DGpJhYlkYdNdwOKRfU8Ot+tHvQH9iP2JwaBy4vyZEPJ/0kXcH+QcEXnmSg+4TnYfUxeELBR+HEErzJyfEaHPjYK2Kgbgmdw0KN0zPBhp76piL9/z5ZXpQig88DXv2kVLKRELEr+oW8vMeTfXfCY5jjhNsZJbntvs1KiHEuXpy6pb387UR60zVcgfFODvOmn09n4yU97QYTmrdhuY2splhyXb5DZfxrPDZ+70qFj3azf4zh5jbJ8l6bnQb6tREfmbJ5KVFvzp2vAwhuD98K7if7//LE3ANj8qhuZZt4EtHR7T5zmTz8FKHth5/ZVz9oL3o2Z0i0MsmQT0BFlPSWuxii5C/n4NrVpSHRwCW02+3mVUcbYFBIcxAoaZh4n1/GUIviYntzuVC2AyoGs20aV5d93LJ/IgHQptDlBpRRG14LSvvkpvX/uE33xDRslePVmJ/Vd8MHYEIRbKWxRKucFzCdf0+OFB5pqz5q4aWy+T+kIJTeI4isRWHaJaOgQn5omvs6GwMzLh8Zz+oomr1PQTR7uuu1z4USNeIgAieaJPcxofcRe4btlZRgapwwbhtHiASdA/Z2bRSDOAh3gevRJiwAQcYUJdF4V4wMvBG58KTXx9G6LJFd/ZCrRymO+Gi9/4yDy/GvuONcbzAa+RRohyb+lWb49hkf86hMSCIw6XCyyviaKvzfdymT5S+x2JFcwjiy+uAZpNX4+jOf8pTZwpbXjIoKgbwt+EEU1RYxPtaFfbI9q7fpi5oJh3zsYhhfwpmYSb35AnxyFCYhfeLVYlpkDf4hnZItcwFBz33T1xmPzs9tWZRNFuuTz8Cyv61HnErOmc2R/TiEvn4WfYKAgA07NRcLEsvOuBfQQYCjoQ+UrPdMXbG1sGQ9etSjnCFYaKsPT/jBZ8de/yBpZWIeRrfzyKMDEiPHDE3LlQf1l0f7JsYC/BMR53r189+srGSU0FBueexPX5oKwkjoghiFmKbFj8NJ2t3hu/wHDfEyuy3g/i087+19VBvWkEXjiIL5KG5lkBfFadEZGfa3ZMQ7cpP2grM+cm5ZXuxcddyD3ps/0WWWrt7oULKqTzLRHdOKIvACcdEtzIYou5soakBgnzugj7nMDOPZHF+87GVRZ8080WEp8gRn/0VAJL1cvH0GP3Ygj4s6w2Jecpn9LZpFijJwce19ISSC03nuu2+hjUzzGUkSV8U+g+hj+lgMYFefsCULLoz7DSDa3JWLbgyIk/utjYG0v8XcfY8IFh7+XhSGLKTjPjRuk6Dg/DYl+e/UGtZpLRsgefO+2qI4gkg+s/2EvdPBaVGWRcXSpXuBaZucbWimIilX87Stw1PInAYY+Ry4blMfD6As8/Jqz+jMBIPTG3h35tMF9rLyh2fzn8xNyiPloz6Aj9gCGf/4/OY56/QQMNgKOctq7fSd/+3E6gLXdZ7++9xQBCK0aIbRPms90XPRB0x9SAUfTGVp1aDDPvD+YetYp7Aw81+4Er3V20YtI63PUXe175ZTz2dhb48BH9ytm3yCgQcmHRrH5FeqxZf3B+ROl/O17xTZ2OOnEhrLr0HWUHEZpPzY0jZusHSd+KLXzyaPi4j3Tsa9oEafssbKWA2d5RCtrqzq4lirStjMyzvVWqcGghjJhM6dUVzzwz7nRNeYrOh/7Zsw+JucIFT6JJeh27+K5BBv3QTX7NHfQrwJddP3ll1/8zd+//e1v1tHXP+yqyOeoVZvzRNM3/+RU6DSO2ONADzsiG7/L+s3XlCSNcip6tXT+08Y0z+bdhkeO7OnqI/DYgmK75ccxTOdR7Ioi4Wt/cTJ+K1xnpNSui4fOMUMD+yOkGOoQfuAk5zj/KBbo99vzTA/PaB/Wa5DGbf4MXuWG91kaZ9g1sVm7wfyErCzpqx9iK2ICYHJN/Fh+wFEP/I3glfzTVr/5y+DmuUFrx/LbI9Tix0/zMMgnYgI9UU0y5cshd5mCc6WTln3KujlM46+l8dfPAABAAElEQVTM5cSUru/YN4mVZzTaB67pSaTczI/d+2UOC8k3ObhhpG+pyzmS+ZPjHPbrhp/z4l2Hcrkekds+1vzlukLOl0df09zzLJj4VbrMG1BKzXTGBpe+mXPb30PFsaH6HGs/Rp/7LXj+nJjub9pmHUD/2Eu1Azj0GPtd94JKO/Jio/xFvn3eUnkzF+RP2Zq39f0gn4gWDzDd+XTeFpe4elY6vuVF9kA606jOmGapKvIFY7KTr/uc+WNwygO6FOumi91nm/62eQNATlikLyi2J3zoB/KxeL+OL33OscdvzT2gmvVDbqEZXzqppREeuufc6VoiH3E4/Y7jKwyt5svqYwjHWQ2Cr/DZxiUHeX2YnMkI5jINHc+cUizkLw+OmmkeIhZScmQdIBcHVvOpeBOnAxy/WA5sUNrUq/DYbBCgx1/V+MMP3J9xx9oDTuKW2PQaP3idF5BzTEgu+NovqpV+5A5M+4hl/GZD6pBryCdvdU4hf+Cz5bfpX3dyzVwGakHolihoLdq1jiuZLoOvoVsFpULUtGejQ6AwjfrkOGPe9M6dQvPGKBJNFBbNGmR1TCXwaoSJKjthBAQ5BrhgLDS++bP7zxryUUAD97NIUuf1Gtv1QPzfl9Px/LA7BSfzRg9yAjfIzvwSiMfP6IiU11K7lc919P3Wth2BH3s8w3I8iT32CVy8h+wkJN/chhjzQX2ULVv6QuNRh0Dnk8BOWA3cHCBpsiL+yhaxwTA/iR71FU9H7B3DqxrZn9MKn7f1KKHA0hL8gQLlo1nwdYT/aT8mDFOyJ8AL8I3K5o1fm/yuCNEw0uxYuMI8a4X2qUWWGcOiWAirEi3JFe524lqDy6cgNKmVX/W/TPAZrB28kSrCcVy4R1+rHUvyZFJyQSCj3MRm3PZiRHWeLubJLzVWPwsdp5h9BTPYW3500fzmPYQup52mS4fm2t2za8/8BTw+koQCjF2LUZ1oxzcdyRGM7+84uJvhKyYtbJScuRfi2OYRFv6MYUdeaxI8omPtLUZ08zPdJMarVpvnXZ9T12f8P9Y3mweYUiQ0/07abD8kdcb16THpg07REeSZp4oNfEI/fy7qcvdhvxnJcHmrVbtW1x43fGizrv4xmw9432PokzYR0mxeFTWekzxZlzc1/AF7Nryp7bHntfA/x2or9OVkf98kxQBbudjqxHysL5s9Dh09osurc/z0Ht3ECLyQjeMulW33pEYMcpGh0aXLIR4oPv7KRYgt/53Gx9qyx0ECeeBB38kL648ADZZF3jpI0NJBRTa+pWVAkph1lw3eWB9Mo4SE+Mo+j/2SL0JvuaaGxbv+1wf7whWj2wYn/+q/CNYGwdj61VYiVfeS9y0OCVjlVf734JOP0ukQ+lo22U4WROIOzTE+Q5d8yyTjfr2yc1vaPSnzb86xmNg4+oCuciHfEGKuuV+Ua4PYGx6h0/6bEB5vvozMgTc94fKNIj1+stFkH1or5+6RxfvoeloNBXLHvuAWQI1YlfBDHmrYzjcas7AeucmSAPBQ4DGqP4zZeOr1a+S0Asd44fkE2F2wQDZo8uAOq49zq+dJsLom0Wq9dq8sPeFtfzChGyXcbz5ojf6RK8OBKa3iNleDu+Mwa3puFouSzqPuPIv/1rFyAQP+KUfwkA/6lX/bqY55zjd6bXlDrZ/xfWnTm7prBxJsj2bRH46V72FgOvgdwlzcL71e5A4APEzDaTGy3/0A5HNdh4lk9cX0mAro+ZvxJ4eTXnXoEfCO05c6MVD5Ho1DXBK7jZmyfGbHkw91X0h4pvQQKV+axX3pm7HBhovMlafz5H5WXnjgTn5tZ1y0UFIFGK8laT7FYah0TVPovcjVdcBzkb3nxDpwxRnSPpzwdKw2ufssakLrXgo/0/4ib/n1HAUY54er6UyysHf6lZ/c9Yy/4Q+6b9G506ZdnzCXWNfK70JXDdNFfXhNkKBL64Z/8QFu4agzp7rPvaM0zoG7xi9G2/bH7vX5nQbtk+ezcfQ9yynf2X/WofmqlN+5znr/KBxf9zLiiT/GVD+8VxxxUUjlGa/KaIDjo/3gFK99pXW2D9QPVDk/QiZNUF/bq91mwh4+gdjmc+oaNq/kA6cPAmz84JgmQXcr0HoGe4Ixzr4eP/QMvOOluI6Cre2AaRxSLx/G2/9yLoJwFOYIsMTyPeYAW/MA/jWt4IEVuyWTb2xaRjTRgASnj9nk65jeg9YnEaDzs8fehGaU3x5HL177zM3f6s4Rvhq6ldintrgNusnYiWd7TR6FJqX47JuRH/jcIO5YAMHFZqzAxF7lA99jOvpcdtrQfquAV+t0rQJe3S+K+JvHMWzYkU96RZeTAGNb/jvt5KvQqx6lXn15oNC2UiKpzqVZWI7hLctws2CM2+MJ939TL487Dfi8GrvD0iZ9AP+bT4rU1rU1vOpzJY1xvf1Z8Zp0XEd+BrP7xrtzQy2voA3hztnCMufoO+2FfIHLPL3clIKmlPC+RGzI8ezT7/6FBnOd+cZx3FK2PjbPrz0B0ISQPjg61SI2f/RHBVUoA6vagw8Gtjpt/4TACV+Ys8/k1wf+jT0Lu4amcsctnHU5gG2TwxCFuykmfigQvTji+/hfZ7PkAdYeHrwUrVgYqMQ/cOBzPMud5jn2Xt37i/ui8R6SxsvzBK3OHPvGx53rPRPAPFHUpF9z2yrhC3A53ODoOuyr5i5yPfdjnEZVJ1cgX79IswFnLh4dsGo56T9yFxQ5HveIduMGXNrF9dVIYNS/Ypy6ZMdvyfVgpSw85qqzReK44+exsPSd9RPmWp+HsywNX/Kcb8SbTyC3H5nH8L5rnn0F/eXJsXWolAZzPbGZNe20S2EKf+LT1xIXP7OBLWowcEvvCxdL5I7i65iAuie/r1/zSk3uQHYMpBJr8uxGxa/IkUK0EcpzUx6t4A42c00ixbEOOGVPxYOTKLDe0FgfZMwmxklRQQJP6IcWoTgJG7pLya0P3dBOES0N5cV4elKH1WVer8M4MlPgwZaAzaHnmvryDYrcIAkcwEnkGHbziH2gY4MzAVSyKCDvvWQz51kiyaBteqBJbn87RHXswoSnGypMlNq1jgUhfTvYoMdGEEQm4IYNn9IANzqUxlXO6Jw+ntZ3ErQ09EkiyeNvcAA4SZcRTI+sHH0BgGEaU+DpGwPqv0/0gCSB1z7GFQ+O3Cy3LYTrJ691pPh1UBytkDpnke679INl0JcfqJEY2/bYtgpa6HezgCSVlfERJqCXz9MHGAa6OTmUQpKZ35oJjAY1oN7laxPCnQh4K3KvSzcSaYCtMg9fpDF99go9+B56mYelbbmQb77tCv0sOqHy+DkCQFF4j0U8JHe/qRUgxSq2knzf/fSfZNN/x9dsCsFx7OvIK4LxPbJVTvNRGxrYbY9FCHDpZ7mgcNJq+SKOBnXDTDZgtLZbPmKTqScxuKlGX/vXEXoQxYY+hCefTH3Gfve3h4n+5LtieGKoN7TkZ514uYRE6vo89Szf5mO3IS39QQPWD8Fpjv6uH7Sd9LNoFZ+O0qBuHhL2h7+5pVvZqjNOAcd0ZchnfQbSR0/aaOMOffLh0rWCBjQYtw+k8s968MfhN6+fab6oTOxu2L/5tzOMj23rS17tJZr+JlP6eFvFg25mNr4ZfSzY+khMmKf6Sp9hb47wr9aD2rNwlk0w3MDx77KozprGDVi/+nxyj5+qhpgKuNhUmWMslCPS9TVlheMo6rZV8dxjfUKLdu3pp+ncGPsKtxdQvAdmzcVekldeIPSd5+xvzmKGbmjiP+nlMJB00L2VLVNkPONrj4kKr0bFh9a98sYf9J0lbclXvjNYuJPHiZc6VlXRR1QhJ9Ah+dSXG7fyrxR2N3DiA83Pzgvq1X8iifGJMgiopAU9Tjx+1kRboq9KaFVWjtWn6+8eg0NscnK76gd+4OQJ8R2cBuLCL1+OUC1t6rSCi5imMb7wWBBU1aDxfv7p27ff/A2ADlW9UzbqbF6jY+KIB0i4iMIDcxj2d55gm8L+gEj3XNndHg0fZLTTEyBAj572j2WTJthU/36TjH61EP3oJQfzgAGyAkOEn/JT99jQhDY4n7TOZP2rpPtYX8UuioDJO7bDiGrmoMBTTPBzZOCJWvXHFa4gA7FHqR+EoZYV6JJgO4AKP2jGxplj4FKai6kDd7ZTP6JX5H3zt0fR/FL5JSz5AJkpzZ2lZ10ztMfJXkLgH3CGRbeR1xfy8fcQhTR6NhdZJ3Segl2gBUxtfOdfWu2PYcWfmxPIwjxxsjr0LgMdy1tSupdMgd7mjSiSt7am02uSust3pqHhIFDzUT9L4dDHBfcSE4Px7KQ2gNuHxJCXNA185veFtMj5d3LVzo6QvQKTTKRRwJXwq7yVcMJNiFkXA79tH2TRWeKSLdQQIj8DAL7ti3ll5/K7Hzu2+R+ylQkxoBz2Va/Nonzzq7NgrJxxvELQg/NRPqVLm7BaarfCPgK76R9PhSfX68G8AcZK0CgdyFPnm4qkVX6Ll4t76M40ZwybsK+xPQZejdgAsb2oybcOKRGxLDSSA1RxQebGy1p7OqgjcW9y4COoYtE/cSPBLK/pBsFyQU8IlSs6RmZePf5Nv49GMW7Qpu1e8zBPdDxoM0peat61UMZkniDY2IU6TYTmIDqUwlxoCC6yBgXrGB759Yefim8i+sAPxIPP98TLsalARGbnxYhiPPJB7eCcjjNVkAW6F1k8MnnKCjzKfpdlUJ4f0KET54BYvJEY+fWvee0Ac9UyMq5/wL1XStu2P/ivfhFonWNJug/ysiOWxI70kUUavqpaTmxqu45f6ce2wcxr/chj1QkbW/ZD/FPn2tTyiBa0u1aY9sGHfs/hTCqGXYiha0E3S644kTaz3rCWc77Gg/NVvvzdg00YmaMbx4ftJHmQUVorhshVjjpDlRbnBdTb7vEgda2KH7ShhFx+xayU+nneQsV6xD/z19FQfpBTOnpdo29oiIi0NO8+dFZ9KkfbJnT7KAzdZ/0G9rJZHD+4hh2tVDSrm7qnqpkXjjqoW8/Dfp1G4x3Fm+JAubn0rP3gItgD/jCCNn+NzSpBTIFTu7AfssVhKHg5PDHMgueucnbTH6V5yi+k6EN+GhlYhyjk8F6z2gtsxlAsMaZ57+AezYeGCegjvHLMDUriLnEfGNHTPPju6x+McRG7sou2NyRctate4ZNmZPY115lgv/7y5af/+q//+uk///O/1mtSiTv279GPdRYaQ4fa2K7XSSIXfqCGzVOPmZXrnDsiz+/O14kJdKVEZ+zUtqjoZJWXqqSr+iMLGJmL1LAlqsDjasrIP9YH1KU8aTQvIXPaW8fJkh6CNgU7REI302d9qBKD19F8+xc+5Hu+iyX69f3kMhMRGr+5zOtT8XVzDec7rJfE14RY8rL4bF1VF8x60FYsGMs3MwOHzj2vtAxIOzG17XGVHf3LI/6pbQKXOMMTKTONpqVDwXeP0hq4zbXkObVFwF9EsIl5/2Rw4Wm7YyfT0gxGL/olO1+0YyBvYMHGSELATBGs1xb1n2807XB9X/1zjNDmoxnkB6HmAQl88oWLbYptMgfCsBdw7NlW4NKfc1LrqXOVL/7Sh/SM2QwyH7FvDTgA+DKFI36DH0Ah0JxTuYE961nc6e38BSA0Yz/8yvzJNU4gn9G84AN08JcH0oP/JJ1lFIscw+usOz4nX9LvMeOCHXwIojq7eagKSn7rjV5wsEHsD0DmGvEdGYwvH3WuwsOlJ2huMJcqLwIHpJ9otS2thuwE/S/gGFhHn3dsme80Sov1mlJ/xh61UaGI/QgxpkQxhRgxS/+nn/73f//3p19+/UXUxq5ZYEQX3UNn63oqZGOansxiq6LDdxkZC3OO6XNpKU0u8HV28fY8KmFLEB7cp6BED2iPDcaeomjb2nswVGlcpZ75K4vKntJb14q4NmmDAzD06z+6KEMqdc/x0N6IiUUA6lsDz0d2vIfc6t+xL0E0X/0FGtn888869x7de+yeE3Kh37VH+rOuif1v//tPxx05EPvUH6GhRDVugbTPOa0r+S0xsmw6MuewfYLrPS9EB+15K87Wf/ySk6fhjW9ily9cZBudvHhA/NzYSC26vPj4YjYXb4vgkavxputPHFjQAA8fjvG1BCwfJpogxk6mXRndePJBMDPJdNnxyWi6zHGMPUwfYEmuiGHneoGSk5CRfxDQYOTdqLQrOr0ZZwq8VR5HQz84w9oNO48kfSF3xW+Q9QgoOmTRuiAejec0DgDrhT5L5yuKQbGNFzYBJYFl8mOAytMYYp0GPkUnk9+4gEeneheTGXa3B1dH6TD3yZWMsmj4BjQdusO46S+08Q/C85dkebJrHRlyUQJcqF9L/XyXtf05PjHSlcxqoU/XeKZo9Tt5l/ZCUgX+/C1+VKrECXirX2nJcpwpY0cxb5IAJeTwo/gwNSVkF+4byafNrQd0kVN+MZ1HcMb5TQcLgjdrEHrIokdhqPcV9hhyHkBTLd9zJHrRw+IG0hPEQcA0P77Nk5eCf5aDnFcVi8iFqN1ImoME/eKNPjH1zcl+SHuBQL53y02xmiYbXLC1MIwO2JhrBhkjmnaJnPFDaBB3bCzYAGr+6Ozqi046Tr9t7NSABectuYNPbO515U6HjRvXPfw7hL7AwuKXjejpSPjQz2Y7J0FQki312Tn6TJbIGa5slF57ODD5TAxBL/aJbRjjZh8xh7egtW3vUSCopLDhZ3smQGhhD+uxbCcaDKpwjF7bptHnUeLigIdtu4aGR2j9zLdfFQ2R0pCrjr045eS5J6hbF1VY70LrGi9gQ4tXmcBvl2LvHmqodM5biyEuvEL+i37rlBI64Mc2rqyP9LcJbC4cxIbtf/84evgEYUOj/1mwG2qxtlO8X1KP/UWHuru+sBbH/mDgM90wvpgr8b5hIEB55Jn+5/pPWBRk7IVMz2mdsVL9rr5apN6tBC+8/v73v+smcG4ioEP4o3uL+saenQvgc5JiC+nDw5Lbm2B9fPnE76nEHj5JE1Ho8hc9NAyRdgId8DJdcMDzirq9ed407FeEOMpJ56wfIKu6ZFk9qmju5kbx2XkKF/+D29dg8rMB/L4OOmOr8lXNRIgt8hg/W0Hs8bzTz5qIP5TvmMXAc9GSb0Q4rtQBJhYuDROaj65NzdEdMx/l7Nwci53IUL4Ihb31h7lOmvVpadyPifN7Lz5HI2V38qX+IP87N9WoHAVeyEl/aVGPJAfgG9XQxN66UaT48v7vBn/aylaXGGtfDW/g5RvONnpdIPk48i65DRjrI+/qP/jhL9SsDqc9DzDrC3717ti1rcdUNV3iUz34BpDk9A2uh3xcCm8foY+MZ3kmB+P2o2DJ2/6tMPW9gi29q/ztvR+1Miqe//Xbbz/9+uuvMxhbc7GT3w1lH3KX807l6bjXPqyueNNW8qtu6DrPaBMX2XbCPv3HHG3e8rwjKjRpwNlvrIgE9AHrMZztmQPdxP1dzrbNb4TeuB3Nkf7mVMdQzDKyB6ZyE++f9Fvl8O/NBiCgwc1fcje/MW3xgLKsQIjy0KX1rDjGJtYYBxe675XyeIB9wg89mWfIh67GBU5d/EwG1x1aOl8Z7jOhHXs43sREFssvfq33nGHJq7H/m1J60Fj+e2Lk5sbmafMk1Ii3J8V0GX9h+yX/C3xIQht8/pVvZcz+LIzv8Ubupizd7CrFHGuV406DIzZ0od+2EfVRfrQ93oHb2Ktx++2g6/bYIhes93wuaesqUYgtaz3+7zjHZbehdW8D01ih3lK4ts8j9rvreBlXPICPXGNZxXhkYX3+aKlc1u8m/53GXV7axS9s+9r+80d8QCC8rwS8n5Ulp+2zYQyv5rLrHnpG5qHvFb87YPKLuMwGAE1e+fNuP2gt+e+E1Ub29yxjOQ+g0sPH9Q/ykPM7drICPz+pl8hy3Vwf50fxNp3EBGvaJ9ZBrc3c/P373/8hmn/oIcv9INHGKZV9JE+QM9jz7ocw93hi5Gynpz4qbc5heDWv1zT8fZxk2Sfqk6guvmmuc7ziXqknB9xvHtxh2iZXNT+3j/3xM3+XJv6hNM9Vrme6huYOYHzpaZOBh0+20b/L9uydOc+hfOM6lP7xm5NEKPH6TPfm947Vxibyxkd1fTFNL5gfpXlBmsZJv+fV3XsDkrdgHhPiIGIZj3Z1PLqu1fUmsN2NvzYePt5jrWW8A5LFAmYNJU4Yx4fIA1Ruvn33A5O8Dv+7X2u8YwMe3FTqzV/wOHetLMRObPqod/oZ37FfOT2GDBprPGzdCvWxI7TAJX7Wuj+ojHFzsKU8emw/R3TKGVV1Qm5shW5YS23inyOKK5bB6T7Pm0CPipbykeeb4Ph2eM7xQgO4zkXk4wtE+hTNzMtNv3yG6JOD7fik/7ErNrLY4ha8R5894kUG4Guz0NiQpoWNjpyXB78OGPnmV9385Vp58lV0JV+I9Miz4ckXr4qvfdeUAqo80GKj/U325kst0Bh3mZTvhQ1wdXnFo/59ZV/m0Bdu6iM7fnMFYV5RTHyhe2m+J0MpAVcc+l7VbXPsouu4idnHdbRrBXF70uJ1zywLvQZ0xrIB9XGXg/a9D9kqH2Pm8WRe0s8wPsL/z0rpMAbsFz6HpuGrBMICLHe7n8nkJ5DURoil9IxvoZOAzpNlhDl5gOtJ7ugyebepkRiBJ2lQ0IMbUY0BvgXLePmfChnLCzHQEJnAOFaUGhDaLiLGE9PIBy9hpKJ6aIcWeIbRcGlsnU/YSsrkjt7YEH3OG2ph3k8SKtyDW16Mlhf16k2i8xMa9OnMAazZf5gnsM8LF8jiz9ovcPAPfdpL7qqivl5QtgzKzv7mJuOIfSuKAM1d8bFKTwAO+FM/ujOHIuNp3wNF1YzTR2SQJ8Gz3GLHtR8SiV8ZIt9bTARvQTaV+Je6vM7dvWY2I/ChLl1X8e/eyubQPwv4J9nqwu8y50IMPG9IJ4EX9a3dFSCzgHmxdfEUGgT7RknHZYTt4nqlNCcHTiKZZ7EpsgrfSp02Anvm44A/p3vlcm/VPvR7Ywqfu1E9prk2T6xgP3h1I7toSjx+S+U6/9fopQLM/8famyjKkRtJtlVcSlKr36jn/39zZloqbs+OGQzwiIxLskoN8mYADt/dscSSkc2l4vsoc/PE/s/FiPToKXtTZQoyF75pq4S0WStMHWu/ejcrXXThBH0Yx9Mnk9dbddL0Whq/QmkndvBmXPCWA7+qWj1Oc/KHNKEfPdT+6g2Z7NtzMhfRVy7BMQNT9l/lzXn80K4UEt33SvG5qRiukolu5IX0wJ+YWx81dtno0WuPZ9g6X2iztiS/1Rj2wAn76cu64DQ39Pmj8nAW8x/fCrJvNVlKyiK6+gNgfseTCr8drJNmn5jaEtmC/NCycSOv2azyBC7rw3tPrPRHX1VUmufhEdj8JI7Br84cef2lTh3lzvgJnszzCrmKHrYh/ksO7vNeeYit348kNtmiFA78w6e8A6t8+vg2Q9vhobGh9WrCLGPNx0zcWcekJ4mKfuKTccIxsctaNBQ9Cv7pGjrhJs8zOn7RAEc2tu6bY4P7bx//8st//7//J3s+rBt76azPOPKNBS6Swqfr67udp/EXVNMfRwS2rr2U6J9K5+DKBL/r9BN+YejD0EEutLZ5pfOeZ1cbmt91g+aUKJNpIslkfgth7/vgLd/Bxg8ZqGKWhA3ZTkTVRxgje66pQixzBBIMF+DRnyYnz5TjBzf94biWbIGLZ/unAjDVX0UeLqnV31uNgXD1u/LcvI6O8XPmEchkpan7jbHqNFj6Ihrv5/EcqxlHmqmbeZlbgNBnTwKcHH1L7zlHl7/nyBVj6D1nLT9xIvZZ46/8OvdDe5//7d8y1bE0BUEbHPIB/U+pXuUPXtcEYPbZk7MPi0vt8AkYfi3lh9vwvadZ1asvrmALzmzOH4Wh2iebHU+1W2SNq09xQyz7P47hnziVdh574fDOp/H0vCxZ2MIJ+Bf9rtg7PRoN7+ZA6uF653NkrWB7b1o/d365xuXQYAd5sNafVXe+SCf2B8zJ9SF6ZN97dCn95Dnr0sQ3+HwB7LapyjdeJO1t9azf5Dfr0P3GvsUXg5S5xGPFDbzqxjF1oGcs+TwLo8gYETOXkzv1Meu2L/zBWGJe1Vw+h8p8hFYbYQtndBJhfRxdtLcVsL/xi2zPPcKNnpGELuWBjk8FvnxTaJbqsmmWfOPMugB7PZgM/kDdvpIbyof5jJIcUgV/6D+/V0fpzazOFfiG8Ugv25nEUP4RG25UUDxmvT4svoIzj9jO5ZbGzAxEs+NgDke/zvF7ElA/MMdgyUPfxqR2oclTBEqLGOeeEGcOOu5Q+j/rxvJD7ZHMrRNySRj9rz0XevXR3n34dk1mjbn7pQH+YW7ht9A739Hn7QnKrlJe5JptFU0LezQ/ECh+9BeXft9AG7imQX8CuOAT/2f68dudb+ZZGMaKXGORF7ELH0oYOdV5FjmV2yMw/NM2x/qrR3AoacuQZURp2nfHp7/86DtzCjmYtXH2Y6NLD6KnbP19LhH9+q2+hWK8+wcyq8OFzx1RbXCLP7ufYO0vjduMc4UCebOA0/K9PnC2nSWwP1Y8xLb0U0JhkFC/8wBGft6L4Us36s4vMG+w9pWefueWlKDOmE2uFUPHfY2po+v0zTH2dZyrBuN8YaX7GXijAznOsd8MAj/w6CElpA948UH6WJ+nt6ASvtRiaXQf3cs9tD9+/E3f+P1P3fj9u64X6oaj+7hKAGcK8YAW2LlG4K71cWJwqGY/dfuR+WAVZF9VJXerq3xs3ORz5EsPn+N27GJr5DWG5f2zR/TmPJ/9nm+KmDAOevJj7ey3SDsmfySf/j2vSwbz2Fd9ezDnh8cnzSs08uuw2XPI7zxLSk4jP37Dd4lO4qMAHzaP5lsH0dx1pU1+wJ+Al/8Tk/KgD7zZBsYaffwI5FrmfhFhsaF2XHHbguaLTiqjV+ZUv75MZBkzr2MutFlbU2cAFI95uNwXJoNDpb7pkTm7+1Jk8ecYMd613vqcV7w+0wQGX9ZhxS8lMqGzr4yQByHTf8bwIvAhfoFZfGNfMx5Wvi82xg3f6A7Fa1Gcxjoy+2tn5M2ea332t17aiclpPrZ3nS4ujun6N+l2CpfJmkdpOka40RXynmr8gQyud+0bvgKrVS5vHqdskI5+zyRclXGBteL6TnnY3Ikuzx5fVCFdRh5ZnQuy//KUtlLTY3AQd+1APHPdN22Efc9Mc4d2c9IFwuhw+IfB3qs6HyVLTPjGLy7kLtJ1Jpf3jBefvPMJc5S6rFlrvYkEtFqKo0Udk87l265lC7jwrKvUZiwR8ryZUHOHbIErvOYD/uTOz5SiMU+WBlnVbdbht+fzEgoGHfD+0a5vMTFzTrQpX1rg+J/p8+B76dq/jxi9xiQwCrzMT32ejjwW8MYpvyr/yJdvTQx1odPWw/kQXTYMciuu+2R+XY75YRQLepAZUClAflwOc5l81dHE0/A7N2g/j5sNpseoO+JD+8p3CrYlDxQHtC1UgCLrJO/BmlpgG+3CprxDgf74l8KRtmEBfedz8k3dr/4SBUH2xAC/xYGx1/pdp6tfwgtdPuviIROVTH6Jk/1e3sIlLp5QbEQu9BRHPU5ujhQSvXXas07758s1f2pH8+ve9vxzZ16nrABDC115BD1IfF0++0rZofDbp8TYhkIjfZoosjHjbFnLRmTZzxTawjj9wg0M/dc1IxU+1NhHYC1Vlv6n0v7Zd2DodnxycDp5H8i91kUnemFuwiybPQwi4847vqiuyyZuqv3K06HQHN3uEi9tCVvUFzCN5jn1+I/ac6l+z70Heo294DWBV35aZ+KH7tdl0E45bLKXG+27/OTaTpjr4lA6/CtRd9p2f/94naPm4gMduczfWrvDivy/MbXvHXBymYLOV94dN+7+zsfeBG8c+MTB2JiTolyA3Si7ErzdvFWg78LdLi/mvNpKpfaevDuWelwvIkylZIN4l4m+xB84f+Fx4hP8K9XVVyIaZcVfBM47sdMW3/1pi1awbBiPvmFAm79Ka1xoT9z0Z9ziY/iFA5/VfcJGr6oaf+rs/GmpojfM9Ac7NfCpVVbayL2Xwq43xY5OxU9uLD47YXkATDaLSfmgU3jpCWhdnPjyS+caOC1fl+nLEaWvStYnXASGL+3KAtU5h/+BAxAC+1/PS4v/58+/+8bvphtygSXnWWvbkQoxZ7OGRjwdzG+vtGAnFx7ynAh1kNQvvPKpvMRXfFYfcHAW+mKJlLfK8e9bGE/wyCF/pV1Uu6BVv+rLKMFvWOlzCNpqfNEa+34lX9cq0+ijtOalBv3ALnDxie1wvhZ+P5fE9s0Zr8OT59Un5WnfI0f/grE+4TWK8Uu04NAmHgcRlPvcLI0JpexAxuJfh4mUvYW3l+Doj4sIVODNE8+nhFaehMpg2MAT/X+mmOdChAJ9DcMHZf8TjDhxnAWN3ir2rRT1zWdOdoRo90o2PvE/67E4YBRwlNugq7wNx/aBt+HiAdiyh64dy95fiOUnLqTpJpQfPCnxkAmP3nCCF96G61uluuSGBDYQx4ONr4tzoLNWGQf2zd9qlWQlip6ZWqUeTx4UOo/oXtnIjP7oNLFmvTyBRWn0neXenn1/pN41wg9xSB++0XIVNZW86vBdOX7QSxiLGXtaLidkgN0pIyN+qryMOzBnnDxGlk8Kf9sX+HHERax5w5F5KvGh8xwlQH8ywp23j86PppOSbVdu9biRufm9vvDDRW/7tbKeeE8Ycph/lmvUVT9OrAG+iUSHrSukqx+efhiCc3TJ4DpXv/nLXHmZq3pBV7z6EyHmsy6C3DS5NG1nVe5xYGw/rL620ZtzwK5tgyRV4de/tg+7Hvjbf8Rh2c0F/178f+H5BqBydveSw3iHF76848yRXrriMEfu/cnQmWsH3PgxngKCyqUpGrLcUaY6Zt7JsecMXiOXzUUtL9o8GMCFS2A7P+DFYH1y5IYdpr2oB797Qc/qRd+UPXF3fBbwLbxJUxxoq/s80j9xJu1b9TtN6Xss/0kPjH7Gyh4vxz1G9b5jEt3qpXuR04AL3yG50z0BjXu9AWD9wPVFTh2Yqj0eutAdX91EvNmsrm8iqGPikAf1X31mWnw17ARWvNc9njoZIA8FFh5vbHqe/GLboS09gjNuM5aOD6beiEIf2O7rhcDwnwjZt/w6rq+Cnx590geeRAqTLo85bv7ybdM9dqQ8NEc3N14+4OUwsp/y5g4R17EL0TG/Y9tQfRwbg6N+r5Xt5xgdfUPDcz6e5RoU3o2W4Pyo3H0YfOj5uwX8xix7QeFV3EZvvsaXncPvecKa5v0+vrfN3Py9CVHzSldhpoDKBM3FQ72VOaBR+6oFtLZbvPrQ5ZQj55seUPA6iyxwtActbYy/EIKw/g63WYOWb25m1Zg9p374H9i0kXz4TQ9ecx7ZPOJ0NL7KdaZcp0SXo5/P93kaufuEdf5UHpX2dfeTVblu0z6OfLuduPKHTP7Qmexzykskayfh3PsQCG/FclHPcdcY0ZH1tjFx5agvxGUP+hmJzvt+GbT2y/qe6Ajcktd/t/V6fPL/KxYqoE8K8ZntwueR/iecwnr84vOc5fcRC/O6+GO5QR2JIfM3850dGfSFD+/7dcTqVrltT5ddx0UxzpGcosz8PL1v1zo38iC8H5DQF4esBz41S+3ZjnufGck3oJ8Yh2DGwuykY2/+vjLCQeoX6ffEoVvWk5Xby6+MQVzgOcI58CrhDqmv6nfzHvnjWIqvdYK5hNxp7jxnu3uVCZuxL6/2V37b81gdS99jcdpPu3wbN3zP/SXHgI8xF4FbuZ733Q9OSnm1zT5gTRQGkT/f9JNMjUn6D/aZ4w5Peis3uugLoSfBYZZAasXlv0ufsOrG7CiBQqcoXcVc9OLhAFph6mfBqMEoUeoa2sUvtEsPsWcw5+mRI4unVputXWDTi9JwXkZ7gJCpxwmVZ3x1eTEERYXAsag6FmpXX/oSaOlNxi9+/dYV/fdSO3C0hri6RceullJj09Jn9KtcaNGT2CDN3Qq4l00Cf5h74G02t0rxig5/EviLXgv29SsLx5Fb2RYncHQIQ9R+L2W64QD3iwmknVnEZ/UNXSevbkqNZuXDJLquSXDhADs4g3BViRfLhOMmVVbKbsTwlPL0ye5uZoHLeuFJrv51M8fCz5P3K0rqJ96w0+IhGrbiX5YwcRMYCIUNwFEAmF5EaOV6YsXC9F4ns/ltW+Gq1DaOkRO4O/fH0QY98kdnNnGxMVo4JNvxxKR+3cxWRbbogjIX20KP3MSQuHt4heUbPMSXjYpzImPRwwJVl8HmgzTp4MXOgMXUdnSjDFIKrr2XLlzRc/QutwCvH0dvkqL+Eg4WoiPrCSW5Iib6b7/5BIlOMPt5jgbOD8WeEuxtdmx1DxtDxRW7wVtHruP7cRPlw6PeC89E+rjOb+h/z/JiSgdVuaDthzz8gl9dpvEDxfg6v+WL/eBZD+o3eYdbatO/6MuFKUr1uurDGlCPhB5pH/Tb6p8/W2qB44gf8BU6oWz8xrH5Kwzzjd74Hb/G/ycC8bHHkU4OHFhHB6rn0ovzxB+9r7pPOnTUmPFV9wl/5hso/ODLWNFphO80nFzoXIQtzr9lI7R5dXPlcEPUULNNzvA0nHjL2G4kw8Mox28CNsdqW9v4l+Lf+5QrGzaOlXFwmQejO7DKin1n/B18OMt+gkFsO+gAqxSvv9sCb9Z0JLTvigccHdc3qhdebeoRmlNPftCOzvEnfgfmm1CS6+kKHOnof5aD9uScvESffMV5IxeefXNRcsxdLoxXkHwK+6ieNlYf5jEvHULzbx3JIPjDwCctks+bJtjQOYfRQH1onTmQOSwxq4+gh7+Py9eJTcaLmS+1SrOaO286vxZ+P77QKU6MBZ7ATsET0etOi3lSXh/xLbY5hkaUV9WGi30Jlhr4giO+UqRswgfWbsYR7YXH09X2nzg0xnv9EEN4+Bt6QiK/Ssv8FZvkX2QQFzNSDq7X1qEvKQve3T+NZ06y0Vc6gXvf0/VCpvrvPsxJBHSv/KWMbc9N7NDykCY6oi/y/E0AxoK/gSjvo6zZ5XjmRrvLH9d5WnYTF9wpvbnowL9EKn5Lp/j9oGyffwfP9lc/OctzKcK8V0n8ojMK0Sb2vGsjF1poY/v3StfZ4oBfv5e2fiHrmg88bEGbecGvmmWelm6+oaNq9n3oRZ6UO8e3FfJDk2IS+Riagh0U4Hzbw5IXm51XxmD+UIftFp4I2W7wOvB3qvgBGZSEw+0bRPc4w5dvjPdbQ4myrB+6LJGCsdYk5zz3SE+1rIdx1MeYhZZX89Y+xmxLff5Wu3COPq+TU3m1NGOiPmBMlg/1lsaxfYU/Htmbo5YfTsRPyDNgo5cfe2G+3Zt4cAR3ylWGEIZMzEqKg+N1XM36IsTpz+JCnGiLnw4fPmZlsI2Cev6Bni0aMnTgHGTKF8gFGDnMHIYOW8OBjx7OAfH8rFdwQrP9tWxivvC6V8bjuHEHbFarF3jU/acY+Ui24OOk7CZjDu0+ZaWt8Y3Q4SEaCmPR7krTn6wb6Hte6y4cFUR5/tmOAArDj7JZ85oUIacd/JVH1WPrJLj36bDUH3D+oUdx4WpnL5y20Yk1KmmFn9kniN/Spz6Za8jdv+BQgPsfR+xSTha3OlWuj+sDesdCcqGnoD//yU33Cad1cFjnnEOgg6ojtshZqx2bcBn02GM+uunrfFcb71pcRBqHWNBUd+Ki4yw21XEOEW9IIVfOt72xfTEUoWVzsV3nZnu9Wgz3jWnwkIpQioWsuKz65OmYLHh9H0JIZffqmzDqtl995fWEW5ri0r7zKwy4fSkA+OVL/1tl4pVvj6WZfGafZeFagrrmr9L0eKE9YUBBo7SfI25i/qYn+5ljK/lnNwpnsqkc69V4LeDWNYnoMVkeoIy0KJt93LQLEv1uAjb2a4X8ic4n/rUVOPnZvUOpsRk68PwnnJ4bbBz7SH4RgDEWjTQ/OKeV+xjIPG4EJPHzUngsmOxprqGSTM0xEi2ahbPGeB8w1hUdz4DM8bmhxH4BMYnEjocqzG/hgn/pyU+p/OMf+r1frVO5dtuJuZRQMNf0DEfNN4rnHHyktTXqRhp1Xk2NDcjN3iT1qEkckMfxiTlrnH7ewOfjKzfW9RhGfktsSn6iS8db+5+OyCevr/tJ9Igu9NdXHLd6S/7ZC0WP7seqS2V6/oWYeVsxhX/yQj99of0Qr89+Ko1735BX/1iXrYwo7T+xXwnEGuJr3YoF/8qnMtht74LrE4i1LmjtNZV00v8PH0PPG8w+fTr+FpHJIKdyl6FuFBL87EvufoE0dJMv7ExMt4rqNJl/xC8l+H1rHfj4nukOHzEe/HMFyjtgFLZz9HEdAly+TUmxfxZS3GBhxvX+i7eVrPB0XiCeTF3msHhWjmMN323DyiXwiI/+k2/kDnudXJsWwWLWGPecEx0p5mec8MleB3bom4LI+BM58VFsTnyiE7j1Y+jMi6pZlV+PCJW/xK75FT+FNkTMO0s52Ahh7vFtq/qPfEZunOq3cZJxZiocqfbr13zh44zv6FsZ56hM1jf4ie1y4EVG5fXbpG1z9LUXGTX3a8TlgnOzqXKLk3OX+iG+h6T+KR7nEmWFH52fcm9lkzt4Q142s+4py8htTfDn/Jv8yRx3ZEUPzyvsVO0U2Qlz5QL8RWXl+gbIee6BXi5NDeWnQaL9KtmA3SV+nve8dpMj0Rna2ksdX9Vfbbe/cOQTcGsHG+Ky6MDt330uB+4pj2QhhmoAw+ScD529MLLpo1Ru+XUv034j3T4sSzrdcVj//Wr0ZT7xVdZvGVYQufIfcvmSIOvgx9/0ImbrgiDmxuhGrmd+O23ObeCKj8VF3G2g5p617ktm3Lbm86WLGFlmrskeP35gUXDxBSvVlwO/6O7y8pGNCNLbnxhLwWDoOjECq1Op1+HUW+rIyLP67uriefCgbyvHO86Ru+y6oj+2Oojq5uXCR9wAq8ShAI4uyL/rSB+w+tMJqjCFen1eWW0eDFBP6KLnGoUvojboMF6lPmw7NkTuqRN4YRxFSu3jBheKPAYSubRMri7ZuJzBSWLl9Z4Q1z+L0b9xuPvy3m7spogJY817yrnieM4SMa/62xcC8O+KDlMcvmWwAeXbW/xOHz9Ubj9aIYQwFSaI4NpP4AvEIvlB/fyGhyD6S/EJMNWVHF1MV/c6hOdbsNe4F/OJrn3RtPE+Ew66YcfRMf5eeUOPu9qvRVkO/Pbtk76RQp0TGPXJuZZeAUfsqglHfW9paJ8tEfc4vbD6AQCfcjHlzAteskLFb4IoLt+kN7qnsIAMnB/wf+mua+Qo3fdzToHD9V4WVBb0t+x+4SXAfX6747zGHwWmhOYyx9gVFdOuutJwsCbnWYgG6DvVbnQ3igbdxw/5TT9elyPL3fXELymi30sRkw963/pdJJb0hsHi0uHywpPFkocsvuqCd/ievK2fMkdDil7LJ9/4XZ3/Vnzwj2xfuy1oOnekHl2ENMr09QDfqtgendTBpKRtfngrH8xi8jn16bPYgBe4oaxZRrld/RAHn+DD89hOX/HACZ/klrcJGgb7tUa+yZB1DDoKPKt/dIWKDfrha8SXj2MHXfFhohhUdGS25DeNxO9deGJfdTw04MbexIdYMZ/iy/hElZdSPrMjME5IwpM+/MOff+tW7D74tZkaw9io3ISG+tWiyfVel17spR4KFnOSZ5mj3/5U2zEpHB1V35tx6tIvF4HcU0x3MLt4DhYUfv/jBT/xFDgPmHjxJAZvF+u6uruvrX200fcUtcjpTiiyU9LsdHthoh4ix2Y0s+YKAK1XXOmJqte5tP5XBzKsR16X6rhYB+CnYAt9zanua2mbBoTHsuDKB0xgr8Rvm1HQqfxoM6bBsWs5YsWNLXHl9Otb9+7gCQj8jquuHxbbwQVNyebCEyeSPypWyYryMcpSoPrjl10873FDkpMfydNDBAyR5Ct44RV//vLLv/753z6ZDzx9jeFZz8Md259KvKlZQnpMnKglO3Wegz7tY4zPUXtic+JQWI9TLieS2IxPY8ewfyHGJ4GfvdfkMurixT9FVn9Sjv2Ku6eWA39VsTc/kdG+RQ+3MGjH65E47T1Qc+Eur0zecPwr10cIOcc/a6ekQbcnvz4S/wDIxZhv/ASDCnJ8UbxqC5b+r77geslTU/RjECxQ4qE8YRJW+b6+r/TEkXxjjGB5xgp43/clcvzPxMGdeuM7f5Naexsu+nCBtjeBf6wnGMwfR1/LWwNjwoP5+oluP1u+77NykW/Kc7HG41R7XlBMH73AsK9iTOv6BXs5IS8TLqj3Bvpgo2M7QmE4eaQ+6zz6FrZ2IJrPtM/97W9/WxeAjg9JbPOUwM5d0/bpV+BbV4wctNRnKU+cQW6zDeLYtbO2NF/4PW3K9meZefylYZ7IQS4s9de1uug+an7wBUD09f4L3IyFqea07UJPZIT/5viRXAr0/9QaYN0nY/ruDjFFaKhOH6+uC6y6Fe+pTR86ouvnPElrVuCSYyyTMZu4LaWFUV6V+3Sc+E/9d9jEL3+OE36naRu8PlBkt6G3Jh2iV7c+jqcyWEdwfEESU71msmfQnMNYE6OjC/5YEaqAwatxz1yVjtCutYbzLyWgfc8cqyZr9FN58sHR4+iErbM0f+ID4nn4X+jx0eibPFxfbMtPEhno2W8IgaUUFD8vKfh7XUz7pLnCMkAtQxzoG5o6Ojarxwkm7ss1nKfhEnxz0RMdlYM+hZVE7xIcVPhKiPaKNKm6KRw/wM86LzjiKX/5y1/8xYC0+FyCN2BrvCGzMl1193nxWId7jtcbMfiYv+bEr3rDF0Mqwwr8U4xrrwJjh09/cXqk71oax/oNHyp1L4U+9k7XIkusyBlv1g07vObosGjykHjiYx57H3XneZXgGCjv3+sayGd+39dm6IP/anRev1H9qSav0a+JlsMHfgAYwWroPIAxp/+6uvfLXxSPPLMI4nMOnBtQzCs8vGAjLjoCeYVeUB4b9W87nQPLiKuYK3fmbmW+4qzfMf30f/2QZ+OPHTZdJn3hGqbs5eHaPDOoo8bjPzXvk68f/FBZXUQ+pH5d0+NXUqLjqfr+6Eh2lA7b/PMqWVwc/ys9MVgrs8+p6J0r9YiRFSGO0y+DfjDG/n3uJ7rjp4H0J6vwynjL+dH32HCNPZfgpIPnCrDR+cdl6gyPrmv3+bL5BL79zcP3ksU/aCIfqVknm/HgThl3jciLe+HOATPytQjCDR0VbdXH+EZpwsUI0lF/DyyXXlBzrQy8XIfJ3Ao8pfowp8CRh/+qP0f8Qmp85YETCaP9veJelBIy19XxB8OQh6cra9J/z1/VY+I3c2ON+GoM6JGNrfNZHzonT+rUnerWUVpim/58Y/kVdUPudqM35a7jvb0ZjMolfySb0nxK63zGZ+wlg5ioLyLQrMZrTOpr7DN2NxplvRFeaRMTxU8yP5AWLgx4VfbvFwq+fKBaF9lyl0H7FZy5cdKJsBdmaJP4nGTfC068O7j00FDahp/rMtCDSEc9D7pZen7bLflrRn/AW2UjvHzt5PA3NS/+/qrNvmQ+DoQg1rfwrB0dpvTNp0BmwmxcXMKfcD2/keR6ypVBryVpD6Sva/ID5gRarvTJ1tJ580SZUc7GZvqfoIOUhe+qG7aEATbExggBzkS4EcxBN1uERPSz2WfBhH4xofqDgu7RgSPIGdTwiV2HV/oLr36nbVELvVSwrH/6hIfx1gd98rpbTMLcBI7F+aRj+ohvX1CS8cLRU0nKFkGULyjtG7xYYYhjCb5dJxxsAK0lixsAKPj7UQlnMxQq+vOHjvy1DRffWPFYeOIpPvrP0yo9iY1eVx3CGznYnb5uRNfexMy/aJPUC5n+xtzqzOHwLC1E9PWkxkzGxxzTtksOzDQS/3duMB+c+kahBwo29NjCVEh77ylU/58u+8k5bpBw45ngSyD+xWbPYfrM01j/09KJqWQ4H8IbX3UOxR9SSUVaSaHzLZ7kEnT1LU+E3V0LzZzfqafdHI5sNiXgUtgYpJ7YGTg+iodn0IfjLmahD/Ymi9+lH+y7krItm6DwOfZM+dlQkNe+oBFVt9jvVaLHIbg+oTUpMyaTcdV/jVcyUepV99pm/8P6sPfKW66VnW8Is+GqTRDEXnBwVW6qlPJ6bI4m/nqibNEgGHd2ya5eHIGjX3ifuaw2ICGyJT+qeEM9N17hszo3vnj98pvyRAAuUkh45MQmYsk3HYHxbTfbpZzuXFIdkf9WOfwmRtbC/OZSxg29199LzJx6TkIm/XfqUp2Rj89yUiXfyQ4s7wb9si8CT47N+nOerf+mb86DZx8yeanEbm4gZg0n7l5/177H/QjCR9Kj8kzsDzqJZWRStw9XKm1/NrWWXPAo5EZinpwgSj9bjCu53QwrU5zqe88pnR1n5kuvTVEiOZdYICueVJ/w3Y5J9q8BIjBnCeTIGD1mdJ9iSn0gAx/i2+wG0DM38qQrHatE28q/+a9I41hfnljzgIP46c83cJd+4HWeGuSuQhsb0sN8yzdSoktzIH31kzoVp8SHnq4Bwcrnljd0wBWRdWwGu3M+9drUGNo94sGa3Wtde3/tOECV4m++f9N8o3nr3TtuzMX3+UZrZCa3wJedygO8/e+U+gE9a3NtCG/FwsmRtc37uJtAaNnf2NbVh56HT3gD0wwmfnNuvjF7aeIDytXO7lcVYfciy9/URq4gbi+FaheIjRX0nKO1bSamvNoR+O2zgRT42KnMQPAua8xcgcnvjfP9CuMy5w62SMjwPHLq3871ZxDXZ/A/I/suDd3frTnUsVlrS/HaP325ZS672gcu7mY8dtmda1t55hidoIVN1gDGI/mBT4PFbEP1nXhyrgcVf5UZrPPJ2PQFGzNduojBUlV95mYCeHDzl4LcWbChXpt91ld9FMPNO3pP+nsdvcgzHuCbBR62xfP5le/Em3WPeaE6//Ed/+wUdpVczA0faHZeqK7o6F/6XdPDZOICmv3TdbA0c033Bf/FFtpcIF8Xg/GjLwJLCbFDH/5HXpgjlbHmN2sJ1LkR2ZQ5Pqe/6ZttfPVFrwKk2Kcaw9YHgavACzzrQM7sNVB6K3aOofr9T0fmI+u6csC04jXlbt7CZCKHPcV2jNSBJn/yxZLrmwLkr4gQ4XM35w0cjt601Lv+1CP86u6u1e34DDLkdS4s3gtdO3ScdlGvvUV56i9e+9ouDTxmH3WfZ61r7lNG6uAnTqWbOJN/+yvrrWPx6ovJ73s04EHLP0pdq+EquAD6iz45JzQuflPeiFQjatHp4HwQIV9CyNjCv8kJIyNABRpoTRnydOgTfap75C6NPMhXbrOB0H968HPKwmtzHMtvXrO78BYu4+GpdJyUB3SUTa8mPp/w8jFMbDtfxKfytwYFe9rtA/hZ/BqPS0b53I/Zc6JHcj8+O3oFLj/Dx+OV8bds5BwJSvkwFOpg/l36oAau9lwhjHUPwq97/vvf/+YjdHd/CLQLIelrZLsWtpPrGj7X8VoUaPa/doAB4X3yoBf1yyNH8GNB2tZqoWie1LW2uDH5V30Xwo7XzIn2/dEjcnwGYXWql3zKfLvyqvlReR2nnavu+m3bFIz6gzdA2SjJIXf0aQ9QL332c1pvRFeZHNsPlYfPun5tlQGuAp3XhI5b9C//CDUmucU3t6HnjXI6C7fKndeQx8PS1WHz50KqSq9NcJNhEVoOV++xMZyN+lMf0z4IPvsLavDO/FYmxKrFD6aoXf/ddS0eruIchN/FpfhtLGvdHGlc9Lypy/HZoFWRVWP9vPfe276uygKKEPsEDBhrXEqpo+81vuWDT4rjdXPZ/nSuYprtnLVwldE6ek/k5IkOt+7HJnK7l6ouE7E6cmTMnjhG99OW1Z6nAs9uGE57AZhsd/0uU2ntvagtcRWiWQAAQABJREFU3PZu9JcK45QxCx+HVDpAq6hYV3aRxIn5FZy5FmSsL6cvztWndgPuHLBQzNf965yy8yXrq/dT0BRZWqFX5ZYv+y3X9YDrhw/5Vuhr7pE3oY2NYcrWbcIR0Hlri/XIT8u5dTpUw2Z8BpBzEjRUA+dnoaNjF/Sk1Dc9Tthb9Wn3xJk8gM+CCpGIzBXblUa0KdumB33pb17U38DuxXYt2+izF8Q/uXfHjv3o7esdovMD2ovQ6zNzjn36ShtIx63Wex6e1zkH86zHn3w/5W7/DIbMudGxe2qds2Uz53BaxnYcwbwVg4TQnvrunuCTDEVidDmndyuoJvRsjSjoewZ/+vZFjPtuwxT/3kd5320grsN3W8gTzBorr2LnRn2zkpxhAMeTLMhvlR0G6eMJos5/i2DDr/7eYHmak+EOSuCzHrwjpDadCUmDw2mEvcwkTJH11avMV97xU+SYUvKxnzx50gWe6l8XDn03yNPj0dFcRNyY1b/AZ5l5iF+zaT76dAGCRtOGSau/fS+7eRW2f6Bc3x5FDgu1lLMDmKq5wXbPEXggKwW+u6H61Y6FtA9znABszsRnG+2lgkvXXHfp64LtSUM9xQn8oNZuIOG1dK6THS/ixgaWb4N9yUKnjRQmeVFzTKathz9ITp/jGHfiQyaqe2GPhCzK7EVPfBQ76HmWx40dYvgF/fVnLH/zNzbwSsb37z6qK/lsQX/iY0uX07xZrr6SqfsLygP4c+GGfJ+WPAsrzozHxCzceMuuzmXA6G976zYZuM4ieeyOVvga37xd4Mv8KRGiD14iJBevhyE02XgxdbyLJNTq/cw9mvKa3s7Pz3hvQY9foUfP+uBKsWwkD/zYJ3Kx+dBPfNTP+GPu7gYWjNRdwxkqjVs2HJrh7cr0GeHhA57xZeJWHhN1sRfoxOuu73HzW3bM+Z/4Hb1Snbyn9NQn/j1HnPNrB+aLroe1ieO3w9PjndxjHpXi/navaGp7ZMEktqSNzrQ1pnRAXH+DD/2BVceOgdlGeuzE3+ELr5S2V/NPHupSryma4zy/8uqoW8FH/lkA2c6cYC2WKhw8j27bITY0BjjQq43apls5RAN+VQRSlVszwIfPTae8tY/Rzwz0YRfBX3XLfGDwBojpnhse9otweAU5PJibWWg4seFkxCcseiqAh4ssQ7K8Lhhd9PAX7lxn0LnxptsFg+0nDvijHTl6XjAzs1sk8Ecg2RkC8Ay7ku9W/dXjxG0ub2RVekMC57KWLxV8DjXxKv8Jhlmd12o7eMhbmbTJwAPniR9Ib8E3g1uFnEjBv6qt9qut0+Hg/r7oQnR/hTGd0Z4cUC6IxOM5Ha47VxaXHuqHtue6EX7RY8LNsnoru7+/2pWz9JN/LU+0fS2t/Yd5+F7wnQdqNDaFpX34+YZcNjgHeKvd/Trbd5ua45G3DCTC6CYd6z/7Vd3A/t0ybZy6EU3nN055KH4Vv+DJP30+6MIY/16p7GccxUoTVy5CP2HceUeH+C74px7ctq92vvKm37pJf/Kl7WLW1K4KtO/agFt51DvfkWRPdp1zuydOcLgW63eLjS+6oPO6yDzlh7p7pCWjhtxE3umIMbD7WIVnL8g01tZreQO2XjeoVBZEt+Iu7+PWfOo9LfPeTbEb3b3p+WINip2PDU7l31kqGB6Hd/hg3nypjXTV7qLVZ/v4YPDOI8LAPXfGx7pxXD7ziN/7muUJp751wa5t7B2LLiM4hwnCnCv9JhoCRE5u0sQ6+98NdMV+MHrGR3vxBf9mqc+cD7c8Ld73+opzP5Zvj/f+tuHtfzpOXOrxSTHnMUlQ/In7Fk1xfsaWt3hMDe71rtf2Luqp4p9/8b4m7QsN8QF55TP1xobhtMCLcDGkNXKo9jOfUGgXZoA+Nv6+treEsl/RCfMd/752MTHccTx+b3l0l1eaLb8IOraP41P/y/yFyqsk3y8A8ygEfsd3zGv0tJdLuFyc1fhiPGmUwY8L+xrkq019clBTJVkaTr4QLL7sWL3GL5l7GV2DlxfI9CYfv/n7l7/w6nx4z9Ft9n/qo3489qlme2H3Gjegh4bWLPVRYPajdU37rVhNDtQrf8qZvGb9TjvbP4tXmsS5LabsawzrFqD8ZayRf/jk+KU3oqf+h+sfqzWT0OX1jL9JooeidX7yhf2A2UNVyld5NcvX2dx9tfN5HxaLJ7d7nF7tLd+rLh2b2ZenLzdT0T7jee6X80U2HqjGA9jcmyxHG+aTWeBdOdUrR0UNkSrt9zAO6OXzaW08SMisXJjCW2NG1X1dRfXkycEsff3Xdk4sl3JwbqA2Qir8lNFb10DL08fbnsr7GFy89ox+SjKLxpYAHX932bTL23Um+deE3Hw8LzobpatiVp/jBZu1zDSb5cLe0BtMXMUMZzo6qJ4cv2N9p911q/7k+vcqtclhtL9if/tzlFwrcN1TXXHSqu/KF1+9081fv73vfW8CP1LaL/hp+v7F78eR26cT/4kz/cFprl6xqvMVelq1BUhxu18ojOPUY9bpm+V+XyRtcvqM2YlfWa83wIN1z5vqOHn8TH3qnHHP2o7vyJfMtU2hO7/ITF4df52x7LH37P47q4sf6fzwfiasmPgpW5gtht1wbU4L/lXvrmaS84K0O18rXODh681MVMmvZcjigwOYkI858OAXCdYJ1WAZNw2AqjMg6DNvph5nhYZn44CxMeK3epDJuGQM8/QPS1xo1kSy+If6+lneDWyO4Q9m+0uVfjZ2v/zym25GfdLv8OLb6sOTH5JKpmuSRzPVdQhdJmXPidCU6Tp23JJA8IMmdGmDdocHJwxYlInDTED6awPwnFKHN35G5ueHm2WhY/7O92SXij4cmVggpvrjIgbvQqfAs/TIPL91Rs504aA+dQsfXm1A6StYeoPgfoFx2yhZPMG/1xknOrmh4oWrMuAvHZUo+Oibnoaj/Or81wabOjmO8vqf34xjHMljnvTN0TSgGMmt5w/sfyr1S/rwxdyoKK/4EXke50RPdvqDzctFBuK9zwbC8d7m95BxAxsCNnPyRhBzdiH7sFk48gnL5nvuwNjeoPHZnHPdngq/Ytz1Qn3fJJVgwmFfWHYo0GD7R/Cl0WJH/hKz1YTXcsOv3HhRB5sx3Is1jDGj6uZ1NoT4TRAlRFksTj5007g3dmsyars03SZv/8vP+IF+5Mcn6MLTt4nhxfeL75Rd3cVhgz3XzUVNMhwK3Xg1bz/aK5jspdyfsiVu1Z3+/gYEdXQlPdC3hXpSBuBiujrxu4fPnj/Ji4wJcog1ohcgojdx4GnAMNgxdVO+Mlw8/FsrtTnIxX2mXQrpMFOxb4zw/C4fEg30uhbGN/FBr+bSQSJuvFIxTzGePGyOc5wlcHwmGsUJr8I3N35od62BSrLl4OTv4QMP5ij0tdarq7LQt/7IHE4bfgfe/kDZLOupL20a+zRmeJ08id5hUjmhxTdRIDwTl/KnLz7XRkv26KXewmceXAqJSemBkx9bf8YIC6NRmU/iH+SaBrEKWOhWv4TxrSmevv917WEc0+WAPmW3khYGsDMPV9ZHdSrs3i6cY211Pa6Y3bc6Y2Dpv5Kt3xgjlrzaprFCpqyw//DhXpOUE+eCPvLFL0z3/D11ggfZQtGjSGktPcGzHMlKPf4Hd/JIXflGPuJwvsEPP+hUgb/rC5ZX16gvk4PiGIHgUMqbfl8EEVzY4WkHqIVuCY96NC6g40O47APjPgEWLDrA2yg+2k/rqXDG23K5/Ww6jzc0uhfyiZJ8prZ1ljZPxfoq5/JaQumo3xxnJ4DPcqFHVkgB8IKbOgZknBIn8cZu0WUNvUq6rzfX3mvLcRUnjsyv+IW9R+0ottt2oz564ro6V/iKKlVf99+eu4efQG7cNiExcjn5Xz04ct6Qr/ShJ6/ez4Nj2Ju1Yc3PywY/ICAsIoHKXuPMX2xWjtEkq8gB/Ot/6kOefaEPcOtTyICHK3N0coB7KfxUvX9PR0fWtFxABRfD4tPiA81DGzEauZSLXkNH9KGv/qh8z31Sof3w6HppNdUmn+vrrLXB994sxkC2ZRfkPDMcC2Ai3lHT2rbfxIw1C8z8Gz9VgzM+gpvP2CLOsF629bjt2zbDCz7hyRy4BEK8eZT/8VN5L8XhsHxZX/c4aeBTeHm2fccLrtUo6p7LADB/MbeV3jDvsaLLJhoVcCuH+qUtF5A75KsqgyoeYmc4ZSG7cyzI5AOxa5yNuwILt3LsfFzatqfMyrGuIvRY1AmpNJZuwz6vs6xOFi4d2OPRL92UnB1/6NdsKW8UArfnDIzl3QfBKtUPXeo7ZaVxuy7WlvZ7XIu3nbL2HfGLlJfOri8f1y+9AN9xVvnmbT01X6zzUo+REiKmTmcPwzor3j7XE1yrgjAkd5WNW4COtXGAdhV8/H73zZxz8CVtHrJkb80Z6Tvtn7iGwBxh29Ywg0916BFhE942ck0rHj4/ghe+WPoQO5c5EcuBQhM/Pmt79pld12zT0AMe2h1y2J7q3Azsrhuw6l4/cISmfuqxeOXTY3WYvEoDjFK5hfdYnrPtb32KxuNXxzOEcR7M9LfKnW/h88j1i75mesqZOK1XH9rlXdhbtH57BHlKfiVgS0eiey3w6K9LsBq3EGlozctg4dVY+DLAbyXZcQVah4VbvYuRm53kLDsj9rDnrQLkIiPOY1a5zl6LOQcVy8fjQnAu3FZO+5DR+v0mh9RfhbEH3rm+UhqOzb/yqs30wQL9PnEu47qUFJA8te8EY95ugTbnwQA7ZzCH6J/M9quAfV2L/jX2xGnqkL1U8g+/yDtmjz2+qSXSUuIn9tMUfiqJi95/+8+//fIf//EfanM+gAWUY7sNCHDtScpt4iwEHTo3A4l95Ulbf3sd4/xX+GvvdTi01jnkmlfVsXTXOEWGPsVEHseezv9Ln/YhmzA1fj0ivXrXz+BCd27iMk+iPzD68H/sLM55Q2b9FbzzueZlkaHnN73lyvk88mDbqhz3mqF5N2KQlfxu3oBL/GsH538puQ6D/vzkis+X5ZsUnAAd16IEsU3Vl3WT0a1r8e9+8/Vyu3VRZpzSWA5YcPyODuQwpTZ84x3o0j9wYpuHOxq/nhdFf3gkfvi+PLYIV5b/VIfG9nd9stzYwZrFOCC/Kec3gmmjY/Cg1w8A2RzfC/BeB2tUMFEVdOk61SP2EJP6/X5zmF1UZRxbZJ8mM3LHe3l1RATS6GMOQC/mInqo6ogc6o5TcAMABk5ykkmmr5S9+G7ZRBzop89sL/kFDH8uudKkOgR/weEBnuaK7mcytnmnLHnDP/kXvUbBVynYp4ZQbP2GC6SfB6rMZBGowl/6v1M+1u5MtdGJ3A48zLh27S8GJMQr0rCRd9f09TyLRUPs7Xx532vQ55uDfhPuUD6k8a2UyW/CZs4ODb6VOfrgj6Jw2od40xCM1vDFL/iwX27wb3hjopImvoeR/KXfDAd7FseXtdEF/FWjQuzlAxO33z4qPkD0TPvM6eKjpIUF61bgpcGe0OS+TQT2TQDmuJRobMu/fbRt1zoCb5k0xZl90DZllZnOQOcjNqx5gRh2Xur4LY+nY28O0zdvBF91CSXyfe9HMtgjrVPD7cPjzwaitpZeR3Rday8yvKf2Zi1jLXZkRHR8KsPCYLGdPk3H+STPvEgckG4AMwJXWTzafDnWwe5QAnW7f4FvXlHM/peSK/abZxfwAmSuc/jJgDoc/Z76y+PPHtHNf0tPNpXIuSfa5D/1cF2B2sF4U09tDn//p3rP4IKn7es4AqASnaSYZ7gs/FNmsObnSpgJWvU7HTFZe1RjeAJXGgDnT5+L8hwKhxf68vu1Tijh3vkfqmUbHMPAXalDFzg/+p79dniHHh2a3JrgeGUgT3ezCLwknF5H4tedkSHQQBv+qqxSm8A5hey3PgIXg15g2EkcJBQAFXFncZIMFiRkrPFT/NgWGY6rqdJ29QcfkXeQhtuWCuhF/5WnW8tdoQaCzgfPC83lK8rHR0fXRS0hWIc90y/p7SfLJzczyM8kkHPJ3ZGPrtjw8bfffvk//+f//vLXv3LR922O9DzK3HrEnmOVNJAQfrswm1jpuxa+zil2GEqw4+rMjI7dEDmGzGbf2w5A8OOC7OODhS/ZbAQ4aZCnfsxkYWBX8gnAJbibRxcy8tApaf7JUU7w7nHdhKMSjRgJPWkYnarCg9/V9XzvuXH2Q6eTl2VWh2blcqGnNmA/aISnJ07tC8foQKiSN9qAcQPK8p/tn5o81aG1DB3Z2NPmLydsS2nHvxmFDteCPv5tHj20Q4EfPFq2jAI85sK7EnbXHo83eiFUt+JaDvj5X7Dky39yhy8+eS6KTh1X9WmPJaSNP/t7v4UPUwyathVnHtOfueHg1l6O/F1zqbqAbz10YYMHLjjpNY+QbzHgAD/80+W513BJkQ/wRUm9VyoH4VA8FkFabRMIDuiPFlj8GbopxzYxSKKe+F0VcZdAZxwFlTaoRtdHdalZyKAvF2Ij8e47oIVxYr8W8CDfPuV5b2T9Sn/19QIHg9dr3tK/ZNjRi6GFzSN6+ga4bpZSNBJt2NX6QbEMy1w+hZETweNkvvXffuPtDYKvP+r21WD5VK3/ywec0KHZkVW8yYNX+MgzepiCV6RlPHywfawBna/I98XUepPzuijBBKgOb2dYO1sW3fRLY1aUeUQv/q44wCYWogAce6697RfGdMQd6aHdPH3oMgi5fbrWOuhnM6TFihsXeKNrT8wOH+WTmPu16NKJk2CbpOMc57ErVKgO75aewHEBCB2M627kx0G4xfHgZgrx9IlxOeQIzpNb4A8tPit/ZBQX+NTvyhVF+Ise177XFuOPNbbxmXwDO3aHWviWr5a68Mt7n6PI3pVuXHzir2v3q9Q/Djk2Rx/i+1bxg1HS8Xrx74qN7xljzBjxF+1rYY7vnu/a8zMt9Dwxg8L+jPpXBtKFC+fgN7cOQglqb8Z9c6F4jZ+lxri9rzKObDHO6gN2308m9sg5MpJ31UEall7q3uktZ33YdwvXY2epv+mR0jxmwbUI7SudNKwhkcUNUGydetTWyqOP6Q28rONHz+JOudA579EBWxHWIh7EIGuAcpv9hHMkCFZTOg2KUv74KCJf4G8soIDhndkKbsB8DgRVp29h8VSmXdt3Vv5gowulvsFXzGkf2MvpPJy/D4QCPFQY9KWB3vGFz9Jzjhn3xWmX+RU6SmnTyohcHepMbOyOqGpdzJ8YKO6Nb+nnsX09VmefL7G//UGBjvmXfCgtJOXXOjjA+CvexCkex1mKU5r0YaiuBmjNuOx75H/wCAPHJ1mTX/u5+ctbqn7//fet29SBeukmvDZN2GNdCmX+l+2KyX3/dd2tv3LwOkFiySay4XuletoPxj/Y8Q1OeranmeWbT2tzAQ2Fz2YDXb4w7v2ou/3R8+FCDm14NI8Lr67F/9HR8fK+Dy8kl0rTcRX/4GN5WXMIcxN0/CsO9Vl6QdfnTT5P1r5JlyOUQfrTQ+q/ct3wA9vvS05NHsSoRSHevrLOy4fAkf3p0++//Nc//uGbv/zu73xAfOKX39NxnXq6q2vMnFOeaID9IdzbeH2L59vxlLUYvUvqB58OHMc8dfdtHNqbuviFAi15ts+JDB3Of2wb+J0PxXvF6I5kudMEI3S9vWNf26aVaqhum8sHdYHT9joKABz9rT0wa7RvYBlOJi4eIL5ROgc3h3oEHfnWZ9UbA/VEt82TmEWfgDiHqOJFurdrY/qZF5vT8Oq8iswjl0WTGUVzOSdiNrD8F5+19nZe6VrcNljc9M1+cPHGhyuWHK+2lH/yzYEpaB+n7QF2PPuB2I9axz4JBzn6R5zY/fxPlOpdXrNdO3osDkfDvD9ED33l4kseKMEN/mLNRB516Mi3ni/XX4Yv320dzF9x1VO62Kyo2s99iMAOcRCXAIU2q7RSHPzOA6oDT7zja9q5ba3KD10JdpAs23xLRD7xJ/Yc9AUj66+3DCJJZzuiXL9vbiWCl3SXL7A55LB4Ke4Xl+2TF4wAkrax7ZlfctV+lDzweeDxR3zv4ja+fRB5d5y32vc8mjEvzVs47eeIDt0rGr+hUN+kB2+OW2jbn/GrHFhzH30t7Wv7zxzrp8pr/pRX1s235opinePh8xyz9stkl+cc0I6CBOjN2CrJRT8SlaTsmJGL9RoItcUOnrwGN0WTnwD0U3pBAQVML4L4NBNe4c3ynLRo6KHhCJx5KSsJWPW691vgdz6gqyNAo97TxM1TcF+IXicPwHEauhdn8pji2g++kwTnfLd8842wiYI+3CRBXrybAzzh30mL9lNBt+KBA371BV4doQ0esoITmdgPHgogJIOJ+FPkllXql+B91MlnThqO0eUPQes9lsv9yMkT9yT5Dg24LbFhzZC8NlCvgPYNHKRqsZ64ocEPsZ/2YLVxoYk9R+fKez2iS25wPvdF17uv8Skx7YDLb6Ucu1553SHb4e5o/IOVGHCzs/Z34pj2+sIDFy8UUywFd2/MlyrG0WAt/27Kqw2UXCj0j8MbGNntN+PmrYWHceSIlsUEJPqUX7//63d/852b/ep4LPaZ8HsiA6+pF77uN7xh0s0YzD7ot95SOGIXf8xheEDfuv+gpxj1ewk8G9Q5zR36YG/JN2B5CjPY7YnvaPUCdf3e9sFcZslnn3UxGTz0cwZHgE7olH+fBVuqoht4dxstT7ifP+mmNhe28KFvVnPSscbEEGxb9T0ARUhQ5KaTG31d0HqkJwsavkyu+duIgnMhySlvPoyl4w3m8NiuR4bEv7TxdeT508LPjfSlirtCU54zn7CJ2QR9oAgO+lOm7gb8wY/4RzyxR/9jR+Jz7HhmalrRfNE3185JenjQ5/gtP7XOkXnN4HfYcGxl/on81T/EAvc0LHkuYtBcVc10oYVHkBhlFNOSJ6PM+MWOxJuTnjylF+TyxDlzfiy8x8FaqGza0UH5az/oIgd8rcO5MQdN6Yljv3nMNwH5narMPyfmFxmlVXpEFnkimfipY0sXQik639gF1/h1p8Md9hPzgXRGReTuOXFTvl1JiONzsGrT2xSnB1x8xLhrTIgnPO2ulR/lvkJr3F0/7EzHCRP4ppcvwkdtjT/zXXlRsuqwxxLzneNXjHmUb/SPk03yz6+KIwbiTQblm3tL/yUPanSqPZOb656LVVvzFxfHKMhpiU/86YuV1pl4eU4p1vMxa6L6JIcTOda+zpXoRF5bN+8daJMHJII6Fn+3F/vGqfa86BD1EWgb6t+5NiO/F4ffyYnEBeso+yILEHRYpTqT6cxN/EH3VHrBCB25qFv9nWuiK6/qBg/qju16kwn5UDr6oa3ttGeJLstv6ij/4kQuyuZv8uVZasCWTjxUo7Ce58TTzS3b5yUCfXQCKu90440qgWRMIKv84UmpftRrg32Dzcvud+LD+pzzHvAYL7mA816v0fI3+cxL4zVsrTNRbpkxCX+idfqBEbPqVzqOwOwnxp7+Y0xzC/jRe/EDR6W6pHX/ZG5Z/OgSKTpEQNpuwd/wxXvpcnRFfnVfgiGUos1jN8dHbITfiQfdwQ/s+AGeSzYUCBulvhkgVYkdED6eaes/sGaZ/KvDhIGLnvDv+U9lyRPedzzhY+u1HP+EV/gyqsmMXUQGP9spYHn34iZwzgV5oOQ9P3nDnEtcR4kdyZPyarf5Lv6tt+/pCG94sC7ZhxLFWPqocYD9wCKvuq71i598cT/zPfkcPOt6QnQRWT59oI+Ti/g6ctZyYJnwYYzxMA3ztgRYr3uc4elv9qB3mFkmumePG3vct6bY+rxenXQXhVej+LOvsHybSjLELPuehSUfMDd++qbfSFz/Jn3r8DEv8HORJPGQ7S3wuetImzMLdgD2k9DZ/3ANBV0OdbjAA7zObVIpcZu5tRySn8hJv8/DwF3/QKmemYO1xgxhnqOQLxpKcjc25huogd/t8XotXyCptF1begyleA/fFAY//uHLxp36lMMD6+huf4uwx/L43hE+xS/PpFsMJXTMI4zj9IMfxxTfMViRKQyZsz5/U7Nw6JCN3Rz5o6/95VH97u2NL//4v8aq915y94Vm7YEK696CbTXjyXzEgPPRTzov602x+CF2oFPpW0cWcyDeoK/96Pm94jlJts/C9ccWrj9yDuA5TLqDP3lP/0CDDU/ljveEU5j5y43J60LPERk8kMLYmH6x3erzl21IGf6kP/lIXB3jpV/zPbasOVLXv959+0324Xc8efK4+EeLU6MP/LuNjJV/6Obvf/3v/635MzFrvOrDHj984KfOiBs5h+zGkfMufJoTr+1f4rJyCdxZ8AkUb/VPXOrV6a7/He+tNnovjW1DYwI++d0H5ISmgo2R6damjb3AWuqb8A6046E4bWccEfCnUocgFzlHfrGRtal3hd42MigSI0FpigZe0TN1KNj78uY+5irWDpAUfQv35SWQ1GzB7x5jMFOp3dSfYhIdzrzL2uxf8EEO3/BxLsILnfKXmACLPXPetDx1fVs/5XBkBpdXO2c8RLel5uCVPZz10J7/XniI7QsPpKIfXzCSVzhP6RvFOraQO6/3obPXX49FcknjdH2xxDrfBB29oyfd8agqa6ws6wmJbALjZBf01kHHPHSsbpTgIFxuQAceWK4VbgnGu3ysYNtu8WE+y5jMPBp9I3PSAS9N4cFVy+rybWAnoPjhb3az0mknV6k4rhyg2+dj5MjS/4IGP8F985e5Rnq9+5eIdPQ3tqFZc5yqPFjN/Sv6Pfrphlz/8IhlqMLexrYMPzNW+XYwpbpA81owVjkBrm7s4rt73HmrKaLf+Skl/CpcX3uIrs7VBNoxr4zOG7S5j2Cl26lj9kfREfBd7kYdilvW6sCuzr/siSqA8Zlv9YIouSf9buud6DFMhfTXirf40Vgd6kNOdeuxPu3RPKZyAP5Asf/l084BjEMejGRMYMLUYdbRpzr0WB27fzRvsaHdelW70rCOsMdJTM6ckQBcceUiyTbP7cSlrK9/px85R8fjR3h1fgTHvMsHwCi1RwSGtl19eszXMYTiJWEFkMHSwtTnpBMf1QJW/Zu++h7WKMUNj3T5wqzqOKUnSOjQ/vL92WMd2iD/LN1beD3BaH/UXp86eDKXsrx+hhLdTxA23TII/PjO2G8mVumcmctzwO76HLzUftZvb+El0Ey22FDuVFb0RHjgq58L+T7zph3frB4fOEmk37qL3heE1dOLKRO3iVbYSexCNNF5EbzKCR35Jrh/Y3bl3hpoh/rUrnaUHwMu+voiD4v1cFbrOW4HvfpEXek9OEgufQcYo0SeaOJ4kpTIW4luvmD+slmu3jeS0TQGxsoO5M9JATTigsirppNBfQmnyMuigJ+C10ViuGowuFaLe4WqtYmHJhum/mXDpAuv6gdd9ANn1jpOr4E6GF5b1SwHlmNe+/4SiiU843g1/q1DF0jlnYQnvGhBQ9Lf84rm2scinxMoi5Q/sifQpoJvuyuPvmqBKwY6PpXkAD2arQfOfeECowsc9Ra0ozSX07p+Zl6P/Kn/HHNePuRz599iCp3Lmk/AB69pwElxbJ7y2IxUqwn/Xn3inzzYFFufubrRi37n5ODug9M+m4bN05Upt3YhP/D45+DkG5XqFwis+/y/luCriFurvoPDqRepsh58IBTPU89dZfDDo0eRTdBc6lxuXnLkhvfJb5iRc2d+xEdZT89aAH71hoIy2xKGzgvkmMixNgOYdUl3NalfIqv8ysSUAH++IE+D+eTDlTRxPrDKL6Q2077yCN/ivRz3XCGd70yNjPGs7/DBenS83oAvzyn3rm9xegSXv1zAiK/tasNZUxvjePxRtTLzcfl8CZ66FE0SFWJJETO4d95r//3IxUhK1x9fDMQPop/5dqdLuzmA/ljGPpeTR1Whl33h46ZJ0AlscHijGWSYU1u4APxOj7I5H9ekZnuEut2lOqUXzqcW8O90aaT9gVKvxdAlvzqA5Vg8k7wy+YOQKeeM37eZsAaFZjgMHeWp+ib+rycGLxniN8fRJX8SZ0608kp9cjMXQuFvXZw/0E/jD1/k8U0rvwLfF7GJMf4KLyjLizqFnAwHPg/f/XCdemWhcbv2osvBdNfzR8iWf55Rsj6QdaxROvoiLO0Wyaqwxa89HGd+cg2CZZXf4OZCyWcbr4fnskkRdmxMvCaX79e9ZsFj6WF/ei6K/HSgZxUNv1vTQGhRK3t20ax9QOHf1+T0Thvucg/WqcVPtJF/fBq5yS/zwYTh58gRUP+971Gfuw3SPEluHTFCUy99iiN2zotj1fOvf/2bHhTMw28lva89xd39YXZyAUmIkqzpC+eQiTTboMPQrpnuNJtGVgiK+w9/iBw7LEdzp4z0BfVBl9ARQ3vEXPAtcyHryvbd5p+KfV4+4vtOCXa3tyTW+bAveB/N6yL/O8iLinmYwkVdbkI37hyvvoQXPqFAlbrp1TXtNsrDB/7z/8V77q3v6JVtfcR/64lktVmXHBPUWqVzEs3St4/23a/WB9zl/912vJLJliF9vVYKFx70sBrzCn3KWZNp4TddHN4aT11ivxBgBPKZ1zsvBbz7XNEHvqpNHFunf9bdjupU3TftvuMez6LS8dHEox51h3Lmfj6QsWlGTA7GqW28A3INHv63fANecXsEccrKuZOoLH/FjHiiM/+0br7XxV/mpp5/vKUeN4o4R2M6/6b3BfIQoFPjbbOt39TNN0tYt0RTOLr9qBS3R+RyS8F5LmKO8rCyKj6589x0yz/IK6zHOw04/24pb/h0/CGHfO2+2fsi6e1+XOpF9EgG39EC7hsoeZBYHI1UvjSMq1ju4j3Cat3dbLSvv/zXf/0v+YIcCd5bfuhDCb/6em+QsQ/8sqbtB3HQ2AzbszXalc4LG/BY6cz22PmHgHe7Zmx+xOhOe8en/8f8RlzuDC5tcngCrr5Oz9WvF9l0XegXxYVEb6D8pJtnLpLn+TVEm9cDD/qat4t4xfmMp8LnURKUI3oIyoYhT2NXc0/XOPzndJlEqlcXrh217slj4YWOscR9h+CEz3ECdDM+5QNsF99YxmBgjCvqGV+qaI887wEAgSe5mViVZ3pufgT4U+Xog2puMU9YjrRZ+2jWXNz4jTdd6qToHTcTPRdLlxBJWnT4kdjO+eC9dY5d2+rHybN9F5hzSb7pia7nLGlk+MS81q26QD3eLbjIIl7my/XBYLKniI5iAgi4/vM9oxn/KbX7Fu9jgq5u8dFcy81//LOn4yq2GFQueZJnCpIP+Z1pEaokx5gbfAt3tdFTq6nTS3LA0wfXd0/GmfwPfVzyeVJuAw4wuk+DMv7isugeJ8aN0lC6F374zJqH05quNRR3eVMvYUyWeOJ7uIntmWeLy5E5ifmEv+JFgcQk9aN/ceKHraord1jnO8bfrINcHa4c2lpOWPNM97ylsc7imT1aac4xYxnPKzekuqQLV22fvBOX2FN+UNaucnH+0hATPUIbf8vpwO/j/QMTKEr6qbaldN6PvjYn4tMBEwE4F7VQUez4Ta9VqryP6CkUgl148TgWdnImeuybiNANY+eGB0MovfFVZ2jafAkOfZsPk5EufHgTi/rwUT9mI4rfa6RA4wsQCw6sPKhTpkzaUVXpvHXO4nHaGSWr2zL92wsQS6/3yJRCSo3oBVylctJ6/rzjRCbyYhv9xaEv/RhPXS7hSRAnJYsqjklUoAFXB/PyHl4nxVByUm5i1eEBDk/yaCe4wCQ5dKdEBzYTdMA0CP02zMFMzbkJY+uAP6s7oDNxhK+V3DjI5m+ewLGmEuLYVfzwQh94erB7hmJzgX7IgVn8STu667BK5OMzePIHvv53UTRsIdMrvnwDL7+tCyo8r4URdi3BcXx85iP/rsGzf6sK0WvB7cKLqxlrHt8sQOgCHqiKeSb4BUAT8cZP75hwVMrHjZ/+wKLknG3F72YWG9D76CzZ9jPCsDk4b4s68xJ+d7oK+f3tm8VrqIe3kOpNsmi5zSIS47elJbZMG+HQ5Xq3GwSxsBf9VBU2cKLKvCofixTqr2xgHIw35BHX9aQi35RMnvBrqvEJ31Ke8yD16gFuF0IucrP5wAe2T37CPdGC3Kv8VJg3Kf0mSnrXwiPk+Ei4i9/XT+EPXvpCgZa+CCjUisgNQrXFx8NISoHH2KbQ4tLQl3XD20BZvEa7m+grLdLVz2PEwkHPdoZvOhYM9UHoUeBs8Lemh/ihFt/Ud2edmWokV5r32Cx/xLVZeGnDexGhT3/71+NU6nVdrApc8KDUz5GBoaLFnMEL4zJ/09f8CX3xzMzzW+DQzBIfwj+lcmmZzOAYZVydjORCAjD9iZ1vpIXRYZ+d75hPIqP+mXIQAbwseoxzoDs56ewRKFAoU8qPI/qx5mBpPnUkD9V38UuJH45zHkSf6B09CEEemFq+dG6Hfxygsal05xv9b611iOy8FO9GCfPWxxyb9od0WKGXXRo/mnc+yM6cMOKN0i+dNvfV4ZPfYr0epbFf2Wxb9YAflwE1YjLfEmZE0Bmn6saafIwBFidsK/nKt5DuKadfmcu54UMfv6ELs8TRTMPcpoHI2pUxz/yKX/3tC2E19syNzIn4aasju+FGiCyCzIFeT+oCZxz6IQ0RlA86+ilpzBWS5ybWSesHDEq0RY4VpAZolz7Z2+6O6+w4F+3G/rkKci2ZeOhfb4hDLe29NsR+xWb5wn1SwjeqaYgB6h8b0PuqO2izhLeIcCCHGjWRnG/sp4gluugVWMLdk8jKP9YpSuJNKJhb4QnyQBfwHYuY9yysTYm3daVPMtBjj/KasHTD/7ExPoP71NsxFk7XQsi2f0kQcSYvyXv+yAFK8zitP/45dXilvs8IlQpm9+qHavLqb6zRu+HSW//lK9zoU8NffudG43rLiMwXLn4aNIf9S237gx77Pv7AW7lJf0iYn5pjQGsZEXNhPMJjxYsDOB0n/gahYJ53lMsHb9GHiz9nHzJpT9kD9X+8mkxZeSLuF+3UyH6IVUvW4WgV26nfL3ed4GjQVOfOPe58+Kh96dLudL1pAMntI+O9/5ekjDf2pfKL5zDJsgbhcObj6HNyAV1rjdYBfOqm+AiJ8yaWeOoMXbrID/vDTKCPXVwWCy0ysZ6+a2kMDRUzj+xu9q+oLy1w/U86Xvi8YF4BsfjAULt50+PppXalYO3om1XwBzns+fXBvsmnsXacJLRxA+55e8WHfpd1wHNeyFShbnmSGTjzg/5YHFWyL0jd8lSFH356q0DLRdEjN9+GYH/HPjPnr6LXf9b+GUXPi9ACzIUD7QmQpI8iiof/EVf3SU9V9xws+ve66chbNZ4KaxsFf1lXOaC+A779GiUufe3neMo1nvAyqbRkvfG1gSIPVFS3/7cZ6FMjZY/iMAt6tcw6sMbDfhGPxs99y77WObbM+BYW3pHlHZxUYtz5T0jkK4sB4xVbKdXH3wQ3RHOw4uehhxn6Q/2s6cfGhbrp3WbTW9uhkWDLYo77A6W6IY03xVGYa5oV+Kp6b1zZ0zr47adO6XWhhqn9PULLX9vQtN68AzbjQ3uWjSeVO46IU2O8aYcb536t+r/zg444P/k+ZZRHcDM+3b/Ot+pqXzvQ4PrP//yPX/7+978HZdhYWXTYzkUfRPyV+QT9333UvCSfcw2Hf2vCESqG1Jjm/DXWJ/VfbXFyWeD5qM+fbD9YP1cj1tjBkfWLwuHIoL/6h+fsC6Sfz/a192f0RRb8szYfSnzItzrp47yP+YMbTPvyvedTtW1P9CWf8wYI8fPke/gtU2Ubez3sllzHCdqegRx8ap2/vA9Hx5VIlobeEWt/oef0U+zijXJ6c+Mar6wB6PhFb8Wgv3+T7s7HBlqtK3+DpH94JJ6Hz8o3fWOeGHDej/25zskx1OENbvzsCYWuGkYVu4UPPX8pydvTLvz5iI6zdLza/erwvLoQLEd1zxtrbQMPFuaiCe9XLbTrlCl5I30zZ6Dgdb5abPfB8/1uxT4Ynz2mfOU8a25Lv87fonuNz2DWKrlJ8fyBr6y5QXwczvFjc9/XA4WKP8j5+bYBE7NoOe/hp7rbuffEnst+FozZ1V2WlasW0KO7Mx0ZjqUqApil+z9onZP/lsr25oodPsj6CqdTgH/TdUt4W2/J5jyXYk1QWX+5vQLj7Md8oxk9ZWdy2CSPH/Bu6TX5L+vpcXpYh13mfA2g4JF/zUW/hTNUIcUnusYDUePhN/SJ99sxT/wa0HPeoNBIZviI8RhPzb9FuTVARnUDWJsLa7sEhdP2N35F7+vyCmauGzBvRspIX5Obl+3NuIfXnT+IlTF/Li/xPvhey5fsPa7lkEyVmVfzUzn4V+NUKkUvRkH6K5tjp232alLRf/jMcBJVOLsoyaP78jc+97g5/rMHVgi+ignkytjwW/nibwDjPi05olxSdTCy2oD4Frv4+2l8qaN/fNLTrTrKZmifC/viqURFeTBbMLTOLez1GAqSKl9Tf8VQhkmmjHro+h4Ih04a7OJvXmCFLzCsOtgGPLB+hjewDwQX0F2f0xm+0UNaTKWFRDt9dLytA77uYID33ffoyaQ3+TsXVoJwISnF6ZSqRNo+RPPnIh0mkwWtH47cV13xffuxCTbWy0fkSiO//wdaBL7yUDq4YAu8vvH0lvWJgllPhw1B9ycDmycYTRenjt7QI3PKAKG2BTn9kSPIC59g7c+y3YBUMq5uwNWsj5CbCRYmit/q93hRgwWQiyz5ltLxVfXNhfJSJb5cGIrKwe+Eblk13HJKt4ReYkHfkicdL5iOhbT17Jhxa8wFL7ccCeaKFRMfxQMlE33tiD/Sryy/yguVPyMicxU6DS1/HKfBx7OemDUOl67VyI1WdF96dZ4SHZsEQ5kXfbdEc+pazN8rWMqgcPGuZG1qBIk82TccejaOmo8XnFdMwwI8QPUTJ/M5YX81NzjI1QaJi8KL8ZnPw7yLHbrw14U2Cp/Psd4HGPKDoBqhzPKXOvnqXZLtfyC4UD810OnA46cBUBd21h/EMfNa6A4cu5CfGB84vBvT8G0OZL2rrKkHfOCX+PmEU3Veexz94Bn7aUeWvA7ZLGJdPcKLzsjrWlv04rV/wqtvYfcjvNksTd3uOG2jYzcrrPGUxD25IU4CrEs1DcxRvmz2Mfn0YLizODr5BHejUJGMuh1OqKEQIW6jARfSVCE7fHf8iY/Gjg2mYhXTF58hB8UeHHlAU8NpxFUlxtzax8qGO151udprPAXjjj7bR4+rvGsLeRkzfJPJ32bCLBhpfvqqEx92jT6DEqbjw7gxDE6y0evGsrVCq0jboLYIlZMjb0qFp7fl243NtaLNo9VZk8706sRJnZxk009LW+x9wiSAJyBZY/lXyq6DhuISFfL/N7Hrt50CzeeJkwVp3mXeID0vyWIIq9l9vAfbJPvjjOsNulTweeW448m3F4rXhuP2Cn6B5GLDcoR60c0nN9+RiU8S9h5DV+bKMvHholf4wspxBb6Q0I8HofpLD+5pZxn95LGxQPfEC/lvEUdn+h2rHpcLIEsOHnp0vZeTF+nJnveOdW/rprlzW3r6qdylp/IYmWTUfNDi5Mkbfl5qnUxk15SS+FD/ni8W8jrgD0b8Gn6mvedzKdCNv/yGrnzGDWHF+zK+jIyS0QE9TaPK7xLyQV3LhLL9zpHIQC8/XSfqTeOYmGe4gttCnX5pIpnxd/uux+Nr4MQeqhc9ARC3NQ/8ui5QMr/vm/Vb/qF2TBsk+DtQGxGRoxw6NKHc8+4ECx7rYV0bq+ZbbGE0C/OoF1vitJTTJvRXPbRIXClfZdgX/cHS87fUSayZg7X7W3Ou95FnM2taiGx3Wn/qE/ryQG4vbDXfnHtvcJ7rABdjKFhpfjcflW9Go1E9T2AzvmkOP61hxOYyb1dG2Lx8kosUzwlRK20pd+G/dKwP3sr/zW9ka/WBlis9zR/P+wsvdOS5dJFscKtO3QOdc2TNX/E7vaGzHOLCO0K3vsklzme4oOYHNHV6+unz75o3+P1TzoEqwaZbP8tH3urrEYxZD8UVdu2vIoqaDLMN0p9j6kc2dMCeCn1cT7CNIuGV7tlbH/o73Wc9VAu3jx/3S/mMUv2qA0jN4cnDMalvND67seiXJMjgzs1o8ateB8sx0ZicTp2cIv+/wFf/9Xtx6TQDcQS+QIcq/kUfeFcK48BjyFLDD5q3fFh+tZ82r32Gh3UyM0nBHwu5MZk0q+vlULnfw733YZN9X2PElf0qpX6s3QbyYVPjizRTB68FXe6yjLvimRiKYpE0r4wj+ZVdfp6LFi63PRwHEf/XP/7XL3/562+//OUvH9eaSPDOGK9MdGmoD8/WQhOv44iWh0Ro13ePyML+iTQcPMGjjn7Q8Qrr75X6NfGWJ6wmH/Hntf97nEQxlAyfg8+5GjIiZ42N071qkUs8ZvzTacU2hcfWMq08d+dLBdorfVGuOrNuU6Z/G8PMveBPedG43NYRPywHTP6zfii6dzpxmn46eKf2yueqRcIQflNf+B7aWX/ljf+JQ2YUHZgzXY6eNEfI03vtNuzpI7xfe5o35dsjmIzrcyPplRZITluHEjJh8nimukLn/iZ7ePEYKPf41KdX/w4CVYPD2hU/gpt6ONe7fY1/dfAXyWAlI8jAXn8MSLTis+Xuc3ZxM9vkbBrIMxtvLS0fcnE1KtciQHHDmPpgf6Z+9q7UlQP+8oIQOdfwog3qKNMXgHMdNLIxmT/i0T8Ekml8fmFj85kzAPbAXeeXLdu2Ieyharu6X2b/JIHVKejRBbk/KpPWl2oGATyvfEfnYxXj+Y8+ios2D7n5WX0WETjq9rYQ0LIB2ntBvu1VR3Vpe+IC8zl9jfBYTm4Qn9BwnTww67j8U769R/bWXhl5b8luX3JBLVxPArjYKZa9+4XQOvlCqR57jwbcfRk5+PTJHwspfebEqAtTKPXCf0N9LiKVtt8XLrtqG8ZTZn46SsS/vdPTM/LV59/1BI8M+cTVeinw3kmKYQiAMX/UV6BorgvCxheTnvCqx4WBxpNIfsoDIaPQl28uBcjNX+jj+DiUIPKkkycKiU7C1dmD2aqyAYqewvWrqnvrAXCSgyD4GoHeW99A5MT88L1fQ2h8C2/7VYO3IchNguoi2hrUaz9pm0/CRY/q1mN0xK6rjLSb+Okrr9Iu6Jrjjp30Zxwd+tKkT/CDbjbwJnfe+SYqSXDVN7KeP6de8QHGkE/4Bhp4t84FcU2k6yJDOVq/ayrZBlGaHjb9jQZwfbIsptwY85NhQtMz7WCpDQ3yyNOboe7ho8LoZzKHToMasGc3TlHUUEzvT1RBDb0XeuOrOcREDwZuSvVZzV/276LySh7dbXynVwovR5kPPtMIKfo+5qRx2cZmVT78pAs25wJifAVPY8kdtke89rd14bZYw88XP5a/LEh96Esqq9t+MQmNVeorPO64CY6cyI1+iTljnJi0aKqSZtAUH66d1MvL2NYBWuaK6JIneTSHLV24kYG03LA11fjIU1y+6el4MjMRrOj6RYs4vIdZ7sPu3FiM3riGi13SOG4DrDzh9S3Qu3ABROULrznXGHK8nXfIOGXaVznAPuhE/tMnjT3mb3V88W87Mo8uWnyhhyHef9Tvuknvycf+ERrfGOaG1q+6AYx/4EP+1v/4oXX0y2IpmyTknp9X/vg+dnqBlk7gYxnzesYYTgN+Yr11P+b/oIYu8VfkY3NI4LXlCIQ+3LCwHjqqN77TmgQNfqDUjmNf4mQS4ik+tZ8jcxd9U/fZH56aEjSwczNefhQye5XoqDgojt6MLibV4a5PdNcFGVImCknvBjy615/lkVd0HXxpsWmrNw/N/Oo3OBxe5Y8O8Yz4q9L61k1Mai+vNd8bDdliHvQPHUMX27H7G+PkiKV76yesSx++d3zRAxodnV9+iCKw2p08mNrGPxbwkx92sZ0kOdqhse6i0/TN91k1H6Ws+Ext7jbDZ80MxmWsU+549SXpyo0xTQM5eUFP/We8dlMLPRch5UXnCWtVtaifwKH0zQOsYzyF6xOkIRy+jrP6eJVgbgjfAic+kOQ3xYWD3D2+F+5qd43Fnrg1Dy4xfN9pjbINQz463kvjc7+p1rkHcsYnepuV9PZ6I0LfjFjJmjzFn9KfeVBHXpdLoY9cA/WDlPuXzhDzYGT6jfSTH+iLPh94m8rNtvsFgMxXeOPtUjs3hnybJ/iZZUM7cbDlLrfr2+YxKuBPfh5z8gUPBRDNr7y1IoMi/jU0DJBrvxoG9vEX45hSF+SVbsHBRx8+QGuUbQc5lRgyfzKXq73kUY8spCwbV9wRCx7eYO8Dj4374I/IFRfRgWddpa4v0wuWuVtw64dceHu0rDHkDtFhT3mkboB1Dk7a+OH0Wzf2Ccuv/NaUPC0kfBa/ec5fLCatLX1TbqWhM+yZS2FC1h8dyo8jtvWbpYWDKw7eK0QbtVWhH59MPGxB1wmjfc9q8NBJ3gofu0PzgdbMj1LP/OnW+mL/qDZc5h4+wifzFPaxn7FektkCzt7TaBPo+dR7PXwSXb/ojQ0Ok8g8fiAvC+lpHuIDb9fp8xm8YPi0jlEVWbFND0aJP69GxE5eAZdzhvjMeiLEFzEqLFojQySWtfWASxgHaX0mpheQ5OKT6PuVK3EeyMKxrCsuLfjWNo6zMJYo+Ao8v6ZZuUlblDJJeWWM64fnW9HWFvA/sf9cc0GJ3L8YODZiu3XAn6wfOm7YVcwF7v3s8pHDIjoxgHwXy1gt8rehY1Qgo+bDq2XTEMNR1hbyosPovlTnfI8PPKfVCQvzbiO+5yZwYwDabG+9BO8+oOv2YindOi+fOJ8+cVZcyt/jRGajB3V+F/SrzjNoP7/mWjdvNaY+8LQOOaZzm181fzFT43Rs5psbv+m3ptWBAjpIH/2rTPzgb3cI4pu/yif6nBdVdBybP13vwJu41nXlQOGFcbyUFc/Zv0iV3+Q4c6Ykse6ZVJotHvBuHZ7gkap+5qFMlrDJH3//pnM04z/gQcJNYtbhjzr39+9jw1gFmcmjNWAEq0lHl863Gquao76w90Av4UJbvOkbP6OseP225glowHUkGCSi9o2qpYMOLkcfYpsH+hghxJc1Qy65lMq+ANUo3HsTsfqqdPEbUJkv/iU/M9dIj68cF35pDHj4wL8U8O641lv9sw/Y9sm62fiZ3Jddj/QrJvSRi+Bht/+tOOE5Px479LZS68PyR67f5RhNTAzH9Fl3Z+Yj96uPfP37f/x/v/z1b39beyqIBg4spFtL6vHpgbUtS7R/UiLk2tEhW6gNbo9cyZrzY+Ggs6/41W9GUkX2LBbrULs5nrcGppO9Yq7p/MU8rpRplZ4W62F/cg04smZ/zM/YpY4PwOGI/+4F2vqs/b025z7LwCDRrzp7V8btZyVx1kk8E94eVwhU6b5YAvQ/50DotLrFEprQvcZKeoMbRohPAwa3gl7ew+t4H5OgTh9MUnjXdz0Wvz4pfts9Fr9H782UA2nj0+RH+8u3/HqMbvEX6xEx+Oc//yk7Mn5znpD+0vTodVb4n5m/VbZfi/AnjnmbXOTB7+wTkmuHZQOiCGqNuxdgmcvvPROfvDh646uH8L4yWBBP3arXhxybj9F7jUULQVZyJ3JueaS+7Ddq5/L5Mq1+aCQ4d3YBsBwPX8dbfewC+tZAULin8Flvx7Eqxi+Dk4Pst0TFlKTj8o3q6JWxp7ObT7FDkoTR9U7zOHpal7wT6ytv4hHwM/nB2JNM1runQs513DSWE5M5B5WtthhwvYBLx5zPIBa9e/0dPsXDF6VtjKb8XD8Wfu8Wbv1YW5GJFmLOpxwX38H/xOiJrwn0YZ+M9S38wqs8e74YSyRD+lf2ewdZejgH6hH2m1oR9feem9/L4OZWZf+RY2hjZ+hiO7GIrYyL1a85k3rGabDBQafaxzExJd8O31kPzemDE7Cc14Qvpu18UF/CI+CKSXnAl8RLPlMAAEAASURBVN3UOxEgjgcEuHPka2qCxQ6RCb6YbF3bnpqUL2Kot2RsJ/a5jtMe7UNqnAcxTtKkSOAYuMoB/UkhJRr8vuJY4Sg91UbVLG4YjAEWuTTiN46GDy3ROEsv5JonmbNKnCZZHh4BQhM6GDPIkR2YPku6jifZbx0vzdqdjvDZFyOXjpNo+HOCVa8OD0Q3zHuT5ONEibIXfdWxl0IyIreBLZyBNhMX3Bnw+qd09Lccu6tvBs3dvoNXyhyh8rge4OoVueU7EFQ9ffXXtT/5kAFIDxeifX51UUwDWJsobmbgg+P7Ky9aPOHqFWF3kcNX3Zh8v3iywOdXfqQl4wAZ8aPo17gAGlj6+RQkB3/qRiPyvdImJwHXRkQhjUy/69R0Ymw9lY/cyBMDnq7JMVhe7ESiUWdKfz6wQB5/eaWMaIUT25+kXWGwO1aG+RTBxOWwSIuZJcwl2SRUlto6merQ53jhYyEnF6zFQNh0V/VuLU2sS1nsZeOdsvTO3m/jvLXpArs29zgFQdfJHjiyiC9HV4qs5ME3jFsb7rzLpsV09lnpo2NJn45hr8uInz/98rs2N+/1ePR7dhgqjS1xjUw9Rf/pk54u/+hxNfnhI00z0heovnWniwwxWBkkeuzoSfOke65Dg3yNz2UCbN+yJnOY5jgp8f5Xnd2LONMht7Ss0EWM81Tge99T/qJHQ8Ax9jElkJuJUZnjA+RO/PYlnrGrsLeOlTH7gXVj1BsmfDOfqcGLseqss5wmbyUnA4OFcCnKZ90c4UQS/s419+tbB+/Wq1YXfn3TG3vgBv8pKvXLU99FgUuDueauIQjIQa7rJJlLeKMX662mcudZ47WQXg7gHzvLSbyqKvy2EtjRjiur8kj3M86V4rTi6+hrPuSSFwkE49eD+1Qjz31CNHX7EVFxb3g9sUKou/RBHGo3+k2fMWYCIy5P2gUGjm1rRCXfbfQQ3emP7/ic7NwvCOiLxIypUyr7uc2GeK0c5I2SwzEtsjm88WEcNFmCbmhs0HnA4TN7WW4g6V8u1E/toSaXj+/qT9j1xJnxu6bao+9N3r3ZNaL7Vy5q8+ANb13oyfedpu3Stv10TMzoIQdeMe7rWy88vWK+QvDJ9woxRWZjO3GP3Pi5+wBwOv8Xv/Ts/9k/5acMOm8UC12uMcP2GScwm6dXzPBojEsXuXe/QQlfMpKifhCXK5w7qnNkhnOXcDnB//hB6+zXvOrOpOujOp5YRc/NdCJT7xV66h4I+OLqj8kLtJbCkVm57csxnqkPrn204o/yee0PxO6oi66qbZJnHuzvTtyedPzMvlEnl2jKyTH/8Pe+7rElPFdqu+XH3OMLFLfytlRjW7roX/yReNbVyLUSNzHVuUfPD0LNGbJIPChEJBivsk2exUlf9SSYfzbA60cYw4f10uMdkSFYOkXZLWv1VaW34O3nSC5z4Ty7Db6hKB14KNp9a54H8aGUf4/TH/GZ6LUnwXYXxe69/uYFh9qDQ6ZPf2Z+e1DpAuq8stfFS+9zw3Y/d2Wdpk9I2OxQyufOkdq4aOsTp5R8PM/lzYJYwWAV/NB5cdpen7x3XJCJtEHX/UMZDX7VARD7dW7QtnAdgVKcxqFxmza1r7Qc0WvqYZhsADf7Zi6uTQquW3RSEJw+D47kG5hctP+scxLLEx/PszqiK6+Pr25csAP3j8TVfrsqhMhd6H+ycyOoUh7Vgz5g9q2uQdinCmtjXX6lA58bgJTmphsPH9Vn2giMUvm8Bvvjbx99Hss537yQ+cDybRB8NS7ZwzCX8n2NqV/lWTYq6K/f2uKhFmeSaEXFh33iyu3DfIKwvLAQ4CnS2jzJLrKVCz3v5EEAKyLCd3pogIdN3n1kPmUcnTwvL+CU+rDwp2PHX/ZloZt4b/ECfh8XwPwzHGJT3ee4MQ26Kcd/VQ7hiu+Vyj44a0zBwz+ZhL6cA3JMqVxa5GjfuMFrnz/KZ8z3P+OXxe5yYBpBVl9rSefMnQvyrVGZQ1VjTN0BBC+JR/3QJd5h+6uvZTgCd4ZB8Geuk4YXgLd0rYyShiXzW/Sh/65ncTnic3wNDnMVR67rlo41kLWePkr4u7rbWTdPHOExfy4I+ur5PV3KdeMCWIlmfda4BewvwCgPwy/6A5+lNlxganBjbJbKmzDqP9L1GpMfjQjiAdeDB//mfB9yB6M4NzWtD2OSc4uPigc50rU4dP/OZ/Q69xGuPmKuwV50wl/YcvVPYD+rAa8Jb3zM+27szzJ6wEOvu68r647OuvWFL/WJJvZd7S5+9+0+lRGQtYRzAGSxjqJ+fzqm+cR1y/ea8190ES4PKPFWCNJBHFLRZws8Pn3hQUvJOSnTbqD6Ex19COcpLd3XYt1m7+79O33SsaV6tf107JrSvsYYWq4b+NFPsfQ1P7Xxx9M1AOh6n6M8yvPpiO/3tV/lRmhjGv7DRH1mHlTMgBlyzAsAHCHzh853mwtfyDqEAXiRgawDO3gLLjyvZDre5xFw7/LeggGvHOotjGffyC/AR/SJTtCUrsfO4SUpPDaFrn09mmafv621ee92yC0Ka+51/ah9yCBe78WDULAnS0i0vxGMnO1YMSt9bNoCxpE+xiJ5YJnLXt6sxh6KbRR99QOkvSuiSVDEUp6Hi/6lDeYHlFpB9OBZyvnd4CJE5ZzcRRjMGOD8fhrHnlBnYYviGJzJFiVksDb3dTTtTsQc5yBCDbFViSO3E5Z+8LDxCye4mBnn40V+78gcvJlMcO580h88jR/pZhLrWNxA6FtO3rJDd/qbAOWRY/SUr+FtAcLDPpr6s09V4XwpuEDPwFLDZGw40JG++iZ9JDe1bpiiF7CJV3um/4lqChvuU8DlhG5Cq28VDz82E5Xn6c02hBN6oevVb/Q1XtjCxgmdqtfsAxd4J0XaLcVv279hMybu/5+3d9GW40iOLUkQZEtqSff+/3dqrRk1QXBsm7lFRGZlHQBsaQI4GS9/u8cjI7OqRNFd/i2xlEyrk3B0g68iG98rXmJHgNFp9LKJ6OOmFCzRFeC+eZuYlq4sXiQGOZu5fMIOObQQCM822wpmcC6mil0N3CbAOrDNUx3oHN+EPwsisvPSBqhgMx6jCKNbMpgfvoyv84F9dIBTcorneGnZEIaDz8hP4yTzc39ohxfsI1/hLvkcFHAwtTcxeCVxcLnZqL7uvVC5VgQn61l/mxCdVfALvOpzUk6pMnq+kSzdTPoGf6gWBv00k4Llv7qn85Zc7JS3VWVr1RkOnhex92zY+OScv87QvhgkI+Mfgo+BnXbwSZWBzUkSsUo5b45bLX9KCFULM5BSlP4+jBsCyngTHz6xSX7TR1Xx/KT4zs11+jZO6o092isbZcY4qtieksPxODqkH7mFI+N1zILPZtaMLYsWQNt4eAufEgvZ2iiJCHgnb+jvOkzhBWbmSBcBYiRofAeWscIhAvCVib7xC+BKlTW1XMuL3DodegbHV/Oh37EgHqyJBbV/VWE9iHzIS7nyUIusyND5ldCpTOSpJx5CJ/Mv2KTrQVXsEbnjjwFSlj7Xj4t5j9CWdcoGURn+4iI+rDtUkCl190QtxaBq2Gvm5uABsRNtbh+42rkQwck+g2U9s3AMOKNG+PFJcBIr2CW0EGZm/BirpI+8cyW2E570aaLuA1bpmW8VUYPK8UNy9H/5+Qrzim2gVRuULvk555/tLZ/9lcg2oKKY1YhTfCkOJn6xFWzzV4zAQjP90y4g/omEU/VJDY34F//+wmIjE+Z3bDZ8Ye0jnCFaspIkypzEyHbSxLD2eAgnBOZJJ+YGdEF2waNfUmOzgHuu6wPNzn2LthCjY8YGDz1I3kNYPllM5AhZbkYWK+OdXjeaL8DzFi6woSbZJSz/Tr4bY8vZMYdV9ktJG7L4tUWstvv7QDLyxpYem970iypy2PinJhv/LHWfXZvRV/6U225yaIfZt+lt2FhIcXG2g3yk4PdQfwARz0UOJDN/pUGN+h8dGIOqDspBUkVF1KxzsXzGHfbBHghbNHRq/DmWFm9oh3f4ha/xpS+CpAxn1eUMLO6DDndrjKt9cwK+a1kONEq/azWUSLFl4w0ZJtYkNPTocdvoaAQOfWe/hGEsG/DWAYFSJt/rV9ppe5eKb3oCsvkGrXZRq9ufaHjOQQYGrMeUoQ268a+Yd6nK+4Sa6JYuGbvovH+7L959R/+kI9GdTljK1fuM+eqgbnvhQodKBR+7d3wi67CRDZiNFNfqxDYYLnRBVssMpHwNnIBALF0V7+mU+2nNOOFPWNqXXW3M3hOKnffvWQPB4R/xbRyvzYlfyw2d3kthGOqTuzIX9jUk23UUWvzToz7waymsM34gX+3wo91IK69uxiHQ1L/kCmjqqILxI6p7qGN2rytq6TcB0clcyzyeeIsZbA/hI27jBFjTHL7Yxrar/YA1iF7GhJrarf/0V7/oMX430blI4WUvCUXZdYiSRN9yqQgtdK8M7TOOpcAbgy88UuOc9tqyc2hzIhcai65496Ar92KzL/L+gt2AZGLcT/AkTLwDSYxlBKgfmvG3bcYDEuRHLmKJAnYSwfJjfeSMiIeftoNAVuo8uBpAxx+ML1N1z4lnvdR3th3oKu4I6BitRxuL3Bf2JdnrnjqUnmi3rfnJs36gbfkW+1uHQFLWEma7fOE7KI4+aO76ln/rkuAxDZNTXf9ZwwzNkhI2i05pslYyZhZ9zEoa/k/6BCBXxo7xiQ/mFmQN+wUGDf7wuV8cXnHEiwDclzWGPaK0/GGLxI5PpKBneYhbBIwNtv8yqVl/dJb/iH/NzvNv9gvIJjpQQJ5zP7n09JTCPah6cQi2cezHRsDFzsKn/0iML+zJp8p4EEiZxOMGi53q2tNM9ZaFfs6/OM2RAEfa45Pxkhnt3/7t7/rd37/7DKqyrrEuPcBB7kVp5DrIumjbCs4GSsuAYF/oxC80xg7on/3bgST7wA8m3IPTr3MfiZoH02CTaM84jR7gpKe+IF4y98tnh8yBqzbtoE657fCDXvrhdabwSFv5VZ4NCy38EX19fCG5ybtUFtexQLhIOOzUhzSdPyrHksHiSi9iS2V4dE4EJrIkrmsXbJZBBgBIqgmRz6FQsYo0Q/tI9TyyWT4Bmj4IsJ847jq77CAagc8eApLto0wfibYztZ01l6ThYFhkdRM2UjvRSzrxQ6r0rrF1P9tKjIFfO1We1KH7D33DS+VpHq77Wv7tv9dn+AshMUo/qmf+CZ1zLqAfPay/4MZMi2GkU/uoeeIWCHzSiivXop+LulTe1slrU3h3/rGx1Ve9In/iNPuL6yxz0rUYI4z1GBGio3r1v36Gf2OvutlOzBvIw7yvNd3ntkIiChz+mseIfRIye/+vwhcdXDvitQ+p5vQ7GtVAGxFl2haFe4fQMXXJjS4Wn7MGwTIP+WdLBAZLfc/GwrEADxdNYU6cB2VdoBo+7kAApdoEm/INedgm9hABlUmxreJDZUmrup4xSCNWo/pl2d+6RIcSaFyY12l404YDKcxMvxPV0Q59RM7vKtMx8uOnFTTIFsXL0/MDz/P4JkqzmD3g0g1a4AhGY3LdP3gfSV9S9aS2dFWZ9ntKP7JExsrqsy/sE0WcM7/IimlDv4mp0oRG46xt5Jv2bm0b/obkk2w1/yc98f/jC9++pzhdcqose/o3e4l1BQI0iBq+OSnfOqcdCv5pgG32qxS+OzZwj+lYdejOeBEG40nV8LW5Mvd9XpuBY8NiInIS7kIR/ijDIAcp1EjNUzuvFk54EbI9mfzqF1rZzNQu20CF33lgYijKtr3kOXGIEf7od7vKTcVv/eb/Nr/NTz53oKe+6kUfvJGL1Dy1yNryc14lRORtAqaBABA8aYttT10v9gH0lvDX1Wc3gDdV9DzxnvTMolh97oQ6aV713HRpD+465LuTOOrrQdHRNuir5ZR35jn1yXYO6/LKJFsfFwf9XAbMoglOu61ssk8bGtA8WdD2A1mhic/sT5ZM98IdBngmW98EjcmQw3aausWBmQpLPPrO4UrHd6Tq+wJ6OHh75gXKDZWPSunxe7XWZeKGybS+Jq+9VXghWp14FrvWMOQZ2NhMNNS2+uEdATZt1RcfweYhZNhVltRyxaT3dOpGH3jo8tXfnzUOUTvzLN+KwBGIJ+pXte6kRet9gHjzBz2x8OL7gr1tXR3vsgZlL6BdC2pyx7JEKD7w7TvZ0XaEg8q8AfuPPOyTvuCbxgOyx7IDc68Nof0dBjqFGNkSBsxFt07J0bbqs+Qy7o65xuiVwklwy1bY0No2L27lqeqZlkVrC2PQZ9+USvLyoha67Y+NM8B7aEIfcmpjQYxskY1U9q4AJZHQwTyOznexVTxywCtbbRsSsVnbkOWegDvnaurIGvwN3VikZdNjXL3SNBbjTXH4Tv7au/nm9FQiNuBDzp7lVd/K1PyJyj/T9lbNG1H48w9Z65PYVK2aDLM+3ZCmim5W8LnbrdGPeHv1EQD0w7dzSZCQJotP7cPc1jLOth/GlWS+OfLeUH0m8s9frF9uEb+lpuTJ3N05/7wRJxQsn0Xa88opYe2DXu80qK3qp2WPk9CPlHG0EnQSAxu5PNrSB6L9JNHHvN97gDUz3/gQe5V+8ztf2vF9bncCVftUBtTYbcRZ57dS3fkTfXqhhc/ofwcD3JjsBSayXPnid4YIAfneIkBcexMLxgT7kszH9K44AOXws+BYhMOAZzoLSmTgl/RKsz3Na3PqkTM9tXnzaU3mqyQZ8mTcI5qt952UaBXMyFI7G/VHLkwb3CT/CM4Be8rvOJBYzg+Y2uC+VrQdUMrFO2mWjOcD0Wbb91WvVesDJjYosH4Zlao2rD1k8GHRcXMPXGPeNJHTNiyHI8e0TbXvTFR3HQq288zDktJN5ive1rVGPukPIutGaVsuwdgmRzsvRwJjMtjLvjuIqQiuY4ILf34hW8UPPHzam/IlUZ0mf6vQ0X/67IIzFZ9nIG/1LhA0hqb5qZ/1rA+FrIMcXv+QX+S6EXS/x8UwQO3aXE22fXkrpw/2yyapLIjVvlpeC+d69dr72nKnaRmQY/66XoAZ2ff9WqmVp/PRMWZkw0QwjFFVOunRbBvpet6vQdc+pFdylD7tJPoYT3f7pTdX8EiFMb1poz263AOAnveJ2zLSSTMtoXcvF67tT3nlal6YLX+Ydv6497f+PTlzFbFPqt+x/yknfH0AqbzzfDC23tS3fFcbnnpsr4fC2XfSOMuNj1MmrzFmI1sgl/nrcmUNmcgF40N4ZOVru83f4z6ItO/96PM+BpzK1DjEdvxz7IqGk4VKkSt9hVfRyTZzWZcH2QP1dM2Dg+DoUYdxdTkO0RMf8Pz5p//4j//Qw+b90o9HnVhG32H8nfzRA5vDtHt56/MB/unn3nesNUS0eGhnW0B15szWT+2nazUhRs3dxnf4GxdB9xouCovGxR5DsPR6jls+8C3N6leZF85dOJDVlocOkQP+lkFX9gL0LVOe+glv3+OmvOIJuiuF3qpOgf39M/wVEh2qR3uqX/Vqe/cCJ/xZLhz5Hffsu/ejwbLBHXDq5fOO7rv2N+Remkufjida9J97N84CApu8V2Lkye7rvriLSBH+Ys5o/HY6LUuZ9Izn2KarYIZ9vjC1Asa8/KsufBU/9ZPyaUOTlf1IPgcfWOgwX0EnSXEOJRaq1RY+NnfbICV67K/5FOWZTrucPjUMDwfXnKmy6jzw5Ft5eEguD3uMc1570gG36y8x8C6h850ndf8J6QmzOHwyPbhSEmEkgfeeN/3e8T75nrY3pbFb5+KTBnh3eCwxxyCRacHUAaGAaOD2j9YZFicLl4FBnz4AVvUlvdPhbC8S9PBF/dJ2O5DKMLDNVQb+KZV2+5vf7VI4aLzwPAjnGVU8HRxZxM8EAoQUHgmyKbcGLquNcWEJZyyxLnh9UPvJe2PE9u3z/DKxgg6lS9mqw+xI6xPAR9ul2EksBtFA00DxuNSbGT7GaYQM1h7EEmx4wbgTJWDXOorFKSiRcZUg2YKkP7hnWWYQDqk5tOu8T3og9/O8Na93RhaMIAQD3qZlIrTYSlcjte+el095tx+R0kZwwoULkwz0gULIQN9x83bfniTKo7TJSz+qRw/oQqsPWVM2tC5hFtvQttMT/Rw8vRvCwR2XLUK+mR6daIR/da1stLetep/8CaVznsuDgRCNXTKx+uts+TqVEIPsS7rFufsZjuvTG4Px9a4Ii8Okytic5l1m84oINrwWIb3ZqRl7P5jVwFWf6VtODkqRv2Kjl+JQhuuE3LybZOIXGH4zO21Ctl15yyZv3tV+yNUyfNdn+23T2BAaGYdaWdK0THjn3QNwdH5KjjrrpV7xXhsbVTtnPOHRFjk1Knhgjm6iw59ty8Is2RILCAmna6LVhz36umLNSOKnAzchcEDDg2WS7QEclaFd+9DUVDjqTOhMtnyVDLDcoHjsqo/D16TQn8pjdvLJfDg+Vqx51hRt1oLYKfFWe8ePbEDwfWEk2yyptpHaXZdp8kldbgzFwxgdd9o/zFcxr08puv97LqOj5Dx12WX8VntAr/MppiamxZvfNPYGJjd5tN89GV1pz0ZLIPEbhUnVF/x8xQ9Udj9gpYOX+EQ7MQBVrns0D8HJti7XdmqWFXuKVeAkoSeU8GXt+Ai/FJGL8fZLPnre5m/mzKVMS+ec+spvxouoISexhNn4CRPsAHxwkBkfUKfvn09d1+sbKEK7MoZXmAFTOOQ0LAPWKTYWpnApSyfGoA4trMPAmW6GQ7CgORM8c1qpkQNbPgb+4FK5AAGv8lM//U09/PKJ+VNX+kilddJIz8fXymt8CY4+ll/zGfmix4ToVG2npq/w4qtjPAmmScLEWKE9RlcfOtzlbL2oT/mmk5jz3HyI0TjlrcY/WD/F0ocdgmH+83r04JST97l+IAN98KU9n/1Q28HzSc6P2rqvKkztyicwkJe1A0u1nRZSww45uq5te0ROWdWwvZSGY1N6sK7kEOc6b+Th61ZK1l08SqvrQutrXVADcZgku2vgwzdtrFqR/G7XYjSvrK3/UI6fZRcfnjJ2b3a404q/iWtiObLWpsDSj7zk/PEJsG/RvPM46/aZZMT+1fOMocgDr9PvoUBfcTZNDI7s9Tf1OiHjFdjikUP7i75RiZ9fuCShVc/iMJPZX+qj3Pbi8Um4X/Q1u42Btl/poM+M00cdinXNt8y0R7/awPSZb6uqIHbsaX2jom7vdZTjM/Tu/j20t32unN/XYr/Mie+hvr/H9CRbdTUm7lTyWLW/JLjSmiulmucGFHqT1gtMgiXW+GmGeNBHSbYHqPi0B0eUzUO9/CdhZ9L6pILksay1O6CC4V8Tb4/fU/VLHl/cYaibkugB17+Ov8IjJ7Y5E218y1DjA3GYbTi8+szve03yuANf9EuX317/+dO8yFB9RgbQInMIWFf19QCE1tpIhU2XdU3/Puvr9LNOj/UFQ/I8oP0R8Wk9aSaetdeXaJa9eL4nYZxx4y587jDwPzp7bAoVm3/NVydB3n267AT9ow5u60u/+hZQ7KO4Ie1PMnXlQUzxF8+sJyFMuTIvPwi/9imf1k38zWXNwSKNHLYjFh37vaDN/qLt5hVTS83MPctWtIz/T/jSdp9U/ayveeSrjUnct+BPErKVVnPawIMG8jK3klOn3TRlzq5N0KHP93aiXT6VAdziAUtE5HwotV7LbzlTHcZD57EXdRI0/0p6woNmZYVm6+X1ysc3Xm4uvTvs2X72lU95pJ6A7tz1yu+vt5Qf35bz+5/xf3ljZ/rNd+yaT7lGHr5VLd+skVjZsmIjBZVdEX8gIf36T0n+yX0Zbaf+9DYRb8HZMMA2Dl++4UeIlmFY1safWLOZp7lvtE5irvmH+chxHvHL9pK/k+0CdKvwlan/8R//+dO//Mu/zD1zAZhTiPWcmeTz+xJLdvR+vWC3HBnRhSkRA/LvSS7rPriXfs8XVTI5/fi19j1xT/ah0/gvDfwLVAxdXj5vU+s7WiddY4sIsMVvf2VqHT6FCV/4h/eGeV8iXrj/AIU9bX7aZMsOrcYKVHJueOhqXCJHNitftTmkXNf+3w96bzR1fuWvpB47WQCLiSMnQUSp9xnRi7bafOzJdEYz/kc01e/7ArU6QaM+eLXT8B71unfqdFm8al/8tt/rEmjxPPmOKD+Uvfr9il4ZiFuN6KVjobxW+f4gLfh9ra3CIHUrhTn/t1PlrY3CT3Eok93t6z6HQuLhnW9PmWsvfvL1v7Xk9Pd9F232KELAx73/jo8yHpDC8Uy/bMWc6MhznImg8q8+3BCk928669C+yx/sARYjam6hnk+nCgFcJX46xvMrfarjr8aOXaG4t5y6cH5B31d9UlMT5hpj3EV3rjfRh0vH7bk2YpfF6wVHcbD2T1sm21ISMcaRy2e3HhSW0lQ+phtG5csZmu8vPFjRT38TfJwVnOfkYEL7TLhDrfobg1JbtM7Ypz915prCqNGp8nBP6kljaO5xMYBvsuqMfbs3Ls2i1Aetg6OV21WPOiu/9aADGpW1eemevixt2vKb8+ytNm5sFHpmOJfQVLyuc5mZ92YeQDzc+0mG5luJqCMmJo6ZmWe77madRJZTtpPfkj2Rbnqs04f7dI4muQ8zQH/drdlkgm/yzbwqFbtGwokWGOKOkgOpyB749GfgudC+S17c5jFKQU6/VcHKEQduo6Ep8E30s0Hzgwq1y3/LeDGwpNpsi6Z8Frij5b38AO1BTA35evBBnYnPX28r/tWB9g/THKIGZm/mT5zIXgXEQ7ryO1O0I8O9P7gx0ClH4KZX3bv+fhJjAWlatBQLxU0bQPBDlvAtDvnCOxtvZWwXf7NpJRL12x88+P1G8tz1AcxVnIF+FdEUzng7SfJ1uSt55GqJudgvOuZYWVYQm960/8mhvcdONnTvbIE9+droT2tihQgbZw4KYtslw1Fg4ucmlzjkKy/tLwung6mFxk02AgvxeOh9kHkpIudvv/3203/9139pI/vb6rdr9ENBs76sdgp33ajzMJWJ8Uzr9zukdG7y6D1sfADzm0REAwyXOtM/ZmUvYXnoj3wD8CYDht86J+FzFhsWtP/+bz7KwdzB9TrH0EK6xlPaXq74Uv/CIb2wYy5l7iWx4eBh3UoAP5tggaQgIPnQ4PAxXWbqQfd8DK/waX9wrdiFHjcDbHz8GymDEwDFreM+b1Hjy/iXcQoEEujBuX4I8Y/5DTLCLu3kP5quynuDfZEn9CpDqafe2muOf5mTO7ZfIfA3v+Vz76k8Lx03QOxcmIzBbCSLr94h/lYGocdbN9K3auzOb9o0bq7zNnGcTUN9dCUQ/GtbN4rX1o9r1WdDoWttoDi06lv/3ae2sYXHmA7outEDZtMtLWjIMrMI/akXvF79hBTCfZqQ6JoEbUWB8c+H+v56Fg2SHAKWL0gqEzvcMShx8+KbqScjWndsfvWHEY/LsssjjQ3Y7upq3dhboCOT3SR0AqaHw9t+AbjXi/et3HgizEHRVyldOv0t3DGJJxzmOauPLCLMSzq5QWMdVx83bXTQV8VSfbluzQSLXoJYvCh7ct9oniME17FT2Mq7If9nSr75FCnfbI5OjPXe8K4DG8GcMiDn/m27yjIEVLUN2/wmz29AVVMd52mtd7LdM97xwPfQOll072/bl/wJ8FJG7tNTGwCd4+PqJmlUtP/x3YEWOTMeCSD2L1/OfdYmeyl1jDWWoGOJRJvxvfgdWDvsMl6Orluxcp/NT21X/xaaB2WzeXDcdpZe/SOI7TTGsD7WIHzw4edf2fdaq6IeuXQUndgaOVI/AD4oQnNuVEWfF+s6NovU/eS//O1fNdXwIm17XvPKQU9vnlHrW3PxK6X/f1rQ3vM4uuuff4dpFPQLxIylieHG110yj3Xt6ZkXmW8+6e2+7BcHEvyZo/lpJdIX8XBcspSpv7yCof3T7I+9PkkuJ2X+KrPT/tMVAF3Vh5zMQRxT8h/6T8n7AkA0zqxD6TYHCdTWVbYfh8dJ82ob9onZI1rJAcS+/McWspZbGy/k51xem595+UUfBINcaMIPuv43+iK2/XGsEeYXRK5g6yL9D3losm/kRH1Zqw9+aLvIF0zzq4xee2Z/an0uQQCF1wTcmaDlv7w9mbkTEARVHt1TBg9978n3FTFPt0l3kEs961X8YfrDq0Dlia1tX8lM28m7eGcb+NTtoxJ7k3O/ym+nk0xLapVW+RaVcUYvIwn/Op7Yl7htFKdPe0lo1S/YGj6/68XhXz2fCnd0sT5Tho9lUH76p233vHKCRzpx0vLj1/I4adH2Uf3OuzTu3IntRs22VqCgX7zzsHHN5QJrf2FPme68qHc/QfkOW1pZ3/aaUbj2g5vEhGmnm5ZM8t0JWuXDiG+SytIpNcpOB91XGV71GCxnp+wul6Z6oUWb9yWD9ET/pLfLnN8o2jyf6atRNbKyv90MOEfhk7//qb/Tf+XBmMlSxKGyXn8U6ie/zM2e/FB6M12lxMDzOc8CuhWsL9GmefHcA2ADDtRJlE9ZTxL4I/dhZ+suW38B/W5/aqZAQelhPVWk3zJAyF2CkZr2i1teLwPqDnDvdjnrJ+1XSteWjRc7U8dfebCwbU9seL4XOqG+8UIvn0ykk3oeSOQ+ozSaLzJBfLhaV50deb/AV86aXwBjpztS7NdW7Fj5yG1vdeJZ5pnn0+tifzs/fbGhuY/cNWQgNuHfv937faUzHvZ8xZ4kjNjHh/b4SwOHvq+8THE7Z2DZ3/MlkUhivkn5lF1Wcu95oX+RfO0+QVU+AQ6jrHbNF4dPlz3RZ1Gaku0Yeuh0/gb1An0osGf2w1/IILh8gYMSD7KTAsEfeFE3+0zvo+bgABTwsY5P9pGBoO/+h7NpDOJ9FVBJHhcU6dKlP1cKPaxsLbhEnRkI44u2qZsO/pG8f6BPVWQnJpiXti8N9sMX6JzxpapVCqEtDPHEWT9zmH+OD8Cn9I3zenjxsjC7bGyNLpwP8osKmJK9T1/4eCKftjHEA8CpDy9gIaaOUyV3x0jseaIigyC24m9UO3Fahh8+wBenHelvnTw8BusUHwHNvxT/el5+J4ULX3X43mFi6v6yNng5X7c1bLucCSi217OAxFzpwvNHYjBnbZEQ1T9KnwkQAkWnURbcwBrEvnlUhYWBxKFok8RTu+Bpx6fKmTT54w1fEV3jrjg/locXwucgjckkFJYDtLJMk0d8B3EDwTfcnuQ0APy2bgkwCaATPMInlFVDJzWFRh6m0vf0AJN26+7JaklC8+CTp+xGSbtkV4PRyLcWqrGIIZPoXUmqbafa4gRiEsRW4TE0NspjqfqenRzwehMleujdIDxhKHdjhQmB+Z0Di376coS/6PtGnw0jXnLNM7+ZuMXsd79df5cm9UTqta/0kRer+OEhBceArlH2QCqV8KytHU+CwqekyplNrY+4x/bRI1C6lpyK0Ai8Nn6ybd8o2Rtj+Y9xODi2hw8RYKqJVu205SFcOFQ/5KEPfFJvphEYmXPwnsWR9+8hBqRj2zDBq7xnzFdXEZHMTMS/jofNyjQ+NaDVtODTva+zcElS4fzpN7d7EwBd3kwlhKKH5iXNjNwqNTG/YCtCCZ1InZ+iGe1Mlu5RH7kuX7INZaZ7ki1govtzP6UTByDbL/4Udm2oeRHhJqFyP/FG01cebFD4WYtt500fyqtVc1AfluBL3PSL7Pgn8YzvFl1TML5/r2zolO95UAUOB7L0+WAQGfARthVZfaOJ52R+r/In/T7wn/OphZ+Pr6Jo/CA2KfZBHtlxeKeHKwebWCt2xAcbv3LLVvJZ7SxxlOJvMEnkbHbAXfhqLE7bgmsUX17lSR/wqAZnaO8HiOIzTCczAnT79ZrlRUf5e8iZEq3FzA0GLWljfWhfWjN30xbdaIXmVwXyho2dgrF5UvfGQehAiJsa2DxLH9Vri8gYu4X99gVy5/enQUWOyEJ+E1V9SVuu8Cif9tcmrZ/5vQ/crNfwTwwBD++8YR55LIvGyJloQ3Y2eXxiOmM4ENANL0X/2UE38xi8mBcEuPShPHsWhhY0dHW//aRxiTTr9+fogxxgKvNgL3IOLvSWzCZmSPiZp2QIvIWVHtJHDdtGomzi6bfcli+0ltxMPRF24Xp9yJQUXnCeurHZb4kW8dN1rmtKbWBh/8kL4nvqUKHjijAlkUkCnOgKsqAGtpZH847Rz/+vZBwE4G0w7JQbFerYDEr2pUA9742u6vgwsT40Lfmm4VieCuJ8zavMdWLtOdVyh1hJdj8MUuSUzGMH73tpF7BF9SV68A0g6HKoTXS5Dp30lYtFil0c54GrjPQ2/rdJwA0d7JhPBHKwB39S8h2H0zr9Z7vlFzn7kX79j9yRz5wmzkIl/cgEDnol5tPb3zrrJx6gn3kBvXJjGspaMaBhmYaXGFOF/4halpP3ZhB4cRdx06fXeGMT6iJS/wODzuwFSLWnK5eLBrDTtrQw1cLfmei/t1PPPRKQUMKHf/zxu+MfnS4vEAJUsqNs5Iy9EP6Lfq/MigH7P5BqB5OSbH8SzKNGLLOZMJf8qk8V9aWu9MhfA7/OI6QoB2WxXPxr+1a3TXKV4vNV/e4CvLvWFKkHcR5Xcotpjxsb5807P1gHESA+iGHA/Ttjou+5k1z/PLbGSdhjzasqkzL3EFcxI/081CVZHsfc8DGQaOifAiO8GVfUJ1GCj0ELQ2xoYTlttjGCyL4THS1VRDM88nRNsA0immHBpA3+zHMXOcRz1cVsKCc/6QuONS/fDCMo6CEvf9CPRF7fKQIXPYaIoeQ0ZNefXxJSm/d8IsEnGmhWyZBDzmV/qlid/jYHdfhg1vPn6DUy4HMOFzPVa67C6QxfkWTnbkl18W/Tyl72ObbnX+US+NLtKNvH9lPsCO6ypQlb1HXh03f4xCYyHQkh/ZAd+tZbsnW/308ALwJTQDb+w58YxMfKxrbuuqM81vsAhnkqcyL3eeI/dkw/tmOuh74spsGzYkNtWXvUF0uaz7l23Rnbz2o0T2l67tvb19z29RjBh0KSEPogudZgyasXTqM7h0LU861S8LP80sP4sis2/9XfMCNQ1c8ELG1ulx2dgLH/4ivaDKM2aJZu22uv1sm/J0GHVJlap63le37nRT9/J42z3LkOfdpOuXThRWq9eVpfr9Aov9I7ZTppneWTbsvFP2mCQ50/Xth1kn/Vqv8MXNKs8+2fevpyLQ9qi75o7PbY3tAT735gQSzpH3DgnWnj7ta2VWZ6aPNYpnwlEd02+mPpHD9fOVdAPsSFmGMUopGfMfr3f/83/ebvv/vBIgQr+16zNCuNHPkkcHAza4DxmugLK2yvxARqH4S+mJiPZVp+wdYZT4YdptwPIFNtBbnOPXcb02d9F+7pM8Y+lGMHvoWEOYDxLYPngROxAxGlO+3WmwdqX3Mvj374f+NHdup5ueTUY2NfS8zpXmMUT8Bnn8L8inTQ57xEfSOsv87W82v4Q41+R6NgGvm0o3NGhK7g253ZT6Nb5bOenAORxkf9oAXnE7wsA67PRehHaUCRnXx8IM8ND2XYWt3lYX+4WxfgxQ6Q7LWGt6nRNvUZb/4WGfUJ3Kk02xI5Ts0DRzt/hW99yKz21p/y4npdQWzR8zxGjr9cjyJ+4Tcmsayc6fVeS9/9smKZmOZsjnM3DPHHF+TUmZ/3hNJDetvE5rf9kpPKJylf27rH2D213vbJ7qOUfvDwHbZifmGdt3BypstGkk0FU9u4icvNBdAgBrx/Vk4Ch/Gj2Yqa6LBQ4yNVBUPm2FeBeOIfdPxSJEAAzBkicU/SiDaMfpVX1ozPTYtB4//JsV+OwGfciq/3fd4gQJv5LzQTl4Ljn3SFLrtfE4SpEnGAPl3Xao/WO3dRbxldCkeeP8nnBDfpAjerymk8sSJ8yyU5pJOf5bwYW8bH3krdK9mHOG3GE3Vx13jlq9+BRR89n9CZ2pYJ/4eOfSII2xl5rH5lVfuM+4iSOe8MAviR9MUGSuEBH3bjbvH5N6UJHMu5g8iwyDx0KiP1lguDjQsHxfbfy9TtYekCfPCIOXl34h6Ykxb1pvq29Mk5Xxiq5sv+PbY5dNlmK6mVe5/qdVPw0KOHi4LQa4wqfCDA8nrNQX+AODdgDsoHH/EuqbK5Mpc8gKcinUcWk2i/2lpP7OulC4IRRsAvgygQAeSP9giiAmUFhGy4CKV1X4H/SkDKWUDlbY7df5bg96TIHSZ1pEHGqVnoVDBKJwpJFwB1We5jQxJe0feJb+Uhry0CF94hfF7jpG4Wzp7TZpX57P+4jA6ZpNbAmTdiPsLbOo2RBFw9TrzKlnzr5iBXI5MDc9ErLnQJ2JMacJX12r5rIFxlwiaECHkelu3+jZf+s77tcW09a14TbjKe/R0ctGXz9cSbtg+ILIKBWRPlav+4UI584uJbafsVyG/LZWvLSf6a5PEleParHcsExATNBoWN3/YfvPz1EOp+1b7j9VXmM1Zg4bkOaYe0H0wLDbh87XPmBzQiBV9jk7ifIYyUT6n+Je6Yv0jdODE3LQIUba8hCG2C9xiQe6rSIulNiih67jLyXJgPUgz91ayCHm+IJHH0Rf/+YIHxhloLfJEGnMz6LyLyguhW9gMsRXg+m+AGyuYhsPYffF2Pro53FNVc+EmfVMFqf3ADY9qxjW3pgQ1iEwCtx5E/+yFYyxvOqFOF/VnPXJYNQTHueUwF3Q13pVGMV4M8mLnAsfeDEZ9wdpuNt2hQePXllmPjBYWFWCHgtG94Y8fClt4e24l2Nn+Ii8+0OGdoNnxDUlfiUfCHv0oXEJqpn/lCvRdOIw+RynYHPeuFqfypb5ugRB72gEU7dcmlQK1s7+iFVuwFDJth/3bX7Fqy3qaf8R/46yiyKrqw4XtKfRlD0kQueCj8ImkwkNX4omN6U/cb2DNndi1hLNUm5cdDLX6DC3+ZSTsmr39iG80bZnICMR6yX2nrHaba0W70Ngihsht3/Nx1Kg/kS/V78sQn9oIRIdlN5Iltndyn2xqpzk9wfNINoB/WaL6WRW3jWBqzsLnNfMJN4flgjKGAfdObsnnZ1uGar68jtqI4djDe+H3JKDqXdNjpbPfNvOT43rT8D4KMstY77HRL6NnDQMeE+1/hioY/sXcPIdr+mm8atW7tW9gxT2LEjcRbboax3cYbm0sXt7FuKJ0vgLphXeJR0/eCgmG3PNfy6KNuv+iFbsxjQ8u+EyHyxsRi80EB3uBYYir8tIThRfsY/4G5EvJNoYVPLNIbOOnl9lOX4ratkqcdvMgCLcXtmrfjQ46CsJbn+JJ6k8Pb/rdeaLaIGWOaXbaYKgUnMrwhe2lmn1NcOp7ssxA6CKfBtjmEADdWebVJaAcRfuEj31xBF6vvKcQ3V8g+EPbhkuLKMkmuOyx1P+QVukNWOXMGCmDl6BY5V/wga92u4rvEfIBZ4J3fJmNePmTQ3AIZx8Hh0lNG4D+Do35lEkq6GIMysZAxquxtMhdwJ0HzKcH37oe9RsSGlQ0a7pMAbTtpbh4oNvy4/0YXGZixFj1Ct7hPtIru7aBIAcN8VTUWzvgF3oHRWJvRD30OIZG581fx+iLSk1WQ0/cA6Cv61pvysS6gB8n0VFy2QXWl1lf8pFnSIPBOwJFWDo8B6cNf5sLK3b5FIeirSsGxXBrtv7K9wL9UgC2eitjjTLEzYl6Jtl7bnDjfKr+b70sTfP8mrQvhu8XMHoJzJz/8FQz2jJzJQXOyXlu52j2dB0UVcc0eG9KKOuuJJ43QuOIPjx/IKiMo/yytsvXhrsbdSc/lUdtzFKoqOVaUdx504//ipfqessGu7eRNwPB3bVNEGOaqX3G+lZ+0CnuXhXaP/wn7p/7iPuUn/H3sFL6x/C7uF9xhD81katammvlM7dwHda7T3bwe/v79p7///d/9NcPge75i+vW8JRzp4/h1bFPXn/69nncITpR5MLET5ZncnE8wrbMjM7rEHLixNz5F3sGZdur9A/avJOLXVMmJFf7JLuhF8vkKfGcfWBm6VzhEMvw9PgpPp+mPP8hOWN+7sE6HrWntC/vZ6AoOPt/3AZlfveYMgq0sOlg8PthjAhB+fuCTFPOZDeMcXXEuScXKFdkrEDRSrk6hiiLcqEEPL+khBE3pfNHHuMCNPeFFm/9Ev/O1o2VoWK7/0Yt0dkyL6Exg1an5j7KzX9ifSJc/MIBybEAdf1gVLtIde6s5c+aYHX7b7sxRHABlvHzVwULsSfvY+SDYWKhKOd8I4bXvX+MMTjsVl5bMJfDY/U8lvl4Y+a2MNcOhqkmAb+E+0QO36kDXow/6ihEswIeuflXBcxVzzsjn8xaV+bAKeL+rj29Xmy2jXctX5CZp3GB8wUN6pTHafO7JZ7Gx38BJIVMw0wtmzhZKXgQZg4y3Ee+v2WIJlkJj4tocDh0rkZBahOHlupaLh1/iM1oC11j3GCygMAO7dQXOMEOAMjDvE53yk0OwgGl7xakBj4HwCvTDLcjoOVH3qNXzHZHoUzmxU3Qnb/kd7rfaod0ErbNOO/U7D59ZbbSiO7/j02gLWtYNWprdH7S+IXbplCv0uysA5mO/fOZ1iR0qmygl2r0AaURm/pEB1IiCtsso6UVYZeD/5GSHNz7aN+34hL8+W6FMYuMCPVLpuDyGjUIBAGfVp7yVJ1CkrP6AzkPFCAHPTgoIhux1xGnYlkMTKT5OpeEHpwNavYpZmq3f89JIO7Ihc/+QO7rf8c669RnDelP3FqcBHLucNKKzln91zWejlo2As22VV16LOQQ4nPdX6wiXBalTQvAif/FoY2AT2H7pTJ+A/F1v8PIcEs8RA2c68Wj/yB6zFgR96NzjjY2Lw0Q24i2ak17L5MXrRmdtOEY55GIPxAGzWemyYA4F7m2lBz58/Pb6eggsC/yisVYellUxMXXkTmyQR0HTGGcYDppeePlNYn1Sd07ArZM2JT/L6DK10b3QgDuy+EELDy/1aQ/Iw+Fq/8SnxRWfe4p8xjLeaR8v0LI3X3ljcW3jeUo2hNbGWJPNp/Vpu05gO6pYy6MWmzX1q56NkApjF0iGHnkYII8gBa+HtmrcviHuFcN8ysWfMIcnMpRu8HOtzBCVv5RR4muPmSP5eo0v/1Cb7UMPKXZDb79pKRksNl/bPvJmvoq9wfXmXg6FgmNtRlUXBEZZypnvsG9n8k+q/CEn0eP41HjDRtDkLbvPX/RW0a/KkQc8G0hfKfX1d/lHDUrEglVQObqgN9JUJxVXQl7wdh919EV2XnrEe6EcnoBC1+PAdESD3Ey3vcLbALpozB1ywS80wEP7k/8uF/spP+m3nPxj/M4PsRFyhDo303wVa/SPHvRgi/cpevlQUoDo4fgmRkUYn2CnkwbttOFaeCMP/bSdqTqdbf9suTSbQ2/zjSFcV/xKarNDLOCRFb/5OjqkfeP5QMILgXQcnPAiJqEhpaEsomk3udGfrqsN0vt6Na7lQkp8MDCXueEBL5shzTmRAQh81gR372kQ8xupdlt6cPdj+p6lo6NtuOm/I5k5Ub22q96o1W8yqjjzxGCNjjycJiH34j0g9wwZ/Yc+pxhj5tXkCVY+l+/o+vmP6PD1Zz75qBYOGrjrYz9JVZfyTs7hSHA7z3laGYE8V0EXpZT8e42iw+9fuWXa3Xm/ZPLfrQO7aGm27Pr3q76ZQdJFxsGofMDwD/kmDLze+kAOfRTz+D7kl2VMhTXKeIKzzG/kNS/iX3+sUX/Ijx7oolK7QBB6wDaGzOTNhfUFdtmrsr/RJ6Fm3wGN6iWqmXsEy89HkKL7HsunT+gvf3x6psbYasPn2M4rU3SbZU0g+H3HAzhZ0xf22wLyoRs24uc1PnvuGPwRqqLVXqXtT3Lge9mnqYc0/SaC6oeM2ActdqItCRvDjvlfuyjJRDwIQ5d83XdsaWwLrPqQKo8ln8YnP0PQ9uZwGlQz7eGt97XqwIYk1xU74MV/br5clt3Uiv8/SpWr+1em4L6YUPrIhTUii/Kx/epXL5826fz9Eb+P+qAL70VXTGFVW0C/XkEmXiohlMs3v4GVyZmHtAp071FsAexAoQQ+EuToqyw0UeZAmN8C5l7HSfSyc5QsaqC1OL3/DWCvshX3J6KDNsTWf//jH/7WHCEW6CUvze5tqbOn7aeR278QrfTUIPtA+gVHMBpxy7/EHOOH+Tn6Rt7iWQZePJQtuOdyTArY94Fq45t2zjil7P2whhrjxr+HZvwIh88Cw1yidOiADJ7L5t4uUwF7+eD+wqStouUFW/DuEU1/5aEq0H5KK/ZFq/MFdiDhZr9MjED66h1skpesmC9oDF3ruXA0X8F3ZMNni4dg/Fu4Iwu2gtcXPlU0qWsJVWhAxrKjkyrv9Cj+P5tDvzzgh7yk6hMb+LrgyrMw53rWvjPHHvwj4Ut/Os7xothAX7XXBwou+/4zzpiEfOXVtua0tz/59hMTc0wf/4IDjP0uxiyd+IS2prNc+PZ9lIf35nOHrZxtb/2u166LloNB+nSBKfKP5h4vWRvzUOOq8+b5Stj2kHlkNYmzfVJIx+/4lrkb+LstOqcXhzz6xx8pnz5+teMpo2UaYk/tbYNvedPW9srRuvsUgf5E1sQE8diYLfyZny7pPHL2z/bFTac2yJ61IG7Fol07+OTv3//+d90rHjEct3lOwQdOO1yzTiuG0bPzCzDI/gdnEwryjq3om/GtxqTZABte4/Qzg0LCr3mMOYv7mX8idR2DhONDfNr2h+ZLkiLyp19sCH1DoJqwPlp4Kdf9Br/j3k+Y1qfMzZYTecHhApZQ7dNUzZP29jcHDlqtm6v3kGMjkCZ5reF+AaRJtvfEFWVS9uiyGXoRBIL3OohMlE1acw+8tab/8hv2lbZWFNr8Ibj2DGpnj5TE/YZih32RbRa8n3RfBgqfLotdGIPsz6qD4qK/EnlzY3WpL+CDnUXMqx0vXEGlLzpEjuM6cVE67dn2bEty4MZF8Rs6OzWfqrJ342dDnKX4xfHgl7XxqdZv7p0B8wX7X+kSdba9SbGOYCDF3IylfKGxPhCC33geklNXrx94O7oMcdM4L4mHs+WpjD87f3Qd5Z6L/c9nnbOSsu9BhtiJaRjefXFapSfSP9hGnA6K+Ji+LsyJ/ERV7qe6n/2kPexv+kYjnQncuUg2Tqe5b/I32Rkg6wKg91gx+ogf+2tcgKM/ckmlAvrOeLBgim/7Q13IqL++HMj9Ljjokm/tM1ezeXeRuZ38CU3h5Wwj6xHyMrY75xhQc+YZn53A8UtT54vWK4/HlPyKPnywoPZoDrz3vpLjPPenv+OKcup7PjI/j9pyxKixXVuQoW35avCegx+CF9igaTcvt9sbgTgXwBNnypUX2/HXbwmlvQl9+Cvs2U4Zm+dZQ3R/gr3jUD953MvlGTi+jSMUKkOkEz8VjCv5JInkPGzU/dTkfMtnx3HMojmX+Zj7qRMvrHL13Dk+hY5S9Js9C+drYu374BkfwCAT80DnbHDyueIhUEFRBKMDOOSFLAKSsG/OAnOopVqS+dHZBKIN0YadI4AJ76aXUoyOQ9PVesOvCFZOi5djRGS7hKUfgQiWQn9/Dr86mMH1rEoGVRfyj6jfzUGdwwIHzEeI3+q7E36ErwGS2/63BQC70d4HU7xB3VR3uX9tWqK7H5wB6kPFMzLQbZx30PrH73pKptTfxHLlOy8ObvGC3RHf34kdMOzNJMHvvDZRrx9sAfnlKTEu6NEWwLZKbCENf6/pHHTtBb83+JQDwwAtRPJVl7ycA+cAjRtQ2fg5GDVxcHCCD2qhyJWJXps+Ri67Sf/NsZToV/puFq6SHPIcfH3Yra6feQKJ7A4g5ASeBi00FF0WS+JUqZPbGjMzkblz8FL++MqBDwxMl9yhlwe8tL26kHjVp3VRWzJnXmGhxgv6qsNf9bXM0OGg6oH1iD9MgdHXM6r2698+O5Z9uDg5IhMXAABAAElEQVS0NjpxEneZiyrkyJcxSB8+4b8EQwnV07YPfKCHD5t2GaWnHUaiG8sHkg0oX0+DsvEymiHBPVkq2Uy/fCY/phae6B23X3GzeEHnnJEjD/BsqvLVkapA8CEhlYDUw41obAVw+F0R2rblqVwbrjalpfF25b1pr/6NDtbCO2ldQAwjyFlQiePKdoV7V4MHsmMUjWdu3IkB+Wq5WADcuDmOXwPZ/PwpM5HgphDfcsNxLvCv3MP3tT0tyERCLGR7sg9t7/rAK42htOnNuLjDrDlAkOUHDeBMzIXIA7HCUP44oQxEmkY5VTk8FCU9GFBBk5jfRnVL+DKNkbClx5JQP5oXC7tgLD/joOmUo23fly9bCLy+XXzeksBHaB++V5s39rDAtslbUuoIHNRC7z2edB61mRHy0wCy4Khfbpid2ObnQlYn8X+ZR1S9Jced5jFudH+WE3nxzBSkYGnfUFy9y7v0uAZrYg5tPyI2DADJ+qf1gzYaRk+qT6lzdulPaL+Apl0ER44zBgAunRibNR3G7GWI1mvCZuw1uHHjoVIfnhFLleOKkdr5O+nsN7BZxBmhFpL8MPOXH1avdolvBlqP9R1R7Nv+4PBevmPOtw7qZ53joIJ/1at5SUXOO9/0woO9G/f15ocpBhTdm85y24CvTuEhSw4KNLGvY86dA3mIUdgw1P2SbPq7Nmrk66uEYaZY95wi3MsBwAhS2chNU3sAZKNcuQZUukpm/TXhx84LpUNAUmY9ULcOSAudmN016IfP2fauXD7Rd0Olfcu0e0KfFx35h0x8NThj/07jxHkuxx/4xPcUekkw+s6EcyAtOyimSNhw2RKb0safykBkTGT0IGfvf9TltOm15TtzmEQE8/NeR038ZhojasWC4By7Q/brZw6nMq9gqt+0L/Wc+cD2lK00iA/abXUp/7sO3NireZ9CQEwqPNWTjssy6z3OiveU32mZP4ZX4j7LZwrSOXwkmfpOnAvNsdtnvQTByzLG19egI391Ap45g//SLGdpYbd06ZnGhfatwnj6+pV5iX0YG99tH/O41S3z8Al7ZNg4jIXs4Qp0ZYj8vf85bX7a+orBWpn9NbzBsd53oFXHrlS4bLnaDf/7/Nq+H80rf3Pw0eN84cVxx/ogcb5g54mJk1fx733I2lSYakQP6y8RgQ+Z69hHw399ZfDoD25plw7zu8eDYOBzwlTEw63q1+OQz5lrclhXyf56Xn9C4eR/UjxhTh1O+LafeGfZOstWOy7O3h8rn3zBfMd77+v3IbjlGJx+UrM+PukU7s6rkra/9e/Nn+idbaX7Od9p6bg45brzyR5B8xvwCg3GJfoQg+BBL/fIxwIsIh3/3xqHF94T+N4viUZkzU9p/du/7a99PmUEnzFC8llJiutafc/5hLZ//dd//en3f/CQRjroX1Pmtj0m0x49Ke/9AfOA9ui9kSqBycv31ryqtd1qeCoQz2qXqaWbZFDuh0cqbPrxg382TfDocsoYCp0b1CcY9m77zLJ2jgCl6wds/lpOMdUiLitrztl2uot7+rm+r2+h2TJ4xA5yNOEDEg+BJZ1qKOomAacPPShuvDz0ChTlgb9nIKxNyFVXj98LzTvytQ4Zv+irUMft9ofwMcupX214Yp/9tLceWMYOekYJ7POjqfTe4oW0uzkf7AtjHbWteywQX8sBoQh9m1J515UQq00PBm+F2LS+AfK2m1uWyuEzpZpqmQ85FG9jw4tdqizUBVaYk5n1JJhKd3WGgWPQ40fxqJwY8F2pAuLr79r96s/7Xliojz99HkVJ9tMRJeMuYuS+a5H/wUL8Jf7IIINYTz8420oSrzyAizKevCWkajxAQ5EfSB3fmOYprZjHOT+YjOIxyhhHLu11eBgwaa+zbdm5/XXjaVmw/bRjg5aBr+725cCUjvsw4ahRWDiWBvndfOyHbW/Te7XtnQ46cb9AHnqMr++33Ql7lqvHttD7UnmDz09UPqWT9tkPtMNauWP6VWWDIw8R3zVhx9HW+6T7veXvue+B1ueuWfFLBGFQ8gk5UhyZxQWn+20Jug6FJKqfWXSDkYFl9IAJtoZigW5ab16oia8JIF1wxRy8U4bWsxiuOAwufODI/yNYyttAc9lvOe1W+OQTEmebGkU1NFoGjnJS5YOlz4wkQOTcMNTpBw/4bYd542hO/cOH5bPhUy7P+ZJj6RsZT2hgIg+tHUiE6JYvvtPE4lk5coJDO3kOLnA8f5q0rQeLXW7OfW6rQ4vYStkx8fLpSNBkgdhNh5ANA1nDFPlNXHwPv8akbXUs9t58Yjz/nwG59BZ9tZMSQ9ooCbZW7GJ2bv78G6wi0zZIbb+gy07gezFZM3z6Y39kmfrIa1kP2csfirqP1OIqa0BLqO1zCGBXYA69CJg/3EkM5XdyVYCU0wV22iLmGERttgV8RSs/3J43iSy36YPIgdrAgKO/k3blBJLUMcsOvNJ81YO8HnIB0wmNchcqaEYO8uFR53FQqDb/ti5IotbJDDzmDMfHuF/GMxRre+PH/pcBeBgbLQwyF2xIMXic90QG5GAT39+ien+YvqnZQkS1qf0s3aHNDURSb/5CG2j/yQ/gYDR0SowiDyW92eW4iXy0maZgE056QAgRpe2b6BmuzB367WJDsJGBCf306phMuDzsyu8CyxZqDTniAlsw1iNL1fANrNvim2LAIrC0j1Bqy1u/6MKDGj7BwRtNnM5HZkQaZdZGO4/bSz8+Okia/tYXOleepimyPbhtfGUuCV30C43IRj2JeYxSdaAjsUme1HyqgrUM07/1z7yTdQQapVne5Ng5dCqnbzgbywKAG2sYD9CgFfggge+3AW3QymMFfEjM+PNbrGUiEPQGj6YLrToZfpDnAn0BV/bm5XT2neXdPyUYvqTos+SzSshWHSkjQ/TxnAsdXCbBGBt5uzHj4kpeeFFOzRC2IgbxmBKditSHYG4XqOMEtgLo2+KNJfp+VoAwUiMVn9zPCFv8JZ/7DntCiz+SpDbv8ItslWXRGJ2tu29MkAc+4Wo6mQQWSgrQI8Vn5oge2jxnsUn/yY8bJHnCG88Vg6JdX1fu0J0rNtDiFToYBXNDZZI6oOr/dAPoPztPsKoLwl8ywMMIz/nCGZst15Wect9Mx/meK7AEMvDpBBKHTKSwSpsb5pLxD8DZqnC61b1O0TZjTSuudeuaZQaQ0QRqVJS2PcDRH0lEyy9v0ocJNHpQCFjsjV+zPlBfD6A0B9iKQ5NPj9aM4J7raXwFYAU4lFo2xT/Mb9qnIQewAjt5RJ600Y2bPAQNyO5eqoke/rF/uY6zisunzTNIkTdyFAb5ePBrPwuPf4bgpTFKrLsq3VNoA8kfsLoKH/r3nJjw0Rhy+f+WAzyHmtqXbBNT9IEAWsYaddbNPFwkj160C0iyoF7500obdfrxc3gIyDbbOIa0M4O/6mAanxYSY6Jt6N4yMsIf2i3TZ5DLBRjHIrCTbAPJRBOti2fxRSiyq3PwCrP4Di2+Pcbzo3DN35Mk+4sQL53iW15x7Vhoe+Eg6zbTi0CdF4AJPDmQzL8qiOeCUSv7FODQkxhrKg/63C85PAdBafQ0jlCYqfzJgDDa98Fedw5bzvhqy4CHJRXbec8HlQW5+hXg7Hk8upB3CKzc/Ijo+Nmf/ERWwbGHI1X31HJlHhmk6Coc9Pc/5fCn7HXoRFS5bdBdZXjSJ7q0meeDvOEgee0TeGQfa7XgL8PyMLfzF/3ImTUhcww0aDMPB2v4tp0QKz4yoVfWA3fYLrRhNa4k+Nf/bphLD1x4NZKUbxoRPY1f+tDaeBRuCRuu9QHFSOYzenudm0Yy5re1Tkkb29QzsfAGH7jvSL9+/lXfmPW7bIQvNi4kWVHYb3v/J3nuCdut9UydHguWJWPnhB9x1cTalX7g045RHhiUALKwb1FevbkvxGqkJ3/QbrsSZwNH25kcg5ZXesumpWOqwvN9l2I0Or6uuaW18AgOJer8O+2Bhk4XNfFveoAlNadsOmNPyyqY8qL/KZ39d1pn/Szf6ew+Yjn7Cv9MCeNYLb1Picgzf+jlucwfsWPHFbSQySFMbOJDVT7pTdPIine2vTbvbYvqVFqNAdMtfeVtR5/9wC32LSx9Z9r8lofcXZ6Fvd8f0l6azSsf+aY7cEcM3mmHVmMnHP/kG8tibNPKh0UiI7Y96YPRHU/XLKw6M8KKMfY0f87vSDAdVmPm/9T/9ItB//f//J+8+DC29ThnXtJYKBL8vG4g48wb/hSgcPrJ/SWjYPrwF53sccZI17xjfQgOkkFYV3iS6x9R0j2/W9SFLRkifjgsOr7XM0Yu9BMX0A1stR6gPeVpCoALlEnELPE/tZEDGWDYKfnUwVgIs1Jwo9NmJFGczjgwzMhIufeTAHJv5XU4aKseuhJHevt99wAPFLaQv9n/K+dnxDwmEV/0kZ/tsu939DIn8eaXvcXLGiggUKXjCPW7xqUd+mKFLoaLfVtn90z6OuvRJ9YX4Ak0t0kGcO9p4OkzeeNEf+wgy9uX0YtOdAzv2iP7ihC/8gCW/fes0eYl29hOFWb0QC7ic5Rk/OUhIB0Pab6twi8iCs2vZ4q5qGmcxJ+mJ9Tsc5FdyTqRAyvJ3FwZqPDXuS37CGiSWLPRRx52Hf903qWha66Hp3Q9+6oa9qF9x/P4zRTFg+kf+tI/1hes1281pefF/oPqdmMLHRvDJ2eZkRe94jv5Be3rgtEnuIKlXfhMXbaPZVa7bI5FdPxv32QOC3ePS8ls/8/Qg5f5BEQyVQ6xMKDYaL9zpn7inLkBeO/vxH/hyq7+li4MaFGxkv4Jlntk5IX0oj8sWy+vzGvQbQtCs8+jvvdZqUeh+MwARRIBjEUKoY5Zfj+6ezVkQ2Zy5CC2GUfZ6YqedMJOhrNAqumQV5Ce6it7+6n/qRsgt2MPvdQWKYj7GEDeNz0RTw7OyKAG0Y+8lSm5tFhry8QbeL7PV594ssb1XM1qH5fKSVP3Bmcb7fA5071+9lF+wqcNvN6LvoOjvXKELXgeYHTdkuwlI9oOEtH3lxhV9qyMlqX+9lpFv2JDbR5rjBm/VBTSd9nZ87pt+ADFfUjpE8ekfhrdssw4oL2yjbNNi6ccbxLEEhYnAPLTivwYJUFtHU6wh/IrrQegD5uq6BPQi7GegB7aFAszyeHsDAraSCe/W9wF4OX6ajMbfeiVrigLcwbg8Dl5QXbDUtvpXXshmOxZy8OXwacA4a3YB8STJwPTIBIt01UoMs5P3XcZpTQglBmPFWoCEF58/RmJNyO9wM+BLW30A03yRsm4qX90HdX81sI/NA7Z0PKXSRt5JknIJ33bTW47Ke+GcPdVst1yL9Vu5QGtPJQI7p2m9d2Ggyvro1Ng8ZP+7oymzqfU9PlS17rBfgG1E4rA5CYb8EDSdhdtjMdCARPLgtCSdzEFIPJ3MjK1k64b9iVzQGiwOCxSIbMBH0q1YRc5bFR7OnaF0w3xA/qedyZav+pH7xEg6xKS8IdOTe+Fqizw74R/xS2Nex6aXorFCo60+PBreHutPtC8Qbf9gd4pOqtNMiQ2Km91SMDUHQknbHbS0HgQGt+8WmyvN6oUjHaPaRpUib1g2wU/9M4hedUhPGszZgs2tcgRmU58WUZi5+EAC2H6rtcrvU0X+Kt+GUc20UXvK71dc0ypCs2Td3TLBtd2P41odOIg+vhG4pwQx7KhF4Uob/q01dpblnspLNlQBP5FBCHQxUazdqhtgPUDc/VbtAPZvl3CXGUBrGMMeao77aCE37Yv9diB+XRrcNJoa/tLq3ll3nAQOohNR/ErQ+HJ29e2kz/w98Scmq9aj74LvkIJgXUDwp5/0Z2NmOQ65TUIfe4Z+E7cqjbd5aN98RygJzmL/zZnc+UB/AqhkSFZJfMwJ04vPKyrxh/C62KwQ1D05N+ZbAvReaEFiQPWpK+oi0xvYNzAnAIeNxnyib0+c8U6ux6h7/ItgreC6YlkXwCMLAjzRqAb/r3KWncm7JK21xg94Vru/HqlgskjT9e3wt/jou1P+ZAQrcsENC6vfHCGFzDXm+HSxGa/6BN4v/PbBErIVH+ia8Oi/Ipn2KOR4s+z4Sf+SNUzMqSt9AwgONeFy97F+sc06W4/Eh3ttdOmNXQG6ymrLJUNmLYdpI1KOzzK54ne2ddyHoSf3kbnZzqOjXGToRDiLsgwXnKOEaj3q68ot79y7vrVbu0n51aVXVmnEE8nJ4DKtgFzx7ng32DO6uZ7toYOjKB3wtRutFHmm4LcLzuccFdqb2r+xhrZ/pNeNhCvn3/WV7X7Bnr88UDT++Wx+ZIFXccvXgdgR2wC98YOb+0zdCDhOU50SJlDh7FbcmHPLE6ws/7ef6lMG/87H3F4xiglOSRcF4hgvidVV29DRaYHvGYzMr6j8/YeQwjv+nqYsnwqnvY5diUmMC5T1LjK+iKA6sxFq07bLUF76XPrg4ftAw3iDwUnuT2dbVr5nd6SWxDLB3gA+qxdh82QF6YnziKsgtvR2Xhnz/QNTGUoPyAv6+cV1XaiyTJJhCbbV/I0d5f4t1645rQ3Pt/BFPae33Vu/S73vb0PvO70LnUPgfdyM4/xyZfEw2EAEXH8ObhP/wcGHatn5Tr50keir+Xmd/i2n/j38knn3vdX66cc9/KrTNs2gd028UyjqmP4LwpjmjebVQb6+Gu9eVlFntaYzyJbt2GfdF5xh9nQz6U7z2eotJY2fFu+wz/1Ya9zbilOaVSP1tv/RKt9/0yeLeHPP/3f//t/fvrtt98eSTHldm7xN+1R1z+mYXTxV9PK8Exte9k79ppn2AwH9IvLdidtfuHjQQrmzdv21VBdT5/sEx6b/gPZ1VRpfT+MThIumHsMAFx+C/FWuMtBnXT684TpA97yv8MaWZfMi5lvsXpScvOYwL/y8aJYEi95z2rIP/lBz1XOFwQ1yEWT8Dv8aWhj7xvYJUgjbVJ+np9gsy/ArOiUH1LWOuGxvoss4Oxtzscl0Tfr4p1E7X1t78ONyknvvl+hdtoNn/DyNv+4v2SN68Om03fg3RN01tkfC80t0c+ejPOYJWvNeIO987KMwrerRxXCq5F6Q99yqOOkBU7HMzj3+8KzjQeG8QKtz8n8b6qe9gQLnn1JwzIX3jmX0zebj8c9vlA39yD+ynI/dBdXaJZOKTgm4cU8+z65HwLfSHc9ruCM2lj/lB5b3ynX1x/Tu1KnVjzihTnAdjiY+Rz4Fe1tC/sbUmO0+60nU5w2Qo7ilrj7VYlOCKX7Mj0ngpZhJSwv7FEura1PLRRlaG9f6I0PLdirjYHh34nTcuU783vfvV6eJw7lyn1vB/8dzh32rIN3tyP9pWV1T4SjfJf56HKxMjG269fCdLzn/q22b2/y4lOrjJWLtvaT80dq/+cWAkQoZAannd+BINf/hYBLHYreMciYDxPAZXCDDFUNcHi7eggALBuVd6kCk6McdKBXud/h3dv7oPBsR54splmmkI03rDx5aSPKW+6Rt7LHFicNyhrigmUBiWztr4ymO4YHuvVTt8K2rfXSIq+86A+de+omB/r8ffmdX2XQ1yyuZRi89wmenKcQAaM40hqh8jRfVObhMrLBkwQM/9Alh1iSImE1fQrUgK6FwP4x8nS0/3bzLY+IQWyBQWpxeC3Z7IcR5kruf63mt1wQbe+kv8mr8mI7q6VCXpZhkx4LAYPt8oD5DUnjYeDg+NMRIsinhv17eJjCTN7g4zgcL8/fJ6B5eecREZ9JuvT5q9N0g47tj4msE9gjATU63sUb8bKphh6+jDxPeOvQDshxMzMR/5GfB45f+NQ50jnwVDLcAB9EM6c44r24dvwBcrfFgbaKp371J6b4qo9Hp6+b66D0EyfUmPsaLv4NoUWVQmSqT2kBltbTleVJP8mftFUODDr3xYTGBFZRq6+nrh0/0Dv1jg6xZfFiS+gDK5+fApnycZHA8aVHrjyrNUXkIgdydm7dekE3sqUPavgJG1Xfytu8HNcDbTUAG03TW9zTZ+FT7GvOJkhExHfjdzNcSHU79YExddaCpvKk3jIwvGF7+rYPeYFDJsIWiOXHTRIQJ+C+YMzpY+6xbUESNtm6AXMb8aGRApyEMB9AVxIh/uuPtYw8SX42TtoXw+mFdD6JmXU+b40iuwhkSiohwW2GyGFcN6U9ulMOc8OruGVR18xVUmToTryMbjR2La49Oi+Xf+shgD3E0/TCGzl8qKAqNvyCDNKHst8WJl+6gCOeEdllLkQf+l1kX73vCoxwYl3X0buyQovAIOeTPr/+qnkTO7njgZ7an7uib/uIhfCAIfOWvvpNylh+cWA+YPwBU52xz/ekBYdaooVf+LdfHkKf+M++V19T9wQdTn7oK77EcNaKbVvWy4WpQvZ1alXZsb5iJdQb/+h2zgflfebIxY0XOXgk22RofoTfG7ba4cQHr7iQxd7WS7H4FDNir8SFP+SwUZXzchj1fi1Ux4WaSE/E1AzvyGXC9oPBTYvSTpkPJGFp2SnB21CVabdH5g1BiaEGi9rEbWo8583Ymh4SdF8TMKWR+TNwpj/gz5gHLf+wWuUduxmptt2wVT1zyyG/0CuHoQ/zt52c6ULDKF5TJQ+Td0yVk8ed4P11tG10HjlPm5b+BWwqxL5u8FzjWz9IzGmnfWjr/EL5ryTmPcuBybAF/yqk6sQZ8wdpxQ+ghXEPDYEldxK9i2yC93jRWCw9aNQvpW260ED1qG/aptm6K//chbmQf6TumSpvVXjigJzfFEMEoA1s51xolT7ltlcG2kYcF3txPI3Ti0Nf7VW4v5xLGWjhG3hxP/yY5M/Oh/TbZuCy0B3DzXa1X0WrzhV8y2fcpCx8wTsWhrHtrznKD56xoUCSOOhKHJVefVeIe155aAeHP5FwQp/GohvyhN8W4MXI7BezftJf/YvjeFa7t4MALDmpXBN+Ljw9tYP1YQM6iZ22ZnbLVR3bR05b92hn+7fK1l20bWfR+JH0zsanDo3jJ5nLK/dz3C/GAZZpZKnetfHG2XNs8egDt7AnT2D4o615af1P5sTkfS4+6Zc/bZSxYf3PKCNhsxOONuq6UKKq9GY8pvMbV3AVxzJ3qbVgPgf2Wa9MtTd1/mrvoi0cD4BwKA4wZ7k4Z05/x9JH9OFbWpUFOov/EC1MeRhWCpOf9+gZ14GCdulQxmI8eOqIhGb7S7dtnTPbfs/7kGd5EPoy07/87V9++vu///2n3/SNAPiGNfg+xno/4t89F4xvmwRXGcNLc5PmLO9NYn7LWjsg353uKeOpF/N415fG57leFU/mWHD3AVB6zSvHwkXQIz3RP0LpgPxrxTv/O5X6mPZ+8rf3JrSt8WrbxsD8fA0JHdHG/mO+VmVcsPDsdxyuBBax7lxNJ+/KiW+T9lyRk5dpnix+LTcaKScOyC3L2T14j9nAoVc+dbsRiUFiofJxV53FOGPK9N46jHEFRD+n1vub1G0/rbGkRV/B1a8e9lm+5kzgGk8Gvlw6sprHfhapoWYHsSbwYYY5DPJ9A74LfOkjR8bsnq/By857rMy+UXj91pHibrEqi+BjgBUPoY8+G2bjpUQP/YaVeJgQFQgjRDFJlTnf8reEqQ0ZHROevejsnBa9BWIYcp+LmRK1bye+8YaX8/hk9VjvBQl7d7566ZyG6k5Oqm2a09a+d3yAcWyLhH8GjDkLcmNnbNVUWs1PPoURtRSZXI2ceGAcgsc5yi86p8Fc2r0ttNKEeeme63vXNBCAXTBzH9VxTp9GrelyBhL48GIf3t9gz8nVXgNROTyiMfHCXDpTjWPT68SNH/SRxf+ULz3oeElASfYhKmsYojjVifzU8YXMBw2lVRBkPum2XDjqbauPwG1b6RSeOuXW840EhaIvZfpLg5/L+uo3YXb/xtgl4MH3tyHOuvZVb5mc623LXkdmrolLcrIbGiPEJu1SZX7yY+NLM+lG9uEcn9DQUx8+NcoBhGQcIUu9AUM9Cpw0CnXmKBlDwSv47d83Zm15zYOL4177/kpLFiXJBL31hIuK5GMg+Aezws+TBTJrjGHyGd6B1bX6xPlMO+g4kwK9Qq3+lKtDnSOQbMjk1QaQJ0LIKDFxX1Ma4nikQW5dO3JTW3yQpzK463Y55cAeUCRPeEUbUMIlupwk3gUgQ9+/UzuE/Jt9i0ooWF8RRobyDZ9YOdy3LSnRwyD55SuPtL54oJ0Hh6ds31e+G7iaFnv4+404YIn5Eyb46QnOo00IgjrfYEwqjWnlCrTZy5TxJZ+xf2l7rdRuyIyMbAKURcQNfpmcol/CZ3TdkCqV5qXRFcYGtP9U7GISm0UkeCvxh5KEtLRMnFLUm1wUZiweY6k0LxuFugKeovO7fmOKTzuxgfHkCQ3ZPb8596xLJ0Mmyp26geYGabfu+48alTxBzkMZH1BoGnBsW6sil3bxNs2zNOst4k9KoV/NE7/yNdWhkwdzbIiBI6ZAK0/KmsetQOZyNrDnmDf0xGVkBj2LaG54u0gB2RSZ4PVFgvIp//zOL/2Rq3biq4xo4TfWcCUePYdB5K299iJqSkLMwX5oZvEFH12iY3Pg36UrTGi9g20ckxNnbFpJzK+n3K/4wG2Z7jYOfPUI3CuNgWL4LDGf6Vq+k4BIQtVjkIJcZHkXnQBnnQh/4j620fw7DqPeMhjUMQG/HQpBaF7tGbpD3f2CcPW6JtEEciAnUG1X+OVhSGA0ZPcBAU0IAOMjuQkjHe2bX+IT8HOupvVKJQRDIrrld5xiNG2XPftYfyEyysFPb3C50v+YDHyV8RHuqZEfxPHXzTxJDMK79idi17bMn8LnfwcqFFWPvTZt5lBi2eu3EP21Xrv7SvixRjCTipSb+G0z2rPB1tWQ56Ub4LYhC/GnqHTTvb9wvUF+H6uF/L78eTwHFxm8QT9IPa8pB8AUa4cjjBdQdYP3PlRCb2IVu2kP1E0DBxLEjCN2SLyaczruWXxTW8W6Qa7e+Ib21/Sttu8V4lt0iM87zKaNHXf3Of5nA/oquFqgxx/ITJjQa7yq+JBqA2TxH/j6fz0cTt8D+nc1EUvei0gcPhEVGZvvG1yI1T8nYa8B7oxK1L1eKJ+t3wKvTU86C19Q1XchPIzR3Rd5lm2YyAXPwcTaW0mG7Z1vWfukrDLf8oKbftInniAi8j/zsQwc8CYhS3Ujr74F717SD8QOMne4wr/khAwJ28KLZVLr6idkle733wX8Fl2Pee+/hvDpDDN6vZw+us+hHbfAuLwHSQhNQFQubKSd87IZHjzpl/udD/rbzoitP8qfdIZAOToVM322lQet2s+AGLDK09y0b31UFx3Ryr8AcW/SuL/fRLNP4BuVwM3ByhB+k5mu6JuXlduAned3CyWNUVSXDHdzX+Ei43mPv/S5A7Y+9rzui3dcg096litEgPn8OfMi47IPbdJ7vZ6+rw/4ytj7enfFel8rjdq0dWSq7I3V91Ree4ix0rr3lm7bgbu3te9Hc98DC4l5hHi7+/IdvQ7r5vFaofeA8MGsbOPDXYDkf3zGITyu/pmvDKTAKFVOzJ3pXqcPuO6VTzuc5U2D++irdI7rATCtW/87/939A+72BTPNayrMa89u8fpyTiLY4CryBj5Kp7532QBLf2Kdh0mfP/8mspll/JvhMsSWH//LT9zA8+Kw0vLtzSfufLxE6K3zgyLYWn88/P3bb39bVIj/4LHuNG2b4m/LowcVPg4oiHLupz/PPiMv8tKJDsBuGrQmsciNUn6q3PYfz08fFLttsW1bkzdur60/UmtgXJ1SnlB6GjPvOJz+Z49+1vtAuLjxD+vrnn9qxn6ddeWAjhP+fkh7hnjovDXte4d2BDu3fvHvHuPEz5WnZbmaq4RW3vut1XArVPdbs6vV+bVv5JgYW8eKkuWz/ujlAxX8TM6f+sAH4w9dmX/4Rzr98SzDacmzbHTT8zk2vlUT8733jPMJ6but3usiyFGHveYnvr1m0n0tvY8533sPLvTpR1LoNUxKa+X0CQiZSYx546gMTmVx58Nl0x3Ggrni7PY7evfUtHd95IUYx9GVyB31m/Un+3astI95bundwkHZa/Wq1+ev94ndQ5Gf93cL1YXgL97XTq+zXhd6zjJmA/6MTdC2zbE153DXe72TtGNADgau8VIZeIGfxNRNm9sPOwSuDc0FGyzBJ9ZdnUtt4f3iCBr5w+OE3eVNe7ddS9CAdn147f3xGrqVVsvR9yM5v80HGsiJ/iR48PdEuzDfpiqZPEBkJ9m8tN7NB/VBRnKoV9ePeBWvOpywn0cfMY+B/KlXjwVuXnkYQ1hso1ImxQDXoHXH4wXl6AhuQRiInVBZCBm45PcU3PDU9dJdo10aVVkTjso2kogQt/6Req1xrCk+eJZMfNIZ2eCTg2h9Vz3ORV79d9IA9u+qQGPtoMB7nTgGI2iOl+o/sqjHT/0RSPqQ+cUiSHX/1pkTkEuqQJog9BAoP2WQtm0LaOoBLDd5UjRvzRavxGhHHtqjf0wrreE5+77lD4EFfmBNJsJxA3luzLD3L0I0X+tfKwUeOf/U7ISFrXKD0A/9YIR9MnHBc9EeXfyWhA48ocF3/MdXooQDlbYdkDk83XG/qI+fEOjc3LO2k5+oCStK5LCVwNk0W7rzdF2gvbnmeR0aO4kcv7XM2zm8oc5DMdzufY76SjPA33FFbyE3LMFXdLieB5/ijRrr9C+29Y+sj51P+U+O3Fy9S4zfFR8AiTG/5WyTDdIVv3ZEGCXJbL5Tzdd66nfCeFjo/sCXBhvnKKLcdsJ+kg98/yme2CUqnvD7HzqNY5w5cMeHIcx19LLR05pFNSzg/EXzwmcdYq0NjdnyQFMFj1MimMMUQoJ4V7sTwlBuPa1P1y4Wxe2BYeuWH44+6IdelOU+k2EDS87ZNv/4dvPSb8XYjOABv2U6fR4+sTt0u9jxVbobjg0HVELLJTV0wYJ2yLOo6zcfkW+g2YwQGsiZqe2kEZrg581q+iinHf7QRUb6c/h11xPYbyXWtMoIvfwVy1OhKrUQfHuzhp+3HYJRW0burc9Zp4zsUO3DyOiYtlDK9aQfHc/ea5m4Z+6szO3teMTG4tjmmdM11yAPvlB+fdALKJsc9SkA+lsebkU1OpTiExfXhba8zaomCRQ9wvvUCYSsr/CnFpt91Sf2OcgqbduJLgF1Lu48itzGHOCsPZXLge5+Lt5bKDepae2eY6rOShO+Lg+PaCwxhgbA/rS7GiqXCcylS3bni9AVzXO9GNrFu9tHUquLcYbUzGNksVNwsK/WV/kDupX9lc6W0TR4qDQ2I5b91ih6iKhpMFZVAeQzX2FAUtn2VWNtwVhnzXriF6Reg8F4J/Gb44o4jX9qLlEQ3cBBj39PCZkSq5vv+eZyce72p/2dfdreuas0dj4aS26keqdv8XsTVvzO6/EnrbFDLB6omIZ2/mrh9HEt7cAR25ZkA9CCcdzejSM6qykX9eif6sy/5dA5AkLgYwvyU4fYe88g9gH7s5VgQjrbKkt6uNZuzdtDnb/64YRF9Mx/4QFvtRR1yiff8rm2BeGpbUj1Lf65x4kfeEGKfviBi9ViHxXkk9g5c7gFje1qXIAEz3zoNDoeU4ApQhkb9/fGgT3t8Yteqvry+++CkQSmjVDQPO0A1k6M3zPpS0gyR6jRNoUEc8YA1SeIap2xgyoXMjHGIts1o7j1X+sryMwz+wXzxg5DOKaKX85YRDJEME0WqUnU1zyvtn3Y6F0zLYasLK4ML3T74wv3sRrHIh46mv/UbplHv06xkcoUQvN03G6+lKBj3tp74i8O02HPb4oxV7Ku1Koj1gW/Fb8EKnmgt+yJAkdC/qaXNUhd9u4Gsb51qOWUwSMLQCCo1vh3vGjNkdz1M7ZlXljyGIu9g3zLP8nneWN4es6SDcih635+Ywwf6h84/Ce5jn1ov+nZe5WuH6YTtCyHrCfQtP+UTyA1nmR5q8dKl593gCl8rKThwT3lGfIr2/QnVkSi8zp4lnl04Z4l45QGGQDZugE+9OthDHSkutKO86w07DG2bWuXrpNdE/KSbZjbP2PUxkftds7pVQyTWTb8pH/LDgVQ7rbGodhwAIosthdSy47IAhwJH1Y316d9ySt4YB0X42vTU9m2GPjKC2xlgF7tgP/OdvpIpivpet8CTFP5UG9788KceXmVzztY7zcYj4wf5hZy6jfeJ23K+D2+F5rAG7OOmzvw1LmX5Z6zsvS+0ONQ9HzCotxzHLCWQw4m3olHxVn0mr0dKErBn1hOk6/IRIxo5tQ/XZkg5e+v0FO+hTbzhWn55NN9r0M5vgSI8umP2pq8ugF3r9P2lID7orFH3j/ONX7Rv9jiYW55IFS5yL1W6H4k52bMh8iv8wB9o55jHLtgAts2spok9sdadGo8xOxX+5ysl74Dwtc0o4NNLR8yB2efAVbmif/8j//86V//7V9/+pVDB/DEpgl6nPdAw4nxyT/8xbkI8/EA9xNKxe3c42VXNOCdh8KFwHest6EAj8oPDyfUnuQ2mqcta0w6Ee8Quygrh+6ijT6Mq+9KxKYoM+8+pGUX6QDYqxTVCRs+ELg0hUdkFctB2PVffK9ocUTL9kJvKy/6Y4DOdx5Tok/8kJZ9VsGd6lD/KdvZb8zrZdGnedmFES1Sjg8XxG85KnDmgx84H9d44sNgF8YQhIZ0Uc5ehzJUNEPTNfG/BayN3GWbEJKK9zjDKL3kXo65HopMfPKNBgZnvj7DGLJw55kFEyn0OV/gHx/GwImnzPFN4PrJXR7u0r4CFQ1KWwdnzNPA/K5/yORPF1dI5wMsTk32tZq9jo+emQ8LK27S676GWn7xOlNsFj9wz9v1VN+pbDHPNffEw05OnotsQVdtK0oaV5fYcO/1Et7x8bVn1wpDi/fQtjkxkBTbxs9f4EmkCeavJHhlbr3SLi341/+MJ6xd+RqbwDpGdWjKz2Pi+sQac9tO+Asc5t/nh79QwTbRdD10nYENX+7t/lA/cyEjA613BES2WgJehlGD5wDxR1d8hLnGjUsfeN/9x7Mg4uH3/0e8dP/I2g1Dw0GXmIAWPR5WxPp4Sgzohxd//I4sEvEfXWILRpM9uOIXOUjAdJ62LszbIMOwSWsQ/kECw3jcKTbth4zLgu5nbG255vFZ+LYHmqTT55W9MO2jXvjmhTn7rNfo39jDxpRbL82TV9tOmtcyNqAla37h1wv9B7D9lZsLt7L3u3/rJj4jjQl8NvyRPOWnXUSMVkeVEPUQwKCbcPvLaONHgG9dS7PCZrMTHh/hnngfwX2zTzHPwzeWM5KHsZTxw7/RufpiGeAcrGNg5PXH6pcBoNBNtalB9ki179F0KQ5h/KA5iGnLi87IR5nUDcPU7JM60f3jmKudEFYe8iYqmK9X5KsMhGPSlV/9D+y39BkCpgTstklk2/jENNMEJL3OR9zBiU33QSCSBTCDX5iqxo9L6jL/rpxPuTOl+XcjEEM+fZ0MRn4coYFnOW/UTz+0K+GxdY0dKqeg2iWyXqpaL4EfzO975MpJezYNB28F2p88QEdIrQQ87OmPul/Yrhi/tF4qZ3yKFUbc/Z0sdstrCXjBZb+i5UVPyhWuHyczCogXTS1iaEfzHxPB/IZJRNnx9zHR9J52jPgIczB0TXUFnzd1q6tCr4Yru9XceDr9EdDEEe2vPGkbUw1dNrvhaTx1XvvLHj/PA/ViXvwi26EOfdpBeLMzN7gZC/Dg75CXG4luHNwXOSARWF0VGEtltSKj584HOZGbxdS/F9754jicJ5ZDT4BUxB96qAHut1OAgC38iUu5Ce9QJa7BQgtvKlU5cQpPHr+dLZTDs63w3TfzB8MCvMmvtK80QbnP04uMWCA7PownhGsZsi2zHWoME6pMsWvtW3qnjdpGXhL0Fyd2Kr0NjSwcxoeW+HiwRSfLqQ76CGt/PU8ATaCby4bHprpL8HfMYhQ5MDeWoc9K4bmq1UGr/KmCdwNQBy3dcA7aJbv6CDsc3a/kjs73xdBInFuCNd7AiZ3eY996bjplHOKwWXsELutEd03Emkk0DzASsinPw9YohX35JwluTO5V8Jvgpbrl+DGDxLYbB/6+iciCISnSZ7+XnfLlk5vuB8j/aPHO/3uI83JRE2I+0Yj46LjtjW61P7fUeDFp08N34K5YNCH6Y69BcAa93GjCI3iBO2E3/8hUCrt9tQzTJ30K85pvOqB7vvcauyHr0/JvviFa2vbKARLtp20GzgQKKxsiglXesgzkykCJHAa0z570xD8eKe+FXDRfC/KHGjvnlUTMCt/qkvHJ2lnbQItoKATnvqSuE5E6bW43UUmr8dk+zw+zCasM39qULRuUyJiwsm+OlS+C+UHUId8J91rWfl1ovSfow6BXuLNFghzuXPoIBJnXyOnGb/RmjvEBvPI+VDupPpZRloXCcxNMealJdZpk59roo/kTOHD6cOHD+L0LAUvxOtMZF7R33iBCACXSeJGY89I/Jbvt8+kzrYsMpd7hrkYVqkf1os9xX6cfsvyulxl+JNVezeFx6tL20MRm42RnkoyfgKENWewDlbGr/jlVtql+JNviXRwBd2zn4RCy0VlivosXa8aljlg+SIy1X4auy4vGB0jf0bX0fAcrnhwsfZR8yHWDwc6n7ZfdRQibkE7erCuX+KifgB+f9kDNyODbb5O3cfKT363L1fKqjOR3nPI98YtHW+Gbn3D3MntKvI77OVStRb+Fi69Jj/vK4/4qcSXLToyAY9qMVduSA0QOJPOAPhIMMDwonrnxZ+51fI4gpQvKyUwahQ9j530CBrziQqJt77DaH/qB76EqOO1/h39vL3/TexC2fJ7w2teckwSHoW8akCVYX3UvTXxXT+5ZSZyx8HDvq9aL4MmOwnkQI4RuV48Z2YyH2cPSED5joDSEePj7t7/9lsPncXNIaTRf6mk1Xc53NgnTuqyDQryjYgdgntc+orwbC8UHrC73JzQ8p/j3vVVq12KfctK2/ROIO3zxnnI+NW94sccuJ23o7rC/WOuJ1A+0bVrhEUs7NlxMfRO813fPRyVijsSJJunpoao70qurzn38UFdF5g/tAWIbxrt8WzGWUWh49Zt10hyBbT/rpQSfNY8wsW8JmbEvwUn9YzmBgafiTTKxV/lZG1r2qkTg9KRQNsobzfDh35loO9PTA5ez/4S/P5TCXpmfweh59Ul/2wy2GcsVdOaMXV1syxM9+Dk7n4uNH/rQL7zZo+phnsY3OPbfopJC15k2z6g9Yh15H4QogvpuJls9j4WR0zPEQuTcR3eqvt/9iNcjxZfGd7qiP99ISEDA2nB1x8EWCM45edGddTP6P+1wX1g/NEANXtcu+0KNnK3jAz6xjgid27u/93nmQgUihCp/u3qnkjvD6EZf46Bl9Pr1V30jo/WVbHwAypyh+/NP7MN50dSvc4hJ8RtX0CFFn60UMRY67nbZZ++MyQC3Y+CYT0LHorg3JdsGqIkVus7ySa/xavTvuNxjo/rRftItqZNv2srx+kJAcTvW7vTaX7rfm3d/F/sSl+8x/yqP9xQVlyVaQ7R+ItWItJ1wbW9bcRzk8jU3NucEtGgrJv2GseKLwOPtWZ5qK5SI0cdUHqVx8m7bEyJwxTVt+bcPf3uTX7wF1wblHKAQp54nKp43OwRzBv8B/kNFnB75QNPXujLZ8g/Sb+xQXcE7NzBQaB9j1fbNlEPXYyq8ab0M4o2ScYqusqVV3rwfN4jYh5tt0QS3fEoxdtb0sczHRHkqLfwjhQ7LoRCQk4dD+rpDYsa/VSjcyBWCOTx8Y8CDrjcrbHIlZHQ8Oin6KxWVO6AJBBq5hM9dL3p30mYTsEfCgYodbmXHGCPh2/JvXq82PvvuZd5a6g1jJ55rLMnS8yBW5vn+hB3lVL8lDJZi4OrJTcoxLlMy33nc88TH//UIl0VzguO+MJmC/RBasSGfA9fSqLmk8n6Vzz4IaSOXNiquBTNk7XLeTiTqli+QT7zL3g8iVPPN3wd+NskiHRY5/Z83ugkXAPlDqiSanshnE0HsBt5D4wD0nCoyv0s55oS16Shh57LdxDdvVjrNzVznp5c4Fxz+aXvzC9mHCkN8OLz0Ip+2iWrfegNEGHhq0E3qHxxSE1Nq2xvvK3wIe+CNzXYEoh42Slxo88wnT/tpRxDVVxnxs78WCfL8qc7XbgcXGsQXHfjmVSvkprt/fLJ7wBdecUuHfmjdydEOvcpvpnN54h26VxmRX9Zb8WtZKtAiiF9V8eCML9YBxILZBc/9QyP2QM7QeCE9aNE19urXjblt9IZftuIaz2o79w+b8y6d8xa2MC3Jj62oM0b5tz65K8GQba9bd9+p8ztTeW9aQXS8fieNZzA21emJvVRWAzqxqDh/Rry0Vq4VI0MzIyJzGwjMcf7kgOzEUZEtho08L4Rv5cirNvJzFlzPuRemt0peUsm4cVjJoajRufcG/mE18ywxphdamDCUfpkXRSqPG8Wgc13bK7f7dWl769/KvyXv/SCj/itejiywqayNbdlDSE4+9YE/Kw942H/Tw1pJ9QG19pfPgDijLXugaZXhu56mhUHetOdHBOLrxizjBBnzLLZED9ojZ8bXKU+oiTGzjEQGnrfws0bS/prufM65pn2vPF7pXFvQB/2q1wd3VEYErjbWmqYNv8OeVungmDXcj122P6P7hKtsmXpeOH1HU36QEQtbKGxC6qEV/ZDj8I3DlfMA+PQwOLXGSfP/4+1d1OQ2kmRNSaTUPdPT39n3f9KdFkWt/WZhEQ4ksljqmbNBVsbN7+5xQQCJPOXQbZ3XEfrm53Jb26Hjg15uUDiRLyCRqM9o4hv/4FVmwCNfJOl4qIE7Z+44Xfozh73MsyJxpw39ymmeSx74MJ4qJnBOUfm1ffc3LqprO15z+Fkebhqo29ezWsX2/kGvg7Y91Yt+lg+RsA/64cRLio1qu+izfNQNruD3/L7jl8YLIVfu9JnvCfKEU/VjXpYs/KNDMhUv/Add0JfOtIZe9KFuvdTPGIDeH98yBicOcJ0bgbePRXf6HxjzHjltyFa48nK7Prx/E51e1/haUXWndV26ammKEWbTLncM01A52ons1m/YqX3k1kkPAFTOykM7ydc4Lp0Pxt0fPJDLvwV3ev9CacUWGMQI/2rrv0Bl2xB57GMhT3vXBuYjCE+7VAZ/qqRpS/CwJ+vD/J1z0xad6j/jpXYMtcjRcuGs6fAnNq4dJ/7Uof2lAU3Kn0nsTYHEVZx1KfN0xpsXmrp+EJdzL9v2wl3ydf1V2WZf29AtcjK2crMycImdfjPJbYvepPPZ8lBFymYXNfUoHezb9dtyMb/gyxXHtPH3VJ/t0Jswpf8uN69bZ9cLmttfmrRRjrxHnvYX/sQLjsWz9jTovsnA3M4XCGZce97UWkz8EgimyfWHptjSNQF93PkhM238tBk0gafO7Mwe6m+//fbT//l//p+ffuWbXVykIc5IfdNb6dI1xzztHsNr306Wvdkam31SbNH0GNXc8VEyzTFW0KFrUmxwxfZc5G8Rr6iyWcPjTgtMt91luATklf6ueZ6H+DU5LjCdurhZD+dca17hZg0ZZjr1a3v92/57HRr2KQV4Yzf9x7+kqlX7tc6ZcBMl9jOnhZ5All+vC4pzH6uBLnWL4HkL+F4zFZez1a5xNlpV3vs/QcrWXDVyjGLdbxNb7VGa5MiKDrXHM0wwTp/GhhXHeV9++kaGPJ5YAws97Il2NB/c9M/P2mu23cvgo51vmo04KG7y6xzSvmnLDBHmP7s+vjczFLBSd9arVzqv8ynPV2qtGNVtrnHc/Cv8I8GHxspLF2O+dKlXP8ofJuY67XVYhxiulXFNNeqTnjhEutoWqH1Llzi9xNcN8Fad8pqv2EyLMh68DxeeRVj44KFf/dTz1zMiK+SkdmP+QRXa6MoDrlBCDmKTNg+RpWPtXz1cVx9f0MIfWQviG9gZzv2ZObD3PtuAuFPGF8zsA+0Vev3JzWEkmT/9BQprAeebgYvu2DM2oi5bCQYb+v6BaMz1xWz3R5VEHmbY5XdKPmgPfWmj/9Gj+jcvqfv03/bOYNN+4B55r5AxDWtsbATchC0dZCXd5Sg1xlj7wg+exjCIY1Al7++1Tlem4s+8dAp7ZDhQhaFl9jdeexZwME6p8Mwd8CB1X9P6V4AOkzoGA8DwELuXwAuDGKCKA2elMeQD/u67EKwRpywXgJcKsvFXh94Bjny3ngq6VLVZEoMXQC8uajEYOF5RxFMRSR9xlA0PQFE08lzIPFTQ9TCs7X1g9wDdptBGmvCi3bakQ+nqx9jGHdJA84hhC7fbRW6hG5/2I0/otg7fIXZIAK9J4THti473B3CJn+pz1S19kefoKViDFZYFC+6yp4TzK0KkUJ40oknt9fcSshusI3P5n5ZrSfLzFI3BiJZXfRIHVzq1VVs7WR57XrnEEVKG/8hcxDoIcLWzUM6F7EblVAfeXtiFX7t2o3CNm+Vj4WbiJU4zcRzCH5dEQQCN78/ghgevuOpC1knqiVPlb9+2Z+2lDplICd6VgzZdMLtOGxDelmwzq+E1rdjJk/xLF7WZfpjIJR/reJcXJpW5PqCeJ3+GvIs+8E80aL8mEGR92SFz4iAQiQ0+/V26UTO8uxiVdmVtvflrO4tre9/n4D2DdR3BkYJYv7Fit7pJi6kuuLkkznTLAQi6vufVHuC2rmxIPIHTy+bkJKjT5e41p1feXFhZkIOgUuleGl0JLFNQLrSpT3njKzeuD+S8p9iZdfHec60zrzHvvZcnsr767UpHUOKFLw9DaL+f55fQC9463Bzzgs+YYb4WKnw6X6uG550gl9rVKJXjdR4/eoBXLOhFl0P7QGKTU7PePsToOKw0JhLAibBQO/9XtkMRNQeD2bHL7T+8mP+m/QEd7nB8+tsmMuMK003tqRBa8MEuix/sVHSfm+ihgK9/0UHTr7YNa6hjqgJYf+Y83ipwHT9q2IlvSpC67tVsmYPd4/6/+oEYHN48e/NQmwdztHZc3O16MFJ6B0c7/6rPHc/GvDTGn3c5zP+4OjaGtn1xIWCf1274znOQcKEhrxgYUtR/FAeRveMCfgt/yMJNqjSnL9IwH4DNUVTaI6t44oyxxs59bebLUHj6xH/TNqFZyCNfW/7v5Yz1YYS/yKh2fEGzbV5a/1ID9n2kjxskMn32wQfiA/NF68La0F34b3z51bwuvdAnthafW9+9uuUU/Edjc8MBdYsfaKbNJbPonNqceItpkRnZjvKb9gxfaI5rFOuJYkqGFxFmM8bPPIRq/D7N35NG5Q0P6J54YurnITPWOuAMu+155EaWe0I2/kp/94vm1rONsH2TeviFVJiq1w68FYbxfH7qoXYVkA173UsYdo0T1uu9ZqPjutjht2GbPE8iF/rChwL8H/bL1kcCAgct6CACiT6uuLi5knnfzZePq42WzdYNjfbVnxfEp8riK1GcnnxQHciRF93gkwfZSyCyP7G4t3nPucLGhzXDRqa77HvHow5/5KieyAuNXkPR3r4n/LbZP6uCH5qsm/dEp6195LUFcoBne8keXMuVL22kuy3pt77abxS2cEbQB/y5UVwawE3YwrW/9cLd29t/z4G/XOfdAZ7qsgtj3FGPikvPO6hlcTdOlk7Sd09Jb3AM+PCBPjm8y3ilXhLw6YPdvS6lr/MfbV2jybMvD5PP2gnowMan1OHbvLLQ25EQ2x54A+sDOsVtG3lledc/YZ/K0HyiC+zn25evTKuuTXzbd25X3EoH/pGQl3+aFaI7Z2B7T2WQ/VEdi+ef41qHtMQ8//Ezf3yzkpu/PS9Y7Date6Fjknb0tVR1DNIxn4h+/F8vqWmNc1re2UlSDXaZtAwrPib6gXDI4fGygt+H18Y7JOvz8q9MB+J/VjK9QWL6YTS/FO9wiD3bKu8L4psG4LHYoUFN9W2/1FdjTZljmwAAQABJREFUTKsK6zn7lOJhz6xDXG/hj/gHOB7mZO/RhMxPqbTaF9kS04pw+ex5nBae/OgvvVYc0X6nveuQRw+AUKKyLSFbpXsm2iOZclXewRWn/JCPcvP2/yg/ekXHSSN9leZjSgy/qFaJwfsErkA8fj8gP2UqGGOcN3fxz+O9HX8x39PGG7zoNPWQtHKMZVo4sRPxnrnoTgpY0rT1HebTdZmXuHBS/u66+M6La18S17r3vtqX/neyFufSb5J8SG9kqlwQepfWwyt/8JC7PM+rmKf/Qj97vOwDDqHyBq/M8A81zxMupWvLu9HxDTvts4enCzjoms6yEe1zz0m9yddLD0YPDUWA5MnDxTHGluMWaEeXUC7chY8qbb/DA1e5N4552Cnbj3c8L41eh6/3eQrX/NC/XSfZVuzDzrxb/k/53YeFQS9oVL+2v8vv16lTznc4tPv9JQCXUfxAgCWIcFj7SggYcPoNHlUUN9qorAsXns4Rkgff/BYPlwhxe/qhN3m3PnPKpMKRJ9XAWfDajqyA2H1i5nblhDV9xCbf+uqF8DeeSBuDftORpNFbFzPQBEFPZdD/cx3jUQ0n7EcgwA8+yJaBVHlKl9jKIAlsdLHBNFULWcma7QkpA/CbXp35H3//20+/+2nqBAY063gvusgmWUnJUnbD+qhO9OfAD578BbZyFufUZY+592OTi10GT28+PIGhW3TxAY02BOUbXpEbma+pDLAA5SwmGSRq2zeVIy+/VUWyrnyIJ2bj2xXE5u/ffv/pq15nBkDlqX2MqI/ar/VrLjzHQe0p4ixuVyDXqsudXvlNO2HHLxI9WtQP6KInvjj8oCSYfguXaP7FN6G5uJAt1c8XZh2Sy84WArxlhycZ87QeQNOWksPAC0OVlHKAb2YlPvPliy5ObDQYW+iPCPnmfI+pxRKi+uN7/vfUmwWlFd9fodwnfG921RUq180NMPTDShL40wuVStw8ZAx906tIeKjOh1USlAs4P5SUYybjQP1nzQvYpf6TYu7D9qTwSJnPDbebAoktgPYFtwgCl1iU7CZJH9T4C84XxWzhOPx4pQ1NYSw8j0v542d/Y71jBggdBLmdcvkWj7ak0BH0OAE1admBHP7YEfG8sGG3JSu4/EXeUkzehxXI7f/mg295Y6dDI/bw9IoA0De/5QMr7OZSWnIq3pa8oQWdpe+KV0nrf5gbGO/M1jz+RWOMBxH65gprGRKChdKxYelOPrSRaMtfeLM25JuQJmJaPEl2Utsn/UR4bdsHnRozB7d2qK7qkRF4FZkKniPQAxWZO/pNWPA7Z9kONKwxg54k+zYm3/Nkcei/lIUS2ehJmnOh5wXWAf0tl8ZGcw2QysjIzc0cT0snzSdoVl6b5npysLKWJ3luCkAMarlgxppWBXoIMNLWf/mNNSQpcV3e8HLXwN/yCKFl67iIlFd5NIe+7SuC5MQXx6aqeYz1Cb/zW7dwzr4sFpFuapr0oPkucejoOBAOF/SsHfFyMDiygpZVU5/lXhXKuIkDG48efUshA1qA3ud0o3qVD8rdCLOGR1/JQaysuTrc339aDnVbNk8iyI2dkrpmeH5SU+vtb552WyBz2erweiH9coMAfZJQnX0fssKxdJuXX3OezL8nZI9NF90V6z2cBb72CZ9ld/FsPfiirm+WMI9+EQ04df9qngiLrJYTXle+lcNvWQFWcLVrc+QHXxKpD3KhASwyICewpWW+cDI94PGrvvXLWxWMCz68SOClxCf0eP3cv37/l29OTnsECp6rZBpBnjRCB/6RL9DsuZET5ODAi3S96EydfZV2XIJnLlaM+6YRY0N7AuIVxCXHydMg7ejdza4II9dNqomGee88ELSTjt3iC2DbtiB3vTaPKolF+0oiWK8lRX9P2Ooz/+i/D+8owlbwhxbyLzsLQZILeHFW1x5hncfo0hpqGWHAJC0s31BYa2v0FdU5py+S4PpaEBwp4vitUKYUQGKhdiid+jACivfavwLXGxre23qSio5QK74pL/3dLhI5YEED2UCqYE9eJsDckt+MPXS2PJK7NA2/fGn6/mAMiDjUlHU9AL86bDzAgOycgE31l7oEwqbQh2dIqk4TiiTNcttmztBhf2u3ig8sKP9i/4mWfJtX4AWL37ojsQ/EV5VZVg5v5T2wAJd/6MM//wbvES0E1yf9+Y8i18R82jkYGFJtaB7ak32XIr/KHpwreE5GrxspXwstOaGh3bXpdF7m+sSO3kEOlHRd+3pkqL7kbUeGL1/zrbxgXD87/4Pjb0wJvvOe27C1EnujwMoa8oVmKav7xT6WHxSEHhOiw/uMuE7C1r/oYvZf/29eAwk96wE9yd24qg3NCFeJZtiGlxhq3+coMAgf8zrMdNkfoDeC4sfhC/zHP/xdu1Tv1p9icbZBF/qk4riijwlHmyNrxV9xaKfcv7NunkB4oYNtle7ttEHH9l1+5zrr2++SkTlgyQnexKW9dcsh8nvOFSy/bZh+yak+87AAMJTnZANfC6nMSuVrQuXEgqyvUuc+bMW6pCalyBP/9TW25m85zzgNNDTAWXiZaNMlPkZRhHnetOkqc0CqH1KhA3HE75iDxxjvb8/xLaDIBT68Inv2rdHIr/dXXBPpVoW5bsnMN4HAh1/zJaSzytF89j2VS4e+yHWgSmPyucMU+rTzEAry5TrNNJiS5SNS4ZxLucQ0fY7e6GsH0nYde+DPVPl41avpYHfj/vTT33799ad//vOfP/32q177zBiWnWfqWGJ8kjouC1M6lQH/AGlS0JJ6mQvkT4JzpaxD6L/OgWiXz7O3wo/ZM6ngeS9iyZdrPSu/8o86RIHiSnMNXIkB2i27bJ3QQHl1u6Kc4qZJc2V8Y1PHu7GMy/xd/P0KX1CZPw1WempCFlcTlyZw+0Af4Dhf9DWVEHjAu3oWHDqBNRfLjZ3rr9qHcGKcecQAGsfgltiFuhP2EVEBk0cGLMdKFxjMyrzIWSFzEedal3UcPnYUa018D+nIGi6uuyja2J05S9cePEOYtzQG4q4vdm5qObaPHXre0YcY2JcgPYmHH9CJPlqip7v0IcYj9SdDAMRu7AcA+VOvXTAunxaFtQxfxTbQtm0ce5FpkHXRfFVqnv7Mc7Ah1Vb8xFwSM3nS9PcSwrSKC5TFlQ98c16CXnkdOpSIlY7n0sDvKWs9wZfL7GlHxysNaqWRno8/735tvN5pRG7mg7x9Ajw8oFUwISw2zITA9QECRKVei9leSxzMyztQ0x9jVxZy2ltfKDu79ClmiRhiA9uAg0kaRYfWGk+AAeP1SJCOjyBPfrMsFOPAl3Th75Z8eL6RD0XeYwloY+iDOSN7oqybps+YlKSZWwDW2PP8G+lzg1Z20ngE3uNlwwgzk7D6pBtMnYghFXRtu8cvdlm9SNRYpMmyWsjoWLCSg2/1bl9zr5UPuPQTR7y94hfd3/j+Xa+hFlzmZXRTpHisYqgQ4LN8DHcEhhxir7QCvtWV582wsZv9440XdgMxOFOX2h89M5OAu/ZJK3oMo9bk9C9ZkRnfyRf2n3St7N0/nHoUod5rqfaRlwd9s9z9rhg4rWnMsUJDaW04AexyUB4/9zeArbgihYsXB5CEmQK9YmvAsyoovcJhmLvHDJoPdcV0qRYfGSj/KAHzi26SYCBwaqiJl7arDF4QWNC02c+mJ/pOvFnOYQ5OBS6y/aKLQQ9M0YEHwTkH5GeM3gXyZ13cmYZpw/kEwJQDfb+K7zffNHgX8JJl0Qsd5A3N5KEIPxZFZPYEuRgVJoNSXWtBb33KM8vIxl/sPXtaVoxo0Imr4PBHfFK6hw/wT76/+jBUkR266oP3k0nU/ve//10HkhrEo79yIvOnkvjA5o8//7XAFTkvqE8yXqmXX/Q+8MzZHOr+8l03/W6EGV+8quFnYh2VEUR/34TzVRMacxnz2t7zDpa4r+TsI+GQagvvHbCL6CGN5VOZTWMnSEr/k4R8dvkniNQvBa29Vhi22QuJ9fZiiY5RrBuVDTgKqPSHNplfv/7qRZPFngt+Uvm48vBRuQoHv+/rovAKbsOtppcA2aDQKy0aVXVKnj508fhUTy4uAnP/hA6bfeaFE8533mcxAr/6TFpTntk+y/ZDg2d0gBuamSPbVT70H9k8XA1SvV95YxB00Lzqz6MPm33NulKCtmlvVX+QvFHVgOj2c/vBBxRCPgKFkhTmwCPcjwx3NtWT9qlL9OaiRrHneRs7aKMpuvSxYJODXxrN7zxSrwxH7+JjX8Sn/mSXjPBnqrRW9Tsu8nCRyxzN3FS48Aq9tq1ash9+3mMiuvEasz/1gBMXCN+1lvVwDXKVYcrxMRvsHIidQ8cCHxtOGsDFhrMV3ro04cpKcQdMxuQivkBtq8UoNnnmMSnP/ZP3GsOYpcc8xZxjXwsZql8lyjc91/RFOSx/xAn/8xpOot/6dWHYwlz9gaOxs32vMuuT+WjO/UUxzMNweW08BK7coc+/Mx+v+VmyMlfl4bjNeBfil1SffLABl41dl2yd/3f/Q8H2Q2fh4sv3CZ+yrztx4P0JOltNYurV7+/pyTpCrC+B46AUGlPfd/hZa3Kg8yXvP7usp8jmqVAEmr+jRXt5zrzqoJ+oGT06omf8Hlx36QN/0s5hjeYG48imf/6q9h4KovN13Sk2Ofw59OGbLXB9SsfOz/1POHdaofEeP/0zHq6w1K7efub6zDewse+VLj1HvzvNV9gJAZ5xl2Cua66cCfvOFmDq2ysc10LitxQ13QVgHIJCqXPv6rpkxmkQqWfSaJxdEMyO+Cjs2piui3IEnzSKGxZeGdSkw2M6ILL2gYZT1fPOpu3Wl4/y7nk3tKqCy6pfZMeYdDyk7tkr8zKZIIkr/MBcWh3Fh7nUhxEPxEYTegjyxfb24xtZBvouNrpRwffs2zPtdm9bweM4WoahzL+9L13zWFGRlf8Xu7VTee0zmjZs1wpuNDmtTJO7YKIBD7xCn/0f1ztP9CZu+y2XOo5fDPX4wVpb+cHnZusvv/Lg6Dqg5vDqYQ9s1ZdfeXMGhgaHVDku65TkL58piOMxwelmzhJYrvrNavt+IXht8FqVYCi/SbcxPXncy9gHnfb1EMqsBH/f2Fe9erTvXV7+ktxr87RX+4oLzXtb+3b7Ecdd4NSnhW3+JOOmU6CR276S0zShyx7hlp5oFiSyxJcZ7QSm/x+9iGn9ZwboWASfB6UUygGm4YNUHeDHwwjkbet6bHSHwuQi8guWvPuJyerQeY7JCUu59NoOPm2vfWqz7onPwicH/rrPoh1aU57SDc7//HPK+llquaEd6M4hR67jQMuum0LaKkqH2MMVDoXVdnBKK3ahnT/rDZqa6yfi85//9V/6TcdfPUYfwvNBjav/C8AyD77XH23Twr292pPyTwDeU6qX6wXzA2f5N9Clv3RcJLxPXuWncbQ57bUQfNY41nTJIwE/wjMQcFvwFK6yFerz+ZZ7L9FXvUrpHpecA0/eLU+44pInPrbwvv6n/f5gDm1NeeNZrhe+6wyBG2nM83m5xRddH59ZJesL5wryF/+WGvb78nZkrAzkATo2DWfWXF/vKk5Ye+iPb4pbCX+c1x7Z68cOxaLvN73aHLl6A6PwhZl592u0+QYyShKO6CxbzIfZoJk/reGcYSwlydsHnbZTfkqBv/bEtrXd522CCMjIvynDlfq1hh/CL/PCu3hhnYUmCT5L3Suxf6OWuHpCRO+pO7zXWiA5atfaGwqdX6549KiFQM1UYNzqQt8sU2+CdvkAwyy2xzNAamM+jlVe6VQ2cP1ggm/gRa/SbV4Z7vXKcs8L73ZIVog74Es986v9p3XkQkewrAmVt3u+wtB3Tx1Xjg9srIQO1QOjZ73Bd8WmP+XCUT/9r7bcmEVsg3PuX331lxd5XIXfuf/1Z71hTufwuqKQz660QSnf6PZkwCXg4nOFX43O0GUpJhTDERQrFW/XmWS4nn5geYGVno5n8mEYYKgmX3xL/IMcP9V/0Js0n9AK276P6o2Bws66fwM4PiN4MgJRgIOBHFYXLXmNgIApJwfnJR07v3S1YdKj7V4v3MyRdypc3kemBtQRCu2o+du/yuGTG5IY+5Vv5QhWuXPwye6pukOoCww0ziRcjGuOTZEhh+rXvlPbe5HTZBnF4RIYDpIBHJ0imw861cfT3vvJN9EDxpPk8k0DrZuv1n3FMvg/FS/8HEQi6pwFF4tL1zqHgU43+o+dbBcFvxt+uescmKSh89rBkx1zp9IbgWUcmEls+sKbJ6mXGE/i/8W2jI0hum1pIpx7Nm192/AmR1b7bg12n85kI/Tt93V44FkImwlGjLmJKSVVFyJ+hPSy2RsuaRYs9zsBBYeDFllGsZyLgo277Jcd1W79sNANAn5mU6bb2LopzeGwfOBDpvgCIsD66SZvXEOWBzG84XzLpcY9imb+TntvRFSOHji0Psn2ogYXSdrV1QFUPhPjXmaLkbkRGsf4sqWMmbbgnLhPPbDl2VytRrJXBMhilT/bU2CqLpjSueb48C4LdfCg589UXL7LBb/XhHyzHZlyk9ljfslZPGiWTvPyOd6XnCK5olaoK+5NpHJSoV0XoGwOFPNIsvaFP/1LsiJunig04uaLzuU55TFFOutmbfKoQsiyrs0Bc+LvGl8Zk+rWt8UBZD8waYcr6NM+h/fmZxaFQadgIhvl4jcv3af8CvO6BiBKb9aZT5mJ2LxoMu2KpMreLC/Z1HJhv+1poyS+g4PtihQcnv9U4xVf/iuPzN2JE/xr/CXnRT8mWIJaybiUiQPaV4r9YHf4VVZAaO+8z7eGzpPt8Xnx6ovShR8XWMd85akLBF0I841Fbv7q7rRQdEBimQpz5JGWng+gO+Uqn+bWT8wsz9KFjNf+SFKDzXmM0QDnb1+VM70iiuAyH5bqcw5uEw8VHcu19eTI813xv+3DvA3Cms9/1m9a/vzHb6LBorIEMTqxjY0PLUpTh6e6+dlhkRH7Nd1xu6+gf+pU+Hte/O4XqzntrBVdL+pzfnvH8UUsYFvWZYtz7Fce4EZXwSz7Tn9TRrfZFvk7GZXS+xw5HR8FQbgI6DEx+5gXiYi7LMDkj76TplwHr3rG53YLKFrTnZl9/IMt144rMtJnO6z+m+4msD8CU1l3swpTLqs0Ox/K0wbEaOYKfAOP6FOz+YYnUtKw07ELrZWM7o6tQu9pDzjo838JCc0rXVmV+Qs6F35uemg/88bEmXThhX7ObzS3HLBEYP3t+KkCai4cPJzUN+XbOot++aUfIsTuuc55oRV1Q5fPwVdMxDzffvO8caDel7Av/xiXhkocmu9wRp9u901EAXa9YI51mbalD2Qo8+0YkrfTyp8epERf+P6pw33zPKEC6l7f9v5i6Y/MJPtqxYBtCd9uMgyRj8qbmo+ydq/XCdVsB9EqbQA6v23gUchBsWSQKHgt9oNO0h23MYCF5zd6PaZtBNlKE0LhoHL3f+fTcIDv5+a6ygI95mp0Zrnhm0xMweiCHv1mw3LdRRbk3DouO+2WBnUFW3n5Vu7qVp3J+WZeU+Fbdy65ur5wuJX9xqve0Ea/+K9eQGK1o6dKI6RDWvDFw3GVj05k4UZrbcYhm223cExAH6w5HJDPBBy6QY8335Cgs3mp3jgFbsacgfVRm1kn4ZIoN/UmMG3QKv32N69OtW3h6YcHuJZ32U/i7PSOZgFKu/WZt6/6Ua/OwFGHPn9NxaFen1M2jOBJ/v12nUHY5HKox3YPMdTPq8KdBO6Yrl5qDH1uuoTn5Nc28soGnbab5vpoG3DI+asefr6n0rm3z3pmP8ls1fSxeEvSDQYd82PAepwhH/4eazC6LvuIiPshQFtlNB2NW+xVWHLTFix52zfzHxTu8KVVtHv/bC9s8/ZFDvyIjyTTssXP0he78P19mn7xmY5gbmMPOjvWGdRKyOFzK+F90e80/vrLrz/9n//zf3xjAn7w4nr4i2j2pjTtngPM12Q0XpK/+/RPEqjTly4LqDbYa+Vtjdu09rceJSS+tt7MDGIKXzU7Cf9BZeuIzPzp9F+gxAjXEGtuesd3kSXbD3C+mc+rC8LA57quLkLIuezU6+PMgKt/ZJZV9UM3nfiDcM5fFR+IC6f4wHPzDzrgJHYEhD0W2jeXiSdZRo3c9AXe/fBaOtHAZdfXX5ctvXIwUitHxt0XfyEoMsICOrYfAuADtTQO6T+JODvrhekQWMPmtYfJHMSX0oGDH7JUxpS5iWUdF6Haq4QGeJvsV+8PbAiiKLHofRLkF4vyKs05t29iL4XG9UvHY0N5NC/QU9021VrLbwojEzDNi5dvY7ZGjt2OzWZP19/ZRrk2g9azf+8Yf70ed80Be2Ss7rV7c02M1jc6xf/lzHRSuLtd2l7Y5uajAcwI8u7JIS0mywDsFY2LaHPCU3XTXPOYo1MfuSfUcRVO8KlOF96rAq17f+kbFziNJ+TpnqF54UzKb3A0sAQkDvVnXWLnKUfx7nxN5/GDOeF0MBaMaz5ioy5sGLrsGdAJ9vXrQS7vQ62lVzs4fNXttUUcoNL9dPiLx/B9KZFvPrgUc4zksU79YU4yXWgyZ1kzcvTVn9fk6gSBJmwNuYxJYUd/4ma1QbcydV3RTAmoEgzJP3MfATjWgOxtoUmZfP4B077ugam3vb5p7o7xcZ/vymPqsa9sbCyvgkPJJzsNBpNQDN1OCcl/8CNvO+5Vu2d3Am6ecxDfPG9gjFzC9P9AUOPkI/HMgAp+vpI+AG7FHf9glOXmXWA2ZSnXQdRoOzhu0ccmQsNj4nVQTXrOq8W/lHtQcZNUAXyVQYHtyTAC74H0l6j/CPjIX8ixR3WTg1bieVJUiz0ikXoI06BG9mnT0mNse2yqYZn+0KXNYSOglUqv9b+a22TvkOr8d/0fth/p8YWmgb2Jhyd68qXzJCklXl/VxreAsVXtVYinHCtks6CtkmieOtA21BPap9rqBwOLuG/IohIbSJwuB/aCBRg23MjQeZvxrmlQPuSAzVQuH227m/hd+wUZfoNmrHvVF1lIvZGcWj6v85uhGliqLMSBcJWpjIHjL3XPb0VV3gMtyBSfcuBfNx7paz85Iyf0wc++HV7lf9UXjL+aoJsxGJqmrsbPjKnCdAxXx/qTnJuB9GfzlbIvDDGWNsx+tVrtJzi/9kdKvPonmpXXVU8Odyy5jJTFNgMhg6sLOvJZRgkWGbHtx6k6Jg+PyAYeeh38WX6W88D+qMQNyG7UEgM/wnjtr97pGYKqIfokBo9d1IGKOy0cG02NU8EFAw+67V8VZBGvQbHRhZh9C7zJCJbfrzxbqsoXnMi3BbkVgBG8+a0uyq6Hog+p1MVG6eKLskHRtUFGoGyopMsyAHE71Y088KjtbiI9VQE2vc1UNDMGXsBRR3+9+Us/86jn1MHzossi8s5W73gtL0UXzzEQ0liJYyxI7IEtj+xAAdKD/3mRCq+2B27qCQ1sQbrSS9v6tL1W2bLAj3HAZlp4i4Q843rB67MLrUFykRItxYJoNRV/999koz1xkBgHD5zCl87O1Zc3C0RHYDkYqJ2mn/Bj6zw1DlHHqqZ0tojo7I0OcJvBKe0m9y7DnMZLacr8Mw8grA1bYon1OXS9r/Th3Tq4scFReD20tpYb6P17KReqiS0ozBj5axTjg8RG7QgFxhDrptvmBoE+ula6rpzpiZ2ebCxJL82Re/ItXfIr7Oz5cXnSzJopuX23TxLLNzNurrAXAc1o9pdz7LNq0yBuOmODavBDt/NOc/evuOmgePcGAJN++Ni6cIGscQIneU5+4k97gc5Nnae7Wiy5O49BespF3bLL//45FZmOn2XpgTD9pLw2HdzUf/QJj8i1okcCe/0bceYxPOqvNLGx5iHHqBhv3V4h24IuzAfTn4iMPr18YPtz16/4M4fG3Vbt3/Tj8jb/r+U8aIWMU2VefsCDXLz54s62cqKr56g1sLAdTjMdkAD4dJIdvZEG6fpNr/J7ISVQ+Mf7YdZ65EKEJYSylmtPxF69F9Lt3/DLAvURB7z08dMlfzWx5vT6n5i0vCt+J63yOm3LEV4jrrPkgflcqfoB/WTb2rD9r7KEz6RT2PQ8fzLHOSz0gebwPmvOwSndJ9k+4sM6yUPqeUgwsYGP6+cVpsubh99fLX1kD/ryT7LIV/ebAdXtRzwLhw1ajvWOz2wf95caMfIU0e3HFnjgmrL3l9Srz/tdfUD/j7G/K1bhWv9M7vUN0RwAU6dXbOZMsfacJI0UK0m07evV+8j13CE8PSjJq3azp4ThSejpBFEl9Kh9+TbaP//5X8Zrn6gZrh+dDyRZm5zbD5eWaefsMxsH5unZY9CGnDaXS4UbJZQWAL+V4IQOWnd4OEpyfFmT9nddoNQv9xBo+yKgTBZd7PfbBv7Ho+JQv5fw5/ruiLt8JEDpEooYoTapxw3uD69PCoB1cnA6VmnvyQiSRfiEetpyvfJK+26f+rPt5A6dmF708Ye4MOE4OlkHiA43qpx1gX5Q9Atoikn1uvuitHpnOn2Nl9lbucQ4zSEYs43z6+pf3I2nBsroM9sKd89fYaQAGimjj3m2otA2/fmKe6jXrqcFeqe2aZ6m/1lp0H4m9EOAZzS14qen68i3CJ/oqH3uNgwfPcypsIsPGTNJntt29egTGom9DYuBCaFpdFXLF7jQP3RmW/ocBmoWjOitl2VlHwntxaI0ty6Q9A1B5d4YS2jh7341fzb9CMfX6p8h5vkVwI7nq94lAT/04W/u+9nD8MbB6lr4e97+5vNcJrTvGP+TenSQqD+Uq1yQqzZ1aOx4EoRs5PmN4hzoRXbuoFKp9sO3LV8AVwV7dj4u7hPc0SG2W4JBevnO+wtQPyazieO/6mq9wcNYZEvkGT/1mfsXnIHffExbUp513wA2Dene9/SHwZhQB+H0paFBWOHZBjhhAa2yLD1TPpTpBYfhbO/wgQbv94c+B/6aySKoirRh27PZiXFMYwTAkUd8HDWhEbjiB9c0l3B+0koXnmx6qkv1bP3QaGnKEBlhmYMz+mIL2mCzWJk+1017AwikZWUOyiFmlurFJ2TK9CWvnPcObzp1UZhvhWBbJEIuDmFPqhyl07y2rmwHo6VQWaLLr7QjLF7PgTq0+upVuiYv2r2BUjsbmu/aifGPeTibMj0FSwzgE3Zsy4CmYaboxmZoaoMMhw+6coBzibmAqCsD9+jbjuYcBK8YrJLtWvl73AOI/QqH7FsW8yf2M/htZ3xkQ8qGeu0zZ0T8LsIf/FQ3MniTgw8l/pLJtFXOplbxs7ybp0+FzyGxUuTgG0+uqh46PKVNKl569bk285Xd7YNP40OA9gO/m8aD8r/o23F/aix9+fl3vZpYr3uQKnqDEQzCqfzFHtpI4aMuycPGGTmXamb5ow/bTUDVY9ajc3QnFkiFI27SggakxhHxi03SW/1Ll1elEYoJx1KI7MWBYnSgPbStG3hQ1wcxbt/QoDKv8/FrWjUJsZkNv0hWGaCUJJsvR+6LUNvtLPwTZ5arRyl9lE9YysRmaFW/g12fTRxgqU/+xVjhJ0tHx3yrV/S3V45HxM10COXe5Cntye/YPzFdXsDaD76qVR/M//xN3b/rD53yxD0wpUc5hzc46LSf/mu7gSQnfsEW5hfMdL18Bv/JNhP0qR/6/DYTP4Mw16zgxZ5Yr7LuOUcAnYMnj1PuGLjaj/7YUPMMw4N6JunNw21SOhdibEqHzRyrsQv2cXxLvmMjk/QItGtStaxIgqWiQ+VSC99akSHQ0XRUJ6fOFOr9PHgYa8UYvs4wz2xX+zzZWEihZfzI4MNpEX9dcyIHv2va36UHn/SONn3lT/5ii4d1De39G4jSc88hGEf68c1lXnFP+kNPGH81vjvd9vghpvBl3mmqbs250Nuv5tQvMzNOibn4v2O785XkEjwmgy40+LvbYNYpA5vf4PlYXg7TCKX9O1AVmvnBPmZOlyz6Zzk9Bphh9G/5sSisA6eNfuKHC1q98lPBe8ZJD7uYJ5A1f+Dm9Wgou3y51i/80fW1/Jx7biAeMQ5GpBW6kluBj5wkdOC3fwIZm8B3jw3oBNDwi6LoIAfyRZ76kP1V9gev4xu698TccmwDjiJvwSFb1sDFlX2Mikf2dSwmnWJy6Ecm1ruQeeUZGeQVJg5o+it/al37kPR//Gldtj7bKpk7eOiHPpuAviWfirWBWWFbwXGtEnqIozb97TkF120+p9wLyOjZsRFf3CU/63d6Qg+7HDx6jh8C18+0S0gOYyWszI1nPO9Ca8/51vfICH54ycZKkz7xddJCXA2B4+YyQPi8snZ8HMyWwGlc0JZ55ErXtIrwJo8upcUYn6n0IlceNkwc9TDMv/+23gpk3U0geIwNSlxjyMXLHuyjqpcaP5sWPnp/V7x1/IFuO0AqZh/zyyBOAPq6QLGq+Ddn1tkMJAMiP/8uSVXa0Zdvc8a/ufELJH/Y0LM85Bb8hcaoeA4n5vVvXhdAF93K//dvv2sayxw/0Hex+lee3TEKkz7fcEPn8gFM2qhBvwGsk2s8z9nA7MeypGVWH26nnnEk8MiLEZx2YflauLKbZbXtAdI6wzxEiYE10pMuttSyV0GLT903FpeAjgMasaOEI/6wJ9eyu4/+IyY1J+Bqf2TuGkU7tOBJP4n5y3kyx/gqmvbPukZznHq9FmfwFs/SMD5039gncMF9sgv4lrOEtwDXgvWy9kvo1V35qFKGx122Upr2Bq7yTHjTWToyl8taji9kbJp02ma8ZVfKlqP+Ea8mipAiYr7oYpj5uN+ubpwWtnnlu8vbeuGe8sLMG9fIv+VDHv4pyPzqUI1V5rgpS+36Sj9xj9pffBaRtfvY5+or43v8xB7+FEjWi8Z6YrS8yhua/WYisqNP+wgdaDE6mL+q86TR8r2P9trXZWgx4KRU9odQDsyEg47lkPxMv2d3bPD9AU6tAPyfvibBbsLXzV9RNn+um4/dgs681zbzUh29f/vbb/7psr4yF2j6m+M/VobG7JS7MAZ++NjjePVxBpd4KLDmQcmAUpWtvggEtoss2BDLIBv/HPX4f8laijt/2MfZZqYj+1ivQDPTeyBt5FPonJfV7dimELVV91dtJ59vPupD5Ff7MQ8s/RZi6U04RG47YKcvY4827MY3PdlHHD1DO/DEOHGWccZ9KEc4xBV0/FYvFi6ffkHB1wpqZ+7yW9IET3z9Qryth4Dwc3+7+U//lFJ4IBfvlrJv1/7mHhPAzFT+lrm+l5/7KuK4G724HootkHsdD9g2pTHpHpvN1qPvbAXWe8DlGtPzApd5Bd7RCc5t61pB23O6yoWNwCEGhLMecuDNL+9S8ZM3bt7zi1/SDw56NS+P0uw1ru20xhQPKvJQCXJy3sreBJpN05d9dfRsKxz5/JLZbG/ZvxHdykMO7+n7yM08LiHXPOC5QwPb/iOuRwLX+M7ZY1Bnh8eYGIAqPuH7ulA4oi5l9MmaIRfyxlOCr/eioEei2X+U3SC7uWtdrzpgaVjr55K3/gDlo2Q/DYCJd5d/9g0UFRlAswXfRn637jlUdqZZ9iJFL8WSbPCdtV7XMtwE92utAZNBPa8bOh+0VS5Uvdv8Hh8aYfYP2MzBxEd1bo4geYNe4hoeQ3rLAR9+svArZ2XLxuS1ScvUieH5M3C5NhpK3IrFDV3sAYDkJLiYMW3OztFtl/0sh95eqjfrETng0ZZmNEgMQ61y5tydduJVMMS89xYwURWWpkHBIek8RKGjP8F3nQ3QmRO6LkToyAOfwx+5Pk7Q7vo9+VBu3a+AhkwWKpnJxloCigdG4A+BP5MMK0AGYMLzjkgoJeVSHgMFxkZT8RcvYCrwX2XCSO5cWICLgkcATYfaAfhByfiRToTkiDjpB1if7J60kPnoVz1/RMg3gtdg70LAhP9Rwu5NDi6ChQb8qUCj+7sMHJsPW7qnmP9bOT6Zej/TReYequF7xg+pQU6ZQftCSbrxe4KkqYkb9PGnDnuyQWGRDL2zcQzUtFfxrjlclX4MuCaaBd5wTPXDz0w8sFi8BN2HMIqIfnhSQzZ2UQNj4RcWvQJ9Ip82Bfxe/wQJkDQe4Xs8EtE1pnVo/O2/OSDkpc7ff/rt72vEEowjMWy3z1Vm6AWC+H7ebD3J2rZpu8FmFyPfVQY6uQDU57Z9JtzrGLtvsMA79O40Zz0TeWQjIPDdsrnyPqGGBN6wLE96YZUI6MbNhaa5yWvbycM3ZpZ/zIhBU3kakFfdDv7nSrF3aS5dhFo/fEwFTZMK3xZi29+Ik9zY1uJrMvjqpwZ4YlWRz+SgVXnODz/ye/mRA8u65ptMbAj0hDIXXP6WBzcGBIMcgY0MuZF5Njnu/OAjerEhCL5H6dLpA7S/2IWkiUEuLknd5LmyPljcu4FIvM7ee/n49N5DHX/MZD3dFlm2P8UIO5/568SviVgQ4hNqIfokG/QIXc/bYhEYeMW2xlY/dIpP3thoG3A7RdRdzf5BVeJKiW+G8/vDm2Ba/Xk2nbqQ1wabsXvn0bplCpbki46r+mHGfNr4ew+otXvpsWbWPY8W5/Mci0H+MVYPwM8chB/AWa/A1r6EGqI9jcm3drCxmJsy7jmQwQ7/XtJ8qQPXvE4MitR1I1e/s/eW/2CE/yLO959+197hV72Cz3GMTGxAVkI/v+JTCjO+crOlvWoUnWpQvlebEP9AALtyo9eCxPGbOUd7VqDOLM7FP8iSzwqs/RBAK/FzJXQhAxcCR6ZCLDFOdZc2LPSdIIz8hwF0tRNxLwe47lM3OXxP4oKDcYZutF46D5hL6KP/spPHBHt10pv9b+Q5c0OA+ykakqUwbWX/wTWGEzKpsKYCazs0pMdglvt0uK0f2IE5l5jBf/xOY/QMD0yWejFio1OjFJtE3sBfY+cK7Zpv/sr+EF/fwom80rkT4kA7rnujyILNGU7WzMig9XjvR5bdBt27nJu3QC99ZvuKP0g9FrMvUkw5rjRXj4uCjAqOg5dOvrYLGeKN9ZEHXL7+yvggLomV2BqTOxbUQ9NqDXLjLrUVi6uysjlf7YdkJAZxyz/+3xM47rt3UN885dON/kDkCbdtKDFQ9pox2gr6Nr8Y4g3UgnnS5TKH/RW+iC4fEyEZs+FtlfTBNVAONpnLArN9uXEN7T0EQKxO0JpwUK3v7u2HY0rbJ70ev0bJAkqGLaCL/r9wGq7EumkeD3aYBzGenxf+tOmUb9MSXXT64mstVbDNg47wf0qTL/219eT1hHfa5himjM3Hfu8A/rA0Y6X8K8/db/S3bxKmDTqks0+ZECmzbfFvSavaa7AHt7wiqqV8K+Mj0Gr0taUPOdeD2zIP+PBSZmsFFLv9z1LoRgs4MEZIbvdeotcC02fpf2fPu0SmJeN57kKBkWoPYK7pyu/ad2rGlxn4+Z2///3v/pkrv0Ibel3DVPSs6VyyL7N9Vv7DbZU0Nr8mXNzgPd4bcf0zROaXQ3VvfYW19Z0u9Byh/YRo+wYj9kfmrjdDkLaVTvN//Oc/fBO4oLRjhq5ztDfG7zSK89mcM19+7hAe7JWhx9zgOU/tHVNXestwWqswGTR+VQEVf6dLeOD3vLJnPV2HrrRaAxFqoR1bTMMW7jW/mlZ7Ax5mRSf+NX4WGhxI+CR755SJJ8Q+yZqtarDY7xOXJN7ABzxvpYBF49Gd+uB6sv605zw3SR7ZOefrYGs0QYfiTG4In9lMGXziivkFMPzVGxDEcHnm5nbm4++6YZhrjmp/p/rv1ZGwoiMLccDvmluGvY9J++TQmCXOcj0wbTUh72Vx3IPv3pd69b/3vmsH7vSxR5iYl8rs+LfL0Ef/w/OVVGXot+FfIf5ay/MYfqXREfja85EdiOli5FqTWmI8MUqUJFYLd7U5rdygO3QgSFxf+b7YbHR7nHsgJkQ850Jl0MjMAreTQvOvjYsf+e9Qv5Y+j7ck3WNoG3gTtF4yGF82wAy8xZa1mQT0K4a73n5o1hfO1UKdO3Pz9C3qpQN7+jpRE+K0/QWIeLjxuvanxpT5czdrLwD4rAHwo32ndBOtKU98cYg29hoPzPUjdA7gYwlZMrfXB72mNHjFfMS9NkYu+ZWzmuL5zEQ8WhcK82aT1+tWPsgnDmCtf0VR6PmAXHxiDC5aMBp/hxmILwORxpViNBZ/bgJlILdv5psiqzCBLMRcwKvsryrEoN4TgKh+m3lFtmVYeJMu7XV09HgzFHoxF4GXTgTt0a90mk8+H5fD8yM7fYwvf9xs/iN45PYB3DIsmwKrpknRA1h29kZM/QKVkv402Z6D3cfkZ/Xeem6nLmmJJfFn49dvXuBDwKDNHxso5MRiwPUQp5tG8LM4vPrxF3au0ILoPcn5RKBTAuEOsetv9Vx0j6U2yi5s3Hnf8gf8NvIqbBqr3oFp9laRDZ9q2HHNAuR3c9/pzjo050SRumzujemE/HEZ9XjCKHPQGqdC6w0nX/3oFZLfv/+u37HRobyljvxQ33AqR/dX3wJH2rGV6uNnYWrHp3r7rgSWgz/J54r7Wivf9Jyoabtv9NJ8unTxxULD5odb5vIHmxiPBi5QGlRP9sHuma/gh096IUAdH8C3eicP48pjOEAZgD9IpXVws+FoO+jTr9Shy9/BedIDSDRWn/Qhz5PZRHhuJoIfPpk7si8S7BJ77hGqS2U5vJEDFtCCYWiaeQRY88iCU3/MEh0MYsSNsXWrfIUJGHTe63uofLaEHNjUonvs/aob5PCY45o6NsiNiKUrtv0g1WZXkDO7hGf1gSaGtxGN8owvWXWBxw3TvZFcF2+2y7KNcWEwU1mjr9rd7Y/qE+C5MbUddOMOXiatj0etF9+uNMBw0/C71hJjLCTketTrJkfhmJ+ZS3mTiEGmPh+U668P52HGub4N5ot+ZgmPE216pw3hofof61tulCPHzbZ3WQCSzrWWfTNgKp/JC0qSuNd6U0Ic8OFXOoAgs/JfdMrm3zUzVuBSNJCfBL3zXKA762FXG2KrFSQiQz/jmrmzN5GRk6dMSfXjnU/bgbH860SIsi9gUcx9yEqaNqWsccYF2OoGHNmwEhc4tdWdb2YxkRNeYjhjuPBhJcOWrRueP7quW/4KskDThm4Zu1MODms4MALlvJI3+t45TTyEyg0YRcwCz8MA0OmFGL5HeNagUgOeduo/Uow5AxuK3o9AS17QoS+E2mHzJkiRD88ksde8p8gMVwFDgz0XSXqxH0UX0CYdymp24oGDsj4PwaxOZVc73ts5eI1Q2QMgwhHSfI4xBzKHnXr1tuL/+3duNujPg3LJrtqeJzVkDknGxoG5y2b7iB+//Va5YGq4NfQoc21oOSsqxqhBKLKfOWwg8ZdSZc8axx5pMZIitY+G3EplrJyis4xTbsZFj65jxy72YFFL6p4PWnR5rEqUykAb3/iFlv+hd2kWrqL7mheEZR+QdwJINtf3dL7/8i8x0A1sxoHGzkcJefqwC8fyXD/effqEP+V3PzKL1X3Onbhdq7zmsb4zBkZs6tanwXsdQ+WFzyQ4ysD1gRtmAJLjzKXYgD3zrhLQtbMaz5w25rwH02GvuW9CJ+vsMQ99buIylkgngCPflaD9PW2gbq9JEgw+E6d2Mj/Rte0E55zxpH9+WEG/5Uvs828m4MBtu2Ve4j0dGF/4dT5bBP32ikX/s/45smCjyA9u5T/98VvryDvt3Xby3rB81w/t8gB+ytp28hlvpsuNrFvCmm1ljmNYrW2pdSh47db65Dn7KtuBU0nxqFER2uuAlv7ytVgrhGkvvfJ4Vwf2KRlPPLEfuP1D144lNauMHZGCniRgy7dtM28/tBtzbSsc9dfE/uLKB5jZNnGg/ev6/Wpfu4mk6WoMkPubb8gt8e/8ofksQzhc+mwHwXtsVQLk5y/yTvi+kYDzKx64NwgZ87tyy7LwSg0hMwcCWPu+yjjl5kHCX3/77ad//OMfP/3t73970RHWTdOGU9b2kzemKX+0dISWrL98ZX1sT/aynf+g8heT/OSHIISGZUXsLYHasEOCeq4Zn3GQ1eeDlXnOa7JTrwGMjeEWb8Z7eUyXTdseIYGM0a+2yXUeIe92FdCz55bF/0MOkOd/+lkPAtIHbMQlDgJFnTKxaGhgtmCzHPieaWBRbrT+yr5AYvb8Y8ZCbhKrW+uzdY4qXpcu50QV+J7vm0/oGatN+kjs2JYC/YeChrF+V5yJW1bI1vbm9NXehVPLKsZwPU+YOAf2WgpM8OiB9iteZA0m+2J0G20tD5sE9tCbMqfMPLvk3ddFaoG0B+eTHKFaWt1352Z+OT7l8ELeyNxv/jbOnjD8gMfqGJouCp5mNxpx+i5VVlzUMtcvvPnxq/bcncvB7/XftD84WAkeh4/WmgY10fV0sbYEglb5riafA0DMY6CN8OBP7Z2XatcpzwDfxUnf+FoLeTvDbAf4Tof+thHrE36WGyeb4QcFbASuY8hxhPXW2kwnte4DVvy5UR9THiAxazAK8Zx3vOmCZAN4b8o34+28M44BsBiSjdz+EZfGYvXOONjkXgrWUWHda+EXAEfqZ6SP3uDXF6XVa8vUUSSwPDD8++//etlPVnbgrNey9wWPB2DUwP7vMyl2DGTpo9XP3m8dCvQ1Xmn1fmzxv+t1sD5X8iovfsthNdTnFLiziGM1aFU4Tg9U6+8EjgHiVHOXgjbGQnTAvhErDilPTUBSCIM94dTQSFVZgr+Cdw0L4Np/1/OjOjzZoFgT5I1KA0XhAdCP0nKwp/ca7yMc7LXunOYaeQUNhzjqW3vWF50KG0EzoaI3f51M7mxrL9qPPdFJ+GNH5fKL7Ed3SjzDoq+hm30vyCZ9eDhhD8FBk0kpMJSFOngWHFhSPjPhUV8mouh05G9L8r3hWn649l5rR6PD7wqR2l3O6vAE2zbLAYMqMpkVSHn2uWeSHl0udsN1Diffw4LgwwXlfoUVsWUq+Pv84TR0YMozfznjuxaKOQH6taj6dnDTuSgNf+z/5D5o5w/a64CmRJyDz+j4cXqy83Er8te40Io+72h36BbjHk+RJr0JQRbstM5PX5gJLPZLfOYpfuyLXSWBDPO6CJZe5rvEb/ll/MKH9tBJ3+T975Qj56FZuZ9se6eP/ms4bn1FaYMhIfsZaeSlPX6PDgCV10YAfuC3/Q531R8Ga76wj0fsHFFKynlsm6aWrzRPX+yQ+infCcdn3dxjk8YG5VkPpdigMGiNlUj3TSVtU7bIG370NU1fuO0QL8jJ7bTD83S8L20fCNfoA3RvJqWD5Xvg/Sn5hqEYR+XTtXewvBTjl8xZsWK6Y6sL6Gtl8HztLJ3XntLedlkgr+2MrVf8tGAvxauUZV+D7E+g33Xg2JQ1/+M5HtjYe1qjFJ7zqQdjMNIcWPdLOPqYu/jW/eFRqcXPytKXOKk9oHThsVDq48PplODVg41Dp7wCBztsB+xTOrEZ2YHJpjsXb8VDtsrXg/xJjzbSkeP0to8WLtThxFoZ2ndLHrynEnsz0uHzzofv2kPVblDxbt/qGPrYDDrPtMAtnVB99zltj8/qa+imL3wn3Dtan2svD8YPFotPr7jWyn5Vu1hrRxJNEeNZ5W13vBaZyYWpNTue4TGTanX4YStgat/dc+F17LH7HwuKNRseeC7IDx708R1xfd93Qsp9hg9hw7v4bPu7vCfuQgvUwjTn4Q/TtYzpn3gTx3a+sd6yqx0dfOax+PD6ypOm8TL+7JdsigMGDeRYUyJjDpi7HQ7N11LlMR74sl/3yf4GsMzfeWTrfVxiguV7p24fcciIknpwMq7BvzcCd0TqqH9LtXN9cet+W914O64Fil761zmnNDuf3W1IPa+Jtxd2XEymwPDP+5jbeJj0KN9T7e++FcOVKdcX8WsNY17QwbT4THE5edzp/6h+kWnZ5o5j7cSzct37W3+Kh+oHTHmVDjn/Ttwt+xAmb1JhZzd8SaU/++7t8AxccCoLcLP8VKft/490j80nnuwVf9Vf5xHn+C9qGaX6TLu0DYDZfucx6RBrXQd6zRgG0AjmpHun9aN65YBGyx/hBK4QBIsiYAlC/k4W2mf8UJ+wpVHKH9FqH3nwMMQKXNEldf50RR/Y7pumQWZ7v30HMP0hOnKYDoaXsZ+uiUpn5kttNy22s3uXiQ++jcPN35xqaF5b46Y22DJsLArodU3RNzLTA15poM8//vGfP/3tb7n5OzHB23CrY7bN8sT7bLk3RO7wjCfs2dTxNdvoxfR88xebGlr5XrK695D9PkrMZ94JY5O1Zk97tfxIo6SJCwUBD8uWBi21Xccit0tm6pg1+uwYZWhwLcNbw7x+SFEutXzO5UA8wJZV8KxDrI9+tfnpHqXF0fZiNpaf6QUXYcUDvpU/a21k915IAwO7BSXjIK9VpSVw8aFBdltrzaHb8d31HJ4f2lzIUzZkV4v/773mojHjxTx7Q9WDEJzXtfgz/Cv/uzx2q9cj75NObTv6YNNX/UPvcCuelVZzzx6W6w7grSSzKPnj1pNq9i8fgjzjiXEuPZcvblD4uP6ly2OVQm/wCy3r4bEZ3ffYoI1Ue9QOXM9y0zd9zhxDidHEY3GaAxX8az/x6/AgrlSY8KF8/aQ/oyHXXzwiVy2wdKiX1xW38rfVvGCrBnA5353r9x2+eOTtu8vb9sLe+9v+UY4fsMkjrRgr6LWXlZY/lOMbQPh5K483QUKnMcGpa2W60/9Ipqe+4kOPcvIjd8+0GQe9Dn7ijbxPqfSf+mZb4SrH7JvluVY01isPcLP8VL/QCsBs+nTZchJwSpU9tevnR31XyGutetzx9Q1gnISiIDBslhRX/JfaJFTi4FIOLb4dcbxI8cBBbk9BgssGj5tdX5iFvChEDh/cqMiQ3q/Z6o1OMwodL9AsuMJlwwasJ7Qh+XmaSQOC2TKCIvZPf+o3htQKIyeoxjaVY3UsevsbBwvORChrowAGunRzVTpll6eAxM2TduhD1k9uC9vbTD/2qG0RkyqsDZZBRQP8SdjUi4ZnqbYhPbZQP5svNi9qwbuXd6qrHh+JhjdpoivY+Gp9AwM7AbcOHP3aVLfwkWnWGxa3hT9F6PawzU9cShY2Ct/Ex69fEt3IIhyLiLDrYmM5zvFi9vINVwCiaX2tk6qWmebDF94zztrj1wqNDa2/BSN8zFr/gHtPpVUenSTmYjpxCvfUZtmXDiy8iH0TfceM3OB0JmnFlWzhA8YEjvvLz3qo5cgbvwGE65AXXjzZGVfqQLTGEUz1qX7gkUo/sPF3zBhfCFO4gUWnlEV7xQtB3u4FlWwFTSi2J5A5SHU4aOOdhUqSCKiU0G3F3jBgxpe35YKeB4Sl/5xXR74NhR2g84e/dcfCOYwEV0TQnyI1fasbu7PZ3XoDK6N1XPG7yNDt06IO8UXbTxpT5r/y6hGdYQBTUjdGgUvbvQwstsFGlDsfq0jNxKFzpdXYDNSy7mIryDQL1zdaRJ/vppBiH9obDwWtzKkHLmU+T++KqdWV2TNPkGPPPojBxZeRpjnUxLSH7PNGPCryIgmrqjIosXeYGIdGp4yLQKUlsr4eXq9e6UoJvBCp7eDHX5o3g6Dps/0LQHLhmz/9W0G8/iz0Dh71+qtEDs/EKe3wC2xskd+FLEbzRZfMhmn7yC18DX3ay5OWlp9I9MlIw6xJwfFvYEWRSPtbwdjI84MKSt2E2W76IG+b1yPGkRpNhkkQHH/qY/FhjfFDiuinNtYWcKBFMr21rliQND8+zekuz882ljfKf/ubftPpX7ziytQMUr937lwkd1ZbpcFKofiRKcQkHAZZWQUGSfMRPBIDuinwCw/SRKZflm6IEz60r7JwqHXtcMebjznfV4/wK93QAZ3+0jQe49P/1ImcZPrDzMx9rPWehdmr0MYrcvWEJTDerqhk1S06H/SEb2zr2moLbOWtrO4cH23vN4tMQaTZI/3M7/JJOMeF52/EzjwWEsQ+8cXpjuAkjrGDApMAAEAASURBVPdqtqf68A12R9d14Ry8hb3WtMow+yhXdiyF3uiLHb5R0f8vov1Hb2zJ90lLvvLzOk5cd42VvKLhb82G6MJDt+hKAzofv9JSGSg/pxlXQEA+JhBD4x8a2Y+iVP+QnzKpclSG1JHnyIROpcdaWZzKjh00xhVTpogwSsnOOGfMzBT69GtvAqr+gLjvgx2V2NT/EgXMJ4vNXl+IiR4awkeUyZygT/RMCaDL2hRbQg9/gRVbtB1TRefDs7aBeOHaZti96EELObIn8YOgCKLUPXJq4ZFy4gq80Py6bljrjQgShp/eIWmVc47fSUcOrdHLF+kJL8/XC7iwxdvXMtARrvnGjSFBGT7bFoJhfl8Grc+ociAPLD9J0j1CiKgZ/tLLGeNbVcaetAoI3ats+rBc68iWq8TIBQ9N/jy2kU+273i+gKIXcwfMQb3ZaM4N5gVf6PufdEJE5gAHHjRCB1r3tHksXu1HrvIpzF1W268Iyh1PSwqaqScuAlQ/WE7xw36lCa/yKe7+CROJP+nQHxr8hAB7GI1prxI+hjLs79ob8Mac4oX2qZsGMmAj0beumAnb6WP7UHZgvF4SsoKkBF1oVI+MXnrW4DHQKQNbHLpItTM0sAkw/HMd+ZQsp0sHflWdAYs/oO2/JR+dE3fiwJch3zc4MJo9z4gl7U2Vt9cllm/JRRt1YEjl1TptlPElMur/gseu+C62mTR8FiE8/xAQCIvGpN1yc2BmedYrP22fSZW9uRxktNpkrwFdJ6T60t5wG2/EQGVAxsppe8o2PeM4eJGSOn3Q5voOvvvmocqmE8aRb/kk2Fd7lGf77rxonzDuv9EmJnkow/GKScSP/ZgTcq4YyJxEa+zm0pCtcMbTR+sv/KFww6Ne+M6L2becOCo/1uElkh0ELuQ4U3N5zRlmobbSpU65+7q2my5217+5hlMniZvzfvgBI8MrhumSiJaHcWDQrJ+FJ5dFA0iu/3l4u/Tpq2xpY8x/0U8T/Nd//ddPf/uNm7/pN+D4qA61Z/O27zxkrSPojM8zew2C7ow8a3iszpxfZJxLBeZhfxMYnbE/AkI31+ceU1yYq5ku1sQk5gaVBGtTuZhYq+wL0LRcjjiZu70mRvLYmnHEOrESMvhAQPU1sNln+UYHaJZR14BaX5i04MleLnZaEq39dNf9UGYOpgSn8I+80au/y0ys8HYjn2vKLrU/D/B7PvC8l/m88zpChTb0oaffX9bewDoteeHFH98g5ne3X1PGML/f7mtd5EBeEcYMP/NWRMen2pf89qHs4PmKyIgqIDk+Hf/WWVrrixpPPyk15Yiukg8djKcPBpQrUFO5c6tFW3NM7WmB1bFihb0qOmMbfFH5uq7FF/RViiXsorf3UOruHjiQ+dKJr98Wav0Un0pi5ObP8iZOVHG9cpTrPYcG+1H8Z3p2LuMFCvpou3Lm3D7wW94GWB+gXmITHMVn6IqDacMnewzfVDcL+MUw/IQVDz84bhUM0AOfdbsJ/3rPxU6fPWavKRcAMeTIwR71odrKA5ssUQSX3/8GI4nfTiXmJdP2FfDpTxaZKs/J8XvpLHuKrnEkI/ndbvAHg12jMaVPrsullwTtW1SLR/xTxmy1S/qOfZDH65KAgIOuvAA549SmwJ0UZaNf5gK/khkfCMiyQW1MtKULDWg+0W0beaQxNB+WBcLI33NYd+jj+Ft2War5S1+y46/q/1PnL36S5VtWPA9DidepO/JCCAssvZVbm/VFLkLuD+JTOnU4R06jWC5s1p9V8z5IhDuDfxftzDPEAzbgb3MOkfUZH61+zzNCUGxO+xQGlEmn7YWdhP9cvwGCXnjQv7Eun1H2fs0RMDFey5Ou51dUQA9Md1On9rXCt27kNC3hWH7mwYFPm1V/FeGlxfijNfO+XD4GZdsA0yoDJySOs2s0N6TVn+fg5fTcSziTP9JkSL1MD/0FSKdSBee+Jxun7E0TIIE4n4U9tBRseqr3mwLDhwyaA7RGntdjDGOiL/j+hoxf/bjoyvO/yEv9cXv7UXKQ31P4pqMykDc+wSG+GBxc/9f5oZXJ7olu+TCRMukGBnnbswtt2Ln5H0C303bxCf55COzyyWYokzR42ElahQdANCqFlwahJpjpCyYGXuE9pbSdF543ZLI5tvHkIEhsBF7mquiaxeDZ9pbJ9BaXm84RVnIgfyvNJTDfksIG+1Vi7bvltUUn0Vv3v1WtrbxYr4PemEYTKUZ4k3LxjdFi+wkWj6hFhHbZVez3YoGJap5dMG7nVBsu7ddFMv4PiIbIioePeQX6xDI0SJWxddoo8/pBvyJZ9cgg5VeC57O82hZ802+jYoslV3E+kyNLf+MReC6goNPQR0P+GM++/FMnOKo6dY5LLTr8qQCHhvYfgVnAU98TqbEP/FinycMbrikDS1tT7Uc9m1068wcPy4cAYzRMfPD+/TQE+ctEwK3lglybTJ3oibyCX+yukR5cPou/AY0rpCsbtZ6xNnkVv/aZfS2TFw6epPZNRqYBLME6UnCRKTEaXj//9N///S/5PJt+YNI+aQ8iKrbfrl1dbWPstEwXMjSWu44vlP+1jA0dr1Mmj44r9sSbTTXyTFkn40vfssvsb9kXzH/+bvrMl/Cpddm0kQgRStCcNggP9yz56Ac6+fRr5HfX/uDm77/+9S8/pb8bP1Fgfr3M7cit1Q5dYo8VB2rt4ekhixLxpWUVTn76QHpM5YQQ/Qzub7lAg29OMFd1k37ofr7U9aEYsTsjSIcKq9GbVUw7E3zlE/ZxnRe5+ZvXZOtQed14jRraj217ECchxn7BPhYdYuvfTVyA/MzPEYgGF2d3UaGbw+wz/8rqJ2ATJmEPLfmQf4hJTpp2otzYqi5Bzqe4uMDnf2sH/kUXY7/o7xuOkq5POBO/5X0xr4bSpJT0qmVlKv6P8t7EQc8cYGRs2TR7Ci2f8s38mIctaaMfu85588DmYBFJ0Lvt1F8TdmddFKTtDc3QvcIib+JqtIu0Ydc80Z4pF3h+yHQh9wC/sDMHjzR9xVijGY1JQHTv74b1UZ7NZ1/K01avvbulhzRqMF/ZB67OFtB9/ancmwYY33Wg+9O/lCumIbF9O6Gu5R7gX1uvNfPCpvr3Vb+r7fEH8UWfeaHj5qseztiGE5knOU0doy6azmvsK+tTi5t2/TNyTzmKyPgC9/euP1yjab1mHrOs4lOZP8XjED74jhg6uEb5hBMWDc+RT0KXxydy9Ct7/OXrd2yrZnxEm2EeaNF/WeMEAzyJVxMXr23u0EffRjQfHCMmfNDO4rJ4A3+nT1sT/LvGdDzWF+rZsvtQ8JNmLX55/Civfe46Vu7G+Z1O+SAnyfJL78+mH4V/6XR8EZv+t+av8i/cYy4mxscfY8zG5ggbKVjvs47KdeLz2WSbLUU+Jc8nCO84eAM790TAdi9zB0eeTUvl6rz1XHYEbx7S+YsMMgHhxlH13RqT7p0ndcskWzfP2xTUPg7ygPuRvYoPLGP6j7WP+qLXWDqNAALWN7awh3g3TR7APKXCfKRX+6DxRa/HJRWvNOmjDbOyFtVu+It27JmzW+RYsCr1dCC44B/538lcnh/le0si20HbX0R4g0D/NE9s+DzhIBNr8z//+c+f/vM//nPvr0Lj2Phev7P+uB8b3Pkfu9xpzXrpeu6XONSdhoLEO9X6xhB8LJiNMwl/ouw5avG7++7UIw91+PBwA+tG96llY0uqf/8kzA/318Youmg7yn769ntucJX/d73uk5Rr64UjWXLeudE1jpAzsp7W1BmPveFKrNzt5ZvJnlsbV9pHMW6Fnp+fWXSVgdu/wyelOZbvfdxpQMY8rKBvc/+u8zMlZPMeYCMsXquOi7EN1pnJ6xz7AeHXN8D0hm5wQCueiKjcBzZKq7aovdv+Lj/wQCjm9dMouSEa2xxZDgWmiC3Gak49MXUggau8aYUfD6phBOajb9oLMqMCNdcBoOfaj/43UoA4wcPrrGr4t+nOu+2irGLG9xNdZHzE5boB343rB8awr1Wuah5Wf7GEPGES2z3KcaFJDJS5kUcdM6dtoxR0N8AuMIZtmdVXDoE27Z7PBJo6hUMX/Xu99BXTKjlbvBrTOUdIfAcqn1cZQSrt5gtO423PU/Dcek9q1/Jcz64972qJjUOaXQjjQrKIv7+AobnQdLXQZj7DTshz1gxLPmxPH9fpo+mNALE39JgTSeyFvUfU3IBt1i0Q8wSEvyOvUS4f9eGl8U0FXwD/IxwkwVIRUfGxcLbrFv3S4ZqFMqk55c6xPqdiLhg2pL/yUL4n4qp0E6PyVEy2dbjj/NV65SteY1XLSTY2OUBdXAUFQIReF7g2E069Kl6CzWPI1pKHToxWxuKwDUg8jIcRhQTskQUqdQDlazpwNpoO0v7Q3lLLaV7ZIVqdkPFbbpJw4CG3c7NSvBUmMBBZlEsGDzYi53XNCSbamxoA5Pz5m8fqRCJkiC1EkAF3MQwQwiH6npJmIgaNRVI/+cSPLTw1GTv1fJOM34YMbOyCHSwQkBTR75bMZ8nSwd+L877GDSEyOaKL6EgnF0QL/knK839z8MIixh5kwuGmXsqR37Ky1i0Ssx7b0yHeCF8+EmCsj0blG3+az3bqALIPhYd66P49Djcc+rQfvugRn8j+eqAAFUuzOt4PfHuBvxl/ogDN77mFKOjjxyfUTV84qFc9p6zS7HLjHTieBuT3pPAVqQcMm57aOMD67n0sMnTDAXZSbBIa8AN3bmbiF33KuNkPH116MzJ2S8wgZ7QoB9XqUzfRH1ia0ZWEveQOJXzUA3w8Gn6HBgeNzFHQWMigfZAOboHCn03xb7/y5B4Gku7eRGShRAIOohd3x9D3sZGAUtjbE8afh9vleeypuPOimpz+2F502JWsp11/rFJ1XoMZQZw0XghmR9CZV+iqLM0NXsjBcPdbz6wZwAJycWEJfJhHnv5u4tVfHAxgBwhwEEHO1kUN/EeN/qm4tjWem7aMxBBzu2nIfAog6NG/L3bG5hcOB5eyfGt70XP6Jkx6zufsi+xGXADxJ4JjL8ugseekBj8YQ0Vl+pmsyDcdA14/7vFdWH6fm5T6MoDqprvywhpOtvFcTsVAA2fYwBMoIG1bE2zlYIOBDVqHVGFpo++sHzhDMRTnyq3o3X4Eic1LKy1p6/xbe9fHC4kQcTKu9YlNzaOGZUJxSk6fpPV/040Jtz6MU2zGK9ruMi1Cjxm0Kq+kNw0AvRH3hUlq2IkL715gzDmaWLEtpSirKN88VRQ7htSjVUTBIj58e5Sh8lVwfyi22Ni7b+kCp7+aKn/n/ObcJKv9WSRtPT4kgNlJJG60IrtpsMFbQNYNsxsQiaILpXvyxRoOhq59eSC6np2Wa6k2hAYSRhbJYcbL7zhViT0Phy08mco3PzoX85i9rXrjjW2lmnwx7GBKrx93ue8Qv/K8kmh914Hot686xNJyA879QGTiMdYCI/mjwrJn9ASWN2dsH03kv1DOIQQMPAkrDzM/ZFk6+MfNzNuC1Hr5lQdQbGe3SFZ3WeaU6k/sRycEQruwTIK4J/YLgZRDe+u/CB46abjWGSO5cMMmXmGUTxqhba5aN8RP8yiH7ezD0b4HZJ67kRbhbglTkL4sc/Ewqw8E1Vb4zpPAta3lysDB1DIHXR+m4mDuY/MPUGLKQ1+/G6zZR3Mx10SyEfOJg/sDGp/oYk7rfIYu7EXl7cgo/bwWKGecAusLVMEBI6Btm62feALHvz3uBGrgJc+EXU1SJTcATbeNH+RZow4APEng01c65O6zDJLiBO5BHqXp6zaDY5/BAt0dkwmekmtenHsenDr13vv5em0LRmmiI37Bhpc5RzD2A9ZY4wCYzrnFr+23FMtWrRMfHIDzYBUH2+A5ZgSA2cEnYSfm+0n/rKsGYeAiTezZJsVWEzR4uwJv+iJV7vafnNlB/AQf/0YG+pHtMS3fEePIUTkn7FPb7J/l6j3bHstr/4ScjtubfcGpno5Pqe54G+2TLrCdn4Avrn3fcSAYZtCeT+RwdflIpmLeNZ3luylDeZXutAll9PjGt0y0x/Gy4rWhWMnBRTbro6bSukKdWvsxTfESu5Gz/QfjfQnYwD8YWmhsiSvyHw0V2tR3oij0K8s7/rTn0Jd1UONCezriq5cNUPmMDQoDvH27Ypj2fGPrOh4qF/Cku3yT3lP/bLvj0keaNO4wyEhiDHzxLRXkw9+xY/rSxu6srR2bR/7QYW9XfpuX4gxMEn20t691+mgrbuUqXHPgmvyGG30zFOKFx/Oe0wYtaHJO95//+Z8//cd//AfaiVeoPNEt/ad8wlP2vIWxlBKLsUPGms5GmStgtsZn7fZKmwBW3DGHrjENDNMAdu8c1XM29DUtWHsfLb7CzT4MzOfkOVZdF7tzfRaxNxKzDs3RTKSXwTAbZf5xk5ezmeinDvwMwC2Z12rbc6fqubnBXgWkckJhnStJF45iaDc+wjgtfipjMW4gYCPjq5wYpZ6EvUIn9drtxEv0gQdvLVyulG3RX7xsF5WVV8LS9jf6aZRotU/7nvLcdAA2vfgPvk2WDf8rnfYAp14bFKO5bLXG8Yl9iDCegElswdcULHP4Hj6h1fpH+iSGPIqC9LMuqr6zr9V6zHmv/hDHcVJlkYLrZNp9RaA33+hQOfEanUPs/WfG188//a7Cr3L6dy8ARGJSZD/2pLX6UL7rVNP/ri+x1G7LQoC7jfskvVciaqJBQGSNMD3pR5x8sy7hVz7QjE/zJizwMn5jo19E6zs3zvvteigv/8O/8lEm3XWhPtuAgXfjvSe3tJMmvK+vZLjOB9V70qse1dNE7ITYuHZ3uz/kE5nni+Zk0xFYHqqg8xUaW+ThItkYWRZIbFSqnBWg12uMVD7zeiVfAtmr7dr/rNB5uFS2v+TLzr2/6i0TGhBS6A/Hju+NFUG5ReUbky27hH8SW5zTMWyOzoq3pX79U90Xqu3NueZdPseQ6JH3mhoJoC+OG97nXMuG0L7QZ3/IePPaWo7ItxDURHnOQcg5+40lGTg/JkFtFVNPs3Gmjn1gp23NS/vcfzOZxJ2K9N9lKC6QlNtvTxxVQujls/G3BH3pPw2TD63IUnnzGCDC1dgHbwPFUQG9E7NDF47IvKQ7/B0gwiBUekKPwOOP9EA0HfuzNDAFT1bMiQYqkwJ84OFpukFcStTLdrWtfdIOeDdrBqjeWQSQXwGH53wALwaiw8RxJYeEH6fQPTfjehD4zo6zfZbDGc2n9lfetsPupqAlUzfQs4E5F9xXrNgPA0xtOiHcYTv50458v/+hb3BpAGcSXcyX833DNwYQMH0VTpwaIItBJpbQWU2XbMsGIyX7oSQ3rQUlnugsD+qAYHoMhA40k/GHBw8bi5t36azEyNtvOTMRXn3DQmRSy9Ypf/RpngIQpQ3G7yuy4UeOPfHv3i3JbnkqAAWFmr2mgR4T7JF7XYhKAttKB6osEJ5AfRN58ps2LFcmOOwju61NC9PvsFgBtyx6rs5lhhRy1QZUsEPk2GjbBprqBYJ8p+/zJXDDb+J8lz3Q8LscR94RahY4czFDRmwGDdKW2TWgV4c0oGQ7m0goTvjQOlFGfD7FI6SLV3+1njx8kYlhZXYgKVWaa2v63I8+EwOEScCVQ+VgvpYqUwigyxNeibev9dDrOrVbd+GV31PL2XRIihvuVb4n7Pdt0KrPJxQ0y4ecv8gQQ3pT5adVWTyOQKVVmerXTbtEC9gOt9d2aaSJzWAeyphtywbQKL3SeZOXcjfFexy84BfyDaHRHPnSEH2JDWyBzMyz0y6iy4VKL1Lcj37hZ0j0XQt3xTIPj5/hD+iLOsPXU5LKNoXy1/R5fSZu5Tpt0NGECUMzY179RQ+b/GaQq58z9rw5tYDY49iiNBkTUPW3Q9TN/oebzB0r3aMAP/FfZdsUW1g51A9frJZZ8Aa2qtwk06WGa8BZLpGItUPHFF1UPxWlXrCgjH+iw1PE4YuWNtmTDUYbelVP+130wMuqATP+oMs83VjjBkR61KEuSYvhSmDQd78+3tuvEJ/Lv2now/vvOnjSivchUh/Mg3f0fAX/35IrlIm5lJCR1EMS21jrbNakdFouw8R0wP8olf4VDr7QvNvjXgfrDnevXym/q9nVq/MP+V73sTOGCJGRqPoibbRdihURMZ6S2t/5qAcg8m7UesJ/aMMXtr3jQnsGNkdP6SKTNMGpugns18uzWWc+7WT4hP+JNusGqWnQN3jV82KPzo3C2YcOSx3bBx34I5P8HetpuX2Cty5OAtsV6wY3qtPdi83utby7tnQc9R8VmQN90Fr/LL1iB3QJzYs9fkD0I9gPbTPoItdOsn9uDmGJWKDx1esMrr8m37ZDY9Ka5bvtDCuFbQ8UV+qT8O/2uQaaH8tBuhJ0652HfS6J/M1+wSIPPxO142o62xQSHz78WrSrZ20A2NZXMHeeJvNvflhe2aI8PyLT6ZGbv/xWqU0gv3TdB7dr//TDRzTbB//KkGuUGApdmSJ+kZng4zJta791j5fSaz5t2DKxxAPXXOkQBr5GJBwsPIX4tjSSJ14ML1nZ83j6WnFU2QN1MHMeIS0WHNevxJ8ZHzDrXvnaTP0pFY7e2t5Xd4IvRmEOPj3Y7XO+Rp+8/eVQ+HdKtQu4s1xa1dH8OMDdGiyIKlSEkTcee23g+MCHa4xBs/QH2mPxi94I8YeeKsc3QpNhOVrDVx5wDg2TdWgQMQCdtMNRwjzpWcinvvrQJB/0tV6LQCOzen37XT8Tsxr3HCNY+PDHoTSw//jHP37iZ3+2cbadP9xZVOxLXh22qKLvZMNdQF2JrK926YF56MmmUuRyfhfTSxnOm17pBj8zMcsbZkASfFb7NAe7clP+KPUV6t6Qdd1c9iqNqKorJfGqaJWx9QuP2mg0Iht/fDvd++xlRuKMvSDph/JDQwiOgcUDGVNcBEPKcwVy962Tq/liF/ojVyKFsRVdC33yyuZX4T4ozViqj4tVnNYj61XO9N0Jpl5Zlqolc8nhYT+t+RwZsn4ums4GfbHvzFn/Xgg+VOCfaznZWquBb/5KuJ/zruwE4mBREv2CV+wQvT2vLIXODcNinJx5AJK87YFxYvLC69vILLt0TdozhaqGXO1PWeaIzh9enwQW373DffLZoR17Rxa/6ntNUqvFYzVjvfIe3M+UkPEeSxuvAxERL2ISF4Gy/1wE4Oj4Ph6D96NP6F9pHNpPuNz4BcJ/MgVxOEVOWLyn8dl4/RHc6T+8TlskXyG6bUir7dizMS28jkvZnzDUpxG9v2o4rjg4XEK7n73527ofgpVR8bU9xbWa03XdehcLaZ/cZnnJrybOvCynaccDfsjRQTo9stg/ZB032O1Jnp7D0t83RNjGJh8eT3iwKk36W545MBO3cLTfk3neG/8v1O98kOnrNz0V8EW7eAI/r8XFIbm4qwIEVcsMqKRMUq2RnwNmNjsNiLuzrvXSTd6Lr1C9C1wD00s5/Vsgj9psBA8P/dKCJ+jiJNemhNl7byZoJbF0qB2Sg6x7BNu1JItwvhmNbbAXT+UwFFxX2xduQNF1DEbtB6kT/2Ee+qCh70TXhCuZGL9sOHiaqU8nRJJMyN0Id+DGhshpaYfPwgM6P2u26G+g0sqWznjmhxDSDPtTkoD2nV2nZVddne+B8e8kaOH/2XfxhKZY82YKfADX/OGyLRYlqfvbjwBghKE8bmu8gP6LYg1SiQc1kNbElEWNTYFkULPWKZNS2PtbxNBK4oZheMt7aopgfYKlBwzUeU0Hv8GIZWYqfz9Zhl10s5vkA3Dx26wm0g/KT/xBqTw2oWxa3iX3py+oFc17gm7Pyb/5ZvdywGneJV8ALDvAJzbH3rKObBWe1aq2yI3XqzyxKy7M4TH+4gZ56+lXzbzrajZAgc8EHpqMEW5CIze8i4tMU5eMl8pceU49cp+Di6hdOBaH0Kue59AITJYnOOcTPSoHiy1P8IVePjNGEsbLXpofeF41N3eAAp8acap/gNmvypl4th/R8UJ880YEYriiIBP6kmNHy6j63NQuabZvRdzJMiCTAChDJ/IXYsGVmaqBWXxUn/wDPf0jtTTPHH90vQhkxj5EIiE3RrAQ83P0QDT1yU9c8FBcHxSWjtXZTfsD8Iz7Z50AzEVE8COBG5cNxtakEwjCKVk258Ui7x860wncoq0um5APxYS/4e4GwSlhc/Az14eJeawQ6A0DoEiZR1Omz/4H33P4aTfN1QaP+sE0Bv9Nb+nZ2OlYQ6JoV30scHQKu7efjQ8AzN/jV7bV4OmNLi9u6rfOewxg/9jCy045iDUHe9Diopr5q/5IrEHHzDy2GVbEDt+axZz8RfoS/F/KYSp55lzTzakkGkw0/uccJmGCk3FTezFLWDdwgREF6uTRN/OIfU/7YkEUQI/xDLBGjvEqAPD+t4YpYvMa4D/XWxAKR87DQdDgRm2HQPlAnz1lZQEu6TwUVVkjIwKKs2h1zrOc1JWu69AveU2/vJUNvFAkd+dq4NGLNmiS/PuvUoZvJfMlLc+lbOL0Z/uynii2kD/zjjSgWwFiHVSubaCHPJiQVH8dPa7yBur9JzwddzKijg7Fj9qcFxejQcK6Me/534kNCyV0tLaPB86/U2y8xY9QCC+bFt6OaV4P6khyHfmBmnM7mKURv1zrWeOxMe1Ax97RJLDFS+/BTz0at68WmPXyb156qTNfMEPmwS7LrznoZ54cXw8ErmXIMIfuQ0kKrLB1fp+fHzAuTZUL3zrO1FuZAWz/BemjCqYhvYaRGtEY+vhS+qoaXwAsn9rRKuMXxZu/xSsgrwmTnvo9DoDThvvnr8Lt+rYmh72OmKNIrnZ4VL8exsGbRLtFcMVNG7b4PIK48QXvQzLpkrTG76rBK/ujGOUuU6J7Af9fyPAp8vmwDKPeEr8pyHUp3yL630iNFXzTWCrdzlttz5x2LGA7CjgPmMYXxcXeXH+80CVU8CtxAAxzwVrPyqc08tuSwNMiP61YLBz4xS3OPd9+Z6/OxurVpEbxXIhsa/9QXnROGTO/ETvs9bufEbZkmXFaGfEjMtavZgY2bStwvU4uPu0nL9/Snn2fLrNP8oZSGCtk/gq9O+zUERkaA34tsOKyN025pv4qW/OAc66TVLEfcfyRBfw7jwtdyV870U4CnoXY+Vpv0nP7bKh6DRd70MT+Tk+EjMg6S5kQAOZP9jWLZEwYuB663+m0To5skS+0KLtfcUhyn2zjNYN12rHA3APHwDSftCjX5rFd57HqVVyz2TKk9vxpWUZXZBgNt+KE9xmD9n61k0El47uEvsAGXp+yQXVn70Wa9Knf5aGfP8+R2qvZhiEI+E7eK1JbfbL26mPOV9GH4KF150k9b3oBMP7E3sRI1gSIEpt4KXT9QBXu6OK+xp2vPWlmLAjW656DDdLEWf0vGPH97bfffPP3H//4j4stjowNbOE7IUtkSL4UXvMlINuGyIvQKw6NfvnANqWf80vU2Phoi+2rI7gCwAdg+aHaGHdTjS27Vznx2t8Oxm7czOfblfiK9aTizbOKTfChgG0lmG2sUlLXeLWjstcKzSdJSMvcrI7F7Oc/E380gcC+gWSXLltWF9tDcLY6/jOKfKmcfSJnmsdfw34GEG8h9jqCuOLnL6DJJQeJ/JtsjCxcjVnqNT68DxV9xxIAK4HTKKDJ40J55rUAMQdOudK6+iQH58Nes3C6UvRtP3uT4h++6X34XHG0ISvcWu9jWeFtP21IyQA91s30g5oyDSsVr1rLJvfUPSC2RRdsaYva1yqbxuHruulE/zMHRO/v/JwHTHQ4jHSWSwaOTe/8GScZ26jzh8uiAzq+btwtGP+muPpCCy7Xtc9iiSs3ooAJXGjlLIT4PXNJdFMbT2Ihq42KXtpxiHzoqaqEPPlGMHS5bmbtDqxdIRju/5CIvzU0tgzpuX3aUGI/54obiKuia5qqJIZtIcd+rHWQej1Z2bFBfXugok8Cv/acvavcvZ7Y8VYqp6Wjyyu+amfaPH5kPGzRsWpYffjewNLZbcW/ASJv+pNN+mnpZ2Kwtdc8nsk5yImHwGEX8CtQFIMX82CneO6LfJF8f2ru/UX+Btr35TAwcFDwIXyo1peowAwJgsPYOTOSMGArBr0u6AM3nt9Dxp/9aZzuc0dXihVyORt9LHtUEV+tGci454HclUG2hbJiTzCrgRz784cvVUgfSLe0tgeeD7mu7ThY7M3kbewtWuVLtX6vDOSz/8be1fbvs84HoEO361d0qQ3aX9TSbL35vR08/vgpexsUg9XZE+nYrkbcJjLYFODOpHR+lMMjCnXAIxxYfNQ1h8rkUzxDM/M5QqlFTt/QpXpLxYv8ZrYdFt6O9I3FxjBQ4WB3qKFPb33Riqwp3Ww9WdRDS47ossm5gB7Tfu3NwpQNWr4FSSDnG9iFaa4xYhq8QpLN5UswdaB5wQEWf6MJE4PEfTVvSf+lvLaJddhoio9shhVncoxt2yz+RdY3EWxCy6eFkMlLfZZ5EIHGWp7Veo3HAeZi/R+f3nupV0LoxBjcoOZ+9T05vNwo3ZTfQfrbvhyCfdVThKgZvk/Qd+r/ft02vaEjG+1H5hsA/tdGp2OpeaHueLN+5YduP+K1qaoA/O/agOSBhexF8cG7QAz9Urjm97565N5+xbrXqvsciw3R5KGLDTZlO1Y1N2jToIWUpq+8AkqNobmhHQuTLwtonypte6XfdaHT5ldKqvCHC1yWhy7ysqEPVNpycAWF1imvG6f/H3VvoiW5sSRZkrmQb6up7g/o0///gT2n6jGTHLkiJjAFHO4RkaxXM2OZ4TBT013VFiwOF8wyGPeCsUnt5gzdvWgaW/0htx3IoX/DmtcLeRzAywY/wPqWFnX7mG+NwZ9xvk6WoXtZlgLoiB7ZF2Qcbrozkym7OIENvGnYGtFv6lJmOl4vIm/abD7OObWcuuiNKx8cNBjluY/82ULov8oRJL7caE9r0M+YgGiezAEOREjv/FWmw2MF+bjCJ4bwjM0nhA824NHNJPpgN8f92iMYMl9kQ6TT/EjgpA+jVgydGcOH5Lq7wVgVlsbP8F/GwQkSZIbVM6uF9N7iZL3yQdKa79b6zBpXvR5Z702ux7vy5IiVFGVMxBtQShYXFziLu4pdjHfUh4PaZ5oQeh9zMClu+yRGIOtM5VKqX4/t9klzGzpyg5mNfvYlWKGIKiA/8ypI7dKB8/aFqnEjanCrwehTncjJtOJfTpgB0C/8cYKRnFl08mv8tNpDyqxCA95/d1naOw+aN6ecx7QPqVU730FEzhqND+xP8cUFxY6LfodOl4Bd8wHK6hnUjAPo73CXqHceot/byPEmo7J/norVYm6oZ97ic8wjIrD9YrZG+VukR//V5mv7QLxU5vpQfxrlDeUbJwdx6X2VaRz8oABd+y5qLGe9IfSBKLxXUqmXKHSOSy7xsCL5fdVh6nPY4vzE8/CpLolEzn0EpjxJD9a0GUtQ53WeW5kgvaN4jE481JMeh+6z7x31t+ae9/LFJtzhG08yNq9FRAF8SNG+U/Ow/c+aiV+ZSlcJPRwwB/r6fSGsA/r45s5KUrfXSah5o8cpgc/0s3X8Th7jbPCYONUlemtd1NzE20N0acxovvHjcd6RKmbOn+hPvvgm59wcLwGca2ftylyFjP/uglqNS/SUTsASiowAtf1zEFIOfe/K1P3qf2KJHz0u4D0YdH684zp5lgTehV/lBGcpTmPEofQcvQfShpZLmuVxyG8MBpvSsi65mxxbwI7z4nz0iC2HTWUqG6niL3WaJWvjgXcRAtw/tSXH9gZ0Ucqfdv3Wvn/VsbmTOOtz5YxNUfNmKFgV6MDxm/AE+ezTvPi6ujdeEADjjzE4i3EEmr7Aldx4OwK36CfdrJcW/nd+rz49Tto5fnqDF8OwDRXQlqOLgOXho3HaeVLXc+Lf/qZv/v76F9OA7336YhV+8XpB4BgP4R8s1SdkZx/fsTI+HVLfFoiEWRLJ/CZmxz8eKO5Wq3o/ytk46eM6CkXLyLsKr2XlNbtc/kAKNx1awpvxtpjap6lXx+IeR4J3oG9e9EOTHA1c0Y0zUBphAx1cPxhgunRbBvzfU4SGT3ngi58PvJbqP8cMeq/ZhcpJn9J73lkq3M1vzJ/XMRdmcAih51iaS62a1FhuP0l/jd8DXySuj/Mq2GQyzHHSuksylro0LyVG3o3hM+JyhuR6784g1n98QU/ntDON+o71EHz9qdh/Zpfr14D3+fWVA/FbeSlE9Cy936Lit7uJmYHIg/Ehiprb6llHQays2ghedOkHd+OF4Pm4OxiqEtOgrbz09vpfcd/2czHff6zEXvPEBVOOzcRvV9MebH2/zB/B9PolwpkrR7zeyXDa9R6S2zEuwo6R9sOr9emnwGZeaL+6cgYoWyhuovphCfJTc2fmT+WNxm3ygqqcr8liyqCve8v6AT2o8897fL5JZyaNMhi7mN9DXHf/rN3NS4d+vka0R2Gu5+VcAhlTv9gQoRM+ZeHDSReaM2ziv7eOvPJ6RjNxqsN7aCa/2lX/zL5ZLx6wztGd+5H5pYL9VNMRKBxKoFdsJ8dRL21BNSxCw2wqAN6kOfdlo4OSk768eyw9xxjU4HORWBcNJbavygEnvEjO3KCBT3lM+YWlX+e2+q2gvDseSGwh6Vzwuv73aZ0A+Uw/56Lwy1/g6Na1phe13QOvVZqULDfVBx1TP0+Qho25v7+LNWVuvpxg6E+8PjMj8I0NJobaU0SGtSaCbEqFoNIntQ+UVTlog3Z0+/bUYRO6E0/5Qrs337/CdWuGBY2+b/INF4LxM219SDA+DNv64hCiSr6t3sjMHviHBdAZ4zNWWr1wQMtyHATE17nB2yfOsoe7EVIO9SZ/3MmlBQq/QQoX28jNQUM//lH96oPq1XY5Tj2Atb/4xeNoPYnJ8u/s2/Ve3bGVspObxenl278tUz+en/uuGzE8ZQq8PrNu3hASVILz1b7jNxfxmIPtI15KnqP/tKl1f0PSwolPky800M5SH0zYtV4c5hL/gPtCYEH8+uWrblTn6THOUT99Wk+SWfvtAxmlpyubL7lgxBju8IofolvkyU/KCV5T7bZyzpaTeypuqZrNu57eW+teL1otFUPrxvZVYpR268jwsBIuLu8rlYiwX42n40p7c+PDNOi1/sIrcPoTj85NQMIjk9z5YRVoy4fFhxQov1CWH6349fCu8wZ48nHnwZIHhZCJz3Kf2+UPfnwe3Se9Za2wRb9Kxfn8rx8DzwU2dEmpj3qEwr9ra+Erlkv+fiMGtF2LWK/gLX/pRMFnLmzW+HeMsfBZEpffhS6y3/k6oyqHfUo45m/mZuuKEcQP51C/FPvGmXeZC2DuDZcI1hCr3/qkKDNavw0M2+rQutsdEo6N7NCRk6Kwjw9Cp/EgHf/gSTz3x+/dCxgHfywT/Dr2VT9OcKsvumh9oRs5JfJ6dyCrQ+rwFgeWQ4rHh8DQfJEOeaCDNTMInUennaYTj2el/s2FR5TJeAL/dCNCbdZmWEVnMFKaN5ln5dAbcT1hQR4ndDyEQu7W9oNXYdhZ4Muj7OfEYK1joCYvgRE/xUk1f6qyXAnaUTq/AMB3/DVv4I1/m1s8GMTZF/PcH3/84qdTfRLNSQbOUfnmeRNm2c/gl+ZHfWfb1c8TsI2fH9SDj2OgkyAnMrSxpdr3wqE6ECf6zDturI/yRI6iNrse6tu2h64ToHkVfPw0Bs8JM35EPzRMzoAfffF3dGo07iLdPhgv/6W2Hnx7bZPnKUhXyd4Af2fNhzonaMV4fsRedK/+tAuDqvDnHOjJ2CkOrsAv4RMo9VloZz+//YNX8tuN8gl5/0/ZIWZEwifQMFiLevnd6Uef52EU4b+OV/xrG9aUY1+d5unTNMuudoBf/j2eo1vMdawbavZqk9M9hyB/alft9u9P6qHG24KNc37m2z6r1J7ymfD6yP5iHKEDPpPTOHCDjT5gXz5pjWT683xULjnS35Pao6cTu/kBlVfQ0byFv+adzk/VE8wuE40RMMrEQV3DxP+Kl57HT1mFeOlhLXRORENz2jd+fy5RY83rWuPONz7u/DFJiOVbpbFGNnrAU7Or12JgLsc+bMegdPTXB8D41zkyxPkEBzj2tQ4+9UMOqHKL9RDcTeFk/XPzoE0rn5V39Z31wu1LL76h97iPXj5POMRQflj5U72u8utX8102TH3+u+pTL3zmvYaip1EjP5Hzyi/BP6+fmDjmaPnWvsFaxdhRkx34EZsoHMNTOQHHlR98e+K7pgKPHXJl+a105VseZnbzMfF29xEE6a7cIw6XFGa98c8ziMj7I2zZDE41xrJjJAt/++d/+MFsXWw44Txr8KYvrk3UrvrjGf5b8PKZeIXx1rCWwtp+dqz/XuEXpzxe4RYn0cbtygW9zYFzWfKAUn6dIw1cH/npVF4rGMB30RpvBKfy4deH/zrG4F3+/i1osSl+4XAuLFJef4Lrb/jwZruV1+EVpagDd59Mpc1ooMxvLbM/B2x89WVfzHWozF+h2LrBr1lpnho7f//H33/6q177/EnfxFyqiOVlTV2M8E/1RZdZp91S/WkfOPW3dQ7D/BxZqYJb/B7be8R66cJWNK+1XQDxlwXOiZwTJzeg55uv2bqiROZtp451IseDyzxUuV5XN4usP+gOBznqn8zZ2lLwxibDhNu1OOe2SJJujcXkXUevfZstWLy9l4sY88WXLcx1ujhuu7lm8rt+l5WHAdCneuOnY/1d+zB4IqM4vJo/ubJ5HzLQWvw4f/OOSfJ7bjTjGr1WPsFGf4euj2zL/nREzuTJmLvmWAkyp674yPe45ZBn63a7udJjx3J55cj5fWyrX3rcfM8UbbUfn6JH497+HsGrK7JkWGl1O+JFOx3Du1SLP/E1zYJ73yMegqeMRBWgdqQPPP1Xon7nfU66ps14YMtK6taW4O49D2PheJNHOoXMHqkNjuSKDuub7FYRaAabcPee29hL3ymzOfBd5765Lk9stz30154eoW+9evYtAo71oeMe28inlM5zh/h4Py8Z8Ekp7+RmaVAdudjPX0v59Qh86pewiWAtTuBN+8vnzx2r++LSfbGSzjqT53yP7VCcoP1rSv0Qf+3xza0HjwbnxFpH1rmGtZGOHBM/zQP4Wuds32UDPIHDc8dpx5KHLvvWJWQIW7ZmHWSebPHDmZL5mfz3Wia/tZ8BeimN1TF/iOeUP+th1PGzeW2fR9/Zvohzc/bPOp20rzB0rM/Lr9fn7ARSrxfjFkLtKq+26W69R2DFo34uYu5SJ9Im5tVp+2Eh+tC3AhMD/vAvf/2iKFu0sGWWIuqrJH9xQiH/6uMWNBW8k4qTMAYjmMxY2/ndBmz58ot+z0pE2fBkgokN27Y7nmeYEpffgeCCtAdOnHxoKIYeQmKZ2uZNMFvQkSCxvI95tt3HcQZ91g+Em8rEY1H88vmrLiTo93WX/NkPOeFl86VhwyGJpuPDgoqzpPIciFA+Fll+n3Mn1OpxxS1ckoSvP+T6h4XUxGVK7NPvP9rn6sK+4WOjQnsp5MZhw+qrb9wUj0lLHzr1hI82k04vLJQ9uWZpS2b7O0HRT+k3w4FP7RoHcHoTm/pbZfsrmNf2lf6t/it+9a89del2NXNBjNuwK5f7tvG9kWSRzJjIxuW8aSl149Tj8vjqTg7Hz4/xQe/q9xEfIGvLW3m2JJbno0+qMcdEecvklRbpDwz+bYONP7MQg0abUh2Mqg/LVpfmbHr1p0ZQASx85kPqC39t2tNvNJ9ksECzN+ICDvIYAVvf4PUTuPWr0uo4dEONpyV21legtV5+0TNGwNM6LCRvTKeBb8gJ/zqkx7OC5v+Uz+wo/YS9rtcnwYJefxzOKmwmSlxfQAPCJp/JmNj5OoCCvDavx4ntmlDip7DBVfiQubu+3QLEVonnTaAvxEeR+n7iUS8vcTvWgjue4Dp/oIGldJgbvu576o/nPiev7p3TXOBYPsi9FqixPxc7sYH818p2nAxlfwAdDzBtXktx05P9bF/tftvEPcHL5RhY/FCxTprrfLFbzkIWpX7ZOgUWn7xKnKgx6QL54GfUeDeR5wnReB2Tn/mX8jpGFVB8coob65Tm7SclDXukcGRtkCAQ0VGDJKpqcIxC3NV5QLpeBR6wfSQ29Jm/eOZmH7yZ/KBnv6ijcOamvSfEDxfmlsTmGLxr26HMiwo6ZT8YpPfGce6F72jIq0MPnCBbk2uCYq7HRB9c4sGc1OHVXMRmxg+rMfDZdzUJGnQqbXCDJS5X9GPsFf8B4QRAp0ceJ5TVKD/kXwt2t//aN9vxj5BvitdJse7rB29Q3gShw51+d4TV9z34D3t2MYQOV+A+8oE2Ob+Wk+2PR3dFHdwA/dL50If1B3/y8aQcF0HpX/wLu9MVNPori7bZD90O+Y3vGvLY1T7I3vJXce0f80AuOXaxC78J9BY/ZHp9XTe5mQ9e0WC/v9237AAXnfzPD+XqFZFfGJfiC1x++UiZ/D5Cd8VNnHh4iNdVcuN9BOOKPNrsAbr2D/DT6vRVdTds5Z8JP+CC67rEvNw5Gr60Mx9ulfDxs7zcWG/XiNe0544CL9ocrXNzv3SH+yMw7KP4xncHu9qkG3M/Mr9qvWsXYXXOsnfUv2N95AbZGhNmCE/WDpbIWLA+xVcGmc+KE4erH67t8uRIny9MiZALhXOMqldy8NrzYt5LdnIvYwpbK7c6wwX+yPnylRtv5/PxA184LdZPF++5FkDxuFx+Rj/6q/OkucLaxxGaO7ri0HdXXvEMvr1/kLJezTx7xvcgWBXkTFy0+V3XUHhZE8W6c3Tr/sN5oa7jRp1UIz58w3Ha0XqPyUHtp5TKjMupRyUVVhqOhRVnHmcfaTwL3yjlZjVgvHdf2K9hvDIJO6blg+hOD2T3X/dE/Obv3/76N/9UW0PNPmruCa96dGzC73ot64pLG13qn2k/fbTbR7ulc2Xa0la2FQ8bKMwtnWeCp8+VCFvH9NTXiSUwJpDhMCBFUh02zhEdKT4bKPqSwTkZD+QcrwNdcBNcPuz75eCrDw5U9bevR/oOu03P3Mi8Ibjk/aKHQTht8AvRq9/BcFcmP6BRZRPQn9aKlfnfG4Q+V36d13psjKqBbYjQgmwXfIhV8432lXcJ4PFNX3woDvHyAxBC6A3q8pk05cfxEnKjwcNfNGPtIdHeKPDhxigy4afD05IHNDZC5Zfm1XofHNEWGSmjjj+q7QCfdInfN8iaaBBsSlhiRzkppzn3VZsfg6MP3hyVcZsRLeHwGmPjcN5qnBPKm40zDfyt4Zt0V4SPikb3437fIp57tLjjbG9lpq+t50fLgLfYlB/2As+5vmitBHulLAbkA/vyRXD4dO6TWEePeX+pePYj5NVdkVb9mX+Kd6W/WhUe5zy54rS9cdFD8+MUbl3iEyLNH5rK7IfC+PpZX3aiq+tVkeDJX/UHfpKzEN0/5S84IPZcN10LY/tw8q1bC5vyW+c43xb4njUSofDE1vIGBq87euATr7gcKdOuLmvVL/3b4cC5L9Wbsmagjylj0rafI+sp5ZChduvpefyEV7/UZpuHsrXpCwh+ikupzgU5kkR0+tsXimBdJekLs76iWDSazDvBtj/fCsB4OO5Cf0oGYg2OQsBItkyM4FXR0Dx+rgcbrLMHtXTxhQ/7PYmL3ZzQDvvNCN6VX/sigcHMzV9aKEx7VQGJH78pwY+/u7lGVXUFF08y/S+MzjvGh1V+Q9bNwLwgoo94EwdVyg+Euyd8zjg7ga3rmuig5VsuvKJaGDTN2xXqI3ZozW6M4VG/TB1KA14TcsNSM34U0Dd4JNsBwiGiYRNnn7OhAx9Z6pOfc/ExdX2ue8ErZtCG/Umv2n/VMd++5XdH1qgxrfI7wcAhHjx8K5riBWn5Jk99gshmeNIb9RZWHsE4f5ZHNlHG1IfssZGS40ouVMyN8Vwk0QZVq3/b6DhpzpLvW9WnvaW/wunffmUg9CJyKd8+xmZ8qBMYzVY8id6nx3Y+szhgEYXNDRcEpmzg7ac+YnbMgOQJPu0xOPDdvKGdfCdPcXVC7oWKoe1fAkE3/W+ueVwAWjp2nIT7+bN9oU2oqw8noUomB9VjYPHDPHDIeP9mmRRh7HIW8ofGJt++zig+y+LeilNJ4Phv9yO/vyvHbQ/rI5bC9MmNa4s4+rnTDGpDcaybdQQSXq6tGOYbe8Y+9KErOqniwrjv+hFI1w9yGizLFVHh9VuPUFW3qH6vc7jvT9u+dAVafuVVTF/4px9A9WBtKYLBlYkf2sHcApVPW52X9hPzLL8xwxjgxq9QfDIlOl6ZZnLBIk8wx1xcOgUtwVE9uQ52v0l6+GmsRf/kLRZqY2PpfOSjfJfapXdTxmx7ggCPWCSpKMsdax3xE32H/yxAcPKRPvQRTBhlHYanT/rBYI7GUHIgJzrwQBf493e/sJl+ToqYokvzu/YsbOIaU0SYTrTZ3Flx+6L69kEdcUGiL0a4b8394S2N1KZO38nekx1plDetzqs+SrzfqMHJiG9CBp+YZ1509AMcn9Vhym0dCnIKH1m/Rde9yWADpuZgh8P55wvEE4HYwUh+8Nw0+4AecTzrWf0u6EcTf7AbsuMFbV4QRfOUSIUZ76tXf2Lv3xsTVXx5jmkZNxa0Z70+B56Tj8YMRKCWYnV84jRikV4+15XPMVCSQ6xh0tt5CTN0Rk580hyxGysMO/UvtgR31qFvmzrF9og3dIfSrkMviNyZghdV8J8H5oYuldwZ/cjf9NPmZKR6f9ZjyzxA+Mnf+AnO4yc2bP1DuxjaVvrrt72Wwqe4XFS7K7ZXhlSfO5wJY/508ZG5I3zrx3ZPmmu9MiX16OLxUVqOqlgSATh7OlaHlmDvXavnIW87OzbARH/F67GCZrs86Jv14sD68Bt8XY4EOGLCrOkLpcK5jsnyKv+jvfzWdteBjlGLWvwMkzLwAI/2tVxh1zb4jVVpkW29PA4lzOcJrDbkeWQVd/o0sDgkUTuwzKO2Aq197POsNXFcczr94BJrnMlW0K8bRa9lY/0CbsuUOWXRj7xDJv6ivdZmFIBvaXqeAj9gpeux8u6OBz489e8a92kj/CpTC6LZ8a2m+AM/k2fM0+JzDLA7qRvmfZIY+NsDOl7lb8z4pPKnLsBmTrgtGOWZD6Yc4wi9PGzzsu+Ep8B+Uo55jPgNEIQ7cgj9sSYr/443X61uK7M+qvvUbdZBa5s4c0PM63FS9WCFbPCKe3Socug1gapfL9C122uedCWq/qaa6lx/II7sD8hpxDNr4JN547U86j9kT78ddXxBkvg/3PWnXKkd5ZMjmjyWw17xKl2Pgpgg53JGWKANv/MVRL5JMPwLHnM1b0ThyN4OD/iVl2ofs+dSs2MTSfjh93Xzd8sLIrpufZEcOziCe9dXHqUF90fL5EWdaxhds82f/b50bAFGmXRpB95+YCUDN+fS8hnzgQrrz2eNKfKoBdryBZa1kTUo8lgzJz44lcfROQtQxfu0TPkBrM/iFxjdtu6VX11me9Os2KE78y4d3ssnL5oL6AuKrNK3P3W9ojlgfPVBqD+mxuRTbA5DkHZZUgz4x9//8dPf9epnvlRCiY7ykwRf7fPgWjjgdW2ofRvfVhz+b78F6KPtHoHXN9Q7pmcMgFMmnl8dL1F5hXzOW3MzJbjoKzVdWN56o5Bpws7iYKdyPW3L9VuaFh0zCTi2jSQ0vnJNpHiMdZH8MFqFwVel4zatJpA46uLtsWdKZ3ClBDSsA8izTPg45yW7RX3dyQJi3uWNdV4tlw72U1LLVOUVFsmq6Uu+CdnfaPaDFbIzbtIYxjkU7OdwzFA4Q192UvLBa4sDvstpnMFrdZPLNBZbLfvjYTPQijfqyGGsU4jnY46gY8+Fqcd/rujDfvBgKYS4r7rgPkdQO/7i5rKhF4srAABAAElEQVTW22mZ5NdvzVOojX8MVlUWT2xg7sFP0HHtpJnAYG2O7POjzG94uTDoqjL5yM/4Od/qcPam2hfkwTjkIA+d4BUfFBUVuZrAwu89JYiwGzpWroXQrX50MK+Vm5C1rHAsfSOPvsa1eD1Wp2u7fgWe+uGpovpYvsV3HLwvolsxk5H8zfgAT8ED6KbciRtpKQ7kDL5jbOvocRhb6k/wgMTP1RFuu0zbqNdveZA7/Mix49uZJZX+Zm49Vae9ksh8RJo1LATM878rFsCaQ+QYpTKDmU/vW9A/KhxdV33p2A+dx/+TX2yKnNKmP3LtI/tRCjrTa3MFA8eHjAPFBP3lYEPJ41UyrsnpxNExET6xmGO+OvDTKY4O/MpmvSETAO70PMQ8txIW3swl9okQ0INiXwmYL/kthcaB2Tc2o4/4Lbr4ZtvX64QmlSzkgIou59w8MZd+5Rk/d50FCxlTTmW3z5zqx6gimcRx5fbv91/ELJ/603z0AbywK86Rw5ngSuJjzo0f8+2EtBrlWzsr78uXX746QT55MDySFvGxZ0P24Niwj9bOchTFS8GAKk/X4TTBSUaCzqTx7Te9Tlg3HZOAKzrGvzBczfAhCXYQ7jE3FGy/PvJY1dLnJF9oXkTW5LIpRXfAYqN/hFsItdiLYRuT8FKf/mpwD58YV4khRRsb34hVe9JdWJ6a5XkodvQu5TrSDviojITWTOKOq0lJXsWUiQzfI4iFT/9oxyOJCwzCZt/wfGUHsrIAJKaxxVGD1VHO/grYN2VU7X7sQH6onAfe4a+FV/2ucOxKnlw98iDgArjqnxulTNqUTnbZgO+8v6TohedHm+jc2EBL/JD9Fp9O4sQlyGe/lG8WI8ZyCjeEiEVsBIbvavNCWgdljTeXZyhxOMs69xMPCq/6nHhbh+DPvkDOn433hBaW42HUYpgVlDlt8qZOLG2jdM9NBz8e4ZMH1oHyBbf1KfdVvScK5Am+xPzaSnv6kBOofHMuOMa/MD/r3s7meOIF/8oIPuP9vsSm6HEQ3aKGQ3R6xk3y50DupmXxQ6c7m+juvHmiv9UDHpLvHL3E+IIvr+zRAwn9Gg/ZDGoDsZQBD56eFzlKUbrqQ9UgDMBMLoLcn43XprninNvlj72W/cQ33YegY/S9z8F8g3nrDX/rvI5pbx2wkX+U5shqWE78kQCSoy5WQR+iZV3ds4Rs12vWEpcZE3y9dLL/xEUDgrXam3xggDQmr/q54/hY8o/2YyXz8FtzzyPd+yHRobEqnXNl5rw7ilssXHYZDLtr1eSr6bpLf9ebgpF73Z/Rh37OFdXh5/zCz0vHKeO4eciYcC48KlC5XRMc4ypxcwz/xc/rAxt14oJP9DRmnvLzk+Yhfx2z5OYWFD3hGB/vnnPNdEpQ48n1tK+8zhSz1fhBU/iUB5D20bnqwPgj1vTtS1pZV9Sr+PSByc55QszYgWoLBOxyB6PjrViE+qOf085N27XpTqZ9u1FPtSt+xnlk2Ev34k483tWYoRgEU/7Jj5L70CcewTkrFVgETBpxGJJSJXz4qrL2UXA9IMQ3PSjkQ3M5lPefZ3nBAVa+pSreFX70L53uaIvDcebkhB/1ZXLH32EDJ+jSa59fqIe5n1ViuKnzCPx8ue4m3w9Zq4JNnYee2Vea9qNfXzdNH3bzz3xqQ9e1RWya05gu132E/4E37NoY51rjooCdO9TasWCeucsvXBchh59Fx2vTee1rXp/+wPYEwN5DB/X0NbDwnfDKn8S2NQN2g1FTKtHHv8bbatK3+q238JBBDvQ8pIy27YX8+SOij/227ZN8AS9h/lOCps9gNP3Gw4POeNn93Rsc8jbrdOlqN+sytPN8hDZjglJ8N/C1/ejWSWYgb3923FU+FNEdryHPh9uPaSNxdmwd6K1nccJtsyn87XPWTTNtL317Zx8w5tG7fVDx/+zxKi/XvpbPVvzIuZljieBZcv1ee658D+x1IZeA6IqDvLw9WtriNtctmwBKnyvf2Z718ihP+vhru/3X4x2PiQN9+dyl1B3M9NvMN3WY8lonJ8mFf/z17z/94x//cJ0+r7PS6VpqR7uqM/jt6/FK2zb9xbn6retVx11p3jquyzVvoa3+XK/RrNftfeBy8truq82kxHU+jVXcQJ60qA0eN4m4ceFzTcGMMdCKzvF6fn7ceJCYoywZecg/NH5F6YGQuYdxi78fimRzjjhS/wFlAuL7xxgDJ76Y0mPOE9l73BfiGbpHfvcUQD+CK31GDKgmB8sDbWfZ7eSyVlPuBP6Liv20Rf6wlMP3Ry7Ir14E7ucYx5BYNXEzqTkWKNG4VKHpQyIsrmC5e/tzy5r4lrV4lh9H4MUrzuz//0OdsdwH63A3t/pn+XH7ZlJQ374qf3g3iw37Iw8/zP7W69+uYcCPL1+QB2OMlMYwwyOll1SKO+MHjfVJMpTFLay4B9KoTN4D7GptmPDa0/kfTVH5rAb5mjF8hj/q7PXfeel3IRzRZF3x3t4zZXeNomckCB++RAn9M8fu+E2/1Ge1pcdpU30wYdSxK32JRyTOeig87oXMebF3Na5rzek1wyvjS9syRGNdxWOfo1ZW9cgYhvzOjrKd9hf2X3VE7lX29J++JrkDYfX1QbD06W8I3C6IS7syLsO2c4wzCns0KP1XeHjRpwFNTq4rzvC5yuEbDF+/6qvrQif4BJxE/vnT16MdW+i7K9HBT1H6QYx7naYN6LBUGgyhQ9n6kmHyyKs3U6wwr//SKwjifl2I5AkCKeuhAxvdkEfWlD0EfrAaXXyjwfeSti9hNBe5+rgCrlb427U4dTl2J38pzHFea5wdp7rlahdI1HCXj6pyrCerT07YdHK1Jpoyaj9+YgLObx0nFlxc4C0PXnbUiS3+Ji3c5YfKKK/3H/V8lxTq66Khqx7l0bgdE6/00y0JyeebbQSBp7DR4OrhcpDWx6QKLAun+SbZD0RkZGOfSY08az6BdNXtIHyjAl3s0Hdh7UfCfvYatuRbqegAw/ON6YjQE4x+LxST0dnmq27ntl6OsmxF/kq5pdMbyq/u6I/vnPgLmnYujJ75NG5Aq0uPwHLhmU5arwu8oJ08oagdoT7HH/ze4ObpH2+adDGTV11AhzvKr3oFFnjkhTPw+6Lxpc5zv+Z7fotOQjiJ4iEa38TTGIo87Ng+uecb/awPM5l/1yobg5xwkZ9TT2wnFtUlCkcOfY++Qy78qz+4r8r9/BSK9/B5RQ+XIxbYsRw651NutAUsRfWtE65L/6a5nSd+2Zwxbr/6KT6YyQ8MIhH0CfP63vAVG+RGBv66c0D8Ce0z/YHDozmklurhVZsSh8QEmS3QZL7JeO4c135p5xtqwM1RjBg3FHhSQk/0if+5cKLON2LrN2lmfM9pQv1Dc4n1Ni/W+/VUs/K3usORenic+eeGV2j8W7/65iNjjgv0PSGvnqXEFuccfhpz0exv3X4XHrG5+sZ22xWZUNvfY3n0WD+1zbE2oiP5hJHk0tWTje1xtE4SLiJ48Io/Jhj+UfBzcblQjE538o08Puwr+OEYFzgm3vF/fOFXLqn/N75pum68hhZPUfJpUuyRfECJY/hVRvU0lZmA2vgF1yzXhzx08C8/+8A6kyc8iAPy1YuLwTogt/SAqJuPJjb8d8BqhCHJd8/rQiHPMK248VHzPTzTqRt0bFhkV+RKx57RVQ8WCBXG7vSJgeS0jdJDntZnv8WjdoS39FN/cMMv9NdPbNU0xlK6Smho7NyJHtsXxUVW9Bg2rs7y6REwfPDN1nUhr8N1ToF20pcHR+Dw8Q0OMoW8v8EvPXa6OF5khXJLgFi1+nQofmx+hG/Iskfz4EGzfE6b3CkcIej5RSekbxX2CPVTplgUV6apkfON+Hz6MLZpbOs3tz3/KhfnWLNMwVgf0MkX+MSGbzDNi31dQ6w/gRrlsGXAWpXnkwoC3OIxqaH2KOBFb/y4fYnf0Kn2YUd5cuz6Yr0VwPbBes5vtn/JOy48x6FDi1VFN/6WHkAnX9qJiWKgfy7E1BkE6cq9Gile9vWCA/b6jkuRw6HGp3l81m7w2G95TZdiPU5/2FdrjsYzzx8Cis7wZq1gzl3TTPSyQlGBPqupPSNzWvNj+vNQ9lIpjvNBfehHAd553gA+bvxgHytG/Kudh79Fgi71W/1hVrKpsmhTzEX2+qI2Z2qcp0SdIFw+73TEjhNffCId/MpZDeXf//lNryHWvmPZcmH5Q83aV+LELKpXDDjSZN2MZl3nm7Ccp2V802+9ZW+v99Qf8AWPeFSW/b7ahVV+4/8kXY0W+u3czWONFTs+6/U5RzPWK8v6a90jFtZ36Qo/fzNdR35uhYIvkIiELqGqnmyi3YKPrnq279nR+piuuofHxN+2TujzOjxfF1lGnusfq0WuTbEPyn4COyhy06nAtxc8K+OVbu3zOaF4ERf7GR+r3m+UT17U267w8mmb/sI4Ft912aXOox+a4l+P9EHT/KM9C/h8G57I8KAKF/fJAy5LXC5pqC2919o3ebR+xS+8x+r2Vb+7/T/+5/8wuLCJAyznXMpr7/MUv3XXgf1oXsf/Ov7woPQ4fTllde0p3rVd3OuxeCe4RBLztwqySr/lKl8EtQ/t43DxdEusxdtverqYXbumzGNOl69agFG4sA/Nz/yUn74UFGBgnoO5/qr8OvQSi7z1YfMKkfLD/HIsjGNpK7N7yuK0n/ahv9aE77/9Jki+U13c9x6PuUu2Ua4y/GYihQZ4ZXLMXnk7tXRzD00q8cewY+K8i3HPj/vgLH72muE926PvrOSTD/RCHnKYrzhaZzs8utL/nlJbwT1dn/cX2yKnEfS+4Dj/3HNO5XjOXP7tiRrjlMztZFH/1o+V37aPPsdgnCRWfqU+ewLbvdde5JaOOv395l/fmAj8rkBX2chJ+4xZ3sVrXLumt/9M9cGW46/rh4rXPpcWj5j+lFl16vFArP8PwKyM60tP8fA7e1Mncyb6slBOzLFf2XON7BzPvqIFP5GPO1fpYdXN3ij9Z3x489efeeGelYuExe/wzE+v/KZ54dAFQasURjM06Si8R6DUB6kRgem/+7JOn8MSmp1HbsttnbvZUwMzf+U0c8AfTGEq/V10e1sqi4sWWLyeOZdv+P6iL5l2fcsrkH/+6T/+I7by1uHuOc1PExz657op3t9+oL96GHcZyhy21HNseMNi2ugcevx20Ap/kdoRwF/thabPtw7LH9y3swh5gD2X7zOA9b5Sne5kpC9yTvrDWn4by96tsPJuZ2VMXl/q4IiRDXZ+SEpQBvO48ZJcr3An3et6AgZvDxM1vzTxnhy5acHv9PZEoZPbDnwte5TMzSic9BwjNNjmReOiA73Qoy+lAeneiAswXWDp5/cMvFmQQF4JRdJ9MbE2BcgQ3BOPFy0oPlbQ83kclpXI4GxeA7wXcD4kZfkAmtr5SI+QR+gdJBM06EwhRK2biLSvNDu+6fF+T6io5anYsVgBsRK5OAAeZvOXmBXnKuHcrjwm/V24oalJm98FIW5i1VcXg9OBV9pN11pOms4823d/tN50EeOFUjmb4vNPXF8Qik/wg0gg7n256d6qSV8mHNsJLjxbZr2wu2MXyXPf1YZrG5kU4rv7sEfLUx1hjFcfM3bg7Xb5Ax2pTfO25KJqu1DgvfaXJsfYsheuc29afCPO84LVvZeVmNSe3KzFjsd5oM7qcUv0vKG5iQu8PZmht/5gDvPNIvH1BbJ2CAf5+KTysmFVfATnN9SZ0HiVtva9xom/zzpEX+TFl96IuYoh0XPGCYjbfAxdgvn2JzZ683ugSs6Fz6HLVfBB8yMVTnzlK2yT6h7JZ1ek44E161sROYYBquU36s8EzQYmO2MK72Je/CcNJlvm80opx+bpdAM58ImND0UdjX0AkqV+fu8VGi4YOQ/U2fkQXeyHB2nlYLZuWG8Lx5JV4AutQWv9Xt3o0tiB3brXPJMnV9mIJg/YfOuBMTbmEqbehUUtdQPWh1UxfOgzEX6wPn1YnR9ZRR/vI471iNx4xCykvCZ/+pbXivZwbD8xe886FR1QRF4jqapUHObmmQ9ZqnXFg4H9XsbFkY/q3U/pE1Nt6vWv5c6uu3gVHzWqUmHHcYW5OG/ZzN4UWaw//akUZbf5Tz+XT3MG/eObSMaG5R4DalP1Kt253VaO1fkM3X2cjPOXeXsZqm5++oWTUj8AYfB53NzxAxYdN59p7zOawENztfEVTU8M8eN3Xve+xZ7ICm98keFMVAf16ki9J+KFbUbkI/sKCnWEKfdJyPx3ArFHJ2VLT1a+KsUrjnN02TF1a/9xNNvwrn3tgye0lCv/4nD0us1vX/o3ZpWvx4ZJ/lkD7ZgXn5hh/upzrmg9t9wnuFP2j9ThfesT+cvz9XKEX6WI/fxXqMgPP2ym9ty/TB06NyQzZs99HT7Tz1cs80HeNTgXRPNgfyR+h2zRHWXWD2AqjXHBtq0pKmD5cW7q/YySE180JV0v8TpO/97ZV5649862Oz9yz+KbtgMvTDm0mDKtiwYXMq+yqkflMQbJ1a4hD/34Q0obn/GquPDvDg9lKo9xwIX/8GXcU3JRZ+pafHqvcQF2V9bUIWHqlW5///vffvrPf/7zDvW/GBY78o1szVCSz03oT/rG/2+6csf6dWeDPXYztxReJaGd9MzT5OD7C7g4hZKEfubr6fdNs+MXHvtz6gV0bS9MSj26q+ONZPUcD5rUrA7l3WN1bj/yWorT9o8ey6cyeizcR3SUon2dO56td1mvKHfmQlsbgnX/CV7l+UROaND1z2NnCDhw79m9C0o+ffbvkdeSkJX39Xhiuu4AkbekZfcR3BxDzXKc9RO9cYS7/HPtO7XFhDmmcXGfYL/88qte+/w3wbVm8iD0mo+Ya8TWa7FAKpHjm5K0BORiuf8FISwhWv2u/H/0Q9rLG4zpPR9o2ja0PiJfGhObiGn6w8TG5i3zvD6Drf/d1ni9U9txg6dKfg4uuqDXF24If/unajunrdcS3LwK9f7stdJjv7S7bmpL+E0PeY08bH1Pfj3Tp6zDgxbjkb0Qa2AKv3LAT5rclcpeaWWUyFp7PAdE4DI7MeH6Z3zaOD5BPFHRYD6d5dKcXaqj+2uMEtSeto+jb0yWR278Zc3p9cj0JSbTV5Gtlc2s/CUX5tiVN9id39fkvG/nEsjN8/AMf+YI/58OP5R8Vpn6PMO5g++x1/X1DgvYmGKeobwP/vN+uPhq4pqOE873cXuJxbWAL5pTOyZBrs+Tw7udeSh7jBn34k3antv1m7/onXP9qOM4azLj9fGS8OA7+skLbgNyrsU/rpKhGzd3KZbLhKhClJBBf/V3x/iYeg7wkXN+gEhfKqsyzL8tkzZxnnLuc8t4/oKad4liVd9hcQp8P/PFSzWZz2gzrj3zRJARsUk7dqmGTlse8F9//fXW7ukH+M52pD9+7jUnfW1bvnhQotaywOM4dY9L9U9fmeC9H32XP+x0Moqpb/KSSo0S+XFXtt3ZHzzylOYOzbLpjolgnZ+7P998Q5CvwajOCUJYNYVYLH+5BKDOJDAs4n0iPEqedRiJM5Ji45BgBGYb6E2sEoqByF18X9xemwUMmU6ALhc24sIGGBz6fLIs/vtd6xY3PhgMKzGOGWo6c+sP0b7xEx8MRrdVpgEucvNs6qmUrQeNbNdEwYmaNxYkkJKzF0VPdJ50TpA0bG/h6JYkLCTH6Y9AbjcyyMApb9yAJvHYWGlvK9yzpPK9Ts6J3brBJP78xlaSUZ4ixotNN3NXvlMKIr/r9x6PwSOFOPlBmc968sRqHfx7o1B5TTwyavRgexS3DoLt34KMpM8Lb8o915Gu+OnTG1zxtgoLqXJyYYFpNBZGLIsXcT5z9MWIwla8Sx/Mw0tqxn/4FRzs8Ldx9YOiqG7NGAeuZayZx1KSCZtS/ugb3+cbvB1rhYesykn6YtBxwe9xtoBLGlHKJ63HduDlW5sW9MKjT8XRm9xhs0orsaQ2S3BOkNmwbsV50BPZVavHRY3M5mn8cCc/U3z0m2LDLPLOdIlhfUA+tb79OTnx+DInmJ++LgV91UI8H8avcl/qEJPKyHwamBcHkTlmS2Hv75UT8Q884+VehEQ34/gEN8tIFvqThmKKDdwCFgNyFsdpECRvYh8UiEX9u2K9EbZ0M+56tJ/8vivZpEGymdZ+DA1Un+oHJb7GB3YSA/bPF8awxkmfZvNNLOY+OK/5RxJ/+sM3yqODtLE+FW7rbLD6F01fr9ybv7Wx/qvq3oQ6USVjdXpehimvRpCt9R/zHfjur/DjiE4QLV9aH9qB0eyG1/McqS+g9dK67b0FqAaHBzTY+lZp/vm3jKUfbf8ekqmVPzryJoZuMv3tYTkYPP4OGejkwlyZeY+jTVk3f+nuvE39oKVue1TBbTpMPDUfSvs7vxah8LY5omfwlm8koXgcbYtgmuatb2i3HyevWW9eYGOsYTuOI+ClExLWXeVo8cBiHYyt4X/VHxyXMcc4tDiTMalj+GVswwX9Z2k/6x+56ouUUnINF59MgA9eSMMLLrGF3pSNs2WEfzH2sXB8Gj+UCXlCIWeTG8bB4SrOI3XEN9IYpdRmOH7SyZe8aRzA2T1rFKgf38V2+kUCQVi6DXb+kM5fC/UVJ1BU+kaA+jLjUXoLDZ079sENDp6NPfKecGAE3zDEFzkp2DB1vrNkPSly9wCJFVB4zgK+5FYFdTUWE2vXF74A8NZWc/lrY3SO2xDxjGmHdGQ0dttvofCFWfdfdYGz1islJ2tVvnFNhFGfPAlPz5XQA9Pxrljm0sn9Quuc0rlc5CmTBXgKaE/aQOj5DPXYJT2R66SLfmGhnNOci2z+sKbfvIeW4j7WJf7Bg//LBusMDvFaBTx0OXRux584XuUxVnigkmL7lnzLlH6+sBIDUdelutKgDt2Djmu8df8dyv3ZeXZDdq06bsiuIcf5IZlTj42xa/ivSts2Bf2YV+VmdLAsoZmnkCu7RyLM67p9Til8l/pDOtQ++FIv3dYicpj33Cf/5tuByQPjaQJOJp1mR+tXPg/+Uq45h5UfZEz7D/sWIXD8BBx/EE/a/jNlJWT+XWETMHFlB5mUSF6ydlSG+arf56Q3vOAMTn2CLljIQ60u64ApFPOTnq33WHr64WE+C884N7LjFYVfyv/nf/znaZ62gMtHZRSMrFfl3L9iu5KN9PA3NDh2PK1xDk9kQc9f5c52/QsuZeIp0o4j+eLzALUp5ePGw8eOavEwD76UOd/RrryeV+x99Nkn3DzzT39JI2jYT3hPId1WSA+/By49F4vK9o2TNZ6Ms/zVfvR5Vbr/3GvqK2z6ti/uMaN55ddfxbWdashizwmMKWLBPiC2UdH/FW/wW4cH59LfWVhBUlkhcD3tOAgaaPljzLaUl/skl/+Uwq91d+oD/PcU3kD1/Xu+JTR5Qks7p4PRPW2NNDZDW0VZln5oLJf9l8RnL8R8gt6FnXGf/jbh0r86XWUA/6qL2//4v/Sbv1wk91uw0CB6W0eJ5cFuWDk8i6eRqMsGPyC74IcsI5992D7T6mP7t3NB5HaP5n2Y8PoA73mmLxeOyc/SzR7Xpea1MF+Q/191k5UwMNPT/uR1HX0gSh4ZrnxiXk9M+OaC9Job2auA1SbP+R8dMw8XdfqD+P6saw+4kbmDC248SGins9YxxjsRlAEnIbeFcYCuivhKFWTh77nn2P4vnz3uOAfH7lzHSvxvRRm41/Bp0xXf8qUP4+GzdMF9mOSfuFebuSwm2mEn8uoPMDJYE6U342jpugmwR/BVej0BuSnif4hYfNRR3dEB3bZ/QtVvFLOWUmyPx62QX5URp/o/bw3Dr1wXXFeHZQtvDON6K3mQgtK9d1HYPqLDJ11fZu3mijKFHYOsEZx5pnFER/KhunJMvPnaQ/ybi+SITv4Xzv5HQNs6j/iAdpQ9WAO6KVs2nb0euhGnv1uf17rDv/pvutZK43kiKqlLPljObPjjY8XdcWzu+0yqrC5H4Sghui85WC8sP3ir+tm+slg3Vo81Gp+Jg5NfthBz60dsti7NX/rKt3bA2XvKitDR+4CTYuKtdvb+6FbeyhHdAPdcxislKKix/tFEjscirlad/Yb330uXzAs7l8g9CXAWgNc3YSqLxfWzrwfkTXhYpbjrn4t88LOuw9Q+jhKhtW5fnw8i7EPjfazzmzVR+UrKcn6jAzb67gHwZRtjyddC0ETzBbbZ9Wozf1OnmL9ixMO70z7mju++ZrfjkLcvoGcySncfFw8fjo8ZrwLnPrzzyOaTeNhU5UVt7rE8PnxkjlTpzwp07DHu7Tj1XWV0rMSxJrfvqIFb23pcGDmsz3Nf8grayqJ/tk/ENw17+VgDFTgLWIkB/lTsTL+ivIAk2SA7UIE/6zuQVJlynUxkH4ULQPIYr83gG7MkEqWGurHa1LMYMAiUlEJd+VS0fVxGP3dW7asibW8W1LCtpQtR27apjSfHLNTqFHsulMc6Ppu4OzGesBjg2DwAqi7YKQjYMhQ/ExzJZPAF7Zjz6LwL+MzuC9+7phN3yOgAvsMFFvwQeJ7SBMQ6wN6ewsUv74bk0E4C8aWnMdM7TvIH/95b7vSyS8UgotmI3nEjjonqXe9bsExuYMHjzKe/n1Ue5Nt3foCclUbK1FfTyqoYvvikkHI5H9caK3ayQ6hpo8eevM8Uad2mxkCc/iROGc+bZ8dOxieELJiSKmO0lKqNVRkb2eydfQNFSvDa+ugRO5DZYp+OvHEOvHZhSV8eK+PRb8SxfrnMBdxw0Uk8G4LQS1Fvfh4VOvqtsMigs23Bvc5d+Jd+7A0Jc+ojX2IwC5sP7uRE3sz94sWZ5nksPIuDUDxn6wglxZsJSFWxviQglQ8U040YhjQ8JqujflSeC4n+UuvKd9JeO9mAoL7Y2i7qpsfXtfhRplkuvleW9b+XxcUC3uXGVADNOh2KvgLEr/KpK8JhvkA0MV4+RqTlXYUG6L5p7klzcEQfHnDGRo4qOiqrwjuQNz/DRyO/C/rixQFun9fNAwvV/HDIsn8jEyE94aC+WAhbG3K4LPWMVzoaq2CSVw1V0GNeECsOx8xlg9nsfFGv/BWJEx+7XNJj39b9Bbt0wdS24O9t1DMd5x4LBszTftr7DXPCT+Ne3uTkjZMpCum1tQ7siI2aPsnSEfZMHSDjYyCoXp9U9fqmPI58eJAiFk9K/cCx65Cy09jI8YnZop24KOP469ipi3GDtussyTnNfG1YOGo7ktz3TQ/1YVPsISbbxtqUvuIsRZ4ekBTdoa++oIcfTgQH5zIr7H1QcEOrjh8qkYmu2+LaMRky7lg/ajtHyiDz3p4LjoYts/DdJydG8O8+K688N87WqbAprzAfOaEzOorpb82LvvCxEMkRpsfJ1V6FZAIXPoc3/bIU8jzcSVt0p7XWqiVX4cefbR3GcMF6vi6uchkvrQ+1tr7o/pFSOz9K90KG7ZGeyaUKuBAMeYSm46/zh9e3kg7cC5ejWZ80d9oxRy6+++HyJ0gPmeJx6FPb1FnY1M92CN97f2QL/+pPbGa+23Nm8PxWggpFzgd07zw/dSmru6Nj7UkgvVcdS7PH8lmZxu1OSfzS/hnXwsr72sbePedvHsXnOGkm74lzVydPPZX0eIf0Xw3zXJbJ5Oe1X+KnXVyIr8pHbMD2K37jzbH5GM7v+Bz6ZV3Cv+c4V178nr6txzJCosjn6oJk6Jxea27s/HBoNebMA/aqwoSv0vmG+swF90lg2VbHs/5g/blyJxOhh+0o0Bi/IQrdyq/HSVLdJ4x6r71RnzxoU4BN2jvewXzfJ/STX2WE72O+NA//0KTEg43GUz0XyDMeDJOryAv7bqeSlQrv9+lXrOkLvtn017/9PT9Nxyv5uXq5Ng3ox6V7ZBAuZZL+lh0BlOXh3/Ku72lffXIQ/TdWWEOwY+pC+tkMTFp+db/a9v5xjrvPnTquxtbnZEVjCrC5ztFr1rgJ6H4UAE/+5jXeLZxbp6cQdm0qFi7JAzcdj59mfWbyiLQgSw23YL3Zy5q1D35KjG0iKA/897BmD2L6J367fNNo6bvlt1emH3RBAocvdHH5lGj1xixenyXnvNoVy46U0qfteE+CVWd6Z8zhee+ZiyMYNOECcNfcUvNO/5L3GHva4phrAPjGLP/gZ3CItR589rdV0QI/ZzxCQWlOc88hJbnic1ox8k+krZ7YisPmOKj+OU5/tB4ZdvTi9OxQHZ71P4HfrK/YXvnou0v13ZAfqvWbkCJGjv0OI8beO2J42pMuOg7PyjUntm2h2O1lHz4Z5dBvwKh2P7u3IzM3g2xas52GRY7nK88/SbvuPzrPkczhHfz2c/7i6wM1DKep5NPVtA3HFh4817m8EMDhGjDFsEW1fZC8Juw5B79yNen+sK96xTDjhP2Zst84vobmcZUHIXodLHmt2CNoFd+Hk56eg6X7zA3q0+aaXtq3jtO+/dpn2Ygc1v+l7yOfmQvvGYePHApBxtbjLb+Givg3Hxr/Tx81fimwZVejfWxcuneg54rvG8A72Tfxq5pzUAi5sEVygc2G4OwAEuJIFj3RJ/EgrpIkOQ1EQGLu1Fsbb5D5xpP/EMSFDvcxybiXj2NhrYFOWOb7Y6Ey2rs+yqP6nnR84EAyXW2bdj4QHAAH/3Amxmghwaiswkew/N508Ip7cHhdsd6aI3jQ0y6DN3OG3nHAeaEng+Fnc8McBnvhEjt9eP8bwBoGfppUtFxfRNXSm+nlwxs3Bj9+kk56soQw8ZNnPGXH4KUIlAvta+NIXBoLkhtV+fNrTlThWxu/iydPwPfJtF7g7bd/uwc1HwSgwp8o9e00F5Zxh53pPJ0XEhHXhYbB2YH6TA14syFLvktl+WFuCrElOcuNEIyKX+qrK188hI65uErvvRNCz5NDTP06dZEiLDvfGI/ESXpELnGLXHM75Wn0Lh79jQn1nkhMeuC0N0306+/IVlRpeO31784Zku9cyIPeQEWtblyn7meK3TKOfMVrPjMkt737ldj3vttc7mvbNvrxUZJx2l37Gp+6tXDb5aHigSMuxCX8ihvp6B3+MseFfnD/0CsiKfNJZQPGh3UaCV7d8QkXns3HcuXf9UTL9IrnGQGQ+R18hoUaJhkbM56m8lwjPFCOp4/VPm4MqG6c7k+GntdqYgy08wY5RZOPWehvm76jUeDpGL+RWID1Ab8YZT1pOs8izLT4wGNefYQANzEKmY9+0W/YenwPud0Y9NuzOSFDLxGugh+8ARHY9S/xqee/jSb11LBJwl/rISBe1Wy76V4VThwZk9AEN+MXkb6xNVzTPKg+12NlwRue6IVMZDMuDeuEfCW+tPvKKcCk8kpj54l1FezQZ60fEiOzM48gUxggLVtpi8+Sb5u17nW7wIY1F4WXL2yDttfr1dHJacU0E0OYSVZez4ykOKr8F4Jtbp0j/dZ77Z3IEdsjB0X/if0Ddfmd0GIfx/jhnk/951yQk3/md5JMp9VL+u2L5Pf0+Nq0iu28qRD7Hmmy/8FX8gM6ymZ+WsFh0njpQxH4aK6f4GMPhT7kZv4XrUpy2dXjwz51t7XUWqZ3hfjbAPF3zsrwEXZrPEqX+CxyagP7s/qpzKWpmMAczVLg07/COIaWHMxGacajeicVyCDJElvzWUyKI+jBlrhWNP2VcSCcKh056Lp5nFDebIS2fsAG67Doto4BWH8h8LTwZ/nWbayzrtVBMdRbCfL732uMqgsZc82eqlX+hj36v33FrW5t0x/9oF2bV77VjUFc1FgXUxjv1ZR5m9yN/ujH7kibkLmWTYeIM/SUHqnP+ZHf5Pz6Wa+iv9Cx7n3TGu194hckL9/AQKX4O4+EY322L4J5/1kdOqG2vfkOPnIAepBrfXCoOkx/FsbxCgd2LcYRT8se4ibeV72m/z/12+EUDzWOy2h09d+KELq17/B3hrHpGVfge9xOPoJjX+G2czvWtPPDOaH5Cln1F/2057qAXdXH/ZawdUSOcYAjr75owokInekrn64rnQfh629Qr+GNHbYR3fSP/xTTD77Qz1imv3NEaF59Qu81jPla/5BZ2B0d/LNkroBoreafY7KUhB/fpvD8LztqK92/q89l2HAnB1h9gPFdS4y7cix7NOxfsha8PkInZNfHM8Zdj+pj+Nr+ZQNt03qHQuu+TJ73GK+h1vVAaR7KOZd5pM3i91jS6lF42/QXNnHrk/YVv+3i3h7X/uy2bwDL68q736Azqkzt6xUPPMFWKD1PD5a3VeRA25RifrnKviW8AEszwVdYdTwG5EQ+1avNCXhqsDZY1xM0javciYIOrLX+yZ+VGOC/ooG+Gnmvxrd6DMy8xCv4S8/R6wQ0TTxwVYqT1vkTXPqtH/Ow6pTJY9fTVxzTBdsPwRDN9qECdJvWiP4oDo2Jg2jz9D5t4zezwE1/vfLTT3/5y19++rd/+7efvv6F11vq55tsQ/p9o0lsBNIHvDOP9S0EXdPWacBpTkZ69ewRGKU29dj+5boD5xqPOX8Z6eEjepdurmdFrSza4LH+5LoItMRn+cYH7G1MibGaKgff1TZw7aPgydrQotl4+wH++u9RO2mLLAegn+O0hHl/YXY7F3jg9RvfjjvmpDtm0lzjhfn96lfEma+O7AemT5CdvhqrfuFQJp4BgcoffDuOtTuy4EGszEtsbM+hBHzrZ+GX0apwgBdvn/gkOyGr3K5N4Ys/iCEMssfMW2OiQ3R25zGuK6pr8+ot+N3HjgPsiBzNHbyRSwV9V+je5LftwCcEGes7ByTfgFSGqocvqFPgMY/UjxvBxEVtOM8YVD+uC1Dwb31swPiY/IvT40B7RzXeBjE3sKvTIsVvnEe7P2MA2Yy1nEud+z6ug72whOUwedRO4tdrBtSl1aJZ+ttXHpDya44LQafjJmjzY8djLBPvynxkgZ7HNzgtjhx8jp+UUv+Bgh2bJt+GZe2DmXgjck3o3WNzHc/X0YSimhDEY9iKH5n3oDYXfASfUfAp122nz4+foDx02wSOhxN1c4K2Y5d6Lqes8aJ2rjfCI7EyTgzym3asw9Ky5+dggxeNQ/dJ5/suS3TXE/0Y0zI7a4JtFv89H4Rs31PcetDDvYAv5p25S2JdkE/hIAtdf/VR/J2zoafdvh7h45yxL19xfX9f5U6WU17rxducE+ip5+5Lrb4uDryufFZ0rqSv25vJzjYSqOdmUB9C/QoUgrRxJ/caCIyk64RRHOiySWhgcmz/8yN49zKf06QHmf7BdppyWhftO7ppd22pqfXBHR0wUhocXr/ZJwCyjDyj+Bi8AV97DhPbIxlLaXNxwmfkw1fS6ZteSzoniEoGyxHASBJqLTQckNP+wrHveWGQMUi31fEhjF7RbY5smEwufMwiVvAgj3idQfVi6eakNW8qXpMzsX3HJIG0xraSfaF6TY7ZFsQvaN174cFFn1LtYwcnkNazQI/gqM8btRtX9AR8c2ytwm6IirKOd3pdUByG3DxkE8oG/IxxF1/s8X1FIfsk9Up0YoGe0XWl1Kk3ft85wmsvXHSSwMnG509ftRjkJvWJ8GjAe098dzIOVFWu9sD7s+cw2bRyvfpOuubHlX7inOtduMgPXRjXvRZy0a/guNHjTLtb+NebGDYaPnHqNjWBuupTPeHgseMHczLcgpt8LV1OBISsGEILvH20CW3bW6vH3AOPIgrfHPIIFFrh9FCAgzMLbfDIQ5+kqGH6iXRTd7yys1lz3A2SQDxcRM7aHs2F9imJ8ka55hJ+4FV09is6Mze9KPR/1m9C8Ru5tvkGfW/E8DvM9saEluOpDkibntx8Mz8QborjyDzJH/36+K7fh7PdGl7sX31/HadHqP0PKjZaJo3bwvg019W75zPmrD++pb3jfsvkBETeF98cIVbKb2J1wnjesK3Sub9DjMVTf+r9rVlyqq8ggz9/vSCDBNaUT/xesPjx2ulpQ8dA3EWg3qshnIUtdOb6K9UeD2/5PXz6WX1oU3+PXuDVN+D320O28w2TvIYN5Su//KrXPOJbnqz+vJz8RTdlmWo56ebftcCTWMHz4DtkXvHv2lwM4fyQy5cztsHNbws1tqzHleUb/0K6uiGvfryPtulXvuViIHhRuCe49vMHbbjaxc4nb3QIo/qGI6eSlPqzopITO94PPFFMpbx2vzit0MCje3OvX5KX38Xa2EdtCf5NN/HYG0Jr32oOynyLsCWPI/+Yn9gbi2/H6MFvVOBTe1ivsDV6DaQXVWjPBWWRLV7oaT2k57KhuIdvuHo7fNL+dx/F97gAUlWWrO+aL/mNco0UrS2a+wTHN/+vFInlpoHc7b1Q9/gf0eWq+TY3MTx8emH6f/7v/5NXaiL8VXEoyIBw7oWXkgDHf/0taOBXOw7a4efikAt3NAauD3KG9eZ6/mS+UqvzCujO3SZPmSynVI+Cn/kGOdyAYewxDzf3gTe3OVY+F+p9/nAj55pbvpZVBdbRN4DWvgqQ1/W1+XimI3j08eANp5vMpwcuLpUulQ2/jrnrBSH4vLfUD+B7HD/JHdzQrDIebeHyz36Cgcqhb5qnT3w9cem8tk8E72xUZuP4TrKXaOX5Ekmd4L2S+8qnV97hsxJu8b7iPGtPfWf9Gf4r+LTnPbyK4xRd60R5HH1P8uqVHs/6nvn0VmaUesbqJVzp6vjyYA28r7la22BS2QwSljrE+jodbTGauBP/oAP4zjJprnxhsft3LpV158tX4YC+fHss/fVY3C0TjDlbbIpffv3lp7/pN3/5BjATXG8IbYzUmCbl+g+X6lpdXtkI842nWWwhFzb736uI9/dCPnRnbVGbfKBYhvKBG6pzbq/sYO3PwqdOuzc15m8tZ0fp/itrsOYmnwfqqH8HP7QSDXv7wlTBIebjdVxKVy5r5m86Z+f80g+8jmuRh+BVOdb+Sw7p6oHXiuIjd4kTaDmoPF4EDp3Y4/FKe/bztMOLOgz4OPNrG7asV9BwzcA3kYULPXpPXnBC55b4CVwg/lhHZLWdyPenU8B0aYDIB3QQiXVYcPKBAhwOD/fXBOd1st+wVZuNr3ptektsbqvHqVNhksnAqqoHuNmqI9/85YCcgRfbA4esfmLfU98DL033Q1yvBxe5/TIMePs60qavDPqh+Ugp/uQx+VSvj/D8EdzqAe1Vl8mPdaT7Xs55D395nZiY76tX7paZsVA3cu7Idb5ec7vDfyWpfKG78+Uc8x16lQ1faHz9UPca4HHc8FQfeJMnsnItmfNkHmYlyUQzkKo/sjyeEDLKxtX4tfC5/iYX4ZuH5AahcGsrUOR0DugX7gof6gwGqTrfB/QV7kA7yQYOnfU5GNz7vzzAPXxTIHxYFBj7j4N/YP25auXWf890QUpxrhKBd/3ymGDeWPOzY805z+GLzaeyr/yu9l7xaE89r/3l9/P/+l//2zMSF8Y66dFJmzJhCA1jd626AqByLwAenYTDz8injyxEVdhd8hQLRkt4ZyGRpID7lMd6Wqy4OaLTYHDuPLW8cJwgq7FGbyeAohz4S+4MWnFyjN3Fv/LhN924VMUFqy8skr5wFX/nd0I0sM1CPlefonlmv1pXvhOpsk++PejiHxYsFmlw4ueF0Jn7Ti645UP/aFf+TL65KPREIxctiL2ewNPNB46f1jcu8vX9CtgDA55s2Hpi79cvKk/Xl17zuxdwEl5x17ZDUGRxMRFXc/EefzIom59qvqOYTvbO31GArHwybJLTkx396WOhIJyJ511sJl3rp9gA7GxShMux4+dKV7no04vpF9JTs/RRtzqvhX0lATyNR7dgXpBVVRT4OGyFceUnLuRc/EEfZffftbXJ1DVQli6/alj54u8kH1fy4Rc69CkvdGc/ulx+wIP56jP8oCvfK3ZlvIZL4zWfgh99omjpqxt6Iwt4fQ/v4k27IlOG6Xefzc2vtgG65p7hA6DleeZFT/q+6WIzfdUFeHUIbdqzf/ICv+OsT9TOJ+qgy3mBbFz+gII5rHzwE/MiJwoTbrxBX/ypHzhtH/yr7Apg58v2H+2E42Q7/J4VNn3S8KE78QEsm27GqC+eLjKrRIyEzcaOf14Tlq6b+c7rwhwP/CZc85TfvmkZwQzWlvqv+LU3GNGNeZSh4xNGXbD2xX2Z5acLuUqrsunCqf6t/wMV3jEGA2l/8ZMX4C1HCw2cuR6UF8f1/QLhSA/pyBr57Z/6GYhjPzGxxXf5tFD7Z8kiBTi5/6afkUB6UwJ/44Nvuhj9xd/gO+sHr9rxXb8tDz5F0ZAdK2ZlBlxA/hnnkH1WbNoPXvnXLp9MSk790v5v2iBy4Z6TKjQoHB6Urj9pnT+RmQcJHukmJvbBFxnkI7bMdSJrGPLvyzJZOSwc5SO8+leKq/3EzRcH5LbgcmGJ9TW/WQNsFtr2s90c/rP/Wr/Kaz98WMO1yypoHWknhgCsk+OBPUGJzmc/PMrJ+Ck9NuHfljzos9vArzls3DFP0mZcz8LNchcOYmd5+Ki63uQhuqIdXeA/FtarfaMdnNq3j9v3u38pMRge+OTDZT48bvxaF3lo4Py+9tfNa68Ky1TY8yrFu4I8TFpmG2XyLc3WuZDGkyj1qWX2JsC1b7Tu+ApNVIgL5yDWU+vmT7qQ7p4+gAWSUFb8avu1fcXxBSRxA/+qI33d+9IX2kv8bs+HjPqhj6ueDz7EfDm58S3z6tV2jxctCz7803y90ttvkuWLyvhE/zg1YY+PTod8wdwnH02/UT/aKCFebqtCbh30S6NewKuC4D4rV9qJW5mMe/63MK/PG7ClKS/6scN0JXpy7NgQegqiVuKXvjZWDrjmPwfI4G+9JZ31ojR2G77m35LV84uSwrMFuq5fh450KjfNf+VNdGUG1r/6WWyINXTACq9dlXH3m2btyzHz7xl2XifNg/GyriX4dXU97z0Iwwf51Z0j+7SW6MnNCuxLfrGPrUnFm8er/2bfs/rZB52vIg8a9Ng3X+K/8mpeg0Mhjmd+xcQu+X2b147jCF1py6/HwhVA4x/tg5qK/NTrNyf4Y6N8H3vuIVd5tK88ilN4j3CkrzlOe/apNzdW5Bvmn8d+g24/yqeyr7SWK9ktxadNX9s9lg9t9gS0Z+oWr/yKX14cvf8fMosLbfHLhzZ+of2ZuUB/vMXoZz1A/PCQzQ3P8r4ep6zqdsWZ7azH8T3waUPpuX5GflX3M318/KovfHYsJj3jiNIL/bR//eVX3fz9q179/Nf1sFbiEcSzvJ4n/TweZAev+iB7tt0YH5U/QK6WfsKBFV6+s7/+Atb+jc8+ZusFnJnQ55pyP1de8ITPW6Uy9DzcQzlfV9rzVPcuRlofXL9pUUa1uvWeSa3e6oco5jpKYdSnTbQptS2t9en5xxaIQXhwrhlcDAredd8GtDAIkf1d1yQ5ds+2JPiQN/0EUj057jlG64a6/WbFChVfzoIooSHfl0KG7o9pL7jEB69knLBNZZ+z8wDK6hEujU/GC7iUb7rm7Cp+Wuv2xCePe52BEJHOng9Y96RDZazLCEfb+2Yxot9rqPh7r7D2u9KUcEj/x1xAfmNp6aLpPpU+fJTz4+yTO0ahgV/ONxJz5EfHxNx8h4sb4/72KtzBZwyELn7reAws+pUvNNdyjde1/3W7sdpYlVsI7dgbY3ojED3n+Humh/1QZuu4piTZfe6obPZqd9clvPcrDeqw11qltN17XeXWjo2/ckb51YI+jFke2PY9FGVO+Rz0S+YhT8S2fc07xddMpp6l38j3fMNaMi2WPIp05irz7Doz5HCthrHxtNBVusoUqDqik3VcDj9sueAYf+gKDd+PML5kZG2MHr3+jE6Mg/1wf/q3H8BIeSaXXsteeK8OM+fAO+xiXqEsvwHnr78FnE7mL+WtYgwfv80g6joOOScvZo61Q6ykY2CHrksWcd7LSvQoTukbP9rtO0uKLYWBw1/xuS4z6TqvGh9bmSeroIDQVXZ5hXf0M/7aU1dO+veYqmzgV96zTX9lHd8ADgLMVsLIAL6ZKlTwT6XEJ+Cl0Yl53gC4oLhZY04KEr2lx5b1qMcdv8A+gvuEywjOE4w/BSYBMXPlqOaDtSACWOor99N4qQvI5VLiwFjEjkSzT+GnMvixMPQprXSuz4FzgqsB957gM5GtvNxJN5L5wLsygY/w7sQs828oziCf+MBHZnshFuF1wlnaLkJeMakLMHp1wH5F85kn68u0Bx0nbGMzYHFlfY9P6M0NzcK9CG6io7bzOn44Ot5ZKf0n/YYFRVq+kzJoxCU6ron4DXpsjS85rk3aStTqYgzjUVPZrkn79Kntn5iG7+x4xgC4/sQzC5vqelUjbUIwdZjcWm9/bH4mI3waO5gnvNUzdO3vERmtV07lcsRG/poqsw0+tMCKm+MCBPzCPm1gj4VtIV8OW3bH2+at4WC9qhvH6LNxTuzErLp6fmnjhHRuxCdirAL/nAQT/8gq9tYhfq9P2x98cynoOF7V6Aa+CNf+wjnOvlmnrzpRP5fYc4a1tfuw4enFQAvDzxvfHOIkV5sf1aNtOk2pDqiVQcYHmtqF5+q1LNEQA/OClhxgQ6K/rttXP0TaweSm0vmn80lQ+BYdb0voBuga0xtGtyB8KA2PE+deoNwn0mey5NyE1T+BMS/jU+eJNs2sx25fYnHwF3k9C4frSfWURP29dh7rA+otp0855WvdnoXUpGf7yuPgX0YvjtAkv7at82IOfaiILtfSfKFPOwLPSXd4V7rGcfvfWlzRbtpnJSq/iHeyiSVeYt/wSRsANvnI5W+Xsx+Bo9EdP/dJ8H2s4cMY4xCerLnzgsEznvD9UImokx71aySTWqkp653hmZPWHHDYf1QsPrkQnOpTPt6baqjH9ubNmb40HOd8fO+v4Dz2Re9rfCdv6tUV+qkTfch+5EvPtWTuOk7u8dXaX4mLeWQeYiYSRLISX/hs2+fJ2lWCMZeO9eXhG0zVX9/g0H5ozHPIAHYUlPizyRQ3h+U25RBBZdo1dTshPWmU/ZX1Mb8+oSvYPoLJlcFCUHQcj8aZMUtBT+ajWap7cWZf6SeMemna37b30Ut2+aFLC/XCS+Pu5ZD2FZ/jHWz239YXv+pXHXr+1XaPtzwWkDjzDZeD1zJHYJTzfFlbNs62+RXvuz7snXrB+xgDCPwTBV7o2HWw+lb/M/tHG4pXHn646Uaf8u0RlMpOPUNU6rg8Sgr8+olfnuXDlAXdlDf51IbC8EUfsCssR7Ta/ob/lfaM/6oFrfaEi10eQFv4Wpz2bZ9XPGLTK4yrD664b/WD/zEbFZF3BO/P+e5qxW7Xno/pvOmpQftKv8l71qHpv1xvUGYS3yb1Wcyp9UreRKxuwN5DM/WDxu13xKd0yLgr1/7qUnz6uQ7Bzd+//PUvfv3zZz2gWVeQ+r58esf8vwGGftWV61nnt9J9TIHajm2+LUfM5Tf44j3WcPKiaw03glufkq43oWbfs3plP+u/gzd29EFfP9CefZypuGAXd0587W6vF5MuiAtdC+GxZwOEEz5Q4Mv8y178vmhcLRmJ4z3Wa6gj45/26rkA+NP+s2+IJ4EkuPKMTpKM+6AiPsu5Pv1HPigJOK9if9wC/2cx974PfPGHgvwxP8eByGR8zRjQ/5QfyQmNbdj7vd5IDh23O3KjGx1tXxcotU8xBUHFnJZJsL6W6scRfr3+bHUWcvtoUp/tK79rOzqGrn0TRh1+Le2jPeGVOWGleesIe/jWJniUT/dVV3nlGc3km+Hn9uW4nHsGqhV455G5h5+w/iwZeZeHDaDb/riynf6hr3ZAU/smjfHFctLF3c9lTPq7OqNnZ2gwJv9Js/Wb0FH3jdTkXvSP30rHEd69Wcq8wl/9Ozi5Ci40pb/2X9vN98IZZ6/KM76HzKjvWOBn8is6qa4FJ9ctiFticuWHD3ovRDPSK1Xe3dfYVBbHwq5MaseRHcuew98oimKBSwAAQABJREFUflOe8UusJsEehydogn+A4rPIqt5HpyqF9VH3XAjjNZBrZ+4nktx7r3CZVfEuWMDN/AO+B//gQwIyGPWvSlaWj31yYAGPd7hrUeoEfkt3YpKGnaSkenTyDfK/CMRv1jo5SAxmsDVAn+TJSQv7jBVYpHmNszgxuEmGGTa1843VBIXF1Tgi7bd/YXzy20kBRYNXkoCkEhFp8e55vo9xpc1G4PVkYP3R9Q/9dgj6Xr7BaFmaUJhkOtFMfR2/dSrZhej3vOPZr3gzf9jalmy3sAJftK8n9NDHLrZmer5sTTxZbDSlrCtVeyFikkTDXbABvCt8YzzWTn577D70vOmKXZJpHnoErxPfxL3yr5/AsfpWVj7xE6mP8TrTy3uKl0M2hBQHfvwOM08Ed9PZvoF+VNvnOC49kjfWTHY140hX5gM9deUUZhOnb70yVkDxDdDQJK6ZO8of1olJ9Q8uiiBj4214+jovEVMLAuxSmrbvjtGlugejsOhzhtG658vGtzaEpp/ll/Z50i0vZIF3XZu3DtiZBRY+4J75hrv56GPTBX7+XDqsmID7+2+Zm3nIBZ2Y5vgtYGb5lsgL73MUivH6WH2vunVu79ow284fBv3Q4yrleGLbE9TuvfLbPbMWe/xtYS2s2N0Tn3yDWLmXUah5gwCEFvu3P87e6Dyv5N84moK5mcXTqv7mjlhZzhjO9Q8S8LvHGWupHIbPiAv+8A0/65QnZsHGPzw4g4r1b+fBnWPF+6clMAdk08mmTQoyh2fwWhZ6UMqnm/pAJQdnqZQ/+uNz3yi0Bctdjl+p7o/ozVs0lNXmVz2wjTjE/tByWu7yKc4bU9CJefWaQMOQpX8UnxCfwzfQ5R8Jrj/Rwyep9vf+hskO4d78ove1nC6wqrN8r3g/0m7uxCryIPLrA3LYPhRzvMx/f3Pbws5zSWmqh+M6lI0dkVScHsGtLkQfMmKZ3ESv0JF3Vx3NA7X5Yy4l9a0nulbC45EYzuL8W7Dqw55knvgEDt8SRwC290RMvZPt0/qDvy5kzKJ3r5Cv3p5lPQCSldhqG5bR1RUFAEUeYyBPONMPjD/qFMPW+Aws/e68+Zg2gL/5VN4N0QI1r31hZ6B1Hi/I7TV0gVVG+zlOG6469UZv+eKt4pQOnryxx3D5ijbfQvnylZNUJMQ/zFOl7XRy1/a39VYeeD0htsRA/8gnjpUF92tBPjdZrOtlTF5xX7altvMX+SrzG131x3W9a5uxNMvV74fdC+mCPkmf1/EJ9i39nNs0WZMXw0MfcGTP9B31lt5YbPt6vOp77Z/trln4H7sPv0mcYyK50x/wpn38rIaYHf5l8KnstcnNNz/QAbkf0fvKFJ34R8l8qreBaILcXrtSvK992II/vFfPuRzU6Gud1/l8fcl+oOd6wD5xeklZyjB3UYqTVj7tW+9T9pyFjOpBvfGIvF5cYuJQIt2cA1lH5OEPeK0BrShaaPkxDtWtwkd8aYT1QZ/cvPrIlxhS/hN31h2ZEB7g0IQeIG3HUHjlx/6uuoEz65zzNt70ReeOTPjCL+tp+RltfRR2lVk4aJia15CG+/YNnSy+YP35gg5T7iuO0wfgtX2lZ9le4bmwI5eUJkNmeVwQnZ/s6a6ZMPGpV/aEA+NvwuBfXOaz9oPDEGH+my59Rls921+ehb86QsP86dGi/PC1K+VZvw39jLYyGLOsM/Ap7BkNcMsTrmoLTf5XYDoHwIO/2gKS+b5jPqwOPS4Bt4fqOvWHjjc5cPP3r3/5q66j6ebvmuMOJlIUf1E6bzj3DwRV1vz3s/xCWU35KXQyz6U6ZOBs/03b7arlq+K7X0zy7VzFbLkS+N0cWjrk7Hp08PQYbRySn3VNEP1Qsd94+swAUemc23ndwMuH+Q99msBXubMdezQGa4h4Th/MfXi/2DLptwrLsQvwmetJ+ud9FzbJsGNPsYkutbUfxFeMP9FwPbpfeorcLad6su9jfiGPl7sufN/fnLbB/1guLZb1SjqJXWTvvEEC+UL8vA/leg17+hUPMpa+luqe9rKViYAiGt5g5WsaqpPJpb3LMdPcfHDO+Jk3Cvhf5okpt3MHR+dXl6yD11J4jX/v1TFp5Hr9tfnGJ4WX1dF/+KM966hr1vF257P9Fk14aXo85c+Vf9s9XrivpuJn/bEhcjoHgQDtlR697+B3/It72Lp4XnHJE0pjOmV2fLcPPGLDOTn/Mu9pnKD/urnP+NCPLYEqw0aSBRLwxe/Qdw7t3FJE37JiXeEauHPyQoyYZUSPgixpyXPO/yyD+Zr4LXxGD1Xad37NWC+v4PXbo0vAw4HzF68V4g395HuVUz16LLO32sU7H5UvnXDWekP/5FVdyDPetjrb4HZ+7bhumz5K4Wn92Cf+5g1p/qKecgb9ftO9yb5hojlHHtCHjncl8QxO+hsn4huIWLj0OkM5TZ8E4+3P6mJaMZo8eACLeU1QM6JW35WudvR4lZhzReiX8iCs/cXE9fzIxPGOskZhMGs8LeoEk4G8yxC8gT9Q2zwbiMmkDpmwo+4bC2p14+SrAfRu7e94HvQPlY/YhIyP4E9h0J11xAvMf1y49wTPxSX94/ep/NrnSf6k7tduSCdeQAct37ZiY7ElTcL6fSfHs2TbVNKtZAuYTV5SZyZ5J5ck6ubwvMbgZMGYGBJ23AgWfLn7aU7A4MkEUK74toOtC2r75hE9HBPisXTKYsbF0IFJDh5O2b4cGKfq2Ksa/rbPT+RPG54Ilx5s9M5K3pNtXXAsi+ZyMNlzMvKeHmh98xzjVU/lbZyrXNQgrNdCHG2mtgIpHInYR8tkTmBnGzcm2MSeTczuD3xlifF6Iec9GlztQs4cP+/hkXSvvtXnOeWU6foRb9EAcNxD/x59TPJcnPmlOzo6OownN9lOabzrI6LVnvosvvW/9Q2b1fPisBKGWbA3WTxnaFA/yFg3p714ah1ZpLfMn9mLjj4JLcItE1u7+OIDxljFxCe7HThsAluIC2HjAV/+hL2aPTFnveaNAOwJnFfWCaRzASwOxrEUMY/Pg1v/m/kiZW2B8WnzfWbrfoP0oAa/F67Hj9Vkg5a1CRu2mx71urK7ttGLuQdKbPTItAHJqSt+2/iiG7zCpo21ya+d1Qmo+WOvSk9aDCzxzbHxsX3dfMHoWCduiGBqMZLp3JC/vCN9/H6ObRf+9p9Ql+3hjLBd4Pe5ehzrVefNjfeRWuJ3EmpyfHt9ZbDnTtuObWfdpswdh0CfyaDXPhCv0jgnF7MpA3Fn3yzegnNfnxxi38TRcV34z+iWiKcH9KluIPnCk/I/tihPTznw6L8w3rGtfU8FHh26BKHX9vPq9mm/v8kvnEQ7+cycy8WhzhVlMfUujGN16PHE/8a5ATXWnvUXu2f2TmlbXqG94Xsdt+2/Hrv3DBz5O7ic3Fe/fVNeDlmlNraNrWdY5sr2r6nBSaYe407/HHgvK/d+mTlt8oV2tk9pS7LWBI5lN+rYcOC1/5VO5XfBvco2i+K+4odaY/3lvITCuGP+dj0H7wlW9ccOix/+47WkD2v+4vrg34s04tnyFNf7B+F5XO+LEKU1HWwufoRv15rKONEU+MaxfgStF8UeSJAtHdClMh5wFuCunxh1roCVx6Eqjp3yyksKOfieMtDIx/7+OaR3K9JeO7YOVzEdb+dxGqw7GLHATstfl8nDoxpwxNLnpfTGWKiVBa/Ut7Ht48J2L4xxUc24z8WoZ8+fr84v4BkbwqzyyrrtrVt6aPOv/cXvEdOwgv7j8srqnLl3Rz9l0Z9XM4qfxsq8aVNZbx2nfeDCs7A7+eB4Xaei0nnG9UHrzvHxFs8DVc7x2rTDvLvwl/fgySm9++apjw+iS+XOpsLQ8XfdPOrDkRfS/8Lmk/yTfVwOtOnroo3PtW58cSijPnKt+Q+89hw4l8qMX4Sdx+VBjw7iD2+u7xzwC7+7Jrj487004BWX4y9f881fbv5+/UVX33QeCz9FSLNI55QbyV47BF/XL/PwupqiTamt1/bqdTd99/0sSb2oDQW6+prg+mIE8aotuI/T7y07Mp59WqqIfP6OHADw0J/lmp9u1Ezzq+YTpp6HPO/OnHsjLhLGz/ZQHJMlELHNhZlvRlwfxqcuv1C6T2Cfwr9P/gYUvG2tjtMYKB7L7f7IaLlpNymuOWerj9iDGXk/f+IncPDD+kbWZDLWh+Kfuj/QqL+cu0uPw0dv8MFDxN4aipbzTee+fpOPm8rx4dl/Hdv1bnAq6D5Zeu22WK+ODqsTE9+J+8m3ocS+Ay6RzsGVDwfvqyoet40FUZt2xd755aSDjypRoQyTd0iNHhPzXOfby8ogA31999z9Zust/m8yWAhX1wDuPpb7Q+0vbPLdN+HWWHUn1wuYJ/jSVcb9lbbwyetat329fkgcFSOaV15XurbjH+QTE8Vj+br9HG/Sx+jMFX+m4LNb3n+GqWixiT8HxUI2Q3zua+gCaecYvN39J2trPHRdW9zQhRzhjQIfK9hRCpwVu/zb2+WtY+eTYnJ8b/wnjRMnxAZ3frAvT4i7QV/xNnTVlrmnfsIy8mauUSe8wey8tmimUrrOvNk+GrEf9G9V+xiGX/+IQZ3itHP34oiA8wQWQTCu0iyiU1HgdVxxokgG+zOligtt/zZuE2gl2trZT2fg3pw8FXdTP6ut+edZd3xgkZG77UTW+4u/Ub1IwoMnWrj5u3iozyeKuOgtpSBhshMDTsy/yF9cgPWTJxpoxOw0MhxEbg5AmBLpqld+O9aRgeai4xOUbDS1A2CDqTvWemKDjXA2PZG1J/gL+8VbBnhhxWj+4uMTrvvFfk0s5Eg2BBs3kxmZi1VfpFc0Bo8nM8mLr/qWxm+/salKbp1kjAY3UL5ps9yFy66TzJzEwzc5fAzey4Q3Jx94ZCGrBwnACMKQ+1iNnGcB8m/cmFd5i0NjRnUx7Djc/LNx3m0ni5sdf7svtYOHN6PZ2JGizrOF3BPtbFQUIymwfbdtfpSx+xQu0WgLuW68Hj4+rFGkjSREG6hYrqSGL+ZHpz0xH7pfjVrt0EWHLFJbn7wWqITAExN4hi4yi8Fx2jfr1QMYOrbdY3lMmsI4QoN92P99LYb7YvbE3HV45QISzlp2cViOQnZulnIDgQtTW/+rXuV6hU9924euv2teYPPKCwKIEX3MVZZhVazIEb9N607hTd0r/a2jaFiL+E11FWSdCwn2ADyjvKul+Gv64RsOO0cF8z8Y6IKHxMhq2/HJ+mDPlI1PLsI8jwqPDv7srOSc42gYbXhltvST1yu25q4Os9UA9eZ89eHf+hip88JxT4Kj8VZq6gstF75qwuR1WCGn8Mrnn3/WnGv1pZFg/K5H8NEhfugGHx/d8Tr2i0sgJ5ouy4VcaKEcq0D7DdXHmJfhT3Ss1OrHNuDbxvDjt1HySvWDczm+PHJxM6e/+p36pQtLF3Ycup84MEdqcLCD1W94/y5d0JnMjbbxE9+ab8EVbOBBpZATd75Tz7KLV9IxCkvDBWPxX2PA86z63ypXGbPduRoYenGcfLd/H6Vc+8oXPn/wev9LzPAL45ej5xL1J67ys/y0UuVR0IDgOjIBtyOff16sBNs82AeDGRyOuAwajokn9ipevvikXIFpPjT3qUbgHTCg7gThqK8Q2F9A58VxUrcxMtHtB/kpPb8kT/EZBT6s0GkmJn9wYQalzHchGhsV1zgQXfVMHJMr4aSew4TIW+TWf8cNvJ1Pgc8xFqril8fdsb8RmZlcejI3jnLLQ44j17lw8vNPv0r1/I40ZPEv402N5QJ4hM/wv/qAIY9/rF0O45I/5f7++2/iy9giI8GmPPoHaHO99OzXGSenIgYHnvKHOEThE1Yal/ktmNJBelof65227SB5VbpfcqMfdGF3HQPc83hoTjqsxPWbbqBAyaJBt8NvWayP7KPQod/eau6D3nFWHrWfPpfBr6DZURf6LRPqyHq8g/zA78wk+i8YOjqeVWbYFTvJLSkk9rSRxbD6M+UhB14wu19H7gk6XrDpWekaXB/ZRqF3T+NzueUD5xB5Lod7TRNf+2AFoLwqq3ZN+B/CZRixM6TAq/0P+J5XhXRx8EpjxSCKdV6CHgg6YY9tURs47djITcjKzkorlFVo08eYPAcVWlFq7t+jfObwMfqrzOKyY5B557dvvy2fjcQS7i5nucBrR3Gqv71o9PKqPxJvhmVLfUI7fnBFEVxzhXEzls1fbY9LYrUYdR9jLw3e8Cv/8jZMIvzN0Pq7bR0ppUsrn6WvTKDl3TpH77U8dQ5FBCclYj1Y9+WOH5iV2aMUNIOzBLy+IMgatoNMG//xjxyyf6GYwTg0zNx/tbm4E946On3XBaOvPOBS/Rbvtq20Psqn7fb3eO0P3mP+lZ5j1lD2F7FpbE0n2lHnG3iV9+kXxuf25p38Su+qaJzlZ5g6J9Vm7DEXmjf2rzgcgl9UptxcSxD9bakWyYPa4YfJZMevf/nlp3//93/32xw6zs17rctTTthfrDuua4X/9YG3R3q4dB8fnatT1Wf/GinKPNyif8bUx6e1T4zPYKU4SjQ03/yGLriwpoUb5++4duuhPvWTdnY5QYC5AIZbEPGGvraG192nMYxsgoyKVM2/P0FwtTH6fNZ1PSm65pZey3R+ya6sBVJI/PBBdEJdK3naA3U/5BiOPU/lruF1Z8KxJ238xViyJJTk1N7T515rnYIButef5HLopJ/sIA45Z5U35VtckXMAPNVcfPQr/BAZfaGKnHk08OGDWMcf3qOxRIUcDpJ9lXV0Lk6yQKBDM4hZJFQ2n4VqGGto8M15IbEnRB7zZn0jDvq34D6fqBT4ISN60zoV6WwN9FFePYLXmPZYGNysTtmKPmdRmw+4yeuti+Mk/fcDpgNfvpjnQqE/fyLz/gZ/8EijnsuRu1wdCE0VjU3TxrOEt1vTF3fY5d0jOOjw/Y/fdMzaLytCutVSmy8BBOy90+jjehDnBMS8v/nafWAolCcaSxTgrbcPXWDH+MkYkx7IEtwpOGSVpsfakbElIsXPPtB4Fbl4LKUXQf1TOtts6TsPyvvdx6XfJ63jyakdxyln8rvC2+4R3NY5dm5hxNUd7Mf6JlPbugQYf8WyPNhnZLQuO31RYs0JGmedc48FY80EWvJd7EpJRk7Oza7+CuKagpYmi1Y00Ge/4bB67ZdVaRyzjpH0ofMIaNYfXGg/lupwaH+Eu1Fv+NuePJoLE1Z/TZjrzGf/D3Hvoii3rSRb2pLc59nz/396+x5L8sSKQBBJFqt2SXbPQNoFIJFvJB4EWSwKaxAYzz5+wDz67bHlColR9umyr28YARO4/cnaKAPu9L1yXDeAIdZhkv74x/R7fPP36CFcsqReufxwfUWJ6dIpV2Wv9S1i0qJ3O/XwtYJ/Y/8VJW7eMuF5Y4GPDp+8z/3qveq4tV++Vda2j7ibVozbK15LEXSTfkJlc3nCLm3Lz8xjfIs5wDMFPrtO7kGcn4uRN8/bI+GnQ7zRx5sKOVgObTZex8N7ghA/PchQ1Zhsbhkk53S+Mc44CI42LBLhMWEaPmpbZJpPN0rjQA44tEksUilV9lzQPvZN+TzLHwx6hmh4dTkj/SCPM/EP1a7y6xMfPIgTT2DaP/LZjp3qhy8bH3PDGBXgdeV/p9zdpA0df9XnTEcHEhfRg83hfjKfNlKPqlN75/NdfR94WVGg9csDxgGIjMb0Ai87uEDPhR7xfME5OLzyy0BSkTHnjTxgxiz9ob8v66qSG2Mel4esbL7wKyY1LfVUHcA2PslzUC8bPB+EL6iT7ybF3tVfGr+Wd8TVxpol+HDBlHWJy5PYd8TERRA8A8omWfuBALZxZu+bqm5atpKJdtOrckpB2GxYrZ8n9GOOwTPvJPBrE/ixF30EZxGxIeFF29YjMD9CJoXKA+2OeRhk0UCHb1xV+7u6oc+6xhQxtb86aTws3YkjdPwZQcR8aLd+2OhvUW2QefPaoiYvczhFf96AU2zjyMsb1Kb6m3puDI/5Ubta96PtKcXu2w15XcKGC4vwFdlZfvr3Nbf71si4SgmuYxCPYPe60tjz8D2/+qqtXFDbCImwNcorrbjTr6W7y7n4/MpGn7EtbtMHDQB54o70L4Q1CMi3LEr+W82EGXFZ7CoQna9ahk/8kHLGemwEzsVZ7WXO9wWn51LhMEiP+dQTn8TtOK/s8qReXo7Tm3ppnuWml1658MVK9L5aK6g6ubLC6z5WwakusMJDxKb/rzbmNd7Wk287PNr3TNcD/qjebpKMqUN1rk7NS8DczA0qLs0f0p0rgJGWDrYtkLc+D/wXNoQRo6zCsp+eAq52zLZZPvwvYHyxeYIHn/rIefuv+k10YLMOg5Gq72HjaEsRH3e/t/YPcuTc11eXB9K/AMDxha6qzKkHHce6uPhX/jv+BXfi8WpTX5fIR8f1icq4zVGuwrwZ+mMmaY8o+urLnPQyrb3jR4ep6In/+Wv/Tb6xL50e39Bv5zcnTPyW4feNB7WU4Fs/1b+WtxaOa9v0a/yI/I8MBkV9u+bPHFQS32/QoeRI1XGAHvS/wwE/B2rMKaFunDUvzys9PgBW+L6uWzdHSvgDeXlBwpzLDZOe+8y2smRkdDau22pHcf438qsu3fcCxy+Njyn7SvMMx3Dx6U2byeMvL9/EHx7Fp+xhO/sddik07/z7iYPIkRg/V3vbjH25CSYZApbS/Uc8EYcrFksDHl9+8I3cBXzGvzTNjSdaErLfpTO+FPm7vvn7n//8x6+BNpMPPtatKWHpwa8xBzSOa9tHelhXv8amc1ed0vprRcq/Nsv0kYjRVik8zjm86lcO942pzgV2Y+kUO8RIb+yszbFo2qPl3xw4PZmEXu5o5nGXH3UAM2uzcNTs9yUJ/zP4Ype28KMcPiYK8MNP9Knc6tb6h8QXBOgfba9OM3ZDGNm5qYjulT/ZTp6U8dmjjEnxrMz8zDzFw+zvpsYQ+B33xHdt8lkzc4hT9PI1glz4Xf3ktUVySdSdZMK8PjaPtCiWtu/LdTU9ycBKv9/dYK3+6Es5uUhw49METz/+pPwRsTyfkv9Mg7t1zX2DvjoP0FGceqQ/tu8OpB8oeAgKf3SBy8CnrDuW1bN+7nrYPQE03bfd0QNjf9VUfqmr72j6pg+vV499Ujry6hqf7BauVQ8/PXFVafFB/IEsVcB/LXYLGiXb8Qbh2d7B4E8Ua8tVce+rVmfjj92/y9afkrlpw+99JrPfXZbzc0/l7PCsQZkVfCYrEdg44/Xa53dabL+k9Vp/RnPHuzDyd/jc8X4GI+Zvl4RB4PnSffix/C9ciB0LJgGN8wTjmw0YoK32Yn12PECMs5EcPrgMlMMgZXvcArxJPOkUehpnuY4jb5sLNx/F2U3S5UPZGzsHRrt+W5Ke3vio8Wdu/t7y/AuA7AO9mcRN6gMPA+nqHlN+ShkjB6i9+ei/oCzXnyZo+uiafONFvL/7iRG+nWhVTv15pTnVn24Mg9VFgxq/r+FvTbmpunCDmTZ+s/I3dRAX65nUd0zyQMO6iLfhDAyYcLPRzGwnpVzmAOSPb9ERTAtJpXeS9fGhAcKe0/Zw5b4PrOg74l7iXHnPenzwXD8YT3wvtCLSG1707XP5cNmGn69c+DYtMXQXM3cKm4f4IC+HmMofZjrJWTvO8o1+SI8GqZ8nPmD8YW/p0IFy4a2nnT7nJm/6gOx4Ykwt4qY2KM78Atmf5Q+kvNBh1ssn0Gf85AuPXytiO8pj2lMezduGzMqXBNNzrqafVVi8UOrcX9UduqljeVbGNe8FrWWqcZlrtOXVY32AV+RIOgbWOYMp61MvNHEBPJ6l2Kk5QgOw9pqlPnKDonGxL5Zr51OemiBsv2MROmHiE8UhcwVyHn2Sy31RSq401v/qUTnHOkIfCOiLH8p7QvLDJ9h+yEf2yaPMYNvD8c2qaxHkKWnkftMT3tKkop13bGW+Q7/QHTl2Z8dlfPtTHZAHw/iZAr0p4XdecYdGiakKKI/Wj74wgEMsFcSrOt1dBFS/8qj6xIDTmhvm+tCmu3xuKGm/6gjMM48WMH57BNv5h23P0tSRdZh9Bxc3v6rTJn94cLjF6/uSypNv6C6I57U87JQbuMCLV5zkV3ihzekTeMTvOFtxutY/xic7BeLN9p1FlMUpb/9FVcXSOlXFxly004LNyBVX5b0RtaZr86tPjr4A7zLHb34nFVxpnJzHd2RX/g3VI2hA0PnOn9iBvjyhjp+MpWyZ7npkpg1A/eTGgs1/oT/NQBrziGgNcR+FCF0O//nABniFBKefQOl16yoerNff9JQefZHeB5ORVOWE7X1TbBDJKVU2vspTuVsXEK0XAsWv45G+qg9ph2f1n34qDtTXVLw7nLZNGh+WSY6/Pf7pdxVQKr4tXufX6hJ7hKrxTlvhGRtjDsQny12WbTnj4ZYKWHB3QGHKj7nUfhr1hWO94K8/aQHFOZ4W3l1WmyDrmtT56zZEpONxCHPIe+SMnfVz/dJcjjLBYdciP3RRnTYfFUsedG2jXL6PUh8h9AX6Mm84viS6ulUf8x983a/DNtbr+DX8/eS09JqJdv9bts22c3l1ooDoU92KU52o/6it5fEqH9KFdl1TXlGe2zoPM1arJ/O24RffnCnfq13n9uwNJWtNopkTYk3jsTp9u6wL3VdW8vZB1hD3wbrhRJ9gj+egtY4n3vYcO/soB7tw5oB3vzWgcxm04KNb17XqWX2a5zwlNXT+tg7Cw2NqXYqbfF0TVz4YnafQ46x75gvGSPUMfuZfypMmfgCa2C1N/V9c6rT5d17BZXIZCbzyKo/R7OLkCYAHTq83Ba80s147K4c2y/IGcmKey/TSTsSCaornyWe379KzdvSoLWB/1ZvEeO1vfVA9yyn1+Kttz3iX5kfyyavlyimfwltve6+naMdL/pZ2kZo/O5OxH7OXjVNfz2/IQC7rMjeYrmMYcdWLtYJvRInkunRWq4ecLx6AX1sj6zxxlf+VePbnbIN6Rg8zQu0A77cvv/3y3//Pv3/529/+btk9j6DNaRIvkPUbanFN15tac3+80B+y2Mh4zJkE1xfM+9hW++qDB2IBEP1wfS2m8EX/+p1xUn7wKX8ecOvv6T7O6ehSus6vgbnhiKVXcx9te78obhpv+EhwdBpzz8lOxZXdjTiVscdpiUd/zgxfJb64wpjQYiFB8onVzNxmerVPn0xe7Gfm/mfGSfBgFqUmj9pgfK85i2vfWMOb9qyIdGetPG6mVrqVdKW86Ds7qyjK2+aW1W6ZRk7/MzYZCx2bW8/IIOZCbwbGJRbon8k/5djKlwpyDZs1eK5j8MLfwTTr00fGpeiE8UXrOTHg30nVjxzaD76GXnGPSjeMuOmLTOJ26oht2z6xIz5En/zMqHvVrVx9vvu0vJtv3Pimstp+leN29XPfWJmZp3LSm3SVzfQ+phKwI3gP889C2TJLc59Xx7aWjnrLkaVz37Hu8lBcaevrr8DkRs6kWFe+MnYGnzwoG0k5n8D3fLmO+Au8n8wz3WNFTvY3hrNC0G8afwj02zA1RnjDjNNgVhvKt/mEw3/WwaltVeyoe54Kl6h8UbwCXuTMGcjjn2Nb8ssfOOXWr3nZPoPTbt4EttJwhevzo3Lov9q/aeMTcIB5pvUcC1/+bhY6QfvzFI1i7rtEzpT8XrlrDXn6WFLpZ5u24v8Fq9ieOYgY3j2VtxeE9N6OF2xPTe2H7ica4/UtyJTbXmJg+LV54TNPu6KEtelI24oDNAqcnx17iyVjND8U/Q1gHOzXtajZ7DWwYMIkvCAPhFcAyr6TYvDGpE660tc5d23ASkf5nHCY2pkc3khexHn6aenxiiTeeM536vyKz2xDPr5/Zk/nNGy6S93Q0+aHYaSkF9gVNB/6oebcdB869QbBnezC0BH3+TXXCzj7sxN58WfuCd0MMHAbGfW1CPhyoNPJpDyXayesGopMbN2oBBZjn/m6HBMK6e1ugNDtGMSscuoQ+DfBOYcWGyavuHmHFm2xsZNb6f+/zGu/++ym39GF/ot9ZwQi4ts4JHmmd2W0fcZDYVecwl/l9GP07uT51tA9De8pN2V4PZdKW/Fsx1F/TvO0ZV0QwQfPdvOHDA55osfjhqT8XulZnJlPfrU7OQazuWezscdMaWd/fSSzCxRj8DUuMs9pynELfqGP35y/z9xKJwYwIb1WaKFIrwueyRcPmjQajFu+jYN8KzhNfNq3EJwW7d3+IyXfDBMvePam2x09uoDD/MRaIi00dtcmUhMia3n6/I76R2CSs+Y0qMTWiUie8EKT57O4EzbLbW+3tY21wxvAJTejpq3JsX/G0ZyXz5i7NvEPqENGvNR3lgNfbGNRWeluLYPXV9YDhtNYE0pDP9IvXz7/tn67asUmCMwHvsAXzDfhcOpybBmc8vu2q15s2HMz9fHiyraZJ3rc8zuJPCqiRE2TpHw0qVCflj8xd8f99do3fDOYV65pdSiCrIyL6jOQRxG6d1P4/QCBGG/+0edOVnW9ayvsOj7ry7aTM76Bc5HRbwjs9q2352E9yHB8uZyyOuJzpgY5rH1XnUNbHabswiqHOv2/7U5L8O56e7aXy4Yha8qjDK8JO1O9qmVv9euv/6X1Q4MRB2Br7Ya06y+RiRHs5Ua6yj3WobAemE+KYnv12R3mwXc11mbG8VUHUO5gd3wxi1EHvnPNXy8Tzc+77akt1Rc7uv7fybm2QVfaO/xnMGwh2a4VHy2XZvKt/ZBNHYGb1Qu3MMdc51N4Zz6NNPNZgr3ewFY4TZUJ3h2/4qEL4/oq72gfhWlfwVuPLZu24sJ3zrcbvxxwh/rwozjZ6OqEWUkZHsipD+7kPFI9h9BNFVSez7HTgsza/fVbfmuXFmDhER9NfrNc/oWR+wr4dk1/d0LYY7d8K+dZXt+dD7C5kXnu49LTd6Vp3raZY00TMevYGNfcbXOuqbNDhXrOgjbGPE7b0HMJfac+Yxt1Rhy1aSO0s160Oxi4N2Epi7mZQgtrJvney5Uf1iVt/0zZ0wbwesi5iI5s6jXLRZg8CyMH9ypjts9y143yL13ziXstW/4BxBfb3gN8KVSOceW/Hi4WDZ5ct97eSBYS7V5/IfCdtthb+ua1y/W1RvfG1yv+oY8tyOLmg2WyLsm8Wghspln/yP/1ATT//u9/6+FX3YxStDEc5/p2smEKo8z14M01bXknRrdvpn6QI8drysUO2t5JFt8R4nmEOTGUsb8H61uHzTeIqA+fd1LWHM0xmmeOc7NF6PqNL275St79yBZ29Vcx54Tl0PHc+s7NazW/6i98Er+8afASsUJ8+Um0S8etQUrt30cdUK5zFDk3MaHhI7ocMQP4SSpO5dyhzbbi3+FNGHi5DnlimJAZd2j6ScHCdUfwBWnATYYP5R2X7LeYb7D/m3/DOh0XmMaDadcnvBd/7GLtzI3qXDM9iBEAPObyOYbv8Aqzv1DGB+zY05bXOT6rr+vn1qG0Hkv3K6dfGfcsnJjnRj4l2zXyc2r/nKE/V6veU7UN28b3phdq4Z76xbFt/TfuvSaDaCHAhzOM3HTWqKV+LCSbi+dEvnX2g+mVz4lZbKabrXkdQEUwdAHU/AdFh8kiahw0Ll7xKu4rnB9pgx9jk/5jnm7fwuOqT2RvP1eXMx67xHXetFHFjQqPUt0ndPA11H2zoe57d4biQMOBLz+SmGtI8zIe3ZDIDJFnQheSMe8/asfVrtbvqc5QcMunLdT7B+wOp/DSkJcPIU+cNTUUW/8oP/hMJouIti+HgXxDYDWwuffCrcDYnk2rJ8uuTwu/mxNcLgJNqjSsHlo4zeCb94sfEBXgLVntTSBrg1DenaQP+HJK28NNE+3aoTQHXprIQa/YwsSK/cwf+m6XwPVAuB2fwlni8tsTavif//kfdxKLDI6sH498sapJ0Jc9Tf6zn7hw5jWpyJ+OvfhvRjiKrU2yX70sUv9u5OouZHXzfPT7xbRPoo9fEqDfv2qjITIGGheGDRyzquJUnib5wG3orU3fklffOAdDo5dJYk/mq6wmhUY4HKYDyFvKow8SqH89cM0ygtUHxBAsiGA2DaqPNG0Chxj9Lj8k1JJbz0M+zFpJHzNZkbq5cMV1tcuH/e0MXEYs7FeQRCdzXAtZ2uP/xk113K86roRrXr2u8NZnLBVGDKZjktPPZz7RIwtuqFZHqvLrCibU/+x4BE8WiSd2lXfokA80fnBhfQQPuWkHHLWKDyT05TlpIjL90fb4snziU7gk1eatY/1dDPLdZ+tJWytV/0S3yOM3O1vPwnZYEkMO04KviP+2dTjJZhwSrbr5w5yl5VN6HNysXtxeebs/aCyv+sEECw4dT/5++Y0nIvHXtt9xbAA8Nrz05PHpo5+LM+dY47PZk5xDFxgr5TMl22qoRhYPviy9cH79L20kW2MJQgGZGu0+mU5vUE98kL+XMtd1E8ImRTO+9F0qikl0h5th1Z3JGR2q5xLnjblgTN6+IHG3rPGw9AY1csUTPiMVzjxpURhvdhsPP5otHqSd5LljQbfy4hG6/QkOtWxKQr54wGetNV43Fibg9jkXb9ax4U+jktUUG+xhnSh+WvNZXahR5l8u0KMd8NiWQ2OvN5781e/ac3RtwK/gYTL+J+WbMPBpHSjxkvihxhS90A9ewGdCJmnLkob+3Vl4KT68vi5/LbVLUz7UQw+erBRL+8f6aF+B3bKLqMOOr7KN9uruGJ51MUiYXJwO99HX5hBGFE+p9qRfsv7l7RzYy8UwvKPvifBS6b5lKbxb5QsuzBmbW4VlvzLLFX/svSb3JbSr7WrT1iu0Gw9OjC1kqn/sV/opEmJraMqztM0X5oqf1PikfeK0nP0LMR5c7K1PmH8ybpcCi11ll6/rQjGLpSwxTer6gS1OSw7x7Yc3HH/Rr7abBUoYN/2Ivsjhz1tItcHTT7yKtduE4zYJop7lRbn+ccmGSrUbXdjbJFbgm1iEDsEbz0qA7mS+ng/gBc/OtcWYeFvnc+sZh1r4RhZ6ZvzfUSGXXTxGS2fmg84ZjGd+hxwyfdjjy2ft1DUdbMYx96jbbtHW/vjYHBfDhTpwSnzYsNDhEX8WI7nh7g/8nPnpDi/YtuKw8eCE+fTxRcbBJ90pQ/DJUigeOVhQ0FXAqV7cSNXM5XiQrExYB+5DfelSBERWlytu7Ucd5jHm19rizoOWf7pg+ya5xtdAJO/6IAL+C5a+qt7Ir1z4U+Zf1qXgBhILO49CZxxc5QcKgBBfnfupZ705+AMABUVWqj2uYsfyW9cUcNH1Vl8RuQ2mWk3om0/eL1Lndc1fBYu/4D95UCfVnsprPa35LF32hpumupWPtFz6ZP12XWPtD71SJnqqzL9hv3lrYcaNnsKWa44oGwPQ8gatGImv/pAhv/EPy2c6dFfcVG5hG69j6uqj7PclxKjcNDStdMSvTfisvAurjOxJt93A+e2zrhlX/CuftCfe5SHN0faq1xl42SfmGX0qFzrayq+4lTdz/Dbp5vUx8NmG2fZGXHKwydqBhunAyp351OHEMxzN6wwP+ztY+VYB6lf+B8663mdt5kYgI1dmKdEvKvCAndVOHHi9UJ82ec51cO65sfKKQ55rgdhfncGrHtHPggdZdRmgVYSOfSI9jl/LZ2JWzoS1DP61vTwmnBjlm7hu49u2+scOEW8Er6PxMc5zPpeYwPJftVe23EV/lde6mh/WqNlGOwn5x/mCeg9v/PH9/6q/PNtZFrrSr9mbEffoQf8ldj0GmVflemR490u3o/Al1S/k1ac/Y0YIsJPIlISffv3l7//1X7/885///OU3X0trXuDaNcF1cO6cfgBU4JzNc5b04boEmkRclNKPvRj9mCcOXTtXqZdEgI6ftL8hRvogw5R/UUUE0YIo5M918YCGusNcZfj6D90ksr6ApIk3SXndEKFWPa0laYn8WFPcXAShsK96BM6c9o21QR30WW/p49r+u98elXWbbZrXc5hIHyf8tMZm1yzghVl/jZnMuyE5zjzFsPDpI+LdfrBDJHPJQiIg9xWMTRz/41f6r3vJ2cezbHoCTfR+60m8vGIPHywdncnvIkA3vFfeRB2agJr5a/s2stR3rIHyy7TLLFdUUU4bcYJWSe3XwqhTvu7TZ3soG4fha3+cjTEadLwtCf1+ly5+44oM4eo3VkgXG2sXyS/hu7gffQF/eEXftLrTGPSu7vhjjiBVZxDSV4H9/rt+tpF5FaYnPHFs369gLo4R+aCDZuKc1DpnvLhD3YmB1yXtyyVSsk8df+gS1hkb8pz6PG8eyXls4OhoEZqre8NLlh1aIbN2oD9/PZ8+kFQoHu3Bb76xan9zWsrrs36W7/hJUMFTjl0T/+Amn9Lv3whn+ozxsxyy9Q124aXtWOfLVNG7LTtnDggecyK+w08rVphMlCpnuGszUGnKBZc/x5PIaTM9/oWB2oxvk/HzidVPVBgnGRXYSKq+1Ys3F2SsZ30gjtsf1a95OOSzfDYsclrfuscIfsKIcVK6ys9gvdELhRnn9UF9o8FtfRhPGiu+r8L8rG75+pXfV047NmwZxFg0A46NvS5FH7oSeHRTG0MtvaS4CmHW/8Wj6wVyAaGKxuwXj8Hl6KDq0xiH3Qf4jQL63Pm+sGlf/Vq2bbvC2958tpeGtswv8oL8TFf0nKB0brep7aDlp8Y0PI7O6901ATuZwmgi2IvPRhHIK3Ux7Dgs/L0cjQl4sGWYn+iIAZ1Qy2fLqYFHSws3efibt/yRb91BT0feoE8QgUskytt0ylcNFhID5+ynSWRJWHQG3tQO+UfBvWdM5PHXwTHl4Ssf7C4RxPiU1gCaNFfxbGIZr6Q1b7oMzBtg3rHT3bZb7j/QAzndnIGVTcpa4A7bHunRc+uYQemRvgZoB6pvHPcVKRc20R1Z6qvRxuIwdWpTF5nYXh9Itojd17YHG8KtOqJnDkfL6XVeu9KH+ZF5YPy1f8qhuNf6FY/20Bfzx/PIYlMvT+9we2Bk/3EbY+BM/0Jw1Xszwc7EL93fg9uJHzsG802sEnCkNU8jusCvfRLobtv1TtKBQHOX4l9tsNbcE5kbc+oL9OiPZww36VGy/45F6HIwzsby0G374pBzcPnxAip+Wq/q/aw8KtMnw44nbKf8qw+uJMV9hnd8c+bGZ+f5vI5Yc8IMvKvQS/3MZzdOFlP8hp/jq5TcOM/ak/GKbdebjweu/Zm4rA/qk+Jc80P+UbhipI5d6IHuRX3Fe76mx/jQT8MvYhQNCr/6/dJ4VHdcblaBPeN9N+8e7C4FcL//jp6y0eN9I2Q+3vWWkHv2A3EdO8ynzirBJX+uH3z3OoKMaWPLZ9npewYy/6zGdpnmWOmmePriV2dpQ3vYmM19VEP3j/rhYsQH1auOG30ot4GPJdBuVLIPHvyL/88swLshP/Xb1b9nDrMWZWLTHdeJ+3Nl9H3us/A82ocKnntUb2wsTGfFP7e9p9+kKR8cGvjZ2WmPUqVjyQGLeGOZOShAc5s+bHP0CV0OEb7rifuDDwMKEnUwe1GSv1l16GLQ7Qc05TMRgNUm+29t/TrfPaObPJ6V81otft5DMoQU+Rpr2LEOnjZt7MEip+WkKd+6bu9t0pZguzZS4CKGtWLaWNTm0Sk+BWbVluzizPzgPzfqA6HtBwhz3L3LrqMhhcq/gB+qT/Fe6PrAZAHQ8Xc9JEmCL3/Tz46HJ3yrR/F5FSddBk9g3xZf9qzFnTe4kNnrgeLcz05gBpfca5NOHr5/1fytaz58Csy6gvBBul1nxMNjsjH3AQ+awXc82z8dO+SbuL4Bt+mq560+RV65fbp4XOlB+VHdL+xfVpF31b/9OQmrV9vITTkdMgiKV7rR9FB0/47x3LiZiI987scZNOBW/uRxVw5f4bOJGCyf0YN/5W9fLD9QfkZ7J/8K82WLgNGLvk96xrPw4pffVcfCrzn0pZ00s3yloV6aa9sJ/gdnNmDUscz9WNS6yjUYtJUmj6lf26/5R7pO/PLmWzjw7l/hzaGhbeZtmzoVx4jjA1zmD366hfT72OMOtLeLld38SvhMjyverHf/rhlWYGzNH/NRrsUm9i5XlmOzXalmfvqi1auepSmXa3vh5BxM/+Mf//jlv3QTeCZo+igKN3GuPMHt+jTpfrYc/lhkS3+WjemqK3nPZu4Y1i9f/Q1M4nPH4R1+YF2XdF4qOr4x7Z8jUr92jj7OT2XKmmqfsvtozTpsWb392jus3WuzucbTveBEjl+dfY9wgiKTG8pHvMlS95Q/TqinCnHNuOwZiX8yShh/sGEnaT5qDGFnxkKaXn0ePoFmrQV3+N2nHg/Q3SENGGvh73q7Bvz1/5T+kC34gfvnWM9NYB6CNlDw6nQiulTAsT8WnHih/skPpWbvRRM24aFsh2nPDTJiBfmvZNUf5BcTltRnmbSpL6Et8Ys+towD8Z5vcO7beCimSxLzY84p6VPw/RFfrOsyoOmbKFd1gV/T9BF4VzVzcykykIWezIUTF9hHNk45Vx1e1dHH/amY603nB17tg1eM3miDby3F349d2tY3mBml+B8r+Mx/jPUGaL/RfnzbWjKe0T3T8Efx4XP197V+lWUZ694NZwX8+bpJiLTdpXf0Km292TFxx69nFL1pPnX+z3/+88u//vWvX37/zzx7u+PyczBk8XfoSxArVYfCr9yv8OJf8X60Xh9c+cMHGV9YeJhgC3BBH3Vi63d5DZ2bMwctyKuHroYQwPDmAIlw6CtQVVoi9EzcH7/rq8mqL71Ww9PMMj0rwW+jaS1IR9DXi70d0fp6TIz7nCdZa/HdT+/00ALeQp5PAgFaCVvrNxYuUh0//QCsCy7lz8ehjhY1bj5CuHSD7nrTMby4ufm7vokpg4VTOZCSZp8E8vgJH56f8TyjspgIib9v6gMdoFUX2m5SfK1F3u95ZzG+3Ny6obkDVff6LkFLR3Jzdm2E4k7DGtTwYkOSBC4lbwsO2CrcZvvCnkWMuNTg1T/W0s8OipC17+iHOQHTGi3lMcX1Xapt5YeLgZXnHc2EnfHUVzKSJ7Jk7UOfT7pX5ej0VX0MVias4GMNT6IBIy6QkRY+rbtiox5vCzrCs7YC5+n3blaIKWgJo/6ZFx+XtPlwwzLtDT82QClv/1Vm87JjHH35jQv+yC78mm//at7hG9xSOmMzMX/lW/16DYGvSJvPllDa5kHU3CeSwLAvG6rUw2tz+PMl+Po1N8r3Bfbyq+ad6n3SUWI/gluzBsIaosw50JWW2cC/wbPMojs/jxve4B/rhRmil5DFg9jJt4CldzrdGNeP0ne+m/WsC0s5ETp+kKnO48LOvrG+D1w1NrRx+ZXf+WobMQcP/uI//4iy+DkEGCueO7fvoKw+lWVuYuQbzOYNPYwz1rrhrdTa1fpfkxML9cvur/ZbZfCAEOmwtw0jv9K0ac/LhTzmx9yuJnwnTfJvOd3zjw/25W/1V2bYxAiYrDuf9Xu9jNf4ibUoftTstQSqzX5+lA+keu65TuOTwb1osG/2XcrxCTpv3yBHuPr3yQ9NpV9rIzqwvrV+r81z6NXPW25oWA9Ihz2rHrwO1OB+9OkYX7bhZ1LlO3cXrDHwEbM/2b7tXB1ifisGBqj6VVzrm74tP5ezHYWX+amsrlzrBAc/eSK5MolmL66o+YHrN030Yt4DhmnkH+k/21v29CT9GBPmJT3Y5xODlUecIgSYC9T1R/s33ezqvFN8sEiz3nLzYOCnobfYWtagrZ7Fr56uL39Nnhs/9oC3YeWSfNJlrGFXUmhyeAXUe4M1TTBP22b7Y/HHh/SBfVMuyacc+LYOn+xDM95N7w7ZvjvpvtR7dQh7lvx+rX3YNeh9yo3ZPfmGnEudH87QXatfCmEPjf31Ad9AweWsnvz/zlt8lDqPXelpoz+A82Q51wKU+7uyE988YA5rySQeyhc+4FYP16UJ/679DY3xFp8MalWUym/yvvI98KQLfeF/xITq9e/U24zHB7yxLz6KxxPb6I+/ogv80LO+gMXVlsHWxdp26AQUn610Z0vbyEtfO4BV5jOb1rYe1FNqHwGs3Gc8ToQvKqVvPz+rTxbY1PUUOL6+0k/8WeayneWfnJ5pfsVJlE/oLH+waExUlWtTc5odB4rva6odbW9+xWu9+JM3bYUX72dz+JZX8/Kire2VX1hxyNvmISWankL4+oFvynvxZp7ItdY+c+rkvyj4hrDH0nP/Wx/WinU+UJ2rQ/Uq/Fq/4tE+YbP8jMeEg0990pUn8I3LqJRdTBXEp26YtI3xeKbHH88jFPyDdvQfcn80lQ+Kpee49qPPECI91Hf9thS85/cRrvOIu1n6iHjfBIIN12iXNO09ytAJN1EhQqVPOmv597//ddz8RS/+PEdoXkjC/6t4k5V/caz3C/zJwrSEowzPvozWxCd6lPekuStHdoSWjpzkNrGEV9sC30oCb1vpTHz5cFvYuoU+ZW3gG4HcEPRatuSET+LwakdlXOEXcY4HbvSTeEFHEv1yVApUfMm+BbetR8u5wJkFty6dakuniuWzFSTeM3ZNBz/f5MRv8JDE0pvZ44f3i0tVwqkPH3N9kVfNr9hKB1pe5rHod+cffIfPQ8Ic+igXCHjeG2oPhVn2CTCXH2nMV4b37LoY1YHxh6jPfsujZpCeYV988OgTdIySyPjK/KqqddOczBiszez3OH/f6zNCI6B7EPtOenzirT9DGLxnsswzaDafy/vAT/LxlXT0vJK1Q14zHCLLKd8hfzKMvegOPX0V+9kNf19lwoIY4my5b0cgrov7yG9CUnY8iV/lpY7+GeubAoWLFyhqsHbmTEUjQv77pD795NhSjK159aqPuz3mnH2BhGVb5eKrwuacWjRgpNQX00VMd9rXLBPL32eMhfhmxjkj/ei334nRemmj1hLG05lJdT5DWwM/MQzkNW5pPs57j+Eax5PyTlbxm4NfvHw799zvtINbHOp3qe3kHXuUZx262Tb59D4O+B7XqxHZpQFEuz7T6jClMzJuMs9fOsdzvGYIdRp8p92//fbbL9wEPh4EvwSM537JOOa4J+MXZSZf6ugJbMJnuTjkTW2PjYKuecZzn6o2vcg/mVfGHblOTz39qG0HrGyQ5LUQ1PFHvkbaHbc3YK+UwVjLdgdaidX5Ypx5IIvCjZxg00CProCQDSwedaZbh0eP/duAgYMv8reiw+2CscJdUu1pBzbozOIR/UKdahYS+btxXHm32Pgog9OyNQkzR65zE22wQpRl6QmDC9jzOIF7wPFblXnNCZ3jvtVB8PDXTULfV4yYOy5s3yxZ9dshWoUMfpzHX/jE5q1h8Wtv60goDbD2z25/VoIOBbkBGDnYlXgMzYe8cGRIb4R0wlpyjvEU1C50OdhRuK+Fr/UyRJ/q1AmnbR/nyMank8dUuH1OnwbPyJePtIWuOkzf+ElAkcMt18ksCvA8M0qfXoBCOctmcVHU+GaU4p4NoDmXLnFXmvhGul2FnUWP5vAx/aLhh+ZJ0rp7y4O6du4+SFNHDzSFHESG4S/4apHwTVAtTPq3X2EhSsZyyQ8+cJl9RH2n+n9DMF2c12TiA1bxrL7lVX9NulkG33vt56I3+qF0lYco5amf7d1UL0umE8arm79msPrqlz/4XSYSsnccb7vxC35Qu/4eY68614bmZmr/mV7j0vEhdCLPWOYX/mBzSAE30ppKUuEzSqy6EFV3Xy2CjvsSTP2tRBvKAX5KjUv8ZvmLMI9ZLeRTTAW247U49/lxA2nwWKJN4CeYZQOwj2LrToKf8lX8W+2jTznylpeZV9WlkRd72aDxyinUYY485gf1T2IOvL2nuZP5szAuDLxPo8/a0W8wI/7vUvSdLfd4E+N/t5zx8VSGXctH+tp9JpV7w+mIKTpsxSFxvdeyPT7zlPG9pEV6aYzcq+M3btaH3BgpadaI1soas98AAEAASURBVO5zbGZujk3d9/umC1F4s/cLH6zlAmbrhS7UbP5FWOeD9rAkgnm3tazr3J7YvzBT9dhvrib0Zr+LTnBmXuBAwfRVsbjGuQDVlvFbDRdyaZYi2980POImplmvpccZ+czwg1r5fID2tNmiDxMTd11//fCrQsP6MaAxY+ESr4YftFPEvCHE4RS+FrH/Jy/2R7a3PT4v1WNuPz5udg/ESV+ebey4pD6vhdr+Kp98J17Hx4TdlZGd/XxaiUunlWVO3E6+rn+Vf7XpKgs8cMJvt3oceFAM2IphIKVrK3XriErqyuoL/Ji/2s+gSCZtp+T1S0gkZYdNCr/qV5pDXrBvP20DjJBljPDOHm/PbdWlMu6YnefhO4yfh9WmVxwOWxZS+/VMyzgVpoxtu3dbuAA/PE2hM65xPr6hV1ZT/pbZ1sc42S3nEnsvknOpSt4YSstua/1VPvUCj/oVVvgdH3Abf0f8HvtjlF0K3xEPWGNrgG6LyKv/3qUpozu7aCvPZ+3P6I8bvV67sZOxsuduoin2v+eDyulSges6D9bm4rybT5tmedKHN/MMUNapde3om9v4Jw/VHDSsuVwzB3uBd784Hj1vMb4Oqh8sxHft46v905Zr2xQEXtrJZYvOna5nRBP/VZlu5s+vopXx7ht88YJo6rb3cCX49Zd/6eYv3/71EnJxFg/i0ym2QYfN8Jp2l8tfk9P58flfw+/MhYPy9kXziRG7Xnky2NMH5uPxxpynLxboOm36G4prfcr8K8pzvbjOw38F/8mjq4+nGWJZseHrYiF13z/xZznHNSJSDHHm4aF+idy5j0t/hMP0+ebJ2gcX5rxw2227BE+JQ6ySZK980gSGPa/7y9dyMoSxgkTOAWv/lngtWeABbJyRawsu+jZlbB3Vgo/8bGN1Ppr/dAHJ8RWsZl/csw7+XVtjHn+yHt0nrdtfeGyC/vvll//8/p/T+LzSNB7Ku+2Fp372XttK0zq4039t9wMcIybNTTZ0DaxM9jzRupDm5z4COmUW61l+t3etbptGWlmhs627/b6EHlCEis+la8+i1OJrbT1UcJ/O8tK3j/be0/48FPuf+XC2PfrpfZnP+MNh3mC9k/GK9n0NBubRHx03zYODPvN6c1AeRVMsPndxmr470I9Cbbmz80AaBfDfxR1kt0Xmm1fX7pmPGoPTJ+cHRqY+lL/kBt0I+BvxNdyDQoq8lXxCKsyrNwnYweAwihVQd4ucYSwq8bF6qHiHAcvG1q2jOhWS6nvkRy/HiSwspCy6KfvzCC407B+I4FagJmbf1UJHlNyDYB7G+bl2N8fa6KIFVt9MBNzzxHacX+cs+OGb+g/cJUdFJxbFP/74H5frXvgHL3r2VSL1wSI9ZeWbC0NrdWo3z70Cn9qo9KZztNYEWYBYYccXnjJFHenPt2RIh32u3X+g1/fvWfByA0tU7huoxUevciKB96uf2m0H085f6t/8qhJB6iSIbhM08ONbZvkthol2+KkxYFwOhUWjWEVarFNdrK4LIvIzbD75lTjw9m9kCN4D8MM/vsGpp48anFENEhGF/1fp6PiSrTGNjVs3b9vebTf+TPt8Ig6WmNQb3hZB302ZAG9TfBy5a7zKSGSaXBdymnpEKYZO3ZCWOfmiWximtfOCE96xLTd+4bGfloMMnNpZvTnIz83L0IJXnOLjdzYU/fY6MfPrF74FztN24it/MTZ9MVnGMFqpG/pa0+5q5zNsSkaOTnjkk5gzA6IHiW+jBq9+Cl37qXhLrPAbafgfO8WXm+PujjzxBG58Gf9Srj/8LfelNPAr/y2HcaDtp/hOnLP8ymkOY30zx7+9whitd2K/PsULmPowA+LIBbTPyYWkpx6lm+T7sQmRQIXLEnXG0gevTcNvfchn+RK7LvNWbfXTlPhDfQ8sSfI0EH5brxkCxtyFQNvuBSPPp6eXUEi9SFeAQ1W8ZNVit2O0dqoRJP57LFr2ko9OPkwI9aEXsvHC/HbY1nmJwilKlg9v6vpPHfozbeD63HENbljZFuIpLBNn5ms+3375Lz09lyQ7iqc29O/rNn2QAH/7rIzv827oyflGAnHBOtsNnPtabRqVBwN8zZhEx4xh+d1zmwBKuNQzEP2jaGG0fZTwk/vZiPRR9N8HpuHQw90rP/BJyMX/++nkYG7e6Fdvb5voML8iTW19yvMa6ZOHZS0+V3gk/twnPkUXeFbLa35wlnzwDvmqMxQ9vEu0kPEL6v6hufU+QVB/UG4dhSgn1Xcauf6CLbruVPo8sJaxWPqB13lngLCBOZQDY8ahpxQxVjT6j1MIj3EHpD+Eg+1Il68WT8odb9iL3dWx60XNad2vjVtotg+e8FYGj9gvGSpHXuDM49SzfssjMh99ndwJwpfefCuCJ5itv5j0QKYqH/0XSn3WjyIUu8VR8mN38dsX1NGj9YONCoWRBw87bNREO5Xv2if9CfnNykEvG7x+2T+1rDB8zuMm8iVzm/5Bd9YH32Cv5jzlpP1kPhVaoeVSRvllDQJ/prbbp3V7EeJu87Ae0snz0cJrzMGDsv8kn/izvU9kWxYyVoyc7avw6+yz4T9SKu/O54yH7zxYatcxN6uoD/vafse3MlzBnLEjBNlkPpCBTFIGT+NArwF7zNX1z4qz0sDD/xY8jPJJW/EOPuJ74NOv+FP/SehLajv0xE02BGpXc23Gk/Cmf77qeoTEGul8jSlXbj5s94LDww+oKPKqSPReBt/QX0Hoy3/muupw2CvkKW/S2j6PHSxHD+bFR7nRJ/EH/d0ewL6QEsilTIKOf7jlV8ct5RzklKdHnNA3Teb51s1IuoF/PAyYDVqa3vhEh2Vhh4epmPvgy5u6+L00/G9fqmR5yvt7kox7UvXiOq3lwI8APeG5oo/yC5d8ds8KTtuLTw7/KWO2UcbX9EX2yho3S8cr3kf1OxnwKrx5+cw2YJXbHNiV5ohLFrbVPvENvPmIrIw1WWxZ7NjhH3p82Zhr7KoXvdgnDm/YnkBMmYl7FdI1p/Z3K9OeaT/lWS8/Yi2/ec64Recvmo9Y7bn+af+jGftWA9b4EofR1z6rYG5Cd4+lV2ZkjqoOj3l8Nm254tzZcodTHt47ie3hWtYBVw7IlfxUV4RjVnygG47WUB/klVECph70A55rWskAUf7F8k96s9Df//73X/75t79nXwuB0/ZL1lz6g7mdmUNxtc7trvIg7Z4v/g+fcg3v+ZmWOz4T693yHR9g9YH3vavu2V3zcNsqY/JY24c2Hbm1liv3bzMvO9fZYMbbnjOu+8oymrIKmzn8eRCbdbc+7NFI4kBWaIzMNcgPE5eJaTMWiC6WYvgc53KOAtWXH0r2Kmeup28Zr/wntc9T25+GE3+KNw1W/xFBmY5UN0KY2BchWAyA16+iYjqDDzOA+jB52l/5kbY9RulvkY7Utiv8FU/IZ2yAGysG41WEP6pnzyqXWXftnVn71ZbWfU1sE5fdawsFtf7k9++/ix4bqJNif8p/9lMz7YolfkoNeVuO7MVB6Iv/LJ5ynZk5prbtfSE68aYDn3DZaZ+kO79lyzWFTlR8vu5TU7PiI3NNhLCeY2PiHG6VQfmctr7ex4ose5qlu5ADbzxEf2woT3LqvCXRHlh9dZajmjob0z3HrcbyoLr9svVljOJfzrzLlhgCt/tMzn/tWtsMozBH1pE0pl2dsKPxXOg5S/cbtFqmxuLXpQfycgIZ2uA2vrL/TAt9gK9Sc78caxew5wrVN83rH+wqLFwfP8EFpzTFt9+sy5JLeSlXTap9aZpfpTyDF494Rl51KJz8SgtOYfja/b0Gsr80JhrfZ8N4/gaPrBtAruN611m5mW3QiT7wz+GJTWX62hOejqRFx9xLOtZtRAfmfE1mPOvVBL/ilDf1CWu97ZP2bj/vN2Ua6Ww3MwFxR/fx4PpSTZiBQeI1ZNHOeQnZ5/kmvph6fvldr9Fi0H7BwvpSOvioTnDshum8QfmrD2st8Qc+lqNFgcKecAa1W9fYumsvah1aHL/Kpp1YpNnBmTYkT6GhRbTOuso/SF1AkTpjtawASW13UvVZWD+dYYIXOHXaRzrmldF5PenX9ephJlFuTOsnr6UD/s3APBTakUMUHOBdABa7GJO1C585YE72bypKyLb+okvAET1rxDARyrAv1kvtOnyYhw5zAm6wIptXxdEWWCfX6OeDFsUkeSCOVlndPtv9d2vqWf2HGjZzIYWem2cmhvqlRNOTLHrep7Vx5fiP30KBFpu84K24fFgblokXFkfV9oCDLPt9DZoD43nh3hf0b6y4b3/OLy1sShbOKngTvHRU50tXbpa3bzY//NHJaEA3PwEVxkcs2mgQ1e97wkZ/LoyJt83v2k+QNSGTuOICYuMpxvgnW7gIQGfM8mtBVKBfH3UtR3IMJtUZdUCg+3NdsHQ8yi2mLLkQ2Uz0G2zot3XcXFqyy+1HIIozzecsln1wopvinD1KCP0hHRnj4NveIRso7X3d+UfywbY/mYfEjBtZ8H30VeajZ7Y8zsfR7XV02wjrix7ynP7qfwNOH2wiv8Rw202j5conX/S05e//+R3NPa5iN7bB0R/Clt/E3t9KxmeIf1h7Auo3b6u/tWIdFYCLiPoneeL2ztfIR6cmYvQ+bSzPQ6YSnReVxO+kaz84fmbDTZn15vMn/Y6TfgORCwB0/vY7/c3/9Lmfnpe4zsg3bE6g2g+Qeda/AczT/3a4nLTmC296kKM6I/wrY5P/wqsvPKeufvWc7aCWzYIxzrdnTipcKmKKQW8kMJs8dVq/Qn4u7wUJ1OiNG/7/ST8u+LO666s65zPOEDkX718JdCWPNwfZ8O3N/H3ne4fCIPM+VOON1f46VuIv5nPkoof2QcQQD4gZhjb3CfV86SDdmefNWwwrOpbILsn2TxvgIs1zewyByR8NSY1NcIhVxiRp7YpS+eDTe58lnFdOVt4hZ4u7cCLiJZD/6Mz4dR8IDRo3LYWulKvd4HuUC8V9deqavnnE6xxQ3NbBLAy1n9GDU5rmk3ZKNK6Nz/rLNEKye5k7Vryaz1O/hib7j+WcxtbN/gZs7+XFb+q3uBwZun2E5+7DF+7Zc8ewhnlPLTBx1+uHQ8Ao1K8DdBQnb3gQf+wxX6VXdl3pzH/tNdsGjIRFbscXkml7gHGwrgBgTjwlkdlvdkxarO/Cww+v0pZ7xqu9xzoymJQGnDywpMbbvu2MwVwOA2yMHP92MSAl84v5Adx8Vqbx5Yf03+Y/Sdq3tYG2+rF4H/mleH9V3vhAN3T5xv509ZHXbfmStuB1srvk9t87Myc+lsM7JrNBe8sUfFZdnY+4yrqjMxFdu3YuOkfNFtF5vt2K1ts+VdrwjMFmJVT5S/HPXtz7GAnPg0qMkVxLDvS3it5bsIIe8xW+Xn57wSG+QX5ikPnhZBdchs9esHrZhH2og7wrvzvYK2ahz7yh7rUP0wHT+TNegM+2R+7uf9nedExnmoNnmrrPMjjYYTtVRi8fGA/itgGqn/ntXvC4VsfNv2kM6ZFV1dmPG9Mc8oBX7ABvjaRj/T/iEx1EcewLTP3XfSRePuZX32TPywMyzAWJrY+pzxj2q36+gsNkbMd3H+lBu6Yl90O5oRM3f//xj38aNHnMudVfMNAcgyc1GvMn2olfnuTW5xIns/3/rzL6+hxYCjDPyHtWhfNE2tpH7+j3iNsI7PgI73d4vYvTvdxS+0Q23T2G7e4jAkXpGMcq4wP+SKHJHGLA5WOeW7BW/6H5y7H3Az+HBw/+8f/9tP3IHPI81f8bf+LSX+0zdbXSVgJ4Yrmwex7l51flCrVzDKxeU2QujMyNyTyXUYXu8owVU5+IW3+usjLJuXY++mvtLWb7x2Xs2/If8bdcHgDzQziM984vdc+JMPzqw+oHSv3tsi4443fmas5Jx3iDv2IDTtCUV3jw+XEKzXO86pIHH9If8fdZz3JAx+7E8nBxW3ZO/zMGSB6bq8zc+ZUv2Kw67XM+vcYB7YdzzLPx6BZ/dH9bPvaz9n+tez+40V3CPv6wHfzrtcUfiiG1+CyAvaTtaSep35+lojAeO4c+w/0r4O27yat9h98+iupbuglU+eB3gd9Vr/rUx3e4B8wxrpg4oupoeVLofNbm5/1RjGvOXN83bzKnkBrTlLGjtvTGfv3AXEPZ1y4/MddwPs9vIsOjPJH5V6b89Al28ZfrK/hf5VHn3HslbWOGbx3A8Y3aNQHKQ2yUZirDuQgyKT4mNrxrIvO3Z1Vek1t52Om3tI/cPCABC99mLhtkj1N4pgJf6m7zyeHESWcHMj/DsLrR0gEtM3SmqA9N3A2SUp7qS5f64/CRg4sLyeXM7wm9afqBK8ZTh8oBht3YxMYTWsRxWJKSshHEIOYbpbGLxdX+Xr45JsvVdWimJqc8kZ3y9bOTL3B4HPZDLFWqe/TFZg4Brlyy4QJa/PIhv07OTNiZtKHggJ/8MVnmsuGxdUNqO9sLvOnkg+PcqMXG6lP9sllkidiLIXQcHqPTTPXj0S9qxAeZnsEkKJUWYm/8tZ7G9Wkc+h498eUT409EVEShldjxshV6wIrPttNq7wPiDcDfHBQcn8zXZfIgAgc++LD8kp/9BMu2lz19C/0nXfwyEeO19gU4LScm0u4DEmz05IzdW275kvuGlXJk4hdfSOu3h/Ctv9WzNvD0E5uYyA/+5INOd6m6XW0CF8t9YxnBNyk6b/tuUBaofVqM3XfwwC+kk7+xV7D13Ij8Y5TDl6llTN7ZUBgxFd+JXwe1GHNg1TahJNlMYgB97mO28+SiuM0eIkZPT9a/PLRBX3heZWeKYRof1lFwLimsjuC1+RBin7DGRULUXp/ggygbv1IQrt8A4UlAsaHJtzrYs7YVK8tlAUSH7zIOWQ+jG6zRJ21qNz/kxE/vjnHi09OW5OIKdHFfqZx81cX6m+cC5rXcVEUHU6Dq0T029rAN3/zf//sfzfOy1//E13R2iXkxULoGZT5VrLMbviT8FbsQiE/CE37xg27e4ROalTKvxibmg36L0UjqhzysE2R8CW9kvPOb9Nu/0cPypHPh8LH/rMnST2VLQ9h2mL1i0MI94kI8HtMjDHz+cuALxcaZOrhl8Sy8fp56P8p8DUF3Pww0u2yr8JTYN38VN8Sf0dUnHCxuX7C3PAIriE+57Yba5n62n9kP0L7nnmLH15JOl0h+piStHUW4yTd/+R3dsV/BRg4bjLGb7ZgwkFVHOzI3D9otPDEM3uqjUOazhyPkzJumGHgPNCDwd5cEp9+hQX8QGSuRET25OY/nD77QYBfGme+jnth04N/JHbDan5x+Ft+R7vgcsIWKLuzzeLgEPpaPfkrDNQfXygRgXOzHlyvgbJtpz7pkjWFekOG2PSzR2ftMoROnXc/s26VHeVumLhflIf8Lh3wedi3gsaZZ3BbIGkBii8F4qzx0cnxdjIYvw4e2Z+nYJz9HOUgbgwB8A6B2Ixf6pccxZl8Molc6oTd/xcGHzE+dq6iXNX3g7YF9s2n6jZxDeRVO+q+GO7/RdJXXPgJuvbB1xc1i9VaGbyyT+MBt4qHM9uLGoz8Wt8Zn35QxffJMYP3nSIOpkuVaX3G40b2+veMJH+inbu6fZX9pLVe4s+2OH7CJA33Xfdq6FhWP/Lff/stw6EjGSVHMxhrhVn14YhbCsY9Y10ttP+VcSxPAfEuXxP6QCGOvAzz6krdO+VWqnuHLHjbKtv9e0f7ZNmSgdsehddbkTT71p7z1lNR1mICmsTqaFM+HbWqYffdM1/KNPFEuFwN/h/4Z38KrE/XJL/KCNWVRLi75xNtlbpbiE6MeOJN/Wv78Z9e7643Uyto6bV1oO64/b1TwNQDz4Zoc4RE+imfWp1//x2u6jy2Jb02ctK9uXxyZa4cc8ZsJfLqy/pxtlAuP3Gtr/A5O8K6R9oh/B4E39DvvavCx/Gf8uE5hfsuN8XOsTBqJPdKxTgvC8P67vvX73//69xE3Rez8WJ/wLWGmLN+YZ4GGXp3APoZrD8be9mNsox2/v5sOepPLX46LjOrq8S6vK155A1dXSFcV+NCDuOFN3P2ItpFgWvE584/OhVX3az0cpt9CV/jM6asZ87joWEE0LrwerTWlfRd6rVKrvzgXwOzqM/lTzrDhOiL9x3qV64PU+ZSX/A/8rq2ynuoBd+XJh+MPxU+m7vkVH131o7+a8sAEtQFs4w/kiQH6XJz00b65ssD+plxfxFbOR5aXTBu9Ez/hFcLyr4za5n04Dv9NXNinqJjfYc35YWVec3xeHshxH4g2sOgGTe0p7oZtnNl2yMEfyzLHAWNEsOzb6acDcxXiQ3Cw9S5NOZTDS3O2ghq7HdjyBTpP/rVB0oXUvzsJtZ+21ZdCZ53yFxhES57tjKzznBl5HUXRMT1K2WNNPFR0mZ71TeA16A5TW5D+tqUGeJ3aes3xCc/qWd/8Om460RxfdIRHL6gektfE+/b5oP2kq5+RY5/UhtXv0W9Q4Poj0d8B+AEQf8EjXrzX4iB8q+D4kA/rF4jQd8Kj/1bKc9SD0s/FQZ+0+5v6cT9itd5l6DF1C93Wj/q13XyWfjxYaRz5WpxA1l/72U1vfejqRtMGcwF/8r/mamKstmWMiZX6qtaqcuLt8y9D9FYPPUzGfjd+zppRO+BJLFHvnG88XZzGleGLTtdUHsCrGzrPBNzuUSxvnI7jC64XKVmEXUc/Tm7Py/qV9DOz56jgPRrziC8lhDY3VVecrMlbWbtKigf+mha+4HcDvVboPCm+BiGOuzpiOh19Wu9hAhMV5HNxm3oTMJZrZTf/8iG/ypz0anTQTXy3w/gnUslsq+h7sX1sdEYgLJUt5dgwVZ/KhtFHNhT3Jp8yaO6CUtRvdnS0nhN/28mvPmSAzcG1cRWLTPJOxGTLABqj5wnTqDcf9du16dggamFseeLQm1ebZ/tjOdiJER1iLOKjHxfBtX7lk+i/Qt+pM0m/g7dxwM/haCc12tBwM2o8mwrwiLtjPDCwibfR5hvGgoc+PCMLTuHPq6n9QLgVr2caJ5aYmBH6ZzUTYub31FB0gC7ywqGfaYM0OkUH/I3ewKb+pXqVw2uY/IAaOQ9gA9rW/B4r/Kduwd++Kh3zpufX+qaKtV7ED/Ltg6uM+Otk8Aml4/K1gC7Sc/24g20uXZcQNp7wAcFr2+XAUHbX9M2DPpcvpeJLfy9CLzPCZ7vS2LA46p4XYLa4L7ccstiQ9LBAQrtJOdpVSH8yXhV3WpDg+VEyDmgYwn8WMtWnPbvvwi18oyBjL6+I06ZdPLjw8ts6YXP4jD7Umxnwa8gOtYLzqOecX4+16aDaTKw2H5fE3GtTlm329xIeP9U7e74/+tcBf2H4J6uWf6Pnle2hgxpmH1zxZv2wx8SPvpi4d2XU6oXkub39MnnKbwUL+SMdwZ1mn2jV5rkXPvqD7eTn2Fgwyh+n6ka8XdctJGRsPLJSXPrhDw4BGPeVNe2+k86DELl1kVc7i26RXinnvHTHadp9bSeOv6/9dvxA7GZenDuYE51oXvF81Xbic1fBxtx1W/YyrqNP+ba/ml/ZPINf8R7quFgdaH/a1/KExqvnCNUr/4HuAjjJH50FnLEw+4s5jnSiufCjyppPsn4r6EOz5xgjjI/ynHpP+djGnFx9im9pXNNIzoYNxqPo12StoK+p7KPoMSxzDKnwEZ/Bcs0XoSEaa/thB/Gnf1eeRzuy6cc5OZwE/EBfLvmT3yG7Bk/eo4z8Ox0e15xNNO3d0JRKB0/wHhJ+Lly6obP/rf4pvunbZ6uPn+lampkfMibwSZnXeHKDubqDRnmuwdXxzlfFe4iBJ/LuwKV9Jcc6rXmvcXWnz9OL8TvBJ1jmMN8gO8HPlRln55bHWsP70r2PiD8IeWm/eM34Cev7gTD9dxOtH2pVPUCcvB4I78U/oP1ZQHWYev1If1U+NJsOz5znicm/NH9lXtntR+sjAT4Y54HTm4Cy7UbYzo6ejCrFtve1tO35+kFnNftBp4eGM6B+PkN/tHb2KdS1u5yeyZlwyrGzVB/npZ90lGf9Iy6TB9/6/de//nmMAZ8LMofKn+zf1hFj+Ksrup6LYInBF44y1c8j8bl90EpnrsFUYg5lmzj3D4v5Q4ZOpJ5dVr9AxeNZfAmBttoOvs9kfICec5nZRvtz/WlNmjST/50epZn5xJu8Js5fWeb6smeM5YvcjB3WEe+q2pT1tF0NNB3mdmKBf+lHNfg/CPEduXs4IKq6IFCb6P5MOkLvhsn258cysLtnnQ2b9sHmcyNEIPD8czayrfo80tbwjPO2w5EyMuIf4fn/OT4jGR6PtpRXc+M+ooXF5dMPylRpuI/+8BikrbwYox10wq2fLixpkU3EzrbhlQ9p89hdN5wIjIos70m/y+E/7Z7l0Nbv5ZTc560DtHmmP0bT06JGisYPX/zY52yP8kNu/sOo7jevzPGp4+DGB1fc1uE1uq3gI0c2ejHWifGrjo57DFGi/5/1a/kcjI8ChsXPHf95AOs8f/yMjxFRfSu/9et9lrYfaq0C8xlt95FwxZYlzxzwiHqCoNekneULIkIMsue4Nh83fUeYnMhmJbImhB6gb8+wH6lB69e9e95HvzCrHTO/2nqV4z4Sw86p1D+iKQ/jKnTyhZr0h/kV4ZLHlY+9W30v6EeV9wUfqaHKsteUTUgCkIDGHdl/DiwBq5wFqn78Bq1HpZdFkMyW3zMBXBqA0KUV2kdDGJRInC2dwHCSv5S7GMToOBveyFmxdkzuHqTCP2RZNzwOgSStG4zTgW4KQ03W3Jk3c/FEhiaW0yQIYtMaeOIbHlHU9luuoJo/aZupsjO5tXc2RuFzIm15HgLEN3kqokKih3itPoGrplDVAUlP37BVeSx2WzJ0mXAb3N4ctwftuxw87AMIFgjsjh1bv2zAyid9FU+c4mPp8+n2R9jRpf7BBp7WiI9POq9KffTYVh47tqsXuHYFbKUeGtKr3CRBVJ+U1O0Rm7lDePOCR1NfQdA+bj8cWj958vLwiQchm3YWtGhjjRKUhz6R1/Zwp8uRC+rBbykGHFjCgnGD/sQO+KFBTnAObU3N4bl/nxPw8j8yeCoXn1PGOfBm4wAsT051rCKrPLNIf/6CDsRO/Gh91RGWb9XA52lb4alE6NGLkWWBqsVeF4xFfW9YAhed0OHGTAQPZPjpShBk/7aZp38sjZZTOvuvPKKHeapoS3Jn2wIt58SFCti1w0V/XJ8UgnanVQaGLdZ/653FcfHVhBPatJtgM1Lb/nbtMUeq/WFzrHl5wjaL9JcNBEjHeF6BCfNL9Ji0u8/k9z2ADpaFTRq8uX0AT8VqWJsHuGys7Sb7Bb2mz6hSp6/xhYqrnRA2q3QfDU7GU7AYDL7pFDMYoDoXQv3tkOqWuYO4ZbMchovDcUD72WM+OCyQDD3wBVmSqe/yASRiJYAb0rTKIyqvsYpOK3VKrFywrbKvPGQGN6blPPuZ139NUYNP+ZE/zqVbXsdC8cFlnrYNZr78oKy/12FcxQfxMt9aYVmyCRtJ9cM1hz/2sVdhXqytJnrxUT6gTJsKty0cFoi/V3F8pVQXTVvt14xy49x/rCC9NCIvF5jxzZR/QlV8kIwlGr2YxnVevcxBTv2EXk2ZayO38OptNN7OYrMmTWIESZsVslVXlrEVXbYcta7+hX9l/fZZrxC3nsy9tb+0rA+RS866ix/9bftD9pyr1FrSCiZfcru+pukOER03P782UHIIvTyzHsqOGWrpm+jYcnWOLuwJExc8QEHsMY1Zjui5CPuVVzZq7vBbMnBB0B/iGXkkaKtnZaUlnzZXRXxFcmwqt5+RLXBjCB0ZE9iEFejnb8mrE7OHyAN3tK0p4aA9ZLtRCEqFeb5odwqOvPqnuQkGDer24pU5mjcEeQ+HzmhXv6w4Lz155R4wodfGCTPuWEcYFyRYoy56I5vcZuGgoIC21zUaSRr7QVBsLidWLmRzXTreRALdQU+MAxhCqK5kXwm5PAtvbirR+xkHAf00PzG87PpE30ZASU75jOXZgPX8s//VQCzVx9Wl+YluyLriF+9K12/S0AshX4HDwFP6/sdX61F+5UPd+t+7zvpeZZUWOPT8uYyPNTCKb95r3NYHnghgQCyTa8xu0VxfsGZlprD34G8MZPFKQogy5u1REcMpj5mkrfJTe/ykHX+xHqEjadLUHuAuEweS23V2rmPgkMoHHeGl//7zfEsFHP3xPbXaBeyqt9dB6QWP8gSn/pu6YXd5TT7wzZpEKfZRYu3/zn7RKTJWRfhzdj77Y41qocYOtA7+5l3/VefmUy/btOaNctp5S9Go9NWveeWsMEBRN2WeVXH1Z/GvfL4vfNqnj/HThbQszvu1A5qCY0FuyLocv/z22xf/ZMy8xgUbXar/hc1RbTtzeA9/gXnec9cRW/k7iFQoXWG1e8q84oA7YaUpD/LCms+2tjPECZ/i3OnXtmNdXf1QOLxs3oqPfvOX9urYvDrQ5rUOmhU+jAkRqM8EO4KkFORBhNeWrb4Xj873qBZZi+kKDK4/OnquzLduHRMb8yT9JLdyNsa0d+v3iJfzicxfWzZ8zkaXR/Pl5UPg9MOUXYRrO/SbF/5ZPloE+O6a/va3v/3y3//97/UGHu2FFASfuZ5Y66smN83rmuOWn83fZuw++v7td9H/JtbrfGHhekfWoLLg+l1zvPnr98VFC0/mUPZlHrNa9LztWMq27/EfrB1HagPuUFrrmDbOi+IxYy62XcSj6LovYi7+9fj2b8dJ4oR+nAlZ6c+LI4Pu2Tztm273B5wudJM5rZcOyrqiWVr84dNzEJuwQol9EeKBXeMLyE5bJ/M1/lmfT3yjgLV3LeTo4y1fmEt+/Fuq3S9Livphobo/bTvIlrU1oeT9s/Ly8H6U/Qk+ktyrL0yz4io+vccB71Wa/WH7lsLxL5SxrvK7f6z3iAFjQadXif6h+P2meOKngDxmpKP3o2LzRdd+X/U7ZJ6/VPc7dNQeWew29CdaWNl+jR/HdB224o+f4CHlpw5dPD4IGfhlD/z9ly/8Vvrwd+0oQeyPjd0zLZOLcuqTtOFrNa/96kOHulHRp5gkQiIj7JA/6xViGDzlWK7b8XMeSSZntOqfHGP9ra4/Fq+sLVfbWoe3+csPrFXA+cfv3OIa9hmc2wLvmWjKgU0+MRw96SfNG0xMUoW9dOwqH6HAcxlIm2OFuUZCI1l0knmfQOr55MJb81opzqtHuGSo5oZ0x+2ct6KjdBtz2cSr3ezR2He7TkAq5ZMC6wo6Ra/yrI2ykE4XPv24z2Vsq+jkqpEk52A8wBSJr+GfyqGJMuOL8wTWehx9sBGMst8/QVN5GE06yUm2Cw3BhV6p81nrBurjuA+0FC2/idfy5Ad9fVtepXV9+VUa4WkbgGvKK1oN/ReTttOHlH0+v3xKPF6veVqnrfOWY+c4/k8k+be35Y9cjwSWn4xFsLSpQkvH2lI9mMFwZfVLOz6WnrDjp8hWAsdz6ei3vB1TCIov/wSpr3/UV/I7+CffHnNPOeInyssRnnnQZbfPUnnB93QDeCK1zBgPY4JFg0c3ZEjPmKeN8G9aWuBcxsbyvieQNciA8xuVTHakOrccXuVMjOs8/RXaMZEXyYuLB3oGgRd3NkD610ApbvOp1/QtNn3XBTW/7cgF0F0i3jVmbdvkc4f7IzACvAFyR5cBoNeXyknI5dCCvsn40zGh1AWeyXz32h2vj2DocU0dgDQlSBXUR09vbAbSdcKgFRivxLxhvYiXv/+U6uh9ZlBbnvbVE4Xi16XayMqnfEfTx8XtvNcDT5yQU1lCfsl7453R0NE3qWrjuJaYqmyqTFKpbz+CC6/8FZt6YoGclLiALrTRK4tV6cGbC7d5CMZmzxcwCgPGV0Yw2Em1ceoQuRHe9uala17doIGHX1ehvJv14s2cDQQ300p7xUXfLrjQwfd/O2Efcr7+zmt8s8g8s/mVLsy376XipU+15NE5r5P0w3f4beuWeIFwwxYbFkLRpM+RQwBISBz/yxe9Sohq/jafRX3KFskJ9m6lepHjY/f3mpae8SAG2Lx0ftx4OEmHAeonVkT08ty8EZ6WvBawC6Z/WVSV0KmvnXzlfo8j4fsgVHPxb0Jmy8K62As99MphAb7Grxp7kmO5OPkmzdiun0CLv+OvG7IDZHqxNvsQ2SbWaRJ6L7Agk5/KHwbcIebDQnW3rRIY6a/I8EewSgv29McdNbgf4VzpmGu6dn7Roa61E6x84Ol1f/HmCcdzWn1334ULddsTgPx+vpo5sZSo9NmCsoZff/+HpoTNWTAx9km/Oa1W/z0JLcgf09ocd36tDx4R7yHcOJ39dcWiLe1380lon8uM39nnCnOxjl+xsXLL/7hZcFHC/EPmPi7dBe2o8oBk5xlwmZ8g9xGFLzQQzmtTA2XemQmarL2syfLQ6BAf1lD3tBObaKf/SRM3kPOn9YG/DpA4cOVGcGP5jPlYOx+KbP8hs3I7BzAmunYRtjWhMLhbb0bPobyAyw77D/foT7sAgcemCGIl9J6680BPdbQcXcyVd/U7RB0KhVflrtpxUIAKvHbP0qUb87MPVNIFR7lySv8srx7Z/wsLAUr81tlvvzEGk6afgHSNgx7fXNeo6Xd0qZzF7mU2+TVur/wng0NWnTka7/xALFz9W5LKvqMrTnPbtOIDHahD9xHt4esyGnltAWQ9Rz7QnhbrZ6/jT7HODdW5tFN/yoWfqd6rYcOf5fGeJLB6yDLnr/2N6MYSmLVp2gr8ncQYn/RXHvRv22d/vsMbnMlvluHZfd27vJ7hYcP/+T//x9fWxanOU2bbnuXc/OU3zfhtMxJnINDPeXDSvisDHsWd9D9ajs82r9bh0/JfIWf6bPKrDMvT7MyeiV0ApzDapatMrGZfAE7Tnf0cTn7WOsneZvv3kbY83snv5LxDN3HgMe2fbcQHez/S9Etx7mBt+9n8Z3ii4z//+Q+vebkGZebStY2U8E1+zfMafX4otZfAHecyP0n5Z70W+ptuhOUavw3bksYD62n15J7WJ8lH4meNpVxjbZq7Um8cIIHrM7a9fn2s6uhcHSXkkVwKew/KfHJpnWcsNE1ybRvfOmudZ3mlr60XcQ/V+gdZ3YfOebsE+F6PWdEpbya80jTXh8J2jg78Vj2p/rD++LloNWxD2rLyjGuv9acWrczi8wiXKUenhaDnRoeoE59d8fWfD3I5C8uZQVvr9yNG23DJe+5Sh0LnB8IXnnV5wYT5n/3i1+/xm8mMr7lXe/qverDP68QvPOAnL45+s7/Xjd2LWsd6V/T2x6an5egVk8Of8bQfRrpyfVF/ZLeRq8SGPC0xn/gLYRqc2Md8nb456woD5s5PnMuriXH91R3+KAw+nWcpe3A+srO8KmZWyNCA4h/J84X3KOvegWDmRxtKjNyVmw/2NbzqPq+RRtfoO3W8kl3brvUr/o/UP+J1539ojnh6U1ivD56h/+qfOH3WKi9pjHdc29ftoOckp5arncT63gucUG8ryOQPPq/SdS56hftu25TZOKs95P2DX9vveIPX/WbCNfP5a4vuON3B8A1raK5peaAfXYgT5OLrV7o9cBQvdMw5ZcYWfAx8QP7fAVieWF/1pv6lGwlE+6608r08RmGRCprNJ3hNML4ybVvzfoUZg1mjogyvkSwGg4IFMfWP+B1UXvslXzpM2uikjYpuxD6bcMvDg8c2RK8EEIHIIKmuSy9lmjPzqmmVuynpcwXo7X5dzsNu81v7jupY2btTIrXwmYdnDtkn/FrePovwygJe/VhZsBc3M0l9tn5ZdOCHFtWJx1QOnhj1k4lNTv3UA1mG1jfdLE9M7X6/E3Hos7CvmrCQHckHmSAuhx8N7xTOE2Iussu8uVgTFCRnDpBjzBi8UfPVfaHw+7dJ93qV58nWyhEhcP7VVuOJb59CnZN/eSEPPM1VGgPUUHjHdJ4Cv9qcdmgQ/9kLGXTwQveUDVgfW+fIAuwnaJYfYkboKKMf/MVRN6XYKDLW4I+ePPGVMnD+5uK8ZYETOjjgF76F/btouYTiwc0+sYs8cOHblLEd+sLqt+gnZvDwBimyAJRH/VI/Tb02P5VWv5eubc61Cehe/7Z9ID8sxA2ngUMxeqDnMFZwxh3+zcKl5yY5oLH/zgf5F3ZwNOhB/gXxafsK2D7ZhA6OjaFeN0Jq8cVG+ioI7TfonqVDtuIzMb38oC6ENw8xmN7xCxd4DwXKWEjpz/v2UnDjgPBlzTyNx/JRbr3Vnv4QAIImyUGfax/tZjUqMPTpG3aBV3qxPsqZ8UPTuQeZzP0SfEscnYSjf9jIpt43YqQ8baTY0/G0+TC/p682bOOb1B9Xm3sBfHtQveZyrx/LgehFgg86qceo2SR9ym34LcrWVOCFmfjmo3rQhB3wgXvT1LtyfAqy9Gk/T7zI3P4oDjxnmfqko35Nxb/iRc+NnW+Pa850vEl/LjTUnG8S6bDEE04eStlhkP7Ej6RDlv2ZjW5g2xYjrg/a0Kt0s22Wg4OtQPnY8pgTeuC2aWgv79KldcqqT5pvemgiY8KuZXiVX/A1AuRAQiD16LHpqmsm4YoIH7DQmfzsE3j5m7YrrP7Q14Mz/2uPCgw9iGexnYd/HGB4DVymVFfC0xeijFekqb3jI3zNCkWSlhnQo4vnTTaJv2oFNW/p9wc3+2AkjmMPFT8A3hOZeYC3EvXO5fDO/LNGAcp9mLQfWA9OVsfye0XKYTg6I/9hHySx3nsuNf1bsjE2Pr9hbD5rPmtzH3Jg7JOsF/taFoztgrQJ54sOgEE99r1rMw4drrCv7nyyeB107VBzvv/gKX463r87hU4aS8zdeKWxgrxX6dqOn6DlGxvH+ioG1/6YbXMORRY9T7ttdZzFbuuxw8jVHVeXBrcqjmXXR8l9g29XH038+qF+7fXQUR/872SVfvKkXFzs9L81tmjrwwHArwk6eJYvOjcmwPc+rXa87jqzPvion/sb2jRUvynfuOJJ3n6f5cKgqe7lP/m0jAz8OOnq1/KFT/tl4pXHx3n7vw9c9Cbva8rI180UNmqNDRVrz8/pEpnzugQIPMu3fod/Ya813a13OsEDeP+mrLZtDu+WcpOAA3lS9Sy/mbf9TjcT64ObfHf6tf0unzJpn/xpa/sd7YQVb9LTDrw6FZ85zPOWF90Mrj3/HFgusI6yFpdPW380r169/oKeiObPezji881UW5s/I/s0zkIqv7jX+iteV9zy+JEcHg9r85sMKp986tn6zN9keYuWm7///OUff/+n25mv6JWeh0r82qcRV4IPLujgtXEBfdMpK/BJZ0j4NhX7PNvyh+YmnbF4W8WcnIMR+Yrr8oxP3pz2LPF7q8xrLK8kX0etUDJ/708EQPmV0JUEDTjwH80L6+eyxLdWPr55vOIPGdZFLCv7I+7v4BXH+x6ds7Sf6LRt7VkS1z+lO/fgGc81mCxfNnaZ8xdoEaTD8xvzAq3+9z5vzTPda0CAbNZC0lwjDNBH26gTf45BJiGn5qt6yUL76y9/+9t/5cYIe7hF22/wXTe9bfecSD95wsPw7UHHp0QTI8Q1WjjWh/xMX7ENG+M6HpDM2uIIVpwvb/l6xhIYSPBbAWg+NNBPbsiYe7YN7j4DVJ9tUDgS40oSxajxdzRdCpMPTcZ/7e4Lh/sqfGybjeE8tfuXbfOkZB3iOtjf6KRh+YU8fOz9lN0sxsZpHG6lkV27Of+DvnWuzfAppLx1DZlqnKoc+O2bNnapYrxFG7VcaItLbnr3Z65J0DTnNBMr5cqKro/tzyC1q/Tg0fX7TaHxz3XPBl5kzXkhsN1TQupaCoFT+LU2c8YGW4t++322uYzf14RdfavDA64A2Nb22rlztQuHdnzqkSf+d6k0s63yJ8zlw97EBN9AJTnUlJdXc/hcec029YTpwwMFn/vvQByF8iqo8oD/qtiCW/dwlNGTaMu4PvdteWDS1mLrV1keF16YS5Ec2V4HVswX/4xVfhlznGtwz4B5mLWk9IvFmZSazl7StjW8+veR6DUEenS90/fJN4DlIZwkhXvQyI0DXIuDnyp/o4fO4J18P2m1c8i202m4bfBRWgxc3xHu5ShqpkWKoduPJCYyvzYEEVKJ1wZ6ceYAbPE7FlAzRwCDjURHTzuAwQg95GxFmfGYbZfDGrxgNt3EWZtu88iOpImA3rTV3w2adr5v/t45SAuEk2/KYk8DOOC/4vPY8IgZCxzuuFPluSwF8Gqkz/J2FkG8eBHC6Qdidc2vgnHQkgvT53yFtQ6AvuvJNO8ZTorBtx4/czEU3Cq2mvsaDXqff9Vhy4muKyTOTGdtIkiGXxW1ZMH3QfCibb9jCzh9mGE1nzKeOusrVU4NrtTuc39h8slFwo2qdUToqkdxqaccvGne1jMT1aMuyAzfTmKuC8TGNS3qy6owGIRs86Xem4UD7eAPDBlLnPNMntU/uW9mTgancm60BPRsPFXZan9i8NOV+odOqc9ghr8ZO4wP4qde83j6aWmLME7dXOq8o1kXhppmeLCCNeXQcVO4tPVNzJ1j5II8quClP9I38P/2VX0gHHhGneHnqV+FaCIOmH4ZuKq1pw6RvkFyxjna3ihMO6/oVaff9Hjmq023tfMcI7Vq3rb70aZNv0t+tahQmV+/ruWNMXW6CDMrf2zCSwk9bm/sXvBmddq5/TMxdhm70ucblhJ6oTh9o7lfxY/W18r9SCY2gVvZkbc/r/qUX/lvzNcl6LKhbXxhD4+6cIOOSV3jh0GcCV716JWLYMY1PpgRDA08SH3wqj5SCwcbJgEv86QvZOCrf9HHxH/y41nMdHxe2TMH1AfXtv+9+u7HziXoEJ/Gq3oQUj7Lt6gF54LJDly6au/n/V9Jquq4qWo+DcxF5tiSvbDKwTNsdYEjPD+YUR3gKxrfmFy0FfE0B19x1Zg88NCdgCatOY2HgxDVtbRdYBOD+fTTWw61Om6wBdbIRucX6R3ed+Q8pGJlaVw2Hniqez70hpAbaxoyS1BtM1ntPwhhheKPafrveqDQA7WSwqMX+1dOd3PCAauvpIL9uBiyTttafTBPM5Ljb92spZFW+vgQpjoElzRtcNPyiXWF5M3OgE8PR6cIdCY5X/wsc+kybQKPtndlgv9uKk/ruXz3LA7BmYe1OHHqBS/qp6Tqnf1dg494OBE9VuqP+gsMl5XP3gR+6LAvcghqmpzKq/Xm1b82kWPOhLdt0rT8Ku+6WJ3r91c0jVzjnOZFQY4DqNccnrcyKljfSGv+1NpNfPuh7Lu+DPLt5+Hz29YA67viMmc7NtQ1yC28LM7XDtF1+g38xtakdTysMJw45fujefv/R+n+DH7snA8NXMbVG8yzvjbuH/1HfGW4gpP2w4+a/Fl62RuSugyntuGtezobE0f40LFnvYG3D1/5FSrWRc0oxzg/ZB2FzOxgaTd+QO8KlZm2HfvW86ziHfkBm/ofwB8onPV4Tgge+9v5oNtz7J9vST/Jgx+sZ735++9//ds3RJGIfj5Exn/6Y4olBPyzInTJ8mtlQPNOsi6i7bWqo8BxuMe7u5wPxdOrPjEZaEswbwWZezXvdS4xetXxqv8rX9GGV5Ian63Hz/DDV5980XiVhknBfyUHKuMxZ+vfM1xwPujaBwXKq3oEIbbw2CLJMtlZ+bpIh/edKII8PtcEsnZh13E65+pBJAGxC1j3h8degdgiLbd6zRrre9rqe9fiK/Z/+t81IzGU9utn975nLhsrXbT93rp12WhHqTF39BUEsqOmgIgsvIX/Mc1nG1r32x8CWX/zgBwkpWVWKutz9x3zyHlfNuOB8lLlRH+teL92BU5GaLz0uaK9rNsBEMYTW+97qsQANqX9EPlYODG443v4TQ5gzoov+OIHa87irzZJyzx8BIPwcdpK8W9rM4egdnUchC59uhgiY/EzBShVYLK7lEMSflOfC9pfUv1R/owf6yf17OeLPT5D8/zRGeVRTWQectvhj2hvQczrRYB2jM2xUtitgO7HD73SD7e4N0BP/cMnnFVN2VeSqy6HX66Io+75QT5EjOeMQ9dAivoOL3BZ65uu+hQ+ebV8j9vBtP3mawDG3qFnuT7PfwT3ORdidetRnoWRn28AoyD/lfdGot0j/3DgwRPGLIxOin5P5MI/L1R0SXjsp2uY2DQBKTqiz1aqE0KVmsZY4fHAL7TI0jNy0VP54DQcbA3MqkarcbI+ygSTA4oDY50SfdfNaRYF9IG2OU+QfYZHDFDIwC94MLMcNo6mAy30wL0psko5bO1TFaHZepXmUO5SoJ3kPYk6CD3rYx8Uqi73WDaTk/mbwGRV3b7zDWGs8CwmvdWtudRgo4ee0SsSQ3/6XBfqXUC7+eiTN9ULmu5h4LXYnljdVxJnmHz8tDIM9OdX3fAjewxd+Zw6vvnOe8Sle/6EJ8HejJ6iRM1O6Sv7jZiWudwM/fLlb6udb8cwmPcFWK8DiZfZV/FVAvX4prN3WtmkwJAbIvUVwjjcHuG0ythEUl5H0Q3uitUfsjNYO0ZN4aCArHj4ZPsQeA7UGbfB+6Jv0HzVjbJDlEhpI4Gf8sanjt3TdnCpz9R68VpfhhyoGx5QZJZXxgo04bN1wy7jWt89sRLKpHIgJlHNT7nFiUEApw8+GLL7ok90wj8XqcSVty+e+zr9xWfx9cGUhf/NtA+ByqN5tU/OfDfT9llllW7H2jleJnXKcOQ3DP/gqRzIL/33SHEPmbqpl05smO8dWOIdXyXPAzWxiU1veEgJdAgiCqmouNS/PWbudSiUPibc/Zohvb4y/ccYASPyIkN+G3Kq9HERZobxqcf7yTeKJ9HW4+Z8tGesHbyXSLN78kFfng6eL3jYQJpz6RXf40B8dlxAIeGeuxIjxBprTkOp48SYyximK+YozEEsYEzgjzI60EavwJpyU8an4AK2v/ybvkLo64YLL01z4NgQG8NUvX/wuaMDH50eE/O4/g7dOkZW31wIwgdO+hMdNsWug4F1g6zztzztmK3Otd2eyUbCfriIerNq7v62LnPP7FPk2fHuxLRZf+ArnXzlTlKfsR7q2wZ6aY6wtl2lOeUaQzxV/8t/3fvrhAu3FQTNz+31ffVrXqy9d1psjqFTu3h7wLU/Sk0OXv1/1cH+OnDAljx9zrEEtDwoq+Y6Ls03gaEA5kbL4sAQnaoXuyVwFkDls4970Ln1C372JUL3/ktU3lREn+i++Ajde1L6EdBg7zlL8eB9jppI/U3C1PJZG52vSaBsfuWK1fqjF3+qaUymRCXGlwft2xZVVqgAY9zyD2KGIRf/6HirkxTIugxH/B2NkIasvety88OH9RMJuCSko2v50B9eXwTj5q9vbAsPN+Nyb89Un/EAD/OB4UpenzBJTGyb4B1n2HzIR//iSabbtEc/fKU277/wU4VXiPJjLcV3/Ft2zW8uY6nDBF4Oh8gHftAXB2WkEtya3NPqD8//MFA6VLFDIRER/2VP10TrstqhqU34rjfCu/8njttuH2DHsgla8xT/PHiydaPto1Rd5/pVmsqkXv8V33GITFyiP3xIoh8nHXZbP6uM/fAi4WcX0vfCu8ZJWt/7PPwidHTAv0d/L0FTL/qCdd9rr+Lnmkr/25ffrBdrFYrP2C5/aBu/n/UNMMPpM8HLGtj3P3glPLDKa26wPhI/xakOxW880G59KKDXJc39YJqWo+v5Q/6F8LZa/vBYtskyj132h+J11fOWzQLWFqrTHuDXtsIMrwlyWeXBw/uwqxtpWAlcUvPyXM2O6+rBOmS7Rrzs61PiKf2Z/Gx3+U9ZlKdNrYM74aFFzxhybaNe/lda+j/d+eiE+dDb5IkeOymSNA+zx6+M3Uap/X+GnmvqO4Vu57Zz2645uhUzDCQ/G8/IkvKcm/j3Wf2mkPQXVFOf6QPKtYe8/VdJno9aeUv/A/kkABj+AABAAElEQVS2wPXptzVBxqf4JGO1etwR0sb53vVbp9OuSVf4K54Tf5a/fVVM6ed5oNX/k+/wN8laN0zAmQwoDwC6TD1m2aj0Y1zwgPePf/zzl3/961/L7szz/GQOfmTHyB5F76w7pNunUppzrsollq7+6NlL5GMjsS/+HjdbeeaE+wcdNdsvtPI+lDDTGJQHP8VfCnMT2G8FkQy3in7uC+oXeb3D13pv/nX4HkfRrfqiU8rk8Dt4jjeNmYYYZKAN31X/0rY+c/h5fZIYeWY2ncq0HXu9U8vrSvUFCz24QnJisY9LU9fn7EM2XG3u/oM+zZuVtO/WG+zMYLvu4NOC/X5U0r/Wx5OAbK375QNv8Io787Vv81y69szdT/Imhulb8144umoJl5XVlrp4R/gWtnnRD3qIH9oUVcBfskh1TOZsHH/ku11665zPzPBxrrssfsnO2YSIRnK4qH3/VKY01L7k0Au5Ssscj0u7yX14dXqQLbkyQ/7ys/zEUop0Tln54INf0I3sFCMi2+tKdIDns2Q+OFSMUgbznmCO48lv95Ggco6/BAWPGGPU8P7mEwD2wL4p+137B8bQwYyxzO0gdJlvB6wfQKyf0XFT0pILEtr5kx6gyC76APn2BrKJGZr4IE/2YHbfotPmZ3nH8/QD80f3vn+sV4sXr9crV36sy7Ot63TvZxT/m8zm2pS4JxYP/QVjnfDPGGEba0KJyK/uIniUlhtcvvtI3wnvEki+tnHcSO8SToH1r3CgLX35QVIY+fHFtTW5Nd4Kr6alqcjQRrD7GT3tmEMB93/jI+OlcST/1Q8X+yb/lrGT+bZTIBJKD85R9rnRlkHb2dFwWv29mDVeQO31EeUm4qG2Xn2Q2Amm1HPqavGr94kL1psHqvbaNC36XH446k/8cbT/RYXLDWBxxcGrDyvD/YlhVnJGWTHuc//unKNTF2NyoBgsRMorbDmoJLVXUzs+SwGghziw8fCajQdFCh3M1866oKUjxIeXVvibNUZgcc6gYYuANHfoB51yLMBymF+FAi/sY3NxuddO07uJoEofcGGuJVHs/EpBMWCrFzfo4mjhwfeYfmhcYxH4Qzr8LyRv2B4wbgFlGdm3KAeQSSQTqrR1t5f6QHlRABf/cUGvRUwXD5+Uf9YCdtjlG1lMdLCJRhQzIbwrSx67DkLYeQvy+jiSGNtxhq6kembLz+SAHHQrTtonD8roAk7g6ndNzNi38WBgJjD6wcRvwbK12rpNBsipjpSbGMIsqCwOW4+2nvPQafl3fL3Ws/LKYdann7ZO3ZTER6xZazYpiyOPD+vv+I/Ga1+DxwVFXosG32w9sVPYgx/l4ZSjZRYSr4E0Hp5pOOn+XBld7+wqVzTfliSyP7KktK/zs4/inykJ6ms9HNs/drM/hJmB8lrkpVU9Zjp+G+J3/fHt9iTptvhukm01Te7j9RssfHP4wYebMG2K6T47BW5iZCCNImOlr/cKeMseaD9cRGa/hajRaPrqgU7f9DAMOevg8wOzs1gilHmaw0WuZ/Hp2g+eEIFXZjdLHPK2bHfzIfncCFb2Ziri9pF5iRoe7RfslFfNs3pQsf0mpY2xQKU8wTin/C4usBzMYdddql/xdw9yCqtt5NUVHr0IAa963/G+wsoXnfIXW8Dj4u77Vx3MK6Y+619j3POxHoiacuJBaLdN+6ETuN2nQ74Y2Leb/J7gp6G1K5pOPWF56GE//LQQE3KI94d+csA8sWt2lDDw2wFaarU/yZvAY3zwoFjxiYckectAyTJR7Sp1864DZdy87eSB9SLM/TDYWc5ic0c9OVEG32P2UBrgwur+TwAOBv5f5t5ESY5c6c5sLr3cX8sDzNi8/wtKZtJtkj3nO+4H8EBGZlWx+zcJZCUAh+/uWCIil/qUbHH1zcXpgCaJfqvbDabb3It9HTEULD9H8JV6jp3xuWK+7pmPUOoCWQ3kywakWhW9DJUEf9TnQT4o+pu44Ey8ivkjniAPZdr6MNiAhYOyrSIhTzhSoxOXTkYTXuDP+JbejDbTZwTtpLs10bppDborzrPwngiDn3WWXHRZfpu4f7PNnuc/ySSfvykZ1jS94W098ODUUckb21csREs7OrNP5ub/BffO/pYb2hs1Ft+7MWDJN272k99ee4gDeveZ6d/f/m3yXP/SmfrT52aHr8fqiGu+8M7+DU5k0X5ZSIP228RD/il3jlebOcQ5LWsi+2vW1vv8euRxQFjPePOhCrHx+Yscfyc7ctO0MqquWbf/4pPU4AXHRO988Q37vt+R/YMbY3e5ER9mbMp+KY78EELMDv1LmncMIt/uVH1XIid63+HUPZEd88LhWnHzTDv8wsfwtWcBrf03Z72Mc0Iq2uzPJS98mUCsCdljw/+xLp1Cx5uBf3D+l678IePUER7Bp20cLp7FKg8M2CeBZ55eeDC518H7qj/8Zpl0Od/ZjcqnL16j63fc35OnH7j9s1R45oNp/0JOg7vnXab+gb23ztfSgs+bWaLLpLceSbUe8N6g9ek3/Wbpf/0v/+HrnU1DPCs2htFRSRQ401RGXGNspJuXc98JbT0kFYGfmG1/3LB4CSJN4mt/JkIKEsesfS+J3zW4dduxwhvAyf/rvAVeLstKuoUkB78qVmxXm9/GedbCxknj35b2Nb7m41bxGfnyUfa4ecMfIusixT0/+QosO1Nw5hD7SAIn3DQ/+Z5BC7/RQZ4QbmHTptCn7d+HVZ9cTPxSG1EvuQ/iNerh/jiPdMW718LcrypaEj4ZW5De6r3Tjum3lpmSHcumMXew4slrpEA/qTZGoOGzR+5auD2+Tp08QUZdn0yc53zBfXJMXaIjA0BP9ZKhiZvYIP+MzWLwzkZsCPriZ/dsG9AnegT3wzX3wzsw7FXkG/cLKH4AKyGP+vAmhnyzFTq8sJkEWkpeF1fbRU52vn7n/rnNK7xt6Yet+kcJshZl/4X5HWwKZa3FrdjAg7PMo2Q4uOwPhdVrxsO8BQkclX/IGfj8jGcJ2K8v47nRpNOa0RP6rja5ZdMUah6E+9pIlB8xM/PilT3TfayCOUudShLbxPQce6tPHOHLm9fR5dTnuZ7tvzb6PbFBl/AP37f0+5nxO9717WGEjTnbO2neVUbkmOee6zwQwRnZbdWmvHWArkO2JoNX4jhTW1c76JUhcV6JxLHKLB4AivYt8jtjn8pCGU/UfleAnJGgk0DeCGyr0PSufhKQA0QOE7ZN6nFDGbronbYXGfuxx8isOPepUiWjhnVgUEaWvC/6fS7IWVDhw2Gi3on2SW+f+qGLX2khPQho6ZpDiP1XDBlS4WEeLIgLPoAfXLGt2sXB4PUS35rWYsxsjZ8N8DmgU5Ab+hPvPf2v6KWbBouH+JEfPuBw4Z9V+R3MMulqkfj0y6+/Hu+HIE72w7YPuRFRBzBs2uN3YjNOfGgXeuUC+LGlag6EhVfvcCQOPDgnJ1sdYi6j0y86dCAxePCzeZbs4oEpJV/x4LdgASeHel5HF/CCH5jxtaiaqojdvuuXnNKlSZrO2N22At1Gf9aFgnExm08I+dq5nR79GY8KoTEjveQwXHAnuGDwLgzq3DAAYp6y/9OX3+RnPVjzOykL3pmleVJ8+DR6LrSL291r+ehu5KOwtd6GcLHGX+hSB7uyCQif9JPuzl1aulkhmxhXZvlNNM4PwaBk3jzIgOwdBTp44z8xaZ+KED+z/qgRnKfsmm7tDwo2/Igd/14Vy0YH4a53XIngV/+2WdGaF5ubra0cO3laf3TFDq/uJ8buWy+cOYrpTCvqrhkutDyoxRv616SVm+BceQ22T5sm0cuSdbBgfOoJHn+RxaFp0bYU+qyD1PUpx/L/eaH8TKl84jfrUuhiXvbKO3rrNeZncKIvfd6VnyLt09Taj13xdeGgOfulhjTGhCH+j8V7OLPCa4mYCL8uMIv/9CHUZUtNwO2/rMNHEIQfm3WL4lH4LUQP7hWDbXet+eQuewJv+uLeIIXKDyJpi70/yYnBKSirrrX6S+uw1N7DG2/bQW4KrvnsDXXySfuooUXXzWMibBkTug/k+B2dyjfbZvxcPFNP+okH/F72hmd80gVm+l4//HXCOEt/wQUvbXDF1b6ufYnVFEidRbyayn+sd4riossnBNg+wit1+LvG7yqMVZz65rDcGH1DZ8Q3XpInPmouvtFPdvVZjyM1Za0J+MP/BMQe5IPg/KmYAis9uy8a86FiHmMr/8ATKfp7X9Wba/IJI0hmsRy9kBMuSovpl4k726dPiI1hoq9UPgRN4qMNHWuC5aK/GBBX4slcps6NDUgTF9r2B55qcade4KzCZFyGLqhpyR7+hz71wHrarLUXBeTvVuSO3rnRekaPaQsCmKehpT7HWdLwCR6iUAeffta+CQOeEn62N8B31sltoydfBm3NwfIj9qElHgG1zhnST/8o6OF/yptTF2wgH6YNxnKeimdyTYz9jSoksdqxzQLGC/CVXx3/uTdMOYPsoRn766Eh6yfXBxWjOx53sHnjCwHWrfepxPWZHVOh+Hqv69KmbUsNn7QX7brRtPd1xogRb1j7oY9a4KsPl77hhjzeLF2f4IBrlQc9MqA6OYsSxJMS/GkfcGw6/UM/8QzdiQPtXEPc7xdoJn7JZKLW3ApP0KPPhDWbXtsr/5PTwZv8wQ88tGfN+EdpwGc9IMeutOXT+S1LW/41Rle6q1bjKLj41zkva1Ae/s65eOagcGsJuDJ/o2d/EhKVVzoWRuFgY10/FpR9MXEB8uDjbNphMmru9ZTesXUMyudatlU0ptdq1xx6pmutIXX2h26WZzTBSezye5snffDO+hNvnEFUOeIcXn32s+u6Jq/pG0uY1/5WEd0TKY2veuMj7m9QsCF6hjFz57fffvvlP/jaZ+7ZsY77/EVgkFkBvrefpEFe1fn0ZY74i6aXrsgvHTSXRMuyxrfV8emg5nLRcelihYUhnVZZ66a04Hyi3EpxE4Yq2efmeI2UT9K+r5uJB4fshcy4YqEhZJbNpYfPwYbPPvtenYlLH+iv+yoxia5ZQ7P/OjRIHKoUrjAHbKmXYBignT4THZUa33tc75kACRdz0lqzh+i/97YW4K//bgFlGQRCUsezbQELCV5+SK1cp2S9xpY7nWN7UUcXcY7xjnsnVduHKcj2ciEbcy7AtxhQ8WH9xhada/XPHAia/pDJh6qoiaHvB6nOfPC4UbknVteiRdNaCnc/kBXiiEXuS01g5kLq2PpYl531E3X4rnS0VySj1Je8d5T4/R2oC8X5IvbQsodR1wdDpIFsroL/FsmbjdCFJwT4Eib292BGM/gd6p0HlpQ8aB4tnVjYt1ym0EZG/6M/z3zI/ty2RNY33/eENwqQ26eBglFMB3dwGzbWJZNn3iwexSuyMgdY3/9OCT/7shlxbsycX2uJ799uSdMXQO/6Z+7wvpCvfQn4XZPFcYK2UyI6VO7L38TgsM9v/GCuCu6v5O4YbM2urdgX6Owjj37kBuesQ7Pqdjl7cHQ/adIP79SLR8uNfH6Pd/FycGstLddojQrDD9aRBxmu8pvaWv9aWauTNIue4F/i19cF+wE389pYvChlK4/JHf5xXtPTNAv1b81LwMkb3aZ+ZvTkZdLeoZzjk+85Bv0cT3/ipX3igcsYcP72E6/MSDBU8gCQb4irjbDg732NAu/Ffx9e0qiCFUOgxZgkweS1HODxzpyJ0G3P0xwUxjgLA3KyEddXY0ePDsTuriRJ8r3lBxIuD46H2KO59UZPQlXvIKuLZ5km+yEhSQcpnRoYwNH0oi1CHiKxGnjRH8YMVGRmLcOn9UlkTRv5DJFZcAfJ0SzFLvoJI346kLuLUUUHID0gshSQYECrVIyqb9xTWBCPunJny5nDGTvriXMXY2DYhvszfhujZgROfMjigzxK/KtHwsFUXe1tHpMZOfexa8JLKpROdzZHTqiu9ZZ5hZ+9WlzDq+QUDD03dvl196vF/J65fW5y8GURK+zEpnp3rwiMLnfjG8aDpjyEqcOJMk1vXuCrspfAacAm/T/SSp4gPDENrHKi1PIaLjcM1/9z+iYQ4Xj2BTfogDNfuRjO2tqautpzZscNu9iX1kFDmJUlRVmvrIG1wdE3Hx5kIKeNv8or3Xj45YukLW4y/el27IABaxXzmXWhdHkVjXtFKrbygaYIPA6XWgqykBvZyQfkZr1lX+OPseCFruor76xNuSkLHf/WN11A5FLw+DrQ1KEPv8CpT12Yi2XfdR2VdYMMP1W/5itroGzTN0TUmzygvdo4iN1EBjiUu7g4ZiTQGt++aTKPffQFv0fups2NkLLLeemLDhK4rjp8s7P1sW3opb+yABumfzZ8y9it8g3rbeTtsX+yVXJKr7L7NffYcO8jaJVnMZje6IT2IkGiA7/g5lDTyMGZtBN/w5VX6nBkNA03M1XI/rfKPb9HKvjCj/pOL8OG3Y8c7iHi9jDATSRYYRWj/Pmrwpr/Hc0DkxcAbuK4UD2Kd/yudr7tx2fi8C+fJPBX/zYb2yMC33hWnT3kshdEpGp/9bLPxJp3irH90wI/+zB8I110rBV3OYBtwD2GnFpO1t7H/nxXVq4w/Y9cZcx8O0aFKwn0b3wMf+eMBd2tPVsD9DxjHhs0VBzGOhO+5/XM0n+zvrbuzb7i3PQiJ0MP+oovbkD+FJFzUOhcCwH9+Zf96TI+OvCLrQO8mrE3OCe/SR+cRfysMQ1YOB1n9R0G4SDr3TwXn+cNeMWeE+u06xx/s983ZPItFoWvCCjHv+lbLohFzgjocOsCEU1/XmVCUddg6w1egjDvnz1fw6acj+A1fUk7/bfypM53TyYgjG8KvL0k9EMxr09af34Qg2F9ziLP7b5h3iBkhC71c+znI+ETjMmLtqLSSVk+LFiw7+v49n50Q9/Cm7pAdeoaToGf/E5dz/HQhU/wn+FNeNqh4c1v3+uGktixroRr1cGf0HrjduX1hIO76YsRZxOOiZE38e/apzz676K1uEP5OwENy01/UuW9VK/12FzsB46zXU4beJDzVQ/l/vjjX3qoU7eQg5ua66K5DgT+92vmhtYgrr30dav19ZAc7q+c2aO8ljc4cWFt9PQ64JM6uKe/Zj84k+4/v10xupONbmVXOeIOx7avuVLaPjky3ZoCT/NoIj4kkDeieOJMx4rDeR4rsjq0oW895OEBPhcAtyKFwwA2sZexP4NH7A2icymxe8ZqIfje7OqNBsl+JBA63ZQ6D3Oua5VbJ2aB/ePDscatoLjKTt5MkTLhjzILK/trztnslXelYo4fr+NH16Tl7+CVPxnIXnjH/72w+PrUI/SsA+DwzXLg0Gb+qvGge2hmHf7AzjXFY/Bpf4NTMFrvK+E/9U82+F4ZuqI3P9+pErzQXaWEckNPPKmr0niE5CCxjwSOHLBflVwXoiblLbqpzx0u43dwfO+4lRi/Bgb+5Bv43Ad8XSd7v2myMF/I8/Pn4GB6Jxt41hPOcv5dZh6sERoGP1Ce8X+LRfxiWyXU9jqY9xrEH5GXfuQAN69KiPWgGzxS4oFr50nxuY8RvE85kfeqliqiQ+KRjINoXa/oQHTmAWjFo2pi/U3stGrrA58176GJvbYRO9v2IeYfa07etBOH1Aia8In/DGfCF/3/+//8f/baZDY3ylwsRUCY8MSfkv457jEtbEl8I+vFeHpQVZ8/6/7gE7z9wKshiOusQqaOaOaVRfUMqt+5fxOg6Bs5fle/OiefLAI8FA0NB2q+gljYIfcmtDrd+MEnbpSQJJXTCMKbUi7kd2f1eyI63JRHHxFJXpJyFjTQ9iw53LKrEhzfILaKW89JO9teeH0xXvzRnZXJv/eglq21gOKFDPzxkC+8Q0z49pX8Xme1t+VHl+JHry7884mv8qE++SRfftfXOHKI4RoZOTlsQPWYf/LOkaOJI1aRXzmcFBxd28fSv/I2N1SAM+HbPgSqbH7V36/gf/M7AAObCwgwZsCkjw65uY/8gnFgVLZzJTeK4770KVu/fOHrnvZDk4G+4rX9dF78ED38WFQbryZd6YIcY9UOqOa0oSjxlIrOGxkLLV+vy8Ptimmwd73x0WPfjKncuPqLWEXHzSHx2hDwkBe7MhLaLbPszDoAHmNFRz5guHAEg1/owAPH/NSow9zIJRBuCl/NQskbbU6UT32DLHqe4/SdI+PwOHGWvgPIWk5m+h6TLoC8toveN5sGnpstfx5OH1B6fkmTi3/jb3xU9OwDZS/22K/P9C6HHzrJwayPovFzlqbFd3kH6umnig/WSi6+1u+g7rZyQjzm3sQn07792V8TK8wV3ydvqrANDvxdHsJg5yK6Ja9Y63lncPY/Ya6yZZa/zjn/p37b+Kt+5y8He/jGnzCJ3xfD0Qivdq8e3Naakj2DcXmXSHoseIPFalqu8EK79D7yYBGoEfkTRhse9s+xvoUnYymBoSdxx15K9KCdd+T/xW/cCId1xHFnUCU8qrflY7fH8YLz6nHPDU3pW+vsyY8xw0Z+TxssQ/ydx2HYNaaWvtFTc1MpzJtP6lMJ2gvIW+yu6bQ4KKN/+VOH1ZyD0KFucgilvxKTH1gqnzEvShYy/VWmNr/yibHYlTo27H5dUIJL2fDyI9l0V5Z/7gYH7M4/DJcc9NzIp257BBs7HhOodmgmODakPnGu/R0A8Mk75nTmOSst8CtNSZvwjJ8yJ050DCy4wEMfnLOeuMbXmg1N1vWsgV4PQeDcQU2eUavQj2yAd/TgeX+RzbxTmsJFFLh8upj/+Ia5mxId3D/4Bueso2/gFx4AkY0smjNJAFfy17mRdUG4gYXP5K/ZJ6pi+ZfmTiZt/W6yhx78WNCSPXmH7zOdSg5OCIdrHV5AacOHv7Tt1jdoY2NieJWAaP0jP0BQ8boqX3KT85vO3l+/7N/ezPXZ1At9iLE/LaGaNjzu1v65Zp96uN/7buyLvaxv1daPMLQ+1nfaLp1jh+XTZ38TTuRGp/RPHTJ+wtOfdNanfZZxauDRP34CRkkfPqE/x4wIrv5hY2T+wJB19grWtV64va+e/WBHPtdb6MQfsNj/TKfQpw5e+mcdewvO7Ky5Fb2qL3jH7oqPuXW9H/idPMbq23963rIgjXNYdMJ9zAVyJFfP9XMQfFsL+3rFDfxT3tkPz4mbT35Fx9QbZ9s/+bGvew0lT1mHWaIaBq2vIeWgxArYW+VRdtmUfSry7/hM2rQnfmB3tOBN3CsOsZRhKuER3NQTnvbmUf6b8NAVjua63iwHLHaGNniTNmMfqU/68A0P+uAE7xyvc9720ez7TX/tn/CDzyOP61oCnaIrvHzt8/82eXwdXqnDL7qmz3j0PnHTz3hoAz/r8AQfk2YfXKt8Ej3r65p0ye2vTl59+TsFWM7BWWcy9tuvv/3y3/77f9O3vdXvpQfuWhMu/Hx29prbn5Hp6+Gsi/ltyPL55gK9bez9i5Hw3B+wYDUnRqx3W+/NRVqv6/+sy7pf0zzrXK9P7/BNCVowYLFkTCZqV3w0znpSy6IxovdJl/icfruyZf5V2Z/0rP4zfsCJCet96cQb7St/ocw8ZSw6FF75k/WZn3aKu4JTUvO69QoEO7LHhAbvR16Nha73DR1gP/VXQG8+tPZv/tL78rliGD2BpSwYOa9/p18Sy+iUOvT+Bjc6inmNdfDIC/JAte/bqO2HFdrPvuiI6n0SMvVN3g7Lg1z2Fz49D886Rigu4BMKaFR/V4dxhUxF3nLuFD8gp64TdrknK5K7+V18oSo5tKrE1uqVz3QW4bqh7WAk7dJx80ic4bs+DXunQLHv1/arepu+/AgCOkReE1zwrmPylfBzTwr84okjy3/EZ8q50IMi+u2fYavjmTyF8/NSx57SO/yzB9DnL2tIuGw8B13g7ZeM2QYt4nWPRbp0HpaPuJ/8qB/rA/ZULMO7pJ6+3XKw+4oLBfibpvQLTfEvvrwCx89ZrzMCjFTiQz5uHzc/Obtdy/aDFjDPOc8tzYlTw+iCf6Kr1/zBMPqsHFjzu3QeqG7GrvBOP3iBp58a+NJBQPeVQ8A6zQTkYfZ+DmDe9nHhY2f4T7mBlax9LgeH8zShyyefs49Fr7sc2WP3PjjHczRKitgmgqoSPbMvpR8eW/edq6Ff15bi9aM3y0/8dJjs8dkbuPJmysk5I/DICTz9yE196hW81M/GQx+81MHPePyf8cBXv/fe/QngjLynlq/L3c+RswE9xzhGlDyXcgo4+0KeRhGAi9NJRrO8LrjKkC2mkyaABDl9amRgiy8W/VSTBUIwLZBwupUBoUbzEBgcr9+G372Iv7nVGKaGd9Fxw/uwo5HqgWHZlBtWcCm6Wryy6BT347UPmteJ+V03k68bSGl0DUId4Dh1IEcHEOs0LTlkrS74TCR8tIBqwKAOiBzQGeerGUt/Dv+NouqtAu7Mj8K/CDPIXwHETRIP1TivRV9UpMlzfuWT6wSsAwsw58/Is6kTniKTZskDgMDc92KE/XUx0FqJd7BKv2sM91ha0TH9s8ZG/vR647sTu/rlsYrcPcaEBnvDotP2CzlRhmU+Mxa81JuDtNUEe7XelE1FcUsvBD5RD1708JxvQqpqPsZz6vF/oo3tKVcfjOQQAnaDyd8X5ZOXshD+7ZqDwpUJ/as+NR7/0vPDrFbfdgweoY19HGp1S5mrLiebDxmCxfocBq5aRAfyxxL1whHlnHfkHLwKftpy8qS/8ygaPGJxmAxe7CanAw/sQinhyA9dxmo9DHw76uQBXWDFJxxwm+gOR829ATr+la9K1uQFp4yZ12b9oG/ozoNR7Mr4YPHTzQtPrx3SjoO1lOXfewp24S8K9fn1PPnUAuPlA/apF7wZgt8TFMvD1wdC6dCKmAVyyCNsgp9q7gX1GrniF+WJoPBKR+FDos5Tfy/9VqOI+nXziUGXYXee8Z5y0waXv8Tskds9ZJmnYXQK/ZINrH25YIMV+NlPjNnmnrhnf7A4fLhjBO8ffmNgvYFk82ghk4n1v4cfaLfdzft2+G2g1J48vM62Or6E18GxLnG4OCTP1knNvOP3twXt9DeN+Cjyz8kOvZ4jvjHSIjhh7twtmlP69MMxDb13sUc6b0TOG169nojJzDPWN+yKXy48oyq2d86DF3puApgOxYRDCZ/qFV3g5gGi/xdB3igZenS50wGZWTOWDrA4nSJQbk54bREOD389d1rP6D/lxL5lSBsAD+Qxzj9K6sAN++CaYD+JHbxsT8uwgPFi+d2PXXRnm35sMV8AXRKj2Ax40lp2nB+iFzVyJv1EjQ4TRjuyl243Mcs+S5wmf/sHDkcMwvOU9d5+dLnTGdir8TsZXNu4KN8mz/AKv5M2dp1w+nWG3M7qLfMXfbt03TyvO+gmxR/4asq+4/kWzHrK1x8tkcvXBuZYgb7A9X8VdKS8snshqxH/BWZ+P2Fn9DvjkGuvjEcO9dRx0k17Jv5de9Kd46dt5zj96PWKzx3dW7C3+EZe8B75XXPN93EaqWhH0Ac8/MJ/8s1Y7djwZ3+5PjyZ+GmHV+rA31O/hwa9Nl7PDea5L+Xm2JZ4palcEpON8KK1/bCRAuOhKX6peYSPiyf6zbwEv3A2j7/TKvmSZyG12qhTLLFrChcU/NJp5kHpG1uiz/ZtIHe1ZPbBrn6G432+vOP0EdjUFT05S0zYvZ2PEmq/Qufpj0e85xCu+yvu6BGf+Z6CiOaeyZrGeGDRUViWXvfkdOb/5d+Nsx+iXORL1eTQtNk4I97RBfgDnmAeJ0dctE9287tgyhKIPOVfeSb3U/ztNULMc6+8WZO+0wOdWzcqxIa2FVi+ox9c2uxXf8Jbbb4ql32MBxG+PQyCSmylLv7UInpSgv9k+CW4+EqJd5TE+hVqPnCQa+6ieeT/yGvbd46VH/b4K/l3Y/EPtp68Zp92rn9p8/ee4vtvrNMdI9NyLeTgwqP4wO5FGJ+KOvWYciBKP+2JP8cigPEJx9887C36wpqmn/hgBFayyj54Zs5gckE1Z7So3sUUWj+TYpMb5cTN0NQ5sLs6eKXbHcYVFvwJRXfWU9YmxzfpZ6METR+89qflaXyvBRtpymCFhPfy1eARHcKTPrTTltnOeOju6hP/xCn+2JG7GtecusXXmpUcwUrmDXxi51syT57/V/STsIcyX1dAt3+cFBgZg1NDm/bnr5XY5Qx9olIfHK2HjpUkTqxD2Or6XUyr58Z3Byha2u1iVIHjwEZCRfZQdS1qk1suhtmK5oSDa8kp3XU8Xgm9g+zbXn6XlJMAHfpAUAt/6fblKzVj6FgJQtbUgxX6jPKytY3+jFB4YPqXPp0D/2wqPJyh0Me3bPLowR8PP+JjI/ULE47rZ78hDZhwoeddc/NddpPmdVuLXa9bOw/2jYvA8F/91mLZ2JfwYl2+ie9lnvSv0es7MzBqTyziRYE/n4j+tz7x9kVOwm/YQ11urUWDr8eiIOc8yKVfujZPxLkUT3nTqubdcfvKW2Cz5gJq06yWxqzjGgO/dAFeRZ984bduup/x8ODBtmHaSM+xhaONq97hCU/5wP0fevfq76KpB5bBhQfjJ6/05xiwq15sVpVnmBGa8A4u/TITpPIBDuIfgNCx2PJ7lZRJy9dX9V7sMV5CQxvcchc+KT9mPHXwqIFBs9YwgB8s0e+T5goRND9sI2lV4G2bGbSNwTEAYI1fGj15PPr65fJuwRJpgvJp6bHta3tbNBdy652iUDkMNRdDEzsY5iY2l0E/WLuxC98NmeB8pNzJmPTILhwJwYkVXMMQ69+VsdJFxQ3qxHnqPXl+tG0+MhI/8ZVblLzLTxDH20Dp5q8zrgRfunrs5iW5yqf+5ho/UdlTnF/9JhveGRjZxJexrJGhi/3TX4zx6V9wv/za76j0XGeEZKj5Sxt6TGA+17tgy/VLjhyf3Fow2Ixi2xKXzg942V+CT7ql76BPM3yoX+F5zHdnH/EmXeQ6RAplfNgqEk3lc9mPDtACWw9Po9iTuvSV77yJV64E9euX38VHMuV39kZwwJ8lusZuib6123SinXMfPnWBhv57nte+x3pSvsHmz7qDzd7y7z//LXjZ+62/qsZekQ9Yg5d6vFPXTiNX+Kvim47KSevbyBcbFoPghzL9zQsIfMhTytff/lAO6rfa+mv26icrPGS8fDvHfLBeo4+v0Qndy65Hv+MXysYtPvGlx5wN7KnC1X/vz6yIV3ZFOHg5Xgt6bWRsyi0Yfi3cOXal/rkeoYz/fo7DlYo1Gh29aym/k/msnZjAnsFZCbtib5CyB8CRlRCadQ7ExxxYr2kC6qXMGCFwybhgVWfKA1L7hDVXL5oXLq/GF8+cpw2TQvy7jMtu5KKLfaFJ7jme9R2nd0AZp+AdzlX1iVeDlu4LB59hFEWV+Q+HeH73vod8+inej+i0/xj3nxiFP2siNOhhVPTXv6yVwEKnz9wYJ3geYy50sW5tGyB4QIsejDm2fFIUhYhrl+jyhTdnqaAL12vRLePU6zeg9a0G9oz4W2ONYYf1FuvoXGti+004m5fk8PWEW43WZlfhYbmy5Q43/MClxP/Tf8bRcOIYnOhtf2yxu9W67RlVPoHfKW8ToabG9S8l/QXbKbL4gIs/4q/Yalryhn+qsQv5xAjYsqV9G/9r6MI7uiTP6Md3Zzv96E0/saCGjj00PgaGHotfm45+/A99xuEbvWt0vmYtALYdRT6Gl9cpjXlNExC+foOhdECXWWJvZJ/9iRsb50/4MB5a2sWfxCi59DPO8dQ8NIo+jiFpO3yQORwaYb1ZwI1uRhbvEzb5lY6bbcai6xyf63F4Qjlx0t98emJoILDUoUsdODx22TE+x+lzzYx/4ZHx1OFx9gM/6+hxwtMPH+YeSwzFDxilByX04NGe/YyHhwn8su27wwflpAGv7Ga03igukOTpCkXrcvKW0Y+UyIcmMlMzVuMkaNmbseDPPjBNMc1d8PlmkK9aA+QXJTj6wSv41N/1taXZL6Ctgm/2vPan0daHGIJzreHFuvjH73/88vsfv3vQv0lbJx5pgmydWRNAY9T9i82p7Ps8fjWPsbq2YIz4q96qLVuQbf9zDncpG5ZvcUrr0ghkr5vwr6JaoPr0XcXCX0srfS5qh8GoZb5Iiw/nZ/zx3vOjQ2VepU/FZ+fnyQdZKYXLOs9914Ku/SlIqoM3QKuZMfxHO/34Lv1FQAM/j5xgr6jc6nui/Sm/0LIPXfYT6Zq9CXbQ1rjsli1cN7B/sTD7jKwz1IVeQ763CC2eH05xv2OhYfOeNe0qw5EBjRqe/I40cwdp1MTYDylvSJcOO3QluwPsCreJtkM1pP1kU0zhm6+5RwdcwTWfwuk2nJdu0j9xnRL3eEErlmVk8eQ3imuteIiDAzW5VTv3YUZoHpEEmbLP63Vk6TQ16GjP/hh60gx/1o472+/J9noBPXShtW8IIM8kmHjtU38Dn/twfH+Es7+bv5Kj1qOSV/doK7//8jeHlu3RCUnIIgdYdyixN+3oPeHgR0fb47ypNZyRWk9pvS6Jba15mpFjnsPX53JiqByJ/KzV0Qv/wed+PXgi35PoY3kAJ9bzqQuw6BU/AEvZOm68jFFDe8HhWk9nI45HnFG8dlVwmqzW18QcIPTmMVKmeB7rmvCia+QWXl1zIibjtX7WnghO4K3ElhmtEsj0hy6heav21/2jhC8Eag1C7jwXpS2NvJY6Y+UrXy9AqwLNqe9bsuc49iInsog3f//ZhbUKC1gHuD7JG38+9Alg32ypqyctuNcJ7U9/HoF6r1E4lK/zimPxNQ9qKzmGczoI60z0REBNYiZ8IbhCN9Pj8NJ9jLqJvGwMCnXRC4bjcp+kFhEma26mtJzWDUZZLJwsunkCLy/AAwc8im02HCmlsA90YS8YC+0kBQu6IiNd1e7Ehqe08yuBngdSA9/9UrpkIabGB/EpwuOTsIyOSYMLvr3Y9okAa2OvmxyZNAxN8a0DH2PwhWfyo4yCA/xGfoB8lKIpaad+COSf2YSuUN0rH2/Alr/5xdaQz3rjT2i1GXtFe6WY8mhXfMuL+OD0j0FPX6JXHcJiH/q0HFgWW5+lg38yzMIFag5HebdVcE/at22OPsWBOZlFE0j5rZWLkH+gfluv5zKTV6caydsTXvl7hSKf9XX6i1Xq/gGJR2r+56JyXPDA+U4n85Z7z/Xkqsm1d8dnYqD3PDDMMdoX+nay3wyCvUYYfnUz8zl5UGs1B23/Y11sFNDDP9iwvC32U9Z9OB1FjLL+8+lRcnvG4sA2LrIxyfebhKAjjRSK/kUBn/2QvmTAN3pPvhwKap8QtOdi9hLwvIn/ec2Rdulkc2nPcdp3cicBB6X6iknZwv7Rb9wxXesE/uQ76Web/YebKtD6E/a96lf+JwLlr+IX2OaSSMlzC/hoQ8bkV/0LTQiiK3DGoQ8sOLsuXlMGuPVgk4sQnCjXCKgdSrwie3N4q2X9jj09NOSGzxiXjfvRL//jf/yPX377XV9jJ/xtz8ZDZ1lpttERXP4oE2bA33gpHSov80n1b7og943H/hR85P6MGHT12RPiNjFrJfGsNbIHhDLPh6RsxvNpybN/1e2M5/bZVff72McXwb3yDjTrEP2td0Zf1YTvJ1JuxfvkHX25gf3N5yHdCCWv9Q8t8Ubla9XADTwZ/c1+/OQ1sAXU2nnG4yqIs3LfW9CAcAn4sQaHwnakozoyATnHRB8caj6Nx5qOBvzlkwxZ4dGPv3XhLhoX9pqeZ3d31CIXmXN9h9cXf7y/bgbAa+LSd777AqHGzAM9gCEeRW+K4zbgsXPyW8MjJYOHHuDSr/aWX2/KIFsg5I92vKRmF/avH3rwe1dip8nvEA5Y9LK9Q9+gWVfpbF3lZ/MXXuhOf4QuNX7lXMM/4974Nf4IzW0tmYqO82vp0LmBjFmSC34LRY/VG8wm1rU97eu08DnBD8eFynhwoMwnsIB5n9mTZzNutSYdg+D7gYxs8jw99A+D2AH9nM+MA+OPYh+PtoHA9Q+64KXO+Efq0NYsLkrvD0rDH7pm5lxJVlQOd558QEBiGDmpP8DCqMm05DMh4FtIz8dQIH9EBrjREdrpc/opz+DQRx41cTnLHLcsTf16E12toTWuqCbd+wwFn8qEK0fiU/cAlHMieuB/Rb/00M/7RgubtocPBIEHlj5jwGY/MOqC79zcD+g01q7p9z4vvTcdrWv8Ij9w+PM34SZ68gJeYhKdT/1Zf/if8ZyPLEcxCfyJCOty1Yd7c8kD+UrNrD3wCH+Ce8Y39wl405T3Td33e1burysj9xnVPZyHv3/8619tCzYTh8JVlvqMyG+PkzvTf1e7wY98ren6J+sFO60svsQlvoXvtTDj4SBd9HflgIxAGKXQ3/BHvYz09IX4rDP0U6w9AH9+sosH5WhYv1l8HXf+SK3YWKPRW9p6Ev/Qp0LZa0jBPRZOwClcS81y5XnKmJgfaztm0ufk/z4urC3CVEh4hkzeuENrToB5r+HJWXTKy5o1Ycn9Xsbm0G7bZbLo6ro9PlrP+OTehVFv+TC/FZ0EavCcTWLNddVX+UZflK1v2VD+6CzutccpvPP453w/pV3bzKSsJ47Keshzzrkr3T/Ry3oGL+4JOB+ovYZv+afNd/MXDxFLuDiFqGGl+j0FGZsvVHBCFeDNS+1TFyO96wUmrHnURbDlvYvBu5GutpQNwLK35wNGXFO8XazxBS16P67LiqMmeZ4DOaRNWe3r2sG8d4wcpIqU1HSZa0LkRYkzBowHdtoemrM+ec5xeOQP+LSTrPRlcusZfW2f86SCGz0e943sa/JrOcWip7wJ92C/xM58UID+K9xJ+zNtYsActUV+SYza+DumOET/8RPLHnsGJbo/09dIb7zEpzwE/zt8XonxA/4DwRawH2ObavrI/7qCK2AW+bq5WRz4vYCa7drI/X3Ypbh9OYXMREBAZ9VbRmb8L9+Aapma0+jAPwfP2teYn4vqhfehU2rRrbG8MpL9CpspHNd491wuKKIftTfgTzmIWoLof5XsLC7A9ibvTzX0xh7VeIcbMiMXmfD+7q8GpHdf0KtK8XfPOzoLS8nHlRw8Fm/5pj49XLTYi690d+UiJBcGF+DqtG0Qz7JsPjcv+U+fOuUTv9JEGxX0kk/cR+xhZd+aj/A7TuAWmr4CRsZAjl2JPxGtWJVC8PBhC8tEaJ4+ACNh0pHPOpj1ASwxO/tFtV9ZABV4aaWbbpKBLhQOMmXS6ZgaP19Lrw3d/diRsSs/v2FC0i3XjgAvOFlgy7XEsXTC59KVB8B8clx0uRDjq6zNoZysZvWjD5+83r5GjmTo0xy6o6M2PuaGb+tsHwAr+fEN/FP+0t2JdplB4b2+879NKThzLPEOh/s6fNBpFn9aTYCYtw69ARhZPnEtS6Zyk9HRjrz4Keth1sKgn33gi0ayphorpuDYt+FC/Kpc3q8hEDf6eEDhA45MDyY1F07IYv5FTsUkc6qZdsWYv+nA8cv8QZfKI3123N6N7SZ7dqGy1oOrjPTmDZDArvUIxAgKTdZi2JceWMm/Kpuq16HPytUAe1H3u1/jkKtQMcVz04vkq/riUetq8Y0PHEvRfPU3O2Ru4d9odBUA3Lkufn+x9hAb61drSr0Ds+jz7mcbaza6LOr1ii6y/U81fGGD1OAAI/9+8PBXdVQizslB44ioLrrBwZfsn/EBuNj+CEcH1gvmlB/O2w6BmLRoYoW6LQgyySGX5mffFsSvX8gn4eUCqer6ZAI814G02cTWsEBv1rbPn3tfFt60JXiv6uJRAsK//MW6WT4CB488lu039GV95AaR30ko5HyTBf5MDKj5s48lljpugr/7qoXikn716hV6vzNV3fAtJlkDKqY8/EUveFlML4jhWfYVD2DwwufYSq4FhtTonDY14xMH2LXoDNB2xJdzXJdQmg9CAEd/ObtUfirbUJrSPKrz/PVzbZid36Rm3ehFR/wAI1xgvScb6YAaeXNT2XTtT/ToB8y8PKlb14nYvmd64U/nl9Hwm2BxzoVm5tRl4LZTtl2Hpn6MZL+6Yo1eL5/g8Y/4u3h9pFV9L0dsSqjoeClPNPVsh9db4fk/zsQ3zdjMnr+8pR/r2fKVWLMHJh+dr0mcFjH51Tc6aN2Sfj7/5I2dnVu2ufeKZbf44NesDflaZMdahsXnfrMArmHbka/2jTLyXoqqwB++XssE4neC65ywbcr6Bz45Ev700469RVvwxbNlZe3LOhbaVa/54YQ07+gJbeiQSwnsApe99m+ZZ7zwp2Mf4hMVn184lwa311MhaZ2UDolFoV9e4ZkHm+jIP/Qxf2FWzXm15vkk5noPl5gG+epzk9F6tv7QT7tYT83fC4QFaP3or6JEFwSR9BQmtArXOV/1z9opzvxLMe+eP/C5L5UnxXv7jnULXtGX/DN3GaW3YJiVY69WfHPyx77ok9wBJ9cA1a75aR7ivfTA3qbHJ7OAm70nOKEDb8WoXXEZk12rZGmIS1s++OELbuymHV6puUGS69dpY+iCRz9l4oX2HCMF2AXzZg76zNHlT7Uo4FAiB953fQP1MmWHhrHQBe9ZjW9x2zqGW0/Jbx8+o3sLHj/UdaK8rxgEBm30Ax4b0g7v4FDDZ6bNXr91JkwKWOer/5gBDPvNVxrnjcLIye9RmnfHghCAl73umV7Rb9ZT99BlPH3L6nieY/T3OIaUHYXHmdTGVdevbadzfuNOvM1v55MWqMULO2tdYx1kLxOfFjPtGUJX0+PsQ6KhnYJM+vx9z5s493DQXtaTH4i+R8D6dbgg+5bjO2SgQ/Y/+0N0xJs59+0732hEjOtTT9zr4UMV+fR09DedZYuIycAE0dpbOshGz5rnZrDe/EsPf//jv/zHA1LWP9Zz5Ph3fRHBKtjrWXyYe3HIA/eHPvEm9VUcePP2eYC4yhH1pl+kF7/9JmCjCl6TxSzggU/XmazaZTs3sGttqHjUvGGsdCt+r17xlc9CNFR4sOsPh9wSVc6UrD5XSVtsLXupS+vUk82EcWeJCPlSUG3ODIQwZyn70R4SXtsTXuFTPtgyd79sKceFquu1iF7hpu3Fi1wuM1BKeHNRM1nFNXr4QabiQ5+9gje4JCeYri4zfgHFaem3vd11lf0+sMikb3kdt4xTez3v8ySeAK8yamJVu+KvOeNolLL8DELZrbigI//hUc1mIltFzFmY3wrNPJ/6gQh/vu2pzqxIkX8Q4z/lDucnzjmHHemmhqB4b0tOWa3YQ1XzteJTgh9QLoDJl/mftSBI8/xIjmUdY9zrlpTGnsknPHhgztiv+ZZQ/HPkl/NJvCY97bXffykf4MsqODOlcjP+dO2cnz62UK21qs2Ctbb0gsvj9VvxJxVSwp++9SS/nSD4ue4bB/dVXTwH44E87Q+48Ov+NeOVH8pDzTn2Rj58SA1edLzjkw8jGU9OqDNHpBRtPsgIlDPnLOFJLqRN7fU4c6+UMywhRt6kgWf0DP/wwwjajAdnjQ26wO5wwnPWwQMG7Sfywz7rjFIc+ce1bXi7Jl3apvDLvFfwBXIyLZoHXIzvwnrAOH+RwdCkSXuO0/ZqZT9Kx6ah9rJle+BUtoVHQR5fi3fpzWjh4/PyPSoTL8z2PKXBH7jatHx9oP48E5xrtpFvXmJXdIRHYKlvyH4KRHSG+y88/IlfDWoGGR7Zeep5QX7syBnNGcIQT7wkiW8g9IDWfW4rL9qJn7b87qL9Q96uNu98RRwHBhZbbiQ69Zhhgl9LXao1aQ1BQ0t0bM61+G7D62Ygi6HGxJJgrnXyQUDhoY/tYRLpz5MdBqtwk6Fk+OHsgK/mbaMdMMdab2kmnhyKGfSLscpn0AFDB2LCUOvDQi1dkrCMwOvvlJhaGwfRUCmh1X7j9TFnojOELBKww4jS8/K7hydvH7SyWLcu77DvUQf8ReJFl/bfkAcNapX913HGMrEHyUPzUW65LjfpV9weKOOTkp+HDp4GrVM2cvTjIqp4ORkeuD3qy6EAulqgc5PchzUuKmUf3vXcJvkvJTEL8F7mtA0/niWw5Nc5nn7wdr98H7pzHDxicwcPj9TghE/BsC05EawXNcQPgvBXM34Yw6vX+QiK/zQST3Oh7AclSfGo4MWKvEXvzAPZ6jxmbWLN0kaDDPFIKRkA2IRqc86YLHaz0MVJa5zXjygTxKN+MO0Yn34Ft9Yk4tLz3LknIiMiLPaEUYzvebi8U+PDvBDc114zaqg271eUyIzhpz6bPfGhZNp5l8KukGqMOVtfj1PxNb5w8MX0zWxPnzIHa299pS9c7ws5kdieGLnIYZ7oeOxh8H9oIanoYAi5pHi1TdYzmyUqAZgKH0K27OmUkf8dl3mDZK9TnSOHrw4RqxtVsiZXf6/RVrODhgxKHfy2boFfJo7wHIcXdm46s336snXsfAbwRgkNaBu99N8qVX+zmuOKgsQk3o6xDzAb++Ot6I0c+GdOF3wfkIGDU3gflXPalz5fLe0bpeK7fF8m+xqVsyMlc5Q5ufCAH30j37z45iyHSJdmqnbiYJ4b3HhXWQuYRp/Pqpv17fk6s8hkfHI7sHfV0s/zED3blOmL8MgS6Wt88LTnewbG6UH8T6qdQygYd78hx7rpQaNuPTVmfHlPeNrMPDhL1is/mFOQ/c068hv55HVYCbVuquDXLIwXRugR3tFp3ERY+SQ0YjILPPUP3ZYcjWfuGlWsF07jhoVt6vELTJ2ao6VX+MUn2e/TD63rwS/jzsOhu+HF+kKaTtYD6KxHQhYequFxF5Pw+GgdXbGVcwc+439kTH98lPd78e0nIVuXtjWxmzxK10KovTgOGvkjzV8Vvqr7vNEIfvzg9gse4NlXnB07Fic/+/CVEjdj4Wv54gsPx0O5MHU7Sa0D+FlsT4QP9CPH0/XOjXK9H75J3l0JfcboT72iK+PxYXDfU5ufRC9T8Q2E9+oslqcOa+AdjUlLOzZRpwSevs/t2VwDVM1xYn0L2aQPq859SLK/cG/H+zM4Pe4bvMsJnD6rZHeMjkBP3Rr1Uk0bJ20JjHLXObIZ1Pj0h9vev0MbDdPf1M9a1kODV33Iv3qjDvBwm/o/5aelwnpdEDTL5NOLjGaKxlldyv+SN+JzYQNu3VhQq5Fk/z6vhzAcK2bpmX9QmrF1bSWwNHGMDWVzEV30hz6HlOb1qoL2X3/8yw9/r7zvqSJr+jy6LQrLl25eI2XlYdvCU4PrQa7B82m1OZb2lBVYeZBgibkqjgt1bwZhe92JTZvusVVTqZTc+MXnEfuEKDrkYufNHA2v6J8pO3GZ55TkAiGf44yFnjYlR6OH2001/K5X8rXuMzyiwxfdo+8jxhVy2e90T9WeVFLn4W+w7Y9lHNfMbXzyte8NB//tejvdOfhAULGp+5cPgw+A2ME5L/foUydOS/2DmphAL4kaqT9w0Qs/+mG0azIeD2kd6/tS3EEs2cmCg7m79moPwP+jpejXOhWfW5fsHPc8/fD7fuinoMnn5FfqnLefMV0xblfYi+2Kc7s17pNgzQfVX3yfppjUPSRJj6t/xs0ov3y7GcTm2Db7sT9jP1uHJ3X9Pa4lz3hzLvYbem186U08+JBM1jFoWTOSQ4HvuOE40fr/tn2GIe3Q1Bx5plUCUfMILGRG7jOqCQc3fpnwO9gcR/tIjyXpT7zZLp6FlecENV73kaP31Cl6ZAz8wMJ7jgXmWradc9PPAnHqKCe/MeRm8q/kyF9aj3Yhl4ofls2xrFavzkWbz/ta6Ioe02bab9nwPu4bC1uuXtpjZ2v/BvAY8RPvYwfmvvavX/WpEwdAjuNjTR2MualwY+77n/XuuL94d/T6ZO0Q0E14lqpsLXUD+sTyO9eCLwKW88KsE6QNxamTkEVC/TJhBzwBIOh8hUccn+SAR37jA1jdBtdhwklTUk0jltSTf/EunO/a/OrQFh5Tufs2i8bmVyGMfqQmJe/O/vGNr4rT5mHvogAAQABJREFUbS/TbPsW5w8fNhblpRH5ZRuJWwe0b3oHjjcUAYIDYfYbfMc/FlO31efrfihZYLNIYvN3vRuU3/olF8pvgulUwkLDDdivvBvcMUiUeahSPjFTvcQ3gdNPu3BCKylqMjZZVA5wU1m/qyHWjJeuHOClj97xufHhVfyKrvCRM/uxveRfX+GPHsXn+jCOLEzMr1SAa2mqdw0rZ7Qh95vFlD+ySTx9s1LMy8byE+2UgkuyDKOd3xmO7p/F8y/dWCU2XLyY1vqWzfDx4bEMWDYDDw/aFB4wg9aoBezX4FZNvC7DTzvwAjW/Ics8zXmbGwjr+/4VI3jeyYY5cmus6vJLKSHKoiX4Twr00KzDVePBMxvLOVYoFUPa8QF68vvfzBsfWRvFcTZeUfpVxpYMEdlp6Kw4ab6grQ/kA/1sWqZI+JqTvOst74SD7xdf8NcDYPSJjieft/rOm0YqHtKPiyjyS/PbD3CkM7GzBfZn/YZo3qHMjaW/U0qHfpg9GGX9ubftxfxrHtD5N8ileD7sxINT7NjRJRaCAFSRpa6TEyuGht6/mN77DROJdzHypiainPx1xL1OCuJYMUzeUCLTbemSfuwHbh+gJqxkTH+YjCGnFzlQbXiKg3GdGYZ/+IU1rFia1Bct0vev2CUZ+d1JIwj+SeuvsuZB1DXH0I2ZWwU/sYbzdcTI8PzyHCFOwdoskwveV73fYH/hcXGQ8dSh3H38D/4wLkiq4RV+sIVu0xbi7NMGf8LY6Yo/tEUDL7/hQ/1ad6BjPd208DjfATv5R6/ISr8knK+1LwNFB/54R3x9mx9Klc/CY9bsG5ZhurLv5J5+dImewAtWPi4f4tNQVO0QqBm5GQ0/9Mv82LBg7RpdfVPW35Kh/bDn1MZQCzuOeE+epw4X2jc6k7Yedmt6SpfE9g3yPYyOTG79p9T6U3GYMmp0v+arjYEwj8Bd+KfTmyxr2+byuuVzxEDJ+ZD5yW8Awm/69y/1WV/rpggG1ZpLnD5xJ4vgD92sj0CMR/fiWM5Y+rLGOi/ER//4rc3Qrnh6gcSNylvJ8Q0D0SGWNQPdfGgCoyfn9pvoBEMPprDHS4VlPb7gn/93roHHn3VvfPC4oQHc6zhw8UyJHVnjwbNcEMQ+OrnbvvKeorFZoKOEH3b7f8MnbiNaTtFtZolp+HHu4Jsm0j/52Avkmv7Zr93GBznnQ/OMfvJz/nhPKH7OE+InXqH/rna+kWD7JmtTvVkLv1H49h37UnEEN7bV6HjVHhddkeV/qikrLu1PeDOOPsYloQB2KXjhBEYN7qyRFxhw6GKjEfWCnFmCHzzXQln50sjWS/IueIMRfsjX5uXmO3s48pa9nTeMh1/kD1ZuIudOVvAzlv5Jf9eHJrKl1ECpdR53cr1CaVWXDgW9vkaHwi9+zBF8F/uuFI85O3mA+xF7Tlz6k1/Gq776M2PRz+swxzIZzhh/J6+MTXjoWZTJrOxTV/8W37jcb5BXvuBjfG5daMh3XnP5KDHrfAgQ0niRzSfOWEpz2A4c1JToSz/jZXfFp2Dzm7Fal4EfXpe6r8GLV/RnV5Ic6RzfpY5sxkNj420UUBX5gtyrDyERq4373A5ocELlnvmsl4JFB8D2l2pG8PYtGfBR5u+Kb166Qs0ha+GyF1WnPIFuliKg1gAJww77ArD09ptjS5Pll/jHP4UjNG2rvPJyU7TnHnqky3XtH3/88ct/+6//3TL5IAUpNmMBQ+RlneY+Qo1v37Guld5clSu2skmvglW8YjO8vNdoIGssJ5VTHnizXMZh6kINbenXQPNC3x0H7MnoY+05bTAOZ2494txBEgPw7/jbZ+t8go7664WT0xOyKD4XaSwPsLytyY3pgzNtoc/1LYXcyfzHR0unVij3OOI/5gHt3M/I/RdJML/zJXQlaz/4CV7NK/XQ3+bgDPRivl0L6z25s2XVPjPPBuSEIrAIY88CjAZjPh9B0TE76csN+KX82W4ZXHbTsRFe2QxP0ckOePJfE6BKyxqUzndJWLoTk7zRLPd0bVf7ZvoVPmWLJMVvQ0ZwUwc/+UP/pV0YrxL13dELZ1li4vsKfWafsQAPvZALTu6nhH7W5zmIMfNVDf0Zx9iiZcPX2zn7TJ6PbfzTOiVHfBPwijll+Q04ks/9BsPlf+JQeQgd12voWD66cnpfb9oX2V5TJGt9U9x6IHzlGT+c8/SK9bwXejBkJq+82FbGym6Dnr5cfQ/99gX3QrjP6blLrf7MEdrAwMN2ZILv517i5LwQu8hIPZUhT0rrCa02selWGpaxOt2IH+L/Ob5gfR7h4XzWp/LRIV1rat64tfhOhmpDMddn1mzkeN/LWqQ5BX3JL0OiS/wWtvUBGOHEXul4q1sIus6czPyMvp94FsSzpPA76M4ucSJ/cj+5bnKWTYVbjGoNec50yYfZBwo/iTa/7trPbyTG/KjlU9bR7FsfYP0U9U7D6H8Sra+AviVio1gUeLEUr821HnYyvA8aMkYPf7/o9z389bIiYD+vDXQxcsNJJRa1mGryZae7or2rN0lZSCl1jji3hgp8nEGdxFUD44r4eEW3+gpC4eviBJo7/pnU+YrRxfvgd9ctfowMj0uf+OW6EX3/5U9/BQn4NRlpnZMP2N8pF/8MRriJrUbLghN52sl+gxfZd/0Om2xsT3yrSAl7+/3b93rzQMWIRZffitHDbj7DrsWDr13lE+J4iYWK+iOl+BbVjlc4XPOFxZQNzAdXoRQtteS+QzB+CU0klMbknSy3OGQQux3HjTtaWeQnSG1/gTXzVH6zSq0XshMX+PNHCYz29gWDFQNg3Cz+oZwXV9AeCjhff+VGdA1Nng/I5rF5T1za9Vc+hRbexbeYl45Xrh4XS2nqf3p5KOAQp+3vx1jU76SVnM/aWMqu+lKEbKQPjG8ByZtxur3Few7ED1a3bWFNbfc+J2JERsaOuvkAqGJ35ztIStbON9utN+54rJLSbXu3nGjf4MuKjYff9cJ64LVAtOQ4fpbC/DevZm9eHCr3jWGslzPaH3njw7uE/icg4SP8RrH/puIv5PkAHBtsjHhAq3Xl9OWzeAl5yYY0eFOnqFA6lsCZQT4IST7jl4erJqy4cruW38XTyt0ylM9Kbb+xwItg5makPa+v+9XGi++YX9mvyA9fp5Ta9sufelNQivPGSIHsOr7YEFoVJ/bUPSPrJi+jd34zlXxz8pv92QZ/loztGw9zNO3EsQ0N+KauON4MsNTIKGZrVp1gkU8zLaMT49WuOAe/6uaSbxIwg5PzleLsoWv+zrHZJ97oji5P7RsEcw2GZtoDffE5bMYH4VFpkF7XGxh+mIzvHorg9ZMGidsDRulAvt3RP6KX3RbGeriz8wb1AuKGGHrmt7S9Nt8crJftTY2N7A+2FTv7oLltr1gkHoFDHv2APYy/096LEW90kGGZ0pMzyDf9w8674gtD6UCm3mPcUEXnJmC/nAVZOW8Dp6/IL5SFD0h/XkfVZH2q/XrjLiI17NOsX0LBznpHumjZqwlsSrO4wMJDNfqgx29ffjOF19nmOWmmHTjoa//WIrmA/ODShse3/91fxSl9KBl3p18sG5+I5lUp2isOMP5Ce8cfnmu8ffpsH7mVfxVplBmXCoFirKQBld+oS4lc+qWnckt+iR8J0Z3ZWaMyV1a//Rj+r2r7xrm2r6nv8KNjfFd6bhtOGvDBwYb48Y5H6J7NNcZDF9yzhvbUZ86d4JP34TXxad+V+P9O//C5ozth4T9lglM8uAksHykrmMsuh1tPukKq1/CmF5vfqxt4k37y/Uj7LT6RkfrkzZrC2OSTNjUl9Un73n7mUOZR6vfSR37q99I9w4MP+yn3dnzN9CQHn9EDhwd/99n7ipIxqHaiFY96zTryFgdzeUPv+Ot6qpNcLYjJ9zMvQnMuY4G/R6/gOM7DQZGVfLP/ZEP6oaPWEuybpBP2Vhs+v//+ux8Am4djdE8VXYzni526rzWx0Y8PKYArj416Yj22lV0yAHz21B1nMHOW8P5kBwEtnDOcltvA0/85z02etHe5yt3w+xaXf1iJHN0R8fnqHjN8iZvOMbp/gJ7k7dJRKOScb90xZjcwX+45Blr0hQfPxS8Io84YdeRnLx5oP92Er07P2h82i8jakH+utXjLR+wl3/VwgN+3zYMbJBmu+33R6VV+1L0hxVR+rJzD+fKp/jnOqlPIpeRlYNTQUhhn//7Oh4/8ptjKFcbK532dIc7/J0s9U5C+Mm1qsnwr5WhT2jS3/8mX+Cw8z37kpyaqBNRa0dQf84Yz61lsB0BykzMqDyZBNPGJXf1nsb3HfgN6Iyf2pX6Dw98avsjgvvgnPlyGo/ybRWrWTpcz472w7Tv4PV8zMLYMzptuJz/7vzfJrVetXf6AUueZ72GNzTS6ZQ7D87kOU+LrNusvDxOjC/XOsU3L/LdZI7+CV94jHWvQvHSt5LxrWHA3x2o9gwcveqX/kdo/HSoCy5D6r3iV2ytulRu8Mr+wKfAp/Q42x3+u/T//5//8hYfAr8q0Y12Stjp38/8Vr1djd7FZXwGdRdPKyHvcuP76+VfdCi5N1kGj7g/gfcuC6cUAJ5xu8PuGVR0OThwI6z5UXWDz1cmeSH27Fn7Is2SJWU6BUDPmi2R+Fw2TBxwCW0UtXd3702Ue2Re+nnBC5kLPB7NQ0M8TPmdN2QtXuGei/qVP3fKuk+rjhOhe02X6ANa2Z0x4YLNEpGESWb+pS69s8e/nqVd+0rh106j9jl/bcvVzkYzJvpDVp6Xg0yQwVdlxKvwOZMwVBrK2HBP5JbbBr60tfo2PxsZRg997QPBfX+R79ZHCtOOVsp8vZZlBL0gY18NW3aD69dffpAtPiATTYMU3+KUDE5kbOX63V7E2/+jqTr9sm/AJulDwYdkbWPV7lI4KX48c3SHd/NFnCw68auWJhsM/Y5KGa1QqFrn44k0TG4fxKaf6axKw4aUwAXhHjWTBNpt87AlamyLZ15t/jEeua662xAi322zZt921bQWp4oVU/DjHIvWxRi/+gk/NPXB8FZ13LXqED3M3R8lUntXmWXFcYyJBm7lwbp7oWzZbDzMoAejCJ44+K28nzlr3DBVtCS19E4ssUBJa/lJMhOc1rCdw0fHQHB3I7Tas+cHe80Xj1NiQm9ylNbJZqzAQh4le6wt64/7vP/7NHU21fzXeFzm1/Cxc4sU/0YJr7sigIz7MJRfJLprqhrfxDYI/MWxaweLbori+4hbWQfTnnYk/9HvoP3RYyw1Y55jMQMMksT8hbEhsk34wEKxq2vCtG9YMbT23Pn/lR97atrVGmvrxpezWYzUzlKwVl34w3iS1/tfaU5+4xndYQF2WNqr83X5l1HuBDUFJ21K8CrviEsr7utZ2e8s2x/fU/Kv/oxab4GAf+UT/Iku5VPSqi7WfLvrTdHAVTFH3P2SUn8pay5OJfsjdKkdehGRqQFdfV44OnZvZDKQTylN5yVet72JYTuBhEPQVCXnbMqF5u0Sf1NH/kTIxJLdol/zQgR9avCFvXdcYfNNw47Z6oZl8aANPDf4sdofzfft7jTNf5NQv+hEn1hTSfGTZ0hF8+ET+or80tA4RIK0BXp+8JnUSdP5H7/Aps5A4dSM+yANWciMm9PRppx9+qQM/6bJHhj7jbFD8g56aklyrvavWjTEFhYF8o5ousoHMHKZf65yQVxqWbYxVWQMXHRgrW9qPjb3hjOMk/fUnixmbuoTEtkVhAedeVPtJMDVfcLxKzvGfcYZAnCN1Wlaj9K0KJ2Qvgi/D2x4zEjFnK9sCq+TDZT8rzFevU2fwwic0qy8ZXGDvd7DLPa0TOPBxLGUPKqAtc1Dae61+1D4SVNsPvGzYJycJ9FXaPWLXMM+FGsMHjkXbDtQwoVoHLxfoSC7Kb4IypyiIJAIOj/BZI/ypJa8xhbC10Pjy81a28qlwoacAC5z1ir0hfesqmaugZ6+14Jx5hZ/5y83bczx84RdZ2bue76tlv8etiuymZq3x74ct7W4bXkulc3Jg6jAJIh997Fu8LUHAnU8d2IqBfKdA+PqRd5HK15oZPuvyhkdK1oHsNplPjifnLu9CpvK5tTIR/5pcL8WH8wkl/lZr+b18R6bL58kDY2MB57HiH9vMRzlFXFIYs82ZoxpA1vRT4qirKpM5dzYL+yjypyzjiQL6Wj8JHHYx99oOtSleZtAhfbWnnkbql+iW8fgmcPMTPSWw6G7geOHTxuGTetIFNmUAW/CsY+guU5DqNbTMsqTgUkef1BmbMmkHd46b2YuX6DhRTvpTbvqhCX7g9PmbvNOHJni+Jug1B3hwUgeP2JeXNk7wU3M+I3dyhtu0RWMW5Kicnb0a2oVHIJSqUtvxmHuHpY84gNFTFhZPC3ZQyh5yBnnVB+7rvcahnxKdQl/95I9WfYxASzFza/gwPKjDJ7Dw00QqkOiZWfijfu6n3oSwlpMQfrBecgZdzs9Irk8ylQ72Tc/fge5mXbeUHctmBYk2dJGDnYmpXSP7aiUUm+Hf+OOz3tgffhWT6JJ9TPye+NSKrTG8vwuyv/76VfeQ/tCN8Mcbr5EfvaHMWsrarxWumWl1Zp8qtQTDZta+x5gWXHlPTGO09grnhZ3Cen4tYuXidbN5ypsFs29r3PuQcAsfjMLZehUer5kv8Vvq2mIkKaYJd4+VIuaKTzFQ//kAj2WO2G1JoFWcYrvlt1Hx7QoRujWxc4b+gRv6DYdCOqsKv8LhFXprvMYKBxjKF82dbibWi08LbRu2DNcY5TM3KcDzPIWhu5KbNzDthyxr78yZkXOC8hsOK16l1tb3R2ajrdSLdjqJgVe7xrj8LrXPlcNf8Pyi8+te/0TYFiQ/c++BONcaX4lZn8QVbRsU38ZXM4fSzlh5QK8SZ1h4zEAvpGqAR0m+RV6NVpzSNt6TfFt8enz3K0cutIpDxuMk8oUPEuWTdvMMmjPQ1CPnt5w/c34Ojn8vXJ1n55PgwXvlBzkkf+CS8AdvyehZUu6s/Ii/KhaVhLyWP9VSkmFbYgU/Sj0fqDYBIwrOLdYj/juvM87gaKuJ3PgQ3MQvWOljS3RMHRzqO9hHxqPDycdwriV6nhae1tly0dIduvC4letcsaZzeLWTjvAIr1OXxDg4pQT4xQYfUYJHe+VEz9vkV3IhMu50h77grDAKXASIF9cOn/pbd60PPtI/Z4AU4ro3//AV1xskxKe5OTAguK992gi+nY9vZeWegO+NCIPCm4Rui+S6IEM0nAbqg5FFf0vzBIgefhit2nlre0tufJ46MfI9dvOrtQDZhKHMeaKzx8kXCCveeGjzLFfT39d7xKAKsUscUwNDt+xXWSoVJRMh6y+dM/yFyuEDy34OsZ8L1mCnUj+fQZ9Aagozvblm83M4kaArJXjxEzDG1gPgIDJAycFPLfW2kR5kPBuLmEymjCeXdpKHatfliEoS2ud6FEyk87fNzMiueWhYi3hhz6+wRIcaK/yahHKWAkPhh8URMCdnYV5fORj6q2WtSfnjmc6hvOOJn/M1J8ZDZQqB7GDVpKwD2P6tiXggBKmLnFcgmHOWM7ZT7yRkwcquiU87yVN8rzciTlnpk4h+B9OK3I1iQh5mm9Tv8pAh2OLJwYNgm6p4iQUacu+OMSe6x0x688LE2+AzTxnB5Uxm6pJHbkymabMQQEHelJ+KH7Dg0K5SuNW+k7vw4CdkZF837Y2RlmvfhKKljBTdPkZesG472OkF1CKvC9tJkLinnuPl03LstHPivL9dGwJfIcqaUvKgHoF7YFZxDS46JIYPqA24O8QwBG3+aFQcNpescxsyWisW5ISKD1ev9S4BjT7yzHExj8ol95NWKFhOL8LxyhB686YJyrKzeeMj/vL1fEYCT/yA2803vM2H8S72A6bd4AbnrPWMyjMFN31SgL6KnjnLHwV2fR51H4BvwO4rm4Zf5zFqyaoa+096xUybbyVrTWBfw2/lA90g6GYdLdCp7JkqsQdwseEDjOY69BwOZNFEcxub7uC2ts1lP7NeemGd4k0Lk8bhwakqbrtVL+hQ+wMO1J8Qcmuir6crHsRLvG1r0zuPhs+x61UJ7bM4eVw6UCObm1/WAdXE+BndKdM5PICRWyD5euiZMS7aaEM7x6EpHDRIfKjpH8V6Xn0043Bgr+6p7+YdeYUaXRfhaFg7vTjvNJmKEih/O+6E+CxXvngZpKxftbfXYfWqz8nnwQ6x2b5LWxrdKXEye9KftGcu35GQP6Q+6wtz866gI3yLN23m5B1m6Q5+DvOhiw9T31PfQ6HhD68TwW3jvRKMsxZPWXdzI2vqStsWz3UYeyMRNq82dvJr1McKfx7xY124LVP9Jyi3dE+A0S/n9BMNnyhyngO+VpnyhVzrLR7+eCmbe25jy8F7ckwsXskB55O/93RTzlhs6J43cvwCk3++lkKPDV7jNFjHwLHfhDP5e6znOGsUOOY3OOTi9Rw/18fIGqSl042PThnhjW4ZO/nTx1/oM224yFMn9BMO/7Ng64Jr2GHAt77+2/h58HvSv9VPnqIrZfeLMvDqXV+De4VW7Ooa8BzZ/We0G6N0eSUf3OTv5HfSvBqDR8aTQ8BSGMtN0jNmyGGc+pQZ+rsaXOeHtE9OnXjhfcLpz7HofsoPPPSv9DxxQ/OeGlpsecX/FZ/o/bM6ZD0PH2TNtqK77ufQDv4rne7GYl/Gnulb8F57H3TZuRY+H6mxK3os+YKlAFvwBgb/6pOdQz4nzxsqYfbBOnIgy3ljwj7I7iW6b+z2vGMfZWs47ZuyaadUm/72W8Y+Up/yJq3H+kg64e9pQ/v77//Sz9V9XXsEe8q0YfIh/KxQ7yvPbV78fRDb/pp8F84EPmmDW+vCzPlaKyfJyRP7xyWP5mthB+/0e+azz5hC5c1pefMzVuT+Ul9S3vrxKe92Ay5BrlW5d8006aEN/1PvIEX27HOCoDyjCe7P1vAN73NPe5PnmEt3uOTq5Jn9+cRNXE/4XZ8YO8/f8P0rP4fvzpeaM49vHJXfuXfw3ikVxn+zJh6sm4lLathiFx+y+fW3X2/z92+K/iB5xYIYoy+6+XyvM4DvgXR+JFTPV5wS6w+FiGbGN7ZXHJpT84UqMaTt9Z/GTxbWqFki+5yXE+cfa+eTv3/Vvc9fPulDMC5bp+ylW68tHZ99pGR+pIZ2uXXxwt+r0/mYaD6XdvrxOebjSMVeecQ+p/0cW+/9z2m5dGb9AKdsKZ5XmuuaC8/4y9ZczVxKFT/ZH+TIa4yKw/WcdepbOItl2dL8/NMfGtoe3nizFVuiRq6nzr0eWXPdWPFsZqcukbHxrn7KeOptW2lMjCjQM3fzhlru4hoOmmITve/uY03bo9/yu7ncv8Qnc/RrbhxdBCFdGub7z00QjSa12pOpk0p3mJ0bwp9jkHnhGRtDxs9NDziGLX6ez2V2aHIfCrx6lxYSkCy9ddcr91vicEbXxlq+tvO58Ldpojn1gHe9SxtqbpWjfEfIfWAzHOq+KGCWTRVu25h3Srygw+aykQvfx4TbNuIoHhyXTvC/lhovWxjhBridK5p6FBASb1Dv2MUjAx19A1aO57CYdyCIcT4McVXFPRYVHk5VUvBAg4egZQ/xz+MJdFQ+9Vc8fG69+PSTc63jeRWgPOChovjHput49eqNDpEjfhwi+JpalZ1XwdW4/cQCVjChW+eSs3MemcEpTF7LPtuCX/xX+VftM17F25SHEfG7OOoTla3PI/kW7dajo8IH+eVNEPntA3INv5cP1zshGe4CLXThEfh765JZfqZNzt377Z6jv95GBPowwCrRJfUakCmBpc4Yppcd4ARa+IZnsdHQ5cDUD4D1+NVE/lSR35GmGzrHTYH0zU+rSg5hgafvN4dIH/rOwtZHXjZP6OtJGRB8x71M4tT2qfnnv/kaft6hWnbxrsf1APgd642Z9QsyyIx/ruSSsoPGJDao1oApp2yteZK1ObFLPTdvaAOffD7c1kK2HkRrPWKO3RV0mjeOSYeRKoMEW+sm316r97oEfw4C/Jv5BwPbI6A0Mj/moW/gaI5+/dp51/QsvNCHnwmaBzCP6YVf0zU7tS0V8zrQZJKyU+NcoPA+NejQ7xqf7KU5PyxZB55j2IPwYW+q3wXRPsUcQe6LsuLJGte4eCLwyR82gU+WEtulbKETvE1fSBM+14VJYxzQQXijhH/4TnRgnLvqIWRdDHoPtSr4qviDM/3Mb77z5goFRe6DAVyzdspP5NLSjZwo28Ca7X17hxG+hQKm5LB+Nzl7rGR4X0aI/ueCKrZf+Zl8vWQs9Rp4Z4P1fdEiftjxjEVyxD8TgWvKhRd0fAMv5lK903/nRRAzr+NL7M5X+USP738qELjWrqGhUi4U/+rO19BR4+vv33SzR+/0BNf7K7o2XeEUNefwi4zBNPtGeOeLD1LzCeDsD7EFcovRS/afwXI14bnzaIEfG9LbeRHdmeO9EKYO0Skv48jJmgIustmz0N22ya+w13cLec58Ef9P+dpy1jMXDGrZxB7H9rrZCK685smnyCycOcq0HklzaarTfehgz9zkN2TVa6eqWnoV39gIinmLpujR71qW7NYNPPu284rrkVmyLxqGLqzZ8kG+5h9++DXrd3ycfuiobQO1/eaRly/wCm59qrnQI4PeGm+f0uffRf4hhfgwHtpj+JInjIE7ZQZmSS3PnwZWmnBzmyMQGSPta961vVn/HGTpi+/2e6RFROzXm/6Qsu2r3uyDXGXOPyAVY5KgEUaFLV9Y7H2Y2LHGPuiW35JLi18xeeazIWI1wytruuea1kRNOuMwjhWl7yK7xqXjyqj9NXLn7JsfPh04odvcq/VK5kl/0mY8v1XIeGzMGLDICIz6xDtxoEvJWPofrZHHH7H99kM/4fPCN9ExMs9+4FOHwFhzswaFDryMA6P9OKY50Esr4/VVyaXzlHO2zz03vJc8kupGZvjkCiH9a711Ah67rji7F5kFudq4se5b0x9XjD0vr/DqQRda5F91uKMoGHihAzL5hCq8EtOTJnjPavC1knj9c5v7NR2LSRM9Io+xwK7nxklVbeJPiM8SXe95FvaWcVK/3Wf9/te//vXLv/Tbv3xt7q0Sg83UQ9ZtP7QBrFfZV/KJv0HeTdZIzhL4hzmlfYs9eqztaz4MP0d27KXmL3COfF/0sw2f9CkKfkMQuD+YoM0rNAu3Jyny62bb9n7f1ntUW5Atr5Q1P/bIofskZDwy1dDcE+5YWybue9uLXxPEtjjwHH8v338KL3t3+G2fBXJTc8C486F8VsspZ9haQ7a9N3wEiv3By3o3r0+iE3X+lLhmGLrwiRRFkowvHHDHOm9g92mb58HPKT7k8YB1XWzp/LLllZ3m+RMv4XPakb48tOYD7MGfMaNf9y4JSZ07BRJN2QVN5jjtVco1q/uzjckbnfG7iyr0zHkDGLrGLs8r8N8xv8y3bSrmso1zLmc58+W1zjbhD4Sy8mnIKX6tZ+Msug7n6scec/v4S+L7jDJyTryCZ83MPCmdiS0ltNUDhxaJXQjODeeP1lp9Gxd09cwL2lBd+Uw9ql2I33ytysqPg0oPYs8ecuqxOT9vTTnPsNDRemot4aMc5Pfv2vtmSJDtnJPxZb+Gmcv6z73mr1zAUrqiy/o/ay5HeEM1HziDR33omj64RfjURl0L/+Dr6pHZjFm7sA8a62fdWoHSZgVAVLoPUL/XDI3vfUKHASqhT23g8VJyCveHboywChvmWEktXTNnPfP+3XqZv4z8oWsx8FPwQdbfAfZcZk5bTzZwlUlX9Hs99LMm8DVA/FzaDX/1NRgwZywPOZYw6bLaTSaluM+P7M8oqBLZ1PnGJNr8gcefThjFIPx8luDiU6dwEmc9TCy0l699DrngRIkrsB2KEmTRXdHYN90gsxaowwS9wzMGeHEsjuRQxuU9icskVONJKbvBfIH0hFYqnnF4wJyyvYeiqj0rWv1zMi7dH8gNwIf11RXYaAb3iNh9Y0Y2oegSnLK9fLf9AOvpsxuGli4P65NtLHCzEE4++UvJhUDkFXS/koDY80U3QYNT+TJkkovq6gwsXysHtDJlzQon1hUiWKVozQ/dRPO88JC4vjO/dBGtHbHzYesVLkM3g+hv/J1HTDT1wiDkQ1NAV78vpJvGlFvW1lajDEIOvJxgxfMUu+ZhpslFAvMcwD6A0PNDQx9UBR8LEmPXMnW7jrzVi57E1X8i4E0OLNQ1p6/5tfDLBTh4iyhnuv8IzqIH/yvZYNDsejHeA7ulpN5LlnLHb0ooZbIpbOS3W/Ogdo+tDcjRrSw7cYbJrbt00W+0VCm9/tf/+l8+bJ60H+07x95DxJxVYeZ9YcOVGvyV3zJ/a33u04Txzxfwz7luHBnttbODPOfYyvOT2Zv9kUfgXhwr/VmGjrXuRHtLBIcDHxDFm80/Nxi2/vFw57zDlwf5nb/KhZ3b8qXmfC5wHuVvm/BLmUQwCs7XulTZeItHoy2UNTBjOYDvbMLPsTvxZYe18bgGD5XIn79X3maQ3Jn6BTZlO16wk46Feyg7kY92+MHDF38izeGdMUITnwcXFt7jWkyLRrinD9kSmnIckEKeX3UFn+cFwVxEcIjcWOQXuv6pQ3z0AZb2xrxvgcffzvF7vKfQm7Bh61DRpPRBzdqcN6CxdlpXH34OZiIqf1+5RVfocjPhm36LC7h5SY7XAq6E2B8j3JrUCU0ucsnNv/AECI/wwZa7smUJ4QnOpAPf66yA1HVZoQ4CkGdbt53h7zMDYP15L8IhdLuujl/vX9Ct/yTlHuedUPtksEAH/M75lTGvARpHw5nz9XMpg1CjyQOu7eCTOE5VEoMJg+8st8elRsBevo7duk2iv9HefpeV+s+Ft09CNliMp5mHHOL3q362xw85ZTN+Sv4dqI9dId/54xHxCkGK446wLrHB+WQtMlI1JxqMsm8Vn8TqgmXb6wbKBU5nXJA/vX4UGvtrboKZzM4jN8RXvvqiNYFTyFAdtGvps0w588yOK+rubby7vAsefsLnuVGkJNXqywrMnq43YSKUcVXgVkQ/Fqe3YppYoVO1d4J5vglODvGGI/R4i19se28Nv6lD0eE/CXO5Xr9N+fFHI64K38GTGzeVZLJJ8e5MXXiTF8BHPRaqGyf+e2jCIbxtb7vYNwdlZj4hHdyfqe90I/cMlwvnjWZ/hZ/PsuTf1b9btrwr93l/AOiULsXrm6oqPrk/FLrYmT61be5cD/wOL2OznnaFZunUvCc+bWuWNFbnjsdJ86G+Fy5RaOGymOMiBT39VavRobBuRUzdbhH+ASBnle/6+R3Kl6/SWetf/yT8P8D9vSyQvxxSQRrd93J5hlcPf//45T/0APjLePirVeAZieEK1coPYlHxEFW56yXtdVAx7wVTbFbhhjXpUTfQWWPKCyuXW2b6IYQHf6Wfvta63+w797Pgpq6TguhGPt7vjyQw9wg093WDnq9RtcroCTPlCuYD4wY/Ppn62UcmALlK9Jx92tjwf395nSOn/tife6rn2Nt99qaNVZ6u/slzjm0KWq/15TwVGazuuc6E0meyjyc3pC7hS8cfwCiwX2vuDMDRvBtP3ky+b+cM9u/Eyt6WsxbXfH7TrJh+0dfhmh83/VRKTrLbIKBp/KfWmUPcd/kbIXjQMXzXAPHXGcifDpag8idA/l9tvYvJ4vOORujRgb/EAjh/WYrISaJGFMAL3RQR2I7RHL1p/6U3+XA4/axP/tqhFeMbzAUq2aurBnoTD70pQ/8i+24tn1Rpl2/TQ439pqENPVq5phjgbXvFJ35MTg/U1eRNrazjxJrfvKf8+U2/Vc8VRCsGt7JpzxcjnoobKP2FBmZqrkE45XgfE019eKR4IcM/R2aKZjAqxuvBJpFHV7TpvOizafJmkLmZHLE3WnVgNuaJ7ieP9KH787seIKnYn31zhu26HoCWXsFPbR9agYLwdcykG8+ryGTbJ96JFVjWsdBXDLrbVdbu5Gr1PU9aVuaMCYQGJv5vN8iFq7VkWFfhTfkt8BbGGLhfQ+BfLGKzb72ixAPj6C9iysO4ofWSsYD49GQd3pU4Slr+eGddbvBIo/6KyppEhos4Ivn6yo5dWC7jAv+hqK6NVI7yJyDkr7ngRi++coF3QeCDok9Qin18Uxpsp6c/4rD0mQ3oP62HMeggHrIB10WHiX+2Nw7+ku/WwlGTCPxlaxPfXUyyKO0C7e6VjowDxP5aVIKBro+FpJfPfO3o9DQKk4O/FMyVtIu8jFGjR9kIThGiz0UmTFR+1e+6cPjloj7+g4KFilw1mgaYKB4XjA2w9v3iAZ8dU3oUDrexv3RKH92CXzV8ilf1p87AK5egw54dP+T8XCke5e/IDm9cxmHHGpVaJRN/4ATGZrBbhehXdhZu7ASlLiSKtrg386ZPFZpsloHP+kZ8D9ebQLae6NHvIvQNX/KKDWQXTPLBRuogcx5m502B4AlLLIoPevCJK8vrnKqxzb9yf/fju9SQObcWChdQ5WdFXm1s6sE1VxdyN9AJJE+ec/DSJ6+JL5ssBQo3s9gZOl+Yu5oPfdidGxMPKrAjMau5jirFe3JJe5kiQLD803npBDH1YTNo4cE8xRrkZh1bYQg/1Z7Lg9AHkYzDIsXBGGt9w7fNtead62PIr3VdMCijDMZ/vImFMLHm4CO+opzi3+kSXg56Z22kJy/43qFXHTpQ/e44qStotb0ObyboAC00iR+xPC/ANsVjy/Lse43JFPwCfR1qMLbykXTAUn4vhxZtZBq/g0nluao6JWmU3PvEg3/pWxkZrKrh6k8BF6MGqsN/BKok5+0v9YFXDnn4HS8V/yCGT1kHlHXhfWXNf/mBgv5/yT+B5+tmM2akHKTckf6twIof+6dg8HKOEmP982+2en63fsIpNzlBzO07vIiJen5IILX8GyetH7Iip8U/VPXbIvgofkAX5YPOZMxTPkWYggaIpNiOjlFBXr+eesQPtRZgRsUp8Mxfv9lLn04JPePBQWIu1so7deHDpz6SP4sOXfEL/6nbDuf+gpddoQGXvcHDtCl+I5S0ln+4web9Bz9rKDp4rTIyL/FrycVM6y/51KzrfE0N1tP3V++pHR3qIRDclRNRWr2nRajYTthct75tLkL4jwC1Va+B4ohdX/0O0pYAL+Hy766gE3uudRceORzdL3ux8nqWOfYKDq98gi9rF5yyDtgE8bat9pH05UamjGTNwX8U1iN4Aackv4gvNsyS+MWHxm/7vfcK3zdEqcXzu4TDxXoJmZr96yxev5tPqpVPnf+hySeNsIuCvuQ62eRcEXxMzcIJj15zQmu7odO415huQ5Q+7VflLbzYljxBZtzqvbM7+N/vpJYwv29CrsdE+LPcoSMl8tI3cL0UDnNv7QXEVTy+xweN+wVfjPCanwSSjn9p38Obvh4DXzzsswsPcqaZGadkn2fEgaFmcK5Q9/xGESzOn1ryFX+fvyqLsEnyOWZwjDKWlxD2/cKFT/L4bNOnzPGCCKZ/NZPhOvotP3jOXdwpNN5/+Zd8yPrMmYcYMc711SzTRRP+nrbnpoxznhKDJO4M3MEo9pEn9znSPkB/VLW6Nf+J59QfXpFN/ZHi/RPj24fRK/PgU6+/8IS3+SNP/7LuQJOzQ+T/+e8//Rum0WXxbf3OfvDu6vAMTeWn8qx9XuNl98YJJ+nW+6/HFPy67mT8Z6LePmj2a6o5xyPzWkcnatbB0rdkZywU9Fmb/ZNeBF3z6fGNahG256np2rfw95rl81dxBhZZK0Mg1yT1/icgebz1K7pPdXOkdY6Ws669igQ9dQCLVZ8SVZK3vlYQPBGIbkZ+8sLDUZ6JIis27Njf+zPfCFcslzTzKFheMxbOJ5y+1jB/G5v0Vk5ReHM531JVegijY+BBvaT/zL4sFdkLf9PXu/7+u373l2tf3StLhMP25ON7kcqZKqW7UmyVnEsDShwWAhKanCr+rOsfjWn+o4XHZLvXU8WU2c+ZIfscAUFH4pv1rzDko/4ADP01X7YCK28WL3Jy2RSdal8xjq/P0Yhk4FPFrH/687Vt+aBsQQhrFTwEkUu3fHVA6sIcYM5Qyle0gdEr2qkTeLNkrN7E3HliZ7MfgBlhqUNdMtP7aO382cnR5GUBnd0K55qPdkZA4G3HDKiarR5zj1J2yi9jX/CA6cEJf5D1Bxxctb1/o6sPBuUH+JFzq9aJl0/oVdCoywLyzR/kQILnhhpdFr3it87lbfjd/PNZD76wlyzOLe5aF65oSje8V/dJhIfa6DVKuf0av5K38UKTusaT32U7LBnnj3GfCYu5z/+ffT1T435DsHKy73I4vtCQ3m3y0FC+OoA5lwfpadyDIK5ZC0q/4R+Z3mrKT16YHWNI11ySY+vUL6B0KfsX8wXDtTW2fWdfyNZfiTdgGUl8yQP4+8yhCVC+Lf/UhUvFBN1440hyIv5FetFEJpDQVA0kBZ+3+PK3cH2+jfFChF94LjrbZMpl94lTNutKj9/SFqrH1zcvVfBOn+ErI7dceuDEhzw7qTb5BA8TPOgHHYX4Fv3Ox7UWF8pe5+l7/b0mVq5Ho2vsrNxpJk8qchJ8v6HAnxBF4/3wN7y810pXrw/wIr6+Maf8YAIUyPPX6yI8DWWAc1uhgapoecRylVPuL+QQQaZcA07uiST7qRcMsy0i+ERPqPGD/2h3n/Gcf8wMxC7xP93wiS+BpR0eNlcyaq+VBNZnG514IxUbNfu0/nJiovabSRU/6Nna4Gc9bSSSqhBPxqLLQxyP9T/xFzMzyP2DT75GLZ7tcTvk5DftO/VJP/pEJ+A5r/J+wFadqpRgdeFd0hSZ7ppDSJSkDuakNuLx0mwS9x7V0agPDTUpANfSfJDjaUmuhcOrHnoc5Zx0l2GCcQRpjoc26jDG+cNOipGT4MPtq4fgSyDez7rsFYlK8YI+er9WBylX+c/xcyOm8NHzVUEf63SgeS6JcN2gecXEY9GPuphN0TlAceOFXPJNCFA7DdaEIUt8QKoF3dw0W+FVvrtXhLGNw8Sd/U2TSVTxk3jJ9+EYra12O8LMoLMGm8FNKxNSHG5Gr6DSMXjw3iW+Dr87ezO2qR5bdzh3vB4po9fjyHvyz3KdOPBpv/n3HXQ4GqzB+6yLRsqr/HQMrXgFUxnheIVZ+bLGzCwvy63ZpBtwcYLWPoHXDR4tFlqdlJ7wY6BpwvOorz4Gdxh44NLFTtgutyDPBsoq2iI/RVYfG+Ctee1kVfNSGO9JdIE/79QB+/n4Hhm89SQV9b/4Yib2bpszhxg5C1g2XS/zgRRGY/dduVsXa87eSYBD8TK/LF6CJk7lauF0nK77pTyoRcl5+U5fPtMbTfbmPvzHoUNEc3+KbtC8KuC9mifQcjPCNx8eGD1xsPDIg4xm/X0gb8DbOpRHzTNMb5hljcsQfqw8J64vCEPwpC79GKw8cLwHv3tff1zes7g/53/NVzLiaxlsS4jbjO32h4aVM5svlJRnc32M26zYVvI3n+KS18CnDhmbNeNDbQ1d7Zq4d+3I2WOl36M/iy9WeixmNGH0DL/0N98gQo/OW0/afFVznT/B274BzRc342Dv9TrsGE978I2MKafRLrKBeZ2fC0AQRx171gOF4HOYVcn46X7ke20zGi/xb2sd5c1lv/hBqAyFNjxsC/ihKdGb6CdarA5Ze09y1gRuNK2bjQuBN55Uvn/xXNAAunbSxOenX1nLUH1sA7vdtsz13238G18v+TeN+OQYutuvQFk5BG9ENN2CH3x2V96ST2LDXKs3zj/Xcuzbr+E6/ZzY4StcyB/n9M96QGJ/507bE/+E56x/6I2CP76Jk/7X/vtsbWuBqriZ5lw1I7VwKMq8WXyn5E0sENi/fUEv+/KAH1+sfCNX1ecPXOC+YSBF0M2xZbylUZfXxG7wSc68fROy/APtu4tQ/WaUQcKnf79ikpjw6XLMq94919hr22Tjs8LNyNh3wbH/QmdhGr7eH3jLJp8Xh93oZFmB0X+hW/R5hhM24D3DCQ/HmhjLd7yRmzmZc1Osi7Wvv2kpHB/rUwffSG6mzslJgnClddFEg6t/gx6+dR1eZ1Funm37kyg1B2dcQhtennPdyc3ljL2nhl/mAe30r7TMI90GTWy59iFze40u/facvNI+9i42tD+xvZp6Fft44IL7yOoWEjsYnL67Rf47wP+fuHNRcBtHsmyVne6u6u75/0/d2Sk/9p4buEAQIill2jULOwUgEO8IPEhRkhX2DDCXc989CviITY9cHiG/mu+ff/6rvvZZolZuPso9g8x1+2zwCjZy4WoYeGaWz+rq8CYw5SzOpKtOmYWg1/JPZVZvT4TbBpIHL/Za80Zh/oBnnD4yksEaEaj7L/dvoeWcW7pAh47C95vH9BYP98SkpmDhAnutdD7vpX1Nwo614jFkt/37V+UpuzqzD35LnvwnkcSHElnrBCAgKj244RQICxf274SDN7U4V/g8uJFFXuheq5U7vpdT2M4P8y8l8wZm55V84uEV2uRFwSpHaPssMNO/eMGDsdBNno4PxlBq3+p+9f6KLPTSP5+XoNmKdUBUKXMYDehjPjqwmp3E3fqNiRWtsvt2OybhTaP0LH8tXcs3lhc3iYdNVc39nuRcdLoRcTu00y8diizXK1510AWFqUvlOR+gK9uha0rTvSuO61rr7lAT0zucPlbrV4c8ttGZ/GKe1bXIaTpthFl/F3j32xp53vJ5DJ/p//Jj+RBJfJ0wOdftIW4lM1lRchKvSOXqp+jgV0z8EFeceSQPmXk7N+bCU/qYx8RaDXTpuTSkGeHKN+MYO+mu8KaU4QB7H/s1wAcoap0orAMPH1jRhPziARPeDFZfhLGmxop2f+Vc8VC2dYjr0n4dR5woidUJh0I4ee3+y/DBngBbPb8CHFiEXxo1gsQFeIzLE00WJOdwHsjiAk+eLluwuI03JaodBbNxFO1yCg6idHgugENrhPES/IzFKdAHxtqLXtGGTbieCCwmPBkeugrEiEoX9EI7n2DwAuFk4qK/noyYuliZM2bIlDXorZbe/pROywYoeuLQj19IT3Ap9aTDvf7Yil71RDz+zpMwZnHyUvz8NRtDVuxZfiuc9E+YGPQ4zkZQ2Iwdxxmo8cQOTMvWEBepTFAdecDS4VS3AfWUWi+58A5s5Xwgj3VsY+TYJm/wnTzmlVbtSlTDeXMrthTXHpeVY2JxWSp+yC2ULh+I19dBnfYNu4FZFbziX+Zz2mVTjiQHEnfQN/qE5hHrNciyR/LMFEPxKVHU145qDuRNwsrr4YjBPv7u0mCTJ6WLFr8rFjyVPZ7QAX+/Adx5MPfKTvmI2KqQK3OODTXyZFI9VUe8a56CH98Ai53lW4grN0ov4Y4bFLGHvsUCH7LSwD4yvGjKNuSxlLhWo2RfZULN8cLO/BhGFvD0lbnzHAvS8Dxls41rU21oPPcYc2sq2dhKDeFhF3EY3tHxv1M3RmpmfXQcRUGZ8Rvj9ckbxmpuVvwKt7eh3Qv84Zc47+PP+tGPPavyo+R2/3HzDv6ZA8kj5IYeOeSEMkow8dBCQL/g1YjdqRnjaXn8yM8LeP0yRV7QCd9qDR2yoh3rDLA81Wf7MzgYlc/H11nqaUAOT8B6wRb0hFd9nU1HKL3j29gNfflDen/St0L43+IafOJJ6XQL69hipdMX/DKjpp/xZuXE0mnxWvP5yOmxF33iq/BgvcgYVM51wYgpLsQvVUonfvN0mCQwg2smwpN9grp8g87FIPLSj0z8Rjl+BSTxBr54g/PRwqdskT9vEkml2JX6PbzRPTwxb9mmNyiUy+RlWbXGYu+VHNbQrLnsGTyYaL4w2mSUPPlIMWJuYANx9Q126RbZNHKugKfphEvxuq5xLjrQLdcIeSCy20T7mf4TfyyDe7+Eliw0lDYG8eL9b0xK4A9vFEzMkwY2YKj+zyVYbfMYIlhb49twqD0rvdJh9apF9rH7E1B52f+81snnlE+sJZ4khKieoAc+baezlWlbdPOE25DUHW6cA30mTHs1iqzIS4zIPwEnbW8Et8Noh3aHp//DDx6kh36Lv/Nn+AQM+01vML1xzhlo4JCrsT/rf987Fnd8u3ugj563bZtst3+E0m0NP+TF5d+133zi+ks62mXnbC+h7CpYi4nlP+bjygMIY6/TSJjoFl0sdNCiq+Omfsbh6X/23fI3fHsp2QXhWg+d6hxd8jKeGv5kc+0F5Wfkoyvy0AN/9IKPgHefli+5NqwzQB+LLHiYN2uV/r1SuBniEwGJJPVy9PQDh4YVJ1I85+rIxoa0IwtdgOdegfV1lrb4CDl0U3cZnXbGwjM1PgDnaryu84oPOP4EEG4Qb96Isc9FnwJOZO4wxnb89RGh576F7zf9xu93PSTKvq//GD3EZIWpfq5bokN0ip29n3bq0JBEfOrjjW/NajZm3A+vKqnOxoJzVoNfvsi8W7Hb8e1/4eebXBSuWbInxKY5cNIAp7Iug+id9tIDSIHjV3SrPVotjZW9JXN9SmZxeq3luaiFjDM7hf3szI+BXdu49Nxx6ScPQv9wThjnFnCD85oFhcWc5NPSoY0O4RE4/bTB6XiBh+a6rpxnaznTt/Pp7Wt+a+SLvsv6P//5r9/+8eXLAr7Yii6Z25GNbzhevKdkjes0fAsF+cK+QPmdNUs1f2RQL/SRH5362FU7scheTpZXIbcqtrGpvgpanxjzxNRtfX99Knrx0yYrF1HV50IfYMOvYHwiGa3r02M6c2t9KWtUfbBgg/57HsEL2dE5/vgg64+TtYc5P86kU65rOn7XmfuS2PysZJ+fOcFa6G/qUh45PkR8fBMV/PAlTFmTRs5FTs5e4ZU1NTk00Nd5feT/Ya0WE18vcZ4gVzkgjMLcBiag84kzQ41bMWPxjSLElL/6poYihkwbozuJPR3mIL/P+UnX+cZhHXeywOM4f0w8Xmrvxx3KJ/hIp2Cbv1SqM9ijzPCpkfQ+VufsM30+mNpV1mzxtV8Zl6Hg85c3FRfWsYUt4FG634itx1p8fJgTXj0gjKARYIhVwmvyy4ajMesTXsORM/a1wB3km6Fe+EwMZkJCTEA1mySj4KiPn/j7ojWcmoI+3abo5cExHjx41Lga2xj9Gj8/L0ZG6qKHpnwL3PZvfg5+rhlSYzBfqR+beEBBLHxWh3d/eML9i5d8aj9yztCy50RH44y1y+ctyeVhkHL3yhUHZcu/M/7Aco4Tp7qnIWaE1UZRK6C45kzP6NXHehtyyh5b91tuF9bxFb0Kb9HDG78f43Wko8e1gM+lUlwUtmVYpVGyFR5cDfE9YlxLj9xh2xSEeFIcc61DyOt5W6OV14lRYL0uXygunhSLLzgrn2o+nPGx/Yr3SE2z7j//EFnxC/34P/q+ZYGfEzpUo0YIRIWn7cbfFb0hpSs8famLe1ZuwNt8D+as/fF03RDAp0U5hw4N+2hbtA4I0vOOPrjWi8caTkocmTfdQAGWgHeSBCiHrz7W28ErGMGsQL+ia/jsuOFJfS4fGVCNTDWj3q8kD3/qZWclHH4qWOexKJJI4FTp/IEU/Rj8cBXfL/0eWaHrt5GYnAtk/UBiYmoyYe4HS+ysGkbHw1vBmSMairJT1vIJOjLc7YDW+XibubFlMnWj6I4welfwHbPjoUf+sjDs+L1ftJXHHf6edpc/6XwhMnLT+Sv/Yf78ag8wZ8JNsr1RPo7fKg+R5/CQDLTvFqWdYevnDd8Gum1WfhzjYtu9wUTHGxbW89rmnk+dS+QGBt5ZWXE4QRBo+kkMTjDOWH4Ihr4c9uvmbiQRO8VKHIkdNlhfOvrzPBcsF0oI7nbnJs03vlp8XgKAtQpWwU6UC/gTLXThZnD8yhqd9jO29sEWqDPa5+t/STrbH7CVB3cYo+agM7AP6vkAqYMs+Od7zAHdfj/T9c6trD4+t3oAAEAASURBVDXw/0sXxD1uxblyoMOJd82/GkPes6yMTp0P/He4OeqlcuFo211v53uHezY26cskowCLHrUbF6Uun8cbh2ecFgw/hV3slMULwa3K94znoLsh/VSXtSPnyrmODI5TbgwVPLAuFF/0Pcn+KtU72kn+HIbXOnYEH3rb1PMYOqFixenoQ/ALfmBz6OSN3cMyvum/2+2bv76wQnb50OvUyWTaaQ/CRwcczxPUb7KJTeKS+oz+AQaP5orOx/6KkCZr5zH1UYJfy14MvI4exR5YEqOm0hyLfxIr7xnwqQuKibckTZAbPobQGgi2D2GjOD4wV+ntMfw0P/b8SZy5/DwrgXMB3Pe9hat8Gfos2K9vIYN/3uvQ9UTd7FORji854jEnPmmDIQT0/XXNA2n3b2j3ukKw4rCPp29fnKDtfgf/3J/hdF6f8Qms9rdH4f3mP7ieC+fsJ3T3yyt7cogdqZ4TUsl+CYLq6OygWGW9UCtI/BwGnwL2zynpxrOP6Y22N3c9GQsMndN+40a4DxlHXRg/u9mxywCvl/Sxwzet2mD6Nse2tcEXmuHdUSO+LQV9+NDu9Jxf6iZsoYSPHOMYzDg0DmewzrOhVnPYeIsjTPg+w9l5B5+601/7oZThurwXaDt9H6N94C8Wd7ihzV5bvOGhb4LgQRPpOj8RPJBjB7h35TCOHkJmPu03aIMXvnc8n43B65jdzyjeP84+GJ2fUf8Sm3QA6vLqG1WeSX4+zpu/f/7xx3iA9ByfECfMc76do/4t0PotznWSR4fog8Dul96+U4aYZL/KdR6wnX7ByCjlldZv3qCgTSb77OWPJlfG1VkMnMIvHYhdvyld0LO8YEk/uwl9hltchgSvD+h0XkK/27f3O/WyvUOft+94hhqc7/PaOdDX6vL8wk0cF+SxVfYrJk6eHpuFCzR+6vc7nGsMnpRXbPVZecRHmVA54wsayfM5uukjYYkiubSfs6PCK3Ktd+RY/wsjwvTdNXOoHh7GbyVinD/w80nJmeVk6MMg56moHdo47x3c8KV54DDT62pe9zmL32J48DlxGnRnohK362uzMyqJRwcV+5Om/vAxZ0fO/5x91kpoTOHWfSD0nXYwpEL/rliOUQov+F2PV/jcyXhlLHlRP3VQFi7/slYIpr95TTQfMjl6I7Kif/pnNdcXfHgjNp/hFIxAcA4avQqRO3e0fcy0ovO36ZI3Cqrnt7g0dlOX2J66JJ+/Iif3eF6x29eR0KDUyDc4w6PrfC5NJKxLwxdUPo+P/pFG/ARYK9o22uN5HHraQ0/+/JMVBw+ek8Y/Z9dG8oTtKV5H+vgz9e6ft0x0yD6N7yj5rgNCPWEk43W1Zz9zFSh3fFbNp34XQ2JQKcAh33QiYNKPtdsaFY7eTbdHxV9PMtkJAvjrptsFgpdiXXGGvrivieINE1niHNmmUR9H4aR8MjkT0xNv0wtadEDOmLKlkxiXSSu1wYusTOLw7mM2Vi8dJ23GwHVhQaCMj4RbErr43cq6OYJW3+dCUei82n45u8s3fC6tOHP5S9pILjf6sUFP32PvkN/mj8fhg47f2xOAsTv+AielxsgJIGUbPGNm8D5S11OwiUHxjv/2SZn08Vd/oYkUyNdp0c5NANsmlvQxET7c0Ej+sDjMm35D6diPT8/tWjou3CKe+jrXKq92nL1/5qsrnOKvmx7MBylX+pWvOp/okfrxCbqyIXIWXmyLPZLDGzfaeCjBr9Hja+mzdAGXP3T0M3mq86QzEPK0itYXPaHan9I7cl69yI++1CWj5AYOBXLJTV7mG1/DvOhVeOhJq3xaLZGZXpu5xvhdAI+z0FGG6lMeayRwhmFWgQmgDtH0vGmpkdKm7eAs1tKXfzGAAexcC9fgN5SWL7lRXBudaqF/J+GZ88MwrQjVj9yTmnkBrfUAXQ74PIDTzkHnNWk4gQvA7B/TbMsb+m1fg5EYfpPP/DkerVF8Atw3y5wXI2fIcfyN7eOOUtax1HnTF56e/7I5OmB68GIua3OHna7VQu5waPc+MHxiWciWvUsu+qNz2U8dPZHNH/zwWb3BSX99oqn4kBjFRxRSYOQfgkeRRAeMeJGr4Ztxi0cOPtE/tOSTU9Yb2l781BsAcEqu2dOWGaUT89QiTQl/3W9TwdZRo4fbfjFevbBPF+xN39KQA04QNC1mcSylR5XSE/7YUHoUbBK4MSZkqM5QNBZwycCuQIoQ+HkJ/xoPXcgvyQYz7z3EkIO0kJ2DEu1PWxkHvuQJNqKTcNSumJWeJSO+BgWnlf451+36R8/5fXSQiVHxIgf1rQtjbnXa3haJSgJU8ooeePrkmXQbMWak8/AyIqKyDDfITiVTUdcXexVPBxrzq6RWb9oyhs6qg8wEZ0O0rxJOKTD1lok/+GYUxYin0EuJoXEZIJj2Qh57ZG1ESQ17fziR4bPFMEQZX/7AR3BmIrnAgIbmlgb48++bDrGMeF0f+073L2PxCXbTxjb+kTdDNGhlIzjkn2I082XEa/LFB/wDT/jxp2M1/GlZ0QeFVYLnTnsxX9kSeQylzVekpjgcwgsfRvjqYGxibYh+7OP4rn5ftmz2J4/DSnuK7R99x3boGFnUuJcSsurptenUfRg/E6voOGlaY+I1WG+GFh29pwxF6pHYyqXgW/cRT6dIBkZdZ9zyQfxXZ6iF6HVmdW9bO272PPSIvrZPTjNE8NgT3C7AewMxlXK+PhMdaT9SxzkaPp0ubc8zJBFznsxWsTx8pj3trEQfxvp+CNz+HLmQdre5097xJi/A5WebbDfrsM+HXOB/+e2rHk5FjH0lRsldeE7Y0MMww7leE1/WGZecY0oW60NoGY6uqYH1cdoZo13zd+mCC4mFv+LZxEiACXDNL3Wwk+KlSrDqjEr6R15kRR4YgdFmrx+3Gsov9h84WkeZUNoXf/e5eOmc6xtoi1fFP7ypKYzZc9KH+YAOZAY1GvsBiqE6+NERur0EVvISh4HF+V487R9ksCiNEp50w0OS7M/oYV9LJlyNg35Dh9DT5497Ap3/EDPx06c2f/gOfuFVdW4Wyodjjx8htW+gz5uoxL7rU23OBzi18nuo63z2J6yRD5MnJTqF/zl62T6ysOnirHwg2Xll3WP5np/2kE/03yWfeux01muw7zqmrYjLT/Kt9/5j/n0a8zRzJAqurCh/hlfsiseWHkPBtSiaVfyaN7K9vGhk8YvEY53xxb/GsSMlOOlXXfn4OFZ0Cx7NFr+iX31wu/y938egpc9fZKQuvvX67eu33/7rP//R7/7+w+t6cDqvwOZeJFWTF8v/R3tyg5X1hpJp3fcFD4hs8hWAdatmuEfV10pjG4oRH9xM7vlIsdxjPKjQt+sfWHFcr+Agr8uvtmTBV/PT++OQIfTBtx60de5rvyz/KGOtYsUxPlt+Krnw8HU9DYoSkG/j6aW2YOmmAzB8ss+VH5InRRE7jee4MD54GwXe8Cl81j9wrQe8s37VsF+jO53wT50x/MR+nDg3cjUzp/v1N9fnR6wcCZdfK3Zg7fKKEgfX/p2zrtelxtdnk9pxMXsV1loKuPI5ka88q7zCIRUS4CJVELifnr3vXB/h1WERztY5/ilBjNdaH32N2OLDA3wuQ1dXUsT3JjTAfWZkzxyQE0uXiukPP5QPXjFInCM/sWA8NjBnzVObZ9WMhV58hz8NGkHjnEOZv39KB5K6KaGpwv7K9bfw9AffepNyyYCkSvEqfTJ/pNXZ/uzrRaLeSId+QIhe8RnqyJ95Iyq2DcqJlz51cOy/OkwIBi8ZVy5ZvpV9xzgKhQWpGJlOwtXTH0woI+/SDc/ZT66ujajoBiLx9LdxLgKdOcQeOYLZdokiPtbZ1GqvRCicwXX6aoynP4YPuMD6OCp0vjVeH3xYcOk1StFWP3yCRz9t1pK+L3zXvRPG3976J5nxJ39EfOCra3cPea9UWa9yDowesx75XLKwF3mcgctO+yCC3Bn5u8wWzUTQQVlRIW8GiNyEjHxGJsX1oAnMAxkbnfgrY72O/rEvY5nLs68GJpJD/gSv+pkvzO3If5RVMxA4GY+6Wonn+qiuXVb0dc+FNQVfQMl1OHI9xdQvmVmHWDcWf1jtJfEKHDuRFX2HKz0MLPqH735dCz/zkFLEWJyIsvlBy3U139BMiU/DExj0Xc68yxyFOjIEFJyGnc4pQ7YXrMBjwjQO/co7I57xDAenUuVTQA/1k2Hj745+YDIB9VXH/fBUQ+jfy95fY+wtnz3MJKsEWKOPLYIZ/z6OPoPAPwmzdJoJorHzgm610NReCA8S4C+FRimjA8BZXNDzTteiKV5Hueix9CudSYsOO1I863ExGn3YpF/ntWw4E98XF3iy+Z/hoV/By8f4D7u4KAh+dKr+ta3YEVy4/GzpMaL99a/Kw+iRg9eVnNB/RCdoi74WSmSUb0pafHMl23D5UlzmBVatsOVnxrnYziHQ+O94QbfdrnkAekm5e2HkpZ+EukfzqDdRzEKu/QZYl4f6OiVVM4+yMZiovUBfm0/5xrZt463rpmMzUtHVkH3Es1LKfTDaYt2QWCPtNw4CPcANBz+/vvY2wq1Z8cIhDJBffi251tFg+2wuM8KVd8Ce3KKnw2xw5aj7E+vYeNwLjuO9F/7A9hwrvNIl7tpdD/0zXWJPZJWNXQu5gQvi3KU4Dr3c6/pHVunnIEw+GZuAk4ZzRbZF96DUG9rpHWv4hnfX5YhVPfjWmgBN+T60Z/iBBWfnP+FChN/MqRD+4nqX7+xWXvtAuclCt/5VxxxCs2dZ1w2/d5ET24CvduVlx+3jHCJLSNGXvp0mOdFhO7djv+uy288a+lmHqOLKHK4bJEcOxHlARozCZ9m1U5z3i8/wzY0JnS+/dYNfkMme/1AUDP55rz0bF8Hcd0Ise8qGGJaBY511d9p/gu69pQ53pcORBSlWZfjuYVj6o8uDjhuio0R6JFrQtESknbhspMfu0Ad8/0lBHoQ5o7WsZjPzpF/ohXFkn/EAh/G9dFjoHEfZZ1cN+4DdldjQcda5vKDP9hZk4H++Ah9d+EQtn45KTNp9OmvDxetdQZ5T8R7tjsUvH+v+NnNNJj/0OyRZ53Eh/R7hid17aHp8dnr03GHPeJOn0PBnO5knauvF8++vr3/99mXcEEo+TdxnzG/GOXNZjnCo73wY/6eG7Z4e8GC6Bce8mac6+9V5F5qdCk7nBT7woN7bRRFe+O7Io9a14ccxFD7UlNTWe8gZqLOa98QEmTIidmLdNyLnHut+9BUe4NjnGyvbN9bdPvSMZ79XE77Uz+i6jLSf0Xitmg5ecbuyKXzv6rkc9AXwjuBqTLnFubGnWPmhcii+uSK/gndfmsfIq/gqfDveFa//H/BXYxN70DE2fURfaEMPz7x56Ovbljvwzo3LyOk6RO//+q//+u1f//5XUG5r1nzWMEpdMvVsuCX9qcG8Scm6eczA5cvdtiuBHQ8c+pyZWffvcix0+ABc+j7r+5SAH47r74rRoyYZq5HyofnN+GWtLwzmcNah6PHIdXAzu/P1CdrQH3VYfrziu8N58/dNH154dl361Q/Clo27THji/Y+UsqPuzebeMbAzGZ1/pW9dZNSZuY+OtlQyntSG3+11iWRSjDfjN/hslf0vxuTwmq/n9nc70i5RhQ+vXEtlfBPn7lBv5Hb2+3OZZ/TPYJgcGcGlv8Mylrril95dHV0rh3bM8Mm8ZG46q6RAtXeKm75EVT7rmtp8Rt62+3bOhcYC3/f7dtGnoXyoufOZmT5ysjMFl5xSFhq80+79Tpu2eZDrI4c7TcUycQjFz9Toec4vesAdXbKHxcdLr7J1mCzs8lA+kBQ7dnr4nhX4F27xJZ9Yd31/EL/o/HSVT0un0nnn73OdcqgXaKYHhs/38fSxpfsl8LM6du869X6nc2x5kX6dNu2Ou7eNczRrokQetX/VB2euYE08GuC8Iq8Tdf7QWo7mLHG7K89k2R8wGMEhJ17R7Y0nCn1TgaSZTlFSwjH9EWiUKANQtp7wqYXnEz3BBoHxhyYotReeGhEqCn4aTwrtKOTd0Sna9qKPkHnaAiOfOWbn2/tlS8nJJMkTTBnrTlywb/pURp4WKzu6HvA66t6lPm/XolG2LexmvBeN9WRHcLp+gdUbPPSYKMQPfSt5DR2xDX5geQoC+x0nwqm/uqhevCIT/imVjOAEcl0v+kcc6JH97f/qCfo3fVKtvWnd43JCebCxj/tGOnxlCzfWMSuL6Jm+R/3KF8m9zvd/s41/7WO91IFM0qevZ8MqHfUvf3Zd48fgpQ6841ZbCyNXUZINLp9Yw29nNwHgEX7Q9jb6inKxz5NkC/JSKzxzw3QS1b46b6TmABS82bcjJ9VqnOnjBJHO3/7SxkPmNP0X5UPLZILWcafmIL3auMXFi7XY6qlmbgDvvkcKX8CAxLtiU/wCBb6HhpfxF+Kx/pb+52/+TlSxipW7yeUO7R/ZJINo391o232rJw0TQ2TqF1/0hJf2l0/yhc0oplzA2xZ1c2FN/lgHiUquRRe+ioU3DYCDX7hRMNYVHV7yTU4zA8aaUPKyL0CBnuFPv1YPWr3IH/zGD35Xyb4OT+gJBdfejHfeRh4vPKuGHHQGx5o0d8Ljm57s8+/CFuNOftm2bPjah8sXzjdv/utAUzkIThMc/RooNpRfynf2jIVdquKBkqFQK/9Zg9Pv+RAO9r1VJp6B/po6b67+Gm6vcal80yf1h0053NDFPk5YKX4C0R3yp/7WJ0aD9f66/Mw5Q/LkhE8IQrCqPefi8xWbihf9xC01mmDfVYEme65ljVyPDNOJHL2sEE75yRJ9WP/5x9yiTHuGw3vfeFr0gOUbDZStQ5Oyr26myWX+Wr0aWidD4I/Kl4xBfzB6sI4E6Ro3Zv3yPJOuZ3y7/60zeuvfzxTLgUVjA2/7jzypIJ2K6DrG70YUL3TtMaAfnRGWT1SFMeHBFtNJbmyN/9e+XhRLr0f/h2dq+DoftdZmT166BKvqyJ3Q5pcJe7HhNV7rLjVypz8S9I1PeYxd516o9+mN9iPdrO07rX0gFay3fBZ1gOO37iPn685gzCH4Z9z73Mil3feT3wgln14gXvmphWf+eBB/ApgyTsbuQMh2rilB0QdfcO3k37SXvsTVOHHSxixy42uuPzke+fpLvPbstSzxmGegrB9CzJsqiAjfvU3fZWcsIEeAZFaG2RsDG5SzuooTsokPJXosvYvz1Q14zPn2VTk0cqHTh8dU4IZ/x/mZdpff+QSeuo/RJp7MV90p2IfynJV9g007j93Ou/wOba9pD/cfZEeWP31PUEeQQwuy0tXl8kzkceV5EqTQbetoFv3IAa/j4Irx1790z2b8pjkyS8/Kk05Lm2XlPQVefaslv3z+b8kbO8lN0kvLrvQqKRlLHdl7LPJJZ8YxC3xw/KeZkjU89M/q8KeO7NR3tK/g3NHvY7EDeHTpsMhLHfr36B9caJMH4dNr8ILb5QX2j3/847c///WnSeocvag7/oJqba5PbIgvMVvnUz7pCs0VXeext/veNc8hWr9pw8/f7iWiSkESjmlQY1lUjYdSNwW7kYXelJJFvl9MknF9H39BG9yyk5xV8mfqbWxQJ7Qlcb1OP0WZwSP4GacPij8NvPEPt+BS1/l8zQFw4HHGl7GIzziwV4plYaDKTlt6YFDlQ/Qzcnvx8Uz+gz444dVh8Tmkvd1YvbvZvxmsiOPcBFOyMC+50hfFIc1n8eEDQLFhDJ9X2Eu+IcY8KzYv0YpE2CPf5DPtAc/o4s8oU/EeRg3jMCF8DvhX8DBDn2E/fJkfFbdCSL+hj2blReGWLrleCC5j5j3mpmZahg41OUROHPOirgXe3vRuytijDkRbx3IeYAk96w+yM4fiO4FGk32Q/co+nPnQ8EDNRNvkaGCHlN2IHEPQ8jd9MvkJQT4377ARHXidJgKMNzrd5uAGjzrn4voGgzU/O86zNnw5f+M7SpcDPDr4m7kaDi70eV+NnH/NoL3kPoI+hii+lQMM7+87hT75FR+kP8f5pkCryTrgyVl8uQmBTx2MGgsPoJDAI/zUPS0JD4O05ydiUV7lV1xrxp9mqJel52pHjlc5yc71ATTQ7zzS77wmf/slva3W3lnfIYSHFGvs9KeokYkfu0c22he6+BydohdrDaXcWXs6eVRwdOCv+WGcH8TGNle+l65fdd30m76x7vM4Y8cH0NOOXGr6/L3lKVkuUzBvLybSwNDTKYYP3pZuItECyqHHypaDOG+VWhrGoq14fgF70Z/sOVEcsp64V4m830d51AJHw+19BXN+l6OZDvEaX1ma8hGek5bItoLNvbBhhP+JW43av76lEqTz6O3ijC+zoEQWYu1v6gBV8/RZFqsGfqnZ41cEJOVobXHANnLEZw29gOZcVeN4cQohf4NRsfMr8uI/Rj0hbFih+5wMDv8eyc3j6OMhR0A2Arlt4lzRF8aOB5+fLEfFZD6TtPjmxuujv89klk3g5iY5WGF/ahdALwjUbCb2rtqDv8ZDfybxPbBdr1N93sNww01+dHDBRkJshlTMGRvjnfC2XTnmG3tK4Hy1H7KubEL01VhERX/ntoCzRgY6Dv2TExW22oTA/ewvXR5rjvrfjpNriElg6fZ29Lu2YTA4Vm2tzAC6+FNebLa4Voucv47wBTfHB+EVHdEUH/RDNv78Jt7ImkVtHdmMC2y4bA4/NuKDxmMgwZYZsUq1pYXXItZO9E2cFl61yhZxICQjhiUF+oGttefR5p1T9c/k4JPAw6d4Fzyw4gCs4hyaLukM1sdfacPjKJP9veTe0+PbOOUe8250nkXukC7G9lwpO6IXdlU+LfsqH0IX3x7Zg1Nzcn5V00B41d+R9wx/vZEsf1umZI/5WTzOToVHbfdeyXwSFw0nn2sHecRHfnLjmR37eOzfdQPOP/77zOPmkm0623+M08qznM+GX07Wsl3mz/RtPxpzECqVDuyyrgOMDyqmxJF9RnoO84KLBdnrOcEeyi4DWv3ZZ2pGxoHmrgM/VE/CgwvPXQ4g4ygbXIO0ygn6GvxFLeRGT7elJGsDW2IuQPHD2XoRuveqknzse9QdD+en9HF9h/iTY3f2WOfMow/KST5x7WGftvyA/538KfIij+b4ScOyzpKv4fb4nh6HOu7Qm08MUXJdiv4zRr8weeN7xE7+kht/Won/5Zduq/XzBP+oEudB3a9PIzN190UkM5ZyNp6xn627HHjR5wG9X1V22+F7Z8+Ov+vX9brj0/He1WbN1BwmDXJ/id1y3BM3Kx52rb4yF9yHcgZ7QJrrBDz4O7P1nP8jr0AO87/lMrxPtRLQ82+lW1i9XL9Xx1cZW+dT/x45nPntiHHf6/qf8opvTh14zzujyODN33//698zZ14wLeSuCx9lcr7+CYUOnFtnnAnP7qsFK2exPLgWOHXmDG3OZ/Zt/AfwnSVnC/hUPnQGMMYHGuPGoo+17xOGLfWmItfQbzWvxzG5z/ku9aNt28BZeBT25z3f7C+Nx97gpi4fFI/eZjy0wU0dkbn3Gty6H5trgp0e+LhOCKOT+iizeOWNgUd6zhnwzMl9ySaMlkb+OdGJi1amEZ9ddOTu/jPe2Du5NqPM1LDb1jnZg9uLf35shMgfsnlIp9K5y6d9qsfG+1d3d7nVX3v34xvuuPbBoKnWtCFnj1pw5vjeiA8KTjIHg/3sMbcz+npdfj2oYTEVw8jf1Q38dTmV++TLe2iD6/csfLGFRN6Qr/tkj/l/ptFINg/hN2zb5+IZ3SMs8Su9jjnJXOcnoerNYWgTrJIPTc7/O+fYqafs21C94Z/1mYGJN7D2fiO+aeI7vTHs/Knrkhvkl4awtO9Ly/ZHcnSOHxnt7UfsewgyufbmHcbkKIb54T54N/IrX3X4U120dnKWiyznEjK6oCaz8+tygsJ44Pt5AHjkLPy0kgsrt6Ff8kQrr6xRKdjuRUUm+F2HklkwJM3fAGaDw9leKDA2zIaSbCJeFtX35325iW6nMClEy4TV7/aikTd9BiX82/aG5jTvW337dDbWCW+Nu4nBY9LrXXLEro1WKugCrDFSc22ojPZ+JVbe1IzM8345jqBxA+0felKHrwnkZv23/KiRvYSnSo6Fnb5E3ys8JjGEy5BKoEzo9obA5F9PMnEBmKAT8OIDUi2Obvk3AHhSRRPMASs/RG9ociGkEULpG2Hff9P33F8EzTQgNtuTsPm9x0pM5DIx0ETYagSPPix4AopDB09gHN6sAcGleEAHft6MLf7wRA9K1c5t6R2v+8faJYBPFX/WX6KQpzavNh70/vRZh9xBEPklq2xJOzbNQ/6kiTTwg/2eWjZlfjqmMAEWHmrr0whYjg97SejiHuKPrxyD6lin6N5p00bnbILzQmYkiw+bksn8IW9YTBOT5ADx8pPUNC6KRyTIstBL5Si3aKMnsg7lex2QMy51XKLvelJs0RX/kqNX43t06Mk4qrzxafTtN0z6QxcQ/o7/ya8EQLTQlxGjbQnyJXjTF0Zy/jO8MnMgj8r5bITlB3zApkD5xG84DJn2f8yEvWJF/PnReJ6UZ/1iXvAVm3zSOG8CZ82s31SEEPuLkfOFpvrwWfqTG9JCTLOWlt9kSW0Y0ouHDWqN6gcmxiuteTItFzgW65fk7MrzNUar7Cy7jyPVI/Y8HfXXf//3bz80hy0b5bAZJ2jMdkj/svbI5Rn/I/bqQZc/HqCh4Jv4N5jgxI95oCg4qEkpfylm2mv5PeaM1+jj69UnbYLJMaIX2yhAYgd/ZNPPTe6On3yT9zu4YiFI7DkMuvPpt2/zN6Tk7+Yj5LF6hCUa2jfQMSgA63R1Per2R17QT//9Z5Hwf1cpPaayomVtSXzhbYXNE978YS8yy+7UWJ2SOKRfdc/tridteYxFQYWYoMO174WkieY32RFpm8faMTbIXX71y1fVzvwsmOXaVlpdN/qPhRsDrB3mpcMac5N2bl5L/Sclvqo5k/UEHswRf8ppcAjMsgSTJJv8f7QOvPFbTVPW4hnh04fZb/0UKKOPuKF5rS6hlR9Q6HzNN0BwpiQeWgvn3hGGAv/gYCtSbCg78b/OJPLfV33dLKXWCOGIT/jj32gMTnxBzveyryd5UMl+kPzy3Vh3RBs+8VPvo2vganlOZBw5gUV+bhaxD0XX7KufOe9LugtrdRJkGFgPSjAHhKFYRU7sj4yz2jZhGXLHuoJuPtIzl7FTfInYfvbt9p3xvoPlE6yOV/PlFY11soG1dlzhAc/ZPS7bcedeug9AK6c5PqrjR9DSLpu3p8eHXqIGU3/1wJMfGJ1jcKmCLfCp39NkKUjEazzn95I14t6Mce5zbrK8cL2vZ+4qxrElFMip34uTLMcCO+7KcX3NnIPCdjGHR8E29gPLiN1jvOxjNSn7068HBWv+RtfU+Jd5EVzg5C01sOBlPHoc6i3fprYxewIOVIfOLo9ByxTtrsPezzXdwxo3JMgKt2TOKHORnhg0YmPq6DSQZpV5HT0y0OkCo76CL5zy/9JvjdDKg1vhcxylV/FuaTJlQqOMMUn81FLf8Mzf2BM5zgMhs97Xm6y1rpmovdi7+HY3YPTj9vBvpKfNcfRYYyPnM6vL/yup+BSYi0CRtYjVOgUeMEYHxJH3EoYE1j6+WY5yrj800cxofplr5gJdtpa9Q1EEt2DyWAuln7/Rhb/EirrrR7zevtR9MRP/xIt/QmScqZ6xQY/oFB1D0/UL7NW68+LT3yn9078lt2KY8av6s766l69+5hqu7h+Vj7uOsQMegROWutZYexb5NyJncWknK/bV5kqnA5xDgufP0ot9gdyfbyRZ0MqBTr9yqkOr7XsOZl8aiq1Kte09xboXttPYH59Qs7KgInfC6INjXPH7xrcq6pxVdKo3nvCf67XeCAGPYxhnT/T7b52n+eYuuNcfFFdl6CEexDI6LrpEoNklObZV/MEXmfRdcwh9Fq+hn2AUbO6FbxpDTduvAdusPsc/KDJ/F03hcwpllFK00kPXsaY3dMDRz5wqRrmeHiiuco1Ix+PKn2/69rBesm8F9k1Jwr0BQqNWwEN/+XRA0Ofr16+6pfHFMbN/B7pzkm+wHL75pq/FBv/Ab3AyTHS5bwH7yoERHyUAbKDn26x+cE0vJfzbrsTLjh+CpXf5SVyFn5hT1/Va4VkXbXAdZxr6zkbJK/2ek1asgle0Tdfhd7wRTO4b4fNvutb58uWLBGG/rnVGbLrfwhcHQVX8sX2NsN+/8unfUOTcnPzyWRPp8n1sR9n4OnTENTSMBTdznjXhvpTSwQ8ufPjrPDN2VpNLxUN0vj8I36a7el336BleNbYcGLk7XvBXPfJ3xAmZxCHn6lx/7Hz8LT9iwjf8IIs9ibr0YM6hS609yFr0ceiYCxorGs15PSy48KCqkmsKxgo3I9TR/wj7RP6Rn6p97SxxfNrYvNQuXYWhdZ74kweUua67J73Jn9HGIvYmzkd17lT+SozUUhav3AGd9Yu9oOt8Zttgfag6nvW0AsN2FntySxTIdWF9UTtdYNgJH/To/Iqg7Kedsfi1+ljKvlhrMPfTvvFBz7knHunLl9CsEr5A+nhiCRwc1nXGc50AnML8xT7+iE/1y8LQgJf7w+jr4g+kgkf89Q1Z5lE5zThaWq7WZ+cFya4yPwF8NMNjDy/coPHTPQPZN0NGXmcxgciLR+n8wGMBBmEMWAOnLd6U+BwSYWDM5xzy5YPDgjWMK2ecspvAiTohzxosTnannfr1L266AcPgCgY83X3GyuPx/LnDeuK8xA4t9C4OT+KlOOAXfkZX5lb8EL3TJ5F4U4jiyfKgJoMPQOP3l/IJ/qnJhZy8mQTfvDkIjdt6A4jDJQuT9wXBkcTfuLQTHi0mqCbUIQEEHqXiUh3k/MXKpQI8Y6kL6/oVPGRq3ZE8LatsXnZY6uILB/tqZ1VOYLSNvOq7RYJ//IQPnODZatroFAngxs+MPRY2L+zaRgZfMdsGXuuyMViJj5FPIYjnD3Wm++bor2iUgvEjHMk5LobkZfsy+cHBjAdaDFdSBn6nRQ5I3mCbL2NT0WpDVf72NTRGH/EuJCXYDIuAf8x5t9THNnR1XtiJIuBrFM1OcMXetmDfzJwly5u8uFEcV9XwTnnFD8GtWnPWayiK74nXFvlJhO516PABecBLr4nkBv66KsTgq+bt2+cv3iCD90kP8fBJ6G+6YIqfMtbzosYy8oHasSm6XNgdc7oH8sg/B5tA/fXP6dzW1zyL7NxhB7uJtvMHCvgtGvSn3Pm9MB5f8yY/3JJXYDEPuESiTD02M5LTR/+Z5N0v7HEfLbv9+And/uJr4kcBZgsFJwetu9fwC8G+iKwx8r58sM+TcL+vo88VVi66SkbmXsU4ehct+pAHV5zIgTVofi1Vuh6Fd7IuNdaJKyzj4zb80NxlN1Xsv4evRxXfNx7kYjNXKfuHDVw8KU5Vlk3u+wJrDFH5Rkr1u40N4+Vmt+FlIiH2sxN0XMDkwiIP3RC74Mk63aco/yf3c8by9O7CY77qvuZ3lLv2mU+A+W+sI6/YHT3vZP3MWHQ4rEOaDt4bRyowO+S1RxfJHq5F4MG6fnUWPdVPfvWF3ljvdpxHaZWr0XfH/1V9+Ptmx4i7v9L4g8zJmzM7YIcc5l5yK3iB34kM7h1OHwOf+OSN907v+S9dkEuu5SvGuMFA8XGlmvN119Fx5NwlHn9XueKNLVdj6MIYfzl3pJ917+/S9+/i2229sqHDO/6v1gk5nT99fgbEaTD8vsuMbp1ux6GfNxDnG8ED6YwOGOfE5GGhKjOylW204EePMfTLKp8ktmlw0Hkb+2WCN0bdvoP8Da930X2etnw+kAMFLF7ninfekdnXl87/rP0r3/w9438H87WFV2DdwB7fZHCH/2wM+5NbWW/ypm98Ex6Fl959/cc//+kb7mB5brlWzrNJq2TfTb7nPp0H9RKd/KAxN4oFu7htFJIP1pVBsdX38LY5eMeY/SfnMdrmo2vTKsveOx59rB4G9Yw0GP/Ef0c8yVKiczX8WLRWzDPxcRT9/tJ9UN4Mwcf8KShHpHf21gOscVzxg/d3rp30hhsiUMmibF5wU5fvEndUsG40VpJMGKC5zi4W9n++0aHoc/O+1lvYpUz+AuCX3vcislaWkEhm5S+4vHkCXt5gyt3OiexzYvmiVJwr1UJpLd3JKh0wTm9kpMAB/b7rjazPug5aH3wpjHneKVGbHQNnxphzhWAQwVM0kUT7sYC851hz+CPB/y7E199684X7YT/+r23/pAeFp7m+h730J24jhAc9E9cDsHcchA6gzZ68w/6ePnrvOUr/oyX8sEGJYDYf4+dkGmp4YqudjBrgViG3l9VfevTxs3aZXTov+oXJOGtA9jNwWO/448EXP/TvBDn6L/aDRwl94EtCtbxXDLw8DOL9mRzb7NxpZ3/eo8B3136b+C80LBt36q/WBux89G907fb19i7qziZ7EnkhUhAsVX5gXTlzR3wGSXhT3+kQ9lWv6zdotMIfhy96kRGZQet92vjnXpf4tTj0vImM8HbtWLPP8Ofl1+Ajl/IFcnMmjV5v+U2TbHzZ5HOz6CBMXD/lEMAbCBLIb8fxO8I2atTelHOCOTA4drJAEmA+2FAbpGS01dQbCAsxTI0Dtgoz0kWTcAzFqDHwUhWaBKWexB5PTMBBvGMyqVg3ZAlksa8bbejEZKuFqwJR+oV/YT++Rm5GnuEH76ou+vXmL3gFG35rhLiwdK2nWRYexumTvhrnmOy0KXNMHZ2hxScpFZLVD5yaNyE/fapDbNHx9Ax507GOtCw0BanFj68V9ycWJw1vJtOZgM7soY19WWAfBi8AsZVh+0M2VK7Gr/KRk6F0iD3lS2he0+1MfGg7i8TIb/CVI89IDQMXHn0u583gLGvRkyfYsoIgLzfGr5jv472PWvlkR/jDJ7Jpe69EvzW5AB+LFPnuBaDmnbgex9Xr/PvghI/zA34IjPrBt+1KEPvPCzdFM/HPMTr04BMZDN86aI9Duc3hYCD7+EcfPXPS9Dp4qcyyQfk/OEzxrKHmJwiHjpX3XKRVLhcywa6nN79dGz75/t2NpeeILRct0o9/9fCI1nu1Zi7FyAvFclNgDmOu/tVGWLH0xYsQkE1eOFcsr9ab0EK1l75X7WPITq6xr3hLhIVMKb2kidrwMK7uNidHOy/0ChzdeAPns9544sk+SnK50/xMmzRAShUpqIW4Dq7E4Fi6XmlTv6JTQkc84E9/P3CZp/TpcQTWZR01+liPveZXFXTLmpsptfJVNo5xxmLHLjtwanwTfwYe/MDxnG94gUuCySC/eXGzvi5axRu84QRkMNbHd7mRT72Pidywr3/pOXvWy5E2+fQqi3+ya6ymZhd54Vc5MYi7wJM2NPxNXw3HZy2t+V6EyPG8FevI7PbjuEH+YFsXDe2ct2PNju7gHXirH12ucDocevAP+yMhEox/lMlfcNqhx//ppzbBeCHM+v+0LH4wXOjm6RxbsLsWfKDBV/OJeLGMHZ0W3HVrRSv+uBYIDxSp2JQPsv7C3xwBD3nFt/C6jLN2bJ36wQaWOT+ITd4MlCGTxdSL8WHjHHzS4CYfPpi/Eyoe0QNS+JVdxWiOkReD95iyo/drqtiU3OYaGD0zhzJ3kBZc2ug6dVT/1TeNQxN765O4shB/8I+EVoms8kl5IGNGeOFl8pgeLCLDB70e8bTszo7pjVzWF0o9iLbsjU8493JNnNKaAR3q6J88zieBg1S2lu3BzRj1tEe69QI8Yzvd3u907213XtE1tXnhOJX9jczgdHojbi/B28CX3brtUOsNQTx7oPGS+GQg8nc966HqyomdzLje2Fbu7jjhu8PpQ5/7MfPccIYoWPj0OjnkvWLMnTwAlT0IdtDsdu1ino3v+OlHn4/Sh89H6qs5F3s5k3gaX9yjejiTMLW0d3GJmD0gs+3MPmBz3670PzUjtNR880d8BnLawdkZrHgy8phnY9vcyU77yOKBZ+zjjdr46QzZn3acDsK48sR6w+5Iteu/98EGxnxCPksvpePJut/++cc/f/vjT37393gW5pPeWpWFUde7xDW+497BehO4dIUvNJffTGjpr71kzQa7dIjeWX/SP/Lr/o2uHYO0TGqSb0NzS+kyO81ZO7xl8vInn2bS15B+59O+vt4tv5Gv+HAvlcfyo4b8CWE+AOE1Ha2Wr3u8Sm7lZHTY+aaf8dCn78sGKV7bLeuUKPwi30jX+m3Gce+ZvDGikKRb8Sr9wjfyzurIPIwpBtAy1nmkH1iuUdKvc4DuV49PBdc6Xtf3xR9lUfPR18BLl+O5T9gMjVIfoEGur618QO3jtIkvMurN5CIsHNsk/3GVCB4u3d/8HYJmtV+H9H5oORt6JRBDr7/mK98pHvaZsgtZyMf0uT5KSvkOvNKlmxt/o0x8bDxeSiJDc8wdvZQf03usMx6eB4zxRnkf442l7MWeN3rjhTWPP8qb7PKclVpORS1m/pYBOSNnn4MMdboPDmPzDTyQiv9hvHU8F3UvqO6PkBPyBSsGvrSPqu62QB6/7nAHwfzFY+C5cfVS6TzjjE18TXJKl7NkSTmSgWqcD6vOXEsdLtSP+sBv8SzcxKPOZ2d8Os9ql5uGISNPd6zyJfwqHsj1vQbZ6w+FDTuKLns5Opcv8sbko75lV81lcmftb9EBGG8EogNtSr6BM1ofxA9CdMW21Dhc6g5PAi/ZA/2yAk9kRSeG5a9LdOtZ/rrGYQS+0QF7vP97IFZRs7+rSCja0j7jfQULf1j86tJ5005sEkvkJe6Jne9u2KCyBnj4sCdwds8Zk/u77HWMByd16JCJvMB5P5IUwVv24lg++GYGr9CWJ6CcDZ32p8W8OwgB/KW4rX4/mPDeTBZ442k8C1HoXqmXlBts6TlS0EioVurZ2iFXDh+n/7MJccPdQ+XE4bEDcr1BWqD4qxZdNvg7WbsfD2zVWXYcR57REeIenyM1fPfx6u9wbL7lYzkoOpRtgsr/DXDbRH7ZC9pKWPx9jG1nk9wA46x0nmfjZ7D44M7u0JWeS7/Iqzragb1w6L3CG7xnBTlrZQz2iiWQLDwZLdgx/hxecoDpeKvNQrN6aWF/YhVYr3OB0GG/ti29PMGiXPn8Ff9e6W2fKl7lW/FzI/Ere1mM+8K6bAregvTWM70YP8NBVulV9pXfpVqCIjBL21jeukghre5ZvA7ykM8pQERsCWwSY2vwxsPmkw1ocf37W+h4lseWjGPsB8WmLbayZCrGsP88Dyf4tNHpQGDPso+GryWl0ZWvGLq6aGvIF032CG46aXtH1vD/IXCi3PWC2R7PuhBBX2/vF/J+DjzcgHR7Avej29V8eo80/LzzMX9eVM58AJy165DHAD9QSvaKb/R5nffKOcRXfKS39K+/KIWMJafwam2JDlUH/3n9XvznHM8xXvfFkT421g0L7etHF0x3xFecna5kXcGPEsvvwJ75hkzu/3Y+H+3DM6XrsOvvsZY68UFoqbO27bQdZ2+zVueGYf1mugBjAj/j0/UNX2APcFhq3Y1+E7etxYExf/mXEn7eT7UGxl3x284zfkkdPld1x3vQ+4roHfBcDeBnf8WdaGNjt9MmL7NflrDz6vbAZB/Hj1zQYyu4f0eJDiVLhktMbAX2SqnrwMI803Pmw8asZG/ArZuc+mi8Y8vG9jHvheA3JrTXsnfHL6F78IX8VLrd++hMb/zVfRYZwY3s1BmnDs4OA/eqQMO4Hgec60eu7aG5o73i2eHwP9Or47ynvfN7D+9XcOPX1K/qtuu16DRvnpRX9JosWijl2oey83o1fq/YC+8rvF3urtireux09J/xPqPZYe+Rf399/Lj/dVndP5GZuuOdtV/FO6NlQ8VP+QsOewTXlK+Ukl/2vaILlx65/Ej7FbquS/DvYmybZB9v/v773/+eN8E7n75mhie7FXOk/mqy9Han39t9vb+8Ht2JLvrRJ3y42kZf7GIs4xfkBhdervVOJv4d8c3YWW48i0XX90r/jnMj/tL+6PDtq95E1R9vMPYS/nii3lxlBqzCG2Jse8FbI8cWl+Bn870tswceHHWz38f2ZzKOEp/rFH49p3ce+KfHzrcSpBvnaNPHAOVZ+IQvvGhXn/MMEN13oropdb+iZAQt5/bUZsIkS5lyCjDx1E18HvTaYr1YoWHxxn7EVA1szaXY1vmGx15Hh0d4+Se81viybeePbZUby5PRs978JYePeQzfxKdkaHUYMct6UfCz1yWnj+ah8w6LrrEn/Y7T2+WXDnmtHf6Krv+7IjmHquTQwimePSe6lMQGH75Skgvx+Ss04HT+yy/nvo0hlXvQFr2scnuX2XXax+768RF150EbGHO/5v9rvnkm6248Y8s3gVQdHTs0enbYXRsenT9W5R73vA89fI2j4X9X4rOOExldTh+nfYZzJyv44RNc4Mzf/HV9PKY5zjlgFdnUn3hZA25BQ4EfbfhRp80Jzz7j/QOtQ5Oz5Lh4gyB7mYsrt8kheL3VJNSwPgG4hkU6njwJTQQjzm24i3mCRbfoeZVKPGkmAdk0j4vd2kwLjhlT9bkwkgA4Bx68G+7+UBLeKfkkFF9fw8HXOuoVOr6qFxs6vun2w/EIDGz5/U5so1BxUADefXHUF0yCQl0lgYvcBIzRwAaqq8BCx8ZMyZ4YP5ZN6LKesgGv6OITfFn0+GLXLfiRiW0lp+xkHDqOBnYD7GAjRN9kVHPpqc5Jf/GOTmDl8AurBS/fLv/1MQ55hLRyQTQkHP+7s2E9yoK3YGRQ9Rov/4RNZDa1TAX+48bKJLc7JufwTc0A7Wx84R+CvR/4qnE6NuhPZtfXOuIzFgA8qegQHFCc86pTBLN1Dl4Bkw1BuarnpsyJVwX2Ls0x9pllo2P5oZ5Imtj+VgAPvvgSv8UvU49hg79lQLz47Wa0+p35S9MHXzUzUQQyD+kLT/jgp/B1284Arnz0Qgj90l0sBC85bh9sH3jb+mifgDzik4Ux8msIedJlzk3JRUeHlXhmfiBD+klPDpAs66Q9ajsrgA01yq7HjXFunnJSFvvoYJlC4Pdz+CpoF/NEFnKlUIV/PvCT9Tvr0Ow3W4pRvQaP30SxNfZ5RGlvUNN2y0j0KXN4imrRox5Bto1qw3OoJWhRgJHYwpDfRsCGlOiZfurf2SD1R/xZY8BDD72YX/0mTcmY/EU87RqMrvhHDjV28odISul+jNnOl6d3oXEptRRz9AGoGKlNr9ZFY20vQ9gGXbZUQGxzw2Gcf8kZxr/qN4KqRKFGkJGhbPinPvKXzvgX/UXntuiwpNZY7Br+AcFYVVtbwcp6wZo8aJgZ1FNuVB14oDBmVI3xkK3XEuMVcvTR6OQHZ0rxRX96lSPmV4BpS+m8+IGdEt3or/U8o8DMXA3oi0fVbfIsdLfCkxqb5EnNWR1Ax/mG2XdNvZjVepvPXpI7Iz9YO73GZl6Ujl0uXNIvHxbOmz7VUmen4Q+xtIka9u8VS8eymXzj93PqE8NxA3zjk/AHVqX2v7m+smatRU9Wjzwb63rnU7aWzhMO/fzsaa3DkTMEPlSkFvT2PbmldvjhwbQtT7j2BXEVXmJS+5FiZ/kQ6Q+UbT+ycMHzm7y1E7BuiRfCVHxWckuIYhL5QlHBH1WQla+4lfIGBnegzHjS33WZugZ51PDgQgV/eK1WbVzJB9ZlAIdvePexzjZvSqElZmQN9bOydHL2cc16DiZ5XOfjXGwlfyLn+DljoY8SPLq4JjcJ2ZtZE3XBpO/GkRz+gbCVfR3P/vAMDh5/wbMvY+yQ4S9DmfJK9pUeE21rRJ8NPLsZj5+o+ZfSdQTm8UqwQ4xxTXjET9gW/qljr3l5UmARpfxLu+OQBV2fPhZdI9dcTmIEPAV646Mvax34CB1zSpk8xgGSE6WXtRh2Q6/oSVFwVS93mSYv5q2x0r8EkFP8Vl/4Ltyx/oo3Y7attcEzv1HH5sAYBxbawKn9h60gYS4w9ckvpCbP7niaVHQpXRawthQbJfLzaZhFWRwiq3qlU2CpGett+vAFlnUiuRF5/vkifD7W10U/AgyTk/LD68kaCN9AyIv7UkmAvOjS8fMV/R3WcXO+57qHYr3FEl78W3Z0DqvNb8BR8ibJj/E7TrDDlt/H9UsozvhZ1pAfvNR9zF93rTymhM+ZzaGljn3gn+IOuRmjDu/QVL/y2TwvdM1YeIRPeDMOzBYwD9Q/+F390GZudFroU8LbeE0f4OGRGpoOpx++qYGdFdKzPtlTeRacnW7vB6/XwYnufWxv17RYs/fqLLDTPfaVhQfVFccxpdAnf//U1z7nzV8WZevqg26ty1zvwSes4k95Z/qSNd7rM4udCmeUfJNXrjcf9XsO6Xuh1wMpcdAPqZ6Ga9+Lpsmjw4O80GOL1FQaVkltC+s61Xvew/w919f6aMixxW8rdMM/DSC84MPN5zOcK6VcOS4jSDvuMZiQu3R+gQU1Y6kZn/Gbc4c4DsqxZ7F+5ecAGYLmE07TGs8dAq552MlKThHXfeHhB0Y1iFz8TW3/IGYpN31RWwcTDoRjmXQGL//GpoojObrWOefjONsBr9y0+ubCtX+dj8rX2L+uowrGuYFCdfyUu4Cy6XvyA1eoHM9b0lOJiTljWzTO8aX4d71zVi+8ssltMUJHedE+w//2qwY5VyCHEp+Q4JjvawDrR1+AQyEmMgV6KWn+vKgUH2TVGuDr+IETFrk/PmVOLZIDtT4c7LPPUAhd6v0L+MGDNWPB5DvQZITjQJANEOW4V8JP9H3T78F+eiNA+F/XI8NuLtSXXkhQDjjvjnnCCGXFrnT+Oj5dbj2lM3t8/eZ93afBpl4W/UlMhdt1SXv+dNDGq/OlTUgO8hwiyWc+Dp8nbxLLojMiTRfjDB/ij4gN7xH6qSvRcAjQf/CIPI80u2ITPFlv6decie3Iw/fYE73LV7A+5ghSq0S39JE/eUBOfjo3SlfwQi0Npi1eD5RfpV/xAHf+bvwg5B57fr6mfgMWXTNvEDjazonRtnNWvok73JRTrpTly86C1Cu2TV3lE/tAQ64b6/ggPk4Nl4yZJgEs9rJe1+gRMGGyWbDvPgiwihRK/S49SAjmOkXzzrQYV/p3uWCufuwrYclBfF1Fto01JpCKYejK2NgCTm8vmsqlPrZ0ACv8oKdf+Fm/Wd+/8a27WO3xYZcwa+05ykUOecO3ZYHOesoeiNfok1/m4BQpiJyikVGUI+ih74gIEKRV/PVkenMgG8Q0DHRRMlcRUIk0MqKGDnIWx7vWou9YVpsX/f3QV9N4fdDi1wsHKVT6pDeGGP+hu2Esg+sCywp3kuu26PmaE66A/WS0N9mamBCxaNRBAsu5wVQHsgQX/1Zwwa4y/RbAZY2h1yUTNhhnsjJGjVwSsGpDPFz61RiAygktA76LCD6wtWCQZPD5ffzouZn80hcl7KnpAEt/9l42MT4Nyb6Si7OPqLHiUUKPk/SRY3zor1ySfG5Ul88KN/z2+pHTERKbO68jhrJqHPKAZxGgjawpT5ODyU7JG9Xw9sajRi7Q3BdO+s/sNkNeirUXGHdHf46DIljs6fCrNrh3dp/RES3b3Ij9xp3gttu/zfzJv0VT9FCgLPWxcNiETX3tFmPLTwvzxNA1eNkiT5kzKfgdvZ/5+3FcNMp7LlRY3CnHla9gz1532eSRZeEAFXtIbTZUg5Tfjx57JuXXjpPP6DhzXIpVjvFm5HqgJz4DL1/plQv792iET+IXeJbs4kA78Sx4eSe6vSKn5mdyEf7D14P4jBdSas66JZpP+trnlZPef8Xo2VccovN7CxcjP9p6/+Xty/Dvr8kM6+RkO9OMiyHgNUfBte06L3JxX19T/hN67M6XJH5P+fOnL843WV7z4Ew1wYjV0acjrlIJ2mL/6POiGbgnvM9yALTkJW3rvKkVAABAAElEQVR40O/rPPC74v3qxl1Xcu94PhvjMLvvN/Fbl4c9+KzK8BndR/ddiowcava2N//WTi7YG9lYPLP/MdJ1aZjvaobf5DXMWXaVHHzC73sRP0r0Dn0XmrEOO2t7Odj8Bczn5DMCYMJ3LC7Go8+rOhh/8OS8wm/hEr8D/Yin58DATdjtJ2z4ycIa27Zdc5sxUa+3GUx8oNsLY8BRK0vuvFDe0Dtf57PWB/zQ4Tv/s372mLOxDkNG5JQVYz2KD4fv7etO+IH25EHM+DfWvqqLIe1ua3TrsFdE+3z/AiL55pjFXtHssqber/BjTeXaQnZQXKu/hXmO37HsN/PDz7qG7yAGFvV58zdf7wbNrvveh0V8PNi5OsMjallMo09oODdAw6MSlLwhkXrHB+dMLvBeph7iTTnjs+M/w+n4tKeMMeD+iN+OG/z4u493ex502BOgE7Z2dHmgHzgZbySHZtfhMPDQWbF8GBIgcq70OKMBFvzQdzzWcH0Ob4DKIWd4IPz1l/J4XK9mD+m8frYdPe/4gHOl336OeuSjdUxbs3+r9iKX4H2lxw6/0gO5O+7ef9TtDHKMR+TlfJF7B+/hfWff0uDFibEITlv4mv0a/aJ7RwT2pt/d/Ne//qX1cV1Pdxza0POXMzF0LD383e2pyy9Hexa8JJ3p1nVghoxbrR180RY2OYY57DkXWOfgsusiNc9JbqDP7Oqk7Gtf9WncN10H4tfdRx03beLb7nmbLmN7fccPeb0YdweCELzUAoDW7UybszgFX+72BAYu+cPZAHS+MvusgFe4wnlfQM0uOp3xBuYclh1v/P7dKLxVcFqcHMGr9ex7nowaBLk/NZbqUzYdeKafz/btIgMc4pK6rktWH3jnA65dRY6o9HN77R3LBsaRB0/ysL6CvviFp7l5YoUOqmN5zLFHXKkpGVnjNVfbew35DfMj1/texYl3EmDMSYuE25Pk2H/Uc8mo+zKah/k6YPg18tJ/4ae18rgcvq+LiV3wqe/0+AheaIglMT6TOXGGTYlv4Le1J64wRm75YWgcUiDPc3fGyy6/y6qxjv1ae4gzcr1PpKaAd75EbfLXNW0aJuN9F5tT1yfyG/cP/kfnrJLDHDDqu1+wNQ8GvkKMTiMkXuP84RkRkkflqw8qIh7L3uKR6w/0qqVLkpuhzKVog6vaECSnxfrbwafDBnpNG8M5v+KnEY5rwjESO+j2ds+rfYyzWs5rxtO8uCrhWTpVNHhexXuOuvYVtRjEh6/4h19/l8Y40svUlM9vGPgNkgmphj+Ad4CNVfwA+zUdFjxucWMkxvCbHjyBb6PZBAX7hxZsNPgu52E4Lqw1dumFbbUIole9gWC7wR27T9Uc5lYQCA4bwtosMwbvahOY9TQG/NeNa3pnJcHsYwsWGYdR6cHvhhaMp32+S6/qZ/GoDReMevNbzlEpvhAWcZ4WW/LAr3Eq4PgaGDlg2wX3Gw2qwfxIiYxOGx3Yu8uWGo0OBNg6+cDM7X8Wnc4huh9h1dsQPTXKJ2fYdzB0OB5MChs9sSt2dB6Bmw77huIFl2XN6PJNp37kHxzq4lFyk6+5AIISfe0sN4pX5Nf40TexozDr1b+5TXO4TEuVPMgTJ/Avej496cOZ8wXkI18gvZBX9aQfORYegybTtSb3JMvC7N+FQxfsb0lQvii+39qn4uugIfjQfzJ0Ax9yMVb5dRx7Xy+xj0/mjeLGJmOAept+6YcP6saxYfgAO+0w6YjfhDJc9niGhOhJ0ft58lvl6xlq7Dgb+1tg2r24GGG9pJDHB9/Ifr7uOAc5X7TJB340xylzDCw3CQw2N/YKjglHnDH0ctX16W18VbrDCr3vWaIHewk8fPgWPZdw8fm9ljCvuQ6e9ynlP78NAQ94nos/h4pklim/knDCaWBTbK431++1PBBfdspX7+VXenISQIejHrFB2lpn+tE7NeoA9x/rrgpzKr935gsr+4Cx+O0Y18jZeaKPSQcZ7ZwHdtzsvVZALzn8pd/xz2Dgc1H6STfGKCvvyjYUqbWCDfO1ciZTb4mb2L5sa+0Zx9DHP6n7Gh0Yyxr7FLe+vJfYccUV2zw34v4hLOu/t++mQK3vcfoaYN5zZsmbcJHd9TF20miTV5xe99+UPPjNdWEEp/snvwcDTd+vzUP00XXyPGksOxRz5QLqf9ULqwBP21N4ba41zHCN84+FozCLjrHwjb/Tn8RmoJxlza4pVDQwQv6wFxvQxbVgM07C6/ZNP0WRg6DVCV8g8K3/WM2DG/W7SODU3DLYxiErOgCN7PCLnfCjALdvoueA12i9Wj7mk6ucfTYnR2Zy2/w6g9s2OTccO/A8HxpNRpk/qMdegB2+thm0tP/68ZfnFzZNP1/x9B7chIym/THsSzs1wjnHzX6joVnrWq3D4KSgC/rZT3hb/DlX9tLxgR98IFbJAdNe6N753bXhHXnwo+0/HbR67DoO/Kz/wKfPuGF0RgmNGLl0fsGh7nkUPjVehOGz112H6A5d+b445Nq2emsO0A+/r2wYFGKttZluxgo8xo30+IJsSqehz55Kybg7egle5S/RXDmaMXDTDn29uV7xCS/qjOeGVu53+7wIArkqXboVxbvyMnJAPZSRt+F/GGudjHObt84nJe+Sb6OlGXranabgaF16pg7+etgg43BYPI6nYUJ7xCvshb/Lsy6Q+KKj5kbnDz5/4HEd+IV5zT/2GPahsYV2m6CvG/i0kL3mX0GOr0unwq3+ESf8o0twAg92+qkDXzV26I0W3WTVu9mHuCycx9aVvMDlwEFUawSdrkNvM7bo6B1xC1Kv0C1cri8KnrxIPzQLN5BjfaXHDt/7Ry6v9/A1JfxSF7TWxX/++U/nCLbU/r7yMHiLB2sDveVvetn/vO9or8EP3HuIfw7nBuHvesDjrpif+GYvsZ/HhXr2rugg7raDNxPz0077Gj3cMmf9YLVU0FPhix/zOhQL5Ve3dLUp1bn24Ipz+Ei+Tk5Rd7/ZJ9qbczvGNsJirEFV1XoUHvUGGcxLhpjPMyl0tZ4POQkxymitgRPrPuei73qjGgAyIg+0tHlIxedw4XM/RGJcMh7cftmz21cUOx18/xpAzoftYc/NPzkHgVxtm3HYuxlbsc1viqIsijO6Svl7+M3f6KYPbmk3+i6fzyPS+FDP4ln03e7FkdYmZAzKY9XabIJP6aF4DBRzETxjg4UrQV2b31i7uOaIPubFPjLKN32yNjTRLWcd4KfXK4MWXr3k4Rj4kCd78XojO31/QE7Mp2FXTnF9XEpHh8xCzgEuEsna8ruu0fiWPX4nltwu/HXtMEyfKmA/8sCLnoeYiWeZw70k3gcQqd9chsX5QwphfuAzgPF3cH5dvRxLbHwmiGtKaWeS7cWxdmD2NIyq+39j4FYtxxen8If/4Kf2invxgyel4MCqvfvgrB9eGUsfHsD4w7/fNOFKfEW2pID1WCoX9M1nujlbZyFw4MW5qMzJWu9ckE31gHutG0eOeyYdR30vVWtf9Of+A+6SlFEf8dMLvu8ICd/3pLc9Z/dFaF3zLqUFle/9qaaGEP7Eee51Y9Hymj50xDpSpN7jy2yr+MGu86H/K0u3D77ICmx90BQ4+rQ9UrjBU8sqFX5Zw33COoeMXJGfyo5m3zioxD740XZf35j3RV7BJ19FQv3pm1Yg8a1v2BNfr1/F3wrwQkxG0RvAaabmkMTFjIQItFBrvG+MQNYaXZh183NQVYYV4Qde4TLVkw3oU6UWOt4U0nOnAY4nBmb30Fh64jxvO4dxBCErjo7gBPDhht2RWj1Tw0E8HgbbOGPB7XhHokceTNSB4yqRGRt/Z/XQLnmdZ3gRIuBlNzzxLfjZ5JrcB77vAcDzuky/GyWLUukNqOuurGuMVvwXsMbDMzFc43etrieOTv8xruF/x63Gyo4jvmAGj5g2Jj80gWc5mUNlT9Ed8vLAqvQ9t505zo1yDiIHoik2jcwUcSO1ZylbtBiZxx4fmTbclriBn4tTM8rA5Hje8OFBzGDHa3wInNvfS6UhsLGxDnrJ4TD9QhGl+S4OjdTS6Efecey696JZk0HnPw9KjKK3Km3ZvrFEmPgNQjbFo8a1Dtg2ewlirQkDSUudZ8v8yk+NWmYR2Kc07WHF8mcKtpvtyF/k/OAq5IWy8rHieOZHePNpTUpuMIY10KLsjYzijqJLPmfkbH4sWB3qeoygSzaWk5FavMPzrIaGA6J5YYM275QzWzOWeoTLPPxNCEqEomtrhZCDh5bI2nXPBUv4Bm/10+o2Tc9m8Gm99Diilj6L3xUeVEfdF82R41kvPpEN7bBzhomM0oE1EZlnWNewrj+8oL/icwXfuS+d9hH1L/QjZxmayznuGrjlx+4/Y5p519+Ak5fSJ/l2ocCBrt4cAnS+v2henS0Lr7A+yBmdZY4B8XPZXTgV1zq4z/ktOtbTXjhE9/JsPLiTZ/htfLouoaGOb4kVa9Tk05Fu2qzv3hfkz89aUvImhLlpnfGFN3LSjn7huekZ8FxML8ZZz/jZmH6BOtfYllSQ40M+uU97ip+NKdGNKz8dsaqHDuCb5kTPzit+DQxaSnQujuSrLXuAhy5vWDpW+KDbKl1CH/7he1dDs11TN0cVZeHUpDFvqc+Ngu8/9IXUXDCz5MkHjEXXM5nmU5PhbHjCOg/a7F3ZO4pH+WoSjEan28c+0kdWCm10QEaXE5zA+o2ujF3GQ+xj15QzcoP+XZyD//46+9PrlN02bEr/jgM4sX/HY59gXLueh6rPebNSb59OO59Xddjl7v3X7dgpz/tZv1fWPOKVLbn+ucN8pD2DeM+9YHMXgzNexp83K/YoFAU3mRKP5b/gpj7jfg0rPSsnHrGOPLEXc9l7WNu/k2cF0Tqm1tP0jrOYy3lz41EqkMlr34jP0Z3T+Cb+CdryUyA3tewRAyPsdHv/houHon9f39HtvXzu5dQ8Xzz3/j31rx/tCXB20EPiMae6Dtjx559//vbHH38MPGJxjr9sBkOPXn3iuuoRVztHQmpRhPhXFNJk8YJpcntx996ZRACD9iS68s+i31t9f9vHfkm/3X/Cp85X7wyLe/y+z7OFUS3wkvtjSmlgXfuCVfw5A+G/ERhV00UgXZTsY+HNOmSZyD1jcAZrvNdwdsI2eNt8jPst+hisWNZ8mb60H1hXuQvL2oq/eONf622cuTO3eO4WsaPTQX+tr6zHcc6gqTc0h58Fs/+X4SMehZx7Z/RyLWH2i7wQL1532Q9oqEqsZXPFK4wrH85kNlXNrutY/Pv6Qx7VehjZ6MRPfMGnu4a+/6QQ9zUppRM5RQ++x/vN075CAMmlYiCKEUsis5eSXfnKGPdj6yzqYO7oo//IhzeW/ZDFCVnmwNkHU3YBWZe8v0s5/Pritruzqj6qRie1j3FIvCv/wqD0hfDETqDys300/G184jlEmQrdNT5jE+YndXBK7kKo2CBvwVaLPIhhrI9jRLgP+HNwUfdW4SMEJtQlMPPcZ0tByR9WgZd2i7Z+i8QFO/Eb3zZUtsr/kvlEvZC/q875EItez5+6soaWGcbZksJ7dXzYkXJ3KzlxxI97LE38zhf44ZvEM/zDmzqw97Be74HUGlUPoJV98CmeRLrWmTVylIJ876IjIQg5vq73X4XrHGAdKzkHasbGfdH6KMkYtdFKCz+V5Mhxc+FNm86B3J1+oeXFR1A7hRSVImshK+LdWbmRssO7JCiJPXxxB9+Cka/isK6OkAIl+NkC23nVoYOvetQEkIr8boDtFBIba71zX4uS137LkpY1+NuXt3+CpBtZcD06tWzwwEwYsCqBxEgOqTfy66Lz61/6ZNv4WhtsOysrUfpoJTc3ffqN1Z3H9A2SpQS4K9FKXvVHzIRTPLAr+tQnjrEB/SOjbC06Rl4r2A+j4v1JuQWf4qmY+OtNasIVv65vl3D0ex+p9hrn0+KfPyt3NQHIxfIDeh838COPo574CPsJUf4qjtWHNn458lk9+0/Ez/CgOLzxO1jE31n6kQ8vFm8/1T30i16QoWvCCC46FB9i2vsDF25WdAhV5d/cjfHqcxCD77RD7cW36DJm+FCIN6uAQ2sebTEpPPKi5FFnkUcfH4gE4yDiTzsN+e6TT+qvUjLSh95ymzzrIDhyU8Q5za0u5n2egbBoi27ZXP4xk3FIj82TsRdd9E7uL3456Ha9mTPwiIosyV6WJ0P5y19NhK+GM0bFJ34pHPy+K+X1PKr+aZVEbfJ64CGXf/jST8eytoEzSuzLAXLvgxYYm471hRm2WtZQZGw44UvNIYc1GJ9+l8L1QELpwx4FX+uGemrz+yq8Aez9Zvg4M954soWfLuCrqsqf5eccptCNtDSufEGp+QR/LrXY+1CaP72il71WuMBK31on4DdtZ/CF4vgOvFdoozt6YCuawIP9gb5UmAV9gaMXI+Tunr+Lom4iwuvLF33F83i6ezIb/ln911vRA4rock0dK1CaP/qUbllBzl4zX0zh5K7Y0axPqRHjNd8610ULTa0fzjmz2G8YdcqKATLh4Voy/Hs/6mBzngT0oGFFX2PEj/7iidyeD2vvASf7kuKvw0lkwrtoSndYsj74TUDpJZUqXwQ/0ow+qg8Vumz4UjoMudU/+qUw80rshj8GXxFl0LrUOWBFec2sifZLG+jMnOD3mD7r0z05V1luqWp5zhepiv9ytmWgt88UK/6sKCLU/+kznK8S8+f6PJhkvccp4UEsHKciHfTLf4N0VMRDTcXZumuZRSTpCL9+UyQ6wZu/9GfN/jr0TZ5wZvK4ZIibZdpK8IZKjLMvmGeARyWdDfjQOm5jdKNDhiI//X2cPnr4+sKqlK35bWTbjX7bfjPX0XEu8RnfQsZ6gzPxz1x/LjJT6NHJ+9fEj8aKg2R0PxtPOdhL/c5bzdGoociIDr9LD3w29jgp5n2Hz3WYL0FWybrG2g3cc9TrytLRiHphPDjUlPjEnRde7HPhOQb4eCt4z3lETg89IiuotWuVjwKjhic5Qhmk1RbPlPBKbT2GLcE51NIRG9GLMLluCJwV8lup4RXe+JJim4bvrCN5okI7BRqPDQD6h0/mTg0dcwBY8Gqlhu/KO8YyDv+eR/QzNsQ+VPt41zmy83M69rnloQM+X3aGz173fEg7SkTWil6NJMYEROL0Wvleox07N6qWj2Jz1fFl6clDMJScj6euORfXsH1WunGzFWDsXH4HmvVwsAX0ULLXet1lVMj4kZhH1+ixEyfHSxfFuZmjrNRMj15Vsy7U2nCEF/3yUeT0T/yWDmPtaHkb3NThlT50gVGjs8/HxE1G4zEiRkx/6BreK7M/cYA9I5bDrcVHsU6AIuRJnX0setgP+OrAVzoMu6j5pCJvSrPnFjjn+iXs00rEASx963qKnAzusCPdWZcCkbvHOfBdzyv9J9vZaAkxYb1R57HInfK2vFnwTrv8Ffrj6Ed70fk5/Z1ef/7Bm79/thgkGCPjxt5ePEYiSCS/s8maUrGTLpCNiQX8aOuie67tGUbZiqw62yGP+VK4zOBDsc7CQREp9jnr/JZeMy19A1fonmHFCXuLPXw2/gdhqxOby1fj3pd4T/hClVplUwfRhhbfctqzDl5Tl+LAwi+07GOZu9jr9eD39gnF8ZW4OW8t3GUXPMO7/FrrKjL8QCG+Hx7JeuoPXNrHFW/rPtaiwxk8b5rJvyWDOV/rBbJynY+s2MY4pXjGloLlmzGNK2VyrgitCZ+8xIZ1E5/7vPKHY62TtvX6+nBuq723YvdJd3psj2JZntQ+p38UjjTs7bED3aKfPzEGkmR81cPpb0oVP5wj363YgDCKdBqpLP2GXxAAz5GznnoaAi+ZG/LJc6Rczo2MJ9aiXLIHHnTo3G0IT0VtNnPdZl6oR76p84MH70ld3UNHp7zROwnVyL15/G7/gO83UmhwP4t5MMbEAxxmh8vIkdrmQq8s58EU4XGu5NyxHuKCjnvVdd6pc2fdFyOutY8P3iVhvTovlIeKNf7gWxuH+ImT+Pq9jrHmgHv2YMD/fNc3BymWfFrZ9llPWGG3dBhyys+VXUtQ2eG+1RUNZPjH8y+5hmx8hh/Ld8Y6KL7xBsGlZMCPN7bwle0TeOZc1vvxBhrjyZVwqRpa4kCv+Aav4Mkl6Tt1A2bjzKJ8CwNsM8ht+zf91Blu9eJbPOFXPCv+nPfnfiCXPD06XazfiGQu+1rIJuD32NcUOmmWPmtg6Txg0zfyAgsUuaUhs1cuLXpiKpnkLHruugqOfaVVdKvVHZm2fUxq5658Hl3sN42VKhWL+T7PdOCyobcqNwsy1yR11ze0PgYwMaqYj/HY5VX3eP1f3Mum/X5sv95DVdtiAs7KlRfYGT92m2nziXPniTznb4Vscxw2dY1TGhxfSx9+bb7g440xH6JY4JhcGpkHlRGaUkkDjjIVE0lbzFisfvdXHcAygchkZsJ/vDgBIpyFyI6Gn9ooevvGHo4FlzcItGAmv2wEcJGbdwnoDufNBLL5q3/cPUkXRYqWV/gvHthcb7YVxuexoepgQEQKsYbGa0Cl52HIna5TjdroR8RTSHCrjiwp0rAZq8J47LnSJ7jvq0sGPrAfREwcyRnODiu5y0WXslk8vPkhPcFMnsE0MH2b0/8oDwHJqGU3dHclvsA/pj5Fjr41GJqle24i9dhlIsvoS33qR87Lnhxk5uKfwAyNFu8ln0UGWxPHXfla/Cv2ayOo/o6bPotRySpIfJk6eLMewjPuul6UW5qHnk/a1OyHa9nIhOzTP3SAk4nceLClWRynwJPG8BU8KD2f0GEeIE5IAxqk6d7W6Mb6yQGRN1N/3367iE2lvqa6fs/BtsmOOtCwyIt0KOlKwtGT8zVr3MFLXvRYYyvX7RO0Gw0q8H/8rgsCd6SPavMCb5TvHhwdfDqmDrpxaExJ3sYf6TMeGG3gvoAZc1BcyiT30Uh/c+5CsUrRKt76h/0cfvNJX2Q4jraFl61A0BSBNlh85TB+quHK40VthqurFnL8e2bKTWIWvagRIwOMY30OlM878LAPGir2XpXCX6PWQehZF9ZItcIfW9Fvp1+ylw3gZS484u8S3tu/tg1OW9gOzM/1P6Ccd9r+UPMDn4+bH+cUPw21D5UveYCAPmX3Z/oZfxTsBBt59jh6TVe4zgtYtDSzzJM+8Gf84Are/ttLsaOk7q+sG/F31pC2P+/of0u//Ahrcqx2jQXL/Mm+yrpICbx6czlMd9Y5j8YPnsPMOdZQ5CH0g+U0Jp3d0BX2gGODVqolkSb6jDx0Pfp9vTG8kYXBpLtZm3bc9KnxZ3yKumnHL2SD2wy+oziOTd+pf/i0sZwxqf3gJ+uc5miV5GX10CX4UQdY/FD5I531D15nBb9mHQ3dkndGUbDyg2RVwOQX6TbiFqroUjeOJtT6ZQwo+sHHPIM2anQ64LYcRc++32+ksxu7ANRNsKMf0cCJNyne30CtmL/b0eVnrMOQBtzxEh+3Rxx3vOC+oiG0nZ525L9EP2JrXO1P84brK8QDZ5f3Xh3ORLUU0DA2nscvsuMD+mmf8X0PbLejeB85dFmlSyb8ES/rN1ZQzrAOtpybW8QvvnptEx9kRe4rpMnxiSsGsTM1Y9F34uWQDiBMrERfN87XqMVjteL/vnaxFnYdFnbtibF5h5/5u+PQ9pvA4xpgPSiXdXlhR68FMTWXzpe6GddKVGDJb7uIWnTHfD9yple5t+Z2fJAYrP4j7RUkNDWuOfZo6hXpS/DO/6r9EqNfhaT1TVdQ5pbrU66JXym8+fvv//x7pXWbUEn1I59ah4jPHtvELPjxTWIMfMcJ7qs1c6aXyS8TYVcKZF8LDzq3Bbu5Jg7/6J/+q7VONht/fLX89siXPV36odPQ73e1H/GWBg9jI27A+Zs/KWYS5YfOyTX2D0PQ58xVS8J5i/W+y47bg809GRmycNTljeDciA9t6tAljqkDp+aI/4mvildhnSzdmwyPvPqyzk/RgXO8s0O6elQxGNmCKfeFeOFzsPTCOWOdQSOLenK0DYWT33qWbU1Of5PEbLeJSCw7DtJ9/gI5fPbAMHZaICA3GFzr8CnqJfBonzLXPvE3pw3d122vKFjy/DpwyMfo4TdqeIAhFzJDduEcjQOWc4jRPIcGjuZRz5/HB+8H41kdeU/woTFi/gqq6Wr+dxY9z3kATR+d8pypa0pWczEfful09+2uUG9fU2UOdH0WdmJVNTjgd9zQTxpQJbpwJ3Q1xjgA4lZlrY+BHGriOfKgzsvQlh64aPE5UF10KtfLBnyEErJL/Ohxbc8fbbKasqVgAQ+vx/w/DEEvBVm39r1rx/tQH94k+CiZB09Po54ja1V6bmPZETlJTXzvGGhgaRGs1+tP44EMzqfJKeqs93AK/Ipr5dyuRaIYqkfPkAGUnRJ50aEwhDPshWv5OvwLN/tc8Pf6LcL4wYYfPFUhqbwBxT0IPkH5O/BEUdR50inZ6MOF4Nxwn++6Wwp94OUonsx638QoVb14V3MmrXK3JCDgScnml6egpIUpShe0x2Zufixe/PZtuX88dcVm6Td2wFl4NWkrEZMMFfTQZ0xLKmL1h9z+ZKqVYWg6Z/FnLHzT5nfeKhx6c0KoJAC0JbdoOw10lMIhJigCXscVT/HFnaEtfPpQ/2yJrPAZv4mgbsyug1rG16RbS0LGjjV6VqEebceSBxNkL+ccgXUMquGx0Ayirdr13IYvu+U/SxnnqvIf+sCTH27PBVHpGL/G30fWg4mA9QQYXEYgNNRpIqcfwIJq+0UWWaULfXyDzmMioeV2VRq/5s1J9MPVfjJGDv0h/NIjNjIe24auxoGyxiq/kMU4h8ySb12MtezNDOKri31w0ye4MkWZP8kXeJVYDuLF2/NjCBuaDO5VWZ5ka3ZLF3Q7DL+r0222WXzcVsV6edIvdjxU44OUQcRADb34AG3dIRy+Grl8qdv83Y+hvJ0jr3l+A6sVD20+C/zNstXw+rHd3LHihEN0kEoH8q3esGbNWG/EZt3PG7PCRpQLN3bIKcdX88xvwg71CqO/Vo6zPyiyLIqmG6o4voaLhLpyWeu02p7CELaS/H3Tp1lrrizBxbPkhX8jPW3W79RWToEgbwy+1cvB75T4AlhPFWuwAl8V3Qv8Do7e9ns9PNmH3V43W+iWfxyLB8w1ToscBs9xnmtC0Se/T1lcAKPrZe5e0H0E3O2LHX5qujHrOA1ceWoAtq5YFw6wPTILD55L3pjDxodmTIhiNF7Jv4IvugOC+eWNVkYiI+1VZ78Bskpilb0ge8fC+FjL/qvp03xWvCKzfFw5w5u/PKF/KKOfp/C9TAkh9Afc1vEbquoX/zYgfWIn64PXK3JYKJ+Qpf9ftZ6xLLKHMNL3u4Q2nxwLZ+iRlTdVWT+9B1IP84hi1rncyELwtMVMxAegyn6DJDAP6gW62BKajNl+2WLdh/x8unLyGePwQXfzw0D9n/ykdNrxKTK9JqmOf1NH/rRpABgPjvmMVN/x/MlCVDBvbmjJ/1IIeZDw0B+fwPxdm3X0sj3if1WIc2JoqqYLNIwjL37w2V/scg1wxTfwXBBDP98MxYf4dPgotk+a7dxkWyQTHvx7pbB39b3SMg58K3exvZZnxUusM7+7TgfdJZyx/HVdoh9j8VP9vviY6EKOD8i32BJZ7EOf9YAb+hz3nS6l/BAaRrjh9YWHapm/4rEXw4BLr2el8wUX35fXF19wdrzwBY681IFTd3gfB54x8MIb2CxqJjaB2X/ByULS6NGecuDT+jscufnrdLs+9EObuuOscwzyH30eGmTshbHwD8/ghO7BD/HBNjcmvs6BdVN0LCxheFFHbuiDFr06HFjwjSdduNb/rI87dTzG0j/gh3mrGfcXWGl9EHOPADuj/6ZPH61PFyFD6NkIRQo5MOYVE6t46DoB3pQtPLU3jOsw85EdxpXvBl90KX3gvzEorlNX1pe8CTyGJg26oAXXXaQv6zvcpm6IBKA/j6xlJKxcWwfWE/G70udAsHWg4Wwxj//DN+GFDUMz61pv9vDgv25qa88h3/FxL4lV6j72rB2ayA9+7Nvh9EMDbm/TX/g48+dL+KfeOUZexlMHvuO/0s+bv8GFp3MjgIua31/+488/Zg5Ct8fKCSb6+JF8fHs7+qroKpcR1ff10mXFYLeT8V728T4WvtGl5BY9s4V9Ec0491ROcm3MxGDfPF/fcu6EihIZtDt/9QQRV8+388mW/du4/b6XSGPm0XNIGUVvVJUv4o/CrLPjUXfubfl85ElZ69Y8Y5o8PIp3fBp7ag2JDUfenBOCHz/DJfmUsaH1hJfuR3ng4pO6f/RoefgX7bA3giJAtZcc8YkM6uiROjfeV3/haItT/PMJ4ti9BPibXvw9TrrQl+tybwNePR9C0WFZwxkDn7/o2XWp/CkOprccfVDpTWdRKZh13bTDVeQw/+ZDAfAe7w0Qb2hKFjEsu44yS54fAIKPyg/u+4iOHrk/2HmMl9APdhN+3zj6lLMqqVk/g4akYz5e8eq+A4d1reZU0TOHmOP+fV+N1z3JtWZF986n3m9YcQlO4rbWhbJhzeErLYXHfup9b9xTvEANL67FFDqX5IblEwUNOP9kW3DCLrqS26FjrODQqmOn0OCvSnIjoDz0FR7QL97DtzOvwqXq8g/ya52Iv8IjPDuVc1nqeAz9hiLotdYp4CUb2uhDG7rqD7vdH+euMV546LTsBrb7EFgvxbvjlS/0rpvfh4Odb/cd2XZVO7vLdq6ByQH2I+bEF8+9SxIPJGeCxT3zYymf4R9scY83CXl4yCU1Hdrb+m6c9eIYqTt9Ph6YWBgaU24w1/DtukymAyG08uHYddUxr6oHl6ZC5HkkcPGZ8sui4jHIy9bqrDxBPgpQUhefgtXrwq/+QT6U4lHvIKjz/4h71203bmVL07Zk78vp/zWqR7//M1ZtS3bHNycmEEBmcnHJPlWQFgEE4h6BSyaTpF2rWLHpfPnVI+Q8ePz1tZ9+9KZ2e3KzwOP1ayaSNpkErWpMKJG1OJN+vdhLQ7c1UMKb3QW3At/GQScKL4JrCxal90Nhcas3Uh8OTg9EY8HuownOElS+bQW9WyzHyKnbdDDhktKDbz9oFW2C0gQI1vu0YzdyKNClICtPCn0l49tYcIyfhSrQVXd+gd7pFtutD45ZeoTuR+pT5fRTL3k/wv1KA1/8RpGMLcZX/A33OnyBdH1p86eLy3oD8BfecdPsZcG7F9zjgezevwiDi9jc87rgW5kh+z5+T/LihwtPAZA/5gd23bOepIktAKu0CDRWuczmvOEJ13b64MaiBtCXUfDKEqCL+33yMnwp8Z3rDJcuCN6BGVT95KMNaeuwKG+AS4etCR8Oo6pd9mFDEe6qhJF9cWE0N9KxPmsnBDe7mMNTe6HvBaFYDYFx5pt1YmzIooLOLwPusYEx7YRXYDFAOcQhkSsdeFBQZBbgq+DnqUMxe/Ihn8rlQGKJnd/ihTL8Njw3HvmXA8wTz0b50LR1uqAbN9WMaPmfz5HprSbvDtaG1Yy9wU3f8cy8lS+xvf449AG3D4DVEUx5UgwHOfvp3Z7qXIysU5d3+pZ3YkZP4Fff7fI67snnR/vwvMr9DDfs2vUMP3ibv22LLGoKU0DtqouL4kG/4+WCJDyjWXiIz+CXsa3eVduG/krn1OfkZRtO6H9vPxeW+LIX+tKHmxLlq3McXK4v+xjtFLjpIcBq6IKnaubOxKjG9Ee1tR4Jh5g+ywx/aq35VSveg0f0TA50fLW73Mtg04mxwlUpvSjxh3sA3JLMm2PK9O2wZ9K1RmzovsswezcllxTelVBmXULGh6lF8OYLNHd06MK/6Utyo/5HR2gYZ83rF09PYsMrNXji0fIltNEHXP7Pgtm9Pwf2hpbm+grV0m4fqJ51NRPkwJIy1/NqY2P2Ow0eL+BmHNzYQaxpP/lD9iBL+/nB9INuZISW/quSOL3CeRqLnp1H5GE7DxykBH72O21vg8+/+C90T3X3NTjmtZLglL9wnjjew7lpyr6SG6fSE9hNft5xCBphcWhGfDIwiE59z37knfDIzHj6TzV4J4872IkDP2Bdztm/yCSmNvoy9FkAkU10uw69ffLM9U3guFxvDNT5Yj0omtGbeiyulsEifl03bqhuQfDAF6yLn/WJ/Dzy53vd/Ps61olXtndZr+SJ95GLeYisGxL9BSOmnab8mjB3MLivdAz/d3CC+6qOjnc2vaL70bE7vePr1PC+w7uTGf3vxk5Y5/kkq8Np//tf/643oPhkZWZSjxsw5uuS5FjWqj/QPeYcButOX+R03Ra3z7dyhuj8ZjvLaLHVzsHmHkXfEJU3/ZYnTqJxfQf/gaQzbcnNm8hrD8Jm+zIqpO7+XBJK4zoT8DN5vLE09+6C3RXdwxljll3ydK/B5xHOM/zkRfd9Ym9/YUDOI10C8HuZG9YwBp6L77I3sE4DbMYKKaMf2L1fzGHp7BzrfEN/6t116Nfb4PcxeOX8hw+f9AiPxKbrcLYX/5EoJ8Lo6/xUKMRz0ytkIxSLX+k34p4c0DVBDv0PcnYwcVh7jujH7SHkLH+aKnJ2Hu/3dMbWjPwEjYIQJzhXFjXzkHNhH1+jdy3h1oNnm49vENf8vRkcIN3nqrgg3nFZejxRRf6ZOz2unRZ4eJ/x6Hht2d7AdGaebH66xvdC2ADIVn402NmMDU2MUaZbnMTR56T/bB95iaP0K8FKl8mor1+9HYWoA09tSNZ1WPE2nil8zvvMSU/7lBNfeWJxloWuF18hcBRyMEUfilkqBrzVic/ugw1FnVd5lDH59UpaEHtCesvfpdShF2Oy7Xh/IPkRtulHppUbo/JNZGV/cn/uz8N5h/iwv60jK7JvkTYgMpce29DReZ+nCb8qs2Bv/rWQMUB61Y2aul4eYC8AQnICgriEAQM5aemkwUn8sUfsF84ez5MgSAyvPKGZvpKg6OHxXW8iDPlFE0eaPrLpUSzD7R0X2Hw/QpEr2rIttpJMAg9i688iOLmVQfAvCnA1MPSqzS8beLBf1bEzOOknHob/rCez5PMSyMLA963zlAi6obk2i4oJWjg5Ga0yjTIngYo5clgYLC+Llg2Mz3cvLPq7VvQ+x8LfckudYVjHB8QfXx1r+FpUycWFmwDUcjia4We5eSrH+UuQMx4e+XTYhOe0fCge/IDTT37K6923NkDyiD+/UfCnciR5aTv4rVPz8pMZ85NScoKN4jeSyV/wvAnAcQlD9+gTO6LnWWfcC3PxI2Hk0/XUu8ae/CD8spaFQXm+5gEw81u6IX/KxKajRG9q2VH8LZ++iEfe1npSY/yWk0o5gplFKQ3qtTIdnapYTNEXqEuUHqLnQGtEavlVz1WVjGIVEeY1fNturkRnEPWk3SCIDdC9W+IbNJX9kl8vtXbaDusXfpERHUIfeCzOb+gaj9zxAXPy4RsMynavFVxkOx8rC2ab0azT+Bgvqy57eW6M0g8E9K9wcqL4FDp/6xMgrEwU+JiXemPP6HwVo+KB/FzoqANB8Ed8oi9Dkwd2FhP9G06N/8CjBPfUvyJ8GTcL4oVGIz+E9fmXU4/E811Onb7TAqefcccNruSWbaKKvcPMGudNYvCMAz4xY8XpJbIm/3E6DTy4Q1R1E++MUOPDpWNoUzOtui6xCcrIXbjE4izILMuV+9TnOPKRUWtJrS3hCZaeGjzwu3xozE+e3fwTnZLXtiGymYujTf6UW7Wa8xtUtX7xTQoU8zdi/BD99JDe0PvWrYO99C3uoQOcdkkS1uqzDzE+iMd4evfxW6O9Ffs9NWFaa0vekZiIpRd7CXvGEjpHnxraGxgsN4UutXw29g94ey+S+M0aVIEGD8TP0TlyA9c2WAHkIhma75XnkTfUKGYwGvrQbiV8RZMxYgdBaDr+2MPIKkpsCMq0v4afcEQK+Q3/8KFe+3WHjvagjx+m3BvU2HgzdAGVStP3+KRSQzGY+TjshrD7OenTb6yIOTkEDe4cMRJc0ILrPzgu0TX7xHr7ueZlXfwkLsE33qLPPpE6OlKHd2ipBRvk0AgPZTOmFssAv+9muMZ+qm+uwDmFK1k1FFnoWFmoucMbQ6GLToPlYwU+vOIDEKM/NTmXfTY5Vo+cSk50OJl/4S0qBQkb+1o/9o1SV7SscS3HI5elMNZLvwhQfAnjcGLgD3Vsi0/u0MQLecPf0eEWt/yhMvSgPfWkFfgAdp7CbTkZ3YDbjz7zaxM4FvLwAbcX01n3fsNO+OXXfN0a2YzmLaUmm25v+LF9QxG5sroRBz6ZPDSCF77pd/Q72Npfhr+Hl63CvieGNzzVLt3hiT/COzipI//sB/5RHbrUkdPpskYBA08pQa4nhzoyOG2aYHW+JWGh1aeR5Q77RDxrU1108RWMcm4bsuW4iqhQkmdwXj7ChtizZLrV4eAxP2OTxpQvxW3YwHUwov6sDdOrU8kmHvUJf9HJDSu/LCUOYI2oNg6TvoEb6/T11A2SIuXTH5zf9Olt/F591rBOV5oUs/orfOjV59obqOyLj6TAoIWHdVivjHfe+Nh+ho9tvRAVja/nont0W/x3m5e8tDweupOP42zc6BFK6sBCDyw8XO/Xh4xTwjd6hiZ8wte49p0I9WKf+r7ess80wcJXy+fwZx/717/+9dM//vnP5k+uT20HlLSjGzT+tB0weC2edK372HtriOtQF3ApmSedf8YGxhAWu0U1YJYBPsJGnEa8ldcgc2+tKmxj3zUW91zwO3+WF/9CQmFNgUYWLWPG3u3cw76JA9HYk5CBqUPNkgEXF/Ap3terAQ1yQK4/4UolOOSbygDwaWWjE1frix18HW7RlwjJY91jDmqmcV+liGoQsaV1zddaJYY6uY4u5lVqVPoz6Hnt+MoSYTh/+hwUa+HzJvUvXjSLv+cjRDZrxRlY/GEbyA+g5NniHR6x1deFQtzw8Iv5DKNgdRSP45aRA+WLnLOiCzbHL/iJgg8r4OoJwqLX9rqIgUf45WyQOrKJ9yxTVbgmGM4L4QhEbhoWX0x6nU/x44TIh6y/4CbHGI38YKo/6DPG78ajHt84ygpN8jomplo+Gn1yrIrOk4UOn8lLSsWW2kfHGxs5e+YpCe25xeO7ftNX7OYL+5jvfZTv8UH0Gnrja/KBvSef9kVfrlHsK3xj3/oh8eQj48mz+AZdgVs8dnidsg3xZeqpZGvYV8hbfrM/rA96hd51ZYOFlN8yr3d58GLm6QG00o17FeQlesbX1ao2mFXwE3iF0PVx30jZn+EcHH3LLPYXLxiEXRq+B46AwWM6Knp4r5l6wKXpyLfZKn8KbdNFepb+Fadlj3EkbTBcNIkbXkmxz+jxYMv3P3+XXfCDLrT0u4xQU09zhjzTAkfO9IbjUBC+lpt7E/iNtcd/VSla9Qpd/WX+a2TEWu0aU2pK9bUeR49+bQh+8ob2ULFaONjaQed9zb6gj9bQaQ+rvvwADaW+JSL3pPkE771fwK2xeo0PIaV9FnQihzVGRyjBq7rOp/S0rkjv5Cd1xQkd2K9YU+A15HS9vHZkLx4xl6HEOetqdOBsCZfkyYCX7K4/8WEdcbzRZfA9Day+420+3Kng4UrFUHsP8JLWYhzdkbdk4oVVghMI7wQcJQbwhmt9ZRE2/WDpSWQWfjOY9plwGSfVt4TzgF6dBw7kMrAh3DTfxQupHGRBApEf9sHuyPo1T+nJZmmnDr+NzSL8Pq5JgCTTK+xKZRK36easNY2+pg0VwZlJuPgl8Bt9Dacfn6cfSuDL78jPyLs1ybhwo8eCXFvgnHpcsZ4gEVbx6Lk7DezAxSPy3tFvUa0W9FoAiD85wSI9fWe8yKDXfbK43Lc6rn1jvA6flLFzAtzwIXsBQ5s6IzkwnfgaP5EL+IQfeJvMs5mcSpy7LHykNB4Kya/NpunDwtMCDrI2zaqq6UV4EE8exunqsxCfvHcq97Z8QGbTxRLvqF7DbOPI01Syex3YprOGba859tFsPIZxo49NI7Wc1NFv2tHvun4v5MROG37T0f4ZRi30avlAtvtvQ1An+8KrfQcehCGH2XAJbfqfqT/OhTubrhLIP7955DFyLhcVV+y/F2K/rPVN+V4v8+tStB6t8aFhVcC8TuNXW5r+if9XdLaccEBf/J7SmgL1seDc1/D4MT1PmbHecnaeugCsA4FyuIZUR6FSwSvXAc941brmFF7hVoJ/5+Kktot+BAxP4rDr0hg9NBW75c4HrL8KXgK2+BSY+cc3lXDx+8sv9cQ//24m8kb3F9RJ/tzJYIyz9dNxLH6W7zFJf2PvgZY//hV8zwIrHPpH9UNU9Hf2BvbIB32Ognb9Ak/DAw9d7xQNzdyPISoaYiWa6lL33NW+Om62SMbf+KJYcUTCllz8DF/hi6zhzMt738SxD0oxfOO7Exv/v2Nn4gR91yf+Ao7O2BIYvuZf9+9JT/+dIp7NF+gQvnf0Odfcjb2ElYwZj0Ls/pdMYnNcbMo3Mxz3Ttf5oPb+6Ayv+Cn6dL8CU/+eXUi2Gj0Sp5MXiIqFr5w3ut4JXfhgP6XUHb5w/zOv4RXen6E9cb/9/m3O/XyNMHuILjNKV750iLWqglhXk+c51dzQI7pEt1POU/+kow+P1ND5JmffzXZuwe/QOz06z44722X2l7qh9O3b8MnMwYmhxqnzPuqe1oBhxzmObtYPxy7fnXjyewN2O3f7HhRttHfN2NHHkp/AJGPcsO44c+wEvuhHX933YP9UnMXpBVWtgbU2fKs3WNn13ymxifPP+HWkD8m6zT7TWpb2lBfUz/EYvntBy5B94hy4RUUxFooXxX5c87Lb8oLsMhQ+l4EbQLc7w9Db99YXnDu84K+68IjVcZ6zb4xlvo3ixkh4lEeFBC/2h3//+18//evf/671bb8eAKnzRFb2IL52OHYgJu73DV9usErEfImepnkRy0lx34AvMnyPrV5t0D1yQcE7dXlEPgais2V5ENnhp5W2OjykSPlSexxvi7gn0NzTsTv84je7CLhx89pd5xvltlNvCgWp1eJb/POwnt4AsHLak7j+1T90reuDV4WvyafkxniOiKGxrn9q7S92ZR9vRqPxmlum57xCzto43iS23YWpPAJ/5Q008Q/tv7dwPtw5Jh5dJ+Snv2Nfe9H1iSbjV8q/F5KzLvNADwWy/jdbKwISSPzPorQlCFX6eGKmvXnEL7TwCy65MMgz7HgX4xMeBOcP2TL0ekIMwaVmzao5Y+U12n1tdthk/hfyAcg9mafxHX7lBQQeKayjr3OHOWz813jhuHhPSJwXwFGf8XjKTcjQIePdfwfLS/dJ9wuPM91i++D4xOci8G1ABF79BgviwzcQrf1rrUeMP7mWtTTFb/5WT79F7XO231BEZkMMwajt5wUUpvzPZjz4jIW272dXHxVlE4VNH5UVZzCtoz9Ed+8nzx/nR2jvZYSXa83ojaU7ybE+H50rg64qy6G+ShI9es8x9pTqlum+F8N7msQWX24KiNnVh5ax9LrKfILw4TM+EMf6c1fIreQX40+yO+1X6S2ITmYyxggJruGdKG07EkHgoBQ0bODu92SywfwWrpVftKu/+JQrNSNwqA8o6w1Xw+Lsd4wsJi+LDnRlA4HUExjl4LkJ1Sd10HlfsJm8ZsknPfcyBnbgbQ8eHAx+r983Db8gxj/pU8slHGqKJqkWvG/1Zj1tfJ4NUr4Z6gQv/kp/1SAW7+IRXYxbtnNoKyC/D+HJu7QK/YJcW9L7ChYEGfD8YzwV4n5FZDwpAVJk6LdG7ISC+okSMWkvzmdiwlGYm9FlF/nJjMVx9LlYHmXxxn6GXQc+0EZl/7jjHAiefs+uHtnQDTg9XYIMfufDb3zlqTpoTYOfsdP5Hbg0q08Ol/nKQe/xK+d5KkS4Y/Mf00mwXJzBN3oZ+3xdbxLKXPAHv/A4+4HDKTrk08uSNaZB8KjFo18gVQwkT2vF8mVkSctCUASMKB/Fll6DQyqA9q2ejKme3lQRj3pJHOmD4yc5MzqAqpav4N/pwJYdYk8czQu4Li6qX1Lp1srnnMqal74G20vGzYsc8h8ow3LFjsWe8hF/b0JC1QsbQPy0oM+ti73Rx2Y9E9YItMhi3dz51Neg64BscnD0D//FX8zHKjlExC+zP34jJ/ZlY0sfWj8tl5wCci3Ry2t7DsFVj3kZCsyNboGh0/LlilPGqdc4Pc/nP77nZi3rWn2dX/3moQ/rV6dGP6g/W0K762AuOuzPp9SsJzn3S9uv6EP75Ysvoj1P0LGidVX1s+rd4Htdx0/IoMQGdY6X2JW640MHPH/ovsrWWeAh1zLZ031zxnu7aXZZjbSaonPabnpLl4s9A1EsSs98G0SZPdfIUlrtyhF4WC/LjF30BNdF7cgv1mr+E6QSY1phVtv0ee08AxPmidgHX7Sdx4VQolPiM60D3GgZa3/sDJ7qRqf+oe+GW53w0B7RXHpnFzmPS0h7zBtb0sYydOy7FJapoqoG/5cywVMcurEbN+gXzTGkrnifNiN3+P+WuvCz3kUl+lrDyJWhOz7Rv5E/CAxf2oyJjoed6h//4xRsTdyooeu0iSF83iny460xV2rkRDZrbHz4XW9dlS4YXbEmlj9Uijz+y35y8vn65es4nxRuO6N0fK3/cpqp0Tn7emjYj/jtXM3DyoXpx6H79C3+bryiT8Z93bQ7kDH9DTp0i9zQKyfAa7wTx8U72KsODhC9kdb2cHglP7Lfgp9cks3zfMIcIK14qb/MqxFj5qRyqekXLaIDelLSz/g79UmTfuIfHjzMnBIc+pEd/DXG6kE867eqtZ87NhlPpO7ogX0b5xfawYl8116d4Jc/4NEjuJH362+/bnxEUyx445cl6DvzBSLNp9e+JLbJo/A/dQQeWGqxH7GKfoyFB5/GqqMEbvt06Z98CL9XTMjZr79+vfgrNMxJxinoaBvw0BHHsvOpLD2ecUKbG3WLxiNnP/ip9/FnOX7Dy3b0ePRrWbWZjEfZ8MdYYLv8nZC9nutQXfM7XeM+zXmwoQ+vvPnrHG6b9c62euv6k6HEPrqk9lhi5+UFWPZu2lpz1IguKLpiHN0GyqcrdMv2MC5Zpr1hxrJH2r8q/jTHim+3sdM96YsedfrTb0jrfswgCp+TLvDOOzDjLr92nLO9+NaqoVxYNhDn8IQOXPq5T9PHwtc+XDyYo/snf4N5rTu/3DdZ+hmf67qMAQmN68wf4J4nJ/3ZP7XgDUedv1h3yQ2tLSfW6o9tsnRi/7HdfGoMPZ+K1+boh65gLp/R4wqW/2XRvO/B6ST2iuJY23hTtVZ+hmoSJWNLTtkwhGgIyazlz6Vs+RN64m0+ehNWPrX/+1kAPtnXol/qbpfV8HriNQHCYfdYTjIXv/CAqWDrmqjHTnEZpua8jB5n6TRLJ7BYo07saz80d3wCY+ZSOBr5PMWN+lozarPEL/08Bd6XMkyfkJQCMXzUdS8TvmvuAedsBiX8XcffPs8OIEO6V2+cyytqjg80IQPbUoO7bEWHQT0aOptyDgavXZ9UilQpfNauAQeSdZv85fPmFLSEQ6dn/Ldff/vpP7//p6wc/4oP1z7Ev9/X0/UQeit21j862xbwS5eiZf4gB/WCU81raf5yrhdl882VYIckTsjgL3GxPnEieqHHrkvOaDvHa+/pDaGF2T/561xkzLmxsNJir8JD0Tnwv68myty/x27LufJ2zqJDCrj8KWgDqBgCJx8GPxrCC44H1JPHwe9MaiRyQpd+6sGqqswl60WM8rBKFOs08PtSay0q+OGX+u3dymfyILIWb/uj92db71lkzR7zpZjqW6zq2xi+MLfqf/LLMwnq1/dHJ//RSE5gw6kfP8FHIQSvSt4fyHz/VuvCuo6EHt8xjwruRfxg5znGQ54tdAeOfSVfE0/9dZSRv1LmXmFyBj1kDyql3KNndNaW+c1rq7Hy3wAAQABJREFUFooexXmw5zc0PT8OktsuOc57/sT3o5K4vSvj5hPAETF2lHQfagRp8c/OPPHwIok6NgUpHwtISt6wnMiHU0i0dWACy7jQL6J3jYQ+JQ5KX3Wx9Vc+jLqAdQlfr0yCep2HRVM51vFPbPLY0i8LReB3dSb03dg97Ol+4z5Zu26nfvd80Tv+7D7ia5Y4pOs38eYW/cTjCu8xZjQydn2vdHeQjRdpcGta8mPd8HEM8QkEn/e5dfFCYV7YsWzJeA4I7tcrhweps+eCzrTFCG04ksNr3lgvGL759jsbC5xqnAVgtJP+sJUPPQCiNkGeRGHh1T82hVEufscQSqM34BOv6A2LuLzaJ9v0xbUW3N/rCU+++iUL/+6ZT8geqLrRU78bxEVxsv5DLu1Q1/MwPnpNj09t8HmIgC524VbF4maDA+eXepiC2MLLGxHUq9zxXqPPLex5WiOgin5PHOIPNPtcaUlwQ+g8AOcNznPe3DAaIDjB88fSN2sBXJKB5bdyHPzIZ523qEf/ThNfpD7ZA+/70uPzRN0pu529TSx9AD0Pa9iHPbav57VAg3liDZ/v2r+tc8fpevzVtmO1nxeiw0e8weMQiS2v/f6aU/cFmN1W6YILXgTlpH8tzaPI4Ku4tD5VurEkkHXcvBfsksSJ3c7dB2oupOsGQrtBg97szzUixj+i4y7p495d3LRPsfOU/2TXYBN9RPPCtx9LvWJsesC7fP1HTWDvgLQ9n0/Kb+OTBl8JBji8PBVPi/vRO7K2v8wbWPfU91DoBw8u8PCf94sb9NIt/qUmBtxcrAwa879o0P+FDeDGfp811nrC2KuCTPm45SP40QnBiZFgN+wuMsp2aHxhzUx5r8CHN4Yo8gWJeFPgnd+DXXquvTH3HLk+vJMee8S62SNeJVJfD4Voyfeb79Jn5Fjo0bfLv3N1903obkyaIOV9yRXujfnZ/3NzKfLvLsYzBvMuW9k1fJuzn/bMqQX4w/yCwSf04cn4Kii6ALremgh3EViUd63IyljvI59/3a/B67X1RyfmBoX2jUM1ZhtHU1Xs7LCP2pmDT3jhGXvyK0TCL/VkFUk7YpPzQfjF9vSp4RW+Hf5uu9Oq/eyiW5ax5fRt53tHyLJNAW/xMEzwS9pUxFlWL/BF8/e1+u73WuC7/tf1TX+IgX0B1tlr2kPN3Y473zD+6Df5s66dZxx5OLD20TEfn242h99HcYtu0Yv95keLZDXy8PxRfnd0/bYWUeVbS3+pAzyyuPWHW75+eR3juujCgTq/RsfhzjuRtzDnLmtR8Rrz+xbxAJ7xiPy+3h4kn+oufs6pj4hzsxw6dPvtt3/ojbCP6VqghUzfPLoODNnmCsxNsd/7vcXgfXxfCDnf6mEgffuxEqOioXCcui3BK1TPOAt7tdAzdri9xmgBY8qjRm64kxr69odJ22mQb1uh/eOP3zWo+096M7jrh11+s8rzs3JXi43pzTVtr3X6SlUYV+G9bp2dqqtr3QE3nV8Ts+WfjNqnGQ+UGknscRT0yg18PgCgb8UAVmPIVhnT8qK6OJkbZw3G+aTz31Hw27nvLluWjLwhkhoc0c43WWLEVStwoQvNFWNBFIcldg3ctLy2lC/wY4lHg5zvbtANqv1HeXrsP3pDrviIZ+1V/kDDbpP8Iv/XlWvdtyQi7C/OqMGepK5iPobtr9JSIH6CYO1PlrWnnmHO6eJ7Tb6SbRzmFMPQU8vGITh+ByYbdoXe7u30yLWtynSaWmP2h6VO5tZLyHNot3mCZyPXABNwNiqmvJEI3rPfT6LW15nEflw+PtZXJdhwLqRResQkPk4Nyu4vIHuZLHaw6DTPijfXh/LZUO9AHV2vDe4kJveYyFx6lbdu0Lm2+jrmtbjcygYI/Q0DiOTTxNkMyHfjm1a8f/CFn+2jzHwuPVClr4vqG024y251x8tC8P1U2/P7t9/HG+GD70LrxLNdWLijFJigtxvyifS37DtC7x9jpUEUxlWZ9t8RBTZi8RZuaEZ90pz9jq58jl6od2POHX32lM7rqd3eAGa3jEOqHgt6bhTo5mJh1JrOa2F6gZjjtVhk441SfKI3i03HgwOfqh220VUJLh00wQHhJQTBkhH2SAKX8Ve15ZWe9XS256PSrISMG05hLU/b2+HvN4FXBPLk2/TZFDxOHfHlhLsRe36pQxc3iobHhy/WhhK5IafPYYrc0w230pElVQesqm2P3zQ8aZEZWOSnH/6pgeOn3GTHbuJg/txcgxcTJnaG8r6OvPtR5Njp8CSvyHLLRuZ181uLCqnL76jljd7wgVF5prrKn2rw6dt88txyCmWU+ebbYc7SC32sp1TlpZgwHhxYff36W71WcOaJyfoMMcWgdJCNBRlD0Nc+q8LvQbIoxf91jCydSwboNeZ5t7INVorh4BUv6EkgxgbBad+M+2GvlPjgBVVjglBxZuk4eQLUoQXwhikc7NfX1oFXiWwf0gZwlBwoS4bE4J/yxvy0nnxVNEpMO8GHNt+QPri5q4X7dgTFHgZeg7NmbT4QCfnBcdIxPbnoU0MFVA7Ih8YIv9ShC/+sw/R7/oFn32JH+YPEKhzW3SsvhvEmKHZ+eK15sujAidy5jmuuFp/Ee+QxelAGW8mGfkjzYHsNvXSs+LA2o1g2sTzRlnzKfMG30b2xuzRju+Wshypibwjoe60bmpYg+UfxC5ZrWYOLdeEJLAnsJy2tl2H4IV8PckyJnelNb+lILi0ZtLErvrPujDOnHAj5vISDu/jsQoyz9NtHV250P0eWd5+i0P6Apz4uoU0sTPFE2+ZjoYi25jyXJL+zHurAOtZgxhWtpUPXeUGXTcDAiU6zP/g80XdevW38XOQQA69v4CCDve3Psf7Q5SukFFHWnSzuI8RCh3AU0ReN3vStB+co5jkQqkqen3qfeI1iNT/RmvxbeHAZ85RcL6+Km37rvtrZhzRiBI3zcqsbrhp+mLJAbvJMt/zLMAVS8OzmMY8FtCzoFk8LIhfzCVTIP1PCa9mYRXAYALPD5vBvGAKRzjz1z83leU4YyNJ7OiUcijV5UyJj1x/1YAA6IZJc0e/Vl0N48jjzI+t4dF/cVgt6xr99Yw3sPls4tDjqMI4nWXewnmUKeOTUji1e4GctZ/3kH/+Dx/gIHA3d1ET/5LXG33hB7/jjCV0+QvgokbH8XjbVuVIPXGitqbUWXXTWcJ6PZdb7a8Ftj3F+r4f3KNEF/ngpcoBTeMJ5ruFgjIkvXoMe/wDPPxEeL5EDWHjnAjLwIx/TlfPLBcJIfOjknDVUNYeyk/f5+e1fpqP4FQ/0I3+/0y5/KQe0L4w4F25sMyMBZpOGfJKz/CZ0Q3vsxKfy1WH/5p8ay6eBgYcujNMf28tPf9SDInKTQorxxiSvX5e2YL1A3PxSvCP/jqTjql3q/IGi9V9f7EGfzijY2WkEjv7lh1ey4CTGIoLnIJz8s9cJQbzy1dSGLFuQw36gOcP63OJLOzp2eHg81/B8FYM1bv4V6xmSih6JXMWwax5wPn8aE92wIbqL2Yc5YSxeQ9ftXz7Grihbfi9Vdd7lTV91GWf/w5fgjdiw8fHJPNWm97eqFcpNib+XLs4J5j6fQlOxm5Y2o49zQremG3oMXW7knSDyBR6nHh1vjdXaevD2Q29gW6msyVbdfkmqRdfct0i/y7prr72d9W7kCWfq8r/OGcNNV9rh/9K53Fkq1tffVniKwxX1TQhs8uBSSGJH/NThwE7/Gn8GUej4JHxCf+VX+TbSMmN392c6PTyXvDXHoOcbOP5Zv/n7j3/8tukY+pX/gcRv0X3sw8qf8usYzvXPul4yvXVGn9wpCd/UGEcJf69voWOpQQa5rmPAnBHQRDfae+l+nfvvjnLTs9/45BjXDJI55uP0/RDJ+v+zfMD9JXCH/vqELjpnfS2eY81A4M9lkOJT49wzMl+Y2m6wXdoZrK5VxB45WevGfZOhHtkunPzWah4cid6D6dJzyGEc/9qt1RjhUFXdX1FH47y4MDfJyXPfAY9zdELEnJOtvHNfRboULadilP31518hkN6xmzPsj5Zc38qexqR/yMPrt9c+62aB+Yrsym5Rluaqp9+9mNRonQw5/8/CelPOIB5tYVo5d45PwtnAH/INwsSjhnDENCTy0MqeUgzgUPihJWacLzkL4ntyw793b/o/2rkELjIDGfWfbxUUn7IFOnzz+7f/rTHDEYZPBn9yYNJkzHTqyV/V0qQ1HfS/6Om54lL0/HOBp7SXdbiBfr5phH5cwX0q9MnfYNDOJPibAu/FP214UVxHL9Ym4+Zsg20flVxDDGYDHTuqDNF+/wI3ABh5IoT2kpgXKPffdt823NGc+6Pc5jV5Ci2cxGxfd+Nnxgcj5qtK6sqMuKXg3rdHbghl2FeREg8d2AcL4jvWP0GKjz+1zepW61tz6dIP4Mjhctrp97WfNGIx97eMxo5Oh/7wZ97/r7qWjqzvevgm+WGdMxYaQ/cxejoHjm9dUGqP/FYOlDzrGd80/xZt1jS7euDE3SNRlh6xcyJYmQ9e93SFB5+Atq3x0Qcsaph5JWOcAy8Ilr+huSI+52/dr6h1iDyHLucGcYBP9rXBVO+jMD+GjMiNv2rGXIXDZnfIpY9/nopWgxomxOGeOjSdP7pEn0yn9IM/9+Mhtr0BHJRRZzEYiDD6Xppo/WiobDCMdUU8bEIpP5yWzchdTCEJh4CamCOXG3cncPfhaZDpFbFGNwQ2SJrofz0CogMLjulGzEMy6ieeZ0gOsqOLn2JD/GZ5T/x3Busm1YJ7K159bd4ksFwbH/tg17DUjC67Xt4AgGUjCN5J/04/drK3fvmSeL9DecXZYnPDaubKiKX6ase/qa+8X0HM50bgIPLGysZWOau7MWw05AY0FXMdNKpVjFBn+jMsZdjSraay5lq+Zjm6QU+Z9BmY9eIhvGPCDvKJ/fc3dvmLf8vSspUFl0X1j6Hftn8voucWhmjtYd4+++PeXuaE5+2W96WLFvomtdNvuQcHTqhHyYGITV+0hzuIK3zC114hpjviGWfwoH1VwpM1Yj4JWRucrHXajLxxp/OkLXt0lQ89D6isteqVXI8NARPxta4TrTVic7+AWcMnP8s7Y7LwX7TY28b64D2I/KmL2xIBVySxTFHju4labYpjVo1TJY3Caw24vftG8Rmg8M7hbLDYKuIalmkndtElcAj1NF8Y61ALdOU7vb3s+jEWG1J3fOKUr7hk/A6n4/c2erp8lFv4sKyTYaVP/eNCX57VBj4ZheGDHh1vxQWO8MevS6fJ6pO5v+ieW3UjpamivBrIROYtHzb1L/ht7FmHv2dkztPG7oT1taqPJY8nKT75C7p33gpmsbs9I12CbKFdT3TK+k1bNzAuCjOySsdfUK247s5z9HWvUOIVf63Vm37rYjHrUx7M8RpdrLvPRttzkaxG/igllgudL/XrjHdFNKwVjd9UReAx1nK384EUf+uT1DWgta0h5Ib7BBUf/37WhGwN9PHNgmJKeeU/Y8xXYnmZF3PUjS1fjrF08Z6l1ytngvrb3qgO4qhzDkiq+GZL4s3NUvbu/fxtO73nzhs4B993u92mtJ/8EHj2DXRHfugiM3jpa1wGkghFPYwFbvuCWb6LIxbosXWP6/nDtUduhOlrM8fZ5JHZGLjn6UH0fTX+Ee+n8fCMH9M/8bv8tD+iCQ94BjewTHXN+ErXvp4FN3ImzdG45XvgPHW7nU98rEdpVlOi43eeT/CO09sf4fdx2vGF4cxrrj/g6JneeafN+M0RX8P8VqXHbtYcnS/X/De/9Cf3alivrmtGt5q4Frn0LVsSY9vk+Xgx49ksxSD+2OSgEfy3w6icVLBd/zv6D+04hQ15gO/4dXSdz+fG1Eew38ZaRfp/b8Eu6cf1ar2L+2244h8F5yjK2Cvb8eAvWifRlGB+Xr/7c8Z7fHbf1mrtkD7m9ntcP4O1G8y6rjd///mPeX+J0JY7XxTH+TXOM7npIgAHpB2afX8O9Kx3PufotZ+8yBnhivEEKf1QcaQze3R4KJ5Rv8aVX0FPnmW8WCR/OcWgv8+Ha+2Jjl0T8u3nJEoN6GGN2xu0SSYLHOquM3gAg/mei0si8b8r6PFrifj+FX2u60SWJV2vc/jsjJicRU/xW79qzhfucXA6420h/W4Mh9lJP+ya2P89DfzBX4+BfMQbEzcijccqwnXDQlih+Yt6o0/x5QMpCIAbOdOvXZG6wpVrlbY/SBmCVbCmI3R5A4I2NvDGMNdZ13vyYKzS/bOgr1oIXlqqXV3nCwbd0+qab47tynvu39N9Fqp5qLhDucvxNY/Xo7UXT6VuRZ3z6q/p2nPotdxbZZQ18X1sS71TrNzfx8s1yjtCyPUFP6tmmypreuLjvWbs6YcpDXWGCPAf8USA/dH/vX1hyjkase9rfUslhf4r2d0W44vMc7CSl/cD4ptcuzXzjfzwGrr74R5zMOKsAR9viO608dGCnteyuW6u5Uw80YG/Xu7jQYw61vtt+XA45fQnXIDl732uHROf7PPiLqZPsjuntsV28GqPMOSeFjwjK/VCdkty9+nUUDJg537lwpry66+//vSf//wv3QyYJ0SNYKiN5cYMP/We+ZdDCYrIoVWzwBM4K0rNO+1OfD4joCdLCc58CsiK8JXQvcQ4eJ0Fcj2oMyep+QNPkRPSGTW8+C3hJOMxLMda76vQO37QR8+T11MfPpaBb4wVWKcxjvXoMrZ2OTZnFnhBo1JPN9WIvEPkOq/gwCftkC355pPxBd9b0SX1Pmq5ncf373ztTP12RwmMzHvaYUdhB4831DjAUtjE+QSjO67yeuF3DWVQTT6Seb7xZxHTN2TMuvitzWDckIxdlueY+muyiy1xKbqU4KoufaR51bxpzHyh5riHrX/qUzdVD+LliXD7a3X8E7/G7myq9HFt+h/JTyzDZwasVrbMXWRqXSg7hY9xQ8b0TYGim+oQLzeKaOpd43/yyaaBN/kUQg6rGqurBuWOCJPzI8hwDEPkk2Olo1gO/asnuSNqF3nZ8LLRJezcuIQ3dptHXWbUE72/1O++sP58J86H7iVIBXj4MsFREd1Yo/8Yn8qKvNwghZAb1fmHf22IWH74wmECOcj4Ut9z9q1+l/x7fV1KPlH+xCAXpf7818IKPBD6tgt/ln3DUcHDV8wfat3s9QIvGmB6grRq/AIfYO+U+NE0phD/msfAevlSviYzgOrTTNXhojP3w4y+aPxwjOMDH/m+9PITftWXjivXFBPwSvVoP3VYbGG1lW5r2tCZJITNL2wKVYRTeOjph5uCu9h7brgf3me9sFfLD7zQjyVr7LlVOpc+Cd20/YYAnMxb+YtFv9T/NvIichnDE8wPviZ3mw8O2ORuPsTLOhNte3F4ktwqPhRwGAvuZPJWg5g7LzgzhUfsVV389cZf1Rknf8hX2T3WooxZT+sVGKqEZ9Q6+x03OL0+8ftYb8Nn4uKim7CzpkneGBN+rd9dB38afnHG5j7OSJb8Ws60lwI7cbYnNsd45qmOBg7jODGgrpUK78lv4EmGBFoWumcPTE6A00vGgZV7yj+Jh3N8+qsTVVuxxC8lLw/qoE/a5md94cEfOUHxXC7+9S9jkiP5KFANreXMh/qdW+zgBheG1/C0u7ppf/m6LnJlq0VrPDZqXlkF1JgFn7cVbsKfGtJ18JH8IQu5xNRrqvei6PfE6w7OJ4v4mkZK9paOl3kUWPYl4LiYOIqORhXsl5/HumP9TC3fFl72GH2Li+iWR7BBf8m/spGCDODyh9ldXjMmP0i34ayBqbVi8AuxcEcn9HRPeZEND/A6LmP6I8uGjsIrPvRT+DSa+rVv55MbY+sRisZ6rENYdecT8IItvywY+4F9B4xPTxNnHjzgwxyyQbGzfrGn00cOdeCdJ/CzHzzGKOGryVT9jJ906YuovUCv359mbyEn6r9yn/wr++AXno1sNiM/OOnr0/7skbAcMYMo45NBNZA715ERz/ALnh7QLF176Ti93XF6u8vuOj3hADcN66fPi/jZ35a169J5vNeG3rkBvq7p6kIhdqxP/GqUl7n+q3O8XD511sfHzbJuP3ZQIq/rsuMJq14Gfh4cqYnlB4vNA5rEEIpe8u1k9nnNJS1snjvgdXln2znonx1IzE4cdHN8OC9ZcvcH+MvOrtne7njSsYZZbzstcWF/6ri4hj6nt+5H67tkbDQL/Har60GbT1qW0/nvMj5F/hFDrke171TN+Ue8hp3o2EuXCbyPM3baFPyOB12H9zb+YplIyVj6Z734mq7jr7GTyv3gnjpzjfnPf/2zdGSOr7yEKjQnR5Z+3gxhnCWLPL2Tv+j7XC8aTinj3k3nnfMNGC52TuaQD06dgvbSOR8aOTHOfq53A4/uS9+MUGMjezI20vf572e+f1y5VDkEuEo/j2z9wlu8wV55hi+Ko756m9+h5WtRwwca/b56yZLPYDoKDxICE3zkbf/q0MijPu0DlpglHyIT9mv+W1jWAR1nl+rNpqIZOkBLRIic/EKC1Jj0oU0ZuO4kftyPLl1/+t9Fbw7l8Tor1Xl4+C8yTFcyCm18eNRH7abbjusB5v7MMfJ9qEM+I6RfH8Z/+GleC7Q3XjJftHeJPcx8dv9znHm/a09jsE1yRL1VygvoW7hiX53oDnns454W5Us9kK2YkhHD33+UP7W+1EUY/3rRPUAEAK/1j7p2Gl3Tyy8Fgsb7lWV0+vfbxUUXg5FTn0Ikz3+vPO+LXzGMTXe8lTqlp6+90PdzOiWezn1oycmysV5ybyNy0SP4d2+cB8918pfec5zhSXz4C2/aojr8IOB8yRqIza/Lpvdr1H20Ak4+zL2UUbmYOUHHs5n1Bd3z0DC5kfwAHrugoDz2m5vQWTwgGHDTZd1C5romBm0WPdRQPhy18VY84MM3jv7Zv22giJFJSa3OzYvpwQtP6KwkP9Nmet4rK//Vv3P/sR277hYdvxZpsSw1VXIN19dij6zXpZNhxEQ+VLc5dpHMFteNvp4eePh++AI48n+db45Psrcb4XUl8PnY/vB5ITjS/c14hOZVLR3EzzGeN4yV0IvSflzzHDrW15mLC3VrxcOxJfuA6D+eouLFcsi+rb0LXYf982MBv//+e33Vwu/1VbYTtCmxOt4kyCJtlGNATrWomVyLxi1wvo2JgTouvV5JOvQ7WYwJjhPDk2RedEAzdiEugPlG5h3Gu7Bd5rtUT3gJJrrnZl9wbc+zPNPuNikVZewOD8/UTipSLM/ILTlJ2OD2GpnvFhI2v5MTO0ObpP6Yn+0o7caEeZA/9TJ++Efe/6n6jIn0KJW61sRZbwKzqQ29WbpfR+w9C7Ko9AOcKOOfV5PklYgyIAdAoR183GUT3Jmoz8vAn/pxUXNT8Af/eKPzVQzBoczDZvH3zTAzRSQ4c9zg29c7POkdGfAuQNeHTYxNbi9Dp2FrxnT44kBGHsgV97aLv07E5utN/uONYjCNuE/X6MQnG7iW4I1qiuJ0r6bGr7YLvPnkPHQbY8dDDntP5kHHAfatLj4p+Kb7v+O904ZXDsHhZ7oysk6jvAk986DcfzWd2BoaPZITmhelJ3boa1dL1pECL1Tc+d75wXLBc4E3MaNQu7/yE/248GFv90H7ak1sMI/FW0zF9wrz2JVXaD6qrfPS8w6fGKF7boLwFZL66s4S23UO7R2MsQ53LCq6pUC/AOs44XcTeA2dcbmlnUxeN3QB1NyoN1lGQPu6fcqU/jwsgZK1dW86EK7Bc4MPVU5eFw0b/WUMQI3D4+Q99W32gDPhoYtyB3Pm/8QdY9ofR7vrfco+WP0t3ciQrbpZYbbZt+jRZjxrYG5QcprixpKe1m3+MIf2SqzxEYk54t5GZ5Pxr+NN2n5DfGxLa70qirl2DWpoYf8zF6UhmJwLPi5A8tWSfa0Gfz5w9PKGQTEsPpgqWVUnXvEjIgOLHqL4KN8gbAV+Wb87b1Dg65uXtY/UP/73gm32h3msuGVf79ilXYt7H3lqK1dKv34xja78xXZoNf6B3eDHT6fegUePyE3/rha3lqsnTnwZPYkNes5+AjsIlbrVlmzq+LvwwuuUcdcPbuTc4ZwwcPkGCl2rlm8poi/Z0ueTOnT+6PMZXTrtU3vnqUhIBnJ07mkPLTzxiE7xV8cDxsMexExxqEHxJkitAOtzZ+Gwnl/P2cQ/8iI/7M4+8OAG56wZ5y+0qU+84iQc4/sm8xPvzu/KxzpZzlqIQ9N5enkrudqHiu6Tc/9OdmDIL7PfLl0vptVdCU5sCQ6y/uTr/6fM+/lon4TqWnN+DW9qfoOYErk8ZXu57Lmy+csQ4hI9dmaWn/GM3eNm9Lkm7vqUY/ntqejB6Irj10IB6ztvkj2jX9igGw8p/rCOQ7ceO3i9KhnvNOAH/or2R8a6nMhIDb/ffvtNn/7Vm1hbcuPIZ1vCd61f944PXucF7BtfQV/3Hq1Lxe2D+U0+ULwu4C919bJkCEOwbiOAHUcoty95Q5A8qik1PzkLv2sqcta0XnmDIGeN+CX9Xdh+Xkc38x/npdo7Qs+8175aYoKz8/rYtjvbOwy+/O3Fdp1xw/Hf6tO/X2pN04OdO9Ho1Vi1eGib+2n4FH/KpvG5IvqJJS7MW+h8IMlHCO5782bF/uZJFye/NYD7px1GWPbu4/FzaSrE+IE6sVs4TZiarB14iHsUfphk/pQBcPmUkR8t8MeTfgPLc/TKi7mDLP+eqnW6Yu2Q5C3QzL35MwNBRfXdXRl5u/b0KP+M+RtCnRd/vb+/FBzq6BZYfOp6nUt4KI14EavE2jih9DwBlvE1cm1FzjkSGbkuyzXLypWT4to/9bpiVOazmfNmnW8UCUX5rZy6oxiwilm3z+2Vg2vs48De+Upx9FSxHNgs9lKi27fk3eus8YMeTODd1PDpvK3fPd+/Gxq51gOFmXNI4cW+9JjbjFDu9DZcr/Wy4wOlPK055AM8M3/Jw8iAJnlpLtdX5VPde+C+hUV7fQmm7USnm6AEadTY7/m9BkzPeXfB0kLP6NphtKHjL+Pms/wX/I/q0Fv/+HbfbzuPyA0MvVlzzvXqXIeC32vrfDVcdg9E54w7PMD1ffw8FQ8YSZf/93/+f5NDuWs6pAuiTaBh0MuXX+pGtxZaJ4LXXA5adnDHXW2cVAbzpQ83AYBYCuUA1i1YTKpFIu0BSxBde9VYARL6fMnBawKORg724bkP46cd8ukeQR9MqCOHmk/S1MNVVRwkkitvCp+44RH55rNPsozttf0XueGz+C//BYdQRA9gV5pdQnodNzDqwM0XyNWpka1RDfNSf/mtIwbeKJ3PHXpsyZjxk2PYyupjnXmSNPz8dYWGn4uoF0/8KMWrLj61aPpC0ouFvWyppAO+oCz+oTWci4RecijeFxAjwa8/md3p7tq2doyMT0hGXtfHc6M0rxymMOY3VEyrtK7DhGqDfMCotjYQDpDH/M6CZztqdfCpfNtgnCf7XOlxY/zn2rD0RGtO+0P+VnHI5QmuUeTzwv9e73zyKd0UeHMwyiYHXrcJvHkgG/Lip2+sT4V8HqLH6lZfMTwCXTwsB1xLlo+K1k9nrQO2fhNoKJBfD4c2MiMLGfFvdD/1TB+JwUE+63l4cpHJmOJb7b9aKupjD7Gh0XuYVL53THjCrD6AvDl7O2wUedbn6BSf+aCyfIItZ/EDQ/VoQRmceED/vZgyPynwPy/IgYcfuqcN3GXQtrE/R14E46xtBz73CDEkDpTOf/kKGdkXFk5wjQfOyu+MwfOuIM/zdwguJPto+bHTmd+IVZTtCDft6GD0XMIuxGWfHWHuvNJf+1/w0I8SvtQ5rGqg2U8/dDs+9trmCWddGm4IjfktWen3+sRNP3zBVbvYB8aaF7zwylj6s8bcFZ5isvrhAW32gfB+5DfOT6FFjuhHIvJkK2OhD17vpy3a8lvWcPpdP/XHS/TrsLTz+/DkSOaDntBPJ4hHHZ7ZCxme+9bYo/pc9iw1k8yS8Og2BAZm4KxDrGOcX7t/atbqxlN88uuX3/QQCLdqwL8r5umzhD5dVDGNDdKXeHIzhtexjmg/qnVSZw1y4CjoxG8B99+4KnLvU1UnjgeZ+RUQnWRf8zk2hU42oxH7BIyrsJV95Q3mqoMXP6QvvIMOWOyiPcuxPy944ZftPKQU2Sc9eyYw5ErXYUf2O12QFsNzPzntqds7UyyNSU8cyk75v+DIwlb9m37a11/RZ18ZesnLJPpRIucA209NLuM9Lqe/z374dfjZjr8SM2zr+oCfMdqh77rg3053+udOj8Cozd/+63wYi8/BYf0nQuyX6OGMcD56a9jj1/WGF/2u/wnLWOgYDyx1aO5wMkadEronfPD6WO/H9vB6qkMfWU9478Lhxx/ywxta+PPXYXc8Tz1O/Dsed7DQhV/qwCM78PTP8cArm9Q88de415Dn8YV5bV3nf3BOfTr/PpbLg1xvhz61vhGnOp0+YwWt9dk9recVv16giayT3vC6Rt1v9YicpS98wy/7In1oFz8rEDnBX/U+P/2GlnNt4di+fq5b/DuW27v8BbtiLoj52V+5Vj5lhC8W4Xf2ZuKTvXocRcU09oYHNXS8aQz+Ob40cSvjgYdP+mcd/BMPOH+Bx7/Qh+bkRT/4d2PAXtE+0QTOG4v/9V//9dNvv/42z1PvyCsXll4joTmdlF2UUYX9Vl/5QpOkrrVsnAvXfQDnY+j4bCIln3AtDarHdci+Dj5+UkzUr17KHpthpGJPFyl3Bb0yD2hHrvbXyjDrbYbAeul50OG02d91JkJ+OVSf8tVE3zGZG3ooZFO6cDirHSXyFCfdZ7Fl07cKXMVR68mTxcU6MRqeQVIsi4wuXR+mGLr8wqTU3KMuukPMn+NjvL9sH0CwhFz7mlUk1tyvSV8rhcDfCyz7qmdRhk8Y15GjANMaMexhHYgv2IcYVwwKn/xyfB3Lef8AP5av5z2eipvwSoyu3cszyVXrEM/4PBZdZrza/S/GoJFt8CvRp7/A2dcvzyW8Y3lgtDL4E8N+tgajvDF1pZ+zjXRQbuMg7DEtOCkrJwyB94LhM/u9w1e75NqtYTfr2JD7mNh6V/LJ7NJO/u+f4O74a52Qh2poz4eOS3vlA/5c83vHS0wX9P4ToGv8bGVt0LzPOlHy+jmD23Don5yMb+CV3Nz1tS8YD27G02esl4yXmHm9xjQnVr080Qun8PmQACX80u735YVw4AB7yTtEzKunpBHONSaA0cd0xP+5PPEu8ir2BTj8JS7wDv/sA93+Li38z/HAJUVisjeaOnzDC338cEjFqxTJnK2eUHpeAVCfOWQThi9Gh7kz9+KdX/T6s01AYIHDULqMBeq0C9ngclyQD8f+FPrUoUsfupRzTPzEbOVMcNb5oagPWa/4ZYx68urA2bZ/u54d/y772Ae130weqxHa8Ktnq2aMWJZx78JuLd8IAJtiHDNxe90oIFjG4pVE8Jy2qllA+TIRShTRxlasemIIYbzA08o35o2+47p9b8cV7yPIE5+RiN3Yj1i9GJdtZZpiUMnGVxwz4V1YYO9C7VFNiN0tIVTN4r54AXpGToIQicQmzMYcUHfhZfS5Bje0uAu+oadtGH62Xsa9+h08b3jXsSfpsSHywYPP312wZ8myfrazS1p6x/6ujP3wdygHD8vKhroOSV0f/Nn6b4qW7oMwfO98avu7AMuCnnxmbYjfNj0KLWvRdlBpqr5qwot1LPF4hcsY86PectSTr/bX8J30rMvG0hX7+DTyuwX9e2xDJ3g6o0Z6fzMSMLp3n8ZXB+ljFx9Aj3/ZEEqEfDp52kRv1IMLNCCazusNuineD5Iydvr6CY4WvYB3Szv0C65wQmoFM3TUV37QRh9qck91wdl3sifp6500XixrrJ1BDhn33djRZR3mTkLygNzGJPwOjemrrjzLE3eToBrQMNpLtw24ZcPLWNGl0/R2ZAJbOoSPLwTAMZ7hxsNFuy6d73P7XZrMteAfCXEIQJc7W6OjxyEyn8APNjM978bN47Uei997ePH5qftFVtwQAa3faaV3Gwv6rKPWwIn8OV6N2N759vG7NvuAnr4v/p3u5JX9ovNgzYWGeRD8jE9eje/GI/aE4C/WH+6XHGbx3fDf1Jf8q385pf3JRZLWGWfc3Q2VTdVXdmB78pY1AB0G/vQPKv3QfLQWoWWNUalKNwFqfcwY8OhBWxd5wCCJPmmA8HeVqdJah8K62w8MXbu+wZv10HP2ocFm/fea3Mdu242H8vYNm7loBje64cfp61sh5VImRJXQBC3w9N+pQ5P6pJHfhh/6WM4d0nfkFzzCBzrap47hETz6wemwV7TrmtK+CH14U3deCqJuhiNrYd3RrdG9FVzqdZNj4VgecWkCxjA0uz4eCDy8X9m8JF1bP0p35fQ5yJ1N4ZAxbIudGaOOzR321A595soT3it4eHxW7pVn4tsmu5ACv1K8hoTPe/TkL9NfZ/fGuN+obeDZzP41AW827Dd2rzGfdfPdxNlv5dMXG1ly4U2RB9q9XxLPIO/9+JTR+7kXurt66Qutb3g/z3mu/1xyXXB3k23xXBJDB+RufGFiz70fEtd8Spk+cYGf4jKY9Dag+Gu9cWSfBe+1PoPpJyrfp7INkRFy3vjNm7/k9o8U5kXmBjxo9/Jkj/EGcnWiW+ZT+AR+3dKh3X3d5eYsFFjfuwzrBluPPpXIKb6Dj6/ElaTDQeiFbbGPGljk3PkiuoRm9nnTcWZzQZtqfAL2xIdO+VZUnHCRFXvBPdfrW3qIqqBz1hMBXrwk541S9tLgXkaVwU51Ygc8c00+rL7etA0yCLNYnwwl7nqwmBv5eQJn4uOm5qiCY2foGtrLJjSdyx09sOlDm/uSJ/YTgzqxCw8XcYmwl1yZBDr6db7n3ZKKogeKdhM5OszrLWeEjZCma1iPMTJ5xrDoiQ62Of5W8Ed8uIk5OlkXLQPluyOYP8s6/Eb8zz12sgzCBKzGjE+BsmcklrIR2lmsg+PqOdDpJ9pDo/sodJH1QDLBmadZJ+bAbJRu/L/JZV3/7W8cTKreiE7Aevuu3+l6W/L3zNPwya/bbX+uOdhxO554k3f113EiHzi2njSMb2GUfo5laJ/qzusJ5xXccu/15U1vHsahkL9dx9j3Gfl88CbfABY6+CoxqEaJH5PvgT/WPMTBIUlvjFath0LWOgUd8qLzI58XA0tfKbxhivcG+bjzWV3iEzhHl7Tf5XXng/ByHJbe4ZlxJcAaVkvv9w3YxHvof9XvStTa3D/J2/k9LRwoxldGnwI6bRYfHrLKj1fXs6VGGetjDMrmVQy9DLT1s08GJdTNQgFTdIHf4imo5f3ga3jpSZWxR5YkpNW/PZnvRTgxE8hX/mIhxj88lca8iWwm4txIkTyeWout4b3ks9ilB2199LtOmHw6kuInjBb/vvhFv9TgLz2gFQdeVBjruIH3Ghr++OTGz+OJHcZDi/6Mxw7a+FuA4XNkAKfoO/blrJI9DoQeub7aR0WjBZ7xYtJoonvqKwd0Q7n647CU/L1DFIxFD3m8iW+7JDP4xWJ9xnTwzljV3dcNPJu5+JyAx8by1xOKc8r5CU5507YOAtvt8U2v8h9fPaMLYOJUNoFL/PIJSmwODWtI1gKtJ4WXvv3u/Aafvv/gsHgMlV5Wyp8RZ/M9/UtMWB9g43UIPXx4Boa88eYgc86IDNSI4yp6cm+U3Y4Vv7wVkAvv4Pd6ra3FvXz6ja/JqJI18hVt53PXJgcpo5r+NnT5XziFFLtic/wX+0J31tH1xAsc/G2s5lF0Y6zLAZ74lPcZnkV4BQJOjlU0NBZ6OoSLtYzf2KPgX+xBvrmFJ/OYXAPLksg14wNbJfxPv6QfTOOZP23GVQeh1cgqpX764/foswah43KstK+/3capqcEiOvUwJ+z7uMS2UqbyD1+teCB72lADXY7a2Kevqbja0CWHLrJmv63B4E94kgNdhv3YHZ8G1zeaLCm83VuvgXfasCfPKOmf8tMPt1wkmleg9zW0+DIleqT/bh26U5fQ62I3BhSQvdA5YgzGOy3j+qv88d608iuH+shUChabST9SyntGDRx95P7yy6/lT+cRGgj3JhUjQ34aOgLDZZbXEzwwOLpEB9F0Rweh1bnJxl6FKuf+OXmd+TjyI6wmXvN3xtAD/3n1Lmjx+qP9BtD0YQhGDU9dE7EmMuur/qO+hYLfyMMD6PvqZwbX/mGGyOEhpZ/5LrzmQto/6/wyBLcquoUX9KHVuZCcaTajM/0O01l1yHvlpyb2dVNOMUrkkF/8y4UvHgsszLTPjHkXuozd1disvaH8Fvvlj+Lxx3iad9u7Dibg6l/V8Qmwvm+7b+fkGzxe6RZ56AOe9DnkfqYb+tSRnTrwVzyjB7jBDz10GU/NTAgusOAmZsF7lnmzaDwg/1L5yId55OF6YQ6RrtEzZ7v0U9+xy5h0Jr9aXMH3+Eiw6sc2wQus39IuXbKWht+irTld12CBxy+Mp2SMfvx0hxf8pzo0nd8T7rvwd3hFZ3DzW8ehS/0kj3G+Ku5r+6rG047wCPyOVx8L/hVvzdnrmCHQ1jRUvKqpM3r1Przm9MrduWKX5VXLl5FZZBtadJUPS64uNzW+1oGcQ0qNv63EX9ZxnTv/NgFvMJr7Rt3bIAf0adyyEZ/kTc+wQV9w+JYoHt60/vdxiU9DSw1+eOBj1uv8znDHox29JvyyNCUQXuPJDxf3rVtBqxuM8HJ+GR8bv9XX89WHZK+I4ThkX3TKOAtfFWSKN0l7lOhzgP/G7q6D/fHzT//6179++te//6W5g1o+v6Nf4ocKWXOtTnTFrKzrti30C24K25429V38fejKnPKehgzx1n0yOkXL+WwcGM/f346M8G+nPw0Fbhtq1hcvMeW1DkwjVGGjOnt/iVaBR/avAZp7C7wig7HwC4/gnzW5zhmK6z3uaXR8yas85OvefW/zpN77rGXsdZuO7ewWe6HSusfZ8ofKNY/nHNBNqHisJA5UIJVZJdfrbhdrv9Wo1CH/kieDWGcI8zynUD/rdp5PbelTTEQH+8zhydgyc2aIL9Nn1DIrXupYks+Y2pxKf3R1LPhd3r2wkdR1BDGVoT6DcL8f//CFd0pNnYUHb1Xc77IPuGb8Vt9KyX3pqI0Ufi6L3/yVzjZDskRe/LgaQTZypuHVInb4vucvNJFHm2I862CIYWl/VMvc0gv9Kc6ZKFr9weDnul/k+cl8R+8q9VX9KTPXCpDff+a60vp7/QCX/mlDeKRm/2bPYpftxX61Rqx1yzeLJ37W127rorbfRTYnZHcdmNvbdU2hZZ0Cj5/Uir6ptR5ImWU/3KNP8CLLktfrzLMCJZfX6LV1rj+5JgPzSUbnEr2o04Yuf8Ayl4ClZLzDMuZ65X/46iGIxsN4yaJQ7367oAdt1OF9gGc3+oHHfKNgT+D0Gev9wKhfle57vyuBLZ7PzNlv43fFLzz0gIztjP49r8BPf2CZRelZ2uoveZkcSYxmX7iVQ5XDkWEmYXX6feWL8fc4dNq047PUgZ919290gabDT5r/m33WGPYK64gmtRIPd533v77+5z+8iWtkgv9cnHy//FyLpZj7q57v8cfyVuz4qg0OvyOeF3Qk8mknv7FbnT/rBPwzz8Kh8UoynM1XTvMJ4Xdu/r62pViPgnyepfhS4tDzLOiNI/PGs7/ygcUXgqpuaMzDhz7Zzeba3vjUuAZgAZNWju4ckQ6zp8ZgUUyKiCBupStXYxoP8zWWhN5IX3ZOOc/IV7Ve09oEcMaCdkEnDmwsLIZ3Nt/roovmOulAW2tnLU7xw3ozdvqyWFiPO15FrBuD5PdFuY0gh44N+KIT3V6gvD9UzGKD7OrGHVy2IUyarnntX9+IsA8WD4j5MzyLZDYadOJGNHBKauPvm5jHFi8RvPGCLpF3RUcuawrxY9bD3xuMvnJah2TTl5a+QPBJtfAKexmq/uOLNkhkUD7eiOxzdOMPnVywIxtlYGe9fAjlorWqWi3LVHw71lImALZVDOBPKLpZnd8p61X/yTf4sZcReoHOOKFHt6HT9bbWYil99S368xd9kCebupHFzHYu3fIEXJfz3MaH8fU6KJpnZRdsvUkutGdmm75G4zCLjoso6geW/sKwTWsPKx+gY9TsiJd2vv6lCWw42MVThxzOOKjh2+/1Hd3A4+eG/peb8PyTi0vuvlYhh+Tbe/U+Ic/OiO+44clZAnm6ef/Eqci+/e6LJdZ1r31GDq8LKaL+sr7mmryid/H3ISO4XLSeuMDmwfw6dSRsvsFWfM+5a22uryvPfOa5YuyQU6999Lk399TyLTze4ZMDL+am/SzhOoJtb/mhfDvzAj//XmdYJmv95RsGJvfx5iJ9HmZjkvIbvdD/UmdcLvJ/rfPKY25NRm7ED4n9NuyULwluvGXLYHDHb4O1HIkOp5z0u07nut/H7trkLb/hhWz+Qh+Z0NDmn/Qrve7k3vE+YbEvMs7x3v/C78WVLP0NP2d+dTza4tf8dY6jf2TrjDnWPjM3dm5EgddtP3n1/uTZgZ9oQ8/eGHknv/QzHtbdnuwZ4PLHG+H8FqbWKCJ1SXSv+95vwvG+5qufyenh/kIiIPYlfL2e0V/79D2nHRpdO9Q3J7xw5obFHEfsG4U80G/ZF25818lOGP345xzrdP+n29EluiH/1DX94ILT8em/UzqNee3nr/CIHGrik36nD+47NfRffq05TnJVfOGTv3fowbEO5L1zGhhTexzH6V4KMsD+RddKDENvNNuyeEkxD83XudetSTHHPmpYrz2Z40doe5u+9aH19xRucs43MUoNrwHjDanqIx+ZnAW+6pp+6fqjunAGzBv0WDHPGUf73sIl3+P0iU+cf71Rf88H2xgZyfaE9ALe7cCGHqu0f9RHL8R+MPTzT//4xz9++q9//3t+XeciOH23RtKqUKsk/wNffnrPX/DpPFgfuKaJX3RZXMz5Gl3f62Nv5xTB9UFFtO4NIJN8DA26RD/az8V2It/+d59viZn3MkvGL5WH3IfQ3K8xykfx6rq8c2ZhHet+uOps3bj5D2/+rnxLQ9DK+OB8qGfdB+m6zuPNVYE3IcT9WhKPJxujJ+tc1+fK6R6yrq/vx09o8LUiVD6VR4WCnujIT3Xx0zcdD4T09aZv9VN7bRGL7aVYFI15OzZrOGcVbMdm9yuzq//n9y8//fr1V73ZU6rMAj++Dlz+LOWZK7/XdcmX8XA91yj6reiigJ+zFZqw4OGCatMfamXk/1bNmqgzdNuL/TCINZKt1eT+8J98WAlw+euaJ0STYmOv4x69e2V/YyWBZl4vHoiMJU+PoU92ZzAe6ZITIGSec52Mhe7HVrMI/p1+6J2cAPsOx1z+3lfk5NpInBXfa9Kdccq8eEcb2TJzeffJO/SfxyEHOMNmZq1Yogu6Y89p0+flmIJPAefNd/izD/EA57ex7z3xPeXv/fIT+uehIIWkYMuUydbXVrM7c3FB3KpIe3kbk3WX17DHHGe9Veza0H9n85R19tEX2KPeD8qxH6w9wEjaI258ycMsP1f8SsiHOfK1cFTsT447Pbn95ogORPWmLGcS/zYMSQlz067XTssTQix1tZzuYKGXG1zjEJI5SQK0hv7EWiyU5SQ7of92CeZyMMrkT6xfvsAebDmxGvr6z6rRqjs6gaL2wdAB5MlA+j/zSBDEl5IFvvSu36u1r5A4CklAE4G3xRMcBGTzpmcKvPiK6JR+wQKMWMYv4PqTv/BZPMCD70pGYvr5Yv+wIEFrXZHPJqox1BxyctAhkii55GMPug2fFn58DdeU6MoTUi67PcE7a/vCT11J9oEgf40JkyHbhU8c2/y+Bjr6L5ipD/+NfGZG9WK+QAzPBQAL/R/jJqfwB/0Z286rt4O3bYTDn/j/roimqcfvEOIrPeVWPtanhtp4eCwbwK9Qlu9ymKHfxa0YW4eMhQc6iKZywrTgDb4FCB6y13h1aoFX9O9NK2THw7GHmlIXIboQqabmgtcncHOTHjuQQ5E8S6l2+eVuITOqX7XpmHhOtQeauBW++OQzhxGETf60619++1Zj+ER+YcQOKo8yVHb6hgR97Il66MCBD1in+dBmcS3947TRT5z1cM+U7ZhITvlq7jWFrHlQPKae2+fkKxZsavXwEQrrZprMYn9C4OBVMPui8rFsoc243twfOgz1VNn3I/+kw55vHddtomZ/0nduIsX+L2qjMbfjgAHplWwse/SGjy6dKg6l59LHsQqNx7AbHGTYX8EHT/OshqjZGn4msBCWy4W3sywKbsCX5rpKYx5A+7X+8KkuUdQ23D76X//rP3XAJ3/8hjC/md3nJ7hnyTg6UGZf6/3CzvxTnMHjWy7yuC2kmD0KPPzG2eKXsV7HP9T5y3jWyX7whG/0I6co0rtk171GevrzXkf/Xr7iNBRe/IzfX2Wr1pvS7/CH0uKBv3nwUJnzwP7AxsVdOUYeoEwrrNWUP/8ogxR7euB4bubmK2+4aWTghM+f4xzypc1P8h95/bdZgWVPEqPSTb6sTngJPvqMacbij1IntgDf+ECEXcgM0mCUIxL5n+ORV7vVt/WDAFbDvtP/2e+/jxsdWZ+D/1Od6bKkSA3W1eF/1uaaRirRQ51xUaL22J9kC3kn/6MdN8pqPcNuBqskvuqMF/1ecvHQujlijPjIm3aPBX7aZ5YzBolF7YDinL78jl5H/hipTGU9rn+c06PnUG2rptyCwmvy677YKEYn/qFbqkU/35QwTtrKg7KLHJTe83xomFiMgGQ/C605Pb+e+L1Pm0+i/fb1N/kh+dh5Z48T3ciPrg9t6BhnFmU9GrMUpzmtyj7eiOVGHAX3QReZ8evZF/KPvgyf9psN8O+y+hjwOU90QLHBPhs68f4oG7ipwIMOZ2HfKfbiHz+cOKtfZ5Xq4B2eBZXdlSd+wJB5YV9aH8s+dYdXbFl8Rzza+i/eHaG1w5Na+dA3hxv+yRniGN81dpdm/JmB6Iu8yM7Y311HFjWyUu76jAUn4/3BgdAGJ/3ImP2KYbd5x/esCO5ZgxvZtMmhwE7cPPr7PL4ouNmtT6QOUNcZ+qfS8Vh+xlI895wnOuCFXo7QZKBBrwprxF66DEbYzr7U8e33ml7iUSx8pRQ94VC5yqSpIr2qqfW84izYEe/Y2GUZBo9TI7GoF0l/MR6bjM9+C0+fAxlz7MZoaXzuMwUx2oy5cT9+nfZIRevv8x20yx7sBbfbfXIPL8N3m4Dt4yf16uc+gKLyIBN79cxR6Z1cWhxo1SlibPy+f7J0D//Y8iJtd5Zbz3mTsw3ywi9ovU+br3z+r//6f0ovf7UwsPpffrGvjO9chAdjLtwPAQdA6jGkCtvcT00vfFf+GcdxCHOut5ZMMLi3CQywh3iATxbCtWT5gTyP53op9u/rI/zWvTbHIPfvrB90dU+wzjj2gq2s3dP7/8/Ff6i39IzumVc1zyvYOjdkCMFV5NNxvlr0HrP80qmd3z0yxnUdwv1Gy+m+HYeOiY4c+CtO/bwmDOhRrNYsmuNgyvmZ0KNHURbGsse5UFSFk29gEav2wjpAGepVq/qlh87+4ksMy74/fL7QObmwrGthj5ya53iYzbJ0nqDWwATkUHN9rWMmMgsnus/8GxMx1yTOpcIt2/AK+vPmr/xRfXyo+6N1Bqqr8OLfBIM/5P5Z63bO+GBwz47yx1DGn5S3T/fYAxt5r9zgOsP5y5v9/cxqfr7+o23fff/p1/p0MWc0cjZv9PW9GtxeyE34KkcIepWc420EnljFc2v50rmyO+KMW7++WJxWK3EBovsaXK/0pK72/PRvucjurHxai5zy13HM/ksCxC+7fti6+30fRw/Ekye+h08M6KNXs31LAHig5xgn1vWfstli0JSPx72fsrIM/w+76EdPat4AZAp7Lpu9dOQa+D0AAEAASURBVCSGa7LpPZ3I7HBE2wYrFt5Dpf+WqsdesitI0Y1+chNY1u/puNIofl/KDaeOsfAyDc6v+Atl4S1az7nZn+uh/T7hbzWSE9YREi1bI+jsLfieP3Ko2xG/L92fBTI/z8K9Uvjpm9xqUHX5civTtg16dMzbMbBvOJtSmMO/jPW5tDfwfNU3ElouPDIf8wGFL/q2uaItlNifvQH/5D2i+ONkT185U8Qd5/RbH7vj0WHIlEsrT6Znm3k1w6Qs34bMB05PWRuvQaftuAbwIN7IfsIeMGV0wrRxyijYkBDCo5faJRdiH3AbEfU3FiMn4RXrAmGDGUmijb6knz8qHRp92qG+8k5fmScam8XBgAOColvI68Y0ncU/fAo4m832afgcPBvlkTl1FZQTAdnwHq7T4WzdvCDpluQrLXp1fYKRgKSfOrjn+H2yrAUP+kVTWulwAbQ8WRPOY7EBH+cWITjvlegGNvr4sPNgfYmSbxqRbwRdZaEbfz40m198vmza6WDrST5s2odvem0SFG32V/ZScYieVmTog4zFX288FedcrEqIDl434v4Pg5qacWZpsHTXQxbayPHvgt+p+bgoN2QfzgAQZXwL3/syc7d8XFlTSAN3+DyxTAjgokWrcN/R5V7qA5S1g4K+/ZDXhHd9lQiy77XPzNR6a32KjWOZXm9YBdN1ZOFDDmtZ8BntubdTrV4O2IZER/s3myZj4TXlzYRZNOBAgys4FNO+OyQQE/jsY+ET3UaMW7yjQzAkyMoZNHSSjsXuKp9PYVbYdDGOvPxNjtJr9cBlnTp16xir/Tau9p/YVwdpsXBm09TDSyP+fIqD2N4VDnBah/SAkG8q3OFhp23A72Ckv2NLfw6GBf6DQxAxvBdtQs0FGC5b7NOdL73f65tCvtanYXCl1umxgKKX4jVIrF9xeSW3sQ9+A4XTsFXWzuF3YzkJhu8f6Ybpy4Y3FV8CXrZO/7xEfjH4pD96R/fgpL5jF9wzJSe8iESPXz7pik1uUupGieDpYv6TMk523oeemYzV/iR7u8+NDs6o3c8hfpKtrXAk9pMb9AazzrtDd02s4lxdxaJqrxtPHKyFz8UvrAz7EUzWbop5M/NfrE9tf7S0er1RJ7zA6XsO/T4W2bJv+Ce5INxjLQGW8qhn6aOxooWX9y+v+V12+HxUR390DD/2ObU5Pw1/dj7zcq90yQ2uvjc+6j6YKLeIw7wg7/GkjdO9L68A3CjSlRrt2BMdu799DbBu9N2QT3uhk56sN+g6HBE/UfeS/i7PGJ2mjwfu85OvynC5byLs/COr3wxdvqnW0Ic9FhldTmif6tBOfZ4QGzw0DXTbRA/h3psz9Yb41DkyPqPXrRIfAE/+px4fkGs4up64T/CFd3XM9Fkhib7OLflqVt2fELHzJbrq5uDnL3GXGn9TC335072Tl4exJbD7KPZ02H7/I2uF7Y/3vgxwLsuytJxLOvAOYz/psiIf7XocWBhO2mXBj7Ui13LMQ/JrzpRSAkQf6VnxpR/YZ6SaJt6CsrcXJ3SKXkBPWRkLXP2Wn76nAd3iHxpJqZzAj/LlsHFJl8Stu/R+Wv8j5348ej7Zu4SxTnntXLDyhXI4MtbIXYu199/1tc+/tq90J5SUzQcGPbxC8J68BwYDfOWzfGGU9FMD9XzwOOFhHu+6f6wb+Px1vubIDryusceURWqGW30HW+ct3Stt2K+axOXuHGOaijvyuX4sl3Ef9lJ03WioeB0I6HLS6azf8MBRLgxeO/69rY38sRkfl/YD546Xc+EpJo/Ma2A/byzMJ14nPtpEx++Eof54M4CHdrj5IxhI5ExMWGLcyiRqcHiig0vLpAELiXCUiyFeuIF8pk78o2ve5Mn9/ydeiY9y7Qnpb4Rv9uuenPPa6zPOH3mOv/gfV97p0PKf+4j4NPFPbNM/yc23M2eemT64pnXviU9wP6p5kDgP1z/hIkMf4Cg9SDm2KpZ51j58QYYM78jOJz7AY/8rHMb+ql1P/JGv5W349CN90ONVgf6KsubMGbtXvN4d83tmtSbUQ1Ncv/VryfBAb/8FsuqPbFqYdy0ywD7JG+h3WIHN60sOMFXOvvHir2SRof01Oide6YOTNSb4fewam2BF5uv4Bjt15NPvcjL+WJcY8L2v1ZweYitKGwk4HdLlbYhHB2vuvIecrL2d5F3d6xPAXZ19ArM4/vzLuDGtm1WocKdGF11t4RqGgTby3M0MR/7vv/8+ggwON/n5DTQWpf9Um5WoZDIRvgfvkDe6mGJ5fXy3r48oSMWeiyU2XomqPlr0svRHZ9sfv7k+KTr1fTv05m2cwMLTtpg3beD5g6Lje3zYz7tIiqttNx8oxiEBG4ZbwmMCQDvKwjF/sS4G+hrm4vmlPonEm7t+kmqILh5Pb/h6S8GXCIo/oYt9hVE2MG5Zh0IlMzbdjy/87SmhpELxlehC40AvPTXGIZ2bCzUwcPMVjQKWqj48exJ3n0+JLfeBXW5U2FxGRAIPCk+2xM+qPzJMVH6BBW/wWp+hODZU0U3qGuf3ZesHv0t/QTWml+qHXiNFngVFtGJXy1rFI/qB1/2aTYp66t6diC30ZSoC0ieOEiBV1gt5QAjuxhbWO62uM2uL8kqEGF63aw8RttMqWl/brk9kDdxscrDJ5uwbv87LfihkE3Wu+smquwMDduoAxno77C5O+veOja9wpn6soVUufR3vyhWVBISHLQxb4rduqxiMF8b1BuOIeW4wByc5IbyR4+Jf9qEDGyXSKNgPHk9G5bAaesaT1/5kavX59KLsyc1r2wbujxVbDm3sDh9kLzjrQ/UrZ4OXcYFDVL/ByTj/ioDXrfzJBUT91AE+EA5xLwx4hG8Iwj/wsx+81Bzcueikht/rQm6i47hTysNNKl7LlYvEufjwCZisAebrBSZ6QQZ+veqf44sOViJ4vW/bTdM//QUkeBo1Y8HIOf5Jih5sYs5IMKiXEp2DI/rSKTckJnzoqWULLmMRzPiF8QsAusNHtM+qPXJAt8iVH3ocGz+NsYCVPN2XK6/oK1GbP7ofERi+1ZB8reM1fYAD0vrIWg9f/g+8zEtHnSHPBe0RhX9XxPtmIL7PODpGDjDZP+jgHLyJM2KVPp80Y19GJ4p9oeY8iLt3fZ28sbcVX4St3EUWf9E1NqQey+jkEHj4z4FqRG+pWyI4g5SVdV8fHWpNUEyZmyAzdl+WPs/rX2Tljclwkp+xqc5u3+rrqk+8c5+40I28iH2hD95na+hzwdl5JX+B6V/VWgHGOlAdlRkX9NJ/48eOJ30yHjnZx+KvjFNrXyzmyE/pegdGHVvgy1fsQQLd034KnE/dhw4zMMR6cQYhSV4kA+g3JfrHPt/wKkv0Uz5r3t2QSufQM44Ois3wr+Iw5uLiX36X8stHk654eOxaW/6YX8PuJ98at9RrssW3RFLzLzGKX0+5ncfTmHgVv8gJzVMNHjTBTw1+b2dt6Ljh2fEC+3ydVRp/PK8N8D3l9d/gPcfiJ9YoJUe9hv8ag+teMpa68+3tncqxZBw6442cauevRWOc4FHzDSXFZaEcLfhGp2No6xaazX1mteH3jvUx5E7WR+N3NP3+SpelM18B9OUeFSK2k/MNiI5/tsnLrs85/t/ZX3aOfK1rM7v7D1+7tt9k/Iwe2Z+eaDIX78bxBXp1n+h6fr4BwDywvtZ/4IpuwRnzHr+khK/mTz+wLBTLZd9YS2kb/bHmsuXV2l/7TX3S0N/2WitpmYmfrPM+L6MF68ZaauqrQIv4n//6Z/Go65xhgKusHcso+86c4nN6nOnod1jknTRXuLMnsjPumuud2uk1OXLN45HOF0iPG+uA1oIt5qVnGZ5zg7mgu+WbBzZ7rYV/ZOQaSYM3L9jP3ul7Tv5AjP1h5PyGJ/J5AzV8b1g9gnSuGYGDPv4yv0eyGrjfV3g4Wz7TNS0+KDyuMeec6Tw519in+CJnri/lO3lspUgnetkel23F1GiZWlKhYJX1ylPiaF9aSHzn2p9WfymoBiMrtP2cA218GT7xb+Bab0sjJdXQNw8BopU+IVyK8gWT6qNz/YUPl13jyj0iRk1sxlltQKyjhejsV/GIHqDwm8Ap4Z8+ePnmGWA98vFBcM/acqHpVMw9YzJN8uEwrcUDzqiuUdo8CsyU77+y7uj+6PQJa989vda5NpT9w94ZPiIIo8RXxP4szgfPS33yfLgA2ZEf/4QWX6MvEcfn7g+5BQ3+um+61nGu0b9x/bzUE1vmeGKddYp+eAmpXnTWB17ikMgahi7kZEsPoWtNCuFN3e9nn7iRCw7vHfAPfbgHqrrixCeSKeBaV/S4CmKMIt3ZgwqfbxdC98zH4FypX0Og67TRZXhnjNmPE2/e/7derKMqt+sfNt0YVQTIIqV0r7Ci4ZgmsI6LvmBXkVr4fPXvz3VW4j5ORf2nLyZ8behl9MzlPnejr2Hye9HHDufXyjezHrhi6/1M97trcF8XzCcPmeGDlPAPLEOGg8e+anrugVVX5aP1KXwjR4k+1hyOB/Ff8CI/fWpggUswOZA1oinAV/RrnQB/5Dxyw2PqcNPoEcgwsHNeZux1veK7Pso6KGxIFiGAEY1Hc+MABosJWE8ljkl9h8fYdIIcxpuLdVOvFkDetClt7sgmzLxHxMFu6MX6sYCm8TIFa3CGFr8bGvNsjB+5/vgAPmDiUvKVMeHW/QcehepcXIHxlc8sgPFrYcq/4ZU6fOi/8lPwwck+Rxv+/DbK90p29OCv8wzdZ+rQ20TsdDACDy+Ny9ibYAXpqDXpPsglTofdF7StiycqE/gzdioGyMSUVk57MtTjHNg7Nfz4h429+AAT4fvc2PCK3rKLw1gA1zjxdS++WGM3rRPp7A8SwN3XuVmBqOyXWUdvpAh0+uvJr0au1/Fd72zM3pz3tUxeLMV0YAOn3Nl9is45RHHhlYJc5ly+GkfxALkKOvL75fDSGyxEqsb4CifrX/N+fCWbLuaUc14T0edVYQOOfqcvsjm/ot/HkLXyB34v/fmBbjtvejv/TCzF+DDzle5+Ez3cTYir8W8K9Ev3yAXhEBSCT9aL9zMhsWsq3SIuPhXFj5BvOSygeXHsK19koV7DL1oVZ2jqDx49j9y/+sz+3hX2m4fjwrOG9nUyEpYaitHY7yJz+WPhnS3y/bpGnVh7f9pVeqn9EJnI/6uxkD27e3aFXvXKVZx/KPFL0M9+4NH7zqwnmtBSQ09Mf2R6nBfune+rNnS6yH/h7ODAZ9p4MM36d4A/7MLvnRDd+S83J3KD4BT2BAePM4QuBDhba2MlKWvgHWVOQZe+Gcm2F37VvlKo3f99PzvZ9vUYfytfSumTJr56itXJl358wdc6RS9/pR2jdR1w7LNAU2IncoVXPqTWHo0rRun6B9br6N1hvX2Oh1/gsTf90NYOT+LqtEGAv9e+1Mu07cPYe13ODcKO3mX2dpdztn0BDhf+mqNOxOqzjjtGa1B7W/k8dq+Rj1uvdNSYLsKSF8/8MgeDEb7KoQKiG2+q82aE9prqJ1+gCX7oM4atsQucEy/479R3tK94Rm5439G/MxYc6tjVYU/tNtU2lFd6bIg3HeSTtzpzH9cW8D1tDosneMbv65JVU0x8NdVq3hwyO118E1mbnTUtch8i46nhseF2pv+X2/X8ITvLvAf136MOZ7D/Hs7yceUM6xJfT8onSJ/Kc/44D066lQv34yd+j7fH+sp7Yu99aBe93wgQxsgr2vbhPU9s415O+Lw6U+ySP+5xnTr5ytedhjWv91dbOrVB2+f9Q/Ou5ho4v/72W8XtN+0di5rWmJ8td+ABzVnM+5hnucF+Qd/31ZNX529RMLDeJ+7e7zgW2nmBm7NAp+v7ZezI+NpfakWsdyhPfh0v7b9SxzO4HFnWzetx53vq2cfeafOWA5ed3OuAF39PtsGPMd0DqZzhAQKOIrzpxQOJf/Kx2IGjxpsv8IxshbfeYOrlXLNe6dfpXrWRh0/zht1HuBnnmKOPOtUc/14ftGLdZuXW8ad4UmSLWrhnt6UGceKjj7v/aZPv3d7eHiJUGdexABCfdpy0LzymirMR1Cmb07BO6DLRC0FlS02kiTob5xlvDoyGdCV1xh6fWmtlse769XZshM0GF69Tynt9eHZetP1X9NGvYB8XOUaxB7frSr/LoN/LW+yLoPPgjWOuB9DMkoXQ2c421wKvCvMAnNwHBffUP/Rdhw9hpVz33Mkz136Bpw7fpzoPiGQ896DTv9OxjzHu9bTt70H4wRrdvdfXGq391Pehr+xmtK5Db0KQdWdj958fNgDP7yvZ3tcCwrPzeU2xRqHRuXvkWniBsfLP2VCoVYYf3AEwC7Rdh96eSKMBLj+BRg6A9453rVvu30PhOf9EC5z5pnWt6tj2kU+5t+qHIp44n9a81//5f/yP/1lvTNuZunEyb1CwgY+bueLliQ8O2Dx9hr9Du4tjJQcfHvyt0Tt8cPxkuh1fx0caFQxu49RvRrFhlI6/1JskyPYk7QtRkngP9pL63EIfFoFvtev2jfdOT3OJbdXjMJp3qp5FaORMPPgHZvsdgxGKwW3hhH18aRr7P7w8Zmf7CRhTdVwg+Ho9QRTOrmN3dMvoCWciMkkls168UF31DZ354DuX8M8nZLNx7/jOh9BQM45Mv0FX/bGxesFcmMA7bOIVLW+RZOEP3JTEwLlkny17wgv85Co08WMfBx47pp2ExQFi+FIij4FT98CoTznpRw44lMh3rxZUDqhaUJ1nhq/X0Ieu+yUxDq9uRvBDD45ymMlUJXZlPPh3T7Fr4S319P34Rc4TkGQMvzqSG6W52NI6NCbLnb8imzoF9G/1LQLayPiWAeUSeq68DG70pQ+ebyDSy1pDm8V8XKAXXAW9Sa5aG2qWGVavlTVqi1fZxe+Z90MSG0B8oxr6crT+Gp/J8EUDWTrQ3Yf6BeUair8XZG/lhiq6Rt7um3UTNZTgsm5gk5++Xr7kWyDsj+LW9E4c7Jvw5M10kHiTDB95r4kcvE3JzXLa+aQKv0HovnHMR6Dt5XzwYMOrvY+7a8yDwLueoj3e2CQl1r7FJ1O4qUXe8bf2ss6nBuQr6ncKunS94eXd+ol65H19AlgPHtUngO37pU8o4RVbU0fX1MIl5cu14ATPMQonxsrq8s8aX3YGtvGEpRXT+iddtA6v9Xlx31vQnby42cAnmvvY5E9Qq6Tv+Ow8ey/rf/BPWYFDo7Fi33GyzrKOpy3+VsOinKpuz9c6GxWcc1Ex/IkPb/N7UFlD81R10NGjy99kBanq7CcZj17QTx7gDT81UjeHfaHP+B1fxsCLjOCmDg2y4sfwzRh9rZ1jzof2rg4tY52+90P3aN9AiC+iV3QMXeDhlzrj9MHhH9Of308OTWpwOn5oqO8Ku0ouJLJ+wwu4fFxtFVJGe1CtD7V/sZZLk4wfzNGBfxThDZ9HRkeP7noKtw1kLc46zBuj8M1+Pnnr6/1Lv1oXGQ8+a718NXhGH+zVvjHmS7dXWhcP8X6wLTZEj/SHGFWxn70LedbLvgSfPp9Cjxx00Kc3SmP4Qsc6XJTC0RxtesX34XHuCSI6Xljn42vL9ZodP/PVkr3Yvpxz0J2btOmvs0do4of4JXnFuOwb/pRvFCf7I/SKw7AxsL22TOjvyv9P3XluSbLr2Pm2OVZL0g9Ja97/Naed8GFjkyCDkZlV3edqxO5KkiA8QBMRaX5wndlituLFOSKIuP7oupiPZK/x6PqD5/URvuAzvsqb9Oa71qt/1zHNW/Mzf3AM2/HdX+00dNamN577wnA81RPOqqfxTW/OvU++unT4eS+cuKbp9UneCdZpaCPXePsYevT49XHrm+tdrFNvLZZpPu6bj+bM63x3evO5q7vd1gFc8xFMuQqs4+RlR/iN9eVTnIn1QOFWElyXvXfnB+W+T5rbjrvjWV/j39XzWnpe7yRunenxdywFUWKVrPXAsrvtHhMsVv6aCt7zez6Y/k6nW3jqpNHv+c1457ULjHF/IfYzSteV/qovEBXD3Xe903su7vgDr36DVOPlD9IWlaOuy/NkD83Ox2fkwa8U6Xgew7e0P/JprgjW7/Hw9++//1yub4u8VVo3elwUY6FYJ+QF6/xD9y4/Mev+m/GBiUaxMX4fl4TXXqGjdHp4mq+5GM/9roPG5HzB4Td/VmTwClt8P4xD4YCbaenRugPH+/WgwS95xot9EtFR+G1ZsvE/86wi/5suzykRO+/33gLYF/f9wDKyjjmBfZzX2JWpP/IpYM49mrjLdY1zZcgxTs1tcoAk7f5Gd89j2qdinfRGetGDZ/hOb7h57X3gjmnXxbCJr/Ogcewr493FEf7wyHUiQqHTRuWZUg6US7Hcyf+CEnyxv4J+Hc7xvOjYxszTMjysbVT5YpjrHddw3xe3XwY8Gikn57I+4QoPyzbeHV8yjf+9GFcxlt3ML4rHzH/IqrV8zQvlHlsH1poWPmuZ5yzj+HxpOeSB2vrgB22n+NAhmJoe/rXUJJ5oWWfW/Or4al/nsXSdOoq3nDbpeabS5nso509l5n2FQGccf9s203pewzd/ulMCxyu2r9I1hK+Z/xQ+WZkP+eKbiCheD2jDn3uolgeMYt9m7fiVUzUWuoYTf8ufKluTxLTiFPLrs/OWwX7I9Rl/GYBoMQada2iNb36cQ902744nWnQXP+HAd/WQ/eJ8hC/feMsbwCyz89/b4LCWeL3ONb+WgL7X73S977OY7qeyIim3sI+//CYrCGrPpRnbQyu1V0RslBfnNQNPu/BtBKMEX+sfd+rDbj4gNT8F7zwkv+yT7vvJdXAsC2Z/p3MfjPST8yl85yXU9yoSx+Phj1Pp+pg3teGGQQus90/8iAF4SPscb46yD3KNr/iGswd/eIinfGS5gkse4+ZT3oc9CwBoBI1Fx21LqYkJGFB4p3wB5KaI9hmeFE6BwSfkk2CZZEHPRI+KiZ0bkdFKYjonYD/iUMPkgZf43ah0AcekD/6eJG+j7cy6YrJ7jvYxQwWTnw2j7rSTbvVRx1ci9UAzKr6ix//2i/E8DhzYtHvK3KREd+rmBS1pdUJY0bee5QGeslakO3jHsv5eKPvYXXviov/JPsM9QfAffpGuKRMnBiAX6lhpp8/kkylDWshe0wNb5Q474PsPFsvRpi07rRtiX/F5qph5EgSd+EZvULpZ1uGKjk+m/bldACpXeUHvB47ehp/nvFd6baQrX/Bc5oYDd9YKFliPzvrkl3znTqDs9oE7bAxz1F6ZaglPiekby1xo0ag7rvqD91RvtBgzjX1j/D42CH5BA76W8RZ2O531njzmnrLyD3j8+z4OfewF5I0uNEW/x1wHZ8YsJ7ls/hXtC69rOJPAOpr/C1yeovwMr/TvUwkdIWdcOIj9Vv7bc9s2dqqH7QgLNvjP9NQn23a48W9lNP63OKeBil+u06TOVna57r83XWyr+XRx+17Rx2hD6/XCa+GAE6BDAf9gltbS9Jn4fvtaq6rCPTj5AmQAqpF8OQk35otNjY/1tu07r7v+M3/c0QFHb+b1W4v8FX6G/oXzy+BfouyD/Prp2EP24vGnvvAUfCXRQjZ8TzwzX1pq9Btwu2693/Eyfjf5Bc0ue9Dik5KdenQBb2grJiKw/3yj1Gx2/ujM41V+d93/rItpqM3v5DvGvXfSzoKvyY2KC+N9jnRfgGM8k/+InMqp8V0BzhsLMZgPxlucwE+9K67W03z2eoy3fJFsMbUe1tX9K59YB/LaqtaDDWHI2eDu7vYb7voZPXjPcLoM813r9PAKOvDtctzGfblukLtVurw7vxmXcV9EA7vDB86/eUPQHH6uvpN34trtOo13GHzfgt9pT237u4+dYH3c7Ud63PEY+r9lTbfAqO/4GkX37WquhYw9Ds/ozedR3Xlc96e5eHQ8+PX7GH7ocy+nJf490sMR+xqkN+2hjeu0wXbFaphLkvsRk+j7awEb6YMmtk36jFE+abmfp3fMvI5qfO4H6qPode+/4/Ue+PTPa9Q9JkcK1j0Wv9rn7/gTz7uxztf+SZ4xwDr3xx9/xk34+BBHlGc81ryJ2Nd9xdWOimdeo5y/9DaFPXixfg9QHg6JvueV8uvuuITdtp0al1NkFw8DuLldQA2Fs1bbTO/hHb3T8+giy7hGDnbFfmRo9L/DZMyvVX5/CGOZb605jUlv2Z/2lmo+JnPPJXbPwDtxn0D5bdXxRNFhyNBD9Mmnj+/t7sN97NW+efSas4H7d3zAwTU8q/Q3NvpMssf+jgdw5Nzhn+HKR1Khx+CkL/RhSUiZD/Qf6fJorPMPDRJ1wsIXEbL9HI78iXPlntcgkXOPcKDKh5LtaVVkZxgfAxGAvgbletbODqt/rvINQX739dR71f9OT9Ou43MN6fBdlnR4Ld+t7+7n8ELeU8OfRIbx96wH2EFe5y2D4KHnBGMFsvj0FTFp23SOXfVSfpvQfpW/5ll1+KcCdvanubAOqu0V12sl5DWUCIPvJH2pNfW8Rz/HUfjMzUjqe+KbkcHzHbT2Gaylv4XgZyaKfONMQxb3YU95oti+L4ck9Zwz742HLek2GrbUnvDp+tf8P3wejKzfMznPxhedosN6ZdX2Mcvc4bsM+r5mhYa/zx3pQ/0GIII6HMYgK9AM4hjeQRITSaf1TfY1eBvC6CJHBngRd3qFGHaEF2IQqrHCJ0/xGuyfNqadLwhKbs22fEgNEMeit3jwdB49zBt/po5Jr5e5F01757CCfaUjaGsiWMZu9/SruHrcNVDaHDy+6s1SqaP1Ql/zBlcHc2RL33lQFx/zo94LJPmJ3TzA76NBHzp0vXYMxiTX/t1040Zd27ShJ3c6TDzE+WMoJN92frIDOXr4i9LRjn8qwqXtd2mCl4viHCpc6ScfHgYLyzannu0gkvCWZpIpPWyTL7wcD/OyAoYnbdjBGyj0SRnb0+KWE1mUg46T6bEQq+PAEbjrZST5mXkiCHg9PVJLf31Pzi1TrrUObIKFiZkn8DZf1qd5qFh11yF9+mPlvPbgAV9/ipob/8Et5SCXtnOF99nib+uwclIvN8hoDn9HW/qUQ0ot8zzxeAUmX4in/QAM/UJ66PhaMK3nSR9gYqN5ap58JVIeBlOWtLWNxrFfP8fvJMIDP1Jkfjkh+uDnm3y4wqsy9x7wuh3qs7bJfggClvzxufgVm6cVPLrdvMOZ8iO+XtL3f2xP+in4864xIakit635d/+oT17+GSq8/dV8d/ja1/4DLnLwoz9hq9h036yU6jH+ei6YQ9fNe3XqgAJwbHE3Ta/tK/u28+v0yxz3WlBu6zSDX8llrew6ZDvPsQd/hN+yeIh+tKHpMmYUp32P9KtEnrzNX5DJu6UBMuGZ+gb+h9hnvO5PXTh8DyacxlAo9vPIhYInDxTAlnojXfKkG//g62L+7ls++N/jnMM8JaxJb9+gI8zjf85jGlsZ+pZ96avAgQ9j9HfZZpHxYxy8wM9S+5JpzM80b6m7Dm5Dn7xLzpALvPKacdYx293hOaXfoMSwP3zrtW8nN398nV+JyW/KtgI89QmY9R00+G2GuVGp6T2BHrR9vzSPnAcVh4S1MIOf+Vm+GfEYyXkROQDwIm+7TD7KDqsPsb8q5PfKozu30NiLMw8H59kYNhTI/qHL2CLbZBULeCMjH/Izvw7F9PCCt+UNv372dVMQY1Dz3YFdgc6yGDR/2NgW+alIqxocAtE0OcQ1Czea29xfKdXDLspCq6H/J6+7Hjlvck26z4+uqH0FHz55EDtk3hTsOKf2LtfzjBzV717GrK3YQ29818D6/Oxwxp4V6/0MT+Pn5EKm5ZoftWGu4eHx1+T9c1hdp6sUZbd0xWblADR5o5dvpsqJ9jg3wO9+sJxHPoiUW+Rl7xB/87qr8ytP4VT87uwd+9yY5NiE3ucHDN777+S+FW751g+5uTSMBebMMW8Y5tCMTcecsZt5mLBYm8KdWejnNTa92H/4iItjBsg67W36+mjdzHvniGPrfcq/8ZY08bL7z/bnOOewPPuzLygOqLWUegBn2C7PcG8nY/+PAdvW7crVo84i0HZ9zNs8TadrrOlHj/e6y9r5dLy1HecDvoVvxL4CFUjoBc+///o7HgD/HpDdMSun+x4PBsVLn0LWJ+gGft2jHP1Hh5uJ9O6WfWoGvjfE8U95iq4eXevuY40IEX8Pvnku7wz8WVBRGNf46itXwOCcEVGp6z28rm/FwP383ASc670P//qeD1w8h7TWc8Yxn2zUy3eubaP4PkWBF71Zku5sBz/PRpnolQsxuciTXD/M8BfX6afIT76k62dLj5/nSI8D/LHfMGq3X5FtXHiY/05nHMZPOB0GrvBmPpl+5avrF4+5XnHU89g4z56Q3glDV/OPTItcfjsj65V+yFRmfToz6r56JMnLW/qyL/CDb4/z/Ton+xRb22kdXu8rv8QLubr3RM70wjc89vno8V2e57PPsfafz/t7HxnW1fKMS9/8xljokWewAGQc6g2wjLPX6dwiD8MXne+KbXYtfBNsDoBJ8EN/1mZ1DziJ5vjFs4+2T3EtGjNDxPFq33VehvVPplq/QVi0hqO3fOhz24wpNPsZABjfVCgaevfFOMjCl1jApV3e36U/cvaeR2hTtsq3PAd0nnHfCC/yVf202WuIK9dQ+TwhBvPeE+yRm84PH+Y5CF/WbII1jJp/sxebgXMOW2Y+cb8dDOukNStzq3IMfO61OyZH/k6G4JS8sSfoZpnxBsZe6TOg4yffSg/TwSM/wV7PHQ3vdae3TOvqfsd/1E69IidGugKI/3d8LBueE6fHWe3PczD4NRs7vCuWOBFTfKjw/sxT/s6ZdlNgH3rSX2L6BFfDkmWbZxxJjr7Z9mSBsut4N3aCn2DS5PQ6k3+nYzGZFD2h3J6jahFL04BjmxnlYcbHD3HYGzxt3wAUO+hIGsVefrjiFHJWEze6qcOO37FBYRz5J//Lhqm7eVnfldfak94jdrFJBKQMEZ8132OsBFme/We+w7ZqmH7EYCIEiXU19c/WMfP8tJTV/sWCDbbnRZIjmhdIBn1xcUR8AMw8jBiwhPcyFuAA8y72D7Fgs4fZr3wlCmXaobw0cOfL5jLt9oEztjEOIwf5yefwYr5f8qs6QSCDdEGcvcyp1Rbg3tysv3DD6rngABpl4r2S14Ps3Y3px7CoqW89yGs2dW6CUz7GQYCH4L5w3AWDz7+T9vD0PEle4bNTSZy8SoTLzBD048ZLyoiag0c/jJ54CSbDZCv095h3I7vu8Li70DjxmNO03m1TB6F8s1D7JLP9Y/+feAnGmna+CXhPcz9iuTvGGd6jK39in+MSs7OxeeLsJ8ONUTV9oCxCr4NGLD3c7bXjZZu6j93WWFxMxb+ZeZ3L29rmC5Xlun6FU9eBnCOHf9TdDXyOpz+m85WPefDHNQ5B1bYHfVI+cPCelMQtPM2fIGh0Q78GS9m9v8lg/0jxUef+YV03vFe73o/u9iJsyDg8sHmJyY0+8Mj1hu2Xf20hwb9M6ayb4sM/Bes0gPgqci4A+z7hWDHe8bmA4aLry9f4uvz4nTWurTr/mWvskeFcYsCFWKgGT2RMnCC/WX+Ruxfk7LaBY7j1AEfpiPDXytArH04Gz5rTyveyxReSB5YnvQ5oDQRPCjoe9qCWJ2lPxJ1PGNtG64dX5zeKoLdtjt3RzQwSndKycPZlC20o8NAN/MFAAw9frwnLXIUXUq33wgIFCNRNIU+SvmrQpn03RP9m8Kv69JzvdnQbrbph7p9qy2X6HH0bRJ1Pl++2eZz4d9iOt/fNr9P8V2rv+u36v1fXyfc+h0+8Ld/09A0DX/B+rtr57/2rlD6tLvOctWQhufK76rMQjA66dtwxcGxY6lXeEf2NQOthv/ohz3mLYf0NP7Q1hn6Wur7TDUTWHOutYdOoN18td0LWmYl+V5yJvbdsD/CVbuq+0zzq++y54wC/0w2504/EbfXFTkd//A1B+DmOJvGSt3KDDXy/1zfBKD5vy4mpk4TYBmT/+deflZOrrkOdS8Oyja++7CD++tMbAbgGjThmjmjf5mdPKPqpCGjNJ8Hvfim2Q37KNTDliTX6PSp9LQjVYaOXvEEe8fINevphlx4szKeX+OGu9KGmWqL3MdNn5ga7cY8lBu65m+pxvc6NFffufJn75jfZu1K83ttzcKdUPsxcAH+uRXjCluuB2krPuIvx3KdOTxZA4553AB/5pIiOVafrce/wnbDjMUbf+L19R7fT73jP+n03W1fcldI6rdB39nD5DO2RyTO7UtcWWj2EI0cmEFgv058zf67zbtJ3Wj+H8rzc6db+5G8efjCmNx5pPfcYtejR9yy/4/7/1HbeuLbu8uPM9QX+xA3w+vqdnwJkL+H+snyW12xBC7l2F3O9zumuz22u3erh9eUkacqkdeZtejDW9WvZbxg+ljP9VRb7EzpS8JHosL3bn8O3LyUrF98u95ZgGUDOrpfnQuqQ4yIhjNH9qTKv219n84ovdpze3+2zZHAqNQNk45Sr4DBuPnc8jEdNZgtvOqkeAAtg54Ek4VNYktOdGgVO3OgIUisBzl4ejSFHfzYG6inTwfBkRMs9wWXQlLrL28eFqQdAavOugzQsutwg4/DFeI3WBYj4mA58vUNj8u8XjWiqr3ixHyee+PJqXXOjsZE17Adddvd8R60Q/A4U+Dpu/tSXaYoVktIe8CwTOv64oclNSL8jaNIQ6rnA0u6l981T79xEBpi68KBl3KlzIjAULp988T28+DMN+SCY+KKG7BA5fV+ACFKv5U9t4uYZY7EQpSnx0vW0PNdjB6g8sI2W4a/4yz76WmzZE54NiOxQ7MJmI4EbiWw70TH5e30M3X346AeS8bXoJYvK+u76dTht3MGnsGWzGFzkN37ItQ7m7fkYZkUZE0TMBKx2VMvXGSkXLA+kjNviEJEOGWgcfsnftUzXRT8ukL7nO8oiT9CPuQqjeiCSh7r0PzD5Zugeea5PKolE0l57hYcfNCJOx4P9HVqshemYjIkuQDBB73Bi01p86liXCryTSbxD9ZQHrz4PCvGNlfMAMttAO92W6k5FNH81L8Ji0EKFmbTwso4alK5uW1bWEX99KwKZR4EfvPwHTCWyIxqVI4AinqKtWAWJdJ+6CF804uIxy4HWMOffXKPnmKj3137fibxKV8WLbJPGj3jMPBZnXXRPXwOFPv+CP/8ozlfgbrtOhHiRWTHOuhGKmo/HSUNgLju94dTGc93HaHdaWOYbJ9IZ1p8OdtDPVrwzjgeoc38U7xkXsCjA4e+6y0qEetG8mTSAB104OvnnzZPps0Ev9SxygDOgYin6TFPyA5QaKGzp5Twu4+sGjh/GTsavttZcIJ/XEmt2PRz0HuDfrwbv29fyGz+YnkU7TnxAQ1Mt5ptzqhCGz+grJlHXfuW13rjAkx5+5Y41Ppwbur+lBzgZG6//5TbkKSsCL/5bfuJfbEcLzVXrF0xTtXEO+h7rZanmJcpzVpjTNginXjLmh5J1kZw6cvALWeKeIpcX+9T6m7fXVo8DB6c/OFwY1Tgwzl79ogZdMQ567M+zWYCIEfzz3bgxnjGTOcl63iwXcD/TpT7whn1e2K1zD7nSAx+sD4tTl/R4igo81TD7xlfIAIi/sW/UAcrx8m/S2j9pY7Ggjf80tp5RtNc2Iy221dxohN43HM2bVdqwRM/zQxjf7ADu2CVOvfjT8fhw+C3o70rKGeNyTvo/44efiWfA4Yf8wLWe5okcitYUXT94bK+d66bZx3VWxFbZh6zEjbhyvfOdDUriAqNyLLHRMzQcuoiH+6DQ5hNCpFKHF3lVI0FW8Og9Hrd9KWTQNHmbfg2lmo6B423fMjxl73OEUcVFPvA5BDi2cg1jm33G8xg1BXpdyzR9NTRe9Ttb13HzNuKeI4a7XvF9M2jmKTG6K84J1x3Pclf+9tvk32lO7ZXevp2Y+7hHnn1C1nS77sSzMtasRm0aAL09EPKMWvtXxpr9bY52OvRjfUmY3cL8HnNqpbM95JM/lZF7bOWxsa2Xa+COhXFUD6EruHRagbG+8snNlBV1zH+X3kZO7jFtHLzcZywuDEwzS++zbrHmlAhLEsuWN+G6bmNQlEolKNZH/DSvSay/0PAneuBw87H+QDk7fYs363767DkBdBbrZQjrDecItkWuLSnwhaf586br2GZiIK4/OX+F/MCo8eGgpPUDbK3DAu2v5g/cbcuSX5VfpmO9cR59jG9XUpk4ytXQPdb4tICh/AsdI+9knGwzT+zx12t3n2bMA6nnB9aK4YR7/H/+z/+RX/2s6wN8Yn9M/SxzrR33qRc+IL0+xZvdXOh/icv9T3He1d0MjTg/6IFDP/Og4rbEz8xaLT83QDTlR/TSXok+tmtiXvWeY8Gj7A9LOjjCQRzwZAYm8sl+iuulwCQW3/IQj62MBUWgWk9spLjv85bhzh9wcg9t4pN/C0fiog55lYkNlcp4Y1vD91ivkU88HJO9v+BiSLmN34hM+THPqX1ONL7zCvtVpiHYTpwpugUU7XIjvPAFbl38Vv5OmUHn2dP3d+7p7oX9fhaUn3oYLn2sZ2CkDsKzPOPuteO4483rSuWz6dDXuL3m02h87brOq8oP7D8V0fHgK/x0g3Oi22F55m7AfIsJtuf6WX4jVimEmDVhJCcuIlizyrZejBt0BUVvYZMV0fJAo5pNJYTXMaGSFNIPXdCT8fyDWYRXv7kaTe/vAWatlZrkKhKshfycEHSLv8XGUgbYd751JsjyPuCCJ824N8vcTxtr3G1qJ/jX0CsNr/sPH/g2uSiJ0vQyvuBTzxCTxddv/qS/9Y67mDnu+SXZojm97ufntLWEsCb44arh+gZFcZLM6cuFf9oHpPxTuSN9giavtRiLPxsJerILGPQdDn3SgDSvt5N98a4lJVmk/ZDUWcD+sT/ouw3HXoATZ67T89upUCfWV57pWCXzg855mDyUtje8K3hNmPkgM/WPfObsxTeb0M89YOCf6dFJepXw8A/rT/Ic38jiZ31zjST2zqcUkXYSAOQIb66flu1aSvXrc75ZNd+oZjWEknPK90f4Vslshyx9GCtiWYu/lpTYy0acNd+SDfkQNBT7jLb3LXLD/ko/ghum5G0SELdiHtQ9Dwzf0B92TWM+7kPE2pQ5iFtDoRxLO+o5FjiZv3PtgY+eH25rLhwy0NPB+hhBBry8g5zw1ER0wGK8UL7HpPiE0PgDZMcl6U+8wFKJ+BNMLqSldMLxIk6ZSMjDgdy0ng91H+shHbXgm5OD5/61bkLbYNJFPJ7TTyL09c0+2/LMb8KDTnyodfiRP+jrrxCmuDe0sFH0KY+XEoh908bpiwlTHJTMxEI3WnwwnBcUUqfYvqib5KU6ZGwceGWrZHYm8lOHWN7ql2kBJs4x00/IldfPQ/BPSfBil6vWPWd0tG73WK+NsMF4YRwX+t0hGxvkElf+RRZso7O7sIgNk6/q5iAj92od0sIWtpisG7XEQbmu2Ai7x8nkb6/JY6hkh3nq4L3ahq3YzEE5vwI93vXKAaip+UC8dMa81/AfsHowdOO+oEA+9qjGTutBzQ3yjGd0NGclhA2d8c538sCW6SPnRKcXbvgprh/sP4+bVn3JFz6yra/02F/NY4f/TB99XuXreTLlcchiDSavORiyKXffGBO7riUxJ/oV4WVI539laJ+LXcctSIAIqfCy8bLktyFq/s9L96Jm/Ws51fXN2DSTPLbHrPdFY1nImIelt+krbF9AdFrJky+tUx/v7UEf6J5vnOo/xVfLUn5wgyLG0JjxUcAPvJ3/3h/4d43mvzsUDuS+EOy+vMNnLvi2iueF95NBU3Lhd6ezra1r4G79YDMagXzHB5xnY+nbGx62OevmL9avVKrD6oLSepG6nY52xrnWgkxtYokfgPEfHk2XpDfDNCayoS6gudBXbDhkdqTHNndMfNNlpC6NF+OJE0R5kxodQ7+3FskQr0n7GiP7BjraXd/Jq1qsGeMGg+f6Os89l0588KnXhXGjLvhlrFIEPIsfX+WVsYvzbNSpHYibT5OM0fKl+667HuC8WvrcXGls9wp91HuL3Ed8+hg8T2enjkMb+30TYB971D/pfIKZB3IejRuPGn16XPrYXdv4DqH74J/k7rC93+nvZP5Xgu/6P9ftca7v/Lo/GOt9riV5EMrcgysPCSkTR7GPz4fE/YC60RTjkrGuD0lo2trEfsQmxg3PnP21bI2bSUXguLOG77qbJ2u7vqY8ZG/7BTi7XXcw82NN/lTP0qatHv1n6lvbUhwekoPmDULp4et99fAR6+pdDkz4ya5O18cTHhtULscStLw6T8C7xCn2julPraGd98KodbougE2zwydJ6FdL9EWHok/9QkfzMt+eM8tY8MvLjCkkW8jhxr8eOE7dNrSHXW6k3vnzIeF+KKm9++sXGa8HMhXnqD7wxuKox2yMBpkUWVJiauJV796/91rpDRo6oerBLzE3f9Ht/Z3bp4pdpXlql5rBpvPy/RsYxBhvBPfc8INZ7vV130JOn7/OChaXEjhWxWP6ZjX1WJ9y+UrljPF6/UgHfNTzz1wNo37mR9Pc1Ts9+vSyjnsQj/gKxA80RkbFGOPu23sEzgWYeekrSH+FLebea/uqw3p7ta+PzPYJx9sKdT6fneg3LfuBYftmpYUX5+Yfscf6DQV+wLPLsPwbYW8DE5oIB7K1s5/J+5jXSOp8SFz037/FJ0NNXnuP5xh+VDy4d+P4T19AZl/PccHmm1lEB8+OY5FZ5/VJ4CWS+OtBaqyymbY8r3hAvzD7/71TwQ0z/C0WfvaBZfb3m610UGOuZ0RiIez5ceHncDs56Lu9IRNXrml8T+SqI3MppGU+eV7dMNt4qwuN8870tV+9wqZd//qDhuJ3IuZDeUcl8oy6n9+umNbvOvJWCP76Gm82p/78iZ+Z6Prij5+Xlef1FxQjxo5rb0O69w2j7jT0Kb6OhO5UeHagN/4wqrzpePA8yew4d+24LOCd3BwwujOFrt8EBk5CB07lHPnD70tkieGHE0dYx1crLbsxzA5Cn+nIhzeTUGocotBp2rHbpYOUnSx5VgzZFNfqWZ/Rc2PUDugA3DSWd0oEDnIceL3TVYST37TDLLGHQm1+1tfvGiRWoJmPatHRts8NF8uZzJbl2nze0sfP/oQBEeFBXtz+QvF8s4AWG3O81sjscmlLT/kEm22Hqe0b90UTduUGjz/wQW3gYmZUHQAqtxlKb5X7qXxI8KEBnBwunMEoGnmYgOYw1vFo28bkG44y/4Rbnzo5aaz0D+m2Dz7yRREAiLL7Q9D1dZe/0IU+5uHDnK8eM5YvnOAu9Kv4p73Uj3dbZ0AKva1TXIj7hgFtl8iyhOtbi/nEFJeHCohs7gxNdV8nDQeEQ0x989K+hAtt5id6TBqIY17Eutl/M3H4NkZ9WM53ZOcbUuCGXQfBDL1QlBuiN39g/rSyWaz6E3vRdDh64O94Y32Vsx9zfoTh/ENW/oZi5kvxDDjy+YdPZiFu+I867M56jtKy3jPafRxe01fOP2AzDh3/9fbqh0lnuGXd9SdFtLyRRrPje40SLisn5aw7voNW9Ky3cw3HVvpJ/cBwdMbfLqBaH8Me1bYZHNP5U6pTt3sOSR/ysaXzOFJUwMeBNRSXTPsAKvmh04930HVgtedajeENofmkQdVssQPgA7BiF4Chpxh2HyUDeDdZHqe2D7Ou9dWwjLcJ+xoIv/jTeQA7gk/86/iDh2V0+c6TbT1ffIPiprFvou+1zxc6ieZ8KzzzwS+A0IVLFWrbbB9A30sftw0eh69uBI73cObxH9dcHiYHEetsfm1ytLu83oa35aR+yCi6HQ9cSuLjG6Yrsts+NMZpHAo2fIs/eOSnb6KmzT8KMn2uSznFI+Mbce5+ryFVlaOmAY93IyMPnoaDbLtSbskHZjzjUpNTlslFiR/IubYOJ/8z5hu3OUXI2coJ7c6y2TzeUnsPHbnWiD2WoIjl0LXiZHsayQtNTfKVNrwzfKLxzsi448wf5gIb+gSy/Q6d/U7bcMMcG8YeFeNbtvvMQ2KUN34bA4830D/aRF7mcuQb5U7+sD+wycFX7f8Vyp90Qr6L2x1Pba1vxnPd8XY79j405m/6vT6Pz7m0j3f5J/77+C5P/Wt+n/HuoDrbSDd44U/pbPlMz5iuo/icv+MZQbzExzwY620uPn1+yPsZ9SmHuWQrrh8/xG+slwsXeguDb+nnca7PRlZEg9/ko0SK82p2qQ+4pmP0Uiy74cn+TidbsRte/PGJV9lSDBpj1pkvX74s600bPjbhmfw3PTIuWwrs8TFDxYW1LiCxZ+lGNg91jXGtTaMRedUw+80xs+2DS9t8MiY1V9kbut+JyL0OvtFeGvT5HnzWA4b0G/K38yGfasnS9KKfe1X5cNhU/hZB6Lf5GLhhuZfPjEvbRMdr7NP1KdK7fJi4aulNTUHZbN1x6OPDXvjU4X/7++94eMyDsDZhO9Kb2rxZ2nYqT4hTXt/ULNrdknlKXKJYf/v0TaILWTy6nZpfnZdt/Rk5nR9tXM+DeMeCswu2cy2OTrQtz3bG6M7m5b54wjvOh06sou7npn6mjcyKKMwI9LGXBf8kYsb7wEPpp4dzfIo/8dJv9l+P6YHBAWQ/6/6S+OBzxwGSu/aB3S3I1+tGINYUx4h2l+MxagpjnPOsr2E5uL2wF5yuKza0pevrFAEjRyNf+HOeKA94UCGdwfvtc3wimaC8P0WDduYa+0cv3R9xpZRy+BQy12Jep3IPqLWh0961x33EEBUZlGjyKW3J13w0hzUXDHVt2h7P2EAiXqxpfOpfMqRv8Wevqjd220b/xq++MUBrQcqwf8YzkNAyzjVzGeeDVDN3PF/3T/5ajvPHfnAfWcYxj5Qv9bPJS7+mAb/Tk3fmATxxt3VnMFoaEqKzA+d/Bu/97i0XRD4Jey0zp1Kf8Df+/czehs5BkLKi62tK59Oxn2SbnJCNnqaT3b52kS/tG2r/JGD3D3q7v9qw6R+D5mX87GPI0f6VGz10xacUYm+y8QbnHDm9iMYjku831wCNyfigsD44n6DNT/N2lpXX2JO/OVy86M9Pk9sf1MGvyfO1LyDJmTkotHv9OLJFxBItz3HLHBPc/hav6+sxLoFmOsZpG2/nkOtXiFI8rjlvevMzvfndwb2ufj4jYhwTNJzWD3yyOT9ZQsKkUsC23LcSrqcSnrwamXBjXmtwCOJzXCknR02Hqi++6Gy9O7xL9TgwZO7+Md1JHwej85tt6ae+HGbecqDGDbOcSa+Wxz1Z7Xzw0f1ZQe/5x4K9y30SzGcCXhy3Hbsf1Z+G7ONmbxvMx3DVJxsarAcZgu7sGOMmsjdm82UiItOkZ7lEZep+h2Oep9oXht5ojJP9OgDtfNNHU6xJsrZpe27IFhaU0Lmtgcmr2bAwe7GTvCOv+uLO4ove1l1yHjBsi23qWAaM8wJBiuKDSueUsSvDd3nud/xX2mw2PMh8pLdv5k4ZBMV551o5sudX1wEZ3ux4iN1zynhThiHPax/WO+YjezreasdNsgXBLqPbeZV15SO78BUHg7ipcDlAiOZK2bWdeZYzuXKhY7zSRl9f6E/7H1O+Jy7m6LVF/ZkvHt/rqz93jLf3d/13Ge4bz/0uSYfeqb9xO85oBxo8jOP6xJecGBeB6aw46sUnAkwzeD5ppLzILK0TT5BfHH6rDp3tI9q7McP31MYm+5N1gz64bkf3TWXKEeHsi4379M4xK7zYD2rJTkCnE8b7X+9M8h7a9cr1KRaP0/rR8dBm779fw0bJxWYpzGWS39DSMK5N8DeFiasvnC5rbptP2HDdl4Jd7acWRp8/4xpOnRchdU6kDx5554t9aJK+cBOnnSnou2Qm3owZ566GtpduN/J7cezsI8ZY+HMwAABAAElEQVR2+o7/3vaUK58842N8q0vfukK7982v4xj2Sg2d/4yPp/Y581b+4NsW831rbVufyc7xUJqcd8xflW3ext/7r+q80+90p3HL2nF/Rb/ztuz38O183kP/MzTI9jzoesieiHa7k8M1is4VU+Jqd8zuxJnj4t/WhUh6X8fpkzSab94nOFt0np2e9a6XvO7YHuqt4/Q8R9iHkR3ybtY+y7UfrGdyaX6if1fkr03RQs57KKnFHXXoh5xtjTU2+nXdDHdtuxwz7hvlQ7vUvcXABFvdfc2QZdG2b9a21rUVRm/av/M0LvDTGOP5xtSmru1hzMW20j+NJzxkULruCTi8GKfbfEArEHyloGNypwMEnhOeO04/n8V0gxx+zlWoVEzj/l6j799//f2v33//wxoNFNs0AKMhWXRtb8edviVGIlrWiLYmmGX6IToLXuNvvF6Dy59l9DG10VPlHscY15qfuH1UtmdZC6r9AjAftrZ7IQkLv8SRK4ttVm+++sa3fbvynHjOJvQhJ7jeTpkT5WHL+zFI61krMs0Pp2LMeP66zsSvB0LomDF8g6Ox50Rne+FPsd2qZ0x3PGH/86+2s8u3LXjf+j7TxDTm9yrdfr43/SN5xJU3JljnkyzHFz5j3Mn1iHmMma/RBr0BrR76Ekr4t8IlCo8r2MO8p8cq0jCeNAN14BcZa6B4wTyuj6Ji6FvkLLheR815t0VwlO2FPtSv66Z5Dp1X8Hta/Df81MWOtuYbb9rxN42MoXc0vNbsudVZPYppx5ttdAyX8zNY6WuPyDZ6j200/lrbN45T6lWuVFRW/L2nfNCblMbYkfA+PtBZ/uDxixr47A3LaM7VqQuGUKbu3V++zheOXyOLJ7qBx/qUHzxjdJl6GDLruzF/AMOYmifqobtlTjk8S/x88b/5Zz4E+d43/39nbV2QKR/Hw2vWozAy9SPWLHgvFNvTUaH98B//8R+Oeh8LAQRWzKl1I1z9XPTqhpBxFuLsKLIsDjzMGEoPRJ1grNjOBzji+WORkg4ynLb+4hZaHjICngujHhRzcSZ5Q1g24KVEOJocONinsV0fc5Je4KGbatq2g3Yvwgntwh0NPfD3/mO55tPfuQU/ySXRw098NC9sTztLieUBfsC4KAPm8yl65ENgGlEyKYLBaufqN9tNfbIbVsC9Oaa8eEeqD5njHTrIq5Nw52P+6ONPItLuxTh3dGRf6lB2dVrauZG3yQNaLOuJlrzr0H1/jW8PTs4pqq5g+N0I8tYLEFge7yrZjsnlQSv8TWy/xdeU8HAsvNeQ0b36IFlI0XyP3LB9vLvpA79PwPeIROHhJr5adWGuhU9sT7vKJH75KeCgPfuffGdORq41OmSZX2iwyWP0WvT7ROSfDqDjt2k21JPuoFgebeuSeVGxBv6oQIM7KV+/xW8d1rv3EhAv3W+dv27sy6eGw8c3RUxPjY6JEzmHndgy7In1DRnm1+loD7x9oPqn+Cg1lOs7mfmZzn3jdXuBGc/jO75wmI1yIuOSTzyv+sPPPHkH6beb3xq0HOO6ljzyjwvZ+Mcm5wBaSbQpWKdjGPg6plw2zCzcN736Exc4MOOZTjX+WPc/4MalNl/h37++infP4fGIdbIc3Kb4TTrjCKJ1Y46uObLidqwVzyPeH9zPmrW5bi7Yz/gzdYycsq6dxgcly3ftd8K6Dw30uUflFFGcbLflLas/eLVG5LLidilALgJHRv/aSV+kFlpW1rPDru2ZPx5zvrs/fBC6RBYanPUjGbtOb8IN+1jLUl67aWWfITx9GzUH96FjaqUXx4FbDr0Yblj+XgxmRaz8FdDjE6UZN/kbfPYh/JOfgt2TN8bN+2Jr8PEeDg/+78W0J1t2XPrsvV8reT7G7whyNoKt6Ts/t9HLOXTiudPm79mEnaZnnD/6hpGSFPadHG/GET/sZcz44IKnPVA+Y8x7m/dZ+jl3LADCKpwHGefrEfm0bN4k9Z1MI426FCw+1t/D/frEsL1O3SIP0RN6StoabZ/LdjW7nLSlzj8rb3Rb12/7yTK9Ptkvlt/5GGZa6pzHUVO63qazfqYx/FrLf9iZuRMItPPrpIL9p5gsxImYyDXn/fh0o9qy7/0jvrtOi5yaS9bPPHca+h6zHe4zZh/S3gt4+Rf57Dfv9T74nRf9R/wYp3Qa8B0Tje6vlcc7ePTnTgLfXb5ldTiw/Au7yC/rAEuP+dqr03k86/L/Ps4YxXDLF/T6ajyP7PjruOaicRm73sApxQqJ/aivy+b/7JMJ5tvlm5bacNcSF7EkXO18scs2j/B6kuS1c7T26+wITN04Fuf+Gktg2D3jvuow88uyqL/ltUdfF1LRZMu455F5mbb3+ZaJcf4IVtYdJv7Ei2FTu675623kS7Z82v0YkjNPxW2VZH1flyR/3dFNP0TEwmXoMXWTlMyxEujsk6djHrygiG2zrE5yp5dx9vwG/gqfK93uZzS3FZJGxpCn1ORnL7EzKPcDaHsYP+kCHLt+/+33f/2P//7f//XhU8Q6mTKi4t9Rdp86JAyH6hOnqw4d1+2TfNa2fV9CH3Cjivpeb/iS4+yDFOeD5Therg1PZPBLhsaROW0wbuKU6/mMH4V4UfyJNPOPE1bC717M0/j01303bJkqTDacK7cB80qJ+CtcwBnsR/D8jTeaxy0lvCKTYq04nM28B0cmJf+0FV7BI/4P/1s0usbpu3SZ50UryjrI7wF3fMas68ALe3oh37g3kOethm+bfd8IGuvY6ef+MN/U32V6//QbNHN97AwqnubTh/Y2tvEbsOmj8Cl+oizy7AANjTHvcx2XNvp9jU8HcD9s9YwYOC07XbGuSvmPv4zjPcR49Ln+4f697xWOsZA7S9y3qhw0P8KFbzznfQ52vPY+mWceyMs8a3ltHb/nt3ZMyfo+KfKuIScv2cdDTorpJ6X2Hc/LCQc5/oKdvn4+rlOIXZyX57oI73XfikAsLNzp6zQ6SE/miu71gQfc+tl/hvnTxqKTjcZ1bVmaveJnPnfXSayBn8M3XzMvRdPXFckTHP57f+LKz1MH9pjpm6uO4tXXEdMuc6wS2PS2h75pPUbNeF53BrPsVyd/C5fcqPwgptzzAcf00Hb+1udUQ5P5EDWl81j6Jd/rkPHAQdYs8pXHPbb3Jz6tmX/GA2raj3zbV8qY+5PxjENfbdbxpOblUtjfwOOPuWTfgwgP5vjMhYh9O9dqjs/8IC+sB/Tw7Pz29Qccl55TwKBLWNwHFE/8OD/5TnhyvtZCDj76oN+nz+Gf6GN3fnOAhbQ6MLPX9R3DMXfvnwsNrKVhPvL5zBuQGDN879/Rge8xauxz/46X4eAZd6ziBixaj44SFqfiNMoZn8F1IQSPQO0bSDJJPpOnYaca5Z0E8LQeiRtBZqNBPxUa1nkAB6yQHlZ2cHeaCfqY/MAEYXQGxbin2n407xNOh8ku+fbzZyUmD+QXH2x+N/2KIyiLfyZMdP0bK37AnxuiRJjFP1KPjXebSee8uqrQ7eptMPGXfXyl/DmIY28uKTte5uFAI8CxkfVH8TPF43rPCfsj5ZLTtcASw3HT4WgsMWZWZGKmUC/O0z+aM10mdtimx5o+GA0BLLbI8aKbdgTgc+ofMuLwmnIesMmheoOH3+ixoyPjWgDK7ljqhg+0IV2xX4McBYWNE979CE+P6etb5I+AxkWgDqV3cjPWjS94HI6waJdxx+MEP9Fax5diEUyNf+IP7CoD/7CgcBAgt7BCPnuNFxu81lXpOPM5GKU+u0zmBYcgl1dt2/F5YET5GPLJnV2Oc8x0WYd6fc4tY0878o30dV51e9322FOGb0boNhIf+mucODzMOGvMekmcUxc7Or+TMuY98IpmX08X2nr4K9h6gE19by7GzAMcboZmGbk17TzZZNrbenXBRAs46y43ybjZYd9Ro0HuERcfN/JYwykP/cF4zalE7i+Qb+mCTPu9ox7bd3Ydka9Ax9W1Mfa+4W+pOTpkjpV9EcrF1C6DGNDf9wDvicjFLzwoooy5H2fXzicHf+KFG0rceMvCPHrAy7pkogRe19VkGUf4VJ4Y3mtwsIG/Pe7en7uNff3qbXhyBu+4ps+x3Nu75Gs7L7xs/3X4IWTXf+/fEdv+u/EO7/7pdnacV9p3tDu8y3vG9y24nZevmzrsZ9rYwF9cUmc+vVcvdIDPM3quVSi2w/IT2F7Mh/Fe9hze+x33rn3S03Is9472Efw9tMjtF/zij83bQn9cXeQbuwj5tuORnr9qrPux285+7LG+1y1tNs2tWPfOa0MZXdbIXH8Dkqwu/OA/c6fLNpOhI2tuoI5rMCNUnfrEsbevyyyPcYzMYj50FIOwP8a6TNPGLegaE21/td3dD253vJTXzkWis628sQfhOkWYZ6fvbelr2j6ytj1fOfuQr3d6QbXL7DLwg/1in7gPrfl2miPPst/44FDg5dsQfLLrV5Zdp513t2Mfe7V/lrHOFXDyaibMo7aVwCm7T4B5jHYvhv/191+ZM87pjmN+xvUYa6+yDA0033p8jffW2nJkDmuaOJR5ow/0E/m4XIPbG2+Veo/PWZTiW2nvkWCbxGl9zfNs7L/6gMSVu/1PvfNJ7HjB+3lmzkbxT8fNnNhpVy3Wnn0uKFLEh77GJNRnxrweYk2MN0KqTPwCPKnIpjiDDC+f0e2LPup1pKnYh39pmxz8/JtutVsX1/jXPj7F6qQIeOxjn/P+xOP923LMx7Lc77XPWYb1Pmt57xvHdZezXKc4tEY81nr4+4r9n/LH7OfD0yO72Gg/1Vr/yN6dVn6dZ02y0fQ/4qIt7rjGvy1H256687vvR95G/Mz7Hu/9I/BWzO54vBSYO+IF7ti/Yo9xOwPyhTWBnP4W5xDmS6Rb6r/7CRn8dT693fnSzrGDqZ3GervuPHa8Lt96nOg6j97u/Dr8V7R9f6n/DJv57nLdD5dHkYNsR4eZnvrRGrDM+UaEHPNl/eCPvt+Y4TOixxrpIu/R2iP9mVN63gAPfgJDsmPO1iZ8p2OX+f+i7VjYT3c6MM6f8btvoTG80xvmuo/BK78CmgaBWH8jRl6DEMdSs/jm7wIrX5IXtAQgHzYF3O+IA8wYf+KhgEwFSAx64FyVF1/GZwLBhyRHH+j0UCj0jMU5uCQuONxaFc6Jb9FSRRHPVKT60ic7L7xIHraCLHvRWfcspqM0LoboZnzTJ3UhTVzrJf+C8zGvVPCpeOm15IVvJm2N7DcGi6UWC/MPfSL++0HcvsGW1NNCa0J1De7a9QaMjM4djuAw1eb7GE+jU5/pCKv3Az981kPI/MqZaeZgbT+NgyAjhaeYzLxjyL5wXlpWDwQ8dSAXPnPKcuBxKpI1R9gIXViwLBdYyuRimEu4lFU65kAzsvope7rHbJPPD2+0IcMldRni4RdHnhjvOoFbKZhk8sfMT4BQ6oGlhOeBP49OWkvA8cPpZ4uy/YMc/iWvpjN8KNjq2KA3eLjhmf+fyYc3fPwGiRM/6RW2xT+KdMnm6IdHWnuOHVv5hGDGZdiFHkEA/54XRx5vAKL/5S3Vb6B/jEpCkRH+c4LRxxavZXPNHvbmOJQxD8q3snuFJaPiRVs801PRY44APRfJ2vK3rt7zpljSS8epF3k8Y402khmC4jerjef6KlmxNY9Zozt/4i06lEeeYg7M9tzzF6Vwu/GrnRNrtnae1k28pg6mYLzjGD7qrndcLIHbZZjWNWnCuHE07wa3S6Mtl3kj7+6GmvntDAQnHuQfvqr8jGZ+WsLd1Alq+ZMLwa9f9Q50yyQuXo/AzCL0tNvv5vYQ9Z1exjHv7JcvyY7wZIKWcRNV/Yj3vqabNNcCd6K+wwPFuMhJvFAJmPrSr7EaTXlbXX+ThN+96zzwfN9tYJy/up351H/mN4Q/aCAr94OKGb7N80H0qa2T94yuW293EV2+beQTsBQ+sRxZp28jIXmiGB9+vFHIFz53/JPo8oKH9SD7MrQBRgzDo7YPGG0eQKOPL9K63ejFGHrFZd3ycJrzgVf5TVx2y73Z5ntJfPN9xRUH/86P/WBddL5eKfYeOYklvPnU5zIyNP/Gm0iumtp++2Pn670c+Cku+en0PH9c17oeX9OmD8sg2u7bv8ih3fv2R+cB3l6MN+DkcaTHh6i/5zESefBXPfBebFgv0K07eeJcf7Z+vygmbb/YEsT2if1gPYCD3+FdV8sF1suOz5hl0LaN1oX+zgO854U5uvJ2n9pyaJ/KVU/ljem8Hme6NwbeL5kF8ofzv89KyW9ko7nP1ddWGZF3nYGoL7m5j5UqxrNf6ZNH7gfl0Me4rmUTMVVcl+s7ZBZlhj1e+v6ZPJgb9RVxkjvnMLwNW7NmqLM0zA8dLKdduiy4aMZY6tsusEQbo7EXSTZ+gFT9bG05aB03AVtXeZvra9D7PjY3Ye/KlA+OPXmHrfxidMbEuOS+6Z/Jk+8cR/vRfTjaN+Iu3a4+sLzAr3zKe0nJAB1F7aO389zrmEavr10PRv3GwhnnKfdKvUKs18xzxkXPGCXnQcwT+0Gwsrnyx2NXH8TOVXbaXt+fSeYvvvDNTL///lt8gmx8fuQlysjYgae8jr3Iy88Yed5wjK6YXovLyIYgn9qHzB0N7rlpPzfSNzZ7bpNrK/mFf1NVMRHAbyxZc0G8WNvZYx3DVcLaszxqVOG8mUtjEH+LSc91zKcAfYnE+BjJQJ//8N59A2efv3SIkKx8OBb42CoaJPGnklzjuhhY7ksFz1wOMN9m1+E1/KTi3lS+peEJ3ivDxIxEdN1ofE4cgVwT1vGxnxtlNjW+5hsDGY/Bc1L5+tHrij9BaIzxieN0r/Pdo9fa+h1GBugeRygeH7EPsM8/viYYzN7VkN/tw+Qd+USJrTOL8jKyNwGKAXhH+eSu9/9IZPMVp3qtycNaCU/j20ZmS35bToxAH6/5j282+B6/4ZNxiBjESXdhu3e8FgPHj1r35tzo+Kuer83vTu92zOzQ1d/wiG9V0o6y23PxkIJGz9qxt272d5+vHjOhc4O+/UkbePqgYgKd+amOOc2nMwO33yuBxjI67103ZFAkY7bVKp+n/bQjFo2v+Qt3p519yze+605315ZeSmjo+Et17ghu4TOmKwo2yc5drx+5js17k/Yda7B1MS9ygnVI+k3fnz7ECR+u/8XPshUD8+u1f9rQMMuwPsCB9bwx7l47FvpZAd5AYD2E6T3UOQYU2/TtH+g6bUM+ckeJMC39094wkO8b5mH7ep927xvnxM14jIG34zL+CG6eu8zPJrQzOyIMPQ5cLhMG8L3sIPN03XkVl51F9VlUxT9UWHSgT5myrguwcYSpV8MmneBnO+TMTv/etuVZ/s7HPqEWrmoHWPoRcGzWBDfPlRexMiR8MtrnxQJc/sSXOuQO1O7Ttx2y8gIjdIUDocr9GjnRHioxOk7xE2rtT7XjZL+k4oF48qv9oIXhwI0HbCiUZcoPD6SSQ4YxgiEw/qzHUXDhu+qbv2G/okaHRUdMGPasEoa+AbZfwGCBZ2E0n4l3w2hlG73CI2myeaWDfz8o9FiFN5OjdepjF1EN0BfzjIn5ZHaJJ7zEj/6Mb2Pz5ib6Th9N8u7D4ZPSiU2s7usuvu8+d3tyXFuMIxc/UeudTWqTr/bjSvW2HjFijZYcZP0an0kL8Zt2xlE+2Nsu4Shu1pozTNoaawQXpYkfd2KmtWoBOd2wmrnU+fb21T7brJq5Xpp1MisYtfUHT/ZocOXTCC5NZGw5FbyIp2WLFyvpNt/rwJU3sPZY5YIr/11E/gLARecnPMF/T+l0btu3Oz98RvlQh99w120Rr8h1lq3Uzfvb2PxuadeBiAm+LnLxeiS4UXc02puLiDiFIQ9zkwZ42gq+eWy0MZLFvvIepAtnj0ZddMZrI0tznXU1A5t881/4WengZP6OoZkbbjrDH9XwMJ8R83AEbfQ8lqYL433/ML7pzdvwXbedtusADTaljjf6cDbihvJJU/NK2fluc2nBHP+nis/l8Gevsn3dD7YpdQjFB844v03tFtwJLlLFidTRirYhvLOLPv2MITaeQcxxQVyPvLuRBz/bT/0Mf2fj+JtHH9957f2OS/vZ+I7/lv7jBxvTfxHxI1vrdrIzYackP3J6DrSsjgkMOX2st096dfrHbdtP8nBekTGuT7zXMdM/lrKPmofrfbz3wTnpIRzkx1+qvcbP56UJ/YWB6go+aHf7bEfC6ukUa5FvNnXcfeU07QNRl7W2loNbEnh2mb0N0fR5+a25jzWmUmXhrz2SXJ1eXxCiM+SED+I43q7FwWxCdsLoT53moPmdxrQC8y0X4px7fLRZEzhn+Gem4GY+k3PIu+jXR//rtNG923+yBdcC3z08+88yBnvBWWXJR5PLnVeOOl20WanJJ9N1+8Aa57GVZDz4FZj1QXZ95Ht/o7zljRz8vNVvv/0RXycOLQ9lksWbX95L5/yVQJ/fp/jTHNSobOYrj0d5JbwDmblGB28Vr6gcC0a0Bkyms8UoVDtEcL/uawi81xiLntvuKo/5kUo8PAOrY6bO9kMMMIZXONb9OJztJGt9RQcewvKwyXZNvfBLx186gS/9eTj8SnGuaAkN2tAR/rzZ7q0lSfJN9uEb3oWZLPzALRwQ84s3aerrseWTt8jwZWjS4Fi8k/VzLnpAaPvubWNkzYvnvB9hmJdzmb7bXCc8eyBjXPNBlnPikdx9TNcX5IbzgnYVfBiGX/QJWO5hzckXnGJBavv3ueu4Ye7DXn1FkwKm+RgCIqjElfU1YawBzM3oU3hDpX1A335AhneXb05iELbS/c2QTVnn0Eb0Utf+kz9lT6o+dERvPrCzX0cBtx2LqLx/br7LyG2nX2vCN2XGOS+SJNvI+R7wUbiui46zYMCjsetEX/kZzAhbY7N1Sh48xBFadHGhT5yTTdS5Hm44xn1Y1/pykd+IZMeU3YZ+ook9aF8GhjMkx/1HrK3LFbf7aOeAL/nzB1d4lmTbmmt3stF/xJu49twZRK3R89a8LnIjHh5jXVJ72ukxs4WeP+xSeVu+m+qfqnd9dzkeVxw0aljH/YyD+SQLDyr0tZmanCshjmCB0DERRh4XU2i0yakfk7keKCAMmGk0ntCuR7UfOXlbCvzOrGQVwc1ZTwKDh3wGFL1MUOsT9vqdAYkxI5zB5t0BH/Jgq+BbX9fQUGyPenrtMCWQdBYtD1nAk07SQX40XT6EzcmLHfy9tUz/7ZvbiRMxbOYHyvoOCtFIX+wJoxc2zgEDsSMPV2G2DmYszBGZmkS8U3Cc1xy/hSf+QobsEP/wETfa5cr0e8qrfqFahVlHqrI3J23J18YeKNE3CPsVH+HT/kKgcrcPBr5oL0cRI4ptN61g+Rov5Lv4Go+RU+mLF+O+wWrczt8w11ZxGOOBqict82HGGjh/lp0+CCZ5MxVfU2rBzAX4a/hDZmssXnlHkfiAG/wCxfx48G7Ztsd9M+g4edEaPl9z0ZjXGt/mWoRORYTs0CKR8blutmxKX1n9Yojy1s7SxuVEBYrP2X7wMe/Sk37a5OL3hQNMO15z/US59HMMjIdblfDD2hsTmXPOPdfw64WYyFe840qM9jh1WsbyX9R8rXUq3BlubfMHvPPVfiF/WUZNreKi37HInApb/I40Yk+BJrI6avXFXznud7VpRK+WQQ8eqz5hVe1fwt77gu6vK08UgQ6s6cuOY/rU3YqDHUR3eNBkSiQePUrgh754L+NhhOD5vX4QNeFeNJNGfAhzv0m0PxjsY5DlBWnQaO+Kr7KK+y3Y6D6imyklaVY/lo0o9G4Lti/+4SF+jmnUYVzO6YyLguyYucZnWjumvHK9AJUbXht4N7X9zE0L5zzIfockc49c4LYStnPzhBKgsruYhs4pO4YznqyboMZfxpMFsQq5m3ksVoGCdN24AjfHApe9ETmU5EEdfwmKF7bMXAeKD3imheepOL6pa/BI/KjtwxPNDmNNAp+4U77G78lnfp3WjMBJ3LIP5WVL+CPalBwHrm7oRNxlP7/Zo5SpG3tFkw8ucoEQlWMPL86v/srmZBko3nccb+CpBzlThngsfVTK4B/7OONa+KYx/6Qp3TBE63blQtAM45JgfTFZh0qHkL3pVmp11NfakSx+2COCSJ4onre07Y9so3D87xdb1oVxCr6xX03bcfCX89F4SZis2TPit95yTsXNNgyLvMoo074U66t5xG+dUaxf8i+6/G1LFpG2tjCPR3wzhkn+8ktKhf9RtwBvQbReCMAn3S8W2mHpqwqG8anNx7iuTzwMO9fy3xKHQGR/IMX4S4yyQ+uH16xp9GbmEOW9uo8zi1nhs8RxxnaZCK6YPLl75FRbF/Hx4oHf5BP52DE+cXgFtvqX88Scg5ZjmfQdnxUWv8X3kfwUfcqV+7PJclDezj4ve/54gHUkbYq1FTLbd9qXPZb8Qjf2LfyEPPPvOOD5NyhpPyrQMVd9+QO/zBESpxVv7+O6ro1dm3YKeqp0fyKBwnwen6TErtxnplzioJtMYJunxyNvIjkNdRahZ+6vQZHSx/5sOnwdGiRv8cUH6sNl4qWP4yvmKPjHD3a/sy/yVDWKRrOZPd64ye/+8Ru8xJjfoXNskDGLfM75h9LjLnzh5nDoN343r7OAblUgeZGfMZLtH/GtCNqzJmHGEjrOMmUXuvFHnCwfm3O/gludAZLpP/AyfCO3pi4ppvoWaV8O+yp2ps9PGxLgLNhMDkU/4x11DYkP+xgYzr0i2yrLVKyKQeG86hf0mkV6zf7080hodKqYGM96uM+47MU8xVdfbR35V2oOuA1PW81BNXyN55Hff//9X3/Ep391dl5tNg71lNOh0S59QtzDYq+s6WVosCnR3XZYm72ZyxfVq5zZ7RLOaovt7vyZP2vfUqj1AJHxmFpRysA6xtpcp+DsTx9zhPkeixQ2rPsQcNnu62DeeQq++SGxl1yvk1FoFhNW3+Yi/6S9EXdw0DdaWkcCEBYGsHNy285TzZqXb9L5yLWArg/gZf8n32Q1Y2ZOCChzAh9nId985RnoKTMOwYc12wePHH3wwv2pSh54sP5+D11V4IM84WgKYgW+CLvijPSJB8OU9E/UPDXMPQP9Wh6UnkGWq2u/poR86r/bs/bB5VOPRAAboTMtY+jaC79JS9k/ITxwnGADoMbkufp5Q4su/M2E9f+KMSHgCgH+4xogEVa9J83a0nkeHiWo9mfPf/KffKfQ9lfIksSZf4H4LfbfWQKZHNj8ODTFNGLHQh8lvB0vVyPJw9wnY0GDRL9BHDSVhzz4peR1Tfw8I/MzejE7y3eugjW/A83+L7/KGO+jyMEm5T1nOM0l329GxlrQtZivAyE+eMcQtosfCOQsMCNLfs+H/tXBnbbziJMZ5g2+k158vU4B38fA6HwzpjHvzV8a4WPmYfGrhs858zeLKy7FM7Hj3Ji8IlF8JsNcYKlLxtecxX/oEz4jpIyyHuCnD3zFenwLFvlFSdyKd/QSloi00rnEhHKOzZAVGLY56SAp450P7jOUutMImet5ofHJccunI4Y80/v2jd88xjJ05m+uX/bT0CdGg2v4ImTRTDOnz7y+JTuGwath+5labRisxW/sBOp8n/atuG/tsYaMexQRa+ciex8ydN5dua52z7G0Puxy3mlOlX+nOybBv7Eln1+V6H40jmvUs634we38BDCDmfAtmMBmwXmzR4JcCxP+AA1gV6xjgO/k6fBciM0sN+pldO0cFu0VIYIYm4Me6h4U3JGzT1KTxPLLEeUFoBPQfBQM6TBhMR3HvMWv1rEWLSZj6nH271kNGDpgZl4n0T12VqQYKVYnevM7SwTqs1kupJgReptqvUEQ/B1f3yi+ZzsOcikDFz0pYl2IxySb9ukAFbiZZ5WrFYLwfBwq4k5WFOfwUHvTATfeJDMDG/av6fKsh3kJ9/hWkqxR3RdfkjJl2wZL56a5D8n523yBis1ZwiDmADnM1zZoPkxeLLRslB8rsIPOzKNWvk+aNpRNP0TkfSX+qscdZ+/LBvH0IgZOX9zBmXNq5/Br+12H4V/WpFq3ONQL7pmA/Huf7NqRb97YIjtjGD5lf9SC7VSzP3SaoKU1x+H9uHD4+OYDcyg2aR/RBd9YEJwf1td9UyavUiFv1JWLmKlrAYk/HWjXMfXgZd1G3sKv+K80HoCGEV7I/YkluMcEB+bYr+MSwsEBGzk85v6TG6jGRMvFCrHkwiYO/uFXdPYBS1LqdVwc2xtxuGGRRQf2tlRAh14+wYEhH2ICrA+AyCPJL0PFvBsKxDgaDQHI5KJODjGPtd+cZbqqx3m5+uOAC9e6uqPSTRNlBVoypoOKLursa9ewU5vDjP2C+vIp6rIGCId1/Fvk7pf45MJvCQMOjswNf5GjIdh5M/nTanjlQvzAvAQ/eUWs+T/6PiEncbLI8WwVjxxC37wJItqkj/FgNW5ymQYyRSMhegGR0nhmt3w7/G08UFuMexs6+YuWSuoTQWQf4F94Kn/PCrw83zS+vCnhR/32CtSfeLdAFT9UpZsyQ99cJtNSYz2om5zBIxurPYCw+cuPL8POvLnAQBRkO+9wpmOHXS5koddc2h6zr4BRXDNuv5lfoQwdzJu9mTyjkCKWmrzCp5Ix17YP9YYO7yei/HWv3jfTTitW7NMuG3IQaX/0IfzWfcGY+5/jqyMp+IDckf/sgRx684tjsxAqsQJEnFgPrsU67SMdfrJvx6dvmlfwweEfc+lZeYXfMx534+t5fMdCN/vNerq/4q46RkRxeRRHFd+sOBp/62v6LXzXbyB0HoxbluPRx09t8PygkRtzwULleH6bc/zCK2z+8p+x3nCTkPjGxP7Cw8Bsx436wfhCuQDQxzcx2cegf0ux3alHxI++bvzA5Ry/Z/zb1hq8nmG/Nm49hS2mu630Vzyt3auEe4VGflc+ul/dlc3T3iqn+yTbI+4r3h1b2/XQxghXl3PHi3PY6cxo3q5XeuY0eRrzKff04BEPFLQ3sTapcK4aOqRp076xh66M/+09bKDYp7RtMzCPA5+rUvXIMTXba6xh5QBYX3k01Gjihzy7t/OWfWM9Voq9N33qEeucsg95ADy/xnCQjsZm71V/zQPe5FJnMxv7wvrA2fmvP/+Kr3/+vfw2fWXdX6vR9+r5TrvkNPFYlq8J4E0VKh1h+iNclSVjWZhQ+GQ6jjyP1SlKVaypepATVoRDiccs1TZjj1WeBrKZZO1Y0/GQEK6vxnVe3T8cEq0fRvHJQ4vXHJjzAl74g7Po2LRr/7OcqyZAZEfqHPhnXWYcVh49/nc4olh9ay4z/vOhnSNqnDhjxgMhSuzysQfP8Yie/BEmgEGoMPl7OkG+cPgwMzPrRk3N/xSTL3m9G7jOxs5nYp1b+Js/tMr9P5i85xPOZ+6PoZI7cdx3vcfBcFP4GssPf4Hji1oWjfZirbgJ2Z4E5nbEaPjqJjA3knwO4AyemREJbFuoZaflxxu146EsZ07LY4/MiZK5QifOWWEo/xKeNR/vUHHWZR6EyJA2plmhjMrzVYDO797GHhfbMRjS8Pr44DmKz6defzIFIR3+WDjGeSNmVKwpwreF4Ym4x8UfdPs5HXjeLyi+vu4sd2n9Sd9qbWZbkk+lB06D729xL5oSJ+Wss10xXPWdnga+FuK7w0I492Ki4j6GRjkfITd0Sh7RIO5jUq9c155zSP5xnLqOwHYtVh7qgYfvEjf0uNqzU1l2zEG/kSVQOl1vx0iM4nz+ZmEPzvVsgi4t5UDYIeVyXHs31z08kNXzkwthALCJPLBvTjhvhSFTodL9Q+cc88Brk+5R2B+vRCC08Dx6q0K/GP/kK8McU9cWTd84hrn+zNf9+JO/JAKHG5BN0JnhWI1BPh1nXDPtY4Z1noIp2ZRAQaGoFbpuiNNJcEGz8kJm8aNP0nuDkB1dD+TIts5MbSdx9kIgSWObONhcdCgWu2Ntoy+6odMnJWXHzkdyxKyPiQ9wYgOP6Ycej1LjYWU74EXpcnbC3R7h29GuVyrzZ2P0HAETnZFo2FyuoSdO0odeFuJo5AI5JywDsNsnO3zhxQFq4sUCPJBtA7Xa4KWcxGGhjcW+LfBuisWcSJc4jA1R4vLGe55+uuXpkbJOlQ9OBl74euBQf/+kDSqWvHjHIofGunhH2dLH9nW+DOuwEUzrxEo//9kfMeTNHB72Z1dDPhEkZon82BCgGYvumJtCMFx0jWhrgmcfYYP1oJ321iYC2WJj9LHnWbEed3jI5tCYkTuw4wYMflh98Z7ftNk1iMNUbqDazIcPsIo1KdCf2Wd/uN4lvL3PpmoqNHhcWN/wCw+NfUHvB8jmQzytHzX9XEu6QxGziNM8AsX5IE3ICfxjvWirE64c8N9++xwXh8KLDA3WMmqKDD4xt3QTVnk1eQafkGtclizblgfIEo0t0q8Aoca4GIqBj5/+zAH0y2+dCIeYxryRKbk2SLmQ6xsGuaRv6iBefvJnTG2/Ufea337v5YKfypCLslnjoX/JEa316pzUdt6qF7Yyk+zMaOJnykcO1g4yskov50YigRH68MfalL/By7s0/+XfIsOX0c29JGpiHhVL3OfPtPQAKhqVF5FvGT98EOMf/ogqAKkLWEFbyzfUvaDeJy5GiF/kUObTQIjLkySI3I5/5MuneHeweWCxcw65eQhGybRL/sj1GD8FDNXzDehRfw7Hp4m1Xg+RTxqsc+jCv1729e84HnKx0mP94o588L7LeMZ3EVC0YUcXnftj2ccFaPoo6OAH2MXxp4Z33myFV5SUx9rCXEj2BY/x1LXxMb9X6qQNxLStKa3cF4fMwzbmCw3bn/5G5zBmnQOrBva/bTAfcuKfLrwBzHlB7YeS6Vd5+1YF22T9OyK+6XD77Xu9mY78zUJetblm8FJXMli3wYtZEPQZ6cqHQVfXBJkz4OS4/alaqcGrWqZ1/HaWHu81ulifDpe8Dplt+y19XLalvzh4RqHtfudtns4P9yfnc6vHAYzkGSbbassQv7InNuAPpduZ6x005l/Q5UOpQnlVzzuOwNERPq4N22l03tAa4DHbR988PJbrbss/888caLGBzudl87NdGY8YZ31nX84SPD9/8l5Tebdf3zhHOey04rMEUMtqw0uz2yPdNZztaKZ9YccdH9HgV/Re/QZv9mbToiZ+wQ/j+jbFeV5J9qNX89KbtB5haswPWWTnvKaTrtI39xHQhxqhd7Qdn3LzEDatVMt4A6E1PObaD0SnHZMbDxu8DzYW1WROh06hl2kZcNu15YhIdhSDm4rYytYeQvjYL+a9MsBZEcvQ+RP5Eb0vcZCljtt2qad8PHVcdZvcdrh95Hjs45PyUWvmox8smY/tcX9yQXv87JiEXbDJ+QXM8PJXDGqKE5jJpbfyTY74Uoh9aGkT9yF3m88L4qEDuh9KZJKkXtjiojzIc08dupGlqEV8wkZfCiR86Cqjhl5m986atYQHv/lm8Fznbpx25F+xiDGf68k/6X7lI/vEyPclPuCkWFf1sGJM9k2aY9X9J5SRFtHt1MM/pcazWItb3BOI64LV36VKW3A0rtzwmiksXRdnm2v5kK3t33qffQI+PM0XXWnfFe8lQTVyGBrd05y0sBBc8kNCrgXmnzLKLp8nkGo65Ht/1LE1R1Mtn3eyUy9cL1FGqhb8VBl3Xi+B1SN4ohJMfgo7N/yrx2o9DLyI7L8+h3pfAwnoR+w2QbalOxLs+4+xT+b1X+RnouLGmqv2i795A592WvcNg6fuO8R1baIKP4l4afmVXd9evFl3Ov/BIxuT7/BTyyXUNBx022oezg3y4RRj472vnvG1XF8Pcd7ym7gZ4x+Fvcw6dZlpf4XM6yxvkmdu/Gd+OIO7pyqmZ34kXeSCPpFPTIzVuaud+37I4MNCPgPkG3Ri+At7A2i85AduZJvHwc+9Osb5hLDpLY/6bp6go/REgIrp6Gls9WU/Ixs397lINvof4Vm8uCa3f8WL8x8P7chNfca5y9eYHuj1eNG2rA4vMVlx7pgFwcwlnNaLNWO9mfMQjJ1/3vQJS2pGjnFzM777fBjJH0JCE3zOt7Twqej8gEbA0N2xcJxMf62nPd1HHS91mCb1oUvb+rq+ICwAyUYuH0D6Ld54rZ/1OPlMPvY6BRtkzL1jYbx0nBPhraTpuuEnfeW5xiDEf9yz63iOY4eB61zyOLBT6b71G51YxdHJBd6cS6lZq9SPb1tIlM/Vn3pCxxtvpNPqM/N8tbZ+4kVeSa+9Dz/DaBuPtssOo3+hif1BIpATfmjP1IyPT6Hj7zOB16aNGBLG4tZagjQITtBm2ZUylQW4f6q7LPFBFy0gJ/xHsK6HdL1id3nXUUGwq+PZzh2/y2OMvuTi2BnAlV5j+Nnr1zrepdjX5ega2uV2ilN790Xv90lv2hwPpTicn0qXv/AKNW2Lp59YlF8yZ2TLzkN6BF4I1JhsRz48kTNoHBwLOyl5gGmTFd9OyjaW8kNp9I3sG5twXnQN2dL9wDpBVquP68FOhzxv287u2zsqvn7ECzWbNdbllteU0RYo3SfP6V9QfXHC4siN1sjS5IXc2IezUNHOQ0E6UAOTp/BefZUMz5lXqSYefrKvgD7Tw4dUX8BMTo9bie8r7CNqeiZH9rULnbqOJ/JX9TYtfiMQul1jaNRTjQQqBeJrZfIBWcOr5p0frK/rq37neSBbYa68oGX751iP0yF/wl/ceEZ35HfZmXIwxf5WlLva2AcYF3Hwrrhx04B5wlyg5IEo5g6C+Kdc5OuNORywaRI3L4BxnGBtcBcGqFDPW/mAnnVb9G0HWmR8q3cjJ3nQY6PbCDAP4L0NjnGjlTR6aW2aEyn3/YnY8CZwtDqZgKuhuMGfQswLI24AbxebfOrzrnzgx5SqwMt5ZVguuqGEOeR6Q8cOr2e7zC2K6anzIBOBsD7mT2gj3KOonUkxYNngYppwFzRvePNVCot9HuVK220UjC9xTttoR4785jd9oCerKF/nRcR4vZYP8UQXG8izcTDOnI1sDFu5+CCfaCOGN/tQS1rwq0+G8nXMLxUIS/1x0Qnhrp5NNNMa77ndaVLHYkwbe5lPLsP+AJlH2g2T+E+u++Yme8upgD9oiw6f2Q6PddrUAd5Beyp5HtgG4KOLh9CLpJmpu2Feu8POGjrpxNCw/criXZA7+15l5n2xx+xV2hMedqcvmtsTlrne4ui4kABvKLtfM99ueMg39/x1kbkKh2aXAYZhu78NN5e9b/ipNu7Os+OCw3jXy3Qd79W2ZZmHa9Or34Lngaq7HoA6fYY0FnD221zHN9pHXeu189xpJl7IKN8YZ89hjXsSOw+wzW3pP3ma06wZ07j2n26vsR7B0idGPNQX2Te5bFLjTwumDWOsBmcfgICGXfiV3H3ceL3usjv81fZJxu7DXH+DYYezv1N0rIu4RN94Gpmv3ksgIeK5TrAzVWoTTXijS5cxOahlnA6/wsT0Cu9UtF/33B0v75XmrLDBtwyjhU1GuKnhT+H0kPh5wwsIfJ5Ry3dg/9PFelrO3jccnftYnuPz6SrrkbAY90MA0+WbVcoXhZX55SOgVw/jU3c5hgM75bXH72roLN4RdJ5D0y89V7mOkanuJAgu2uGIni6PCdEhFPzzjz//9ccf8QbJKJp32Ty++Fy2DLIQlq34qdu44LlTTmGe6iTtgbWePsH/HhuNBEwcj8/aMbM358j7Wo9knTgKf9X3hAes85Z73qs18u5pWSs9nrEKx/qciB4U+RoegR3oFa6lnYiHF07Z3MGAhj/HANTeVj8uddok2MfNHnj3j/E6zLi3dejCtSNvuM37XLghSlXqHF7Tfq7dDmMGWQ/rZbhr6R+2cp3LTftnQotwoCkgwwd3cizPtfHQD9l+4GJ9qY1jmn9nvcvu/dQxHEC+cj/LOt/pl9sBORcItKnznDCcOCnJS2FM2F3rei0ZPouDBmxhM/Yc3lAXgFw/G7NH15oXe5MulWsc3GS1tDFaOT1C3Xl1OOd1HoCmzSbvCJe2LbsMZP5kDl+HFkjPNQYyDs0s5mEvadkG6+O7bXqozdrRmHaCrW085xQHRa1rnb7WmA7a+Lyli86PWOV46P8sr7tM45oWG/RGto4Vedn8UktHIgg+tcIv9mXnYPrp91g/Yp2e95WvwfLa0vk8ar8FH31sR+rw4IBhnft9QujFQ3qPflOwjzfwu5uOUWeADOx+JKvT2RZ4QOOCL1o3wYz7z3gf/vf/+j+RhXoqrodJSvyBUFzEnLF1YnQFTNNr0+l+7rpJdzy3+Yj/129fhhNiCnvoWHf+u8EQdGcxbj3MTPTgrQ7rfeME1qA3bLVfgfOY5M+gWCa8pZcgHd84rs1/x9FvugRWe8JvGmpfwBjW6d3un+QBz3DTqJb/Gdv1XvGqFwehxIvZxT+/823lrXdWhcS4ic47p+Zlli/oeecKZaUrGVmd8kLvAutY0luTeofHahV+ikUrQsQGhEQWvM75url3LorjCqlexOVe98DJd2pILxYsFs8ea+Uyvpy6T37koeYS+iZG6h+t+J+xr7xgMfGGvPiChx9RLDs77UX5qdxNuX21hC74Et9+OG/kl+bcGJjRsRDFYZPfc0D/adeF7AhAN/71gh6TTzxw00RPFOuIT/GbaGfOdT7T3/EoABFB9K0e9n3m4VBQjwNdJwQ1/t3xdgzmppZeGDqPA1jwsb72GX3a5q+UQH/FR3X3h/REPfvEPIFhozb1TpMjvOT8pTYttf1i2N4Hn6IHp9bLsMfrfvKskzi/18AExDt8bRMx07vGxRPchEUXP7CG/f7b77GONJnhLwo3gayP9RZ82qY3n8gnfjMFuCf7UsXkPF98Q9F854harCbh7XoH3vSDYhh2xnr5la+PjIXQ8kWp/LQeO990UgDHPhBt6KUPvtD6udN3P8BzH6cvHHwIn55ngc868EK5myOQMkd4mMlaz++sfP3ylZArmx3HXUzgJm3JHzeZQl9QbZftadmQdH7xJ47RgpL4oayeYbNWFmatj9XL+UebN1RwPiEHe2F+6xPJYuBProCDbsw/SGyW5vbUwW9WAP8rh1cjhn28SekL70RlMIvyE92NZt75O1IBd3EzbxznxJE+9tOzeBrP/Lwm0U+bgqf3bGDws1b4xPyNgy/8bm3wyVfPK3LG5xbwdtn0cx2MMcs2juMPT4rh1tfr38CL/TH51f5ouOn4BL3b4vj6K3T822UCm+v/ys+4CWXv3vJvxV57lgd04RP93X5T7vC933ma5lFtufajzwePaPoY8kwLL+tjHPPvcGhcoDUOXw/Wtn+jZA1e/ov6a/w2kvdl87IOuz4i3vK76Ym9pgXXb6pLuvZiecQXW5Bj2aLbFpaiNY5luG6sj81O12VBz18fZ63PPmfXS/7rfNXz96SD+dmWHaePW+ETbKezrsY9jVs3j2W/ckRnCEukZl+7FtP6UyDug+m2dBD9nT4xE1fmfT7X2XxFeFtv/rTISjf14ew042ssj9O3PdRuc57KvaL2W/YeSuZqLNZ9vRb/NV/Nx/7t8pLReNHe4H0B8KQdSKOx8mHO7PNt1cP+r2Plcj3wKX+Hr/aI2Pj9SeMhrBrItE5TfsiO0IfL4sUU4efY9+Dj8yYj8s9co4zda9aJLqePSebcQ/sYbftu19H9jo9eqTdnLoIY+emzI2+6TBAEFfdOe2qfZIA3/XSikk880nHhZ1+s/tA8sjzT0Hfb/KiNx5ujGffZgnMFP5fiaPj+QqcxH/Fd5XrMteXQB58+600/77g9aJpvwU+dgjZ5oFvkE9cjSO60e5zNL+mKvuvjcdmhdYpx/gSbfurnVNPt9Z/xtc9///1X7pXWC53ctv3Ws9NLJhCvt7Hv5SfdZPdJb8Hm+mmdJ1/zmnbMMeegJujOP/VhiOvMB6X7BRrz0X0XrT3JywlWvLquGp9rCPlNjpiXatnZ6WBlHMN7P9SJovymdS6sRYzwgv7iaX6Oh/maB+PAdvs97jNWP4d5rNf7/jTOPUZiP0Sn+Mc5TDbNMxz8Lcsko479k/Pd7fhAnA3biX1cZ3hfmxihS81PvgHwS/gt18WC6auYI3ajX/lb/c6H7PR9T/sT+fzlGpE+Fn2nk99nvjDW40B/2BE2OJa+h5HX/yUnNmzQB052ji9rPprnRFV+Wu6En1s7/U63x+ycR3N+c39bNNKD84l+/1f3z6a8yIkweee/a8kekD+TFQOxWseeEOttC4X1NV/3dz7kUOK0cx24zg//NrAt2fm57zzZ+a99zV9g1kcxX3NF42XMj3jnfPiu73Od3m19NXrkZcw368wYv4Pdr8eB4S/+80nZlEIeN/vBsX60e+G+ic9G4aYonvfZSVSW0n4fRPjys+6eNI7jRo08bNxBzwIR5bLuNBbZbPr7HAjlh3j+4BhlXKX0AuuswLXt1Kbdcdzfx03rcfRmrfgU3yQUrOPPmWSMtV7pwZ1n0Y8f4iccY0VLGEGNvFjx5WPDqJGZwaZqhTHjATZehwmeDKJ51nvbNhee0Ps8aj/t/B3XCjMkWa76XOXbtxCYD9e72Cv6ZLW86N7sjCv3GB6Wyit/OMW4tsN27XDrBh5/O95tv+WxeHrdVhxMl3xjDbQe8bNcvKuPhYI/B81q9freOR3rWRsRYVeWbuCQHYMk/tvL1C+NLOcpwHPsjq918rj7qle/2HnGpeYwHPeD0rHdro5zbmtxx2TLPOEN/5wGH8Csq2uj9n5ve/yRvEyTCuRFZ+zQ9pCTGD5siqB7zU56C8ra/g08dvHGNOlbfyGrTqlyGhqwbk+3NzdynRzi0BboId7aDOJ3Nl7RHdY+tLDI+DAnkeSttOk6d3V4kJdjgcYSBj0bdbB6c5ky4BF+GPM02pnbYhkZ+2benQD9fsSh//MnPt73fG522kdt++qEoxSqAJ8QbmDoSka/Wnou4k/r5LrzycNvEIgGGZonARlojMVRLHGYUPSVodJJMlaYiKU3crseGuNVPGfMi2qKnqit5dhbR+mO5tKnk1s3y+ATtvGkM9cB6OQT6Zmfvo1DInHiZi0HPvFaOKYtiRN48OBmwm/xAPh7HtikqOWB9yO+qoZCu5e41Az+PPBTjExjHOneZXvkvkafvUgHoHPQMK+HPJTc5e987vo6mNyNYvdm+D3qZUR6vp/+wrAAmSuwLda5VoUwPOQLc8276bVbLezMXdhP2L2zmn0fqtAm1tg6pDOOn7uvaXvucfA+F1nV6cDTuhiNGOaDvuS2viJJ+OQN54WRPxw80pmsD7VWwCjKPEoBj4znqypDN114B36wzLnI+cU+A8ae+EJhHfDcN7r7PsdlH3bB1w9/7R9o0MV7oHmcavydKwNzNvTj33uL1p6V2vYzdsfbdMZdOajHmH1wwjMPsE/jJ553NIrjieIe1nkZKzVmIpZLbcOr/AfPYOGSPCunzIc4u2086u6HwasjVNt5cuJhuoxes+PAZpF3GgcGP/RClnMZuK4paJHSrFsSZnyNnF+tY3PTGbGg9kvnbdidL+8YQudvBLH/zMs02Sdmm/9YI14pO79XaMDp9t3RnPS3P0/0jhN0jBv3jv8zOPTwhJ/zwbxNaxm48JUCPjxeLebf8dHJ+nT4CbePuw0eX3UXaZ7FNzE93uvU9A36dtpTe9ln4k7suIF3QD75Gtgr/pPKyoPJmn4ZPYFPWnFybOc1fMefrnGjHexyO37CpQ8/0j/H8vgg3tD1+Ji2xzr1aTHqY10uN58Zi/+e7mzR//Yy9vLDjUkrs9uw943nmm9MwS4KRxk+RYpt6ZYna5l8+sAT8MuHmHBX/jH/llxmKEqPlSDveUVhxcrnN9+sfgs37LLfXMP3rrCu8Knfv//6W/n94pmwyznxhk29p/o0/A/AsFFBz1yP7r3VEn+aV21K3epoOiPsfeCGUTtHjb/Wmpui9rUc1QAAQABJREFUkf60oUEX0U/4Sss5BSv1UNX7/Y5z6is3pofoW+cTPrDTuewZHWsvPwnF9Y6v35/pmeO5Zq/XVFzLc03vsvcNf1R7K/jGPvTituA5/2ie4wd/A1ieiUNN+XjmgvuP9Hs2xr0/+xxPPLs38IzfPzPeHTvjdScr/TJTsR7+BjZp3+Bh7Uv3PHnY6xmTsbiZgM73HhfDLrp6QiavUGosFJZ0oXgZQH7pPKF9Zs558bZoM8w+P4n1IX57lYfAMS+mxcZSzZ6Vo8GKXFncuaJmLx/CBlL3yQHtCOrnLO5Z02feU/sTpjz0q0fLyYN9gnLWrAaF8ubX1Y/4NuxKX08v3Ma7STv54gSDZMqc7V2GcThf8HMLGp/7QBN9bApf+0qepePGPQ9/f3yPHZec2A6nV12n/UcBBfS1Z/rt50LxSMzLY95/9LXTj8lO10rMkZy+B1L2nG9fMZLrZ13/HdDeDML3e/zNJM+X4VzG73CM+2qdvJjnBK1KrBC804GeJoEH1poLRCZ+YE3aFeVhD944OBITRqGEN6euDCz+Mz4NxTKwwx+yr6XLupmWA6wS3PKt/zTiOgFWSf0dWPC3jBXr3LNsy5h6xbIcTx7TF8Ez5vooxhmAX9TYk943Mjp7ycZnQCNeEasPdRLK2GfyM8YCo4Swf3QBDFluKYkDJiUPSYud0UkhHIyinfyYDNHKQ2sNM/LA4T58BXawgzgVR+RS7njwbrAgzXxEC9ppV3Q4TEEn8Tm68HTnjncRGu1YQ3vNDWSFPfHqmOGq0zvFWJhY+OAhPaRvvEKdMj0HjGN96X/6HO/KyoUtUZcXfcMo8eeQFvwjF35E/LPEKUrvHueYXXK2jcXMfKD3Aj3gQaf8v/ctuKY3HXXyCp/YFmA7HjiGUX+I/CCW/uSr4hq8bBNMotjnwT29mEmhocurbcKXyTfyD768m+j7j68tLpNv15k2sdU78sk9og6vLko4wHMYvZJOMRcN+N2PMFDfMojUhAkfXSc9esB70iYWSFU0Xv2mI5/ipvDgVn7Gd3WjDD1yXDis+177WecpefhM2eiTIMU4mtL7Cs+YBsvP8Xu+FN7J+GO7assLwrZ+JWK9cMG5F+yjUEH7bXsX4I5Pv/tvHy92efGXPONF+PjZNhHH5xdCO2/31yXP/HGiHGmbjP9YX9nfcXf6CplRtLaP3rVxoS8U+8bvUJUL4l2hlQDOEWvktX7sDzVJHtlz1Sa84q+r5krQJdr89s2j0uc62WH/QuM1ttv6KQz6lu8S1IWp1iJk2CIobwpnpHK01lfmTD8TBc+PrC/kqnWBt95A4d+ygfv3+qpo7dOBE2s+7LkBx9JHGx/y+0WUvLEYvv32kU9RBj6qtMID2F6Y55lqUaUuDEPGfmGfJkrkOXt0FPuJmp0OnvjHvBNetL2d/OAVevGXfJDLvzo3pABeyq6+D4yxanitp/Y+gIyU0+SbDrjWnZCX8mPvlUlGudTJa4Om3hts6W7v5uxywaPf7aJ/4omulk8e4Sf8vRfz/+3Db4GF4yaG8x4IePkvahfLtV88Ty0XmRT6jpdvYgM3fbZLv5OOjO8FWsvJumJBrnt92Wnow5+Yd9knvA5zfkDnvMmveWu+6Ph37aEvfq7yih7GoXZMHN/h2+BnvJ23cYb80nvHT7rKP41pvuNP8wCHdu9bXq+N02Fud7m9zTh9aN2mts+9/Ix+Yq12W27na36FvlQdzwPAuh7Q00fuPmaapd7msNbzGXPjwotinvB/TVfpt/Nx3/qat+F7bVmcQeIIlcWwHZc+b5itKa3huRSo/4bXvGZkj4mSMrkmZp3KlIs2a2xtN+sZafrsJXGgt70n97UixO95zRdGORadp32xjxkOrnnEcrvsQx2n83y1bZniD++VUvB1nhhjyo55uqWdzwKDf9s7DTOfvcZXyW/oUvHbZFz2451R9K0/uPxb8uqA/wiEvYNfm1P2Q2gd7OMvcszXK6YxX266eZ2PhDH4WDtHu792m/WJ8KteMEQ2Sxzn90dniNQ/J13w4dqJNx94ESzNcs8d80Rzw0rbfvp9zUS2ihrdDo9wA5qvfkau93WPvadWHsanmlYVL6wUF4G7/hMRY5Vwfdw2KA/A0R4FXaWE1hku/Z7oAA3FPGlnvJIO3qwbQJ8XZMeyHkW5YArrvvORrj/ym5H87VfcL6TYDvN4VNuPfrgqehuu2jqYz7QX+1YD+5nTZxDTcRahmGbyMca1Jo/ryxjSl53WsrBXcOkruZXswRK5wDwncv8Ivu5bj86bba733SY+WcrXtJ33nu+zbz+KpL9O7Rq0fOlvoJoylWPoaV2hUr6Ivsd87F0lZPSHKOU84jjxk6edfqAxkgOW6/uIR+072bvatpfL72nn3VkHvf8ve2+6JEmOY2tmbJlVNf9b7vs/ZUvFNvhweAiQSjUz94is7pE7zAwnCWIHuOhiZsqnD/ktcONgElDzMQ/Xd0oZ/278ERzaO3rPDOTTnnjjzIJrPX0Ys57Gc/+R/H0Mfrn/olfI4T92g5gAiZq6/Ij4fYxnKD/i4SHX/lZiZ8YcGTpmGozxZ/tR3W96W574IW8olJK0B3M9bU9Kgb1/UXsAwMPqrvsd7g6379nvf8Y5Pe9JJrfADJelN+XS27g5jp13h5G3Kuu62PHrrEGYKkeA0+cfL2a+vRAb+TU/+Zu5EHx+fgnj7vWR/sjtc/QqHTw/aMX/mXcQtWIf606TZLbh4eQF8uaOzjPyle6ToQtsYvUfh2XvS8+Yo37H5VPTKtpf/PvCwLDfZz35bKD+hip5hxE9Nzrb8mvlzKrDPi/V93M8eFkG7c9b3IBtRQkB8D2TbWO2MKnE6cnT2xfqA0D4eyLCOw8RMaNXBx1YPACdbO4PbLgwTR9m4l11f+rfjtCEdXBXT/CYzGPR72O0fXEz1q99ePZ7EkzgodH1gKcTUMvvgSAXntiWbvSbFN3WmLDaRj16WDA8dKjRsbE7YJxBXHghKZfq4MEzAQ4o8f+0M1pn4t8EtT9T6li0UAB/6EZ+yMe4DASaVfEiV5DR2h6EAfUcQF7OjXgQ4N+PLAuLP77J3B4sv8U64gs35b83Jm105g/68rUHxXJwqoqLco7q7ym2o8t9xIfDEv/3crfILjihH5bqBpQYON9enUPmlz6NDlzItbrwLx/0+Qad7CR+/OOQAFRw1898oPQh7uIR1MmDP9zEdsm4xidmvYYAZx5j+/f4rVGm9Of4rVMON38WUeSplRqbTYz5oS5CsUEyMcKE55oLuF58IbfDjeNx+rR3PI/vcNO7lo7uBa+w+cMHvxxV8Pe1yt+il43I1MOKGnduWY5w7p3W9a7cKfxn9G/NYev1u+q8bzDyA6+gec0L+rKljjVl23t0mNTDWd1/r/LjwWlkeKKzhvjGWm/nUj62aUUX/DW3k8H8YwuN43oiRMPar2OOez/kdapqS5P+demf4vuwuNnw8U991VCGIpb0j/H2sPjustChwSJY4OnCrdanWDjKL9F2nnmt8k1F5+e+l/W4GCftGC4gL2JlkUswy64pY19ueR9AN//ra6AZJV7Yki9jxSep7XePu/7R9l9+YuJ3lem7DNKVa/rjCr5A4INPu8/T3wc/5g02Ev6Jf60bwhyvXid/Bgef2QcWBV3Mo399oL6aSTinv+YDremNZ/nu9zrz58aPHc9tfAvNrxbr+AbRKdJ2quNrGvTRnH5Fr5T9OrpEbXY/8umdDraZ8cWOjcBjj2R0Xhv5bfcRDbK6vMJdY23dGHf7VuAxJrFmznWhrZ9jH+GbTEQmfcy79DGkau87QGxHjT5qdfnXhPD1LRx0E3lO20dMf3ls2spDOi42WHa40Rk+54VK1uS00+fNN0j0C2X7DfNn16l46rSCW9eeC894lbqP/V941UIOMru8Gr1vjecyR4Sdn206It8Azd+0b9Vvsr2mYQ6Z78RrDcuSb7Qfq80LfUbUVUGkT36LFcFEVK6cYxG2Hx7JMreqzwpbJ+P5bGG9DHfdz7qG9Xrnl9qfRTcy55ec0HmUjZFPgRbb7rGg95cvX/JGpB96HRGXnJQ8vWAg7BiOIrjpeQhWehi61qJbYe/tjTAnudr2j9ZNBnZ97LMd/poOnT/3R1b7WbfNVw+4rgHFfq0nK23G/zUlEus9fiQn0SglkyNX9aYG+3W1/Fb2k0e2ldp+nQyQk0rudkqu9L9XoJ9hO89HbZ7vWpruXgm7dJvWP2LzcGz3e/F+SHYZvPremvPNNBf0AwCk3X+Oj/ZTYuQHzmytj/hmbjyVa/6oUz+lcxf/g9ILCN85h6Yfn+owWNj0jj/PYYuYd3cs4jhR9kR4txQR1nyIuTTjigYYyMtzLOjx8IpPe87xaD4pVvPZfvSEze3wJX6hm2V2IuEpfxTreEAbm1R/OIedSZx5wTpxs4l1xlsb3jOXYoz7F6drfutt8rt+5yXcPgdMXfUuv/PN90+wLdDb7dkiftpCNtT4Jf7lp8H98Jext/sriLI4ZnWNoPsIfFimCjLIybfLmdfYof7VpyXBLdJd367QV3KPvl6v+QXdGr8IxyzEh36dMefQLzd6HsCs+2AfOwuz3va9+x3b8ckHwCTKuUgglmvj7sqcKe6hSvh4cyDzRJNfb97OuZzEJeOkeOevg4UPm7nuxXDRR2KMtyfsOCVv2SudWmQ7+0ObpNfhTYOW5eTgMGcZyOQfY+goHSybxScW68hZ6yaOjAtXvzlBF9wxOj6RlnrHLm35Gh22Bwvgnkjm79q415oHHhKEL398j340/Akt48Mn8cCl3S7GBRrKBkHqETjPyqQLnxjd+vqrEKY/JrPia711hYfga+5MnEnvCRz6xv9MFza/n3FjNwH8DcWsRyN7rTl20uVhKJSnG8Ihl0WMqFGQmzdeY2PTQzlcrXzyuO1xLcLgEbysP63SfyyQKV+SeHCHv6Hhxoh9D0/zjc+BwSZuescmHH5NPyVNCsox6HQhINx8y3pMSB/Q9wXWcMlhXlU+T32GP1LI4Y9ts686ykme8BXfvLH85LSTG3EwzU+mEZow3r8tnOsOLgB+LPibQfmYDUV+kt8QzeZ+R644En/Exp94VfZ7fG22eR5F3gAjmikMn7MuMGeJZf4WGl8NMuawD1J0P8aDYPDSZ6HsX399CV3CAWEEv9tK7tAn7txicQycN44N426jHrhZDnMU+FDl3jGing8JyU/rzW/25CfTU39YKB8hQQfrlgfKNraPyx59ItI04PgwprQZuR6yzkV24hfFEh2+Tx2gkV+KQeZH3lELDXLtNedTlti2osdi/YMO+eRP/9QScPNSXLp9jP6uEhmRrDL3jkwjd8aVZvoh0LEktEoVPTXzBYUA/RhOdC75q6Ktv+Gzn69tXAXP/Wp8Nbjd0b0YgckXgdDG65SMsc/Fd8oicMyBtEdx5/fNsYj487WrOfNi7Q3OsF/ywDIw8Ttv8LbctF2uJRl5zL+Vj8aCOnPIPdXW1VDx05ovfeDlUbXFf+wbOeS51mFaI759xa64iMo1A2TWl8CLQPY1gIss8LoPHJP+G8rWxHajP2uX33wOQeklwUPMZjP5kWPoFOuU7Tc/QjXf8hzxgD+K+ULQ9NYlLMzczLePo0nJNXz4rT/41eg1Fo61x2/rtj5mHMZcEX54NNde1EX5+B+/RyN9FDAyDll+M5a2bceuroft5JO5vZBHnHd9Ey/9Ewj2Zcc17FSzBqAfZzn0MQ701kl6jjUD/cb5YS70XdihbT4Mwd8yXB9I3gTCF7sMyzoz0jqwjxHLXp7pt8pU0tX1hDideayxzMRNdCnw04os+ljniNHIb+eTde4PHQ27q9EL/c/6rVTG2Wvbb/jeX7moJ1zsH0ackGJ+UJg+OYGYO9FRP+rIe3IWXvzrctXGcXYeTHqb7ub/ce4Xbek1w+B8D9JebLdh1gN5PvfUmO2JUTOOwaLx3At7Qt2EB17uW6yfI+j5oDVUXHUNgqlj2dbloEfJsj9cW8u11tofwnzYjmHBhg3cZYkxXrqJJYzRZFCfsEBmgrY/A9j8sCGEOcEr1lXbcLE3CBCZKkTDc6Lz0b6DTqud5aGG3XLiLTePyqfYCmf7YJXZJL3UxG7/Y167bWLLpbaPkK04CMuxys3YhK0uOgHNs6Fks/ZvbHKe7lj3/bwWYb+KN7jRL09f0eCbXeCYx71IiTxzZh6t589PnwOYSGBLh3tpjCSTlu9BNXKN+t5O8pL1JayM/OOcQuqDzxafv10cGNOviDqsY+IvPomSfyo36FoftXVmy2/dCgAPd7/95KshxzyROZOGT//65wKgPxXuTXyLvMmv8uSFuHkPOBr2RSR6pmww6DZlvFJdfL0Xrb9A+5zvWLoT0SERkSEzZZMH7k80BK7FcfJ9xBqVXzxu+N5fZdzzlypy8vqi5tV+1jPJ0fxEtuW45huvOJPAd9fJunY6wwrXcl0HH5rBUBXzI36bl/8CVufFiE3op/MaXEf+JNVqv89w0EeaZIGWwtJL0bUBLeRQq9i2PMM6gTwYNddR9gVg7KIvFpzVBvLYd1OHGMwXVWNs3pdLOtFbAXB/5nWYmQxeS7Xa2ofSx+M+G/mbem7ziwejLuiaMkctOLKv8o2X+1aooPlhTthR7Wur64xCeCv+DZrUM9a1HxF3n/l3HulhOTmH5vqRPa/bdb6IbMn/GGb+p6ig/xAxRYaumZN4+8MHEdAxYplngya0YVY+N6CbyBkZgRZ5JutJFngP6c0navmmAN6/kx35gmGIABBuTqtZW8NmNLcc83E/CIrp0lKsFN/gNngb/YM/Oi/uMZ5SgkPEIL69C/58utXyrvsVCqNXVvmHL+PELr4Zk9/2HSmbY/vZx/bnt2gWi5RLN9WJGvmISGtC2OQ55vT0A0TongauPmEtyFyI85Oev4xrdOse4/7WM1+feO1Jtoc/yOX+xHc+8RWl1reBPNaNsGQArNPWnw6M8Xm+w9o+v2O1imtf60TtuNh++pnm8MuDgOQ5f4cSTyrkWk9Q8Scej1xI5mzQ6ls+WG8p/ZwGj/JbyJ1BV+7CV/bZZ03SAZSjw593w+aQlvINpgEghh8jIfFVPq8C+IyBGY3alzbEiWILyr6BGBW5/yH3h+jM+Nd4b2G/fU3teINjOG3DDctwJU4OTnNYV7DT88h0M/dG3vpelPkhAxz3nZ3+nHOOn//Ik8xLiKfAUOSJ7clONHIn+PThtRZkwJvxdeR5T/pBv+snWo+P3pDRdX8k8zSWh4fhaL8JsR8gy0/PLdgx0g4Es0ii/lDCCwhf7ZAHqlxElQq2/bS4wJ/xV4t9Q7JVId4bjxueOugbV/WOahni3+UAqUnDhUhenGbKm2dpNVsISH+sOI7Dbr/hPogy4VKnoaj1hc4Xx1PW72ykIE1q6wjIX5eJTuQY+joeLAAU41/VYb55idAoPJfFTMaO1JL/d/5QciOZAr2/hnp9KYBFBd9p/iXuOB2g87zY2UOcXH/9j+P4CifbBy5tLhh9AL3zJb6OI2jYEUbmMhZ1FONT3+lQOPIPnvzElIZVdPysx4cr46eAlBFy+M+7U8AybANBfsexdi7YPGRSPoGmT+J+jN+TQG89NuOrv7mA41MWPGCzXGo2tpwTsb5lzoXA5BF88wA/bhiIJngO0ehShY51KuivtMhdLhYprnd+U2I08NOqU2Gv9JOqEEYLG7u/LwgvAgifL4CThIPiPGAOm7Jfulj/olOe7Tadcm/GJoQVfmTFvn6/qP9/Em1eWDif5B4mggouijbn2rzZVwa+TU0H9l30KMVsVpG/aVvJanvNBYd1fHvGlgz0cEmG9tjl4PhTMjqUduXMPqJ+12nFsAvE4x5vpYrekr/IjzUiLkiVs6xBxCf8MwVoLcm44e+A5wtP6RPh5lucI7Z5Yz6Qndv7g0npI2Rw7n0jzKd/UQk/5v9aO82T2nrAh3MC6zU2kgFOT8Zc+Nrtj+MCwV9LzwX131GspzS6l4ANaWNHwQhsxofN3x3F7QutB16oof0UNyz1leihafiUeaGbfCihMn0d+eV1j7MG+n38+Hk9v5gGvTGilbSH3DqMNbQ3NeH5Sql4vIL9Tpycf/abM/Dvya9X7X6nJX872cypG0nneGli9DG3d3/s/RsxkfTEyWdl2o5Xxc8yOo9X+EP3Ct7km7o0+Sxoy/lD+sHXL4AyborJ57c1xkJ04JeXdBPunJ+A1mAfGPtMg86lYZDm3hLm6hsrtBYt6CMcnC9cvgXtl4D7pozh1Ohn3NfjMIQkI9+K6Vyrvce1yyusa8u6WLfVj8KH935D78rp74WgJ4WzHMX6ZufJH3S3XZ3OMO7UzRcHgxdLONcw9o1/R9c6PBH3S8OWGVpMnWF4yqkuSLqt8zvj5ge3HdntnN+jM878vKBH0dkqtQhnBEBuzzH/YW/+Ej+t8yl+o/F5YaIohp2VIIM6Hd8hV8HyD/iDy6Ahlj22g+Mbq01ernfSB7l6aMBN+TeyvUPP/dkLCA8jsanP8/LUI5mK/S5EtHUNW7w6ZvFl/G2G8SDI2rItPLpsTNOQMEToHiU2C6C4XnVE/7xXEUPQms9iw9hxfFbsY/i0+6e3jVe3yQ1RzZyzfZ5/Ef0VafT6PY8jwg1Q+jHI3C2k3i5o2W8/qj7rBJ3WuGtsde+1OJ/8EqvOQIA/LxIU/qmFLfOFaxAavu2xH5N+P18kgeYD+rBP+77rSd4KE91+xl9xzj0/DPRoybT9jNz72HSv1Pa7c3l9MP4Kh9dwKu/PeiveDhB2OtPv+BuX8VgLg+2Z8x39Ckd+3lMdTJK7k2RFzd6an4OorZ/z1mdTUy9vDMDNdTV88dWpAPeDPl4kZH1Z9SgqsyCulL0vaI5UM/GUY3oAy77r/WBBu3bQO2RxHww9nalQk1POsythg6T/ZLvX4TZ6bHb7ZePZd52Y+WUfi344Ca1x2E1sOo9Tu+tyGl9heIh/z/J8pXre654XNnFhfnxmKGr2SY4Sv6PYj+Z19EHIYyllLSRGZ5yhN7hZTn4JnJHQn49MBiljpVi1meB+k5CEvOMhGZHE2w5zVV68lXgSPvQbmpyrrh8y+MAJ5Uce8MJROKkzjTH4AtLvj4IdgNoZACylTyBu4MrWYPCw4P3YMkcQ9ACAjujk08c8OKjzgb8+4R2Ln/m7uSgwBNAKYfmWyWA7N0wrAfqTkvzHpLWscE5Sff/xNaTpYVD8xYEJt3+sJ3W6PMZLB/Fwnkz/4w9O9wFAHqoKp3JN8Bhop9B+2MgHBkEILTcN9bD0wx9fv37Vg6uA98UX/vCc9qUdQZ95HCYhKtT6lnfqf8aDs/hdvABggfVPw8efE6yPd70XuDuWnzaE8FGwhyL+j3NFmNe/tjF5NP8ZXvyvtB4DF130EFILfm6aflITiOAoD8gPNtP40XTeCE5aGTI/bTVE+a0u8z9rwNRU7vTxlDfmEvDTBUKnA18PWfCj9AHGp/SoKWzU2Ol+AuNPbsFx7UwGKO+Ua5YJX0r6KHjnjaVcJxKcusETKTxs/fYl6KPDg2A00edM8d+wVeolcaoGTX7yF934ByfefmXeBC/+Q/focpP8r7/+jN8O+hp5G78BEkA+5Uvs2KzTJ6EoIubN+G3tQ0dkMNexCS3nhRTyY7PVhZvG88EPLkAtqtQPe4UHbp8jXieMm75BnoQlj7s/8JK/Q1jDr5tYQRk6p08GE+kDOsbIz1onhJDqQhbDxs2H4zh0wB3jBAAbttI3jceqFtIrdskHyiO0pwArPYmxYMyzZvoiH1mrvMid/I1v2Q3fTgtu1196VCz28dRr28uB7SXnicyIg2xzVkds8C7H+u83aK2nx2FFXPIFlW5Ul3Fo++CfX5MU47xWQOl8ExAzBBXJBUpfTzTuGPW4KWeYUugGTbdNebTGz7xK/nCcB57U9ssZDV539slm6Ev2mcsFup0RfAONM4tvMOabtTMuYfNkolz0b3cjO+WHmh9izXJJPuE/vhqVT6LwO2a+sMSP9rr39m6DbcoLpi3HzZ9a8Qi5Y29k1YI25/9Yt3b/tm2vs1rafvgLMNfpqP34xDJNcMorj/XadhqG/R/DL7t+IXH607jUts2w9KBSw6Db2hd69vFJ54pIsUE36/ctvoMTeveNDy98Aty5w5vrLtDw7yQTHNtlPGDWtyUd4F8q8H9WjEO226YJ2+jtG4/bL8gAZrj71PYPbTYhaApP+mkuanYwZr7+xOT8TanInfvS/X+P9cpI6fcK9hXH9GWH7HTfFMbrfXB2PI+favNgOch2uMFrwwn/vTDHAnrmdX7zATEf57TOd9ffOu44O3ynE/6Y8GFgfrNGAL3PMj4/QTcmTvI4pr3yA5kMUyvv4PK+0s+FcFjOdNHfx1cpsWbHA0SeV6GLbWf9/+kFO2ye8yeUjp15ZXHTg18ekYN/Xy6BZ6mpknInPNc06XNl3YiugwvE/Pyws/sBO2u8tAPmfzAjNtw0DZWymIZOsOAvf6bfstP+dPzebig49M2l8+K4bf1g5BiGBx/wZc7YbuG5L17M/4rB4jvOsUHL/ows9hd+GiOiPUQ+kotKyjPf6Dfv/H37TJjiDTYyZJN0PumHC20NNIt/Rr45D+yfjgNNlmX/FOjzFxzMNUXoFfpxbcEnnn/yO5E04x/zg7PWn1/+zPseXZdE2v+Ezz7mwx7u9VwLMSUxvscnjfUiuX2qh9G6kOI+2YhdVOknVDIsfXnlbcic0wZQ58sEccIIMY7LYKcYhLLuIxuZ7nc2tK3b7m/RmNZ2DertfCza7qF0jJGztpwBvMg1POMWHT7xRAnVL8W8qPmZL17+RgdwPXYhAjD8z/Xtj/j5o8TdTAMJX538QRax1rCnERfJHLD4TcVoZf5ZNnx8rotHMqlfqhEDhvu8fOmHDIrloSv/vA/lPI5x25u6jD4nn37/OjbBQ/7iWBmftnrtHPno/cn8A3mWhGFclFofNLz3hcPfTPp4QVjzc5CLaPubH6rY1j1QkIuuJ51WFvIduPIfAeU+EefWoI82nxgkX3hxDTxuOetcJE3rwyDDS+BuZdVH/gAlfRddxyr9u9EGlq7DWJ9pO/EveI8BhIulXn7xvHMN7UHxxvKRL2ssfGX9BmuvOz5fGde2ut9EPW1C639WW/dlZYN5Z6BG7t4ynXvEWIsPiKwDxLyXmXYD6D73fPIDNakj+4GueNP+TKTO5Ul76OZrXnyV37zYDwgPWJiOez35LWQbLvy4P5qFXEe/0P8YkzHv7VvjuG/W6isOmrtbTAYi9DuteZh3ujz+cJb4RBBY60JHvtH2yyd+qkt54BxI+sw7wSVDOQ9d2hazSfyT+9QB2JQ7dEN/P7Pz2KojTvGe6bnEuUa8efaV6xzXGbmuyRfmsde7DoxjI/A7X4GTP5vDy/bYgJ3oJGNH9jH3RwAheKHI3rApvzbb95trn4L/93gCzHzPD3NxXrwpKXvIP+XhDZnsJghR+EYYCjbiC+6qj/8T/qt/5h03O9oBd/8kIA9dYwNmPH1/Qhwwxoc9D7CEY/kE862FTcJykIkNTsmdl/DuRju2ErFDpOOZFpl+KNppXm3b77jXtrxKi14hPdBJlkE11Cy/Cm45J97iMfzXlACeDyCyFmUb3liBO3CMP+aK4BpH418uMcnYfz/mGwCK+Z9/xq+UImjcKLuTkShLKLWQfY4AYJsfuOz+u+N3B89cPDjL8uHvBTRh9tlgmPLDHGJAW3lWual4Vn/XI/kPun3srg9PLWKBERdVfPLcm2unEW/2KS+G6Pfawgv/RzfZ+gLuiwBk229dD7dZpE1nGumjQNt/1P6aKw4Y8qG5qEYOxS8WEAHmFwXelgMesemlj4eooAq/jPPWyTu6mBXv5BP80ZGim4TkODrHw93wNTcseAiQNgQabXh8jXnwJV5cIJ9MXw++Qs8QDtdV2wDopCw79pMf+HZGtJ+VHh/orIfpOq/TuPGu9VhXmps6Dj5+VGRCxbC8UHTo8238fIBSeh0T/6tNd3Il8250hSvcmt/SreY6D/NZ50rnldY9+Vp08LP8kUpG+/9EzZzyHJ4KZzgUE1LW586EhLGZ1xqeJG6wRuli0jNQa1bPR+Eyd0z1uM51Ly4kQM97T1FbZ/h6jXjM5SxsnzfmYX0dW8OpTdNj38d727jmt/c7Lm3jGX7tewR7NEfEU/OW/PU+Z1lQ8CKJPkWsVcljPCzBxk9xAwl+tFnL43ZRrlcn32qOwHUtIzNWYPSQBZ9cr+OI3WN3QX4nAD/lf1HbtneymmS77+Uf+U/zwvsxPhMcYstPe9kMovTxBMQf8Pi3j+0+t79M55p54fXYtnus10kfqn7/Hi8ZkrRRLNP9jt/bxgPGvKbP3sfFMu1n9J0XuOgCHf9ROv+O+6y90/U+cnq/t5/xxcb0a/CAj9Yy6WlbXT/jxbhln2gYO8Ff4XvCgZflncbfC+s6dp3fIm/Xy2vUe3Uyv66b29SOG+cyrlX8CT3L2+nd9/gv1yyfI8fhpbNnrRGWR229d5m85Dl2zxhSPu447+3nGZWNPR5EvPJJgjsdQ/0s4fJRa18qSwV/9JcbPV+DrFbTR9g1dqdTYVTL/n4LzR0uvOpBZMlwy7Low8M+8vjfXUtmrLAhmLWs62PZhhE343tsrUdgJ1DxpascmgPZsM9imc9xPQTm5flvcT0V3zY29sOV6vUees8979ax0vGk36uSbAf42OKS8p3sBkY9/ZmH5fB93ljULPCNe9B5+PvPf/4zz7KvzJGMjY/SQd/1gp9KU9CgVuMmVO7u+tX1t7GPJpbsebJiMN7dZn/tWKd+4T7ymMbO/nmmW5cqPo/uMXLznjMyMcaP3a+d08P2MMW5/BB3G/Q5DLDzkRf+Vv+y/9RZ2yzwTz9P5nksdyrOdsZaa++lhub1WHROvq5YGVu19Vyh1WO8f2MAujyjadTRdIxthPvCEq9GYf93p9Xwbetk8y1yDpAr0s4Pp5dANWKeRaF13HbitqqK64b3K83Sv+XBkJHHgbgepLx+vtdLKlyX42MKMtxOwIM/Ha90e0CwDfkBqcOICvogyYb4oMvymnzWlEkK+OpnDw6DgVH6Dyc+kPPSEH6M/+wL84d72waK1fA5ewwlfU8DPjHm+68AcktibBTmtec29wHsQ4+/t+7rU26HjfGcA8Hce5BtfCSPB93JayBBYx+5fkTPmGlyPz7cxHjGx3oaTx8M0gtW/glN43RdLLfDXm2X63ymCMq5OLzGxTpZb6h6e+UyzhKZTpFxN2n9q+c4y+x7EYtfvugQg4jNW+TRwFzaOUY/2qQ9X0uuFzTMreyyzTVSLca+fdNsik/oTl+kT2JMtOmAInpjy3n+4b/+6/+Eqm8rCrrI7g1RoMDV2wTPDlgYVJPGGq2JEItE+uWsMkO6kDV11PuqMobsALqe6JZF8H6OTywYlnhhTNlr+6T3nV6dfoielXjpptWORz8Xv/mmTukZRk09/DZ5TPN8S8YLrYX4O/pL7zFiv/RVy0RRd/8ARhd02vVsJMem5e50d3DFIiO58EMfJthOt7yJRijyiKI8Em75amE4OiyMUzeSNS8Ak9HMi/4VlIWrCWp9Lrxb3PYxeJhu8rsgiX8HQ8MNI36/R1+ZFXrmG7gdS+3JN/Vg3tTcwsy8SIj5tixwQXpaOJkPFHIrD9chs2+iGtVfX9A/ukAxPvZYz4iCeI9Bxk66WF+P5QVC4sILHXVDQW/eOQ9gqguI3BQV3iEpOkEf0qhmsV4TMBsgtZyJnugaMRgjxq4nuTf22Bxih8h0jS/bku4xF/WJMfHnd3ZzYOR0bihhny7qwjZ8Bo8ovujRWovd3ihqzkwdaIz85OtKe/kwv11A0O7nBQ9nR0ldgsWPWC+7/zquY5b4g46250DH3dtd/h6jHfeV/isy4ePf693zwOtgeDzF7eOlQ607Z5miNz6+a64xOGDys8cdX0dt3+8YB3Z3BjM/BFgvaq/3fS/0uJWBdodpLOjjCsupYxnUq5XmRG0LBoeWPCkn7vty0cYU0Is94c8gsX6az8pxy4PT1M/5HUTOv+Q75Gj7qzFpob8a02fzPa/6OG3f+t7hfvGl+x+dCCOiu6477d633tCFdzd6+W/auxF3OZKvPDLaK+szuDt/8b2Xbbnmrz5xkv1YQgFu3ATkH/YpzQOPWb5r4zIOjPmovcgj5Iwe6DoWyEYs+Jk/0fYLMe4XdbSIVdsv+9g85MuMyxvS4PL7Kx/b/o9c/qN0O3zxO20FK+QaF3y2CcrcNsbd3h/jBZ2PkWiskewFne7w/o4Yjb/6RE7wzfOOgNZN+tT6xSgw+1zY15m96+D8BZ8bNnux3eB1PfyyVcYr5N4V62s8ah5K/RUP1OBnOPTGtcy9bxmpc4i8O98Y767e+YN3J6vz6Lp2uPl1WGgXXfnfvDW+2gyt5+FKT09zeIdb3sp3x6J/jf+O1Xn0dbTDd5rqn/VjvNOjr3VmjLhR+DYU8PwPmPwxJu7oA3fJi/iYf95Tk682A6O8XGvtkW5dPzEgTspr9PM4Pup5Z7iFdtxnsDnOOsYmGqX4lXzj1RiQa36t4xWDHW5+rtH5LSXX3aEvdDqXcOZl/cAO2cJYL+D1F4j6GO2rnmt+XfUc+f3gLLXTIOMKs/3il9eSsT/ohuYV33pbX/PUAx2NEk+P7/Lsv4gwVsc/5oC5DvrQc5+9pgNDMq/r9cpFHKzHOla9rl/H7fMDbOGtMRH+qqn94E/6lqS1ldf1Le+th3XAJXwDlOa6/Mle698E9H0F48PdPFyvEhMjr8v5iZ07HPPzzyhVX0Eyne/rwBUcwy2zx0uwiHO4T3NdfhRv+c9+Mz3nGMY5P3hK/fXXP/741//zr4T7kye+TjSda+vt/l57zSH/8gFFyOJehemoWet8vWv6q10eea02f/sLfhTro3HNP3Ckx/hGrSbC9AbtfHvfbeN6b73jAT7rf6djjuIiCrW2Meku2BhMjOd/zMvXg14Duky4cN6JCGV+GSe3JvttMNrpHmvAmdz6yseitz3KZ2BdfliebPMMNgSAgx/7+bDLNi42uPTVresNH/DA9PWZ6SetHWdA1NDBZ113WSv8LYO2tRHN5rp+TfDW2PPUw11/55XHVK/8rSt1L+YjuPK/j9MGZ6fbcbjPbFxqf5NcAl/4Yz2M2uV5rJ8VmQcs4yMdsw1t9Vf77/IEOb7eWu6Ztus06+QaXr7+Msw6Vl+fdiSz+N/j7B/+9K9xqdmXI5MS5DWpj/d2ZnQY2rNrpdEawstLrKPsZRVfU63+6f7usty2/lyD7WWlFV/jd1zWnD6NjOMaXHi5r+v1Ls/rBzDNa3D5ZzrXzpU695e9wPZPXkJnXPQwvXUxX8Zoe/9zXu3rBXizzP1NOgPv+/jEOzQsFz1ybw4fpvw4qdlu1gjf7z2wSHzh9FH8gR3x4kTo59LPH/C3/Ywj19cnHU4s1j7Y5W96KpbDmNseq1r2qd/50rY/CpsW/MSTefnj57+z74fbYLgUP/AfFennPOA+9h8/4+em8r54fOigpaV/V3f5Bok/9Bnab+Hbn6EU6yMva+QHFEIs51TmO+sDtQta2X7XHus1dpQtGnmEP2kv6xp5FDrkmVj7PbhPPwFs4aFHlpwT6ZTmGQ0d/+ogw0TYhw0QH42Xsc+MRA/p9poeF+nj4oCPcuswtmNUn+S412eVv2/k6Em52i/4zrf3sc/0wq6/GmOiDj6RYCykdO3ZxCmSl1rQ6CHDig78PeWOboHD24a8Q8hOuvDe+DHWfVzD4bn0ZdlpvuLXPVtUu6wzbxar88OGZYWZkSv+vYWsLk88heFNzQtZpzu1k0/au45iM3mEF74PBxAeSpdtXSxXGGGnJ/wTW4xvf3XeHqP2OO0TDuP814vUZWF3rJXTpmcT94bOhbGsFQfjdH69LZdI3oqruYivpHMu8SOtmZvxqdw/4w3zeKrFDQJ0ywd1QZCHCnw+/Fw3JWLRjv8oWrhDRhwCsm/k7FkmndUXY/i+GvwSYayJ98jXEW46IJOLLlSyXzvmKfd7XDuuuBGTdeM+8QV3P5CtePhiOBXkN5Q1tiuhdA+btxisWOqB88hW0zxjxfiYjiZ5c32nb8Knu/GX5s5bBez8NS/f539k86YxD4G5mOJrYeum3znHke8He3te2JbU8YkjcxrEGuHCmvbSunpQy7F/ItKiLnV6L/48ot/9fmHyAGBa67n3d1Ln/g5333z2eSf95SDLME3VrIEHJxbCbMGPf7rwpR55lsA4iOcnho3udRMCxZU88UUQa5hyNeqxHtJnLZk3DczqwfqK7VOPia+Gx1xvwy937V/WR3ScD1aH+T1X8Y1utK/s86Zr+g4uOtvCa9edvuV1DoIFg1F2OsNtK7X5GNc1uOuaTVzhPQwyswd151U3QVaCjrOOVC/32k3srndhn1vG76PI3uG9z/gr+sETuryZnz5qeR9jPk+c5HV9ett67PJ3+N7vPF5pQ8+aTJ79arF91P5n/cyb/gnmcWrGbTdtpr7OXsLK8U6wta3HBs4ua4q3kF2PkBw4SrSuf52di2PXr6D3rV3WesOw05UOHfq/rY3+vIz9x8/4Rie+lu2m4Ota67ZJfKDZY3fn5xe3o8yji+8jPxXrgwIDdCf3nmId2e2oUfuAOVLQ/22tnGMvKrj795dswSdNLs1YAi7lbTLl6x5Tnyfu5+FF5AVw0sH8uiwIked1pzPSdVpBNPtlMOcBfjroH//4RyIkj2gpt4rmlZb1Mm6ug83PhnOezrN6qhB/cP6CJ1+ebDeP31GL/69NkKuO8iv6OT7Wlb5gknnKu3MemsPmpgJnS7yRD3/tbyd+JuOB6Gl81xt89u/9rGY+qi236yg77SPzdb3LX1IgmJoOW2STeJ90Rof9vkHRMyp+4rTG3PoIa/1bY47Z9Txnii4Puj7vTvPSdHuteSw5JX/HOvfRoa87nV7t1XZz6bobttd+rj/jhDN/Y9mvs7kW77eoELX3XxXv3E2e4z7l3X2CO574z+c02vbzjo+flKMxB8dZb8d51venh8Hj5XrHrkfPcdDYleMrMYXqjr5zTHu3iXfib512Wu4rU3gwPn3TkOG167H3wTnhdVkpY9yzucMlz4ij+YPX6To/502Hre37SWC+4FvWSls94ya3oc+kCSDtO3saFyQlHjC5t/Sb+dqSyHKLx9tbK49rHB9xXGkfYTKWN5wHUt2jMw/7q/qP+RnvDsvpSTgsDW+ihfvQcp3wKf6Bzz/wcXH6eyCSb/wEU2TwH3/GV3k/K7al4z3Tt+O+0v5shha292HiMdXnA8OdMDlwTVz46C3/5J6klms+lul+r3NuxB9dHKab+/DLbYJDMNml86ZYo7R819bPfcILjH2EWvCrLqYza/BSf9IgEwaa8rHTasppu0DSiTgfIn39N2/+aBH7KUfHThFJFjvcp3HagNybtnVImDtLPQ7dGDWK9XBt+O+quQjg9wCHWYNtTS0vWPiRWFkP6oTlaSCjGP3wpdw51bP/eRPn27d/53f/I7O/GZR8gn/sCUE/HmSFH3k5wA/jLoynhLVhXitUOaJ3D4lwHaT71x87hLYRHraTNryrH0fdJFCs9oOT31wq+7tjFGfLMY5qbI73QoJ3LA4ZFzbA5aDEwxjeeInxXym2JeucD8UP3mLveYL9LLyVm8j2J31pz/HBBh6yUbXbfUMXjOgq7pZpOHxdGNMDCvxX/swXL+INK35WL3HCFl8I82ntv/78K/PoWzzN+vxP5XZwCB6jHVXPc+SZvy8aPG6+UyefhsVq8tF3xqBP+dQ0rvex/dO/xrurRb/yxy1dpPPG9limY+BxZNTFIHN9jfNJB9PC23yBQeuXWByvE/17YbKl4n/HhzmJXvthE3q9Ib367sTHdnlMacfcFyRtpxm5FTNyrFca22kFXf923zEL6H+P3w0ml58V52TiSbFs5hvkJAH/DxP3vAVx18+6JHwkfj4y8Pemh34pE6ZtX0yhf8MfX+jB2u3LOstgmhr5il7hB+b1mI5kYtqJbW8tmiNyoP248zBf9MrYxd7mQt/w//7v/85xxmSD9HEMXJt27xuuGuuez8+V5llv7DWx71L8aS5swPaeazr3saaLJ199Lz/EHEhyjckG0QuT2Kj1OV/CGW9vx8mdT44yxlue0M0Hv7g/4Jafb8DDY/ChytVqnJlS5qBBktc58/RvbzLGw1v05gzg+QGvR8XjX+LM9PUrb8BeS2ZffDOE7CdW+KX8ZYr58NiAUYc2qQX0/JNvN6ToGi58NJPuS/9gjunM8XQh7hcBZIMxrzW8Ok720YSkORTg/Nt1SHyCGfnjMdcHNhN0J8cI8DAfasvXw6oaM/5e7/zFT+/tek0yf+Ls9Yl0hDZEjlIrkiHURduhK9w6W/9OIxkSArzH0vhwTh5xlUz9q2WX32Wat+W4Nnyv+0NDP/y1zx6pmr/PlWuI/TwdnSLYvnLNiLrrK/mORWnTfdXbXf8rH9GDw2+afY/fezwV8evn9dLV65o3LMm46nfH13DraR3VJ9Yly7i9LvzQj7nng81ASv0eswjMWN/i/GNe9M3HMGrrWLopNoYjsuMNFZaqaKWU+YNETrBviQf+ht9Crk6+nY+PYzD2m18pu+6Oo3mS0z4LG9brqX8LOTzNd44PIs+1vH+D6ss5bF3PzAPSzkfwckzHG2KyElxxzZdeHrjqyqP4d55u536YnXs8eDqWpsuYVWexK8HhR+uSNg+/nudZ4S40wcj+MryJfKHpYJZtWo+Cb86vsCtyk0tH8vPPeDH5c1ynIutnnB+R/eGVC4AXNLlDQQZ7lb7JbJyTQp+8pst1gBxc8+mO18lH8AeOvdP3k4H8M3EG7hyOBmO9WIbh7necasO/Hi50OUUPtmykzp6qbPc/YUYUkr90Mh/jMQ2BJRZ1BBe6zQyjZ20bOCt0vFjB0GzB9bivufsgV54lD7rSs+Pt7av8ITPP4MoFeMt+8bR8vhEJOZyv0S3nc9TgG8djlss9Hmg8OwRnvbat5AwexB/dhgFnwkziOGvl19KaVnO5fxpNI+KXTONGrPel7P8Nf6beoedsX+RMIzRHhq2ZP+064Z7+wvC3AMgHn2mLYemaS1csZD/iE6/znDviZXzH3n1q8sC5lv2IQ19bbGfmfOASZop4jfvroZvxrKN0CPj4L6q53rDmaA6FLOChd35inIV4lL4unfIi79uP2HwJnXydyLd6WgftYz1XYY4Mwyo/h9hLZbtcC+FK18fzXvu2RlwYB8A0GduBQLtPL+7hev6CwrziXBHgKOV3ei7maz9In5q7zg/jmY6aMeDSY607Xc+ZTu+2r+3d5wDLcwXJ9PX3HJ3yCqI1g771TJ2IdXMQMOtCVPHLKV/MR2tQrTX5KeRc44J6pp/2VuTwL1/GgsEovjft/l099Wr6xqPQoS8BzCDekU+7CqHnLta29dMvgHJ+jk/p5r8k7Nc9im3xu29Zd2ryyLGXk9jTtJfw85BpXltrJi4DYeKnH6FTqJrnrADkeTVE8zON375+zfNVxozYzbl5rxuyM5fShYp/5kSI23PjngsjM+ATrdPHV0wzATTmemKOhhwkJPDTGTvSG/p5WAgD03Phsa6Qdeib8s4afH4L81tc8JKoXR/TQ9PhO48cj4WATQW8TseYk8MTQ3YH4iy1QPGg8NtIEr6mlRDPYsaLMnz6ZDi9406iZw346wD96bPk8ZU9uZDmiOjR2R9F7xzZWCy+aRoo2KQFEfwel07/lvbdQmUen+NhIxfOcs+qjXGe140uDAtPXEiQkb8LHCMnu6D6zqadk1wLCng/Y6Fx6LClb9oXIQ8Au0wfVPom4oVBG7+Y7c9hpFPkzjy03gl1fl3HWVwkV3PZusCbeHyLAxb5QZ9/Hu+cyF/+TX364G9tE9t7W05jj7CvqtXCjy36CrCWT4OA2MRw+C3WG+aeGUVO8JAXGDfhdAMI3wmD5cA++sgrQnnzR8QDJTqW90hzjwnXPPf5VX3jW9FzTZxdsG8vp9iD4/WLuWZvoBP28VvR5JjK9NToP6tQqHKuz497ShRXLv6Ih4XYxL9UZ9T3tG8bmX6fvkLfc2HvsJ9M5z6HpJO/z5zuoV26b2B37IxJBxzaK445uj4QtHz1GgCW+bCWZolKOW5nAXdbKM/+wpObRMSVootuxXuntW/zcDZUuMvfnXbXapAnmm2ch76dmH4k3Mk65MdsOFE8gBWnPj+L4MqP3win4C/+oTP/mIfW3/Tqu/e/o9bLbIpCxjz2YuYHumbO0KGkXaoTIZthpx98h7+NCnoQJI3a+tu9x5zxfxDG9dssnOsorEE/x1flc3bNMqreLj8H3VCXi3bPhx4b6OhTGPfDG+XYomHiXP8wHzqeMD7H7xiyf3/8wbnFucBYVxiXrH0wPFdOY4zfFfQv22WP+4zh314Yy3OUfTT8gL6mA9/9TntqG8/2nnCwDd53+wljWUKnXd8Tv7fCUjf8wP95dvO+eL1R8CpveO7F68Dpwm/HfbXvdY/a68mrtB1v+rgDD23hKR4nGyEx/I6n4cY7iBlzQGd67VPm228YOk4rB/DhbTnrKL3IooFzHROk0+98Hul94kfcOX9W/EtG4V/zBR3bfY1CfXOLeHX+zPGAnN135F5n122Ymz0fvzb+fd27Crjls7F9X/dgV5ieLxWPFwK0LuOPwI3qUSz3sT0P9v4rOnfvgO9zYb9kzJvSoZvrle/OQaPo6huceZ8g9p+eOxVr0+ODa3xKFuM9Z2qkWsxFelxXFBTf7gVf7f7ccXr/FjcfyqMX8Yv12eYERDo0QJzje7nl2ZH+pnblvfXDBjtN65FERzuGOJlgz6e44e5PZ+2qYc/bcvAal50nfV5IZL2yv+qVSWF77fC2fOIBLO14oiN+kR2D9wsqIpd58zbbz1raRo/m/TfCEjI+HA10/KBw/LrS6DW4xXBijH6onGMaB0gO9GJCwcDDh3sxzHKMFyeo4BhzYpw9fe1/J0/n6zg35CSy7HWeWhY6WJ5hXZbPpxddQ5/P+cO0Qe/z+UAyP7rmudPnGI5jPevPEhIReOktfxIfHAdcznOe2D9J+uCP15R1TXtA8MKQYwSq8x2b1ZYNzkXr+wLbAwr2y+7D4LtB1g0G1u8Us453FdbnDqPc449/eZ88IjzvSxVlrPLVgWIEJeWEAl0ebZ+HIYrRhdb5F5mUXNP/QkyXIYk9d3lvCljLW6/jEyfwWTPgGQb88SFylN8WlW9Yw6VDz/XZhiSGP49aynYfaX3BLv7Z78K7/rUvJv8ryi3kGe9JyLwa64XlMYbf+Wc9eyyFJz9MPjcN9OC81s/LPaYrWejyYjEP+eYx3cu+2GTDW3HfBqIrv1zhd5Cr/+4w3wof6+NbyV7CD97MhcgP/cxHvKw/btpgv3/C4xVW+ZL/0Zk1P2rfuuZWYsVZkRnENT3zNWZj6vcB/eK/uBWTD3+tDw/jr5w8qhq+zvN5vyLnQ0g66rvSV09zm5VDxfNb+Q8sHwCjfD6UfZJcEFj+zyc7V+6NELTSk77/ODI8vaAYx8mpiV1Mpvw4mDvwHs0AxIM+fxo2L27awmq8qiNEwVAy1kOJb9BrwoEjqr5/pK5D8c/jtziJPgtyX9BLHoGwPEFtn95gwb8SRHLLF7WQJF/SJ2TaP/OGJJsDpPEPHrn9BMgpgJpsBBRpofb+lwel0HoT3Mf/jn5tZqz7Ze8ui/higu3ATtw1afrb1AQ/i2pynE+2QeCFeiC0ioeB4L9wU24+yCt9M1e2BztzAsP1yZyZdqGR+WNg9omaZdF2ZHO08EdXn4yFomIJK/IFv3HBJdaDv+nS/x4bwFFlXo1852G5yprPK8XzHjwpu28ytjI5CvwAAEAASURBVGgfcRwoR2bSiaHIW6uUmCud5bjWLBBL5hI5wXyLStTxFaLGBRbcYl7rYj/7sZDrU2QspmxCOmjqMEaO1Rz1mgY/P8iKWymZt8LnEIdYAiT5/mSAbRJepm8iTHjwNP9BOaphiBHXweyhD3nwnsKFDgX2tGeMRjrBO/0X49TW0fNhjze80MZ8s/9EP3gh12/tMme8j6FV+hNGx2JHHwcDaL8MgxKNfEQeMPi7nc3tDzjki/C2wfLXPjD7j/X7MNYH1j58QOrsotL/kx8NxSHx6UXDcXENE1idCjjmiR++xdVyfwHLdKrjr3M6mOUaDdFA6ms+MvkNYe3bzLOBPxRF5md/IgGdcU3YL52xIUTF/NPNb94MXG072bLDQvxSPC8sI2M5+ILo236MsxSmWaOemTP8e8p1z+8ulHVI8oCay4IRneHADs42/rDdAAoPN8KXei+WV3ENJlH2/k531u+K9Srky5/jEyihp+wQZeZ3uEK6E+sIPghhn8Y2owZ9d5/XTtLG+6L1SlZ7Zzgqz6ghj1zwrPAWvvvyU+Tjt288pKDw0F9+nBtKwL7m7+CGFsHE0Z25kTZiu/aiuf8PNtgbjxmSO5vEv0NWesEX/zHCXGQOfYy9i7NSTgTg+Q/fDWYho/vBsfbaDKXi23MmuMx1T3wmv8CmzT/z0tdrjz0gnYX3KSNemwNNt9eiuf9rHUy39+8p1xHTA8UP6N/tWbGrt5lRAzPC5Rtv7pw1fH7vchtxNOWvfXzudYO/7YVW4SWz7GvJZmwMhvtHDow47PwdH9sFf/iCx7WP9r4Rw2R894e9GTzLA6+3PQOKvtvi9UU2Sb4xgRUuMvwPDMmw/qY51egHH9aH1DXiDjlp7vnhdf5KX5/CkJ0rxgm2YoSMcCh4fC2YXxjccV7pWxY3tWjLN8oB+0987BtwBqRS5RVRC076bjga16Xzch0L/oPvcY1uXJTPPX5tkCbXdKmr8+WkMPHb6Ea38qTG8VGuleEE+UHEhVvMar4ZFrRWxSxjSDHQ/u14MNzb6a+kDQLyDOEjEJad5yQIhwzoNbbKTV6b0fxkD9evrP1aw8gxmHk110zBnfPyLTqI6vqfeIOFqtJHujNvrK/2WF78rD0AuR7XhiQfwoP7DCpoE3xzH7NjPSYM/d1hxh04oVxyF7tOeGybWnZbz/jURfoUn8Ot7JOX0GHVw3G7ChGex2Uf/hOm+CNXfd8Pm/qMvLjyXSHr/BEzxUj7cUhYCaLHuNa1D/nVz5/jE8B5DkG3iB8fYnAOWP8LkxsA5/hZQo7myjB6XPMyp22n/ZJuPdq8+nvyHo0isQxj6NqQnmxgzrtNPTywkyV5+I4JktccIDSbcvyVP5ov5BDvJmZMglVokexSLP5ZWNnWyLs5MBrfI2NH0uZ1EneWc98SMP0cOuP/9UMfk1H6ofwVD/1zzqGA7PMY/vLPo1i9HOPGR2JbTyidc/aRal0XYt/QL9Qg58U7VM8DqnTTC3GMWxp+Ep3PpD4nI094op1wgI0eTozt9MaXJMnAsT9/hD/RMfkjXbTkDAWIfoII36ArdQnM+7VDN3hwBlexfwajAOqYoRd2aZMbngfeb3yvCR4lxzzK/8rpxNJakiaFthHb7/FS2Md8OLLq2nl6Hhpme6tvmUBKLr1fLWWXfHDiB451ZErKSDDPuiROMnJsiUVgB7rTPfNi0JMfxiQP9C8ZLH+sg/XpunfE8HToiD3xL+q8DowOLxNnDgWyj+DEnHXGNORfltA18yH6uQ6JZQ7XukBMB35Ufll55tHY+K136jIeVhVVtWyP6zQihk0PJmM1Xl4rLm9vmZ/yjpjqOgNOyPa9es7K/PN9WsxjPen6ETvgWluki/mrp7/Q+NkR7RNOwUIHKZfEXk+IrHXrvKFbdZIdHU6797sOpvUanimBjm29JOx31yWOv+aHdWmJQnJm0T1+9FBZfbnrJxx/spc4qUzy7Ha4ZNseX++a7lrf5ZPhBDzaY46k3pHUyOfb2+pe67Bn3B+tn427Ssy57znn4UGXz2JCXNpH/HODLV2w62MMct619KQZ/PwNvOgbns54o/Met/K/ImY14N9f5rXkHhfjVo0mKA02exp6a59JHM5dqYtyElg8AJaRaSh/AIyCElawgT18rJNPjBSXI9oUY76mk8evDNDFF8xnjgWNtMgOxj4tafM91kW/OYGCZiiNbjXx7nnNkbyoHYl6SYmJVQ2UmLICPJRCpsDDXsyNMTYJNkK6fOjw5AY/bOwJCS/izQaJTRTbNS/kEsqAxiPLAmccdjnNbMKG2kllkhWHhcJM314n/8bA+RqWSOb0r/UdjtlE5cFw6sHFg6acDqc4xgf6lbDb5xH7zr7UQuMpLCxwPG46vEchfj4kGDZVE0r89cjK18OeA+7vdebs0KGPQdfc2YdmWz5Go+e4k+iXGsiRncQJ+fkfoZyOYQNDCH/wjTY4IIoR+RBUeWgACm3gjotRDod6u/2T6sgbDtHMI2r5S/Mi6ZIe3swXePeCHMF8cZOjgVdf+R0CB06nfNaGr+Ubl37Jw37p5fFHtXmZ3riGu7+P76rTdyxks/TwRVNd0eIXjZn3Xi/rT7Ntx6PPoVoXbUS334Ab8q3UifgBbCXrOpMLFYPdL2gETPTKmy5myYc+8GLb8kq/0q3ngdn1OO4xM85ah87xNrXpLG/FiV64F9/3wpx0oa3HXMQh4CG8NAWrcE1zqse0jyH4jJgyWaGPaV76wU88rfvJH4F0LMnyOGKgLuDcw5614LMVcsXZxt/YtV16ENh3bjGSfPTaFWENszCvFbv+Hn9c3/nUtl/c8pjdGO264Mfq+/xh2/PFw6OQq81ddCdZ9tdBpgemVgf51kFxtX3CuMoi13kJKEu8ov01bvrlTW5QQ2DuJbllA2gzJ8SQw7qY5NzBeCBaxLgggW+eUWjE2HfOXYkzA8vInA+cOfLmwjAcvvah8Xo/iR/8Ceqkr/n2APmFoS67tyHtfdq/QyY8+K/zfqTmSeYO880I63x3fbLTcYu2ApxJEf01jo9062O/6h/r9swvxuuy3WbsGb1xX6m7rFf5dpou4xG99b7SctNwxCOvaeC4xge+5n2l7xrct01PLliXe+xfHyl55sUC4nXOsLfXu/17/xFH3GtXo9+Ftq1/OtfDjTnjeHj+RDzGJr7zsd073HrtMo0v+Gs+wobig04xJ9Anrzewy9Jy0XbnUncbGCyeF9TbMXtkp0h4iGev4xNBtsz3AgofzOv5gvFH+pheD4/GPQTudUAXX5HnOJsHtX1t2mst+vwawzZofzqm4h1+5oLtV0ven1Gc/GBWF+XTYyFhzz/33y/8uS+uvPf5Uxj4grkl/5W+4R9yMnLzy+cvf3z588984Ovr69OLicXzecvel/eu+Mgldv3medrN/AlVMydAiLUgegm7crlCKrc8VrkFf+eJR+GtYk17X7JRwXlWdHvL9Iabz94XHqOcP5mDqdPQox15Y4CYcV0bNuRaF8h1gDfjwJMVYR1cBU/fFcreqjkHvulcF3bGpLoZF8/b7ssdr5FkExsovk7PNnoHOEOc4yUffnPvhW7gQkfp8eh4Gv2Fv6gQvkZ+O51PedJj+DjwSn/yWb6EDry9JE/y3lOxITzzH55jTXN+N9KlKd7SYxkYnV2O+6jOtQnF8R0k9xX5aTuX/fme5JWRvibwMttdke6ORWFBzxlcdmgcXLYEYFzBn4q3jOGGzAHjlZ9KnmGJU2CRbP2c52ZGLD1PJwxXBpx7SvHfXfFIPox05w65wwdurjkB18qiv0KjDdKv71/id/2Lv065dQdf9yDF1FzrQeKqrx7SEut6UAxN4ZPnonH80OlWBwt8oTY/UOFpWzv8BTYXlDXMa++C/E6AdXRtNr9mAznFREBnnSPhb56W8UrN+qSiWOnhJhBk9DIRO/Bp2/nh3JCO8SLtg7nYmcZr/1pfxgJddENf9vEyYllbOp+lzULEuhUmLvelBhL89ngt9Nkh14dPxhmceOy0+RvA6Bfy8o82mzDjHfkGHxyKE1hwetDV1gTh90NRBqf7Tcgpb8xr3oQyvYODXbsBwFzgwdtxfBuIy/vSQtT2BTLzDR5sCp3tfG6UM1bFgjusRmklfjinyIQ7DwcjkcpOTaCf4bP94kY4xd++BC/lhC/wRyVl4Z5a+C+Q848vRI2391P/UJrvR/8SXxsM7fd4iy7x+qFgGobtgYQ+KcOcH9dT7pjvaXO4rHiUr9lcmTTe5jggAlO8SKzBZBPpPHNccYLzbzgkKEJOGl3Kp4/hOmxEXvGQkLwRG3SxLS1SuWEMveaAbJi0ZVLiQJhRLKPDTuXe2NMW3nT2NxCBof6Ukf0mCISt+IDdaUChH9JpbRS/t4t/Mt4hhg0eudhAse/9QNe5Dx6/tcu9eB7oij4OEXw6YqwtfI3sp89af/A/XwXCugUuNMA+5CeAR8jTVqSec3fmKCitOLborXURvoo5NzS+xm8DsFD6AJ6kKDnWR+cxetles/cFu+FzbRg2zr4JDrX1Tp/asYEnPzNvYLbliDeTOa+HwMBk7unhjXLDfBDtT9Qgpj/g0VjdcHXOAafYPvXG36HDp3FRxYVXvvccvMHH779S0Du0TBbws87A0V12nSQolryRpt8lXXHgo/UJ/zwqtVYc7R+k0rP4gCvd6qunfQADC/nklOcKvfeWXPPs5nBV6jnMYnX4xFofAv1G82JxwPkwJBdeuVfjb3wb/PKTwPnm2vD/8omCQEuZGrPu8PmQeHyVXUCdoyCgx28o2MclKZlG6ReNyOSr4fGtxhy/WOXfIJ689TqkONa89xqhfECW9HAOCI7LlaOpyPgjnIhJfKKBefg9Pj0gl4MLEvWqqOW7TqyBIlmmDepBq5r8GoKfVKUzetueKxF8xfvK2Ouc1zJTGz77wZ+faQlOcaiO9ZhYBTvrbjzV4SNN1IhfJlz4TedaxjH3RFeweBgcgcffEcHBWnxm4qDPkKG9ITSL+OMHvnaSkj6hH/9pPzevwXKrmGuBngUO1mfWYXtyC6QJ2+K+scwuuP43zRmIFTclR+9bxonnDiMufHW1aeDjtuudhn7H6+Pp05k3hDr+GzytY8ffZfR+x6ftvvd3+IBvuPgqEMD7WPLNOdql37dXnhXTaCUR450/Lx0oZYf/+ln8IKbTw8c52VFT5w4Y7a6b28LV+meY0Ef+H/i8FWS+Zas4+Ez0Vn7gi6dixvmQfvp1T/jBHNmf43e4rUvRKy53PjvptuPu/S5jHzvx22HQwMN8NK54XNbNea6THTuvvZ9rjre7GNzX3Z3/Tt/H0c/27XxXumsumY/pXZvOZ8I9v7tPdhr3Q60o4b+w03LMV+cbfMU8Vx6JZ+iY89zz3xS/ty4dtfaPLWXq80wa54G0L13qNcu/Yyd7HvHY/ZG44QfOf3wi2QU8dO1xpX+kj1MWZyn50XnYeOHoKNP2OIyNbfrCzzhJ8MY/0nfIySd0yMWGYjTzJ4Do4DWIT4ZQLH/iDVLjpakNr+Mzl87+GUyOlXx3HIoc1s+pxNfFx3Xul399iduzEYNQdZ5Tx7WT9TjzeQzN6Bxjq7jlN2aFs/LeVKiLb7CVWvdS8u6I3nMcsX4s0aPi41yAX7ejt2Moi+OiuW0+5CXnM+kE1LTC171JYXNNrxZj5ivI4W9cp6R+0+FhP2hJOJSiCxR+gzdC3Ez08SeyMXEYg2Xeuu6I4I1iG+jSLn3xk7E85lo6mXavi2ptYY74i560AoacNDXQLd/3A8zbnCICbo68EA14PpdPhJvGK3i8sIJeko8j5BtolY9ijr4U5q7soC+Y4NDJkWWLX6TRXJ6f1ITBCyXlEOO4JnZecxXaS7JKkHl+j9wNLIseyPa/acH5GRfiH+P+LQWd9Q0Owigb1K+/rCPS4ZEZ9pdr6L0P0+57sa99k2skS+oSdkcL1Nti3vAy77JDtBnHLZegs317jphnCh0xX2C32jiHyArnyqp/zuJxf0Kshx9Zh2MC9zXfZ6lFdk2J1OLR/oAGSOdlr2/RQFI+UKpESh7yheZWAh78sc/E+TENuMaXreUTw11LpOYd3vODvh/hq8X+qZteEPjBi2Vh2w/mXeBmLGkGEDrn1SRrjY5jsHMSOo175Fo757p+3R751TbJV4wbp493GJJSd35ShDkafY9ftXgNYh1dh4DMN6jhPeFml0Ld2WvlLFB8TxG94ovG1rfzNUwU+tvHE5LXq2JKztQeIN47j+oPRbw2ujvXj23idCVGm3iiDzzzPBA8fE7TOb+I6l5FnFUyV6Sf7cl9I0B6MaHoGLcmzN08VtZwag8n4H/Gz3k5H41X9jai2ay4TFBytETFCR5pY+gSD4ALNZkHDw0CH84YTqHf8YtSLZKBr0UN9oGqC5KOo2Qp4bzlkze7ApevvNC4eRWeA+MHOnJyU7wJ6TwA56IK6iPFG/2piT8+YhdmncUm2bPxDD67bhR4pr+zd/8nbQ25d8X6nHlFsoW+kIvPA0ZTQOg1D6dJOUdo5EE98oCHHDo4sXhoM/8YCXv86pjJAbp6s4uvGsJn8y3biVcNb4IFWVu2P6EvmHfNncPiF8zsT2rRKPboq3JOBHBF28cnkYmzZpHggGNZncKIZ9kevdbJc9vgT7Ar5T3EOoCRC9s96hwxjW2bAy82kAMtN9E7D/k/PLUFHrg3f27wf4r5+jnecObBLw94f8bv9HLRCxx+vuhAHfr98CiYFIVviSJC51gK+/q36+5RfMPXhfLbwbT9T+Nn/uB0XvTfUoy/8IjFga/OpZhbbk/zAUTkZ4yf5qD9NZazqYr0PM+fjA/7y9jmrNMkbo1HY0YTzuqvjGXL/7fkq33j/cZysFV21Vy1x6CxrtSsi+xT+lqSWOuJE0k0ig8U7j+rrZPxdNjQmntKAcXD0TRVr0uXDnW7y7NdHqO2TCTsF04ax15aozT/GOSabQY+Hd1jsx6+S13w77faP4SjmwHSZ1IdG/Do9nWkHW7bO3xui0noQ5Xmj8bWGwac3tl/Xbq/fLCbY5FjLl2m2/i9pZFRZ+7hxdO46GNWhyLkZJ7PGqL52l4zvvYVe6sJC3iDlzfKSLzoG37Hp+C0HI8wDkUoMGjF9htkmZZ1WpuMW/XgTbWyL5StFZaECCFT880N7m+oD7vwURm1kyj8xe/1YvanuCpn3fVFRpeTbm03lfa4XIUPW6fcK8ZbIeRqf4Gt69fb8K2+9ZC0gt9Lv8PBZo/ZfvfhpvWa+agY9THTggPcffO51+Y6YprOv2PdwTvOr7atg1bO8rfh2vqcc4+loW/uJ+G373EjcPIYfnpMHev/WAzI8Uf7LHyD5eRvvm/xl3UzbdVlq+RUv3Aet6yHlyCwDXPdx3J8zGPGpVvMYZbAWsZT6L3eJSMR25/32tFYzGbpV/63TX1M+RS2jG3tzg7Tgm/cKex/cYOXnqo8zpHVL4rTfRzFS35Z1zzk1T7vG4pXnNKrcsI6uO44tL3v8RL6q4XU5EYSGvhTv7SZm6ey2ywbgz4DX0SGB6ecC6QQzx523Xd+J5knmOlKTmH1s3lB0ZH8jHXniX/M27T0scy6v3pez3smQfs1vnaV9ZAHiCd9LedUI5sXS1KHu6CcCC+wiHSeVxj4NvjRZn/k3P5HfPXzX3H9+Wf0+8NMcFTKLxVnjz2r813MnzHfIsk4837UW55BltkW9bZIAg/bKf2MbOwcePVP8NFXH179n+eYOAcgipd8fJ+LOPEbofiG8xZ6DnUeSsVHP2NdQU/O+ZipfMM+oNcS0vOej/hLx+QT6JeQGxB8uZFca4ny80pwlfccIh2Uq2V3+iT2d8usfHjOccWwjUPnGMQs87OJnYazsK6fRfPKPPL5o+dP5/lKWzqFcrkCnOPX+aBX2cGcD1ovrA0RPNkZ+A1Os/PYhrLL9S73rCzHNCfcE8z+tRzyrmBB4c6BGJnQPSqv4Ji+83JeMWbdPN7HbLfHzGuvPe4zKXlgvjvuuV/X6nsOWQfoLOfMI1eOXP933JhZE77Teh0K7jEUmP2mQUDSjhv63ON8TQk1e57PptHPvThijvy0I0RENsZIlac2abFKgvLpnsnFzy37rfjLPo/jZ89bw/baPHa4+6Rn6hSG9lR9Rmf6R7V4rL56hH8a63qUH4TZ+x2PUeZ8vuDKXhmG9fFOd5JpGDTvoYO/9sNVrvn+Z+vnefa79GHt8PrBXUbOua+e/7qfd316vPL517huzrkayKx3lgst8K/jeoV7yafySN6OLxvOfvzwX//1fy4jTCTfjIKZDaCuB3j7IU540FLamiFA/OWhC4rDB6OpeQBsmok4GjYyefEnEO9wTYvzXLwQBmE4lRsc0nEflx6io02xbOOmDtGxfNP0BRc5QWmSrLs+GkCJwrl8tVHTf2G0d8ZbRB286B5+la/BGEGh1TaLTnvVE+Tydx+Hb/onvuowf9T6wxcFnF+nx34eIB30Q175NeIOwH+HXpYTt6s1usXDNuormfFlnthTJqh6gw3OPgDsDwySbf7x5uMNX19XK376JFX5rb2KGbTYH7IOd0DMCwHYqk8+rgcpNmA+0cVbJJ/G23ep0PjDGTK2xsvCwLDttx91wdKp1dYnxkL+AcGLjXMYCuN5zH3GDOt4aHhXNFd0oWV9Xd/R3Pot5IS3w0+KJ/T0c3Mc+amXR/Apuo6vcObCM3NK6ww2oIP/2X/Wp/olx2PneuTdeTCg9o/XuTFnsCdIc3NJnRqDMWeBfPhI3uLDloMN1f7Mi93EX/E8j5jvltfIc97YF8Cxn3+OO5tGeDRJLGvOtYHvt/S6rSJovmEtaCUkRI8ZcL1pTA4gq2Kxz7HGN7hkXuKz9BNCsAG4fEHbvGyD+669J0Ht0v2CrvDpxTrCw3w9LvnMJ0E6LesTxbV6/W+zb6xrjq/olL+0rb/zQ32tGdZfekqo9UQf5O8v6lgL0WAwB4/N8PDFDhM+1JGrXX3H4G4/syJB2feknrdwpRhG2y9u8B7REFFaei9IvOFs8i9kcVPK+PB5WgYvzwevgfajblDEDBk5m/yGHHxBOeUH+HKJziPgmWdoGL0VLh5pQssb4qL9HfoYxcTkY5ksG44lNQ8wAyux2bc4gngcoHVQHgUgnDV5BR2fHKEwt5DFzS5qCnhu77ktGYk1ZYDDPv2sWCfrad75EkD4cQoNRuSQ8dHlet5DnnIi99en4gNhyNAaqv0MnVNOyzVgl7Kve3bQBVEAYiIUFCN/hq7NT+Qi6yZlxil79ed0JmGUvMs4Za5Ihv3l3FYciSXjWrft+5RNHo1/lmg9zGvvG4+aMeN1uNuM7zh737h7bb7Gp6YY7nns/k7vvsdNb7j7rsHDb73/SEbHU3zLv8jw+C7PfddTP6WBwaPmJQ/Zrd+y3IZf7CIDfSyrk+169jGve53O+9OK13tt0+jgkX+W13mCZv322iyMb3rD9xo886jf4kWn8zmw8zMtPDucvuXTflQsu9O/SvuIL2Pied2LOn/FJ+ZdCwPrXesexXxo69IRYQD73r7iPZbAq7EU+4c2e0/uG7H2ftzW126T6agN7/49wY3H2Kns9M51cE+04CfN0LPvT9CY34mW8b0Yv5+FwDn5F8/Ke6Wb6fkEEPsfn8617OFpuMEy4Oju9nWh4dpr/3RZEvIn+H4Pki/xG6txksk8gj9653Y6wo4+ln+ywfwe2Qs9/2yb+6zDXF+R0494WwZ1yom8kk5Rk2thp+5v4AOsuOas/QQPCpjoU/ch0CEoY10W71Unw5I4/iCzl3v9N7zwAzpOX8T5XfvRjvfHH//45z//+Mc//pEvV/Nwts/9lE0McxspWs4PFOsbGEs/O+OP7A9tggZ8bHD88VC30fxMP/VPewytWv6I/ETBgWP+hdV9LBt8ny1Mi2/e+vcfXz79hSrxzzbSEUtw+KRm3oTPdS6dEaPGTdT8s38y02rDI7hMf2UvYbxKFy+o4xcjg5kE5k+9+pv7Gt++abyR4eQ8y+cn++ATfRf70n3ouC41PfKNk3GKcc4Pfdy0d3WnB8d917bRdeejayHZpPmCbtZfPsctBevUyq9H590Ve+s57t5H5twX3rzuHngRsRzArrxPOOhsJ4N3enoOM+7rKHKjF+N0GO1aw9ZcMl6Xf8pP5VFoHy/yf/s6vqExiNHFObqf/8W7HkoIV/uZbWQPcaSsS6+5vkQ3r4/QmRa8/azMmHM4EGOP0gqjWVCcOw+gyKEgi29dqmOJ8grbLEuY/ivOWtfq4a9Hqb3mJSztlcWn9QacsJY/Qg8bKMbNODmXYox+2hJ51GN/2u86zLgdloIOf8DFCx/DKbEbRrxGxEaud1/2tljVXnJgHfoDrZw0fdrJyLAPOP8M9zxnOuHf/pwpOYrxjKvylxGKYpprNn5Lvmte9ZixNkT4RRkLn/N81UfjptvXE+DJZ+x/wr7+hSd6yU6dG65YjyH2EVjJL+vx8kf6ZcQPeFvnwXfpeQFOfUgvaEduCnfsL3PSmYNr+dp6GFo6DnpPQCNcauEVnRB2vjtZjY+Y7wizPwI8+2r4/lf2Rp5N7xHLPGeRv+UU8sPPN0v+mX+Jk37Orb7WACs+kb2hQF6/XA5cEc+hhvnkRh1C9gfQ41g++c59CoXG+uL78l02Y/SJg2tI/Ev1tCdTcjkVXWDTfYl7+qMgP8ZblEr+knuXIAkfi0Joz/9L2SdC78vQQqffxxnZ9TF/1/giywUw4FF50j1ZIwYBDDcjitWhZVwrckAJULdjtVvyUN/wadOZVUIzUUJPb+BGdZxSHv5M9tbRtbGv9dTTmXxFOUIm3XEU2xiQrTcoCd4X+Ee4tjVx5gXxI4qYN2Nyh2fwXiLvuqeqMZ6bIZcD6UdBH3N/PppxU1AmcsEm6NJg4bG9ro3UF7UaO9tmGk8X91+t4Z//hR8xg6NLPojMBA4uMcnYlPn0rBZYDhL6vV5/kpw+JWmHb3sMyoZEyz81/r44dJ7FS/z7mNJjHJw0KQMpcmWeXJGPbx/rUTwf40kD+QJxPuhMeAB3fRmbqhlxq0WjDWUbWrrEwIU4whdtTjKNJwwOUx1ybfe81KjWo6J7wmBjaZ1crzyLF74v/69MMmcDNadgDLlesV7vrboQl9Jj5wIub4xR3+G9ro9uoCFj3TORr5yzbvBkn+DC+HC22dVUfyhSvB/YxUHW82Nssh/bwRVt7uztwl85yFuMz9c+kNnW4je+bhrAiMnJgq5X5+EwepwxZPJVRroBK0miIZ77DTekkYeF1/kLSv6xE8UhNkOmvBXMGKqth6F7Hxpg7Fl+wYIQSr50Nq1r07hPbX13GLyeFWj5lzqwxJcCSVq8cQo6DY7ZQH/2EgPH2G016M0k8i443GK/OoBPKLt/WZcjOjES46DEBS598tx+VC5KB5/P4cUSK1roErL8sc0TZxktXXadjIZ8622Y6x2+941H/Wjs0Th6mdY64gvWf8MtZ+8DN81pzHSv1uZBbb6W4bFXeb0HzzId5lVmzHRfrxrhRSHmC7+V52MGnW7H1Jj8ZJ664aM5YNhOd+pbzj72Vn13evrFQ3rtOIzvZw1g1sn1Tvdqf6fvfeT8aun83svLPKSPkgvY79DPOpmXZRn+H6/DPK+V1ulOB4+7vtOdcf7djd/x/91wbkJR/ILIvd7E+Jp7xk8m4w822a4+np9arE359bNhZ97anBU7f9rINYw2L3G8cgY1rTbM4JsHvmYvvNlMh/7RfVisA0i0P/NgtdkeX/YxS4dP4GhwvF3111zTcLdfCh158XAqhmWjNgQ9tApfxQbBtbP1RRa2z/P1VKiu2yboxYZ4d4fJBtlV8Tqxs16nMcG6P6T7Pe555CzDfKX3K9clcK+8wa6ExB/zon8ujpt1UaqUbwyHmnae4fNamrkm2JnzW6DSM/mj+3O138J84toWP0yZA9HwvKI2nsZHHFR1ktn2vTYAuz8n0pMGMk3rWiQPBDee1nmlbQhb0/Pb+Kbf0GYX/D0wpoFH138SHRrgpszYAFIHJdyFvvMzf9h1ePYPMgA5hew960rttkjpj5Yb0V1xXo8rdL52h2vaGvV+bmPsrphm1wF8ZmDWuU9k8+YP66bX3L6u1npqOTsD1mDtORqxHuf1WTg9RkCgt6700SRjEn+Sd/Sbu0HJcqfTPo5OSh1H2hjX2jzBRya0qkuXK9XbIPBczxnSyz859zZuhW3deV3nP1GQR672+03AUg9iJ6enKorBc/+DDO6vlC73VT6d5i3i32LXq7pc8GLxwyMn7/W1wja8qn+n3WVWDJibUbSoR0zfn1vWL5jt4i79lN8MKdrtATADCsKaOMAfGXiReAOAj/+VU26QBzjxtJ4+RjyMSlYM5OQpR8nGUwq0iTaCsz8A7WLerRsH9FHQsZc6eALVgglK4m24ne7Unl/fGgnHJ2IosXwHr+D7dCMbbtumyhK3kciVRnzNVm2AKfDJH+vhCxD7w/An5DXMxI4Qf4g3j3uJX+NT129HjM2549CWXcSC2OhTWNaFcRc+ScUNcGTFo0jl8+YjP2TjrU1yb+eTesaFGOMxs2JcN5cnHWoEf3/lufO1+543EuFLGPtB2Hq+p4Y/8xy+lnXVPQRmcX2VhH2UN6Zr0iRt+Bjb+fpnfmft86f4hPko2Ju5EYjyV+Wy4qIDvfTHR8RynWPmpbrm4gp/vQf/XUb5oPsJXeFbMPuZr9zgFaH8LYvICd78qbe37vWfcre9BDi8Na9KXrdq4gz/gO9/PIB49NURnU+1Ma4U0Z5Rssn1XnxB6LxPffFlzgl86nnZqaot28s30KuIlrZAzhW0W3XIh0L4qflgMHmpMp1kSX7pMdbtlzg1JNaqsUd0/sK4z1fjUncdGudLs+Pa/0JSrnpdvhA2AK5LPAVsjpjWeuEdfyXffBN6hAMcLuDmtrSGacbH4Zs8Z8yn2GhAvO4DffSujXzNueAQHR/GwfebgbSB+7c9oKmyKt392eORa3YQ4a69MBcSHt+mUbHRmsy+rQffylfR+8x2ZWYfsZ9RwJiwK3rinP5EJkTgIFB+6+Eja4XnF/5K5knO+tztNU9kl83win46ELh4933f9otu0Ma5LHnDKBQwfvIRCzkW5QJnjgc6MWRP0SVAkIeezlHr2GvrJpiZF4Z9aT0ZMSx9Vqhzj+bMQOkvI9hXrvMM0sQl/yDDZNN9jHiw3wFj3F/hyyfjfB5Ah7R/0Fk3q/Wsbzxq6wYN/+gb1vHe2n6mg2UYz33kdD369YlxGDdd18vj5tHH/jPtWsOtn3WyHe57/E6vfdx0LX3uSCccHpMu4tp59jYExpvEoyEeGgcn14OxXiTN2M/8TTr6tp2dy9/Tt84+Z0RW5DkXabZP+str/rSYx42zawffTreP/45+3SRwRGMyZ3G/YmJ9ur69LTpyr9MCjf7HeuGLdW8sxzPe9qF4QD/WADazXyi7/3Ybulz2ncQfa6hxXxHf+XR8w7seuU/w0yeBiP/7fRrvJ+ax+9f8WMMjPWZ+gQ+u8a27+o6pufZa/p18a+lIpAlvJD75lDz4n+Ok/GJM63na670YAxgZtflxDWM7EiH+zLNS2Jhno/gkIVM+r8kQv+ntc9zuT/NzfRpffbfqkt9clJfda9zMj9r2oLNtuozHtdjHD/XbmLyUB2+tax37HDv7x7Vlut853LUT10/sAwm/U2R/tWmJb+jIuTfCdpLzMa6p//HXP/MnkUQ98NZjKwJiAGFxQ3oI3fX3GcNx97j5ellIPTh+jhzyuOuTnh6j3vnOT/46J8cBfM8T1jBUh575nDkZbZ3pmNsRN0IX+bqU9LHmw3e+zjty5FpwGPNb5y9U4fwqWxiDXrKB2Qbh512jHL+zHVukJzy4h0Ek9Du1ee9O7CVjqO80aUNTLoY6b9GVf/ThK91rHFzBbU+Kuf1j22yLa8NvCWOAM6vkSw/jOufoO8889tvruNbOb/4Y69/O3+cx65Tn7/jd0dA41zy9mIvXtbaf7FYulj9zSjlgu8A39JVPJMDIl1yjegaYmeKba+OWzo6XMLEpzm5888GGZ1me74GRCdQ/QYcmeZs5g0pMS5feRpaHOpw273X/CB1EWXNH+r3+t/N9nertmJ6r5UetC3Ai7l5ncpkaBwn78Jm05DnW5mzjlN5/xmCMW0d7NQ93kSul84nRyfdEWLHr6xC+Ni/X9r/7lkDcNYb8YYwHl3pLwD42riXEO3K7jfUHv4z7RWnrYb3Y37y2JN7gMuf5wrUJ2Jrmoet65IU2sab4On/K2+hOXeeFabRvgUngNSOm79LoU4yEB5XWHVrD5zUUg+4opsK6/rXfPGLd3O+1cMf9qzngnJE8cHRfGYTKQcPi4yuiHGr9hmVyakJD55KQEf+zz/2dhVwgpvYh4vo5JZ/hsEbEPJixHzo5f3puP9V1zAvjpdx87oWxygHrAg6xbO8lmuxadyKP4jzdgBoae+CmlrMr4CvaiYdgz4L0LCFZcMxDzudCB5jqVQ+cIgjjp2JepzFgfdy87nCfwfkamriMyYnsBHlGs4/n4p+2yh70+1W9dhn8zsxSMukWyO/vpAznCAtv6aBFfGwgT3Rx/uigf5efpX5gxME1FjH+u3Ekm0JubnFQ9FcX9zlEDL7Hb8D++acebOYmlTQlxy1k3MkBp/M1zSN4x+lty7jj13Ffa2t+mW+nwXe9kKN+4Atcv9Mbvhu/T8vYXnyBxFdYrTJ4QKC1yYf3nfZX+jW/T5tvcS68gp1awoucit96iVsnulAFcTD4PfHQPPHh5qSHYfYleR4Lz+ZbY+31/TbV/XAzXSaz1VblD4PQrXzqwDmJtwb4prvKRV/5xGTYzT+vs39H7ljWo3r6IAxwLB7h/2fG8BVzlr0oWvnpW2IgH6cO0TGWvook8POCNG5g8LVigcRF0A++hirglJzXsTdhc14g5aE71m3WbAdtO9Qk4d/0h681jh8/yYtfbgo8KqBSOFD6IkCQV//CgRgXPnzIO/yq+04elL/S/+PcUnTGKT57y9TAlVN5+Z5od+ecnQcBRBK6Ubp8x1Mj61/kzZxmCAaTOOZchJucuiuWZzKf2/pB2rRmS7bRVtZ5lFq6vGVeWb5sPPsa+8zTthI/03YN3t52jmBTtMe5VPJkp2zVhRcvlWWcmKuhgPXp17PctOI6lbLgCJR/7UuDun1ue2yvh4ri05NvRzz073h3OO38byg5bTzwMyhpdqM8+H95bd++4seOYzrcp7aCLZzzXPmfcHXeiGNtHS/CMEFip+fPpdgmbHAbJNt9gl2Y/EaA10bfkN371o1rCMwRXk26ru9vVOtvY2V9seAQnr9Nbmec5xvOKKyfcQdqzwVwrWene6V9pUPGPaXjvmNc+XQMM8SLsS9Ed+cD/Svz9CyHyFSOdcnJl9FAOWOAHeePmH4q5vU82vD2P89HeJzjEwLat8QMYVmBnzdHETl4atw6SPO0ZeyhnMsk+3ot2nm73fUDtveN955aeikHT3zxvTOANM5rmjhTc97+8ufNLb+wc5bwiW6UziBhwBym4eukBXjXwceDlXM970uxZsUYvDt3otD7nS1wR8k8+rjaJLwxB3ZWISdkyTZyMOaAHbUwkV5ckwRGk7ggZSf1X8AIMlPytfnwaBXXnJxmQlYcGrnpf7Ie90sW+lQRvPrX1orfx3F9lXu8wvm1VlzlBQPklGD0VyHnYq0KHOEZ/vfW1/hZnRHDqd+uR4yHGaKPLLm5XOw5dlqHd67uOy+X9InB5/E2B9fOxXgw2VPRw1tte/YctJ+YP2qzHoq4RzT1m3mu9XoTkV3z62OsyV8xPBYwPWOvPOl4z9rk0evX5PaPY9m5MyaneYXyfUewmLXV33DDKd3GvPcW5rCP8K+vn8Wjyz60h6N/5Mt6Ssz4mMwBUSD4kn8UrTCCv/ZX/JNyhmE2Zuy7jcUXXxiXeigOdCTN94jzp1cSspjetionmR/I0l6NXM0X5SFj33ipJ3ToL3neMn5hYL+n2uP6AvlDlOTlMExM2YRtPOyOWT1HaKR7l2ce6/hEDpz020Y/x0cDX8mn+4jmjf3r0cTtOjfx9j8vY336fD2HZG6w6bo0WoPeWsPtw1hMkf/1qxZqZnX66ilD2el14Cn6hsBcn0U39eZcZE3J+ZmLnbB876RRTfJHDWzJfNjWeOKzF89B4NcoDGy9eUay8Y8JU2xg+vMnEwnyVUK91SFNlECBNR0R8JGgmSw5SVf+SJroG//S4nnLyetFMJ0RyfA9vUwiaGEQp9UOHSBJkjJcvtAGmN+9HQtYGw6fyE7DXr65ejCFBEBNtMp74KVGYvs3kOTDAFlojgYNyowsynU26TcmA/fdFYotiw2ctgw087feyJ/4LS55qIdhbKIYNWzOMwPGZh94oMQDNcrPgYNWuCNfWmBgFPzEwRs0cv57/C4vn8jd89j4rnPyhiDqcxFPx2c/kLAW9IfWyWcLT+oWilFzYeBczDpg8CTMyhL0FwPw19wD3pgP34qWT53GgWTQemP0xsZts15szy6z49BGF/OANWrmG4jR4bc6OI0SCza5z/GD99IvNrSPfD0VuHBRKZnAx0CGvyEFKjfI80I9Dkj6KSXGifx96bxPWFNeDOIvrWOD79ABlXTYEgfyUdkW60vTU/R4IoMm5PzrPrnHmhoM2BRsa8PsTek+4rfZmfkWbGcMxrjtYZ9Fn4q78kxv0OHH+E0VnohFrpgmF6I+37MNo+bjNk5sax3vmq9tzw3MjYzIf6wrtF1iBkSTB+T4RYcXj1k/2xraRx6FXiPngUtG0UGD/3oNv8yf4XeNW8q5tuw++iynhLvOK2DQJS2qjxyxfqxJgknn6fPhC+nhi4Gy0z6A41rk255iys+gGBcNxtdb9+qlfto6A6+tM8HoQ8Y+lU9kdJL+4vmRC5d4GPzXX3/lepaHoxDq+GfeM7VamboMd82+Jln4SwOCm1jfjpBsMCqKTBq5HLDvcX45FtCTZeUeeDoDDf4RizAjC3ydd4Ksf/f1k1HNPRjwTzzxK75iTQSmg+MQMnCIlXwqfbSHjHwIql7mVtmArI+WA0u3M6YNj6bph3a5vuFKdOhrxkb2chc+lNynou2+oPVXOtZ4fSIjbGkXCzMvghReHgvviHfkCXD892pBtnOTB68LPetiMAIn4z9C5Vz4/PlL/tacfPa6zKnbmNepQ1tEPZ/4dJJ8A+/QLf5T7kgnj9le0elMxLmdcc4UyjOkcuap/DA99anAr9ZVYeSxekO+o9/QHnal+5rnoWnGcudve2FoOjMHt+Mz3vHB87jrfdy8fldt/rs89+/kzPm55XPl/R3lCu8+8N4HbMayhR+d+O1zRCr7xSvxY8zXjFpATTjW0dwbNDdXDdZ1dh173EMfy77z14RvU5D8GVvsUQifguHbZ/ZimcjlpT2OIyoSANxFsu0HoDXW8Yx/qvu6lhy2vdk07AUPDSJixDXWwdTLZzYnEisI+/nYZzk+7bItK+sbPRach53huJyTAzFA/AYl19Y+yYSyU4/Uv/GcsW2w3sy5kOdAQ2u+fxtrqsKltZNzI4Xf0ey891ipL14dL2l7uJPb+U//HdQzRvkfeWl7+IIYZ4yG+1bdRvAGQ9GID75wPItXcGvwkx67feBIpiJU48rtMn+0gj8t0Vi/gUvs5x4ufOt40gWY5alOzgvqHXxBio5eYoQf88H6GSvOX54XoSrnHb5ZjLku3Ki/yQbPf+s1OSixpr6Gv6X2N7jhE/sJfZW67Ndwkx6hUWYvZ+x5bcBoTuRYy+KG67/+9a84I4xrqKFIxiUYcUOeVZ3CY7i99PNujo31Q3ENyEbyAT1GwRXG+znONT/4prYBxw6yJLycFLCKK7ZBva7xyg8IQsuWu+mfscdA6PsYxOUDuuY3w+n8k9eW8aJn4m3rmP3MNyI4Ry7GDT9VriWr+COdbauhGHrCJRb5Ul+YzYOJ+X5SOKzySY41T+r0V8arJFxb0iXtDxrHQOc99aEx36uNisWV79shZUt4KNTCZnwlW2QfPuKsDa7+ab+y3ndSzdt2+Pztc/sd3czXEJ/3pTKmzjnqscCagXMLv+OaJf+Uo0bNOvClU4zlukGGh7B5sNr4N2JE+LqWb4Xzmph+iTE+gOLi9Ue1d03038sOO8mX7+Hl+YOx5Jt+G3rkZdjG/Wf7PhHi3ilu+TTWzdzBUdPr6K7OnN81wC0vlo0fsWbFKjVDVBj3LZ9d895ioHF95HzqVM4Tw5orDQra0CF059/HjHsoNuab8cFZ10ScFiwCjxzHN5/79/7DPXyWy03gVe6HkMFbCgSfVuxj8Hnwm/M3+Dsn7EZyi/WT/yiZazT2sAPLIjm7Pzzq2vJl3IS6MXNAeM750CL0BeYaAvrkEtqx1n34Ih1KhoaEkYhJT1/FvimjrP8u37InZT6riniO9X6/djXey7XXgyOB9ZTNR5QHwO6P/QWi7+PcCrnXOvsg97UMv3JgFVE+g3/M4Bgm94Q1eQwi5p8La7D9CyzPIACjTEnssfQAxD8/n9oTkA/EmajLzJUrJldft8lla/HWTwLnQ19sI+dQaejrVaXWtxh8qZT/hG7NXiIWUsQOi/iol4v9Z+7m6m3idvkcDPAX5wic+v37v6PNhwpjnTDjWMxLms6In+ODdR/GQna9wrVmrR6+mxD1JQHH9oSdSMeGtdoHM0QbsNTeBkbXck+0NxQhnmWyF+tOjS1OlI5zboOrERa1apc+hp3pX4MyCY56IfRNZbX7lhSllw3pFrMNOH0Nou9UNux99WqmYkQU9dUr+J0LCWxLT0U9IhxgvvbaH3LfNeza/IgbofHcd7DxJiYML7J9Yeq0d23H/i6f2Mh5I9f5d8cHeMdxu6J5lwd38Ksk29hHLKfD1jYaeEOvEdudF82B8iE+kcQneVmk8us3YwPWA3fyWgfWXL8Gi91f6HGFdXmaH4JgMxcREe3YkDjIOk9+Vz6WHFoVBR3ANeq/J5jHqq44abtzpha8cH+tVX4svc1xjTc+VWwdT+Md64eHoSNFZI42wz7a19Ha+o2BTm6rxp6+Pmh7I+Yr3qWHvsksEPPgAk3l2eqLC/X/dQDc2V3vPtPsnOPksOY28/HjJ/s2LgtjzfMnsTIfI8/yHi1xmEJWejl8Dv6P+L/mTliU+YWOtGufG9cWD/Ur2rv5hZ3c/NCNSTPzhYv18FwA/pZ8lc+Da9hAWzcaMKjssMy11ppgGPL5h+xH820f04XrGkvbYt5LDf9IDMnzGqB5n4fkRYD5ZoCSjXQUx9M+t8h60BlaPMBYhxL/oWEr/l3veWxlq/Oi+ACXPxhbxln/4oZozsV5QSmf6gZh5PWAW75r+C+8SuBscfHh5y6vXsiYeOdtuWlD2INfXYxrHMOpO8x4ffz/b5cH8JV8FN6d7RrPxSK64PAgIcvMG3W7j888hPc/99drw+saOIdc75S5tmgbuNkHw3NjHNrzXrlzfW8f+zw3SqjP2F4L4L7o9Ha3HBUk/tpL3sZw3shkZqfakYttI50PZI5SnwMXW49b3FVfvl5/3qj32bbt813q/0vdmy7IjSPZmtozs3v+zdyeef+nvJVShMY+OziAAQTp9FAoqy6kcGy2m2Ej6XTHPTGSf+3CCjfvdkl2sp8EUfVdcSr9te+0nvO7+SsWxoNTM9YV7xnyuVq/ALVDa/KlbrFQ5Pg6se8OXeNR8bKOKdl3h7Vvs333va21uEvwNPBHzHvuvKTw5k78IzuZxDFe3eP8Ne0rofE+w4mbv7xxjJ9eIUTLEGtowHvecOyYIvncZ7sh3089bc0CkQj4JMzSEzbK11nGQd/2cnd4scM9KpjnIzjJKln0RY1msxCMezJcVEcO9ihcIdol+t+SJGNaPdF1jh71StN7LNpsl9p/p9xM3kHhn2+DsMorQIfEDnvdC8i7FmVS7HrOt8r0e8Tjgc04g5aF4XitAbUd7ycmYIylgD7n7uGsT42n9PUefGoF9zg/r3F5bksRsx67MT2xy8pVHCJP1yP0R/0cX0cyb24pX4Z7igaxhTw5t6HqaqYTalXfcT60zRq9RhcS1p+rV67nlSxVs4251TeHs4EP+ncyRVvbMiTocV5GLxE3i59xPYX9SfojyxBxb5LRB/w2zQXiRnEQSX/fmhexn8cFZdb4eEAgZaE8hLI90SXfhLlIVNk1MywQm2r8fFamFFjXnuEILa5L+0suG8yLJuzgNOS3b6oeQLle53hj11w372rLKCftynZ0nZbEdyDNN5Armh626eeDE0NnjNW+IEFbzAT5L37TrcVn2CTgBufKq5TBxS9Lwk62xa5/Af/nqszzpCf2p0LYf2Y8VPWXDaxnHs/WHiqXN4IxeqOZD1cFsNc0ncmQRRQBq+wvbwDbEQSVy5AiHqg7yGm7Svg7v4kJnZzhPDlcYalvewAMgtw0yqdoIV41WkjSPRLBJ2uhwyq/61XXgSudXffCLPnGpGZc54Y/y03H/dbXjnc7ORd7PUmCB+yVH+w306y0tuUwFvR+8JQ//1q9wqaNPCiiY/3NXcGGczxgCmyl47Jl63bweMNBm6QBFPZOtxODdjABTrkTyMNOPhEbrWz2WSP1TToR9iZQfk+Ng4KeZLP+QBJDfANond6ML2r7T8OMzUXIEX6jnQuwV/5DV/fbF7R1v57YaC/JsRWaJOk/97NI0r32pRxhJSbrH3HXXPWwT5hfZQ5Z8bu98a1ev/6a3x5iAmrsej5zFD5t0DFfyjWl/uFiz5srnNqD34xWSBAnNe3jrEK4nPYIwubtdnLJHAV8Rp1/PeYGD+FuhPPMD7FIGg88INA2M2qePs2T2FrtVJ/gmpA2FW6cOpQWcx+hGdcPxnRFqnEPH89fwFCv/bR5vFBWwnZhyzAZi1r2R5MO8eTHGLUucMAu4ChOmKcDmb8WBo4fcn/L3rZ0bknW3P3OU6P0IzIrjT63kC/Ozi7f9JPMFpAFXDJGnmg50AKjzf258cc4g6dwaz0ZbD+QT/YS/T4Pw6GeTCo2/sfwma7X8m5fZG8ycsHI36ilP20U4iKx7YUvSMwzQ8ZoaKZDznxqvsEAOyWvP1Pjr1YIGuTiz/qP8anf7w6ZywRRy5hT45k4vC+LbSK/zmOG2B79M81u+85MTJmbSO6fsXY1xh8yDzyVrQQ+DLweE6ZNo2HkW/lb/YhVUA6Me/zlGAhaYX7FTRvHsMz9ZLRjXIkHkAhH3mlE58pr9B1YZwN2fTSPyvYxkwV//tnfuU9BvsbUdNY6jPZ+mO2WAi0f6fvwiddqus1/AZ2rZWxYHoyLqIw35MnDWIiQc2fo9nKxDs3Eg8YQfe061Pe6CwzZ8i98J+uKMPFL3WnooBZo8md8Wg3jduO+Lc/JrKG2heRthLrvLd8aN1f2geXabzrPiiO+2ndlmfNF2DBTN3XYtDjXvMgtN/BcVDBuC/88q41pUX4V8Xuf3r/fg74PZR2M0eXOuWbE0ThIFxtlfGIcTzymojxpb8Mj5ot2hfB0PziTerK2ZSoaZezTMC7gtoU12jynrrZJeObiADUMbYZT+7k9gK0JPOytHJq1t9EtbcAyZ5u38WesUQPOc7xx3Ku4lN/6ubrvoeIU6MCdEbKmGCE2Rhw7buqNX9sFJPd3cqnXPm4MM+N5EAbPwLVe3sdWXpy9V37Qkr3Ye80+Gu0JdQlnOuQ1TfyCvGhK5pQ19W06pN0Gdsq+2nt09xI8EjZbZIfeWQpdnyVOC0gv1nmFrXSf3mzD2OvmFjuC+1PencBn/EmX/k233BN2su9ScKzbttZd+jVbIkmzC1shn6/8wCCC/Nd//feHr1+/5tt3WM+Rve9VHUBtDlv3D+bp/Yvw2S3EfgHi8alvD6uNn2QirTKv9Qrjpfwe8iQ/AABAAElEQVQn488hEoVVzyS8fHgcaHyLNzcfzC9DPXGg9/rhR9D/HI34GVaHByP6fGNaC8NeFaDto2avmVDmb6Q63wyZav+YS9Q629GQ8NPDoZ6v6/nLOPKxZSP3+ix81R03pr3LTWPXR5vtvMKdta90Kh7lIZN0qf0r7vN17dPjOwlhQ2Q/o9CDIPbBgrEcuS+OJh6Ey/Nn0GA+1loDTfkF+qShDzyln2wj5lwXx4PEY3upQPJkuw0EN6zyTSPBZF0fob9PCO34GLrsYK2X++w318kN47w/HJVAdU6OBu8vmv6uh+UTmg/mU9unL7m9dxRyOjCd0Zwl5Ez7yIydXsqfPogZKgwWs/fkg4XML1dtE+ZFzZHD9vzGdZ9Po58jaqbI8WtYIf6GXdQ5f5p+xhc46c7F5jPKu9ccE4wX3oDovRSyuU9ytjmM9q6sxMk3J8YCxXW7VD3KzEngWUeNHeoNZzNABTtimrMv3xpn7XuJ5ninVdTDPjmqGqEgh5y68SvaurykfsZV+om1PmQizXoF3SarsDnnt1KT0XieHxoZAb3bZ1yPCOOkzm0ysO1mFg60ox7ACUcxFNYGKGna7loYh+1MGzz+mspRxpcFjn72TUlAWPIDLHSdrMLbxvJN+C1wP0eAuz15FVqW4z8rH7Eoua7HMzDTnFfMJ/xGzy7kWuuD5LnH1264apVTS8HzeGTs5vWi5sR+Axg/qo2DTcGMYnUaPfL5QfIZaakljhCnHgumiU284E97vgKnBIAnHghAikGXvxO6yDsxmHgq6Ff9JvioOADXdtdlj6Y/WSG42so4a151WfvW+l2aFe8SJ4MqBI+ncupgBV8XemOTnPtKPh4HYOXrMjZM/930TZqw2NF0CFZe6+Gubvtc5FPIENrQJUe9FjtMcv2VTgXERdvKuXnRr2+rRuHBb0ImbPAxT+q7pEWIMSbDON/B0uZ+ZLN8Z7BvaTf9FZdhg91yE5OrnYxMW6aYxf7686/cDPDNXsYh3/ZlgUJOux06V8k6WQ7XnYPrjYLoBP1+SleLcfF4TgxqftdPuSvmj3W+Dy6WFTn4o77qTbhW3AzfkPdsHujz4gP7vYeSLBirvPk6EU/KGybD5pvOiybxmZXKBawap+Bjd3DS/jlvEVljPljlSLiCf7doH96Fr3D2eW27W7b81f5qI44UbMiWFxvzqsVsu7t83gqX8XmyBNyxmfWb+Y946zTydePWjdwziDATDufGHz0v8co0HqAhwaPy6TSz930+8jDZREIM+4uyk9t8kYz2fgDMcsgd8APf+pqCcwx+nEOYhjlXXY0XU6j2qG3Ypvb54IK9q90M4zZy9gbjYGPF0eHoL/E0jCXAbtI57TYMMQA2pRkMX7fxP3fIsA0/2aDrchDdkM85OOWhsxeOkCl7k3+FS/ukz2QLDrxdPHAu6B453W/RaMDOsius9Io41e9TMrzXL+qsDBpj8d2hUEH+zCyKWT+6+JKlaTgOnF8ilc7Eb6KaVunuxUrXZeBd7oA3CzOebXVEtkyG/xWeR+q/pwUZLfeWQ6jrGwvc5+Dmgi3wEHciCNZ9H1gmZsPNtmui/H4VAjuohai+ICU5rPHghI/bkBiND0rMR3Wrs+4LH6A/3W0b7uxOn+N0R3jg7npHG3ZCD9/8vIsHBfOXLefJ5IpOzuu/EBR9XT66Nc8wGQNNvp0c9ht9VYdhFeJn1sdwghHjua1iq2wa8CPV2FHL+eeZbJbdmObhunP5VHKuMGvdOB9DZ9RmHQIzb5668z8wx/7ISmJ/1YoZA+x18GDqyoNWUcujcELro9vBiKXvTrHjJ3DYrvmZ6tnZ8A5d5mvmab75y0+ujH0QGnEheQwetki1fof+DAOtInizYo1tXxgHL20eMLLrTMlz79Ka1UpvGVo78CMOIoaftGfSGoY1/ulEvFX50WuOAySyf2YJBYdv1c9eWFFatRht1WaGOPJyzzE3rMaI6FbZjQGceTl336Pc+pMbFx6Vj2Ee0eoHFMxDjPcDi+0oHpX2Q5oLgGVUs8bsOlZtN2BmvZgfsdVCdKmKxwOgwPG4Xvkv5B5WrVOVuyKp3TbEN6Nc4SibltvlhgX+sWpG3+ZJLe3ocTLANJ+pbjnJV7kGxqPSmNtMw/NlPet3KqGwfg4rwi8mdGCRySnXmQiAvLYajbrpxc1Qbp7JfpYbnNW3KUMAkueN1U0wMbvlAzUQuJEqP8Ct50CVAqsso/+8lHJmN2NPtF/zYSqNBUKJdu2NR2Ak3hRno8/c8v5AW2+yDTHjT3P80EPX3Y1F/IrnaNmXmF4/tYc1uYfAzTvbZpWPOdl9KcSe5O3W9EmNW9QPgfTwwJ6M/IgRlBwaq3+JwQElWJvavsjWZXh1Oibc+GRmArUtyonTXGf8YafWv+BQrXib7ltNlc8thAdAlt/Wey/66Yu2+fN13weiTN05z2T8jeYhq6RtLhgAUfr4P//z/7WfSVX3hFQciqKrsoZ1PlG+UfHiZdA6uTCx8c1BNrLHWAtZIzC/+we96wTQiI3fEDH1MXBpyW+CMrjajt6TT82Bcz/lmrAFegNv/bt9UuDxzaCKR1lwY7LAzEmj2PuA0+R0+2q7gwwN0O2qMprRmQUNpvwWHLz1+7J6GjJ+KP3v+M2Yb4DwNAZx0b5lFDdgTK/rGr2Z/OQXlYDLJy151A76/Ku6BUkWverXM31e47caedpuXKgWOz9ZZjlWOYHnj9+CAIaJO1UJdB1KtahjkZV2woeEmYfdyXlNdFWhSZEZiwv6fckbEpRH77pB8BOCBDDfkAWPf+epydk2/Kus0tsxdU5l7dGmJOwTBlhp+nBBOz+a/scf3z58jd80jMCJmy4sQLINF3z4rUP7ETs5Tf5245IDnxupQOMbf+CkzaPdMQmKv5lpdNHmwjR2a7HpzsyxGZ4dyXZyi59MuvNtVvlz56OQv41LhhR+ZL6yP71Qg8/Fg5GwU61HTUxS/4TLm50D41Cq4+3QORoOdFtXfKcrS9jbdjcWdcThzxtdASsWDUdufOFIJ8dP9i1XgNbxUGlRXuW9qruPXH6IcVrWC8kmPQ1L28xn3ESk3f147E6C7sCp8s90RWtHc8Rp2jzGHL6BLk/tf4o5lPaMKwqRmgoi+eDTej8A6wdJw+3XvZjXY83Fv9XH4JiPc+bniQbxGq/m4ZtPLAsen1pvAz8PBG19idhn7oFHH6egRDJ95lw9DUnrsGuNV/lfNgNqTdiRNe9H/Jajx+prrIXNzAlu35ruGr+Wp9JOvgqzRgPd8ZvGGjevddRTG0CVjngCO/or/Vo2nuV0faVZcWQvrT1zu2WUPGmf+IC26OP/ECoEw7fmSU58Rkdvq3KsPIJLwh7bR4s9ajrm5fnWJ2q3G877CMfeo7o5Qif+x4MF5hxSho7G73A538uPefhuHeBKLzUgT8rW6PqGcAO/nbH/IXV6UfbYoz2GSU+hQfb9ePkebfJPxaOfcaOLE9p/VJnxH08625YQtn07kygQl6+v8FBirHoPATwHCv8G0DpeDAemaScOREtbVuKDcYc8+a/BuK/mVWba2evJJ55fRd9w7AdJlkG1R5/D2N5Lsq8YNIgLwZi+KRqm85dw7n5DLj6mdyRgvY89d1tWmSsv+lQPz4Qon+ONL6QKM9eJO515Bm6iHD6gwR/PO7F9QNMvpVw1s4wHItGwyrLja3zBRvzH/Oa1xXON55LKY8YbPb0duXNOPMoBNLrt6A5Kc8nzkHGouyy9YtwqJKK9BXeSqNYyzdDR30BucWhaHaLJ7jp5uK/wyAmvxH6FHGX74CjvkFHyq17hBhWVVj1rv+W3/ek7402f4TpMGs9jGUMOu/GmMXQPLD6mZHlNj05oStZZxwmxVcz/2NeceexoLUO+I8gs/7F/bdEYrja0XOjB32s+AD373DBQy3gOOP9GnfZm2qPRPx8D7stnu/phDGjRxrdO63JAm8drLBb9tcTWCbw1SWb5CPkoQVfvANNc1XXcnLfoY6wRA07mN+QefYZRrnUWuM6jAPjVjKZTuh4Wk2Po8eXz1w///X/9d9iF73nY5oorzv0kr8d+mLK/eaf9ZmLyDz01XTRcDYb0A/oyPjABD+pT175ojBW1BUDQQTZ6PsV68SOuLcRMhBj9nOn9AvJZd9torg/6SWD6sK7Bsvkm5WwwqF6nyBqbHs8TuVaxHKpKbstk+OFLGdj9zoEjbjN2mgrU5R81sL8THerZ2erjWof9xf5P+Jpz4JNnRdhHR+ULl6QbMB9vfKFh6BL2CpmgNdqkn+vm47zzajzdXuFpcxzSXvtcDs6Qyod9X/ob59qbwLJnfPC7hrnvIiYD7RWZw0B+KMWQfGGBc57nc/aYyJIyZDzGtbz2DV/a6POfaWAPxg5v0KDPacjdWtp1HNvP44teIohvzBGLzJd8A5g4Tde1uOUam9ZqxQH9JMd1VsqH+92kN1661vw/qiG7ruW5yfI7r7oZRpK7NuJgha02gx575pVuWN6EMnf/zGOAmIf33XluD9t5HhuQg1dtM/4Z/QE79KJt4AmiXg9w2TA5y8X8iwvdN+gan3mT6+7iw2fGA/Mn5bxGP2NhqfQ7MZLXS2K9inFMrK7xoDhIjCTifsfHWp85jVrXKfznRNv6jU77bcCPceE24YmO4U2T3G3AVdgKM8phrTYWvmC4kO/vUDf3AJ7zg060HGhBO/fm5eymPTOESPIG8hCzn7nmEel7HHHYG4D/OdZUm4Q1y35OlgHrvkS88QFNEjyhh3w0MVdlX5TJ7bdO8snrxLYxb+kMbslPNNFRcyC0LQ/xkjjN/YqfsXfZ2df45kWdRB1e0MbemTdf+cxlvvJBjIOm32gXrTuf4MCT3PM184Rpuf8OrSOMxm1vz+ubpu046r2nBeQisY7PSW8w0Kww90y14n/00V/EUKNXfeD+ip/fAAaY30vNlEQGSDqsDbTROkrPBvrAVKkKyAyogFOflRk4GiTUuWj7NW8MKogHzHnJwQBEqNk+BO+JkdphkAlk+kTv1B17ZY9HCE5ofROGKuhEkm7ncIIen3dkGtDNjm2wBRfJmkuMoWJijNjThW9usCI/UZONXQfkvO9jaEg/uDAZ+0IDdSf8wOuD4Y3dtQhKRtsHWEz1JX60xTcd1Dboe5KsPIGBvge67Bw65LJK7zF5cnCP4oRBGRPdGBbpM8PUnIMPdmMxJhqqDhWOPg5j6MVB2YedCvNPldGRlDpG2RtU2pCfAwZtf/31+cOff/6ZYw0M8BKVj9ADXZxM0/VHOfA/2rxD2bRMhxw5/KpX+5LcExw8DE/5zPb0vT2FzjmhKr7bni3a4oZInIzzEMvclfbQhgNeY1ELGftYlBSW+UzeR/3P6mJ6Ha/4rcpwgAsE9HsJPblx4Dghbijv4DuPTcEbJboc/9CoMmzQDnzAGXiaoxw/O/xHbY/4X+EPOa6g9n3gkuDPHxdGuOn7r3/9K/X7/v1Hxo43mXrF2rL52JBuZDc9zzXZLpaT8eiy+84parzUfsIOPD2QId01tioUa8eso9ZnLtADNzbcTL36HV4d6G2nx7IxBwf/Vz1gFALFnCJ5Zkmua3f4sLdiLsAnxOhnfogs+J4lxRPzyICwzd1y5DvLvsIbb83rvqLugbqwHWHQNxw80InJ0W0d/LIwaF2CvWNnylnouZ42DnG0drOWhI+IPQMUHGZC9p11jZevMqrlXOADl3ZdDEdXxnbEtBeOieaoeE4dLY9L0IRPjRVhleA5IQOefDjmUtEZuNUMlYfHJ3HoOcG0uKz7MS6MUecAS04a8z3yanyDzz/+71LSDHpOpnWMf0MoP/YPGjPkvZroDSHDYok42vf0kdeykFv+e1yPUAN/0D1CjRbzHnij727pTG77Pa+XXBCTDLIdMZ6lGkxb3JiPMWnA5TkBO27h3q+RmOQ5RxLxjayk6sNfsWMSi49UfR8uBnm3/HR+v8HhoGu9U3ID/y5I5bOuI7lvzvNVW2vuEr2Ag1/+fFTAmB97EE/PincR8Pi5IHfoquNlyH8A+49osHzoXuVmrcMmnrPps30Q3D4zPqGxDmnG7W8Kma3t6v7tLXMFsfBFj6ZP58sts6VRcfT8oMaOtqVJOuacu11wOSlm09pvOOUfP/zx5x8xj1VLaD5jz8CNIfC9joMD/V6/qUr6HzrEC7r0B0s8nip/4inagxevWEe0Bi6RLz6RlfnYeyQeDD3afOYFOY/vHWluFnKB/24K9Q4JnZFNvjl094YdriwxE4VW/I8kwYwnHmPcjWsievDKjHxN7FIeEzXSSQ7PHg8NxnQl40C0HULCtId7YAUdp1p225qbR23n5q9uusz2qjBpI/jTGGCfI9xXaMEwDiTTuidXJL/klw7qTWB/CYE9T9IoNhy6D2k8b+YkijgBv+qObMMyA7eWEo/jiIZu7ZpibqU9AT6o5LjiIafwE+NlR8s+cd+oH4kDQ3/fP4Xsed2ixMER6/kWePxgP9noOq+ULCdtu/4Ku5YzNlgX4x83PJm7+nSK42p9Rb6qgxuE2F7G/f2kn+M22jImOpOZCH3Z35rx1Ze4nsxcwDmLRBt257Xhmufl04ZymjGP13Q2bz5rQw2Tut8a10crv+ont8Nr1+5+9ha87hkLPkrIsYbfI128NjjPeyVBxHMG9KSfuDPmud9BO7QN90i2tZ8vhumeAj2sq1x/VZzbpyvOo7rtiIzo8fLjexkP2A+hk12SAj7tv8RFxkl7ulkw2CBkbHC7uMk9QsRlriWRy6/z9a+0Ley7QVs8ItPULtuqdXwOvLkfXvx9/64H1in/JybUPoq2mfQvhMcGjP2P+RvYeWt3gqafuaLaKqGScb/g2gzfUO1QI8mgsZELh8tXM/zE8UElaW90RB4uEGtDL4eJv3jRXwfXwakBBrxkrfgPBHqiW/SFEJyCYUOOAYZdwjrZUGVzmRx8FoC0fUCmzkkHg0jmRjFhXV5z01zbqXffJR8kkrF/vrbg+KRvO+XTpim3DgafY+f085UrIZF/YKDO8kB7TejTbRK+42IK79lPnukP8R543AANuJjFWfZWPVxn8ssLTXnCrDQiPvi21os2ZGzcJObs95zw2hWq3WHUm5R1o+t2+xHi6Ffjzrrg7zxQBYzlps+bQPBI+dnKDpgKn0Dbj9CNxNOCragGxqFL93MsDl9uRHyKJ3HQ3frTzsaXXHJ/+vDtW3zLlyNeyM5vARKr+rZ4iNT1uc+/QhofmjW5nY03slF3G3CyG0gzomBok80FB0ZLfpLbaL1+NKT5eXGDQj6J3gKJ8cWBF9v44khEo1kPGaPJDzlIimO8N+l+W+axbwZWn3rXc7Kxn0DCwnzzG/to80as13gxvmn/U7l969jReoHfq3b/lDR7PpZRvU0untrKty8QB83+7Qky1j3HPDjETTykG08JB2Cie1w2ilZe1fxkSPrbiYrLxrfAuNjlW+YVt9u31D3U/VSx+6Cl/hHXjJl8OjoftTd/6SA8jU/LcZZ3Hm14xpCLpDikRD9t/TfNsFexieUCdk15gTLWlx/9W58wYW5cIUd9nf89xw+ITSkIpnlN957qG0Jzk21D7nXAstsGhpkx5eyEWfwOHDT4FmfOe0u/6A4/BySrd7e5+V3zn6W5qpmOYRjj9aKm+XmO9p4HPPpyjuZwEn5Wak5odT2I4KFF7DT9QyfTNG+g8uZ92lv0LF/yamtOdKc9uMhp+Qw3aM0l4LgJjQA+DDm2kBG5iHv2ZE6mqW9HRV/My9q3GN6Qay6nEst84wk6og/cCM7UqR32siflEKx1pJ21wBfIklZ0/oxBCX3ZRbaMFSXiCl/IB/TxR7IuzmnLvgDVoUY4tR+YmmofD1ykKsFP7caHZ8W6Lpum5ByIjrOQPAkojuCF3IOm8WmBhuvWe0DuS4Y3/jM0jEt+l1+VouLUMvRMs7aD63bTob4mZgz+7/qAhSbDM+d6ZA8SwTHg1VZCciU91VdZoGuejJmcAnJ9Ak02cn/f/1dnTtQfV/IB2Jh7TLNi+JuDI45q7yh7DjLcWt/R1jzR7Nv1GzTTmsUtfY4sILTxz/xK11TU3DM1TZW0cbRYfjpnP5TBMmGOypBBsJa30hzQj0tps2YX0844ZmrNqdHjBX6xJrS2HWXLUHUSnGKYcvLo/LAFrcRzcQJN75Y0v98hZ/kNi0xpC+SDTFtuJLOgrGvmESfolz5h3AYOcQNa6rcdP/fls1xnuW1Y9wRnsLt2POAIlF48+FEgfT4sTS7muTTe1qOfuoJKGS/p72v/2tbWwXSp+4825Mo/9jGZhr2NO76lDsDHOLN/06ufc62VQuveFZpOPnOYXpui3X2dBx32KrJf7JEiWFJetjOa6IUfekVPlvWNcuZzxYL5skcg+YzhdtqYk7E5bfzluCo6BLOMQ89/4Hh8Z7m5I60RH8kp6DxKpqFviQEvf4CXcjT/VDor2WrrxA9f8rCv9nbQk05YjL+0X15rGWPFvDQoR7v5Cke0uHL31jFheuZHXlOtG4Z+8Zd9qIPGX3UR7TWtPqVv6MHaKejKp+LXsr4UmREX1xWjJ/bTecYLIoon7UkTJwBWucyDhwsIU94GgiwkX++gbPkoy18qnX0a1/RXOG7d4c35loigRuzJENBgfsr9S8yyjKhfTdDU9Sn81QzeiFp/t6s+4K94g4P5GOJZ3gCbvrtGXXY332O/5LRt3f+eOXOazyyeenloPGWiL0SgPfepzzAOnL6/DLyIsiSCxmiFzz8uv6W+I99jY3JZVPqma4f1XJv9YT+s9StqwKaM7CW7kRhTYDU7dgLEVK/cKkCfc16O9cDgIQPqOndrXAx5FYO+Rpi8Qo6895EEqDCwxniKlSbH+mvzBeeOFBETpw6I2Qtay9o3t72u3VJkARJtJjDZhLHJmzfhTZ91EtrgT91+Ut/4dLvXV3qghR2Gb6IxD1ep5UBeS81GxkvazWyOyTotGU5kJC846OF8ZVHrs77qsT7U6F9hTLfmLpv2Ds99u9w8lctGXONUCgOg2t3DacMa100cd+GhIMm9M9YzDRv6iIfrNGgdb/4ak3tpNXVIDz6CYk1WXO0Yu03sIegOHji3m+5K86wO3gjKtGgHHbTCGM3eWegQc4FJFicj/7svFBY0WKZcbHrbtxlnKUbNstCS9ik0BlQYFYIJoNZh/7AHc1R0nyc5UBekhi1zgOTCAO2ZwGBFkHFDNbYieZIjn31wxjcHE5N6/Mt7tXZWoEfEHNC84aCDfk1vDcwz+gFrbkid2uQtdsgv3bAZ/b8yEc/cHtfYcMtcirvUrCwo1EmSbfZBpf6z6M8rYkiaaMBXPGfj5gN90TsXxsKC3+jl29RMUPDnj8nATzQyPmgjOU86L6FTxpx1Gv2GTT8k5uMPzsXEByEIt9zoeHd1go48z/A4IaPmbts2Efb6JVZ25kKWIcYHSXZUKRvaNK3+lDlm8fBGgA77CvKf/cy4LCybq0tLiHjTztBCtxV+nWPlM8XUxOgdK9aDQ5HK8Bv+eUdWnVTGbjDjgPDket9pHAo9DsccAQw6YefXV+IVvWxPwQFTk/zMlRf182rlCL1Ihq/2oZ1X2biPurh4v+6h2a5fCmDzWWlUvzN36MKJkBhDHF59gWdD6qkmbBME86ITxrIc6Axv+mrq+tiMaU/HS4V8XIbW2frifWG/QI6cLTEfjJpbfy1vZvglItgy7RlUYjmIJClpw65WQfXozW5wZhv/khANuV68woXpV9gEz7wJ/CQTh4F1WOvW9ZysmIOP/3jgWjLJRsJTGXsM+rX/nLp7EtpzQQYwjoB3OsRgJcf+o5p7qdowuralFdRyG7jWV1jD+GKG6xrjETPR0MdHiJ8X+3jkvSUOi7lHD0hsqRhDGY1H+FX+xiNP27cGx2ztz3Kxi/poQKpfT8hle0hG6Ip2ytME99h5jmOdj+YDG3Sk+/k+0OMT2FPb0PmG9IheyhYuztANc69Tg/CHY6ofLU7KX/yUcRAok+eo2J2DnElc5pVnygmpEZaJW2EuiT3ZmfNaC5WV5xUp253xfZbmCy2GqvCa3/uaFCB7HOM+zm2/x5AVgvi205yr33pSwwdex7PsAQd27CMyTto4E/Yzn+Yr+0Cr2kK0PdYM+wx9wZpmvzCWzS0A0gZvp/28NHuMavM9BK1VTvsPPby/7LN2nO10WyItG2XOosvwOmfzRM89uXcEx/waETYBEE61RXGQmgw4r8/ETIO2LB6fjIvz8T34Q3TLI9rnOWiRYUjTSx6LXAj/M373N68F5HzxvPXHNYjj+tMZUgiDWTL04NtLxDw3zzhD0FftadyUNeDBz+TcACe57dy7ofGWBJoFv4kvnx6RZj/tiVUx82ZvHKiInWE94QmOay1xhovkn8LiRkU1EWftPd832kPsb3/aD5YB2Wqb9ODcQPtws9pD61RmlnXQOtr41o3OGHDxtZIPnzmgh7Ny79FZ9ELXUbL0ahaqDnPPdc2yi4huDlLmugTJdFXTZ+4F4qCItvK27FT9XOEpqy+uy4ZyqdHRVAE15hfZ/6j7Svd8rlohn6vvbLyjMNsH+fcy28536e54Pd222BgZkFfn//BJ2Jv47GM54H2d4YwXccqiaE9ZH1jtNRel7FuI17FhOmd81R5c+8b8wfx+TejpXvZB+glKUNGG+w2UFyPT9CChAvFtG1Zw22GOqwoR3OGbazm8K/9Bkete39vy+Q1523VyxyF7m6tkOR6AHUjknimQwYOG9xkpp/cfC9ZeV+wdsbnEzEBN449qKbGOn+MVwAdF22qAcf1PfPNeQHTcub5oHOiYZm2rZY9R57VvyPF8KemEPRm8eR0zBE9ZCIP0y7k9H3Hr10oKYD6EspLc+J+bvyTbpZC4LPYbwEeo4SQPDpT3xZ58cuKI1FvSOFFj69983ftqIYMsjNe/scQ0Ggt4PzjFCMgBkEYYA5PfeyCxyTykaOM3ftNZzBJ5imQg1IAWvvmsNHwBd0ceI38KJ3hQO7he4rWOvsPOjTv1Q0GvA2QQEzsckAKbUY2gnbXoRGP+j4/om2WONjaOwwyi0SnEZGi7fHZAqFO+CwmCNxNwbkwQIUj2BGEvDB//zuaUKdpyw45fsGXq3uzXCAAnvTq1EB9fBs2m6ugZpSnok38TaLpxCnwQybbgE9ull5e/U3axR5ZmlGac1JNOiZkMPcnIt21Wzx7IL/VGL/U3zEkuGYJX8taE4HECyo4GByUnBjlpHLqojX5CRGpQwAdNV8AKnG2ZN6Ljm6nf4jdEHV5fvn6Jp4L1zV58/EXvHgl65xsA5NZTVRGtLNxSNLk+O9EkUnywsKGLv0GcMb7Qhc9xfiEuEtOknsxts2bXyYbXpMYcETTCdtUOxkz/BE0PH9qBE9c2Fxk4O9XTaTVHdVPkDb8ATMIVcS6/1Q8j3sPWhaQuGiBbbGvb708i48pHY1vC1YcHTMrwlbb7nMMrb6IW+raHD8CGPebyo2/8ym7DpnljwcEfyIOuZF7rR/qS3HD0c67MFDlW46n78OxojNJgqfm34jfAAEJ22VhtyMQ4lPxqmz/Rj98nHb+1OPdTw2a2O/ngHb7km+ptAhzt2AW6+haDF9OUrl2AyLkkxj6vWtIiEIzCb3E5IgUwLfP1RoTfXu/GSFMEPGMn5j1geDIby4kKpCg1meVMGiPJvqa/8st6gc966M6zWCyFdX9AXRdU6Iu5jbXsDQk69hWvn648TK6vNQnr1pqL99BrlsXtxljru3bMMOC8fzsTQPxsT9MjH+Yc415wogUPxRqw8o/9JD/GJ19bjyRbZXH6mLWdukQzWEE79YFtEoqCB2Ezug8oXW8PoWBQ+yyn4VwXZ/RBAxgFnnmok5Z8zXIu2dHX5YoebdDX+R252eGxT7zStDMQLKC5LrFuRCUY5v4JG8d4Yt/DY6H5rd0QNS8C5kYOmQatWqp6Ik+F876jwtdy1bPSAUYXJGUv7IPNMJvhOp8E0YVh74mASbhQMV54H29DZ62J11zl7worbumvc3j1G2XV0Qcbad4wTspXFLFpkCnXi9L3qFhlHnutCLIg1LVv/Act9aSO0Uhu+YFxu8uuv7bXwrtOf01z+37fxjlK3ywK+bqdKpXBH3pnMMaw3Obt3O2GI89hg+r82eh0nCTT8Dhln2X6DJvwanwEsSQsIuyvGBP+aRngjddxoy3e65CoKUfg2Fvsu3/Ezyp8iSc4xr4uaHqiYgxGgtYkX2tf4QR9/PQ+kG8j1AR+ytnazaPCrOUqJ+UuQwDm/JBKDj6SfdjI9PwNtmo7+hI+xzCOm+OjHC+y79kPy556l/3H0HvIDW3pIy7tWJR+SJtFM/Ssn2jM+MIcn9VWo5VSWyjYk3RfO/6wg+b0IeeMfadm3VP21N3zlvlcUWkBdwXyD/RZhzP/yXYIEnZkWgx3RIR+4Gfz8Axfnhl75OcFrvE9/H6k6fFmDopk15x7c6A6sn6K+SWvB8Q+jikgVhMGQKgj++N/xwDXTfTguvb+0ZOExhKPxkqz3dQ+HpQbc0vGBijBz3zgH1IlIdEGn3kum7YfhoPeX3/9FbAxz7XfTAXhsA9p+pmY3jqiNYOxwTrpm4xDK0NHHs5G+7qH0LUv2ctvMen6NdS1bopxPMnUtnVxRmB/3pGYGKLCb126LeKtzYU1b72RNcASGJgv4zN5RS3w0/cZqaFPoNhvprPOH/mK67Dxaxi8+yvWJ/SqurECKVkJU1R4veSaBsNojyx/NiMKjBX+kUxPfjA9ekZsQiD3pdGKiRxjn1AGlJCrJvslXyuVOM3wFYh20IzbcuL9p181W+DTNdGX/o/KjzgXaw8t2nk9N8UgrtRm3SBTx5jrJm8bB6abMnd7pZNBG3K8hAy5O2oBhPjigUlER9EbpOJ1mbL4Mrh6oE1sTysar21tL1D4jmR52U/ShtyEJvHXPYCNgi/25A06NWWNMUdnVMacWuDa2aHiSe+jXIaxXLbjWd3wa77C00/bSo/2HIroVkTO9hZfmIr4QEWnQV/73QbaeVRexnFuGVyvuc94VzCeM4HRNyeJniF8+jZk5fXkyO4IIsQtt+PNtCRD+LFPeI5reTQ/YRHzH8lzQVbaB2+K+hn7Cfrgk2dQIiLkzDdBxNmbRyEyllgYoqh5jfgRvyu9xUZw1iODLjpcjytRVaRcb2jw+O773maUnEcjPj2/QscyOMfvol8CYOJSK+GRAONbkh6quX6jb0E3bckFz9AEOxFneJN10OMqybPGh2UBjIS80pT5Pvil38TAMAm4+XB/6sx5schlcK+fii/JRp/rlG1z5Ez4hY7nkwmWSiT0/EJwok7gWabspCmVUk2+Cd3L3EN5XQM7btDO/qBhGOOaD/R1vS9k6L9rLdtCx7qxntbUjgrZZFpUKIOjdTvqUUb/yLLPN+S5PwiccX2ON42aU76TtCYGZAacxkfOxMRKTm7Ipuu+pmf+rq/56G++bbOIzTHNGzm/rxRUNx3bm3rOT3vw3npxA7jDdCOOFpUwemgef3NEwvxLvN6EBIydnA0PPuTIAYRtDwljx38pPRwx4wqx32jaEjpQftiw04W2O8ZmysnNUAp/wopYQlaUacmDKmI6pqwI/jCtBwigOXQaODxIRocW8jEA2KBJ/jbJgQm4TJV47/HB4KzLAzKtC9kU2Aem4VPLtBxUAFV8KXStW4cfhYlqhoxpTj3PV+Cp2BMukyyvo8Y7tPMte37rl9TlawM7G+ODhwWUWLjdqhz75QY+cPqk4zDv/pWfKy7lj7FB/xo3e+H7RzwFzLd+gXyNmy5fv/H7olFOWRvTnLhCTs+osyhdT8WT4hw+WlDliwXltAoLFmzi9TOLR/zjk5jeJcfuru/tbTIkB3nGxPFG8zVl+R0a7QDY7McBnqTNrfqp+0B22PXS+Q+m6/GGIC0e0iOhW38mVTFMPNXkeh0HLruPvMZnxX+/MnJJ9s4/ZPcCehbXv8I/LREMFL/BPTZJ6/z2vN59gJ+Khgv4LQtesaZXBNlnKwpxrXjkoi920Y1jNqFIP+IzNyy5sRA8lOj1IY0x63I3Kv3p2zP+UBkp7UVcJW/VWMvKPnMAP1uCZugndWM+CcJw8MZas42I6ndV4iGYUJUDGHB1XCCTtBd8/VRflRlg9GfjNmxXcf7Jco/9EIvYez7+wAk7pkuHX72v8ZiWTqP/d+k4dICXdzVv42vbIGstU/fexPN0Cye6zlPbfwLAeqqYiUXfRs84p/25JPtbxzFGr6ik/OZ7Bfgb+6q6xIklRx/mDjSinA+T5BirwkT7F11giR+kUAcH3dhOQetL9LFO1ws20NKBTntb6qQao24TQX3W/tr+1rLoSSHTXvm67v4dL+lCLEn/XHv7nII1SfMcc0rX4SOk7WfOkRxi8U1bJ7aA0Wg+7r/SA5g8gOPrhuC1w9sk0yGH9iN6hq/bU2TmZTZOpoFe2tOFHLHu9YvdBsw8/LVZeHzGmkANf2x8c8tqzzs2SL1OLtylGz1s2jiwcNhl5UffHZ6m8Sg/t9sFJvsNB0bOFsA6YmoAh/z4qg0B8YoZr80hVfeVG7pjt7sJm/wOW600kw+H91P970r8b4Rb/EfY2Se+8Ku9XsjYYhK9x83c+7Jf+Vg07/t4cPWcGqG1mf+Qc31IAlxk+RHndh7ATj+iUx5qFbMbUorfwbiV4N9wmn2qFp7PUr8A3dE9kGz0/vzzrw9/xV/+PFYlekTIFminjaNWwb0W+aFR35A4IdPXLvcje08ER63T0QKmQEUjdvE8oDIyAUM+TduJH+tMPMie5POCmDWYqQbqIQFZ15QDQGuotu83bdyH/5seCMn+xtdFzui5HdiaOD+6STso5jldTH554RqR7SKsYV/gKq1RzvgJ+fBll7MyvSgnbvRDLThEPugKzbbGtSF78PjRfmeRLxuc2SHlZv7Ao8RE3+dE0bYUgzd8Bk1IB+3XoA15krJRT97qOurFYGgpz4ar2u6MHHndLdG93mp+AHT2TUGOIrZIuwYRr1VY1TRn6Fob160UK9Hn60/IFJutlC1toOtceRMmfJQ8bZhK8t9YRlb2bfzOKXGUc07oYx3I15RxtDa+oW4eV6jEfwusDlavG7jx/nYDP7Q4a6ppdMdji0EE3aC/1fFxcIT94vZh4DsmHVuWU7r4Cr3j/QbhQeDpkvZu5lGuT6UdmEfpO/r5DqM78/iOjoaB9S8QKZPsQ6/PLtj1S46p+E3Z+A3dR7GTP+kU+Ezj8FLMVB1tj8L7TtGxA2yZP43KWPL67bY7pt2Ns11bpxkFYvQRzPEcxnm+RXwzQS7flXArn9ImuOHd4OCR4ybq/SYwRo9UaWzHVELd/yDeLK+/tOcYuU/lDHKNx3ndF1aFGf05dzY7+JrCGRe3l2O0m0a+Gi4NHIOA9vxjxkuGA4eS+u8Hd/opwc9wHGRydy6bDdQBqEkOuc5ozDK+teYAyoW7EUFfXXiovAlIc0mJM0CN7x5wd225GQwCnrwhxaGKG2f+9pVOBoEfwB4IpuvcctlObke2zjvoBvWUQ20KqhXHuDnpJA5ozScQ9MYjZPxZNqzQqU+0QGfVOWlD4zQhUw38AejJzn7oegWIF+qzsHD/uGEgum4fXGQv4FDdFgeu64cJQofsjzK2Rxb+AruSauW9vp5cOkJ8+4dNXU6kOfnLDvDi+SRyfcP3W7yC6XNMgK/9d3yJI4apLr7yLRvjyjatmjJLbvfPsuEa6YYe6KgcvWifU/XTmKAqVMZ10GAytW9MR7RF0WWxUIzSowMGMvA3kmmMFpeO8TPTFhy294YCLcDyGCS+hw3k1z2/wGoLHJtZ+PA3YGU/0xrtlvWfzWWHkDHGl8uWIMdW6BKXRLIppv9MjpuwlkH/I3ItfJoTEcg2fk/hmPJiJOW8+4iu7LmDwpDEgQ75Rwht4Il7aPDHGOYBjxaVJZ4GtmJJc5BbhwweK1qv6Afe8Tcf2hts8GfcMveYzmvI8fqD1mjPb0WorLoCRH4ArwVMdCbFOOQl3EDJ+lkc6eAQIC3Mugz9oM7KEpQxY9CkX3O0xhtly0AfbDG5LdGYZ6a5EluPVttGDEIMT1ZJSfw+xlPk5+mg6Dnokz22hdGIFf5kLPFF/nlPdD5e03bRze+0ik74r9nCvNyuqICf+Ix+1fmtpLcmxoR90B/QgQ/+w0kl9foSH46X3BudyMKFXtbDr/mmjEY/dLcusJF+rLOMk8Y4YqCXowl4/sLSCYDs4PHvbsoY3YD7wt/P9jaGSlJjbIyvu7yegbN/dzj0pd7NGGGFXJep2vsJk+04yBc+joqK1uDCusMfOmZfLMr2C0srdknejGUMfpHA93x0AbbtApc088D/6DJ8D4xhU94WE7Svifg2bBV9yAhP8fWDCZWGcWkzL/cj16Dj1mOuGJX8ld4R8rql8mf9OFzYDiPNtgueC0mPYWgNWZp/08gLQlRFE0qyU0K0om3qCwEVO3/DrQFX2SsMZX9Toi8zK8DNetXd+vEwZto/h26Rf0PTthnzGUBh05M5rZLImyMBN+bAwWvY2bZULFX8Knttf6ZsOaWHPM9NM/O/4mHdvYUwrWME7SUaeu/7zdt5hSLsSLs+9egTmeBjfQaOCNQ4sh6cDTxGK16l+0+V06Ze5Pucw5iNs0DZKjzyX/q0rc2pE+eehm8duamqLxCOOPwVPe0b6TBTcqw4hube/ZqZre3c9qnZxHOJ8fPNXUV862Y+zg1PDkzasxMTAeMmDMx98KShpR0999UcWjzszU896QFv8fXet8K6nPaL9ZMvNdVtleQ9zgfGcw6c12jHM31+Cx5leDBV5R496qlztCXP0FnrRaz1+QrDdtMjrnHI/LH2T18lgCJ78PyM7wNrjcDX8OluiYLHWvJLLH3kZX0A2wC3rgWkF+nTOh+vtI5zy8vP9vAt471DqUBLrn+t3UPKxwXHakcLAvW8FZpHV+iQckW85ITvmzTzPCSZsb0e9F9pQ0IwskvnebsAgYiLeDMUerGOIJuTfIq8JLVzPYCzKdcH8mpfnAsJ91U2oUCPPuQcMNI9u8r8qPq9T/yFPOSSr8d/xBT8lKIPuF5vzTFh6QE23lxg/Ywz59DXTdW00Ny51tqckq9IWPpkCTUSM0PGYRf1xkiIuNOUGleANQiyK22ciFYIv2tsEWPImtdxAtp2Ec3Hn4a3H9f6jkLGvM1nkQogpu/dXeHhs6GPkMzTJKgDs7a7/71yrh1kCnnNzzntnvOeliOUz+vhGKHZx9cpPvMtSSavwjNlaB/4nZgm6s5TzB5MsO+QrFv6JOi57r2161esgDE+cPXtUbTrj5HwvMxx9bsHE7NlrgUwaYnwCvbtT3M0fGgjWX7B2aZ7OfCRf9/eeKJy/Yl+wIPvsjD2fCq1HoM0Br7GcZk1LHJB8lh3E98Kd9rJjUwkkcJX5XqW5y4TqHkiAE/MypZ9Xmoiqs7YFqL4l3XJHZVuKxNj/Numhie7MiZGjGUZzGZ346+602/dDXOVY0XUqkvHSvMKf98Xe5iwzecgru3f8NUeft9afc685Lmptu8wL28ArwjVWCiuTQqe5W911FpfqdV64Lcd21k80N7itCIuDkSO35Os+5XDr/oeOeJMavPFmmmDYoedrfqGp20VwN/LNQbljnfn2/A7rxNHAF8Hq/F7WLzZNY6jmUCnvxF+r+8G8EbTNAEHPDFoW9jWwGTZHQn3aHKRPgUlpdGFzZgEYEQKMCA5eBJDn+KQx7di0FEHLR2aOPz5sBi/7JuofHifCHwnWUwJTU8WyHLfdvv4qXzwUdWPifNrm+j4/jMXA1ggglKXtxZ2Pt61VZxHZckk+z2CTeFttAJsHe/bqiC3YsXl9U+fwzY+LB6h39YiOVscBYnK03bsecwXqMqfffbWOWuVto+P0rGOq9L1pqJlNrLqI+bdTl7tUNufKqedRtweY1h23/mA8bbKe8VbIRjjpF9gA3rwpuYLjZRJ1tHxHhDqUG+/SGP/Q4/NTURBgZuLpjla582K+wfNAekS1DOuGhs2eRxspaOhnsmRQZeXeECqznc7KtbO8ec5HNjZosOG9CEf49N+Yy4bCczRUHUx/IB9v5Ltbd7wVZs0wQ86jMda0Vy1ucY4CZTyroYI3URboMBUHScCv6kiuQ6C3eLGuOkHkyCU8rPuUIg/YgbK2MYX7iph9jXoexXXwP/TNqkyMv8opqVf7duVPV+h21vSmS1kUvlpxCcRqr3A/DACcOK/owe+16AetwHey4HtB6zQ3fsY62P+Z7QzJiSqUd6Uw8c8zPMRIeDvwu5oGdd8dzCnbcR5XtQ9hegdKx/zc3sHbAX8T6pjAdj0tBurzUv4mbYoPPqMiIo5zRf6DZ3XzuZlyV2Zw4O99Mdls2V9LAO0f1tKY4SNNvJrPFQDrVKc91n2isHcl7r5ggxxV+fDAvzIdgW0F2233lAKyHPGq4BNxT09jS/JVwJmwlRlZ4MKdtXvPmRI2R3MlcCDsmkY7FEcvZWP6dteY/93Hh/GWXPLuI6lFW6tr7rWfs6x62JqWSsc5TwDRkzW1Nfr2vhEmbj7tWT863iDxxWvqrPtVdt+TUZhs0Zy/ufNX7p+EDJF7Na97Rkfacdk1yaIBlhllNy2xxml0Z4xzVy/GT8aw0ErLjJz01A3QeGNvIPG45Kue7zGTcqeGj/547HfOt5JQTftoxNSOTiC52ymE8w3NAfdanNTcJtjx+1zvuoqQ4JrPOejbcWZKbJi60WyARe+PEKvLd7PeB8qeoPfTN81y+W69XXudsO5/SS8DH7Iga8pdyS7eIs2+jgNJ68lhi2H80rzTtn7WWChsZA/J2GFV0UWDNlHdCXjiAXzJLcdF/TTal8j2qVF4z9rB+OtjO7YAVzgZIqd8wbVZ+UamOelSpPzBvUzfSqVdR6eYi/1qcEZcRf/diPONO/w9Jr01nXUuk68uBmYFz7IefKWPCbxq5uETWjRGfMRdf7MJ4hYvXfOoatYGbyOLIirO+ls+Pl6kmnUeqVte57FzpWMpv1sjixrDO5p3DTCiqwBubb2unW+42Prz47EybZy7var3POs6VkG51e4/2f08bBS7NqWDQn6ch2k2gqdbYdVt4//63/9v7dGHkQqIco8Faf2cO3ZyFg59rpwqULDaVzEicmlJcUXMBz6Q9z8FuTAq7xNa3315zohGsfw5nU3X+md4T0NZ2+E0pax0q4Xv2jPJ2AKgHGsl+uAuM0yGS1dlwtaa2n2xRcMJHJuNnpQ8eSbJ33RJOhYsiR8fuaHh3G8so2LLuFCP5GGD8Gt8lmezGNR8SQq/x+DHTjDUGYwmB43MvjHcuq+ajtf6K34CXjxYTk6Pe+KCk4OyLIoPkPfg5nf/9A2IMwcP6KEnb59/Ra/4Rs/Q4/Ngl8/LIWJsat9Y/3lF8alDki0uy0vmvo3Zi17GIfXGQgmrCezwckQc844jGSaKquNch3HE0w8mfYjZInpK7+1nHIFmmEsv3No1QQcfmAuEI5izPCdzjIxJkbg6cD548PXODAjY/+GWQA4JoDFahlDgcPvRJHy1TRZclxj32aotglKOYr/LU+iJQ3Bf/ny5cOPf/0dPIIG/g67ZHxSFjujXOTQEnB95RdxJDsFzRajji3Lg5z00Y43UDGGaPMbDxukYB1/FmLo77ib+1VTDJzED+SbXY1rmV0nt7y1zWXhSxbg+Mu5qeBVHpUWZfVpznCf4de6eZLjct8ABC7+97SoFH3NPxFrJOxVZRz8dLJy3Rv3da62XJ1hRtDRlqYz4GRL2mcaCI8Onp950j1glvE9Ik0UK50hY8y4Ecc1fGdeRRrGSCRswVjgla9e17OjjSfjW5+17hgGhz7DuX2Nf9eBrzowDlBZ37RULAHjdmYE9IoemrMd18ZlrFGPEr/PukuWa5V/B3vVVmWe4ZAubJ8ByJhjDo91N8RB8rRNiK5wZLw7DjRXQIu4XuVMo9B5mvb6DvB5/Ju++4nzET9VLvtT9q7wlOta7r6aM4earuMiTZMfDTLihd9v4q0Z6dbsm/kB+eOF1z0hT8yLgZPfYor4XHWp/M/K8n/MuKF3HSmenzteGx8JX3j5d9kjAhNUMoRM6BKDyOPYy1KnVwqpB+ESqY4HxfrRnzKZ1gjJL1w+qw1s5xCmz48DUiXgQ1Qwe1elQaN4jDWMNtYSJBMufFXmmxrf/47XcrYNkfcdjFPrttKHnufh+m0l2msynvPa92xZtuGbn9LbdnQ++xNN53FjuBUfOdzXdbeRos/wwJGAXdvUc/wEzrSn3lABXth87ceuOY9snjpXTDJHDWpeR3UD6zj2BuRVKWiGyXxTu+pX5xdk5Wl4w1VbGOds3TV397vu3PFne1R6tS95EsteX1vcio70WGlSN1/T8r7esOTmTdnnX8PTNieN81MfcwK5ESuV50x/xN7qg4ieiIHHvl5pI+tqh5mnAqsuwdb/Cs990DL8ytt88qaQTOemzMGTvUK36Dcd03ZdSMAEfBnilnnADf+Ac5QHfiKQc9mPeKS2m7QXxO6JT/OxnjU+rGP13wpvGMe/Wds2qg/5bJ8Ol+PhOA6As21Ey74ek8lVv/uSXz/nwrU4wUKQ9zWXWN3Pg6YJuO1AuabVDurDt+JrvD1cpbQvg8/NX64NfP3m73OMefmwr2hkfJY95dv234BrqpqDfqWrtTb8Fu5AJvrxsr6IJlzaPvGj0NHzM+ZhPKdvknEOZQ/m6w+aO9I2IQdh/oMflS577ajkPG46GVHB1z4B17qtMQauk+FdH/msL7T4S5kCyNcNOCuR1m+M+gzvfarxEjg+LJvrc79ijj63r/PlaBf/Cjv64MMry4ct2O/U8+dZHPpawCrnkFfnVfNye5XjDNd+tD0NZ1rO1b4fn6zj/KxRjUOuY7xkwOEn2cW0qnwqH+lCizg2zcRt+3BwkKfKmnsgYi7+9qldX/qpb2p/+KiffePWOnQqnumajvuSZ+gVIyqvl2nfwGFZ8ju2k14LOusuHvN1BdN3bj6uC0f6qE982uWLkJmYBHoeH7TMS7rwvL+j37zI2b9UXvSTaFNq+MW24HGtgJ/BMn/TbEgHfNpXGMM+k1uuQWuM0T0PzorSYcfH86/7Vvrev7n/bo58dU4jPrqdeyy3uJyIDlkTh2sGOYMLKKiEc2ZbWgfPhRO5qFgnt1fbrd8CPsK45SxX/A2aK5z0mWUgcB1fY60B03Q6fB7yV5rAiS5DrZ4vV3zGYLf7kUy0zNcdDeKYMW3X3Z959+OQe+ovla5Pa7OcBsl9qMdYW3+Nk/KXL5MZp+bE2s+cHDRnuG/E4HGeMAz5GufEWXrJbmrAzPW8kUI/ZTdiy/o4r7STfp9P1p5d3bI6B2aMC2rwYZ6r85rbyW27M3mAUYr5IXTk2hz0PsdvY76G/UVbOXCm47ijDdN8bBPyp3g7bE3EjVTWW8Y4G5gGcF2+5tcZu1LalEHuBDBEMPvxgwUzlicYTYfZDYGTJmjWixdp5BYAWuDiplEs+ExI9MX/TJaFSlVSvb/n8606Gs8L9k46BhJ6kvJVQxsgguZK17VvrUOyjgnbcmVlf5Bj5x8cMCOxgcybV9/rICEom8MAaiP4c2zqU28mzWRaYIB7kPLCbMBAA9tUua9QpXNbwJ5jeSBbY0ydOtxQ9uTsTaNhyVuIdnrIjk89QFe7Z2xHP7b9FJPd17Tz17zP7pvnGJZXVvr3ldCTbwMzSXnB6AxLATj8Ro5sW9joo58/+Ez+LLRcFJxrypN2i5dBa4Z5CfL0fY3XF718j0kqdD4Ya0aZarbx1FgqafvUoTS2Iq+bytfofvz64e///S/NWWE74quiEDL8xoNMwQIgb17RNre0ixDdtM2///09x9SnL2wEtMjA5W6MQ5SbAcDv0vAubAAAQABJREFU5Frt5BhdhdnFguJa45vyDmalc1W/km/Xd0Vr1wcNz1drXK518Gvb3t6KB/WlV3Zse1vezMkreGMMIRN/PqgAXPl25FYYcoCzS7QrDt0LjuMW2uKneBgwMRcZqDUaLnHSzYx2PSiSIDMbk/otea4lsbbETJZj07LdZeY5OOGHEfvcPPULaAKFH3ZQjHuzZANoXEqWmDsCluM0JssLO1HB7WwG/ZvusrXxhXn3U24afnyEJ17EmSBX2+W3fqMTLfjt9QQL0dbNa+vpK7jo0npcxx7JVPtl29ryz5exje0j7lghximV6MjXCMYhOW1Ej+1Ed/zLBxQ+f42OwAh4dMqbVTNRqE3JvrAtp87fUEGfu/ZGfv8UBKLUw8Vd0azfCp/6hq3SvtG5g9N8qQMK+OAYbm8vjdF6vNBYEfd69vgSeydcg98+EfSReKV5XR/MIy90xIbadVGbPy3X3Pq2GnKS4Od99V1KV3KkbqH0p9jjkazrGe1V3yvaOxrsl9ibQwfcio/dmR/R1Hx6f3Pa8N0YU/DBH3leoFLSgU7po0j8cv+Ai8KM32jhY0nIqSb8sMq9AJ9WV/muznM7Isl317Ft01y17do0djtn384GG6TSZH+WpncoNqO/gRL+lJ/i7BT75IwDDaFTaqzH4DhmVkD7q/qRsttX+GM95raYM3K7t3SmrAT/zcRrGvM1d2GiLze/kW/SqSc3BsIeL3EN5nOcG0nPzium93yu2HTM2R5pRy5SLGNQPmHcVQMpNnb+2rU9I6Nj+cq3gnmG6h72LNb20HOr7Te3Pl/jJ6A+5sVAbqw8j3+G8dzZjzlH6wGPa9VzJPShFT+hHImbI+RcQ2HvfT1XTSEjtBzfvvmbTUFHYzryICcbHOOwoZ9k1/C/4ucThr+5WfNgjTHWZ64FPdojrOOv0ngkdIVd6ay49Ff4auM6Pg3jft8QiEs5MdM8WBSC6Yo/y9HmoRaz5gGM8Sq8+72fq31rOePQ47GFl2mSm9aKV+uzfs1eptkARcf02At+jN9kBshtAjRv8yV3W+VZy8BwnZExy09oVLkf4VY6wPrVxB+Xn46qcGdl8Ln5++N7PLTb3oJ4Bvu725GFP9vxit8dG1/hv7UP+d6cWqxO+Nx4zKmaCTb2Gz91NSQsMYHVCvuButdCpDE/V8i3la3jzg9H9Wc57/pvlmym4T7LQV2yxBhs5wzDkHvOiMvk2/Tcerslcdq4s1EFftRfYV3Gv/ap23b50T5HKOJEewYe1NX1SOPp5i973L39KzXJQ6AC67xC/HoZW7GG2maW05Rdd7/bz3KuyaWkfJTkscV9C63ZC0CBpaiYl418FkAG4m4ny8MbwP1g1NZY1+NoFgTZyI1JcB3si2yHKkayUGxKqPsP2tkfirMBHDdEwwB5m1wjyPjA1pQ3lkqD5Tac8erkVMB70Xi94XcWQmd+HN6qIGPaoORmb7kT1gjuPMuDThqzwwd9zegzRt6Qig18BA1BhG+ckIlN5HzRkAt+0IpJr/kN7xAjn8JX2dN4go8YOvgO/5t+zaU7ImuSqX27MpMnbODHboV//CedzLfqvPh0nBgEmfRdFGJSMUtsJt9QTDKg4+BIHwffvFAV9gjwkEuTHfSxLxc4eJKX9PnL12jTgPPZCBpBRepgwJbCNKEqeidAkFXfWtfkgRyG0yHshTuymYJfdKFdFtzceu9mOY4//IgJXLwQxzyhYdFpY4zqN4AGjGGtxyO+hjec68SXaWdfxHTqFgLwMAG/n5Pxoc6QkUK0RA5vbkytNku7NPjM8mMYijGZcyBXI30oqXEQpq3zyaf47cn0cjjxJQpcN5HXC/WgeZbiUYygh1R8o2TEGzFoOxt3vRGGjmH97PamAxraoEDUkhAnlPmDR/xVkTpckoq+IYfmD9nTfmlQaWPaHvl5xTN+zVOXHFQhXehA3U8l1m/K0E5/pSk7hd8UAJM89LXmym66gTbwPEdqDZMMXrRlA4jYT/TPSXbjG7SZMoYoUQ8PR3uiMK9FQRfSxCvhy8dKu9ZHWf5N1yYufBS/ef3OYjQxafPT7Oic807KFmjD5Sg6h8fOgI2f9IibcDHWbEfbBxCvJUPmRDx8IKLNdjFccs3h5hN2RCzFOuSwBRtOFIGa63EzIydgjYFmCukXYyyHHISarQKxxctoeCQ7eg8YrQk/dJWst0terYEDVrFEH3KQO+np0/imeajBLWvmnK8vOqwxPqsfgfC3C1ivkedr3ETzhelC1uQf5vIlNiROZ9lWZO9j3C798IP2f8xvNTlObOFqjwpHOW8IpX28FqBN/IWxcp0GKL+RIs9TNf0cA1HvMdicnHNlMpdg67xqGpqDGQuyIHT55zkXud0HzlmSPMRh49fmOeZn8wAmv7Vfg6ARrPs0+AdSyiGpmj0aLPSgdbQpCoe0QkroI0wjQpY8Sn0pCrdJUIkucGkz7FZkokwa/EOuGPSMZdoEi78j/oh/xnv2h89jkvgR3/hO/NCH/YHpOTftWk+EN35YTujVmx+0u+9IGsEZP5HKepo0Uh86Wn+UJGvMyTkh0afkdvlO/GgzX3LBGONebhznK5a/DVV5AUOd+ZeL/iTiDS28J/JcYPkSqH2krKHf4VyXdpVOWstKkDZc0w9OgR98g45l3/GqfB+VV5lNd/CcKRCXXMDcJ2JZ8c1w50/1o057/GOr5bCcR4hfa6kxvaOEDseUXj82Ly0pc+B7ylu6N1XsNOIbgDP9abdNMgbacDL8GF7yh5h5zAYffuNyq5sgrz+lP3y/eMOSLj762fHpvNNteGofY9/x1+F+sQD9aifTz/iMD8vl9mSXG4zZvsRJDNVInoeG8UxjiAqMavDO/uYfWuHV/TSQ7pdYO8P/eqhA9A7IMe8iA3oe5RO0Y2jS/UAoQqWFkPddde7egD/VhGx//vVnrmUxswXusN0VIa7hkMYeeA+929/sIIELk4atoKt97ApnGH0JWA7Gdjsetrltq3AfQUB7HS0Jh6/C2Oxn2fuReNsDb0bJNclBtQrGjghwArTH3QHotCH92/DsawP7DX3+prDbrZ/r1lN1fChd3X4Nbyp3cs4BCMsDXCexX8jA1zLQ/IwcwK7wIi3dxH9+EJBzu+NBe178Oeb0KgvjN13WbF/EPhR3cpgWNEj87nfMpDH1lziLFqdzfQwRufdtNNm+KX/1Z8wtjYdlWOWzzrQbhpsgKqOw4hs2I1nWuEYbW4waQ6ZhPjWv+0a3Q1M42B/b6IzNvBk97Q+o51JdS8C0XKYy+O+dmuf3fPhQup7h26drv/ms+eC79qi+69+1Vezc38Y4RgbF8uj1PGEazgfE20usS/zL1LJzaiPWDYOPkkbGrfwQIzm6ud7IOQuiBBhvxor29qCt8de8rpOUY4AHCGP66P8V91F99S92VJsVP1sPkUH8jbPLK38o5rddU/DRs/Od11X66vgaWL9QmuYY63mkl3HXzoS+h1Nlpb/WjxQetIQJ0fOlvX3G882KBZ/Kq5YrrOKWRTx81mKwyscestYrLuVgw2fzv+P63D5A75Nx972Ef+4r2h4KmdCJZPmso/M9pWi1L8kzJOd5XfMtD4iyp9FaCQ/Hl4f5jj4w8Ce3XCvcwxvAK8Koh8KN+Gh7vrQa7pyCBux5/+/r8aIlDpbjLYH1WEY2P33yzkky+DEgCqrkccu1HFX2FqO4LVOQ1ajJQmFQimvwjIA2X8lBgFlKlevGfp4ATP4sKN1PzgCQDOJn2SsMZR0uNHgkR8iV+q2Q71tP04XPYngm4TxI5KiUXWi0eXlqkW++cuGRyZJvq3yOgc0NECe2hiS0zbEhgtkmew262RgfuSdzJXNkmf3jcUY3dHINjk3o5/iaGPha2HxhLBosdNJ79kMTVOU5U2h+SlV842yGuK4J3zAjJt1ynnsDqw14LIDLXJ/3e5ArClxslA9kS8erc7jUeMRVfWzmJukoxyRr8Mn9EHQaaLI+okXLrLNAWHhCEx4WgAA3dxpYletArl9UDqRYeHD1Dp7DEPKMtJNh9P5zpXM5qm+Qp9ZrPNZ2y+02bhp74Y2ZZaJh2DX3cJEdkU+WM80Kv2sz/DC4dZw9IDpcZNnPqZXPW8qMhxHHg8K4eBVtzB8tYq1L4nEX1oYYqLdKpnMPGNtoxPA6LYKX+Yyx5LlQ81u3aoeWeNhU+Kwb1F5y4GsdqXXJ8xI3jtBN/TlpRPVLiKHLaECB5WTfUX9uftuZbx6byF15sZZIF3Mnhw6HzJgREpw8LtH1m7+2t2g3/MjYe8QqkNbJ8bIIRPU1XzVcZaicVYauUKF9DXvEPm9B7jqOzyHdg30yRIY8yEa3c4OWHKmdxO/tOpi/6e1y2Upy7vrvtGEb01nh8Wj0pmfJbUfg3T5wavwuC+QA+qWS48/53qfVC2LnsVD1ZH+IFo5lw4DxMS4SktBIZ6y4wBhkWTPh7Qsz8LdNKFsey5dE2kdtM1ztf5dyX6NFzXy8X6FuOZTv4/PsUH5HRtO/A2uYikPZcqsfGbkYZuhjDs4RL/yIw/cqJhHx2QOwJ8sLTwkpmepFqaTNZNAY/PyMbZts08LX5GhdZLN+peOi6DV2DwLjYSCtxXvIt7eO8S3dZ0rt/l2sF3eSDbWHdbzue2+2dmfchH9HsHL8yrnTF2Gmh0s3/BzD3deMV58nKvx76GYaI2wqh99W3sXOyuwKptp2xaNer13M/XEu6cGp+HtEa8b/99XGyJMMXY1JpAq1h8CurHt//fVX/jyU17GJzEmF8f07QkV78Ov5IPfljtcmX56Br9ESsscS63O07HXQXI89dMYHdSb+Gg9vOMUVGBUbzYTMtXfGMTw59nOvb+TkXrs10u92ft4p14i9sJXsO5at39gjVOKhakkIPTWUPhW73Q899xrA9zopWr7O9Kv0ZXBOLCT0Umjt9Ra3+VPyWP/mwLL3GvsG4b3FFvU6iuzAWtDk8A2AWaypxh5OD9BYzqn7lyr39GE/bDa94Ian8mXoP4Vr4Nzutwr2RAfnhhmv4LWh3fMeueLNfK8pAusvUVRIx6zsaT94nIwZpuI8UU6y4m2se/IKmjNhn+RMIK526AEfbBoxmTd+pUcHuV0gptp4O+AMmrwd0TEz5B/9K6rtV+eCjSIr2u16WjSIi/6Z/PxkQXvQOIS3b28zeQRY5id0W2P/DH3YbweBTs+M7YAN/+1x5J8q110bpF0Rj/Cbzm07mY9tQ577ulQ5jxR/cwu+DF1ZBvgJzjX5YenwjvY8YSA/YC1/rhhz/dTujde48zTj9Zo34Z2Q59NwDn1cKK8GtNkN1gkdCkwgAd1GNzfTxeN8UE0k2sLpmHXeYZaLotaj7RXCmO3S7ekkJHm0UFsrNhkq+xtmnd9aaAZe5ZIbA7jJ3+0aTWmKVL9dmMI88U+HzWEXbUo8yFbGS32KqdiK4K8MpVyWLiYnInJ4ET3YVFv/6IyL7kxuC79W1SLNDam48BxGxI7A6mkYtOLC/R7XrfCCJ+85hx6yc6N1tSnUoI1dkldU/Mpoy0f7W9LQV9i1zpOlyMK34En4En4cPPImbzyphty62fvlw1e+8dlencc3hIGvN9jzYBE6kCsFvVHJpnGxv+kz2RBnd+RG4yRLMPwTdgsl2KTiD9FPiybiautBbQqs3ox/wbGcNb7Dg83/AqcP3jNMJ7UpzDyNnzEWhtaFYKFxs4P/I4VQyBX2lY3YhM+24n38HNyYEujing+T7ZgiLCs0ZDdoKSaW+SRfjxK9JeyynP4UXx0SJQf8aOWbd5m8GAzmai+fOZZDR179BW3b/XRjBU0CtCXZPeqM8+jLV1FHmblRv4UaXQbuxgwa2WjFbGTq7nMbdoynBqOdODNr+W3cOjML5B/xoAv0sq0hBl23jNzyDIlHX0iWcSn/rfEGD/40x4iHY2uFrTSPZXBn/uf4HOqQRzrbB0kTP5W5NyxHlIWPoY3d5EPLmDi0NgM7F32PMV3o8IHWcel6CBMU4i9oMC5or+MD1p6KkAV46Cd84/sSryT3a/stv2WxjCPX/F95JP94yjTjiM+c+2UnyrTnPI4s4U/Gu3X0a/G5eY84fHMXWMYwaQz1YTvazSMgOoxQFM/QYEzmmznwVaLHWzEwYJQ/plxQIil2skMNslGUbYe0Wak3sMzo0++4jlbDu0XjSBKaZjN/8NIY0MWCtr60tpe46KURF+3NJqItX0Mf1YiS1/i9Nf5BH5jBpyEGTG2PaiSPP3SlPsPSQjIt22rVT1DWAxqSQbhRC5/nKy+TSTAabIRaPs1r2KfFbNMtQXM9kF/Zz4S2ivv2G1W+8DLi2j4e+haWWUy+F/O2gEyn2oSybOvxs9Ku7YpN+dlwOT6otPXjtX2bnP3Ql9h/vIbzsTnz8kvoGIDp97xRGDisKU7yjeBtS/fdzVf/Djqaj0zH7cDH/7ADcade+vIvqmmfaDe8/C8Zk1cT3+ZvJBTzSUe+JnC4Ccw/aORF4ci1p2tELFzLO8+lvVb55hGv42R+Ill/5ZZm+H7ganQOHprbTGO0i0Z+wylEH+2DkkrERWJnVXDoJfsyXpGp4ktGYJq9g4DlTyJPflR6oCIOo8ba57lmWWeA2/HEns/fzJYfU8dYwJiqvd7Bg7dt1L7XT7F2tDcCIMdV8jfMOkybDro9W938DOe4oO61r+MYCEu1b5gapne5MO0P3Pgot+VnOPgz5vQQFKcXTlnxLxopvy3tecFHqRnI1XfKZa/YcbaF/2jbtzHyK/Ohl3Hb5tdBrdkp5y2VxTvKActPO31lg8n4C9Oc+rUTlH0cP91srZ95nASnPIfHBud7fEOsSdFvQD3mk2S2H8Y92pA1UnoYcYUxrvufzY2f+ue+F83mmBLPFkflpp550c84h5btKLphu9jM7uYZ4zq3HK4/kyNtjXLqrEvNdRtSs34bgKnp27eveU2BPax1GX5otBwQgdmp50SIIFy/I36qlBOLpyudlscHvJwsS/BlH4PM2teT06ZYZrzYd4pwRDVyEEu5if92Hmj0dc0h9uu8fixSsokLi/7Gcb3x21BaFrT5nzJrXLl/2DXeijOgQ8QZjq56RuL3/LItPthDHlM7j7UJcdIvcY70jzTWFvORrWaa8BNNdMprBBmM1dbYQLhNrF6v5l+5PqqLH7yRz/S19pofI8VlxUTEBwfO88HSY978sTM0LDvt1X+Gc25+zjOeco4WhNdq06CV8oAf9qr7cvUzpviWdYzN0Fk66cwKHWj7ehXwlQf95qG5i5YbKfcE2Mxx8BjHbwIAEp6WpctjY7YpwvNoPyxXFi1kxV0V36yoYCqLYOfTARQfjlXbwd2Ow9eIjbzG2sBp7297Q/+2P7I+xl/zlf/Kb4bnfKQYM5xz4rcm6NLHNDGuPTQIXBSxwduIgKHf1+z69b822/T5tBKnfObjoAdvxRuALc4wUHCVvPPZC6hbCRLYlZjOAxb7DRrvJ6+niqOw0WScMT9AET3yi0kBo70/tqdnx9PxlJhgB35ANnvQOifRAMb00MnXUIR8xLDlZMe5v9Z4wyTJN/Dwa/qlDM1HNCq9LC8+N77eyMp4mGPQ+L5ORt1x6T7qSpG7eDHnGtb7Yd7wmvbDdnGFabW3+a15Y/ow0/wnwbQXFIrvL4y1Vf5UfOB3x4OVOrKy7s7RQzaNcb4LsSDhcLXN7YMj9WHrQb9CveT1OGIu5wiuN9Eda5hydBhC/Iy9PfsL2rj26LVp/Q3gwYH9leC1xwtaET+JF3l8/TBBH94AHgTPS1XQcygMEgYMC/aYQ9VRQdor9Lf1/Q6aIUkV+22CzViDHkHIxCdzRCl4qW1gVBuq1WoOOoYOGy/Ji4r8poXqiDcjjSBGFvUhW9RmwKV2NikBBp1HfAMq7fH97/i908DRTecdT7XVHsu5iPRL1UETaeDGYitdsOvX+L1ALgCSvsY3e7ExF63zN9Pa7CG7e8LWYmq6ry4khVi+26Tfp/a2sWndPYNmt2Xi2O9esgQqOP2WBi0pHzJWw3WqzxdGnFzhsgpaIy/6zwjQVtFEQXbhVt4uuw9pGFO01zb5MHv50MRvf+KvzUEvAcvHTK915KuwKA/7mz8xw4Xm7I0HAjB+XuPIlrOPpvPUjd7SnVyLYuRhW28APdYntNxcNvs7VhwuBVC22vEtQP+OYhsTyfpkPKxiOR7cXn3mcTPa2Gj6Nw6tv+PVFK7ywHFMLjsJ5KhzonnLjeG7drErZpXGoMVP0rOT6HPZ/r+S53HfSo2NF/aw3WY1xHPY6zH9HcS47iTujI97qQASC2mbmGMZV4WAhq5gX8uBsIBEkbGiFuej3z7HFtEacN3avTCgewmZelxa1jEPdLhNQfFwRRxhRz9y6TDWlGg07ZufbWLxDXKz7P0zWtJmXXdyfMKnbzpTFfYlAdf1NIZz2czxg8yU044GuZMHQmB2SOTWMjps0DtLoR8cAEPMRsK6QZWU55csMdXr4MxDV4xDePn15NbDdgPRtBr6lKHnfu6dwLLCYUK2kUz1wNb5HdEuW8AzTecVAfk4PHEj6zXHOm8DaRBL/AJbY67S+dWy5Azq7HmHm5PsXJ87uz/sxwbsdr96cVoqAobhwOsYf8SpCP95X2Zf5ds0gjux7ng/09F2NU/gxpx2hnW3nXkDnceFUTC7Xz010XiRHsXPJHvGjHhckHyySzH9JFIHt7694ckC/pANohDO9wVM22VcgCrxxdhn1qEp4pJI+bTMc44TxBkXIe4JlxcnNjesVuwh29rzq3ViSwFkO1SKXrHQ3+v+Wbjt8EVr9rvjzLnmlMr1P7eMH760B3fla3Qb8+sqOToydyQUhouC15sV9m7dduvwJwbMkO1Av6cgn4dGfWvKjcRYw1rgeA48jw3J1dfoB2JC1zQFqv05NuFBVWzNhbAZ5ooontFc8DvGWNc7JxDJkfsM2Eai7GusHmvz+KLVLUcI6LMv+dx+MiqJnnx4Datnjte4HvEpvr2VZ4woJ7cy/Z2Q2jbXPbP2ZVuwB43NMI+gmkkcZyu4r5Oxrmvt1Gf3R0PgmzYf23zu6yvz+MQi3gytXFRnXmQvsUvpMfqjc+V9hL+n+xHvoqVsevKLFgFaQlHlJyeKin8y9VwIZDs0XbF/Fllnq52LQRvDyveMwQrD3v1TTE45Bwejw9xZCHnfl03dFW3MYcey7kMHf1Z6O/++xsV89tWpYwx0eOTY6BNUufmbQRR614NIkU+xXuzS+hi76FhlKWhPFXc6PEXg3wLM3K+4Wn0yi+NY83w6enf+HL3nJT1kzpeSxo2YHbTp03dlY+ZQz53kdU7d0f2VNsvkuNE4HBS9Px4tpRRjQWs2tiRmIwt5r9bQS3qF9Fxk/DV/xRisfs4xHWMmHw6ZkVoNof6TEpPKe8vU5ieMH3ayT73WP9J++B58pfHgQdRj0qn7BUHMOnAfRjiDRiOV8554gCP5Rt8R3n3kOU4KiGWtMI/Kz+B4XF7PIXuOxqW3lnf1PQVaw5ehrz26g7Ns5LzKu9a5zj+tYTsC2zZxfHgDuA/gNh5dn8Nhy6E35gKdHxEOMWmS8tuc8QQ+zlJ/DHRsETOgFQTO/Cjvkp0NzpxisU5e3GiLiz48EZy8JLknrSNeyNZIAekn/Q5wWpmBmNm+qcaEhh20wYCE1cG5tDPYvEl1n1mpHnIgCrBFJMsvmrKt8Txh8H7xnT8dXEFSAZ4GGZB3Aw/bmRdl1eX3g10tXOQJG5Lp9cTc1mpyFBiKAdHox29fhF+wU/5bDbXg3ake5fuYr3cgjrnBSwKGm75//PFHDkYs5N/wdT95TR4HXuiwMX/oWA8XHNZIPjDmN1ZoiMXYN/mo4gv/diQWsdweP70Ok0j+TQCPn2zMD/FrYKP5Zsl8hl7iJ3TLVTf96E27+JrNUS56TIs8xkXc7alwoqMNem0fMpk6Od9tCJ55GAEHWvEXFxMyIU7WNS7VCF+SBtg9maEJjuiwcUc2/jyZ07tLllt5GdQNmEX4Jf4yDsIYhqeb0NeIodxwnWeUiYjtBCzdiinpCd6I08bUmQ/QNkm2Y7RmvwbnGIW25Ug+bZfrNpNd87l/1sOyK5cgboOOcKWXnu4OL+DklqQbOjI/xc3D9hsLHP4rnOFHPnT0myAsQ/IMBT3uCrtEBw6Y/PZ2itLkIWOzyzq1ubKg9crjhznU0jR8VyO37FPeBHHb+N2WI34hlbIKdazPxPIuTXPKqnhBQH8P97STZQsYHYTmuaCgtuIxzgYMhmGM4SPGBLC0+dZwN1y0kdyu2vqp3wCmVTb3mue47vZMRNsl8gv9zWPGdbzS2+aKIKMYZn1Tu+qiAL6nqxEP4Ch+BTtiVVjzZ8Is5vbsnCrEh7UCVjJH2+Z3f6SyoPPCTsqv+Q75tAcw9RGnVSLoS25uSHpeDn2aouoPgYmhoOlxVmlkR/grb6zmfDTGS/Wfy+InCh/LhRjZV/ajzHzh+ZADKP/OkmnTj13gkf8QOizKfs40bVePH+yU+72Ow2olJznuzvjSrodIGs+gIbu3fWSzI99IY2x8jNfd5lrY/CP7ijrygEsbMlsP9eqz2i7BcuxViOfLWFzzQOgA60j+ZnLaMdokZwhtAIFtPzOCgyikMH/SiAJvZMnfVYu53+cB4ol/+Kp/6zvwkkYQqPa332amtrdaZTvxHHBjffGTzKNvlGRbjTkuKPITIoMncVTsMNAOJXAUA5IDmbpPwy4+c4nfQLfso+W50pBVeKLnXUm0tT3AI6qMfZ3lHkGu/cNG9KR+ubZqfbbPjWV5iQFPiRH97s683uwlRtQbJQIrkm22nZcS4vrD+CHtNeAv9Vq7PRF6Nevt+2trtUdt12hrNp873qXmLVI96w7C+KPUYjJZ/VF9j83d73bHAnX62EZofpOvmTsZU6vfzbUd26KKIKxp4Ec03TVsI2R5Dg4pCrJW8DwBc6ZktBS/lkvv0L8Qpe1T/vam5hD0z5u/vDXENk+nxMiwk9IGslvaIAeNgLt+J6K6X3aWLOsDb7kmz8P0hNr7N9v/ppw3ftpbBPKb4m2O68tUqN3LRjrk1+MTnjo7ak0/oG8ach2Hd8RtfiuplZfpbYN53qS1cBjeb905x5h70IN9DXTqfkk33SJeAjyiKpEyBttWnRbtDwau/YD9Ha+xi5rpNva++duqmSnO4EhyrtqjzzPoHOq82rAly0gVGVP/UIT8JeRGW6cKS5t1WvvX9uxvZ3P6fL0BejmM+yBtlBIWDYac5uEcPM3zQ1PLt+VvxMgNV5qmovcl/YZ7l0+20PkN/pLP9MzX9YloqaQNpHi2rvB1P3ecnDUOK475Qox25PeZQGx1XelT7quJJNusTvxjfJue9RQN+RvZgkUmVPAYwafshz/FPON+4ymOxxlrXcnNz/DkvoaBPqudzaDboInu+o7e0K5y2ZdNx72iV20lXWhn7WQdrqnyl/xaaw0z+sfYch/56K+t5+WUtxl9xO45PD05v/UdpWHH3sEtmvCYn3U+7Lir0jyYcJGQkZissZn2y3EgRN9AzYdhiNK2z5E9oD8MbR8ZBgrE9c+Qk3/jQYSjjRWP4lk/z9oFI97mS1ud1zk3oAqyGsbjwHXzWutuJze+82ihNWmDJ1tUDMaKx7PadzDGAFZr24zj/rfnso/cGfYfm80tScdBlXXVY0YM+m0NyZgMm/CN39w3BKDnqs+5CKMbNpvHHfTEb/hIMOe2cHyl7XPfhD/O4eFRk/VTrjFypSd2k0zYU3IKF56N74OxVvm/tdy3yQuBqo/18JzjuteEBfVGVTH0xQcfMFJl7axuEHgWRJPDj++xkMfAQIFlLHWCVrw3vKGQE0TbDPKtSvE6BpN52aBnrAznfg0+atLrEb7xDDfw3YNZZBecHKWsu7fWgavysBngqTM8mHqWBYMJ2gka4FmGT3GBj0PK9+/xKgqwZSSDH/KULyEPXZcNVVYAVQ9ZGHQP6BHg2MqTzxkjDsH2BTApa7FT3ejdHTT2kc2CrDz5/+eff+bi+u3bH3qtcwAweeW3SeAZ/zxQV92RTfzHIu4Jmr48IFNoC3C/8B0tHJdMN0GWjyv/rXKs9YVU89HjmFjx1rr38xx6KT8+/K4UHtfP9D5rN0XZEj/gP1o9PxBLLtN+neCDPZ3voG1vxVQ8MNC/brWDPm8znYQIvsSSYnuM64pdbTDhVqDfWIYn44LD+FWqcl7BvVcfcumbd1r8oRvm7H58hg+0ZFviJlKvxyj2AFBPP2YHCICtVXypqnnvyw78Dxak1zXDOzCVwgsb+H6znQNP7b1f9ryZ/GXQPh4cTzTLr6JLmTTGjRrOdDC8sN7v84zfWfs5Z8fQbETrf473uIe9gQ4XzG+6sJYHy3x11RX+LAuQjDXf4LzCrH16aK9d7CiHnOvD46Bgv9uHd9b9YTfZ1XVyfOP1lxvc7hsc317a0SJ2c960iwt5x8keT3Mb4KN/3AQUGeung0Ah3YvWtTdkgbmu0p1731rzDd4z/KGHIFz3+Hbd1y18OTPXdZaeUBONbUofmsGzLTX/BgRALYQda7lPNYFGJPECrvOGfgjU6UWdVPvVcvwEp8KZhmNX+5OIhzgbkAxrfrWu/gQ7yGO6KMkFtTVBZ8Csvcc6sOZ97JWcz9Db0bAvtn03G4decix+neTO+GiODdv4xm8/d9jnxWZhwdz33xThpl1h1GR80hd35XhPuF0MJf3Y6Nvmk53fk/kNWh6/N0AvQdaLz9bp77//7g9yuk2E2gSSFWItRlyJnUtmb+jU+Vd8QPe88QZSFygaBKyj+vmANt8VvaoNrK/nrgvC79il9QmCVZZ3ZHBJCl3hy5yXN2kKNCut16XSfLtoupynvn75GnHnC5j2e405kfXcW22RUA4Q4hJZm7O8R1rr50IOnsatsF5nvW7VPpd3eO6ruWfn2lZxeZiK+6jWtfZVnFq2fWrbWhY99NTazisY2wsbV9DTumUa/IiR2N3FgxMk/fTAsOUpoRsd8DC/HfjanzI11kO+LWZr/HU5kQ9exIcevLZ379G+0g8ha7w9gt1p+kwbvNZYixE5kUgZms5Tx0UFmh6HK5iHb0ROdNl2K9Sx/lZbrHGx1o+c3q8lwqStnegpu6IHf3fkEMxsI2hyvl3tYXpre9Um+2Zy2Q3uFV6lkfe3akOUM2ZCPUjHzB5z2ZEe8cCNN8u5kJiqnntpzBhtZ+hhj3YoaqGq9piTsE1rqwTrvaLa/k+WkfGO7r8qk+PjjNdZu/mCjyeJB+3N1FPx7sQK/l7nFvMgr/NcbX9UHnJsHH2CbD14vu0o+xgQmpugS5yGFWSMxKnlHZuxX9c+TrR2kPs201973b7K7bpEROamRzRQOuO/0ht0hh1WGX5H3evDLkYsU+WL3Ojk+eDj//N//89TEg8HiawnBbef1bsQwV1G1anBhuz9UUBw/R5RbZ3LZ3fNZyiIxR/ODC13BqnwPLhqGMvlb9Cu7eDZ+Ezc+bQnu/8YsPByMh71bqPs12v/sl0GMUpuiM7e7V3pgWA5yflSTi4inVJM5EUWYPhXgwXWHFRWuiZRJyBgzM/9d3LzNSwyanix0HAsGrZc68Zx7n7XyVP3sLuTdTGs+hX4hnGf64ecuInEoYIL1yym/FHm9Uvw0AVtbmBIB2H4Uwupa2sOjuJHF9Yt889CC7n9DZFHN069kYaP8JoCviK6COC40Jvo0bM+NQiRptMbn4DRBd0RV/PNX3wl+shKsv5ZiY/Dk4juWHI9Db40gt92WB5zhhjttDAvzPyH7Zp8jY7xMy82qXIPXOQ33fYEY6NDe15ejG7GHjf1SZVONvij8HKT8+RhP0VjbBnjU4uuYYgzaFse8R72N5zyMYbcXjeRbpvyzp8ta7ymHf1SdcU1sH6NKnJ4w1L9Zt2xh+R07IItmZBDtOUz41Q6QK9pwMkf3Q7N/oZ3u+CHfWb8YR/ajQMNlw3vdcNxnuPXu+rYQeXNrbCY4Y0/4rPaIOgzR7cDC3MC8B1HBk9VTK/rtf+KTIQJ9pBNDFvzeT4ATvJYPvMGp/NEpkqk9FV4QPoXSI0QObFJym8pRB26Kx79r/HaP8kjmfr8W8aK48z2B29OI64GbPXjPB9aDus66lZA1Gkffcin8dd6m9+GbqY3ywaN0UIZmowP0h5HffWzwlkm5+47r0sAw2Ejyvzpgo3KipPwXJgT+ZDVcpp2xkzDXfssr/mAAw3vo9RO7Lf1qCE4Do2/5nwLFlo/frTfWWr45sMb+AMi0Rw/yNb3QhFLwFoH03edG8CXqcTiFq7Nm/MeEh2lP+3ihdOP84RpWp/UofDMnxhI+dltBQ2RUR7jzPsJ62N6x1wymUD6pgGZ95WdTM+w5tf3Nc3GxFedqniqnGQ5Tecsx3ck7Tui0OZa1+m37HMkRftujU9qwd9zdqtXWOInx0WbG9HR/qxzSkPNbOjfBDbd3L9qTLHWrfjgrTYE1W2NzO3Mchih0qFc+RnGOM7d7rzScNsZrPvXfE+DuXq214q3r4eHArW+rtlw3vf2G7ytwxc5eOXzKsuVLobNB2W0tJhVz0csSS46RlsH2xYcd4Zf61ukTWPiMU+0+cf0DIoe+czaxZgwLLnlcNtKz+3HXEbCprZd8o562hn7t7FHu/dT3T/RRqpzxpHHseWRvJYFTPu74iBTyoOdwkYep5bVHB+dX+KyXoLmdQMjRe75ynNU5Q3Yyqegbosrfgdq6xv1avehvyXoGFGIE0bcsPr2x9e4k+n1Sf32CzWtqkNW0cff8tlaF4VnPqG1l4/xXm10qn9jV2F3EoBvGNupwg17qbXGs+PHZ21iVVG/l37QPdNPb+76r//6K65FzA+gIYf3MYNO8Mt1ZbQAgxyB3eN7hRnQLKOys2FGnT34SD4n2h7+htmAUKn3t8V4pWt4v8XEddvS461eHzNNYA1nvNrnNn4LmFdgZyp7JveTDzzBqR5739hP8iYOxnflNeBNZY5P+qWyR4fgHJ81xszf9MnvxiGw3lsJP87NJYYtneUVvMal+2puOO2LR4/b3SJew26j3uZzA7YcfNHQeYKIrFv8gT/LZr7r/HqE1/UC4Okz3iLG5MPR51FKy9GPA07xVml7fBhmG99l/TWcaVQ9XDZMzTkDXz5Qu13fx5wtfooN6Dr+Mh7L2uBxPPUX+CpT0gl713SlwxG+2l1Udtd3bCtyx0HlSXk8d1/Hr/zF1uZTxAT2O5dPspgXcC6Ll+jK3695s3aVwXXjjdjQteFKc/RpDMWo6eds6GR/+IX5T363rSSH9TAv173PW2Vxv+FDueD3ox2b9ntfYDueF7Ug3GmYSclrH7jGt1z734hGN+lV93fD16Pf9OfrVUOA/5+7N1ubI8e59ao0VHX/+9De2/d/me7SYLxYXATIYOQgqbr7cUhfkgQxAxxiyEj3F8Q1+c/6GK90/Bh+5jyM+Xqds+EAvmndNg/a375pfQRmXOMLb81LaJ4dnKtonyXdc80d49y0nm/cdtnzy/bAa4Ub+1Tig3Vspx1j/cQ22VX5kPaGfrbbXI3ntkvmGM0/Abm6fM5Rpj/xLZh8ZN69NH2H7XXmncIj1roeJDz8sCpYuNEzu6iUHiuOkDps1+HU7vjY2vOeWH7JL9YQA/H3vsy8uHbHYT6fvjqmQ2t3eGBmQEzdSqFPS1vP42rk8NNDQXwB8cip6ZQ3PxyQAbcCw14njO0+sgyg8U79Oy0iBvsDOonFRHjoChC89Ed/TTJTxtS/EisxoaPiI3VAyAJNubGMJBYJgx6Tt2lvy7PSSsRVTmeR9mx6bNp29KWOfkx8LIjvHqtebH6kI/ow+e0ap54xCX2MnejHuMmbv+Eb87Q3WvaTy8f69G+2acE3Ptc1PFHveaVJuTSb/SNOsx3Muh5sDNzuOJZpGDiJlwtb8ECZ0+EEvek+kRiGLO8PIPdFXG/K+qJumh8tseVbvDZ3nKembWo/U1z5ZJ9Z/t7ufjPOXhpnh9Pezr8bCnNA6MhmOzY7nceuQyNa8DqcOnQOW1/YzZsbbNTVPtu/8zSt+e/9tOEb0meX9Fee9bycCIdKqB5H8Tig/CAIO098O5x++QN7pctjcfK1fVm49pdz3eMgQx1ovI1CW7+ieaXWx6llvEJ3jyN7n/U7f/cLMs5RdPkRfTz/8xqhPKLwq2WmTk7mCVgryEUPz6UMNm94XHJj8tHhC0rGsV1uV4msHjm3n/mxOPTanc/u4ORk182uca5y8cSwKuWfLrfzMLzDql52WSf723QqhWc9XE4arzM5BME9jcWVo1rMH4bPSgLQMceXDTValtIH+fx57aarbCsC5knkwIo/cLI9UE402SUxxegna2kTClwOjy/pJTx01XoPyX4TK1lgxDiCQxCo4XHnvmel42h21W78D2rbb8Z/JudZf8kXZsbINqUq0meOg9HnEZt2B0rXxz733JoXSmEsVkeVjJudMbd4nkn/Bl3s+lKGebu/yz0xZp7t04vx7UeXvsG46BEMq1+GW/7OZ8rOZHfrep4BvXkY61mJLOvxDPfVfun/ICAvMrqzZebVg3UC2n2dOIm1r3ufY0p8786lO/7fXZc+ynF00sQg//7q2P2dtljXGb/j3Pn3aOA457z694j4Ya72CwxyPLIveJDb7wrihnXyvSHMi5SRTj3Xwdf8xtwkeufePo/dsJ1g2QePCbpULPtd3hdGAWC8INMxP+F0mP1/N0933Nfq8pn5/vOf/4wHauMGfJ5F1A0deDGKz24RD3DOB3sM9VhOxph5LwPlVZTrFisHr2+mW3vlO2C7/8AXrF8n2amvbcuzobvcS5t81deCr8yaXjvdisyDD1zDYSA9ffSvkZbf5V/aHgsN7YVqz2XH6o7MsVv7NcefMqTjO067PzzPmqd1KPh99kFzz5f4xPWipz9GaMkq0a/raP7G6u2O5/67UvY4Nwur7CyYa8h6RwZ0Pmft12nMzyU8ux2GUzIOfkTuK3quOOgQeb+tIXdzrPOi6/p31K3jIx89lssDM5ilcWE/u9zjbXnwxPd1XaGu7fZ4GN/8Huuy9nY+a49asvk83n7cH57Ya67fZd/Zcge3LvaF2ztf2lz35rr7HS9wOr15An90kI97LB/h9z7GZtza76BZt56UJ10MN54Jq32mM55L83H7V5X4m4N56NEcVPI0TqqtOf0V34IzxEle7F3KZ+ix8U7VpF/vsy/Kh9Zho+9KjnqnKdm1LoF2Dy+G0qHoOg1YspP9lPR/xT/F/fWa+btED2Ipefgj1lQuhrSDc1jpr3UFmk9/jivVTOj5/TFoxk2hNG7lMTb2gcsNJ/4Fk8Rrgt6p3tHC28ZZ6ed8Sy9w+d1HXSikLmrLyw16xKjaEbQhABpfVDPd6FqKTx8/hT+0KcThir4EJX+CkBt1ydGiqZXU0izfjMvWobA7XOYmNAbuvLB6wAuQ/EfAy0ZkhVeTkwe9NyJm30tw+MMHyOu8wDNtwje+nc+junns+tDWJMXvOMbuEPcOGTu/9OEINHWNPbAhIj+hkJ/s73yCM70UNsY38vKVSvFkJzd9P3/6o35fI21fT7R2+c/bDCLF3XbSVn57gEm/eAwrnzCFJyPM+y7r7RtKnBCQT/1mKjgMep7yqME/+A4lzUevHHKeKCdA4Yk/+U8Evw8B+w2gwe5SYBN/frBkm4MGfuTUEGl95ItiZ3hB9lotIvlkWDzRi0+gq/ZOE/aOuS0T6tq9QLzJzRucfCNBiRSkLWYxx9jf+Nx2SA98EXHOSJoGnwfeiKzr+Nzs4T9lLRo9aUAXKL5Ic48tXSxj5uRMFbKOTa5zVJywrfIq8jPnPvoI5vqtTFFgky6eWpbhvYSvWLEp6j3NJys4W/I18V43U/jS8dWTXCPZArrr4bbwki1YrtyW0En+LUp2fJv5Jjya6Cc7n8vp3Esm+UEPdnmG6Jg/X8/fIobNCMjeflWCfeR5ftJ5DGECtnRXRJ18wFcJHjqYNt7BEG8IQbU1P/FH5aSxa9wZ8n4JX24mmtfX0RYn26iWY6OW8+t9mcVbce8OCkvH2PsevpEM/z4o62WNJ8vtYwR3Qk75TL/dn36CkPmB6Aw1Bi/4ElD0U+n51nLsq70/aYLEcBiinw/5QHZ/+DRsHv053plnodfgj3le8tG/z1nmRznnvag7Pycs6OAQUV98FNuScUi45Rn6bml5lm964Dyo57jhC+Oyrxm7b0Iw5ntTupSi5UO+UetvreAo4z0uHTf5n/2F/Gy49IPZCMZjdk97ve/eEZ1Xlku7vj2HbNbanary23GSHeG/uCj86XPs3wcRvL5EzM3fnPa24ZTsoZI+5BI/ctf4GatQi1j1g1z0mLLs5BXhMi39cxxkHnuMJ2belMjaCC505mUebls2bfcB6w/JVU4b+/8vpfICa2x/94tyTb71N4K75eRI0saH9rH3OZ77vG0pXuY+xs3W32Xd1Z0H5rW37+gMNz5tePghJvkhsjN1irE01jZyJL22mWr7rIf5/2zZcxKdenxS55rApijPEYyxyPz8xytZsWXXr9uf/NhUvHigG/rsPCHHH7/i8LxmXrZ/TEtDtmzLvmaj9TMt5a7XIzXTtm3uMAxeV/6ZGYrRUNAXEvMbpdFNmy77zP6X7qKXnpqP6Dcu8EdH5Yr2WMlzISj+r/Ls8ou/5gtYM14M777xeBiXdyZOqRPjaOwV+jn63D4U4qEmLPsutMm1hp+e4nfrvQ8YW6ykRzeu3/X0zjUp41RrEHuKYBeXRUqTWkvP68jvv+eVwaHn+YJ47QuF5m/oOkaLDwOFtZObqrZlMJ/Fhd/5QsLEP1VkYsiJQRDfLyWYiTa//XsiGjDWYH1DcNDE9unD9/gpo3B6xj79es8gY5cDYeB4IA4d8nwq6tax+6dztf8EQxfmHeIpvQTfP4kt/Yo7Y0FiiS+4glOz3ISOvlS10oOuy7HrRXj0ViuhFl+N8wuDAUCfz3/+MfdEO94qp3r53fEcC2M/hTzjUo/wxVF2FuV9zTprjdQ+F2zDydW+T7c8l+Dm+IrSee2y06GW4dD8Zw4F2N8g0zd9sZkxqWs26EV+jp9ffknNmrOErvx+ifTfhsQcyejgFcs+HEPHWuPFvSrp441S7OHhAT3nYdCaHkzz2OviUp/G2/MKDO4buL8oVCP3laNYcT2Yu7SLux/E5m29wfd5MvUJPzniKvIhxLIoeZOL9wwmyj1DwL1mc9fk7lC+lt3O346/z3H0WYeOd1cXboyBGAsyv+R1Gnz0iK/7XXZc6sClK/qtOvocMaBDhy55+MfX0HrXS3XsUe7/qnnIttmuVQ3k8aBERHZMCPIJWOVb5g7gdfS6MLO7SBb/28/ya9Gik3Mbv1L3/sI04NiG1GrIMC/b1dulp2ro5r1B57XjuW0cl+btfkr3dZjx3EcJTIfyhbb3MMCxF1jR6A1rn76wOQiE3BDChJktD5hSyV6Bxiev4/sUf+7bJ/0FuTfI8jxyde49v7QeaSR+UWA0SQfE0p38v0Ro8MasvKDiu1ohCUfLs6sU+XRRZkWgC4YTce022DaeZUQvic6ri4PANJ1TJUyHPq47eXxCkz6ND9T1wN450Hd3oBf625Ydj43I7x8+x9fadXPpES/1SRh128xNAh1oy8Iar2+Oix0ffo8TqfAPNv0RN30/xonVH59jUASt7cRH9lOHid+Ln6gk0ZMA/wHib6bM7I2Fh3xlF36gnWijgl7oaP0Ae7Lbcd0G3xcevscFRtGOSST8lb704jL9hzLPD/vdSzj2AWO6cd4840LEPA1d/fOM+r1+31A3VdeReQ49vseJn+Y4InY9uu+vvbI/fepOfJpnWQDsKXJNPv49LhYqCCZ4rbQeuZHCiXE4f9X6+c8TP8fcNuZcMNKFRYjFp38T76yFfQshOTgYnJEfQiGVL8ntKypu7tLAEM3rbudEgFdbeyOxSxmh3MFzDLyf116PYclifmH9SwFmb/ftbXKMMUGcTjnxWJmRnIEEXx6C4HDM+3qg/uyuDwZt5JQOa1jd79Ssu2V77oy03Y7QMkTpRB6t2EhyQWhD+8VN9NJfMZbO5Tlq37/ETenQL7dlA9U2FaXzW/rjeeYf8HY/9Pyiz7xcwlM4zFvhjbhZwhiCJzdfxz4/20A7P9o+2aN+OsxLGbJicNObdYsp1LOnMcgd5h/o0dvxdP9epj2JK9/wZkAuZqfCyIl/7FH+nQdzh/cIOUBCODqU78PhYVs+hImOeaKqtepeT4+Xe4zegyznRIef6sQWf/fD9C57X69bBnGCh9sd565+knuHe4EPfdEPucxBH8akDKwfr+pkOvG850Hu9wuC4r/iM360RVjhXS/Xu3697v5T+ZG97jigQWfTuuywjsvcV8c+Aqvnv6GW61TYl2tVqlrjyBee0FPjnDwuf/umaPaTbA+OuZ1rOMjsvmxdL1f3eXJvv8woENFHF7XKxk5/ijf9tqHj/p116XEvIS8gEtMYr99ZlP8Dxyne/wE1DiJ3fzzO251Bz/+9j7bHk6X4Zryl5M0Dd24MyKNn/CG5m11Y53SdRQJ+Zixsqh2akVuhSB8vZ3lYfmPwgetroOEB1qNxHs76+Mcff/zG78/a11de0PX5WJhMXW1am2SMI24mfIyvX0ZtwnvlGi/beq9Fp7+vw0e6Ulu4xfmxryfVhXBxsj7Y9Mohu7tPgmpe04j6gQ8y8DeyRY+G8cf/+MuxD+jREQrC2mgWk+2QTy9yvueD6zsjYmFKlYk7mCC/9tc77bU95324xo13GW3+m2/AYf/u7qnHzrdbFHvReCL3U1xPY0+qETwZ7ISzjX+1tiBP5yHIfeecivNwxank1TxTsCn0QQU6XxfD3/aB4d9iPAKjzwenolyd/Bhlv3bk/v/60mMhL1hoDuj26dqNv+j0ijXOC+OWrwyRFLVqF+reV0o4XPk+okQr1ibl2xrDR3Tuq/lAcn0d4HvMz1eeuskE7ZrLsjy2YS8dzIHI8VwIkR5K8YO8VzbW5drzHBIZ/xzpTQyNnVi3wxGZVzHGjnKYhhA/fAMuc4nnedZe5SVl+fyZOm2oPkQ9+Y254FX6zvzEq/dTt13gSsbZ94/lv5hIu/CfbXvOSD6r3kfbW1y7aHxwso84O97wS57d1F5fxQ/2fYbB18zryj/Gj38WDGTGtXU2nphoPSIfve9T/gU/BnDIdXsInUXqPw3ryk6UH65YVzOwDvblFBsI4PIHzk5neh6BH8YEQTgj22Gdv2FChDpTCOUARZU+HJSw6LOz3AbfMDYGXRErD443g6qPFornbBlCXvJj6Mq/rrDpomTT9X1cOM7FGhMGY3SkCS2l9UwU0A6HdCO5wrKYqNmY5U3LIJIKV+rSbSx9qd+4mDd0h1YbqeAzYAfxFxCbEQ5eM8p5Q9pr+9WViwm26XcUZS+D4HKME49cgGKjjt77BiefQsLocaB3PiEZkr1oeUNlnL2Uv+uC2KQbfOOyXMjm4px8qYW3uBjfJT0ZuzFJYdv+xyTAE6oZ8+A9v9k1wuXfGlCsKp88iZR04n3wXUcIO7zgs8eKy/SZcpzbEVtixJFPRkW/vlWyjpOFHbELvI9xPfd7buah4bcsmOB00kIeDHelLOgZ5hwyEbk6Mm+jU68lpxy/izH8V/k6CGZRcZ+gqPjd84xg4pC/3RXCvoabuK9ZF2xEP8dZKOybZnj020i2e++G59IoxUdh0FjMnLonTHX5jTeOvJgUJT5LkVHKN3wSHXnMUGjqEKbHT9o7HG+7wJ050hZO0yCMi8+heWDWxrFkvF6zfOYlj1VpOHhEw/DfI19wH76aY2pBli7kPLo692dJrto1tnmIIccxFbA2a9wEDj+kyx2YRVjqgf34ec857EIuh0vq8rHzAIjsmXoxvlKMeDq/jJcE0RBRUwIAAEAASURBVA9O8ZJR1kFw99tgbSbsC+NAM+vDvC4z5fHVVY7BynIEjM/hHsPNz76ZeK1iXECFbwTr7LbKiOoK2Fp/z3VVxRBRls7c6PrUNGDcrsq1p82vXJjAPv48fkZaDO39mz4lp3JhoMxCUt3vMer8sh/tW/BYMw33mJjsphWChIaqMNH7iGoffwPBvaM0vtZcy6MTHWiTrzw5lLrTjnXg9/htPsD4A51zbU6a6VV6o1/8y67eHyjzQL5kfvlLgzflZb/zXDqkvFiDFLUx1kIv4Klr9NiO4iFB1oMWfdzc5fAanI38GPuPyIG8cOlXTAR+0sVAo2S/kEfM73CyXAHFO6D0CA09o5YXB0j6AHNjIV6Ok7RwC68lLh/z2yP5rZgAmOXEGJWxvuzgve25l/ybuRFI+QDYQE4/hmK2RT5lX2M7pESNhdDXjp8CZYn2UYF/p/fAJ7//+uuvjOFkETo4fwp2X1P8nQfyt+ONerYHDnwD93diGHXPme6nLLqVj/Sp/ntt1h4k1fwdMokxbhn5B7blkxO3Bwr7L/A6fafBn/DjHzjxC1Oze386d8qdGNdKZuSIccYUHTiGrjQ7n5Ne6g+Nghk3hPl9Q8iN67kQthyMyc4TWHMXzXk4ht77zo5RGaN0B1/a1uXSMQC7PoWXHppN3vKjAwtjdh7js85T1V/nqvLfM/kW0OkMy3JVY3b1sT6BrfKqfxrJS9XyA/NlzeMQ40vnhJI6oZkfd8x3u8ufotj7i48s7Pjg6vwhStb6vjnwhmTkN68A0Q0s7cWKr2vD8X39zS7nwVV+dr/oeHS17umzLc5+mNMDZPdDzPZWdCmZH3Q8UwT6HOULfTWe0Ht9Ogxg5YXPQe2v4kzN+WsoS9EOc9+r5dkjnTrOlOa0qXHce6nXdvGs9xW/8Na5hBysUdBrnQdzJ/NJnkAu8Si+Hf9xffWA1gyN0z/++DNusOnNN+xI9Ac35YvmqaiHWM3bFf/jHMYJWijPOdn3vIVlzcQvVgQDbkv044C/60YOrbO6+lS9KSHGNkNa+x+u78BotR9s8/XexteBjjaJ/fzM2MRFB/EOAQf+E7lVrLNkyI7WrarHz+jwXODxjvmdMnml/B6vwWrOc57LgjKVjv6xkNa3FekL+FhY93llqHMpNO8j2/G9oITqHvPq2+1nuyHfXHnkef6Slyv/U7wEc56y9pBLYVpcLPg9BvpIr4WRaDj/+xR5jj6Mj9hNBb6/KAKBr2ctxEvDchdg0ClqnhbdztObQC0fNDr2FnEXmJQQdeu7q+65aIGOz97e+Xj/cg3FwBwdy5Aa2qVszrDjGHyY6/JbwHFew8182w2Fx0Pitw/nnnGz6+zW7FpUGXxW3vZeYer6EboFLPSWLO1bqK/0pVxf9olZZFVeJ+WsMGksqki22mqIck0+/fb9r+Ax9vPBfIYKGdGoOQs7hAdzX/rpgsBnDtzt+BYJBR9NA+WP5JPx0XW5yWvmA7wYE6v+E2+ryJ/h2hDEHJb7jzDT9wd8XcSxNvn8begy3l2zzLFCC33CD5zfaX8j5zOX554BHmHiFwgycJx96/wsB9TolzOIAfTXACrOilHGO+gg1WG42/aP4KINrgOfeFCXL02zlj3/wDePoAraff0UY/GELzGVfo7BmgPVl34K5vNadTD5FudiYwlYlZot2zcBS8VxXYDPGvucdYNvO2zXDdpDsHmAlHwyFiOGLZTkrHNTc77GykV25B55mNPIiI1xFJOIHw4d42b2jXVYbcUkrxWM/DOe9CSu0tfwyomrudgI3sXWK2pCOp5RDMMGDreZd+CNveTPNR+FP24AQx0XJaL4hqNyEcLLUZdFwu6ftsySe9/TOkHSxGhHPSV5EWHnt7d9wc2BfpHtLZrdw+SmycuotIf/DMqyZe9IIsDpzrzwGDSjneTEIpMqwS9/RMgVxgcUu2/uUGdSMRhCFybtvPYYBGl2DBppPSatblfmEpnEpKVJtctJPTvgUPemv3ftdOhoe7iY+OHj53xa6mMkNTd4WRBzQY2NIzeAWZA40Mn2ceKkTafyk37a9LMQQL9fFAPn0dEnaadD+i+ImITz1Vn4KF83JxvoD5F53E3joRFDXAqCOSYuNPeEmAzuPhSw2WsfaOGc4KhsiL3rhbpsCbviH/U7bsinP482p2APx50fSMjV3r0t+v1zyhp+dtuLrHMJ/v1AT74ZMk/4ohPc8l/HvqtXfs2T0kVMRnEQ31t+x/1XwvXEISdctZGdtrY43cl0HtNP/QWSQIqN9MgUxh3yKh5XSepz8tAf1O0MoOtAL7Hu8xdzWN5xTLrOp8YhdKfDuk2fBFLPB9TodjNudaxyTrwLFlSZEvaDRwUYvzY/pp83p034VGrYseG5u1tni92nnJfenm+/8SR88Br7rUS936S28ZMXHUD/OT8wT0u2+NSbI+BNPlHKkuzzBv9iHHi/7sDv5ftVWKZ4KM0/dNMn2uoQ3UqjHvznExTlUskAY6XB9hq3ltJhrmusskGuE9CRqznIrCX48mlPH8sxzGNLOksGfOM2lEGKfjRtMx2rLRP1pUrODQOTOSIfipw59hKLIxK2sC+xbUekAUSHOX1Bg6/GRgIf1T7qNX6w1cnRI6nVp9gQn+7V6u+1O5xX7ISP6cFXvWK7ynHruU7GXMrBlvk35bTpos/dvZ705MADY6x/jsGDat6bJB46jOHQ4cxzungpjcHNE9UYoo9k2z7ywXtk718+Pomd+ea6Ykapf3go9EQH4/S6UDHCDvT8wVtSov5E7hQ18CyDmUHHwYkm+g+U0g/d3tHrXfx7wzJvott+2tv3lHc9qx2KrXBtKzkxTieiIzI7Qt33u3ecfw1c847tveM5lpNMG3Dtlzv8V+HyBzm9+ulV+v80XvlB41exe12roifmPQ/OPIwfl50TwW3HT/Nc9PkEK7Ayt1p750xsvf4RCQ7PNhUXyVPv3/n5OA+ce/aV59MaP490u5snsFoWs26zb+Dbv1qG9Paf59Os5vE76f06hm24w2V9mtfNZiQcmRsqKXvTqfmMXImrMsGbPU3sSHN/hE/YP2p/6jy6nAsM/rlvD7o8DjK5UeGcBIf693iQs/LocXyT7wsfaM2xc/M6717ZU/Gd5/9zPw4m/W1/nnbVCABj5Qvk2YFm1nLjn6TFn5xjny1fOc7OR5B3KwMSIMcq9XeCjhtTKeLwMdGs2lhvDD+QpPze3+sdv8cdeOlXWLJxCk87qld2idY2F64fesm5Krop8416MYHlOdAcK53jtY5eu65XrL8JMm/qaJ3PC7pNVOp1GFfk35zzyiWN8r76eH4/08lH7lNOSq3KW/eeS8fv3PsM6ty55kuNj4ohMOtFHQdx7Zg4S1Lhqv3os8ukbto+h3t+ZD7Mw+a6PcCc//gITq7+baVluOyC8lxlOGTuE4yAaqlefITKPJTNtHic9zBpmOIbgt1PZknpOFJ3LKhfDzN1ecW4QsA9H45ZySeOK65xBH0+JxSv4rPyKLhy0O1NsMEvl855CLxOifikU0u5RcK9roF2cDv4r52H9PFnkeHvsU8oufYDeyXFrvrID/YKioNL9ZvOJXklOfR3HPOwFj9TmlfJKLmv8rWe4JN/8eOqwYRZIxr55dixgxXiMH7OKoHmzRaET47ClSMVVYg8OWLA8JzLJzyfdcv591hsODmcwsafegxSLqA42fa+gZKBNr0u7g1bAiET5pLF9U1feBAA05tnLy03uQ6FH+Gb1jc33N7L5BFMU8dQoi8kHXeGJHc44JMmsWkvM0P/4c+xuGETWBxT/8BP/8TrhtyXCPHhb9fUAiZD3TZeL9EBG5DVv5HCTaqP8Tu+3PD1SdOnz9wm5eaz+WbKB7sgTjv6RGvDZFPaG/Z9zVdQu69r8rhumWBhjzSIm8zBCr/B0d90Sl/Jbdl/Jw1bmHLTz4xL2xUwzqnRfKSK4hsX5Rzn6JqHY4MbfuToOUMszK/np+E1D1wlGQd+aUrML9hGLDl6fK/UPw8Zz0EORiwEnHxGM05cui0gYCMx5ba9juvCcfFDMhvoo/7NN48C7LGUF3BnLLB9NgbxTxQ4dozTzsX22ddp38gXFnZylhMZ4OD6L3kc+HXe1Ct279liPeDBDWCVfZwmKPVhjHLgWvSDVn+CBwdXbkskBPf8NJJ50eNNpftclizppjY3yksXyUcn2WFal9BwzNJrbaSA15/B0CRRamw0wC+pYrMPwpvj0YCt9G8Cn7xrPoz79F3Q6kLPyCViEqLKx9jPbT3+BWYI9zZD423YG76qV26P+XzME36SWeuJx+em9MMmT1TG2hay0etr3JD23AyZbBrWpp9CfjT9gAKNxGHesPIQOu7zRBvgawc50X0kKh5EilEZkz0ewDMf44ngr/GgE8t0vopssNccrZiismyIzmjwT/kqm3TBR2NW+Ytt/IUO6WPGf43pdEGwyhyVCFqJj198BXfKHLmQT/dLmURLpoHeD30TQfqaXhcEmcdCGK+bDsszX0I//uVrm4OJ8aXL0N/KdiE39ZyPhz3wgjM++BBzNnppTVfsYZFzZ7/IdYhz+jk4Ea39Riz5xgFfRUKu874qO+MDlTIWgS99ZH/qSKCWA56CIY8DPXn10X6Uv8YYCwTYsVWTz6En9uQLuccYpm8GfWc52mQnxz0eOsmmITN/2yrwB39yNP+HrJIn+eL9XA/4c7iUHTWuEi4Us1xLVHhqa+D0Mb9ymK3kgzswMffLGoMg8A0WDuvp1w+TF95rdT1iizvwVXqtZd/LMdcOdQ8/qy+iC8aQpfkKGbknDX9ZDjysB7DhyqCtXBnss2DpemXmTR2Hz8U3bBzfOskLp8neunYJv77+KG6rD6XwI/z0qdN+juaf09n5MGMygrC376Ts+nabyK3J56Cv+5J3TIyP9gN38p/BpZ94T91G/MfU+JDFouMBc++3P1syX6iwk28g50C99P5awK7f5D7mnOkTtGEebPPMtGUS1fyhMc480DoPVfibJ/zhKZIYfxGHZ6PQOtiOcxsu+/jZ26XcWLIK8DfWdvstivNA+273j3CIRdSGfydOxgeg7DvPlX0snf1gf7JG/vOf/4x1N2KTwlgL0WDQjTwB4gOamM4HnqG99NwvmONOy3IVR/aZMad/wlAbW2fMXpegQ2Y/+LYbrkhVR17RD3/WKr7B9PlzXIsZ7Nhr103f+o2+na9lwB/noyevsGb9YP3pR8pnvhw+sm1c55xvfRt+9HkF8ozXeT2rLzRjDyiY9i7ruMAr6ZnJ1rj2O/OTH+ZKEybmr6isseocrQcw6zx1SkTln/tst3GyTbxHMIbru4gHdfKNIJZvLOeOyPLJJ+gkj3lMa5vjSXyNK17G5bq39jy7ruBznkEZ7zAjJMvBW+3ynCvGiOu/5zeBhRjWTHzv8w349u1L8kU/67bqZ8zHJfJ9ipnX/zYdj9TtfEXrXMXaOpTfKxbFS/mb58cIbcdLa/ZTHe/zU6Ke9TeFouq4YlPZJRzba4q93/ClHP5bafFDGeb5xHTCZb6qvKPP8lZewLXv3+e/mnPtg8oxy8prGLkTD53iG92WwXzJfJ5LFMjjOiRrF+OVfyx6DMFdrnn7OksQD1DZPHEOFXgzmvjH4baEmZcI/bOV2BEeSyB25xjCXMbdONNgjH358lf+HnjGeRon33a/4ofyRde7x6Tg4ELPuPd5Vflfur7yaR24xvslnOt8xArq7u+8TrDe/27dPxclOq5nOH/e5XTGL79Wf8JwXh4xk4axnHNkfg4n2Meg5B6qpXOuIT01gtVJDtOs91/iJ4n+TNjYn8ivWh/IQh8JD1neD3b/Q6+/sYYMPF5pinngGkd0MsJwy1CJ3zHKedDOwYacjt/1AE67w84yxCHtHj4Hgq7MK5IvHN8NU2/C7PFyjlDPn17o3WsHur2XXWEruOO824bP3dGddYdzgmPHq/o5+XIlDgdbHcqR5yECfsPN4wzHk+FJ/goL2gF4ZOtK87j1zC/oxrdnOcvBhq/xG4MpuwxaBKAhNN1mBjuHSVwuhC808kJFDhoho4d4ayDx2yOf4jd8P3/+I36XUzeuuJ7GtxfxuzaHmyA7dAOvzedItnGle6cVi1z4yaPuKWVDRLv/lyv+HOFcppZPdX4WoIBxpTBQ8NnP5o7pnTuUhqUOP/jBZoM/NrJfyZnnbn9TEpNmbH901pgn7srMYNP8mTdBQo8cz/FK1ZMi8Pl3HParfe32j8hmE/XBYxGDsWHzMfyRxe/aUv+S9lfeWI9dvvXa+4GbJ31af99zXv4Gc2Q1ufFs48WNJYKMLOmyGbgr3trSE4Bp1alNX4yfGGOcmNrWRjqrtrUcW7bieu+35nrJYI1j95ugwYVd+DioFTdDf31ZNiD/Mf/STrr1Nnxyzv3GXFw2aj6mTV6Jv+OVF7gY+u4Y4vtGde97rOGzXuJZukls5P04MbdelkmJ3sDz5CxuQor+/oKRaBQ583mm1X2/9KUfPTjYUOfJP34L2Mcot/PxiSuK8ye65fiJ7rmXaRnnHKX8lBcDiRMnk+GTcfL4iiDG86dx5wqZuVcctpw1Uz7I5wTrBqsn30AhNhzQ4i+3340D89bv/DDwODIfg9+z+cj4lJ5HvoyLUPmwT0d4UE/bl8kaww4GH3hAC658UHNb8rRDDnSAIjpJ9wQtcRJ/Q3QzVbiR0cF7XPY2vzFN/G3L3m9e9O+xAfYh81Zj90KLm/7mY8pssoDRDMty70ZU0bUfH+MiTV//3A+NjqoZ8moJL8cpddlk0/c1Xv/OGPf6dcf7a8SHvfe08w4x4DlvjPUNkcixXZD19fIBm2OX181n+h6JXwDmfcGGt8+3reu/rJrZlTrhm2fr+6vK7/5opx+vsrjgVQzXsXBBDECtV6fegu35bTrLMibnuTxEzPFKLpvuR8tfLWPyy43Be1pN2gdkmjOYc57HBn5zXLcb6gmL9q/IQdh+Gcvzp1Drx8dj31+tts0cqW3AAw+93oV//IBNp8r5dvj3H//4R17cziV/VauT/K1132yVECnx/II4OcJDamumYDMwjnyINBYA3vwTiSLgzWf2Bo5zVNf54+ZZ3viLuCfTfS1c5S/52OSQj5z3+rAMtylnDnTgD9Slw7uE9ljReVyddC2sX1dziAiTZZ+4pz4g/8QBf+TUQeMxT+vXs419oPeC7KHePdincOOXQ+SLUnnzdz//+hrXdkP7sacpiVzj6+ey7nH8lBfF33DjncqMww/62vxL4knCCRZ+5Odvvsd1InauPPC8MFkaJwY/BFPOPc4BGNsu6j1PXXdJP0fHF2T97P3dTvPp/SuleBuPG8J+m94jmp0H7R1f5wPCnHndXJPXpEde5Lf58+yiOI+t95idA04YfzCPiuu5xlr2I3Mnq0Re3wi74PEhLujjS93AWmX1uKw9ZZfjUP04TLmqaxlcg49/nOtsDPFN/gwWFDER5LWqW385/1tASuis7TLoYH7QPMGN0nv6R31TwFaxPGyhnjkyZG6olybueKDOxGeunfk4oY8r1usW694NtyR3HchSnr/OdNKYJHwxYUMQPJMvOA7/jRLyI4jab8q3Zl5EJ7+cYEXxTs3yItf/9//+f7J1N0gZEP3oeE4mOVVYVpKNOPXaKFpo4MUTcr/7N9w680Pd8rtc0IAD67IP5BNkvSbgYUW6EizT7XIMt35mt+spuIIND/55IwAP890HpNvutzzLcWlebr9bWs6JjgnR8fNvEoOXF5u3RaXTk9ThuPlj2/DhkCwm2GwuH8/s+Mq3Q+IfT6PyWzgf4ubuxyj/8Y8/M0b4qfuINq8UQqb7XCL4bqLKDSNPcMbGBhzHiCenkm5cWXrkN2Eyaa46MZRYfPHfeAbAqLOEpp+781ut/eg2AufmXj/p5YS48/74XRflyDuOC/14WhW5vb/a54shoBNH4yXxwl967/3G4+SQw/rYz8C6f+7pwSx6te4/4f/1CzrJTmN23wH7YOf7Nx6NOEr0IS/8Gxhb96XZ9S9Z6CH7/c01CMFlU82G5GF+Qq0zEkYEpPPo8gDmKUxcnNU41tgboZ7zEHjK58pXcHJMjvxgPEi30HG4EFmOHzyqHpgZfiEC19+wcQmB8gT608FvrXCc5gzjo482hugj/Nk35prSzT1jXlh0cR/ynPeGgXjVtfxdcpH11XnUaIhu+iyiluO0ra2ndWP3rzXJ9XM6pOTO/lHZeeaFX67mTFoh2obFR+HU7hr3GRdKw5JLw0+48yY6j3aMuCYtHwSRIj/F27JqrsVWYsCf7H60bpjOfErfyOVx4ahgQ3BpkADjudcl64Ro1xvAgtUYMb7Kgpdc5ZR1NH75TCfYwz3uniX7D14PnGEFqeUUMooPJLogkk99h/+tg3DwiWI1mV8q7AcEtD673uqt+FxYRO4PDteu0O/Cz+M/7dL89TVe4RfaJ/0Ff+c686x8L3utx0rAHL2soSF3kTH2BozBeho6PDvWac+ZvvDkPA3NGf2rsJtWX/96flsPyXL+rUzKtnV8AOd3nTLmTfe7NxOsXO9bzqEdw7q63PEMN93e7vi9z3DD3IaPprU4ieZhoATUHOUpz3krBH2aV4dpjlnnIfBK3hgIK9FLrT4vk4XcwPgc6YTWe1ZaN0r+kUc+EgL8ZJSRlrJyJvklnewou0SQ/eNKkZbUktvn305H3bq47jZcJ24MgxofAWeMhaxeWu1JY8AsNW+6WfYMyBz3aj86T3OfdI45qLG2Tn6l9n7xxQ9z1N4u4hH05ulYn9ruQ0P67TPa+7pjP9if3p+A+/yQTuBZD6209nu0hs3Vv3K1ru5njuwH5xze8pQv4Lsimr7TUjce9tlW4MY3jH3ermv3m/GS5xgX5g2MwzzVWj/B5aac/UwvMNOY195euUR+j+HS7el62n/mY3rzd3svn+Ev8nLN3DnQVj503IRuax36MjtYb/uWh3HGCwsgOx77umK7rL/bJjacNqn4+9if0bZc6wHM6yp+/FckH+Pwx28Ar2NW/Csn3e5l17fgbeKYwPM6gf3mYftkeRCGUR9/109V/fnnn+Ncr/gI/yRrCoVJb1zqzm/LvmsD17km41hJ3fck3vdcBAzAimss3vYT3EgiWI4pAn8oL8K2djF5jXvlA9z6jRXa89jmf+CpfeTJ129/DZsm9swxQ6ZfPJBHxz5mAE/fjUFtWvPq5cQNPXx0nnt/jLRE83U40/hLDXMeafyEI7qdn9rsA3x+K+dbZ+kCrM4P4HfmQ0/loXGA+rAct98prRM0mspXXek/yewyyi3lb/fL1siHeX3EPWXvyJrwV/X1GjnL2kdG9wdw/eadjus648nXEwXTmqfZNmQPn8rmuhZke+2XXHNHflLkeUMoyvmgrtVEFMf1ENMgr/usw+nznJR4wacf2Rfj6vtv/womfwafOJ+Ib8H186CJP87/d/70o6vz9qSLaNb81Z7KY79yrs9z+Evz6tQix7V1oCx54/rPCGzBTbvKNw96FVv31zfLOw78+Oswc15L8dnxrA9wYuh51vFceVxbxr/2FKTzAp/tAiHv8hjfOf9H3K0j2cV/4Yqf+4r7gI853TTkLILiynyWtnOnc9t8XXpfUe3gHIr4QSrzc7/5uCRHCLnxJnzkeuW/cgw+4BofX4i34mZ6Snhz/PHH59/+9a8YI+3QGlpy2d/D505P8nqNg5ihh3UCck8vfMWYc/+hXIDNQxjrZ8+J5D3GMVjQ+bxt+mGss/bPyu2+5TcPGKPr1O1z/6Xc1nfFzdePan0rumu86NN+o7Aq/gV7vVbn16ap+Oj6WkjMrt1expl9aJo7P7hf+J6HKr4IuFt/Sq7o6rG3obEdsDtmdN8WXSnXb5F/ccejya4n9Dti8yn1Mfjft4dgxCzTDhyfk2CD/Uh1T5If4fGMhourkY7657P6jehOD2LB7yHrQnFMVmMjqRgx4W2Mtqb5Asbv4PP0D68L4oSBp6j4pgGvzPv0mZubrCORzBvf7zFxMafv/DZxN00NDiY7T9w3iAv/jiPdV6XGGtPRLvXMtSDrel+QGgB8tvJ3+I/GRmNzqaYeF2gBHEfj3ckvCtXA77jED14dttM8akP/7IC/9QTXcxz1D5egPGZY+q+xhderR1Jufui0p5zzwtvxqL/it+4jjcfiUvawySk4NXKHTeGvOpAdt6reZGelnimifmzoJ8uvzLn4sOfHqqDlr9BHre7HrgtnPl+a/TpZkd49JyOq89vqd3Ic99L7rOc4/4uNzh2ngptnQVRLGd2oDQEZ7Xrd1rs2LWOP5ln7lZZN0rPjMpyDQPMLlEhBMnxUv8Z+1yxQD4f97rJQbIllqcd2F957NblfvC1TcQlLUDm68gLAwlZ5DR7yrQO8upXix1oLzmC28HHD/W7/SCkbirJrIqjts75ANVaihBx7ToEW+fo5gi//eU7T+o4cz6uWuRKrRZ91EV60B2LncaI17JV5yLh3JTxsxyN9Td/3vtBC47Wlu8+8xNuWmQvxYbxc42QMSusVtQUX3vZdx3fdfTue4cazjm7flSFOqm5mlH5XyjPvx/ZeuTyGnPIVCemt+LDXXO7c0JF/MwzQhFFn3Vfq7stOA+2dX1Z93/dFl7lqEy3MyCFYfFn/0hYNzQvJqwDLNWf4rra8yqnw4DFXHgLUjnH9tUHCjp+wwfG8i0sJsiK2tHqe1XrcfbOTCzLaI6x873xnu+eF3KGG4dLBvJ5pdO5f90TGKf/aV/T0ujFd5v5kBlBQ4ztfjEt5gvX+d+qWYxq1wy/DNXf+Nf7fUxKsmjvsZ1Q66yst8Mvef6+f8sm87/F+rod84yVYWLTm3jt8ySmsX3VGd8fHOfG6/XfyR+Cj+44X11+4zuE35kj2O76/k/0+HB3Ldl1rGUN9pDCT3Ta4mpi+zxCYN8lFDd9yrSjOCX1YDm3vU+yj/VqM4faRefTSOOabng/h5t1xjWOa3kf96zAk1F6PJxO1+UJ0x3tl+O9uYVDl5M9Ix75u74kXOLq2euo9w4JEOXPufgJ1wGyj2yJDX/jfHY/6kibYwpkbW4/mH8m5CjKcNOqygANbrh+clIQlCjw54MfhHOQGcV6PCbhh9Ps6wXEPw02XfHhUYzcFP5G9y0WGj7s+w41HedSnI8w6CsnP3S53Gzbc8TRfTYdOpjXsWXmH3+HW4xGvR9dwzWv3mc/9HtHufTVXn+fzyMhSMwLyIZ9AEKz3xWpaeD9Zw77dtp3loz2Gae2nPsY6n0c8jFc80MnQGAVRv+NrLOvhNqXXNPMFBl5vA9uPE68dZ23HSE8F60awedzJAq45YuV032oO+YXxv5d337PbJJ8K3/u5V+J9L+H1Hvm5xoN0iRHSEkY4a9zdn3HoyRaihS8d6Gc9ffUwX+O3G8DnjZwdZoLuOAY6/TAFngOhTRJSXpRdaa5UlkvM+VxafpcLpuHUPdlRf/ew3qx83c/dUQ5a5z3tGXOl+QAXvrA7n07/at30tjFuayap26/yeRWPJyo/xOuU8+7pDVFudnKnkBlw8T+LARtmfxvPPomohW/uF2fEeVxw0/dT3PT98w9e6/w5Toa4eVSTJpt4/siDGYumb77OF/z4d+pvqFs1xkEfT/NJk/OiuBFnc42ZbkR3PPzHsetlOvrTs5FLgnls8hRJ3UCb+Lk7kp3mLQn489WRZgrRWDeX1at+Jp2+OdXY6Y7rFKpbF8r8OWg7GvP6EWwecyrkPg8UdK3Ba34r6OWZZ+Xxoy3bDH2FQq8z+ZY/tLg9icsJcTe+PYF10oFFuh/9hBo4bd5udYpjp7utz/zfMAKuzJL8bidS9QRS5R7yT7+js3G9NFe+l+4E2K/MLd/5Zma++p25ojY8PJBiXriXp2TRDphvApm78WhTv/oOm/ekTexw9LA5itx0sdbBY9z4Td4jvl7TLMNlSI1/gTQMMx4SdChnklcAKPVEcU+cgOdTOILpBGrtN7dH5ZSRr+4NrWJ98IlDzMAp+47e9rgEz5veToN/Lcdw+9yyDFd58n3wDvP0ZKWx2fj66dl1fcfHHLtcU1JaB8N23L2/aDKzTPaw3HnuyOp/Frd1vHkuZjz4SUB09V/OL2Oh0Bo9cnYXHu1dv5PNV7JzfK54q49J95JHbvV+1nrPNWWL8V1eZIx9nfPI+ybw0x9BQOlv+O03NBbP5FyMkqFHvBYa/bgyId7M6Uh/Fitw7g/ky8rCkZ61z5GtupC5z11FpZrtVtxiPhw+VG6QH6aQ/vhYuJim/IFkn89NRUm+5TfzsmK6ip993Wn2eNHmm2WSOZWaJNbJgJ0eOOLxXvYFC2wTDPiPHV0ufPlLWNoc89blivBZzgkPdbH0c1T4FrDuQezz1MovNBAgCl4PTTxTp5u8s/4qNc8aBqP0VZTyvVhLq/gcthnHvSE5q/AxL/ult0Ey7cyPpMSGYcfAqf6Cgwr8fGSwly7LSmB0s+YB+xL7rE9qLPg0bCN16R4ejkAgNtub+I4Pzc8cndeiezClbV8io9ezPfTSjavVZ/Svh2wKrjMe5p9+bzb6t5hDYvqm67jyVOt80Vv+O+HfwSQngjYY0u4+sf2G0RbMebD6ALzCRarwkgZ7c7CFj9kH9jzflq5n5xem3e2yNsizHoWjeNymdiFO3QzqvGT/mhtpd7fHhHs57N/Be3vKYHPFkXSrTHXos/TDxt5zrtt/3c/4bsIfTeBhJ3v8eDQ8w/tlOP0FsYsy6IyYLGP9QBd/oyhPx8iRwHn9yAQ7oMf6G69qgRe+kW97/qoP2Xzz91WZec0m9/pdpPje8biDdw7UdzztJ7qH2+SxESv363oF8w9/uNJWTxIA/KWb4X/Pd9K0ivXEFxwfw8HOP17rzpo1hkXIafrv59fuIydGzjtOoXnFTu/FvtqR0hV/jx1A1i+740O+UU7Rl28UC12MZ9qY5ZJkbNtMHjcchwdx5s0xeWDHMBmbOC90vh8iEdzKP+ax6+X2CFhqINz8OsK0Y1VtxB5jQocHqk9+6ZtQX7irrdZtlXFqse/FX8ivsSzeYzw+U+bE9gWYdSx/RWaH/R/iG/6MpQ5f2cW5a4QBtawnvFwHl/aHeJPm9zH23YeXuO7TTQoPiP3Ib/o5dvlzv3VY2L9//2uMHb6Mkz92HByI9/1Ytf3I4kCevqFcbdX0OfFHfnsMd5yenx2OveGhBHW7Js+G7POgjte6Z/XUr2vYlTfgIOMk50QPcz+EwlA40VmBvc/X/5MHco34C0rmR4ZJDpXgl+fKcme0UBQh5A25NeaIGE9cc1FO0w8a/ZNQwPHJ5TF6XC6dhwZ8HCu6zXakx4Hi14Nsi0vFRDFH2q7L/u3fXSP44L8vX75cYl/xZsTWubh5VL/GEm3rZZyfLdPHESTemJk/A7oxRKZjojWVt2r0uSwywPmx0e5N29NteMmmkQheo+ELHes/XxB022u95WRH+/A+06DOD9jeb7zHJfOhxofmimhyLS7elpBf12uDluvCyocaL7svVllj3CVQ1ze/Mi/H0ekS8MLHuAGMwnLaM5o92e0gC58GByNe25uOD4N3I5/J2ft3uXv/j7Y7X3Kqt3+EJ/byL8L9I+T/UZqYtuO30j7nIIqIRczO6jC4M+7DYXeDC2riXv03DBMvMjBu3HDjl1cosEn9HDeiucn4wa+ryY1GHwDSz7mnVn0SBxbaXJzGJskTV2H9+hr25s2n3GyeBibjjYOZYLUnJ9RwE3rK/+53mYT5kbkWqzWvA8LOk3e9jxvn7Y14VA9EyJ5+ildIf+C3oOOwn+HJH/qN+wiDmQvZV3EXnHbetI+S9YELIFon4N9mxbSkt833VF7xvvFamnF8aL/fGNIG1CW0u2xART8I3irsc4gufh+cGD/8BtJfsQlIvMzza4wH+m0RrlwO5cwCyvGjWSk2FDmGsFqyeowUX/JOJ4hwMX7Wu6zhI+fEKjH4D0WK/+ML26Yv/OLhvmdliiSvLDvq+F8nf2uGWQ4lv/80830I2f36XDbzXGDFq8Pzwt6Ys1IBBgk73lhiP36N+WjMCytP8rDn5dp7auXvYoZQNuzMkxpLwkQHHjBAJfjyOvzeL6z4fMFQckevT0e/bWwE/auvQ0emT3zmGPNgeUEP6HV0Ha5jxqxIA5/MiE7+BW4cc1xL85f36HM+d7wTDL4j/ZLGedbp5EPpUjFfMdyCHjkfIpH73kr96Gc+phg9qYf74QH8itv1LQ62H8hr+8KifaXW+DMuxkGelU+Bs07EuMogNpqBX7jmcC1tH28lgT+H48OFVmUPMsY3Uy4sRHMBD4BujIJj/cqeO5pX4c01l3y17ZTnHHtVSozJnBjgg8fjb5iQfMMv7MvoU+8939QFLwcyflG+Ko73VIoHtLbpEe6pz2OEPsW7YkCsn/nn3J8Gn8QtsLSZ/CyRS//SgGXDozrdOuCvSS2u9ll4rwGdi5GVMb+Co/Wt4RT2rOW6Fa3zOkHHRL1UKgYystqFuvO37sagf5dtGuPMcmw8dx6zv1XSN7e6b0HpdCRPO3LPG23GxxA/e6+r0Oz6JRXnqO21f08+q7kI0das2+L8uNrucW45Z+Xj/MDsfMOkI+b+ZswDb60fMNWc3+Xb9kVExMbwsw8KO3mxftpspBxyrSh+tgZz8fA+2xzzoVncLkcb/HoJrWaNVr5OLkwckUrE3FDreyy1l8N75/6wr8ZoKjJj0OMlJuqfjrhwfh/geE/+Y6Hqajvb3+WO/p0/dWDKHfLF9rzL+YqfvJ0gUcK7z3v8xJW/2Qpu12vndvX7jkEb3buXTjivw3qePHfLa3J9nqnx0i8mr3qxjtk3a8+pRTYc4nY4v59+nOizkjnwKfZALAeKxegjPxaxpnG5dGYDOY4n5ZTbUJlbzWGXICZcSF4lN/JL1ddo6VA9vM3DdgkITj2gSe2JEgzJWaerOpfv+lf9kW7ISyFPPm54sN78rmsmtbY9YoUn4/Xwfig8FwHbB92NnEcsD32ynbG6dgJ3vHuP873GZtDGOYTyn7wIzfi4OTJ3Qti3wLnHKmLrZdczdZJnNfsX7n0NanzHbQP70BzvqU49d7kPbtr9ilEHxuQW9PYd69fuxlM8DqwegGz7YyWtw85oXgPZO15uS77eSiD/I6vfdKONncD8EPAj9qIVX7+eeE8szfXgxN/Y961Tx9AlL3p6IBwy7DD/3ulmHz7KF2id3+aztw1/pUwvjNB+uGUEFjZis+aYV3iDI1sqTx0r+mwvdY69LXXsW+E8/rzi6pqFqa45rHkIOPcBIq/GvZNJMXKr69brxvtPlOjKeO9how6sH54Djnov+XnI387o5XrFQQ/tjjwYg6znd6+/yv5ox0PizPJ4MBoF8E7+hVJjR3froH4WNVZyhBvfnv4w8eCNJvFRPnio2rFz8nNvyTxPcDJwJu8lAzRZ5ZlgKphKhvrrIm7evlRo6fyeGsecdH0yEpNfcvoZWy2k8Z96DJ/v7UbyWnUk+TqBozQ36YjW8M+BG7J5wpJcIe788zH9YUCUmZzpH214ybk8oQweH0PYx3hi43PchNE3fWOjHaI9gNGjBgSeZVHLYuZqE7VUMy8DMnNg6d0a80KG8saby93Psz3c4xPkjdtvf8TN67++/BW2dz+at7A1aJV36UeepCJ70p2im+MqN75svMGPJwjt8nAGfNyeF2Y2hS5wbjDHv/JtEcDPf/iBoYOdvp2EZsQgdRt6aHjRUE6Ym2wM+vGb33HeMU44Que4sUy/bKduKnjTsJEFf1TrN36NN/2XAPFrX6JO+cadN6UmoFVmfjTYVr34OPq7fF80BO9bPJXMgw2/8/6yOIgFR50YZDNyfJvHBB4XdGn0/Bqdo7DvO9QbYj95RJ/GGvLrledMtxkDqZUsSjd02vIzMfqH9O6QZ3XlwR7z4Z+eHAdG2Jr+jzjBhzaqczM49y9jXYM0WfmhkmDPJsf20E80+H0bH1c/nnyOvegqh8W2W824yR8zlllFGeMu3VeOVY4wboKkPVleGI18r4YxbNgZV3wrkYOxyfqUm6Fop72hRcY5UGh7DMi7SXb8qPy1NrESuhoUqW4w7jBovjF+wQth/MML2M6RG6Co4lfLH2ZnPx+d3wQO+mqvtbQ7QU1BZq0UIljFEl3wnXJFnKSfuaZ+Ik48w3tZ/hF0b3dc299hxnfpPtoJC939UwfuI35MC6i2buaFQT9H2Wrb2czCV9+SgD+4JTtyM1EHA7CH/fDjKJ5q7/2C3n2u/hWtYgBF5knmTaxzcZGHC1OsnzxIyBPzPFzBMEbH8+NOkY/xBKh11MmAbIEG/qzf3AxOO9ucsJk5DfD6njxjbsl2DGDamVZhUvJyJnuSnxzuKqsvwMrRm7aFHWPOYGrCVkmTLeBqzqKGfI97Zp3ii63ejwnOt2CYADixA49xO54BhTI2Ef5tuWQcH7zFQL5Jaw1eStlPrgiMb/xAjWPh0oQ9b0SHI7GlbDTuXTl5hFzNL6IHbj4T58Bk9h1Nw0+NCBkomhMTikoW6vL0c+4xO36LA1yg5Y9IcvjGC3vojNgIW/Y3PlPHpLp+2M7sGXv6rrjiF99wjwcrmZOlR40Rc1QKleB+URgaLhjzRh7Rl8MsX9/ghRtjCzm6SOx+y9nLsi/ocPmIf6xo8td4+HCn+xAPJtYRvh3+67YnjKeuy6wiGTXRyZ6yGV06TyGzx87pqcwfo/TCdgLM0+fVbmMfh+3V20JYT8NvAf+Ya3lTnNzLwzC3BziL6YQJNH/Fg37RT79j0MtH8Z/nG5028i/hoRrapeyTmp1mq8s/5JvWpg9x4d7fTteDiRrbwDIvwy/4Lv9FCTyPVCSgj4IfiI4HNPAzfvorWLl/j9/eTpltzNs/Oz/h8UmOhcy2BlVf1fZ+5vSZCnB5J3yhn+NuW10i0UvXKSUq8tLN10N2+ZP/JFACvOdH/CI5+Knba6jKsCfsZ++Y42ftzNbuvx0FvdDZePYH7d9j7rE91r/op4IFmrUI7PEgH90xKzPH6OFhVK6HWK6x70rw+j6n8IZd6bwahM7Hwntc63pA6/3EPFeuQG2MuLbDmqM9iMsNKcctsLAiQs2+ROdd/VuNovFDuvrNVt+6ctzLLnQMitA1z53T/vHt37k+iqM/kzb2doxH7/d++xrrS4ZIcc4HBCHAlQTRE52ZJNg+J/7yOf4r3RryuJ6Q6kEbSsdVtfAXdNpfJvYInTJq5NyA0V+8hZE048N9PYbq4toLtXRUmiOcJjd6BUsnjHrtG8zTpeMx83vYN/MkBce8niYwDu7Hj/TmvB1/Qmi6aODP8YA/36byN6eT/eFD8oI+11utuUZDjmWVHeq9952pTyX8FBzvydEfn+z8nWfyF3vDSKmwC01zLznYQ+c/QO5L/dA/9gm5J4k+cieuKAUP/mmd8HilRDWyBM+jJX95fkFlHLZ7tolBELAe6iCfqTNe8L/hplAZVqii9ElZAELjTLv8BnvIxW7lYXwGifwBTMeuz+7HvZ82PLl+A67bcJOswdj65Rgw7Fp2eRXbYVTybM4b5JKpuJmj9eS8KHnmJBW9YXRzgdFDWVVNpxa5gewa63a/41wMXqvZPp0fKpbI7HmWOIjNHOD6z8iiLCUnNYq8gFY6l47CYMKJ8Ze5U/4r+3Z8UeULHfpcOfzm9drrsvOwt1VHH2K/xslyO3zJ5JBJH2SMpsxbb+piBHH+Bg/6zUsar5/u63KEgV7xTXqUi6PrKBjarDoLz7Dy15U3mDoWm3Lku0flkjcRm1x/Q4T3FPAmZ92m9Lm9OMi/XKPw7wwnz4zzKmtpxfmb9IYu+A8/TJyt7bjO/mGLU9DzE77junX3iX1ctFEjcFVkndx0zgjw6LPGSmFZLjGtHJ/95PGW/8zG1tWl9XUp+op3tseY+DLeeIK87rJh3swv8RjZgA6DXld/Uql+Qj1VvlTMmI4wN4cGdcNRwnVKvsmZsCcnOvB4dJincbqxhv1ImTo6Vl35H2F2pPGAPXb+MqCTB4Zr4rwvIumfqO14kAGPDvQCA9fmSWNM4H/88WcuZPqGr37Tl/5YdiYrNjA6KAVnEl4mrIHxTIeBlsV1Auu9v6aODI7bOLQBqO1YYicN/hKd7KbeY5tI8ZH3rKJ06rrtfpc+mffJveH4Mv/j+MNh3Xu39ywzIug24t/56yEKJiTxdhkzQ06wtAsmP3Ub6evtg3oT1BcG8+T3n3/3Aj5usPJNYPM03mRyqUwLLz3mQQd8kJ8XqIatwHNDPoaF4zL3DiDE4VFDPnee9J3HAT3Pjxo3gTsm+VB0EOL3HI0XmSAob1fbvycPYHGYTTYGrI3Z8mtkxTBwwnKN6XAxfPXbo+aXVIseqYzkAQ9b8TkmowJ+T4unD4TPp3Sj12NOfV2WIM8/K4bkOPjwjc9Qxk98bQ7Mfn/4/EpUhr5WkkPaRAkfNxBL+56y9Cue78jy2C9q1655QA95mHmMEBQah8br8A2O9sRxUabWAtPOss+fmVfR41xPYSU0RZALiGp6TF6ninnSNyZQ+88+PZEBW/tLjwUf/lZm6r1gtEbxMAne1VF9jeBYFa0dcM6HSdj9O9fhB/EIQuzmokbpOLkdKuTM4Je+DjvCDz1GaRmAsDX/xc1fDvLQW8m7vO4xIN98spgM4qP6n/ghcJHNEaM4y2yHXuZBnrPc10nRYz8lkxc/mMfud+XS60VWt2jOayGIZ4tOpD92h71PxbG23Iq5dOyxU+zfYNA4YoPj0cAvV1cfFNlrPEPnF9S+lRHicC0snroYvOHkO36BEkeLYIwvSLhYyoMPrBOVq8XP43Hla806niT0T2hYv7TOaUypHTa12PS9Wqe/q9vWu/4d3mW5L/VIn52DdKIRLet26M+clkNa88ivG93WkDlt1W1tDW12nNE++7TFf87fjE9zpn/UMz+wTe3+Tc/ScK8Vfx450YGzjLfyT+jTdc60lPh+Mhv+d3/kGpPFOPAdduUcvwWn7AVZPP3gm8grvwe7X1SUfzQWfxHbwWaG8U229pseALOzHCu3g2m519uf+RMJU6QX4QlQhfHGYVlrDNT3I587P7d5sw0TXPf4+/xlsHmafm/LMR5Dxvp1Jb5i385N4MjW6cNnEp75mOFyzpkfy//0QDC8+ueqKecmaZf3eztKG8t0+RwUmhN/o9cNxJa30G/hwcIdto5J0dc8OnIhBgEx8FFyC3bn95PexUf8aZ/2psATY4jxT5PMTS8Ike1+gCybTz66L61z2XMi7qNpDOjmC/nPdtj/bpd/TpyxTjoY/4ql/UnsrDl3zvxpOHluMh5aRFSeP7T+S/Ukp+zjxoH0kd6ME26qncfLhfkE5HWciAt+5Twob0hEg5uk5zXVetlfWteki3Qij7C/79emwFHx9b0dftfu0WxL7IIuudZr6YoG8Q4urOd3KDvJg3aNu47084wfjcEu6YfqPedaADy2nvFM3SL84P+YnpW/xCLnTKfTEB7ZNGqO+Fmro87NPl3/Ey1yyMWct5J91McZKg/wcG0Rfrr+a7meH7r8rn+Hn+qMofDTzX7jRLHCUPS9fCKkPt/9juxgoT26fdolPLKz413rnhfg7Zunezy0HhYt/n8nZzqu5zSuV2gcU0r/fJiGJkfEn/PEdFvLb3WePok5HN/z84nTz8J2/93xI6Yc9ola/uz5+ePxNTfpVL7xFzDo7/ExvstHfcbxenq2o7AutTHGtZI+ODlDiWQeC9GX+EYjr6dZjkgUnMmiR0LrW2MYG0kR7VKMBQ6HlyMWPjcNO2GnMxwyFt/L8aKYhW/YoouYIqbPT7rmgGhC9oHpLvPLd6LngOg+MNZrpe3qepi/9YITvpB+Q+85+T+QwwCP486OB5QvdzlGTDifP/8ZN37/mK/v0c1fxS08tPKM5GRzwmT3LXOTJ0SYXgIv/wvf/D2JrUxGC/yWc9A8tnnPpb19lLIA0TtSf5G7IBzGGzoyPjjKLgF0cSbqMRkr1QNXLrhE2guXN3eevsRZn7lQBwLjs755ZzsH48HZF/Vx4VAvF0PgKIyd+6GTE20Geh/y9gNbsbtfwJntkHii2XnctR33jHm87pPfAjJs0rTNzoTdVODDOJvpFHEkJ4HleBwdjgFsLK9b7ov6aXvYyE2ExM0l1HFI0Nsf8PThb3NNfRk8+Vd6Gfdcosspg1Zs21jQ8EoJzbq0IsfHejL0gEYw0bDhbKTJUiahR3mx86c/T7jGt8wZI/AAu/sjmcElOnN8BB2vUOI44QHvcmjX4TitTxVXv2rOX/NhfTwuVx4bB3dfNr/O2TTQ2y7rE3KxT7u8XZ2329Y7CcPRmi8OSt5wTnr0DJLM8/HNJja99rnmy3Vfsa+3N+wXsKYkMm1kW8go/bVPKQLFvfqrp24mpytbx2tVUiqWgDz8wMVCmfP/A/kDGd24CIJ/OI66Dty9MK597H7a+YRksCQ3aRvXOKv90jOws3vnJxr8HF5Hz8g76o8P5SpyS37jH2OE9Y2RxVPx+c2vCC7/PsU8zu9Q8xWGky62xSVjBzznU99TPdbxUW/o7zXcY/ER+g/25Rw1fInesqPy+xW2ttu+ih1VDo/cpwcDfOqDOn7z+mT4K6X9veMabvn0CxYxJl+e5oo4mo/5L/w8d7rzF5Xkjudv9EQH/lJ2uI0Sfwb0qR27/qjoed22GMcyU77lBX72D38h03RXc2stMM8Mc9Aq//VNXtOBY17G17cuJSxhpHzYy2Ec2vk3xpieShROwvNbnAhNqqQ1Peu1+A2DRm+u4y/4czLLCjwO89iKdGzZlt4JLPUbcyR9wHIsBawfjlWHvVqHpy4sDYow43FcX+Vc8TeFbHKrYmgIe5JxSpigx3Zd+ZvPKabue7W0rio9P1VMzIdX+HsMAaOOfOjwJMeVh3Hk68KJfCS207SIxKyD9WOH/AFtrIvp4zanBBQ/dxt2KWscwhexHyiesq/TZJ9zNOTJFxq7pttvHgluInGbreH+8XzAFMXvOHKs+rX2ZDBJjhXT7z64g5sJdik+ijPjn/iZznivlfBw3ohi5SPe6rHdzzifk2flu/Lgmkj+9u8bK7BjunKiNQIXNedA4TAG1DruTwvxQqv9RDj6ctqDvWvQwfW+pbFcqr7+0Jdwhi86+7eNr/ovLJbG67hrfMg/YpO7H6dUcPY+KaeUISnHcfgP39/KG/tDP8jiOJnGeeCSazz54Dp5HX8eDzErpdQcb/PCAuevgte4HHhd0dRfcPPz/GZ7rc8wbRTlG+utb7R67sFu7b/dnyc8yB6T5lTjB/bJaX/QTR6hleqy5bfx9g9dNyHnSt/VjruW8G07pdyJ7yOL81tVfMPvjv4xHP05//7yV7wBMFAthzGpU7kHeZOs0U+6QNvP5X0u2DXwOU1++3fkRWhw0d+5gk6kUpbxMbyaesI3/eq4jSF9yvOZU12ZV+pxzjTSJLDRwofzXhppnMkPxnilVNzE96S3eHS591xXeunlh+XoQxalcsieLH4rvXCzV0oW4k0NvnWQPxEQzjkDTF703Ci8qI3N3Fiml66njYh90cUc/uBa0qpfiE19T769LBhP1QDBOVbzpPzh9ktMfhDJ+0vNfX3MVkwqvuSA7e+498LxFfTc/M3r6XMkQiMZ+3iv9vDDi3m0arHOl7ZhuT7u8R96oKflujQ/zn/7vSjDXymRC2/mL+8VoDN84eF5iP1y+m3pvTam/tcuILZ5zSPxjt7AqBgLn883jpBvGcXK/Iu3cwDOEz/qwHdYAp7YlTjPPhqPT5JTCp1oSc7vv33J32T1gDTe0HMEDSPc84MlDJKpF+Uf5NPIumMbeKnicDt96XizYR5pQqyysUS8xUEb7HsS8z9jOI6vy+wD+tFEf5Z3haIf/mZg/fH5j3xggFca5VOtIznoZ9A/8w0yvuqUAABAAElEQVT6aMMkOTlYx0TQJddi1aGqc2KBTv3VkPTstpbfYzoLmkc8oe9+o70fz+h3fNr4ZY+v2mw0HNPIU1eDxps68+MLr775a9ip9MS3y9zlayJsAmGWyT3KFlMmTtOXvvI/fRySF+eP8du3wiFXAr6sSc7jJNk+QkYmhei2zmMTW/Nf6MobCTg0jz2Sc2SlU425GAlnhuZMskDxT/cNnXan+bgfXI2BQ9IPrt78O3+LV9gaLodHwSI3hqON35XLnGZzTqyS+F5up7vWay7l95rEd8WSH4CtuWUfdGzZAcTxWmmEG7AlhzqHqtu3BXmvht461jjKHumFjMJ7jz/BQgKvRx97+KcMEn+4ZLfvmR7l26diEoG58SVHD3Z38u/gg+ztQvMt+ap8X/OIxNAN4BX+XAx64tNX/CreOMg5wvjTUNoldft33h33XX07ba8rbdtcoEB2lGO99CybjogB/FW6dv5d6pyXHghyrOxT2V3zHrzd53rZ2CX/J+tjMD9QYbFhm0MfkB26uocP3RcQcxs35ekoPd/zITKL1ra8x+OiWALgse/tgFmGqX6FLPPyXsrtV8r9POolmrAjT9LDd97T2N5X7MnxE4LyhDvnwzG3BT/7zHy4+OFj912Hg5/2v7BV2Pmwvq37vpgvk0/kx5tPIaADPjW/09qJfNtnG/Yyedy8dnrXf6dVO+bY5os9N2bcw72py2EuO8kxn0l/Fv421LL0YNo6Lt9mNggyJw52vcMPvfhTvJgr5FfHz3rjF+p+JfQuw/jAwdND6przTvm30/93teUHX5h8TzfZbBr7D/+kj/pJZSBtTZP9x0rruyqg2APrcc72dgKu8bOOzZWXWj6f9upUs6BknPVYOaFLpNpbB9dK/vlP3ozWJYoFMoPlLzyURzCE72u6WoGrYT9ibxnjyVJ2y78lQ7yrXXSv1ZIfOb6h+/rNxd9PRDmPzO5n9FNcSzPaXBXj4MFkfSsscmnALPNRiT79kIzw8YQ/MbATv1iXzNIy2yGmIC8yCjT0JTbOSZfKU3JE+SJzuJGIbdcxY4ni99549B7CPN4t0Tn/YixL7/c4YP8lL99jccRmTmd++xguiyIvl6zZIjKy8FcexODuUH4Snz7HWSvoqLvP8Dtu/1m4x97JXuLpOQctwT3h7RYYx7z3/rv2tvzlNW1wr/DQK9yc53S/yL2LrhqoRzW7D7R3v8+TI4OfAEqt5wYz3+dDmjntFL5tdHx+QpV/G6l17nnY55mKh/aE89ptaGjaf5uyMe7zwf9T/gTMK/ru/9LzvVyS7e9bV/KutOKpParwKn+u2GeIeZx7C9rzefdJYV1rv//f/9f/CU+ziPINHD+VrYV4RUf5e6feKhoTO/P/Kyeu2lxJ6vwtH6S2BUSOXDU7tZjUOh04mTQjBtwkox+Z8MwTyFxs6mJh0cft7/xtoZq0fSPlJBt+TtA7PHjbFm7GuF4yxdn0vmHj9i43v3HcwsPThBx6eoUBvLbZRyHzTt7O/7bNDaMRH0r+mDh4kpUnWvenjSefcaJj2oQPnakTH/TjXl+EaPLZ/eT25LtXGk+6+uRHW7+BxzeNaUlWfEatYIJrU+Q4APNRMYlfGhmMsAu48a2n7L3G2/3mab9d4QoycDZ0lETWrwpic8dhOp/QAtPTvsp7bDROlWBxDGeoMT8dq/xmVsjlAGY4JbzWV4yhC5grz7r4MuaH0V3zxOBP8OehOk9ozidrl/6JGOIUL56cZYxbN5XoNH5rKJSz/pr/sAk+foJHfJSPceM6fqOob5A/8s1i5oamBz53/jaN1uoYN/b92hktn9SM/L3krS8UGG8wcL6ZH/zLPtSUPfQb1zo4P1gPvn8bV2Dhv40h895L+xg4MUdFLrj1hy9sh3Uq2esV37iML/boQo1HxUt1ohMylCNCVC4mLGT6NRvzoWkjPSltg159s/pO4hhgcZL6hI9VtZ0u0c98NAZ6frMOySb99l38EmhejDbOKjV5jQFOLB1by5oqInM0Zl/4lTp/xOdybHnlfjQxL8Mok2/Ikfqlp3VyrokGXeM3vcaa1PlUvXgUrNfkYc2xwMFnvZB2ttPlnivm5H63hddlSw54kqW+/IbYcMTKw/EVx7XPUmJtyYscNXd2/aDZx8nOp/CdaeZ9LoW/Rg+exafTYeOZb83PwveeLXWOedBtc9vxE858cpNfpruW8isP8PAAkP3hdcD4uz1+Wtv9ptvx3L+XzlHnsfsn/Owmo0UcVTX9pLvZG8QL43JdZz9HCJi/et5Nxm0G8kmc44lt+o3g00gtDnc19hWeN+0n+U0nw1+++uGtMe7vGE24xqV9r1J7IPgbDrrlOf9632R3U0la/BX7z9y/eVN3hz/2BjfdR7D1sZ57fu/5z5o6ccPWfgB/9n1r01qu5wViTh/5xFuZMq/Mvq3XpkOueVH6m017XoIXs1LMpGJmGuD74b7k53l37IOe+YV++wodcz5lWsAn0eZwP3XzM6y3jc/N8VovNcd6nuUB1OSTtodtY/4xv+zE6tDBv8Hpc1C2THUxAr+Evpv+oo+s82/QGnBT2k7ky34H70xge8+9q6+0Fmpism8UqzEZ5dyx9jPehCMfWM7qH0PDt3frQ/iX/SI/ucKx0+92uN9wt1efrDqJsWxZ7QvLx9rwIX/ksnwLf+L6LX5Pvm87LC95vvFhT35gox+HX+EnH/L8gnJ4X3+miDFGd/1ne+zrrB/6u24e9plzyXDKO9zECdk+vzSNec02cYzD+uz8Jl7odTw2+644yo9d7i7Hdqs0F+1j6toG+TH0zflnzZeVp/pWmPg6pqf1b4TZClxK8VvlgnSSsxPj4//5n//JN6SpD03kH9pzXIaJjofwnn86H6ErWniz51eOhoQhY8y7UYiu2uyrfX5oPsIpPdFGffYkEPVf1pkA+5oUfKSfcPHZh3ibE7+HfqGDZRw73G314vc1L/1tYvqR5XMeXf+x3ra72ubn0vF0vhl+V1oPx8F49qH90+G/xzUFznq//PXlt48kYxyL3Bhbf/319bf/9T//67e/4q2MXRfjaQ2QHcyJtl9+hufw9VhrU8j86PGbwEvF8bd8r5PfeNPaeICs7LyQLwDjoU5eT4ncpA5cU5HjGbrlteogz5+FAe5rNWv8ZJqvP/BtSUTSjm/mRqdlAvWBTcpHfp/TUOlBy3H0WKi2kKutb0hbB3Nyv9vWocPh7T39mIaNPnwxm1lx7ndesTNMXPf5vCPntqD66PMv79d2QUOEea4SozXm9wvcgOBfuWhgnbcBkc3KQ2NUqRxEfveN+/f9h1+n6/N/Xw890com6eJ+21ltXY+qdo9v2eF1VDlbe1f0NE9Kx+Er+4/wtftsz9423OOY9q4LOZKnie1csuiqZtk53cec6iU7p0h4jDynzXnf93ioYp5nxHUaDuvHdTVsjlESiCWj13LOc35FnqS9PNHZcmb6wHiNAXnjOaWBj9Vrjq1o6E1q5zWDkeuhSM6vK+baclZ6nPfeNQ597nGMcEzlb6d13f506fXIbeeV8a/lyt86uTS929Cbd9eNezUcyPfemTZ03L/56ld0AIyj86NtnjPHAPajxXwBa2IMhvK0+YpfXEeM6+ycswFf+6Trxw/kZZugO/OomwawdXSuZB9JYXrY9FxG55goEwUGcZiHWgBW/xs+5Y75b9JFO6yafCbeyBPTT/wACOdD3k+TLt0Xk2LouV/DVV5ajvmqXfNXfANYlt+7sgS5diot4NIX/LsjL/0NQALyBz75cZtUjeaVKrrZTiauWPpbIIIDOi4ZsHI96W9+u91eaFcOp5b8bj7GcHvn637zt28KX/5yv/GXEqemLyIBnPwLwvMG8tANVnlEhUmEycLf8qVkcUobIvEf6vRAJPTLK9Ie4L7TZRs6jf2YhmFbnxA64qifeHhhLXRNEtX+8dopH3KxDpZModRPh+mmfSekBtPCGzGei2V13vHINwSwEyGrQpmZGwG5owGPw7iUNc5ujEn8WLw5MQwUbLvjb2ZOU/DAtz+8UXQ7ldk+RCMgmyT0y4sOTb2vANmwlPJl1MaPJhvzyOrsWWgOuK+ArP/Oy/MDl+r6gfz9MA+08+GNTzfLfXclOnQ99Bs+ITFyY84Hg7jj3fEzPIfjyBdgqW+pmmjAbMfWlf2WZxyAwHrbsCS4+dDFw7AzlNppTyTv+A96zSGxBsZ6/ikuWIr+ZNEqzfHedbLdK7Za9BGbf/3rX+NhHfnwEU0Y/dbKcTf338FPej6C2V/kLr7a7T/T4k/PDGcMQ3uOiIJEvI4h8MM1I16mfl6av8vnFD+OgX7YLT+9puurJ2Kp/2HNeF/bnuuhcDp1rC3oH8q/FuNV8o/QrBz+vtaum+L0WJ5pKLVnlt9ou+8xhx/rzRQK0j1faXO8JlvzjnXtNOaTzH7gI/UKur4XI4f3/cyreZ0qvD5dXDQ+2XOCXQhvAN1XRkl+fdi4I8pdFu30+9iDGJVZPX00+KScqHNelP9GfI1PCY75bew62tt18zzF7cRs4oe+uTqlXnGRM85LvO+wrtCnbYHz6sGaH9e8xnFPhx4cLqmnLCrj6H2AMg/b3sZ4z0rz2fnf07E+Pp47u4/u+QybRp6seEfgivIDLe25XiO0PzJm4df9hnzu3+Pk4a3x/5rofxvWq3H6tyn0bxDE3CS7vffSOCSnT7Hcc/3qM+dqjec5DN0Vdh2mvafW7rKfEaDb5afVGhFT1Y/o0VjcVJuhNxjoxrkFz1NwYd8Xqjv6u/Z22qU+Bi1a5fO+vkiwIL3XQH8O1gEf6OsjryW8JWfQmsfgb37vl9aFIP8WP7PHAypff/s8HljKwG8ysOnzp89x8/fLJffnWIgLQrad0g9Ava/fexSW+R6VsDFT9PhEcTMf3C03RBzDtoxhwiquxu2laMSLS1Q8dOCbHj0PVhrmmg75sXqX/Q4H9GJPrwP7rv7o/AI7vOUHuNTj9Ox41H2dcDxXsHkZH8vw7pv3x8hF6gR0vgC1ttf+nHa+/QyT22E669e6/uNV63anCP1f4oaWYqJxCewVWzxvVT5cpTy7lkI/9JbnMibFZNZHkPPCcjP1FpHKs+QRqXKyPWEzAbdANl7pg9F+1R+N/KXqVGPHpuMnBrnt/gkWu0Z/W3vGe5Pg6wa2xd1uU/q64rMcM+2PlT1HmNvFBb2ty87X8N02w3f8522EXid989+vHxj3mTz6px1X9k/Vuudvn9V8bV3N1H50+1R+EhGO1h1kM7Fgt0/Er8DM5w6387d/uOkHXIPL0DsO9/DufOsRXJP3nNhicsRRwPfDNCT/rgtP/CYMWnXu5Ldt+EKPXC3uVx7WHdkehDtD+sSDe1DS37h+qmenAS1PiuN3ND7Grt78Xe74vW2d/ohv9/LEFSfTnz5pc8mmqvvBdfSzTp2Xtzf2cfbZmGikaxJ4jYv5mPYV3b2AmsY8VHKz2hrFcpjC9SroFQ9/SzPsm3bh01hg3QcNdbZl54Mld39i44xZfiyPgGm4JXjjbxfO/kH2JUs9Wcji7id7ps48sZKMB4HFTb+Ufn3DIF3ic2wmlIbWqmh+bQ3lVhncEN5zHh9Yn/QPF36GXfZPUKVq+Qq8yGfhR/zMbOyY8wJEGP4VeBONLzLWc46Ibr79kLKFSL836fvN39Lj7CHn7dyQDbQJHyevjAEOx3O/8Suy0CLQbCOGkMOmFQ5MKsJ6grkZPJFKlmXStdvTnzymH1zjuAQ+D8u2yGhDYx39aspOa/mUWY8Yez7ssbIM49PudferLD0NT7+la06rhbGqJOfw33euZuQ3eTNbAsHGFW6vERMwwhw+8y/D67M3Zpa4Ip0+CKVsg32ybFY8rcEqDuOKr2B6UwNjRX+6yKP5zzyF2ekF2fuN97is/HqM97gXW36Pp8Blk3QXTHTyn+rSk/zXHOAHHHYJwptX+6M7g5Ayvsacbf+Zd7dfMPTQODMtMjpeZCcQwHFsARLwl3xaV5h1+eQxfeibOX2R9np8vO5cWAxA12Hi5FlmG1+pkPYyjPPwYKJyIYAu3r7yMdcX+2xymvEw5CrvSmPcny21/jMWzzKsC6XnY8Pc7vMv9Rztefcy8iLXGo1v06Ez8pj/LZey9/+sXXOauTDiG/4tbq3fujTQ0yo677oXn7NPd6a73dDzlL2PZ/lpvFNp2hgpceFs6LMNjWWuDSamMT8ib5sovU/0N3/h7WPijQcp4AVst9H47AnQC3uVi6OHNXTs2zotvCwDTK+p1KFn3BnmMZg0wN+Zp8j3+OPo8hLwN33o96uYccNn/Gt+wwfdD/cqEGPhgk9sMwYj5pw32R7HPePN5hPKMZUbJ4E/+TF5bXn3OBw7MkrIJ7s6/iY4dusIvAt5+GTYpv1X7Bs7TpDyxgI45CjxHm4X9je2p5+GjL0N+PU8+BsV/YWsZ35Grr915PwgiumnHk+6/r5tyaKqx5GB+/zZ+zWGy1aP6Y4jPuS6Oar0GwYMdT477/2NMfe7tBs8Ogx3aR26v/DpVSdTrCW4//jHPzTXMOek4hWMyT/Hr+dTz1FurzzvWuZVe2Zj4iz5DBzNCeVArQmh0/KmIJ0rg586tzXHXJ+VXD8iLtBLN2RGO86fff7m9WhZ38AaATRcOrA/QaoeEKfmQ37FBO8N5GPTG+9ZmedygaQb1OG1sP+SbI2Jfe5ynltnnAMReo7h7myFit/jvIZv/+rBI61DiZZ7A5CZk52d9JyPKffcfQPFN894t/iP/QrMkKdv/17H4I2wnwLv9vW2Q4Or7W472t8+34U7Twx323yr/cw/cHBemxt6jEAPkPNv3V/Fg2sxNshx5MoO5clOb720zxRT8A03X8uxJnP8jCf3zNd0vc23W3/Pc7FVd/O6K/e5fN59XghG/geMIa35gG/+FZJ1Kcivr/l6mmX5CyKh0SJM/sEP9oXmYoVV8YaH+bjc/Wq4r1u638Lob8Mq47njSOdaK0x7KnlTofMCPh+DOaeXUPsSL1M4Wf2h7d/2PNnbJ1lzjoP3yPe8v9RcOc9/RqCNBz/tueXfSw4dBd4D/c1frcfMo5HLabTjd09712NdXd7h/TvgzoldF+DAdrh0wgH6Ug5tcJz/bvMGRC0v6zx35gfV+0fqnvEnMUa8o825I+e2Plc2Z9ua18LH+bhhxtn12/uNR0lf4mdetnwY+T9St5P8eN2DbOPwTF/6mYtOusg27WfOfIZ9m8x+/TG+R91G5QXx3w+IlM2gpMF8/KR6MT2nEZTw5khY8o5kGxdZcCB/e8K4DS10Xki9sO6OTwEvfGTeB7+fP4Z9UQyT0o7O1z4AAQ9k4g8E7MGG2HJ3khyEiRtQFou82fuZb/b+Fq93/kM00WAw5oAc1PbXwmw2cnkZLU8sq9yJ6socOP2ivDvfKx/rtvN6Vb9w/Ajjnj/pZ4Ly5pHxGGR5LXijz7lv9BPRzOGB4/uW9tb3sYvQNSrltyb70otcrNYm7La5UvyAmbecH3VkDEMYLh9rwCP03FRyE45Fv+JDbJNDg3U2q230sDlN30YXcn2R3FkCO41pj0P4Pz7Q5/aIvH8vX285LR3SUVpLPifbYwwe1OnnmOBxooHvpBvlk/HbpD+013hzvFunkIdePm/HAHJ6ONs+N/lePvIhfc906vwVrhhvIWR/5dAut9qhK+pixrhQzMMmqVcmUYxUhIxc0BufMZij5VDg8O+kr2Ha5EJT9MAebaKhZT4wjxT77GPGCMQx06R+Reic8glD9fzamuJje3Fj2Iu/06fliS51uLqDXqrDUvKeo0tG6bVTWIfud9dfycud3ytt8//GDep4Az755FdVvkI/cXr83xj/k36vNKeSN3vOaNeyE53bttG9k7UdPgEjV1rbNL2kWzefGxT7c0A32ItV9Mv8bPgeK4CIPf/I3N0Wt3nAwGr3sZu83THngCZoVpnBfJzm795/zeFVjvn0cp2Dek+v254O++n6Vd23Wdr6XOeJV5jjC9IvMVvGxzXP0m5c9AuOnPNJx1Dy5M8TLMWGn7h5rFwLCO0xRoC9M+a6GfBgj5APPmUuzp2ohAxkrVU3vukMn9ZD2xEw6X9NgFwLkD7s63jus5hcL+cYMlSl6XXFTHJ4Jb2PtNnJY+BWTh4Dbj9saP9lTWxVwt7lGQpfPf+6Gen3PNlBDn+W+TNcS/6juJa8wn9ciyBbLSaJdsz4/qLxbdb/3jw5Kd9hq83W8Z0SP+kmzM/zeiTXfvMccYc758FA+KCJn0k15gxCHXvkVLPmms5nxrwDx3ipRFk6cy7iusmff/4j/j7nGrNi3LUqDme5d3QFZ3rrU9yYFgth1Fb+zya2J/0X7itglRXn2qGjLl0wv/4c71US527B80f2reG08j466YG9nsHk27fYXNc1MfK8qHZd3GMeef4XSJWv7tkpX2vjV+Rbh93P96pJM+N3+pzyLiEpPU3zmoYrlvRBNif86O7+WmcNOcl5BiPXi6c5vV9ajv3SOaR/xh6w76NsG7TWQddToJ6GJitfZzHfdYyW8/ONFgPJPBkvhV9xMa/XS85BXse+x1xtu8d73CO/DV7eY9+MY3zxju6OpzUoWsVq7zdej3+PK/2dRvV7P8CHvOExTM13PNgp/H6OZ7nvllzh57qTHpARdepUSfMuy3t8xyYxfkkC3ct6sUc3lY3M+BkJcsof9J+held/9gixb7hOVxb+S8ueY3eMzziyi3XqlF/kPzl5pr2TBBy/ynnQvpJeecN3DDg/OJycXiE+qdLzLyfjE9KLsHfD/xLbkX+J+1iA/M/6veJ53ukxcqzc94oqn3wD9FPc3PsSrxR55+jC7+is1KV/BmmOtETRhYO4vRo77vwXiXHL48K0AONauwZjJpcWM+zl+DJ3WLrYkRf5kDVGvvHC9Ymf/onf5Bh5Oi+e7Bcr+8W8JDx8YI/kVFD3oNnmR/zyYmks9tDyLYBvkSTirRu6UzfD43dVclfN2Uw4iH547LJZgxjDTGJ/fP4jf8+X8uu3v/JVMuyfxVsTRM8D622zaeNDJhkdKnOSTGf2bziPWXPmRi2i8xvqOivIhcybJ/i77g2R4289KHfdet/q5/5bvtJX/VpEocNmXuvBAV9uknPE1mvxp31r2dXWhbFq368Y4KQfJYLwhIx6nzzvy+fJfDYPY+6dC73b6Ma3BhUHcjp8FnyZWHIofBh32IYM8O8O2VI3jWzDin9vT8fbabVwnpWITJdvA+kDhmloTnaOuU7WFaMgiKCEXzI+2hgDCm+0PwCDWW4I3Ce4dIx6OOo7CgLO3M1hlHyQyajjIBclQ3HLzVfrU5sbf4leHzPvodPCXJ2/ogZfCXU+Lly9GZp6MF20OAacC+HYptyBHxzyI1nt8Vz4P2x4fpA83WYNgpAl7kNGzN/ka54ehnDLt1zbJf+j56AuFZMGfGiNv6sGfX7jp5n/dfDSzd8xL0R/bmDk1sYmRuOYE8qFtjEyYGy8IPgST6XzNobER6eUSa7XGGO+DmsH/6ZUk5g3etNwjeXkg4/Qcez8y17NP/If8zNjysziQZ9ZNyzKzIuLoTg55htsoy9sK4OzPtehxio0WlrXhtelLo94l2LUl7iHXOZFXGC4qUUHPX6tuHd+6GC6qz6CvIIPjsZZ6brzAwdZltf5ekMuPuJhvMlnBAhbTsfvmTvdnjmiRphCR/41f+58kElOZl7R2eaFHfeu/Yx/p0t7Q963v8Ivv/mVWaEjE3u6oRnruaozaPW5BgRd6kAZ/5SnfCFffm0klyp7QI1BjTfvMYxInBjHl9gYYZTIZ0xYpwwA+9BQwXswUOFTY0X6zbGUc4/GjPc4lqsSPSRQZfPV0OP5mKsxOaY6nJfU/cQMwPmGqMYW+ti9qivPgGlfTdvzj/hLReYh663yUf6I5td9lvXiyVPz6MN8b7WoYxM+lt+b/BgffFOCwGbKDidgA19K1jiKXLKJYNpRjc0cbwG7yOh46DEUu/A5jY9Qzfhdicwx7Il/8OHffoCTdoOV8RXOKlf7K8cwx8Zwai4Pw3Cvi6lLOEp94Ysx13j5MHzXxe30TQyqsz6M2eFogsUxfX21TwjnT/TIdH06/8FX/jGn1T+GRjl53emiOadRvFl1NjtOkFuWfp8w/Wff0Bv+T6z0k+kT5I1u+Bp44I38sn2kffpp8LCoyjfxsYzBdSn80IDjCe/bHHB+z5gO/jZxcLa8kx7ACq4cMf6i2GyUTxjfOlR5O1q7/o6D7cnft0RCGZT+CDyhSuK9vtI1YwwXx0VKl1+nIcipsTjQZsH+0bEGb+c3EV3Z7TM8SvOB50cSxzaDMx0p/d1lO0CRH7Z8o6Md1s/xdbuhtGrsX4d9eVoZOiBXD3ewJjvYw0ejjR62pTHLauXtfV7xGl9+5kWyVw63fFM2evD3+LDPXJqnS6jd95iTex0cYrPGR4EDZl+Z5lz6W2YsX7k3SocN/lnneha0d3Zq74Ue2JPzUqA6zeflpkZPX/7mb1PRvrAfZns8cTzb4ffcq3HxKw6utnC4P+s5ltjDrK8ZTpw5HpIs6LT/qSebyTds9V9cQwh3On+tn0+bImOTUZcvzuMTebAKPfVN4Wyg8EBQ/EbjUAjP588g5Dk3G8PwX1iZNDxAah0op55W9MBZoBHr1q+1BRWtY8gJv9P2G/qqfaVvrF6ovkZve1zCWOpJR9mc0Lg2xBUqDnzDG7rIEq4Z+q00zDPf8vXdxG9MI6LYwuHfli9XIA+kSl5dQ7A++EpMfG3B/Sng5sPnG87nOh+JPWz+jvP33/748EfKdS7CKkbfDUeB3bvOu875ZmwZGPkP49gr58CfHNJP5PCHeNskR1779MlUd2L0/a5JI8cq1+zVXT5LBvkBf/id+kAoHdnzl5re30m/ykfnA7ToeOXb8xocL72U33Lskz+R74NUea/xtfMzrw4HlmwiNt++c/7c1mypF3ZM5iGHObYiievolQvtfzR98Zh72sK3fv7Gr3sM3/PP/c39E+SKcwp77+Nr7LApDMp/cRI2adI3gUMpp0VjxHy4qDhca/a/S2GElCGrrjkPx19YCC79GcPr+TBvm+M4n2cHfszvll3rJxRW3iWw06HzOdZJ5nhfUwBTsXH+r/rr/gFYzG/o3foj/rxhAxhvhJ0xrsUYwjyYm3zk+edozPoz9U3cS/Kv69P79nqMA6HeCAqfEBtbd8UaPfNCyS4g/Bi5QG7hh5w7c3z8f9y96bYcuY6lGSEphqw/1bU6V7//U1aveyOkaHzY3ARIo/lwpIjMapOOc8IMEKRN7sKzbXasxZ5t0Lnd416XV78Zoecr953L8RXQcRE6bm7+8usvWZ5Buwn6Qn+Gnr1hZYQPkWbXqxUr+yr8CY6Jz/8zLSVIZEtnp4h8SNfEvRCVHsQvTnACu4DddHTHrxP3BuGFbuiwWBPQdbLSEdFHco/sHm31IU/e0JgTh690/pw3fj9H6d/RgseXX0gaJCYnB3i47sWdvh95mP6Q/0XS9rc8+SLSm2AksVw7wjYZQxlrPiH5OGd88se8YXONXfY+ST3Kzxsb5yN322rYAxcT52DbPrTYePV2QgiQ6uXgxJ0NrGhC11wuoH9PRxjdW21vop4zsv4YgJiyDe5ll16yJCc8mATOHCzAqgg/tl5qz8+wkVDDPrPzpQr58lvMM+aeFuhB6CXsF4ByIdJ89Ykkms0jBbdeszf04QQmTlywgQNt2IMTzWdHz333sJ7vhhBd21A2LXs49mxrY1Vp2KZfDR5qwCk2wOScqjaIAkfC2jOavsb2T+TTYt31IkfEl2/kQX/8ZTxFjCqhRJ82gIJ5/bNLw8mmDr654pqf059/8vW6MRYGTH0DYep2yxa6jv+oYzJyQhCwn8ovXSIISpZX183uV9OGSj88T31RgvxIRuYwd7XoUR6g9vcezjcf44JOtuHHKNxj+dwZCEeIzwt3rG7/Gtv8z4DzYQG9XJt6Dp3l5+G/EGCOv0DRsNAgvmlTfuMO3Dj6ptnjHtvLksWRBAQxb8s9z3udZvLLDtEjjX4N438KcjUDFTs+GZIeEdPzpMm8pSPkJCdtcXNbre0T2ae/TKvpkbq57fGaQRu1pYmsrx721avw/xScl7bUnGQYf584sQ/d9PdMEtkMU9S5r/aI4dlYOmPgdTM9Yxbi2VcH0IPbut1P/qKvwxyoHrvA0UVHHpTVBQYtLWG3SDpa26R40g+x84JJ4wcMYz7hPTLaOi3rvk4D1vnI6AeDbPROTdtE9sK/Wk/nBbVYcU623GmVjB+TY6f3X9GWLXbO+PcjQU2sOX4VP3khPdJ12tML08xXO9/vb0ufd/zhnIiMwpsxOBLvK7HwjuSmD87Z/u9QK1j2txzTBVE/2aPzT4Qf8JE0Hy5UP4DJJEFslo+tz+4n3JnfkDK+7t35yGS0RrulEpi8wNe6Tdd82lDmJH6TlessOlbZOuxeZ02xyUxbubJ023GAM+xpbO+r9uty1U6ysFVjbtfe6zIagYfkn6MkFJ330ZPDuqr1kc+aqz5nOdkilvf5EP+Jix/2K9yzvTUe12/+/Feuhdz4KJwT5eojhvzWn54jO/MojFdq5OWwazdDQ3Octi5VnddGak58xIm/HBr08lpUDP7MAxQM53XIe7mxxS3PIUQ+CIRD8nAMeo0Y3VF0u5qm+9wu6B9X4wZl0kdvHtzeghSbMLM55/gaD7Ky1/sUP7mnY7WN4zyBmoheV1pXVdv+3acEtc8MSnHt6BMbrzj0wDM2vNovAQ4fnJvzO9RMW1RDP65vUS523fQ+kHqrK2MsODmXZtxmGMje3ieUzYL8PA+zfcWSa9f8LEgALGvbnUD2ofVzG3j6/NXx7G9lhyulHQe83nfFWHuIm9xCodOwLdeJLJOhO03JkkZKuD9z3nB9SX3GuS0DbKaGqK/ReYv1ZGBSDLjX4+4J0TlMLs58zNpBbHKO9uzAHBMM+UYj44d6l7PLv8ZV90X3A+xp66EDxWuHZfxHH3pQImIz4ow8sMvzCj9oeBpzs9n3j6B1kr/z6PWF17ApdB/msQWpGsKr9vs1/Df86bn0wfMH55oZOi8Ic9oPrmjI5/m5xtcK9/e3xg1gNh7ffvrXv2LTQtaNY3WuxlkGNJbF/UcGgId5wlFvOLlHpQyw8mHR1ORjweHYx4X72qcvMhPUEc5BUQkj6dKOi+KGSYosfCTBg7f/+PcfMSD5PioTE0r8QrtgYt707zTdB4x9cqe1cSnjMsQEAw/87B9+TXq5ayBJ8aTil3zDV0+7/vzTL3GTl9+EnAtdLii2m+WM36hofCbDm0puH7BdiCZd+AJtJRhksx0meqoQeoecJBDpV3oZTheZpJ/7KBO+gTumOsyzOjROCRA8+j2GHqw/blNPkw04yf6M2zoOTroouo2fPAcYa3s+GRQl/by9rilXSveYKRqBx8lqJMNAg3r8FQ5w1sM4g+VScC/pna/+XZB/QCP3NojeDvrGOUvrlf20QeiLMvEs21n/fEItCCjewPN4LYrAkp5yLHbHaaPDwqJZ6N+tlDjcnKKfPw7aHG5nY3zk02AZY8S+dNhjmLnB4X77zeUgJRndiDJllgLZu8MXqOLCcvZ4wtCOj8IXvPuLjhxluD5OX28XzrUGnGJW9k/LRSyz0WVMv2m9xvKVSvWYr+WqEfwSK4XMu2wu80EZAAOEi0TIgylfPcyLvKs3VSWvfPmYkOUtXkPANn9rTDV8tlBNG5aNBhSBfqQC7lg2xhvE9leO7OxeaDN/eOvjBVB4v2hc2ZVIDfniX5ySR82yDl5D7Z2mfWKJ9nH3r6VziXoVl7tdV4y7Fvw7z719h/c9/fnE8SDgk+1belJuG3bsNR8dfGXau41NrOvtPt665/CYS4/v5YX2yMdaC9p6xoQOF/kC407n1Ga+85vv5NiUY5lMwnD+PeHT5xMgdjyKEGwXsRo5gA7osnZpzwCEcqvzLXC4APNOXuMEC/ofOg5r1kKH8YOuC8yxgezHgdvO3X/P/L0TAv5uzmQ/+x1vyHbkB218guEz5we+TrbLB5bTZZIasmC8mjZjfo81Ex9aXuPOCxgZB4qLB6K9NdR1h595mojjjH5ypvfi9ovHgU+YUGyn4bGMa+ZK2jwugo6nwBMv6HMollU3zxz4wEeXwzbU/BZ9nT8MeSPpMeVy0i03Kh8H7KRLDOWaD73Kf7ZTRMagLzt9QJ0jiul3P6YWI8C6DU4EjO+xgtce+DTP9ZCvMday8Nf+ko+JEzaIGHh+RLzFjYM4BZ1Hypv7cK0Dc+BvqChOz/H8mF35P+PpMfB/wehmu8zn9sc6NuNjdJPn+GcN8TfhztyZ9nrJt/dqT54B0utgKL4QRvLu48CoL+LXQtL55JhzP+BSD3XQyr+RnnIsdY419pb+uL5FpLPbJPaRyXMjY381c0DWQV4iN3Lz6NGx6276hYMEPCTMDR967WNBGN503NZofaI7MNqraA13WzcSVrqcH9XxQNEA4kZmPsweOffubaYwXJL79jWusaUOY78VLT+46nUpAen3CVrUkZV11X3o2a+vgeNzoUg3Ib185XiWrnE+/0mJKNcQpTFQgwEP+mOkqMcaAP2RfnPYH9Dh4JtDBJzNYVvV4T56R+m27PglDAaZpNWY2HfmkTFmkrcltLoit4BPB+DnKMi90fCZ6efY0ie+lhsGruOnuCQcR80ZWvPI/anlpjTnCTEr5u/SA7TlpxseBnxSmq5ld5uHN/74d9A+yJZvt4fIiRPik099sJ9ULGueuX8vzW/v7+15PhCdmrvmg981h6DDX4eFRt/X0fb8cn+8y0d3HIpHXIvuwKnOGHuIe98A8crh3Az94BAcx5yIc6+uh98u1NuS0tX+2Pko7EN3T68dYGt7f291bC/r5xK0lHOY2v27HOJvfwjHcQwP43Ux5rY04192xd7iV7SMA42dr+juOTmMkDTDYy/awzxMn/NXjr3teDF8lWJkPWt/KAi/8Wpx0NO0ul7GL7pYMSIkFKF8dJgnMiedaS/NCXBP9CtHr9ShY/2NO2kPUOJm9/1K5ce1FEeyoGWzfNZL/Y94ElerHVnzsS/fCCw7e58SsCNIQ8087DNzgC/bQ8ux0zbcWpJXFN/6uS3kiYiLvp3+irf5b/oXWqK3w/c2MtpOvV91ZBCNjE3npA1wxSc+0DhwC33DoInPinenUXYTGj7+O48vuQmKEy7v6VncdfHsytYL2bOJd8VUouqKXmHWHmD56wZ5Bx9qBI8XrE4do/L7Vx0GPtwgvj3ASa+uED1Au6wrVG8pqPi0fH30WT0DLGTpCRO+/EP+1DfktK9MT5NJOvPG16c4AWEx+BJfQ/T7779roodh6FvtfLaJYayzS/h5zLxVsol2z6gPPdz7kRJfcmAXjski6rYBScwLegK1D+zFkX4EOejwFCY6nPSwnstY8iZhic6nOEHkROOd40gXcazYRqz3pywbnMcZc30jMZvA9D/gjeNSwMNAA9M4ti3t/84HuiCr5X4UF+gB3En/burvURk6d/jPbFlyrTY3nkv0ALa36UN3Dj/ZuM6cHMqPXb6dzmWtCHFyDcn450MTwXhzkztYXPCL9aW2yoIviVOfqKx5yvaxr4yr9tUeZkY60JsstitzQ6PSZNSnfoYzhcel5Cq7AJ226cQPJKyP7ejNbRhA0BZyx73rH3C5WdtxRjtzWD5Fy0bMm8AbYFbHvDKgzRzesKyFMWyJTE/0LZy7Ghzse2J8wA13dN4Z/8vKcEfzlX5iboVLdbY+IHa4FevcSlmf+Ey0zfC9+Nu5zjVy8JxxtQM+aaeu8fHahakrMe1D6R9z84EN5M8rjZd6HtA94RNH2Cgi9zT8Q/pEfyXlfYl68fU9f8XMab6tNPdW6vYkSHNKByISsFNas+xO8dzG5E/YnBEf9KIzR+rAfi1fmSkEj1fPx2q+MAT2j6LZc1PSZeP46Aj7veKrEwnPb8Ycw52/dXIJHPUO475Oi767I3HHPKPOnx+EgLbpm+fO647uqX/PN1q/T5Cl19jyJ9CrFwjPFNWbetxsZEQ/9H/m4yBluzzi9Xws7Jt7mCvkyd5kFaKPfRlvoOzHCafD3Mn8ir7Q4TIeOYXckiZ8wU7g/V1Hl3uPrb+L5yt07+z8Cu4jmH3uMW2dJwovesJJCfvCAvDqnHrXvsojT3JlCb3Udvs5B3RZuzyetxDZcU9y7HZcmLcGcPn2bzz1kLbmYznIj+rY+S5gS2OnsQym316Vb8VEd/y+9vZrXus+ZYVzS/hcH9kIGWAoDJx199CPKLu8dQ2qKPeUk3FxIyY2tC0cKz1fQBGf6bghMkZvi+QRNOLUxpTuYB0fyFV8d2io8LBEPaC0Q/yQtg2zEbOM7t7jcB833CuldEZ3Vo9/8oBnzItxDeUZ555Pd/2f4X5k3DZ1udIgHnQTus+LFYbWNX7jzD7B0J0H4D/lRuPxdYF9fiQBn1TQCGLyY47IrlfWGkxw5K/DsX/lE3vYsVYJpnCoaZp2Wq4/YL6SyLy6dR2b8EpTzYtfr/PotjFx+1VjZ1p7nJGnH/vb1N8rn9Et+Vc5q/91fuRc+9lzynn4dSrvQVpO25P2Wi966ecMI8dSjb1b44EjXsqcC84DApbxBGJZGbvG/Amj+qCbfzHvFTv4ULrtsZT7gJmHV18Xxec1ZNR1xOew/wQE9uO+muxYe7Odd8YmppGR9+EPtx/59sNEU0z58ef//L//H9XCsTL+2Xm+cbIz7QHGa4hd4ByLTR+BvAfMTsdt8BeaHmjls3GDWpaepIwrPoLkNxiRj7E+bjqUKw1uEurpCMbAMS9K/vK3RhhsBxeTwBMf+LXBm2q3G3RzogWs5TRaDC30aHuyUiNhEqR6u/dzvPUbvz/z+Zfsy9+fRJjxZCsTsPSRkCs/NgJaXQ3nm4C+sQRPjnyzMkrDZecrH1OW1UiTDk80IXL8C2mDgWRK24aefpMInSzbzhZa80kkaMVNDjY5f8ZNjy9xgmZbC67ksAzwkn9087fTN4z7Vvu5994uxjee22ByHuX+ELKIRc39fCUP/76FjI4zxhY6CpLEx2/8jrHJAXeymzYyZskDAzG/w15shs2H0c6HtuVyf5eFRd0L+Vzgg+7dUdEHn3ETaDzhVji+UgF08A96yJ5PFMZGzPIQx+ZZuFWzvPQQG2qXbJ6fjhVjut/tZ6XxEy9ituQT5iLH8A19jl+gbFPjdhyNK1Z03lIPRex0gFWf9LQu1h8b8lvIabcWQyGA7IwsDiSIxTH3vmo2+tKVL5bm2GV3e6AtBTLuOhog5zLjyIGd8qls9DnPF+OZnmxJ7JSvDdPjT5cuPXItLb/pujRk9x994kvtyQl7xIhpMU+Zv+YFtp/4NEz2bR+OObrxsXiXH8B99rWOfLUnh9wtmRIvullr/so8lCAThq97614QLvMYWv1BIa27wu6fARMXNOrhhT4WqgeZ+RXt61CzkfLCvX2UPxabhtRhkjhcyl+09736s00sN0R23ublchM9+cIHfhyGc5md7cP0XXpojV/3riVfK8Rh2guNiL34cYiJkKAD3p17Pnf/XkLXPPaxa7vszpjiV35kv9Xp+IaTH0pAPHjxz/kMeOvV5wK0DeM9EX39EFd6vM5o1BejfI2j62eafOWznhCTjTtd162L5VN7cA37M78Z8xr96VPs5TQVo99UVtuqn/0Qc01vIalvIgxE+MQci+48EY1W/FpUsIz1Pvqkm3xhOQdiK8pCrXPae7dbh3lWl01EH/75DUPtawU0rvXpLg7/2n47w3Y273yzK4wDfca8fhlu13vh09bvHd7+6vti0yI2x9S2GDOmTZ99LbHqWHLcuj1pybELLOmV9dAwZmJ6yJoyeCBK6PZ+6sZPnsTi4bCePg/qNAyeffAcstJv2rnHCNLW2zivltCxrMlHi0yhD7nNz6UBKn9oUknGkDVkirO4MKXy3yrfGB82CtPFMfCDv+XJ3rG/Nd95vmIBwGwwtkcbXqqCFX8PdHzTdx8w8EY6lvDPode37stR9/pumtfS+a9yCDbaj86XsYzDKDOfxN7sa8gQGSb7Y2caAKa7UtrprKPXVu7/onvHc/8VY+3Z8TR6VVDxIZsCY786jlaq1Xomh2PGsbTDr/JZLmxHXTkQbmc4/KD41Pgav+BxGNc60ed49Bh9/TAs8iPzDufxjpMRMHOBdMF+wO7wSRfYiBPT7jCWb6VvXc56Amta3c7uk03RvWLd+/eTjhfeoQfXWn797dd4S/RLnjsbRrKHXIM0e9h+WDfzDq1zmH5yrcc7zrv1ooEcCFI8oOU1ptP1+tP7ep29/tc8Rxct6Bafleb+u5V5LekmD3QerneTfW1rJOOTJ3qFzThsSy0N/OTSyDnwJP9FaZhEiA/o5FcUD0dNugMA+AVnyL/D7ee7nT71/fzZ41nCA5iUpWsd+8Hx5sGneCBO35A3AmoQ6HFNV8W2AJ6NA6XMIvjHn/COvZMuOCyg3h+QozhSl+GXNQ8YTXDdtugHaZ0Hcv5qWMqaE9Duc0Rt7CN4yn5e1akAezo6TeqAcauAn+6KHVrUtD/o8p7ouM98DP/s/NF2E77OP7G16KC7+Pc5G1Ch54iHsaH1tyiWHLKzPt1bpeXT+a6uf6b+7foa0NbHmIkXc8r9puN1Htmw3wk3+8ZeKOMz6eirt6GTe7L4gDZt/XbxKkPKGOPEQYDEITtYHno4plxq5meHARdfPzosR4cxXdNyiRv84J2uW4CltU/4d57QKHRNq2IGHPQsQQ3zaM8uiuun5kX1lR6yn0d8/YlxbDzn/Mh/+zrR49I0KH0u0vuoI79zFTGQGTB9UTruOLftkduT7oirFdZ7D2xb1zlCioi18g3y2K4rPq2Cu45VbNqeO8yn+DYK8hrzk3gzH8Pja9c7rvsM38eoe5z8YRiXyIzfpCK5IqAOubvr5nHNK8WE6YnWagfDT7m2+Mhv2gg7P4sXj1s887R+yMPh80+P9xhi3PAen22f8AO0HQkTchtn0iQ5EJMtpvb1NEkRfz6gM+BND/risdICpcP0tslV2Xg0PMZFX/OmfflSBHfkDVxYiQhwLTVmrJ7XPqWEFonXMEpBw9vRtO+ShmGrdCCi7I6nMcMyjtbIKh3puCYVeAPDAq9DdGwXl6nzgDgV3DAzzxOfE86pr+SVjkxKJ/zSozB//4//+On/+p//M4ItAo5Elp4O3DFRFITWu2xkvYqSavR3GfhKI45n+gu7/LzDm67hHpU96QD3c0ysnHDhoin36WpEI2r+bD/8Ekluknreb/DiYzvR4oKcALo91PP6p+WYcg9U9++U3N8l2WFopz0e7yGmrXjzWRvEmgNrAsPnkViWiwbD54HyaGOkmC8J3X7inkL4zpr4EPUhf8r6zHJXhmxQE/869N09e26b/h1GdRtGxAhPkdOHHV16zLQ4EeHouNkxPt6Zax2POhcM5cNhx+FQ1jZlSPorrxIy8Mt1tcIrQwkVyUn92OdBH+v1Ox3QmTH9JlG3UcgUMnrR7bR6XTZbZerjd/U7ee7gX+23D22XqV/o6K/aNMyrNB/CYb+HAOsge5g8gYuKbPtXfoVMREqs24JVyRy6O+LS+tc/cx/Cxlc7jxNs/LZS3AhB730N2KFtE9ttH3+/fZI+dPYdvxcJjunyArT5rd5wXpdehrmSe52P6YvWYq8DedNl7upQLlrwPPSkdCxfwWA8GeQwsPxzjpsnFAcZRU8D5rHmmVukiyiOIwY+ouOF4JOOzq+Dqj/kDjugO38pT2zejYNP8mdPhnPsK9MRjn6aJb/ieLOx4SiH9RKCi5K2306z47jukzDkmnJ68AeV0IaP95+T7ObaPd8TQ68c0Jdd1zh8BReYPVZmu7EX/XuKjOv3zO5hvnekn2fd0XpFzqnfRoT+ih2tzd6fMHalHdBP9q2Kzsd+ge66h90E+0AzdRlzS+jNmdFRNggdPAcj3lzfWVp3yh2Gtsd3vFMbm3l/Y1rGzzL3PmCG3ULseY0QFR6b8sSu9QnZtjZPy7D7ivmYe0HECL05cPdqyRAp4Ewzgf6P/PiYcdNG4VDHgO30I02w5kV8eI3B3XfI8fC8LcZ5iJqA0vryMYmRjQf5WDuse/KG/4iZj1G+xzrFGn3dTvZHp9LHe/9eB45zN8+LSiOKfNSqvh372sYOpnUdfbdnn32WRf2+zuHrJOpl1kZSuTkEw8WUuOV5JX+50Nt1YV33Pu+G/NLNTd+8PpG9EctKSSpOzANO617EGA//j6B+tpe/i727/q7TIvChEZEd8g7BD+PZFQHy89QHo1bmTMwMoCc07mi/1Q9vrXF3undyz2CsUj68MRrY7s5+hofHO3Omy3Sq3/HrsOhiOOq6bjZucP4Tpu/CvFDnupXthdzEGYdjfpIYQOnZg1Gt85c49yaXnfLlpJX0xSfnWcwvcjmHzw2yMT4O7Ppw2vvTF9ZD36RiOIzNuTf/reCCRX/wi5tpSOLzHaZ67pVi0DptaLMJfsnG2kNM0nfem93JMQn+wMqd7NiZS/uWhVKw97n6B4o1Sd2dV7j/nfweFg+6ePH9g3jPfYQXsY3EvsZ7+NT/aK0nVnTI3rb/nZ8MfSqT94P7EOA8o9/5GvbEa+9TvNS+y3REw7FUWO/QLixq02DZra+CXvtW+NdazjMb+WmvOyrWc5frDr73g0ucnWKmw93Vdxv2/Poo5u7o9X7TrjJGw8xf3EEOVWruaCTJsZpVBlwAjK/Oa2Bo0i4oS2PFX4Y+0CA5a1IokEjSIuNE4yeg0lkB6w0gjqPOV0MbB8wKiEHr27jROW5zeCEzHGXWg/Z+QFeLyf2mZsfpbdFd5WNcdEWTwNdXPOvE6ddff/3p119+nQsvN3xTtKGk/UvQ5kKaDMuPldBkV8mzJmL58PGJgPCefA5f4QeH3R4ftnMIG/Eai1xubCRv+pg7UOMqiHM9NArPMtSmmR5g9Dbpp7DXLwkEvYyJYStj9hIeu4yMX/l1rO+r93sN5uMHViIKkvjwsm5qI6MNGqPyKVEwDJ59tNsGKYFifE8Ky81fzTc9cad6EokPy2XbZHzRP+it7dpILvFoYluJ1JIWgtvgoSkZcoan7kQOT77Di43go8N6GIaY64fH7/qtf8d5Wudi/jyplqbkGfMCH7qizSb0TLHidx1nA1sbfzbUotehzMt5s485KICxflkfQDVdyjmm93X6X8B64mul3lvG2/Nsh7mrI5t0KzkJGKWHYbTVnYuNoWv9Oo8NZQ5Z1rTF9M8czophbMN19Noyf+PN9jKfHQtX/Ec93bemb3geJIdFedAj9yUW5cJEzu00b938PWFp7fWIONXvZ0FAFxENUaXWOmLC9qgxZKjWrleNvFPDvoaXnHoCs+Jj5+P55X7k5M9tlWfrdp3M1xelNLcCz/Mo6Z7phHSS20SGCkBbnZlvB0zN3dItqDBrbIAYCOYjcfqhs5xXDcTAmWNhFvCwsP5zvDN055Bb9lKn7QW4ZVH8VgKX3WSYuf8LWROnPXVJm33gSZ4pQqtA1/mH7pRlXMhoYC9X4+X1md13ezwighxpk+F81dmP6olZ9OGQvuW/qGkgfYiTZKNP8TYSsNdDe1ztIfB++J+EkLYP2aNM3oHs8kojuGwXe/Y1DJxVf+xsWUVxHa8+60qPH4bS6PhE1rNyC9hdIy2EfikPa8Yw1Ag3t72PWegwPwJX/CtHYauPHNDxT9bgi344hzuXeh8CDvw83nF+dB0+1s3lIx72C7J5/2544xum+sOOYXvZPfjNaS972B+Gp7QNTmMx2kGn/NUp33d7Qyff/vqGf0lpqy8Kt2rogxzac1j+Pi696JnyJvyIvdjYW9ddD/NPm03bxLyLOzT08dav+Xb6eoAz6AZt4op89EcsMH72uAAAQABJREFUmp+QNQDRij2ycLKID9qKZevkEcktPVKWGKCvH9Jh9ZXzCAy9Zn8OvG+8dRHoppHng3nXadikEd5t0obertpW0MS297RlGzGYgXjhhy3sO+fge5oXdMkwfGm7XqFOPchkGUdJTkpDr/I6hkyly+ex6btxkkm7x0D3v+n89ttvP/373//O+MOZ9mXe3OniLfmszyfO0aC2rr157pL8Kz7Mc7WR5pzH1lJRbpnWsfdattEdVrcn3yr226+/BWjNDS7S+2DKbNPGQ39rCc+M1Wl+5JOM3aY//6xHe7/+pf2BdjER4xPvKqYf8oHeSbdcAxJftHcKc11jcj49RoxHzOBb49ZcEAHOrsmRf/7BG1Y6RwE+v3IzQHLbMuZLvQGGPdAVOc8Kd1uxR9by8C2/Te6vyMUdq8dFUL2QlPUl7/6pPDX8Q/wgU8ifNKNbtB9REMWSAdjK354XNb5KgP2Ym4xP2OZcxQOCQVdaK75UB8d2tc1cihN79rKWzjEKt6TBH9DC75Q1It7xuXZ2gIx5xpFXYAuBh7gLoWh4DkCHbwexPuJPDjMPlZr3itOd1vttdMc+ln+dK8F97qu7OWQ3CZ/RGUowX+kn1VuHXZ60GefmhJ3XmdAPeChgC+9DPQdzHxri5XlUnIvxhiNHz387n70N/XzDHTVRNz/U4BokD49PeXbkBLeNWNsLoOvZ48X9meMH/Mz30UbPIUgSM65LOseSOWaBMmYCj4+8LZ10oiNKVe3HipmOs9fTH9g+/qiTv6ZdM48FnTx/4RtI8a8ZkuuaIXbC0d7PHyqf64YqKLypil+hNc+TB9+rxiuT3NsNZ6TsjqcVTLEV31wVkZ4jWZaZNui1mVGZ8rFuYeRVZ3yavs6cxljMX+yEbZIH+0Htpe9yIhyJB79Q5w2tY4hxjh4b6jl/ch5MTDNfk25uhhAG35GzyK867H9apm++Lgfo00LfpgAdrfH+hpgUJLFZ/66HZej8+Q1ht40x48MdN/6ewy9W7vTc+acxk6aCx+Pdr6blchdBOMJnzPGj3BqROc4fdrzZ7nNykOm8oL/L5bbh4Jl8xpyftA+ViUMg+Yh1k2O+ATza2dnrNVUa8piECfzswxfeOtF38J/Rl8TxKYVQlq/o0kRh0JtV6vRKDycS+jzJPN7Hig6jNcG8eNq4dpCg9MnYtR+Ldlt2DCXcr9/+aHjlASAVZMKxP+kjUX+OJ0t/+SVuYMZNX/jyVgQLLWMXOTryEKF0CQlDROgaz2MD9FqgklxwHXu1BxqhLqHi9LZqj1y2HaWhOgNtHhOqJckOcVdnw57rpGMWQLO7QSp5bgA+1I1eZrxb4DWC9tv8qqGGhl+1cVYnsN+jxyv4fcOF36p90i/09yZlW6xT4u6foZflt957bHhj2sxgzFE6eMPunf4T/n9t47o/HvpNqif9rlJYbuvhMJevFAseW7FZLNYedPVhX4NruJO/Oj/jUnZahsG2vpGbExZAWIYcXkhxHzz9BkDicsKYoDHIRItOLwsxa6Ey49D2yM7v+JDMsl8nYzl7H3XB7720JXmVJ5jHfSe7ix54VxlvqWV8rva6hX11oCsOfZ3hpz3e8UVqMVTJXBr8yav3B4PSxScb+q0wvTHgmF3xK77X/h/TckxCTZJRKzk1p+i7P7AZm137/DR3MflZv07XxitJ+qjqhrmO4MC7WF+g7f8hEPM2xM/5uO6HjPVIHsOM0rS37kdN7MU/x8QC2/KzY7NYKDYKr2Jlt7VxF9rZCJw31LviX3uwIfxLzivMqccXEDz2Z1QcS11+0XUcSPiKPWFb/700bWh4jHruw6ICNR7UyZw+7GLeKs3XlNZyuTCwDn2o9Vf4317d7XNH0PLejT/t31V81m4E7YfWdV8d9t2XA8tv398TeG/kY/SG9S3rYAkty2kp+gWeO17GMb4usjNf2JeaSbTT2ZEVzD62Vq6bn0oACm8do7U7r+aUYWseCNYyQpe9a7aT/5VW/WwC9qjzz9rzmstZfvaQKT0L6OPFswiNGnJNWYd8tmsH7rLAC4txA/gvK96Bt/qkH/3Uu1/7WEfbZQCOnxnIr5VHx/if7k3FO+aw9dr1N7VW356ZdH8fhD0jvbYGH3C7bQ/DL3SNyUJEtXXzBcQEyYtMIwb7XMN/j/YVrN0ZG8Fe82GNE/PvNFlg9vjp+mssYCKu9RCDqfz3L3/58stPv/3+2+WbKk7Tjb6Z9nq4HdU0wOuxKDLYGkNyPKYR03Q5+KY1H9cxUTPKu1KZLqVyhnlZ1g5xraftpvE8bhpqf4tzdqkgKZExY3mCUTE/d2bQmeAse3zOzqUC3gtWQBTAKHkix8d2fUHdylOqx0xr1+TRY59DJvXDypARE8eMzvXZ87LoWyDZFxvtdiJuFPu2DbCCFx3pseMVj6o907fTqLptXOuzKfoG2TmWDLWW0oU+67OOry30vOe/wr7Wwgal2xWn25tzI12nWuHSjvhl7b60xEdQpfcF7Id2aJ1QHEVkNNru83xlyLYFzv3EU0N7ozrT5ODLlMSDee/UrBZ6rfM4fxfg72rc+X1uHWeuJs41vxwnz+bNK4J1Gtebe/cUMgaXxf8edo4g/ubDvj+ZcIcK9sD/ssABYOkqJtIv2hAYR9eZrppb0I91dRfSiG+V9lVymHNbMTxi/qMB/UAOYqPrlw+8omDeR2txfaDR8RxjB7Cly3AddwE4NYjpGTua3449P9Aw6V0crjzpHF8BJd2Eh32vjBmzvNfRNQ40DpGKmxNO75sy985R73xT0ojH9MqLMQB+l9979y87UxaG60WV8eTIUAaeO17KmcmOwWug+LdvgQOXp6S+50BOG0WTDmrBN+OBDd5VBiB8YXAugM7uEVDpLhZH4EYA3L6RMBK76SUyDOJArvgSpCydDAjMtNuUKxTYDoIyJ9z4HY+TjSe/4JABEDd5ufH7e/yuzJdfos5Xc3Clbix8ohHty6ZYzP1Ek22Ji33RpU4QytZT5KG/8IYuXuya/01318X9fkIMurmpHHavCegF3JztV5cVi/yGDHYG10+yGMv2qHbhVV/QHKo4oZzwDG8dKK3f7Bs2cL9xXHrTvo6j0zUujHMqzZt4hpbffMoFL2idqIlnyXyi675Vvujd3WHAl8rymcEdf0pIPD0omMmXSTMP41cf+vPHV7MLJ3QGx7EYuG4vpKLfvLG50gD8RwBOnq0SPk3SAVLxAX0ohGFiPM2TJB7QCZIz/wzylm1izQr0h05NlFNVsmGPdZS29OLpwGG7ACaDWN+/yBlDCPjZNjNdJUnbOEAHj5yz4EU6z3yB/8YYvCxLkkaOtNUEmXScB9JXwcv2ddvlqllv3QXmNWY61rVueI9gL+wvmR7JYVuC6brLn+M3SjnSDlnLVnzIWLbTHBoV80s6xF/6D7sKz+M93ncaj9qJH7T4+rTQMPMnfZeN1CMiN2P2qXU8gaHGapMTlPt237if8s7/Hcb1yBeDlOyHj0NKFQYKuaIjzcyaqhvSCRdCC/+cQxMt8g9zKF+cTAVN3HMCwuqTDEl50p1C3FTAcQx4ri6gmauc1xQrfXxkqpkPDOH143MomBbFBCPWOr7tnSdgILN/irJ0oUtUj/gh36MDOnOvkwZlfxY4NuNANu36aY549jyTuW++K778xi9o0LacjtHEmTLVk8zat+1+svaVp6wLv3mXR1zEI4chOkH0KfZllPNvrHNH04Iy4vmbCGQPSTZW+KjLrnRCHhCBSU76OWwbtdbPJdaDXK4F8RmWScCIrszNtPRwTkAM8tjOtCldXznYzu71/LSM9r/bhnO/4d0fMk7/hEwhQ/oxZKf88w/jRXuscV3OoqLap7Y/oMexOuE29o4T2+dp2wkm/RUy5fnOruvklhXk5UD+b9+41U/DOMPnI24cH8a5vHEx4idtgHdjLiJ7wgdJ64vfHx3WU6KssMS31wmv16aVfDM2Aia+tm8fN5xL4Dlv0ZwZcsag6aiU3JiEp/MVdyP+cP/IeaZJCV4//Fu4MbLESVDuYMIjBkZY4RPJEHmIvhEfmf9GnvPFkj6n/ebAdNvg4xjtTPOcNjq6xB1u4d8Qu477XEz8kNf9BSsu+J81Ks/GmRNpL+VysbA0aeAYllGgl38zzgM1bJRxNmyDzp2vdZEeX9OESTXg855HsOIXFNNErJ/xzzirVZryt1Uox+GN6mLVHMjh/iHZK7f1MdUjPsNYZUPku0K5J+FaLqLfb8CWXoZeS58f2PoedQ729Qn3q7Qw6C798y2WHBz2cEBHn3yzcxAlPi2jdXQM0+/8AZzpGI6+nMchTr6xhTLhYOMzfjxa/DHu2MmSsWFL4Upu3Vw+UnvYad26HieEFW7YqueZLb+caJAjv8S3iq0/U2B/FAbxgt2UP/TtHCJf9vY3JpVthO8LmhWbRfdaY+6Gf0Md0+nza++XDEWlcKova9BLYCpav8RHdlvXCvq4XoEdHLcur7a5XFMkHraD8ODh0V3eDSya8QBz2FlwcZ2OwJXR53pmfvWAt25qKt6kz0J3k2d8SUTal5zmeWucz8tyE/7NpKc9K1VsTCzY392vzlPYL/szeTO/lC/TP2OujKXJbKcc5/wxwR5XwnD5G8VpwK6I/IZMPUZUL3/J1MS5ronCDBjnB+ac9XVpgTpd951L+UjLk+hl7oVPMOrXNo2vB89mKGQsSFZD3JeW0/Jd2+DKPtD0+D3Fstc9jEZwA9ef/ow3JEP6BdyPSqarxghzzvvFCZzGD7tAKedRzMrIW/PY4tv93h+aHnKkPBFg2CJp4YQ+ZaDV2yZ2U8qmzBDk076v2486X/Gcukdu1sst9jlEsclqF3ofH8RIYI0AgAfXyPI6WSDylfEcXY7uX+YXuDEj85osliQHcC6Vko78eKVBD0ezvToun5aNc1tklVG1huC7r3/yIpnkzNe1k0LN0QvB1uHr56KLvpLHJfIpP2FXxl53aKYmbDuSk2OUGHI8WZTi555RznNB7KvrkqsvCh7JkDLPqSxmi+d1PyNbOlqwcdkWmcN+oa55pY/RI5XCCmJgu9t+qzS0nCNdFoRqloBWxFHaqvjY98byPshvIJu/x+WjalEzDUIcOZUTkYdrXVq/i47ixjFufGKAP9vjrjTnJadEJ+Z8+Zg+fxljAIb9hjmRL2OMHDjym2R2vii7W5ckQrxgp/QFPcTFCCZsl0D6xFdxVqUew2SrfQQ9x39f7wzhtcg8Ms4gv9GzXsarUvMVfKFIrw293gA24qONAWpxOMiN87jEw2UsFJFS0JLBHuO/MOoINugSKI4wGQSQDPzdEsZtZRp96OzuO90h152RPIwUZW8TeI8CX5v5EUwjkHIjGibjpgoXE/mqTJ4q/fzlc34FHm3d3EFfcOWrV2wsv4KHjWwvyewAjIF5ZJ/Jz94fU8GGeb446PtE2HE51oyHzLgR7BP/dx40cEJI/LAFPqunXSt+HjGffn4ztLGpFvJAJH7nGYP98Rp/y2a7zTDwwCjhx9+UN/rTrxvcO03Ru8PoBnGswdT6eaMCPn1ue7zr7z5gYz7EfLLvpj6m2xZ6oE8HJwRf/2QRU27S/Bv8jnR68LPhZOas8oGGD2b8kPC7CXZBevKIsdr4dF2FpPyh/oJjxqtvI5VI8jdzGpmii49o2OcaJ+Z3fl1X8Vd8St+fgQ+Qb6EsdiMHDdLxEAYLL/j0jxMDNSUI5IZNLMfgMOVy+66c/r4BsDr94hSg5rfjG97khBebnFjP+UoWwXcbdb+j1mov2uJFv/FNXSftgZT+qIt1Hr8r4f8omO7wXu3X5kXQnoev4l7hNpNcAUbPmtt9cWC1Z4IyuV6Y17eMlgHZMedE9MONeev1RnM2csMmhuDPPhjulE/PIMPlEL0BWGR8rZEnMpucYDrWOxVfWNp9U7AHQp2ADdb7/o568IHVKuc6/5B5kTviQ+2Ye82+BVOCMu59bfUGfef9kddPuAX/uEYO4OuQOKDzKq2MvS080IgoJR7z5AuaY2G5o7v3L7Yc9K95C2mDdn6EhcYJbuYz+OMULPckTBhPUGi5As3vOGK1DrnYQwfxwb/7+UR61+8E87DPeg57ma8MVJjMQfxyN16Q1xoy5skp4Tf2IleoH9dzjfsXac+5AfzYBzTf4mfvUTI+hu1OPjjGRNL3usNcDnNGjOceIr8KWHLmhYf8ilzW0S47jcLXyLpOd+j7up0uiJP8jOx7i5iZ0Tv4hS7YoB6qdQCJJvFCsHT5mc6GCmw4JLU7/qJ09xlzFVFiUTM+Ze53oQt//phLUcofEcNjC2DdkM/1zsk0hQcv0fA+8ujfRsDrLGtuHqvJs0s2GuM/qICmL8A8JrkKZH3Q2/XH+GG3Njeewb4/bvlswJ3CMjHmoP02O24qyJ7xu2zOup/NfyUA/YyZxA+Y6eAVjtY7/p22nDY9879y+a/r+SVu/n6J6zSnY+ozBp03p3ozE5yw6bP+9v/evuLBk7+v8bXEugYq3OJpHNN0+3FJrvoW59HkkfifknsPs++fH1PSaNpmrjWVv8n7Pu91WMLv7jDsMr7BE6/Y/nJM/h7ZEN3NJLkaUHPfLjHs05KvVB1A5u/zncaDi/08sDlS98gzMLuR8SnfxwCIZOpYipvYXw+slPuldK17K22tJ6a2jlUL4qJTfe/WjN8FdR+0bOjyfd5M4XoNPp38a/xdCS7w+NT+nPzP+WHFRZ6uR43ueaRGXq9V/Os6zuuYfx+k1ymubd1MscnceU0+lT11Mwu7/Tj/pevSFXXuuOY3Ykr8uBGUU3b6W2kiQyug3vEbsLaHla4YVVzQbiki6gjK4VKtVz8f5VVoOP9e6XleXUfoeXa+dsa69pbPr2O9587O3gMij/chGWdTce1/Oi3q9p/x93G37/h63HTcvpbym2XzuOm6dP9e9njpcWE48C1Dh/V45cdz3jnjFPbfU4vY8ro45lnlrjuOI/6bEXIfMdZ8rVno6Hmy6duHNha2YZ5TYMz4rz7T2hBumqsvN/5DshQjPniQhEPnh9F+gVXRTyqJP38DOFuHDyHl9EilyCf5JH4YMi+U8qhbOzIg8gzWCSBw48zRFzS4EJYn7kw46dCw36/iOAUh/LhYIHkuAYHc4Zz8h7FG1BveJRIA4zdhUvMmaBkRyH4o8fp3RDpc8h38LJc3pf2JF+CwTbo3eELD501+wuP33/7jp99///0nfmMnx2MTX4dwNWlXvxRM1MbkSbvNhWnA0874wK6RHALWurhcaM0G+F2WOfB2pQezLyR4obHdjkRDbj25pJizrRM2fG4awrV96mQC+bE//nd8HPmMTuyBDbtdXE8aD5CNC8jEGTGizSFB+vhI/wUIaA5R9z3CBEasQtdwGYlLDw88wtKYZTWk+blfNwB1EdRjwOZCGclDcN5cN91xzhyv31AxHylpm1Daf+jv/gl9qVi+y0B0MJY3cGesP05MyZm5GXFS8chcDbz4n09BjzMjU3J54k+f4zycsYAgW8bk0NEx7ZJQfXZAQzaSFJACjbdSzZd4zaeOBj1uEIFTuI3LzBnVh+pQLVdUfoeO/mwFtU2b8u7wmPIiMhMb5gXeEPiGgDdOxJ/r5ptU1qQwYVZyoUskJdmQkdVHHdby9j7qGf+f4sk63iDhInb+jhZ0oy+SPLS151x1Ms+kO/2IX+5l2Hk/bWP/8Cl7obRzNOf+9ynyxwHKVujCFWffeI7HdoZ+oWnk7W1dOcTfe1IQmxWrliNtGk8/ev2x7ZP2EmaFb9wFNhEqpxKvOU5luK2HfMdVPzEwcCiJ0YmnMcbhDa7jmj4/gMEDGT46ffd5fzOnT4EbpMX77KrK8Iku8LBvCXvGv/kgTHOZbVTIj2spegQgJv+U+ztsEY0p4zAGXcOQvF2DntbV+YK4BsZwcAYlbx5GHZmvR9B39+A58+0V+GkPvJELGq4bqcvlPspP7KGRYchBTMqlPEGOruxb4iJHgLEGXeZIoJq2bZLAuUdjfwsXeqSgYdUrXOPpwTSN0IcvhtmnvY3XS+MnFyN0gKgXjAZKjmH4Bo+v4I1P+cYCw6JD1jeUhfbQd5LbYGf/Vplza8Tz3gYc3mnHQZPYmzJt9KrpGHbO00jSSZoF+ahmHW0Lzz/igbjI8Rd1fcTnMuYcHLRT/xHjlgN44h3+yGI5L3S2jsS3PZcxKQEd86AU3bBamtOK8nCAHFawIgZciDNzpnIrwWFc4JDX8PJTwqlrfl76ODnOw76VbbIrZL0/GCO2h25BhlgXyhjr+fTB4mx9pCMczVe0zeNL7EFY72S/sodkjDzlNzaHnyVLEwLKdA69kk4mqBB++EI+wd6yi8u5wAYN8xffQZOG6TpRDYA5/4xwLGXL41B0KiYij0aMfGYvNnjt8FPeMSDeYcfQjxf0QbM9d1y3HX/SM+RaTWiwD5dFTzaWjDEvzGec61sOM6Kdsm+xtOuMr6C1+Gn6WWP2Sefh8wr40W/bTVpBkz7jWq5eWsakAWwaPIw/XJbyjwc98hvXhs47TXTa+zqft+vMCWSJ42KvRow4+Ry/+/tLfEObdUkdGozzFF2MkTO1l8HmDfCmeqUnQF/438cZhS7j7PcxZpo1OoufGVMmEIDHo9PnnPHTeLU1qKU+HanrCl+O9GHGKG14sR5SypmfxjcnRcfM6VmfAS5Z9bMxjNRR5+bVl7UxJ6h3+Wn7zTdkSPx5TYBRyauaPkun+Km10JlDNGW3/U0eYQWdkdfMP8sRU9hmvx7DtzRwmMcwT9g7/DfmZ87RNB/rl+wrWwp3/6x5AXHmYhRjDgFb47RECfcC/S3m47+j/Ez+GLJVjoC3+Fsl6xsDeeSbZUnLDAf/MV60BvGJB13jYGvZeQwvhWLLe4Q+JJxue7YLtJOv9zYDRbKscjDU8S2v+9ymdB8l8RLeTcq0DTdY3RSam563AJkmdfp5KJL5rAfx6V2PDr+OqKW5Um/z2W8V3ycseMsugbkA+ByaTnKa6VDnGNuzrN99QDt2j4OH4ukOln7r6LLm8j2WYQ1hfRzU1VbUZTtUzfNnRBr6o5VtRmwzBO3UIWCSz1BBPMm7j3QSrs+9bLc7HPgwxh8i8fJFyjFY2P7W06X7Td/9xed6zmoYYoa9vXiu88P5qugYC9txboJ9wFE8MOrzBOPc5u8iNePKOG3oaTV9aZ/IY5HzIt4i5sKSA7/0qv1K2DjhwsYTTuB9n2GZKJNXgKiueaPQKfp3Ahe+ZCJswKWfP4755i+Gzbbomm9AZD8fxqmy5BG58knHmwRGBXzH3WmMvuIvCMdbjXEOgkwat0xqvfGZe7LKQZOvjByEBoNo58sPY90ofuTYslGrSojcb4hG4XhIuMRC2iRsvcOcNOmx0nl33LU+7BlizuX9RPjQl3INpdibm+78DeAdB4A8QQqdwTOC4VJge82dD8oLPkayUx7gnYbgXa6SbHkyG705ks7qQVxUZAOwR0DU0LEGvZOcdhh6AfPHH3+MTZuC4EgsOpkAbPCVBK8yQheaJGT+eLP3S5xA/DZ+1/e3L7/lG8DQT9iY8Pvm6o73s37rIriR+J8h/Tcbd5xhO9ftqztR8QXHyJ13YMd+82DwGZ+dgHHtc9Nw/w5/3349nouGZpDyYERwNOH7rg5FT3lCX8VCb8yDJbzFr8P/d6qnzd/JZ+jX4fMiQ+iIHTPJRH6J/17w0P7RhsbWcVYy7X4h5XvsBT3EVf47ULIAh6F3uxRLnaC16n2vUSUee0y6Lj1MD/quQ3dvv8brMdT30yTNpJSZbrxJYJ6EjnHifrXbY4kejdpOj2D6mHOfTgRqI9Vh/u66fAqXuJyHQeLQFHP8ZNd3fZRdNB8gRl/ewIwrKfuFl3tmhX8Hw5wzv5zPTQ3P7x3X8L2/bxR7/6nOSW+yiZOrOx4dj70LR2jTu5c6Mu207Cv5R+Dktx2OEeT/6B7FfBaBtgby9TdsieGyY8g+dCvZSp+C24h+sAk9/nk+mQy8i79770vd7B35IsD8pkV6KVyG3fOEOdadv8b3p97Rd79sKT93v91LoRHj0+r1Z3j7OLjfbe/QHfsuctyHbokwYByHC35BZay25ktV1njvIdmrE2939J8RLDzNS+BfsdkzmKILwWdSfGzcPLSGiAY5AX/9yANdzcul6Fd8ub/sYhnCN8u+NMwRy537Mj7mjVzNs1dlh2eX7VW8k0Msf6eBjONUJbvNr8NQN4z1SlrjRp5hfeHcfJ7JnXYkgaTtbEtTU7nTsHx7/rdcK/bjlv3zGGod3eVZR0MV1iVUUWI8zv3U24gZJyQS4g80lR4+lYUfs+DFbVWu90OmE83eZ/r24z6GnKcx4O76FxpDZsPCT3qH7Q76WJ5O41ndtIE74Xs8+SaQKNI/4Ud+18ijT/nhnT3VI2qPxphjfEvbp7gJTMw8O9DFNy108f65UviXvatyLr6BCx+PcQWndco2pE+2lo+dxwX7TPoxjkBxsAa+f6wBZf47nYyDyNFdrsF2B82248eDaZ2BYN09VmXsZaOR5qzOBzVk3xaWR9BJOK4Fzq9ofQCcQ7bNyiPnYBiC/cfnT/FA4DCK9bIXwlof9EmXi4fc3f4rH71gqcyL0RYvhuWfCZjtZ/Foqmt5b/2pX7FZUV9oWU7REiFixfEyr92ETR/FF1GC2YExzRfYvwUit2KPs8IaR/Z7m50Yet/ar039HTowl23Pkxx3fdbrbnzv7/lrH6M99//7CdoJ+KYvfZ3EytbMw09ftB71eAIsZSrQpOo4E2x2LR/019jZ5x3B9OijDm7yjdjE9kWrY1X95Btwvs7rMHFP4sVNmPkX9WvtxA8oyXyFf9TzEZxJz34ZJiZP8v9mmk00Kh9Z4+wHYkiMKJ8f0rH2O+/rfFbKdNhDnBS3vIZ7LmlBGLd6zjXy5rv0FYu1Fib+iHu4OL4qZlkjYy7kGo2z0wFTIMt6L8ejOWjbiZxoeP4FJzl78rqrAIfc4MeUfdsmd3T3/q7jz//rf/3faQkbigWBwCZp/MnFRITBQ3HE8h/KaKX/GsJ+/uVLGDXe1hm3o+tEL5/HRPPAl5Ogw+RKY4A7NksSRhdgLRjs8oLs5iQr0mUNyOxGXvC9gS7Y9R63FzyPu1xpanJbHsNQdnnRx3hf5+8vIEfHUL0HwYlu0k67hz3jN7M+87VBYd//+P1XmMZ/fhMmbBgBkrDbm9c+obk+cViTBFt1OaDD22dJD9rYe8wLXKrq4BcLZvLnjeOo84SXAjbR0w67XuaFzW2nOxhR0Sci+QmyO391eOqmL3gu5A+9x9N8d3SwV5fJMhf9it/qk+7GEy8eAuApPNnz119+/el//7//O58AJh4Me6VfVD352cTpDa7hjAAxvkv72fTcX9S636t3r4EPbhRR9lH53T07n69jznvceuc6Ep2fIBiHN1zZiA/FKbQl3z6ecO0JXePdlY7fu3H32z6eJ+Sv24MbQZ5fQxb0R2rofEnUz3lRPp+myTb6BAQXgwcOv5PzFydlh8PhKdsr8QPmPDb1Clrwtv0NUwvca/kN/IpD/K0bbJ3uKuaj+AmZbjaDqU9kDkxwT7tzwqoV38axXVzqt5gqVjnrZKy+zQAaRVfuvfo4cQaYefUYdHyYkuENq/7Ko+TlOsJPUqe6ogau6XjAfCZvYOJhn9Ai/qBfPMDZ8XkLjsNyedztHHzhw98scYu3PQ39AskFRHnX8SsHWdYOuPMvXzanTgTibzaOlZ+PcksOxcaKZn7Ilm/wO5GtYG+3dr12Avfjh0AKZNuunvBfKVo367OOri3HHjKY7goRrZHL3J/2GUwSz2/gjL6kA/OcCDFHDyfaCZrxXfpAvy4umRvrCHXtD8N7OdBzp+ZBnKhG3oXuZw8WiaxZP9s7RbymB2GFzrv1ve81Wb+hPrZjuf+AtmU03PNSnEouBbb3L7ESJQnviea+K37mIu0/HG39zM/xce0HAsV3DY15LS3bOvJofQDyGf1z/rK8Z57Kd6yvrK2GhZvrxmP9dOwtY6g+cof7wTce9X54jvS+Xjeey3y4k6AIHiFBB327bponRM8Vx6XPs2Y79PSeGD0dl9bH7RNt9T3znzHPcWDd7/k8o7/Gh7ndlautyAWh87s5vOU603vnJ2QUb6ExuW+sP47Bk9zIxzjl5IevOL8aCNZB263SqX6OIlg1Pc3PtB3jpm9Y4DwGK49bTsO5neW0D76ThKYx96sDwXIYf6fncfe7fYL3WMYx68az0DGRVpqGu6D19c/13I+xDmfZbBvrii+mDNMmomwY85Gdwr9DZmgBAx9K04ZX5238nR6xZVqG6aVpFD0x3ukUjufZmW6nVzhRe6L3OR5kB9sAeqYv+a6O9TpW+ixSjEbZ1/Tu1h/b+5X5CXGfJ+72Mx1fp9ilCtf+9Es8tM+3tfH1z7yRxUF/P0yn+gSww9V41QTDNS9eKrAfzUd0TH+Xn7bHIpqDKPAVK1xH46urtb9xfirZwGW/ZboukY69ue9DAecx1qP9OkzJYNuIB3R0SKa5HxobLuP5/MtrnbFcwo+xtFUIZTzr6jwG/DynHnvIlDsWWlnUFB+X1vUhVNjk6/iNRet1wevnLwnPei6qV1jdqCHO0I8/w8g+0demVuav1gFs2cU8dF67zDvnLEAynsUn2EXkBA8sRUzEpPC82POAqAvG9XOpeF7HdHG86+jrotbX8Iahvesm3+t6seAxbHlZb8d/jodKeSo7hlpImo/PP2cbIwCqSTnjPztnf/gp38zEGZ2/oa6l6e063N3oLbiT/Uq+Kyf15DyK3O7zGtOzHJ5n+pm8OyrE6npdChuSU7hOmLubbf0wJfNxfoa/57BhKCfcDZ0J2+fR7ISAYomuSauN+/qWboy1gVHt1vVU4ro98PNn3wLW88AUvG933qo8ZAiVvhZMy/JR2h+GZn10v+E8ZlzyRtsiLvnB9HZc91N6jNL+Nw/nc8MbtuOBI7hKQs579nOn13mYPuPuNw/jPCpjxj0ajvld85C9A/nOR+0lAmzrd150CQ5y7XYwrV4qVaz5Ysfz9Vnj7Trb746ffTy+V9CoSznv5c3h+32DfChA/MWf18iFaDT2eGU9OB2Ws+8PgKPf9JfY2a7nGN/riuPDsZE8e07I+U8OWeUBPmkNWHiig+Ny52MZu2zJKz7o83iuFdHcY2mBCWDHVo8faGScxXyFv2WgX0dYFTlD5sorPROVLMALX3qa/yA0i8zSMob6+D2xZE6ijtcOkmE4czFwgH6JzeGfX+N7kPIGR1shYwx7JHMmxE0gTAkejMPTDi54klklEvpxGvyQlbIHY8d7p57yP0Doesm4skGwvz0so+KFoMHWIT9LYv6W7y/Z/vXXL3lz/Us8OZr0AmbKQ0cQmJutRwxvJXkwAK/4l5v4AJOs9NVBkCrk1ddjwyPQOB0eP439iL6UZWHN2xmPKd9NDmPZ9iykHKYHHn+cgP0SN+vVlq/++POPPIF6RlsUSaC10LrvI6Vltd+e0TB8eHr6Gpx3w8o2ecbv/4jxJ8qwmHz7+kd8DZIMxcMs5KTcaI0Ywa53e8+TDcoPzDnlBuBOC27vE991ETjRFy1o66IXJxCd5x3OR/tfiT9gHGf7PHG7dNUkdv+akT4q5d+A15UK8rnQx3KlBT/m2Lp0lQDECzngNVcW3k3Na2TPzTegS7djouy8DL/d0BqOn2NL+iQPr8SXJL4O3bVq2gSEma107mUwnMs7Jnv/mc8OVXGuEdqSBX6msWNhN8nzqj/M50rp3OP4PI9ee7scKVsTnbbinL1Y4dIP3uzr9QJbagG9tGlULF8nUe43fFZxwTx1BEb64MrnBP1qn3R8P7faRvCRrYZccn9+qwQ904ZRT/uD8Mah+IDo63HVZTPPLscb7C+gplcDr/njilcUTjXg+fO5QY/jhDfbYe8TjUd9lge6rj+Cf2fs0RrvG7+m57aXEcvC/PCccmmcv6P8J3h0ua2n+hTf+VML0dFvmrG+3q7BjeCk57hoY3tVOW/vfa2d51K3k6kzV/x2uyLjJY4H21dkOsVqXoB4TfR/DAqZeMCHGPaDpt/L3Lp3+02fb8T3/lfixyS6PXNv5yvABjiUd37tsh7Qbrt2+W8B2wAhmWvFqDie8jy1we3VkvGQSEc4Iw/0um12Om7bFtoXR/TPvbQgXqFhWi7T9278XWXo+CW+6Y1rU57eac8n/F6B6SQE7zVHBja/DndXB7/DvxMrJ9jc7yez6x7telrd85vkeEX/ijFwrPudhrpeqDipmz6+rlznl4VPX9EdXwVdw6/XMOwrCr1O8QKJnN2uV58MG9/IcoW/sKiOYORveOMroMFlyx29AUN2jmDKab/79bmPisnzmq/3wt83KpHi3aN8vOLSj7lINr7R8shOiY0J2FsE4hl20BxCnmHe1eAMv9K+3yOAjbwcK052LR86j7/OaeOZjpEUE4SDdqKUXAN4dkAv5+SQC/g67yts83t3ep3w3FfUI2f0xk1da1HoOPaUsgV+jvslkWCkx0B+U1DLZPtCxX0ncYDj7xFMXp8Md3eapvUIzzBrebWQ6WoN0PjJdyudtbXD722gw8ITKXPObP1dFZIaXAffUM37IZd3nN+3qyg98yVQ0N7DCryMu8zDd1K93i8e7xPjBjD3tV45kJn54sNx5PapRG9SBDe095u7V/igH/D5BrA2kleQ6OkyGOAsC3Fw1S1tNfo/si9NnkHWPD9qe8teJbIqdnV9QDkK+l+YYBjz53AAjOcbQbHY088BIO9ERErLN3dxLm8H84RjvviaQNHLnA+kr9wYHk8kppcYH4bRJmEEKb2+4Qzv4KcnbqiL+SkBJDl/BFjKN3YCnz/FU4s/8XaEAPwuh+m4NLrL/YK52x5f8dAiku00qlrW0Ti9tD6UosUiobd6f/013vaNr47jq4J4kjN/V4Pf9miTwrTAR1+MzcZPr7TH6MjHfmJ2Om/ICD6x7yCHRtIBNWhBxzImbHwMEwYeug7t2PixEQx7Q8t2SbkCKvvxyaAHD8NAV0ECz2zNjw5TTzcwwSsxTOBWWf00bvZiF4XPhU9Dfalqm5geSFnnDnkcbITR8V//+ldEhL5qwz6idJ2bxIR07wOP9vVAZxnI4/aVYd3vNqX7VI446QCHuuka1yDzTZKjfIaq8pLwhlr7Aik4BrcAKFIxFPr3p3j6mOvz7uoDOgHr+LjMk82+SZY5QSU+PLctJ2+C8LtoDije9Ekt4oPZr8WOm8BRG8GSth1y5hxbYnlM2GDXbc/8oY39n8U+9BN+PGwZzcvR/StXaj7R77EL0tOOx3MSe+gRWCx0PZDT8YUMXf8r9ODlmJh+hwaEBo+IF5o/+rCNiFv71U9Vw0u+olbrHy2OCZ95HOFC1vBrijnzdekP/JxHmPDFuZfMftSH7fs3GPOkj+27j931S01iouaP52ta2DHgcthF9MnHxP3VtuavmBqx9YJNbSY/kW06O6ovVNilbgenCQou/C0rA7sdql1zEBkkt2jNuBv0JoOtYrhgmCMUGX+jnYZipM+9LS9PGs0dgRBIopnoIaDiWvIh756Xu93IvflNJ8AFHcb6ONmWfWJyGTd9E6bxhC/HzmdvC2r7TH3V5/0wT/skx3AcfE0ndgMb8vtNZOf3fP+Mh4pYV/g6a/J6HpETdJEt4iJyHb24p9sDOMdF4iSM5Nr7PS4ftVY4hf3cDr/zqbb8u8MXxY/VtP8v/Xb68P/MW+cjDvfxE1fsZX0tv0vjY2/qjuew+onUP9qHjMj0bB/wSCjrZxhodt0qjg3xavn9cf8qp/fhOJcRVvqUPVmEjG3Rt2FzvQ1w21u5fOhnQg+FIF8VwM88FP1C+BBr8HcsmkJ+c8xoSP6xL7BI4JFEv/NI3eNkq8u+kzR/+ktOvR2mvlHvJ20N9kfICZ+7b3Zg7KNHzvXmt52Oc0GPkQvMFh9+M8Fwtp9pOQ/J9s2mbTqBY5655pjYG6X5Pbe/4yiygmUI/jzcz8UiLrAtKsZYfvPbfgI/ZJsxsiCF/1jX/ojrQg0O3XKaNFid/yATc1iTCFtYNvRxPnyum7mtZdK12utQvlnR79FPGYJvP9zfRO/DP/ENYOSBXM9iguEPSBjPwHt712kfNx6lRVrXbfnLdIxP23XK3uarg7/Gj1obB9rQ1JroRFZ0dY1J/aaZOMNJZATeQLJ8pqsbQOB5DJuaPhSuh3G9H3Lp+Oj8d2yvbdKVUfFCN9uAU7OiCYwmgdYA4D0pGHvxCMXRjCnCrrEfKS9Bs3Z3kJfrtk1wSpxqF4m/eFMXfvGHe2hnjpIpps93O2rOgQMgfzq/9UNVcIBfXV8dBKP/019EQCXWnTa433PInz+Pn937JUnR53gTv0cGfuZTnV/kOt4Wx0WPUjet49PmBaYpyXYeN3CtF98z32TXBhQD2vY/kr3DX+vmz/kEB3PAfbRPMUL/cqQy2g+nTePj53i7NS7sz/Me+wDa/ClXlNziEwrHPl3XRYmHgH1hPnk+Yq87eCJPdCuvLTrcNMoWxEvJu4N7DBn2A7SpXw4CpBeBBI/tdW0utY5Ok3GtznOQgfMubo4rc9qmJWsM3RyGQR5onuTFUoznS/uDjvFuyM5uw7nUQPzi9Fj/WTu0V7CGEzUrzsG5ZjcQ+9hr+Yp100ozh0Wb22I3kMCrfDf4dHuiNhBsA773XB5yDszf+8XpI6fl2+HMZ+/fM0ca671ScRS0huPUjsgOmraRx3bK6h+yp3yik3hx/+gV2575i07aZNAFDrqWCVk8Tuk/j883jU8B2RQBj2PisSC3Nv2s1z7qG36rT2O0mW3XAxbsWbivNtSZsjuYLAfYtslep008x+6BaqORzeOH9+EWbdIeompfSEIp9Nw9jPZfcfHHtgWCet55iMXctFx6vCipxnjBQDjaOX/jBjAgGIWvQ0IImPMVBrlJCpvyVYpe5IHV5pg0BjDE0roMxZEEVI1u/74FQudXJAMeR/JQddSVoJKW+4M2kyBZjL5ZbBch6UfBNBSTMX8wbTCbSKqUIWTMbfiFpugmrxEIRkLWEc/uSvndlyexODBv8n756dff4iQhToz46pb55H6z0Vn5SXpWkMVHr7vPJbp7ogEnWxQucN7w+QaNce/LzIRzGPM/2jTnpjhPFM6TNQl1/y4J2zg1+e+S3FifplxrxXTW3rsWdvojN85yzqdIrkxC25qSr0vi6PFleiSe/H2W6PCC6LEfWeJb8/85voKlhUWyqfjs+q/+/7g8I3AngR9D1/pAttsb5XKB3pWc/OUL4uMtm0eCj1kSzBqhUxX+2e/kqvwjUP0mOPKydrFR7XEK/Z08sNZVZVAHaDfrQZbyqwcf+Reifdw4r5Xw4uC+665D9qfAYYspuOaq8RI5v5ZFhOxT9b/4SX5wXui54kX0fxZMeUL6v+DMF4RjDWYN5ZjXXVcDL/F2IbnYbPPiRueC+2YH/o0vJouTj/WiwJtkFnDf808TDPHTGsge/Disxmg2fPzRmrO6+sZx6Tk5wS4V4x2JzpyFx9Zjb2sUvuKtfED9kQzWE+y52RyM+tjoOhSyh3mIhtaR3Jz6q/DHfAPOtnH5jI/GyZMH9o+6wqTJb2Qa87MttY88291ke96lb28b7p8tD/l3BOW///3vn77Eg5X5EGUIlakuYqfyKZKuOtt3XYd3be0LvmXjTu3769A9yTnUvsTGCfajUnBh5NufYfNYitCTP+hPHhGX2cbOY2FT7L8bsB+VcMVbbkA8EeHOX46QqePK4oe03t5bvch15nfgn+i/k5Q9+vyyJVga1hjENmvOVG5TTArv3Xm0y/PR9mO/df3qXKh49XFdCK6xqOX6H/rxMBQPtmAHT8QGiG3wcdmt6JZ87is7NxL/v6iuMYJK1vk99dLGY8Pm+wpn2wf98WDTfkP55KdnUpSvrpCr25lsxAXns3qq1HIa8zNfZ8xXZ5/CzkCH8ms81MRPWnETeMFdBUhMyeu5qLjy9RGuTVU8Hhj9wK6PeVlrzOd4oL9/K9gPFOtC6i4m7vpNwNeC+J3HHbZsfD+vdxzoAn2Xssml5W7tB6ttqSjvLV9ydfit7vObDF4HqiRj7X/tkN66nvUaRofS9Sf0OPN7XY5O9VFdaxv2sV9yHp0NnIResuWFpezCZ34bAxV44NyL2xg8RIPXnwvt1zsqb0If3dfYMiX63z+6IrKn7foolz7mo3j/9795sAbbGfoqoP1niGuJfNj2/shv5wwYeD2j18fz2tcg62uWejlMLvaDEcbhYVWOPZ7tj7T/mI8ZJg6S4RjTGSyzoI9h0+hjAojz07jWuawjF6DHHeZ770/7RXbusqQeMcEp7QfJgo+x+XP/xE2KFPCvvC4SusY+bD5s/Fj021HkOemFjtbT47dEYsAPswMzXyh7gHChif5z4zAD/UxhxMa8nrdBddqhRY72a/vH/GyaAR3emLpvpI9N7/X2m8E53cY1EGh+39Hzy8k+rMfet6Mzf25fOdu3y0igfIs9JDcrseHX4Q/fvFxgnzQWH0Qs9TZ1/nqMmVyHc99dCb7hXe6w/f6GbFLxflh8FnTmRjBonlMsLUCjwU/A5TlogMyvc0/fC0dvEt/FQKcru3R9XHecFX/wOs3RdkECamtp6lPIs9ZjQT6Jh3byvpDiDP7g+gb9lykQDOINNz3xqd+SMNW6aDZOBmOC8ZTyn/FW46e4WoFBTEc3DoNDXHDhKUDoIXqWAZeTeChl+tygkX5KqhKcHBLtEcAJ2ya2cSmllCYICwO8+G1inTTU105AVzeDMHRMsmZwL2Df8sks5B2v1TVGwieZZizlCLaRvCjFmJyITAkXPD5zwzDe7v0lTgqQiRvAn/iNX976hUrCiii3n6DA129z/IXOkeVki+jPKR0841++KZxQL34QxDxpFKSR2Uf5N/ozu0oXzkFDtJhbw7+Bk1Ihb+xgdAIRusSinqmGfmmUi1nGQiAAZ/sqYUd7wDFxkyXC3Ph3gUmhSaBFM7vGB/QtV+9XvSfe6+ipx3b6hR1bKh9QUfLEFibEUhX7tHQQBh5TBA7epjHixPCn0nRdAmN5FmEGMr7yV6QB1/GUBJBEAnjMZdEVMS9A7vcJuNuffYFixFHO6yGHCs/Hsgn9e+K7LLSmEbEKr043Yz8cjMyMmdYdDcP5IhakLb83KNYr7RA6SVrmSc7MacPkF3MSeBaF9D+mHPqP21wTfj4QEPmx21j5J/gM/5OrfLD5xk+5EQz+imOPXkvogi6doHON7867j6/90Ja+Vy7Vg6ozv49QMh2g9BTjkGfoJfmMJ/mcC4ryqWZ5WvzgE+cIlyfUH9jn2HKsQTrtrUSWT0JmlBKPU2ci1YfWtnwSG1x3PytH/HUw3xiAf74hGYPfAg5R/HTnEGuiEW/O73WCwbd0KCsZ0Otd0bEG15gyzj9dzpSJ/pHH8tPzyIM2cE2rRUz7yJ2aO8On2WlE6T1cavBW2j6t6wdW8ynTECXlw79jkfTccVwyJ5FxlVP5kWhb+68CQr/wiVXFsfN/RSz6hk1yDsrIKRsCZFTbbtGia8zPrMM2h4VHM1GyUh9+mOFbCJS/wzyRC+afqlkWb07ygkMyj5wbJX5wfsYOfkhS9taNE8CV7xORlitRVvygJr83lj6PCfxn/HwEJ2pp37AjNzB54IwTuizTr1ofi2DZX33mtfcbo/jTowsX1FZ4u8DrZMoEFD6KQZdgrkfRl01CXnJOdPc5WE/Cr3zTntEFriwu6vNEduTHXS5fd3C+nvMkbOY9J3Jbj6QKj7C7v42IPmTkoVVKy2uaxG76NUqPSTrs2GJ80PHYs9L5vcNBnzyHHvxzLp/xufEzbp430FjN6uEQtPxTnb12Hrd+fd/SsV6vX+k7hb9OY4ck5leF7/3DjSThW6e0dcYGA/Kj42nnRH4z7SzDIaaTLnF87gvyJKT5qQuHs7MqWzAo9tgbDpCgm199FmJOuzWZHB+WSbIGzxwYuWWQsh7FXDVijje+oLE+EFwxbvrrOPirH3xDs3jo/MBzyvPU43f9Hv8RZc6p1I15PCiOtGn+K58x2Dqtv+fTxJvzS/us1C99Z0Zh07GmkxOpe39mf0Cb+uTR+L5aNa3H8MhiCPl26jHmgUcpFYMOxD5yX+cmgs5t0DVofB7nOW1NZFy6knMjx47rBjPmk3fFY8l84nuWb/p5uMH2IX4/eS8ZsRuXzVKycZo757o5TZ9MghqB3m/xYP+v44Fw5kGX3/guzd/t7yuZp6JgupbTbUbpo80feqtkBJthmBkMdL58+NwWhFUO5CrZRFA+XonD1/OjRpCP8xNNF72ZXqOtNvac7tEeLSgmPrp5z1bXjryHk+7GpDzHT4d4XNf1Ie8LvW4bJ68XhE1qf4iOktUwlPbfaRlBLw7va5iqaXcn/xwNmqFKvfmrePyLn/dj3ME5aA2U6Jf85pH+SwbiyYtBaaKYM9wwkpwj+NKHA24R3HGlsckrK6/YGxhwnSdkH0Rfxe850zKt3M4ty1ej1p8e+4K68wJ1jrCCKpPdSsvy6RoJ8rH+rXPiqgd6dVuZZu8T2z1e472iPDwPDeWSVGfaU+QYDMsmCOcfxCbsv8V1/tLdvOUvaIiH+8XBYheeOa+l5fP8yBuhgLCX2edgm98+Dwb0EY9VKqCDdMbkGAkBTvhjdlRcBRy6+ls59RvBgTvWcE0j2QmdEjZtY+vykpftGGXu77Ah6z7w1LE3jlNOjkrSoXx2mF/aMVTj+k7Xi/H98LhL5nGHox9d+uF85r7KX/Q4PhUb9NivCTdpVf4FJo/m22zP/dMYf6GI1wwENey/oFzoWUbL7LgAK2w1v65c+TINMU2Indb9K1jYy/azTemvo3i5b4W33+v63MFtRh3+lVFNJ/dYINHNxbyo8uDdt38P21iHQdh4lndvw8x6uaQPOP6MR7mMizWgLx3mC7Bpuu412jxEkN8Tj5XP60vw/xb3ZJwXjAMsuSyPDGYbQHbTgD6ZknPU89oAjk9vOgFMG650ZivXxYDJRGsi19L5I0UjF0AziHBFaR5Bo+suWw1/TqCYfbFf9pHpBZtkIETvp5obdH2O9Qc68y5nEo0OEYeQTOGTEj+JagWBQ6g8CU1owUcYpF2s0IQf9Nxv+hY4tc6G6JBM/mLSkpSmWwwtRdNW28SGPrLxT5tb47i0RG4/LnswArnLn46xkTc5ORHga575+iOeBv3lS/zGbwQsSTHjIm4EW5rUGtk5CSpGZNAwhaD4zI2HTQRcHNAkkPjnCeDAEkT/1ELTe071tHnwEecThPqc4CfEJtvsbxXFmADTxz3YEw7/jgQ9Jx62lzTCF0HHYSOfNmhzoQ8NpJoodfXkCnbpudHNcl3gW4dhuuxt+K1q5iCmRshzR+/UX33oP3aI0/Y3yr0oWdF+EYH5+dBJojNcrsYQEV7VH/nBi8DGmjkg2GdR7NgyXNhnmsN2KuLMXUPWhVDF1O5n28X9YCI7vutHpuoYAD6fwIu4ZwPsG8UdttdNv/flzZeZFx3rjWHOqateC40HDct+4i099/jCWug1ZEA3ixNylm0eMF2GrBOdI0/kOETtGc0NaMO34iUB20fBt84fVvV+4Xu5ZI4fxNCek349hBBbck4extg8aUqd64bBqlBsBsJUubR0UyaQO7pdV+zvb32fNfja/U+5JjqIrhLNWMsh86M84zg+HJfGfz82JYvorPHISPEpOToPxvOCishM+NG8FkLI/pK5IVuhK6Z6Bn4jk/3EVp7kgM/gOMSj2sy3HdewLsHxPJx9UWG/stIr/2j/MaN5oHW+xK9idKdtHpRlE+Hu7Q7b6/bJM/N1nJfr5N+pCvMYzC5f2Gt0NdPfkj/Z33j38k8Bgq7jtGLyltkHB1KOB+Rt70l+wGYczM6PV8sci/YAAEAASURBVMifi+9R/0Ye4KbdOkw3GegT6CqXYzJjfGN06usU8txg8OJELv3bAf4L69bLIjAH14tAHnmvhA43XTjQ2dewsQVHXpCM/eIjmwuST+h4/VrXs8IX4V0fxi+xWISzpv3mECx6nsFv6D+gSf4Y+7fcy0UeRd8Zjyf9+36P8SF/4qOE7bWKl7pFADqf5OhyodD2LXusFD7Wsh/a1uZjhCaWJ+9ZTus3TTjx1oriRzordp7vX0uHB0mns8n1ofyTMt34p6N9b136nO1j2or1xzCGfVSKTkFw8erEXw8WFD/HRWH++Jq5JS/2KA6dF1j99utvcQP494D0nFmRHWeQUqyt4y+weAgC/R7Dz+1lbT8iBzgrftfvoaBjUPPJtnKnc0q0xwLAdp/zla9eEB4SB9/5zLTcfoj4AwfbHuIlqkPmbsDuyAc0ZMMACFw84rk1++9wX6Rv9DM9fEcM9FiYGKPfbZfdP+57Xub1nHgg6XQo7j2GLBwu1Xr9s8vn+NH6ubvH7VdMecpvq4yS/2znJn2uDz8unrn5qDx7NZn1a9yz6n2fZH1s5zsaENrtZjn2M7+Vv31Cr+yAbbn27dg3vNu2abZjg8ma/O4B7rf4mR4O5DPNa+wjn+KlYNBVe0vmCzNV3l7njWwle3bcZPrkA/n+HL/JSX23rfk/IRN2BMIPy1iW1WBdtivd5p+5v7zjatiVvqGV0dxS6fP+tbdaupGt9rPrp4XlmvK2/OA++a5a31tDZ+t70p++q/9e5Xr1xxUz50F07zFiyFdoAAtch4Wu70GZ1l0JXL9peQdnWRmH1/Fgk6ZQncOeA75HyYCv17uPPcV+dDLfRvx+avtv5LYcXXfolD5coR2xNPa2TPjoSXaOL6779yN13WTqD3OYPnz91/EZt2xiJPrx2mk25w3haMHri42rJzT8ZEaIFTsuOzIJDsMnfCSwMqAC2RcBTM9CeLJ6XGSuJ9mGN76U0k3g+dSJL3IHEcvGgiEcTyhdUMsnrTIm5M5JYzjA/EzHhu1t0S1vILvlRz7G51Mn0Qb306d4yzf+cfOXJy9+id+CwQZ5AWrwlm6BHzb2ftYnGQRo3ryFbfju5/EVjLaL5XYJrYSP0m91wT/hkRee0MoPFh0a7WJAjjGuA7xOm15sY7t4jJIb28MliYM1EjZoYnVgoGdccZDdOlvHiMcrOTYagcAtMY6EHwRsF/svx7WCJez3flhf29j08oYMc2RkCy5aGRaYnGihuw+PWV784D7D7KV90cuSo/ChY7qUsI2uPIqHOtQegwFhPL9JYxnc7/ZHS10sK2zJH7LHdOWJnXUjVXDUkJU02g/wmcuLHVaQCW4fQWfKQT6MpG6/edHIRByGK3uJjO3gJ/PUFlx8fcK0n+FcWggsTZ/yn3yTc75cwKzJfMusSZ1/jgdFBu0ock6Z3l7u8u7jlkf+NdP1Gx52nLs2suwbKvEPDchlBN7hkC7w1riffgb0DmeSmQsvTl4XS8N0GyAfcvrwGE+KyZbmiSwh85mk0WfcSAe6iT1rYloRUiM3TcSoJG/H5g0fywceMa04Dbn4yvlBwycr84EJ8lv8//ZnvBHowYBVXiTW8cW4yY79wi/5Zu946zfRm43gXYcFdo/bNwoY7KUSuQBUHKTVUo6aRybT7eI+l59DJ95wS9QgaGoeNy720Lwz/YI0jEvjVjwKttqGcFm03KO4qxyivYljRAbvsQkebf0+PHaWfXBTrh/0YLCAQRdi2G9MfjYhu8ewUXLksGHU1T67L8M2EXfJe1jSOivekNtMKDsu8jWyowrbFPuWP/JFbnfsRgkv+ILCXgiuPuhTflEPuPx5TykTSZBJcyBbF8N6PXHbPDoeOIwnnwBIWWPSZH/IyeH9huln56sfI6cJV7bXnmy1LXzRjbd+OXLNaobRuOJtl4Mxjr3ffc41wA3QhN8/dvxnbeF3PbQfz7gJkSzXzmdO4qYfMJxnIB87AQ6fsJ3ybQIcPsip+Bc6X+ObidizpxzEmZ/kxsb8Hwy+RcL0vhVY4sG6w/sRf+AyfgIq4y3ocmSmCp55zjCMzlq4Hz4XMD9fFNvhXmk7ToHt+qAs9LHLPhce0VW8BG78wwaPcKFvHaBp3J1+2jJsxJsm7FOcbQpOdsx9X8bDMGgBzFrpqxhMP+co80wyZCwO/Rlf9zSa9zPnzY1ios8P07WOF92GfyfCUim72CcltwHvdQSCN+HRCKiUJfY9ys7SE5jvPcIVSfsPfh4qDv8OL3NGDwjB3RdDVr7dPon8xofnIDTC3XGstF8l5dgjh/B2p2QSLXgknwwT5qviGRzLfuIjmtDA2vJRwg9/+0F5ZKY/80uyjDdyBq98QDNQxWfYL4NespGb0XuRI+l7/CTZ9/Shx1lv+8LUtVdwK2R0Qq6ul2v2D2W3O3qP69jDxKF32gfSAduXl5e5nQGVW9Ff8ZH5bNhe+xAcFVxxSDsW34x++j7FNRFK+a8hRJW+3FOlLzW25p5ghSgvHpYBHNnwjC95yr9uw8Z6FS0E8PlhzRnRZ4y+4gcNjp2/6Zl+xxPGT/lChPDCp31fOc/5uj78/qjlJQA0b8A3L9N16ZwKjK//aZ8XuPGPfs6FDCe8GWiDjNtvBB1rRqxlHP5mpUFsKZC7r3a5DU87iGfsnBb4veG5N+dk0Mvzg4nG+h4NXZyKuRr247xytKF3oTGY0G/f7HzdNl/o4t86qKM/gvT+gnilZvrAfoqXZb5yHTK2S3ppZCqZcsKL+VXHx/m2ZFPkogb9yhcaWnkSr1e+2JGDch/f24ZLhPZxgmvDWzXiPcwP212cSWeIuV/32wjl/pA+zx/r4jZjkyaN7ziYpTIV9pKA/bysSHtOqgeZmMPeSxVc2CDjMHp8zkUb8vmVy4K8yO+blgznxbrSUe/MEWvyKSA5V5i8MddEy/mTUeNKRuMlHCisn5Ytr/XzcH7RNrwoXT932QWvHA00+YAYMJzLK6VzD/CWAVH9TWT035874B/lP+fWNQ9y4+/81eEXKZbFHrqr71O+nPsY09jAuFG21OiKX/TIi8BG2fxv3W03t0egzvxpzu+W0EtbhnHZK2IvXcOUnHkfaxC1DJSa3463kLrFI+CGpc59od6mr+BlH4+rX3OJn6FyPzj7Ydld2teGO81H36Pi3pHhjQ+e+0yjl8jSYV+B7/i9XnlFccoY/scaLI8ZQcEvvqqGkAg7yGbohBy2C/LcHxr7M9/GX6H6tTyPiIdbOuei1XU2XySEdb820OUyFd/wNp6jn/0Px3wDGINIfaN+rDSjZ9gdDiXYCtHHwoIsGIMDJfeLDARJD+qVVuDgsTSOkp8ovfZZAWhTBaF5KOnR7DLBn7980/dLfP3Pr7/89B//43+kjCRNFtm50QqFcGhINlPUJD8qCUtchgid+w63t7sdcizsyoV/Bynjsu0wbiPQg6x1Z/U0kQ1z4RkD5FH0/hGHZX9EC589kv8R7mkMnV7hu+N+RIY7PiFCHKsRkYuHCjjudGa+KGqEa/o7PWhVrCtGTr6E2iuHcc3vFRxgwJtzI3Px84jPRB2KiifwZSf2CzoheVUCwdlu1uM97IK2/jsd7D9vTpa4hdhq+MW+eTT3QDE/6vIxtb/vgMeuG9xkv3u+d3g7Bvp0+q4/o7/ToQ1u2idC5BtXlNLuldeXveWJQOvrdm7d/0jVMc0amSc0oQ+6yTYVTLp4hbJc2NB6+kxA4DLemEa5abd9nmGex/u6WJsswyIrjLyRU9wQG+8c86QOJJCfBId8x7or8J3Xj/JtbsojzuDzy6/K09TFF705rsouPQFMPuQfm0Sw0j5GTxp/xwdS7EwkGfbxPEQ29OGQ3Rbpx0lUDEa38YxbOFc/AHu3K5r8hnzYhoP4It6wzzXWEuTyYT77AHQ6DctsHQzvfrddAsdxN264Uwmq54DwR94a9NDW9E/47/blmhLTHF4Se/f7leL38peO8hvUO72UY4s9n7hwY4b89zUuGOS8CJk9Bh1wc61EhSLP0Dx0YlfxJRvP4WOlyzfrNtMNHxPCvvzLfU3gTPwB8Ap/0/pRZfp8EEt5wq57zP8oXqaTflWApZ92vT1/Pe89B4xf5bd4s+HbT1/iZ3SQebdnwX1/rWTUHOw6FPW4hT8epqLPMIVbkHc1dDCeYdzn9lo6+NSbrXGiRfwT4195sDHX/RXzoy3mHQ9p8u1VXdbd/nsbfqe+V+VAF/zM8Y5Nd/rcNODgYSl/jeWJHnBASkdsmWjHD+mF9eWPE70dUXT33mq/bqtcCQrxxRr0H8mJvffDfZnD9sEf2Ea2k/6kDfLBLvsj33xELOjdnS+eLtK9wuOkD3iZ38aFkbRvduy2vy4uuw12GbDVO8edfO/QANY+Yi5IBgS5yn+iy8+f/Rlv032NC1TEZqSteXT5HLfWUW14vMYHoqZB3Xml33il/9VjpNyn4F5vdR4f3ELcLgcG290GTKcPfLfFzpQYyj3RiCn8oOeVmjF3pO9oP5MH0oIRk0dz6xUx0M15aFBsaGG/Nnf3vNDn9CtyN8JPqo47x/rj3Gpij/xomB9dZnr5wUSx5d97KJe8y+ZOrsobkpprKDrsv9EKwDsaA6HhbT2H9bNDpO+hb9Z98Dvr57hyPhbxssGaT8DddaaPcy6Sk8d3GIvs8wfnVPc/LtlcvW4I5cMBT+iFXGd5tGljzONn2zyW7jQKHfb7zummfwd76n/UJ/rcENfDp3f0gdN6EqDx0MCre7OJ80iIw9idHAfQ7NrhT3zRAbjTGEQY59hpZeeDfo8/K3us5vknF+3iwLfch4S7JBgxFw1kUl94aMAjH385NmSGjuWHiiPdL20E+Bz/xl3mAW9dIcMfcP/U8fN//ud/pm4WvCuUAU+gDUW7UN/+Oj/BYQP5iQ8pp98LtmI+8feFPH5rix+ctyHgk45CsqMxdBFA8J/nBaGUPQwvf+gOup/w709SQN+8PKnpA9/y70kKeF8gTNx5ss3m9dNPv//+e5wo6829hM2AWhMs/eZBnb8RB7DPg99W5sjf2IgykzHtgOXwpihDUqDRmUMpO7LYrvDymM9qbQ/TATPhRCI/U84K+TZScriznnh2j8NebU842+6ubeyBFYUmoPBWmsCYjuDr03zc4zh1e9fVT+DaH4ZzucO7v0olEODsoxor23rsSk9Pcgz3TtT8GlAF8qQLDRYi8dINBk5S+1HxK7nMt8Oo79NPf/5RT/j0xaTjXOXtlKoOjsRVUIp76V+QqsWl+9nV+U35x1NxfQyEKU97SmuHScID3zgJ03AmnQSuj8l/dK15rPhPnoMmeNB0PjEd40OOud6f2KEvshdFxDP5yr4ULfonHxrbcafDCib6Kx3om9cK/axVPP2mjDCq3xTGAjqaV/6KE/AY44+66ZCn3Jck8Of0X9nHeUJsoGP+Kk0vLD8GNoAV/NLyCajmR8jnsB2yrHp19JjX24nBKefu+J6HX5stCAtyeuqCGtH+HCUP96BN3igMeNtnsVsX6VQPu0pMKyYg59E9z7r/REp0HMei5/kAvOeEfLLGh+nt9ij/GSLKyHl+SPY4HiDdBh3G9Ps4lDsM7VcP8IqmsNgjxjIcNK90xdfUAyAO3grxbwt5JKyVucS0LZ9Lx321hWl40/F4xmLErMddznGEjaP351jLo308gS8fQx8VScvxDGiy0Ifq0Sd+3rM1gnOuy4ZdTnDIq5T0E6N7XOoteAlC3BGHwJrObj/rjQTQgiZzzv2eBzkPZy65+hd845gOfevB3FD8lzwrBP5/dJAfjesSePN+hKux4aTMIAXdadHr9h1d9wuu8jL96qt53mH5aqV+I7ckUM37X/OfJt/SN371zZ1Ow3FH3Lve91QFO/yw5WrzTT2COX7vh8d7HyDJj0Uo/uP/BS50dnvaYpwAuA09unwesNA/NCzf5AvMkCOifZ0Xox8QxpCl86X/1WOfbyc8zuv60XmRH70eAJN+HHsotib+yqoFPxTzPOz913rNr3XMcwqfrzD2i+ArTx73STF1uuwrj3PLMehR1ncOQgWHQc/2obT/hRe+QtyRExXHxBL4eoN8v0BlWtbrtu34284jcr1AtDjWC5cpsAbi028Cm48HzM/t+7Lyww6DDJ1up7nbc8ettuzMG/0cpmF862kd9/2d6RgPefhz22/vGG4vzSdnHGuKHD7BTMt6XsbDPwsNh/CgUGOT5Kykbm0d9UDncT1/N5RK0y87yf9uG9pwbnvc/eZpPXc4t13aLrRNw2N/Z8kNtDEl5gp8H6GrJFwD+jW+8c3ydl3RH9czZ/WnimFNyXai3fE9TmkYStlJNDuM64bttNS3BZIRZvmq1kLo9Okx30luVCQvtiCOmJP8oQc41qNkc34Teq2ftKFherRP5xrsE09rxv3eDEp19HVOW4SSzTQM45/LA7uu0yg/5zc1hbzyd+xZIx91uaCBRUhTTsUnG3Y7n8YxJBb1scM8xTfiKA2/09njlvm+90HC110v+MN3rPTnXLH6WrTq+spxXYZf28chz84XOhy7Xm5r9Jqn1V+fvIVMvN4dxVfxstLv82OdZ4VnGWUH97ssvit+9bNOdT4auZdjHy8b3M2r4nVf6zF+D/V8xHNM9HQ+l1jj/JR+7iH4WwUZw1a7vu5P3PhYxmOttH1n/+H8d44NIuZjXOWBimvzCongGH/IVbyI04pbckRAjTh2TjFP86i28ot5gNfnoeiIJnwrZiuPGZfS9Htf77/ju8IXbeBN03t8wfJQjM6zV9y1Zb/TCx3lE8W82sp2+N+wthk4z/Y3wHCkjMteyTqc59dfTtIjPsouSgqhmQjffq50fT6huVaxYbom47Zt6vVx73db5znGLv963PiiVzLTRibgzKuoVM349JBviO+eL+ipY+T0nGf0hq22+VWw59ozeYy16+d+l5xjitY4x2BiSIEEYTUuGvhU/qLPemqcMR2yU9lL9GVHwzwui1bBKb7tA8s04+8QZ1xX8fXRonOuzTeAzQCwu/r/x92bqMmR41i6KYWUmTXdM9P99fu/50yllosfh4cEaTRzc49QVs81KZwkiB3gYoub71nM0B586T13lhaDFZ9zMNfpRpYdEE7OXAxnkiSbwzrSa6eARnDEd9DBY6dO13XDfwWljGD5KRaZL19i8op84ClGvvXLH3XrZNq1DXwHM/7LZTMufVr8VWXFsLxkPybQGKTgZgCibG6El/1MWXnPjK/lzLiPW1rw2RSPyekx1fswmNvLPvI2s+oX+8vlFROPgxVnpYW/YxABSnRNRivlaBv/PF7CXTcOg8NzNY/bfhZzQW6dXFrXC5KHXfAwv4fIH4BgnV2esUQnxVnjY70R3AfaGYMLuGW/ajc5dJaDF2IzF1+Vab6mtw3AByxbRp3KGcddjIkx7xuq8gw+Y82tNrEG0Bvyuf/5Vm722+vBblE3FWLkp18oOfhknrIfeFDozZvSxHj2g7ll8HuWGu8iXqah3XEcst6yqdTrXyShxv2uzKSRG05JwDFvSvtpR2C8Xd9zMOXY57iKGGbGca5kysTheYiO6tBzwISjz6rrK2O28qr1IVdQt1Fx7A0GhU8y13GRr2oOu30ylv0oqoVhMGi1as+hswHQxXjUc99m1wWO9pLyl/FWXsD9R9/qO/psM/3WnzoH7Y4Tsj0O1Xv8xG+PcI5UR4h1Qvb7jkqPP8Vt9cOZDMvXwyZnWPfhyCVX4GcboUZO+s0KmuV+OGSvaXbnCuZNWW21PWZ/Vna8C/m55HR/BiK40d7F3/qcyftweOjCGGTMoA/yu01F2Oq7ne4FvfO4sqfKos6/ytfrAfr4AkiVsdYr7dr3t7YJcVtr8S0X7Aj6Ohde6eRcVJrXsXlFNfdV3+PL2p4x39eqU7dsnfnt8smwV3VKunY3Dl7P85FPrbvpHbfZAsbICvnoNvMPE8PxsK+OPYI8k1c7Hnf9N3wTI635Q/m913sn6zHMub7n+cgX5/zNF4w973PaOz0r/7nNzd8///wj932zvzXfKvTkQGgXV+fKCwQeCn8Ug3WpfMRQ+l1jkas6R/0Vvozxtoxp/HLHjrMxVK1Z1xL2br6O5Pyqr7CttI/rxP2+T+xrqLhmGFbm2JqvL41rZiwr2HhnTVl9CHcS7JF29KPPlh4eLx4jT5/z0Zk45SC8dNyJveawMX+ZxnE3r7U0XpO0dvf2qhMde5hIznL62vfD5jO9ra/5H8eP5pqu+DsqVYcut914iLOxU86xq5v6fE4F3HpPCO9o+PwMvvji6qj2GA+dVjLF1Rgqt7TFmOyn3UJY8c/08lprSWvb8F3pMScaCQU2H+yvgTE3xL82D4HjeBq/6lv7V/jaNv3Kz/BHZdtOb6+7zzxDeU9gF0yHfiWqN+jOWFqHwXeP2fuL2D3mDCUu9eh8KjDq1mMBnzbN5xW6Z2mU39rv7BUaeakhE/v6QPR54EoDvB5e120TfWc6guO+HI4SGBQaB+2XVaMZc1SqFR9DvairMfg4PrG2ZJ/a+pm0piXn2DzIm+diglnnhtELj9GKS2e1rSM/WeFasN4Ecu4fs/zih7TzBmxsTHFaVcJ1b6BM2OG60mnwVHpSPpv4jPwWv5v73DESw9+QhR45VdZIoAhmeRgdG93nJBH9uFtf4dbt6++/5yafPm4CcyF7h2d8SvvJdfD9ZxilA+YZ0HROu2V+gCSPVb7p3O/SeD7JcwLST59eiROvjM6Fwu+M56makUTgmb/L6LWIbelF3/mztgefSg5PDUDrfVjTKvpJ3TKrjPmJFfJ9xMh4bAVct/wTEQG2/eSkNjymqf460o8cPvZxcXRsntCl8gTfbetpHoZbr7UfPGDjCTRvCMxh+GNA7td8YzPnyPtkW0zb4pxNJLuFwG0O07hrZ7/7ni9jnLxJbh0/z/N5REFueAEaT4NhW7XH7dnm67ySZPE3rxqrmdcjPdUPjf9G3jY/Vead3bDPY8a6aHzaTnwgPsdo2075qbNeKtUeqRInH84huHvnOdG1E0gITvJsQr/dkBX8fl/M+Dm37knbJiPE68TEtu6xBWWO0E0q+fTosYm6PHmHC37EI3Gvmmofs1/78ZMnUrFvL9/rLusAc/qneLDHsZ/0u2jUp9vu0Fq/C5Z/a1f3c69EnNMZPFjmPYhyAPusP+WwV3l/mIfupErGR08Om2eVgzOGnMhUnTF2H61jZtAqh+IzcTuPsIHf78Jc/Y4keNjXWW4r1o3Sf55faN85wEePrksQme8d+ooDHXsK9K7iB79qd4zcfMuCfFL5MPZ9nNtReUln01Cu9rivwoGJvy8ACKvqbrqz8qif7HEcTCe5c642aV3XqltwiZyITXlMGn3vGwS5n8e/zo0HYebbvxzw2x01V5FvHdi7f/sWbzFqSQjctiZNWSPgazrLMK7bPzl3in+1XGmCi9F76d9gq7jYbv4V3olKxf3Gz65GDyz9HG8XUa3oV+z1+PbcnPvmsD+8VSTNVe+t4cthHjOW7EDH1LOFSLjjZy4ONIjdh3NFPcRFCBBL98kvnZrgegy2MtHjY3nQdEePLcCzbPsH2vhE+8N7ygcbaVligYrwzQctYk2o87tl6ttPnr9V5vl70Pq31eDzkUf+/iITR7iujqmUwV4Cv7n8MMGRXe0msJag4VfHJfPqIC/mu+UbvweU9wLK/um9rPb0zk/l8R4nXP7gxPjgn4xR8WOIgcccU/qH3NpvecZ3+0w/w/t5IUMvj8HfkNdLxds5ge7W71me/vYvdI4A/Minyh+/Mn4ZEn/8+ftvf/z+R7ar33IMB06uUfx46b/gcPyH7lLC8Vjh9ArGw5q89jIhIrr43PG5QM8u6cbeRJj4Ej7rNRrzoZ9DOulhUvBto/ckfPv2LX4uILgl/ns+vM4NHnENoO2Hka3rZuq1HkySfS1ttvHNxB/f2lwdamnZGBkmOXFNER9kJ+Pj8RgZMoeGtZZxIVcbMNtR/1RgFX+td/ymU/6GMPRhOb8R+Zav2WeextdtvcqBIU4eh+jZeZWYXc0ftq3SWj/zMo7hTWrI4kHjLz035v5HLeLSJ6pHyId+6UYe09X2Cc3m8c3l7Gw4M4vvuaeFXjhzL/k/8gZXK0/0hSqPAdOc8XD/6r+BL9lrv+lcxujNqscEDWBDrzFeTEPusF8QjqH70nw9DtXW2BdF+eZn+Gs/Hgdv62sIOsDzM29SSZ2Up8MPxoxux4NYetIa3ZlraXu6RG9INf+CFtUxFuTf2pY/Lcv+37Xp4y99kidR+3xh8GucRSVQ8vJTP8EamnE+xFtM62H5FaZ6Jt4RnBD0kB3ko/N1vBWBfjy15E6AI7KxjxZbx54WM1iMiB4DzrPQbc4L0fGt335ehfFxfIu5CtvO7RHt+BxjbMCeq1VZU/xiD8YSYlhyLeKmby1HTk54jJ1yWIZx1nYGPPDd77KweLK6l3/GZCuv7Z3pc25AX3UHvtICI588x4EPTqUjg0QHLrGPN6Y6oZqS3HT9+U251y8+OJ2bbr0ZaKrrBuLnuG7wI/YXq26pf5sTcm6I9XCH01TIgrVRU4rGA8CVxrZVuo+sf2FghR9/+/4NA+N3lpZvstL33mPHgws9CowngXgZasutHf65DlVBHMkCmZ9Zx6E7JwKryQcysBqACE9ubJhM/v3f/kds9P9sG0uwlQTQ7PiDcXZUGQec3EhFIuTFw4hIc4Ysa9gxKWTQACqDoj0PzAPfO4Cw80vuQHXRVAPtA/jekf0AZ/XxlQ95vSAHS4wvpq30VRy8zM/xpATmsuJ7cZthr7Wq3MFB+o/2XDMNUOs4Y9xphW8ytFNm3SGccci7TzF3tBs/1q2OypkgWpm/gl7F5UD3JOCjeXPS/D0WDoYcW03beqUWOZjHyfjMHA1ebHbGa6AlA7o2/MVj8/l6/AczTyED8lyNecK+Rp/HfsEnypCj/mwKYoTZbR4KS5qazuVzGp9ho1MTxLw+WjNBm19m4J2W15erOZV1MXiF8J47N1h/+cINjb9iffr7LzRxcTgvKPWLZCNY3qxhgtdbxUyeVhacG/ix8a1yLNll7ft76oztPvZaxb4h+tTr4TGWsIm4Yv199Udz06oJ+6k8sOsmsX1AyR85xOtvTL45jw2nMoDmfR++M69VrzvtqjL19Uj9Qqb3a+gnPPJrQ7AyeKKdry9q+Fv7kRgiOQHqej9UAx092e6VwYf5uuXIzTw5f5dZQQx96MXJfD8e6tkxszKNibkrzy+YxfmnuWfI4WJHvomArYuTaaG/08wLnNjQeJDj5ILbd3gccMhfJQ/OOXRfAozeTM28NC8TBo4vlHEBJf9YcHWOm1ieq02ylu+y8eX1c9XirF3z+NF6aNxwypN62QeUHCodgDPd4mJUG0eiMd05/lmP5XIe/S1u1pB73Gcy/IzuWTg5/iUYw1d5bZ8FJ+9rXT7L/Bfgc76e939QL3yNf3wjwr551/j8BTp/KMuaxzEP2GbFD0lMDiNPV9+kLu2C8nrxLPsefkR+9Dlde93c0wad/W6dVlYr3LqteKPNGse5WMnJ0Rm1NhEmbNg8odxsVN2Z7llXuPH7xx9/pDvdv7JjegCfh944qD9zDB+gf0hNXnB4klERip+VD0ce2NEuQxWKj6nO8ZUtww50irVJFyZyXTrT8UqbWcYV5lnfuGnh89AzzLtwxcw5Os7/UteeEPTHjdWI6/fYn9DHT0S9357Y2UWYHVPcm784dVf5DR7nml++cLNoyZ+w5WeMxaHz+8bcRvQlCLnpThLpiWPoK6Iekhs8VlxeU6ubD4x5jbMjG/x21JF96eevPMitG6R9Gi0MOKce59Xa3/zMn2TU+FltKaS9avesugvBeSr9O9FUOeo+dU/z1Nzzr2xx3a4+5MPFFq6zKF7jHHHnQ+ZFXaNrcQ1e9Uiatg+C5963leLo353cmeLYgkaylrHYUFk//BObea2OyWBzvCJ7ZTPWwCEDmeZNP39uU/r8o8IGX/z4+be/GBfY0a5v+QEm4+Hv6Rjiw8mff/sacxU3oMl7cmA9QquYyirRiqF2t+8BqvFs61QmK/T12A3RLSa51sf8aXxQzSvJznRsk7v59Mk+icTD/m2gma+Yu6uXk+wOvVfB17O6s9PIi3wIO9ituhm+SgKv4qLfTkfLtT/AGXSxwraJNbitIlJp09M59l9Cbc/1o3ScMg6bwGMvyiuY/WDCkbls/RT32eo5NvsM/OVrNqZD55197n+2tA/MM796i2A2Hvzx9AELuA+2IPtjbEy8YVvx7AQ5E0fJ2QjXAB7Oy0ngew2Gr0ZUWJVwHMTjAlZM8oEqGUGPd8sTmEj9GSfMYxEVXzuHSebt7WtONr/HUyN885cJhADLcehkv6xPAyx6TZlkv1LOeLHlTCX8bYjhGemWnxmX2R8O5NfYNPz111/p4rTDC1GVX1jtqyyGccRH9Y1lVBr3a96ZbUm8kkPZ9hmg1d8aOEloA1YX77yhMgZPbJEzVTfyNheC4K2TQgajbOGpUnCNH1wTh4s+CbNeHnBb/Rw/tJht1hiyjLHgWd+BPzO2Psq9sbGj7T6VkoddHPoGlXm5zJ7sP8rDQOtPaYMb+qEw7qGjAar9jFVegU7qwDdeRyuH9IUtiZwTTV3s8l+/kFT8Sp/HJPRZD7Gkkp+Sqn5KGf1j+KTj+GJq6GG+8m0nuqxAY6+Z3qUn89pmjJh/nNIFLVuPeQOa9kdc8gZwPnFd/dpsblqZ16qkZM505HcezefDGw1MpIhXi4H1JnbXh/stzx4hX+jj5AW9xcV8pfvIKeCWrT6vJ+QExPyFjm1CZC639z2WJeHMR5Jl+cJturP4TxcsQ2aqj+KNa4m15VxfILY/OnbZOAT/uDnKH494a84ceL0WjosUiHkNCPaGN/NsvWFkrJQr6CLbEjl93rCgij/BO2yyt0N75WwNX+Fe002o/u60ALtOHijHjJvLcNhDfogPsXbvrpRPOblVPpk3uI7vjg7YMR4DM/wc5Mh2no6+ezVPJcSqx7Opd2lSsEcuG1NtGG0TVLwakLjSLz/hz9TTQprD1k3pUWv7p/H3Bd2kBzZrOY8T/NLoXBYB2lSLvqnTeztdh1Dh9eSOB8YFbYzBtHNlYLrIV7qUQ2ysY1NNbh1VN0X05SDOdn3aWDpZvsRrzil2Di6qtXnT4HxgMRSCl+cr9/2a0vo6TiG3hUTyDD9KV8jCfz++tVESOI12jc8Yo/GN3Hi4iW8weo8BZ/uJetJmCPJDbcNBiD2x8JV7QCo97X4EyhsPjcV813US2yDqWA8rV+Mg+4IX64ZytsUuYuv1Gr+k/KFy4lrvrttDTW4geA4O+RanWNlkQ8fZxQ2uHcW6YjffBKXNvkNDj71xzJox8SU8kqnO7d0fndt5Jf0Z3KC3zHPs2mP7lNvIrPqA6dy76/9ZvvlHULeHxxR4wu3fNmvzo+Cab8Ri5uXzHrOv8vF7bYNjO6hbOy4QfI43SPVrBzGv+LwPvDzIS8/54eux5w0ZgZzn6TlONFjYWWYWkWM5t856r3r1dpPhCyVNepFtCGu1LQBmX0q+2tGf8iue6Z8p2Qchjz9yImjzqq1lRbOJr/61BLLe2gX1tM4af7XXtL1sY9Ux6P4iiuh04rdOv61Yq+GfwVd9Q69h65ZVA1oPNc13jj19Pc9bLqVfcGzMRehAbO0b+vgbuoh76mq/9+RVnz4tf8CmlAlwt3dZXwdFq3muPHRUgPKEm/32AzrXesUmcO4zfLXRcJfCZ1wbopI2X5b4+vvXXEuG74yHP0NiJjCx5HqT+/BD1ONvx1dYzhXxsN/EQ7nBedJKPySoZrqqHzDlA3yIvfhV2rg0GziL0RXhHXXYVpmWQ4kqWh3lrIqXDku5wzc0RQ9M13t++8z1CGyKP5vQE9G2+vpdoPVDMr0Wwpe52odSPuKYvHwe5t5aDv28xnrFd9vYw76gif8/0jlR9fXKUHfg2Nagvjl+TNuXkiBN9UPOsMzalLLxd2z63B86Qvc5JuD6TSiNk1A21qYHnIuQqyo+ZJ3TGtATvRlSwnJgki6M+cM39UBwbskf7OOVB+bT7WvcPF/af0OIvab1yXDxKQO8dZgeftIL2dHJ/EZsI9vtY3yX+ZaDIDqbcvQbx/xmubTwVyfJ+tmH2MITjObfREZ/25eA8iH+BZBV61Pzm72I7BK2rxk0c3KMr3zO2qb1uFnblQ5d6E/cvq4pzuDN0ZE95pu6hena3w2a1R+Og/Zbgd/kdXhenyWw7I2rdgFq82zHjVx+tP7MHOZW8gkhNc9nDLUkV/N8l+f1tSkJHH7CJSc1P1pn59fgzxw7Dts0IJy/40dsjKKlT9bJsWXDW+kt8ztvLkr9OF+Tbn/9pW9WA4a933zznWtr08F5Tzs/IUZ5EtTW5MyEGv/I3ik5RsNrgXXqIrQYRFO4bTrp3TGqWl3XMTC5hV890cg5J784xSM/4AevdpJvfwy5Hn/m6/WrxaEZ0OW2dqZjcIYPfwe+CgiODCzLEE/LVjn3jTPUOQ+a0b3YrgVl7ZpldLJtBd2Nb4TejnyWf3We6zctZPo05LwGnzyGpWOIBn3GFA/yL+Zr/n0euRCjIvwXPkxfWYO5RB9RmM7xGnjS8y0fSKDumIAxvj2Mv4+05rIMH4MvS8shp5nn0LW/e9mOwvTmyWRm+CXnh507Q0LSYvyVwWcibJT6JYdA91NACTmQ75JJN37ffvs9bvh++cLfl5xg9DoZuSUnyjYWnGQH5gUwn3CMdCsoU3X8uDPysOKY9PITtg6/cvP3n//8p55GnTi+0ojk7YNUxpIwnlD7oEvWnhhekfMeGg8w8cg8aMnKN4Bzegx3/2ChY8A2dHSfc0YDEFJSZT1W3OzHNx13b//so5XrdVub0/NckU51wb7md91rP+7tuKTFt5kng1Y37M51Fz9kDppLGaWT+Gi96s7vvbnhLDzXdkd8Z8Ubv7ts1pxa51P6fTLSeYZPvTFt63jv+ujKmt/O2xVe5WoMVQj1RzGv+BH/PuB8EXnQD58BU6yrPqO/8nxnPZgiaWhxxe9O/jpHB8eEpOm7OV3ytK+E/3MHMfFm9TnKc2x87nw4x1JPD+eCWGPl3JeNWv8X9EOT8/0zbzyjX2WMTtLrfsQr/UfX5TvnifPmo6V8LL8a18ec2Tg/xtphMCrZiHNQ0s5zpKZAO1/qj+MlXmzSx5PCsRJsJtE6nyTziw/GgMcBdEkbax8n/+aT6pSzQMMv2L7cxb0Qi7L9bpspHntGB+M/pFEoLOZdJXtj9tPdt8T5A/lPE/pmWEnuUaB9YL0ujcy5ZGZ+i+6Kae6p2gl+1gOZvdaDA7l5gSzXmOM+1+Rndrv/UZn+CZPtJ/CrzRVOH+3arxndF4jA+OADn3V/efU485/6jxeAj3lRtbSN1S7DdnjAci0j30nz+NBsVrF39Tm3dhhc5OHBQvxKfafHju4ZWO67Y5IZvPHbtY+e4X+G+8q6obn4jONjf55Rvg+O735hzk/KOecBar1y3CL7cixWv5LDvg6YFHl1Kegilyp8EnHZGLnhi279grI2f6fU1jOcdYpTO4zvspwCJtqj8Vl5PVP/HK++zetE/qr5BXHX7QLnqsv03SUkeDbI5Xt+qvzxydgTkR+1V3W2TDv4EfMM4nE2M5ct6stxekb+IlzpxdqpGwWvsRk3QPJhGxTt68lrHB9R1fOcXB9aXHU5O+Z3u/MRo6Uf77fnjpeeX9ms849vVPxKeYN3zSny/FEO1/lhcGE/U1uP6iDXPMd+MejzXuN3pY9Fcv1S14QCwmus4e7OpornhNZ8aKfxKBnbfEsZndFn5ZXX9Fq+H/oKI3wEffUV1910WGH7hXWnEE/+qvBfW0cbHrLweMpzqdKWPXWfM+tzdf3PDwtBoVelRxzXBWlmF63hH3Wt7QPBBOgPXkzQXWNy/g7hmAdbrGugxxN+9DHtSdmmxnGVV8LQp/mZpo5px0p9zsNhp2mvZcXN30Zi/ODUVfA6ubu2Rp9pkOFrthCbJ/N6HmYZbc55v//2z4h83F9iYINDP305SIwMZWPwYCPmb7RaddoxupOf7Ye3vgXNuNcfEjimV5pP+3z1m29rQTGqV7Wm/hXK39/nOQrJ8/rE/limRdl17xXthzPxoA3s6MITnk9u+0VCAn3I8f3EvMf4Btf1vBmZrx/O15oDcQO4OmC+m59Jj34k9zKR+Ykf1MmLDid6eYCcdH8oGD3TyFzbIsgE6uKoA+O//uu/8gK6LxwqPro5oZu+8IpB1S5awZbFjkHGoYk4qzc+NAumb0ignC0I+PE49x9y50HMq4g6flttq43JveX+ZEfg6kkmyWfTssa7ToCZD+0pgqPGqDUGmCZQnszUswb+jare7huGlZP8ij3iMfd7gq1QTrD53RqmvvRmfjRdYqTCi2+02yfQ5pP0gc094u67yjTqyBeNYxRl829UhM2GqdgN/hm/JPAJRaPRV/9Dv8zZllONBzDBpSObtwpzH3yHTOsq9c4+By36Br1zse04R/+GA69+Jv9/Rmw/fwt6nqIht8NffeXb0N0EWbbWPjaQLNbEAqltbLY4rBstt81jEpm+l4+n9x5OSL+uwWLh/CVK6ffc9DedMpc0RzgvR1zD9pYXwI72ia5rv+SZ4GN80oYHJwXErcpR31gf0u+RF349B23hqMxccPWyDB25AGpzWwyh79VGbxw1PaYYx83OMuZ2Ild7wEmfTYxDEf3fsdjAFh8fMGLOirPuNA++j9BNHzrFCIrWXQITbspt3CueZYxcUE6q/XZb6dA2bJx/Q1g8cLE3NTVPK/4uPkNLxjs5DiQ/WhdzgXK/8h10K757WEtEa8i/oky/xEfOtRmGMRZyHGLbyfx5Bn/eDsWfCw340v40nxGX8LsC6a4sz/0+obUG/Adc7I4yB8Zcyzmf9fst8ir4JCtNWKlbeG8iIOcsI/eDmSvO9wk17Z4ho+V9x+qbgaGafGUb0SXGcSig14Xt5ZrH8LMhc2k/g2cXsjQDN22WrbPjB/bdXCE2MTJQezom/q3H/Cti6tYCrP66x1KcUd78Vr0Mx8K8MUbwfJSqQQ/LJsv8wE+ZaWfIyHMe/Bc6tYUYHbptIZM6P4tjfXpfE26dx94weBGY+O9jpTGc5LSJlp+4BoaGhneakwp02Ak+9fwX5Y94awK6cT7DCd961IsVa9+jNuMx7Q9bbWP1H3X4W0bHDz11HrHf0z+Su+u3fPU5WWLP0qqO00w7xiTnC7vDY9996Vv82/7Md5ZvbJX0Gc9lfmMh/PYdHwZaqgleix+U5Oou/izJQRZ/UMmGlJ9xgBB45EIbi9GY6m7nRU8acfCA8Z1DY3bgpn9ijyH77U9Krf13eJ7jyA77TzLkF9Ogj86Zho97X6qpWAHDH77Bj//+/kP7wfymauaE/YUmZwoZ56x/+MP+CUgzTXt27M6UmAyGL5nXciPWStWLnMyvoLUKiSF8y8o5J/lbZkPKYsgwPuCsx8nPx8UA2cr3dbyQH5mzxaxU7cUP5b/iCIvfv/4ecxnzDDqQaytj+XiF/t1tzwU1DujgKeKot/r8TZS9bdWpS5Kkgczvmt3YX66yn/HBjlZzM3J5oMLzN3JcR8JOr3uStbWsvCode7vgHfGuutU11tfK1K/EWK+nVY5rnW3E3cPxPeAzNgPIqybjhD1qytWKX/U/0DeA8SmNn+UucZCXcM0/sDC9aQ2jnTy3a53zSzkEzf3DtFAgYzc2B7edfvQO+MB9tSZe6BX25Df+8JO4sRfNuSuuY/xkn0ZH5FcWDSnfinIyaVa/3tVPbC0DqqZM+gufoyfl42NFs98YQ7JBfHTeLX7ofHdeqHtIqNd2hcG3jjPrIqn6RF/9/jX280dcyBPlDRx0HVntSM/bh1iwr9NbAnz/BAYxI4aUeU4i7tbRcex6KEihixQ44rX4rAF4oK3WsSOS4EdjLX/kiGnHvsu60TPq0g/6ATOtfK7WmCvc69J0NhFXNHcYZSrp0/Wm5pupN3ZakZSem+mCP1GxHGBaW+QHyRKvlVZ4UIyD8xwf8MR2YORQLod0BrvMKd7wRqbQ4Wu/gZt0/VunGOSccWkJltXgRXZiWE5DrzZat4Q151pPoQdPrrdgeug222o9PD7mdhPXiyp3AOXfbD+z2HUGqpi37VCuMn7hj/IckpXjXAENmHQWHjkFTvxloKIsOmlf2XiJ1WAdVJYS1ZcOj0frki4PPfipLQ73v8R8IbKM5Nt80b8BvOD+Dc3rhfmRAg6+jWJhYOL1kY5sDSb0TOYSLX/b9x//+EdOCvk7LoFvvk4S81tLBm9G30mxIPiE5CyAQ04LcjsRW9j8sqb1e1ZA1bsucIOPJ6awqw+40ftRtaoHchT/IZv+M/lpe87CQ5vKz1BgTH5f4iKaf9vPfS5Nd5IGRrtRjuREb/O9IryDY/rM/0jYM58Y71HZZYphTFAaaXki1n4H+BGPV/q73LDh0ab+Ff47mprfQ74w3SbFqfuvbjB2PM9guHMXm3nxPaN+DPd8VWXA23ZwgogttX/lKh1nnEE/Y5/BZyy1JFMbjlgViHC/LDZvDz1GXO64/XeAxWldvOKRw37Apivfvqq1+b9K/4gOnX+NDMbMI+n4D5zr2XWvn5jvfL7CoK+wZ23m5JZX53J4nGXj4oOxlgOu4CSstb0+n+8fAnF1YMZqsK02FTFPV9MfUOGnWDdTbJ6szHPBs4zv6JfregiUX+Xj1Cds5d/ZUXPiSk7yylSZk/EOPbr5pM+hcAxTZtnTqX/OszPdn4UjK2fN2YTM6WrHI77y07lPd/TP8N/RA5Nc9Trfe/43h9J23xmfCu/jsJljem7o3j2I76MDOc7DjIJPHiMW+KbadsUr/Qj+si+9otn1WZ7LXXzcx/CxP9JfO4YPYNVGy4K/xwU+tH8GK2IQEm/4xzyh7XoPRsnjrK+gdVr2PPMeTflgOdZpyNL65/7K85l68gtRlY+8IC7SImxc4m99drKso8swMvlf0ez4vAJLGUEoWYOD9JceA/p6zbatftENpsFXeOSULrbxelIewgEOra+PoS+H+Q4O1zXTXWMdezXvDLgu8DraBd6vEA7YMzXpN+abqi/18Q0PXyCbudsfidvGpX1WMSvfCt/VwU3/Rwx+1aG8UEwt7xVZ5rOzufIjfcBlDvnyJR6UX8ZrxX2lPvwrm17hcYfmKiRpU/vNb83TcNTYcp7ckQFNeOse6gdgERsfso/1e1wTct9rJQ816WfH7tJnLKtSdwmfwHM8Rt7siJkDAx6h+B73gt+bspL1vrhe66t15RU5jF9sdem83XmlwqyP/ancBWO203iVdlcffIJDJKPSYOZV6ejnuZu640RWXv+Jhxy8llUa6qs+Ve6KW9tj/J/rZP5D/8phXx/prrFPW7JYiz1A1bfn8Dp09cWOkzXIgKBPKBjR2aFuYVyZwqazc4PUgTjyzY1fdNyyM5TkLRU+j3pWFWJO7p3l02Md2HPhqN0eQPsydDKfKsewobPjo1zd4Rpm2rU9X+uUXONSGl8yZ3nWk4d8cjwGYMT3evxAu9vaIU83q8GYD/KLg3FjHaMm4PKpsTXwbAd0+chB4WHdFxbR1BppPTNzH5t1ZPM3QY7xGoKHv2aY/TSgz9XY86X/3svoRCwxh7X2oSdIBWw7H6kz8PYB/fSf//lf+8xqwtaJzif21mXtN9zlim+4kvwougbXyWwal6JtE/F2oiWhNQEP/eRhbgazmP7x5x+//fnnn/EaH90Dt6Msw6V/a9Rtlz/6UxqCTLqiIKt5FEzCHNNEzFNH/ckO0ftzJMC4OVN9YrwKk2xN9tyI00DWoB4TlSlV5pNnoaf1nuyfnvqYFzL703F1O7l2uvAxZM1GcPd4gXJxQc66WfOqYyUznm70Y3dMfS219E1jvkmGrONFJ2grX2QJFt8kbv6h7cnTsqz3aA9fil6yrPvg2xRrHabn9/dyk57y4aVbX7Nuiimk/p1uvnnHQU5PR5vNrcvUFw3ztZy135LqCW76MDYFHHnfN2u04/d/Yzz4278J3n2Q93lQznnlXGkIEQThOgbAqfvP3yDv+Guly1o7Wrvlpv3jjR29NVfXPF/b5m642+8rZ9sdK3g6Xwb/xY+jI2vYgm26YGb/Dz4/8ml/UGtensSnDSr9Jqvz7Vy+Y3fUXxtLwQt9LLKpRcSZPUlkVM8SxWnVM028/LC/qg4QjJMRkbvf5SEfqxRy62T+Tt7NJF1MwiL7Kmp59h15zG/c0bOM2y6/yruqtzxnfvJcX3mu65fz1PMHc+Z0tDPnzxf2TfitIb4jv6xLmy46CfmouTh+r35zDN2l17k/5FfcR7rcP5hDhL3yRvaQ/4hjjCrSIJihA/ZSjied90pd8Uevn7zBIkrjjf3A0Cf1zw/BKo73GfxOiXwzHoobHI412aE8RTbt9E+sL29xobNecEc0c8Cdw3YccIMvfJyPnnONz3s86sFoieikXyjT+Q3BNKGV/B8PArI+wFv5phJ79CDXWKstA13wFwf8NTrVrp/WE5h1p56+otKOt7iA+j0SRDEAONtjvLUctqjHfF0CZcnP22pNYXQ3f9O3bcFBLzA5vD+qfNVz/Sn+zc8xkMk951zyzflt5C+wlBE6WpbzFV7AoDdslV55V/640/wmeGOw0lW+q85rn9rafyPDPq14nv+tAzi2h9KvWTJN8lj2JKatc7fxe/nCPFzzl3nJe1d49vyNHMpxFDByHZzZVs3lpjcP20kG7g7btFtf0wfokDrN1INOg5D2rM+Mf9aSDGwRH8s0Pnbw0z7kR/5r3yCzfOPZTvOputDnNxlVfNdV8tCxcmflnarh775+NF3L2OFGIf0+PD6c17Wd9cgTva6U+b4Qljj1rZ6ZRvlonUeeZWG39bJtsHJ/YRvV8C5qtJxf49B90vLbPHb2zXzVAn/Fzbi0J+fB0tZGvjUP07h9Wi5j1fqvep/SbzpkY/NL9Ntm+6rz7n01jgvDxW9zr+gUo3YeGXGsx5At6OoX54rtrrTou7in2AJmnG+UbQc8kEcpG+MtQqhT5lbLsQ/eAnd3rHrucJ6F2RfowDcv5Ld5TIpnfMUgFOfhzn/844+cR6y3S8v2vOH23bLyqXpAH+6S/6jEYZ8OGuZxelp/8+Hop+/uIR4hJQgiZ7M58nHw3K8D7BcRP/Ak121/c7faSJ/j7/XF+NZa+zladZ+MftIRfNFwnY89GrhDb1q7w+viOI+RXZaHvl/iK/z5ja3gZ3zrl3r3QcH5ttY57xMsc8I3cCkZe76+UveYoFku9bQ11eRtJZG3zU7jpKzwC2+bYD/KYf9aD+V++K6dj4JT+9bxBj39ez5Qcwx/r+ef6g8ZZf4eMOecICljmeesW5U/cpNc9RE2NTU8vkNqdEr/SUcxMGErFX/Lq51Cn3UVnu2mHPToytvxhuzCjSSlp+lgPm7ndeTUmfM5+X2nU+HYqtbl2COI9Kt+WDElR3g6/7PvRo6sNG53/Q1oJXD4rjY4Z53vnh8OeLF3zKPlhfGBwaO2E9bQNS8mZZ4/vfVfv5SfGDstBEIqn9YN0MofmPv1ZRgg4zjLf2Os9q1+m/vjwaN40Jw3E3HMfeaoXMKet7evAZzzdGC5ts8T9ug6h9G8YVlVP88NHl/gqJ/48rAJb6pkXypdOSeo5xHKBfFHm0FPa16HgcxHC+wM7OPIYOtt3m7TX20x3OuW6V2a3m30Mw2wWheO9v8DXzXh4SfemMlYwP7Byzod5dk/Y46rOJZf6ZHo3NzlrTTSp6ahMX7u0lUeV3Xzu8LZ9i3nD/LZ8MFufNkX8LM/zDv7+jqNT0d+M/7zjVBRjvNX5RnLp9/ywc+0vvFGjQ84FEMY1XGq/ABqW1wOe6TLr/NaAABAAElEQVSX9ax+Ec/KD07744sD8yhB9uSvQ5kgwrxDgO5whJZgicc1BTi8quctTvp///olSzZyX6LOJOeFZuViJ+42Kivutt3870nSgauBdL3SG99X6ExXcdZ64vTVSxvf3OusiKVtvrE1KdBRxTccdeHMtndV2ZuQVpsnZPhzU9JyOvoHVhyja5ZjgbO/0cl1aGudvlXntX0t7/ne1CfcZz3u5PWzUmyDZdyln64bkGP4J4ipcugGUizW6ebha/V+3Gf6qDkmbdin7dMC7RcIPRdWJojE1nV+dBsanXiRN4PyWT8PyrmGftX2ufeqhTIx/mJzwSHd5rwH7lyz7tKbcUvveghYbbP/Kgwqw7mgwhy69pszcuxjw3al+e36/rvB5ilScyDLXb6OKyIy979Pe2+o38elULNb/9CjJhJeGAcx9TpzjG+lGzSjJl71xuToG7Vj3unkZGAoV8HzWFA+XsnPaAaLwHECU8/9DJyvaOmfjzHWBh3+QCf2Az7BmqnUUh/6DFoZIn12NI9gyB7xKLYG4fCn8hpehg2aRxKSKj7YI4yTji3VYlpoFl4+n0/Mw/OzJA1ds+1ARyPnb+yt/gs4MTHaTsfKH57rQb/p1fd6PFbeaxs5uuBccgCk1nQuJajllXlkjmHsi0ffr96gX/PY+bJbH9xnttUGw6aymkDOLMdD+gWfpvN607UHhVxy07qTA+TOncPzuOfDOzRnOFMuh1/W/EWvnFcicVK/jb/MG1vQCV/wZz3df1baB0/7cGFoPoBf4UU8Ku3nuHnDT1ikTfQxeMqBPNsKjs9/gFuXWj7SyXRHPF3Ms27neEW5f2kV+4cCtmcd04bbR4PiY2vrvGO5SFl1GpKLAQN4q/aqPdBV3c72fkf+z51L2R+2/chPZrp/Ndpw81n73TbfedS497xMvr6r1dCqX84p/56eqkutr9KZzr9+/Zqv1l/7PqJt/5pXHXOGOVZDzzmvB9zT29xvPir3kbRcTY/M/Rr/lffMZ24t0+rcWVp3+RWSkyo6qgsf8oCO7hFp3TohOgWv6za8cyl/MCxlD98QlzLeJ678TgU/0ZE3o71AndAR+Y+WveboiehL8J15Bjn77LxkHZ1QjZy3rEdbsZTnJDoRsdp+J38HzvPWOJ9Qx7I9NqXisJP2kKXej/5E9t5FVY+jnb9aL+z0WHvG5vn62J4SnBjRrRM7ZR/jaifTtjqfHLc99+ehsz7n9MRpzpVz3LWn2xDzHeNmx8frkGmNw3jjHw+OV9trfdAob5BH/8CZ903Gf7b09Ud0q3m7PtBgvhXHMMqh14ACs58G9Fjb45FDdcwc6T4O4mvAV/o6vz9O6i1OniqecMXen5LGeIw7YLfiAgW5Sh47d7vOL+jVaZ+oWK71qKQ1t3b5V3HP6qYzr7X9RR3hhHgsmUG7HusEZwbgQZsOf7Syrkxbu/Iyv4pKvxWv8DypD5mU1pnJGHzpG3fo45u3POn9+++/5++18LoevhWjCyzaLIJvHVY5hnvzUOU/rDOLtPFtPuaf7fD11HayVcYtMya80s8zCIQr+SU9jUBocgvqdbWfkZYJoD1dJcLrHe+4QRh4ndf3eFoilsz+gnF404DXNT/J1Kd9V2HU0yfNZ/aPv/0rGjJDCEO/wQUa8GrpXuC4vj5Z0WVGxTr5m3Oj3RRqOPA2f/Pe8fFCpMAZU7ksPQyrJT5UvNp5RuQ9wR/H2RPUpksjQR9qD+JSm/M/HZMkD8gKh131LNd2uPK5/bzHeB3qzdTY4IkXcI7FrepcPqFNPu9zSuEq/zCN8IAKefTcEdqwsCXZGa1j0PKGMV+ejOry+lwQ/aAuONZtjY/hLU2TnWE/41Xh4PumhXwcTyrXbw08Ssyu4L+g0n1yLdvLIk9n5/HNPuekfE9rH0294aB4QDsO8akn9LpI3fhPRBo3DPC6hpvW3/Dwb84spEEjiPHXfrfNO/GKTdwoUE4UYBDFs/EmbWtxbzZ8tT3urnN40L5Sw9foSGm/0+aainQP70mBiT1rAxd4xmsV4SOUZ/S1DNOKCbpM4nKTWiG5YY24pg6NuM/TaYuwzZ8W9WqL+3awpM6vqUkR5pK6QUU/xMKDOLPPeuVANjzIHethvZhP83C6ILNtcH7EHMS1ZNNX2cA+tae7yU3+0JUDvfn7FYf1r7xti2B7wTNOpT6v57d38YcNW1AB4yv6VxxiybN9Wu+aYxb62oTetlV/p5/jafSUwVqzmdAm2cV88+MJcd6QU/latmGZ656M3LmUaSs4TYZfa7ygbZuTjmD0fJNv3G+dVyYVzhhJf+D3zNUV+0b75tpyg9MpCuPN8/D3+Kqefb0jsP27PmBr//BHCXjgGa7zL12U9toBD/ebH23+3D6Tv8J9g1pjnbkg9Ij/tpOwmC/yvc83H+tBW7zGml37QuWus2nX0nIqHTgav8M/2HjXzu04y/ERmyeUaoe/gXiY717Ir762tJz2mKS0bf5m8NjvRR9bxqFS06z589hh1Z8uc9x13Qa5dQPi39QavfdqlcdE0Rw7fDP1njQOzmh4+FFjacg7w92xFm7mUM5f5FbLr5FmO8KHsDUvrd8hryZOzOlD/8yD0KtfHkA7q2c/tnww/zO/rvl/hjep86BxzJ8zp32Km79ffvvzjz/DAC8UD5i/s7v6H1fZb7B1Xx3rtR+cB/cHe5zsd2g4ahueyGDutkz6Xaes+Ct9Mlw+jG9aSvMzqnF0zULf+PW6FRqmL0yvfBtxi1/take8pnuADeyl16AOyMqY82lCz5vW+JaseM39oXieL1mOvlV0tGeWcd5anpM4RUSerj2g3z4fhw/FZm2fMr/Z0WM2ib9w+MK3xy+dV+axwENX69vHeXO94Qu7Q3OdL0CQzmN+MhE8rQ+wnYwdzPSjHONEuWuZR572X+eba3lElUkzjnkf6TE3dGds/poDG+BsWSqtLz1d58DRdUwpM839TUHTmab6OfejLX9XPOR87BFrE6akqviZb8mGX387vtHKYwqd+vmoCHt8HCfZZR+xp+4T0AeqH1rENo8xbz/umGdf7PN+5EUjx2+HGbyWqcxYPCTJ4X6PP7eNpzL8l3nLeaBo+Gam8mfM0yOXGlWON9Udd/jUfeUs5/mWx/86TtQ+Dp7Vr9brecnhh7TvuDbKD/iFHJkmzimuVZfMwXSo+KmNDOWZ9TSN22O9POrj3MU257phbr9i910a60qM8lzrOlXvsu14GftwL76wrOws50A5v2YIWt4xvjMtmjJtn8f+xzzG/BG8M++7yEPF+XfoaACuIYIjPMYRbcWq0jie1qH2PVf3gFfux7tboxK2MsGRX+tAWZmvCoTq6eAV7+Pa8wBhQU0dmq5MhvPBxuu33/793/89N6y8+sTf9hWe+ckBprWD3b4qffF8wsnB2SDhRP7x/8iXiw7L4hD6Ho5ZvUN3BaSsAPyMzMx4lJOvirerO39z/1UQ8DG6AzdO6e5V2zflBaZ32+1vStc7+dOVKkcyxOLsRgb6zTTYxQINHX2Khe1UGHcB2ataee8xHkElC33Mi1IbKvpS0UdMfmH/0RfoJ/+FB6+S4wO0QpZzDHb2Ud+Qlcn8FXHH+WNwoa/LGeAbtZrn6/x0g/xDUW7m0NkFDcOTTbVrVtJxmaFqqU8542lyHWe5/6+pXus7pu+CYcc7BNgn6PAw/5DjMVT9t+SFHQNPBpfbHmjAfVT5AfNFdXfX8iOHJ7y8Tqx8s316EQJznvM35tsNOxdUG5+vjzj4QR7Lcl5apstZBvQRv4yDfju79lv3CnN9SFZW5FJ9SH5jt9LKFbD14iawL/KNzaZuvl+NSVhd9c82OH+lgE/woSf3KOscXdR8orrK4AIEm+FW1jPPjtork5yqi+MZ1uaQwm+c5FBqjZ1I392AN69+3h32N1r3CztbEyr9Mk/sGG9g9gH2kyOOEXb7MMztV8uRd4OD5efUV2QOjKidwSekew3ksffNo/48y8P5+R7/M6wex4aAHitspU1dayBWhJO26XT+ocT5/OS8umMN37Oj9jl/z3DvwDu/C5k6T3ByuNxzt06db0HjokK9AOIuaOgT7bntxqe0nAqrdeRXHOo7nSrNXEePYWuuS3fvBDRGqw6Ad7CG/lSx8smLFqc5XOevp8Q8RPYysG41hn6a6yoj+jgGTu3d1Mv+6vk4bvjdBNX8uUlyA015RbzGuVqNz2vryw3BiaK1YR5jvn5ymj53mZ/hlfg93p+LyciNsVaqp/rqt/hCwT9yT6Ld25kCHwff+2jME9LD/hXceSSblPfnGlVeF1gNzbzPMN3vMXfEs67qMT6tEQPmWyD4nvycYzC3QTTPFfeebcHgxhH7uibG50BJFHOLpe+YsB985WL6en61422YrGxv/jOQknlvk0Aef6AsVyIBffix2x8ihPlIP5F35cFVHeH6fFLmVfpaX2k/vu38Pcv3PIfJ842Ri89s2eDflq+u/Cakve9+ZR1Tdynx77BlprLv617oDHem/NhWtW1d39zHuOShOdqyyTe/qi4ev+5jLLuu2Nhmhlu1u3L5yPo9GcpLdKv22/YA9zXyXny87xqWHOkqjurXumrMwIe/4UfLWP1r+IeW/fyw2dP98nFSjnY4594v45Wc8/zDOvDkKcapwl4Tn1m3eCg3j5aWHlenQh51YE/B8X5XY6F01BjjhBZ64xfMXl3n9yvcTnSjcrY2PiIdNh3HzSPa2s+PIeUCIwNjM9OyYwio6Mf6+s3DI8Z9BZ3MWvB44g9aRWfoE6f0qXNcxIvet8y8WCTj3z/iN33/5//6XwFX2xeE7OTxlGAdgOK/BnjIGxbVjdN0YoGeQ9WUPybYZn8u5PFNrkj6L19CZp94Bv+p1vrli/BCnV0D0b6qeqbdSVAm+mlIFAltEHjg4hv7gIsj8f3pvnG1rEIdVckYm5FmJ0iZQ3HrLN9zL//+6E9YBR3usmEZxZnzWQtb0fev8hsItt9lxgEGEpushizrzKZK+lJyIZj3ugtmO+pUUhm6v/o4xUwfsIef5Vi/tZ3OSEoUttKUbXLssMo+cr+pYX7rN379G4q8hpu8/fmdrX4syI2NS8excqfOaxSY5MCzDGzwWFrxb7Wd83UCPiM0bvRLVwzWjQ1KX2M/XTQK/ZmICq83ernxq7wmV8/iPOdH6tHtGn3Ws8pS/YyvMcXDeWPovbJ5LPMvI9js8StZkO38MkfwgIt25EWzpdv2SG/zU2n9ySG+4YtfGRvIB+Z+Etpey3lWASBlTw5jn3Q3sHM3F+xuw5HGvyXBDac8mhumhf6C/sixpU7mD2Pvwm/4JvEkOx87cN5FHjPn5Tzt0BRh+M82UvfvVBhF42P4ql+MaH4l1x8d2tShP3O6lXBg3CafXFdffjM09Gfp+pbfgjYNeaBcVD4wT0Lrv6jGzhTstC/K9fD8t8Kv22cxYA1wXionp9zsTEXvnM3fkgwlyWfBNN8rv0VkXFpQs7b+DKM/NaRo5b94Ek8E5bPOtTkTNxrnpJbZ6CE5cGRISH+lTjGelm9swNp2Vb1S5GG+lC3Jj3UgExALyDfbm5TJU+PnaAP4dw7fjLVenJiMHOEm8OCCqew7t3rgzYJLzqID6+O3/Lajb9iHHURkwh0yXqmx/0I3PYzmG0zDVzyg5+NT+JvI217BoaE2fDbbYurHJaMa2twXRAnHHOs5h1lPxfiKW9WP3HH+QFP7Kg/htTdXDFM6imzS23jOeHTkk0ruaXpfxDIMJp7kKV72iW0fQxq6ScH4QcfLo42Hrv6KHn60P8wHW5jrkuYwnohH9ASfzDsTRZkP8DT8Pj+3S7OfI2dSTqNK6+ARf8q18zgUEafVc/+TQZJBmecEXhsBxMHast5gHX6V51b+jHPBhkNpi85jxm2k9AjQOByWt8oxvBKAgx0cxndZ8agbj/oOx3OT5YCjmDC2pDP+YcwbB17rUfuCMmkrzPji33wWxT//+j+ZN34AB7xBN3zWYZFfhI/c13kse1zwysCwsFb2dSYMs02MJ+nivbhlBTwevNAFb8FMAzvvr6KW3P3grc+TLcvj1e2mimhyDWrxQFZRfZLV9JXt4f/A636oDNf6sr8zT74N8/aZbwrVY+Rvhd6ut3nY+Mwb8/Hg1ozdnkQ0RowAYW/GKWzndwM5vv34529f2mu5lAOBF/lQD/v/reXF6jdyVMdB4cpG8zDzbOFvmaRdgkO0r8n0+bqx/9li4RiYudbWaG3mV+eScZ8pqxzZXJKrMfrjD373l73It9B7jY/9Yqnr+ZXhLq/9Z6y59LzoMUQv43HGqjGr9RnrcWulzXxikmtj2BzsO5eRcaGTvrFrHJUx94Rbh76aSwY/DJE97JG1VpT8JCcgThUET3W6EL61Jmegu3IrdwUdY63YRq9jo61vwDG/5p69jSfoyd3Pn/TWm/pmJi0tyNdPDFgW64B90/m3yUvnZ8ZUCX//NJ18JZtmLLWQz7TYpsYEgt1vVvf5VteBVh59fIagVQp91td0tsPttd9wSs8lFVbroz/yOo2GKLQo++SKT51vYXN8etP83+Wno9JxYIVD4i8NWq1K8vjQ+MMe5ZD49fP/mP+Ar/aaGvouO4Di4+sr460q3+I3w7nei3r5BZ2oVI3MwyaHyDxQn77c5zYgPPi7d+zmlzanMY4O8+cOXzogb+cH9BNcSn06nbONt+dXb6qOcSgrD3IPeldvNPsKyPu43GMDb/Rcm+aQP4nJ0X6PTY9f2ZtkQai5CHrghIhSB/5QfcBa199WHO1RzqP30U9VrbSnxZZxOcbpwOrzRoDYuxz3LwPXtbFm/uDqX6oTM2N26+1/koXneLDV96JMP5f79XXky87+wuGQR+CHX4CHf5w30TgZc+Yv/cd5jWR4H2x9VOJ35YXhRaMPrjrG0g/mOv0MH6fPrf+rYs0/YlXOC1mH5LuZv89rPaaQqrr5zPjWyn7yOFrbXAfy+ITGV5ETP3SZZttN3k/8Kv6SHxrhg19cse1zonlYZ5V7ewaO7RYEfeGjccS+mTqx4y/s4kuL1MGJv+GP7D79sG4eS73dNuNfSFwZJ0GnnFqHA8jEp286KKEf0b3c76AhMI56IqlJW476X//zf+cNYA9cnOWJy0aTHjnI4dkD7EDcsz91CFQv2LR1FJ4XrNCFv75WBPHQz7xG6UAPyJ3ao+Q78qhyckCHqyjxIwcJyB7t7jFset6/1zKwzTyvMWuvBliDRPzJHWDaaHNiMi4Mt1Sr5Kd121n9B/LaPmWw6ZCuF0n0Tv4bkU+CrBsJQf2JxHhS0hn/sei0XOjjGW0U32dF7TaBGqvP2ZeTdb9A4Fx9fkw+q3/FVw6PhUJ+rBhr3Xrehc94HgeGHvPfPnTuGFNlpX9m/M1c7rawdb2Ac5cWPOhbPL0+lfyrnLBaJ+d34q8Y/EheUOKrIqszFp6azFt7n3b0D6kwV4ZGTZTXr9pWnZzThXzdjA5du7pHPeFjXh+i5h0mm/VfGyR8rgOfDr8aLv3Z/H2P80f3qxz5ZJ+Yl0v2DJkFNjgQvZ+qr6j0vqVpEoXlm1MrzSeayOz6xNUDHoz7/u2vgJ3nB/jHcRp8che/yKrN9J98MXgcY1tJHtW1Bw3ZmfPVFo2b0LSzYI+34rtTLhm41u9b0OiBBO1bsfvLGxfxWPsHvvm8XpI3Fzkdney9P+fDMFgl2dN+cpOfeObxwRgFb7ZHeSHPcvrHgf272Gfn/0Mfsq0pjOPzqHOm5qLZIw3thcLxCucl9ST/Eb8gSb9HfJ6i63yRqfzRAyTUxcs3UDrqzQrzj3WqJMB90k7mMFa4EYbe1v2V/Kk05lPlZr3ML2PxOK6f8DrjYbhxKKts6tpDXmeG+Rx0XACWAzjnp6LbFQ/61M+DXvI5bXisdLTThkhzbkZx2KYqPzvax8qj9t2p17VA6xJ+FCX3MHTBYuXUFvzQN686rd0vtrnoyDUH8pG3Gtw52n2WO6gFp84fYy0qCA+r+Opj1pWan2c2VxypphjN42PkQrGPscZxsn9V553PqsNeT9KBI689dfQ9rjBf/fxI+zQO+SmxP/742nP/Vc2epzv6x36EV63veI+Y73rvwTzeI0ma/XNezVz0wOrYUvVAJ9rgZd1Hv3VlLssLu/nESl9xixgu/vsGnHVq+8R0l3kefVeYPF31XGs9xaCNn85tbfeO2xV9qUU3mOWLK54j17te3cmjj8Dl1hAtcl6Wj360BHp1/3DPqEdxCF3QD9UKw25PgTmy3Ah2f6Vzf+VTyD+s6lwww+7yAFgv9zFuEtZ83a69Z/e07x8EU+04xqt1tngiedy4Oe+vtqxtbOOYdAzefkBC1+PBGefHSfDiB9f2OHbX6jpL2wZgXdfc1zYG/rmgTrupyOa2T2vuXv1APvC3wjfs/iaQ54y6bw5Y2u8+VDnGpdqgPR94zrkW78qW7jzAaQ5qkKvCN3+N0+WSTDmg7vMyj9tlz4NmCN8GR/02IMfeFh1s+zl3jf/mm2kw6PrfWA9hV/y/5ue5iG1P99m2dw/M6w/NtX0ueoerGeP1fOVap2J7Xg3bJtJe8TvQmoKnoUOHJtex0N3x81DbP49T4Y6WT+NwzuOxqFx7msWW4AsbLfJVOXu0bl3oeEInleFkdXOSupVyASRZZJCeuKqoSiR7Xj3A+Pv69Y+84fv773/E7/1qEtNiMzj46ZXDxNwGnW1T/5yI7ttlxGHRxnmNZ+rspApVZEN0M9KCkIsO8MZm2zI0PtY6vZzUESa4w+aEn13WaZ6uBB8udnNME9gtRvan6G+RLEgjBqMj88/2DnDmonxagFE1D/lLC/TnuCjui1vGzieaQuUaE2gnPwfyaNeJrMLPNwKK+wjOKqvqSp/b1tFl8smZm0lBJ6gr7vkFEuLiCbCW5k6p2DHh5Bgiv9uRfnIjy2HPBL5q3Fz0ZBMnBsw5zid87W8PDr0Cmv5SXEWDCr7BcqaOeVf+4NqfLs/oKxxc4aPLnB8V7++oO39czjLxpX33Pj3hz7H6yfDsXD5yuoy0MY51dPvzMtct5P8NmiMX7yiz2hfOSrI+ctIhunBifuObtoYMfwHhiUmvJfbbwBy1dZ57NB4G5ajl/cDYIJVpoMfOcbcO8Odm28gv8XH/4Cp7oD/2MacZs1cMeEfZ4mbHs05fzEW2baSjxwoMdnoZdrTJF1iYyTjyhm/MET/CuXU8eJMHTs61oDcFah/9HMf5eMDhO3yL7VorhAFbO0KQmb989akpLj5tTYpcMK1L83y2tH6R/UnqfHWb30RhLUNV4XITgKcv+VYF+xLHpNmQ7q12ab+Yb1AJMPjSufHZxvFZK4Sfq07LfdvlsnPEHgVm9mGq3PTOK3XVhk59UmHdUTw/57fwZjTs9Xp00GdGPbTsc9/MqPRnsRfOyJFK0wXY1H4BKQM3ultu7vNbMc+bT31eCnlBbdkR9eTFOQHnB8B3+q7547yzIlV3xzd5l728eSeu55NUDi56WAHZQ1bkeseb8/d4QUZ5rm+dDR9Zr/XNQNb7Tum1wPs8dISv7AvNvzP24nwFz8Z/3TBl5sPX7V+Lk+VZL7fX0v0uHRO1W4wypsNW8ZjbPtezzm6bb5VrGaNs5zQ5VpUzO7rKY1d/RGPdXO540Ge9dG4z8nRHN2S2AdSYAjcf4UTcOGkr56JCjQxvpPKo5t0jXpCy8MfhVB5jccgG1vGY1/JQuUzNra/Ja60+Dtp5psFn5Rs3hW4e6QeGGjp23e4QS4b9Sd6L3PYNHsMnBRbkyPseFxX5JstTogebzdo+fA3aTrbJkWmbZcfwQb/oZ+QonRO59BS4eRhkn0SyJUixj7mt3JBhsgDuvKBNLvgaQr1+Yn4+X7VNpnW/5Xd9mlON736VD3KkjgnPwxODMSY/x0+IIZPrTeGl+Bu5P5H8oka1XzH9WEHdnxu29Fk+JQ+Xye34YTMWAodv/hJn0kM0g3HV33LFH16VH8kLA8AhM5ixiibTxi4ppEyBSCa89e1fddmGhvh0wfj3+lKJvZ7D3/aoP/yzzatGnecdXvePuZr8AhXzPWYa5UuFeDAAm6zwbT6kG/nsb6W+xDiIbLfHa+XTx2ZdCIgZydGOT/F2guwmZgGT7THftrXHPNyORIhYsJf6HmMyHsjwV53NcClr7LuumTdIkzyRhHzCFrwty/jqnz/XPuVApmtHBOctXY6/g3f0hGVpZ+6tqEU/eLYzZpukt960qWvO9ngs/hN6l3mrcpWbZmCcOle6r5XoxZxg27HQfmG89P0i9rWYu180Up59aB1LsDfeIrLzYUY4Paz7KcLosNwBmWuZKslv2CbdRhsK29epuw4jVr3vb6xwfViH9aB8nDSr/52f3gvOJkR8c5Jh7Mw9tTV8FPKJeaMBJ/0cZd8H5BYdfo91rTLu1rt9uRmJbOJcgM1PW+NsR8d7wNj6r/jY7Gs+E4ueHxM09Vh5GAM4/IYfR96Zxn1uewxiH33JozH0NQGab81gjwefG7ptHc5KyznrN/w786udFZ6xHPd/eHkxf1VZQ6cKva53f7a5bcJusEf5ax6W39t9/Yvs6Xtpxhnj+R3joued5oN4zEyTuE+sCDhLVEAne44NAiloJtWEPjWOpM9AYNXk8Hu+b29fc2H584//8duf8cpnfkMCX8sxjxnjYA47/IriaNcOWzMer7/Im6V2yg71Qu5IFAf5hMEOXNyd24syZ2IvMX000I4LtnwU14Dy8CLtBAV4tjEWxfz5jN9NuYtRlW88SoW1JEvtLPX0R5sMJ53aRmwns5Bvq8/QrLjWYbXLbfcfBWvDeoTvIUrLkhh7tJvQknA3Kd6DRmzXYYUf+bN/XEpO3M71Cn4iuC5s5l35QVZ5Ul9jd8I66c5xmW+P9pzxegSvOhr3XLYxjqXtc7liWM5d3hUfe6vN4qFcNF6VR/8OXnF+XT3iE3PemI9fk7TqP/mNhMMh5Xhmn7uQFi4fX72zdiAVez2OpAX2fdR8I458dr/mGHqFP+Pv/liW5DlWwBxPl8LzuD7XK2/+oXsQfA+HmT7j35LAMC4O+MTL/B+V6Z+wTzlyrof5dH+2WCEvN5wtmH1fldsc+cE0Ls3ruvS891inyieowpaZZs6zin2se9+C39FXfiFO2rfB/5kjeVzQwI/4Wc7KG2m2RnjPyV/5ue1YWK5zyHDjPVveoQfH8ir/1T7jmOcZXeXxqO4LBjFSAtWePVJZpnusy3rD1/29rCeQzbmZM60OH9uZ9jRCy3Ouum2+brvf8FGSq2FTf5PI6PnImv1QeWYOL75MmwOJ8WTdXZo2feF55GKMGH9XwnOnE7hr3xkeuPQZf9WT/nqs/WnHeWAq6aFuXle6HYhOAdc5DZnl7GzVHkZjoqVr4CdVj+EQHRE+3fdA9Hiesu2D5/M1rz/PU55T4Ie766jzxtxsE7658oH3i5OccPb5jCQJ5k/LsVTPWb/iVHF2dfPyaVDG9oWcdl4ho+o6y1R+7PaKkz/mJOxjdOb1a1t1TCDJKq1Sq93caBJu+N4ELonxC35d5Z22mxznF3jPyDNu17sJMnwvFzt1Md5mCu/xfDTjo+tegqHgg8NfpWXkhBbx+YCBGbVy2KW4rHYv6B/e1H6T1zXq8Kz5rB6mi9udwSh2KcEwf7P0ZY25wDUT69aE9sFzT7QiGEOHQ+8BMI3z1ovNxMN8LJ57tu1UR+YduA3Abu6GlszII/j753RMZTluU468qND79WP81n0KVkpy2tySuY5bQll/BobzO470k6rbT/jN48MeBX1n7ZbNS0D7bTwAKl/aH+j13qNei3vEy3PEs3Lr9e1HMmo/8qos+wMc53fFP6sz1uC1Xpc842H8t1f3/+28xTf5qt7WXboql2o/dcd32CM8v4GVfYVpHBNGpfPRfaannQ+JtZzP8Q8sbwIb69eXw67c0BUb6sPxJPVzib3a+8gS7p3whrwdnXXc9cEXuHEeyckb24+QNv3PjMkN+SXIumPHbs94SXzSmTwvQmaZkIfYv+1Qlg1xJ6vtQFhqXj96LvSFc0EsTWyd7R0GH+az//zP/9LIDgZ1ckomfeku3FsVXP2IsxYn2jhWr4U+4j+CVIUHLqppof2P//iP33gNj5/mJ7FzIMSjUd4o2lnQd8fXCzhwCw9AcXbhJ/tbhqRO/Y55JE5zPt+aDkbxh818+xhpvBNSk3xUUrcAJk6W9aPolO/6LhnJb1D8yB/LTC5pW5L2KImRv5mz91vghG5ng9hxdlLlVi/OEJmLFccIZNoyC62/L8nN+MCWMmE/tNbFfFtnh7udccN/5Vhp628SG810wrVs96q8kj36iNdMb/lwEV7PIDE++Rw8heC8pEWf+bocbMaFNGBsoMkvl4Ov9DjSD05XNf/ugtw9+9xyK71z3LDdxj77Sg4nnxZP653f0m2LO7obbr67bxz0vmSo+GztDtnxbGVHB4cNk4/6bd4q13hNVaNn6TFBwydGGj96csrI8OMveaVdQw/jaD6Y8wv+8F03PFU/JA/d6oZkcB7+mPkDn3i1uWrgDx7U5qfwGbvy3+Ax/Dls1UIinKP85FvmsirRevibe267NC688cGOjXwT8Riq9TnZ9NelCSln/dUO/xvlihG539YFjZegi7Pa4+iamXTfhiHGNcx+6O3lGzEdHrR1U+dXLdX+Wapa61pQ8x0M9xvuduU1+oDufuPLcx5OHJuOyuO6vnN+jRO2z7lhu6/5upf4Br+cu2AUf2V9N9ZaEhv+qqzRZg9w39b8pk0EP7I4eSKLXPC8a176aYKhySE/Yt9TadQv/+XT/ZyhxeETtsEpaml/g9ywf6KlEfQrX+ttXL85xHDr737P3yvc/eu3lODDqAGfm9JvMX6BzXk6njqHj8ZJzR9zn8tg2eebkePjN+CMnbJBzuMxX9B29nE/u86/4lc/ieMj/oq1qaoc+Vz+EZxxY71NIXrHx9BRDvlH3sKqcNNVfms/fSvMdC539OxBki7yjn7j3OHHfNEfVMw4a9zoZxoe62O9XPb9XZ//5dd1PBh/3ad77ta3qTRvOOdMg63xPapsDltHPLIDw+Iw7TwOyDt9y9X0iQx+nF9wxEjJ0j788eNb0DAO0ClejBfdZxcoIPzZ5pdkUj78YMUnYpYzW+lcqtjpfOh6pV2M4y/dNnCqfdJZF0/osw2V/dj3tvhgXFgNrmyUfdC47bLy8Ti0nsZxaTg0tT7zUAsa4/gbam6v+Nj/nd8ZqOeSC1Ll5y7mfvYwXhsMvy4jDkqnjua87YBW6fpu1g1k5vlCWV8UB/GH1n6zfqfnFyGv81uVKO0zPoYb9UqOcUZKR75p+HR9jdPLZqPtAT6tWeEfxrq/0dXpblSse5/3ggY56LfGaWUHbeLGAuO5hja+R781fv7mr/lYttqKGw/Z+ycqTG+7K/63b9/jG2+x7jgPzDRK0wFCj7frBTAI2vyU5zEjP/HBt2/8nAP9Ld9gWg9iM9G7c0nyBEuOMVw6X758/ZyvW2d+Sj9OQQ5sbIk3TOT0cjHfwc++cjyQtcITFlNV+ovxkvYDVQ7Yj/a/ej7+EzmyK+YTTaEpZJVrfe5osNKaJtIzjngrW6xBWp6IyRyro5x93OBU5RzpwOAQ/4oLdOCL/9rv9dZ7aI8xaDnwGT+V8PXr7/2ckLUr6SIvV3yfv4n6/BM9vod/8FNJiXOCi578InCsLc7pHeq6n1n9MPwkavefwS2DfGb85s+SK/DZ5Tz3uGP9MS9K8zcf9PNvm+ecSJIWfpm0rW3elUfdH1U58Beexjtt5b8GQR2v9HEMvoyVVdf5Op8ooCmDysCJ1z6/revd/C2ssypdx9jyPkl4rBnUhm7gY7+uD3ltAWfwoLUeM9+1l7bo7a9hl3Hn8ed++3ptm0rl0G2H571m4m72MQkve5iZt1o+f3Wf5bhtPWnTV/evwNo2nGo/5GvlPecHnmsqr4E8bOywWrFd3Q7jL3llvKD1OIlatEYOkPO2LyyJXtZ45bl1c39vt81UnndGDvFae8Y9MnL+Cp4csjmk5fqYIKDxN+Qbui9t177X+3f3Wj+31zwEXzpJvu0C37QuB49Rc5/nF/cMuN4CS5vzq/U8Cqm5HDZCpglw0cM86FrXkdqXpOnkxMym7TDemH6UD861NU+T+PLD/l/yqp1fWg3zHXrM8T2sRSUvET/o5B23T1WLvLetg9664lO92cXr3Mh9cfQ69EhOlVF1WbeJtY/6bt+d4yzyPmbZREcn6yH9nBnDd6t89AW21xv6Rhv+BU8/NJHixkfAg8Fo72oEVIIUnG+xOYGO9F2V2tHvYQiVkTiBm6G///7lN27+ctSJmzp/P3FSkMnga6XRi7/PZH9EaO+kFJUfts8QB6Op2OxUUqHrHR3Mq5bQzT4LntjUBlHF/bh6bFaY7GxMYRzTPQ4tEE1CAKqu8s+MNxGVhn0921kQNtVncDfkB5B1SOeGjebvEgJwZOOB/BLApp8DXpXfSjT6lH/KKeV80ueMqb6Bu3KZ43HsPUL4psy6uTti/b8LUWzHpqlaMuI+oIrx8Lt7vFBpLtOcw2JrfOYct01TSxZS86hwNk7LkKrdL9dtm0sYXeVNFYQ+tlNjYp938OPElmPdeFR+tW59oJXdzBNtbm9ChQMsxlzbEI4p7xibyv+X1Rn/aDocw6RQHbWIRnd5zx1orjdTtRP/1mGfGO+V8q7/X+G9o0HnyRc7pIDNtv3K2DE/S4k7es3qOr9bfHtuzlgf2Rq6iiv7WmD5rdbmJornbdlrqTg0By0o3uRaJ7odN6e7+6yP+82qwhkpPnFw/1kJH/7GHm6v4xl9haPDbt9ScR7VoUd/2Ysuj3PWNsDb/nok524/Nvkiy2OaO76zPZR38PdS1/jvsJi7nVuH/nuuPZB9FCDjjH7E1y4J5s5jl5bX7e0noLPv8sLPDMq8Jo/qeGAPwNiA3yqDMVAvIHWZVuKF0rLQgWOVaZZdVl4B0HyovvBQ9w8XAo96m8dVyUV8jrMHbFda9ESn1U8JC1tsh/V2ey1Xvmtb+DLQayh7mt1ezrwrjx2s9rte9YTGbfc/XxLPHpgDufUaciKOscYYbgL3G+52Zm27LgLM/Wd07iff16Pv4daOJ9o7HZ4gfxcq31DhFXU8zP3509cyHsY6OQTMvsIvnLrlw+GB1O3Y+GnwOKsNIvv7DNPzbvU9sn/EHWzdwBu8znhcweHlo9YNc8nN3y9fjg/DXtGY9m7JnISdOzl3eaz+LOZNLDSGPqcPc75uY9nxZb4NUNyEijmE16RFg/avOla9n5WzxuGKHz4588uzcq/kmBeyxgP/73PiHXmW+yvL//t//8qbPNKnPaiYdypfkyo+Yyw+y6X6BQ9zvfLsIFf0E0Tz+esZPvA1v3a4XpdSvu4AJ1qdu3Z0Oxj24E7mv7xZ3B7YARc57fm3Tlrt78CoVL1XHOWlsfH9+3JT9Cy2g4/lr7It1eXVeITHI3rzeaXUW3baDZNwetXFcm3Hkb9zdti84pzTrpjPt61fpazyVq3A55v2K7zSUzePyp9rfLELWFG3bdNT+pzYsC3Bi0Dz9IOZZtPhBrRSY4p1FoBjp05s/fxZ+yLf4DSfRj4KFkMShTIOaKuvBuKoMQ9oPzPLHRhzDX41F+fefWvVd/gFmY+iLjt2nB/ZVmnQwfir1FUD41V66rL9sZ9We1c+tNsth/BlBj1RTHcmf8fnVZjz/1V66HzN/ep61IojG1ePv0eLQesbvGuEVmnevw/Kq5rz5vq8Eru8pq78xxjT8NzeAL5SofbJgZy8k5D0aFNcce7WmTh5oosAvsUTp1/itTt//vHnb19/jyfe+s1VcUMuiamTd0+4q6uFuyYwtPkKEpSOw7yEPX8mbYwOnMY/H5/ylYQYHDe9c/Rg/9tv378xgXFjPPi2RwDkFyjRcwwwILtDr1y0TTuMAZP/z2/KjMEguWFGHh4IzPJSH3nh/9A7L1yBlfEcvH0SlF34PnjF5S2apwfy4VdjUOsQrm3bFB485SuapuCCNeiXjqkp/zr2lKazPiNuIjSO+83OdPjHeQqO8Y1XS+s/DcbyyAiyuUEAj6HHvfypcqhLP52c8s3yVX/nr+k8cbi99hveE2QAsmZ/hODes8rsHTcqe9pxoSH1C99FRqZI5ZsYpwrpQ+UKcwx/PL3LxQS+xc6mrag6aaTxE2MkYstcI138oMcx/xwrbrR/zhVg4CgfyHdiMokpDeKkzrzYUXQ30vDH4O0+ytEvKO2cvWDb+KWEqM96iN+OHk6O6+gXvuGStv+Uzd4ASm71R+aShmRfuAgTx5Cn9sd8NubJrNbDJv3PHttW57rUp98cCL+0b/7mvBnznfXV3Fh5f5DmPnEvOlxxRi+OsRYI23C1Rr/hxo+RYpS+yRJAc0rv/FsqztHXhP38zpwqW/mtMo20Z3kRU/R4TO0ctwRyY30Ix/niXKu4hlGuePUCTsohSWPuEB6x0e+kW089ka1YgpM0OQHIp8w3HJZT9XC9l5F7zFMhpYMeVeBbeZ/JW/mYxr5ImenHkZcrjdvM23wTyDltOKUv5AarOOSPhLd8T1oAcdhX1kHQ1z/bFF8YYBXf8OBiAOCzeWPMnV4nDv5pseUnScg1dK6+/ygb0BK+yT82jtYDeJcRKWX5wHdHpaO/0zbkdT+y4/EIxh4h91oKdtZZ9zlO5ecePzESL4d75IrwR+75pBk4/3ThNH778xOnVgSAlcB7h4jskpOr/JSIniG/qRsle44hExz/ZhN1H8kLn1/MTfYv+Z9jOIUwCPjz/EFV84F53y2xD1LHzfJsp0v4Ua/5MXDbw2acO6Re9ru0AK/6o/K8o6flGrfSj/rZGBSVbyIP/FnHVYZl3S1zvxnzwFUsd7xWufap4+GppbeDiXHO+AFfcbz+VD6dvu5NSKs1tzriv76y2vUlf7Qxvr2X4yOVTyWrXzPmbXBWekZo/sRDlD88eJ8YRzHMY9zoD6Fuu1ymgHLtIfRs6ep45Jx3IdsXqJDDMSxVW5+agxhr1c6KYXm+Ket2P2+cp60k1ei+N7+YH4S6EaG53Dp0OQZkGRKaQRmr3qf5pjezsrNcun358kUPvjKHJwjcelMMfgGKWDvcM29iKV5VT+dWlroAs5L9S9u2RdfXUEU2/AqlRl75jQ74GHnNb02ZOY5oMmI5eAD/1x5+a8Zb3uBEl01+8a28OkfeUPlbfGNXbw2JfV0Jh8/TbrDoKIz9wqLDqeBLr23mXec+Izse1ffGq321P7/6H9dHPY61r2lreZsnPE7es75bR2SnTjhsWc6tl3U1zSjxELo5firRr9ppPoOOGsZIoPst53OLO9d502SznxlMLeYY+QOdmh6NDr7knM9XLMd4lj8xXJ0xdx5a8GAYUqKLD7WByc+WTQmMw/jz+YpoTGd+u9J8zHtt72jse/W1xIqG9TIP+n0e4FzHb5ybsk3XXrYYLIaHT/jpHDPsUlTDw4o/MvMPWcEKOeB4jNFX68Y/CHkRAD+OajNty9GeouGE3eDx8ITpwPWRPMAJ9Ma2813x8/weXmEzuHm+LTHp37dFL/Y4gZnrpeeAlSe8/JNU3n9at1dL+6XKAkbbfalZtI1D6bWxmZE2aV6TJsatPOhh7o3dVOBna7c6iMHmc+VlGRvUDnqE47wP69rDjyJ9RNcFPKj42ot1N1/7quY+rIyXiVN4m879tF23jIKeVfV7Lmbf5tud2s+aJ/nmfZp5OAcZzpHFJF50aUxn0KKtZWWMc9PWslF0UHDqR5eReZ8JETUNktHX0W9VbJNVFRH2xbl0KCO++E5PTNkjiYfDOoNLcVI2XVMWSA+GS9JN55e32GjH06O/x2tTvsZrnjmZYPLVomZZM6GDjw7vOa7slYw2ayHEohpIzkS/AHDBJr2+11ebgnuaotOwb0PDBrIlyqZ3A5ovgnLOQfJyZBIXEwUL/rY1sQJPM1Zr7YujL898sacHOngsCpyT3Oph8eC4k6OZ0o5x0BGLGo+e8jAMB6Kz9aY0LqXhoI6jXejNOHoI2l4E47faHpQfXdMGIPyyzlRPCLK9kAx7W+x3Jzpp9xMCLlClf/g5xh6xZTFwrCGr9Tn2ilntH2JCd8e/EY0NNnL2r7+FXvY34sGw6IFc5VTpLlVoHfsCPlSFM/w9EH6Gf5mNwNCcNPpck93CMOzjypq/utyDnquuczyGdL1+0D7w69XWfrePvpb/dnDTrOUjP2DPfoBYS/otMcdSrK+jb5X3cW3P4zzK8K88lNO/XoOznLmWXOLL2MiNIPH0RafXfbfm9KrHqq/81ObGRNb4WOne13YmFi5pt+B1zqv613m8UG6qr/vLzHJTHQ3mqVcO06H/2QmA+XKSc8SxDdfyq0+qr8zbpfWxXcCrn413Vl7xHjTMoc5l6z9651rYtSigXAx/xVxh6l+RfalHCKi+m3W738o9Nry6xoP2Gf7pX1wSE+aOl7kmHnuWcFaeFJIe3sOw2WDvwp8PO9Lt/up+4eSr0ANnim/QOzTOm07eKooVdPt154jPep+Oii49tAbOum/vPmt5RBtZzo2V7/PtdFja22VdMJn80vAM29HTV23a4Rp2IfaWfvIN9oz4SSdi68A/P4LYnzWHDzYpZXxgw87+gXFeg9b0Ls+wX5Vxxu85uH34HNUVNsPF5zRneOVZ29NX8eM3Dvj1BzAqIX3viFEyb/xdP5YRx5TP2B5zTr04ZD2PtOGHHNuyo/ZDYx7rha+K53pOe80fhr2rbPPnR/jvXXqcEHvOzS8ixLWpiHQfi+wl7HP5UPOnWa031n+c3OD1/E95dC0X5+iA6wvzy5anNbxX2sbTCeoem9tY9sdtgj7/7ijGWDk7b9tR3YX9qOv/KdFx3J2iPujQOd48V/rC/QPSh91+GJFrWvF8bHxU3w3yOlZBY17ijQnr4b6Eb86Bcy7JMQGmro9Ryw3RcSAkm/d+eK6rfEZ+V2irh0KYxt4szOzHoEmNU+XeWSr9+mAmtXDphl7ePe5Az+bqwhYOrQkX6yAf3qOfuc0tx53z4zHfef55fnyau3PEugv+eN9hfWoEzPNRaVr53HGzTJeGV2653gb5rq/i7euzjRXH1yeBkeaVv68tqk++d+ZVvMrvo+q+kap9APo7XmcSoh+UZuqqn307+DTkSKB63+FuPm3xcv4VX+QPmWc634ev9qyUtZ84Dv1iTKNSHBVHkJNPHGKiE5QKrrZaxt528r8FqDI4q99CHWPqjM0Mv4dP7tsu2zTz2bT6+VM43OfmFW1anz1/uKyIqu/2wEfYSq8vTB65CbK6NG/8BxB4S5NGyrnaAkv9xYHxedTlTOoRLt+u8FiYY+Gn7wsbCZIob5wEXgynWPQCFsnp5KJUcEZQ2TgI1hTFiicOeBL8P37/47c//xHf9P3yNb4B7Ju+ckplJ1mCQGvdGEC7Bb6Hy1fIGzM/oevxYT6UyLAcw0/NKkHCa3lRIqJs+n6RyAzyotLwX7Xtdn1KbPkfPXMB2Q2EYOwLn7ZvbByPunDjRScw+sajaaSfPGpz4GPeq/6e6Kvru18aMm3487c/egT33U9DJUdPUUIs+y0+9SGF44/CerEJ7BecMIzOPKzfmPjdaZ60XadEhv3w7a8A/IyTy7YDZ+OBTvJJVB1PZNJMZzbhSx4kwsmH5cGX8aUNuJDFs8WAb9E2WdnbZXSDFwljYrJtPefTt/ZPIes8C8xV2+v2jVIxmvOH/JTPFV/laxsjLeYg8AQS9N6YKZd94VT5z7hKnGQqe/qTqdbXZ1ChL3J/5E0llEcvyw14GwymVx7Kt9K55hG5sj/x93MY0Di2shHZ2rxHT+odHEOHqKNOnqxFDTra44NW55WN/LC9AzLXkusMSv8m4wk+9Gw+DxQ9WdtyL7CFEzHTBBQQ7Ke/zVM/o535M8s1bwTi/3xCkEpTY8rpfjrnsQ9B+zuqnTrluNHgRMT2gJTfOBEareD53sP51fkE39B1vJor4p2+kSydix9/H8rz/TpXR2pPR391Z+v4/lOv8iSH7GNfGMtJJM5y082ZfNoMQSNcfFB8PElyY1EgwYa1mBu1lNalgE6rmh8U4rxxxvoc89zP0PNn0zvHCOouB8Pa9HRpPDp/NW8Q5nphdmExNaW37KJu3r2siyWU5FPLO+aq71yYCYf3E7blHWfKc68v8OchlVCw28Z4mv2aOpE+oU9QUEkafMIekGP2N+NRfpnhiTp/tPz1vGdbjBQmXR4xA6sfteLwvo21GNmf4u0NHNjoHOdin9bq2U7wwAFX3/wdOW3a9jx+4oD/o13s935B60TsBdp8BJ3r4KdOYRPzs2WQHfj08cGrR8fcfY4vXpm6YSuxMP8aD/UTy1AmSNzHhakczwAjPkkv5FORpjWC89XtXQkNNz5hLfyo5EHZAtryq3VcF0Gmt+7EYy4xTvIBp2C+6nbGJGmQy3+vw22eI/PXg7EU3mn+4wTVOgOj7nah9N6mdCk/xJ83AqW+CloQHnO0cOOX/tRs/NbpwWrbB6lX6MCUgfbes+a5AZw8HpvcjERjip7m43L9baqqG/XukrUD++LPbjC/Fe3MfqUj1ONGC7SVD/WfYY9tw1bEGkcutgZV8nF9MQ3yfNQYUx84xExtw8b8pjgbDi/q4iXOuTdkXo9/ho/sG/JNy6sIFeeBJU58okuFr/Zqfhz4+1rVd8aQPn28FP8yPmwbdePM9HNL65NhkR8eh8W/ieNhEbmccawmmpyy5XMFabnkmwzxOuIcCDNxm9IrSYmtwKue3OTIe4CFSjjyr/I11Al7Ulr4AxNYs8kNcG1rYdGrbTnp7VpJntDjo5Ye4BvuGEDT41jwkldvk3XoxbqVPflhe73ttvsHRvBuNhiXMcBxpbvpBw0Qc9c5tcdvjoVNPM3jqrzybdKF/d03OcaZw7nBqsPxc9sl3/7VN0aUQ8Ir4zZ8Ug/7r8KoG77mnsd/JnlXwv5Zudxr53iJ2KicaYYPBLf8FT5TVd+pZ+BLV/NZ6fr6Mbupo52uHx2jJe4yx+WYSp7koGNjIcwZsw+7aztfV8R/9dW6T632se/I/X4dP2ZX1g+BZj06GpUnc51U47zPtnjPSiyqfpOMth/p+wBPIA2JfSq5CQ80/elvLIcw52znx/wT146+52/3hjKpSNDlONK5H7joknNLvAkxX6Mfc43zJb+lah3y3DF4Bp/s7wJHTB/6qNnX45fhVGASFrL8LbNux1RxfgEkf1iddbDXdEZZ/9ZV/C1s9TPmQjaBwjf8hSPwK/tI8Q8QTMPxgser46PvU5uMcY2uiYAkFllpdfX5DX7Cod/xH9eL3IeUmc+uHRwSjw948ce8bL6981DBf6a1jZZNqb7Vf2JD3Hf7E+mc13naGDG99Tlri2+jVyM/q00AGA/wMB+PJZPot+5th6HXZfILFKWA8srzPamQR+ZF0y8K+7h/e7vPCcq9iEQjPCk6/kn/Bbja3+Pk4dAUzwdXg4f9ZLwANM67+AVWM7GdXqVP9CEyi9EeBpj4aR1nn2P+Eat8GGW0ebuqb1xZL+dFU+pdhXlSmq/rblsA8DzvaPbin0+eQwNJ45WyU+S8SjuvLb2Fh6Nufxirlpm7DbDTjS7DhWZlwmddbmNwVQSuzteH3eH9K4roW+YILi7EnCx9Bq33eD5P8vr84wfXKmU9qtKfP80afJNHCzs+sI35qn8WrnYAT38GrvYFrD980zf4no2PXDeaXIiTQajeZ3wxr/mPKoxH6wFGWJouNmx1t5e0Zobm/uQDtQ7nfKdtaxo8zRfNSJK+z5Xqpd/c5hL6zB/si0Pjiv2R7DB/f/0wUKyGVU66/QeKdgc7ICcTQrB9y5MO4UV4c+EjSP/xv/8jvvEbN35bIgxh6HJDD7DKhDHoL0TVUAAAQABJREFU79fsqDOK7nhkhVPrIWc6IrE418613oK7gl9r48u9v8/4oXt1FfW299iQ6EaYN48bhC1oxFGxdrJtkQuw4tnHwD7qgKf/4PuIN2ugT1D+Ga/e4RvqMcP0EUK/BzjzHkdO6lc6x3ih+5vu1ARFm+gqTQpt29DG99k4pzInH+lbK44G+boz5fWzsbaI1ZeKnybmxHHe9/kCKPnRxk0iHT/MV/zUD6y2K5XlEqQcps1/O7vA5SLp+RH6Nb37Qt6iD13KCv41dOYFTLoof22H+12mDqmoIdJ7x3NgUDNfcpq6DJVNqudijp7Zx1IFGp/qp/lrD+JrWapzwRZ9F5MbnmwaOv34zb+p/ca3NZNo0Mpuxw/+HG5H9SgkMeQ769VAUQwvDtjdGn7n1a0/47cPubnIHAhsteguv1O8lhiaw4ut4WfnGK99nfxwyuyjO77ng+Nvn7/EmoLljslHy3meH7HwmIE6N5Gh4s8cO8/zqxT34jznm2hijvfC0X014yFHJ0CsV6T0sb/q8rjO5u+Ipf0T+cp8scepVOQa/zS31J59HVyOu/h7LjM0T7zSGObAyPjD/nHGp+UxQv05X6K/fJ+y2jxjfvIpJ3N6YGJcQHTckLg/Mhd6UM7XNlMjn/VI5SaYDRGWPgFfL4Ih83sgYBF95vIBw8FqTr7uwBcr9pHLyoYYAH90ZA42Q41vu1da97vUXNZk5PwKZZ3f6lwMt9YXJDwUxHkSY6yeR6wy39P2+Ko8dPIqnZ2n28FfiT6o3uU9yW9cKPAFunET26xy3HMBNVzMKzYZ99zs+6jjbj794AGidqFs5Mn98zG+QaYHGsYysB1/Le1ese/VOLwi61WaX6VjrjUXvstrVW0C8IPu5bRoMmfEN7ieIU0U72/My9nZTBXws66igi/I1txm3ne+1RhoLtk7jjms+sIX8oqoJ6oa408QvAs1X7fqGy2sF1sT7cyYV2Lx5C10/TW+WnBTB3yQ83lD9/LTpoN+XcAKk1959HW+9axtE1ASHKvj9eTieg+srEeyrYDK9/8ndbvONh/MYp3u1xu8Vq/r9IHqNoD5u7/Kt4XX4+k2k3ciOoUpe6q8wNPeQX88dH5NEEmWakGjzbjwXJIpP09iOaZMBR5rudf8Smucq7KOvys89+34A+NwLlGPkU2Rp2byR9jUTJzjy97+fO+Z60tyat8kDh65Owia/OEhZMM3nN/njagvLksO1k/qNmVyThj5bFuayKlwTAw8xa172+Yb0ThDhjzzojzlV5Fa/cpnG/QGsnzbfo7Ze9IWtfqDl71zVDL/Iu+5Vc91PR+6hvPcqEr6Ite8tmXsIz71+ck+RD4ysfM52VsZF0Di4FfVI23+YpDk34+r42KdVXp/fK5GtdU8dtjmqz7pRU6YxuWO9jkYNxH1qty614EHMhjz1Ou4Zy8g2NCHdmB54Kp5+oklI/NO0Z7rqHlY8uyKyfm836gqT0DNF9aeOXn1gSg9ftXafXre3fXhenyZD1P3NQOe7Xwr9OLLAZ95oCTq3e/oa9szfHh51oVcyjA5FbcKCHgYD0EL20fHnL2PsN0/7BsPK55Lw4Zpyjab03L4odwAPmJzMYuN/sF4OzZIDn2FDcHgDz5f4uIwB7/t++//9m954zeT6NyuwmmuKnBXrm0Gxjcs15O2niCN5ZX+oIQFEWj9q1rs+Nhe8D45QZekqzzeW7cOu5tclTcLmr6N4HL01oun8JNvNSV5g5bYJeYMJPHT4HzkwyHNNcWHpNUFzfBvy2DbZF2gcB914MahvR4Vlz7jA3e90hg/y9QnfBCpZRm52cwcqFQv1HMCxb/kLX9K/OOTcExs+OeFgRFU62E7DK8XIsltybFO0fIJa5O/0psP/uJCGBsf6l4AhE+MhGn/mk7l9ZIHj7Epg3d4JJ4GA+ZJ3Xydh3xjraXQJGrK4anncSN5R96jD98I46J6eiyfXmxzTF++3Z75nvkPrNFHrJ0Pw3czDq3AKkbKx83RQZ8nKwFMTsREJKmz4ww9dJKt8d7QtkWVt0MYNux6BQOHhez7d8VdOqC3/vIiVXZZn7ffvn7VAp+6HlwrPqvEdA0xCvyRx2CFfHjATM7JfvDR7crGqz7L50L/z/iGsjdR8Ox5SfLePJAl9FAsHhTBOz7yacEAS/38jMzTfH6l45ke/sav+XuceC3xN03rpqle9CO70t/JgLpsVj44tub+bHnfZ1ecsWnEdxlXmVPS+4rHsS9876sCdHpdzPl9xs65VqHKDvwl/w6g/EW+zjaPeVo6Op8Nd9sSnQPmpxOwkNP0Mtz4tcy+GCA5PMhBZVlFaXV0IQeH/hukCVT3F1PHzcZqV46RUCJ+9upCl9mXiOLBhNR9UX0dH+s3gaHFP2Q03waDBwe+0qH5g32Mv6UMjucCY82lclG2wbAzm9GWlmIo2iFfSOLFOiVeuW/va7lwnAPpHRuyyHhP0/zTnMXPZ3w7TUNwvM/wE55jrgmYr8xNZPDGT5RnfFf5ZpD+baFR9Okxn3by2ZAlB1n69gTgcYEzaCI3LGfNt8bitDjDN9w3ErHPeiif5B/L3eWYac58c6rURcdH8WKOwYfmR8l8zsMLn+PpeQaifhdR+W48VKv1vap1fvBFA48blZ7Xff6oeVv6pC5v+o11/PtY3qoF8puctYueCB3zEN+i+5SJuEE6ATnedXinfs3krmt1QejC/mi1xWuN4V5z4GE5xjlR5wSsgVX5nCA+Bc49Xo7RazJPGfiIm6E8lOt9184ebJ3hLeeCdvUneBp5ujQ20z3QK2KScci9yTkuuur1qyX3TuK7k2/7kfDWtP3O+g8gbOWmhO2yLXTtDueE5ezbyq88sU4mSBo5tONrmPiN/ATedVvWN9PUsuvVBoTiPM/fYXTzZ8wx0fUWH7r2BSfiGfJDZY8p6nmhOJyT1y+KHvka3aKAx69yHXyIyTd51voVktvVPgZxZztSRytq4DtKyziyKEKPnbcg5u3yikgxZ7whd2Slc0G0hkcQXb1i+mLfNHW+yMMXzu+Sr/tozgfJo5J6d1l1vLz5GH7CHv4+JVOtPZZn//5kwx1HRp0cjjmq73ehDQb6hnBUyL8lB82HG0/1cOzd39vT+ZDHZ8hs37Jb8StP1xlbjDN4HsYZBufhfBoJ8xYL8PcwkJu1PNTN4d8stdwwMEwcNInUPjJFeWMZ9A0FHdias69BovfppvN84DZl6g0yzs6Eht8sc7QFt/9apJIHHHxoH6MWtINeIaMt3WY5pq+laV26Dx1WGPqQH7rOoPlU/vn/2HuzLUl2HF0vh9hDVbVUfaS3OEvv/2ZHF9o5CB/AnwBppJm5h0f2bi1ZZjhJEDPAwSb3hRydUxtD2aMHa7O9oJMCrQzciD8PDeI6XedQyTVMDndzo6N45Fkv5MR+3OzyWBmDWGgKx1I1YbKDb5qIIzSo11gKxdNVyZnjQdth6GKJCZ5/4QxwHzP4K3x3JlzjajY37xvBL2RkjsPXAkJa20F/0Bu8jVngfmPa9Mqj1jWAKywx79bkF+z3us07/mB0kxv9zD9wNFlNLHB+IiLGE/akRK51Jt99nsqCpBxrzqPxVRwrxhFWxl0ZQ5Vmrus8UvN9Xv+I4MiOmY42fZmvXP+wkJq+3ZeGw7jjkK7ihzzV6WfPxQEe/yxrvO0l45ZWJEmTmw4P3i7YafzD7K/8f376FtdkDI2lRX0qpZ8YKFfpd52UH0JwPZOPwK8o2VPKr9JvxVc6+xhsG4HQF+z0j2kZ+9Vud9gE1psSgIYOYJVc8GfL+H3fP3xg/Wa/8/u7/c6v869nIjeZy+gzx4ysSKR3WANp5GJnS4LePaSv8O/rLYp1OfNdYyXUB/gNV6z4MslpgkiOOaiBef45f24OV6x93S/otE3nHus1PSu77nC2aQRD76Ce4zAh28V438hY3fXh4nyD74h7vvgMaOh3nbtjeIA/a9uzdAcFDgC3uU/gNtpwk+0WCIPNx9sDn3Z/NcRn4y4hlZ6JOZS4b7vou16NsdrqB4zKz6Sa/IJr0Iy/li5Ws6P7RRN/OFE6UEqPkF/8GBze9QnvuCFl+d8WqtDSPtsGoQpwfGjQ28eHbQNK4B0+xTe7Y8NZ+XkdflYJyw+97wOgp3GQaSGDCByNw4761tLX8lVI2MVJEsdxvgVu84Z9VhvAizXcNq61AyblWK3zdMuXPseXk25tQAqLiyrC0Y6j1gMyfyqeyP+oQ7zJDW1EJav2CfZIWcfMGV3m5RnWsS/HCTE6CWwjlT3iBL1/HboAT5biq3g9yeblZHyrzGNHjhzGDHbFmGBu4cTlOFZH/spTxULtwIIHM4x4j7TrFrhceH/kuBouilPiSd+jlLs5DKXy4MhlgphbwFXeS58Jy5t35N+WOwmodFWHrI/xm8jDBpvHYtWYe6/busDElFhzi5i/4vATY2Mk/arPV9Ov/JH2hxZqq/8Vur2XBzpVvVSHb9TXOV3xpIPsmvsSLswsHVcJTAAXR9Jr77TGW5DeAjF+XYUTtugw2yXmVT/B9iX+3PNa0d05D3H9ht3KkRP6MyQenAY7o5Ue8gl9dR3tRA9Ugj6CcO5TcGpe2sgsU7uGfYWhxqjfKGdWU3bN8NqWjhU21ytOXydm9Wcia1e6RfclCHrZoLLyrP2XzC4RRv8LPfwffgYm//t4szz8zV5QePuNr3+OC4jo1H3UmQALh/VpwvoId92qcXlLkr4cmIhZlumL4J096XvldOIi1PCrIpXwv2Gd3Bjsc88ytlg76xj7+xhX9VVuP6Od9grX+4T1NblHZPrlDFxqictXEZ95l4yczy+PcWI8GaLnYsSp+qXqpv2RfDXjzfM6l72Qz/j19eLGeKryVK/zOTDxo86NHz80bx+HYfRffUL3siPmMa0f72ErX1ce+H2AEzv3bfNFRV7URTvHb4H6t52iwgcrjfcwXY/kIfw87vkMfGTyp3GQPH5NTXFTOUsVnDL8M9o2j08blTOL1l4NopcOkI3c58A+dRXSiFMA5jE4+uVjbJL/i0peRTaHSuor3RVH+jmEP8OjNz+v+oUpvFyvNHkK47yUD3mYV7zIJL5Vkbb2YbH264Hgha8B7VJwowL8mxs3GOmvLULrkB00UcNGNx/dpob2cKF4ybg+7mza0V5Qe9g984W/GvLn//E//s8mI5EUiD1DglwnvhXmT/99X974/fOPP31Tzc2vWGTDRVDpFefBgR6Y1GfJvUVOb1CGY5pOn5VM01MAxlIXRdNpkbBytGxXW0+CS78Ob0oJXzrO/YIfyvZmzkx/wDPAkqfdGNFmsdL0gdj4q09y4BVPrdS3o4TFJst82G5M7vnb03E2QOEFX/6CzvaS7Uq7dJbcgIevgX21J+g5dhfm43Qq9Zpr/Tdmpg7J45Ed6QBKhzf8+aK6+qFhY+w3fg336lEIPcNQZVV5gnf+/ni1JrLUS+Ogqdd9K17xm4Tj05PCPS9343TM+wMPbrydHZYj2Ca7DqiNXvar3/Gn3FTfWTnzEa7yjfawmbrSvzHQE4DiV8uQ2W7Wt46dvTN8p2/lT/1RuoofMjIO6vtmuU/+RjviuNJH+NLJwmkxjbwQbMYRXKXyVniSk22tysznqov6WEIHT79hjELML+3ELPrQD17n+dkXyiZi1ktv9sxwtZEvGyQfVpUvuKET+oyxFB/vaB9Yz++E6Out8Yfm65xrwy5/0Nls98PkfOfxzIYvvZAhOviAzfM07q42xhgf0jOYxedu/qs41EdadAs96EOm5MteVCZseYz5BFz6B844vpIuauIr+EgraOhJS/2j3qwzKJWKCW+/zkzjZp5PePrTn2Y3ni1MqU1kJzJmPQKHmCyIJv0rP/epfdRcpP9s/BH7tDO4VX2iD//DCJ0CR5/EVvkJTPaov5aSo3jN7Yr7SF3jVDTVJpfhcWFPw5Z7MkBEpfRxYq4HnwcxpGdB8epsh/rP8GtfjYt4qQw85pfmezSfnF95SfZZKfrj+Auq5Mf+Bgdc+0ryxFvtVQl/xzO2lDVPU3brQ74d4lvn1ErX5aBqGy7CnfEE7zSNv/SqOlScuS6dZvjQLvsXfdPPLbqByb1GHYOyBV8ov5DL32xf/H4lYR7nX+k540sbjXfRzfhzv+iO5Sj32D+u3+LreGafjY5Pf337q9slfbXf675ojNUvOdJb7btl8iHpjuNSfDjvPJOxmt4H3uYe6BNm7ZbjkkGp8wvhSeZMW2lqn/BFr1Jw0bHvI1WuxpX6GW+Vh/gmv5hfZrj6KcULHMmv/dQlQ3zmtvCBC4dT2CntheYlp2B6wwcdVnPHQHDSkA2VxyxfOGd2nogYusRrlHdMnNo/MLBG5RF1i2UbrrzBKm7oq9+ohIfozLsdXzDJm9t+LaEooBgliHnA1u/pQfAjXlLUmuRVWNVvhO9b7Ad4UeEf//izvQHcvFDmeqiVZ8rDn+UBTnFnHGvc6s3BoHUGjia9NY8DlM3iHbC4TuJE9jH7WfBjOc6/M29dNzvSCTLSC5rlOH8n/Lma/Co9nYvt7cJP9pX73KW0b/TzSdJiIrzqq5R8pTuYz+gfcn/ab1F+/jHS2/Rjh0ZOxhLo2aF1T+vtClc4cF+d361oZJ9oxX9uK1ftFxmdDW++1kP48rf6bPesqpf083avruvpuqmQVnGKt3k5H/5hb9gaZtsXiqaX5txYTZqHd3iw0E3cyY7Oq1eY93uj02GHr8Pxyl8ilFr4IuMfsZeGIGJMtCVCN5fjPNSiIz3bPlz+Val5QX4TXGro/HGGq1+lxpXacxlv1M/Q2g47Kx9k7vQSJb+XzSE81aVv/QpkRxw+oE25dIlOaNmWh9Wj8oxebyJzHrimr/vnOgawh7koYm5acg7Xck0wNBDNvP7R5zwMWdcrqz/p55BeFSd6ps/5ukTrbi+um+M29ildN/QaR1pvJqmHpvDVcU5nb5l/iflDcdS3CcRPiOU3k3R+zbnCr3klnFV5tc7NfMQfXvTNsaHNn2WAi6v4FrWe71r/lcfSjX2nYqP9vnDFS+Wsm3hEWWSZPhyioy5awdSmj6PLnvYvetPeEjAQW24rD+e8pE0f6DyT3/vtp/tizZGeMR6lz/z8vuiaUCsCH59KtmhnWxze8vjQ1zb68QKSsW3j4e55O7x99dF4QUF3t/wDII+qo+rOY87flgTo2/F0LoKO07iUXcLFjl5P8aUW30ABoI7FGKep+5sYF8qePMDOhZBoQdly0BucvP/v//73pz///NOCx9fpBE5+Vm8m9E5tpe+Bznc1QFNw6Pm83MLqIO4MoI2XcPrCIMDTZQbxDouaaGf4rm/ZGcnfmQe7N3zNt21WEY3ksNf5Yr+jy8Vc3fzQxEHfA9cixfJvVWoMVKVmWG+3CYh2jIvzOMrvbBjZ9M2+rTLv1HtobdUR7zt0K5z30q94AoOv8vW4MIxUWhxG6Me15P+Psv09muMr9ONCBpsK6tJ35Mu8GHOh5uaenz7RRd9I895WzsVnnKRHLFRJU/2NTV1vnUAxkfyKQwo2WeiCCl08/aZcenhWKvRsaL5JqmtC5yMDjbxGg/mZp07hEnK5CdtkQFP009ipvpM2GmNqh09DN2DrvBH2WckG+T30Z7wf6xttkJMe47HDdv9bp7apWzxyYQxL8236utJm+KL/ri9HW2MOrXw/oj7n0EfI2PFc5fQOd4b72DNg5Dy9ua6+j69OGFNijcvIe3zwYexL+sdryrfMd3IoDmC9IWDzwxHeEagYqfurT1BD77ZxZhd9M8+KL985ThoxykozHQ699tzipXIkfE0rL01O/HBn8xk4muOli2ybqG41mde/lyem5z0QMsRfcuWTWcBV/4z/UW3p6/7Bb5v9qfyHHtXOnV41d0QLbJDXeIlH4IEjyLEUvcoZQ2tyv9A7IzzYnuXIlhWbs74VfsDsYbT29Zq0JU8X9upFBBJbD9zowt3M1+dYGwPw2ekTv3EPDrGMeM587rZXMs5ki+9ol6CPlpEo841fcUHGdxuz7ApflQ/irfiofceeilPr6M+clcfQGC4kJc57azbOzk+BHxYgfqv4K6/FVHlD/v3++2/jzV8hTeXMY+ruN38rvPq5wpEvfiprv+qiB8dpLKfm2Av371ziZw7G/O7oPmnXShzPL4gaka6Wj4m6Y3Ub3mXephgRw54wCl7PHsqBuzzi4vvzAwh3sgdQOMY3Gu9bgd7zPuSMWvapdPktt6GTH2YewhNc9Go/UjJ+NK5E53GUMwRclBFvdYwEdhXm8rxQlL+yxFc7v17pMfq52lvryWUFHXkk7qo2+neFcQVDgzoOpVGFXfGY+6EVn9gf6itzGfL8SW/dFF5Jm/2wismdsQTdiv+s9SvaWms0XqTzbMs9WfLhNbbkCHNuC74rFY9d/xW8ypOtwLhRHdfk9/vbK953+5En2aKpegn2yvLueWHNU11vvNKjXkK4SwPPnc0Bv59TzquP43NtlzIRNQ087Ki+OOd6v3eWn+2wl7zgL+HBu85FksYYjjxK/Lc5sYR8XsZlTwYXJzVMipwIcsP33//+z8E5KHJ2rORjzGyQeKzw1afST2Ss4W9YsDf6zBtljyUIvFwHjLSjyw1zs+29+w8NJGEkn3DMzs4DvgAPlHVwkZzIAhYyz/yRl7W7vk0ubpTO6qPNb3OtDpdpOfLFNvNC4UYwJ2mhy5gg4k1OcUjGivcVrNIm36DSky4znF4/xxjVOogCB1q0xBblnBCVb4Iv2+ZmnnxHz1kPtSnDjvGJKeQccSR9XaJnvuG5jtea8iZUT630Eze7UdXrwcN19gc0GJjr+ILDH/lRYxgcXvtZJ23JdR2LmDMd1LejmeGF7a2q+At55qf+Cv9pv5dsjmu+WyeyHiYwFzc85Rk5IprrHJnlz23jLtVvlMwLyDTdbWzAK+xSGfOG33ZrbOeNqYTs4Op/pkS3eFEh3oJlbkcNexnUnBbj0dW33K2bHMlybxIb7GsXMub1QbiUimlcvA+DhY8eXK+FJ6V/layNP+SCyQVHDvK7rgMObB+KVYWprj7pIPgrSnjm24+5Lqx4Sw/17fQRnvppqx7y8Eoe6jO06ci1zzs0p01Y+JQ9T32S0czy/GVV8LqV5CHjCTnAiNhP43mUGwKkl7eMgH8RUfuElydY4PrnQf/oW82d7gf71T9nCVpTwn3lDxW4gsHAPvl6cukj/wZZChV8xlO7M3uyUnMXWTy5ifTvPo7wTKwR0Zd6SdzuxlecwBHriI3wZY/ad0voPOYe5NGPMw/JwIa4IXDUe6Z5ti1Z2Pn9m30zBJOVqRf6kovW8P+hc+KnRMc1pFVfYh1rwifN9OaDYMJ23u4zQbJUX837eV6P8eFRDP2Q5X6dxnGyHWri14ExbfbmMo/LnKD+2S6NU+nXGT5Y0XwPGbKUz8zryJSP6Fc9dIp4Sj/x0QUrwa/asqvTs4m0Q/Tqd+A7PuSnztfnzOO46P0k1Y1D+qmEhDp8BKsl803ImBJhI0u0c7fW/+g364ydbBRsRzvz+hVt6UJZfdNl2zmbv6XZ3IL7mY13h8Ijvis89Ql3hfMILMdy5P6Otr0UsOt+CM44R258U8Wx1Dzw+E8WnKmR9kn+GfZVH3tt8pM9JRElHmwzmJbH909HTvK3x7FNt4pp3gEZc0TjlzccIs9iLul0o4gHW22ctfVEPKWnM9sMax6a/cpD6lMydn2bJnO/O6touVt10MHV8vnTvWxUGcfCYlntNmj8aYJZYt8HzvYl5ZVu0X/wRzI41IQbZez7BavI6BR6Yax5lLdtiYtdxwuf5cNz+FQ8QAk6ojBeOxBP4VZ5EXLOk761/fyYsxWX+vj2b0Q8rnOc0818aGs9D73Tlnm9XdG+FyYZZ3zkL+knXOXjDFf/ndKHgr1N3Z87KmNPcq/4HORrfLfz6z2fiJXsCDnMH5ZQJFVbJFb0yMxvkoRyjHtkRHDsD/wYX8/mNm77fhh5HJXImrJL8tV2XPvQ9Uu1d6Xo6Xe9TXfBomzydwwKnPBwWSHGXHS0ywwFK6q8Jc9xtkcIzOMn58d5ndI4jO49EhRIni/y4lna9sO/2gLbgcW1xUJ2WfXzJuJsb+5h/3xkfEJZtVXW64zQKgbqV3vmu4KLJspQZoXXeXG+wnVYlb3j4yoaV9r/rCRJZ66j6M1fPVAoOtkq3GxrZxJ5tuIPTHx2/bo+v+pHZsojD01PH6+xPin38xoQ52fEw87r8bUdc+7q7V/vm/IIWZFb2THTO9P2IZ9IT+ka3SE/x1GlzLpo4BHf4BB9mpbUr3E1t8Up8jsnMeEzsWGD6GL6A8/OPOVAMZlKX5/ujn1fTGCQOoidy7Zxj7y+5p3gi+7R0vm383LRKkZqz2XtJ1fR1a4qOpqPoV16m1Mr7cyXNv3O77BX1NvBPz/pF8hX9EtYJKi52ZjzI9hf37gI+uXTP//5T78BrP4lsQN3FkVS7Onu97gjfXNtXyHGPzKwHn5TaoLV/lKvtD0gjdTC5fwL+q+rmg7EdTWGNMn4fbY2lyg536ugBvLMR/DqL3AEt+246xv9oVT03YvDLO8j237/S2rlXHwiEiQRCE2EAR8XGvNGm6fkL0r5Cg4VLo6UFafCax0c0Vf4L637hiMlMnb0xH9C1zX019+VHXP/Hf/oayAcV2EqqlSe1/NZIXxZtc6R2uhU5rV/zLuqe6VQXVOh7Ip2OkH0536s8sX5RSWKNSUPN84+UOwd7T/bOvfmJ4Y1JparLNy+3sAlNxn4Ej+ymdIajKfZMGojaa2jaMaO+8Cw20byiGQXUNhc0cGHB9Q2VYb/hZMvBLVjPvlwcOOrCxDCvVe2QLjcFQX9RYEFivJP5QLlA0FVv3H83BJq8Unr7tCDHXhuLx8txw/yDg4Z+TOP6uvBDrQFoNwroFgTUvHata0v1fT9UyNZ5af3N0Hb/iv66K8ncJqb6JELGXfs8TRfgfNj0A/Phw/95Myq4MoNS/uaavui5b8j5Ph1PWz8S7dKX3V3OApICavO/bKn8ni+jv2xJ3C+TEb4AYZFB2+a8rMuwDmq1QHJ2avrC+vJqfhDh/CEo7b6K2mlU/+hFG9MbAdx0MljzR/1a/2Pdp3LO8btijJJOSZCwdV+SYmNzV75T+VL+N9mUufP9/lPIpUHsueV/hNPlcjkqypjvCqBzLW3Ek4aZ1n5dmjJxw57R0W6SZZKwd/BupPCM/7yAmn9qmvJ7AQ3K7rBeBP9ITQ/J3cK4pixPGUyrA85f5/S1M4l/RzwaC9tX9JXAR9cL/LjKxI3fvPxMNs16wbtjFPnh8And1a5WmG+t9GVx1nMaXulwynBofPt7c2vZ41rg6FtXHNgcALAjXVdCxlaj08I/z/WRazjvCd+eiPmk/P1I6bkdp5T/BHwArDqCjZi7FtsieIR+z3Oec88Bs6xH+nVkNA55CO0d3Cfndfv8L7CiechJt8RyGHAXHEZ+/36Z2M5Zxc5KHuXc5L135pNmo7or2t50qKef9gVcoFLCVFMLFxTeMWxtOUFjDGTAzVVj0lRMWsIgdY+zT6BhTb032+s04D15YoxChScvuYV2E01uEbiL1Wc4Ms3oS/ngOEA5VolrbFa9VfcXR3+/PUHDCoitspMnX+rbJOJe2ft3MrpXfV+j+1dXMyUomet32E7j82gIX903Bl/cqZo5rbgd8u9fOUPnCKHVvPHWs4u54DLbyrn86tv9nD4mz0E90uOW+4rOdyU0g3j+XpmwCOOfY28GO9/1zVV8cHk5bULg//QwzXmx0ceZg3enOMxP0UOPnwDmJNmviqKBeG3394+/cd//IfV42n0SEDN/KuBpcSnjH69bRbGtsxwBfcTKM5ZH42/sUFPvpJYJxWR8ONTgWseCcWuOokpIOIF5nEibfZrwk12Y631N4vHvtbCn/bfjvRLdKX/+hMN1sHGJ94ECyz5mJbjNdXKfCrE22UmqGIp0sa8r/wBD1n08fRMwzXbU4edB2Iy0qQmKb0Mx/SJbYbLdtHPT8wJ3umswo1fWVHh1MvDZL0LX8CHHEu/tO5V+i8voXZ2zmOllzDoq/2SqVJ9KqFLP1vddOKnRAPf/LszVgLPytP8zvwMFsTY4m+DCX1s9jDZclCJf5u04ym98KkmfcUzVeLtKT1FXngkwrHW+M9+PCImRL5NyGtrNVZcYg95ac/cP7bNjdM4oC2doy95oTlj0GNg4Eb6gEEawA+QPIRqSjV14y1mS1BPE4DM5Y8wC107TTNWC9+nH9rsNIEaKHIKT5sLJqUG8Tb2EWH4DCPdSNV8TAzwf8ApkRM5C5u+iRnGIMGhN47gYbjdCPUkzN9INkVCbS6s8GRd4vVaH28d4hV4x2aI30zH5KKAYYztbwNx3XhFB4KTXrkZORn+HvnN/Ct7GTE4yBDUjmQI3iGz8pZsOAKPtniu5E7J1f0leTBKemEP60JDrTDtGdp2x3RxhawM5KonuvaFBvkWG/B4cCYuFIT8tMcpth/EB1z3S7dH6LG38W/jIPA9h9QfOW3UDkDveMtJexJruzGJ7/6ZYaW7+q+Ce734t8N6xfwx2EBM0SHGmOe/vyFiijo8IlTHzk/7XS9eHHZb3CzlRdqieBxscz3wf8SNZuBG2+UguncrQ5I3vuzzAb8xZvhcEF257FwPpGcu0kq93DBrq4w++LE/rBcM3EaDMYMpT4HRVn5CzYGO/eTKIWEfaQzvTj/thWSHkzRcyRBMc2e002/ermY4YP/hskzGOnZGt8gv6S2ueUPJ7PLYZI4Ip5bKr8EGQxBcuOrXVyzGWFLvWIY/Iw70kDfSK/kyb2uur06q9ZHv3JKf4GmcvFv8D21f7M4vbI38pziOnYfWkCf0jsmW+IK3cSYbZvodXIzAV0wEG8sr/bVXg6opUxjoN+6kl0dFaCZb+jm1tf1QvpUQVrwBNyi2n77dsN5Y24s7xVu6FA48WCRVCtir/o0dliPKQ/EVXmVHnYxCd+YNt8GuVMgXTjPM5eLyeKnxC+/ZV3N7Nf53EvUQ9dBf5o964UU6JG54g22bDxt1FHqBnisJYnq8yld8xLf2Xdkvm5Q74rEr4Y3f7cVZO6gzh0SCKdaRA8AsI+w3Qut5OH3Ccw5zUsFN4x2E6XD5nSb9Mce9+qDKgx24vN319vab1cUj19aqr/CrGqKYZwt8yQNn0Y9vGAjGl4JBYcesS+W7q5/5Y6SZNQqZNW9G/Lk108/9z7SZE/AI88Log3WbcwbwI89CYrQr/tGPISPwZXfMRQHjM2PMnGcrm+2NoOOgXNkPDH5Jaw0/pI/aryhzfYpb03EOCWfTo82fgXPUVWNY85gsU9snpu4aVYrWV/Nz658pc6xJYvCc/aOYDfA2XhjSdnZSlFlU21xaxwO2+TkppE0/WxUGYmJtyWd/+HTsc0TLAYcaffIGYhlSw95IE8cwyvyeqRR2YOdX52E7K6PVm46WlS5WH+kXXZ/oPaq0siqDSTa/tt8tHnw6UUVuIzNyRvIOaA2g/h+eOMeYjLKkU7GqkxxzdCeT8MR9gU7cUMV/Rxnw0AnapI95HPqEjVzW+mk/bLtFR/f88VrMJ+qP/TLXd8K3ed1ylEILn/I3+m7Ek98FrbjU0eazrVux/OEwZrDcn32ZfqPcR5Tt78BnDpYX0PbVR2wDbC9p/6reVY708/GDTgptW+/hQR+5sDqEPg2fjtrHX4dQ6VQDdNdQDHxOa+khfRjLsi1VVN7b2G1A4YQMyU+KzKcWl5YX0PFGruili3TVbxurP/J6jCp98I9SfcGB+Uc8KW2280tP1JNn0EKh65XKa7Wlz3zNUeMi+hkdstkcacElD+MFH8HBbP4hGWz+RVaVU+uSS1nhfIuHH23+j3k2ZLhO7gbFwSSaLqOuQZ4J2dpzwfrQkiFHE0jYl+fuflPJoMTBD9E0gHi03l6IpzKKDt34FVLEL+LYf+NYnYsBoBdHui6Ge3kDGOSms39Fzldu/tpXA/77P/+3JkqbOizE0euJNISCo4FDEMBVadUXHu5YKX7gy4WMSIp5gz+jxgJvTp4zvCHuAjjz+Yg2srUwacODHN9gtITTRvAj5H8UT7erZukDgjSpvScuZKSmJakxb8dmlYQ3w7MtjkByAtKXbEnf9+ovesmNhVStnNCBgCu5iTHWxO8Kb6SipXGtMd7G2zQ/iD8U2+FK58lReZyglS7TzRYZj1lbKOiUjeOCUsh+VbUtgCFOuVLnVcHQOb+m9Z56mqfBJiaRA/Jh5HGbPLYMU/5uvt+S3uyQlpG/0qeOoZuMrtD6wL3HW37qC3vjXzcR5FHHs35EjLmN/1o8tfOVic6P/jbj9P4af0dqHzUWMabJbU43ObRh6/IaVRa2+TPl4kQioceaxrH1LPOz+M91xiD7K+MLnvJDdzvAdxz4Wjxd3i1e5jMRTfqJvMZPsCyrz89XhnqBQPQxzwwBV5ep1XKn2RW4vbtVJB8ekRedrmGs6NAlL9DMPNdtNqI1twML+XP+lvj73N/ay/xd0df8ln0mhScNOYY4EXPjb0kUuQt+bJmRyoWYr00/XZTRVzLB6t3HIv9tFjWJ1QeSQjwt3ewfv2saOZo5u4oTlJGeK37i+3ipm794S1nL/rBmInm/0snPJyqi8cDjbpfVf6BwU7eFZqmgRwl/hIExTxa+EcUkFV5Cxtqqv8MK35HqKv9G7Dut4xi5QxU4O5+LAz7h67uxCzndPiFMJTHRoRg5aOsPYd8sfUwrgzRW6/i9yecXoc3+pc3f2YGPr3BEv47HkX7F80rG3L+WJU2OZc6PmRMVS/wGOWV+00UD5vu6lsXwTZ4DvQmAL3sPwZnHJavKf0WdG62c9ErWtZz3jv979Oxd5yN0y+sP/ULTsL7NVK9uF/37uWjGUtJc1/Nhsokp/EWoecIgBoq8kYTXlcrNR/c3zIu//fbbpzf7RgBLovgr+R8w9Hx+fjvaXRPjeb5otTs0vd3zd+xHNH52PF8B9/2c3XzLC5byRebJKMcCZPHI+WaHN1LROvr9iCPIr7Bdsh4tH4vlo9w3+L9K6CSHWajdAxoU0+ykWWXonBr1+qfft4RnI7xeGyZmpak5poCW1Z+Wr3Zbwfu+9EWg5i05H209dKLr0UuG/4XAnD9Gz09hGzVkvJp97xlTOd5H1t5ifpZi07q5j6/mmQW/BUjX1Tmr41Ap+Ezi+38lKdFv0/rqtgF+4U+6Us6+Ul+VU2kSrrk7IV7DR5NvhCFZKxnCuVtKp/k6s2Tc5XOOh2OVf3Ky2ueURO54kAtad5UXah+xfX95BJ9CZL/SdEDm4ZOfmg9G+cSEh4O5x8YN4Nx/rOwYuPZ8qtCrGDM/+mUJM186V/rX1PGt7LzJkfz1Yx+XFad+vUidF2nynvN2RHB+rePAi67rsIncS12j4xzez93LYqhYsr7oAWN56Y4YjdUai7fzoNt0Z1eGf//9d0/G//iPf33617/+FYryFImvAsfJa7DIGqD5DVTPNHpj8pNsNu2pnPmsjJpad0qXSS2OgiqQsbeksQ6dDEhOBiPfHKxyk0HUoo+66dsunnpQYLQUPHMwV/cNQPTpDYAj5hqyfUJhje5QbXZWKJGkegIjF6EV7grWfdkSX/FRuaKpsKTXwM4BBB4Xut7szXKOxPXm6Qe4pEaEhWERQ0I3+Gde0neGIwTNoA6ewZcLpaJxnKZ2PJtpuNMdlHnR8H7Lf/FIuWm/5MFfh/BpUwenwoSnfsqBD/lns7w2r5HH4MTUccaPPufH5G1jaifXkfxDMc0yeJgP/WmmwBQf17MuDB4/PI+ssIMJPW9ipSRqgosfsFqnvTrAiaeP6EXeeIhvQGXLiKOWfDTLFVx4z5TiESWxaLGPJA+WHhd8RZNcjbhWfcQHjLA9cLFdeIIHPcyOfoEqjvSJeIvPsS2ae6Xy1FOu5V//bi5Tqfc3dhp3B/jCD7MG0pWh+9U+Zh4z/q4dvjN66WR61+lAvtnR7+BdP56EmycUI9LaAl7IaBqQ302BlK2ZKqXhXmi/2tsPbEjn3+tOzPht4e/4yAdmxj9xVLM+0gedKJSzVpeOfjJlnehotzZEOJUwOR5pj7wdONjByZaGBnjy38E/nJx2/0wybDyBL1qMYDO2OzpeQ3D5fZ8DMGlT9x03m/lsvosnP8EpNqGT/YsjyrCxgcDG580BzGHzZhib/YER+PDf8FkbONjnJX8HDTkXfCVXJy+Nh6H7Ott9jpzIkdk/wfm5T0z7YU82owvXa32TbDawp/rxyZ78bLb7zd50uwtjrLTuQbj8pfHFpRsOtaljQ/y2T/jXbcJ3rQ8ejuMymVO9q30EP8ZO3ICNTsmtmKrTpwsO+k2hmkcVT3XKla8Fc3lNL6InOHS9b9CbnvXheWL2uwu0pyk5778V2njBG1l9vBG1clKDBJffRM19na7R7Nqzppob8eTxyPmr+6HFs25HoOv9RyYvgcD/27dvfhNCDCMeOX8BZyxji2IlP5Cn1VZiwz8donE/4ArrQmb1OfSyU/m/bjc6i2kdHy5L8ybSJ/7S5ays+uzwIkTwZzSs4jpSygag1Oc28J1c4LxRo3kM3PkQP5Vz/6qtOFafz/RlKK1Y3IaZCTjq04+/iBu2jqQ729nrS6eK4z7xr1CwOc3GI0My3gySH2PfIzHgi88o+TWtnCsi36uu5xJy/J/jXfd+j6S0Gww55ipV1Ul1fe3ye3wj2zUPVJmP1FMHG1Fs3dhD2V+u8Htu6JDyjd7iHTb6CuOE4k/usZZ9tYo/LORn2cja7f/2ctUzym85aBc/2tbf0eQn0czzO9e2frcbwMNh+a9DMTPuDpI96jdpDR4Q5X6s+kEFj5od8BDfmZ/4vqeMN/lDxk/2S23tXPGUHh4f+zohvmlmPA9IX6zo1zBZT2/Sd1nA8In5Ie0fx7Bws/8oae5zG8jfFgTxOFK+F5I2vZtT2yefr7vvlbKmH69zzDhxDU5v4s6+lO9n+Mzlqu3fYGVIyBEvDx+50Yg7HLcbARfAOTrcA97y1nBAO9sf+DxnzGXDkZczB+zzW4RII9vBpx91/e462v7/R9srx0NZLd8bJzPXjz6fTikmPhI8X+dRLI94xa8aGF2mPCyu90t8B7u8jpa03PxFD73BOOuUmPuaaGqMOrbPz+t4iK7jXlYmRzf8kGsyuNlS5rBLdo6QPG067Qc8ZQ8PHaktWEcsFezZ4ZErtppav8Wh0ByroQT7Dsfvc869df7Az8dfSPS89XhYu11ndvY33zxTvmuN2rdDC/XfDUnHN/IY9+hN7oT+Z/ki3yOZOn/xEwYZR/rq0WPVrqvwrWP5Ne9aF5E/zmHwEO1nnGpf83uWF5K5wql6g8c5B/NDxe11D2BwAzbTyk+aX0Sndsy29tlySnrpnDTgYSu0WufAQ9ZHH6MeKW3WN3vu18IXZhHhaqacrTsz52q/r3akpLlKYwEd5e+Z9pG2xoDLcELt05dvAKOFAvPZb/7+61//+PTPf9iNX4FPpEvhVWwjuUiGG4xOZHxkF/rXwOxkCUf27vAeTzT8U1YNa5HEKz5Xsnc67eBKYvpJ6t0RPoreu/7a8ZrhSv4ZftUmHv5VmfaG+t3jyn/wfHtjEBpH7i6cHrPDZj3m/pHZTpcZrrwbqccWODPdiHGvxcUv5nU2Drvf70XOSieX745LWWykhCv9KgpzhuBJdV2rNOI/U8UYmqGvb1ddXs994lguVEw9l0387l8F42XNF1smfBG6ZPHhCDWW+HUeUe9VgK9+Yy1iyrgTtzOcrmtP6Kv54lz7M1nnlGNv8ll7jzEXE9xIN7biq3P53cTc+I0YV63wj93u9TN+W8+4xFhU6v5rjLobrxgP+MyxhelN2lO0d7KUXRmHU2mHzpgT0yb4eMzsBCZ8NPdl+8DsSYBsWJHTN9sW+t0bUyueO5hy4jtrsfuB9YS9CkHaH7G5xi9sfPd49ASrPFFZ7bvEIWJxzrCqRj3khx7ZHn0F3x/8VkPTBx+n3oo7ZfyBdxaj4BPC51jR58e5Gf6cQD+nN1Y+u5l81409gnWiIzd/q18kz6B4X9IO5dW+TycxM6HoDv1Kib3ImdW+DQ/x22DN/pfdFf0qlyouuTofXcaki/jOMoGz7wGu/VvnMTN/sK11YH7IpLJB7rPyZMuz9FWPZ+uPX/g7Spp94HGYQouNsnfmIHj1wxn+TE8b/EnkCm0Jm/UXks28zrd/q4CfMCInkhOZ5AZ7Bg74yBbxeFXpN+m5YPa+Lder1NnywX5dFD8bN1sG1qF5TvPeGe6dvl18oUWG5O14OY7ZpWMXY+Dc+PiI48wXVf+Kx3ntV/vuav8t8A/S6yNsvcOzzhU7/AhZzs9O88F+IAdi3UBuXgvY6Vjhs027PKs0r62T4zFPz7qcyal6ruh0gfqMx/0+zmfZN75inGkyhWce1Z6EPlCzHMjZArrx2qbG6E/dGTYMHp7koYa47/v109d6ofIB0aAG/9AAW1Yx2bEEdx43d/0hOeDbSoUmLuZRHVa6SQfJWOE8CxNPyRCfnCrSFvW9spT8maf02fXP+I+2iTM2qryidz08PyK3rvD/+usvzz3ZUfcDzJG1LV7I4E80wO9JEweyjkctNLYT/mztrn+e5R90Ncdk8XqOY4/h1wf6HGhjvMwXypfqwyvdHqXx2JU7/4/IQhfwRUMp+Ss9V/2i/W4Pa/78+c3p0anmjnAM6GzJiLdWr3grmY/AXrm+7cZF1af6Cht1Diwc6UNKvMLOvE/22H5G+qxK9qy+3tl9Fw7yF12rvrKzx3HFqMDmVVddn//zP/8PjSiDxUD7848/Pv3jH//0zTE/DM1mLS6Wi6yWOZmgTFVISlbFK2XUY4OhjXodrPQ/Cp/5i36AtyfIBtiiEfqP+sk+2cauRLAFCzNg3EB1ugUyQdKFlexO/9ZFQYNhvi/pCW/JzVvASnb0k1xdLPphE0M9xBs88OMaa9LJxuyPtNEFgMrrrC566SO+oqGNLoKrFH7FU50+/r59+3+8rLjxtLX5wgaVofhBf361WcKo4Vce3uErGCDQ29TSI7AdM6tWO/Yr7hm/gUA0LT+U93ERw3Qti9ZMd9WGB08IVj/MNOi76u92WF6Hn8r0UJks8hqdffKykxDnX54jZ9MxX1BTfsKWvNTGxOM08QeHfvja/37oK3Q64EaF/NI4U96LTHC1r8s2P1SlnGgf9+B5pJMt+n1Aj4X5ocdkUCboI0bW4a+oS6ZKUjgWEZEmr8Q59gFJ/urPMmmvvrqIfFAuK9/CVRZLY6O+5J215dzduuWjxJ5roT8nmPVI+wMa/iFvA0/6SDb46M1TfPyGmRUo7cQVBwDTS0lNx2lnrVGvn1N+x0ainQy39anm4pynYlVxBKvlHB/FIHBiLH39Yjd2Y+KppFMdy8gl/MRf80HLe/lV/Oe2EfgBHJK764bmafGtfKhH/FivRs/P+KKLsubEaIfoSAeLun1U3JHLsbXCDf4VFxnyT4VTJ87cJPeHM7BpIx9615U88gnTck853Nqaj2cZq/ZOH+HKL47H2tDm9voGt3CgueInvnM55/OXz/krJfDkH4fnkNlJHn3zr0piDxDc6lfkBGT/CU/pTbw1DgTT/CF7BFebcQBM7WN/0wmF7VB/gwKJ6vSJH8ANm4QTYwdUydMcpHmr8hcO+AOctB6HCyjLo/JYZTf98CbLKSt+Z2iylnBopn1O53FCA1/Ryf4u606FMdXmX+lF3LU3lg6UOoiHck8wykpT4dTFe4bP7Sp77lu14cu/Kluy5j7R9/42fgTfl2O0RZ8+Gec16aLxI3zxTzpBohSeysQb5Y9UtEb5x/6EwFt8JSd7x5pwwVcdjJlO/FZ94ljphZ981vvrxMvcqzLUv5OR/IURus902Zu1pMX34d+RLs91Ez7GId5MqrrHRKPthcatpO7Gb3uBQmiHUudlV/zUP8ix8S9b046DCAds9Zj2bzO19Jvh3i7zz7L/o4DI9SPjK1E6T5CfZr+dtekb6dK/mmfZMn/jXKDMqcg+9ZOUs3Inv6B4VXrQIMazvIr/+x+/2zcv2I9F2J5rxDv6p9LVuvIImHioBFb7aR+OizyS3Qe6CRAyI77I7HKNv3hIL+u2I8ZlsGEfZTud8jZ24taxnDZO4ltT+ZW90iP5Vbnwi/PTGU/nwsBFqxLu2BB2hCz1JZ9RTmqk2jhviV694hNt/Bm1xAtbsy1Klevz9j1+k9QEyX5xO5ahv/zD+svpQj1f0poMrdblzsdPZL2ng2qle2eTn+InGVd2OW+zTVGZ9zyVnrlC64XigG1fv0ZeC5fye38qsWjf5zmbX6bfQtVY0DyhdqFeVpEVoZEFI5rzM7ng8bMzn/tcl3OL9vRQyi7lP7CQseZPPwc4OsRDbUr6r3Aq/t26eFaZgh154AceFseWc3uOtAkRf0z28/FmOmND54nCSaqxdtWvfc5IlS3ld0LGmvhXv9Rz9nZK3vfqGjcKIzklGeL13X/H1Obkdp0JuPgLR+1RmzE/6BMedHUvI7jW35mv2gP/Mq4E11f5C7+OJ40x4aqPsV2vTwsuvCiPa8nY32eoAo7rAXyLqC16vqbJTukXY5iHZFb0hVWrJh15TAJGPss26S48cQg5xEOQWmKb5K/thF/MF+P128plrlcdZDel4JSCQ+tt049rAd+tRCObrTrbwA39xEOdySfs2PeLIsoZT9dXRqxsxfWfeMs2oaZnGxu7+1gdd1q/NP5EL7y6Hrlftt9M2CgmvuLjJS6MNBnAq4b8IX/2dguDX8uCcEokjVuNvxVvJ2vXV5SvjtfWKepvJFleXP786Q+7+fvPf/7rE5tjPaWH7POEdrbbDxm3RbjVwUmGLSzTBaMdaTUYmtoWDXrJ4Wcw9a3K2baZ58x/xeMKJp5jrFgU60RyxeW6H37Bk3zbTzzY9NsbF0uD5+yD2ear/qoZtDN+7X9VXTJmXQf+lh/K+wH+RONKHvm5yu05b9c4Fi+tJ6ab1+tqv9D31O6Gj85X8dDE6fYVmbS5YTtPtFKFvtXhdM3pO9oV3RVMtlzhvbff/WBMpvl6y3aMg1YNlcy7WV8xyf5cuCvejjzpKvbfq15zfR4Hr9MU/1Yfa+Ut+elOtIy1nSu/vTCcnBcHVy539VtHTXP7XS6P4DFR6ClxThbDrnscRAf2PWtj7zCus2POh+QZdjc/7+Ldsy+xuBn4UceZzvSFzx6UTm5Ok05JzQeZ3UeXzNkm2vzl3vI+z4qpDXuFsS6wuuRB/bl4SX94BU/0Ts6TS7Oj1Sr9oXMLSBkxlxx1T77HPtjS77lydz9sRonGE2yr276jbDESqThozgGQ7s7baW+yrjXx7nglRhXv2brvNXD1gm+X2Zg/vS/Z8K/8sJN/FVZtWo2H2o+u/q/FZfab2qJBjq9rRoXc3TH7YIf3LHzmLz1nuPgD51xl1y88yjs4FZ868u/QSc+ZnvYZvfpUnvEJ3sSmjfky5qLv/FMyVljXcldUZ7B5vpqTfp9jZ1z//77wgOJ1FtPnfPV8XOoc7/XF00Vc9GUvIP2f03FPVXWoWFVe9Rn13+ynT77a1/9UnEr7d62zPzmbAqqd4K4OhzPH+f6B/QjnAq/3RdUFPeb2SrcKO8P/CH2r7Ll+psuMO7fJsRW9cm/VN/NYtUXHtTjNtBV2c3t4YC0ec/5c7T+cUSWaEjWuGZZzayOQLCnBXDEfsgPcGX/GfaytATKvWw1OUS+usUsy/eq1iTvymPvYryjeomHeepSXaFVq7hOf6n7h7Mrqy6CTP3YUAa90K8zId/ZRq977sEgfZfZ9uo/A5JplPOqa3Od4Zs95TXxW10G5rO/XZZDnptebbOe+kD5zfAQPhue6vad3NXbfw+952ljToMcX6Q8f0E/m5SPJLEXHzG0AAEAASURBVNx5XrlnUYyfa1rZBX6P8SBiXNcZjzGm4lSXqdZf6zBR/g0tBmCujXl6YPRUQzpJz6eYNKK7PhllYCHH8upFdL36U6F/D18FyXjATpkgfybkPULaDWC+j/7PP//89I8//+G/v2opM7zxi1B9dRUL2S6YwKWgcNSWmoKrrVKLl9oqK/y7PaFoXwDiXRUuXJUsiMhFlvBUgsPvorhe7uTAk55VP4cxYqBppTZA/O6cHy0y0PH1TvU3Ebi4YpoE3uazysPvOnQByC/OGG9/EsLu3OsGrfSJ9BAVz1NYwptIpT09VYYwtSGhDS/xFa7486QB9/UqnDoThCYK9Yk3Zeh/fHKj4ryqLl3Ro+qiOmV/4NGERnt/MorNGYl7WsITPVKXpKtwoFWvllY9T5PquqaNn8tsN1/Jcxbh1ONRS0KudKRFXRfbBI+LhjYK2uY42rFB+mxvbX3+bF89oTFybYpjgB8bIvI9xpfGW7Igxtma87/2UCfPOZTfquMf2SUcR3zwY+fn+Tda7rCVPj95HOvmkU8AGU1/C9gSuB+1TizJjffmR11MR/5dbKsM866S3fuYm2fsY1s5XvmA9Yx/xV2xdz76qilzDDIityzfrVNznFtoX6dCTvrXy5SnipkDnz0ky0vp8QAz5XS1J8nl3IwPctD3m8nSfMjbpvE1jblizGMvcjz5xOyo9uQAPRlnsY5xFWsWsmPuGPE1flLvqO3gOzzNS+qvPsk+1jkwUoeIgahKuXjatfReVBEi/8uval+QWnfXySupqyhlm/uIecw7Ch50sQjATWSnZfpojaZ4MB/73sfY+lrT0oB+6QUH+F3xBE85TJ3jMBcrn6wP/r7OlEGnr3vqPjM8HtJ45DBNjS+G8BdzgOwNWNgDT/Z47Jelt/Bk69yG5ngQk834acjiN9KiG34OqHCQqXrFByZ9fB41twBD+tXXZlc+t+rn5txicYY02xf7DfxBIjZK08H3C9LFwDOdY5b8mPt/un9Hf8JT+3jNjdJ1phecUn3Quv9NL8GEV9vgER3+uR1CKqXiCcj3+lYyHmf8fn5SaOcqcvjPud2bfR0quX0YfzPR1J79Qdt1NL67vBSLaguw6gtXTIhTWfGuZEykDzelY5UJE8EfZjgRiI/4ZzvnMMEgFZ7Y1DZ4tIWvtnDvl1W21i8GWQ4syagw+Fd9aAeeZZqdVLEk+e+D02HHjBvQ135q/1h9EQ838zDb/UPnwfcpTjDL/HOCtex6jc8ivviEayFxsF8jxi84FvaxTjPH+EyaafQCYcFiPj8Ayvym+A+CzMw//vyj73uPPpVPBqpl40irnF+iJ3Dho+xc13zdjw8bV1OsXOV0rMZn/v7gqBfLpg3APgYDv617tvdlrMYhnvd9IspXlfjYc9VtF9fQZ/Z/ti23Gz6l4CrFRThqq6xwaOJBvegNHpP/RVjK8ZuVUh9QpIdKyct2BEDtwnZRZc21a4+dL75hfvtu+4LQc16nv7cAex7MHJkHmBea/+reYuYzkBo+OsTNA+Tb2/XsaZZCBsonGsrHmp89aS+/WcDPXbhOrPNuMznnEDvPMLjs/u03/IuKNi4M3qqDzkEbeRo/h3LMT/ZWxFmxhkHKjPGJr7osM6f2DwKhdVzzb5m3K2/nf5KmikvnQ9jdhe+NmWIza/xYG1viZii2xp/O31nDgek60GOcH8M2LVpMiH3kmMaB2sO1zmFuz5y8IxWbWYcpZf+XL/b1524soyn2LZEjXM8ZfS199M0bkqlc5mxBcadPdWSdtb1z8SF6uoKHxmPJT3T/JYdZ7+72xPCY4R73Yxvn4a7Up+r/ESrKryNv5MvfY88jLemucpYFXHs6vY1PKIB7m3NdTgBvHDNv8ujOId3u4O5wWE+O8gN7Pl/VdZnkJT3X41Djoo4jZNU5NXlFLXS5d2+r8p35XLVdjoVH127A1342t3/34jfaky93vv3nv//96R///KdvzkekVA8n3/0tHwK+C1ZyfK7W1zm/OBuG5w0QS+yOEPxJb+Zr4HJcSrYOJmocbAH/9i2/K/1n4cOJH4cSOS5+kkxjQnHxJH5P5s34sWCQtU5668N17Zgo3RqdxyhP+rR5u1Peqjx5cduTDrMYIEwiXbej1G/f4yumpeeIUW2RoSPGeQt6CY8BLp1WdB6L0qGvySmgD6imjZqk3GexQn2AvMLyM5sE+ScHe8HwMcGFv1V82ET4Ax9GgO4rHOdPHrXNDgsLR+QxY4kWN4S/xlig2Q7yyIeHlYuHxR2rb2RENJTp2wG8aMyxF4psUmzO8kc0qxI7Y5MqfweW+K9oKmzEG3lUvFrPyd+gGsuQql6Rex4IqE1B5AV273wkiv+e5TFHVnbK456u5qvv32KzT1zLMjB5sfLWBqN4aRmH0t+qcfOKsbA/4VJ+Vmo2OSt4xVGd/Kp2YydjLw7egvhqN4RjvPpv6alrKkWjcS2eh2+K6LabEK/jHy6gJEPq4pfQWsO/Xcna8TepX8T/QS3xRfVP7C329iumMXdMjh1kl74BvmpUeRd0xNUVjguIyoWzPF5JfA5mMhmYXLxpKo9z6B2uMX7iZMHWp0OutSevF6y4+cte8e74G1mg8IVvB11WuONYes7n8K3xHrV8pKVchOauLuWLQj7Zt/r5cYyBeWq5bw98V9/MuCuzUW2LakdFcr2ajjqZezzfguMZHbZy4dBv6r4mNNWM0/qZXiIUDv7mMG3V5WWH27wA7nlcNH/CK9ZPaPi3yoNBkDV0kq8xKNkz3qNt2fgI3Zmd8sORH/aP/jviBCRtC7/u8D4KrhtB03VGjy8yfRk4ES6f+hpnoWYMAfOv6Tuh+9gu5d9aSp2f1hjvhPY9kvEZLhY3vlf97xQv+2Io52TjMdoGNPFC/Nw+V4qx7Sn/GNk5021vje9xnHGdhptzf4+jOuSoa5tuyzizGdJItmH6exjVtcjxX+1E/7BV9nWCqSI8wJoLBaMUzHob5dGHE0t/TrrDRNYBVMgfdej8TvMv8Jpf4O8P5jtsZF3LmEEvPcW/8rjPP9ZP6QtPu1ZrxfKrkSWC+UUT++pCvl3L/NauU4XO0lUM9mVcE9Q5NHqt7NvT3+nx+Uvh6QR3fVYILTBqhYXRwjVhB+33zxPkKOcMv+yoLpeBG+HEN2N8gbzh8Ti4xqoqe+SU+tW+vG45zgEV5zV1rkPGHLWed6NPPjzKRH/hHHsDggxuIJMnXm/DDTrFRvVLXi2EQRf88ZE/fGWl/0xUYZLzZ9Ol9O30PYPLFuForqbdpxx1Wunn8qUd1Zofh84LADfvJAtnNGdOI/2CyQd1ows6hX3VN88I1E1d/PqFSb8duj783WL5ZbjfkDjCjeRs8JY7uikaugYmeXJfX+xrzJbz//34osuYo412YUq3qVREe1/3QvwLq4N+2v9j49lNthfo98bXPb/9lr+ztuKJE3NeUGCPmIEHbuIMhhlJ7YNDnaiOHA2/OYBBHZNFTP6SNWwwal6ZE0M2unBhITsdbide2c/vS9hvFhhmvfl70McDk7bV/tjosSGNJ3R0Yjd/R3mloZ5P6pt0T+rQM8dtLJDuBhdNe7KlMNVFqgLKqusv/iMPPVGq0OEbfxPWSrZAPF9IX1yoIo7NzuQ+1NY3E5A5jtyIwZgXwBTfsX/UGYHSN4SHr+SfyLUar6T3SdJUEX89KWkzqbPqebdJ0J8k5HyYf0Mfyz3NwoajnFdZyeYFMNiOPqr4tQ4tesqGuOGiE5WGWc3vxPCPt0zIv07f+tmM9DDZOPG4exZoMmZshf2dFjyeOLW39IFxcc77inxdeAjr6CidzWSu7eMn5X+4v3WWvO+mXFRWPq8kuphIycV9jkrT7atErR59MeZ/uHH4XoiTfwQ+LSGO0bZCKyll3ZHLikPcSYd+HmNdIWeZ9kRcIwYlDivBS5jkZ6f8plI9kqky+sldSzMC/szheTnpzVsmljuffZ6LcVxlznpJLDjSQ9eF9KZKboYC+3p+FdeL0nTEdPIucxyHJJ0ucMsGenjQiEN5Sz36x/mIXPFxDK793jtf7/LT/nweN5h8wQ2HeEowBc82p3xiHj5PmIH6QT9+DzzGMHiyjxK5zCcyVHxCH+jiGOGCHssdXjyxH7qGPPEdeegJ4uQTOhxubDuZ9EtfyY7GPYW0wSo/j1KjpTUGn/r663lbea+oJCLw3DZ3rOnWDaXvHp+mib/ZbpHyJuzSHyXe5Gw0HQ/bhBd8PvYTWZbFNm9onX1UnmJLTvIUrNrwwXa1mdPDtjl+jL9HbSYs8AmeoXOfy0uY6Oekzv1vNDUOQfX4Z9e1TQ/S43FOM0X4Ctv88JzBTu272/rX9ijgaP0PgvjUXMObFX0Otr2D0lcwxzZZji+ZldFc97FkQJy4Omz94MAfHDEPBy4+i71M2BJxw0DZZjSN3ok3H+JNd4/DhNtxwp1mNnLqecFI4DeIG0hrEbzzPCI6Ja/zH9l4yzKyn1/hV603gWocbY/X49N9Hj6ClmPmP7eDlz6bkROd+5s4BOuG3BJWpKUkpJKjsnS3ao7lsU+GZPzlK+HNbcFX5RnuUTd0kvzZBukjKSPeUU7Yhwz1UWo9I4MEF8dnymH8cV7gh8bBMa/T5tH/xCwO5kHV92VdZ/ZY5sN2fUA4VV/1dR+1OcFTrSnU9bXx3Ocn028lX7COJ6FWqq+AjlXNSceegFz17+g2cGyrvubaRuREiw3tvhBtmDQwe/V6zO3at6q7u9nrGp+bIp2N4qlY7tohc1LSgMKXTvDxea7NIcrLuq7jo7tjp+cPshozlcjs/Yv1IuKTgwHyTjvlQo+j48C4DyjEtCPHZ89RIxRPvQ3kvNo+Ax3ULy61zL6Q1+1pSNkPIOWLR+6xRn0THudpws9SvKCTj8Rj1CX8GJR6U5fzYvwZ9kWfu6zFSHKkf9iV+SO4RUSoxotv+Bv9lXjSt6P72ska6nE1cO6NkmdiU0P+ru/IP2jRiZpy1vbGHgfwdb2GGrybfeAHkZHJ5sofnWefG83VYYZyFYg88PPKdo3oiuxuv+1QHJXdWeodevpv/coWqT4zNpv5meu6ZHAOzuHx16Vba3/5olhM5xo20TvJbvzhV+nhnK1Zci7yrHWcFvDBkDkf1Ob6TRiquZH5XWO8x3orI+jjui85HYhRSkbzS+EhmQX0QFW5do8Ev0le+BD6iIfglZP8rJK+Fd5IU1vHOvTNzWNni7Hy54f/bm9FkQ9V1r6o596a3bRlN3NFy3HaxEL6xzxy3OfPXMGbD3j88OtG6IIsOxoecrxZ5Na2d+pDa9iU3+p2vzecGgNyOPalka/0jf3icJYfR7tEtSr5xpk4WnmYz4Kf/DvzmDVhXDFvxFizb81r/GO8EKeRQteP4J+2xnycbfOMGMwKSHuZseiP/DBfNtfMUxK5ST6gw8pOXKL8/cyLL4wtzr2XRzw0R86ueAXJ6IMjG/pjPMw8zvyQfY1/yb92CaeLGs9hbba4UqlTThXl+gSmqVEk3y1QDEmCVU5YK/6dxnDZnzUSSqXvSTqMAjovcRm7WaM5vuxu/jLp8ZcHjQGQXVMtAzZ1WJO++geGFrAj9ggR3bi44WD7a6qx4fe/NrCgmZNt5HpsVSvZSPMnnqEDGE1uJzeHAtZfh9+rMLloUxxjcOQ/20Ciz8l+TxJY8DZVxwA77OwjqM4wbvYNOTnaeY9D1eS99PckCitzUJBd+YxeO15X8Mh5sIjpcHOeiaBPBsmH4dGGSAJLja2GNiMF3KoZQC6U8qcjx0eMdZc9ye8np0bEojUvXOIVZcrqcN5w9r+aB713qIQ/GJTjsRo/j44Hxx9YZyPzBJj+0CHqIUtwlaGjaClXx+g/W5Ddv/fyTfN6DH1yZSXhGrbz6zXlHYxUis2NNjgrSnlOFMyhYSM5eZ0fI8/0t56oGzfUkjJSHVuKxbX8zMM1rnKhyrjO06InJqVZ9iSyfVOFvfU7ACtCFbSrD+NZtgrZ2lM/FxPGVC4KiayW0Ouvwt9Zly+v/XchaLJvl2d35RzHoHxKGYfG28xzvMA5BXt0ulhtS04N+Xd9HPWDRvuR3bx1zfcaI05orvFOMUr84qJe+tnprN9PIAveKb+TTs2zoNz1i/J0j0+M9BfCd/kRvb/uc69z6lDXe2WS591o0m1/Jefna673YlrSeFNM1EbS2VhRX8U/m2bB17/nrXicEv3cNnZ7ZwvtBWv4DLae4teLCMoA8+dxItxyQedH8LeMSodiXEAfU31gXnm1ja8y6FlfyR6dp79Kn8f4TPP9RMz8pPP+qcubd1bIFV3Cinxy4ZAPV/3JSbXdPllzCqWOrJ3bKXxK4qbYrdoVd1X38VrMWuG8DlYFUc82eff7b7/bBdzjhc7Zxtfps+e0ig/Y+Ou/48EULj8qX1a23J8/MlvXNOqnVP3cc+P5s1HNrh7G45Q/xMWuPci2vaTQxa/reTWuezr+Cf9j/15C9OT1VGEiU8cyjTTnDHqIQiVOmR2jvv/aknjpr2tyakvHajd/FdN4kEn5idvkOuUa5XWsk/+uJhkqd3ivgPtLTC18Bz8dBITVMW4PnR8EyPk45ubaHkVGHIApMpaV3IRvfyP261tXW1LNdbPkK39ysy3226yrMzXzf8Cw/z37cnEOfUJWFTfrObdFf1VWP9QcH69PiEsYt+4Dp54fiOa6nO7BXhP8Yoz0S8w/eZP6eUXIE+WKuNTRxFoXLzW2hBJSK7nKz6Hp0+e63frQWKQdjclciJnDw9YBpV2/H+5TDAi7Bns27rO1st3E3GGv4C8ZS2UuWsm4gq385+dDLZDxMMHCb1eMF/2rtcvHqm0SuO+6fPVXTzk4P26ozhm2EAQIPAlMmnmjbc+GtUQC9wuK4NCWtfOkoLbrpNvghh9P+KU8k26LgpJcZSgqvVKn0LWaQR9mIif5BIY7jFnT5Id9vD0S0+jxPGK013+719mUYVkHSJuNPTG72uVp/PakQFCzaKCHPWHXHm3Qm7uhKW4scgy4Tnh0jM2PLtqOT0rE00fhj+CHT7ht4MlpOldf+qCUAl1+GKN86N0+gOEpP436Jt5raqP85mzLH1tizDeRP6Mte7kDnjtH/JLGf0idXGz2jfIT71U15Sq6KSctOp7LexlmP/dQTcfBpomg9v2wp1899bAb/zFubfwmTuRTwPh9jjo2R8Y8PJWea3mgJ2JsbEAbT6BGDimHefoo3oBErg8D12nkPrakH+PQb1abzuio8SNs6ZvxUn6GpsDDttAp8WjHn+vEhx3Cjz4HuU0Bp03eiy5ogp4+yaaeN9dpcbSHz7wu+4KDg4YPU3s4Um+BJwQH1zF5fEIbnvCRz6SDONay9o2yLcbVTCcyHyMaAWZQ5Da5QC7ZiC1q0ce/WKsksT3d3+Y2QVXOupADnhfIM95syPw3gUxeyA4bv9rvzfiNZZPHtN+XGTE+lAfDDhh3AHOOaq6udox8yFEglDyLbfpzomT/fMBYj/s8kJy0xkR863hzbgXfia4+fCy7Ih0z5JClY6ZKZiCqz+YP+xc5FrnWGU0V6T/ygSbmEdCPfaNuE8vLpj9h31TtW5JC5e6yj9BfNhWEViXHfL/R5owjRkDgU3mpTmkd4pbk8GOweN9efiFwf3c/+QlA0I3rWMybdc8z6yYegitnU9ZYm/vnnB+xX9NCN9YSdK364raA2XTQNkT6hgX3tYmv+Ghz1g+Nh8JCRGmffMRRqh3k+iiegtaSPCCsiYM+tGse8UiW3gRQfgrPuhw/5re0p0qp9Sqrws/qIathpKpnJNu+g974cPJdXQNirjN24fAtX3XAvx79N4BtbNbcFB77D/8N6OZz6aJ+eFk0PH/QxeEmwnU0X1Q8cPUWAHFx3QFi4qQXYI75TV9gxKjzAWDHCi961p/YivyZzxo7oc/kx2yf52/LE/HDfv7UTon3a9Du/HiXi+hnPXbwu3zBC/uwk/wg6LlmzfJ2fKUH/bJXtGrvaIGHDo8N0ioTHpInfpTGOYr2KRzRPioXevvvvnLum/FRhdb1Nea7NlfCiAG3OTRn1m6scSr0KB3sVB4/Ht8fntk/zOX25pr2yfi4StL2+bPOtUxxufEZKx63Oyjq+cuzPEY61j+D9MBp3S2Rsrh9+frl0++//+7zuqdAYYKvlJsFfFld0SjXz4k592aePh66MMycHHFfzGMKXCMf9bCslIElsHl9YDyHQUbQt/nW2yvNjrpWCCL9K0YdaP7kHK3HpGLer4cvMSINwXT5uJs5+UMSBr80FjX/er/3Scb6+gW4Lvcn/akDskbxrP8+Wxhcc7p4G7IpnfvLgMc+Uusd8Xjc/5FNXC+o1wza+uKOauPB7gpe8w/587nuvD/QuSI+cLtchGYahy4+Wj+ml7logbgEfe6/W27kg62JrrRrFkeHBYmzYo06xd5dbS4TbsA1JpKnaj5eWkNzr/ag0baflbH4U6/noaKvpfCA9fxqCNKv4te68LsO1knexcvLzZoxMSv5UNd4uok+0H5UQzrpGnc8SM7AK2OpR+1jtFAuxOmgMiT87HlgDmMsz7E6H1+M/0/2tczYcq53HV+SV69j5v2Fcz61l7HRZ5c2z2hcSx5t6pJZ6ecxCw745I7vOPqcB1XGSj4KkQkfeFuDeMOT9S/nyRkr27HfYX9ohrWbS82sjiTZHdAqGrcHeFNvRzfjr9quj3VkqRvbLeiWA34/ZUXcYHqT+ATl0NVjaz0+HxAX/9M9Aua2A1kClnOyZV379kFHFA7XiubD+04S29ZPM/xUh4x7KJpxwLrMi8hXgzU9RJcqpTd8LTN2fLvj17fgq/Nk5Tt0yFLMUq6pzGB1s7A5+aas6xo+fHuz266IX7gIed9NP117kHyVkqA2Kb87ZAP9id/GSRO+vAG8Y3gHLkGP4Np2pKPPA1KLW0c4qdTFVGhywiN6QSs9TgeKhLy4DF3DJz6n+QwXk/FffFWeJbsS5FHR8wDJ9nMJjXz5OHRRRqocNQxc+rAj4y6skZegx/Iu3igjB3blGLyOulQc6uCN/ALDJ9m2U/7hI9ImmJn4HW2NgVjoRkaRpzaCfE4Nn690RHdOgJXXO/+P3LMVlxK0gCU84xAnGuRllZ/9QaMFz5cNPxEJeG5AxDvioQ0JUHhH3ttjDv51TMK9LoN/5iQ6kvuUiuusa+W66yOFq72VJuopMzY2QIEp37I/YUHJp/RLyFiT7iM0cjVgktNaY9Nsnynvt3ey73PYYLZ54af9RrXUc7UbfEP1MNhzSQKMmvHlTXMKv1H39sZXgpOp8RsqCOC3sVe54DnQcgm89x6R52zgfKQ8wI4F3tBLnGt+ej4x955wrJuhE7SHutBJ4bvKaRivfLwSWG2r/Sv4ClZp7tTh8b1MxLsLwHf1rzKv9BPPHZ5fcPALT+Jaoxx5saVVcES6KTX/MlJi7sgBVHlTr+0NuwGMfVc2DgTvaCAH/SSvslrB1H/WJ5xaho/I58z/2j/X5bcauYqzk+++XhDt8CvPV9eRyTcN+NptOtX9/U5WXeeFA59Hc0i0j5QrOWd+Y07mhp1l66ltc//cRkfZzZxLv9qP6P9eXI+X/Q68jpXPpVfu0+wk3HQG98xX4vmrS+lEubJn1kf4M3zXvst3R/93gfMww//9v/6X/QxU/PzJXb3kU+a1u4do7uLPeCxRVzzy/GamzvYVj8Q81qBl5P9XHNi/OrD5O+cy/LvhoxWPGXbHjzNNbec566/z1WpMalzzQNQfv/9hD+/Yg8ALlXY5seJZ7fyouvRReSVHdu7w1C9+iq/itKOb4e475tR2vWPu9wRs/g0/r+ffrsciFpUnPJT3lLRlS/Cv2PfrrLX8lx4rSvrY71JyURYC4UuHFV2FSUfZoD7xUfusRJboJVf0Wpehj62/3Xy0n/xh18UhOm/8go9Ii/FaYte5yde57bPqiJ/TkxNmONGRTx7ni6/Mx/4Z1PDib5C1YKxxtOjqoCseHfFFlbxq8shtCjzIEXkT9ec/FYvX2C7dQp8al1o/0xY9yLudPjNc+p/xpG+mu8Kv/Xdo6367y3tNiKoq764zz8Q14v04xF5/kciu+36xC9bbNeQJbe748gm2nSQe6OnNofLRsgdhjzZYgDaLQM3x+Yb5Sky181elIDJDz2lNsfNv8ifGhy7c3rtWijuqLbOtta/WwcvxOFPda1efVwpfR/TUUu3Y1FOv60iAK7mdrk2pn//n//y/xtm1CeT1bBGtdVBAdk6P/lwg7YKBngxpd+tRxr5Z3Bdwgpm4RWLDLRCvSjcZJCNnuOiEp7bKFT4Wybr5aRenqzrpSQgxPCub/dKFC0m7zRB6OZ7xJ+lkH+wjgVNQ7RNv2VU3iJa+xovkt3dE2ogXXtDFBR2X0bICPyjCPHgVORpQPZmVmqgmCtrdk+ocyipfugdC8FD/QGSN+M3VTOxKI9yZduQfWNhQ8YRTYWACH2ERE8nal/LF7IexrdzXokhb9co77j2shiz50mSRny0v0Rndbem137l+8xtY8BttyQlRcJ4yOz3O8r7IhweyTYV+kEefvsfEpaedI0/kqxwX9QZY160y61znSvh3jKf5wfTgSULG3bdvcdEz+E7xMETJY7xxH46SY9fGUtHkqAkafUqfOe/UTykegSufJEaOQ2Cpd9IBD4cLBoRD8qOVn7Ms0e3HOPxxyFG/5Eot9Rvh0ZrzHr2Vxo6hWMv5E5PMn8bP8KuNskOlyMGpeILX0mnIc+lgnSWNO6p4M6XyBnF8JXfvPq0ov3frAHlX53BtQHZMZ5ukm/DnfsGFR3/U13FN+rO4QrvuD97he9xa5aJLlZ2ypOWqDDniI4wVrXDkc3AFO6MTHqlgq4VdDPrLAm1P3Fj62+os0k259oOomGerDv6tFGSZX3Ayln2e1XjbiNmAfV9lpPlmRiBWmZ207msacOdH4L5/sW9WICfJUXgC11Alvrt89TXAZOhJaa1dkqe98FLPrvCdijx9jiu5R6x8oAl7zJOOIvwr/YQ3893RJf7VzbUxr6CTpXr71x9MmwW/uK2Y4xZ00J5FujhMCVFkS3vN/ys88SpkUTVZ3+wfMoUjf8KH47P2FwvZwST0Vd3tcCMEybLztv7I+biQZLNYn5uFIyrwZpj6KDkXqgf5r7GATZ/jam5FGet9XgjwPM60Zsxw+Wdklr7YrUMz/tyu8UM2vzt/fkQGzPpUPuf0573iexYDcRCu2pQrOvA6blzpXuI5faSh4Y/76OQ72u9vAEsByw3hSZ7aQkl4E9Q6hKf+3To881F7LsUv4GPOAtP+UHiSS1t18NRPnaP2BWT9qflBNOLDGFFf5aV+cZv3hzMf+Ue86Oclkq9t3qhw8VSJ3Fme+lRqflI7SvzYHsYt80DlBW/nXx4lPpOHukx94HBUXg4oH9hX34IsXbfowdf5oeSorLwcr+kjuPTTvmZHJ/xt2fwmet6sUJ1Sb84ofjzo8OeffxhcK09wlj6ilTzB1aaUjwWbaQR/pnR5Zdznm7Ojvkfe5/2y/0A3+e/Q3wDVRnTsfmnrj/JbeOon7DGEYs6Y+9W+kit+FV+woF3bL/+JDhr+aJP/n/mwQ/3BS5/ozPwlGwKPdhx2PWPKI/Wo/DycxKacUffAXuuwv1klHShnWtqMhS9feAUhbAz8+lnn8bX/hK19hNq9LPNWh1kF+W7jtD9xnInGcVscKo8Vbu33rzQ1/shZzWPVJ7O/a594Esoerhp0IbSyrjl642xC6c06/2iMMGt2OYVnJ7JK+A+I5ZiFKWkDK/WPGM72OaXP7+dxDW4hT/VXlakj61Huf8K2PoiauHt6SrfgXW0f6SVbpV/rbgOXN+/Yl+Oz7N+NkZCYeKPewGff72BwYhzFdVDmIfwOzL5Zbk4Iw6WvqRxK9M+4Llr11zraUV5VuVofpvHtvjAa+aurscKzTuHN+R105L6t4b7HAzL6PnBe87mWv+Yd4zH6Yl21b0V9+2Ivi5jdnLN53GZd61x75Kt54tjT5LREkL+EV3NtzkMkalSITqVw1RY/rhWgf8BTZ+3vhTeX4qMy+hljxmx7JH+hjPTkv/woSxom+URulnK1x2f+XB2c3zIH2I/fereuO1Vc3yOCY8e4/sX9sxlex/CI7yyGD3C/2tos+7DbZoTAkcll7FW8gVFr6LxR/rvCn3ls3wAWw5ngve1QUJYGtzoI3Rmlm6RcHTK09lVYrVecu3VPEkO+Cuhdfo/iSX8SRnXx4Ekb/FITT31XJbycX/PrzPuKftV/5JEBnOOniQY+yrGuk8GoC65yJfPuojDzOOo6ylzLCmilrXZVnYUzyz3je91XB4H5p1180sldyEyf7/lVPnusVQ/2IEd/d8fFnKNOjwBTVzy95IKnXfU/81vYudLuGgZtjZmr0HJt1XfNMTCCJ349+j/4rn3+EXaaOf2gjm4V1jTuOFEpRFPPeXNt1znNnV42fqa3LoDPQbvD4iaO8m+H7vl2dOAR3XA+83U+fsL9rD9HtsqP+Er5se+jW+8ZD6/SzX1/g5n8NKOexTb6oHguVpGatun3JzFmyc+3fbyaTj52D2yeGG9l7OBP/t2dtw/iG0D+VnyY32eerr/LDnnzGrDjTTjE12aBLdqv6EAP2TrKi/iMsOtWt6vE5IpKNFd49KNr2xYM6H0eBWeFMGA/3qg6zvzD1HtxXPka3Weej2t4j6LHu6mr/f+sF3l5J59nup0W3b72tYa9vSN4Ao7OjP2z466+Zzzoe++4fZUeV3qu+nsOrDqxrYzd75abetBig/4ScJVZGSZ8jOuVDZXHf1W9zhmP6IDNV+Oj8gZ/5Y/03SPSAzfk22haX19aMBzjwwh59jjVG9/w1JRdOK0+eFaWeJzKPGFefS9eJ+jv7rp8cMXc7rYwhtmgPHDMJHP7yAr+Y5zJm3gIb4QfaZ+D1HUeDlfj5FEpd2OY+fKYj+/qs1uXz+hXusceFaqq5yo2AXswZc7U8b700xVq7DeFL1vIwdXRL3BP+bfC/ShY6JrzkPZL2n7KlmflR65H3MQbXvN5yB3+7k89DMB1h7xfeYd8iTPbN4/NJdHfBqjEquMilcO2eg03e461V4+ZKkHjoMLu1Hd0M3yO4R3ej+HszyOq36SX9Hlm/ntMr8SWTEHQZYapz+G7SUlIVs70y32UP/3NA3IQrvOwsPwl1RzDGh+/ROzBX7PUmitz3yNtQjfH5hH6X4bbbo72B3CsXX1wxwYfU8vECyv8Yexm0Li+rKy8fSLgxKxRGtMDN9NHl7y1Tg79UyN5vC8ftzeAJ3nvaOoOvkpzWH0q5An90/hQ607QdwaIFzy8znxjf6ffrV/13zE+hTchnszySyNw3pkM0m/FjmQiQbvuhiRfiM44HUh56uTutFqp9VZOPF0RN6H9SZ0qwWz60p7+WD3c518TYcJdTyvzqajQSPpXm7ClwkMcicPmeNVnGrYnOKpq1MUn4ZGA8pf653biP1qb4juRa2HRCduuDRk3xvi7PKb8dJsMBm/Zd8njPQhNvibPOUYeOW0W0MvzgTfq2kVsQ9jF7xG1FENo4kkrPUwRb/J8/Rq/7brk6TaYIlpwFkjwjyedyN3IX9Cwp7bXPh/zDoq7R4zDmgg62QodYjEPbtUHK/4Kw6rvfbDQT/n8Pl5/T2rlt60Wn77yxiYhNYfGr6WHznpTYmeBLlyR7163vCNf5Ddk6MQWOL9ZERsF+xYHRE4BnNs7uXfhc/5kW7kWeTzyq7k59kQraCbVCyL0wV9rzVgmauqTsFqjf/YJcmOMVswbdVOJr/jnyd3ke+QfnFr+Xwhy3QwHa7VkoR8eou+CfK20G8g+S/NT8HrvzRkX5vOiaWslDyfkGECczattY11/W2WtZED1BKbiqFjd1VVjA24hH0/yFweuYHzu8kf7vNwn1R3PcXwF1/ufsmdHIbvVn/iuuNukvkfLX3GDyl3tyXrU7qncPbI5Qkye50e46Nh/ExLjK3Il/R4xZ2/wzb4WucJvsnU00c3xnXlonp/3f3rw54p+5lfbjEXotc+JWaZivL8u/bDX/zHg7L+fm7QJDRz5QxKBreDqf285yzvjB+4dXcQTXJ/7/CbwhnObgsAdj7Y29ifklcSU49wz0q1b0l1y/NzORYrvmu5XQKUbsjTPe3K8SHjcVDvmVmUvv1TYUG/xqXjsr3t4BuSxoXzgnKwte46gNjx/lBfhYz42fe0thI85iHn4A9nop3klfrqEuc3+yA8q7zhku1hU/wHTG7kznvBfUYo3ZZXvbV1NM0Ff377aVz//HiKn8SgelR5EwYOItjttKOVj4eB72Ac8oM7HfW1vZtp8+NVjf8f393JkXj+ki+C0NU4Uc9RBz9lG0c4l9lT/pE3Jo/a7zJZfk7tn1sv2Ut4S8xoovfx39wz9r7/+6vkfcjIWxBjbeAMIvRmvoh99Fd/+g3T17zQRnfB27Zk+8JVz6WfhNffGOaOAVkIXMtifR8fxfFHnFfDn78jfgRcf8zUazl/j7WMmxOC7ZsE6dy+/V/RO2dg/vmKuOK5hfdy0bsZU+jd8priCothWbpp/K+yj66u3ou/JJPcDcx2+6PcHWewttt0yFrQxF5JfK7+8J/7QSs8zu2pswCNfZ5hF7YzFaR92VX7U+ZO9tT/PL8OHOm/V+fKpoF/UGdfiQ5jmDtkg26TK814ThyhzX1jgvvmKkS1flt5fWu3y23Q1t/EL737gj/O5CAbnGI8YxkMYcahM6rsza8Q06HStIGA5DyTXe7UYY8yFoVf310BeNcQntMFPH6EHx9U4n/mLbrWu6VorOHfz13FNCY1XxZBxG2Mk11n0fWQ8w9P1nZXxa2xuvX2cP5Ek+2X3rg231fGOG8D3kpnXs+PkKPGx95i2Rb3hpsvsHZLiOPEW6v+iato3ZFcP5uNqKfmOlEXWsfMGpNLXwXiD1FCGk2PFyuz8+cVuRsNCwbUG1TYX0GONJruNbCVudMZnJHEspKt+Z+OCjrlR+TxeZ+ILnju5j/MMispPMu7zCofG12JAVe1ufW1x8RvsC8by6aLrw0HI1gQaE6TlQPNz+oK8sA0a2rTJ/45i0Fff7mlqzidWyk8YtfhaCW3mwscjhlqrPm7OiVZ4j5RrXdccMheaSwe0FWxAeKrxiH5PCTgn0hziWGm/iHYxVf/rS/LWTkrEuOjHhbezQ5uSAcdyp+/vWgftzwav2fZaOyvnQZs+Jwp6b7wJey73chITnwlP65PKxLpbYzqJcRA8aSf/u1wCz233+DamwfIxJszVPVmS9BVj1S9aNJ3S7pTx6hrz+jwHsz/oD3/d9E/PZcMfs/wZjeuY46vwWFKUP+O8rFze+SpyZdSh6zqCf0lLsld6nSlQY8TJmex+34UY/Jr+TN0i6LXvTLfTPuXPYryc0j3QKb3rxbpvf32z30W134vkol+fi4LpcOFL+jV5Fdd2kw9o8TrUPv5sbL6ZDu+5kf2IVtieN34mx0yMMv+mjhc06/nJcO7xAt7kCv/q78Af2eb8o9w64swQ1gTRUUbu6CviRn/FQ78zB9qPjjnpV/kDq+2VnLuw5O/a3SXreHVMduBVpfvREC0Nz2x5fISOeW1D7PRgTeehMQ6K8EeL80VyOu4o7lRW7zT7kRtvMsRXwSKb8flRc9LsY8W969QqCX/c8zOv2k6+FRo3f//4489Pb/ZAzzNH30+1GPq4DOcu2Jl3ian9geJHm4xoy/c/7DqJji/65gdHEFHm7MoufL2Ci6frSOKXI8ZRjmvo+ZvjVkiW1aSL7sjpJepDwGoT50S6uXhu505Ezp+yj597mnnuebc4ErEMSRGW8Qtfl64XVKXz6Fviab+b+Tke/D0T4+eUY/gX6DYbkKpL+xboDdTPS+sTL3t079G1H67vxHGhXJ2/b/MuiBh289jnAAyu+YheMUuxon3QwclgWQvT4qaAZC8RbwNjDiAPsIHrFbGmxfxwZGNwu6ZPHkbujwug9Dv6Y8HpifmnckEWeuOHUZ7Gv2JwxJHvQt/kSls3wwIKj5wHEj95J3XW0IuDMmkC9tJPjZV+frvnzg1evz4smopq9OqLa8gaq4GEf/mT3yrpWV1x2dEt4VW/bte5v890eLyv2t4Cad7ZHUcbKv2O6h5cvI9v3Z/5o8q/2veIT4z3uLEMbG/vTvPIEXqv6Kt+mj9UBnflmsqdzEfh+FM+fZQWl6ClbvKyFuba9jC3PYHy3yePPdpZDzZq7J3hbW8A2/3tI50Us4nkSx+YR7SAKMg2sRgrHgb/YpsGTmj996+4Qmj/eZqon+TB/+ZsedfAnXaCKxniu7Qj6bmzryAPF3tERDnY/8Oe7mRybIOJxNgSVialPvCzm6l04Z/u81xMfOmVqOavbsfULhKsiv+DcVg6u5tFgB7FbqSuF1Z+2KPN3Pb4ym8h+hEbUxYZnd94iCXIcZDvQ8hazQCXFxzGz8g/n1R8pKl3YOhAbGfi0vfOfzafyR+i0uafNn3O1xe00H/GVyz1hNLcH7JCF3yqJ271dHe2TZandfGpEVxdOEBP8ciBbD7TlXU2YMgl3i6/8feTTwCL8QvTu8eB3oUZNXKsfuNgctQ4cnTiYnH3FG2PKdqoaZxCfz0pd0d7YsIfsZ3jo1yX7+IGAHghDrjoA6fEx1HuaNBU70X4RrqojG7xU953olKZdYhcFT1+C13hkXywSXYFbuT3CCtiSlX+CV01lvNJyeE8r8xFYpE2yj71RNnn9hHcZ5guf+pXVgzghXzRD3iLxl28BekWNC/+/W1fC02db7YMrAO8WCu46AEmH6MvGUPoz7/wN94JD806wKEew/irHT0CAfQxWfrVVnzRkToX+ONYRqhwOOYyneI72xiE0Ihv+CDkc2JqcI8/Yz5zP3iO7eAVnz6HNpZaHxg7wOPinnxaqbKuOdhDYnHgtwF/2p+sk3/W9iSfqInKsAeVY7wK23nKDQJuyrDBOj1HrOwi8FMSpZ4B0zKSGHjFCEwv8lj6dTqtB51nzhXiAc/BLHUsSoWw5m/PcdND47XLX/A4gMiPPmHlGCLnAH/2jYnmxtBfF+d5qo29C/k35ld3qPcpP+te6KAHmJMjdnbMcNktOVlarQXUNLQGc8IoWTKrbp2GnLU9W7SxMQI58xg5Pt8if+Bdc/AZbpq//OvWjYGvJ/DFSOcfdmid0Xhlrjw7dBFe8wC48gmkX77GRWjx834zat63dRpDQKbvRYiPE0Sx+pzPn/w3CYmpI5NzGl+NWuNvxUwoTWw0I2/J78hn+UNljo8TliddwV/x9ZtN1uC0B1g+cBHtmdE4xube59o176851HG90nFwprPz+UkDxkr/nVhzZ+aAeBptI8/xvPZ3//2q4WSpjs+IV8hI/uILPPom/soXXzNX3hAv9VU5yhHNlfKFZCStbK/6wJG2+mhTD9ex9lpbr5jQ+eShsSnZ/Qa61De+VYeVmN6fJjma9JMM0fblpQFqm7mBtmBhc7wtDnpcOE+d1E8fNnQ7ADx12PmNhyji5Xs1zwNiYXKVlPDe5kVznvJnp0frl87zb+t2shKLDntFxeRHPhkzt5mPyC100rrx9tkegTHbdY7Y4910SP2V49EheOynmNfDh/T6ToHrDfZP33TifJtPBz9DgD7kha0f7X4v0OMhn5fYSI+aKxB2eLvO5Hna5wLTsW3gAq/aRkBo4y/KqwAxv4Q8zyH7wO8/h9941xxk7NrRYyPASYmOsqdeN1Osqu2CCR+d8pgGsXUIH1v5XdzUK64ZwEf8AxddsA/G/K403GVf8tdea+8+T8ouT+Mj9Y63f0IfxQRZyA+jpDtr5Xf7hqnf7E32H9aHTrIjzhmhm4/y1QOtK2xRvIPPTJXtZmuo4mDGkPwVuVM6DQNd/Bt13Jygl29hQD3PH+M8Ut/A4wJK3nu7fmhsCLbAHfnHpe3tMlPopaP71MIW/m15YPGgn8NLRyJBYv7ROkFAFBNfB/wbwczHPg5HP4UJR/9Ebgg3rpsHrj6r/8kBxZL+yDdhXpeSD584l3D72ryhfB35fPcYj7Bs1d/bBTr4reuX/hz1T3zM0vwiHikl9iTYS5/6owybjFOiL2ojjfgh0/4siT/7w0LEU/N+yAk6wZGPziEgxmHYJl3iGwTot3XCEhF++tN1zoV6DRTxlK7QKSZM+YxFDvodp+Szd5TxYla4bVwcoG4f7ZqTY8ZHow9zwGnrqxtoMnwONFSlXLMbvfqhDXjjFbaiH3QRr467qkw2hF1h4w+fLoqsFX2FTbxql9eLf7JP+ZMQ2ac45/0AW0vMLr/v09Sy0eFxjnPViJ/og6PGaMoZ+1OuanKvr++NXDkhnCyTb8L2tZkPuoSdLbh7Uu8BX/qRGNCe01f95IsQQnxzroy1mZ5Zx8DOz9l/iT+dPxtJrE8Ey3LxgVRKaaa/53KBaLPfQPV6VmLta+hrXmwI8k/6Rvbs7NT5yYBHHOwfe2D0ob47tjeAdwQJPyqbfVlj8xJJAr4UUZl4Y028gR4DKWO1WYxEjMl15HPdgtb5oZLicE3WMaD1t798wmkMvK7R2mxZTjidzbaiST8QgpcnwxO6diHo1/WRrzPpOt6m4tfirY/U0g1qBtR8UZn2MXomr8jXhaDY9I5GRdID42+dM8qFUHWkH/sCg0/lS0KiBvz7Nzb9NmRsI7Sjn+l+fftoJ1/zh7472369jinRJyHTzRR0/Tz+LZzxtBkxaXnYV5R1vJNrxJGNELZf250nfJUHdfmtwpWXu7yruIe65/e1/ge6DtCYBHAcQR3NK3VsrGQmjBBw4Kuwq5bedfPjEf1usnwILeXrZBlyjVeVwMLWLIFxVJyAvP+TXGRNiotP9kAMci7ipzVslG4b9TaZxgU9OGkdRffA3m027NqULfwjx6uW/CS/0KauMk/crzid96cc8JR/KxpifH9NWnHoMPLdnYa8VxzoJl5X43MlL/NXNsrvK+wzWJ8uDelZHpW/b0aNqfg+ypP9it/LaO7p54RyVxVW6sghRGzSXYfS91z1mD9pU+UYitHnKVK7rC4awOp3nwxz6UT0QU2/AOcXok04/6XQhTzQwr9cBLUxZeuT5hcuCsTx3FjrF8CMica21Kl9DsPVzW/CuSyVN4/SXTJOBM1xGtLkn24411yUCrE3kL+a//p+OvP37MQrpb++VvfdXPLxXJEfXy/uwJFcq+PmgPDBgJ+2+H1mEbTjav6pOXs1noSrcmsG+792aH+rxN/SOk2j87rWlYDFDfUWRL9I2+zreafslOR7ZcTqY5PjPTLmmGz9N5ib/r/ePw+Elw3kzzqdEa1tr/pl3GSb+AftGfddH+c67XzQb2KZjJ4nO5rn4NJ1po59q4mtphrSvCboAtZM/0gbGZIHHTq92QM8nBfqq399TvfFp+Z6+p5Ze33s4OyxtQYEZcTL8gNwm3j8gjvd5n/ZDkzzgh5E+trOE+SPORdCQnxuc9Ac8c3e4PPz7en6xUzz6Py822rs4l/1vVtHR+kpvirv8nC8Yf4UpWI9xhP+Kxn4B5tVikvn38eTEnzMhQH/olFlUN8dZ307mo+AEyPzjvtn5r8691z5d6Yb2/j0nj/3vO/FZU9P7E+CMSrcxrblr4n1Oa8PGOXdRPBkM/S9758rMbpmIVvP/CFesf/VtYGVnwXD9n0ckSW54r0rV3oRHuliXk/Svv8yWB+n2Y1M7ObQOqnemNLRO/mN+Jov6I99bg91YxIvI3GzPK45rnSXvPeWPKyNH4YHKZZMc271668HHFufiiFXqY9PKv6BnQHi2lbbhzR/H/FW4yPyO2JkZzDIsvXxSt6R97MQ5W+l1368wnb1Sr+yb0e3gkce1q3GVWzinF7jTro8on/ogZySEivlDBb6RecjtkaMxdRtaoZdyxTV4yXr03vyyHOS+cXmFb/W2/Na/n5cpyOFYoY/n+Pre02xOQrokHfcAO48blRqkphJ5jyegIm78GYgm+U+acPu3GhNPpR6czdyBz6jrK4cC8EgI3q4sP3bb7+5Dj+htf9x5xzXEGgrZrq2qCiRbEmwZDDs5vD5xKDr0CsbHb0/bK8DPsjW0ZQO+IJj1w4edz/P/f8VHzFKTaZulJGqTDGU0h0P8uDOnaknBn1sCDClTgI6cTJWhyPtpgvpHFEGn/T1zjfAxeeLP/0VTycKFjz12XzTryyt4yJsSvzxkydcqlENQbbpxG9uO32hS53SLsFUNtbPF57vjX/L9YeYlfGiJ6RFjw84+W33t2z8hv/yQYdod38U28WjlordyvYKk++BuQ52gSSO6/hVebfq5rOqdugR/qw63eK1Q3IZlufua+VvyEC25M/yeBLx+/K3DeUPBJLjyi+VVZHz+cExW97wVOjq0PBZ9blNmsefyT9nKh3X8pdynwTGtebIo75BYMN6g19scs3j9qZCu2ZtY8JytN3B9ZNJOFmcI67JVU94SUzqYSc4pw4WxXmpsVJzKOvKtdTnnFv01nEIJE/gTqh/kJvmX3KhzC0x9uGx1sH1Nz9qLjmR8FAX0vQGn+1AGq1KNVv+KY8HCcpNltCJbsCjsbato8XVhmu8TnCnkvodsdVHjvF2Uzwp/MMXuOjj0/1yaZtFNRLcZpyg9bnZbL5+Qjo0E320Ym5PncN3/jWq5I3P+YzT9PlnG3d+8PMV3m9vP1vOMC49fyy3rmOUEh+tzbznXK793tfcP+NVuXPKRRhifhIe9C+1L10aKdvSVnIYg/zTjVXNb9JnVy7tNN7O52Jo7HgK3ucFcxA+8v0/ndRPc7cFQYxayc7G/23mowndm7Iv5Cl/35dzfn/wnb5Z6bqCyU+yAxzGTr0gBY7/cz9HolT8Fd9HYNIBzuwjsT/k0d47QnSSRfsMn74VTvIJ23TzR7yilB4awF2qKvdL3zxLF+Vq8+t8tqX9U1k37wvaYa7zf8aWryj9LaNxCprRH2gHIz+vMl/Iz1ZpPFRes9QckDFsNDd0ZQ4TPVRtKbOkS+J80EZxotSeFN3rvvta3yuMsAP7eeuoxmn2ScvVK4ZP9ndfPEl/l0zrSI0DtOTE29c3e2vSru20A9/4NyK0PVVPF+uPrz4UZs4b8eZv5Bj4gZc513PPSJVDP/11pXVcmZsYvj5HI3cOCyowZk1XP8pijixkDDLbSUP4wS6TMyj84MZA8FiWFiB/eNZ4Vj804kNRZYIPa8GkVyXS+bzMqH1zXfSUOh+iXuEzzWnbzxNOMbxTvpR/KoV8gg7vOUQvGXMb3oLNdcnVQ84//K3r0Ef8hHMsI/aVd8XRdbs41689+/p4wTtysWKHLLvxxbmn5dc4/1RM6srTCa7Yfci6Nck6a7Y1Vm/Sg4rP+ZNPNfckG8tZG9h17pvnpY5r4xo+13HsFL0SdJE3z9B3Rq3yKI8Y0zm3oA/DJO3Jm4nAlofi61eIlxgdKB6Umh/ohDW6UMa83PYFBgAXyewDvQ5SOcjNsDvhoDDWYs4P+0RSdRAMeuDSwTRpsrjBHHzl21Fv7hdE/le4+F6W7ru2x2h+1Hmw+PY9iPVzvdU0ct16fxfSxqHhCYcu2Su0sJP1Uz62niZbOL1scPlFPuj9pdJf/HGYfI7vVA9dIpqF8MOr4ZfUPfTJNu/7cqzmMWCCNzvwSdkXOunDH5Zrvt5b3on9ksdpp1GgeeSn1mmxUdwzLwNP/bVUTgATXe2/XTff+HpE6RujGFd36Ge5GZ+gnvsD2saON859JXrPe98zmW4WW40jlRoLGh93dI9rZ5YfSxej17JjYC39ZLfaxO/6PuQn+4moX3SMAzgH90eIlzPcCcNJ0FGaHHbseQ4SCVETbOSDbjVJcqAF3p2gjRwfb6HDdWqd83V6X1TPY4ksFgKOaQ3+f9l7E0U5Uh5t8/NSdS3TPXP/9zZdXkavxANLjM8wAABAAElEQVRCARGRy7Fd/U/YJwGhHSGILTOAy08RvKphMCYWGOfQZ69z6HjcmMFHCxO8lqo70KLd5q///qdtBFTf0nAC15gJ74d9fYzkbWn2gv+InuzjXxXPV4ZXf9KmXNFH36pnDft940U8U8amlFiVHTpic7vWHSi4tCm5wLDrB+8jyrHZOc7LlbxHx23F412wvkHYMKz5f4NmYI1h2H8eZ5FvT3Otb0aRdFyrzvlD91qpkJSOlHCLsTvmfnQiwsFXeUbjfe1meqZ5tS6+OtDrVX5n9Dv7RFP9d8bnHX3DbkXj2TitRuqeBtofvd2uo6pbZe7PyS2LD+t4Nt7kz5yLGEfKZxWWPvV3ztGRUrx1IaalsKdEOb1R3r3xm2VngSt7BfN86SEbgcK+Je/VV3yqnNrONP/G+pUfrmza+e+K7p39Pr4lV63iIMvUOCoP/CnjGfqOnIpeV3Zkm1b1V+lXPDMM/vmieO5/V137U+W4Zw/8+Sz9GZ14dz8kJZVzBM+yc/2M51kfss5w3tXnfm/nsI/xtIx+3Ho+xsKwVzdY+o2Zsua7by1GVj5mfZEC5DzVBV/tc9S35NPG19cTIb3pqHGyY4vcFGYTqnTu8REBKEMmnNzouBlodWynpFtt9k8nbEHvZeXTO6yy0yHjfHQ9dCDBWLlz8AcpoocS/8SjjpvcUsddvgNPb+XHt0nZRfQ/wKRVbAXsWjnlnp5ryuAAX+Wngvp0c6X7o8wYlzxG4hHhPcZtzzduVPiDTjbw8UDTGxL7XqD3zNPPsnSJu+qbqzbiwh/Mc6Aj3w3IvRr+vYf9HJZkVPvgpP235qP+5CPl5nFL5Bjj8KGHtvjpBrE+P9tDa/BFDmXgmLx2AzTf4H3GF52mDYn06TCESqsWEKu+hNarHb+cF3SEt1fkUf0dY+uOKNnlMW7T7R37JsmE516+5jOREFj4DZraD/yRsvJ8hPZPx429pL3OcDbsZ303DMz+y3WR7vausP303//9/5yK52lVBhoBtMeTDrCcS/Dix+UtiE890WhvPCmRn5wVT+mlpOQON3rLc36wmUcP19/61fa6P30wghz7ZisWraQjvL9//x/Nqgk5PwmvDiVgyUB+tmMifFtjXoyrfTxdiA2I5QnBfNFQfdLfLLBK2Jnp9OCfoPwG8Dd/etV8nSIs44csbSDEV0gjuYOHvpSObB/oBxx8+qtdGU/1SKImr+1Cg374irhXfDut/dbxuBElVUNvnurJm0HxUrL+YW+XV73Qz06TqHqpB1/kP/n7Hz1B3Pjv6EWETVxkm2K9xSc4kzAnDv0n/immOz566AKLqaynUGWbZCFXuMw7960Q7FAd/jWOHME+OFmkXUv0r3yu6OADvcZRB234gadywGJDmftWdfEa/PQUEzw0trO8FX3ARhxkfuCTH9ANefRHW7MufC68cH+0wYsy5b2549DKby4wR2J2K38NndGvMgCj6gseT8DTDhlQAR1l2DXiSl/zqKPzb3GqtnAr/4b8H/00j0VdxKuqq5gXvB11Henw9htYxDXxSLvj7U1yFOZsnkvqmOG2trV1kzigRM6xDMFZnx/tB8jyGswTzuS7FV98Khmq5zZxfpQfEOGeHeRx/Jflqz7yuGQPTtE35t/oyXMwoLO+wCJ+Mp3qI4+v58pBbsqPlde+fREUjdB93dZZgbpvlGhsDsofwKqN+J1+dAFO+6ofPJWZVnT6yzBwFWbsAVZxLZr47d0xoM7Pdg+60PWt/870sA/ex/LKl5GHj3QBGfoLL3jt7FrxGPSr3qF/xZOMqwMaleBT0rfnEftM+nMeCFqegM8xD/Ze74ERNZnx/VvMFfrGetEgNszX+kI9l+KlOfk9fgTK86L7wPI2vpgposX65bqYfI/DEW4HEuJUJ0yZr+DkYuD62rW6P6v2gXsQBCCtO6Llr49TyyugU6InbXTLcO0jv7T9R4aL5r6eulA05g76Ibfm/crXnNZRladMcm+rwjmBdM3taBn3tsdI6Y+uVg7dBJB8fK7faP/UfFqIlk3RQU8p2GpNqnYic2acc9Ks58DDH/gp0whrppvlZtyYx+gx44U0+obsqAWuxZ6xi3Ob0EX4Z/sBUf9sJ0PsSyrvWfvaq3a2YdUfHGbdB410x1bh6O/bt29TzIqr8gA8pHILKxdIbllJ38ddYLO/RIdgOPRTG7lBETGa4eonT4Hj/XnutH1f7s/1OdfGWOb8BC66gM8ekHbgNfqYsF3/GQeO8iUxHLZlGZfx02QMbqW2yX8ZS753HyZeauv325W79PXPX75ETKsN7lS2gc55PsvIcGPt+3DR67zBy4yc6+l8RGBoIl5EO78hXNv4lvjqsky2xOubs2R2h2fZuZ7WGfSAJngzU4Ovz+fszxSLmS36zbGh/Zv2A3bdo60ds6wRM9DVfmRkuOoHP4C4LC/GxmmwOxhU/sQv7NGHds3PA/5cDf5VD7gBp31V9nVVwdKPlp8Uu/3HqGc/dNSb+Xngm0faNSH2JN6X4k826u+ff/7xUnOS82v4TLQAT0r85igWt5zfqw0v4eA/8Hu7JfKch+Wxkdmc8/GjzP/K90hQICm/1XXJMZPfoERGtHfjBvZVGbGQfbOiQCb+Gjj22+p+tReI9DGerndeB2c94RdU8zkKnKLc0yk9cQ0q+NURM/ktb43rBzEPsMNWAxdDO/wgvlpTIq8GjG/rmPUZumZbB7TmB+zO8oRNjEI59uvBF3z64SP+mVY3XqV3HNobhS1A9OCF9kcHeuIsxSPXxLT/jW+mi3MgyZA+Xz7r2+r46unhF/Vr/Qg92jrVJhK6Ir/ahZ5eSqesjwGh03mg1vXv+c1xk1nnKz+pMPFtDcnWdWz2BPBe4Q6Y7GSsVYbd4hXnMnqD2vT0uBv9Qd8Hpo/Rqf1OFLKqbtD9tPzdtuDdNyKL/iF/ph88gWt+wDN0xdfzGlpxwM2lcOCb4aoDh4/2O6rTBh882q+WM7+wf+Y54neGn7XCv4rpMV8Dnzg/Uo+bwI7DvGuInGtCR2zSzn7CJoeVeQI+Jbi0Mx/B3v4GMBtDMWeTV+tqv/dQxraEaExlcE4GeQNfZYZzxuQ8ppFKMSYWPZ4kObkwycFt8ASPUgNQByH31QGj752l5D8jR7a67nvzDmr610S2AVnJHL7Io3Zg8zRg8M8sZMBj8nzD0U4Wc1xnrtTDzuC/8zUbdMsgTuZfqS2ttICs8hTM31zO/jn65Gqo9wkv5qIS2Z9wzHayUIZm67hU32PzZOZz9OUrfrApuzwkc9e3Iqh+qDijv478vKGrdNGWkpVujXmEbgw0ROmkzauOujA6sHyEDc/qUZjdbD4b5+ka2iRpB5dtc5xNZBcNJRbz8+SaqeH0ksGGRLKel3ehzqJ7bx/xd4wT7TlWOTnmxiv+Wij4i0HYcBBr+515pxPz5CPHSrzZ8H62uo6lfschOqi/AoTucULykXasZGdY5I8M2ddf1zM76zgX95If66nzKtu4mju5/0pS5T3hm3mP8JpoW0P6fbWLDjry+UXrXhbdpiJ/xO/Yl2gMnb+53/Oe0QgmvfP+Jp8fnNq81OgIfAePI9f3Q/DFM5xfHfu7Mud5mOfU4ABO1kkw4GD+mnFBx9fnfNUfO67KvmexqSCb8QvlFf2f1r/ywwo29GYMbL63C8a9z/zxrkM67HwquTmnxUW998l+jw3n+qxsO/d7aCW6O3hnNohH/BTFPI++fLZHYOzcU+ftWQZ1yhVv9WFTzv8r3HfBCDcTvTzQJ96e1I2DY95aEiag7MK2vr/3fvtZILuwLtHxpulQIsdmYnVSDVrZs7PlhHjZhe3Lzl8EPOoQc+Isjt6pGnKOerxTyuO87swPYo31hjgMadqHvXDBi4mTVM864bfUPVWHP1PMTxj7hmjhP/js8Xc9+aGkHY7gk4xm92HdOmOw6Jt4Lvp3oHhw2+ZAuwHBAxN5zod/dhweG3P0jNhRntIDNNqzFL80ceBbFnLIaAdCbTey/3UFdur6md84TQ9XY6x8SPT7+ZEFJHNVbfHQa19x2BqivRL3xWFipd4M9mFREBCf9gCWxkwPBb3j+GI/6+A3sr+iceNq8vSvfqXxSqY/IGa3vqQX/qEUPnN6RfsMTA9r+U9kGbH0f4U/Osc+8TldlY+xVzdiqz66ia/5LLjiQCU40OGHHZz+uyV87uL/CXhcSzjTRXYpLvV/d7A+rvrl7+qbeQzixjJrHjrRXvHMsHs3gJXk/TEHLdb7iazNoivH3FTOEEk67i1Y+elIEk9ikqr6cXBlr8g38nJ4WjlKF9GHI/YbjTFAC4Vd1rh7z2Ylny9qAGOizMbKFzEgM5wBpURXtUPfkLca/GT601Xk3mGQg1P6+PiaX8Pfg4N48lQ/T0/rErX+6X894FsTkPOvyC+0pZd0jRMZBUQwiwS6UKzLGmPm/jI+OvxJXWPTj/4ExpgX+OmOn3/kQBJTiyV0vkPf9XiyoqW9H3VQvaMZ29AsQk0/+SF+YymfIOIWbQ7dT51x4OMXlWwwEsqyCh/m8Y8fcSOQOLny0egvY83G9SSfLRVKwMFb9mlOkKz19kj3hvclsqeqw94jeciWfSGzto8UA5JtGFCricl0aNOgeSTgmBsxty0vCC4EyFpc7/jP7C0K7dFd3kaVhEynup5grAc+UQy6zW2hVUz/bM828Yap0xpSPKcXmxpgmW+/wNIeXOhxF4Z3VOKXPNY7eiX5qMNWFfIGjgMnw7UB09hWHHBvlv5kpXAjToLqyFP+xj75GD8H/pj/zklj/hsPjxNztceAxZzaioXYxDIfjwoKb7arxVwattoPl6CVUMXs0X/gqcz5ccAHTY750R+1kCO95p7elg09z8w4tKoN4nl2nPebvfbkUuAEn8pfvHk76kwOfchjngn+l57wtXXw1x6/Wp7CZ55bGhr8IdtVF45K4PibEvjKV9CrD1ngU8LnQM+0Pg8XI7Pc/NWe5k1xSN1lFJsOck4A4qM/dFX68/lmuumiv3TvfZWP9ekwLH30I8cZwO4D4SVceIuH29T6dJGBaQQtuJVnhas/dLLPpqNgwlvhckInHB0r/aNnfOalouLbmcVAvKhpbZNO0jPrekG27ObcoHbu4OBJLn6hVF+8aRDBmeHqc2h0qXmIE2yqdI7cPrD3DCfjz/WxiMBn7lcrgulTeRL8iBf6O0X3xeC/wgd2pXvVbcZPDoThbyxD1zQ5TZesr/rVzjCpa2DLGVZa2LOFy23OA8lZmMi6Xn1EP+Ukj6Tgc2yMETwm3MZAsG928+1L22+iI/yfKvs56fAROjD9se+M/6DZx0LHOWO06Vv5Y4O6BIte8nkYzZFMVV3oXtknXHKacEUf30Qy51XhoVvUI98YRYux4/oD/lLRBCTf4dH+IHgbeN5YSyRTFVvvyJPuFvVOH2c+Y/50+qbAl76PRbNJ7M2G/CtU+SlIQgfNvaZHOS+s/V3QmD4ddL8i4mHrfbrHMdFflPiUUrDcr/ajR6XPvMWr9t/in/LDLfwNEnsLDTVv3gKDJJ8f57r0XuteB/58vxJyQ5pCq4cxCjxdose5/KfZ/0sIGaNd3H36FNcpmO+a+z89vjT/VNe8eN7YtdzI+8F1Nc8Zu+flQon8yGtjXaD/qoS++pF23Y8Dfy1/yeHDL1UHdPZzC0fzMxIDn8c640guhw9l193XnYD+bBO06lDb8PDyJD/pZip6dBpNelPdVp0OOqu4/rYQS1/pobLr3gi57rzmM+LL7XCxIT18I0Doous72ot8+m40B8XX3DO06qW+0HmssRk/6kO/Y1/QA2ccaKsMNUP/lfyMm/vxZeWZcUZ9xCf8Mp3Wipw7ch/4j5Qhd8h8jd+5f+/qJR2kF9daJzqbA7oGptOC4bMJozXipxS4TsD629v5Wr1RVLs3N4BTIuiT8Wi0FMsx7ZvuRupKRwy5oiQNNua1vTLtDiwu9pthhvyz7a7DsbblTfKvkpv6tUedacJhNkT2L/p3OvnmZpIXmDF4EXjV+cLwATM68a/HCj9wMu5xXK5trZL27Rp86KTJuTqifzxhssIBBi/aKlew3P/b61ywYV709lEzxTpxrgjNTyNzk7xSOdwmlf/WXe1sbWg1BLrYzqQHPcccsF2pE8N+YEsHWGUzzi4jlO0XWCDzt5hdOeO+oQf3d5dzvM3Kzn3PaZrz4+CQ5++ArmpjnqHbnGSkY+DQLy5jk3R1QWElcwW7vDBlSkiDWbvgxPZy8M26Rvx57m3GXvldYbeSM/irho+vMaGruQ74x5Y7/Sq8tnfenrXNJ93x1T5G5+tk40eA9itRMz2tiLM8bvRE2dnsURIBYyPQsOtq3BODQzX2FcFrzJkD2lsAcpW7y4we2mujZtZkwAPScuxlP/ga4gKHz8I+CWoCF5MTHpnvbXXyOjDFxdlJR+I+0QdcnvKLrSf+ka581a/iYu/L4Ysk9bKqdZKNsZDfESf4eSf8Kf/vmF3AJetKn8qC35YbDywFBnpf8at4tMXlGX2qfvBReaXLina3f1niLoB57TrIb1NwQXYJkm+u/JN9ecnwgxB+tw4Hnxc71/3kBy1G8bCX7OBE+65Na95FgQ9sSs+HdLi19n6gwrdZMz63CW4hrnwV+4K9Y7R0rh/C2tPcUuYBpLyLqLG5sukB1jdRZ1uzTOlTdbrJ9JejSe+///5qN4Dja9HHOUCoUm3Jdu6UjT3IOtGL34oH5+fiyQ3fHX/gxsqP/Z6H/pMNFMz6/muMq/hf8Yb8tdJ8Ui+ivcbwj6JmvBmvX6EcMfjUPETR24M/YuZp23r8GYfGLs8VrcPTeenTgnTt60g85fPp/KXhun5Xdn7MGnXU9t8HkUu5cWnvDxYD5Ff9Ca4/6lZ923E1do8KqjZo7NF/x+sYH+QGKJh6tF8txV9/T+UBE76ji7XhaA/6YhfXisXn3bYh604pPfJ52R2aZ3HypZV4WPAuJ/wZseVjt0pWd9kVPKVzxiUehi0IF01oxx4p3Qcw2tEfcZPbF6wf7hZv/ck9ug484muXO/CtRM16h/DcP14cEt/32JH5r+Q/7IItgdZJzltBWsHoe7QsN4CPhhH08RsJdmPB3/EPPByqYNThicRGUTe6NHT6HBvglrRbYViWYu3TRvzRDaPk6k1kLxs/ydfh673BdDM4d/kTHbbwc0NuhIVSvbSJO+nBJT4JFu83R0xDnZk7uvmEm4KNSU5UnZf/9svwsy5IBufgni9QZl2iPuiOfYJc9Y+JLd/F+IVc9AMur8QRpfvaAMILXMmancDXgrDBg6YxOhTRH4sJMXRA2gIYDXRAXwgCjg4Rx6G7wifioMYePI9+HJvKJqdtcvFbDg7J5CtRcKPw/Hd7TD3VP7ffYMkni9LcLleFAfYjiuiuUjQTrsWaYMIGT4R6IMKP5hbF4O2D+E0beMnQgYwRn5YL9E/9mnQq5FfhugpWs6e/9HtsOlzXVHfg6Ufo3eU6rs2VT5ayTL+rE4jDvt9kmzauoz6yV6SW5dnoc12l7zEGZnWDA/6Z+8Lm8EbuueKZcalDA0/gq1K4Z3hYDc/Mg74WOLlLo6qYFvc2hlO3ZMb/DhY3cq1+j8+P9DRAl9L6fG/UYlp5jPFFnuKgay1i1LWq1g9+M5CHgFzZkDp9wm8CWsP5KwjKAX7J/mauxZPpVG8qFfKXmzzcESdcesK+e855o99RUFwE03DFHDI6n6ei11+bu1ZzG1rYsNnA/+IrGZp33/zt+ya/54rITY6nQbEnghluwebj6F/JEf9sh+qCS+/9k5jiFbpgo+hEM9M1w2ZFrBUPSYRvolN6B61oRoCxR5FE3sBoL+z4/sbpPHYkO+SxXrB/Cgn5E/6h75A7dHDdxNwP4+uGmhYGIw40KxWL2X+Bjq+hh03zB+PXwDNNACV/OgFqpJlkqm9yZtcvM5sIoyEbmGey63hg0+ghXgdk1IghQZhHKmVXrGOScWXU4Leq+RitOhqM/jo+wCGt/cDvlJ2XmYPf+CoshczuiL5A8NBSrOm/lbf35LiwydFYd31MMGvAVgdP/LveM7h2SibU5C91JRZl0+oo8Y/OjANt94U5B7izklg/U9WUbIZXGchf9ZtO8dtLse8QKfGpumSy2vW5ow47xv4r2pkuIPPnFX7tH9TkpwF5pNbP+zbuV/49P4Z8+TjmclCovXLrjidjKR7jUJ2xU4milPkMcVA9WtvGh765anOEvqEHugs18xKcNqW+Gu+L/f6pnKPzj7gwVGK3ywz/Zv69yyvhG3jPfSaiuWmMUsVYtbP/a/+ak//0jma6D7h+N0z7gtgzVA6Ptrvt04lVcOnTd8e0IXQewiN0PK6isfOfo3tuin3ITswWjoI9hhumD4zJLvltxecqN69oKmxlX/BlblUK2lf94O1L+Z43ePUGtfZc/k1B5pvID9objXkmXdGXfQP5U3mQunDE2/9sUP2N4j62TR/3b/ZzOj+vuHsTeg96dcAzlR4TRiz9PL4SI8HcMcd5+F3X4Qw19rWvjw1Su11teveYK+26hoNX4fA9K2X2MH1eK9CH6wPMX+QQT/o6Ux30qw5tlO36ozr6gd/ckx26rsQYwDPy3JBR23pQ7/t35T64NQfSLCX52SyIHi+I/+P4gzRuJgQd+mntpE5ZRFrT+OICtdp6Kx9mGsGZfzVP1f3II9tDzX//Bq/25VmS4dceIhmYbtIvKZgNyHNH8Kv82fs3/DLvZ+qd/zPEotmNMfxy/MgG4WMLbeEOGHNG0B6II9AcbBnEXRzXPxn3HrSGAz/k577G4g3Fp4tzzdATXZjnsW4oVj33p7gd3ySHvqF/jmupzRqiOFaokT/Aq23wMZkb6/ZlwYAOpc7tNIe+t6/pBWHkhquxF0XMwZjXassXM53mT5vC3S6dl0gOczqvm+LSjzafht3BmzxLfuvh0AlbpcX/oA+/0+aLG3u70p+0Q4f46mPZorGNN4tbPEiUxs7WRMbL2dk+MWiHn0Z/exO+J6yIj9U6Fr4LewZ9VZj5IT3UF/iO5TKiLfuluxbuXWobnOE59B99FQYuGM03NLdlc97Un2HYEdf3ZL/GwGPNnB5t5Q3JrzKrjpMQa5z3f7afkdJeTnj6Hfo4Qp97cXTOvzGMosU/1sqUHhrS0+Jbdh9tFMyygO9H1R3j4OMcBGPtFKodeQ6qrqPmFQcuPsoN4IwhRjUIcn/UI5hjoCIAVTc6S0790CC3Rh9SAXqjY96uMHG6wbFztcAJpn6t27gxAflh85WAod2qV2NgPOUOK5C7xnwWGoNW/a1BxL6Js4KrbxAWtH0zY07+uV9IJp4XDfyqUi7WhlTxCFzk8o0vTN//sd8CMCQhTruGIQS6iOkRDAMu2J94hL+J+5/m3xZyW2WFqz8lOZX5SPfEAmwuuzqGtywshW8KiA+8s4gr3a5k7fqRxXhlPOn0uSlh2yDvop3xfnl9dr2LD/3poAyd1Yed93UNHuH34HOg7fPTevo8PmA5oOVz1oEDUrgZvelWjBJr9F3ncqjfUza5piAamDMb69BPjX6jveSJM98rvi6zWvfxCab0aUOkvPV7Dsalyge+1spV34RXphBeuD18r1ts2Ox4Fn/5nvLKD5oDuvn71X6/5LuVwW9I0WY+bkiOE6jRu6j1sbG+NO6rXLKgXoKgvZqvxNUV3lJIA47ojW2BItwyhfvl0Xx7pUc/YUqDJP9ne0P+HAzYSbm3J+Ji7h8W2iWV1mUnGFPgzBRza9DLQ35RzeLsq32Ne42dmW62q/b1do6fskeVvXFSO/tDPtLNe26cW+A9NV5dhwcqYy2QX2a99mxW47LHNnPMHi64nOClLvkiHkqLvQldxBzts3Il8yrm1C83+N4cM++4Bdyk0CO6JrLbVdcV7KLj1AfOolz5SGg7eodrPO3fDmch5n8l6Mz+bZ/yQ99Xac4pcNgPzX7f8vhF3iT/r/TYxU2oRv4aQek8Itnc1l406HCb6GXEvD6cM9P+t10DOUcsvcOuRdJouOCs/IxP3KeF9zubbl8as4+Wt9K92kpOVX5+VZ/Ku7ZX+jwK46E86aqLuX5Bl31l3yvM+2np8aptu4tsEs19ET8/N4NOzkIeNfcGviaN0LSIhN1ntmq8v9rFUYWh/NKvmd2Q9KehxP5yzPk0tV5WVb5h/6jz1jOfviysMHhe1lgfCsttEx8iU9et9Kc2P5G0JfYO5Xc72joMnwDq2uE8F4E/U66sC/ZNhl9g0zzImNKPGNnoQt7o+4hntPs30GS/VH3XfW10HfknNyhwZ2XxL2grR+jyT88VHrcYNDL3vGbghTl+/mm/dbv4xbKXPSH53/tXKkvf9fg8Jwh7jtS7de6I+WdB5vEauv2wB2m4aSYfav171JfifX7gz/MxktxrXkgSryFXKkQInMuAel2i5xzHa9z3Q7EfH1CejkdbV0Kbhf7L/vCz/360bc50I9hlmQ/TpbV7Bi75v99/0ku3HnXgl2jlT+zPsPv1kxvAMJEAGTcL6gpZFEYgysGisTv70lyR6X0CwkP9ceQBPttw5pM/ZFKK024zQWBpcu/4Ox9X+qifeHu/zNCJkP3TBRnZEgNTB/zoI/HIdqpdD8ngJln18fLmb2WwbMeYmOY+BkKJN6nmMbzSTXTSDzxKd5n1yffuI+evSI1EGv0RudBYpx+6ODvzDD+CBz9K4NA/Wope+kQMWKUNW8RV6HjkKSSNtY7ZZ4JIt6Gf8HZ8hB0xkGkCev0Zug//X1PcxFACawdjSdtLTE8NYpHNgM2C7dyLm9rN0V1OML0eT+iijAXOhs0HTDer7DeA7apJf9OOM+3JgLnhktOYzb2vtvCl5gKxoTEPvkt7Hzip4GLMTsuIw2nAXI8RvzvKgONH8GuuDPlmTPzfMgs8mxd669uwvtswsXh1H+AUny/znOk4Rqunv3RhTCdy/UnBJNnjK5FLnvyg3LJbDxK5kCOTGyEPJuzoxjxPAps8eDInaOeHja7vK3ODbeavb7jQ8WM6cVV+lbUV11EvPjSfWqy2+FO8atzl+2onbUp/6lQPdemBF6MiLn+2bzL4/Hlnh2SUY4p/V6Ig3GvmmOHGNbAexy2dCK7w01+cRA250FBW6dgKvLGMi0HGxnPhYAeal/hvAqqhGLQ/pTUvpVg70INSYOkQ4yUbxngp9sjN0FOCl/l0fYyZ6LSv4dAT9BlX9T4vpjGDYlfioegPPeLma+avXvSRD/MBvOJ3HPQZ6nfdyQPSXfNPfhO/b3bipyNcHfHQ+X1wRTIVd3Fxaii9tq9daFRMDVTXMPBlBwEnOywe2jx+xAznZfwVA77HVcIu8u7wY675PHH6eBBEPt+9wS/Z+rrvrkPLc86jjReyhaNY7THhGoeiyAa3lzf2BR33qmKiXE5zufRxvY2OEt1gFfM15njug1baa8wOa4cYWKfGxMfFfKh/HEt8OktJXsjy6zwrJB/WjD1hsOemyB1h6I6fMw19A9b85LEUdeiUA6gLP9cH/b1aXpIjCvd0Rx3XuOBJL/2pfa5j4MENetoq4ZVhq/q5nBXFr4N5PjBx7AO1L7Rdm4xrSkRObw0vsMf3BLY/gYevtYYePIIC3Oo/4Jnvqr7F63usluOMOONKno/ximmCoXsCWTXWB/FzHt0XM5Za2IVs+JE36T9Smr5tAw/uCucKhlzwahv4M6V4aaehua0Hzv/6S98OJU7rt2FkK/bqdyrDbRE/Oa8Kp+tpvP0NG2Vj4+03AG1tUSxpHPIbxoLoeOfSExwf/Yz9V9jAPNE8wC5g4TsfXwPJj/HxqLw9fve3LprZQUx1/4aqw9+wanCad0rpH2MVciSjy7nD4AYO/GqZScPmsDfDn6njP268IrcFeo/nFe+Bq17FPlg758pfQlJ8jBjh3ApqSu0vNG9E4alC5yLpHPyLfVuk9Ie+n0vA4A1lux/mnHQuv5WRrnktxSpfX+EsCRfAzIfzlAXaFvQq/ZbxqkP5j/FWyXoa408M+Ti2+NH+Z/xm+IqncYzkuu58AEr8QxJ80VHpKvSk/y2lj1mfLH2OZV2wb76+M2gEF064IdZp6QYdvOp+HDh2gA8tbqUEby7z/Oa6zIxBS/NFMvnL8sB5pcQe+O7ar8iotMgQXHVkg6e2vmks4C3O214HHJW+Vo1Q61265sV+dKyp0Z1lB+QYn9p//rQ5rm8rITd25qWitVl66Bt4Y/+qesSZ2h5nSl1HMYVTbio+MCzHSsY5r2e/yo9qZ1imVn/4ekDRF5rcT12l+nUE//bQlY/p4HWnBs/g0/xlrJsr77D4dTgay3aSovH1NU1uSGM84sYiWetuw2cfy9ospbFddfdnWl9u3AAW2XyEE2Ng6HHGpiHBCVylxpABz/BV3cLICIbSwXdg1jY92Uhgd0sFwWL+B7n16XC9fADk8IC96zPbdGUHG5x7gXs9uSUvy7+yaYcbcJLtuYNWNu74XulT+yNftEGrnSdtyV/pdUISfpOoazc/zPtM7lmflrY7c63b2jZQqwQiOZkXySXgY4zPfKeF0m/oxcB0P4jmkTHPCe3M/l3f4xGx43QOH/E3/HNO8Wrv3rKzcXlV6hW9cuSjuWXwlO8sPmzx881Pi53RX2qWDMeCWPpoikcK5sifbIJA2pe7WH05LtvwJdVcCUyucDNir+STPXUurmwNHBNgivXcMcl7v14T+w9oPB+f7gbXiP3KSr2VHytexln7tVJEG9xMv8bcQ3M+D6xjLpEcXXyquI/KVRzLV3YqsFco9WBfAl1WpdOeLtt2T4dLgacIWt9AeFLegixshO8bSmR0XV/J24/r4/YoJtCjsVjGiuko/M/6mlsdRrM634jO93z2eJJ+8lHSs/cVUQEfDlW74josM0s8fI4kObL5f+shP2jtrv55p73inV0YssKnd317hVf779oDHfhqUz/zQcbpPB48Ma2yavtM/q/vY0Lcnwvy0dn14biwFvzwJ7581T5dnPPjTIETIX7xceq3jNj2wwKjJ3pPqG9uzLoUPe5diHizRjM7+fqvv/7yrz+PG1hz/7qlcSem1hiCegxtQs59v+nbc/x9Pb5Welxqb4LizQe9/Xv0k/h44Dfky7e62W7Fk8dxzc2MYIsXhj8y1rG+0ke0HzUP4Yt+lLEZOeq3hmjQz28EDTo8MyDP1tBV1yzz+blsou9Z3lyvEr3OTWhLDtdI8d2zMv5PoIs1ZW3pR/hvjHvMvJj3r8fD2oL70NW8hpp4VXn0CRkksMUHnEEHp9fLMz1X3NFl1fcnwNBvxMV7tLIrgra6swk78kRu36cdUS4hwYM4nuPgivhRe0NP5eYq5+PWnjs2yAd3bNnhZPoVDuOkPupXeuV+eNZ5wzd56JTJf/6iImQmL9bz2sfaBEvWrXp9jX6VQf+e+47uwzRmn/77v/+7RlSW3QeXJ/n5bdP4TeCU7NLJpzaa+neIVePcBzHdhUYgg+Xt9uSUnrDgmPobEH700YaGr8ChDR7th0sl+HbiAC8GceaVby7kRAQ8w2bKuRX4NXDAIbjQBXjcdKNVy+ApX4mvvg8d/pUPdzcPfu0ssScAR/qAQ7/r7+wOlZ2fZrkim3kH3ZVcLiDmk1xoQpV48wTe9I32+IqQrDp8gQkfWr/wkL8iHaRctvjfvi3R5k+aHk6NXsS9ZAqmBVE3YzXOXQ/rs5dw1sdifgoRWua/Yr8mL9dZj674QakTvBgT10c7Pzu6vpvFGnkRh8Erb/gHvbPr+kVrfFa80TP0E0x4Q2ZgQQuccvAYdgzciAvaGXc8fSXoHN/hlpHzZrrcmvWmB93WT0auaGb58Kkl8ZznScahv8NK/KAX/Wu/0Gvl6snZxvOHlYr74DFOLomvSZb4ePwP3tpGxZPDx9gFSzJ09Cf96k5x4UqFN/kYPnV8B/y52qXfbrFdKN/ojvz1tGN0Wrrox+TjDt1VdINefcGIi3TicZRXeUR87uRBTwm14pFYzbSqx+ZvnmP3dIn8J1M+Wf6uMpGt8pP9ZvIPu3H6yfOtWd4ulKITbb5iGR0pB6+wv+MzGAPBa5XO15gmU3rWfj3tXvWfcDRv2oD7b0va/i4/yIP4/d4n9Abvbsla4t/0kIiY24DGPBtytC+TDd/9hlJgYmP2gXCAw++9pS6wBsfhU8kc805PAK8O8Nke0A7cmSbsaLZIXpufmeZROzOtZD5GP27kQcc+QbyIfdV16Ku4OJALDvGe276LsbGN3/GBMsoV/ozxWgv9FO+KM+yDK/sg8ICDJ7j+fL7MqQdUL3f0E1JqrOdfQthWh++FcpxfQch8VEu2+D+C22BV36Aan59aDhKk7mXdJ+ZLvQle5cMh+0+w2gZvLmXbyAvqgw48tc90B1841Ff38vZv+4V/9zJCP3ij16rc6Zp5Vz47msw/41T6zDvT5PqKZsDu2Z/5zfX1+iT++uN6xEwzWjFuxqOFec4jwqrtQRk1+qNlMo1PyB2boGFrzAPRKA9xsU46/LCfzMi+zDTOe7XPTcqEHiE/gXtMZt65v77Nhlzwc17OdPTn6y65Hz7L/bkhqn/wCH+IHn/mPE0d/vIb4yX9xQd5lB23famy9k9aD/7+++8u12kPX7rMfNNYwcWyRN3Xj65jbbFmr94AVp6r5+XOrNMrKOf8tPMnSmB/z/ftXBpfg4ecz+2beQLOghOGe5yywZgIU+MiLhPmVGWcJ+Cigd6yy/4rcP7z5aveiApdZd73b+YnGyyNF/iw4jpkhWtfKNguP0SfuISckI9/In7VC33lrz4dWgsYk4DMn3aVxQFnOPCmnDnQigSGnkfcEkeQtRL8ox7Bl/5CZk34Bt6xHwh4tFUGjdb0sU/P/aP+2c6THj0UIn7e5OOc5Dtc4z+0x76wP2JD8rg+wvyd/NNyj+O1TQt80BX8Cd7nN1gSFPpVfOYJOTDaseYJF77EIRzBJ7+DV/mT35ED/a6sfCwx7lAdfuc3doXIPIUZcqJP885GwN6EtFNls5l5SN4ffgj6MX7w00grf4T9QY8MlQe/eLJZ5RPB4DpiHl7wAWPAOxFdXg5b0G3qtvwRcTH4YHvgkT+gQn7Fr23wgWsu5r21+Iw+640LM5AtytCzrpOsQ/CTDJ0XaS/PIZosC/hZiZ3wR27lAx68Dv3tgZcKB595yfzo86oh3Iav5rzxQC7zsMtNFcmI/c489gmlV6s+u/0ZckcG7Cw2lRHrK4SafwZO0DH+dTyQP/QJSvAGHD7zPCIvk+dEPXLJ0HmvH5qm9QGQlZJPitM3ww19EpLjXY3NzJ94FRdieOZ41kpzdbP/Ek/tjca8necnMtHD8ck1i03p5eq7cowPorJl8k2dQDJTtAz4mdnCyXJkHAbcoc+8wc/8cv+z9exI8bBta2M1gvFZ3ld0OYFf4Y7+2DjjjwE/r1W/tfXyZBzxwzlfeuFf9aJNP/hnpWgq/uATlNJ/LOx7bopfkuwe6w/qaSdK1bjhjzmh7jTXRX2P5jbQ0O9GdXwVkRb8SD51buxkMTa5H3k2Shl8qMf4BFg3s3/lMXTcS13Ztseee+7G6Ez13pZsfMWGqg0+e5YndPCp/G+3W1xrurDgQ8saQ/uszDdvhEfsS8+XdTwI1uw7nw8HkjcBdn4HLjHvt/eO8jkjyTe5HfTSK+u54hrjpZ7wL/iUK5oMUzj52t/iKvflum7+6oLWXb6ZlrrTXsgB95nyfBzdUFsTI8dX/mw0K/xdbfY8Y6N7zVnjIp/l9f7cxmuegaFYYz4Sd7TXPEKPiMfQIfLE3Xi4E8trya9Bs37v8d1aH84XljJwcSHVBQb9+9WHfMKFDV8zTlRQDBK7vmdpwdj3lhvbfrVNf4q85fj/IuV+Vax/hDn4LdvwmpzIcfB9jdf7qR/VK/yiiXpvwjE/yUt3LVjppYt65ItHfwuQ8Rx8LaO00x31DfhdDd+P53q8n+0lx8n2NqyC6Qbw1HfCKe8NTtD+VV1ac87XxXkeKMb1T8ddv32kQ6SDvtXju34/0+qhEzqfLLYLpe7Yo/j9kW5UiIZ5t2D5MMh1uJd2HuK9t03C1n56p10PKWvIj+zdM29GPsNqPVs8jZ+Nrf75+f7m3KXyutU2vq8cx7F7jd8ruqxoZd6vyI2HeOx+DX+EHr/eN1e2H8dv5cWACRd+B3v3ZKc9VX5t74g5F6H/Lh34lPmaK9e+1Bf87PxId/DbkWWc2R94kbd0fQ06lfqK5j/56PvFTagOu9d5WbbFvm7D4E82vug2bC0dqXmFE2lg7G/BZx6JlWJZ8J4yEv9ddfDZjIMJEA6xt+NzH869iRG/6CAeVQ59Fb6WF7yfXVczT2w+vQEspVDQlvNO78rqEbjkUzaUQtJmVP+8nkfQIeNj8LbJkEbVk9ar86I8eYXUlaNdd5uNcZNgDBw0KvvNAsOTasK9fwzf3adpMpuPGXQSOm38Vu0C3uXJH+VpFeGIDzw77kuV2X88CVX1ybFV+67ER6goEYxBED98IPh0Ij+rdMW+9wf/WY46nT+yW8mCALHa6CB8dHN6Cx7wQwZU61IPbvBUsT+QaPx0AV5zTB7IvFccvN/Gvz0I0v3mspsL4YE+6Jf50SdY3gRkHNVd3wQUb9Fm+tRdqvNg8dRP6C4eOrEY8rEJJlUGdlGCRyl+uwMaeKqt+UI70wGDJvcd62Fj0EgB2ZWS6ZHgYchaj6OMsF9ws802cfotLdU5cgw7rKSyVZxAqxI98A99wGmrX3/AKb1ffVbRSbty1SdfezTfYy7W/JVl6Td0deNXf7JKb/7SFu/djay84RXerzkivhUPHJMfAL5c5jk2D+hKnvzMseqn736JfI3hLP/IQ8K1TsknoYjWlIgXxVdQKE4/f9UT50K33KhBbkeOB2DPlh6jmjSN/dYfbFbbRgF9mE+0+3dUpvX5XfpKhuTtdEQO5eQTrRey0ebcl3YhRXjMF/ZDtCfaB07e4AN952djqAPd2O+AR75k/IGflTs/7GiQrRI5wGiveUZuEt91/05iwBVeZrg3QvaIZQHFc6xDbS7NKE7LBzFHO5c9DgU0kVleZN2Mfa+Oj6LULsVZT8TijW+6DpJv8ep9bYKhu+NYP7keOEzhAby2wXumlJ6+5hgxOq/4KHYlHx3B6fYk+4j7yg/fQfvRJbrW+fXMmzkrXbN9zBm2OuaO2MfSsWJwAsNXKpEDrJ530A+72oYu9wtW4fTfLff0sn4fT5lOuqqNzrSBxcNpkQAyDvwzLxe6/BgJBB6iC1rpOvNf8UYf9RmpHxkWkHufITf8o2+gUJxi9z0OgUUegKa2gV+V2n/oX9+5KCekuM18Vf9qJyZ6eIrzlyv+9GeegmkZxBdq84ZkEi3w9qj8evuCAfkAfEoJ8vpifN0HaTunXIhfdnn5LD6wu+K4/Kb/Z/udUd0AnnHW38o1OwmcZsjcedGSkUTCEXXxokVBSrTa950c+IB9EevGT7Nfff5ncckRY1N4yleGorHoY0IShvC3ltrfmwKmZwxrtHcPH56pmuN0j2fnhGlPu8eb517Gw+OSxxjdkz24iC7Tj56oRT+Sai+6KQbkusB7VIcj17uQEmMTWe5LCWGDY2nCjsD7ogs65tPIc+NFoEyqU7uxvqS56EuUPjS+mWJfH2OnfNB0TWMqXjrybw2rLR1eOX42hn10JTqNIeNI3kQW+RS9hv6hUG/fcEDmrTcKOadClkrWmwxT3Va2CYS+E3DZmAdG+n5v3wQUYxrxjH1LFgnY7XXz50FRH/2Q1DbwuRx86oP/M55p+Yl1ZPSEjPDPPXmD9vfX5vEJfVo+bm6xVlFTHcplAVYpu3/4t0yQ0wuJKMxFXEd2nn7NoTFp6MRV9eMOfpTyGmTMt+CT54xDUDddvxEcfekO6vo5z6Hae6eNH8BFrsZDR+0H7265m//kyiv+6FPxBjw0idg5egs8fVvY178iNldz7mgPuMeeCvFLTauwr4g32rGWCTHmCPrvSKtf1ni6N7lWkP1g3R+qrT79SYb00J/29Xnvc3oDGGUygw5LKyCTwqZ6dOeLuhvFs2OyUvD/U0sGGP3XA1gT5KPWNPoyHxhAcUP+bc55TBJR5eNj3eSqT2NacQjuxOaXV486DRUiXqOt/aQOn+RRtROhVrlRrMc3JdaSw5HziIyqRvvWGQdzMkk54bLiTsD3NvAzfgjfFqNPRCrZwIMSXrlvsBhzxzcIFosqOaJugB7PZZKA+MYSfWGZ29Wm3Af+WSn8sDPsgN8ZzVkf9OPG2hzs9ItH1lWhtPJk3wCNYUm+F5fjBljQdx/Ku4qXrPM9GVK8+cCMtHcy+01g0WuBZPG8xw8sHLLyGjjPlh/B81ldnqHThH2vDTFHIhHoRNXzQACjbmOrGH7PwdiK2zx/pmR0IuxUF89d18pqri6xeu4zBTb7q1m1/XhIRs4Jg461P/LEGmdgz7UT/82IH97qG+TDSeuHi36LgJrvanstJPt/GUFrMoNaNOjDj3uytqymDu1pViuF1hfJIb66/JXaBhOuvp7/Z9sQzV91OYl8a2Pyhc+/cFKsKGufZbvcrZ603qrWC+vXe/WYueX4K/lzRvTW5NtFfwWBP/m3Ip22H9MPVmfy0AncZ4caPswH+AFXO/eprnOO3flGxoXXrkSGykx3xn/H6yPgWad38t/5LsvQet6vb6SOvj9usN4WwRuOarPnR+O70uUN4joLySUOiIveqQp7kJs3EuUXrhNlPkveGSHVwQ29TAXz8V9/xSUs1XV+8J0T8EbXv1U08Ykqbyxd56cD6W8AsI9BNHEQ66WtPyfxpi7t5vwGjz88ie1w+9Wl8i/zg1LxlvVom5AM+kPrEY9DX7XN2S9oy/pko+tDG45xvoVriJGsyXkF65kmOvwq2rDhtiUtWOIb7J7RsdKc25sud5urM+5qV1t5G0ljQA6UnbcOZN06z7vFcYn0/jU++2gWSRz7GjM71hDlmfgLvDmuWZdmjn9eq67br2pI/udaVW0/w5+HvO7Q5nSW83SuH3NQjB20NS1ig+RHnlNp64Cd23W+N/cXd2x4B46Pq81JYhieMb/nfTN9f165n5tHXW9nqiPpFiL58J3ndych7wnTUTd4neDJivEmNw8O2T+PyWXe1/gYvJ+txYtn7+DLvNd++fQGsIzpf7qC4zNYheo2MNwNNZv8hGQatBjglfu0afUn/rovbBP+5ALXHV4uLwEnYSKqf7VA0lX2SNtYi/LgQzVK1qsf+S5d7z6jnU801nlt0OvEpd4Yl54aNB36ygXZuA+IwSvUE12FtbEMBH8Z6YdmWwydQ/FjoBzpG6kVs31H+PGkw/1+asPgkmsKv+PlxIg09cmEMCIM0eZmepLLxo5JTykKDmwO34aPgQkHnwPzsrkGmCvRgj90GouG293iJ3QNyT2kTG07lQ1gGOsPBypmfBTt49N31ezPTWyCgmL5GTrHZtVugXnsdF2dk/hZhLQTaG44Zxz1i4/zCtf6BchMp7oOFnf9BpaOzEd18SAROUIPumrLF8M1euUamxThjnFiBK/g8fhn+CXmmqhpqy7eWW/15X7hjCP8ZxwG6KKmuRz6izYcWvln+TM75GUo81PjG2Md/gqcn5Zjf1ri5fcjgrf0jXz8qbz9mzl7PeXMQ18B2HNG9s94m5rf+Gqv5Bsb1UShp0DVtDcsmsJZbw26P3Hqa4TmbvgqfPf4pktvZdgvTrVYSmqk6qfletT8635Y+L/TMA6J4Wk14lkoYXf2zSnhSeeVDgv9XX6VXdsnIs2rymf6+/RpzvfTeBqeAiPiL8ZSXJlfvPETkqIf+ml+NCB98bTi4Bf0j3xe+cx0ZAPQ9ht5DzRLWulh/PsVSc1F4UT8ug2KH6vo4Y0e22mPpQsPIT+PSdQFl9+NaZQmKvwbJT4K/9k42WIT46SHKmbNawtdBGf/1NeJfPW854cRW/M+L3Nuvq6y2/rjicPQ0Q1b4MAbD2YdoFKGDug52aCHPm48oSlfZToJmOKvSBzNWDdW9OCs84uiQf+0U8v7Ba1PESvCUC96+JjDtNkUOOj66T/fbA3WWhOcA5m9xuR+a9gK6x79guM77zsV+Vwcv09rOzJU1tHyOUC4GEJ8u8OQxXwT3o/PLWaMCfbnflHV9uD0XI24c3k+LzWxhnyvu2flt7DO9+1tXnSYb0KDLo9Dji/JEC22obFimP0UMC+bY+WbSqMYOT/a/Gho9Y1f5s1S7pbxj//8888/dlPmL8fAd1v0Gx3YBS/a8iG+zWzoBza3jz6pfKEDrhIenrptiNfnblBSEtS01yVycm/AxhqQ+0Y9HoZz/fqaNHr1xHyEoHlqM5czPNfnffmYU4P7nZqCswVoLzPdcSxyb6xPth+0bazHZkytgQLrAXm8ZmOr34v/akJk/2osgql8aOOeYuFMWPCK8as8s5/pO+Ob8SXzXlQZYtuLsj5QuiHqboDKXzJ0+G+wkefke48hcpNsC3/lGzDKQ9kW35MoN5nSwvOc0oZ9tYd3lczP7r/2G7ahpwZb8qSZHeJnhd781e9HCl9/Yu1yrPMz9rc8+MnPh9iTCvPCk30vY6iH44L2gN8AnB+c8t4Rz/BP7Q1C+UFuQSO168G46Lzf16Z2DQm/OT66VeJdu9kgHvno11kaP9bjwDmf85kPdenuBwa2jv7bii33HfRoalW4X98yHnyjBzGV41giLucH+1RiUozwhZWrtymb6lOBnADO/sm657pwNY5BWxzTuQcv4UCrcsiL9aOje6Xx1Llbv37A+M5yWANnv6E/ZwmJe4qvGFJdo9AuBZqQ4znCceO60XLpMLZf4If/u6imZ4ejv+a++tSWzCaXbp3PXc3Lq350usIz6cvjjL7zRGHsbIYSez2glxISMPYHxEPESHeazY+4fjSPeiLvGSdgIXasD/I1vL0025QLiEWtT7JEOUlHwIlp2lGK9/iWkxi/Ecv4Y9AEfosf5+4SWg0buT426DvqVLnqn5BTY+85IXEZoHNHLTj08W4AEMk7xf+Q1bLu5dQv3+kvrwVjBYED+mueCD8UjHESTswfwk0QhaDGOmBBr7ZoOI+I8R7t6TzDbHZ6Y93lNAG9LUF2eExFdf3JXNolkDXVAdrXH/VoTMwPkv3ly99NB2srofn4mM3St47dgesNQOOB3ayrrKda/3x/JXFyfD9inHpzqsSYTaCnG8RHln3FLMuf6XWFV36L6xzfzaaYn+Lo5rlrFbOCjJwxbIef+nVkWQGZP7/YfjTyynDfFc3MIbcu4zEje/1CVo0hH2eN7Ty+0/yx3tqWfyxC1eO+i31J5GnN/693FA8cY9InlVtw8hFKxuA0Q2/TnrB9scv3iorX2YfXyeRRuQsZD7GYBr8G9uA0gn/A9rWLgEuEujjYbwC2+c2CFWiZ116/xPK0qvg6s8VzatMDRh7Y6igHIC5+xHq5wDMTAqcwKE30Qp50Rd+AFYJNEz7qjvlUDCp08vCpZ5vymW9hcWii96HjBBC61kXmhODBrqNOjBXWE2uzv2JDorgZC8VadPA7xtDMb027thuf4xvRAmMxiYVqxzXDbekzUzlhzDwz1r6OHdgZJXqMr6BrfmrxK37oHLxFB6+A6LPj+HBwApmjcz0+g0PUbLtSQKFnAZ42pcudOXvBxGwaGFxfCEjEnLrtdsNAOq0JTxTE6yly6cTnoodPbI5ZyAvBH93UHNOfvPerD8VGyH5MMjQ5JmIsGE/iQCe0mg97/mzIOwbMO4BKG2stqq/ui/peYZ8HtQGs8095ZgVHw9dK2Xf032s830fttn9oiJLTU/4s6hNHuxAh74IncmCF1bGpmOhxpa/8UYY6Cdwjh8cg8uUFey4YivHSDs0tbdDt/9Ua+NPs8xsUxktvAzvPogAyrng58cMfkhnzTTcyJEPyuo81rWsOLPG20g8+oealVgAAQABJREFUbkrBzyqKFru6zIzwG+vxgGqa/+SnHo+vKyfbtT52fz3KssyPIF/nT8ZJOPh8Je6sb4V/B5Zl5zEPu29xuIM04WBHlj0h/IJG6GCRrTiP6f0BUjVvj2y1v9TefZXOqk+4GBdcgpluiOBD133F6Cj23wt5cX5Xn2ZH4McMU11+1cOqyjWRbwYGDzZRztctBl7s8dSOfYpkiddOZqac6zmIzgY7480c7rTwE/qxvtzL/22Najdg4tyZ/dkd6c/jMMemfYwuLvUNARP8OX3gj4ZZDrBfUTI+yKLNeAG/VTKnZIytm/DKtAN2FnM2T04dopg80sun4xvE1uti1uVQN/0HV/vOrTpIB4IKICaUi8dXVlast7bx+Yap29N9qZvXLV6ho72ht4GcehiXa9/gizI/3Kfr8ZsEPdl4eMgOcqR3uj7nviMqKEWkdd4wPeaCifJTtIUXfFqPFbMfA/6//7PGyf3rU7/XN0wZ6WsrdlcG/Rl7OtxOzx/t3UTmVzvfAu93lJqz+tP59D///L+RW1t+rvtU5vefGa75QYt2Hmt25YcFuv4f4WgfX2Ih54IsbM570ifmwDz/BXtV1wO9xxy59f7694wu7F+z77MXRh1/DMidmu8TzUf5One2124A5wFYCDE/iFhPcGTC6ckI0wRBUkoJnCfDOo0NoI6gi4tSASAQvPXGj+DrN30rV1OlOnw3EMArC7XXA25yPRtg18KnK2YZps1Ei3NuBETwD5nya5ZPP2zwe4XTT5n7palGiZu/4DxUlo3QSPQ5zsIOZFNKDnqrHnCLLCnW3Kl+cPTbEZ1r6ycR60ResVZ5++8SuI4KbOO1DBBJR8cYP2RGT/Q5TMlMSrR5NPBiAEcbfqGTSYbVopxjhpNYlUzXzrfFyYJJB+EDHwu3PZ6+a1PS8YgzntTizd3O5IkKPCW/69v4AKvwKgbd4/eA8Bll+DTTZH6i1cWc4DGCSDhxEqx4y9TnddEpb6BTYLfAa6SSpwOcM/7Csf/+9uuMl8d/ryC2hl4hN2BBI/7gxEba4BIknwS6tQ3nYg64PVoEDDfsEnXwnmXANErzVOR7qSPRLeZF8+1baCDR0jFUmH2ZuWEHv50Tv+UrYs0/CYhD34zAodzt65YBHL9bHW//xrom7CEXXpzgEcPw9LLkuKnPG4PfsU+QGPewO3D56jr5ZjwVvaa+C42xiljELsq7PMA7pwt7kAfNnbLyFQ+NG3Br+kEbnrWNbA8F+6j7E+iOZQjwfZDmQoolcJ23KyI7I9aYM5TgfrZAFgt/kjHxcn06//miSMhUHMS8x5YoR2y7DMWeNqjEoG9WkT6X4ise5PTcqzchXE9bMFf94OIPdGI+nNHk+QSfuRz5TflUN/PkNx06ufID+1qzzgnw6z6uoS8LbIgRR4fi30KJ/QV80QyeQdsCOFEMnrEOoVdC6VXFkfAHjbpwknJnzG9PbcUU8dWf00cC7nwL6oCL4c2DOWZSbGlodK6a9hfRxnoLfddVH7H2anUwmI09+7Qvet3PyETrcSaENkyaZ/jAacyufLBPFy+fk00d0aBnxn+tPvzf488HYsPVVPWxMIt9PWo+dj01leUJzGn2/5TDGqz7w9hjp9ul8bV/+GUj/RTMPGZegwyc9t0y9JLzQ/nhe7fS2WCqGrLt0QPbsZvyNp+UW6DNc1Aw/Mwcyrw1NHcP+M/45B5BRyypxXxVeAdt9Id+IVjwrK/o6qHzn2eOqm9tw1NvGHOwBs56xbju6KGlxB7K4Pl4bMDvvLQ9VnuDUt844zHa/SXfag+ZL/yE36VbjIuNmn9bDlKCn9tPwqLrpAx/Mc4niKnrrj8hYWxQq7bBq+W5HDkr8o58Aq7zHmHhfkWe3mARXsSlfByI0Fb5tOmvcjQ/2QOAq1LXLqYH2HvnOC/ooFYRb+U/vbdoKvoYV5xD23KIaMyS3iVa9O1Ar8Sb5uQ694OQLw7ppQPdVIe/dOWAL+1jaRgubuytsz+P+PcgXRcbi74OVtI2zto3a+ydxurYVtEfabsNrDNyVU56N/x7R9ZezxgbfCBeuX6H95GGmGi5x0Ts5cdegOsNs+w0CZte4gMv4UZbGoQdpn2v+8N1GSy0erCGonLu10P5Ro+cKAeCtvo/7A3TGKJZ18CadVVssR4PLg/WpO/iXAm/4Ru4DnhAfLmYri2AuSgtAQ33uSP+w3WLZnQnQk7kSbPbBPk5ZrsIW19wQE9d+4y9pJllDmWf1fOtLm7YQbsLLBXkF7A1Y1za9D12N8iaf+QmpmDIiEDpb+7jIdtMRZobYx42EqOsL0E/eEVOwx9SJ9erXbt2plkZiQ2rvl8Jq3qO9moCnmsmWv1VnwTVWFdyezwQcuQtPvBUL+3AlH62vlo46VvhNNY6/xt5y/KY5QvXxfhonudzEXQkvp2nrvm16wUjnkLauz+RE3zDb37foQVG18/Pf/Xm6o3xyHmIPPqE4vKJ9BuxEL6/YpXHqu/L2hhWWu7jVfhZm0sBwok7DczNlpPS3iV0Mb09HygmRTV8mG3zHkcYe3Ou46tvPojj1foyYx5b2s8rv5geFqu3xtSYCA/cqvdRRqzfwD3umRQGHNVz/TlPZ87ktnSQPugy9Av/Cv6VPOyKDL+jl03GXp0qNhVsmBYEE9Z5I5Q7x3m0F2NzEMFDTiKReBzR8WTJYD9J7mTou+NFP6W+HpOB3NE8og98O807HNOZjUqVU9sD81jL+3r1ihbbcz0oCdiITfBI5PrqZGBHSR8Pkb6h8z1ZwtUcrTo73FnMc3DAg3+ms+X1VCjJY4ck3vp7eTNeBKz4udkMpeH7vF0kY9lXbZ7ZK1YUM7FhjD4xnv020xxb2Y/H3ojJGY7yV3Lu4s3c1fLxUII2Z336chzbrLM28n0emUM+ycFprrOZOEo5QsLnR/gSIjHtH/2i//IVv1hMna9xkHmJt+IE5WjzhNwagyYAunYX1/8kePBwV9rXpYZb7KYUKq6YvgnGwp3ZaVwZO2Kbdsa7W3+FFhlZJ2C5VDg9c2BfppW+A/6xg4DeaSpkVVJduW+aMqmvVa3/+w87CbBmPLByRDmDuM0KyRsmD/80x2PImYDUd21vQraq5Onfuw7lfD2sobHWzejv9jXxqmtDn9eD1fx4XYcYS/F51A93ZItnPCgQ83iMVVDrgpbnWyHq/00l5nlxR5PAucv/PseB6fsqX1tk9ICvarqZHTfy42aA4xjNO+Iqr1+qd5+7i+3j5iG6Z/ylNU7/u9wb8qQnB3KdD8BFiZ2PyFmwmUCrOVZhV3tDGD7jO2gfKT9SjnyrOfqIDMbjEZoze1/nEzH/Op8zLa/7nveL1oK8D7iW9QxG9Y9+ruTr13GBKfMM3DFnc5/qj9gKrieNyugD2znnSEycE5ifUy56p/gj3/u5OOthU9KOyM0aBz0s5DeqrhadxES59WqtCTmJ6KIKv5EftfaMNV3jHMt8xPMFu2X34L3svgVED5Br3AN/pBRP/kS34ok/2eKEHs/FQNUty3O+igUEFWT1f+SRdclyBD+Tnfs2qh/oxRN52itnHlm26uBVuPUcQU9AeJAjSNuJvD1r8S3lk9AhHsbWvoJ4Vln3GcHnPbqJF5w0+nZqMQDqfOhotj1Eo4wVIok+9OF6JPmR8g57+VNffz8OuA/Iq7WHrsnYWGMPconJXXzST8y7vHR9T/2r2NU0Fs2uH/n/28rhr4gg0hn+e8belX+f4YNulZaxAo7OtFUK5ueE3tnimEmSET+ovpt3wIlrb3sCCUW67/rU6xVHoH9l8weZMrENues5NCGmBuOI7qnrsrqTB8/MQDAeGNMDLi5vdl9Gf6gu3s/on4WInp8xEhxdM86d+iO6IINS16WD/o6kPY541EPXtVmeP/3X//V/O8aEqCcsWmZZPmHhE/RiQbQnG+DRFWhPPkyOOXkCAp3WmwRzUbujgRzfjPtKEhf1BYdH16E92SQH5A0IvDwdTT6b7ZwuTtpFAtrjjn1I6n5rNqMjehz1ip7Ay3xDPviVD/xWJTSUK5wVTE9wpFznKPBA/mivT5bhO76CNiCZfvCIjE+fMEff/LZU4+KFfs+Ug0RNe13qRHemUWKHVvKRO+gDH91qf213uhLXkqHQnDfM2syE7U5nsTL4oee4QdV550qR07tK3A2+DaPR5Q25evCBLtUucofr9/XLV0sg8TQX8sQfW/K80nw6O5g/GUe8+BuJMPnJkHWj4GBTZpJu7FU89Az00A8c+mob1hkedRJ16Ec/+PCjfV7Ovur8W7bOcSq/ZlnIAaaFlXrINH819kqbqkdMTsnOUQXnySp4UHb921OuyO3wG5WWtidM183GnRuzdl7rB/yrfKbxyNsTu96ItUPMwvgrfBFqJOUVya5y1f/jp35fRn2Rp9AR/GjPYym6+Zjn9Vj4Q+6Me2whc6XfjB1xAj6lcKClnOlozXoKKh7QwI82VPfL8JPo4TXTHuXnfuRe5/FMpfqQq9ZR9iyXEwLh6mAuRkvzqc2jls+DX8CyboFvY6LXVOzwOag4UkBbzg66PLebHi1fw/eH/Uae9juf00It0YpJx2n5H/+E3PEp+cFrwFY15Om3EvNxOo8k2/Rl3zbGNnjowq1e9vz2TW3pEXqLf7gvy5rHAR3yGrOzMfjFPI3xDp9Lpt2q9xje+2AtF/k5fuBBGfqc0esEKGIDGvjSxiZK4JTA6/4KPpS7Nwjof3upWFYQpkPe/mFrikWE96kfO3iT3WNZSX9BL1Z5vulrn/Ubj5pXyIIfvMXPIsvniHgejjY/DnAAxh+egHrZ4ru3UwV9EmhZzbwPNHJY0Zm5JGY+95r+ed2YBUX8beep0e9pXcrMrrTQOdshlIBr/p7F/2BW6UdP5ADkDDi1e/zBnsuhX+WPPsB3beY/fMGnvbY/57XAZH5Cn+WpDpwyqFgn1HrFD8Ft/XnUNeNpirOHFBy9wdnlpYEX+2bwKY9rJT0hI86fyOPR19fegdpr5A1waluIwFRXXvY01MwffZZRDKZxwIbRJ1+UCStm6WD8oE1dz1Xb/J/0SfFCXj1jHvvw8KX0z7zO6FZv0h3w236lwrPP1HflN+jZf3yxwfn619f++7/0U463T2IAtT3yc0zpYz6TjTEW87xRPIu396fku82fCExl3sckcK9q7KuPQ5eOcqhAUzuIozv05mX/rWts8d9fbuPDeDAO8IM//ZIvH2kSeGnVwDGgBZJsXx3wpS/4aWyK/8v8yXKhrWXlrX7o0P9Ag/K6CpqOA37TB38k1Kl6oGu9gl/RToxSg3PvAM1+SmiLakta6mn5IR6SWKAaKPRb8T+uL9WWnd0h6Xj+UvEVi9lH7G8ED9frjX2N0bgWGrzL5ybPFCy/nvnzM/6hFNbK/kHt/rOY4bqEUzSSrD/24adPnm/mGBtcI06JX9E4vZWaYhwOs3GEN/C5XOmvHBdjAC0ltPn8E5hKdOrxs5vY5reOmxiM+R3Asb8BCQsjj4w3DPOYCDfsynrH1A164N3fTc+rNnT5+iE0aBglfh16DdoY16ADz8bUwH4a792DTnjQIgu/zDJzK+iPdMiOMlOs6nMuWWEM/Ve917Bhp3C5njvOLeCvccs6057pq7zPn9KDDi2nCaf7pV1HqXR3251PBFcnA8486B21kvNP109zdlx/9fHXN8r0/qE/7IgL2l0+gG2JfwNBdPM8Yb5FP3JcJ58zg17f6oNc1tGt2NaR5eWR5NtZ0uWpxEpzP64/IS91tmpwQ99j/9D72Bf+zbzhA4zzE9orHsCgVfuIv9Yj08BnTT96RQN/6N8xfzPfIS1qaXbVrpM2c/cERV07wRh5Qf5Qty+dppc2D2VvV/jEgGWcXNfCozYbkkI8NUl2E/A3NqTPSLzvVaSOWW1fSSOgwatt4KtSsmZ8G+2cbVZEDXbQcx7sE8q5a5bP5nnGOWutNksr/KHvsFljWmONceakbsUrw+Bb7RCObvbydjD9ZT1srLSxzFxHHf6CiN+7DuShF3Jo35EDzR3cioOcKx7gVfrcli2+5mbgC3XpdCY3+hFgi0uK/bj4Y/pYOqwXtqDYlc7XOq98sqO/O3d39I/D78cjW1QvCT4TyPWJ5EJXo/qgtu/oqjF8nG4zERcCH+d9ZPKcjkc+FUL8Utb+1Xx59zyqMl9pZ31T+JS8qbGLSHMc+5D9OmmPPB9jq3FTv/u+KOU/ZWAw20rHDSGrOy/Hu46NR2MieB/jlHGDX7QNr+i7bg4/ZL9l3MqfPuDDZnrm8qwfnWeKx1qZBzoFh2GbVkTGu3IXTeZR+x9ti1fWI9cf5bXCr/yz7meycjyIBjrGx2/WkmRXgi9g1Y/ip8P5uv8vGLRu7atcNylmLOBzj/o+1pmvztQVXTwxP07W70s9Yu7OGap+8klcnL1eS2Nsw/+Vz1GD90KqPOIMKehG3AGv5ZquYh3b0F3xP1IeIdWWI8bvhNjMWF/7mJTCBvwydZaG4zz8+0PKrc8feU8sLora9f602ZvCX+d0lf6uJo/45S7PO3grufK77T56Tr7D5y7OUd5r4yW5yln1fPiOPm7nZmKaC25d89nJifhu+zjzJefluo6kuvjrI7KiuNz3w5neO31WcK5paYoNPVaYj8DMpgeY+XUQuyr8CM1Omzz3rq6vEIc7Xu+G/2p5z+gfMRuD96y+a7p9bAs/5IbGkl6x4/pr6PXMPPdtpMiDxRAUNYfvlhnppm8m6nJN39BPiV+1zLSxXgXzCob8Rbn24wLxFLTW75TkDZ11TMUSWNgln8l/1Xd15EV5dYSN8L/CJtZUkvpVMjyh3xWX/79/5wH8h593eMexr7GwpszXku9RrPnsoOhf+4HXOLm2s3L6uHaO6SpFe1i/tlvyLXjVDsc3Y/OaCu6dUvT62aID3zbpKjzzDDueyQWaxxEVjJdKYFnGs3X4Pkt/ZVvlX9vPys10Z/6wG8CcxWkAlKTfd0iwAkpl/s2gkIPc1+VpiR43xILfmdFZIht11qbBp+mn+PKnuRThusGqt7/iYJMgWfotIdn1w55siMlHuoo3ZHniAFr0Ww+45IAZJfgzdLSkt/SJrx4EHjqd0a7kz09t1HGaFbvDWzLAQx5tNFVJn+qrfsHH8VzCGPRRywkPPZWz4oTCKs0Z6IZetV350gaPNvS016V8LL+/buNe/rhQLBwttB7Ckir79WHHrK/msmGWt38d0XGDLkiJf3plzxw79FC6Hl1unDSHLmAMvazmwFm/gfe+GvGPPfvfktrJDJOkry4QBJ936Q2fOl60w0+Sif7SUnXGQjk6Na3qsW9nSIOHAe2QrD5Gd67+Bdn9T+VRReIiz2Inv/E7PRl4IqHn9xOc3BVP+grCOOO3iDfld9ZMzRf5A93g4zKtj7UE+DvLMTbo907ug1e1TT09Bgba07XKH7sqPOT6p8kf4joe09S6XL9yMynn+UFd81vumes7ei480U+bb3qInKpAYb6Jbxozg8se2aGnoVnH1ZYdaqvETnv/xemVh2PPgZ6Rv/UGk/unPW0KHVjPlDEmoSf0fhPKGi7LStPWu7ztT3cOe6sO9jy97Qf11T8atPYNIuyx+rxzdt3uaI1PfW10HJSjb65JD/mbv6HXjPfu1ry+RhzEOOf49HE231UfOdxspLyrnfAVM51fdU8Kvbs8wYOnnu7Vb2h6XKR553jGHzy1NR+kQhUrHb980VPRw09Of+NDb/9yZFmqiy+H2hG7QO6X0lq/a+wntVX7JL/yz/rckVbpdzSsY2Pehf8flZf5y/+SH+cNbTwbAnzVz9/nr7Ynk098RAOx+jvoxmjDJ8v9qDp6WtS5COUXwdCBUjlUb5HnPnQSLB/QZNhVPfQQlmSPWF3RIQ85ue11izWVzqe/QaC4Dh9biG+P4JXtiXPxLcEDHVXfHSl4q/7cF28sCSt0jPUTG2Uv60/uV35ZcR4w1uO6Ptc2FMBpQ0+79gPflXk8hVPbO7p3wZEHv8nn7juLD9vrR5geg6na73z6Wg3XfZnlCYvx0j5FsVv7d5xs1L3r77///s/ff/3t9ZyHoJuvXYS/I0fZmmhvC418JfnBk9wKj3eW8I5v/Bi/Eci4oMM7ZR55yXsxb7xPKaENNeNb9bkT56KR/uKxw1/D257vqOglRDfuXnzpa5KB/7GfTv9tcOwrawI47y4Vjtq+5NwebwC1wXpEYFs3uH4lUtkq/hH2KR4OfLVmPSGz89mvefjbH0bwfVQk8D5PWoLo7XS9NdjPvPMD2RaGdoif7WlSkDiF4qa9ASyMkGqpL7Fz3VwnnXfFi0D5zV+d9ysulGO+27eAad+EPZTSQAfzqsKj992flgndbFOMYbNSspFf45ufKEJPNBrzFUb0HEvh+tyPgEoI7YEXg0RuUJf46U+Kht9CJ0bCwBeHxIy5ca1fZRf02s+aFu08Af8IV/oMP431IeOAB2/h13763lGiDyU8SUkfKRtZr5Saxzabmm+DEzqrj4eSVjLCZhusdqjNPRdgv6pE53vyUlJRPtFgTeGqmAeQcC+Y5xj4ZG9G0445Bj/jrGpje09vyxOOL8LwN3TIOFMNecblgAafuWPkB8HPZKzpRTXLivkw5uKO5w4ujvMRDqy/fV3p3fZEmPulu9anf2wR4Y3ohPqWaqyTuu842Emm2tJl77/At6uJJODEYfB6qaabnvY/DouwecjWrFeb+jXmDB0bARu4O4ISuZJQXgh90wUP3xAYMmWi42aEQHrlP3QwP/pZCJtc/JsIU5UByoGjbto1wBLpVIXPTIsRE+pTDfhrounaA+2WLwpPbD4GYKcrFO9sajMUCe0xrr6J8nn//rmw04Rxjv6jvwRfLXodVlTt/m2BM/MfcWUB5gtzyI040e03P9qFpkiqAeJT/NdwMFRKqaJY7k516Rc8x+ZLsO/+dRQpzhpN2Kf4eiW2ic+kyANVv/Zm4mVhveCwZ2P2PRmXY1Me3MP/4d8+3lvB2U+5LoLRDhmh45ZV6eAEoICvm/1CpqEu8ioLmBj1OL/m+iaMiA1inPxb2wir/ufElf675cwnNsyi5auCjvM4OKPfLOe1+J55/d5W9bva5h2L3Ijdvu5P6UYTrQEW8bWziFy06tf4cNGSfnSjvS5Dz4rLuFW44j3Hgto6WR1xxdgyd8eDO8h3egQAfLo0P7orpddqfcLx6FPbQ3D2r1afONpXvTk5tg2afQ36FUbm09a0FdopDB736PP8ZPw0BHV8Q6T5kQdsbN/42CG7+bum7D6XLrpQeycuxJ7hLCL2NhXEi6Z+w+zbN/u9dR4AuMB/a3defxJj+UZ6qfznn3bicuKLRPpLq9p/SC0dm2GKzpufsjfHbyWjXzl3zNuKNdojV+lElHk0+q9rz9CMvQJ7BsW7/2uTUHlUdurmrw7ZtT6y/EfnZ/CNE3759dy3e/lNruuq0X5cD0VJ7Dmrndm+e/ltrecOmvnvcN4Bl13MhHfw+5fw2OSvZ7T3eW83S7SXj3mex67GTUjgRopauiH3yEGe0bz0fGLzcT8PB2dNVfDi209C34Hxu2vDETn/oZXs1SGbddS2Az/wA9+5CMUPuW+1P/b4anou+ideTWelWFhWM459Ocaezz/i8jx1aMk4VJ3JK9L9I4+Vz2bYeg7e1Yn5pjFTfdxAEwcZ9xr/u3qs8XIcZAzFZ2s/7H/ZaPsO6I2NS0ntLCnX43ruT/99cTEJ0XHu9fmLGJgP48p6J8O/XAuu528JsVe3EwUM8vscCPSuy6bvDTMb/Zljd+OyFv04NHL+Ko9UXhpLHTtXVB61TSCJXryCXzvnDNb/Cz/z+N2PiHNHZJ7nmLlXN385xtgEjBlG/6pk/NW3i4EV3Usw5p8zeZf/hkbKTdjyzP7pp/Zqyk7G5HN2kIlQM25atonTE+mQX2voovEp7Crqm9ojJp45r/Hr700T3VVUDg4b5rEiNwuV2AOGzW8yyNnAO/RBF+1Qsr3vlPgsr6HP/BXQU+BfMF9sDCeKwiueZANjvW1TQoiLnQPvzgWEmA7BU/iq9SCxceBpH7hGGfjarOsvnqwfjuHGxJAvfG0GzGXJNnj3J8mYd23QCQoCEB2A06YfOG2zBJSpRO7AM/0a6oCJJOx8PAiDDl76zQj9hsYn+/E+uxTuk07cCXPVqwzRYo96a1uwqwP6oDUTtQEzQ+tNMfGJa03aABoOO0DMb4KCvjWsiJtYakMngqPP8YMwddQ28RK947PiYQ8xNC2CXay8Ok6MO01jG76gfx6BjpsnwFDHuBLjlNGZT1p1I9gvkhnrrlLioSr3VwCH3IxdHO+IwEb8CBy0ihVsscvCfr0rTvK/fYsnpz+3i+bZp93eHudotCpnm1cYAxa6dv6W7xT/8QZo5Bjh9v5BeKhpsZFt1w8lDP+ISdiZ55D8IxvkZ9XDZ7GY4Xt8SNvQHBc62uCpzSEdLSINNR7cMf7W1f2NeAn0HKgyy4GPlav1IeXNhDlVXZbvQrQ0SRF8YrIyfKJ6orHRhRuK8cS++IZ94ePRRmIdf97QCr15e0eO0yFbzk4+NEavHEf6ql/lfrc/YkDrszgo9zDulJXzVZtxDbweY4Us6+eiFXIez4HIOAnPf9vMwP6UNq4YA1c4D/keVv6hEIuxmueq8pD1yXitf9TF0Rpqd/2NrVhp5jSWRe6+qZthbq/51u0xxirjTb0wiBtmeq5W46D9id7K0yEduh593njX4YPl8dDRADoxgbfWKLfR4ld1HawXPd4bHfJ7KhfcSERnXNrYKX8yQBoH8Ww33DpchPujy5mcDM9KJ//Qpzp/wgvfqdZxlBsu/BdzWTRml+wLtwjg9bhZ7s0xJq5DjJGPc3RvP2VjjgPpl+WsCLUvxDfqZ58kmMbKR0CD6brMHCSLv08/44YT9ML0vuZG1R3m+zGvTrK8z3Bif4VzYnLoDXDd/NXN1h827PAKLvc/Z97BJ9t+4LvJ+S7Rxlsm6c0IrX/y050jyxN+l3kmy/CIxp2Y/JYzevictcQUuUXjI7/e0xMevWz2ymZx0dxc8cI+lbJNpf7Ved/5WiXOmbqFuSvVR/4dwDOaFf6gVA39ODcCBha2qE29j5cjMXfu+DT0gT7e9G37Wkue5HL5dxzYsLNTcAhy3WA+Z+EkPuABm0v/PS9Dy/M31uxzusEFXQck1/hGr1gn8dfOLlHCD9zMbV3v52pOalHnMUgOvOBzmH8Nv+9bjvlNWnSZ0B/EAMCete4fAjWddKOB2FVJXesV+Uux4fN6Dr5ZpWZfhJViQvPb5i7rh69/c6zkG78zM2s5/gF6AKAv3qN9QKwAc7t++xd8yoo22iEhTxv3j/82n7CII9X2ccs+Z/Bd1+LhwDQexE9D57xC0nTYVafWc16M/ELcBb7WUD9m8GBWxsP91XUaRD0/SC3r9zfv87DHRZXGV3SDFt3UGWuS2T8MHXPJ49HojH8dN+ZbphO/FVx7Uh0qvzc1vtugqg09/HffuBccxJ9aMMpxoh5+YgWsY3k1fl3AkdQhQR/nU4EiHaoeG+INGJ1CtnzBGPXzmuY3/w1Y6//kb8U24IbrR4KZX+wZ4uGteOhVcnmY65hfZlsd18zQ9ZnsQ85DlPZ/au/kMbQYG5sv0iUuL+pcZeb/097imp/VtL2rDR76f4mFsOVdjWPyqcXodw+44KmzKFIO4+M+7vPTW33sorX5VFLTobGMmhmq/G97NOvSdHR406+jsG/Perr8zgXUVuKPGcy8m6HXrbxHO8eOsSJ+B+5iDEen1UJf/PvDN8/KmXGOI1TmR4wV9smfcZW0p7KFS/o2QoyWhx6YZs+sIYlx4hthyE9TnCz4DLpQYrTRNxNd+STjXtXfwyv0le76C574BVt2mgRe9IafjIfWtTJPdvSCK68wR/G15GqENST0OY8H+C5lsuZu+KyuueADdIPvER5XTH7aNw/4vQ0LwEFjcab53OVGrMBrVXZdPNzjDVV5hSRyHd/ER8hSGtHNaOkt3j9+xP76S84vJL2VQgfYMb7J5YGq8ZPGzLFhs8NLvsMumauDl90UA+uDDsrAGj6fqVzmxCziS3tL3bdQTmkcZsIOL+C+/lT43I51s8KifdSVMRv4tqMGiIKj8x21oxLXXFmbegK+JonA7SYoeLDrDvECR35hQi+69yDJlSIEpDYkFm6aFF2/Qf2Mfwb1qInPiv/AeE9NJmiCsxlnUk4Jw2MqjNWFENet7XRVp61SE+edx7P8Bt179bmyTT64OlZ+EizgFm0P+HCFekOFKxWtX3a0MbdqfIWbyI6JXHpzoUG6Y4ewxyH7xDX8wwMWYbfk6IJH0AavQXlZ6znPMJ+Y48S85JBljlZeanEbQTbrYOw4eY01Tr6IfkcqH7NvK95oB56sMY/b5NYNYOf8nuAoWklO8xhjUcYhcv9HerWo9IYm45RZrWC5X/UDjvmEDcqIsDFW0Pv8MDBxAXys6QbJwdoRPrbCvHyLFIxLcbg0KVJPExlxHI27M1SbV41FUM1ixVwndOpDkMrmfOsAHx46YYWXqA5jLODiCLzYSKtb7ZkWe0KP1YXELBe9FqJugbTF1qETJenxyFqTBVS60Y4LmbONmXKuS4/VpnfCUk5p+UQ3PWItWuWSNtgTcW3g7xX9Yu4l8r3vg2fYDP84YRrkxNmAqBZ+yxdS13rNVC2O2joRPIL/yu8OW4v3kBdv6LhQW+X92W35fO23GlvY+cvtUWqxDf1K/g/PCRogm49NsWn//YCyzO8rkulCyRXyq/1p/j7KauSVNeXKn4JNdJN85uc6XpZSbOIPvz5OHw8yaWTtr+yLlvIWwNgb1rUjoiUe8iP3Pa7f5KuWUyYV3H/wn3oeaty5uCw72Q8/xPwXIR9i6w1y/eafxcUqlt/APuaCxfCO/08b3y/2Fal+oa8NM9cD3iE/84gY+Pmfr1/+sr+v9vydBD4wFzOzF+rE/NYnNldttrkEH/MTWeL1+uw4EXDZldc/5n/WSLDYj8StEGt6vAXjPi8NDb9or5P3nVmF3Bf4iq02hsoVftT9T+awrvt5QKS0NcItKAyy/bcI34K08tkK9qww4lVjoKO289gExns+sQG5j3G1mOhxEXGin3zRzQRG6y6/vC/K9R29rjtkGex7HBbfB91J6XPALYOJdS1aWUpn2SrgqRnXuSoG7V3UxrVg8fHbzYd8g/Q1fdAh45Wy54onmbC2ky4qmxHPYdFog4mlI1fFNZXH8w0cf1cp28i3pzr0uSOsN9k58UzSlxdjRn/OLzzM4Te/jZ/3Panf8MM6gtEgz9FBE725D/wo8/y79p/4Encznxxzo0cuQ2tuxF5LafQ2EUTj+CZXmjo/P1dExrn+7gfyFSSt5B6S9nMblELxTDPnF3Q939P5A3a295Of/aGvJvabbrAaTP5kfniZ1Mpj0+stLdSYSGRefdUHV/yrvF/STnN5fgP4XdKTgC3LxYmthvGZC/862eaJoqAfwbCV3zq44OPJgFlpfYOfApPg1MVHewKDVUk97c4U+GJLIEYdWsNV8KYboerfHSNw5oUN/CxDMMmPhBryen9LtONGAhyi7BPCbWQyDhzesOLkxts+vslZA73VbDxssyQbxD//xZNY8lF72yltt4YuOXGeyZkF+yaBjDp3bVtcwEQ2OmeCFaz3L+K491lljGNAkWMOcEDt77TO13BO5pJoNeb9JM2Ix42j4ER8wzcvevQ5H0ukJLvguY47+KxK2YZOc3/oKVj+LnzhQiPN5yPmXegUfeC6vWXjIZ3Rf+azaF2M2UQBrlTwenvyekK6bvRxv0Y1jJEzztD9ArElPPwoXNV1dF+19uxfGcNcj/mpKPr+7cd//rKn7P0Ck3YYojU/a17pCdjx1HDr6rwl8ZFjY5/xk/bahOQ8Ls7YxfpA7OZ4fkSDK1zy+g4v8u3wdcZzWosVdMx9UQ/fX+Fhc9Dk+RHz6cvnNlZVADHr8NCxotxtzzowxxQzaw5a3vLTuuNN4TV+hR7mCYGQEPOJPPkk0n7YqosF4Bz4JT5UZUu9Ycsajy22uga6YtT/1Gz5ywJWNxnxiaKYE1+fMwgqZfat6+mKmCQzxt/0lUgzJOPBArtMlX6IXOvzDNsMVKfaVzS3cgyv9MjzT/3x27ymFM4Qe1NBFo1D8x8942amaLFp4M01eDiucqT5RjRVL/ddEzf3CTjy3sw9tab5k+ClCm/XJ9trePQtbZI/Cv7M2vzImZh1HHHlv+zPmXrVUr5yXxlf51f8Ixhy3J7VvOs6a68ZgcdviWWZ9AnG/ir3j4cCM/TxOryzPGyAW+4Ddlb6mpp8cYarvsq/y+++WnOgGxsmLMWHrbu8sT31WcNvtvhmV/KJ54p10m57yjhnGQ/SnVC8rStkBrscc5OAm/Nvonmi4WOnVNVjnVxiQOKbgXqC/55k7H+Il4ijyPV2a8/GPnKocl74LOYbPD3HeWM9/txgEX/xhr/LM/9ms3L/57avRq96OrV+8xetHitDJ2gi/yiew/Ujv4UNA05blFfhjx3I6u2UX9FAZY6FDKcOnx4fLXaCzvJ2u0mQvzI09I3x6/KfjC/R6/ff7qZ/5B30V3zZUftHe/gfWuUdj4cX5mfEmuTCdV8yFl/sxq++LeKLffuKRbIRKBaCwdB3zSfvT8D4+el7W1/F6/wGC28Ht+Eyt4ffVnzhvyvD9piL6P0MH78mEGocRfWxIcesEOkb61fYxx6MubjeXyHUx2edfhxF/ayn0ERJnp2hj7a0x19Z9wgfxqHP60a8gz/C+1FczYk4fwpKteP86cZkmYTJv8zt2Pc1juYwy/2es5rnFC8+GZ+7rjGJbQ18p7mlryOtvs00nF/4PHD7LaCMxr9p0RDZL8gvX77+1eatOETgjfljM9VN0vzC9iwp10f8Z+hcJ7C1Guumw/CP3NfSvtkXY4ONy7ZwzM/QhJ6DP/Ah/45+A/tQM3lx21f+n/UDFzg5NuDMS9FEfIAH3XOl+GGv6qHTHV6zfncoBg5j4nvs5FLZlO0KPOwVfdyHCJyBKwzfb3sFOStbnrMVjrlET0qtgzo0H3RgY7TOPuUA9DrDe28feosrczkuzsivBnS3p8EpOmZ6NNP8jvVK89zym64FXBx+zbjhCP8OzQXL8L0p4rz7umtUtjdxszZx7tem2vlbc8CVKO/HX/oOVn4aTmMqePhprN8rhvhS47DKkcpL/i13xt/9u3XrPo7i2hX6GL/2ZCCyQy8xjn3XOH+NeJjxhhXS61OLfT0IpOsjZoWPpLDqPJAtyqs7foPzvha0+DTwqhwfk8ZilhURsOf+np5Y/1j7gqfs9rG0QZx1SjJbvPYbwFvERPMRVRw65G+jbi9+8jWL3gTc0170sEHZofWktkMwuGzUD0Hr4IK1N04+hl+OSOqjn16fsC3tABvlK74otCHIZtbgvquNMQ2M0HkQqh92Ox7/VjgbF904OzvWPjqjOPZlH+aEdMRcQ0QvOpUaI51o25eNWWONv4IqEfmNQ+sUj9kuJfdghqzMYx8HWmjsUpfdjAx+g4eUZQ7EV6Syec2c31/X/NUbOI/45v1amD+OZw2XYhgTjYGOn/Y7yxGeuvH7t8P+55//sRyFv0OOn8Tb01e6uAUPRz770PhY/238xksLV2xUn1gHGo9nCuXxs5u+uR+bVBKDkin6vB5oTszrx7xxcp6Gc8SbLYj5NMPUasN47HgjBFthOdpr6R5b+ngmESHkF5fLmzCHBU42WUz2C9RZyfBFmK317eibOl/XMsUzNsI5rmL8Y90EzjhQSqb73qWH/Ngciqf1Wqf+ZVj0qE8nEfN8m+NWG8o5dld84HevlJ1hq/I3v6G1ow397SLQjbhy3OYM1ce8Po7LTt4VXHzzIVuY+2NMMsYfULcQQjf0p521W8Fqv3DCzxY/lrRrfGf8ZT3C2Xks+wuQ+fKwnMLnqim7sC37QXUfX/nwkBuuuD7Yb6H13b4bW2+8+bybQ+1BZr8HnTnHnLjSIuIxDM1+v6J7uZ/xtLJM6ZdZv8zA5pXGXxf9vl+cR2RZq/g16zoK/QKQB6KzTcqOeazk+Zf5HDEbR5s3Op7xLfxnHYfOZUkKgZtP8fqVR+gWeZHc9Q75H2VH9fE7dK08fIsRd5Br17Yte/2fSvvjAYFfPJymH/PntTj6FX7eOvNNHa/EM/b/m+MYN77DhpkHMUapeJe0aM+4aHFWBl34POI2528ofTxfC2tYeSl58QCjzqkFumYe+5xxjlH3DT7fN4tInJvoprHOtydVHmpw7UFf5wwb9zmNfnMqzpUYD2J6J0z9XK4RjR5j+d5uCIfu87nXjs+jcPQ7o2Mur+LijO6xvu7ARhZt+eWOjmeyqu9H+zrmzvjWvsE3emjndaiGZ+DM14gq30fa4qefztHx2a7R3plXjvybPqRv9s971VAMRX68I+PZG75hw4il2pZNGnfpoLmsvKe64vqZayTiz6EcqPOoaY7cMRYGpcy8S1fL1wZ1Y+gddgOpZfXHpGtFPm0znmF/5oNLkKVSN389SV+reCr1//TOT//1X/81Is68kR0v5+iOvl/KV3Ab5i6o+yIcK36/8797A6YvefnJicVoBN/RUeWrnzvewlr1D+pcG5uNDB31ruEAWa1OIvxV4XETY5BmPNXBz/CBPWr0c0GFC6U8ATswd7WdnbN9yAku+am9wKNfX9/gD9+2nRbwKh37Blx8NFtbuLVx53cbK/64YRj4yAGPJ2BoI4cNDe1t2d6CgK/wxKvzQ7+WcNkgVf7Chwc4WSb4nW/rhIabppnmofrF/LniNc8vbdztt5bsgjxw5hNt+G3t8WytGwqRmRW3wo14HbGoNjjBUzhjfqlPMSB6FsLgwxgRl6JmFQj9e4ypp+kRMvjMerR4pOtQtnliftZvAGte6xqGnsLSwTxs97cd9srH8GvoiP4DDvfQi/gi9mobbPjQdl/aHFapqfz1q8Zp/L6Y8Fwm88CS7Dd7Q9i/gU1jY+J1kYv5ywlbjFu6GdK+4gX9XQ89FewXgtBmXzq+6ciNasVjpB7LQ6Z3tYt4PXtz3qU1u2pci14je5QX4+G/9WP2f3clAiZ+yK38sFs4imfayqFVd+H4IbusIlziq/VMRdALp/Ia+XsrY+K0byC/8lE7bAlZkY/H/OtvKLU8u5OQY048FUdZVvjADEwHoQOefwWMoaxwWScSea8yVzrgpYoGIfREL7G7HeftCoHG0gdUxOYP/Tau1nzWf4HzEX6OGHD7bX0lFoUXutj8UWJPh3BqrKbuN1RneZXhT5t/Ms/ttU43tSJZO2JsdMieiPcBE072uXI0dJTCDtoYI5uxpT34xd6t5f0Ghn/ml+XqBvoPGyc/NGymAzRqQQdsN6+EqwPe0AWUz3PfgqWS+F/zyZhRz3OCNWX47WhTjW9o6hgMu9scaevCUYN7EMlB16VtJe8gH+7oDTz7G5hwnbeNp+bLt+/fprkFr5fKoie82PPozZF6KP+1B6t7V53L5IAZHhcUOpFVSlrIXU/Xke0MzD72BmrX/E58znDFGd8QNNTQuNSxZqyA1/agXte0/rBHXWMc/R94V3Mw9r1rngENXedcJZj+sEd56s5xZbf4gRP7EE9SnbXiKeMM+ZE3WXM7gVUyTsBbflBMH+L2aMeRPnOf/Ztx3T9NoZFvMu1cx26gfhNRKmaftPW348Qmk+a2rPJ7TrJ1G7mur8nK8vBPhg1ehlv0mxRY+nfCuN3Ar+hKGwbAaWtj+t3kf7WvgNYe9qfF6nFkA1u+gF+8EW34Z3Z1IVGRPyRfD0D89ddfnnv1YEw+DvrlTqvXXET3yEk77cFclxPfNcoSOufjot+SIoBup8a9H1FnH0E89e42KlxHGXCr5fhpPBkn8H6yH11MfOlS1x/obpVZ/i2CgaSsxQ6OdXDMm5Y3ba5x0HcVJ+Afy+zzOWcEbsQP/kPOaA9djrwFOY8/8YEn9NFm/Gf+AzfWHxsqm4NBSZ9K9Kv8gYOLzEfLaz6zX5F3pBv+9RcTlEAWh+j0wFw9L1+gdhBzWDEV5/u6uaYXDoZM5hXzFhrND3QVw/wQrWxhPVUfBzbaVjK+UY2OWqZ5rv0ZMtHTp6bhiJ906HzTuMKSvqyr9x3W56CI+WJ7ksW8h+cjZfCL9Qw6t78NI/OTvlqyngKv+OQ37NvaC4NSsv8s4N6EnwAxj7Smectxcr/OeY7HiCVwKZ1LMDuSNQi4o4wOyPx6vDXoH37wLwne8M16hn4rxOAZ5wysl1yHoF3zl2LVrgLZPj+SDnoF/yxXkJ3sgcc3AaAf85A2c4P2WSld8I909J1LmmtL2s08EW7mB634Rh+QKLMfNLV0/dh1Mf4qc3+jsFz2zV/GmjlZlBn96fqbbDryVRxneWMMIrW2cWvr/yx7jMuIdejjekp8A47xL/SzHoMP4zH3Syp8QwPh9dgz+z+d7M/FC76izm3kaN6cHyGf/AJu5ivYVf6A7vly+Ard8YN47s/fB92Z7O5lMUeACKqhZ0xe6dOErpP6UX4nsfAoqwO+/JD/KgJ9Fb5rZx8L5xF6ki40Ku8edXzv0u3wrvit++/ru5P7b4EzzjUR/hv0j7F7j6bEqKWXKb90/xhcRw7l6IsEJnq14SPc0I981Rio4xccyN6Jkh3ZlhXeVb9ZuCKbYOEjwywL7YR0oyE+YqGNduepwcpHG4MMko7I1tiQm4ST23ncZvqbreYs6fjIZu8m98ZTy+DITVGrC2hAwQq39+Xz/2PvXdQlOXl0zd9Vdt/K7mfu/+bm2XZ59Em8SBAQh8xc5XL3RNVKQOiEJARxyrwlbrbF3K5MZM9q09qXdU5GEvLp2hzvc/tdecTcig/2QeZcikahalY4yQ8rziMMORWq2Ca+K3xfjzlzNp49bfZoPLNc6YeOu7hwnBLD4hi6RIxoGsEjpUVtBXd+be7N+J9oZ4rRjGJWXXOWXu7zRvJExXmcc/taemJUWvdZuH9r46S8V3s3jnZSmEO7/hW8jlV1/sCt/e7K++6ExWU5yyRkTJtL2icIbp9I7iPZh/07Mj+26knesfdfAJG97G+IDYFy4h8GcfDxAePzAOkz6/h5Kc84vqLPq7ardGe+0Qh8bpz4bzXKK54rmgqr+gF/xT6ifVcX5H+yHHVSLst8NvZ9UuqR18rOR6wjZN4BS+ed3npIShf/d/1H7nFO8vvvcTH73etE8H81fqD/dHlPn38mLvBnLT89/k/wi32g2ejJhvBNwffj+D1Br85NSZU5ruLrqv897e9Rz2Oc27L1fv5rbuT8uCcxsHTtuFISPk9tUr9ByfekjZH4V72V/ywD/ue39nuWT3Rd4Z7F4FkfvGY7A/9U6Q8BTZdSNvfwXxI56z+3X2K6IIp4GCLFsQKu6nof+Tl9JDvlP9yGua7/Gz/q3PN5Vww39t2zDjd4wdYc408w3VT2G8sgvFS2k03zd8bXS4yWRKu8EA9aZHwtCRfAWT/f3y3On8mrYrGSD+vdfBFN76vMICzlrFNtdx4F/39z9XecgZEo/Q68v+rp08ZCMX/D4J7BODWYg6rBG3gRKwP7+aL/PGmv+gdm/8IG/tCFX+rhM5LE9aDiKYV4qv7Hj//rBOTB7n89VtKfHMmbQXqyTUd9ouettx2nJ2p40iw2Ri7KP5Db9WuTfm4nxdfUsDkPd/X214i7z3Wy433CM0wtZrbE6S3vNj+Zb5pnWvw0fvXhB7hhl4Dr7Y35CZs5DwQl/Eb65A8cOZ8pyU3iNutZ+4q0PjcKzKoar0aWC2iMkyezq53Cpo5t9on56/ROEnTgY/9R2mdbutFUb/zK1qGPbMIbclZti6+//WtN9wmb+vZWKxesmc/+5F4MyfFzXAa0sQ/tk2HpyVytEWQ73swVhBx2Qn6rS/x/NH8Q78Sd3YZtPEID7/e5R9ygWaDV9Ui4Yc9miFvaxDYf+SLBVitybFDxwzYRx8d5OHLZ8w76uX+UE7zqGNn8gkc715ZRvlqi52a36nMbXlDWpx9j3oXNoAXv31D2sRFmTWmHe6JlTsbJAPNM9lJdeMTAPF716a//Lu+M8Au05bOrQzhuj5YFoh7rkGL9eCh2mZ/H3goZ5Zut/GlC8Yw5O/ZXynFe1vgFK/SMFnyA1QtG4N8v6xo1Bc59Jo7J/IHs8PABDwatzNyI+tjMZs7PzRe5TyjqB6fLqX43U3uubL4UbuTZtPFM7/1i9iy1It5LePqYixk1BvzkiNLPfi5BBzTe+IqPG/u6mv+uVKjrkcxLnCZdjaWEvlPDd8FjdFDa7yg3+06CbVKM8UA7tyf0jzeHOBm4x7jVj25Dd2mo/w5eIXmzKtuPfoFhP7eju5ygz2M9jqvlad9LsW7Jl/f9iR6fLLGtyhiD9Ln2yys6RP4047X95B0eOvfVafbtC+M3csQduU9x3Go2tL6ns7q/jdIYzfEw5lXFht4ss3G2ORH+SC20JMw89PMQ37+1r8I31Lk/qa9r+B/51xSfx6j5WHlSf2YOs6l92FH7kS59tYfTl+vF+ONaTowj7AmuX7fLhji2Vl3ggA2IP6/xRvyGlUJV1sHYw2huewDlOGTYN48aK3PsqU+ee3Z81vZrnaRRjh0cxhJ6P9P6KTYyn9Il/hM7hQ+evP0rOfo2AeUc3/I3P+r6F9+ymLrkvGRccU4V87HbU2pompnp4zqFOOS8czw/LTEECd4dw/xI+h26dBJv9JjbO7o9XLbP+NnjRe7BJnnuYLqYAcSBvjMetU9zWmsKR/IMyMzvA1McUdtSMkJO7Bnkunr9TjkgYNhDI38Sv1vRvSPf9It1IDrCUPhbMOxTY8FxFVOba5jB6/gpHhqX9tTwQ48c/5FO+4PffstryEcMQbAPpcYiu43x3s/zRGLHan2MnuMntCo1DrGXfdxGZg+HTfJ441/c3K5tHgQv6Re+Vv98CL9fO9dGxw6u11RcX7d80yd+eSjWtZZxL+SbvyccPk4s4zmS1a6ol/yha/ZnR9jARlX2+Wf40See4TfoBfd4MZ1jvkhJjSWU9TXaSMIe4Qzh+W84GxPiS3yujn6OcoVo/RHDYUP3e6Op97PO2Mx6VR5ndL9+X/hv+A1gBuuBLx8fY+/XH9f/AA3ruWMNdvdLrEQXo6yTnolqT9GeJY6HiwMTgZi5UCi7kUOSam0WlER8o4YMsUBOZVf7K/xuvdI3/m4H27mQvHFTWwdGzqInc575ZKT6Ka2IsXdF1fg78srYGfuAR5mGIcbG/qANOyeuQ+tiVrpiwRHGuX7B+cEnzjYS/E0cVC5yecR525B4J0lWilL/sH5ViTfqemrVf9O6xC++ecS20F9fKJMtLIeZ8dymf8pO1T6R33byuSC82oiJRhYvIdLYXG1g46KN0+OyRnmnUBzH6dE5NvF+jvVP9Fb7T/JbbuwXCVt7xEp6t0WbP4ql2oZmZwfwwXu1rPxjEy7/vuDYVxWY6dxmGZWKXeJ4Rr1qK84i71RMs78HvvxwPn+gmk+8OLmifyzTvyP8nVaceGWq3ftHruvW65V3ZJ/TSifPg3uVzhk87r22b43pJXvZxfRdzbcZf55nukDj4zVEy5Qd3TwUea3x7h1fVJE8/UeXLxLT2c5zoHc8rSxz4lMmvzJ+XjC6jMM2jBFP8a24UiDdy0+NjReeultY1vOnxLmeP4n7Xm0cF7xCvvLGuh+8n1+y7MnyOpoZo3HzU2M6n5PYf+df+m8KvIFW9RF3xnl5Me0G7yNKWu3Kv6vzBPipj/MJYL9y+bddHdaFNcZ856Ji3Qd7Pm8DFK1u/v7++x89lmK+jBbI/YDmEn0ZP+zj0KnGAdg/o6xy0SXlah505RNcauwxnFbzK+5aFQyqjJ28yYNwhf+D9af6BAlewq46YED42Q1TyOxCDLynVjy8VvSBTAsAAEAASURBVH1WR0PuEGy/vryTQau0VR0fr/ruwCo9jqx06gdOHM39tNf9xDjzD+yvKkNeHdddSRonvrpLk3ievzAVYGtjlXmaIum39wIUST3XdkCpKH7xQwF/tDryZ3RW2sLqZqmT5aFkeRM7jqSv+Hnk8MmW7Kw/nadHzgi7R/1TkrCtRWuLndH2F3Ie5Pzx+toc3Bdyenfm4g5aVpovFSeeTHOcS/QXgTKZ1gbZLm5KPpAjEzi6XdXSpgxbOsP6VdsPeG7GoX2P/Co9PZ7mBLKh+5ng+oDG/f2zbBPjivHpAQHNm/CJxvoont8a8K+VP94aypvE/QawUq1vntwjMVkq7yvn2PvBhs6FSns7xdtyeTsON+JI7a86o9F1AciBH/xRYC6v+mf8p+3gj91I2nBZvQHCWjkMSf7wA2gsNvCDf+AwdrVyfML98ZfRe+ISXHjgwlclMKt+/IB304sk2uTMJzS/6XFXOxg+9prHTTvYmIz1jjy6J5nYLi6wS5j+0LOR+KQwtn5T0fpcIWwWTengT9qI3rNj2LLq5rK6/KsLJCF7+DzMn6H32Oiyjl0OueD390Tvw1IctUWa3/hkjGFLXfgL+2HblB75xW3lIU3yF0ZuVEUnk+vEQaZ2czcmgjV3GCQuMiLfUeSjHvZRCT1Mb1tI423I8N1KvyYmCuwz2aHihOzgjdjzix7c+A0dxCv1F0y2G/WjnzdrReNHfbIK2FCGH6CHLygdnqrQZSUb2WJ/V80+bKDmBV+sxUN2dF7Yq3PB/u7swDFbhn1q/C8VSC7lCpli65uPG2sb2iS335gKsYYQ/HlysV/Eb37lt1EZi3KB/PDDAj5jravTK8f46V0nlYhp8dWNE5e5wJbGXLZZdDfQ6N9Znzpv9jxq/BWbOkE3YCHPC/sA3ffWSPmNz3LehM7QquTGJnzowx+UwGuJzEpb6467M4T0M0OLx0ij33fWb33+3vwf8VPl1vpA6ycxYprj3ImHxzAG6Mz0VS/ZKOIy7UU76Fe+Ch7ah8UTsBqH9Epc1r0qa9aL+dLnVUNYw3Pc8Mlyjq/suaqFjWO9sFE128RvLKb9zY+Dq5CX472SM/YzFphSwm+Om7A3PPQbxzoG/3o74Km3o938QKdzdGSGX4+4kq2Y+m5framdC/jCPO7DYtzOy36XVYdFlEeS6sN6Z6Zxfp5z44FD+uGb+7oxw0WuDdvq0x8gweQSZId4678O6eO8re1vcrS4iF77nO0/nUjPY5ZNgDnfe6aeckeXvq4wv1e90zrmC63jbRRpvMif5ANYA6ftpdnKv5mj6MG6OOBZY5xLc6/Zv/lh7EldsWX2Mx8TUmuBD33GnCJBh8ZTfQQtclS6zqaXKIAbEajiUurvVhlP5X/F8yj/tTxwJed5Pxd15gs6wK84xjiUm2WXvIES8xrqHL/7yjvrJKff+JhZ8bfzPswPeN4v4S6KdXzc55VrfNU/6cffBtNgDM9jccSfTjedgd/4tY4Fegq4qn3AXrOIMdLNmjYU91NBjO16YI76t3Ebgbvd7CEfMIsKC8vr9ht5dvNXv/uLtSK+tAcIiM93F5BaES+VV39TzxcOydQaViOhYj+olxy6pCr2l16xf2q6my7aP+kv92YTl8Jf9vrN8p/mltuhTMqwi9GC3+XGGPNNl8Dpcd/EQT/DTTHHsHeaGuZUsADgoKmb9XcGf0Vb67X2F7JT7DOk+06xMw1irLKF/vQmaLWLzUizhvmu8Xa8Qc7x/D6lTZGOn/BbIp7U8EWODf+xX+A62ZqJ6HO+HHHu9B+pEpL2AyYbpY5AVU72qF2lPtNWfxS0RRVbLbocpOtR2DF0DF0tcohtw0M+O16ua+d1whyHXyIU72JizpNcZPngDeFOU/pqtdKLbce3+In8qqC3t5YtL/Y+w1NbinxrY8yxVu4aa9hg3qczbvpHqrGlfO1v/LpCY9+TFnsPlaS4v4wn8MhxoS/9w/QrwjpNgb1a7WFShGWMtLxjerI2KbZlt9yDh86jfOKzBMuAkHElsPjp+mX4JfnNfso2zOAvfsikby7HfnzPdQJhE4+JmbXKreMNGxzGJBroBGvro8ds5NwuW8FVjt11iILSq9IBfNnlx3/+jHhve4iOqAr5uAO/2Xml8rllfFPVx+O5OvQWP/3ZStEpVNGOJuKl6Y35J7y5OTD5iQ3OyxFJHkj/0JNzUvH99OCmu5nM7CbqsJNsKwvib8VCHMRHax6KezokX8nNaw7AKXW9V7JpH8Q9BnxG/zOxkV/yWv2IG3F5NZ5yA5hANiPYSjIHxsj8q1sy3j0Hf7Um/wR/xWJfwNqqLmtM17AuVJttqIllSUtgPwnD37A5D9irQILLdTnLwc9MfDjM+gG/U5axs8EeEnz0s0CrjBuad2Ue+XsiK+QsxGttRc94Gf8a8w5US9v6VPoO9RfguM3jYvE6bjBUbJ5iCchFIBcJ6YadqGsjRF3l8fjb5sy3tsjrhM3/VzbafLCrW20Gjiw/ApEtFBffvmseRuLWRjJipcZBxNd5DH1Epc5k5aeQj686qlWkn+AyauoNxIB+BM/B8K0Hemsu52dDq4WcbgJ8zlrJBvOKPmIl3V1Zqh6bW230pP3njrNcjcwzacKR/T+t15nM2334TASH+SPfyt5hzzwpcnB8nNIXvFZ9Og+QLXL8f+SaEOEjQ/Vsq554P6/G/Bjn16vy64mQ83D7M2/DXz65FgKwy9y1g3f+w3o7U7/Svu8I7Z+4hkN40n5F8lMaxcyduHvKN/HxmSD4MXtVYw5sdblvTmcsf5PJ/67GtLVWF5nZr84nxKNW77ekR47N5m3X6n3eKw5fw//afytd/jWwIb+v4/N0LKLv+aPa6pSqz7nh/KnFeQ3ZvmcQuy7nnPervbmWFA6aLDZnIpZjn1x6/9GqXwcxDZjr99OEKG5iL9efGifyeW1/1iRaE4gHxvsreGG61vnZQX+YG+vqh9l2dlpHvn/7XvZimi9a1zqKV+o62/uG/MFFv3MPL/mMoj7Qej6rdkK3+6+ae42YcY3rcs2pk0EngWHzFQ5jmQhuNrnQ/LHrjN35UmCl77Vi7C3sdprFmfLPOqfV9aXPg2oO90EDfMX6MsT39bgOGAM9sVDmh+vP3KO/5OMl/djvD5qZ4LjGJluU/oNC/xwgzo2UV5QnON+rzjzXrV2eHZBq9O05Lew6cLnZYIIv0Ps1EvpiMtP6SBnzOEZJToqbo3ETVNcm/bg5D/x6nRGI499+8hLk4ye2E3QfV8u918go82N12oRzp8k5yR3cJzi4l/QmObqZ5nnT7XNX8WqzCw18/huO89/bN7jUCNf52AM5zgB8ygvd3uyOHF91jvHtYsWvqzd74GNecnJe39q1Q4tv4v8dFf3+jKnk5TuM3qD1exknbl/tnzn/vy82/M0D4ffpPoEp2eMAY37dnUuf0OHX4PE7Qfu3/R5C3zeZffoTrBb8Sjb6p/9MgnP1FcHNwCSTTjAavoO9Ys9Z9bm5Tgi+qDnP4BMbjOSpC+d+NPk8ATLK+bVbTKbuG1NXG3ja93xQxmi28Fz+tzZ5f3qHeNWkN/NEVuHSq0oAf7VEb9vEDn+lwgkAJwTwEBzYSs+qnyLld4sbTubhcVXWMbuMRch1OeqzqwbR1ph7oF6J+aJ+nm6SYpqdofxh0/emdJ4oZdFzb1swdb9F5mx2aRdnS/8oXtQZL7NfI0ZlY8s5befT81BjBPzM/nX+uJf8ccvqL8sRyzM3E0LeGhUfWvAP/W0psbMALigJMVRX3rRGS0eMVfr/ZV9jzBOEggdN2iXoq76O8mUf6IAAt7FyhgBNrZiLkYPipp7qQgg94eE3A+zkmTY3AH2Yigsn0vjDMOlP8dof7kJ7ItsPE0le7/l+Q4oem24H1xuysZ7IhzHwO/Qzb61hPG2mi1h/2hul4WadYNpM1Xrq/CUj7DfzUFuy9/YZ7T7jYV97l2JiHXkC4EwHnHlAXgl4m9+VZwt88cFWo94tgDpjq7Q5huxKCwxetCv5WM/xycZ6YvOdQ/4P2Qu97zIecsjev2LH+Dyey65fOYXJV+OTeJeeqoft9ophR39y/YUh9TdoJtodfK/J6z0ZT6EENqOcOSs/n1s9KWYe2AvbJ+a6VvcpYCjFwQf+V21o75dtYVkQSGbKzflRUdlPso7Tx56Ldi+rTVt8R05rF/lkcHOP+NYD/ujD9QHtWLCJSuadpxPdVLYxaCbX/aXzFnudk1gRv9Wmdcr+oUwVfqPex1vShnRGX8odq1fl9o3BgfHsV9pFwQPNHjDvByPP7PE/1jPkwBVX4jLW9Fh3Y4xhU3k459GKQ4U5vZtKASI+QX9c/yrV+/XX/T/LlvKv+Xjm9Kn2PDbmAnBKwbXfoF+xHfXYv4DX9VJsjGmid0WFmJ/AH2rWvfqHWL7FRlthLf1l+b+wz1vi3ib2859T/x1F6PJS3FgLQsgPsdFIlZe1RmRMKcePfI+0bc6X3HPEEY8xvrRe65wT/tqbr+lG+Xdbzst5Hinm/HzECAh7PdlDf5wXc7lrS9fOs8b+On7y5IihVthgMvoR7TGkr7mSIT/rhOmNI+hlF9MVJ4qfHLs8ap5VrhJSiTXZ2PYYcwyo7ZZrbMMPCwGKv53sEptOSfvJeQs0xiB1DD/lfAm9sn+h5wYk1TUf9Ba+6GeeG7IBHOv5AHrQGP1TCdHllXFVPtS1H9Ic/GGxE6Xa+V4Ub/4il/Zq3soDvNkLfz+No1HKFX3pvl2VPMnQH/Jpi4nbSfFsf5pmFu3O+y37lVjViwyNYYnFkIHNAuH6U7t6vUmscThbjcniL6c0efm7j1ccOQ+t3BW/ij/F7/URsXZ2vSfmgzjlOcsV33ijUPLDFlf4u/5qw/SZeJonTXVg4O3ayV/+avNLfuzqNT8KseUXjVu2ly2xD/EveS6TXGSbKq5tGZWLi7Up6g7oH0UWulgfunc0q3CdD9jTeQN+6G0PKi8WTJfrY1Ue+NPGlXNKclvWj/GiiJXiVXVWvf8GcMNDfiHbVjnv1IuqOvtFbpWxJd50XNL2zXDEEzq4EYznit5JiBF/WCp8LFzW8pizgvcA22j4tWD0j29CCV24NkqfNHDdzfEVFpqN8cs8Q+sYJ61ft9QcrmOj7itdDMqM0yezVTULdFBG641Pm4LG8jAhsG8T94aAfyUpdsYhDAK4t80HnzCPgvWbb+os0VlA1GOQVzt29U8otON9An+s5wmv2hWJiw1Gif+KdFIf4/rnGkdT9G4iwu+jvvuBceN3j3Hek/7KjZxks7DPcX/O7YVeM442ltpynMnqehr+Gd4LGjhJ8M+46PImholHYpwQvqjJmLd6KXn3zcJaCb/WMKYVt+WO55rLDhqM4YW+O+xfF64T6l9XuyvNfjn7V2NaEpR+NTZeucAk+sp2bROdAK17VlDppX+7vOtwm/Lk55nH6sQFnDM98Be4Z+V63Axyzkc7eORZbbLjBt153j3Tp/bhU1tFfO1gXMDBBW5SAX1pWS9mfqmgDzJ3m5l5OFm7wzriNzFnu8vc8s3d40B/l3DGIwxn+IfaVzvvJ2M+VQnTvTge8sZZnjiVP3Xin5xPE8IXNJEp1rW+as/ihV9NR068uy+e+f2cdr0Q9p5E/ITdKIFX7itY7X+1jkzRU78tS85jDryqwEBnM9e2jL9SfsYmVc3QLyIXW63wKs2/sa75qFw6j40xa0zrvjxv/MpxR574XABqXPrHfu8qD2nsyuGi0bG7caS+2U6CXR3SRzpE+eI4g0EXJT2q/3rHRUX7jk/PS8WX1NOffR70Qs+d7URfjx/9Tl7aCh4V739KPcY2GeEDg3vXZjt/fkC1gQXzlHLotEbETdqH61fge38PonoR5HNr/KxTtCVrLaPGui7fxI2/NW7w+jU+pSrzedaIeKoWnnHUrmNf9QPTHkFHfEVtzvWAvvNJvn2Hh2iJuU/qdq7Tue1shUKlgY3g6BgIasf8HRCXDc5b8O8S6R8AyhbSKW7IHhVQX9qL8R/xZsjVufcu/mc+n24/tX+OPfYWWnu/4kCvKm8lp8bmHHv4knJNX/0ZeUT7siu5K16/Gmxlw9/++//8P8vpXAfsm9IZqzwhVw3ahZS3hHz6TDcceTqEpxz0dChHXMxYLVSkffXtF77og9uKD30EbbbnWrXD2IcuIzRbIRd7JPy65g8y2spUadEDGE+AXnEDX6V4wKc+ESEewOEHXYX3/A6S6FhBGwy6gnJRPffPIN9iMBKnVRR/ikk7U/Kv5LENu/Tj63mwD2/ibZXgoYeOEAmMG59VfqKk7+t4hUu7/0Zui+uZD3jTtOgi5gobzXnjedVGJ78NOszhHMMsK9r4JfDQd417BoVP4FQ7VJ4BT52yb6Q/Skoa+mL+MLdX9JWGJ4AFy8UrFw9gQeP2NNBvFjepoyTHZmeeV2MuCg3xSbT2sOhZ6V8p9/V5k6GT7hkGdZyQa6wRJEs8yyHeW3J/f2ioMRptYlZJQ1qDnCZbxrj6hev21O1VPEf/+JQuY1AJfYWpzvwBzjcY+NNgNijNj3qQ107HI77TE4WMR/EQh+KEcU/2cIRRbiPqRW6qO2io8Cb5APTGFDfKc4P9oZjwAJ+WVeeRvvob21Emy0qf0Ge1Ua7i0H2odY5X9J3hhDcJWca5cMxWZwe/yV3Hu8e33c2U6IlH6AcbFdl9Hak72yJI8W6Zx8Ye8xa+s/6KS2LVZbZ1D7nMG9Fryvpb6o1nEXeo1vWVsUiO6n/+qW8bCfvTNzPo+lqHdIknumMtn3Gdh/H9y/h+97xS1ltvBwX5f6ZftRn/qu8OTPTSCz6Mc27DCzjtTqsc5LFL3jiPP+ixb7bHGvpUqOTMcc8FWeBnbe2xvpeHgRRbyKHs86NdyYZv1WNejxi5cDR69pt9Opd5IZwYR1BJLrLVN8e/w558lPVdc4M4rfNE7GgfWYf/mHPH/gYxOegte/j6EVN5S1I7dvI9ltqckO4znvp1ILvyZKyCiQ5ctRM/xkcfcMbLOsj6Rb946IAuWuNnrGnHvC0a+BAbI5+MQ1N8ZLptHeVU1JF/HX/FOquv7YRd1pRBE33n+q3pBa08EivHM/LFromZeqsv6QKD86sjXctjhUa0I55iKuetOFb+8r/6lTPIQ6nXnZry2x6Pc0RhXPFf5a0952NP8p90WuQy16fNWeVP2SzoR1o9aKnxuV17cjzKdkhb5ze974OncXSG0/4CuMdBo3GfT/qp//c/fv/P779HXiRuKOFD/NAeSzk/4numG/GyNcZfXYkSZ1Wbtv+OIl7681zY8jv8ycM1x7rLzamxX1KOSUnwZ/uYe714u+1bWYeTaqy5PnV/aPbHLqzTUABXG50rzKDW0+aurVfq09+f/7f9vqIINQBfN9Q4HiO/Y78gP+yrNXXscL9NccM8zfnm5NNHJoWZL2OdCKyZeRIapa7Z7NAHTl0zk1684XGU8wQS8S0zw8/CzY/UY73+0V/HlZKbfdr8VPzO8QEu6y/tuUz75Pila8oPitA/5kvEVoxJeNEHvXBSSo67ALO718DrgF7JWACk8bJvwT7MU+atdJQenHez34EH9PUtYvpeKWf9Z/vBU3jqk5761jGOGR9+9Xq7cIFTLv1ucZF+ST8hS+WuH77gohf7COD2dWl2Kh/5Jc4zoh794WuuzQp2oO+MhCvanIvooBL58bZlGX+TDW5nt6nAB/xVmz7po37NWx1Vj4DUz2N81t6cf8yP2mu827QgTqO34P4W3wTK9YWkFs54fS1jX7YMm4742Yq5ke0ce8Lu1I7zbqYa7cM8nOdf6l7pbRzdB/G2v+up31j2fG/jB511puVEwL1s6ztt/E97V86+x06dficPhk0v6ADPJdfCOt+GwBwD3vXReZPNgW/2Cn5dS1lfRX6clxbXvlfXsp979uAZ9/VmPZFLnp31ph08xFf+1n445o1iVAd80D/bkQNnuWr38wufixEI0DnT9kFM/fWXrp21gKkIVoe/6PVHe0JbNEN/8Gf5mmfRl3u1mUnQxH0I+CTOOX/yZn7XRVJ6bVZo6n67Kf5xYRxF24bZOMdC/LaIfwUD7Dw7EPgnBzHyjBVilou8GS5azw2biQDdp0sTe+vQgueo63m65VFtojErwSjRlN8L39LWjtlete+frI/ji4Qpm7IJudKt0l/hPun/Kr7nOig41gEVF4yij4suwes6oDSWH/b1xML87bt/HtRgvDVOdjBwVN6N/4PAxwCNfW0bsULXx2x/cYJ6MvFpVf0mmjaV5sTdBuLTMr+aX8TBnY1OxNLPi19GHhsxtZhH9HyyVP68PzZbV7Sm2D9ObGZd0HU3z876xffqYDObeEcajWf8uvLr3Jf8xhr6Aq22qmtPHe/lOEy/mS/8KcVPI5O9f8Zxpc/P0OFMhuyx0tGtdMOeZ7zVB/+VjDPaenJ5hnfW5zFtF+0kWyeeNZbO6J721Tlb60/57PClt1+osFMhzxR1guyIJjhjf+qHiY03pQsXUu7wqzjoseJ7Bqs8tA/BzvUCzogzcou+nzPnR8n/vpZ8RIid2ZSR3fEpfBQ31KG/V0bWTly13ztinO/FhPJUvfj1ukY2s+3c8imvuKB2T6rsfsdX97j9fCztkb///vt//vjjDxtHvhDwMzR5LWb3mskPmguRxzKWyWszJfNRuc9It3NIeuqfrsU8OYKnXTa13P70Eg4xJR11TtN11Zr7RImGCz81P233nTo+7+wi0V156NjHaowFu0u/0+OTcB42l281dz6pm3iFDd7Ln+N4X4kWcdBFua/PB+x5qs45z/zCoOsRdo6xQDOfX2G1V0dcdbhTl6+k6y6/3OFxB+eTMRbyqoXMaofkVPttDvp3Xt/S1JGYxzsKv16nfXe77rvD+1XgfTw1MX2Bcn+2n1vjASSdmehQrtEatYuDV9Uibut+X5J+1tHt+lCgr6ftdvHOJiuWr8pb8Zph4o0uOzk7+Mzruk2mC8x6Xh+xcs3hCkMx9e33uKF7pjc5WGPX/eIV7l/2gMl/7Pfef7MXjmqsStfalk6i/2756OtXnisLfF3/9gbwHZEykIytEmP3BTEyqvdrw6q8ngvUj/JGTPDAeXfkxt1/FmRKKM3BDw4mygOSJarGXXnNwbQkMiA02M/xPBhJuOMCuOOzgsNT5SyH9oquwireYW2uiJd1+emZb+aT5W+6uWZs/Olwjcn++RjN2GGtSyU+g6Cnb9oTOtgHW/c2O8cLxVj4doq9uyDatlCzz/8kw9umEze+0Hcn/6vgkovNKKUd+lCam0+PpAVNAeL/DRAnReIReOIvPMViHg5z0MpZx5jl6brkYBz9xq8gKx6ByZigqzYQTDmEPDjjQvOknC9eaT7JDvCu/b6xrszDUN1H0ATK934hq6FVyqE++gfZslHYiSdl4e+/Varexpg28yDmS77RdDV/6Ice5X5rO1vmAfCnJesddDneiD020BHH+9iAfi6xwwzPNhNEAXyM1XyS12TrqbIpzq/mV8qJWuiTTxjP/dHWxS8uZK0w6vw76jxSVFz1TPg8oek5TvNe9iDORk6fbcmWsin2P+Fuscy8dg2N5NSvfUyMJ3nPcZw91zXJVLx6jE5PkGqeWI8xUYzet99qHF2GqxQxr3lGruDpRukR1qs+DfzVaBy777MCD/nMO7V9BM0v9K/4fQJW5Yrf3L6SAb6Ulq5xwT/H1vsPjOZ5cUAIgBlYdnO7GFuflzY33UqS2TZ13U6N7dxmLyZ8zX7yJniznj2/tn0QctASfrQp9UKbnjA+PxQv7clXq0n2LP+cPnu3dCV+tjjJ5nmtzHERR9RGDDxh1te3lhd37Sc8hZv5aqRMWxBTo7Oyn/iMGT5yyRbxI71F6/9snaq/NZbYWYMr9CEXqOnfkk3qAy160T4v4Q/WzG/uB28uZzzanZ/iYXjq/5mes7yzNrIphZv2C3+SqyvOiif6K+eDK9jMb6TV2NJXY59a6q9rwhHjHKIx7Newq5dm4c14/rQfsP3ORo7Om+Wc5zIPhp2x3012BzTsznxFZ3wwzs4D+VsAfKwSuZSMizY+hUaC1ac0C45u/v7Xf/1Xi52EB94YL/yOG3LGgXzd3BnlrFvSlzcstF/7rb/NscaXDWxh9pyl5ZK5J2z5VwfnSez/aJ/PIyd1+5qlGx+zjVXjRq70FDijZG3P6ovkGbXgW3V2p2pFS7aB+oWfOa/WQqJ/rxAxmNT7GKrn/9gL+mhr7Gt68JADPe17ZfAWr5g/6Z979CNW6hT2cY+2/clOv/D6PbmKA/HxOC+xJi2Sv2QH13g7NfYDgv1mF+yDdtT757Tq5X/pGDY6kx252GJAbrLpm2M8o1r3zbTpqxFfeNrK7/pH7Gz1/DKtb9h7xe8326f8bfEhmfSrXtuSoPbZ4f3t/MDxJtNqnR7WTwWSB1NBLNWVLPSrfeilPj8X9XOg0HWFX2n/6Tr6mbdfU2XaZ2IL1mfNN49xW7N0RHwonwkuf7d+733/o5+v2DqpY26/L2HFIW0X1yVaPjVUf/BMMWaHx8e8D2150RHso50+B67mgOEr7BkHeD+jxJfSIb+ZUf5a5AXNu6Z8zIPAAyYazb3Vuur75zbvAsf4p0klrdGmbHQTXx09jpvYgB4/g07zFMSxTD6ccwQP7b/oq1xjPHnzN/ZB0iexRCe44t1e/h36Eitq6AX+3L/SARxoaY+4GYP0z6XwZZaRbsaKNjjke41Nx/oGcD0RnQLeqWq/A/YfmhJx2KV8jExpHSi253DVE4nDotkQqV/RvNt/lFOdeT2mI71Z4l2lCj38ZfthZhacqF7reiAxAPxXfc9gLe870ZhE4EP8qK2FKP5+6CqhdaktDL9oOJjwNR2lj7424dQud+L/Dg5DfLM8W2w8b5ouugmsw8zVjppUgdXyNftVDus6/uyKrNFOoa/qJtk7uTv4qAjzPO1If6W/r1+Ns1pHzl7fWS4y0QM7g3dezthwOaf6VXuxhfQ7z3/zCJgnn8txsqT+ZgvPkp+06/gu6MhDHvqi+2rPaiNmo5W82J2cKlhjXogZ90eyJbt5fA/M7DoexVxCpHM8SKPS4uuCkeeK+LCNsS6UP1DStAkbBY0uJuae6lLVYR3DtlE2fi0eEnYnPq7jT/zwrcwT/IP3mDsjXjQS8N0+TQ2doNdDY3e8ZyasLP5X1asfGPjqpI6+O6W8j1uuHgW5w6/iXN/8rdjE1Qgbb6RNfS80FW8RvxmjtF9gFyQ9b7EvG+P8Dt+VDjNsbgdf5SAk9AqAx6UueHJiibzkv2bHXF/3/hpQjWWlJ7EvLdfWu86Pv8YI53hmNK/sE+Y8bm1jsz6n+1VGf08PO+O8h3gTy6OjsXy4FWgSbPFrF2T9AlybbDVP3VTlNTRyl63FOlbzRGu+1Mq+9ZyQzsSI8ojw9Tff0H5N0a+iqmNZn18oZjQ23bD1PUuLoeaqdoGxzr+oa3d379yj6nA+TtlzPtAJP83999ufnRv35d7HXI0Rm5DfaSfX18clz3Ct85X5PawvR9elilYjngbgC43gk/ucF1gsScK+MYiVH5ZEE3ARvhPG0+aTuZO8sbVfb2vhwb4nsWz22jme4inSpF1RIMFVpE/V3zQOefauOswX8H2cGAbgg7KG92rGrfqvz1+u/atxhO7K3yvJDwbxD6Dih2PekjJ1/NPY+tp9prSdH7QHAiK85IWJzxn5gz6/WVnw53bp+unVtW3vqGH2x1yr+2cLFq/Kgq7Hg/lePruakp/zaHLqOgj00YNzCYz6CvOYE0e7iGfwRf/KXfZdwSvOv7HOuMYbwFfJYerHMF62QGexE8yD0zbA+ZDP+Iab+h3HLNgedOy2BI6M6GCzLWeS5CpMWMCDYv8ZeMiZ8f5ui/YoP3nPG7u/7TvT816DAmo1C5IeecifAzMvfBL0lCu+cBv5hw+UDHJjx3gkFzgwuFCiGwml/y4mqoC4LPFL7QSWtudNEseyq3+5uGsRygt8oate3W/C/7a3EO2fTrTC1LKLxZebR/yfX5qM8RqDfjc5bI0d+oXFALvKqY8p2+eH5N8ykp8gOqPNB/Mpn/wNG0Y7FJEOP/yrZnXiUfvTflpY1ccNLlFiyhTd4kfjuLlwJe29GvO83gTpNvQJJLvFBjpitPqx6VdEjbSlo1dFo9HiNPwSdgIt+XQIlaHUXIgjKj02HHjUD2zxr3+cOFT6ow5Qr0pdxNVYYh7rdwrqoS+k9rnRhulyTGXNL2l+eLqyEpc6OlU91c1vS6RdIeoGArAoR9svEExAxICmkWzFicqPH/HbJTwBr3lAzLtOxQ6iwc7gIAs+RIPgISPs+tdfWhqJHahUVgobfQaEI2Xzjh0q33V95F99HDbEP0GNXYUHbtN3yE1rWSMU+hGaLWQlRGOXvm6DNEQiTLUav4wzx5P8na+royfBbTw2Fj2FHEfDa+2Iy9FHk9iin3y0wV3lvyYjvp6wPaG+G2fXTzYxKTZX3TY2+1Ty2zs53lnLaNMfJ2TK3s0GDZ114UBt+qtPo4vf1a38xjFLn1xPxr6RLzZPKPNSEOdDgu8oMQ/6OMqig03oU8xS7/urIO/cfrUK+mrsOub2rC/9zE/oOp4PXD5QXKt83QA8Pe+lT5Ojb9EHPeZ218sq2hZ1Dm1+tGHbepDzVTTIZj9HG34ruEbKiP0tA2vUp42hDdtkq9fKnOswKqv5bH19POBRto6dXWQn9WldWc/BZo8qt+uneTTaC7G97Lgd0iuSm+cHHewV7YnrMbaP87fijvXArfNb/fGks2q5L9OU7+txW3d2dhOlbOd70WZDwaoNsS24KucDvxFX8cYvOrW9w0A025v20Sahe8AV331OmNC0J/RVyJFX7R3r4DZ/MSBHWvGeqG2fE1v92FeOvWqteZT0O5CEzTm/GpRpeMEvbCOdQ29sw0zKtq1xTtLGd5hpMzx5wmtQcGpgvQncm9/iRNDnaAfWSp2XFV7qjPVTP98x50/x9we6VIaxMm82R0WebLbqOSH9o/kZvsOeOQD3xRGcCE9rXX4QInfOEer9bfgNV1NC9nb6VMjHb7i2TbFvULIXBGwsgsneMe+sz/Z7EVNJF9Lf/byMoIWAExobn3QnP/ANBPP6QP5kTxZnY8qfYZ+4cRhzrSrA+Qq23p3XDDQyrB3Ysva5PAOEbWvPeb3jt1ggBg5U5jfJ3R6FfoWj3yDUwT5hhXMFY20wC3gcGbfG77g+6I1GP5rNRIPsPmZDkI/rQZ/gsrZiV5zw8/ddwq1MWr3e+F10PwQdYygYoH/GcgwpckqMz2gzxSzlsj+/QCv20jwm3uSP9AE27LHUfBHwKwlL9TbAHDMI6c/Io4IzN/z8yZROHKisbDp23Hbek/sgvTks3Xd+KLxerHrMuTuRJWkhD5tuWRPvEwKXT761/C328Or+KWOib2JzaCpfff/+3X/nXDT8MZ0OfPpaQ7y6Io3vzq5H/x4UKQDpZJrYPBcw4gw9/u7yC0Gp/jbEaOaFTs/ACs2z6j5uXEYzi/TP+Lwav/rF18rB/8hqfYbRx8++xJUHz+xW3OJd00fPZZvpC33qHojZvhAwyTs08V/P5yOG/Mfc1VZW2VuZO7Q45qbRXuKVtoCzX3syXuzlgF+Vkq1wUX5UKb3squYp2bc2vrSXEcd/56MxnR3OXW/4NqHf7I1ZmSreiA4rsP6d8Tnr0/qr8JGOzAvwB70Bbkr0ch09sDQ47BO6yoPjcTUXArvqlTqFL+BX4cB8DmUjbG7ttF+sJ5V/Qbeq3lAO2wCvKSNlzuMCm5Lx0z4vU5+gG28Ad1oShQH6RMLgQir9nWZd0c1fDUbfpd0ybaOXkWvyWtNfQ+85+prPAwzZZEigGpoMeuWsJgObqtm9zsWLhvNOMeiHfZ4FCuJDPY2r0sNTWDUuoPr6si7akna0PDqG3k9jDf55ElHHJN5X40b+FV7l+2q9+ubIQz70ZNMWOWGorQWvXngbKInRvpIPvW808NROZ50cxN9WCLoJYZqHM00mUo15J3OmOmtf6S9afK96+l+6+Kaz6SF90KnqKSraZyoLBzzRDIfU1HAph85jAz2OPf9CyDL/pR92I5Jv0j95QrjDvwPHrls/3WEy4/j4AF6tGzUWRfN8Dkh3xoHUXWmoCt5d9wEuvpX3uZ1Wuo/jq/SV70GwTQypeTa/jjQJQU6/EX2Rh5Ky5aH7JpKm/9FvlzD683FVSZr+7pAChEsBefWBPWr+Lflt5vi0rXHJrt8U0mbPsDH+vZ6/T+X9b8SvsUMMP7VDPwczQn9WzsqrLHRXxoNpccJSMfPZeIl5lCJpv2rDzom59CB/hMzx3Am/os+u7XJNZr9Q2S5cvmsv5DIu5NOupXDjt8Yj9/cLMRXpF64r5tv9xf4mPBe0XG18qsbGr7O9ngxXtv3efhPLRTxYb8/k4DNdyMqfjpgp1Gdr2Gen1yzkl2lvrh++pZ/yJ/GiWFLOe5Y/ld/+yXUR2TLDbj+hvnLUOVHAVH+3r39W/MV+TMElGTd5w+RnlWUsPIiDpnVPqbEwNZnvrBsxzp3C1b67iQbOrr/yVoShYYX/z6xXH2iEc3s56uYo/HXunyWHDsQzAnD5hPnekaaKYp/YED1evUs/sXvcJD4fEz4myB2ejxmDP+bzBoHm72ZdXnFlXaQvX2gyP22nVXTs++H2bpk3j17hxNjS/zV6X+G4pkFO/L67Rbr5PWWuaQSF7ohBHK0cUMfATDpycIj0sEX4sJ8hLt9JBBuRnwBjl7UN6/jnnUXt22ji6xt2A5/2huYxOPw3m3luP2b7QQLZFjs/YyubNXuxV7jMN5oPq1g+l4z/X9PznPed3nqTGN9B9+ieGESLUnPT3m9zXzDeBdoFiDgGjXgGTpv+n1Pit3lcwG3ktxQBf+ZzRby5AXxFFsaSMAlWifO5oZRPIomXAls0cYFdP8L89JTHCMpRnYUDS/eDKoY7kLyQ+Le8ZuYlGSBmdhxPkczwmRVt3bjgpFBvV4ovtCpnfuiqPnwHr7E8BuDVZnakby2NmWTYQK4DBhiI0qfoOXRbA7j0VzQctZwpzDp64svkQXvEeA7Bxm5f4x3tXDjObasNZI3lm/J9Axs2ktx4mnJNy1jRU08bSWY8pxryBdMTq/3pFVuIoLtn2bXsFTT5rnrlI8GVL/aLYfi62a0buEUAcdZKPdmrmzSj3Bds3tQd+TTgstjLkC/Ep5b4B/70L1kXIPgH+mo/M4151E3qfDVb5G/jA31hOVRnvnQqVnRc0c/98OMEbF4veru5UzL01Hvkt6gLRlv1wyHft2N+Yv4u3I0F8kk5j6+iZp9i8LXfMUoe4tzmhOfMaX4Q91UBUThuArv9O2ji0+Hj+gF45gdcZRfVK7X3WJcucxyhX2eh+Wuk/kSq6utXAp158Ku5V/WjXMHizZJj3z2I/HkPs2JhO+lJvfav6t0erVOzNt5ABjtjHQilP0lq87TKgh84lvlbVTkf6EVZ5hfzFYoqK2B3mWa82U8u2oFecF6XjAe50a5jvi9/LeEcupaf847+HRfpDY5KxiF84DvaK7hOwHiAzUsLFfHX/pD8yZsv4HHe2ttNiHjJkq6T1pMpWFb4IgVeTxQrXPXD0faJ3GRjrXA89pAlBg/0DwB3bdzH0cZNO1bRBwIddT9nzzhJV/7Mso6KH9hHMp/r3L87xpVs4oQ+1lN8wvx/Zgfbg/qVUd+B+EOI0rGOhXFc6Q7NiJe8RrhGMdueduYb8TR1+gEP19b6/JLaFP8dWZWL2BQ/eKL/QF95EO8FAdoCequa+qTdwgZhBPXncC0PYDKTii6MI9qZf+lPBSHGwJSJ8a+vFZ/xW7AaU82fjPponzujlw2dmyOLR/XXHQ6fwsHvyhPSo+eHJmAeH/hdvhmixpPmJ7FWxzXTzXw7v59RKfOb/Id+6P5D59D2Z4+6uEb9jd9pO8I4PN/ZXm22H/kX+Nxuy8By1HUNWCIYEPn0Mw7aV+VMn/jaZ2TrUDvtPGDfAlj4aUD6sCKFH8eUMcY+s+9P+jJgc0w8ylxeKcH4JUNLGm/+8q0Bvb0ibjBM8eMvm8fGxJfGE3x0DhTy6SnBC53Btz/g+gKHFUnYa+0bbBl0uq5l5k/UFbvXYGX+njHoe6r+FJBsopMTP0GxUt+8pzcJz7i81zfH7mij4D3jPJEIP/JYtC0b2U1R5Rzx1p/g4Dr/ZkNdO+QAD31o0195wAtccLalyfMH09BDYqXbyfUA8ar8kRml8rP5cxFgiju7WiNq+2dr2gJHvF8/sJkC57XgYSx7Ha7yQvQHHxur20J6qW6jbhf5q/1S1hXvxFzVdK4Q50+KrfAR40HefF1oxeddmGKeOc71cOepWLNKuB1fIW0eO23FC2Np3wZigcS6DfWqlGzmEfqs8FawK/5pz9APHsDZn3I+C1x4gvV1EcJlafHiT8U0G5hJ2NPBD/9CnnAg61J4mo/6hhjxCJ/knIEv/OByjB/8BMZnylmuuAYsdES/K2kVD54qNfarA3ytQ7aFKHZKSvbn4IYdd78B3OhEdBVgQg3lLYQXyvbgTp/5oEoztZxqKDuBP96U/sjqjrijoGkCLRu+Tv9xLa8YKpmi9MIRp+RP8Y/MrsYddjrSPYWknGc6yzb83ZFJQpQ8JWcWCPHQTcpu6jvMDCfGj39uEjU0NmcrKiWIu4uHcNG7Ln7iq75f4/g6ReS7jJ9fY7QrLV7RUzR3Dm1t/uwnNGsKLfrE/xrjNegT2x8udFyI9DnC9xdd4L7XrRMhFvlrTmzoVmvjNfWvh1Hz2Ctx+uqIdCrmu3LLdqtjjq2qp/BDV9XW9OoZj2d+HmmPraqfz9W7ajRWzG/4sC+LB2aO8p5AZNtRnbFVeSEffWrfJ+rX/KVb5LqVDgG7lws/oe+rPNCd8b7KR47zfP1gAUemypvLxsvq/dOEaefQRLs5t9nDgTudsfA8pLLRY8ufPU7k/2y5O3nY4VfTa6fvPwXHTu/Kh88n7C0e4ld5wf9dPVf0X8l7JW8H8zG3tWSHcxf+VXvmWX61HX6rOPRXX9b+d+tus8XyKnn8SQZ6XMmT3fTVoMqrepg507LaV9TRv7LDPcqvxWLNCCnsqWJQ/byg3EDZaXPHl7K3/sF3x+vfBr86D1X8cCheLIv954edB3I9jr53S/GOh+S19r/L7XX63fw74xg07ymtGNQ5+Z1YPNcl7ferzttZf+YU5/BstSMOdIPoa24uVD3u5lNonuJDF/4dYwVeT+MIOvHexQ3zdzfPO50bO3Jo8NWKYfNd12JPzI8OnU8bqF8CW0xk8CUpzopHWzTyX6ZA33cV0trxykhlV+XFhSkvVLq/vl8w8m6uF4I7t4F/VRl+YI3/Kimf58u8k/7zHJE0+neSRUM+1OobR0RS9M030Hec9vCIrVeiM3juxraXeN0TcX9vPTyboyubSzrwsCF2vdZrxkA25dz/23//938vuecEiuzKIugM7Kk4LjwC5yZVGjtuHsMnL1gSEOusXeklq9Jln/e4KvaQ0nAgL4ETQnbcPElB30I4VEf+8cTfcTLh0HDEKnCCz0w/0qVg4DwNGHyjnz5go92Sx2dq8aReTv6R6yqBaNGfdQyq/O59xtWfUGlZZk2XMulPCP6xROVBa7IbCN2wU9JoU2FLYpOpkjgUzl9/6bey9B3uGkdMH3AHHp654rvedVJSD920FXvmT+2jzpyiLZtUPSLWYzASpZvU0km62JeGdv2TvtawS8BG/TM+65O0lXquz3b/0Z+SnDGjzW9orHsFHe0lSHmoV00/Zj51HOiETaCR3f/+O57MBoe+bMcTR4JXnuCt9Mu+z9Xuxj+xfCZZca+LLH/+37/siapl2k9yPRG4O8yAetLI47FNprRbEGEzh3s8TsxOnqyucT3Pj+OcGPmG3Izfsbe2TsZX0Ya6ckICGHPVMfUb4xd7QI1fiSP16w+e4F2VV/OT/ASfvR6BMffPbfho3aWPUn1X+ifuQ/v3J1TRIMpj3MtBbQPaLg5VnXx9lZ3LhaORo8Zlf2xwWmfl4W8FnM2PwpDxQk+7oJxWiSePsdWcudAD+pUQ4hbdbNT/+auNmz7RSed4g4Xgz9jOOF5JOIdhC0qwI2ZZywRFbs4/LhaPtKkXvK7mB3iUaYvgBX9K8OJ7qm32tqtCXHCkffbbbykjbFt51z7Joo84J27V1j/bgdjXwbIH69p5ZaZV3M78X7l4Jcs8nL2jYq3FmKSn62X6uc4W0/5k/y62V/NgISHG2uLI7OVzgVBa4K9Adf4wJ8RX+6vTY6e7iKR/66/81YUM1esRMs3jze/07fDVH7x1rjbuG6GN8p4n8ZHiTf/8jbXGiDhTM2zeOkoRODk/E2+Ur/EI1/8RF8YHGdDRLiKsmvwTPvJP+Os1fzGsxdGsR+iXepAfj+elKV808JnHV/uSImqiAV+lZNAGF760aylcreMqdU4zH0H7xH45bnzB+MkY6MNXTMcbPLNktSuvVf8TvWZ6ywWxge32Iq+CSW6a4fSr9LnYfKA3FPQ7rYyv+2GRB4avEDd6HeBXemSrT+ePvc/OTcXj7Fh+e8IZwabvLM9Jr65TqzOODbsBHLjf/Abw799/H77WHET4067lmSzoznAqr10dPvQHvxqbEYdzHs68XnGDSz2HF6TmBvr+sjsU2uNwKB+asb0puHpcF4+v3LeBP+sD/HZ5tcaaXJdvfrf/PhfEe22vPfzqDVvWyYPek374WfKVy75//yP0OxDeA1Svibf2d/oZFvnB24WN8gBzVXXNzd3+Dz0Lea9q7yg5Wl/Mut2WadPUKvnEepntYKd20nURh8p8fjgjiId46U92JT7BQ8Ze/l4/eNQSfhWmOvzpV5u6ylV/pRv5yY45t8Y+WmlrIGN5RT9iH1v3+G/ncYt/csfsl+28mRRxu2nOWGrR7/7Cz8LPDts3/hZfzT+Rue2xOaVw5Av8Ijh9FQYeffAGx9uLdRO6mjPgQQmvYzn663x9tzGYe5jTlfegowmpfV2/o/CGlz6Hbj4/veKfrJMXMHjSVjnzr321Ljxzlx/x1v9or4ob9dhrSmZcDw9fEz+574NnML8a31X/rAf4jH1uz/jZDvsd5g0Im/ij+6zUngl9tnhv8N/ytI5ZrnTRcYDbPHV4+/ER7LbCdcTpg7kxgRfNY5wKSfqETFsfyvqZDNZ02R/xuZvHyR+K4Jd2uI5vKOdSPBTfxP3c/6Sd+uyo7tkBPtWPleMMB//0K6BFRFKozI71VFKMdW3VfDocJIYBaI1Y4GzhmfCFt52cM5M32zHOMUFhoCvWlRZcaFXOhgfn0yUyP833jF+ND3+iSpvjzYX1lZ3OeO/6sCfl/XHvdVvJQl/x1x/xS9ugDZaxP8eraOKrCCK25s3c3F7pIRi6UFfJuKsdgKn/6qh0V7hX/WYeO44TWPog54rHk34/CYsd6ilZXIxvC50rKV+ekiw713Yd88WS8APAtk4bpxhHbuhaO8PvtrSjp+KhBuJ3PV6pYJSvGNBII7/rhGK/8Gq+oEOM1+aYJZYzGgb9FXEG76tyXLtW1j3n8E/qTlyda5i9dbP2VfM7pd2vyYYRtzbHdRFldEoP20gD6yRQw1v89O9O7N3R8lUf7+QzR6Xzu4d0+8u/d1nMdGEvOWKHhHy+xliSsy7QW2IzPdSX/VKMAZu/dRGn6Yp9waWdPO/W4H8X/zmeYtPjEztTPmfVKKpdXmbyP47Q92zmTsWC1hXt2XxWW5s4YdC078bNGb54vO1SFNuUu7xQ0X3MNn9USqe7Y6s8aj32s2E71ukdT+DYqfL599eVI17z8GyXK/uAv7JZpWXvdIY/89C5yV925bfyEc4THjPP63bYLmV+fb691ul9jBzP+7xmDvhDMlT3dlsX6ZtpvqpNnK34Sz/scEevwLebmcrNtpTb0Ix+xfkcplyYN1zPcWvvq/Iqj3fq+FPj97Vqx0xGkbIfPCRbMvHXK6xFr/VU62r4cu+8V+Xs4yjsMfNNPfa63B6rRBQ2euhJY33nmN1IvGuc1I/8JTPGG3ipw8wvacEX5JjjE++8JnsiUyX1c6o7vaHfYOA7ZP9Lcchvd/Z9MtFTfMzqudh8HueDQI8l846yYqxgtX+uE2MznPZwTVnXu/YTBZJeKl51PCARtq9HQZdzTe1/0xFjv6P/b//54/f4rWDFzT6nHEePrymPGECY79F+5g947Ev8DAbta72gOJZ2FcIiYX+9slIw3wL2er6tPH9GHTtJ/1VuUf/OhkbS58lOV/jPPICLx1cfcc3y81Jcd12CujPFPi9+4Ig9B6A1dnDwTm4Ax4VAgmJ04HcLlpjQBM43fyIpJ4vtaX2DyYUCBPZyeAJCv6OQN4FDaZt+tsGsx6hD7XmtLn6SVfnWurjW/tonePwJJ4OAYKi4R+1kp3XUBP2678gHB4ufbEU5Yp7rMuLeaWncOqKMetzXOerdF+/iSr/4KVXFo16ot5hKXWNBynbgz59zP7qBhz9oPynDvzG+SucyDfz923fbaLXxI6jEtazhi0gxC4vKnYWFE9s6RsaXuhXmVclNHbr1E1qacxqP5oVO6jZMGjj1CrpmivDh9yBOnJEXJ1KMZ+xdt3Sy6edBJujvdiPxTMXQX4EWPqqy0IsSiYmTfk0YWHfKFuA+L+/g73Bi4vzNGwvfS9sGuJt3cKvzKxasH/Z0Mr1ZkqdneziG7G0VhYZdSnZQPOehNSKYzTYC7siGE3TYxKH9o+b5rAdf1p+OPFWQO8izp9r4ndQRPhHfbirXB3IMNw0o+fp9Xw70IebO5AeueDfmxoTxQ0cJ/yzDlqGP5t+4BtEO/VLfpI/atMQe5vxBvokVjN/YmPl9up3xazZOM90S02lN58xnskVdZ9Rnf24I+SJspTGSow7CSo4/9P0kQI+T9gTnK2LZuynni5+P2YbPuhNxKXso55g13O9yQqzNsuM7h/jpqPEf/Gw/GD+06c2G5n6KNxZi3xbfMlF5NH1sL4kfpfeTI9Y/UUSeRUd4hI3s4imAF0plU/3T/5n/E3YeoWYcYmFH2/dgvq6PPsO2O9oVvGbxPsdWiDdhskHEQJuXtg+MNwTVJtbkR+m+sbzmZHsrArHhq6ZtI5fdZTfJ0z/FOj5wPSRjNBHsliW06hRPfGE1x1+uXw/yB/yZI2rrX73g0GXYGOUPaGIoNkqNVUnuhQPefvF7Chb1Cb46ug6rzguYaKUvpdDhxzjm9sBScfDAxgPtSQPZ2FWo6AFZ4NSck7ZXX58vCtcyTuhfLeE108/6jf3SM/y3ox/xn7Ri3nWbuRwFKPO58cJP09x9Iuk5rs0gqfLinECe59UW/uKVthawxgAUUfa3c0fwodVjxXq0z+dimX6FWuvU3zaIqzf4DkwfAvqYWn7lBoHY9L5Sx6aUFcdFN3/rm0bE67u+ScttFbHIun2gc+LPfITblQ81N8NPz+S1NcU49PyIc5qKO/h+BOLZgmmPtOmRBS1n2j/kbhAdrNjXBPD9n52ZPRt7chZd/j7mPt6T4qTW4usE41bXOA9vkRyQFB+yZcRldP9lDySGlcdx1jkKI5/fIxpd25yDD1SKdJw/cX4nrcCjX7DVked16/4VzQxDlvY0ksc1gpSdOUAw8FXGvAojAK/8g4eN1a8jb4xlBNAic26Lp2DAkTG3gUeZ83eE/7qtO/P6c9rHufa3b+u3f6sc/FJhtU4//pjbwhUMeKXN8xYhmc8WewT4QjfzoX+ep3lecZ5zd/yu5NG/LiVz2getEW9BGSPIobMe+tS8AHpWKtvFHFfui/sIZ/jRJzmc74C91sVWtmZm9FFbuJr/Mw28/qlS44rrW2EX6bGbf5yHjf3xbTBOpxthX3jMtpvj1ReTE/mxNGE8AABAAElEQVTQx3eKBCI8wj8th5cX+7TVYT7pPD2uQa+FwH/uRcZu/Zrxd21yhPShLpnJ3+LMdWciUO44XsODt62Hqwvp1+QdA9sc9G36Sw7zpRM9rCBjR3ZyA3hHsoPnRlLT5vYhfxT0UDieQgkDvO+w27o0RN08wHCUOx7aFNVgE16lUX3u3/G6D1c2xS4kGMr7XGbMJ/Y+G5MSxFlSiIU89Lf04WooBLRx1vlY1WMlZwWbx1Lb07lZ7Vr6pn691sqq7l/fuNoE7X4Y2A6N3c3eV2KDsRNjlBJIn+xLgh4UqThzx6EtjxBjh84BEDrUZBUTWl9VpYX0PqeB7bqhTYf1rPyyIlAC1UYobHPUpNtsRWwwE2fHPTtsWLwFJnbDosZKg7eDkaznWkNyzFF353f3CpTTx4etr3Y8sXwjDgO2xnkhX9R4Psf+2b1YXHIVfWnjOsSsx1j+6TFd2fPdDcbV/PnZXtrL06aeuaB8UDHVUL/NdFBq91yvJ6LtguaM8qk2/pvtTHul75OYCz4Rq8HLbuloAex2SLuEfbTi6eLh+3M1fdCFHcxWx6d6+FBzD72gpTyw+CiAr/352y5c87XPrwiQX932N9Xm5AZZcxv4TyuH+fNQ6qP5Q54dc+5tiZN9Fbt/a+826e/zTLgG/zHod1vSfcSfyV9Dyol2X8cLzPGCx4yMzwS/u1MLHk9y1yz1Z7Vf1dFj7Jk53HesAfP4eg6ZOy7b6Z8d7zMWSf3Eu20iWuy7zLZu8hV1Z/I+2cfWV2Nw+y2Yq4+twt3LtF8xx0bVLHPNKdAX5BHrI62anyaGd+PlDE/jsNXTH6D+Zj9fwOHDmfI1fe+Ua77sH17hnDMg95Qjn1U8eLx9QS6WZPHWv7tH7Kvu4+/53uMx7lfiZsOe53s9bot7am0FWXR4X7cp+4U7fH3+gJjx7Qxn/8tv4YymC4JStaE7wRe1I58kyPgtG/3s3tQ+Gb/MScoUadd3zHTYHStm/1fVqr1q/RV51b6T/19h9w/TrPxeYeQ64phSatO3G8JVv+icHw8KuDmvo6LqsJS9WeNmujv6Lfn/w8BIM4rja1tJ1Xzw2Vv6aMcqfjO+ZZ/ZZlDWcs5has+wiv+z6vj3OIbX9wdxhfr1EQxfIf3F15fuaDmu3UGRfl/FWMZH5Z80FXqsr69pz3jEtflpLW4m8HbMi9dir+pP3CyFvA3UgGTXlW1n5gx+NU9n3GM7bwBPgabfA4ijlYfZKuXsBND9EDgBCSo9saOLBPMTIq3XiqCR2nFzQT3IjKQ/Gnk9wJn/SHPt6HHih3w97ff772Ga6nRpyFHpqCNb5XwTmTemErfZrEUkcPhzag3P6Mc+unjIBGgU8p8vam7RZHOjhgxKkRz1SUa7vpiIGrtFQruLOiSP1aLbniyJm7863dZvCvy//rtAKTH0QT+V6AAMXOBqq083QmcccOey3vjF/u08IFC7/vLDFI/T/Ml+fDZJEy+fU8OsSSTjx9NFOV49ZCGU4Pn9u54Eb2wMysWUOua0R+ib7RSVtYiplLHRzQniwQfxixAWbeAL9ptuuvrENrjAwbr7jTFAkzpQm+xrYI8RY1YeRgL5tIzxCKUp4djBP3RP8sQN2D520O/MRsl3rsH33B+mMYNtYbRtu4CGNAuj3eMXQJZ6q8APhlNxzWzfuqGajBbvu3EAJ7czjC6xzBdfJyx5zLbvuMtK6AHNfDPmx4+7l+6WzCdgxk2MS78fjaEm1A5XfECn8ojP3LmKgZBAvKU8bCyI7KC/+UnLxH5aW8dS2Fs5VWPSxYuRb9VJPcexHe0wcqDV/HscdkOIjt2DLkLqc8X0DL2abK0LLZ5D/+NYjnqL4domTaFnxRWvMj86Y2AbWo3J/9kwbRXtZOtK5O+wiNbTwIoTwT/jaxkNKJ4Rpyqb3w0X/DXvc2iYXpKbP07Q2eeEPyJHiH7US8oX37idrni3+DoMBLrIHxknEW+8BeHmsuRGePr1CdOC9smQwp42do1pjjPkndFH305/KPPBxJwjJs+fSC62Av1JaSbyfbfiQP8OyT2ZpWyDLeK207pK9jaY+8Ma3Knp+9ymMzyYCynKgqJZHxz6Wrxobri+9hn/3YseS+pbvc26utHpPmp6Vf+Jm/iL14puNf4Zjz0fqvNktuSIr+y55W8j8JtEEFs5nx+VrqGqMemP8VCizxyXf2HjMGHjlXHV50NTKGzLmhxv/6HbINv4VVnoASzbJ/mNOBhG+H5DsqUHOogjesG99tEPndq1Ds26DFv6dDCPrw7lwf0Rc2HUL/0jOnSZdd7xHKlXWGS/FWbc+JXOoRM4QwAVpvAqoDeqpBNY8OYi3+AkOBqBc14Gds636ozP6U5+JI/iz/4bo+dBcD6EuZc5LfhqDjWYfrdZeqCLoy/0oF8l5xcRz/rdevvNX/udVln9bvxJTj2crzFUjqKufj+f+E/8HjNqUUqWdNC+InSpHK/q8vkYr8TPzKvC2TPAPfKencuLWw8g8ba4kY3ND54/bVxO68ob9iQk7BpcZxvqWoDkzLKF7ZEqn0iO7wdq7Aa/pf9b1+tFmWEn8bVaJw8yO33zB7bpji6yDsQC7OeoWH3n+pXYu61EY/nf1l/mpENs78Pc9AzCwqfOs0O2N0GhdtqfGzH5hmJh4rEhha7GplBpdinkd+gquuKLg3rlKxh/0regQ7Yt481f1tKQo1cFfJ/gTfaCOxazDRgvOrPX2NFXuMmVX4vv6jgDcx8vyWnWKXuOtTv8jlQd0uO/Qea25T8/MEsnnCqKE+HY7zvnnJDt9vlDHIgHSsHmgz5K9df6jD+0bX4onuSHiCvZ6/jgyNFPAxdvSGZPs607rlUfcee0MPNP/Xe+vjK4ZNq5WUMjWtHEwtAPfbdOHDt+ET/jnBOu5qQoZ87B7fwTmTuss37pI9mhA3bcaVGm2kYYss7HvyG+AcZ+oSF21N4hRqD8fMLG4lMHp74/fvzpsap4+evPP21vY2/Pywg7AyxYa80mvijn88MjWSg5318C70y8x7Yh+Hpmw5FMZeBuC5yIK4ypcH0ulZslff1rNkG2SslgLJS1v9ZjTsaasrx/1JDrnCTe6prs42gTqcJF3nVt9zcrr6pL5kLZxSmN1mwdYWPjKkYZCVurIS77Aig9q31Yn7H/XrcV01mfa/nikjeAVzx/AoyEJ1FsVn/8bYvXYUH7CcqYCA8eRaJ/racFOx5fiA8HRYDX4A6nLghugHB6DYLYnMzEcvg9J8+Uq3bVf9UvGAG76wfnrD/6tM2zTYbnLgI3xuLJ5STz3tHzWv45hs/zljnJc/MFBCZrG8SW4VkCf2Uszq8sTPoaavGJxN2UVnJihzFo1voH2Niopr/jb6iDrihGh5eSS9+1DgPpmw3mUWUjWI5z1gc9oZj7gX+mfGLj+xJLbmChGvJp6YdpNVQah943ynF+v8HolyDFTNVE5OxRwYijdd+I+bylmJzj9MglZJ/Hbx2HODC+ym0fo/f0qLz+mbrpWQdmg9ZXPss+As82uNaxzJ/l/LrmcB9j7T/2SvMJRgxzTbOWCS7xxEUZ2kE1x7Hk6CK6Vp7XDm30ZftRzi1eZnNdhDanNnqrL9e7W9weIaGv5sTPPGa5tL9chzrMyVXaHb92lPlzdaGD+fWaoE7lcaqx7FQu4/xhJ4fffsR+lLeBvw3rZ2d7qMgv13Yp42d8N/kfBC4BrLnLziXwo/GsMTGePr6l2ANwv9YcUP9VAI8Liw3dlFH9o/Z+bIkWH8q9+OkBD6VaLuARabsz0WOeKhPNZe4m5AOFbqDuzuPQpmrBNUyxvRrfDdH/QhQbNQaZ4iMuqIXV6lwlnvE3JTg1J6rvD7tA+u17PqT0lUZCh4/JqPmtP2g333AislKqxo2dBNWaVO2SmO/XqpwVN/X3PeQK4cOw2C5hEyuVe3RM8RXAf/unsgbxMGaQvCBtnm82mONiHH3sk0dYtIJu1ROw2F9nXRHnMlmTvQs913xemTtV7shV/iexjD1q6Xzi27c/7Nq/6RnfQpzbekLnSHYBgXAvFwbMmTi3OLcLNMtyyA+j/5f4N4G6Vs4Np5skX45GDH+5oL4SX0uSTuiFTw9UbQ4sH7Q4IH8G8MpcupY8zqnIs4p14v6awwHjKn6H/gP1EjD7gzblkugS+MYYG++wVy5HlyJ/AoK/Acz60eJ0tU76w7l+11QPHL+Rr26P6TqHBitynkVhWd/v+Ho7X4uOwuHh4T/++MNMozUy/graprqPmd381DLtDwyanBzDns9GsIOJNzXa8n9Ex+fqKfY7IhoE3Cu8JfHZDeDG0G/GGvG8WcQBG74dXI26uhmmIE643Ri0E2RtjM3incfPrEjfb7qp1i4A4STB10cGn4KDAJnLNa2CICcV9SgT7r9PGD+Kd2DjermvZDOj8YBIXeF5ICyAKxzGTllIh2p9MoSNbudtVwhkwuBhG71iT11M8EvJUl+q/2bPJdhYnF9b+DufJnFuo8is49wG726JHPeG+Sr4pX2l+XjMl0LU1uj+r33q6SJrm4/Qy/nXycuENirNC80PdGCe6Glq6A/iR2V6S/gyeQm33lcrISueiBRcdMiveHfqopvpbXr7UZ+2vMNLONJff/roOs3mn5hhJ43baX1jJFsEYefT6MCHTX9iCIDK4qO7G8iZL+xm+cDN+1k9qQ36cVXOg6LG6AmD1vWXbyRCpl2W8ThBZ+XkOf/DEf3BdbjZh/nPhXTwdyWxDX3HWw7D3ovSNOrz0S7UEViN8JtyiB2+SWqwdwrGmTxKDCaw1NgEnW/MjnwLi0M15rDi2LKj9dpfiUWHR1g7pXxyNd8nsw34+JRSTNGX0gV94UeVPYiJyTyA5kadG2ELrSnKSdrPRPnaOO7NzVmfV9r5RkB1bMonvjV/NBatNJbpbomqY8fOzHPiBpzoDx2ibmuE51CTWVS7JdjU9/wrugtVkV/5Okx0Th/j5o5E4oeNGFelr/U5byR9xfp8/VNy9uNLw5KLNYqYE+mw2GOtxydc/ePQt3o4L5Hbn2RrHHWegUtZZYfD1NMYWA39402k1K+37edY7h3yNzl3ojBx0t3Ftq6V/dH1u06+2xQ7G9skxZuVL2Mbz3FWVGsYa6LbuOU71fVv4ClfmK/qPNT8Qv6a+witetcedIg3eEvPEDjsF9uaWPazzC/2W8EhTuBDv4gvH5cNQPiCz/rQZkxzu2jWqs2Bx46XIciu+qEHTMFZtelT6XFlKs700H2qHPlr3tlRAmXsj+6rz77N3CKm7XkzYYv6kzu4EdzFZnrrII1vAe792zxjGGnPsAE+L8T/gmr132QJpVgzkOYpY6XUwM7G6ynDcoP25uT3PH/a5O43rCW9pE/VD3YrGH2XZclv8BnHnbbpvERzOnF0nnB3retctxXphW5bpJ/ZofPLln5i/sznRYq5z8fAq0NkLyAbaul1/yqWpjtw6/1Bzp+1/BgnsUlZcYmnWDcVw9YrXbTO28kvvnV4JbS69FUGizI6gXlL+zgIu08Cb/7M+QmfY4yGjXKeebslWh7UlHz9cd1H64LONerYXW3lFRNl3FwgduAbG2gjU0jAxrpzU6/A/ejj7hBVZA/hYYyRZkD9KY06D3QNUEIF45wrrg1+rSr2gI6ZA3/dkYVPqj9EB5y6SnD4ZgjB/CjXMwCdlfCZcQTH11U+eHNcA5/LmT88M1ZGihV+hfV6WUNGDs9b8NSUZlqTN55ze4ci5xEzCHuljm1e+/nKfn2+0kL8Ip9cYZ73o9+AZTHY0/yFnzi/4bqJ+ERe89nq1/CVWpQOY+SDpKFBnLpOGHDAGBucmwGFnraXJ0JlQ3VrTen+0T2KQuPnmQ4zuC1rfpl4yqmDvKnhMhrDta1TmO8PDxv0iaE3tb8KA+n6WMhQR6yPsvy8TsMl4DW/GrYCyQ5K1asNQm/lk3xgkbFUGtGdHRLj9/KIhLZNgJfKzs/iztsPbH0me9f3pW8A+0VJm0ky+g/7WuXdkRcxdxhfB8fgOEFtHAEM6TMucJXCBT/K4syKeFJH9hFFvMagnHFqv+Sj6xEvgh1d5/6z9l2aefJJF98o51zPJ/tMoK7NaZOj+aCJt5KzGw/6XvbbBko2mpMm9Fdl8A/bXeEe+9d04rka65H+CHmFTrZ9ckjGlV13/HZ0VzpAd4U3y5VvLZJmcIExeOHkXF0QDKCIZcVvgs9tH7jMAcaT1Fk755N4P6/GIK9OYH+eRmtJf/3nzz/jd9plw7r5Ap81hfb7pTYaay5VPhvCNWZCiYvPxXnyflabB8U8OeeS+p/j38U7l3bd+2QuyeY7X15LOmJojFjhnfFqDNAjxaLOq5axAEW74Wo9+2SsY8eZr+D6x1cbyn6yY+Tc1G3WH36D8qVx1Q8/8KItq5gC0kEafNKZRbf/VVWZU3Hcz3zb6N3P4d/a5/GYbv/HTRXxcNxPrS/Q/uPqPlLgMr7NR///8XUW8HkRye4jQjyX2RaLnPYRpm8wuYyvN3kzTpWzLZ+nbgV7y0eN31312N3GohFUOvfUMd+OCuj///kJC8jv/OnCtH666Jv96fiKBwQUY6/GdMTjcR35hB1WOuXe7X92BGJX7Pg0nda8QR6Bl8q4Mfq5DYnrax+/fSfXmJCnSlcFW126k79q9yo2ov+1xR39u84CLMyD3NCravR6PXiOwlwfP5dJOD6llETfx7noxHtdE+WXoN65jvGHcV6z9Tv6PaP9jE2eyVTYH89Lz+IlbRq0T+U9wUcW+lA+4VFxlUd+1jdTVLn//rrmzuvxiR/v2mGVT+7SvoNnj2B4TplPkytPXQ+cX6zQPvP0+a/K4EH93Xh/IMpQ5d9nORL9VOrvqZ93+sE394+vx55kXOmF/qnPMzskndnBzv3iusS5zlUn1Rlz8nq/9tt//5//53QkuUF9TVi/OG53UHSTj0NvcK0ulueg796E6Kd1sPaSE7u4rTh0eWM3GUN+PsGJ0VOv4FXb4FCqj7EBO2oQEPqFrzpt+KtN35qHnkpQQIUd4unAihlw+NEzP2gx99svcDjqrA/0lHqSKuRbgBaXia7yVMD3tt4QtH4d6KFvdFQdufhNv6WsA37QOdA+Os8GoN3x7EkKwQ5xrAC0o+NN9P4Nk60fnnrbTr4I0nwKU/1uAxvD6gYzi4aNMG5W6akiPelm5ayX06uPQ7hnh+GG/Jxc2ErwfNItdJzHi77o0cfaZRZdOiwrwV/xLtj9JDXqkfTJOWNEuMynGNOd2FzbjfFV+cBS9qom+6aNwUj7Khbtr81D9buuBBIEVi5lX/h5GLftPmIBKUxrtcZPhdd6k8fY/QGMMGvFelZfyW1yiK853kYBq1hb+1FziaOvMQ0QsaL8M9oa/Foy/gqLevDHV0e80It+aBxPduj+DDzoR/yUGvDIkVVv6BJzrMFvxgNe7STKGY88O3LN1owvvh7n8XG8YZSkF7X03xpx53eNwSj8iYyWB9p80A2qPi9WsVgFdf8EcDVO9QDHnt423sO3MFS+D+rMCZF890WFCah8aLFQ8g3zBvbhh8hH4sO6QZ7sb4ZP44Q+y72dhTOPHzrgtK9K15fhVeS6KazwXl/HCfLxyxzH9Hc2b1ZSTjC6y3/Gm/lUtRxXa4gFODdbwYfP3K70L9ebzEofb26k/9Un2foLPfNp2ErX65v5h/6zvzrdVOnzeYLXps+TmAodnHI6aFmZ7SokfQX0b3+tgnXJ4hy4sUMSEd/TPLR5W/MD+D0PNL6a790nDam2+SYM6Fc86XulRJ+Rr8Y0rnvBm7FWSdO4a1ep7/254lkImx4VsqqTN6scYmOFD94ZzoouYc/0Rs4slzZ85/a8/oOnEp7nsPBP5evn1i1vV3jlQ72evyUszxPGN8PB2JU205vZ9IVYs/5VF9+eGO7f7UrdHGXfGiPOP6tEwfjK9yH/DHM5FMn9/ySBdXegqVKiPvCv3Rd0ub+sRB+qr2RrPAWu30NzextM5c4X/rtpplZdz/7rv/5r+dBm1R5fznznNnjQ0r7C28UlfMhf2Y5a8JfvJ397dwtO9bZvIAoqm4UWb2axtqcLPOmo+Km6oj907TIFzUN5eIPOMcb9Izna3OT7SmSorLIPzN8BlFhZsmF+LDtHoHRkLzzukzMHMCZREmsjl3Vrnn9+DqG9xLQHUz4xYMR8Y4XtxGOUaddkND9a7knd4lpNkJ/nD3jv83def2rqDEXSD+DWiDm76kldI747n2H+Z5yv8neNq+S3khawiiN5Wl9sdHuCoSd1Ebjr23AyPw9E1hjp5t493Yx5zqfmgVgy9TufwYNxa37G/il5cU0jLyfJH+08z2rVxuPea9SPuQ//4Ktr8SGr6jdSRgsdV313YPhD+yvJFj/X/bDwxvhizqQdoN/KanmEuSa8ahvy/G69rHSa33//ZTeA7ffp/9bPUC6OtMc0Pxa4AcqxqA094zKrOJq+kUwH3/hFW/NA8SJ85e84yNstkAD3UojRh7ze1SujXoD3+GBQht6Bb3YrqsQ6k9ftoRjLoB9hOX/RgxI87Mb8nfvBW6/P2Zv3hxImnnrLU0fXrqxTtqoO46yU27q5Qj83+8N+7qJeCmb+MQ7omfe057it401bdGzzuvYZ6Rt9nfTpwfxpwQXPev6/ktn3HVfrvAmv9EddQtfVOnzEXcVs95Sjn/Op9NRHemSSnvhq7XkMun+IrSihrSV0R5yQTz8ltEd8esb8ltCozXxKJM+o3p7eAJZSa4Msqe8AW2I4u853Ntg7It7BQfbRcM+4il6TlwsJz6gDG10qrWBPdRN+5VXrlbfXWVRKAp9xzugj8Sex9hXjomoTxZy/41GTotfRx5TwPUpr7+jR9aofvKclfCOx2uzwM7KYvOq78k0m+io56Cvkbh1+bOzQb0U/6qaN1wprDYO2LuxrzDUUveAD1tw2L7dFNWJotqnw4SUeR/rgDM6uX1gZq8pxGCNjNziNnyEfWOCuZCRvcI9l8BrlrWBHyq+HtP3n1wv6sITDhqnxfzVuz9SbY3PGrfl/9PKMGe3gp7picUWxggXtV3zKZrdzxE0DsyGra8IjOTcHWvnfJPkIGvOXnEAeWjG/ih+NAXut6O/Auh53kG/gwG9GXcEjJMaTJPB6uNxLu7O43p7tS/t23Bon6QSdGF/5pQu/qHyKTxVT9RS8t5UasCUEKxh9Z+Uu/TQafEh5xuqf6pNd9I99EXpgL/e59esi/L/t0Bhm2zMujaXWV+2vHO8s+ytl3eXtvu4J55rqagzqn+1/zXWNkXwiDq9kwyXpAjK3wZv53cmLMw28PlWiq8r3ZOmmCkkufLLnR1ITPoedo9emgWlzwQfMrynR/Wu4/8/kSr6eHNcHCxw85UN1xnklsdfRb1QUU3fmzQ1WjkKMan3aHa/oGbySZ6/1SkoLHaqNPjvGlPSshp136Vp2EY5uhGGj3CfnQMNnOb5nWqywzVvtWlbqpvw14s7tsfd+ixhhjHcod2O+o5PkIPOOrCc4Z3xjfDE34RnjUCv85ziTncH9dImuR7ujwFlMgbPXanXdu8qa96s7TnF95sPX5nfC/sVwbKsS354NZzjfbhNH+WY3h+7wXMlDr1XfGWynh2j2Y1zHpXhpbK8e89iDV8xleJ/peyZ35n2G+6V9DKAZStf9dXBTte4rmLtck3e8Zl/YOPGDj9kOb7gr4v8dBg/03qG+Gvc7fq/CYy0fqWXrp/OBmXXXrIqDlJH3YAK+50IcYL/QdY8/jux+q90Arm/nRsAT3PdZrTGZHDO/Hz/iCRsGuqb+eigGRlK069fxhMvBk74rnQXTzV/6wZ+fJGPcyKNM/HAyN5KBg7cqFWAWynZyHMGGflGGvis++l0NwfX3p3Yq5WkOg/axwE+yKx+Huz3iiUJNMofp95Ndl+DhF+cjrJr6su8AaPAo4AvwIJOOm6WP0XA16YjDvfSRKU/UxAIAVXn7xZ+gkbXqRE8eyHMI81dlf7KITZ0Dk3BRi8UoFlybsQ0j4lMNjVO2c/st6F8BVdvv6RVD0oMBZpzM9LNu8omiFzj4lMyDKps+YHMbOCUyXI494ffbd81TPY0YMQHergy8HFs8VRhPM4pG/HnzNx4gC9yYQ8cn4epYqR9lR1zwJFZ3t+SVByqWY1dstbk890ueywyjHMV+BKLYbHFNTskw/YiEMyZxIzbmicaKDZiLcVKWT+Ke8ap98Kkw+Adv5qTyGzEdA4dW+PFU/2//+UuxaKGivzhUibkkPLko+8AZS+HpgD+9CQcSJXj1ye1gEfLABo8SuEqfD/5x7dR6Y9blxIes4yxX/KusVT1Ed6MNN00Zt+yv4xX+VSb08I12vLVBn/+eXfMDtPRF257D9L2B6dP0UrzoT/sjlU7erxYoBoSbY4TvWSmZIfcv24vwZgnrC5TEKO3PlfhF5fGIPSZjwp56wvm1Yx7XnguyhMGT1bKT4N5nobKLR/xYeYgPcNVF7U9uL/iMeIZ5Eieuk/EaaCKMOx3roT/4Yn0+vyRXYxFte7SZeVcvcAAb+Et7o3XZKvuTQCG44g66Kz7XjnaLKHpXR+fR7JDyVtj3YB5T0mch08cly8g+ktnUOtNdv1svW/6cYx/H5IdZV42D86q5L3UOvuABF08O+vAJvFY40Mzl2k4pY8b/6rbmx+/2Bof21zG+5vcHgrEHJLKLYNiHNv1nJTTgJO+fE1/Im/WQPoxj1cf+DXr0dzpT/Y720KpEVpUbPNd5osqjHjxC75UGyBOe/uR/32PpzSNX2D5Oc1ZI4qYwctflkxi3GOzLblhOeY/cjH3WcvZQxutp7UZe23Oaesr5Q+9hH98Akhk+aOOZ7IpuPeE2ut+/229Lxga4QfaF8jls+emJGZs3psDL/qBVHOhIfQIDeLQShi9W/Yl7z/eZXxV2Oieob+N88299EY7v/9qMqrk35PXASfGqyUd2YJcotQ/58Z8/fv/D41/2E3/9ub98HoYt1Fb8hY3vz0EX+qEPt7H5x0vTez6YI9pfa0Xm4PwXXwF/pXQZYo2NuhotbrQnPzNPTIRJtHyjOR/7qYy9XEP40nn6ePMs27HmiHGFqR2xeVQqVNF6Jxxhro+IRb2wIhk6D656TTQtznw9kJ2mPDBhnzaZUypj3qZcuV/XkBxHctrB2NWs9GrTR1lxVL9zwHPGrTzVN+KFjeXj+Kv94fvMS38WWjlldAw5wud96WKfzzosHV45Zv7O13x4zDOvcL9B0+PHcH1dKc4ViFcxVSpofb6NOEspjS/nD6ylcdkpcsrff1m+3aZqOvqED/kmDN8t5Tag81bucjbFcWdEiz7OR5FJ2+1g+LKEzKI/+2xzVfNE7XsHeUHcsPcz+vDHOCcCRtoWP8nh7wn/e6N4DWvUOXmE9rLraEhbKQNJcehH9HPtPfIU/miohqstDW+LxhRva66haD9ZoiyINp9VX3SjFEntV1t9gkk/3aPgRnXoq4g5P+AN32ynxuoDTomZzrmf9TL/znCu+/q8b6jkg0ppS7vZyD/6OGIeMJ+urBTcFBH+U7Ye7BED2K3Kq3XXz4aK3cCnTVlpVOe+Ib91XPvFY+ZT+5/Uf+9PvtroxHSn0BOmX4+bwfn1sv4dEsp1nf77usph8zRL/8ZFaXN6G+Dv5vscKwFGmT1zDfqE/9BGrqWeWX5indc+HYueHNv4Ijk2zfr41/qoG7tgO2wSOq7pzqHVZsSy9FH9jsWEV5w1CZv1nLqHJgvFAHQ99vxH3HdbYQt0FjclvZ3/K94OZ62R5NiYfFj6aO2LlewsPAb/90Bpm89GWPWd9RL9/iAuPueHc3l7Tf6dPfLDccP0VWNRrv3eb55UKfixPlSk/tGvPXysR/UIDWK08rtTl0xia5Szo3Z5VYkJMfQJoOzqOZHEOOGeNzW3G/05Yu99gt/n20u6dZG3K9pwSqZ0dD273Y8sUEnnunXflZhP/B3+rXP6Lzvhjbb8nw+oJP/nNS4UcCEBDsBpq5TsplUFe122mUL+gJMA5oziJOK3jlN4O3jymGpFfvgrNHWswxRJ+Vyom7gNTZ28cyISeokepqv1/D5/xk2cUQLv+ttw2HN15coQO2xRcXuY57DpAuU+CJkM/4oSfOHdpbniueiP2Mx96QIlQX6RsylWL2CBUS+CXvVD8z+0JA7H2Knx/YpTK/3V/Fkblky07r0H1dgYF6UoGfM9Lj8XK3RL+1W9f64mo7RqS3oCRuteWcez84Pg+grH77/bQwC65+btWDNYd7nJS/ue9AdYPUfUBPeA/gGqYv2Q+x/Q/yxU+U6/r3j3iBuX8mXMw+p7eKxg9N0t4b/CN9H9YP/WASeVGptndPKbLvrHheWWK3vsnAhoXZnnpGjsRddUDIR8HPj/ZOzoZhTy5cfuyz5+g/nDAqZzV1t6R0xAux7vESpfhi8yP+b1Fsm3fr8pKhHYa6of2T6C1Lg4J5SORYdz5N7raudAO3y8BSFjxl+3ecHMqgzWdFDR/ZIY5/SJRy3wZWslZpxqtax6vZof2izx33P7JI/zGvJTL2RJUdUjBtfj1/gSf+ZVn3/hBtq5NlOv/OCK2dU7TDGh/Fua3U5uL2z2XPsxh/9l5rF1hkV+yW5tOM3/s3nX5fTAKIHb5ax50+3n/61xtRp2MRAfynN9E93iVWFzJTAJhlrNW2PM4zPsQHsg/8Ua1T/TdTkma8tN/MYsN+QYiND6zfoG1H7FrwWYjeU32UlWOewxNX/ljMVR7azuK//P+M7S+ee5y0LM+6DFWvA+0+DgP8HUBv7bXxGwr8btSif5BbuNsbzCDphHtTldfjfqhkjM7+nO9L4re8X9HdrKr70BbM/XtUWFoVWkdX0dwDMuT3vOb77qtwc0YeRnnFFpeTCowuompq+vI0JvXfV3xE0ldQqLVIPXOuQVFvUp0/rTT7LZ/CQoHN4rJVM2q/7zBGUi1Yd+jOs3y0r6R1u/qcRTpbIzcOjQbm67A02G8P33lpos/+55VyZkWK+z6PSrC2fCcHqVORJ0UXetq935qXFyCE+0cSHbeJOApzmsZ03rUS9083tG0k38XHaqWclMsbP5YUJb/yhPby3Ym/GFZ5VvIn0M85gZG7ahXzcEqI/KZUsbyNiQajzaUNanlBNvV5NOOkY5bEzLQAKt+6/Pb5mi+QabKMkaYscNUm5oyI+CqL8Jd4RaFyDtj91EEwlZDHhDzokXH0l/7MwYweY2iI7WYR2yr3S7lXgP7JSxpz7pafOLGxPCtNE3AsoT+tP4FbM39VuKhueZ7SFsuBs9vumHN+yIJysjDmPuJ33GBbBaokvYqri3InmMyt86odUDpxmbIRP/8ls0EetiEd+aAN/AU0yLR9AOgm41jnbjSWI2sLBGrtj2eq+MwlwnJYpN/4gdraMmEtRi0EreVDzjmbGbcz1O0Iy+ndxtbbWJi5WuL8HYL7mrch0lxvB7lpYTNQMtAdXZR373vZDls27ii/nHmx9mmVDfmIqXcr7VjM90YtP3HYrrpXcGM5BaOXk5RORSP8NiXZ3WUdnBxy0U+Z+BDoxTL+Qzvt98g2IqtgDO2BjUXjYkS3y8dHkhFB1i/ko7yR8U6nMRXAQETbT0VKj70XPOSA9+w7TirL/YRZg2VuK98kl9A0q745uInm/8ggbUIZscICjjkjtEryP4RfzIzugAruO5jOwLQuVbs6FMaf3yOLTer48iXHzwr7qUEw746rhxoFtHLfEpdXQxyMsW+z/a/IgRyw6GU2no6AzH/gru9ULfYXcrm3xFfqhsNNb8DfIYVe2v9Zme/FRxZtsFTs7Fipv1WB9H2qRx35p/xzzEmpp4yU+1HRysY7/HonfD2/bQhgacEg5zOeqvODDb2p/ieO6bae+0Z/nJs82vMh9Gfsexjv0x3pE/Op/HxMiHVuWn4Ef+jtdVf+zXGV6OO+T5umJ2ph8tKPEmbZUxViamT9jabXV0kh0aB58rRmvoomRV/EG/c7AsBGnjOHQ3WN/zlnme9p/Om6b5DD/JcRpVmmlNRTsYVxM20aNCLWVT8dI3eX3qED/5BH9Rzvx1ruh9sm/To+IAg58ejtRv/+74Vdpa19CIEfGq9MgI/NC70p7X9a0rafM8l0xbRv+IU+Uf+RO1euv2TzuvjrbTmCzJiH2bbGbvA/u5tsHsm4B02HcCdZoD7008kN9NYiMJmW53ra5tjOg9t0W0WhMO8jcA5B+6N/pWvLBLQvrvFTaTS1etdD5P+gSVf8J+3pfk25qbQB82b5s5pjjS7DO+rdNjrrS3jB93KOZEFLkCn6js+zUJt4M3lFRvIFX9CB4tZkpnr3qFeIBqLIkDlW7nRoxO+WZwy5g9553zTSmBB7+AS+cYn8Q1c3eSsEOMC7ze6RVkwyPyX5VR6yKZZSQ/5mpCaq3bsgHDXugWwFFW5ae1j3b9pjH0p69KtDpzpts6zumE5bIM7ud3poa+5eTPP/V2MSvaxOtDTeJkZsdIgM/7dn2LThzYrLU1Rl3rYoyMmfwFHMaUHQ9A466Hb83JyqV//CFbRJv9W9d/w3f0oeKljazJm8dFXIR7FYeMT/rMVml+E5bpyLm0SFizefP3e2PMeW2/Md74i166Il/fYBhHld9AXqBL0Di9k4Cfc6hSdXu18/e0j3JW0GQZ40uaygn9oKl9WU/+CVNtHn/2ov8r/ItNYAg7b3NtBrwYX6AGDL2UV/StbtL/G9eiFNcWghqxXjjzw0Bcy+gxHz23PrU213sErNXwdOt6MEoe921MOoFyS8oCqccXfSapzyHZAvvTvy57bBz4DYb38/4fjb/W9aRrvogThnZ9IP2zljpCZR77ogv7aM4Z5uyIS4tnR2Rf+dpta2L9m0jU9gfFxjEIK4/UUTHS84ohRFuwnM/zPBC+UtFv7Tr23I+cGd7t1hCuwqC/AXy4/4CEX7KUZZpih8D6jMJyuowng85G/oyEr+Oi0GN6suh8iyju4+kLW8bpLYXmAGO9dBt5oNsCrFzRHOTsDd5zxw0p8LyB+iIKwcPkTjZXEyYxP1SbDXOWU5pInSgRk3qQYvZJ1Yw4rrBajxgfY123KrRJc9oeSZVqrkvptOnce9V2ailimdoT5UkyijAO3cx7j+RiM+nTpsOVaoNtK33wUG64ZHFAEJ8znwUBE5OZfGBzC3AjnG7x+dWR9AYux3DPA+AXl8QT8dnFMb/ZsbUO4e1i5158dAnHistsBpnkxpwRyQuByyB3ih81+Qik2upKhT5Hm46cUH1EkcKk7guYyyqpdz0ajdp9TTTTs8FkfVYqM+qOU0Qtq8iZO2e5c//TtnRaHSv5K9iKFpjwsQkwLxW/hCf7O8K5BQDdwg9XC6KcWXvUe3YE04PNJB+5/aT+5EKLRA5ipQf4quuoeVww2qt+J1h/SGWTJdvpAT+ZQ/p77LSYF6HbVnDZuMDXTAN/1/cY3nw12mTDBVx1Dzbc4H8QLNusD/mkKdPzN/4SRfHfth/OlQ5YlGe+Qbcz3531jZJ+divsF/o9jG+pejX/sLlwp/VNMrGds7oR+8LTgT8qffS0OdbiBTz6/slyjIEpZqVYz2N3tbRMgsuMJC503qX9ejx0O9cr5lz4qc3xZocyNFe2zs6P+rXFqB4aDh9F6edWX2+mlyWErru8+BpbrVN//PGHr1c9r95mJbudIUf/as6eUdW+WEMrRLkg2pRqnesx0qtFPMmm/mbQci+1snWN0hqhRxkV4jdjJ1uN+SHyWKX56rpsoBvhO//M+oU+Gn8bN/Oo5fmnPsjxWV4zXUKe+I/7M79hZ8zVHz5f+SW5vVwT88lHa17EwH3/r/kAhZ+1mxE1wnzwAbyI2/RXoUuUXlv7T91Xg8x5O/NwE51cAxouJk7rf1fswxViwnUt+498EA+Bc9zU/BV9fhNnRiPeYXNWmmnHWBbyp+LkTPDDvjDaKREPcoM0kxAbMxx8leob84JilvijrBS1Tnzv7Iejko90QmbMH3DgC0+1yTP0mb7Gqp/3J/hxTWM+s8tjhqcEMX6NPX0S46Yt8lpXu+o3+ki9/9Ch+dv3xfhq43/mesdPnTNHJkxWkm9JX/K1rBTWA083jsN2c/6d7bd9wApWq42wj08IkjpKhuz9Mu2WuegVrkf9/GXUlte5Kfy9zSPf/5vtZjtdSRb+/8fem6DJdetsmpYl/7WSW11P7391bQ2Nj+BLgNMZYsiUb/lIGSRBzARInikiu+ouvZ93jHl+JtW8PwR9354jA45n8no+UN0vv3EhUk8ZdJPSoa0M/pFATyjeQOJpSCiAr5IInH1pvA/121Ne7WHccPSop9qrwN/BfSZU4EqDCHr44w/0A0772RL9VfqGXDqYPvVuiTYysbEK/Ua58Am48+BCu/TW0yflhoyx0TM1evOJo9mFg+mwUkEvPpIB3igPeCK7XBVtsdrU2U2sI/9RfhG2WAwuKwEiPFhggJ+U0u/Hd/udn7/+V3lLgSeCRKY+6Uss+TifMEx0JR40LqYb4ymHjT6Bo2T5n3B8jB1XmwS1+4txomu8JMboy2FPQMsdhm1/ZYSEWLqEA08BnCY/bT9vsArh8IHcJjPF5IA6NaGlo/Ao4yfnOJQ8AmcsNSbiAy+VocuIHW3GQbiNVjl7ZQo2NtAUjsbDHzYP4l0ehAaP1Dabqcus7tFrrtETyzVkbO7RHGQu0qtA6WANcrhiN3V21Uy3j69x/MLXuuBTedRF1Z/U5Qk9jUu20fNIKmDD+sSiU7I0kOm6YFDESmNYScFvG+A6/zT4LKKw+FVid9F5E4Qc7DwiV04p/qEpuL4zsux1W8cxaPz2g9tQrlTgjw60VeppbGIKXrlNzlNqT6txZ88Fjco7eSjZ6IFewYu4WsWtYMyd4AXlslYWcuup8xw4Lb4B1BK9LCMLZNbPWBX9K8u6TnRsWBsTkHUO/l/0NKeOFr9mmU1ufJuFd8YnenjpuS9ewAPTakk+/cgFL8MZc2D5pD/o5A/krcYGzn3J/C/einn5obwpa21dVEZm6Td75Hbsyn3iii6UvaToz/C8rnV0JZaHoFBT8BQs6A/PzE94Yz94ry7xhfjKDrdFYzLYUAQrN9S3Oy7mzoY85EsXl1+34YVC/cQ7vhznB9rgbUQ1PvRDRzuXRS9FmeKo2p/9lnF39UJbTtDdR85rxD7xX8q/kbK0u/7dOCEjr+VLbtVe7xvnNezPdghGm/41Z4uuYaGDbof/0fDQz20q+xItUM3H5/470jn4g1XHxeYxhdngHpC2ZZ4/hFT2BzV5XJb4O++yVVgtthN35aDPpSP/CVWA5hurn5y/ZfsZe4ft4nYpcQvM/LdIFzu0JZXP4Cl9eUOJcaKPUqyFl9vAVAr+7S//3V9frwQNGd567NP9yVq+5tH7PHCACxK6Oy+HaXxibQgc9R4f/naWYlA55fmjcxLFWBxfTa58Z9/4ZYfzp5+5K7DnGjjOn3k9rweClf1CtUMyctusndm+ECIfS55+G9E8YbbOzDu/EmRFX/d96699LT/rtJTHcebuEPdznHtnPPEXj6KbPqpbncYxj2Q0/TLTVB/3N65/3v/5OSF8kIVeYgUPbAc3iWnV6IvY9c6QCT/Jqm5t9OP61zpeVBF/l6v4X4+JROn0Wbq5ftjiAdS+ic/wwl5XEP95S5/QBuSRmstxXvr8Zr+zrXz+/j3PfRbvP8qu9o8vXx2Xb7rsLtgMeaDzh87vCkN7sWN7WP9s5xq7mxeUi/VbCbg8UZtr4gzVmnew1hFTilGZJ/106oh8fyuo9Fiv8SoJJw/6dTGJko9Fh22MbSlFUnNeuOLheKIXO6cVrvNx/zvu0WdNeBK/nR87za/67QyEUbGv6M58tpMD31m2Tnlbb927NP95wJur3dhyM7HaJE6y2W2c+e4g+BPaHd4Ojn9Vum+FqbHsbXe8gLP2Zb6i/8gD212mdHMf/rI3xt2PqzlIo8MC00aq0F7Rf7XlLLBmumTCN+K9CBg+8nquLvIp36sT2/LGqCrmX10fwO4zdweeKze2JXN9kH+9/lf84/xkv+la3nAtFjQxX2yuMa6lzZrXhkOTgPZS1bDWX6nJI5jR38pCJ/87Bt+8Af6qLLhluCrRCukJmKYTzxXnL3keHqEnfu3WCZMJfCVeY8l4qr/wxfBKcLDKrFi+H4ZBBMD7JV6TgCObfmURmGnBm3sc4vSRoGf4I58RfxjPEb21JRdaytZpFYflzYz3Co7NGX+sK8H0p5M8rhmDU75YoSWcJ7YJbDefhUfirnSDzzMlfPXVDFd9hjw/iWHCBvqZ5XoiwkY087Fjogbalz62migEr2OjWhr3XIe6lyW6tU7gr0pi0k4JNCoFhbyH2xx7oeOK5wq20n+F927Yq/QgV16lr3x936uvkg4fj8F5vOn30i9qqN6dDZROj2Ff6By7/xwXz773tS2daPU5cpW/L/o8QJGpyJcMU30lJ2Bk0kh1r82c6ToUqYXB2L7HNbDL2NUBZLMWvVE7G+PAfF9NNn/76lsn+Tl83cvkxF74R4dv/p5bX0KP5/iMesZ8fGzDSHe1rfE8cU/HivHvgGnt8f7z2Ww3Zj3fa60Y33O51zjOWNLXZobyT72lfcNxZ/ae9aMRa88uR6XhpcNcdVXmJX63kTxvY+xuM3iawMcwTuozQ/RynIs+zQxO6lxY4IJCRpfsdZ5lrHUdm+h1Xvu8UL/WZeyF7kp5JX5Gvldorsge+Z7RPCsXefCh3cuNc7wevs+1NZ+R+h1t3+e8grPmpN189Ar+V3lobD7Pn1e1PMKzManbB+b5vP4f2UZcinvG07iMc0zu32mT+e1wBL87Tzn+bj5STKrvFfNt8Lhqy5Gdj/bJ99omcCN/bD/K9zpd+GFFk32z2s5E/zGfFe8jWPCtc+PdQDpi/ol92LXyZVYLvAz7iHqWq/p+LvA8JF/3eB+hdS9Dmn3//rd9Kibn860yZ9rlCc19+dohey58cGQTuMydTtPPW5xf9tr9Hi2/BqxrNAv/DBeItf/L12a4SS2b/SeN7JFa3RA/CGr3U++fV3gCjuPsw81o1su7svgJJwuRpw7FEPH0FKMT4tH1ykutlcSw56lgbhBtm10T59AVvNRZqmGL0+3wRjrJcZ3OHapvJNFPSom35IXMmes7ID/tZZXdQyzEPnJ5UIP2qsweVr/a8oLsuu4/UT52PCpH171+/vAH4PSQ2C+7S/5ufT96rO95lJE8j+ErfLMv3e6Z75f/8//8v0htPPPTBTYzN3h30Z2ngdrTsP1EXx54NMp40iGxsao981QmfSlGAKGwL2wewHnA6PdNes+PVubnsF4v8Cgzf2B9me3ve661Qr7r7xc7WNgEO9Yh6FfyzrRrvy0gPxdkS7K06nCil2HIKQ9b/PH9j69fv3YLNP0q4yuubKwrX4khPPICWfjZR/EDCIlZ9kN5I1l9CzyBiVH0FywfzWstPnOv0bszppPThmVy86YEeJugN3zBu1qix4y/H1n5iVzgDRLR+9pbpn6LqZ5jplnFHL73Pt4SEw+dQM4Th3qgUR0cSp6sOcaJxdflZqXbCIp9PWafYH/IdR7Bb6YRs/BHb1/WF6nPlS4/80XXM76FRk9DDYMZtoXfz3jR33hZfI96tD4hX4zvdfzK5n78OJFBpr7GnEN51sm2Dr0xm2Gig4fo4gQDLhr3OU5HHo6tuPMa+nhrjhXiy/vPPsOnIbf3g8NDTi+/5+/zj9OX33Mf7Bt59dS0evlAny3lP6YFlXr7Uk5lDej2CkthoVcZCwYk4QYvYz2cNNI3wiFnfaA9lqunNEecw7aMLk7oYzePZxkfyyPlSBe7Rir5q9zJeJIPzhZubpScOU79if8/ywVNcZK/bU2r654gVw6PsXmeAX6FxxpHCRj5Kn74Tvu74B9xIj7AwQ3eupEUP42wxwuKfS3yc4/T69XjxfyHHrv+Hp5bZzq4/NEPyDuj/lLziTxCcsunF60PhX+NdTvtLmKkM3oiH7ljG70eLZFzi157zqP1L/erno5pPOpEBBx9xjkBFnfzk3lhpEMOcnd4yKVfdPrHkd8QKX1lrol+8JAzyh33AeCrJB78tzDzHCOf9vEN30Jn84MeGvR6erOpgDQfG6+qInoV5IMP+I/4I5w2rMY2cJUjr9xHHRz47NrgjyV0Dq+xmGKSC03wHenx8wy/BmGfv8MOufN86br3+RN8Zvzo81qZM7DV8pW5QzK1zJU42C70O7lIcfnMS0CnssrvxyGNfZ1HXDfLrKJXrHUTvycBox6wYxzop01/LnXOjp7AMz481Jfh4Ba48dC1H/XrYTnZrzr4Kp1Pv3+CB/3737i8Nn7IE1/Fg33qo8oe9df65GPj3yiEjoVk+PD4yPwzwkgPHr7b2VXmYWJaDI/WIese5/2sg+rM68CbHvX8a3WNw3HdvpEePldL6ffVLrZjd6PLNjagV6SjfvlwdRT9y/xe53nDXR4b/qIvukx+1Z5zjIcl5yWQuYdO5g3gtOkH3tobO0a/MX7Q5VL6Cx9WzdaCtMuX4zjWOcPRcaSP6EJ/l9Pamq+lqI1Tr2cvze2JMXZ5s07oIfyRpud4r5X5Zkrg4/rJm1zRn6nkA1330Bxk3wRl8yP5i1/WdJ7Hcc1D9rs/yU/4RLveWGlv/LrPuH5J3tM2hv0x5Ufq3uRWwljMW66vcLrzu8oLuyc/cCJfg5r+IqvGjurAMx/qlBlvnleln8ViuYYd8cX+SbQ6vF8x5utW5u0Y/ec4z2sekEnQhVd6urEFPnDa2A18LM/6j+6lOK8rGio/FdMc0UY++oJBmeGr+et8/tH+3+dueKq8btdM2/OJuSfDj+rlBVVtoA4O+UW2lz2S5TL5C0nk8TEf4ZWzoeT+nF9jfkumZPO3/aaBIS/Rayyn/Kh5Ch7jT3tVSn9/Mc99/dPeCo7fEF9RBCyvo75nrf7a6B/xRlwf+5d5Nuhc9u68J/CcP/YDH9tYotgfXEdXKUd6Oo/iHFng5hJ+mzeA5RQclMkeqZ85uOe5CtgeY986MnhP9bE9cjzOl+S7Oo8bSdtFXDKgyLQhLUkyXEwvemwuCF5iPiApmCVIMssN4iGU3Ob+JPiuH2zGHKQeN5lgmViPsfte6ZbHrO/V8uMT2Ag/a4vukWOnS55EyhiYZjtcJhvhOe5ek5X9jNfM/964iB5e0oA6+u21utYj/trsjnrSdvnXeL0Ka+XPLe/F4OCjLc2bOpRyF6ebl2ng4+QxJfn1m5UKf+UyeW3L56nMj/Qb8bUYvlM9QcixKT46l3MbeltX8YStr8qjrJNmPOwSf+rgPFZmnr19j/HbU5kk63xSRjUaP0vaOA6M39maM9LtNd/3uDrzfH91fPIYvjpmpLX7Qusdfqfc23SvR1//rLne54qRVj5Wf7ZzxPkntok/5pudDad4dcvv4zT7EHqVyNLJ17QfHRWYWRUM5aDthAs9/GrHyOG/vr3yOXNGrG+vdQPj2fneRKitf8gFT9JVz+1XaDTK3/GU3B73sTl81B+elDv5I1z4s04jFvOeJ8EOP+uU6zO3xyE7vu+Y669q6T68in0dT7bOD0Rdp38E02VqjRlOdh9h9sk0u2uXtt3WaX1dy/uJfff1zhrjObfO1+FdvD7vGsVG5kJDegruD5rao3IZ6XZ9tvk2i0YgXzzKDz+u6OlrgqwCXu+jjHGvrnVsJQcu3IhSe5U70KJX2bpD/EAJP4tko/Y5/AE2E0n216vm1MwTgSsYfWN5B3ek/Yi2xkK+ijGZpbZxn7t+U8j185rNqUqxC59gP/uxzzRaljFbPqMHtl3isUumeoPnEo/fEKn5YGffic7K7QdJTzg/0j1GxdgOnthNXEcPtX59PrdxLwuOz5Xwv57XV+Rhv258PnOs5gV8/Azfj6TFB9Ib1p6xHAAAQABJREFUv1yVv9qrFh6bwGm+qYuj9rR3DvFuPO4QnuBu1D2hOu7Ovtzp/I0npcVKP75cFqUS8ycbYHtCyJmSIF42ofUJot1Nrhy40IgfG8LVCRzO7/tCz52RKzchR5vAdzg/ZIZ+kqU/3v4NnFzrIxLfNIy+++kFOT9BIRmrC3rhq6bFYUUPXSsaNB7ybTlptIuF5QTSHoArNj3h9BInxtQ4ill9KqtX6ctP4tOfkh0vqNHuqfqWTkhk+zQGFS1i2BatesJ4ha9wff7pF7te+pBPfae1PBDcjcobITiNag5fL1rq0xvW6Cw6zylk6ondnp9a44FfKMVHFwJEy5MpZzl51j/KvNP2E8p5/KQvcr0Mv8kzrzyQEz5y7gGPN1i8x+cLxZ3+tk9oPahk0yP5AFbqG+cmxbOfqEgvG9/61Q7HcT5MUgjYlOSZfNL0M9yo+3h9+fKj/Iaxvi7EppMPOUKHWRxjSJnzj/xsVFoPb560uGzZbpztw35ythzKLfXpz3NtdsaR3k2nC5U8Ji7Pc8VEF500bxT7pcgDR6w3sqdnEH0uq+vNy2rXsW9olvb/Me++wk+ynz89WQxPL2e/8FKS59Y8P2ULyLNYa7y3wX/m35DTWMiPnn9fy8Vo8bc10N6Olf1lrAoL1g/3hZ5oxv/OYxiMrNTtuulk/37YROLXx495a23ym7VF46RznhOuKxE2yzdu7zG1fPNAgDWm7tvWnCpn/T1BjqdpL1bDS55aHdgOD9r+jQKWDj6529j8+OOvr3+VGHFcHyPwKeEz7htXsgVT3Pro2yeTNjrXOUO6Cwd8lbQL8IkP9N2xwK6uv567dLDcOOvPuG+uMy/IDmwt88pT8RtKh3+0n57f1kMmFOMbD8BXZcnuGgM9n8gP9t/q15/Hv8WK7QGuHKG/Y/dyFuvKFaYVB16jjMwi9wlfbeiEl/sz3dP1FqPjvBC+vSPD9RQvz9NswzGfKk/6aP8zluU8Zpxrr+lYHkCp5qle/CsRBsPP5QFkLWw3917HNs29kt35pPq/jW8yseDWuZD5d+b4Ggg6oceuvZImXOhKydtYhlx8bPM2IyUX64A/9bJPkfsrgvhwbigc+Kv+GQcPjKG/dHj25u/TdtTY8bm9vula13f2fVdl8FWjNpKFxN47LKV4+1jUgTMoN2A1VrYdMIqaXFeFLfAkB52JAXGWXlfGXjR5nfilcx/+heoLyWegp4gH5qah7aOIIb+W4ijkd9v7VModXN3KreJ9K+EpiI7mM/NrOdIVbOE6PnkbOk3no059+smYsQ6LoMSHX3Bq9OA1wAsqPU/FC0yZdeSPelJMl5Wig7b5K/W/s4rcXob0lZ4aM8Wd9i5q6++ROAz7jcGDxzkP9pYS8PWL/eax7g/ofEE5vXvQqc5dodRKjmA1fsHPNyKCOOK9wpp/x8RINKVqfBUvX+xkO8eA6vAo+4e2pqFnC7LCZsxbF+NjJj7wGsUf5Rvn/y5gptxBmBd2/b8jfPTP2M46a0j92kOGjnXGyeGahkRHOPi0pDHsxzFz8XFziM/Ve1ymOfYsR/ojI4fyWZ6QYzlGxee5PUjvI/R6aVnzFr8/ynv0Z8lP+x11rfk6xv5Rjn/jgkN9XB+ZT0eu6za6qIy1aI0LFBrGd2yDtyvBX+1TxfPIfmQWnw4DxXWkb9wE4i68FOHra1yp82ByAYMJD55wobQNfWGIAwbuUxO6q/gwGPwCeCrFFxlT5wWAaPX3LB+JqkvnBal3UCrXPHsZuTbbrzzy+OCPK/xH3xe9rg7eFQFP4GgykCqo0/YUxjMv9sq1yDPFwxNCB1KXzVj5WHqsAQsCTSY/042D0F0bGsdzm85jHlrGx22KjW0ebzQAl7bKDFvRZFzqTjPbFxvtfoOW+bpvfAA4lxLfdD6FmKnM+Xc+O07kpwB8UTYPj8RInnvZYGepuT/DD+ser8THIeqNThYikeTxgUW5mF18YDewrCw4SX9d0GATBc15mUfw2oXknif0Uixu+Jl2PVpuJZ0z+EpdPu83xpJ/IGvBNM8152OIfWLkctz3qxgwH2TmRXamXygzgtzAEVpuGLULJedKB718jXtS/GvNKBeQyk1SEIIsahrXg/48lkK1g5w1DxnlAa2jH36K1yoXgijbF1CvyfeulG7quV5uj3gG36p4Jc9DcMfVo/R1+9wnoZfN3jYha9ylu9+oXPkT/Vd9vRbwYK7JsnrM17aIiWe5ik/WPeuPjAzL8kb42BbulZjNdKXuIVXiCR2y3FaveK2tivJHi66GTvmZcUpdfXVcU/52PD6zkfP/M/VIsvP4HI5HotlWGZ8BQTKe5j3wFL+s+9B92ITOWHSH4MwKr9a3E1Qb6LHqG+WvcLMPwAeP9or3x8JsllBalg2vVZqHH9Si5ZB4jYdgRzvrngZfFS7Gt0wd9gCwH4bLXFIh1wpkEEmJqumeYL95dekj6Vwf6LyjfokB3LMh9Fixs92veX8sZL+h2ZMxVt7f9z3XGucGccMXOe+ylP76V+55f32tU14g7+rA5BhxLBmreUV7jIDrNxLvynL8tQ2P8YKq7VFkjn1FZDtu7g9G3RQLYXPjelzJ+V/lOw932KN+y0JL3OpjZFYDuhY2C9v6yYN1hYH2+JbWC9LM/9PrzYfHQea5qpt5/qDrp+t9WwHNbSley2bX27/9GCVb9ZNdsatKHZer2QeJ6GIcJIqHq4ol/uIhjayX6vbwSwrJfP32YcEvJdQEKAUpH2GebU7GPsLqZTSuEzdag+2ZfvjB5z33S1Cvapqrf/xAHnQrTMHEX8eRHujgmI98+jz3COWKJo9v3lutcGdYjv9Hro7OHF8MaXOGRmVhX+p/pWTdN/lVnwi4cp/glbKvxeF9id+Ib78RbE/2GI+f46aj8cXZkTyxoSLoPFG+nG7MnNdWVDlR0Ea1CR8q0Ls8bV5JIpXSy3UbyFqz17eBWwVbLcjqwqG346ifnTfl+6joEr5ynk1UqYS80mRjmTYP0lgXMx3T9ecJz56Xtc7835LkaGKbuF4HwL8NcI0LU774w2YZbeo5AeWtJQQIR4fIVc/jqxtjeKuMuVBHe00+tNofc8OTJ3K4oMrTqUVY/qj8pv4hHjs9bVbwtyRc78Ku6g+e55l6dGLstmWxUW8WBmhb0yKmePeYKD6puLk+kWssTId8iINADBv06A+u4ILlJ6i+FJ/LQQPTQiR7nAYeKpGj4VaddsaJuvukf+rTF3DXjzkA3YbBCkZFd2/ucNyXiaTbGE7xlhGv1IlXXKW2veGqJ6/1A3bh9yvMKg45tyNZ9JMHisc/zfmrN45L/pSbZjvGK7j7j3xjY0eMah3VmGGnPxUrmBygMfFx4Uk4jwvgHgeSeu/m7zym4hEHfAOvj/uAQ0MeeDvTj7jqE6yPt54/XHMZG1TPcfeZxi37L/yYab2u3Cobl5Rca/xRZ+Wjcsnpf4yTRRUVFyAO7CPem3p+4QJaa5kQ943DnNd+o+W+5gZxYZviu524ZXfLfrVL6R343/2h+UxqyMdN0ajAP/EUXaE1+7Seab1wXq6f5kRkBKOo5fVFeOXmp/E3rxek3O/xE7SRu4L5U9k/8+7dOZRPX1+VWzrkW9dP/KW3Hux2vQtCWxeaqaM/FmuNU/KptdCpVdq7+6XDQY1rJ1NWSzfhKNZ9DIQb+HCv+/CCk/WmP5fwEyxw51jPNPinh+XWnt7tNv9K7dFvjcWe3lF8fEBvcTDwI3/Ao7THYqhuyuBvEVz0LLnU+Nd+c55kqA/fqW4rVbGvwBpNiCL/oFFPXreBezxUupJf81gH11QjFxOoq07zTdf7WGMhEztgSMzT3gWAplL50POyZGAh+VLfrGCu973raixj/JClcRQn/Xvo6Oyb+fueVYN9rg9zk+fxIkCagjtdV/Ibkf/GL8FTSx+LXtZ+fNyGsT8k9PIZV/DHdtDdr4nnyG9sz1xXY1CxlrHf29P2r/lENQkZl/ryzS9fbW6usXV+Ycjlsd8rZGU+tAv53ZAPeiUd5mpvMz7ysmycjQR+dXyVQMvD1ictevmw+PfxFS18EkKXHwluVX1rxerI8UKd+VT4Pn+bV5Np2vOoLbugUV1hzr4E+ErmFnag/5Zm01Hur5s+43YD/b7ZPPbtL/vtXwCFTzKytBc+Ln4f8VZK9PsL5BATmnd0UDoHxULEQ6bxeuyp4eN0+hx1RcfgF7iBj/nw4zpHtJX7wnd99alZXOu9/rQfRE9h3T1WtILt4rXxVwxaYxxf+lnfaauUTeWfEdr3vZQuP/9zX7mFTiH58k13/tbmLa5xOW7xSHFM9UVmBMpQ+pVMo5QQwy/nkVbK/yLPo5l9xLjALvftv0VA5wBO0fCnXBvjZGwjUTqqbj4rZW+s5oZy2MDMez+LHJ0XGgP0qdi3iohHKRBz0B0mrP+icZ+QL9iDITuuwvfc0DmU6yHcnh5/U5YYdAOE/PRBPMAfhgEHMpfC0beWOa770vWXDWVwax8+st6q+yhv5u4Q8ofzg2jXX3fEXTBoOcZ40DGU5vO89yxLZV6kBvS2nxjgMf+6vUN3G80RTnv0A/7hBLX1tzFHzmi4+1b4zoN+8G2GsKrHGtL35dVvuhn3GJGz+B89RllzfiinuXGN3c0fI/myjcyY13fbo822MHENXgmYqrP+qdOq0ON/78WuHletgV+N4zxeCgGf98Sz5zvyU17qOJO3749cdbk+joFf9W35NmrwjjY+Dd6ah+MaLLHvdhddU/j1az36H/sxJN2rhaykgLEgP1b7i/36W2XbnFXyIbFs4/HgOEAfeYY/dvdv6L/mD/iP2Jx/NVPqgk5b+Slapj2v6xzBMbQ/1/X8clj5A8Qq6Gvt+wZBp4gW3OYwgmpIwFHjqe10LExTdwWM52A7vAx3XXE0LnEM9Sngx68yzfSqd/aOnW9qv0pm8eza/Cc0Z5x7f04T7xMSRtJxmz/2j21idYT/Lm0NibynyY3LAXhVOkr/V8WA+PWHNv11gq/5qzyIjTgBU6l26ayJok4OKoZ5oxdZWmO8CCirXUDYG5OVe6kQ2wd6iY/Xmx2g1DKplnqCLoCSj15+Q2YfOzqRCsorNU3ObJAY32CBXHHCtiOuGd88Z828Kdv54ohj9n9bNNt8Lkofn4iNY27v7CW+FGvylntj5TfvjQsKeHwegVN9n13fBnpPF9dnH2foeardAsFP6GtamqO0edVcYtU7wZudvZDSQNU+n6+kt0bFhG3o57z0+BK/lv9NeUHj8PhWu88DQXLsNz7qsANVvDV+hvwc/0UF+0AmN7XymKmuf4Y1Mk3tPJb6uvzqn4QR1dmu6OtrxUZD94eEDuRrfHR0ceggz23VPR7jBNz7y34ssZYP9M/xZ12P/eA8r3x6jCTBAxFjMoAPm2NMHCGfyT+ifahP42hC7+i4klP8okVh77og0/ANeMgnxqMdZKoVOTt9JZ5FSXUlkhz64KGY1IWMopPVnZ8r7vopvqshxHq3fq0Fv8Lfa84jtM//sfcz2sprxvh5P4R9+UaBzxPXrfOxfDxOJMl57GVic8bINKv+jPts/S5/6QaNSnSlRB/a4AKP0v0KXsA/ombxURZTk8WVio3Y6Zqx1CanVb34Vd49e+JTzNgHglH72KC3MzH65zKPg/cmnujazT/IF3bCnVlfgOzzYxxbXH6B6YTi8zexpxtpfobaHkju7JvIO8A0pqnXdfRrMAkcVfMnOHoERl/R7Qd+zL4NMouU2tj7K2NTz8sU/st+ncde+y+97cYZPJzeXZbEMCGU75a35o+P7nk5eLm/H6UOPsc1xUiNl2V+JuqkSh73hPFAdSWf+HyAnZGs4vQ6pyTbBpAx9JxJDrjOsOgznjvcIG+oe5+T54/mmexKdjeJn1mZddK46o8xYZxpf6a292QzXveoWmAv7+gYL7nsDYci44fxPo0u5g/pUMLJ1kgr2T5gNavTG1T9BJZYJdGnHnqZfjkPJqZ5HHLn5X3JvUDaz0tZ+KqOnDz3CJbbK7pj2HifjAc5jqk2vdmXl/0XvLQlI13ZntEOrM+sKX7H9T/i2Net92Qsl1s/c/7W5aCwth+Htp8dQrLdDAa9hnF9TAiol3mw81QRWOHc/ARG9EdNyt454oTXCZWowKh7G8aBRz83No6SnD54H+kIjmigC/zwhcNmj4kmeOyGrnJUwiqBaxLHCZKe7LPLu7BnhQpFHqqhFyvxaB8bloeYb4iKPzZ9K7Dw+VO/dM5jXHQeFa0XJn7W3wjhKRjoVm86rmQfwTRptzcUbUIqQ2MwH2EGyjiY/toIFT0HhivYgHLYlC/g0W74YnsLlgMWtktijYBPiQlLK12klerzIdu8r38irepS7HVCeDq+xm3JcBaRID60ynO/cNwmf2mxVtB6Ii+JccrE+qHqPvXMPvNns9AqXDjPsuUCvekj2J8/0NPss9j5sz6ZhmKZDtjzZTwgE3mBHmufxjv3z0uHg8ZO9vkY6sKQ3ay3To33flyhfmeZfZHl1JEtMef1GB/Fp3RXWfFU2weL0C8d+KjJ+qWn5/FbsPD+0J0eT8ddLoMVZTHBPpo8dZFndvVPb/UwPr4+1bxsOkkH9EjzYIhoNWS4S/Gb06iP/kZQK0cXIUdc2uWGr93Igqdyk5vAjuM+sk9INiW2aT2uTx02e5XXIvPx8fqGzQKsb/go3wJgc2+pV0PHG7c+tYceYiVdlM+yz/s9Jl2MfGpwrVKVp/tBq5X6FjbboLRxfsThLvhNn+jc++CaMNGOh/is4CPeeVs+K7MAOXNOssUQix91XFdDVAhNmMZS/77Utd+mUu+qARjj6DHRHhwZ3Kd8yEfmW9ayEibK/4pX5WWaXR0dFGu8GRiwTDUolbsWdY9j9wHdRDN9wEuZT5Bb3nYYFxonOrKpusDpGRTsYx8qXvIpFxQeu5Ag2zwXFFN+aF5hrgPmsipCLTSf6AEl8RAepVXbEfwbqFXUp4PS1xr27bJNf7Qdd/2JbyiFFfHmEZL7ei68IXByvtYTTS3xR6bKLA/4RPQSAP5zOxrLMS5pdznRsFuFr9F3ANnVug8q6HGAcrvLeZo7mz/lS/wrH+N31vxehMe25sj2G8ENQbzVj96D/woefY1oUXEc/QZhOdLSIp1aHKTzIddHOgU7P38wHoaHTeqF/iiG6GOfo6vaDuOhtZCzqiFDfaJr+pWYLsCOzHn7vsWwff+S1hONFzo1whZ3MloDuootja1T1OWsNMQr+0TAib+TDZ/h4LYOFowqRMJiihtoX98s4li3i6Gmn6ngc5zv567ZdV2359aHtRzpaCNinfKjO5A9qSiyDeXrFG84udAW34jTlfwTnjLZ1o/6zyGv+JzlZ9uyBOA5l9TPN32oXmJaSd/sE/T48HnBaJVfKWydBeuM8v2Yz6p3pBlzbGyveLwChhyV+c996ufAxFmWp/6d3zPecZ0xjrlijy/91Osxrxo6ZBuAqxQ8t0vjN/zg+tB11fCbU/xgMbNvz1wdZ/zxE7SMK+1VyZr76++/LTX028WhU/4WohWtYJza7PozfDxfyn2vrhNjxaVh0oNinmZwIpe8ieshyg+/XhzXjxoT9qECtD1B641Kxgtovd6hvEvAN1T9uork9Lm+E3V2/kV85/M38QJ+Jd4n2RsfTXgbAFvWTfdLwaN9bredZ1YpZw/i4SdtmjX2zg/ql6r6EDP0w85de2TOttnPu7y3wMpaaPGxiHNkCHu64TsKqO1vmWiD8xQYg3dMkJ/xVM+JPOI4rn4fjsllx72HO9+F53q0ZesZWjHEhiXzA6Do6l7hAGvf5b7a97+6x9f78wTEH1f1Ax991dafTjDo02TLiU3ps5u/4EFHqUvh8iv4wP+JJT7kh8Lv2KCp1m+7rag0jtfyxXXgAkPwQjct/n5QBs61mm0edI704n0LsYMOoS+Qq6XbVbxVctZ8YaRn/MyqJkAnqleOUWdogCsOTIXDQ3OnciefoO8IzmzY0WX4dR7K60zZ16Vv2SCa285OHnrKaBU/D0KyfvgxKK7XxNb9f2DEdXYJU5vnOb+EIH2z/omoVQdzG/yokv0AvW/gI2ZFr3mU/pEfPMY1LOA9r5H+d28f+X3syz4a/SE7S79NcHqo7tXRs/ej/L+Wpq+T009MyA7lGmO25/VxPeiiUvrR/jgNbkoizNeuPma2oMFe2a59j+a0Mq9tOI2xuEFbgxchIllau7Iea+I9FNqMAWzUt6yTpgf9mUZ14etv1z/iv6qNns/KNdVNd9mh/ez1Tc5VucU/aa8h+zOt+272CvaZZq0TOpXR37pLxXEYj6Dtsc5byDrHDAy3ZZE0gfJwbbSX9qgn8KuCoB/pBB9hV3k+ilfkKRjzYUNYzhVGeMb5pDq+y+JXsNz/O9Z1fpMPbvL4+kwuOUbMFz08039GXRee5PvQfdaCsVGcKZw8vlO86QJwdxHzp32jm88hhfeTMehyk7xZxQ4imat9r5Bc934u7YgfbOg8R7zlT79WIb8Gs7MLy4G5rol3WVPX3W+B3vV7r4Sv74IRP33/pqWwqX7zcXx8LdpIeBHY9EK1PNAn3Mc88/zQOegJ4Yu7yQPY3hojiE5KeFKeoF/uznGJHTeGoMpRfCo2L4u9iNiC4iL+Mdo4b5TrKUby6LWUUVq+But9HxyISSHFSVlT08065oKE9m/1Qzxg+WGhcOPU5qZWx3mi3NQE+/zccSznptL/ov/mHmA9eJ+aLBjE1bEk4rhtao7RvbcuSkgqQGf0x5f/87//9yxZWWrZqqdbfp5mrE/w+8TyixlyJM503LhxJ4Vyv9p8RRF8oXU89X/549tXuwEoPasxTudmZpjgYxu+6nvsCLsKvU5Y2pMr86LXvylpFPUER183NNM7KH+WhazuEH/Vr+PT0wFfvMNZTD4W2PVULfNQuxxN59qcdjBBXylq4TbiV/mTeinNPnysTer4pJRw6BfDvq0xrGGpi+GJN7gqy1H9KJwfP78brv92jhJEbW7wIkty/IRqHiNYeul2Q9/3eYvNVNZd+Omh7hVZgdX3hcsNuDWSyxfvoyPLDjzZthu3wFJt5I+fwOr7z3wGleent0IPmeL8ZJPzGuWpLRzk0k87JHiN/hEe7bUfd3SjnDFuxVfjy1NSfgLmmxtklulTb1YDqKXokNtKHvUp4zX7N+sDTWFneTH20f/9u+J++eUOTirlLW+UH8oTjxWXTbyLV+ZPrBcG5WPWNfpUi3EvrbqOjHwkA72R7S75XuTT1/MO/lnHHqePL/Dgh39cVv6dHric2ed4WX98pp8f+PNP//2zK0+cIlHlyM/9qHzIWKEb9rC+NKxxfWkdY2XtJ7BYh9WWLeiHrQ7XGPqbUiVfypz9yJtTYdfPti71cYRe5B/tcXxps86C18rGv0H6Cv7rHe84mbbi9cTW4qSTNzuqws1vBhdr8oHYp798DaHlICfoE/8G6P0DH/g2tKGSnyBsvko49mhdaa36HC3kEoPIFo1uHFvEJI6vqNb4kP/N765b6CEJ6ItOvdSIr4D39A7PeKv+oD6rFX00zuXBFc22xxfHR36y4+cP2wPVPZ/6sU2l+PNzJ5k361amy7x5ghl/0dfaq7g2vyMb/DbPm42iHeWNerjO8dWfhSatNYV/HV9klJV0CCX0aPqCPJTgFXDO24oX37AzEuYYGPpWzdFfg6xOD6PPcmUD+QoeuQQcO1t/CstCX6/4qt8f7nIlxUf97EZUh4cwxn7BFBtaT5ApmB/VJ4oD+54b8QmcpBDopTz2454efsf0nShrjPbBH5spgff0YR/rhvwAjXDXdD2X3AIfHtH2gI629mH58HGDLves6iOfu214Qkd7N09c16vapfwYcgIZRyXzBzg+v5zHhOxwHYkjcZjpmr1j/rb9q9Mwr7G/ge7sDQX0PirL+UJVLfQ2d6Xz5ibPck7H2IY/cNrjOOE/nYuAO/pYtNlrao98yA/1cYi38L5p72v1P78qhuPNL3io1F+Tb2MVEscxck2q2Ubj0kb6zFsY8Abu7TqWMHNW3afwoHE+sudrefjBZeu8K0gyrqC0sZt2UFAbPSy465d113nK9x+6ruHjTtm41PMq2q20XBv3jtzkEf/pfKERHldYl8jlUUZQu33gax2jLhzWtQwL2qi5vdI3YP4AsF9fwlfqLbjmJ7mq/BZuohn9lrjdqpI/xOsqdzJDxw9Iwz+bC+t8NNIHp7mWbXR/md/sBDd4eM55KPV7OfwID+KDtkuruZl0Zx/T4835N2sLZJUH9EU+Gcc+BgxllBlUua+fTzz2Pcex2emu6uHY0O502K2boaPLG+nh+8t8XMJXA6mYNsKM+2Var4LzK2rk5c9fukZk0W4PAOsg36NdwMuPwiPFyhLpBKhtLbrIfvwDWfYJc5L6dB24fRtfCXjpX6+ZJZ06+kJn51vmbK4vjPLEuzt245BkCH+WE9/C0eaEzLjSQ0cZ+hzHK2tJZnlUH/lH29edHS143k+uqUQ/L11v+sMfXDeCPuxDInxoUzK5o1/wFkbmy1wIpfdDl6G53vPLPV53vXr7M5bTj/YE/s6uzMNj3+9X+PwX9D1e38q6uxxyqMdbt0r8L/bKHfYu7kEa4h9wK1nffDFy8BlNI47K6F/1ZB91cWBu4ZvH4JBxgeWStZMcpX2eX+fji2yV/vJev/fMelDHXmiP9HAc1wM68QnaP/7QTt15pxuJCCvGkmcA31RmBY9ESPkWM/nM6YjI+uCfjT8h+S26pe9qAruqHIF7Ff8IrwsRu0i08iV+znw6OuuYcTQZ94EGDgm7kpVlUK9bpRLWXIOnbywl4yrfkfZSezQ8Edl0nlrPVfGVuLzVngM10WGUDzxIj+2e8YPyrCbaUT40Ozj9T5dKUs1N5UK94tkvfOxOdBn/s23ISq+QscqloJDNO3+Wab/sEzQeecMQ9NSwgfYj5bM8dMLBjQ6Xvx/rM/3kk+/l5nfki4aPOehOrIy4tD0cjmP9TM/cj37wpy/G95FIgstcZjluS/hqxj6HjOtQbKQUwyV1zpn8QzB8HmLs+3HRwxk6uIGyMsl939Ot8F4Fk7yIo/tcGT94+NyG/ff53aEYdc9xe4fPO3EV61/tIrK5uW70r0srsVTWlJ5Gdrqt7mfte3JO9diWY/VBoyOckeZKe/T/VRq7quMXJy/Gnvygf3dOZK/o8ixOuyDGedSDDPFjGW8FysXDY+AaMvkJ9qO+lMxMO/KF/2eV2Yd3/TPij23ZlPm/y8bP86llmW0HV/PER9g9+nOlx4izaq/GbYX32bBx2uj1fsca2vPsW6/xhm786o7FeQxz7SnNd6W6Oh8B53mN78SxpmLFoK5N+r6m99HIS3uhfOCDflwzhtedbiCuaL4cqA8fxByk86o8F8+c1xDknem1pn4M+qiukiY/4v/FdqgoJBzOEXkT/TFN/0lUOSYWet/YSyyoL4OI88sEtxG1371DtM6lkYPi//26j1L37ZaPphd5rfnnlz1Ufs2iPW/1YCtyxvYx9XGv9H32Os+xhOu9ZQ/D2JbJTt57hQev6/BKTI0TY/ZKvv9cXozltUmhhICN/78+/OeO+FXN85ym6x6PnkNIHtdNrsq+g6cHVDQnSd+yZ75DfANXMb/7VtBv5WwPZjob0cypvw8+pORqksuDKZVoq9TFVJ604kKMcHg6SXWOVeJnXvRTQhelTlYWfmlPQsh3hjI8xdBkQNrO+Ji46klQCKpyHA69kzkNlLba5nOCt01uHg4eqHoaxbYmpiMTcCje+861dP194sUWeNC2oa+6Kwb0ZKK31S+eGlvqIc1r+MJ5tVYJYempDYn45SeWBS86lI6RY9++sqHp7TbdTaaGmxOWnqO3/vQVadX1Atgqpl7AtrGQdb2M0QcN9WaFmBjJjvhnGuo8+UN75Ef7iK9wVotHebeRUCuMrNG1lZe6JC8v9X4q6PYRekHIBAHGtVL6ixf8OAGG64qLP7Wr/P1qJxkrjN8Php0qfcweV9zpZSMnleIlfzzGE90YA9dRN3tKGEjQ9hAN+lA6st6egF56Zv1yTA252NajKpL2sC5tFUodbo9iC2CrFAB2l7K7wWRPt+oxQjv4PZ7SGD5icyUZht89VJRtHAhTM/tc4GjXN5JD+UT1ZBWfDmwku/zTuNU38uqD04bp/vj6lTelvd1O8utahP7n686xf+B7xgd5feyZH6v+IzxM9nnH21qfrd06NZ7e2tM35PuV6n94V9cZH9eJ9vHQD/4Tzwdy5Iry+OJYnyucAkc84esrjcYsRmBct8Z2cDqu9XR5zKEzmfa/xJnED8sYOjZ4cbvxqbq2ftipHPKr2Kfp4cH5ObN+Wb3q2PI7XO8isGETU8RuQTbb5I8OVhVteVwdiL/8ieE418m02i/zDRcP2Vt0Hw1KnKxf463zLH9TyOeyhPFEdcjLtn8aAmsjIfthhcJ5YsbDp8L3uo1FIhYudAKrDU3mk0g+rDrqMbbvK2JZNg5BZXLFVvmpx6ue3OTBff1EkRW8FhfX5WTeWVbKB+UHk3kOlOtCGqal0XS84zIMceFfT2Xx/GcVnNaMSZEEIP4Z253Z5drLplM6iN51cT+zT/QxnZ3R9K66nLWTyvtqicXYHzab2DgUyoiDH3UvNDKErofPNqgfvVc0CiWuewgXHJW+f1s7VDwDR5TpWAQWYygsl7Hmm7i0m1DA2n5ywR+cXILf1rFKRzvjXq6zti4I+O07fLhAuQXq9z82TiVf5DefDxjXFVPpUNb1N55kH8kvOim4urjuNYUef0U74r+nsFbn/zQvTogrwAHfFfpDMLu6V9OQ68PYJ3bUx9J6Sp4Wd/20c1iN8ZPrFjJmM85zr8wJRqgvUbjr5VmeQ0Z9aCsffSnQt3xpG+8O5Fo6c8fYLle4hg3DndxGvq5bwVswrmPlfaxis+BbqXsnSqsG6wzO3qrxppgtLu/n505OHWtdaskcOtYf3Ih8ZN18lQLuF/LD9/Gxd0NuddpNoXOO+zjnmHecJqeMj+09SyzlMco0WQ2H84JY7hnrMf3teI0Ur2sT33Bs9tYIG/vBe66c/X+HX3n7/eNddUfFhnvFf1xrENEV/Mb8zRXf5yvm3+FsxcA5328/6qS6CxkpF0H7nEfODF31SzZwTfg2RTUldnplmob8rgobBK0Y1I9kgcMK09q7EVgxiwnS3FMOfLTCfh4WFxslbxWvu7FYyfYbyNET4+XGRNsXeG0MBFvJyLpo4zH6wTc29SZwiLxVyzLc3+H//mKENg66GG7lyS4CW0Z9bym2RfaF3C/G+InuFvVNHdh3ZRK6q4J4r/y2g9/l/yH4NW/PZK3sHLenwpHt+Nw30j5P6nMSZXOOYOW8tDuZq9poTipBrxOpO/PSkTXwyblzhD/3yc61P2bcc0isI+6h3D6nBiPrQ/zJ/z9/8tV3j/GF/7rMPqx+LRvoCtf4Ma6sLx2jTN91rBua0PIkuMYaoMhY2F90MniZI/ONblNbsnTcludklz6XPrlEeYrk6k8Zd0qXs7TcO+ekmisZFziMKM2XY4fa8q8paxllc8Ej+gbTCA/4aOypv2L9Ea9FHBUVgLs8DxvBkF+Qzj9qTMhn+mmNQ9+dc/tQDF2kzCc558I1PvjtHPsKhuLoxSyviP08nLM5ZOgnnlgvyLniN7PiXh5eHz/kylHIxmm5D1guhX+Gk/GjztwfkOs1aJ/fL0gmNmMH7ZU+whn7x7bTSUfml0fmtxi/Nf/Qe6Xn+2GMgSTdnyeu+PqqDaN/4A09/SOc/vslth/HH3Lv899TsOTvMR7vYY0uMa4rfBdv/CIR/x7b/ct+lmv/0zPw6krmSaUT9Q7hkUbOT+KX8i4/zYE9Te8D+ILUt/d+G+NM2zHnIf7IYF2lr9fkXS10E3/y4F2yzvjiV52vVl2Ik7KHxd/OB78dcoVeSJwnHRLc66zPvtoYms6h/j0mV7HH4LxEl8f3EkGHpFi85OeO6tHGmQP78UeK3FLC40RX2SF7HD/s+vWF83c43inl37VeZ1xKjFt82uN1Fpt+neaM5tX9ehb7EfVF1nLU6lpiyjWmBxUs17HOhv+Ud431MhzX45759uPiPBmS5idyjTJhPVXlxu9TTIxYeaNDufbUkWx+is9LiK/HyVrcs/Ry6rMOXWsGVPcpdIz3Yuh/qvytxvIpS95OzJamF5TjZ7X/Uv/9+PA1rpf0jQmuiExP9SGWibAn27f8plNWbp7BfdH1C7/BKdMkaJ1ZpEd5Yzq66iYk+GNLQmnVXZ/4rmyc3yDMSSlvsUEYNqU1sZpgKi0p6gWD1q4IXRvvQ0yZA8NhK93BfrYsvAf/sMCX3z4K1zcfjn6mLV6qU0o3dC+TUd2I64nRMuTW1kUyxRNvTY32sEFARuapOk+fSk57oq1mHE+WgTPypt3slVI2Rq5zGp+ip8NNTHryEA670nmIZn1sO9boBeoTg/yBrwUu/txQZd8JhTExSzYUAif7N1jw2cuGR5/3e3w2G+4Xf2JNtslW13tFO9oX6rp94xNk6M2J4fgE8EhPOyZy1+8LrwYlN5bMt26dILY3I/cBAOtWMqaFRL9NV2ToEsGXP/7+8XfBK3FtMpQ78qxrU1l0c0xjG5Xaz9Oe0bGqMX6rvh4WOWSzZrmhnJzSo6aWtOfP6H6oLpkqdcCjs9C7yif6gQ9etBlr3WMjdiJeoE8sl1Xxg3cty8kjcpZEDZjlaVz1B4xSyF63WazeEGR9aoxU0RzKGNdSsREHPssw78UXyKSt3sgBfCI+/lCO9fpT7voNYJNZbkRZ+cW+8nY60K12SFa213NODrDYPblAWT3dfMWbJOTd8obYIB8bVfJbftg/6X4BIFqzyDBtW11/Exn/j/qQ/+ig38wt8wKBeGGO3akknuVfiaUZy/NRQW9ZpD1fsb+PCbsNWgl7eObm4xfreuSksW52ZIp7dXxTxqeoYd4sfD2OHa6ccB2Uh05De5SHTaJ3HoGheI49HbZF/72afsNLx+4Szp91v7PnOuoXmDZc5of+N6QiRx1PD3bq6MYhxf+cndU3lc65mEe7PDT/lzUndFO/ZJc4X4VKRUU/+Nlu3vUbrhC19bj6B/0p0YtyB6e/K/F58kPXnxvgZlijk1HmwXKlDAT5D2OtHOiJZRuQQhBtp5cdxYewqyX705KzJt/f/PV9tFBYD9jPQg4d7VxKTp0hMrjIH+G9f4kaf/u3Iy6Nav/ccQECrcch+bMj1LNDVw7809shSuQpR2y4NAfWsfF11LmLvoxN6WOfn3BPlICnl5IpxW0EqqwWB22+PWE4dI98xjboI5w2/V7Wcy/TbzzW+CPWMN/M3bchbT5olKGb6xRjEb5syEMlz/9DF7nd8jbiQ5jp0shA+FiTm0SiViiUabbGtCxEU2zC/63d7iyNiVDbzQ7Xr4Sb2Qifr2P8DfhOFZ/s4Uv4Glj7FR2VTVkD/vr2Pwrtiwf+rQT4P+Wl8/d+9Ib52Ha/iOcaP+d7zm/4xbnF6E/0LNo0/kFH/2i4jyD+cfyKK1uTvwPH51fFPOOMHOwFHhfwR32hcPkaN9H4eDFmrqv6+nUCW+Chce5hyN/7OWhVA5/rL2O7xVVP1lrs7Yr9NUZU17wsXuzbG8FRpcXYEVLta7jDuLLwpPGDW87pEm9tYBOPA3r4XCuJpc34L/Tza5bCD30irhzmb+DFuNEvnX4Vntpj9zFxTV9mtIqNfs3Pay71dHfdaVDyIOsp+0Y4cTcyEtz/FE/i537I15dGmn37yC+D/UsmliXm27IPlDJ2xEhdoV8yPQSSf5Lr29kivfhEhMzz/lKBteuARDvPEfZ9d6awnzK4L4QP7koR3vwVjnyf28Iv42G+8Gv/ui1e5zW+wcJwWga0iijjXE4t08oL4q3GH/aXzgIzAwyHOHCiBz6Jb0jbXABgUaJb6kKP+XrPUayJwSpenMZzQ/3EOnsozinD/hqGSaOx6jz5JiDXd6cbOqkfXYhw9SkHR9puUJNw6ChTV6n2fGb3r+h6mp4juvfQvjXTx7zj9Myv2J+it7BiPmK8WTc1VrJB/fhYOUM+9nqotde33A2pL6h8qTE35egYv7OAGbKI34Z0hR84R3waQ6+QHwO4Nc/jt6HerOz964zmWMgCygM+GaC62d2+wWQZ9uK57DD4rA+xUmKK6ziGln3yjWsY7Eukx7OHBOrQ4KAE7dJRP3Jfhq/qmeeq/ywQVjTwXPVdhx0P9Mxnhz8P4EwLJPNYTWTgfUx55sfc7+MknSOQFS55go62T3aMLWW2agXL/WNdk5+OO0++iOaH7UDYVJZroCScJqucUc2uGJcjHbNvRl0fbpcbUDyJrY2QdLkTXw9Lfoowxv2IjW3YzeXccO1cf0T2D+1bxU6JGZu4f3xXDkUesZklu6JnNF45UOOBxZbFV6iVgeSwQWj4I6sL7XJyUTd2bk/kxgXyihKb0us055geP/LUIzqJf3i5GytbUMucxgJ7rsoGA/6jfmkMJ0r1cSzynjEXSh53SF5SosNCfpmD680EdKl6MB6dL1+iT2bS+87jPPdTx/e031e2dcCCRheS7Bdjy97Jzp6ttNi/qQp+XMW1vtLw16/6W8R54X3YPL/g4jI1N5uyFvcawzihy3EgY8Z4flS4nxhB/XjcxIUKTqoe54U2v2up8c/j8QI9bTh9vG8G6gtEfw4Ls1NJufPjOK/VdcKitairG606aJfG1Q/xvriu+NzmMtkfMNdQ7uJc+OMNgEsqYruQd/7ZMmLdAOG5OB1to81chZRdCX7fLx3jZrj33dCz+Mfp4T/qE/BPyKenxq/31POt/Tqhnylo53MvWcdM22y7lG/7kpqvVc74QMujdma1V5YqDsjTR2XMdP3+Z+4/h4zz1//89T9/fP3GBeRz+sAY8z16Hq5pDLNjxejifDnKzHkJyz43x1Gj3cfLfgyxHzqp/o4xHy07aMt/bd5Gvxvz2wHru12KM9ZI/O43d9xHX7gR1PS9IkHXRNbnH1eoz3C0f+f5DNUVN7TPaO/2h08GyhqsPHDX92pMHxvPnA89z3e1zta/yJsjDci/0V87ONf6bPSO2K77yhrC/mCNEtCwT7qUcw9dO7Dxka6jvkH3vlqJ2arWtWlTsaSYmuNqurF0Q+1ie7jnBmVCHdfz1PU5VcWT/HQUV7Mf7+gqv/V5KieO8gTT32PzAPpwv5brscDvl7L5Nzm69e8BnZ6g/4x8fyZH1955Ln7XPP9vgmb/kRc5TwUjnzP8zEfMAyr94C4R7afLVwYwi7Mms7qf2ep3Vy68xfAu7VaJRcfIe2xnPTryduL5ozxdqz5odfFuS9cxea4hee57gq3nd6YD/TpJ14aGthYe8Xb+9q5RutDERSpdeFKdE/xe8rUWfPGbqNDhKl8ugMWG0JZvrXqRQ1UZbdh6vbLcvue9rV/2lmXxefXxe6Qx8TBB9VLu2O6bFTnUTvfqjnNFL/+qv99sIH9wflWH8e61U2sawBlFWDw5M/Zu7shkvaGVDhn+2Mmg/I2trgwvT0lF8gY5/qaQ59Co+ll7lTdnNH1/1tPjBL1i4eopPqMlncaxuauHx5diT3+KXxsMm59LNF4IsSw/fCRWmi8Lx6KSzz99HLUTrrpWFMQrH3fxJ54xpnrz1vNSypp+JSjdryJT33w4vftOZEZXkdwHdvKM705O4OAxvvnLE5TxVmfWIulvsssGGHkFTeNY9VobkJl1dfKwAx40GHPpoKzhZu+vOsnFDdQDJkOXeNoIGBSv9ghuUvQJHz+CyZOqI5x+lUVO9U+Zl2udm7/gOI1kuH1lvKt47Hec/hO9ZhzGr3JuprgdTY1uTDNvp3dIzFWulzObZWb636Pe/GM5x1qDZtygoN2X2f6+Z2yNfFxOc7jHDS40tqMeLX4qDu2yvysPN4xz2qjBG9rd/LcNkgPBK//hhDXZOC+M7RUVe0/5rDwJrj2xP31YHhIRHH9arcy98r/+Pb+Gu0ZZzyJP3G0PVl8EWantsM7He7SP7omHO3rJc77HGKvP6TxW8tv3M13P990txh89du1belwYO9+nyx/uE+QiB31o3ylzJsUoLDjYuOjf/SNz5U2h+1xeQaG9uyzIVpT1y93a8vtZWWU8WBhLDiuPH597eVNBejlvre1V6RNlhZdxj2Il44nt2D4RddDtMRAPuDpv8Xd9on8nE737fqJX+2IfVXZjTZlFfoHrOKL1mrt079dedpNgFafhDSLnl6OsXsfIJNSTfsHf+fV6QrAvwYdPbqte9gH9Cf2eWevRzTX83ICXKnrD0B9Q9AeK0WdHjN70N3wGKKkBqNz6qyfnDR8Gv1mJfeN+f6U39rWb58WW5IArtqXYuoL+GI7Gtqec7WENsHgwZPkh49D2/Ot53WnhX/Jxpo3cFi77uxnvDiSPCXau6fMeE6d91bXaet6NT9g3oZ/aqrM//FnG1eUq9HN7Ldmh8CvXOyynW9u6i+/qAHg6+QOJyGTclvyJs5PrB0ErP2W/Rc/raj6v68WN1RekXZez11Pj4t+YqXPCiicfKh/0YEGNdeJReVJg5a6/z4lCjrgdEmlQcjw/9O7jmMs3ncfrG8RbiDmWH3oGxe9UC3vcjtB3Xk8ZG2ienXt2fvCHS2qu1vNJZEs//ZFjOx6/Czz8udYo+xC/5pgdr1esubwWqlSr27PXMs7c2vwX60vupn6WqeB9cnlsxF3lCPK7dEf4I8+xfUR71jcGKYF8RvcR/Vd0yUmITqN/NOHkSYe6NgTClZzVH/yul8q+40XliFfe9IAn/ThUTc20kGqhBSvKK/4L7H0NH2WMI95Zx0zzeXVbeBb7mjFORv3KvfgF3Yj3TDuP7zN8HqHF/nJhdzNovuF27p+p67F953mnkxE/IXnfgOLPY12v9+YhGfNtbF/nmjE1t8T8knueqb/aD9LFeT6j1Qto6yT7rH2F/gV+R4+I7RfY+AIWik3+VuwU19L9+hGL2xj3+EBxfI9nSIeOkh6XpW2sy/d26ALe1VL8R/2v0h7hiS9/R3gf1ffZunChZ/S19OIY+4A/U2b+z/D5SNqdHyZ4uK6uo72WzEEWiX3HB7fujIFsnOy8oe9d+jEv7sjWxayR/oaq/zDU9X791UYwfpSv5n+V3xX5d+K6yR3muxxvD/FrjI8qfoH3lfw5Xz+S+ll9D9lpU+R43QX9xY8/wfox074JTH8w9896MzCgxzWuhahcXTM4pv7v7NXahc8fGs/kFvgk0OXqo7SP0qGYYqpcA9g9kA7iUOaL3UPXv83kgXF+J6cdnhBTFZwEul31uULz8W3StxGMN+WyIG4EZ9iqrinvlWuCwt6vDa2kvReW5xvihPKu5BjnxwZcc8BZ3HFu1XTTHtoG5Iyu4X9i5dl58qrqZT6NwTglu4t/ynCBoPEp9xfqTdkFyktBU5y8lHvP7NF86bn82zrzwN04/fKf//ynzERMDkx2tPPTGqNwcFWCDwxc4LR3JXTgr9/cydTX7l3DD0rJkZN0MVJHfrOzALYfkjffmEDvLdnwFQuhj/Pa09uNz2Gzp0nck9ZulNjTPYWWO/1JAd/0zfyRXXxQHkMw+x97HbFIEz9+exE7kIE6wFm826bg7Mks7Brw4A/f8rZdOUvSImcj9GMeI+mCfPRiLI8mQTY7kiW5MS9rw1ZvVqGnMRYeegnfdfWvcgm5irsrF6jn8RMP+Oe89HjmyS/hiNbzw3WwN0gKO4954esrQL99+1bfbOhPYiWHA3mUwHnDjvyZ+93GET620bNsbOqJsnSe8ZDs5So3MgZ6CQYvle4PQd0/Ix/1cEBHW2XQV+hZfGbiRX2U0finuGpkii81skzD82ki3vaV53mCs9GOlRV/cDJ/YLUkJ/Bfy2f1D3SO6w9wDGyWzWZ7uVHk8R+wkcTHjzwee2n7myq0otytLyEP/kGj2na8GppGyPOsgQ7odvpBizzXqz6haX4u8DKGaz1HerWxTbmhsYk2bzhBlcs1f9Ha/3KorjfOv//93Z5stS8vNvhRXpU4GeKPCxXQtXb7XdasU6pXPoFvfWVC9HUeGxOFx2mlw79d/xsa4/pD3oz6SR8tzf4+sCtSYPVp3sD3cYHPTmXkjnYGn5myuG8RwzMmkDLj0LDSczcBWjX0cP2P9GhEpot/o0GO4Rp8DYm2y/61+YYG0L8M8Qd8LEPfscfbZ/0Fy6YDjYNlTGNCvDbAh1bkI/f/mG+oAZz21XK0a8dHfitjb3OZSrX1x7zEvqzsM6r/upCsa802fk7yO9NdGsPsgGGdK12Sl+FVPvlHniL3skzjKZ/gj6yG4Kwf4qt/dYfgKuFja0kesjOPx+v7HO95epwBm+12PqNuoa++TcPtmmnh+kwZdqz4s8/tJYTfgUv/n/a7WrxJFfB5L0CfypXM3E+e9rBrrcx79O8xh5VP+nGc6S3yjGzM/xlvDwmpgTNKneYTyw/Zhn2yubf7+Ks4J34helnDvizPRtHOO/tx5ry6xwuWxBXy4QvGbn/qOa83NPzL2+AfdFWPPBfRmcs6P23pM+5R3Za0v/76649vX02fWN4axcifDo3Rrg+ca+UqanyfkONA8yTyvCSyVvSKob10p1/RZZo479f89dP2seIJLeOfKVb1bMOqH5tWfY/DZBv+OebCujauc7R31PWLvlr3OG/aZNr6ckXy7BdB21jmviv1Fnc1/qHBj/ibNmv6BIdw4CNw2b8fxI9wtvzUmQ7NCyUWFwE5zhmJzKr1HNFq2KISuefju/Y/vIK+xwv+rs31OO+/iQE58KONjXnfA0w2j3jR5/EMP+B7fMdQv9PEnNDT9PbDN8o+j7L8nk9QuB3H61bGjvpKl15+4K5rRT/dLKzxq3zT9SXWo7XO/tu/mSP5H9dMvVfrlx+9Xswjpa/ueVXXvjdonBJ4tPY19M1+F7Z4lj215S84I5dCk9ZR4fGnvtJv9CpHHqXPGALPufrLrlF/seEFZ0Wv69o6cp/2FGpLb12/1ZQw5hf64TNkoMfE0xQRnzJf2NBkPQXdHz6OmW+P248veoCzpwODOKF9rQx/HY2r+ZUAr9cqRn1at62D7p+aEFUN8PN15pWG63kqxh4+0JIH5A/wsQw8/ymvsT/aPg7gN3iN65YHraNWFuvaiFLaKT+W/V1+aS49GNczXgsBo/8WKAVE/IFPCXxHRx7Sfz0/oHB7dZ+s3nIrHZG33u+jxPqVfRTzABxzGXwUU+ohTlXGvDTb6Xxf/hXQWbnfrS4n9E56XkMFkvMNZ4srDrfu7QHOFmHoUO78sIsM2gDrIIgHtHLxXSccHKuLR/Q9W5IQv4YT4DO+LFDohi34BL+Kz3aSqkJE81O/aWj+EZ2+4mB3MBGeTbA7+tBzxpAtRb7pIJ2xhVKxoP0Pi4bHxkGAzCKWEPHxuBYvJoAlagEKXydc379/b/qioxCwMXNYwXL/u+q7CyRn8rDnWO9zX0mOYoW4GeXCH3lj/7PtM76Sb1u4P37YQjveCH5W9kfTn9n6Sn3eN27XcvCVttzh9cr1Tzfl/Hf4dKLGCatySj742KPYZR/ff8Rv2ypnFVOM9cdq5NJYZ4jtvS5pLqoh9IzumuN/+ITwgNnSxfdKe30z26R7BouLB9wAfby580msgXUtfCgEc+zubbqtfR1P0WX95dtX++e2bgcE2tux/h6gPdRFXFGKifZP7AcfYnqVKMWGRflVqg/BIx5Gv+yEZ7zRltyX6zteHwGXHth4RZ5283dprvA9wsk5eoSX+34X/6LTHR9D81xp47Q/7TpgrfXZCfX8Jw/6HBBMXbKV88l3jcNjtk2qXgD8XvNRVlhLudZZHfj521/fyoPEDr3+Cf0VikfyEb6RB2nSp/OghG6lp/f5OK36D9j+2/WgBxgPexzKOKTbJrYAAEAASURBVDy+p392vNDjLp/H6XCY4q2P4bK13u2v4w4GDH6zUuOo46FFw0k/7NPPhXpxHoM79/e40RrjhjbxEZhe0zks55Bj37va0kX7rtVR+lgEGoJehnn/OK5lNyXeVtldf9bY3R3/cj5V/PfYOr+LE4wvX3Fv/Ikrwam7vr1c17+HweszSuybQuwFysjWxtemH7tCb+eb1xjjJ3x5jeo+lu1k7xM9SbGL7yfZDuR+fpBuSw39722O40acvVfqc9x9vjvnkePa76/b/H3xxc5vOAaHzO1zBf4JGLIPGx/Td5+Y+Ex84478flJlMjnUx5Gaqu1Gq6lRbvkUe9KE1jC9knUaul7WlP5MqCt52JdvoLGZ4UIfdOC2drp4zY1VKc4bxz+rf3TRQAd0483fJq+ewbf2hZlfcjU5wlty3GZfYL/a01O6oesw3QDxm77ZFqkZ9B4T9PtTyQ4LHEmJYwdXFHC4DL/Z4bDzVS3bgT7wU7mXm7Hc9hU+PCmhGvnWYaR7KiPu+3wCPhEMgCw/yy4bMXfcQBFN4Yt+d/NXmPCH99iGm+D6Aw/42IbekEGppca0n4MKraF9+Wozgj2AIQptxD3fBvI7TW3mLz6NRT4V9jzdJdp6QtDsuSP/A3FH/4+iR/1H/LHf6SM3edhj5Evb+ekCpnKuUluptjmxxYvLqTFR3mbQGCn+4HReiofjSxBzhL9hpj5so3SOVSlriLbooQrkpoRliXr95k3FIT+XN5BecbI48qix99XmbOnPheTeFreI2KyttxbMHX7haifKHuDQOmP/9HWBX82Hau/HZMfH4R5Hmrv0EJjWqmN8ej02nt0niZuCo5+rkPFYKQMiPjOPEo8ZgL1GQh9lh+bG1pj3vHB/OxY0y/jpGF1rsN9Z5sM1Fi/Easnb86y5KyD52yO8t+X+74MVf5VZxi5qqs2YUF7VSvhFhsWIypW8S7xW6+NmvWz5X+cnu8VdRGTdTZNil0oO6VYO1lQ6hvIzLhAOKmyac4z5ShHj12zccCj9GvM6Vhu0l4FbfJQJc9Y/BKkvxkpwP084ognqj6jl+LojL8aEPOztbLxYfzdx3/AOK7bvsX2rXh7lmL4uN50HgrMqH7V3xWsFk54uw0o9GNPyUn7yNVa+Cz3cb/gz4M6dea2X5f5Q6nMBZ6RTu8A2w5L5CQ/5GZ7rY/8oD1zfj8hSW92lg4X6Vxs45jPwxnLkP/bv5Amv0ZqtzI1H+Jm38lFH4BPPlW+dX9c39n08M79H6tJf8l33zDPmiWbjIwLeRhP6nYng/A872OfSDv+fcVr3t/Wz7iedrz9gLwr2VWvqPP6OobhAt0K/DoDGDlxdc8vnxMCNWcOlonuvIxQ/QEcbmm1Z5hmfYxqOxZRtGBTIBoq4bv2pkuVIttoqC6naXEBLNLma6QVH/7Cwt3TEz7xW9d2bpciBH2148NAQ/Q6v8126/gA++jZ81q+D8xS5WXQ/vtsLAF8jJ/Cfzu0dJ6S8poYsO5eVBjbWrvfxWL9CtuSMUhQidTY9EBEvHDnSwGW1Z+64yeb1OePqOmxHetAgbpT3zBWysXyDhoVui4cFD/UpuqETCvxavQ9/gdsB77JfqPsY8i32D+c6wFCyi04lef2b1nKf6upHLu2Mk/V3uM2Ha7dD9qFl6H7g2KQRPhEoaB2BvuIurcKZpYVbza7EbV01l9ajVQCUfb8ayKYEgfbod+DgUQbeLAucV5Y5tl/JN/Nym8z/4xSRkT64jp934/BR6jDTZ3noht/UJz3V1l/WucCUv5WRb2cUOznYIz7Fyw+Pr3TqRce+LAtBz3eDnGcU3gzKqLl/5YKM+5p6l/yvYVm4MDBqeF1ladnH7CzXwwdSWFcOFg3jXNFnviMfgsSDaOx9Xftti8dwYSHscB9wYoAl441f4K8uXQ/Gwbnj6yyLibWeh+auVNc4wosxVTvnR0LfVCPeQMj0q/wD73o52jjmU4zPdZ7vw4yTvFHvTmas7B04n+jZd4X0fWoNsTkjvAOSxzT4+9xgm76v1n/zLfzg4jXtUU/OB0eSB9vZlkfn/8zjuhoRDz6u+7iF/2L8T8VBK8RH6GcBrvcLeClxLe4V+vDc+0AnPK7LLlVqbynyic5swQ1Iya97toaeHk+H+ub8XeT3z9T/Z7tQcEP/W6j9iYns+GkmGLRMPWde0NhFTLtg8Ti0P+kXfgNYB5zmb1L2Niq/8AxlKKohBYp9gujp2vnyhvv/KAeC82O10N3GqmnmvNT3Ttlrjffzk+Iu67jM6ZQfDz1MkekHf+CL8FlvQYavYr/HnluF3uTrAozbeusUaGb4YojbzwW/a8xXN4HZH3OBnjYcgdP+qFKxpX/cKDiTSzyc4d3rz/F/TJnl59g7psr8mYmOKe705iVLNxtee4ih1hTnGvPnIKXL4aHvRlM+1Z/nMvuN9/qvWnZDS/SKtZbz3nz/iPj4+Wfof/FB/E4XfN8BP7KRxzbtf0a9lMd/fnt0/37dII+NnEfh3+tcBsxmY+Y74Ly5uc2tN8t9B3ti33lr/UJKqwCwMo/fcfzk+VcMXE6mT2xfVVVsYMDL59e7Sib/oVNjkfoa7N/KJQ+0/D/GLjlqfleJ+/XzWto96kEYK2pMHvOht88ToAflW4Y454/yT0HeC8r7Rb93mftHeuk/9pM4x/ktSj8yT2CfVObYwIxBFealTfeIndrXKBLBVJ3XwwllAqDv2ME+ZoRHO+vLGL97rIK/8mWne+h4XvO1VrbIhuAPpc4FdWhPc36I/greOacRw/XM53+r/DH5iE/Do3sOPPg28n1pu+ZHicOmyEslvJwZ8+4rYmmnnHLJzwfm+Jpp1jjoRznTrSDE9arvGHZ69QNFvpY7AwrGuLki1vS7GBmVItKB6XNtdEJI1VXgp+5FEufedku8An3xJmsy5pG+GW+uy3b+9OavkldP9pbhKJFg8vJiYiz8yV9huH1xc3fgn5Isst1wOOPPVwEG0tLkxK3MKNXutoMRho9FP34zIxJn7nEITzJNeEX/6tuSGZUDK84vDz2f8Mws+ctoXB9NgH7jEv0aXlOE+NjEVPUfN7R+/vSvBr12Y7YJsUrI8Zu5tiD9Ybx+cWOVftF4XS8XN62sgY/kjTIsVmEYRaXDecdv2+SFz33g8iY/O3n9bFI76Fkjywr+bksLGQagMgMPMOOELPppqx/fZ5h5ouREzgPh6ulKeJY2A1mJCaNMl7y+2JTLHuNZXeQTtctGnzFXBe/syDHdiK5XOl6VDBvh0nBqgLR+BU6NaXBVljei9Nsg9Q1gd5Ph1tTLuLu6b/DlGLtFwrziDppIWjeOnDDExmNn7roTn/DIczaDZ+VWRkh13+02kPClFJ3PP36jaCU/eFNr41UA2Bc8GT9K6CjJL9rHJTrZCWh7sgTYSIkuA7zElfTjCdLZP1nXXBenom/5YCwItGpzm9jG9qBHHT/yt6yLFt/ennU6G+9+HHzuEEz6t75F/mSt8o3fDH+oPshSXkoXxk3ec9+6n+TSX4ZU1giNra1/pQf3JiWMjagLRJ9OVZrtw2E+RsJvPqgYzkONyofENm5leBunXaWO/667rZvOf4t2scP1R6b7TKTYJV/KBL9wIT/Lv/Tr8bAv9iS/AczH0IieN8VV5yjjIrU1JsYk44Nzpwwe1bfG178ZwON0zWuX12vsa1D8dw17whpiWv3kL7i+v6U1lAv64mvxGYIOeBmEykYn5/x2E98EY4Sld6QXMHg4f71VV/KvxkWh0TgvjrO54OqDIejFm3LceKWtfv0r/23u9Hh0mxZqXQfha9bpkeXG7lFAvhAof5Z/SiwprM9h3ArQPtp0onqRpY+Ivy8VAfo8VuIBHDmC5QP+Ix04bRkCUMqQ34FLw/MtmzPyVhu9KHucI/6zxBVEfPWnn2f5+rWeU1a52Ox0x7L8t8eOxyl0B6/niY0urwxiUtn9FTxS1+WqYsjnwHKOVB9gLL+hmQfiMr+riJZnVVZv41X6GU/zIHNGyWdQPPitNc7noz9FoLH3eau8cSjQgNbSuFWEFEfYY+eLom3yA2db05yx8btsUu6Xmx7GQG3m/pA5c97FB5GmfdHqUP6Kr+iR4/PHhmBgwvWDBu7OnyR9HI+GWSrYtNM/6K/qE3gaEuer2O/lji30GOExlwbfGecIcmx/8N/xWNEzqjua6B/n55EbmHzTm4cl0AX/zfng6F/lVQ5x/FvGw+LfY83irv5gH2+aln4mYOE1Jsf+38fPwoYMYv3OsK4+eqzrtACzHW9LLs+jEmwFpnnGfFlU3wWg85/8N10X6O2f7d3xd7rOv8mEEU4bFL05rDGQfjEWtTfFQvS5HlyLI3+jH85Rirfs8aHWD+/V+DN4mwdbHATdnRr+ogxayfph3wQlP/kaGX2q+fj0+rs/cu726vX54zLlF/eNuIpf3vP5flX90qOnF35/5H7Xr12mEG3xm133XcS2nxdXeuHpImo6xnbqulg1fi0u3KcT4UKv3r99rLn/PI5XvJpXNW9UtJZPTZeJsgNIBjrEmsZ18l4fEYLbMTmCtzlipDB36cJgU9j67cG2kX/EbT9eit18zHTe28Nz/ES/x0Y/b8M7x7dU1TyhMmIbPio1IvozPC9KXR/tvJXhzIyFX9roBxLwxmaq4J/eTvQb6eVfsQj+PUPkO1R+gT/5QSkM95vL4oHbnNs97wutmh+SiVxRjbZd4LRGIScWebgmOIeiG/pSAj/ncI7hp9jaHVvM1z1C5Cr0Nq/Wc3F/QJT7R/R76frVGK0xKF2P9I51PvMiH3ex5LhgZcqujmC/SRBdgtMXUGo5UFXPbWt2A7zoF0oxGn6/dxnB5M5mjxTwrP8w8+SuTX3v5w3BfwW4jwuf1MMw+Xbt38B5XS3GzON+xznwFAnHqTdOnEHb5wey1J9wAK/KKb8u0iVe+JsydZXqDj7i0dbCpN+n+JhjmG+yUCleDnJ1NUppoyNfdv4UMbF5IMeFvO5z0qGyNnu4xvucMM3nz3G4TN3Zgi8vU2tH42PS8dnTM1dcmS/KXNs54gH9pBd/e7Vu9WDDLaIFcvZBcWPdZCxQHSSkzh9bzBd24HOV7zgS38U45Td4dFGXC7vv0ETuz0OgbWS99lTEaT/JdadePslKOfTamOWxVn21j/iU4e1VPWnJPv4qqsasHcSKwvTXH3/bjZO/bZ3RjbQ+bH2/kH3SWNyojON1g9RRV8vNbSbPEiT/DfFvXuqZL8Mr0be1sCc7bjFmmc8xBb1ZP+XK2VHGu5oU8Z/kDvaf8bvbf0VHeDb90KmLc7D6UjSNLnWNcNqUCfWDqp6Pv8V884B/Vz7eOu4G/5GH9sh///13N3ePOCl6y9qwWx+u7gtHPD0oUb6C2OzYz5fk8KjdvbYuXpSYNHbhYzXgc13OXld4PV7qq6kzf+m9vvBiqqe81Vqe1/O9BrHGZTl7/Hf2yOf1qLGsda+76WEAndOhK/MKY0gbNi8tn8iv0ON6XAXN/do43/mexMfa6/d5vpriFXrownK7+Gzjo7q3F35O+RHn0jurIi+E4Xx3uK+Cm87E2KtYvoOPkvLf40EPLOJyw0lznP40/5U5sHytg9Pvz882zNq5TB/XW+zbybneD3b8p/zzc8VdOE0qTPTyRbqVUMLyun9dN+H/Lge6v0Yn1kRZ99Z18Q3uI0pVxvEavwS/sfYR/BnjUfaFNmtDlwcX6K6ifMnXyRd6mtzy1fkJjxijvCrqCp5dkRrQrC3ZRY8+MgbET2+O+cZc/qhiOlcaz5fEq/c7Yzb6LUklhkS7QGNfTZkob1U1d/O3IvyG4gga2zbKhU7w8sUXZTXgSQUxf/0mpOny04KsnGSsVL8G4w2P3eJ2jcsaS3pO/tLdX3M6NrQneZks0jopru3Jk1FEfUQF/uoWT/haZaT4lHbTZyFdfdJfm3aeRvGTAtv229MrPI0Cnhzn/PTku08s8OfkkwcR7DmfKhGHRhZ1J9z1EbQsV4TRXiheQeggVVyPkNFT2abLvrfTPg3P8kQXn+vwCNZUrTDxYvSwz/kBra3qP8fxvh4fLSRT9eo/nqSh+0KZ+brdYigfu3/HcMM3GJfpJY7+DPc3Ghg3YRkeA+rN7lO04kOZO79YTN0/zIe9i5fyeXpHF+O+fatfklAcALHKXv5oL+2djvRn/wgX+I4uw4Vb3ti18uBBvkyyrItWfMYxXiIPQPJoAJsh/lvE4nnHponPACi8NDfqe3LL0cfTgL6MnREnt8t4mNKRofT62B/bUnUh+SE9KOGXfe/zjYg0Jr1cxxfc7Yf+QETrIo8oRat5mDaIyCztk8ACFz3GNjxfXzL+qzlZ/nGJ6HNH/p8ttu5QBW5ef9BSvdIl6/P1T/sNedv9GdRmWvunSdz0Fg1PqK5CSbax78r8QoO5JrxxjIR1lX7m+H6I9EVn13Ve3+gvOWOxqmXhl/xsANnW7FPb+uW74uQD9YuvytrX+wdeGi8/+dkxyTGZIyDzO563dpxfA+91ajxlVrHNfGjrcvGDHDsdG/oJ7whwjYfGt/ndBq+8kWAqCVZ0PRDR6AzTY4kbWiey2at3vEWTx7Xr7BpFFvGjBNZ/DzzLbZc9vgkcb1oYqxv7t7K/7KQr/rWe+7hhKXkSqIb0QYdM13xVXeBSV2H1QfoUMac+1s0tYeaLMRcVzLxvupn9lMernCS/9UwY02NtjO4EUXwlZ3UjU2/A0X8s5zW9rkPVR7GrBfBGjMiO7LtjrTwW55w4plLv6CvG5ucPuzqiG+dCslgnL+nXN/Tko+dj+zB9g4/MrkMNXaZp9XrhrYydfpvUjkP8RjhXOroaD8bNEF1f+inFQboXXwvFUKUH64X6ZXtrW3+mVb+Ok21lwWF8Cq9MkPOrYO4/4CHnXvLtntWDPb5msF8r3kmhsPLNg4Juk7lv0M8ni7v64N/yhpHtZUvb4v/wockb44c+5VqRxVK5jlTiXzFa21ZyLakA0wfrrEDgwDOhbavY19G0PDEyJe3BAd3IZ2wfsNh0mdwi2/2wQoq8qbEvvbWvq7kk3dBjRS8Y+tM/4/f2z/hQrkv4zXTOFzh4cAGudu4LuMczvzG8ogN2VoqnZMC7cJbbe9MHNuvFN+vqBPvxGxheaDovrl+dEcgeXePSdTk/69RcoGtKKm2nWlXD7mN+aZ906JdjLi/rrXNMeZBN1pitHBoDXXbUfKA3wtf2rccPHipFd5L+jTfjjizlITxKZfMBvrqh0aIb1z99/s54PavRDsfvcdatMk906B81sKEz9w3S8HXKMgbu39DP8WPMO6J6DpZhe/9lrKO6dLZVsN5vgN/uOh39I0fZ4Xvv4/iwCO5IkSugeGh/pr9ySWnnvI7D3Ii1Uzs6k2e5Ip7uc/dt2QfOpM9B8v5geS6+YJ9pUnd5K9faO38n1EvV9g0S9SKfcqScZ6nd/BzxG0xjvPT8kLxXxlrjrUmk0DPmsacvfYbrPndcbPEyYlxsfI7wNT7mi6rFQq3tV0Aj2FV1BcKYj6qFcY9LdKdix+N89pR5QMz1LQ4YtD3lMz0lhJ5h8NvQRqx5Uvw2ijVFFEPHsVhsKFftBzzCr/GKCnETkPNa9tU5dvZnr9e5bC1EZrUuarSJLUs8MCyj/UPrstk3xscGjONx1saXWrC1eAof2LGkXS8Ly2J235H8g+D4M/tIC10fzccG9bT/rLjF/mMLr/fii+LDG04UvgVru3hwXeJ/F6bGQ/+4mPSsdeKj6fW7LgDb+mG7h2dZTvSMOeWE8F8EKDZqU860mGx71n5tqMumWkNkf8/yS6pNVXi/Ov8nQSMghd+Hyx51sTZ+UNeoj/pG2IJFAQlP/zK/He4r4UXmSU5ftWGlF7SzXaxzaUBXDP6F/ZYemMfzt1TzbUoprt/tgzv8uWmi+Z+66Mm/4gi/qvyQT1wXcvYai0Jzj+Qa4xMsyS0X/oapBV+wh7kyhjygP4rMZzPZ3yPeI+0rej3Cd0VjYVwO7fF00PbW5356/LoOuf65Wn2sdGL2Y6Vel5ZjteS7kaKzYom4us4xMOETkLkGDrJnjN8Lgr7mpZcqVuyvOayfr7BHHR7iP+b/M+P3kAKXiexm1g0T3a4g2MXLE0vkZc0zYsTDsFhlpFR3fNnhtqzsCJ6J8N/q2zywGoO3Cftkxldja55HYi965C9u6vJwxxVzn11nrsh4FQ7+O/LBq2S9io909T3uPIbqk03YlWU6bD9POW7t3wz4l//85z+OUTkjCAf2TxP5VTXhoJjIoFEdOtXzAQ79tP3JI+dBn5f+NAWwzMvr+RRh7tXTGKtjlOu/xdbbILq93JHrsR4hb6Rb6xdYzne6i18QbDFLr/8LhL7IY9zW9CFleaU0dVMNvr6QtnZ9Ahm8sQRvhNPWhKSL4DExmd129ZYnWv78sn1GobCATg3bl00Hb1KVC/btqrB87/6tD+xMdAB4ghD/Bpy02Y3/tfGFn/OvNKYnv0ET/nM5ox6i98UAfQQJ+4SfJ/DgJ7w57h3qnytZwIKP6xztnjaefM6cz+vIEabbJ5+EvjzZN3IKutW42ESqGy1GBB560y78zP9q0zfK6Nr1ySNw4UO7w00N4tbuAZcDOr4mmyergCfSUq0PILU4GfvLtxQlYJNXHleyCPk1/iZ2jb1Ks8o7PyH4UccjfJhvhiFnN/+GSm743k+9PkF3t7aKA/FYx21wdzr8P+p5DI/5C7zgO9aO9Ruxox10yg/pZyFbjxq7gi0XfiHm+QK6dVnyr3xE/5pv9FNj/qQ9lvgH/85t/x1EJT8qgAMvt70Z7+A213tz4k8CwSSVenth9Ruf4uGzRyB3sT+oICxb2QJ5UTNJDk0Lkdaxr8ArDXkledLD3/DzfdiC7QTSRVnxCN9di/+RUdB7D34d8cY2eNDTHvHGNnjQeWmxUOcx8Ce8IbzpBx9+I5x+Ssczfw9XQ6AHz8vVWEee9rjeQv7Mb8UrOGD/qBcYx1JtfhpiFT2g/3q4r5NuLmG7vxzyb7SvyWtP6rtC8GN+UVu0xL+mrcJr4I/erUxPBJeczfEg2tTfaBY82zf4NCSrJDz2ablbddmXbVa9zB5mzziHCF/5GXB/OExwpgXyvlAPvIWn42j/6xh3Po/jj/EfObZxHTtqO/vEQcdy2D9CB/+xPYtb84UefM6TaEepgImguU4nDll2zRMbs3yUeKgw8caejLOra5w5r9nh7OBhh+uI3IA7ZcCHiWLH+GF49pXnjVghfxtnzMcpF0Uz29H/1hbzy6hunm+KfNs3gbsaH/Cdj2VlMkM/IXH6LSJVb+wc9b4yPxW9Dufp0UrNJ2UG6d6ImrCkG/NybCodzcLhf/76nzI+nQ8U3jlUxvYk5BxQ5v66f8VPTqW9oOfTPn/X/BnLca6EP3z1fV46aM/cPK+hm/vvQZADP0pxcVPn/a9woENapnPaeDOPPs4tucYiHvTBD79G2wd3bCO3L5UMRzuQvl9rm4eZrfO24Pk6mBJK3OqJMjrDn/239gfUxSvi/EgPY5zmD9mAH4oe5hfkln1AwsUPojk8NnkEPfIOeaw6ky6rbmA7/uUts+W5IZTHZRudQQ/etGR9ws4dN/QDb2738/fIBzrg0NMey7F/pB/xWcszXZk76voT8OM4Qw74Y3uUO85PY/+XuuDAb+wnP87Ov7W/IsZtpqlzjbjlc8WZO/xXPfhMfbLTdZR/WtRYXW8YG2yIH9HcOZgPuF7FeQJzwSGvi7LxsUrG7YdPyo09a2HDZX/SMLwCPeDl+YU6q27wAz9K4i37NHqn8dE81OzNNM6HvQ527OIm9EF+lrmvB53j4AfgfVtrna839M+csw1z72R/hxK0I3/0AH3sB77j7/Q5d+75SfR+T8rftO1zJqSjZ16n97oG3f1a+Eq0zBUBXdvH9WfyEbktL4f4xh7wyAve4AXeysW6Kh56U9lmtIImf0x8faMR8JYTjXNXQY8OeNDw/AnvBKp0yvDwW97nOr7HD7qr3NsSfEQ75rHz45NzGuNX1/7t3bUsVMKFv5nT2qYJMXfLVeAi/y6vz8Af1oIPUMFPTj5A0IeIyJNEqeez6Q/R4P1CVgn8iFQmhau0u9hEH8ojfldwjuif77OJPc2d0keb1bt6ZR5XdLrCfxyPse3bGPsiwZKycZJ6Rf5DOHVq0Fz9xPndQ6LfQYQ/fczfIeHVPGNufoXOz9jPIj9bGDrOfTNE6WbZprO5qVOguqeyPs/LHjaR/KMB7gKfe/5Jhmhr/Jp4/CdZ/XpdX+HDK1ohh/y/QvMMjk4cdHKnOPmdjjKHVZXKm2UsqKakfHTmn7P+d9nK+F3lL3we0rhKcwevnXhXorznvsPn/x7c3ysP/jv9/loff0SuS0aZd2y+1NzEBZdnx4f54o4Nhea1Ljw1469vf/3x59f+olMhSvPysn3KeUZg/4pvit99AzYj34AUH8em9Qblx6GWtc7EvXI9brFbfYg/VZa13+B34u9V3tBaVH7+pDDkZvDz3Mc1b8Wx3UDiSewV0n8pbL7wPBvK/EYuzhg9hHglfvve97fG+GXueL/kf6YE5oCV9swXq76PhClHufF0Vy773GkuOLnxs5JDbFG+cv1fyfv9Ydp8jAv/P0Druod7h6aeT+/gfMzz6jzXYveV+x9dWOeB/HaRfbFHPDbhJb3a2oym5TkO+18i7EVMNI8wfjv9VvACYy93crF/F5fbG8D+hEMkt24oNCXs7dOf9jt5KH3NDwqIdBfHWk4fMu7xuya16VzRQwZyHz+Dct625enN6hQjLzrgCxvYg52trQG7cEB3htr4EnBk2TUxW/bTwlww3z15BP8sX0+PyB/VxKLJaDeGAN8vgB5f4idc/entTuojHx8HnCkavh44fg8ZmvMS+yT3HPsZDOIn/OHceILrFbx1EjLKQR4lcsBjEP3ExXO09YFsJfTqo66nqnZPwDXS+gSSTtF3h/gxuf/6riexY87ktwDHOXHc6K50lryI0TTApsrPXxZj1q+/8vvAQraDOG8b4g864d3pf+Q319g/GZMM8zoxfjD5GuKe3m8eqH+v4yz1DKI3tsq4Wwzp4BsmuNCw12fN+Qg/6+15jk2K5TW/x6CaRyy4iq+MQw0+vzig3FSc+3hkWJGFHt0TqKEFNviTjD7/qvfIbqg5AbuCC82VcvX2r+gkxzys2hU2xzh1/tCao+PruFGor/7xpuaYv4z3sZB39I759gJfHKi5HltyPwjXeApVn5/HfuDBYV0DD3ov+zeCc5/yPLfXsRL0PW7Ar86Pa63PoPLfOI7Kb/tvuWwZfcJg9v+OAP+N/bw5ezRPcfFRtMo8DvlMb8CLN/6j71LZ1u4dttn/y+fv8EX2WfZP6LXjBrzYIB8nW+hr63KZB/TbTeP4gNmXzAuCMld0GEcnJ4a4Gx/i7yH/dgpca2gN0Z4LeWOJnsBpn3EHf8a7HsMzbUDWekRMHMW3dBN91tH5Kb6cR+5DKm9X0X5PiX9yrM+SVvrNWDNEv5lbjmoMfChnih7i+3rBwtc9hrfyHFKwhwslY3/msdpfoF/IzxReP337dya5CZHvGJ97pIrH1fzTcdnMj5qajuzueLyogb/FTrnh+WEWjPuli/LgdxzVwQz8gFDzuHN9gM3lnn7GBSIa6PJ8MM4lZ7LppxRPn2elu78ZjBxkv6Y8i81Vv8NGG0d92vmxxajWzLxuita/ESX8N9KP7cZv6GAM8E+5HpCCJuAJOPD4nZtX8/gqHrYyn171So5N8Rjb8P2dSi1Zp/a187s+z34f+1Y5+Covi/e4fx3b57LyHti3w/ONYPIXXPbDFy9/75VgDbQbxYwZyD43WAxUIeV3Qe1+SDlwq61Vq4N5o/Wt0aJ7w8eUKjinyyB2aL8gkgdufDdlUgXb/ZsYfS1M3Zer+BZ+vq2xdYoBxJ8Tx2r/2YKR6NxlxQllHdRY7H8DOhFeqZqfv9g3v+jgW7mmsV7wkf3gUbKn9b4F0ROgkPEEk0rK7+HqHJlvJGjnyyfnnWKBLiqJg7taBZ0ChXXfS+11fv76/+zamm5zerzc5X+GH/IrZgkBy4cpz+KbWArmmNc1zj3ujb6cp8gvA92ZQjf7D24Az5zyQDF4wsr1ySEzmwmS6afOAQD/G3k/cKB5f0GCcixPJ+GBQF8xycGr8rQvlYkef0AX7ccnZXg9U4Yez3B5HW250M6imSactZdifDSpvOK4E+OvkCcemqBZ9HTC/KgOzsN9Ms5bj+ma/bte4UNOTNzo7yclAV/q0HKkfoVQMFyivwP4Q5sYNjImYLj29A6RhWfxjH08NUfiP9vYhAl53N6m/tsZ276g+enVF1Pd5+4n4vU9BkmGRnqdP5Ip+a+Yh90mbarsspG/yi72dkg+8yN1bQHjJlhBe+Ijp+3oz9z3hIg3kPZ5ojFAd9V1o8Z9aqLltvFQ7pF/B+M7kl1v9/pdp9Oa0mM3Ozpw5r+Pz47kVqPnn/3bsxmU7Ttf0mJc7zAbfei0urgNF9lHXgGrWBWpnHStnd8TXGx9+/btj+96SKnE5lr2RVYd2s4/O3hHPDRGmrE9oFtqNYeOXQ+0c8zdJ3+tLvfl36N4ztb+4t8q/2f+r1in7tn4u2JrHsjr5/FXYP6uVhzrZePf1rdjzN+395Vzy+9rJZrpnOtsvgX3vIz85ysMdzR5Xnid/J20j4KH/av9u2z+UX+ixzXq12POX9S3Pn+Bf+w7e8vm2JXM7OvYi5iMtM/I9Z7nnRb6Bc2jN/SDw1yTrtmmhvGPn3uaJZ9UsfHrQ7LpMUdW6/oHVeb4zMor/7Bz44ZY30DMDE7qOb9PUA+6j204IHxB17Fs7NN58Gp3OCqgHE5T0Ni9aR/rsCFKc52P7NHwaU1sNyp3DD8bzlwnQ6i/QictEJpfzc137388L/6xsXW5eX+9zd77KjbfvoJntu8V/O6ak+VfoC2xVfGOEgZW1Vd6aIP1mQc5QLlfus7yls8Vik9rqLBJ5s33UXt1Wyz04Kst/YQM+6z1/u4qp3O8dAOYqZgRlEMJPko5V5uqOClF0VmU82OAHY+3GcNA0fkE7zJU93bIEI4/VWF9POZ+eucUnSkLF33YIduwtwBufWDTLSJDzjd+Z9oL+iwCC134rvLWzmbPwhpkP36OAr9GcKEiGn5jVPzPZCxZtieXlr0WiJ7wq5tqtacQyqu6IaH48YlB8RYTj8NwllM+pO+kJuOpePb4/WJPoqCDx6CIkE3eSWGjNbD08HUWnCzEdd2Pj9/wFb2YzTaJHpmUmb/8FG3okUc7MLAXSCIGND0V2DoWFRujoqL5z3qR5zd/5Q/3ScGB2mLC8USY9ZEzoajINX6aPSWQXGf3uc8/z2zwxDLfPFWdN3/jyWXXZ/ztX0zalc26lZuTsfFEpMdLa9c3jGi7HMfx3MpvIYVfdvrMcNcw4n3GEAT/z73NwrlrAREf/bU4WQjmxMPJxR/nUc6M0Q++YACn7aX7T7hsbqCj7PGP7Pf47unS+JzNj6OgoV05DdBo2ui3hucDc5Hy0f7pideyszKf10n4ly5alTyzj5V+wJR7td5oS6LYPFXeJI752ScB+cL9UZTS2CrxpViGN42tgixgBVcN+OzHHJJV2edLj4HP8JzWGZnlcWl7H4nWh2B1/uk4rGAdwrMNNFvxuZdvKw6xpkUveUIc79pBcVST/j5+5Sn8MqbFwYBr/msu8BhCbkNo7ImDBlhWnN52EDGRF7zga5yNlfdrnf1qf/rlGulquYG+hoTtensVbzeYPVjB79qLN/CQ498IorAXrJwY2Ad8lsofAHnLva1vlsPf9KRsdUuDH/A47Brzb4Pc57+JZy6p/i5tG2Ktl/8/e2+iIEeqq+u2Xd33Rc7e57z/8y27fPkRHwgFBERkZlXZq8POYtKMJIgps9okCflL39KRaNY+TUI51Pc9fVQ2+zFaytNYS7TKeMWXPhXH8wp0J03sWekVuLYPsJn0berSI2WSSlk02hd4tH58wXpoVbSNSqN1BB7Tw/4Gz/5rZh/RZ6ynZ9+UwTnfmRxHyc56evmavyg2dcT5aLR6+YBv43s1+Ec+9PdUpPeJz3bAKxtF+Tvk1LDx5Fr5iDdgxvJFGt6exzH19Ho3mdUvHv34mMaot1LCnQIQlwfIJwwTh7RXZY+vfY/p/COVmbVy8YAIe4HBkHWV/Ij9gavt9C1rOsb2Wc0t1FopW4t2TZM1lzWYrubyt7fBWNsO86RRZ+0Epg1lHyz+qd6kQbUH/jm2j6DPeX1z+gm6ziH8ylVt+AimPwxwzr+Htta5TD0Gc4xASf8qZA/ZWqLfgJDNSu0fgFSFS3/W2b5wAnzRuv/QOJz68kz/s7GeCi3txVkj1Wf+jfwWp8DmcuXzDhjbMf+0AaGf9qwEL8Kz15NX3zqC/05p1ICfQgwHhrPh7Ed+PSI3+x/HntmDhDP7ET9XeEJzjHMefxHX+Mf5b+1jfu/p9/Ln/X4nFuPe3mWPrLXDXaM3NOA7IicN4D39E/A8FG3g16+UfwIpnaO5dNUTT/5NfDcXTjLJ750fNqTCGx6i7Q/66Svxw3zU7nqeZ37F2qfrc/4mFf6foVIegg7rI7rGuIfPskS+cj50gK/6zPwf/cs8VptZP7dR2A+hp85NdbyVb7A78KXDOSQ0GMpl5UdvFTh3YBfs1p5kAo4SfJXo5Puo46+0j+W3JJP4wpM6sgiDsSN27ImyaH1t56gReq8tmrP53KPwGFTUaU4tW1vrb0LJPp/Ftv2xdMD/RQGb6pxV53lyMdkc+2cuyd+BU7vOycgNBJDmkrf+1dRvgHv8DCKwhF+/bUidTz46nkkmy1UjoYN/BhDR0TXBX8k+suf31FYs5n4Z7PIR51IME50at3auzS5wSV7Jzxu8U3yJvQdQJ/0UHGMEC57ijAYxUJiYEWjoY1LMgTV4JgvyNiKaaE5ASMQsKILK6+KpWJL9FKAx++TaM/1El8FSaNzWiDhSkJJ81GdB68im+alHWYhr+2ZlyOcmrStoB92uIHew2AR/xucpO+BFw/svdP28spDklJWToAiySVFv3N/NGUL/jpxzqrsj7N/qvnIX8TbcTE9v3yvEsZ8W6CPe2Q2xI/TrevbWDuOfnzx1bqzNig95QUnXvLkZ6HymRc53OgETTeH6ndAZ4sYYOasHbfPT9yvHxZ77bexLmSNTuTM7eNq82E4wM8ibPDbrD+ZPnzeJf/TyY/c1u47p5wF7dOtcdaY0N0H/lLnKG8DmWH7db5Iwp+qhfi1+OXnGVl3sSr4gV+ONw4+dp9OzIfW1jj7yc3OnB91tGd8i24G+ZO3pMy+79O/CmVxjW43880yu6ldZP9O19jkBobE1Fw5vWWXql4D7ADVmwwJI/5KSMy0XV5Y4CUA20r8rOKd0NScPHJJFx9PkeUCWJWoXX0voI0CHj91c/srjoLl+uj64HMXYB4sQ2Mlm2GVgvwD92zXz/OvihiR/QdJ5mUFS9GrBThvItOPJXL6y9MqxXJzVWvRIPtRa4y+AP2bi5t/tK+7wd0dZMrOBSd1PX+8cqw+tDvMjnmQl+zWnfhXRn79welGv6wlK9MvBiwH5PCRffDW/ZbyVfb/42kM5uhjZbrRyvudvvDYamzUnX8WY7kcrxBMrzT4tzz6R/BcnZXP7iJD37acY1nXkLx3L3j8Hfqn4I96G8ZdNi40GeW1heh/fC9DhsM1v4T+Qf4j0zM4uvx0Je/3II+SVI/SDPXUuJ/MwSrADls9b+wbEX9qFH76UyQcTl06T+dySxNukv26whT4EajSV2x7Kb9VnxehZ8g2FHnd6/iF/sB97SL+ydxZz6DxyXmyxmezPpslpxX021/UB1cf8014O0T5Q1wrTgwWpFq8Tym7MxSMKndwAVoBJCHNs3miCma73Knd+j5IBEEs5knesNG4KpNOSTId2RLS2zW2S52Lc42CFSuUJoYHPjAUIvXK6Hz/SG0+LBSTN3+Fg8xAH7KaW7JEMolVyejSi6MeJXm0XuWjPSK2cCHzgDu0BYcHkU+SFbYTqHyoYkMonH7rxa6R0Cmv+yI21IY46FTXl0E3jb/mJamxqCRpd2HyIuvTMutbEZ4SAhSb26BgxeKGEzpE+sl4g9gmgyI0eiMCJp96F2j+S7TW9muwSmNC3C8ayiXwhfdK/PJbmqV1MJilqzvp5azBI09tX8ldeiTfxBPSl0uU57MCbv5lHGo9p87DBLP7Hm/Qz/vgu47GtDbb63nLKMPvQB86sRKZVjM7w1R/94gz2kTHmLtLw/M0jkmuliurZA9Jcfy93gC3H4HrmawUqkp227eQ2+aQgxKcQnck3JeQGjETJS5muXTyFpngIRhdsLGxaHJQwctQ2qvJfGcgd6KGuXE82E+0cJyqzkH0MGSxE5ICWu+nJ47zppydOE1+jZ3REEx09zrLu4m9+o3NJ5QAgefI/2boYKKudIHNbsZb2BbxdqT2G3tzzOqiet/TlCW27yFbWwZz8jC2/Ccw6RwwqliWHPak7to/WXh3v7z+zX3zXheB8paLA17XNePEXOeW99k3fwQkA/OASuSijVPQ3sWx9V5sx808HUTZmsb9BWI1x6FiZ7B9vaLpAk63tTeCeWqOR5HJKiEceKzT0LTeer40XXTS1Nr098S/aYh1FnypmSQXHdblC5IrWKvmz/nHIVvntATpCqXGZ0uMEkHWzxAj7zTlCk2sOkzLB6EQgIdAfL4TRPtgtMCEvhO7tJj5pCOiiXLxN4gg4yS9HQOsxHSfrQ0mwyIk9YntGG7jjuMUY9Cjn8EcK6lnBQ3eMfew1etcv+kQ+JZUcGWz0aKkgvbUzzTHiSn+w9BR+festz+mKMpiPleQfqMR8E8eBG5XSVaIrlH3+HsG+vG8SY9kPdH6R9iGWI22/8Eg+lN6cC0gv2Sza8WF93Xo4o5XnqrjNrt/NaO32r/jEuIt0Dd/255qP3C57Z2jLtj/zb2LbuqU1gfwvGEuBXANJHDSZubAclhv+j/MN6CSkBJHkqNeVbA5tryKjpmtZ9cgn4aklnOu5qJKZVZx8M5DX94/zD+spc0MZ53nW/3q573PIfmR/kk8VH+IE4z7ZS5jmzxbsqkc7HtuXyD8HeOGfunazTlfmX/jNUS+z/0jgeG1oBKM+SwMmieWIZtcZzlfo9/qZ3Npv2AmBX2fokw3tpwKO1w+IV/Bie6Vv94tWCXgWDswf9CQTvNQHfz+u+ggPmDzuG4P6cn8SNiKR34DkU7pY/5fynXBDVkqB1nqZiNrOdIgZldTzwPYfo3cPd5vJBUCvn3zKfN0I5LGaaJRPjv5/gdWDoMZf8umgTJ7v6Cqfa/xj7OtjDjs2uRDrtbL0/Jgs8aRe5Ch2Q6pDmcyY72oILn1041d27On3WHkswaJ7P7rXOrkB3BOIgpg+5rAe8p4wtkH2dB6t35PjOlfZpezHh8hc0yVhDoFcZ7SzG/otqsgv+z93DsxHzmx9bqDXJoJz3utR7NYgTV76n2vLxuVVNeS+tRaESW6xE5KqEz5vRMJmyA0/v5rifi7N89j5RU5U/aZzl4s20mzUzLT7seD5cbF6l+9Xh9NNtF/pDEC++uZ2/qmZ7PX+19vfb7fs7fVW3NZY8AMX65JpdIxpF2AhhVjKdPTH6TuiO+sb8ytsCi/FK+vejE7sz3SdkiM++HDEvdMmn474nNEzEWVfi6Fg3jPUp4xJ3lXm0XhaffP6a/LtxXumnejrNAP7RKFj/1X7RXpX25nfnjpXSW/BY6MZcLVHcIzaHxBrf9BJ/eSOzuYBLpD785ot1LJueS+gvhcfsr/+3UyTL5buzyFf/f8TVSLWPlGEp7D+LD12+TLXITU+RfePINLk1+pqB30fwX+HR14rioFt/djBWsNo79+tQ2uULYhqv5Rv/+Sj6umUVJ/Or/T1onaDw9rv6WF1vpL9qs3hc8T7s+3rzPpQdW4/I6txiysrH2L2KchpV5NcIebgQ1+C0f6nP56j89E3ey6vbDG/r+TxUbT1EKr00dy92RP+H8X6aXzwMVbUeosrLbDyPl3S8/6Sbwqniwvxuth9gSrHQsLf0NK9GIsBL4MA/XWx+7wfx4zyxfajHHTNpV1/FbU8K4+S/Rd/ywLsMreAbwFxTZeHLVZEnu1fK3474zE2d3D+dJjdefr2v//7/yzDFYuAiIFmxo1wwMdyhg/cnE5MzGBQWqIG3ycq4znGBx4qtvGmdSzbVxT1Y+KhRaA9UWnjVV//FpJDzXgprnlL6NZFbdFePKXmWHbVg/7lcSz6kX+77Z4QBUcMY0Ih0SBMfRDVP9WSFls9BaEdTXmHLl2As2cUZvRiP/T1PIUOv1GQfHyAQ1/g4sLudQLnSsmTluDAjzb0Z/3AUe7CoT9410via/UGb4Errwz0mwVt3rr0UjdUTZ5+w6UNhm4eQcfHh94gwF4Nf1zDTrvwYyrz3krXx+Eo5sM4cuH/Tb/eDv4pybkUxzhrsOP818ZXtV4eD00sH2NPOPIXbVxsk048VXsVQtihNA/zqrwMjkrg6Wvtc/8c5Xc9/Cy3FK30Px2NfpNHuSNpoQ2wu6Bm47pQM8az8aPtj3ITFzM7H2kgm5UNL+tgitiQ5C1t4kgDBziDzn8NLmVf8GrcGh/6KaNNYr/xk5F5A0U+cTwinm9TBwuemi+vLuPxG0Zyf4m/hluhq67yY3ya0aNvM3JeZjopD+D3yYsOCOXh+9xfzdxBae4Nz8sle+R/xWc7lK6hm7+abwHqYzeDG0ijT1+zdSae8WSz1g/kbtn7TbT/Pl2Lgzl+b1/g9umbPhE+rluCijDqg99x/BG52r7Sx6947B9mt5HMmQZxsbjD2danwHm01nkQv+75fuoBHzmxZ9xXC40xSPgSOyEv9LrYVkwM87mnpIixC/HEsucL3Yqx0HOVR3x8V5qqFPu0PNKNpkbvX3H0sfYxP8zoHeyRARv+KI48LfbH3sYaj3TjOPvbCNdoj+0zg4c+47ShRz9txmM/48hHG3jazN8Yv9mvwc9q4zhv/MZ2GFHz6xLyj9enND96S7Hs+T0tfduEjm/lCbCxfh2Gb9S6adX8AH2gX19R9uePFdtX9vX3WNTJJ2qTY2zM9krs49Mvv+du9H1L58X5AUMDzn8bfsowSUFgHchpjvNwsW602/6N8VEeZWynlN2/p5sL//z9T9B/hc0MzuAem5dVXiG+8JujFOO4aXAr+fb0gz9zbW3tD9t6pr1aamXWNd+nE0Bwm0ytdv7Vhl62lR6NJjHve0bnT35c65d04xtpNIbcGhuvf14+qJ3LOVsnx/RF03hwXQcuh3KxftdvLSiIulmvY0m3wK+u02ErwGcl/sN4lIv+7dLt/+w0gX1/omAnD0Yq7NMO9B0djZEvW67r51r6ysd39SaOI1+o1vUgAMzWn8b3zN+gLqJHOK4fGEtgj3BBpGFzlMd6+kO02tn0qV1dJfpNG9yTd0WfOGt0Y+3Ip9cP+2lPIddLOSOV7fqXfZPFbB8C/914rPm1iMn15Sj1rI09ql1DfMRx2jN6q/wwxWMg8KebcsX/yv4gTU3et2Taie857eO8I9OojLSwb9+Pr6g0+sDRPtIG5ziinp7+sT3GWvdCt8l3jhPhWXfB78eb7RmHOnC053ZJI5rQcuQ7L2XPns8967rYYIAl5qw9Gm+QfY0HN/S9eIZX14nKr1Aty9HyG0QDXuW3iAvijnsKsiO2JJfIlsRHtCuwo/68Nie5pBvrYZWLSpDP0/H5D/6gUYp2/lYl2zx2e3ObxmLAwsfTh4bK7TeAPdJZHUYY6Az2lWOPyKENUbHrVET008nRdJITNnDI4wkSb77vd6ujH3Irkegrl0ku8w06GP+WskC0I1ahf+Q/wHzFUjGRE2AKpmuyp5sVkzUFW4z0ZewarxGlvT42kvj5HtZ1qKgPel6ndA/D84uyrChioxXcZ44rz+cT4CAE/b3O7iQ5wfdjgcAHNYdrz0ihKo82Os+T3fuHWMR26qmczyoRL7bHtM8ono/ljWc6NxAfnj4+x+hHFfc/04WMNz0lkI7ZOgfcaj/RU2+taAebO43bBcM4bpg2xxlqlkwNcPDX6N6Vd0DwKV1jPZ9CepuI4n1HDsFE++3geUGyf/qOf+sWq9GwT7JLipiO0p2c0BH4t/GvBQYWaHng6r54QOxLdD13PxFVOuyx+jCN4C9td3ut+RXpyzIcdLxMoSFAq/lZG7tbe/uebm+nC051/dMc2Dahbe9onzCp+Ccwf97QjsM249X502NIeR/Rxnrb0N/Tt3n/uNzi/QzZkdOP0fe7l8yJzm25UPy762Ty+6BWD+cQzb+YX8oM1YaNzOIv9luAvWy4+aQJ7nV5GdM/lLDObWfnvXdUzktqSmvt5i/1xKc80MH8fdS8od+rr/PdsdcI59n2OcRruwAxYv/0PrHjeNGpH+SHJfbU4Ef53FCQF3ZKL2/nF7I6kq4PkbqJTlBVHrY5R8w/tsd87lzxfH/lJCDw2xOQbL/bN4BtgvqNJgFCKSEQ5FWzBS//oJbx7B3qyP94lwmd8o3Z4/CBBLy5WNdu6DbewHjkb8npsc1o3MMO67OnHgbA0f6RH7+lRj/wtAckravIoBu+HLrxq48/9hfOhKenijQJ8tpmwkxun47n3telk/RTGW9OxXZ7cub8DcOew7EV7Yh9j5Djnog/hvq83ipfmXbftrpdOMC+Uf9Vgnq5ZjGWwpM5M/715C/46Qy+729PsPX9vmUGJT4ZYUNK+9VlnU/HyMtgJwEaVJxILy1ckr3lhdS4dYg38YrfIA/tFeEhXJozP23QnNGSj+qJfVsfLD2d+20JhkxwZgcPM+P83H7JbL/5tUP3OfJhsx2Or4BhbrVGZ1nSIp3LMi2MR58+k0U3h8yW6bQ0Pbb8PTpDySkeTjEB2PracbO9vVlh0ggfGmfyrccafeIDO4Ab8w79V0vowgd8+mnPylf7z0yOmZ3RY4SnPo2Pxmb6jfvb/IzH/5zeaKvankwA9pcFgM2xXU4kGdeY6jv7xrQbt7dSyl2NvLZrGcvxpsp/2/Go/z2K/3H2xoe834h7bD9DItHUJ/I80j7az+TRrsX8Ef/udzKe0pGGH320bm//Sp+7lO7JxzrNN0Td5Q5ed1OXzg8q8YMPYneLjR5wzzeASz6VvfTvm17XSofqOmhzLUR9xFAeL/m86fxoXt1zPC+D5GjHHn6Dv1fjLfmmt+hoL1jsNlnnzriJlqynv6LidTQ+L/jd3olA2p9KBa+G5LK3323siHov9o90HuiJ5/0DUso1ulbHke1eFG3n/0GXcP2gn3co/T5llD+2n69JsOfzGWxQPJdhff6WWOBfwR82mKdcugPVw/gcoJH1PHFd4lzXwKWu97yh2I/vtc70ewu6/ywX1dnHH28E7/GcQbGfmI3P+qt9feJzwHW89OlNvvdfP+pDI4zHeXMk6hzqGe78U2VlEFxgRYM+Sj9GXSXj+c1Cbd4eXYY98SfX800u9zRA09P7rK8/IoDoEBNGR/zi/Bz9vuF42CbrIzKF+dL9kexvdm77GOWkrda3NP9yA336I9r1aJ8e/l6r8W129JT0U3zjw+RLl/U+9fDznPe+Epe9sds77AiJ/+gemL4D9+6R3/ngq4nK/nxG6/YN4BFBbXZtwtIWMMlPshnBnvfNJv0cy49WY04SNLA4IGC23igadj2rweXXyTdFRz7k+NDSb0oOgX9NEuwnLGzo532op+d/jV1y52bgeLP5Cikv4xiv8RmPv7LX876fCB6T0MtwlZJwtXhqYTEHw96U5xQ97xZf5zhfdBRf54RgW0xvg22kAvgI7jVe4zXuxzUil6HNvy6jbSM0+zV/lR+SLM0nNYZ/96Qbft//57XG+ns9PztI+ZklAABAAElEQVR+bc7yV436xcqLOKnbww2zuUx7nKTaUDvFvDYSeUH8u66LEzan3aypHkgX2HRom2gS4Je5m/1nbgzlM7Av/Hdm888XOcd8MioWP7uYsSMt+SXG0ax/h2Y8kd3D+TpQOncp51Dd2wDPllDxQyyJtsVTqqT4zbGd/lxMGc8W8RY9bCfkR/3zlgBuj2756R6VPxXLYr1dtNvTM3mnlpR8OqD8qMxOFtqj0KB8fr17fpHkGbEf9TXGl2t8xSc30jLPvKf+vJUtX1tZsM85bNMW3U3T8Yb6kt0y74Lx7c75R8HRGpRvdCUXYX3KOVJ6oT860j6RNK+dwWmgKzTWvBkJwRqM998ZtMk8ormXH+FxNz5mcmGw2fi6X3Z4r19FLMNvGH9N9iZEcwbW0rqO5vz0AtnwaUn8uDlP9b7in6eEvuhgCMciZXqYO00b5x6jGKrqCGhMpIKo8mfZkdzQqdg3vI/2I6nl8R+PD2yr8nSuDnLsdBBgyKl2+aTNSD5Hnt6k2aFvMDXL2gX45HzWw/0/bzFhND2Rb5/XQ5D4OsGxQUzzogfFHz2qzqe+1XPBNyouw0kmWW4l1QEP/KeWJoVMG82KO4hdcYkNztFbNlCeBPKaGJTyr9EJd+7VH3nFi/j3jEsr8fqgsCY+xLg+1FWksLGRLQpAKnx8eF9tEHs15KDcw5pBJfttnvhPbwD/wuFiRBaepnhvnAxavhLRTjzOFiRL8L3CZ05Wl4gigcGCL3lUp60nXPR7ArqR7icpelZ9AriQtyTT6zUzc+aVeTa5K6/ZDZ8kZ7bTaoKw/4z5qn/EXzQz84aMvNgttoFkjedtp1tPTjmd+A1k6FupSdCESc4y4hKBbv7qQgAq+JvBPR21yoQGO2jDYnjylegbZR7FP+Ad6b+ip/DfIm2w2OKIYk8BM6/H8VEP/FUW+43Apn3CY+IMCH+aonQD8O86W4M5cX6EfvChpL8hhxq0arf0TfzV7+jX4VBpfNwANB0+cJaQuWGYckBZeZu1ou5m/xhnPAkJ13480gBK5dX5NFp+Uezf4jZ6377pzV9poc+RP/MQn5yjPyHlI+dqGqlknNLsqLc3jQd2ZdyhPlA9yt+I+W8CSPOohSKp7NJTAm34x/SO/W3GkyaN9KCWTq0GvY93+YuNnpqtg8kv8/p9/C057A3Oc+0O1QfLEH/y16RRIfqz3wekGEUHexKyzEvC0T/z+zSfg12dZs7Ww+QH+pdiOcdlovn+nh5+SADEjcVMWfM79ZqvdN0nDc2B6Jnn8JZH86M755jMK7aAPfEa+xl/TXndJvflMF4lDfe+kYjqgYGD7vrdFZk7zy9+1UvQ1mPot/npIVfxjS2u4IPTc8otYoOhukaN9ViuF5EedHfLgl/tn/KOpM9vvCeV5ZfYn1Kk8Vdbo802olHzWiFI2GY6ilHtG/VPE5T+53wn9E59i3vx8/zF9/lHmauOv+Nyw759/J/4Qmaz639OJlfN619q2www0Hge1z9g+pL59HMsCPp7aN9C/l4CD/G5deRDCtYA5JWtqAPjywH+94aDjzaMHh579nZs89PwWo05Mz/q6TUoq6UfQAixU3SpBfgzB48U+zbYlnD/+ustJ1atfWLQckOvX0/j2a1847cQ/f5uEta8k/JLlqzkMeQ+zlMhUPYfkp8cqBGjokqhn/UuOIMC/spn7xWWN0UURwWJyYXGKL+ENUGysY8R/SxbmV/OkSr9rL2Iw9C+8STn2dQrHROJKpDwso9CTzDp32g+8WXtr7HVEa56jNEt8nj79/mxwSfW5SjxITuM7ANYLkf4HUBuRDl5kIE3gJu9wDWD8Bu/WrNGR/sN2PH4CGfdh07neSLSYX7aVKoGjZl88IrUTtrVP09g6lChv5zHinCo5JtbZSNBHFAe/UP8it9ckvPANnf4XKOOZluDf3tAL6NQ/mb9NEfpE+SOvisM5rpgW35JwUyc+3wkGJ0mC6eLw9Q+0p75A34ERyvr+XFOKv2YWtrt2UFZmrWA7mx8JA84lYirxLGr+I7UhSq2jShxnuL4brunYzr6ueOa0C69GRzWYzb4Ded3uyCf0Lj+AoRRQj7kqPFZGNEP3zh+jGMgx+XPEoj5KnKOHSRv5/zC/PbXW40V+xYvwSkY0ifFmX5LXLLk/N4W0QPTrJ+SgWBKfMr+6E15QCwdda7IF/D6nq6HZJiYWQoi8KmZYzgpnt8aTvjWTjIIFHoFrRVGl3zQ+ql5XzLY93eziSB0/eHbW9PTsCSxPmkfYMKzzSrDbi4mahmg/hKfhVAeUJ/RV7Paro7lSvgDnbbnEkCPG1C2mqYL82vXY7T/8XY75uNImvsdotPvnbjG1fKzYLLc2bjNlkZTesa+yM23z2Br9u7nb0C/xqvzR89lWt+ER+c4X/SLvsbU9kfbf1k/45XOin8aBwe6wvXeSP9+2Wxe5VggT28AL/Cmw9N8MMUYDUgRAms0vtunyVmZlIk9winW6vozYZnH425tAvt1upujPMPO8aZUdGzdcO3f1pVhizVWgTIwGrG442vcJIY/bQlwis9mmJVmIMfrurz/M1fHeJCdZ4Eu3ewmxV0p4ctEXaEjXOKqlzvKy1z21J3+dR56Oj38V25hx4vyV71v6CbcG3F1g1NCGfiH46/5jvngHh+HJfoE74X4NJQNebC9WGYkW0cOvlt93MmWq5Kv9H3YPEQZ1m3FHmZcQ88hol085Di+PcRr67qoqCOuUZErfhp1oT/Ci26ErTDZfyzef6UTV/yujl+ojHj4vpF9tR3hyWnCI17/vSBC1vPpMXwmgI8/FDiD/+AxLxL1u/ad2XXWv6eq1pyL680e4Q+Bkk1Jn/JlRTD+/EwBcgxXTp6y7IcEv58dnx3/3jJbdR+/6ULYv4ddZMEOtqbQulPqQhB7knShLC0wx3XAxgXn14vMTfNT9yXydR3P9XN4PpbHTLLjX11so7dW6Hh5qfyE1WbezSWBq+sCdmv557o6NvOG915icfzA9Yy27Gt+lZ8HzNrq4lRSvJpbXBZHAPG+mP0ijXv/aLoP6Aq27rnk/+avUxzxrrL29DR3ePt6/WamwehpfV5rotznCZQ4hwl/mSx+Bl8zP94vX6bGFyCsdaPlUgTCpvKx5/k9Np3GLOw/uZScR5s4ofz+pq6jbjxXseHAfh7/wf0RNo3c6X/U1uwrOnt08kfOse1zwjpn2c1S+WQPG+Xg4QzBoWvk/Iw2zxe0r5o9mdcbDE+WqQO1ZhPdDE+rYTbtwL8OmPc77Aaun8NG64rsDWtea/rNYfZGmCNBv9Y+Z/JYHun9+Az+fMzrdA7pR9v9jlFMDc4NPHJXv8e/IzFodNflqqlew2vAPucO/I7ySj4RzhX4kQzP6LPnuJhPb79z/799A3jXWHPjjJPKFWNAm1K4yKUVfP70SeMygvn1qzxtlBxSSbbSbGi5Rj80ysMZaWytW8NZwwa2l5rIWAQuziqeOIbxBw5bxvaRqX39RzsVNgifcGyBMvq5PxnInuiA95HqWY9u4rY3Ds8gWwDkr/5MoE0u7F2zzRmhh8ewJ4SwK+04Tv9Z2dk1NSJNw1Vikh8vbnRPGTFH2GsMiPz5CdB6tUObE/Aox/iS7/LRbbp5MvAyldchSL66ScaOgR06VLgwnpr29GL/pJDeTnz90XjEJyjF2/zNz5t09PPQdG5+cE9qfNvo4Ovp6Up25guy4AOm8wo9hW9fLeh1EERpCyjNj3iaG/cxJJqZfXJtgd47sFGz9T0617GyTiU+k0UHOiTZynjz4yOfaNsMgV8X8Pv2OfLb7ikydJvLhCxZfpanYvTbXnke3VMy6EO/ylv+K/63/aLX0sef5EHGHqpvXblZhn6RLvEmN5AdLYuvcnkvh1rn9DUnA0N1PnSd51GKeQ/yRQjcn37JKUn4SlL6r5cl7quOJf4HZrhOGwxyC+2PLbn5Ia4rX6z2T2bQxfjcTobmwrxoyPaYp8Kn2cB38tyQz0oZv1FCdM6OnCtgkgE/14Znsq7GVjZf4T88Lt8mbDubXqPMXKv0c92fczzAIIkDD+jHtpcYGO9vfvys7nUQHLTgd4bb4Iuuyplu22A0oh2sDZ8VfT9et/Gu03hoUiOfBnSHV8M+r9mbDzhVg53xrOsm+aBdwW3IqcZ5eNfpGrv7TIeSiGpykHVurw6HRl0XLP+0Nw0AUJn2pWX+JV/UIb89Wifxeh6TTfV5e3vL5yD5TaViP+wxsztSCk7/WuZmpJSYpzSjDh5avHpaTSfiRyHBUeFLZ5W1wPib9uCDm8s6B13vUxpVlqTRVz349pe870vxo3//TYce2uy/WYtzce2FuWTafLDZRn0Epo2vbNf8oVF5uOavKdz2Zcl/PP/x8ZLjbJB/ovyXdJS8kp8yX6csNq2Ezba1+aQKullpPj+V/bZde2FZp+BD2UPNWzP4Wf+c0nhkRMe+XbNcAxmj5V7s6UFG9M7GoQEe5/Q+PhnzdHbrns4Yx/xg9BXOkgX8+qaiIyK5JD8yu6FyHdx60LGOu/glF2ush9MarV638KmZjp3zL+jWex2G+ml/e91WYvj4f9LaVPNNz7v5VrFzjHs3V8JkztFHZaPR095pgQu92F7RMDzJ3vxEfqNtscagKzrQNprYOOZeG334b7RjRxDebd3thnPDYCbb+iP4i3qwH7ZT6e1Kv2df4zPB6jqkjhGcx1nV+/OjfZ9jN7Oi/6XHR8bzJxRM0hUlhDOie0ZDbwNzYjaDs/FE+7M9dyag69+1G3YCXsmFg7otVvReL3UD12i1RLZDpfFXsvMY+4En/dDNU1Dd+8kZXMR7tO35elpNTumnT28vs8F13/Y8RnXz58ar+cQI+rzPdDuHYRQ+tH/HUicBow3k76CL3wRHeZsvxpGzdozTM1gb83Enntiy50/wt83FmnIPEX3N/LT5fA/91VslNyghPJicO7sEWlww/ArWkKqoO5s7r0vvP19BA5NB/s19a+/7z5dQ696LTgCeL2yheD1/vEyUDcL4mPc7oc36N0jeApnFw4oY+9jPjHNsdSZrtK/a05sTZ4T+HfutLRD9YMd3UFiwyof524TSsh9pATcqr8CO8D+yb5wLku5pKcjfeLUQRrpqndVh9dKwrlt/8zKUbmpix2fRvSVMQFLu298FNlugiydHPm1PwDR4D/fqOrJpr2H+UPy9bp/P5UreMjr9rGJfibuKVCoeFzkjjG8Dfy6xx/jvrsteOif9lb9yXjca9r37q1lON2i4ASM98IWvJufvIs/v7AuycZN/7tMN5neZla8rJ/sAs/3jcvp4fpzaDoW5n3hsbuRz7cmP/RH1yRqg/cqvn9oY7tkp2sLn4/O4s/0n763pvtnVh7FF3/OLsqht422fOYL5nfoUfzY12v30cyRdz23+fE3FUx/W5BUHu9b1cdegbP5XUrXxaMOr+I3S59S+/e///r/TffFcodWkcKawgjPF4YNDtrZ/XpMAbcYiqMFjBHzae2WTFXzortqiLxjgGz/skMYz+VNzN7RVLTx5MgNH7tn4rF+B9+PHj6SPfqeg6dDgkzIpn0R9K7/yhAdPSDU81ZqdW794+H7jqUTRbv426HHN4wMhOko6tGM5wjEY0w3djUbVr5Ix/NHCDyylUKK9KplJxeOOQDw9wQKvftV50ku4ZgMMYXJ7/BF96I3G1Ac+cLEd8YCjH3jacTz/7kQZBLZeJEn9PMHGWMSHbvvKu9qTKwd44qr47/gJ/EbDy9d692oxNlgUtUzbb43MfbOPlcav6WN+G+0S28Kkr6OZ7GDy4P+NBzU2vbR9GeXwY6O6yXCMU+ggo7XtKxDVR79oIo/eXAAvbRPTSKMr+Pw74m/EwUiaZJMy3NMZwZ7NkeCP9lMcZrqKzxc/CDS9MVP83Nuv1y7lXe2yE5xkncMVrMMTfab3LD6h1+zbc7e3aEJfaoLXx7MuWKU5Tv+IoSOm2VwwOiIcsUg/7S4mBkT5hgnkMn30FYr9ZvuIevSLI4x6zL+wk6drfUc6enuS31Aa00y2mIgHfb1FZH5qD6eIF2Pql1xW9hyA6XtbCz3oGcP3OoMDLKXR8Pq3OI9+B79WerzWu1Mz+xokskU8soLeJtGh34Tyx1tpM+7HHq+Le69fzAPknVm/wmSmG/JBI7cT/M8SW4yrvPM2qp6QtV8E9pRCveQbydj7Q4ArTcW9v+GL3YUrGnzYx0Hz9vrOPmIsTjJuPz8zsJaHDII5kXzKVXFcUN4/yR8z+nqjKevu5k52kr3U336rckphMID3y4cmiWaAte465tUZ/RVb1vc5z6aDh2n2t3im7WGeWx/LAY/qpyEZY5er8/eoPsgj+R6lJRrI72mJh28LbnRkmBJn5CryHe0RnvrOrW7ZFVqVRop59Bdv+NOnm+d2DaBiJAULp0M+sPwwP/8wvJEdcv4sv1E8Gs/c4VtEQUY1lQO/f/87l+TMmb0ONij0KGZ4jK9KL1e2admTkj936Hsa4tfnR5MAOxms9jbjvBVpzeXf8SD595jPnG4/0svdYo646aF9a7X+2D5ZO5fxcU2/uZwz+nDd4wP0rHxLPt10mZwvuJjQb3TqaPMzthfnC5YRVrJmknt/nCxDhEO+kLBH/nHfWWkFWPQ8zFN9Xali1opij/gXHjR8f67LlVLi0xLlYSqh0wo6BfsX/dnnj0iQG+A5gjnom91ef4zvGe6I3vW+oNdlAmM5o15zsnf4Mydzqm3knP4jecr2vz8aq1u1uXzsr1uMNwajfXcb1RrqW6kuf/UxF+I3+1kaJ+/E85BAbdgchSrnmUMEiaX1dOPQ3iUpUCGFZ326T/Dzr/RzvQruOr5bIUaRgzbxBx38WW2LyWhgjeCXlOrTt4bO5WKdP4MRldUBfpNT1yaFZbK0fqME/IruanyXjvjvwnqe+CF9XGOlHcsZvPolQ7RDhffxoDhJbcXYKPYiT7VjPO7idTEZCMteUd4ActoUvu6/aM+vB4d/1Wu9yTHUTtjph1ZOaSwHk62wq0rsWee62LXFlVEk3n77N4C1qVBistKbS4ZtyQ2FoyE8xp36VQcBvk7QHaYLHPF4Jf3M/kG/XagwGFbyIPkPhhdd5h/NLm0eFohhWHaFloa8rW2s+VxA/dAm+h2ZJjumhGSL93H0bk/0N9pzOeacvE3nUDYCnxXcVx6/ou9dPaKdYntEV3vDumaNAErfc+W/HufSBRlU6qDPRGxrgcFZb/wrzA9Pa1GIL9je8ZWvJDa+IJmoU+abG8VHvpLMV2WRPq8/bL38GF5zba7432fLGrWosofpCk2/Vf2UJER8RPlXbemX/v/1bk8srcBfMj6TPa0kKZ9bRqdEgDovdHzRUiey0k//dPwucn9Rc8qCWTT5rI6r+eLU/pqiQjcTL3/AUakLKDN/9TifV0+els8PBopsCHXVnhskpyArO8re62WSTHxPXwm3kmOmgK5FrOWbYb+2XxeSupw58e3XSvEc6tEn83lNIU1sDjn9xjoP9bnUeT8eLrF5MTCxqTjL1/42A+7UL14s81cm/+zrp1d0zXN4wy2Zcq35tu4bkeYbrAFtHJwr8v0L+3oLMGev52QctP+2fUTzkRFv1pjbeSM7d+F5uHs84vjRfePAs3i6Lwv3ZXYoYOMMm+z1aC4yer1e8Lg9j0WRR+2yY48rMOglnEd1u8IXWM+fPpXDG8o6AfmkQ/JwE3VHhAgvPb19z1TJcOdpZUeEh2D+9sKKkhSYTdZDnF6EfJZAjgli19p6kteeMMEW2GnW3lEvkxw9prODvAGDbJSnKDxx4Z9KEkLpf88PQM7e/h1TFl8+509gyLYxyGO78dAbyHoLeJ5UxVe+257AZr6Mii5Sau5bsm/jc58wOx7HJYc9OdQHu96Y1gFtlVtzkbHGf6ClUWw7ghSc5+fxgEduc23Tay4fT1gd9YfeqoQ2peBHckU6GQb/LBc+IwxtT1t9M/rKE9LkMB79H8K/SRkXq7agNl9fq6K5dr/hK1TyQIqpyGNNTxD4zx60QZnM8tPzQ7TzbOaYB1ZzK3/AJ2yuszIZRDmC+TdvMMzs4cIrNNX7q7xBAbxBHv/CSyPAUhq08bev7LV8UfWrlSPd3R6//rHewV+yqc/D7NDNOpmxOvBML8pc41RzohzezzvfQMCT2l62jvhDDeW+RCBNpJ4EzKLnuUxdmvNU9ydykkG66N/5OjUSqtfP/DDC4Z+x/25b9BSfe3TXb7c1OZgPevLcqyHD5aJf43Lny/+Yjc3V7IaJWEpWxVERLbfjuv5y0SSHmWafVY0RoZhuWRE1tRgnhd5/pfktee9bevuIWBbI9aPwuI54GSPHEXGXsKM/XSaYEPJbw8UWK/wRv5zHyxz9SpOVrHlKBhqUGbjO2dXJPmV1azDLlcSw9clInOUt75/Ttbvqd1WkHd/yMJ9vv15DO8+w9fgxf625sjDQ2xvf37zuRl9wmkPgOz/rhXtii/Opc98/MlTuOfb+jj1m72L3Yg7m4HD6maJLx5W8y95qNp8251ctF4xPnF44T7nzrQtIKZn1DTrkTOyl3HNnXVrtPS/ZWxuC9P9XsskVPHSjDBamu5b5W88Snx//SfGsi/FXQ6hS+reC/xAjsf1qC8FX5wXf0kNqtFXi4yMZWDfb+TRQ/Te5aFW2g3wLHF4W+xn/6iXyo999eRW2ul6m8s6RfSZv+lMWKm/m79CqucfxNTmaTvjjdbmwz2p+gYPDCh64r1x6nV6rj+aHmNWe990t3PGtv2dbTPTFUzJQFw/Jk74jo2Pn5fIDyG4njd/qG77AsI/X87PfEx/LO7JpTx/47bLuG7YxhoCsszWWClTtTza6+/bvkOFJZ7VlgoH/GLy3nY9x0fBtLe7KJfTBI7bHfNa9Mzqz/jXFHuL9cD/JXcdNoOgTS1FBBpWjccHE9Q8cjYHDWjmCV5+OxEJ/9ac7Ki7+mkc1f8zha/NLJ8wLGtyTkq2SlZMJkj5aj+R0TzqYB5XUuX6/YnHzDeCdSdmBWYm3Hj87WfU27l1vJBsOt+b5WRA+UAnEOuFFKGDoB+4g88YJJYvTLi48c9kb/EBit0M3fncOSzAzyCjMHs0RNdNRG9F+dGrnHuxya0QXO3tiwI3GPNzvVh/rE4y/UCrOVQbH/6+RWnC6Pnzc1Kalb7k2NP+NC3STABjLa8SyNrI6h+IBF10s0hPxZ8ecxxnW1bFeCM07Pn2FUt1QdEhm0LYe9LwEqgtc8pMjzGgysK3gR+Md8xuNRr9thDwZPz7iz7j0vLmulfhAv2tzIf7wRRYnf6Zd5qDb+DmYm1WLddHGLlbXNOWThiTOUhfJp43aJxwmv23izfbYkfIThPpwlr3t8UHE6NvMM6MfUTb5lEeP/pTGi1jf01cAqW4nauClHFwAvvl1qIQEuPc1gY8o7PmNbNrb9T73V2B6G0c5lbuT9B1bwWc4nwo6iHVDdD/lwCcy8zJ/RRTW8XO5rs9/Ry/nPzF8wHgdwauNB+U/YWf5tYbnCeT1oeiXnoL3X98/rnv9xxD0zuieyQLuTgmdGZ8dGtdhvP59XF+nleba7dF8XbTQK/af8snxAcQN+Wp8j3DRvcT9t/6CHlxfWeqr6n4lm8k2epgE21B+WlqQ0slk9tBXSYib69ste42mJxNijtTYW19v8f9jkWQ/jGv2y+fBdc/t7XvfCD1NrWbHfcKMOnnhOB7jcTb/z9HhyL/0kEPK+VNOcSVmpzhPGGD9fJQUdFxqdiRHtrO9SLvxU2BIAw77UC3M8uynhMZN5APcF+ko97izNP5hvi8i3oeKUdecxHV1nepZgnn7P4vmmk7zeelMfKzxVhA7AZKycUljNQWvyJbxDD8O4lMKiuN4U7khNFu0vlfVLK+8ivqr6R5Nz7r6Gs4+HsVhfL31yFv+jKzCWV9TnvuAv+f9yMOO+aXCo6hP7Yn26olrrvbis8Nj7e867zUu3gCeT4pthBlXOdsY9YKy0cJQszZYwNEGnrYv/ZglOBl7ZnBkF4UmO/ygFdue3049bmCge4YLjF2QsgCnDzzJhWy5j41halTY6jiD+TlciDcbvP/yv7FQbORMSAKw3xrRZTgb/MWJ63RFaTZGh1FZZa8nDCMo6S6+PJ1pchquNnwkHz/HIzr3+5qcRoO5oIRyhKN/Vnr4wxwnJPUJxsNlWrO7iCULf/v1nN8wO/ANiqzGAc+/tZcnau4XiuFf6VE5vSxVjyl4ujBfdowmgwDL/Kc4SM/2ZRIWU5VarUB2Lf9kwa2xVkn2lRRv7WKucbMnGvW0oUBHdM/81y0m4n2I56R9ArHoFH1skaoxRgsQukcfFjZ0sv3Emh2kBnVoLk+PXhcPbvze0ibhR9pgiIj5uGpRppFsfUx4ORQnJhp4KrPl2PUDrs7D0csch0VLGxtk1Hjjk1sVhX4PW+ekQsXKOf+GPxS+J4Z/lHxgg0ZfuXR0kozMGbbgN/llOPElOK3scOSXHT/jOvxb6Hf4CZCYfi9nxhqXD+pfGjURJEeZR40rzrJ/pcCSvBZnxpV6jkXlheRzwmVdaxtVMgLSstb49ZExlRHej43rekta8pnO8nnZ0xT5ln6rM//Kam62b7ooCmeCWccU1yp5wGPMKY0b2WSp4CtGZIbm+kUAWVu3nni0w/SP89cgRzVwbQzfstK+iqu6T/Xfokgg9/37218/fyR6aR28JkPhHcxivU0+2Q+6+vrjXHc5/zv+W+SyE5VkkwLTHmxLjMQrF55p41VIhGLkX0cc4qXtO40M/WrVk/HEXv36l/dTXpzAXU3zMwMSfNlR5HVmtP50JJytun4azK/4pH/5d9vx1eQE8oPOP4qsmofs099lC/xz4COOvlh6VbMFknItFgURjgvyB8x5E98ovAWYtcn6ml7KV23fIPf2vwN8nP/KLOhb+7sK+N4aAIz8TWPgAEc5g2d8VM5oASuakq3BEYP4ApDkt9j/XY6jY6SijZS/a/nF29NXHCFPk9F8z8Nl9now5HA0vQ5DNzoiT5Fo8o0JtnGTReYSHcqGtbZPg92tPVf/rIvmqJwHjKRo+vajY+2KfC6d9HlV5xyJzjQ3aNFwyJ4lODVOjVddTj1sruPAlAeA847KB7C0d02k/k5v/+p3waWD5ly7K59H5QvZH8r5Y68/tFp5ZvsGtVszmSQVRxLn5oGvQQtCimn5vOVbxyrxyZO7yW/sQZvIS7B4uoKcTYv2YJrFr+k58/clwwPAHf1kPyRsBG2NSyP2tXPLHNUw+5r5gtH366LXv8cIrRITv9I5TNv3J29TINQ1J+rt28WnFMuH+Op5vRPvfXdtsX+sHapUHPFpfNuc6hv79HBhkaNDDo0oX9YxwRBQhEVAswTXOis4+CKR8q3PC8yLyiqrJUrt0HKeMYpjuYWjPVminD6ssebf4nOWYzT3HJmKAifr9rPKkumHRNu+uarhQ8dK+in7UeanmkX2zvOneRvrSUxHSmdt7On1FDz9M1zBn8eFyTin0/xvxuN5/eKl6wn6zBzzcW69/bXW2FzJBnb+ZjbRjNfrBuXrmg+XW8klwT3y2ipRSyzbdevkLQ5Oaw/5h+sQ83koeid+0PA3yHS9dHgArHCoTprqSeXsS8hf9k7Rv2oeuDEdxk/xm2ws4eCfbTImSDwOdamd+GSLL6+bsTL66BPHK6knVaAPP8jST/t6ia4Fc5JfzvhoTHKdwVyXCwyTD72Nh9levo1f4+fHnGj4/lzX+zVcpmVdK48Qkinv75yrWR9v4BsOsh8pXO2RnbnjoBU6Mea+Gr4fSZb467pPdLL7bwk6hHvVoYVEJkn/xRvAiCNqwQEZqiUcG5yYPtvZzIkr00ElWCRDIJsHb3L63mfWtcfIa0oiygTs0he8tx/4I3vmvrqajfQXV2xwQ285IgtEmdMmW9qgJZJhP7Wr5gEukc/HLE4OCMMOEXHR7gNpFGiBhngjR6q5eg84mose4jktzwc/eA7lT6Qi/07s8yzJ2GXC/YmEbK/D/uaqn1Xr2P2LD9Q42UV8LpzmMv1M/F/s0/CzU38P8WcSyXKj/Gpx/u78XAvpWwnQPGqoB8Ukm/xr5GPPNhs88G1tqLmVeBDspAN8gYhmtKPZt3qaoE6oTYbwnTRcF94JqLrFEzmMf2uP0TQr5GWbv9YWhhtHFje/+eSithOsLjrWds9xLg98k3cC1KPOW8iUIWYXuuV06QB2Ip8Bzf/mrLE9hWNfPlBHpsPAx3SYveW7I9s9KkOx+x2/f5T1Ln61v/mtxTRyEzu0B5OfunTz9+1v2U9zvst4F87Fn+yY5Y1zZTAtdpBXPNIpAOFdVjBdBH3e4eSrtozy9dxYZ2s8PVOcntXtVpYtYUdbqT/23WHi6WjefPsOvds4mrOywOpidH7LfHL22/zLcatzrr7qaA5gUc385dcKnHO/WVBKstseYgXXjWf+JjcXyOxhmA5qq+H3AysE2fIKfKT3CG5Hy8/fYl1k/iNv2ox39DcbwuUDvU3UB8GUvzge8z9R8TcJap47uSkM51YqDnxCdPl1cB4tm53bC/1E09NVkzHjnh+Mterw7zmfIcq083vadOvBKaUepFLaEQ9/3zrzlEk+4PD+yx76sL/NctzIcwv58ZUDmMtPD11HORCOfnYA+DM6so8T18nf88S6S5E+Bhb572iQZkN/E/gIt9dzjC/iE3+ztr6WXHtNHVkddLgsfyax/yfxEdf6kwbaCSHaPpVtyJTannKITrZTrXiy2Fh9TZmchxKSSnvQVMK0cU9hXLeslvmWDHec3zHmR/ZKe7TiOovPv8+QxefVZ9B7FQ2LYaM+dJUXMNaax/1RzYX85dn2X4nNDbIV3Gp8Gq4lkC2W0llG+vkSHeL7ETFhMTiT3kfADGavP+7Ffhe/39Ou5FCALb2lVq0w8rTyql/OfGk9D6wBZMKmQhefqDp19IbX13Ruo7Wk731+64SBLnJfllsSYhvVj/ZR7+7x92gi/KSNxtfEe6GgQSl8z2NNbwwBvbObjevNUC9r42T9s98uRH5kaHjHmslnJ9P2ekS+LJkBoXPEaj3AUGpkFojAtDdxGp29mvSWg3knm2NKf31yIBVnzm9onvj9nNpxBH2OI32PwelNEfWLOZ+Br21uyo2mKaILUVozjf6tqO0FPrSwez/Q9G/j+BwlGA12P694HOj4suwTfNdm3eKnfsVlwZrKnBzoW/ElXZvRs6yS7Vcy+OxE3GTvL7ZU+k5wg2v+sKnAbwHW5s/0q3mhJL72hJXeLkwqJZtqc5s9OP9Rn0VLr7DN373bsIkSMcaJcE/80Gp6JNQk6Hu68M3bvwdg1yFYcFXW+U8w9Ddw+VQ2Qu2qJ84W5rV/WSn6pazQgXqeksU+DSTPQWtOath+Muy6K7+kO1FvT0SbXN4eDq1Vy+KZL7An20BPJfI34FHtXFb4Z7p1fiy2RY3xEeWdvox/MKpfu+wNOZ1ICizLkcr3jNP0PfJCL09LUFy4OmI82oPtj3SQRbxnbxxLN9lTtj1SUA/0lVvtgRPzTw8NjPpkW9/2cI/VvU0H9iyxldXIOpkvS6/39NvcNt1JtiREjOcsVxpIVkiwae0YGsPzx7ZXNDIc2WdpI4nOFfVBLqzyHcQwna9IJViTCbtcxb4PX/VIJPKMFrtLnkcPzWX+F+ZSPEXfPyUMLy8PfbMy5/AkZpZVTpUO4evfZxzii9W0nksu5Sv05ffGDA5IJylrb+riTQU3WqoWd9+nV7aSQ2ruDiYQni4WUcpxfTyJvDkz9kOGK3MiKsBb6df2Q7BUWOH5Y8f/PAx1eHtao/ocrhlONAVHOaLT9bn56/ovNpBtm2+gf0nmgPtY8zi/1+kVHyRnFJLY5Py6iflz9oU6F4oF1kMRQ0bv+5pzrUspNmpY1opTAVyDdwN71W4dsTjeQzyH0s3ffNgJWK5meyUVsi1ST7UfdjWM6d/ZudsUwQ3kNwkdH+Vpkwf7OeCPrFafeBZT7SPMxqhb7fwAC9G4G/sPsO1Q0cP8h/hpD5UiY79GyBjX51i2s/2v1k/FoeVgZOgEO2nYQ73E5ih+e2Tp9v7rP6mz8Ev7znoe3oNaq4tfdXldfT4ZIY/7Ol25ayhQE2mM9EG9bV5gKH83u47nxtvDcDwcuFA7Kz2e4Cwf3bPxGZ/pmPdj1Q9zf8Q8an+EebQHu1Ae6X2O48S5Za8rR5YftRvCdj1Lfc8+uPmb31DVdYO0Huo6JDEtm1Ff8e7sm3zezruT/4WbFgd6xW++IcyKkRs3FPMiPUC6c7ylb/4YHcxHp0cC5P5C7B/RiH1GM78Hmab1BRMY8qnXgToy0UaP2AbubjmjN+uf89F8HvPW+0/sp3ya6vl8rsGhF2WkP+sHDjltjdI35DXawPiy+nHxX9Z1D6M6dMX/VIbB8nsjJDr24qflx64bnOvTId5oWA5BR/EtbwLL7we67bNYrRKMn8e/e+xun7UgNYGabCZyhb0Lt6IzHj+zJAEyxvyo3tfqf1eLx20jvSygVN6V4+vimX5evjNf83AfWz9NogNRlACVga7iDUg9rysnxWbfo+2fx+q/jZLmm/sQ6G7PDmtpnwcusQ3OrCQPzMav9pt/zuWK9MR/dpzLBt4+rxkf39/JI9lIjshJ2yN9Sn2t97n97gnd2eceCcPCnps0xFf/dDye+/Ad7Yc2BfhEMG0+9VW62hJK98f1/xhlTE75qS7q9YfsPgylCNijfVjL/DzZOnB8pe1fSTuokZuvyA+Rz6t1Ii8cZypK8jlt9KeUFOSxexJ9TMJCXsp7so6xdvwu8rV4vE9vjHneKxl2ZD2ncn802uA+pf9OzL2500Xi19qnzqNf8J4VxmmB0vWcyiOosmeDgHSnmfTxMZr5Hr5f8w7hr43jdZaktGfz8bW1uS6d1rKvpKuFmHZtVwLsCux1G51hrG2HbHEnalTz+Ys7iTn7WuUzOXbH1vKOKREX49HzXh5Gucv7nPpzRzUV0lXfyuCPo+zMq4f6vevS+6in6TS7ofSRGp/5IDfIRg+lXpGx6T+f3zM7XeH1GbB5r+T3MS8UotnyhUw2SZ/5ziaJBdjcXxaI3TnKs+QkDmLc4ruUXjb16VNvJvvB37DedOznRn6psTsHeI/69rf/+Z//O5FgfjYj5r/Smxhvf5enTA5KNNz8ZtEdDSc4XmGMcLZZ4QkaYCELndrvn9QCKJVsGlxXV428I3wc75CvNsrTY7qQy5MF+fbNwJHqQmSv0R05HfQNT5jwpBpwqZ3nXXOf57udLCqP68Ly329/pychy5uGR47DHuwf54OvfgNpDtdvkICTXeZH889zuDmFNuJptV5qTR56KFfyrcahY6X4YEP1NL4jOumJ1fQomuDlr2M86NoTJMBQQp8yfl1p9fviR+AZ1SZfj5d8K8mlhKQFQ64b8cC/84RwxY2VZDuezGPBiiC5TUzkJ7GCXYmTiFhx4kDfJl7pjYtfHG927/0f/FYGOTWQnmpU74+f9jYhNqYUiOxgi7bFvfpGB/nd4/r6CMf6LG7Q4wg3kDsBNfjzuJNfNdgjdcZmsvLND0fMvqf3XxvL6VGX5/UmRTniujDja+DSzfSPciB3pavkOzj4xtAID2h8im4mzwwfOi0OJW8/J+DmWE7+VA/FxCxeKtCNyijWHB/JYz6tnNfLOufm5O6AmFt7mvBX+k0PbEjZgR8a/fxGHGwX/Yv+A7nQ4V8C8EPgp0f3fHetz+Xo/Yy4r4hblbNc4u2c4Iq/TOXJ652YgmfziX6t3ws2mnPwPdyqPqITcZjfaGfh6mPjTb87cvh8WPgndrrFn/NfyT+yCXxiHkJq5SrBYL8Gd66rcPT1YdCHXi1d/NU+V4Gf6+qqU7od1OONgxyr/FD0msl3oDcTcZOP5S0j4vcovl+jGtP8i78+MX80MeSX0TfbaKut/HLhH+ltSMl4tNMYr9mt8RWu6dJyUINrkj5Si/Ti+ceRdpPPj0U6fmy/3mzj9caG8KCELuOUNm4PadMH7NVyxiv2X6U7hm/6R7kjP9r4OXsuzvvBF5w+tMm/Pf/Gl37od/sVxSzxny/Qa68Hxrgkn2b5Ev6vcmF/9hXPcX+WqSa8Jr/lftPb+Hf6lbxS5S9iVfwiP+P//PPPX7wFpL3jW9lXYk+vlXSJ+1LoQi/Oh8f3deyS+7R2pTnyhx8XDxuXscfx53FVj3IxTj/ta+UO/4VDTORH/6vyzeChh34zOMZbeU/+hm+1Mb8VbU9lb549Rq4v0PiNXdZP1tRZ+0C/nOtwnq5vUPXnFPzWJ/rneSgxqdyh/ETsw7PxaPaBfkcnAdY2J3oFmf74pil7NI1nGJe/csiVuNv2F3QJfMFX/MfckfNGPSdWnLf1vJCxwtEmj2iA1FBSU4ey12h2beeqC0eZxCn80NHnKY3VeaiAiY/Tq/EHoJXv+qYJL2qhB02VnH/FPNyoWA2c2N/aK/0b5LgWBA1Afv7CUG7iL6Mx9Y3l11rOWOMvWmP4Rt3zA5YYE5Sus+UXJfplqBFINcFzPS7idoCC/bZ4xy5OdCCAjKG7rIOpt8RxHKfNPsjrrbEZXfDulgc+9n1Qc3JB/ygX9GI/beJgxMBgbM8kOmpDr8Gf+z/w8AOPuKOfkvG2P+n909MbywMFk+tIV+ONZuUjPwi2NEoGO6YDr+O+q9JtIK7W+K/o1vhI8vnzUhEDN8aTbKT40n5UdWyGAH18ns8fOLNydnsMeOKcdixX8a21nb2Fx0V3dKMNjGylI/arDxzVif8jXJojt7zGcfYei+yUWUz+HAMqzVUS2MCbkE6KCaV/u5vNmCjsR/szbZTCUV5XRTCZbF7tgpOSbB1+akW8sMVTCW8Sg/dXmIeVyJJ1R079ply6V59h0W9GO9Jbwc/o7PUnJ9L/7GtaZJ5z8WrJO/lYWmrSv8cWkyWfLwTAvPqc7cWr52m+86S+63snJB4awi/RyxP7eNnsBAUZ4smh+l06BcyVLde6zpdUR/Z6CaNAlIseo81RAH1aUxvN/OhDXqzsJslqgzdnzhyl3JGfVPk751PRwxfnuJ83Uuf73AGnAjbdXrTgTznbAPKnXcEC8vcYbvY87qfR9ZImeQm9NzdNlkscM7Bwb8l7ndWXxZANyGsScje37dhul9a+cT4mfrSretQvRn65Y7N9W1yDNN7XcP6F/vMtcO6Tj8eb4ohYOud1zdaebsU8EdduYlfIp1aUL1ja0ZXyqYy+KLHfU1c5y709x2ganunbI/qv6MunFK8g/CSaf/9tl3pl2/HRn7Ny4fp1c3HTX9IFdW76jM6rx7r9fr3MU8wHtOVvmkq1gf39tNyRGH81f3mFrlevAVyF39HyKgwyPP+84KokXx+emPkISb1/xjWBm6GSh/n7CJl2eCA3tortHRojmEpnNHjSB94JyG8zxFr6TIFlH32m8b+5vC5vAM8nQk/+240/21MkgeyeTdIzLUrlyTT/4s8zDXCbFk/MEJ0m/JQcT3jNAOImZAU/ooON7Uar3YTKdQEXeQlMdekGHhtu36+x5YH+FXBw06s8SWJJSpN6fqRfREjnbHbhe2HOc0JhFN309KKSp9rYirGAUk+QsU8ct3b7vQPojeFk681ImhHY7de8DJ/gKQRW4wc+g3mFVJ6kZst6xp3Go76r+QQ++n2LC7M1T0whJni0rUybvcRQWz6/WPYw11o786twUr7KM134n3Nxtj3E0znmlxhNifpnkltfL8T89vOhxUVPIGkm2IAjudM9dY3Cw9u8pwuN+6XRS9mmvLEmSp5H421yt/Z9nmPM3g6CMVtqHTTeLQaOFM7lEu1CYzv9CGedq4+SPKvnyFvzIj0PmxT53rZez5JP86ObEYleKi3LnNE+zu8YOn2tcoonZQ/RP5/XMYWv2osulCM5z8aO8OVmkNa5kjfH+Mn2jM98OtlaB29diI4+Phcc+Zcex38KczpwN9aIEfOtLK97Qjp7pctrax+dCWn0lX+Ui7ZsMiAl3LoPTeOiE2kxf/a7eeg3IPbFu6JeSdEsMfrtiJ/tU169P9AbEMg3i/NJk+UmgbDvGYAPu5RbJWP+l0r7zTTJrrkaomx2mg9tAjuwa3jYV2886pSx2a3ZX306FwE22/kx5Zy8Vm18GbL8Qksl/GPdw0Q6HsfDndebDclvI57iNaev8yWTOcp0zvsrjDb9kwanAqFb3HOVsEoB1fCBPSW4M5jXJmQUffnqMc9qbtJ/O1JqrF/nKfz6FR0AFLhFIZrdvFcGPnZs3kUq6lz9xeF9f9O5APoknDSm3xzPh2Iy62fN+Bf60K3tsgeO8M9pN1kfpYfcMzro048/j39P96u05LfNn8c2aPtdgzXZx7BRL9nvuFfwc1Fv8tkyEAl8mTYX8i1+ml/U/vJQuV/rpfv3d7v0+p7zQLpGopyQr//Ymz9SkJiUTbEN9m3txlM49Keamvnw+HW8zG/Om09eSyvfsv+knfeT3q/COHDs/U342lvWM3OIs3PrhjGryfd6u80gV/3IId2oe3szX6fX9gKT78kn6vLgxurcpb60HcrH+ptKHIEnV02e81zhZb7D/gxfY951ZWvFDLE3wq3zUYQxGn2SyT+jekFY+IGS47acv9L37JLc4MJ8yAIbjPQWQuwfEjnphD4gld6L9YffWWmypXcpz76h6oxAGkMfygbe+4z6xa/Zg/xL6XNzo9JqykfHNbGO1/Wh9vSVs3sHDhIZ0SeWgNJPu61PtWergj1+/WXfNikkT7v6caAmmBhXgFyNT/DulAf5Lvo11z6lT7Z9muPkJvYiyh2BEk62X5LD576bpP5a3gCeEbYbu3JuCwQ74WptG59hr/p9IIwWasbFT1+n0gfjuwuGj3SWlVZn47p0I8dgUlXXQdtan/OXICZwu6AocuLor5IQ3o/TLwJnQr3f7NPG/84xsNs5VBl1PjuEX40Pkc46vR3mcNgdXSjpBzPGIP2ni1oD+uRausSR00xK0voup0ePp8/VNYH8ycMo/9m4fDj5P4mm20nKN/qN/TUJvjq0dMf/28Mgz5C6mrMQU5xYH/zKQAT0zDv/Oc9RLR49gf06+PsYHwDp9R9tuFbjXkRgC51q9nOzegpb9et23FtDtph/IBB6vnxfwrxd0C2uSRdQM6h0G9FAZ+iNYDQ2wwdvVPJVPzrB0oX2lHVraprxGdHp+7xv3XD0bPuEp8UjpK2ej9N5ARfxHmp73xjlh0JcthzevNjEvyPj1pzB39383cJbCPQMGgsWZdj71x7GGVTej0z850wnjcXYND5evrPzR0GPxs+kxefPYT5z1GwyMeiWYCv7bRF5AMjzv5G/xJkY0x43HOY3ofNyExmP9D0prZPcTNXeo/nzI/NjHPJ645m5OmsRpRvqq0m+7nw+jeZ1qOT+Yf7sKTzWGpgBG+2dU47il7mRaM/Z31tMmarI95jiY+xI2/MdY9zp9fYZ2c9ynChLnrkMg8m7IU700XQlrF73Oo8uY2Zx5RlLv7FeHup+3dvvPhXD1PWGpGVW9Jl0m1zz+RNMmsPBNHI9L/pjo/q5Nc7jXn4e8hI178/z+Vy+RNgHiaLrvXj8iHn2Nn2Gv1vOPDFb3ZucwPzJQ19U/7aO4LOahJHf+vHZRCmp7qxeM/zQ/ySbeV8PHM6bjn93ffkcq+4drsSVYK/An4mgdSw/fHUG9AFj3u6srR/Adsniby9YD23Oa2+b9iOxlRfhHCfgNMe3BD7YYUQiub0KLI032uYkbYPqb/xCHv3qbxEUdJ4YbieKYJTy5MKSh6x0Smc7aTFd4O9xYj3bL5nINjOGl7+qMgIiUwpGAgT6elqCEzmNUa8kwK0dVAY2L7AEj8kleIN9T793yFN6c2ce0IVlKvmNP3b6nCRjP10ba4u/TuI0cfqYL/0a3NnKIwlJ/74XZOyUEPPRnip5S6x3/bJiUzktmROVkX9DjPZRAPk+XxdWHG+UrMZCRXysdIv0oQe+0fO6CAJ9KBnvZRdkjw+8RnSA13xLvYm3/ie7/Uy/Ma7nOjSNEVeQHNChTUku+PaGPoxY2V4MSN7iePyUb6dj+N3+xJBbDI1a+Tvr74Ce15BdFOc84eYX5hGX0bjZNj1+kt8U632mtzv+VSgXW/AbI9YrW5o9mz+M7Y9/5AkfCdvFQgNgvsnnTUZkpzQcxg2v+Tz9jXKsBX3j8KBdfblVku/+9dfPH+k3Mr8r3xS/TzYiz/VkkG9mMweNL5IP5cQpeIxuWguKGXK3Q/vo6srOzGeWaxU/q3Fs4uBavse2xQLADjf4aZ4WU/Ct4p9bVOujdLT1zR4uyTGT8BW7yNfZIZFc2e2ca8Lvw2AAbv4d+fRymBGqO2e5elIRv40Ge+eBslfLxo0C9vBr+5r8fBMAcqitw785lzv8nzB3VeeEqr2DDtHz/TqJYK+TYdwbU4KzOFOAG6PxskNOMV09D8ujumEpAto33Llw3dsw6xEejjTp2l/2r+QNG3G6F1Ds2zCLLj7BYFcXfw3+CbVNunl+NJeSrcRxln8TP0uKLl6/gQrVR8pYtFM3HvgT/8I57NcHvGLXYye2+GKketY++leDntGb4Ri83NPe/FXMlTnLREsgFQbRrurubJvhZrwKkcmeglFf1vMT34l88qkiXpTrKJMn4OsrWWf29DR8XeuM2tgN+hLW8lmunP4B5xRoc3BFa6TfCsezjvjSE/xUEr958UoZoQzpbdd8lIL1outMccr+yfrT3xC7lX4BGO7nJEaalO9ZhkrJKj9tnoZjAZRm/paiFDC/ijLZ95hugEqZv5GhjPkUVq/nmFvkB19Z1yABXek09efOvgkTJlXXiWAwKaXPYbrZrH868hfIJZomS6GlecnrWYIa6NbmvxBPBfLfj1Ojkd/wK7ppfVlfO4j+2WT6vJqCoEz8qRDJvmX/oWmtU9rhlIASxSEA4zN+ti+GpN74/VXozDCApWRu0wyleRZWuy6G9dlft/NNw353byTlHpiSKMp5QRcbNQdAPXHkVUziAeFKLsK/TVaY6Hs6eCNKtOTMPHiO3Yy29gXCxcboTLum+8q3VA7yRIDi1zluG31BibYeTDQeJdAieqFP3mv7SLMNbS97hkW9ZMvMGpNM6Mduy0lJduye8ZO/5rzgoWHk+6i3+aPnblnnwZGUzujP6aXB7cs0DCknZBufzE+BxV8caldtdLrurUb2k5wfZpPoyUTdncE8WKhX+4Z+NW2s6S9dazyW8bX+vewR/ow/Itk+npbeOJWuRnecP4Bdl7q2p4PzA/SjvaZwHwJbiCf8pvao+aa3Z8e95s+U2yZg8kflBa7fd/gvauQ8lBNpyUmJD3pSmi2aD9PfRPLfuNN657WR/9MnPvDCUBqjb051NXKU2zBi//t7uVZVE0Rah9z8rfgwHunSTxn9edYG/kqJ6Nrj2+UabLlPBXna/oE5sLk6LDuQDraS/8gWJkGiUeMFhFDW8bHM374jB3gtD+aeyfoMNOslHkf/08qsrBQey7/g45VT3beF6tva9JlxdTKVT6jS2dv3fIaQAjrN0CzZLIT4d3jHAnL04Ow7aEOY5CtyF51g+cOSyL4jEWaexrHe8ziOn/Sg84neLJ4nVMKQ9+kwlJur8RHO8/qIZyhKP68j45QWoyazzR+YG2WOY4O7jLtBfgbi9ZnB7PVLbz57GHegJK82iG9v7WaBoiTdO6+HzovzuXHtSeMulGy85elsgw3/duQ+pPqf//wn6/qcOfKx9Op5wrYt37D4zg2HTF7OMbQ2r/rcPWTPs89duo/hOb3xxY7gatwBD/Hd+APVHbt7f225MTFNcukiy7/HzALEwGx81O8S22j4rC/H0SSQEtm8p1AuPZn0s7E56zt6zqnZiIsPvw559VT37Y4kMnk6HcAnN5xckzjKOW2qYI//tx1ptwAAQABJREFUtP3rtlVeY9/uYtO2LDcAyakqn3D4/YjIdXnyDv1OLmztCK3GHejvVtX9C/+5Jf+n24c5e8C/pEOnh1niXo4eWHFCP0LOzl9YRp4mT2S83c6LWw+tLl3ZouxHn9tiHXJrkXif5wDvF/iKF2s17mH363lNYeJO0B6bU28QZ5QTfsehBV4XFyP79RSl8uzTQx5bOzaLJtV6wPyPzl8jl4g/ivuI81jb+9cVSkkx7SS7i6LYn/IKvcdhda1N/+KB/WP/R7e93415y6a/2dHFX5P94Mdt6Petba6TX0VB/J7yqlz46zkesX43j5xT//qjc/0tBiwfPbaOmhX259F4GrzPh8jqrTqfty61e5Sb9bZ+znlC+ln5Y2z3xt+fr+2sz8j3GaXm8ysc3qZ3ZfI0ml88pt3yK6A90xErlKEEpj1Z64OpjlJJpbtb4XrPq+c4h6d3PTHdGc8LsGgkp65tB1TvvifQ6S1+B++q9ckvHlF1Y2fVaD9tFGdHeh6nDqVfYq7151bg0QL/ufQn1PTG1E+9YWw3TrALfkibJyvVzh5G9isBX58QLGzAU9Pqc/tOJOu7nY/0A9CPvbH9Yvsi32SziTTeLurDzqkGyLLMc4D9C3Skq+4fP37Um5WjccFYvCXeya2nEnidtAKdHDUeAwy0kYOEypNuc+aB0N3m5vysyEt+e0qp/SbAW46Bn1MVYn5Mj82UdGOxrjcMsMuBP3KXgeYvQFrcFoJ0Plz+888/9elO8SxhXv0VOZCbkv5eAGKv731Gy/iSM/VEqnglH1V8pAK5z3nty4eeto7C95z61ijzfHEd26K9BNrXf0hKspMj0GMIeLMzTSV+pTcPzuZUb/5q3MPo7RzFrHKQ778pzaeiYYejEGTYfqT3V9nxfP/S4D0d7+eW/22/OebpMVu9+Zh46CJY5JX7y7rGPjD3pSdK4aQ3koCL+I1XrIm36cCbNkDs0wBjr9Q6mHUs6yUaJOkHBCSfabjvn02nAcEnd9nc4XtWIq80UsDp/0g3iWL4TxbqIjmTwb1IfhE/aRG+3kp7YtkCH+KGsPryPzd2mVlEmOZVPYymmKYc+UWzv/xSs6Qw04UF3ojU3Pk9fmT/UHsq+5oqtsWz8EEwGacdx+nfLf18QhualGNa2JhMNYb63XvZ3+c3W5XHkz/p9VBsZfplD8vVPJ42wPbbmxPtvX/IMTnYU9BelFozsn/HJJro8M059tvpC0KHYdG1mOFN1F5f7Svw0B7Z+4xg/n77297uSWoylmUu1z2yvXoSXYtx1sdZu0N6eQPfXzOa2cljZhiZc2zSCor91EF9h34lkCrtupn1XsNPWb7M42T6PavT+jW+p6Ty4Mge4qH+yCt9V1LGUUzztvuIwwzfrumNMJ7fx/WC9qaQ8WDthaPe+dWhftPLRvK36Vn18Bfa6CkAbIU984Q7TMZd17QqGnEPMQW+OeDlUW7w8+31GpHPsHWnrZhKu4K8307QyUV8au7x/fkBI3EfQo4YwYIzKxvOr7JWmC4l7uXTJX/OKPh+m0uLXfq93ej7iuVKTn1rhR1uHc0d1l7hn+lsvtQgREsxQyx6XwPKbE2rxVPruVcj3onz9TkG/nfOjxwAVGzT35Vun4J9R3qrTx/ZC7rAi57qGmes41EaDd7mecRnhDfrSxKlRTD/nYFs95ts5mfI1eRtZLRW2jdIFJ9U7HKenPTXYYXVU0s9uT/Si+2cqDJk/DO2V4RCbvqP9JtsRdQMOoLTwKwf+uIXeTJGGa8f0//VStnjPZ2L3n37V/pU36/nBLO4bWtCvfaY8LF3pZP6ZF++8Za8IV6zg/lIWAk58U/xTR848MnjuRM58Vkg+/L0BrBOMtJ+5eZxzvgm0YoWDaCAfNfF6sz2tbyrEP9WnmqBfMFOTnfj0JIhfEurxQ0cHfylBoob+5OqtgjI/7GEJSH0f5auondmyxU/xrX46ugvHKRO+2+DH/AXeT6A1RYLNrF+4Vgh6mQ5LywphPSLks4FzlETqL5y/mUXXM+5b4/KFthlG+nFgN5vxvFgJ4P4t8QRnMd7sYgPk5esY93WpH8nPdfaeAhyLKUf8/Xj+OfZJAV6PSTXv8eOBfB9rVW6QJvjtyDGC7Y79D4DJp9Se1dk+r1LfIZgGzxX+SfPD/ps0PsKINJJnyvr+2fLvZoHyWc78LS+fbawT+IvnXWQA55E9haZLftz4blcwDqeCd1i/Uch5VPM29c1vo4pOHd6RKL6ldiPEPmiuDvxsi36hXXS+G5Tfiog+eqpRB8ghjx38ufZzd+VSF/tPFHyain58f4jryWyx87FX8Nrqyn2XOn/jPEdXv68NsuqB3CeeljgSZY+36WdxoWYfKpILyL2GfqYXf8cQ37FuH+Ru/yZZEv+8OuFr19VWrg7ecx4KKdYXinb/i12x9xkuV5771lMG/3n5soZr5ES2CTalv4Rzu/YZ3Y+z2/KGV/9PFw3f6ULc8w8xfm7Okff/ud//m/2QghCQITzbxfqibXhydLqRt0IaYUDd1/2dCSXvTWSng7UxbjwOIL00Nc+092eQPI0N+rlKZpo4Gqn+kTAgpZ7GmcBmYcr/QHwyHq9dfoLFdDqF8UeY7UJ5aaQiVMkkE5Bf34zFXjRpS45oh31bMbskLzAU6ILOLw5E/s1riCxwAd6VBr/iA+/EcaoL+KPYKyvt3uD6+0gelGGcx5GVzimM4tKs2Hj1Wr2xFPvL4wanZRwkmgxvoDZKaMu6NH1Bz86pTuIJeL7ms1OucwHB/znwGGk6ElMMNrFX6FvMMUvpvaxecem0NOmQw/CkP9af6vp2iAvdka7Caqbn+nbUrYgJUoF3vwOevhX4/qcWtO3j5tI/Sw/jHIPdJGfJzjpj/TVtvXHby6OMbeyAyfQPDFs/I9PeI34W98sr9jo6g3LSnfgZyPdm30qZlcZ4XQAO42dOAvyElfEE+0ddndg0BN7RL5x/RMPYP2czPy0wZLPx1LO4GJ/aytilSXGb96iF/4P3pj7urfRW8OuIUYxf+7/a5rnEMiPHWjPsFo8n88b9gUeeuQB2nGcfv+Uae1zFf8tMa67VuP60PN1+SfEWQ9nObASTRXZB1sJdib/++E3bDyVZJ30zQkjW2fayg9OLs+zpzJpufwCD2QGg30F7d2y0nE8Iq54sifnxHPVjjRop61yPg75J4TFkT4UZmUfa9gJ6Kqn2x8ggxKM5j3/s80kaMNS+5G3xI6XRaDt5xX+bWycvxqDYIA2kGrSzcah2w2fNBr/cXwz7knAw+vjx8/rNg9z3F5PeEFzJA9jVvbz3I+p1dsJepHPEW+355x/XB/JJzEPzbgBfxgv8Yk+h3Hn18exJjN5Isoz5DvICaZfipRGMl9vUXs+5yaRn4ODHgNeXg/J/fb321//3z//X94QDOX1CIs6+kPnalvkwTFdzCDo6G2h8fN9tc5dbV8OzYX402HsihwA0k+bchcO+GeVyNP4m/3oP/Lp88ZxfK8H+o2v4c36d6hqPcgPMBfgSHtNQ+dh7WeRzuChHeXlzXpwD+v0N3t3hvOMuvYVhNhPW8Emz9TaqCPi5U73R3iCAR/42HYoVl3Ev98/HXBLBzZRc24ni7PDeDm/8DSgk/vS/k2xSb4oLLcL8YN2i3GXRAsl8kBH2NkGGt141/BxcqTP+tihTBvgq/R0hSB/bTr5c0SNImezM/4NTUHdOUwOfltdD11oy3bkZ/MMB+TgWsoK/qgvlGal6TWjmyK8IPb6Z3iFVtl3gj/j0vQwiBX8kU6cR4NY/V4q19+O9M57yEMVyp0Hrc4JK84DlW37FLlm1xkkArRUxnnw475+hBvbXzg6yOPC00e8Znz9GHxiOcM1bqYTOPSZHPhry6W+3/Yz7frhiIanRx15gKfN+Kyf8VUJvuAq7ZS37/rvit9sPPo957PzvNLnBehWOsk/bQ3t4eo4CD6+6JuVbl0hL1b5Ch3WbfqTKU8PbJ7n4YT+8ZuEiItev8hs+gawfV2rhscnupHQR7VLXq8nTN5BkUF9gsN49P9bHi2gJwt05K+BPQ5/eI/m7tF5w0e88PgJtGl7mN+53nRWvPZZRTqf6WuxYtobnWPMg4/9VrYCXiU4yEHb0wB+NObh/rQ6D8weFoJkt+NMHrVPU1vmljnXCeZx/o6Y857xHHia8NqRcM7nTxjxJ7DjB6V+fy21aeHCw1Vt2oZnjHmXLrlkTPW5vT4/PkKZHPcIjUdw8zcE/Ewxm8JXJ0bjOH+Ew+fi+rXmVZJgs9lctotRPl++SpqvRxf7ZMmeaIKOblD7bCyAfrmmTmQPJ51fTso9gZTrOTF/RKdZbO1J8VwoZPkKPraT376CnM+dgZ5ay699f9/679iXaq7xz17/jVbaA/zz9z8Z0O9hNzBfC5Kmzs58HtufiEY+E8ovCXC+8lrRZ9R34naG+zX7W3zZ9YKjlLP+I+S457ZfF3Lgn+XDR2UcS37ey08cIN85tI36cyhf38F9BGbHb6Metf2kkCPff6kc9YhRJ7i6jhOv201An9rNfP34YZt1xYvJ8lQ2H0YMfe66H/gIfJY/gPnIkv21eD6yx/5Ime/winaP89LTbOtR38+1UeuFpmjpQ1ulPurDvvRFeqO2p8W4+nTAg35KcCjpv1vO+MzoreSb4X1m/7NsFXW4S1f3zq7eN2vXO/du0EZZn92e3gDOm+ccJM9mKXq66YgBIv1Zv8FpI/AtfRWoXWxXmu9TvSYz/4ZI3x2ZbLcJFBBqoJVV8stsTPSEQfeEABLHsn8igCdpuRHcHDTiubZ7KmL05q8g/Ua12syR2K1if8qGZwm2tec15WLLxw1H9JCLUhQiHz/Wc8BPV28i9FixpSdVTb70u8fpiPzU1qIU+yMdi6k+HtDRl+hnv0NjC2E+5XZfGZeu4x2OGX/1Q5PSIx/6nO8I7jDukTfqyBXpzPo3SH4QSO8/+TfJdKMt5TbFoG4M9ylM8HFijMb7+39SNk1PhJa3qlZPZ63GjwbQxkjx0kZUt7mXbza/ZR4s3lp/w3ysZvNq8ogS8zyi2mRpcW9wUqS3JXQo7c2qiNdz0ckp+d9OVM/he+wiSbnzD1+TWXQZP6cJ/xHt3OfmbAozHEhrbMLVk8hnawI2hgR60NZXi18+FmuZ8UjfUPLTcq/kREbWHdor3sCP4JpuypNmSPSjhA90YrvR8Bxu2MSj365r32RvdyL/bVJfCLHaOIWKLvzq+JP0e6WpxxfY0u7ffjgnGTJxTybN/i3T1rxk8TCSTbYXvOZF5xF3D9Gpc5uIIOtfv9JvaEsQm+pT8kM/cPmFcc9HBPNviqYy9kdm4NPf4Fd+SA7o1yHoPKvkggYXi2o7vcFEzpLMUQ/xb7q0eAK/nb+NJ8HjrnTRfoS3f1ewzxnH9mtq2CWWYJ7pyRglOPdKxULzFeS5R+vjsFZysk9sEvVz03TeySMp+1cTjf2y8dms+fOVwfk1OSnuw2b9m1xfDvamayjaOD35QG/I0sY+sQ2cSsHoX94zJtHux03SrSwO8PN8Xln3NpX8WYfkitJLhx9/hRyN/vPnNmshXfJ6YdLzhlXSLKhDIMb+ADZoXj8/jUT6HBJHLeeQH3Tx350/lA2OvRHZMFn3juuo8WItBSOeB8zawH/VkhjEr2J7KveTcovPG3ne8r6yxdE8vvEB5lltfHIqdRoA7wxGdHbgmpxGrcSCbFPOJzmvnHGb2b3Nwwxzr9/TV12iqYT+iorHFyxv3kd80f0aR5y3x67f3tcJOXZ8snGRv2BLXaM6vDjSQJ9bc+dMnnCc5za2tqtw8TX8CHzoxn4fd5Yb8oKUHM8w5/kAygWuGFH0kUEjnh8y9JitBZ7HiTQadKt5+Fa/5gdQW8kI3DPLR9ZnyasPelOeyScYfXS9T+vvDg70WK9ps47TVnmFnuB1ryyvRRl5dBN4f30QiZ0jy1h81uD5BoiCzTJ3WJfO88z8BrCYScuOKaLec9aK7RaD+FV07QQusUZ2EHMpTU1bGaVORIG5Opkd6Wc1BieKnnT+nc6SuaP+Hu5OnYSwawfsN5pmbgrfkeMc5zH/Oaf9caPY7jGOskWN3tukFDfEyyguImEvu8fN8df5rwvWSGSzHX2SRVoLuMka9Pf8/QWYET9g6w3sEdDFPmgKbcX/IukGbjHAPBB/owWq4RxrNjvp7+IrNY+Yuz1asIHd94Xd/APl81IC7PM+p7U7ygZ2uAjtEnkpnMXVq+yyk6OrY/R6dvFzXT5/M2Bm/W+Zh+YobIR6ScatTr4xiO+V/xOfvv/z6n5urulvejwaT57/bIY+yjqSJemT8rQ/sfgo7uS5uMa1nPl8SXJ8lLB69v7xUWnz2k5aeNTNijCyseiyV8DWt2X18X+biCFyYX9G5jN8cibLo/34+hmdHZj+Quxn5A+fv66vT5K/3ZgcyQ99BcBo/MyCGgN/BXd33OhbPN2l8Qjevn5cD/DnNuJ8lgOeGnPkipedB4zsmPwmX2WT/wzWd2TKhhj4rx8fkS99Uxt6/JHeq/ETnsuhpLLl1HaRcInzxQD4+s+UJdJP8dzZl/j4uJM/zg3iT5X7i7nyt4E/OXLRZ9jnxP3xrN+R+uQqulJ+sjjPZO/j85l0d2k9yt/jj/KPkwM/sy7N5ezwMTWD0brSxqJPt5E/ryZd9/WVLTHUeb54haVy/oL9bQYPE7jN+RFEm6Nzm3tPf/7q8Yj013F39nKayZlFPD7nj0gxOlfJMIkY61y/PoL5b3nXAtj1Dv5ovu7QeQ6OeZ3Wi/28KVg81fKPX2+Qy1//HOz+AZuUFv2/yrpp10kDqFtfpzeAA0pp+tQSIWKqOcI2xSKsaOk3fRV44CXVU7X/DVJ19OGeAzZZ0Qe6qDVHw+Dq3T/Su3hD4HQZKvcPR51hR8i68ZunXbNe1DQ3aNDNQayv6dEuJRhqkcAT0MlGJtw6VzeUIj9xbU84iI63H1oX4U3EC38bnvTq58xoyzQcyGalG0gAjHn7gGdl42UxB76VPKkm2J4nOvbUfMvgJb/k8CNn9SaPQaGv2UF9I116Gx3pYwfvrsKpv31SHxHTwxLpY682priSPCY8N2TllHahZa7USEakqrIUXTrYnJAc3dSW7fSGYcXL8cM8QdWVJan5N93hwQUioGsecSwZyyW0fOcifuvN4BWcp0kdnJrfbP6r7hlOfdJfn5Ef0qe5s0+GTHcBjA62a0pjn4Rw+QA3+rnxgofxBHYs92XWCcHeIBOmaGOnVq6WRtkHe1CKGge2pC19hJOOb7qxiH65Z/qnxY5ARNPRmWJpwHihD/6KHX99N/1+jXagssdIpVN+i0H8E7ASH8hHt5WW+1S3/FdslWhkPZxs+WGnHrlr8WS8Otv+QK0yP44WcW+/j5S+52M/+YpgErbMr7WWf0Xf+94IgSf/0aO2k/haey3HeSWgEv2P/rNyX34u8lXOeYp+5m8WkIuWGXPMkKdiuDGq+/zBeG6JjL0ceZ5SPJk7mPy/Fr8B963m4ZWE2CNaLLYjHWSN/ffbXXywfiFeIPs4d2fj7C+JUVYZhkX/QyLKwC31Brlo6jd+dw4f44rF/JaYFqRy+HH6puVZ/GNPkOsDVY0XQ7ks8LyhwliVh3HJmhxT/fooJ/icGJ9Qhs7DZeFf81LZ98Vv7BGfKnPHlP0Z+tvDtn7f3IFvNZxPLeGBLX5W13Lae/7Ts4Fm37vf0ldcY48Rlugjn9nVpr/1jbBan5cv6qc9EHseD9ew17W2pxrP+ZrCYxBncgd9azzyIN4OZ9m57BXPYl2koG+LRiGOfCqDPAUiFsR/vw9M5Ed+UnnCJ8AVmUlveY68u610OhuHd1IgP0yTfv/3Vzo3ZL+Z9XL4wweL3Hi0w+X2hJZNh/f1QrnkUWvZPJ/xjPNxhG1zcBxTj80/9onxMurnxi/08tf9Kv3Xc3BGZuVKphneqP/ov+wJj9C2n5dOhEPU13C0hpVaqWCHI81Vz0rXo/w9xfv4Et3epDNltEbWfXu5kBCvm9V1s66jJl/EQ8b3X/aNbqzv7++xbfKzPoP3UDmJqUzTxf8VHvgB8zxrZ5o7/HNyK04UBTnDj7C0u308zqmkWdYNWEn/U/p6UEP5mPOI4iPDRLjyTQln85vVRVbK7g4mAjJIaTzAj99IwzwkKUG4VcZ5FRHLA71cBtdirvGHbbAJ/ja1eaMFhb486i+z5b2zcmrNP4Z1OA3piaWWly9d4S7rs9GRrr08NVf2ZqhUV/y+oX/FeLQi+fWxn+OS+JY7mtztnkXru811JH/uSwaZzultbkNE5tgG/fylniSL5XF3/XhAxdOQD898W3Aj/4rTb3EwYBS6PN8wlJuMQ48SWNrA0R/L1Th0It5ue0Tf0xyNn9G+Ci9a4gfPfXzzl7JcV5FYx9XB2i3a+3ST+6c4/PWX1vP0gF/+prQYb81X2z7CYA7rvXOwnkqjUYUnJkfxR1+CkT7vv/5je7UcJ4UJMJVgnxVd96rai7qCjuM1uaYBXdTqLmxV4PHCZhMl/jqZ/Vkdo6J9iYrJJxkPR5qcn271APIAd7MjkX+STeyk4KYY52jpBgsBfQ74tUZlWw6ruw4GSrlOKM+ZeZvvwDw180n+yYmn7Ztn8iNb77/MGeWR67FHduDTRmd8gXB8lbQGiQtIizEH3wYeqDl6S/532YiH41PI3Ilf87WVTe/J2XzeTv7LvvtALPrhcc4PKB/SEX3VbHWF9XievoJ+UbcrWi1hF34P7+YfnqL367H9PHSs+/0A+wPx83Ondtt8eX49NcHxaSMe/rp8jc7za17HKfUuH96R3+s/5TIfeJj/nPTlkYWfXqZ3ESH6VmxfJLcFvrd/3iL1UqAtX74iQVriUjRfwehgNTd2POj/jqrk8f/cUK5GeZsMEfK/qP3J+aO/UXMjfyb5W5wP8B/VL+MP6D7BRfK+RRe19enkfALxXRLiy2eBszqPWaBvDCsnkBc8+GP2132k+FCqp35eF+9yDO10YRw6kEvnhP/8889fb2/27P84R1+gP5QvML3YHMt0QmQ0fSfgrx56l03Kobpvq3u5Bjh8zm/JN0tcGJ+Ufn+dL3oPZYpxEdsnDP4d+mQLNP/7HEEe5e/wF/lFW7rjJ+26ynlf1b+Lqdo7rEBvOPibdWKHZ+SNqjpzcsGm4zW2UrxU8fnrEuIQ2N2BGY5/nU5dztUNJK2PhxtJTkxvH0WSiyYH9btVNU+Pz5XfW8xiwttP66M/3x5ZbUYHWD+uum8D82+5tgAPU60hXwthL1nu8ZDM/nPEOkao9z/VfTvi40/Vp8jNKepn1+rZU6q8+AYw7Ad3pxnaLQd3s3XC9Oun3uxZE2m/ndB2/9UIa/RtCJ8whAQPbRLOj4GNlMHTfOffKD5HTozAPz4BnUcG/M0xLcG0Jw9WjI7j9oTDmQMhW1KnPIHHguTb1GWz3o52U/DIue8BTyV2NwgFDU7SZOmx+1bPX2Pg93A9nwSVnNHmWjI0WPNR0XCdbTjj+Tk48jdg82OTRTT9G7HGe0y/sWJ5H+sDX/TiosSvn0kf96Lj6inl4xyYbZocLTbog3dtp6n69TM9oZJduuiFQN02ZTGnio2y+eStCPSrvEoSif2Mn5cb/CFwaRNsSH5D4Z4FyYNmM970UJeXhbk2Oq/+a7KYj0c7MreUyBLh6L9TirboRR6iZW+Byge9rRoXYi/iqq0xlcVFMpLJXXwyPzVltEb6RJp622MVP02yvgZ9Smg3eskG+pd4SLo8LsGLXYDvqVqLt1BE+wxuhHveN7KdMOAjn7F8VDdtdT07pzwazfqndUa/DSc9fB6GPvPt1yGzqckhut/SvBu8j6kRx9a3spvnJ6zaLk/8M6+N4lkt2TX9s3Wzt3GH9YAtjc6+/h3fL9OQ/CUXFlv4WJaYq1XzaarACDeL7acxaoTimtFGrtfIES3fGA2+kQD/p1xxqLm1W7dWWJvjycbftHhi64S2iq+cL+QN+T+TozxlPMHnDQskQX/as5J4Z5w9L+2XlTUHnO8JkAc5fZu6bNDPb6MZ7dLDzbRr+O08bQb7cf3MtRYQW03XvNHXyuI0ch4caEECfO+0yHG0+5xYoyMYFwBzlPmIZE9XFYiGOeDjI+hqlApHvwGOLKpfx4FCob7xNbZBy2M23vM/0qzkZI2UWHs7H+FjD/zIoxpXX42bdKPdj2X8hY6Rx/X2cX3/mfY+/nd/lae1F1rZZ8z7SH8Ml9Iub1rp2kc6Yhu8un/Lb1QkG5b4OpMPWorlvC4kYswHdD+j1Nc+c+S3gFND+zrpkvVJrkb+QU/gc+nw1c54KaUCm/XdzD8d3dKILzVmuiGc2htyhsQ8mAzK74aAnzMOP2Sl3Zdtfej7P67l5dM6iPzpdn0SwtoGk8460jUK1srROiqpGUeDw3lJ8evq599OLr36awofkaQRelBiF+w1axsqwso3rA7egPRJV4sf8In1HEmJPHIMifj4ubBZziGVryfIBySDLz2nJp/vHdWRn7LJbTRae4TtYr6c9EY6Z2lAtCN98OFGW3DUVYJHH/C5zPa1+G9wRZ9ytwIajNsb941HR+9iI+cvY38RU+Am5zfZRj56wT9uMHsqinKM8o/ZlFjDF1tO9euP+fAzxBCfxoN5HfqHYwec66pVcPGVOpAqjAnf6oX3r/563zPWe/jLoqqLA3Ijh5eNOjBq+7ra0IxjEU7jjxzPpveILMJlfVNdNoj2oy04bESfcJ59sF5D19bp5sfq3+Wv+2vJHdNB7Kk+OViD/Fo+AY3dcX8Wx7k3qLmPN6OlC58DXu0gZ/x19wZwpfT0SpL/yYcWM5vw3Yl+sgD/leTihvh3N0IL/Kc7aGeaqz7KBYx6H7VQg85xgZD8lsDygtdxP2+I5pHeGidD5MCGb0ugOjH+3Q8tZpzw/c66aG7xm5EeFgNaMEejX7/vTLc96VvsdPADg7Q4+drGIqaRFxvVdqfoZzbu2rHlmivSs3F83TqmjdqZRFez8xmt+Vid51NZ5vj/9SPBbs2eYeC/0FA6OW8X7h4zwKN0NC/6R357TJp/sV9tgVkc0Z92IbdFEI3z3HskbXzvrSVHap/T03w/X/r8HCEuckVm5n12vqNzGo3tXhAE7tG8MlJHNNk3IP8I7iP7dCMSnfPpXwofbPoMObwdK58bhC02z88zD3J/zFbpkjZ8zT83gDvkm6kLvUc+FcdG7Wymq4mvCD7i2en0hzX+2/S9Pn0p3z64HPqccZ3/x2LEeLrCXbjcGJFffYZvzXhaOugTErpe0XEN+1iSlkwPulsvYlLZrj0+lWrP4wNbes5KN4N4IOfVrLnmia/M/OsZcmQe5aHBm8tXFUNyIjOdvu3rGq/tfM7Qx4nHf6X+8PmTyt/bXvKDvbwR9az+9KTJjPQhSz8l/bH89n/+z/9mTSLguaC6odruIkeiavf32I8QYM83AVAokPWNv2MAH6m3Hun18+fxe+Kjvg0j1LiTX7qrXZI8ngb9vs9T8uN6SOpbeTK2whQ+Hj/jJD4k2wo7qgi/wI6G531mX/GCt5Ks2un/yWHzAw6AXk9PM47/KncswQePMr3rBYor8QnXtfBDD7mqS1/jL1uY8lG+RgMPHsmUpiIZ0W/6Gh418Eu7zJ/ZrBkee4B1LAOdCjCWi2F+I5jf2IZP1Je28ICBBqVg5mP+ia3kU3rzGMRUevq1u8R6bY8qxOUJbJYJOPFKn8Q+PUVnBKdyn9CsoiS6o6eJ4o1gfEB4oxcf+K0QbjhBnwtItOelzTP2x56053g2MoNv/cShZo16owocPbt8r8Ibn+LTaX7w39U6hDxeTj3d/p03EoZJTnxaXHlcA2+2EH3lSx3kDHhab6Njbf6ex6fnL4y4Ts4uskU4uA3LJLh0+/nDfp/K6zmE952rGHFx59Gon32tiWBSdAGaS8XR21v63Trmy9FXn11wa2tYh3xo9PMbh6/EIrAxXlu/2VY8quyp3mzNE70mhfrtgTVzqgZn4/Y3+X944sfTFgzrJ/3QEW199OY8Y1AGBh4qI4z6DK759QhGcP7oaTe69EOjtftvPqEfmrxZSD/4bdzwGae/lU3+1nesRbpHiHEPcTiL0zFW3wsNyeD1UOwsnxLtSS1bKzmRBTjaM8LAMR7hsavXC9hHSuhWGg/mqUonVi7SRc+RfOrjA1xkF9eDOK58k2mk3ZXKOZ2I6dt9zrURixPR9MeY/gjfsOb4fRz6/ZIwPR9Pg72UH+/k406h70z1RqPnG8Bc03SCT8N3IK4KHF3kKdqtnNuqwfia5PU4Jr/4IZPKxt/Dejp9fS5fD/fcVpMtfoMLuqSZKizZczYcG/Dzl3w+DCv/5JyjvWJnl+ZTshX+1uzWa9r2mX3/01qLPIJc0iHqkWVw+6Aqk2i6fm0VZJ/vb/Z1dG/f0znZgi/45PH/n73rUJBjxbV37Pt+ZPf/v3AdHgdxkBAiVOgw9pQ9DQhlhKBSd5O/Ey31okz40cI4rg0dkU1J/pk+nV8kK9Nn+sf9ub9Okmjr2Bo+rJKOc4XxZHUDLsdV8cmBpQsogmtp409jCt2/0k9cfaRvuuLpkpU90qeyzRXIbvlLLCsWee7xUzrUkDu5P2x7tOX5Srsd48yLiVhJmxr1FKDxaYk/ed+qIXEN5we3DkEvykBJvTn+jplpCl/SRvbhXD6F9fTgPn+ExN8CHvW34xwJa+1XPoLL6w3MY+y3v3VI2KHS5Qf6iTzq/Ek+x6F+Tw3kh/wenYNnTP1ox0vhOTeV/OXlViynX4WzYvIfQVE5nv+KnUPOxR3p1vlN1jH6x9vDPKnSWGtjwdNz3eY1B1L5knSAW9mAS+wwvkRPxHsZUs8qt4WH1Y30Hp12E25pAGvnH7F2Spu/rH07tD2O16vHOAKxPha6kX/I9aj8lh/yjyyRygf++V78y/zj8wTb1ILrfW3X9Uf5ap/WwN/yov2jcWG/cljU3DzmvNP8Tn94PQkX/pSreuHal+Qn9BGe60hpdd/h+eo8Ig1LymAJyb7PtzkPRMvrn1a2yG+vg/TyRaaH+/auZqDzOljaWZ/F83UbY5DBv1H+5LakfSBCrn2BN1/8t3y9zKhNubt0Z+y113cgb/eArCG+nUdYO0t78j0ku2IfhCf7iqRoy39oYIvWtEBzZiAaJk9q0L7Pou/ILbRj1P+nw1cxx3ntN1sy7i7oLziL43BHPIEH+VmVIpjtf9s6B2GhIE6udhO+Z2Xp+q1Ewi5DXfcbCcQb1J7Xo9vzmGVC9lrYWB3heJrXtcXGtfwo1jFXNWSwCUl88OEncQaLX4KutfCHYkAvGSfYCP3wp3aJcN7QXF3geKiqhjnm0SrPwB6vL+0wrLaq8AkO7xeBXv8U3+MCdMtLbCzC266HtOhT6PNOxzP0ggxvN+XCF74v8g9xLF2E9/YwSVdMDfeoq6nmMj/6F/7mTYLLTB/EIMeV4w2dv459D2QfYqyDOQounHf7HK9hMv6ucfmi3vcA58v+ujSKlUgm42dnXxHRexguTK5uBnia57VxQ1XmTKo9TCznCH17RFDVKw17zpVuX2R5va+fVUvsO/G11HrBWvrO+CZTLobN+37VVk2jGuee9oneCyUU/dPVvH1oiw/nNtPPn87giwrDbvpIfHecIX2HU4/oPOss3yOaQC7krw853z+r04guslt0kTk4olvrC5/qPJ7xYR/xObY7MsY4lL3l3DGb0kPdqOuS4K9DuBafV9x15froFblXaO2ctw/cI85wLba9fdxKYiy20K8WPPCo+UmfP4r/7uhB/qt1sLpe1eXkDeDZ9LDq3VAfPenFO9qj/iI6P1laZrt11sMDaqIf3t7g8ug9hK9xyEeizxevgZtOJPiEn72h1NAWP/CEFvbhz9rc4JdG5AfZNyDQIwrCpJP0FTonIlotSe/15Emeh2dC8wRDZXRDRVWHbe0IWT2gs/gI/j0uONOnK//yZDZ+8xpM0pyCyEU8H5Vm9ba0PDGVxU8T92g8LO35erJT/s9ZYO4kP1AXu8EY2dMxTDzy0OAjDRbf/MXNVYDQxhHebC3yOeeAxzrmF+uyTTh/c1jkyxN88tvPgODhM5586rhIT/9JH9Evts06qYBjYaSx/azvlJbXDv4jcB6jg/wO/a8UJB/lt5ugO+Y8piry8e985y5P2EeY9SCeaR7gYYaUeMQunjRgPZcJwZjA7+1+lgM6pxGp6vo4rx21MreNF++AnjxUqY5WePMZMZp1LPOP+qHEwXKf/1x/y6fnjXVdvpXB9tm6pb9aJ18/Tz3ct61c9PX04gPChT7tnsqTNORn+bAuNGlc838ZX8rAvoO0O2NP+ZmuLCaZfn+IqFZX8qYC9SHC3W//gi9j1f+WYt2HFdt8mzo1Jfya/Ih/Db8E557W29TQBw3gZ45pLmWfy9TpMD1fGd0OLSl4wwA5ttCrxkPZx/OBlOq3Muctabat5AgLn9dlDn8rjzJz/EBDfqzP+QS9Zn9Nezq/Jn2H/A19wL2A+ECP+Iz8WZLOtlGnPkPZhRArwvxY9Qt1MXPCysfRMOImPHa6JnfEdsg7HOr9KH07gQZA2QY0rO7YjbHUvE1WOX8m82wMsU/jKMVhEsHzoZShiLJd8ubqj18/8+/sbhNuIKqeOq+zPSZ/Aaex0fRRBPr5J/jsOVHm86M+bhodNtkyL9JO8uB4sH+T3a1oVZfkOz3na0UQh/qjV77VKY1JeHLZ0setfn5QToy/hlr6vGSE6Q+5OM0kH09r9scxGKOhHsrO+hVQa8cj9eR4c6+sGrU1ftV3C9VWsNxr5yeqqT9kwPhmlR2Pak7OD7U1rFja/M1EKYfjwLkn++wcymtxStYo7/FrOh9O3w7577//J/uKLKBVF/IhC+f898hs+fv41t4+v2qfnQc9Hnmu5ofgWXrYiLZOSo4DZQuN9mPdjQ/CWcZYu1Crh1Nxl8VFPOTk43uDi0IDcq8DfqMc51Uan8/0D+9HcHwYe8wX7A8MuQnU+oPyc5JIEmz+8AIZ/7L/095+9dU+X6vyfEdpe79wPSHdKqeQfsBe8taoM8FJr/Jk7vp2z4Je2J2/R+cH+bfj1+shEEnNen4NKG0b0QzhW+enQ+pbOzgOlinmL73OeWT7Wee9vuyHvObu+VKufYj/0w1gEtmvaqWIUUka9HMgR7ivh8NBp4PlrPoIshMH9yCaGMAH4WAX3ROMByTwSxSEA/RbwGmtuvGgn4/EIWmgRkRn+0VV+ujeOEqOSHGSThWTEIwxZz6nv8h+zGdv42PkWFtuHPiT86u1ET6Ixr/Fwtj34w5aufk7m0MNXWR+/aZTLG6CoHO/1UNbzxo7lTiqMV+hX/W2+vX+bea/DY+RkJfA28GindVGVLZ0py96P9xhFvU6wivHcyJMXwKVxqxcqKKaRxidxW3m7n1+yTe2MWxpbFDATsDszZE9lZGTeZzRLzkzK/Aop1q+c/0YHzVuadZmyfzF9a8nU0/1fecgkIkLTLO82nNWPUZfi9bk8YTetA1D2krbTdct1fXoWQwE0hMOuu+KOPAo9MgueRKRH/kDJd/BLgBeCN40EWOTLtvl+MgkEb3NL0bupojLaBJXLZvsjwTKmcnq16IdaHHjEM1/xA8NP3Jed0D8C1FzXmCgPUAPeRiPgXtcwNX9jaXPF/OOq/BgCpufovh7sPgV+zy/zo/fiv2oX3Ydo14Dv2X+G36PrDKNLGQ8aq0MxVr/Rfm/XtMKqbeBvPjGfUJkI/cKnikvPEc0HpdtytFrcug5M7/O53+xB/ScP59x/bD5id6dl7Iu67Ww/XGLJoiVTz/O5T+z1/78TvgwoZ1fRTHG+ZZfQM8TDruYHTWSPBJdPo+pJzM2Po8ybfG3c3ZLNm81/luMP23yHBdkHt23OV4e7tsQr+dLF4V65qfbdv6M8h/m3bvoe9rQBxFi/hXWUXrakmrHYIvgbZDyOrqhjVxjSLkl+UrmC521b3uUD+3ci/o3VKsoNj2YdFj7fcXio2+HxvN4x7bYFV2Hf0dtP4NOEuP/MkBx0msPPqlgYboxZXZBr60r9vflJlyeAMdGOXzKM9zYK//dmtrHyS2UhO/y6fCSfrJ4yqYRF3jwFJs88QLnysK1LadsGupDo0ldXrze5lGUBH5OgovZL3z16VbKAVl+Ii8ZSFhnfz0xaf3q48EmQyRavHkmESMByH6+KZKdmoTxgpnnl/UIY8MnbfE/+Yv+Hidxb8IXv3ED27kgqNW/G5lp25jp8OHtV5pRLfs07bzz27eJL3+HV/CP84vlRBsn2o8y6o85nYVm35c3sjKPxtcLrvBLQgGP/BYN3FI31qp/Hd9mfIBrfvsAjNKTnsnRqZIODB7auS5F95n46fxjr/gPL4Xar26tOhCtlLyA4MBNxKSMUbrVOeAXzzuOn3IkHnXwbcWMYlrlkM7ir+qgaeX2+lke7bkgcefxTr3yXCGzxIjwNJiETstWT/iiXe88McZXwuVnwrW+o+wkF/bb+K5jGfGmvZQk497Ssy+VJX4J4QUltht/EIiS7vDzIePgdFf0R2zmE7+MTyJlxJxEv2lPqYX8O6wWUOevyT6j4e9Vanm5Vs4RCSZvgKYbRLiykXiM5qDRwHDyY2S6tqotPfYC4mc1hnF77slY5c8bAxyfb7IgVS0JT5GbYXy4pCKU/ZmS+YFgXhIKxArmAQ4pkTtYF7j9/F3Gmly7+FVTLFmuQ3ecnFl5fOOAyGqfQDDu0FHtISbnbrIn5Q3RJyme9BPcqqG06xWx1n7ldr42Mbkw7TG831S64Ho/1P7V/DRzETTqN/VH5sVAY2Ip7V9KkPyK//IP+QX/v0F+KnngIYzR+BBnVeZ8lcYnfdF7jAqbrF4Wa+UPi4u684/vjt4ghrn4Bp9IhZyfMs9+jMF7lA80f3k68QEfbpE5I2PHvNPpbACcnwZkqtyjG1BXpT5mkIljfM349OeThIOEOZHkIxjhmTat3zVSk8N7HnJ+CRrxDfVkiZ72sHsCq1+LxZaLwWTz72+IP8DpG+JGpaNPKO3+KKI5Auv5H6GOcXfsiil7KHn58eCoHtNf8mTPk3GB8WQcSPm97N0E/s8vGTf5ZhTy6bWOIHiD5J809tG8b/BXOcUg25s0GVzmFLIsciy0hc3YP9JGQ95U0Y+cwD2S5dcgBg3ml5zXTT/PfxTuxtE1DalUiy+q7mWxr/vaX3LjsZmH9B9DJHFqxOT+BmLE+ngyTAyWVlMOBKuElsuO7SpGvDzl7Gtqo7zdiP7qF488bUOnTtGQIs41ydi8/0k8QvfQppXtocgE7OnV9hHN2B74yNIjf6NN37EUzpQdy8lv8tbzyrV91X85OMiTdGlWhP4j3qikjuQzwgNccDkP/W/++t/+BEXLlbLQUw7OL7ZNWfk7u+j/7OtKb8dlPH6khRjQay4pa3YKQj1vQeZTC0b5kSoH1rHLlMiL0A8xk4pwLMVgXjpS4sCuar9ina5xD9XoBG6BXCekjXvXaZrwP/5+FWfm/bXpn1d1LGK8vRFoaVc8oW9LMW4Jr7EvRL8xv0h/wlRPG8ORLt3wRUg3wPT8Asyo54Qx46uigKbYtRPHhZ7+pR94vsLzGfZTDPHY9v2Er8uBjWlA81Su5/EMGM4btrG/QOxTEuC1QeDlkvby/Iftf8q3sI3Ow7h+VHyjycxnPb7YSxr29+12v8X+wUYgaRP5n7DIj+zjOBiDwirxpVPmER9Gi/i3TD7ypjxp6cTly7Vd7Le0d7bo7zt5Ci9cW4R9vE6WxjnvX5LfzPyt8g0s0xcfmDeAnaemGmMAOEAcDLaFsAo2fDSoDPCPrdIvDNqDhnLAmK8m5PA1fRv5fULabLpmeHf2Yb9R8/NVxslPWMSHFwVD/qv4Rb/MB+vbs4u55WHVwZhhUzvehCQtzgq1gro6gorxeWTed4yWABu+U0nWCVs2X9efm5SlEREC52fNgxGSwPycrCePqdv6ZHusq+zE4ImL2dhC1wP9ql4cJ10f7PynL7jhcZxe3sxz1MZm0Yjw8Q0aqt7bz547Sh9bqxhiP06nccKdc6cNwjuUWvKAT0o8MJZrvCyJhwjwBf7huGTSIn69AjldNYmOY+4xb2qH+sX7DIbuVkoN1JM4R4cYyHhTeEB0I4j6H2GJm/+/zRWiquuloDiiwRwXOY/5jpGi2RG0Zn7UdbrFmEt4fm+OC4SI8TFzTNbG9OFCU72wd2r+G/+E9PQqJBuFsiKP/cAJGW+ajCVZ/eRGJfPymMb3kEcUF+wDDesRnuf51YYHcCOhrusn1qWr+xuMGEfrPfdHVsN3jC/qhNGkJ1F/3IHrTftz+Hn61Tg+azr3NT6NjuBn5Ryig//KuA7z/03j7u12etr9kO3aj4VClfyZ18u8UYN93M8xVg7Yk/eHVDymH+kt2hj/fsb1I9t/wF/JaL8/5vid2X/aC7B6HlzG+R0KXBUvYcFtcns9zo7/GYVBX+IvnJ8xT/o8zwTMh/THccnjwJDOynN+xLx2oZfzYyioODf3zfV8jPxQqRiYncyu6mACXlM285e+lBsdjAmWMwU1nmZYj+577ELJ9w/aG1302R22kdexfHqHZPCQ+YHz+bs4ej4cHwu3wuZ22xjjmsoSHG2/lbBft/rtzE+Lvy/lPTFhC22mXWy/p8afRquyLp/8DeC5mXwSjxPBTgJbn3O5pzfSAZxH8Hukgss8cezKmd2k4tM24EV7dvmSBl+nh0nGjZbAhQvGasxXJqQfzzG+8MSn3WySnm/CkZ5wpeprGTddIclluaK6Q9dzEghl14uTBRFw+CfmPU5IoGt54ilxwUcpfGc+Hml6Hk59sMnGwTerCKd+vn1GotgolOQb8kl++imP0efutNVr/FRpiu/aucWFoWJJpVy4+/nrhzz9jjfPEz1+8yU/DY/XeDeO5ql5M9QNfMAHcvQNQMiTjYVhU5/K/8UzsswLuPLm6dBvxT4/Tr5N1QhHm+OCTbTGgdUK8L0j1G9x0fTbod0cx4njzM2ZXDiHltY2r3Won0eatC1vz0v8SL0sE5z0/SgA6m/7X1enDfidJRxsv06j65IxRvlfGoqaIpZsNY6WqAME5ACRJ0+vR5GwXr81jiMx4fgs5pflE9JbhGGd/tELGNnP5Y0j+HvMm7QaX7KmKtznT84z8hy1qS7wiINS6GQEcPOXfIgvuU71STV2NaXSST9lNEimUfHNNAcN9zPRBR7e/DVs3q7KdYv20Q9s87fvcju5CjOALs32wwdwenGz0JXxSXs2tMkTZUFb+kH4pJjkHOAFxiyfPHe4ccA0JpfCBwjZ3rKfQlxne5J9PsY9eb5RXJIGfcF8wban8W3iWf+C77dvcmpnzxE87bzN9UGwKIc0Io+tqKR/o2/DAD77j/tfYkdkej2gJ/4s3NYjTQkTvokWV9MYX+wclRYP9TS57fkNyMAXEYlyZzzomZHI94fbMX2FNbFMHwcYZ1kr6FHQlQlJ0ImSN1VA6mPhKDvqLG8u2LhOeSa7eayvX3tyXkj56fKRcy7l6v7gDF/mFZa0FyXfbmbfPv8bbNwURn2tjoRlG7AGLo6Mh/1UXQUfr7/VF+q1Oss6Sv3Zp2ZY/db2KR1rlt7mCvaLPjxXt/K93kpxZ03ergHHFIbHD6wDZ9xSJVn/VODpCnyW/5ItH9++S5QVw2J/XpUP+j0HMCfZMcYaim8CgG7f/okuUcO/Rce6/zvnnrxPT76g/N98JfDS9cSr/lNboBdSSB4nVGj2IjCrPaCZHFwjiO9RfXwo3mpiSL+n9/zDNsfWdIIPecEk8YtdDw1yij3ss75/v7Y2WY5n69SZ9Oo/Qq6Wsr/GbwBjQ8Dzh6tclX4ey7SP+1rKv8NO5ZF04Df+lOWCcat6Sk3h87j3dGfbsF/1bLkQjpJ++igPdv0s85LX4ZqHhsq1YKHBPq/YMh+KVnhqiXzRr8oveYPtjqgDUGi8Tlf0fO6zwKnIFi/mD/1knovt+YH+lJPlWwrGPq8ilhXKXSI+FIExMhLC+dT1dzkS9li/dhQhIFpdG8Q2UNTxhM8MsIHfMP1q3OoBjAXHYWdcrHCZZICsFnRL9dg6bTkjxfriLL2l8/zoX8XpF5or+ivfx9RUt/cZb7WUCewxydmPHXzhYarL82v2gjHX/MdpgZMecO/j926ZMoeEq/hb89VZWbvjJrKvx7rOm3Iy9gS/nfXN30iHdUxi+fpY7/rvZ75YoDmr7K13yT8Fnp1neTOaUjMuVK6+ueKocZynLElv5ROGcgS3OBaPDzr5/q/23AN+PObYba/NmW3PupVO//J0XvG4ot9ai/MYejF/zcPbgIspuPgN2/m35jLH4N4i33Seoz68V+buY/K08H64CYcEQCe5iIN9z2P2tocUGiDbufaOfhyo/QWeeABjOryINKH76jrngc8yh2S/jIvE5+z8LFSax+bnnP36yPPiP8NB2Q8vHGzOCx2POIJwA0euScre5ymn2enG2Y+f6eWM9E++ElrGHLpS71jbL+gzPYCxWMVPpE9Mw/kdUdwHe3yeRaz2tsj1Q1ybiPeb7Gfeu8/iV3OCL+7L2Xb+M45Y2r5HWC3xnqxpX+9+hKjLPMUnEoezZQZ98nNd8zGSeePH0rf31YZ+HLd9qsdjUicfS4Q/WoOP//73vzJqC0lQyCsJEn63uZDzYigu0MmTKXjzQ+jkDbzeMHnSi/Aqo7vDPVBw9QTYgo+8Aau8q/wCsl8lqFiptpLbIGsD/GEr/9jDkzT/JA37RyUfWBv1r+D0+xhPxzTC8f7yOP5tWvTjYaXygF1Fhx4tr7lcLGy97kgqDGd927YKaSrxwig8deFUGYjjhkGWL19nKDJb/ZW/8sB8AROJ+ZZb3AI+6VG2MmKaI1DyPkJzCHc0/8r8oXzEPedA5j+iQ6edezM8g8t5lXmnj0YWgUHp6QKUDPL85vPSxrbGifIGjG+QCpR+4vizTRrC2WapeCJH8ZCDiMW4RN42wNTt20rR1shX8DH30m+sOV58QinPfz6tNBy/1i/yBBjntPhP+Ld4qpX1sUCtjvk3vTGfTm6usmlb9L0eqiNqon99yq905hPh8hQA7KTupO19Kz0Vz80v0tVy6PeKcU/FztWI40U9jt3QKGMBnbbljuJLjOE+h6ZV/xMwOAFj92gc2c+SfAVf5hf6dunJZ15G/oH9miu4Bub47+Rzflopkf90Tsj+EU9sR2uo8vF2wh+A0S+KiRr4R3JbLLQ83x5jBFEbYgyRT/0oB/Mcb4h99xugjsme/g1ZcmGeD6mk3Kb/QIP6rvjk/GnkQgRoUsTkC2qhyMX8Ay3+46i/RV5eq8v6JPpoX05dsaeH/virv10n7G7/ZP7BxUMc0AEwtKUu6zj3B9xPaPusSqv4U76UBQj9sjs/yIV608csGSfEG5VH8blXGPHz+nv+vt3zEf9Rf48/apOP0vEtE8zXwjOFgp3e6nOJD/IYlXJ+JLyoB3ApkyVgth9tPeL8YWmJG/NYnaNE/KOYjPAoGWVEY/tX9IKLvMq9nD0ni/KE5c56XodyXpHEQ17sb0vkFtWb/rNv/nJ/8VHWtUyPvJcPlmjM7eP1Fb8/FD7jT+RN6MU/mwNAxTdRxhyCnqq/6Rvtowqujzf6iv4xnOJqJDNh0tfejiwv0XzLv+kcs7TQ8TjLGFV9LVGut+Nm7QRN/hr5XJaFbEAf89f4IF+Px+sqLbzQwWfduLT63jXvOrMq4Jj/KlmtwIfRfrIilIr6yvbIGMD3rd3qr5bOzw+ud5ZnW2/5tn3Km+PHfpUvEL8/4X4CawAOPjDEfMN22jALwsFP3PD5nc55m7zkeYTx45EmbUdfbU7zAW8p4tyB89dy4V4PMHxzgvUd5zlgGS/FN+bu0bxY5UHHyV/AVvUAAEAASURBVMF1o+o+wUWX1RXXp0jH/L0gD7rn+mlct3iUGzAcgCSOG/0T5oiPh/vz317IbJ702AJJMVLiv2Lk2NFc+q1+Rb5gUH/qh/NJuZnf+qfyq5WRfkJHfuJvyyv2W2U7qCi/AUIHtjK7zsMA5Lk2t43sJ2vKH+GxX/CZR3ftXONBbtpvtWKoXC1lHVc8tMGbcVERu8qCcYd/DLCa/1Y/ebtV55706X2O1lcrvUfjdUz/1T4B9iGfQ1dMUR6trgKFfYiPHz9+1PwS4QFb/TK3Y0RPPfBFn+Cl/NjzHiXny1Cbbh/XYq7s9/c3W+p/wu/XaHDoOJYUiDbqLBui1Jj1edyv9pcHGFfwhFvrDzkHycgmoh3iPRokkZ4b5wV6bJ2Y0IVzgbBXldbH0IFzN9L72TouE+GzFSryoFe7YXqGIqvF/Q4dsEGKY/YO7pYH4www1GHdd7NZsLi79TMx62nGF3/mWuQ8kHekcgJ6ls9cyvv02vF7hVavlv8Km99Fpp8z0Rp4p65+rL18yhrB2c+SeH7tY/+jS8qnnHximhvBZoJIqxKkzJ9kw/aK9kn9aXU5f4Eu2QS/cd80GztcMD3yFDvHY8bzjIvIjxdw2T7D61E00In2P0rGii/lv6N/Vrpf6T/re/rLyn6U78g3kmnlf9U/jwcwphzXV2j9StmvtvdrHl0ZAVn/z3Kg71mCzywWiTfDOavLu9HB1qdvF3Mewr5u7A37EA+wMBYclzHVPT123J8lE5oPb2CXJ8isXvdYepULB/C5EZSlHYiHhFpih/rGdgPvMx+z65N5nk8MlP5r1j/6uu1wfozURoKZ2Dwiewc4x8vnn/fLAZG39P7ISl/at8KLpFyB0b9XeNxNy3sLfh5V+IO/MWr5FdAzg8WhTLTAtMkWi7eBoYG78faJ2NQN+24NhMUdc2j0lIN6LJ40q7oAfxcXROS/fIK6SnhqBbEh8cEn5FW8fTpeoZK38WDjs3I49MNRCqNKGovLB25zYQ7IjbY8XkfGt8injmhinuCPMPHv/g7mKH5RYa84Gr97XGOsGvtxdwT1CTbCGcHsJot8mKBBY/vJg0/28oJw/wQhMeclx5o5UtucV/ObxaRDLOIgfc0fo8k4V6v2kj/5Srt9+5c4IEL9O+bB7hhWPOzowUDmbFVgs0L9gA4d0v/TB2jrE/gn3yCmcK6H/iYy4VZv0jyrZOzmfFzW9iM3W67quSN/Rx/4UH6ztFxUqjE10/DqGiD0jxm/q7rN7G77ZO6O39C1cxs5RtvOfvh8uP5hMsYX/JRfq9e8pf45Rz/nfqiX6crkG9XuEKec/xBP+PdRHpFHHQfbaQQwDO99DOZftiWZw3mfbYksyfQ0Mlr/kofzpo7OFyaSB+TtDNR3ckck3sLIgzr7tsV9VR17FcyDHDvZL8c1uWse3cWHFpAfbMPh28Q7XnKWjn7D2HPUOPRbFOgE/aibp/RtT+/7v9rqgepTDlfqwt5s9cYIOXDf9ftXGucUQtou8RTu75h7NN7Ib780ChsiztFq18n5aljmuKv82NGmRkLfv/Rrhw6F6u5xtOeT1BAbkk84bsxvNKC+CUqALRv74ziz6H9DnX4c2crz+RXeiL6FW5/vrh8th0e2lr9L3sTPCU0cfV77sGtNOWcvnSH2rQ+dDpl/6s974Pv9m2Mg5ZUdXbletJdh0+8sX7nA4My9tznx64YgvnjOtxU3SE6gQMc4/9GvvD7C9nEhR/2g+7sjsrx+fR6PFrAjEh6NO/aTnOvouQU08fautKv+wJwOrw+8u39GFo79RgraXmM5kRBGnLdNI1QwldCx3ucwcF+FbVhneQ0d/bTXxw3bqxxMei+LbX6zHNrkyb73Ltfxc0n/skZfugF8SYE62fWG1ja/SrtNESLm4HlUfrlJR6s49H1OEJ9b7Lyutr2qi108K2W5opr3z/zFxCIl5NlAsPZbOOVpP/T2SSi3ceM3z+HC+6Z4sLLOxAJ9YvnQqk9TWl+6k41sg+2/aFQ0vpalXcwsvK9rzPR9L4Bc8NGZuDttIfXEyV6uR/Nxj3uvN3jdk2taDV481vRZq9Tp1uFN6I3ycZLxqz27rnYwl1XAoMKbZIPuDix8O7ABvHh8sz84D1ga9Rp/PXgjacXO6ouYYJ7t5+iM6fv3cZ2lXSy5/zhqAW+S1u0K01cUBkeZn8Gn/ERL2yob01dhi4r4q8yvqU3H5yDWavzDRbt8wfeEfgv1pRuxvnsHaovhdSTG4R4n69s3yR97iv8hWOp/O26cXyxhrO3fMd7SnqHfkWG/3jO+2aD27fD7m3Awnvjz43TIByn/YH0BD+Q88trma9fq6PzqgDKUTZKteLXySfipyj89vq190fpg+x8xcGv+GmfTTURWTnGv64rzlZ+//lfn3IpjLNvaF/l3xfX9+nf3u4K3szFLPsp3Hh5lKx5mfRTvO/jaGFnzs3F21i4dG8h+pHOO2dZbD/qdGOop9yGP5r+nCR9cibD92hvhXIVBxjPkNHra/cGp/cnV+Gq0OdXQfNjHUetP6nrnOkCeVvV9/vm5m0LKLLCbU2westLvrVv7qOG9Et6FW+hPOz8Wit58A5hBJAOAQIaCOaDTY805SOoZYXpLLL0NjImAvzboB1rPDBslgoAmO83gW9m9QwcBZOirtlUW7Bdf0Afgiz/eMMJvWsAffHMg86g8bQDLST7fOIOvcIQPJkvX1icncZt+VO7uU+hcgOhDX46VUVmCQz8TLu1+PMhRNBf/io/wVJokIsQdY7Fwl47cgA/lN1XAg3LRRdkZLX/QHoGwX3Wz+qEO/EyTHSg6Qp78FgBOzIUH+Vp6lXp/jXIgl3VIsfVDUp1/My1hdR5MOBKXAT1BrV0rvqv+ymivwtgmNuauhdk25zVxf/1qf8P3+BvAzB/CkePEJ7+1TYm+FHriyQ9v87dpEIOu35PXuSAxjG7GbIqajp59lIe5yDpK9mcxHPvcGH1wrpV5XMeW8BEd4bQPessfe1Kr6MZ8oT1am8v5SLHQH3OaHv9mCHxU8hwvwur0avVtW7Ee9m021mPMAq1jNMXa7vz+Td4kh2zEEP7hkDqf/B6cgKQY49rKOJSYR+6OxgkyMnd8lPiAO3fXB8Yb5wvLzO6mD+g94xvZNRI9we3m5+7FEPiA/iV/6os+wrxOJVckVI4x/a5j52mkTby495HQ1QwSW+UhsDotU1wJvP7G2GAjF3oquTZlrOxi7s/O2s/8MPIQ+Y/6CcccS9GR/xEGnQDH2KFn98hvFaTzg3TbopJU+5hbOB+5ga2Y60qOJfgQ30LEsByRUd6ov8wR5picHxNNXvcT734/ICNKuO4j1NaRqBi+puPcyeNQ/Fb9GTINoy5j9nTEHTky1s/zoY69OjG94ol8rm/ky/nF395a8a/hVBj5/ZXKu1ajfhEX6sjfDY1wdO1Cr51TI//HXBRqx4/8WIIn/H+Md3q2v7Anb5UmtRHc4+202/H3Mf6r5FX61nPkZQh9+0Js1zZtZ9lyYHxZKHlmzZg/wkRKP1lqqSNOZrHSUxgIZSYQeCDX1HyDF5xhSs0Dho5VQ09QU3JfsMIDUcVlTBVOnLAN49KY8SW/gkpffzga7h8kfiMhLYzj3ULRKnoP1mc/N2TMZuf3fsw5F5x/qiIeP47Dip4rpCHvtrdtEbeFzlsrvn0/1znOl9OxnRXr+Y/0VTlj/7a5AXiFP2LKxdtOPOXrTykwf/+UsYIOqodo2spEFNlx/Vnxa9oo+8XvZSNJf/J8jPuPkR+Ix37FF1uZH9hfy87+2iMVN+9cb+C/FgOP9UbH7/yKado/pn/Wf/ytWXnjNvks6Teeu4nzUf1KXqRO3LdPZSRk9tc3gQuDEZz8Ndbs+Gtvjb9GL/oMpcxfH0+GQ67Ch8DJ5xuZVysv77kzZgtPP9JVWUnKTjx+a3zWzlsrtC8NX1Gnzt4Sjzyf4Lyh/TLPjuTfleIr/9JfVUPHUGzxy53PB8gA8dHmZ9oZ4fY8FQt07MdcZ/4ABuGK/cRalF8IG83dAM55x/mWjKpG9D7T+KpIt1Xa8ZqxRUxInhMs2oA9h4xJpKeH7ctTXTwP7an5qIJ6/rNT7r1YIs9ej36sqIiOJyHjsuc7xn2PHq6//GYFauXXbcJ9KT+oSGjJJSal1HHh3CJqKW++Aey4T5tpsJDlB4pNSZvNA4NqTuF74Th7ocn3X28zGHUhPcuTkwOJg/mtHfiznEd0GJvSd2p8Rnz34DVo99AnWJgJYohfiLHwYm/NjV7LBGPHuOI4sg1MwsBff6QdPeODNGOMnR67oMNPjI0dWuCQ/ijdLv/n4Jnx4aagiVPrazturXbYDDEBtz19y+P5dk/hIVYn3/eKNvXhRI91iOYiYcxH/dyKeZ2DUk/MNRxzfQVHP5kvBdLStn1Kc71GncFpHH/X5Yw4QP59ckebEeaSXov77Jcx6vMcZbPsdTgLwYluirI2VFpmzDmANnmnRXtYK8vnvoK+NuON/qpX0P8wxWaMqccEZ+bzCdnRrvtjZq0BZNpDT/oSFF0Psj3n6sS7niBbJe6oG92rTTTV9B0TZWOFce44cA5SluseNo/iDxlNOqhbRjHzckLyVl1vmT/eykOHlbHzn/unIRPjf8XVBGF5DXkMOiy/R+VBXCjiBVzO5HYWEAol256B2l/gQx7AzZN/m3MbjDX+8QL6nB3Gp4wLc1ndT8wpu95T+fazxwf0H6xbnYM+IcDkJ70WYuZx0+/tY0Awn/m2xw/ajEl0nY1Lw3a53ze4O9V8Uw0JECcRS/1ov+Hc+I9zwfjXoP5pVbu2Ya0arlGMgaV//zQP0R7GBecR4ZOS5yDTk9uYnqTSm2STxyP838R/rM8UCvqq3wH/BExbu3sEiul77ofYucB5ovu5WN6qP6Z6dyhin/nwxDyo1+9hJ/m8xuZ6zpzFR7FK++7Ukzytzfv88fA4H8DjTWHu9+18eebcsJa0D//8wfuwZLT1d2qJG7g2ptbHP/NbvPPexqt9g8mFpWKI0yVJ/cyLOPuYuNhG2dPb3qN1BDITRCqxQBmHgBvevqWz7pUN7jj2J5Pgx598Wkd81iYHvkFSz7RjFiehSf9gXxoxG/mP8DZAIw4Cg62gId0Y83iP6ICYEB9KYkqyLg4TdAVvq7OPb9t3XPM0DEkAebAkHy+L8FlJHiwrj2CezPj0fXCmLizgm2+wllWA8nq6M5BrA8d5BcmsRzd0AWM/S2rLNunYZv8Izv7dkuND//n2aqKSLgVREskbaXZyt3llphd4QT51EFzMWYlTtCmPb+JYmODzk2OoMcOe+8vWbuib3XG/oMMcP8pOqjzoXemxMcRNG/q8drxBJccALici95WFor1JzLG9pqzGmly8JDf4BP94+LlHOEvGJNvt+qzxJ3Es8aw4dq4oh3VNfKBPWMcU7VyKcQ5Dbzkpb8ew96HO+d4GHZtVfhLbgC9+9nJ8+7AvDEHVM4lCRL364E1Z6FJ/w3f4xpFoS39M8xfs476hDEW2N8FJP7U9X0Chf557AiX6PVfm1BeLTua9/GZNSuKy7uu+IfyiiAXPu7rhyxoHdzG9yAf63KkT4xk8cfh2rK7mfM3zMeYdUG+zt78bp1vy9x2an+Px8atdO2IuOzgxpYVyvC1M/G0h4zovwDEX13bZkEX8x9ykJ1tW0iezaEfDMfbXJkxihx34DTPZl8iedUcfvm0JmdgbgSb/mT1Tp08DuGdssny3sbX7tkZk05jJRx/mry8NA/rWgJ5bnel/TBPEAA4/7iO4cL9PvvA7/+n15m/yMczVDpHh8UPJN40vZEH+lsxQkRYIXvlcJO25LvFc2pfin1vsYYJpdXtmK6+uRT/eKDguP8Uw/ODy43E+AwryXfp6QF/AjF9z6Sv3eDjXlTm3x/TmOM9rQOKf7U0jVH2LXJFHzAhv8wfnqgYd+RiSB1XpR//NLJxf7O/E13EdTBD2885Vx+AKQP1JPcnN6+v7iReVFtfWI9xnwbw9R+XG84LJDeexRzm+Cf4kvvJ8QnrDNMS3UZUD1wLlm14x/+Qb7hj3xOlLxlo7Z3u8+yCjnI6xkuu+On6xVNtP/QXzaFy3+OT7ea4fxP65AVrjb8RL4mU7alpHt0yRBKK/FuurNfOAf6PXJ1b4346BTLYZR98nY+ShbCMNJYz8z8sizpGSN8CO0NyJiyRr/YXNi8DulPJcXnaO3SHZx9gdPMljdVOGeK8sH2n/q+1irFAPbDTO2GvnEOmFNxZ7cl+Xd+SUtZQew+qfFTZKN3096UshdmP4UkUmwvNGdtK/26VfS9ZTcE3qe74gf5IHnpofeJ7wRAf6fJzt5c3elEfRzrFuTgh31cu5YpKLR3luBN+V6/FmOSvbZnKvp/1q/x0e4B7iLmv9vPLtu+TcweeMbjlPpNxg5yr5oDx6zGjZd5Tnnfi0d5fnSOejfHbleby8rw5y9kgvT79qn91j2XhZyXhoP0LU/j1U2BfzLw+81gOY92fm3rPy1Wu9syf91dcO97Q8dz1lj/f9WGfXkfs1+eL4p3rgTN57li9m56aP1AHrgT20mfb0PP8vCPqsXEtj6T9HnRu+x2t71z778Zq+p4SP//73v1vRNtrYjOAw1wc/YDZJ5P50p3rGAzT14FNb9QlQI6Pc8bb8K12qUBf2s718wox30i0zU48vXutTDd/SVzGFR7VFdJMnP4QOOqJNHakz3zYAv1iulaQ6AEpexOBTwoAjKeHJDSRJ/Lbl//2fvsHg6Ug/KqEr/378wO+gts8Y0JYRPeS1OGKH10NxhL/vxw3fZFW2m7goyZ+/KTLSg3qv8CiXMnx7zF96PL7nQ3rVez5dSU+6UVnfII8QTGxG3Q1sMD9oV4ObGlW/ImOEJ08qeurSBi3lLnQd3YjmV1cMJJgX69v47fHbedb3C4R20n5tj55WiuNe+Yte/g1D8vV42mYt1hv0oiPtjvHIhb9NznZU0machIA/8o0ec/6KJ7Wj9lG2p7P5z8uwbfqX9CzJ1+KeqZMfadnGt1Swjr6RPIujaxl8yvErnDlfSnNZLOYV8kcayfRb9E4OGC9oKVvmZksf8iPBpOR6SHq2G/8E9CO/KqrEJ/kQX9vt/CVc6Y/VyJ9PZZOfwoXffN4F439MjW1s6jcmmM9vmYfyphN4eDvHfFc9rdxezzbuVtzu7oedVSfkw5Qbf/1MOqcy7aCak8PRySt44CTy58/021wgdEdzgpn3eJJ4LbzhHc3bzbwBW5qxM7yqnUY/+RYeWQ8MWKqGtuHZISb60Y8ZGx4Bme4fwk4FMo8wr7BnBM/9VvbCf+RDvo8u7TjBpl+/sUfXw44VfY8ScPYRjgu1fn/FNnGU86h2zzz0uvm2SG9zgsB6+aRFuW+Hty+SZXF6udoL2rafeljdFL/Pm8SzOKiTD+oeZ9YH/N1DtBf7LU/Qe5nWzjXuWAM5d5UcCD69HE8r+g3xFvPWcxu2bS4YIsUd2Y6S36in91FE+f3ftBokH/BGSkgzsw86R/2RLRFepNQRWJJT0/qAP99CsWtZJKJZ3yxCZIvtd3X6UMeh3fexX8jwW5T9euxYlqbEYdyH+SpyKJd4rTxCbTnna+edperrKz49RQtp81jbpy3aQzvZVgxbO66T5+v5+37fttJ36jr8sf3zFw/TN4mU64bt/qC3G3jQ9Vf6S5M2q0bbZH3vaVr95/3Uo6XRltUPNvs31r67fSn9qhykBj5+j5V7VvN0kB/In75oecHmMi4LevJpS5z5tn6jHNrH/W1L17f4DWB9z12QOP7InXqzTf15/un7ibdfjuS3/uv5tXRej9V1WeXX8lG41Dxf9nP+0h8dnnvoS/rVpt98g3PxUwCeL+VRj1V/jeNEkJb8lAtIKaWn117VFTDuFbh/X8178sH5A2hJTzjswN9Ifl3fK0EaJzPXub6ze1R6/t5/ER1odvHg3wifcsd8Wv8e10PiltcfI/o5TOj9PKHentbvM3BenXHTmCiN2PQbsJI31X7Kkzj0+UPxRDLlEc/ro23ybQNbdVJM1ARufS/0goV9WeJj4gz7XPJCDDP+laulV+h+zeqyT2XndUwlfP2863AX69vg7mTHpjqp74lO6iKsPwvmNwDXrWsDHJs5BCYnDjZHbJ+RTT4Mdqvvt/wkStqqpRPHHz/0K6NIY3F369QV+FiYjhyQG+l5hAcXQ+WDhAYOB5U5IvTBuPALx0TtOikUvOCNo4NzUtwX2coDdv5fi1HGCCRyeAk7M96kFX7ndNO5Z+1c+eSx/dgLrA5rO3DP+G8lI+qn3GfJi3SYwaAX/t1xwNZH2fkovnfY/cXj+R5gPOzM/adpl/IQbuL+3//9m/Zf6auf7LTayVG4GJHOU87MR1xAH14kP+iA2TxGH/7sCYvsQA4K+UJ/ugc4dl4w4K8+vA6+/Wr93k3+zD+zvmfagRx9VBd/I1Dz/GNjlHpSHv2kcELOldWudL2HPGecvv/7/Z/v33UB8XrNaL/6vjzwJ3ngTB55lf28+WlvqL5Kl3vlHs+/n2HckIvxZ/ez9/rt/bnB/q/15X3G6ZXb8XePhVfp9yq5r4pKXm9+lnz4F8cdeYi8nqX7O8jZvgEsd6TP3s1OpuJOtL3zXgYN43dp8BZ3uB/hZNyAbX/LRE+4RN7eUwP+aQNufCQQhYf1DeCyQUTQe5lzSy0fjwm+mLgo00MQ2TZ5ghUy5LvoPc2snfVMFyW/fcPTicCUSTqjYZ/XE7xwsCSeltIf0XmaX/mpFqEkvsdRvns18mFJKrZ7/j429vxLfuTP0sOtvFlfenXIRRD0ujC/qVApKdvq41DON58y5/04nVd3TZnmNd6+N1Pa1mf0kX/pe0sXwdAPevaxtHSoW3gvzyjtCUtbaXDSNEB6MNjbAJ2gy8rP1N3SH1GV9EdoiEuZ9SIgO0qZ33pJBvQyTOw+Za54xYx8t+ZbTHniro0v2/+MOn1HXz9D5uNlGP8/XtgNEvhw1g2sHAs/vtre8xHxHdtbmoy53+lx54+0N8HN3wrL60E0t1V01i0t2aOLUPatOCz25K0cUv7HzePuwD5gzz8kjXj7PuDgD3rzL6SzOWv+qgxFvFdp9X+xZvAzfZzfCDJ7PJxL5BgyOhKXIPazBNzyJB7PDz299r9RDWvSZIxgQ2zjs2zQuUd/0v8sCadGhLPNfg9n/yNL1V5ixcqiXrP8Ap3P6A3e+ZussLGrx3p/WlFPVGhPt0erp1JWl0CAj0OzX4IPkkn1oCwAxEe6f0Ufvozl+3e8c5f8cOK8vQryOtWOJ1VeLf+ymZgBi3HvZICmBk3X+/kANgvcrb3l3fqMecPOlbul7/GzOu5RKNYVWuXyDjVeJ6Uup8cFOcHkRvI7V171r+xjT9tyTum3oZI5hm/uxOIk8+9RviBfzms6YQRn/2x/oTjXa60emvP1Dce5jJFdpBr3Swz7ftI9q+S5Z6QHfTPTpeLk8zzd7LAW8Z3xu60v5xtqcZ5rtS9g8QzbvHwv0/dbNYGL/afSlPjG/rzub67mUivxeD3WH+cB0Bv7Y52T2JMJvn57S7YEiOXAPTnB0TeD2feIkvNnxDupc+7Y3EMfuAFs9bBazScJnKkBZHkcr0tAzuUd53qV4nH6yOQT/fStX5wcM0jRd88E5ByQ8bLje84/18b8uvxea05yHa+RjvL1H0UHkvUMPx1kPhcv+Fwy7b4/rm7kr9Lva/o0TMz1tFw9Td5a0IV4CJgzvwRdLwFlfYZxq7bLZuCciqP8cohbDgzExSgRjeCHpLTIn3B+4aJndOCmx2gcZBMb+VbHP+L5/jCr/z37g9Zmyz/2u+Qz2YS3tAlmSHCp+m88GJM1v2CYnCuIM/PPDs6M/iF9G/kDeuNfOG8beg0W0FR/PUTxv4Wpnb9rm/2+8U8bg/vj6ph/+xGw9HqxoscbQUDPecNyhPte8KP5LIpFnB/ziC/Eaj/x7i0T/+bC0xXublEorLB1HeXP/LWidpG9Iv4Mrc3fmxeizoj5vDTz+LNfj3lm9vOmzHn/zPWzoXVbmB9Sdqyfz+V+7Tok5hMg23zpc6Hta00Z+6/FO9tS/shefLt5m1vOH3He2+bxSEToN1FPxiGd2dSbCU4Zmx/rOu1w3ryJ9UfusLy5og9RD/HNADiXoR+i1rOYNvGrQn3u1Z7X1XxOvEcTjD/31SwtZ81/FnqsTh49/731l/THpFbsOsa9/IozrFyUPeS735HzU56j+/qP10vKxZzf50eqtyvr2P7zz79Do7uNezI+7/b84A4ckulTX7oS+PuXvNmAk7H8xoFRYOhQg0MdWYKGFxj9BK84hV77S8ImoZ1FB0co/bpOkv8zr38HSSt6+sWLtDMqF2fTCWt6Fh9WZX9lj6YIxt1/BDJV5qKjNlV2QaW98Ks8WtSWF94I8OPb4o9bIs8/sSByNUbq+BRGXr7lT1yUwGObOEIrvPs+0MB/ZdwzEerkI0+wWb/gu+3lQNn6r3RcKGJ+vEARfVc/dUdJP7HcUYT0lgb1DK+2Fk6Yrx62EJL5JN3wElHyZsa2sgBo2ol/ji87JJTR5Rt2mPKgfoayq/YnrvH4dIQHAfKWI+OqJZbxaccWsDxGJTDlJlVLh1avf48zh4i9TfynuZ/lpzfS0vv7lVz0lCbfdKD8ZnpVivsqVja4NvGU2mP51F9zD7USm1MQWuNzZzxOpENJfbweEQ5hW7iMf2NQHos0EgISO+D/3JaP1n7yODtPArqqO3lXo6RCfxB8tBxeHAh0aXgXffjbUdATw4knznP0phu/6JO33BpK17DJqB9/2kc/jNpkSryzF+F0/eX8lJJyezmcA5JbVT4x7yx7/0TcVQeMCeJXfBxtufiGgNJEHCPYShf6T2ipA3+jTNt9foikRTDqjNJ/m8ty/BG/STT16Pgv4j/vHzsiBaToL43WPupc5TKRK2mqie8a0E5jonP+TXPMzKSW/b26hu2AnrqyBA3taOhtw+cr24f6QFZFK/TMT8gj9uDWfTjOK/mWWVhv5fUoe2Nk/cTf68KbG/Al/mw/ZHgfs58l9eC+lf4ROKIOeqvulh9pn1NShzb+s+wyNqJbyU0lR9FOlsf0p8zIwp3xmtFHPHW8RF/S8xwHNIH9MSsHJS8Hrs2VPXG/+pP8qR/XYbbZXwW6SsQfNOTj0HNzwvPyfIWACX+vTicP9iR6wE1ucmmncsFeJ18vqJDUzq7DPoA+NJ1enpFhsLTq8dFD2Ih2BFeuWlvgfqMspWhrlT6w1WKG61tCWPEvPHi+w2/K+CiJn+0qyoVj1w/EqnOqF/nkj25d0zWOOF+Yj4CHI4YrnWDZT6eg7ar1GX2SOXV1zJ96QgRtYAmY7Ud7fsz1Ay14kz95oySMJfsoz8PZZv+6bO0fhZ3nw/WT+wvfbvEpQ/2AvVTOBWZskBcAxz/JCeSidISsSq+Xx6e+GZ7i+9evHzVOsNdu+j1xajf8y/zAUszf0G3GiXPWzqOA5xB0ld7I9fGB38zEkc8voH8aqp8peX9HhWuwoc/IL/1gLJjAyfpw/WSs+X7YCEQYiQrxM/GBD/IfkXj9vBzeePXwET8P9/zbfv7GKc0TL5BmZDVtUryW65UWeffjcY4r+RVqzo0ZswPxax9iiljW3/jFZA+OGNojNvkhdft5aSlmfVyPLT7WcLnexvWD4zraX7NfuUCm6GjnCqwTuOqE8SA9Sjc+CbJef3v6ff+Qlp5nGcVbr1tSLx3kIS18Uj7PF9mjcELuLOW6E3zcHtAbMNWT/se3w2JW8/oQ6KCj9ONcGW3El/iFdMC7cvTXjTy3ka8LfGfekmUwf8+9AQxGVTCdGSvabkCoSVyqw/t+9M36e4pHQxBkF2SMzuwcS8qQ4CudQ/8jOK8oZfhTjzrOBKxKmSCKdUIfBmoy2icO8L1j8sGfmPCRv5ALvpXx+VUGoC5YIPsTD/r8lG3IAfH8j9kdxceJQpJQQukj6YrxE9gRubE2j4TOEryNY9RxsiQXUOO4fKSePe95Xu/x/yQIbYdNbXzZMXuGxZKnkPNEWm7LR54Dj9Hh+Px8jB4x17wPMF24iACYHP26TN8ZklqtZBWSKjYXznfdluqFddpeVID+dd1mLLdxfEnZBf+8V/uZdELMJlw/Z2R9FQ2oHU/nL+n1ZOJfP0X7fKEtGWsv5q5U2dnLwm8a1yuOe/34rWEc4O3HZY/DDhb8ovGWbS1ke/YwKkAkkQG6zGc2mYuMr2LhgTx/MT+RN47PPMZNiqAqaG9cK/pbVUZxddqmJj+eMLWh51xQXy85Znrik17n45L+gQj+tDdfH0/yCGf7igpykYb2RvYDxv4rkka04M81+ZocxiDnXCQx5/J8csQcCdnX5EIO17VI5hxm/ItYxFH3I9L8uz+TTzg9g/yLLSdvIBbvBVgTDzb5Y4JXurr8xzFDfzBudv/G7TH1XUu7AWOh3w0Stlh0fitUOKd43jYFc12CiTdbmTMkB9VAU5se7T8bf6mec1cJlPB8SzUrNcyPojcDrMN5JQCzcpJfi+5jWzmrYcPx/derLH9uXL/Kyg25Ob45rziWbG/Qf3oU2gxDJvPgDeyc7ZvOqwf7Od70hfUDYLZ9RhL59vlhb/0lPfU8owNoyOeIPXfYf1Zf7ruP0UvK5jUR7KNbemnrWtv2frYWxzS9AXxK9WBTGPMRR+YTlHxmp4ItPjcs+WuOC2+u/8DjJGaZabd1sJJM3W6CDLhWF/y52eITbJVuowI75Qk92efgQor8w3STIENbNnDpM0UfbGcZiUAfgnTvCQU7DrsTG3iWLtLCwOi/C2cG+YJqmYi0HSUPqUu7iY2EoG9SEVtLxb2aHGVslHPftn25Tr+wYxKHqzEHC+sPtNU2tPrD4pN/j7UHEfq01N1x1WYiEjd68YY03hbDb1zhyPMuxQL6cKy+S1+wjnxyXhyI+QF7+JzjQv/T94Tnm7/ZThiESy97B+mJDf6UAZjNo8SxpdWt8spXIBSrwhOo8q4KXp9DKuk5NaQQ/OFjddOG9lofrLQELumAa+sdrc8HQLA5wffnm50dlxbgadrejRZjfwP1iSjwI//8eDAH2ZlD2GyN9nyqOdWHNdBr17tUGFcsq15V9wp5fqWEUORf+zDVNz7V8yA30zfUY9RuHWRz/ngucH+S92oH0yDzDt8UIg/oB12pb6vXsZbnQdvtWgkcwhvuN8QQ+UopA5xtqyfPjUTTaH1OO1gaxHNVm1/Pcfg0VMiB8H/+l0p5IA3BWs4wEswe3sftGAomYBkvsWG/5fE56vgWJ9F/ZPPL7DBzj/61T6ZDL4VL4pF2Gcs8PjKHiPcqW5jfKJ95j22WIzj7R2V7ntfG8ojm+sU55Vz9iyWjnutinyLjghibHzbXoW7XHuzfYwYRHDDogyk9IJurUnqzTWCSjt/JJskUpTMDrc4GXqur/or4l1bm/qlhdNY7Jn/MWNTYTUON9QGfUVx5HrJ/ow1tvFbcqoM8cFbhd1Qq754Z9YdtnA891jVI9Vtiwzrmm0wZ8ePv37xwP/BPUUEe+FY+vk17Wo3pe0Blnrb9i9bEfwvKre6PX0W/dK6a02J2jsBiezxbax/7AJv7kpjL8sH2IxAQF9/1a2IClSIbA7Q3ADGupYRCN41DYBtyC25w4chLaBHq44bzTjBf90k92v1Z+qbTqvd8fqpdEt+ko0XaL06p/Yzhy4sFJR0t74lftS+WX+2Nux8IpX3z8YsVIK3mdZxvaa4Gz/Pn+Pb6yWov6/3r/an9En/WHulL6yiu0XQP4oiNnp+lf0Wd30DL/a/aJ9qIviXBJJDeL8NYUWPseLGXBgLHSkpi3FXaazERT9oT9V2DyfhppF7jNqTmCSAcz3qEjJuiOgARxp8Hy2FYg663zwevxfCBI76bMLPEQT2PD8ZoMU4BaQZBvkyuEcY5OHxgbUU78gv1hxTqEulj8QRXbB5p9w3yi8xI7ojuM8Mjvx22p8TSYboBQRqC/giBPdorITNf3hFPj+b/DN/NbHiG/CMyRvnnCI8ruMht73BgzF4xbiOZHJeRf3AjxP5hg/eZD2vn1TQ48ukV/3A8rvD4FLQIoxtDya8Jvn3VJ3fz29HnEfG1I/eZOLixyr9nyl3Jsg+/3D32flxn33ay0vMd+71976jjWZ0QC3fHw1ldrtDhzWH+kQ8uWI3sw5j+aeNKe/FwLM6V7xjX6qM32W9ybJ9d4prV7LrVs/Xx8q7Gc46VG/cvXr9XtmsMGyWu+suwGuQR5BeL9VXPPs+PGOw75s5xesUIaAz8GZMr26NGPd2lnz0enu6wTyKQ44ryEQf5P4L3n8TzUf73Pnr8eCCONJb27fozzoe8v1ftj//85z/ZWzxpoMN8O38VTH1yHk8Aze8d8yke/xUy5M/fKPNyarsymJtAfIuVg6zcUOZbQLk/0J8XLb59tC9D4/ey5sfcftI28hNQL8jI11ZG+gut8Ke/BCZfp4KnFvDVyD9+/DAne7E+Lf/+ya2Wv72JK/xI3+LZr3XEGwbQTied6CqffMLCwmb1Vg6e0JANFOG+PYpD4ntZnv5XjQnBxM1ee6wesBrJUR7xuGh/Pybat1MD/3TSkb5yEyNA+/hEvf9t4RVHbw/5kY5t4Hlc4Nh+0txR1nlaLnDwqyyv8x6Nz2pcSLfCW2kofJgnfqU3nWU+7eUH+zQmfO/HhG8irLTguAmeyJY67Vxx8P2tX8if44j8JbrGeJ5b1Bb6lH/SRRrGe4S3D6MuLJEPXT5w+YG86XfaqW0+CS6Y04tJLhdlCj7pSUGl5PJIOa47rc5qg+/L7QHf3Ac9Zv1AKrpyPPmQTm1zPY1sykLk4+oTbpw34AZfcH0drTvQE3gjvxnVNqtn54ewP6qHzHHQ+vUWNjH/YuxbvSCHsSk8Yh8Qx+YV0dR/tvzZ29vTxyGmFNdV4lOub3s7KOeukvKEn93XCMTPf5Xb26V9qMX+aXH61n4uE/mt/oZfmb85L6a4yPOixkfyf3nzepiPFvO25ocFHn8bzWjWVMNxTzxpF/sbItNY8TeoNWcJjOO3GKdVHkzMoCv+2WP68gcQC1/mK0u7V6f+I+zWLjzwUn1pxoz5esSFcI4H2yzBM/NN9vz89b/mYU3izMtWT+ozyt/Kq6VTuK8d8xOpj+6bSaflrn5KoTXo3NLDxxwDljKekrMIIw/pQ2zG5087+Z08d3KSxRFdV2/+tfZR7/0yHlfa7f2HN4VxozgfiP+NeT3Vxcwh4KlcoaLv9uXAH1RQeOx8fqTXQSAbf/x2JLazDsnOqkvA0OtNlN//6E8FENaUM/853zR0bMzoibNTrmTdJafownXTq+bX0RGe0EXjrOOPvf3yN5C9AtQvxYHE0Xx+udOaQl32P/Apv1qr+k/52f3bQI0h2MfbLDaHTCbzpOcv+Y+82E+5bLO/L6OxsljqFwv1dS9nLX8l10vw7ZleR3jP+HiZbCt/nheyp5Y1ripEK4i/WT8wN+c9/e797dsqvNQ2+Xd0BKzoKSbPVxL1JfXsewRC+0b9XAeBh/PDzA/ngmX/H9FHeMJfx3Usr+2JfsKvxZAW9MKbjdQn/ZJ03lF/a1937Ejrb/V2PStdJa4pj+S9v4XPGC/mQ37jNX02r1T3lf+8vqqn8lBd+tpwfvaoIUTlSfdYn54cuJ7et3f5Ac/y83y8dPId+3flv73xo1yvj+7L5/tkTwd+sj8QzlE/Zc7Ldl/Y8lnZrpxbOoWjJj4WOWM8keX7r49PqwtakIHzS5ElD0pSDrGlD7EEiPqB+hGfccM26X3J81ji9Xza/QnpdX8Wx9lHPZkhxbmyvet5jseUioZPkf7STgbDUfOxNPJGJfx7lo+Vy3FiudiXWNJclwlzjy4d8w2A6l1e3ccGIs1fbnTIgni+XX0ohiBbZJQKLwSennzer2wvSO7qxwtwVzYG8NEdfKzOVh/wZ5tyLO5nrPN8OwVeCj0uQGtL4Asfo5YKfe8Ws17flQ3Wnq/6e3jgXeadjW2si2nbmf7iTZX1HOl8LFqc965bO2HvuXx/LT9YHd7XW58pv/j9SuPVz+HuRuVHNmQOr+f6I3Ugb+YTtHdziqUhn7vLJvZNmrhTNnjxfOSK/iudGluuCHK0lu9KB0f61fxkHpDxTXvmT6b3Sl2cDzHvsFzRfPWvPcB88K4+5Y3n6b5hYibtop0T1Ju6uE99zQx8np03uesvYoOxYTzywTj7gO/7u+Jzb9CT+5P/38fLehMEz6NI3rhjn/k+Fp7V5HPHmbXa5mPOfdt/tU7+j+B9VbdH09t8upJ1BHfFa9b/7PE4ahf18zd/GT/aP7Py8/SdvAEc35U+YzYd6h3M79Rn/xHemVd6gmy8mKn+oxtJfCN4/SbwEc2O44pfcEMNtLIIosQFeOjOJ0kOcd55ws4zxBN5g6fa1M/Hdw9+fBkHXvyqbemgD/yy89O0pMODZniyJr1Im49026yUrWSvb9trWxpjFurrK37Uz9PxyT6BJ8Xlf0XDG8H52FOj0nE+VIB/EpOvblWEtnLfm7kt3z+v5QeGT4KlgSyXp8Zjr96wOKNYsjhKKbWYBrqV+PEEJ9vIV9DD6oK6nHTA5qOH5Hfof/bix1yijI/mNsGO/YUTJ7GB/fUJMb2znxnMdaUfkOxFfjnvmas66aVePUqrb9Pv53zTKQ2fJ3hDmPDapkkBjztAPDEUXohZiTH8tqzEl66VlAf42C/Eov85LwlvSx8fbe+rWqL7SrrsH3jRZf+hE/BFnOe558bX+zWKX7uEEJ8ldda2FYCxLOvyhuM5F5HK5OEAnae9HECih2WsfFI9uYT+8Hf691GuiuzsbayWuFCMf+mL0AWsD7datNvrOo4xa45RveAH/ZKNnNd8A8DyIQ3Kc6Oj+bXTaiP3eRrohn+7Rx7Lm57gXcmk3/Locy3KU4j6ynza5UM85vfa/ke+MYljQzjb1IMl+1mKT2JdyAO4rG9Mf7IelsJLZJLvEPmpHXH+hu+gp5R4Sx5KjfSPefA3c3f8V+WVt4UiF0Q3oKhjhK8wxp9CUOObuvN9UktjWxzH33LCXM4BISvNULgk5732W1ks/dk65Vb6w3nkXEKGXLz5a+eV1cXWq24bFctvA71Fge2DawUt4vWW17PmpeL/nTifaeH5z3D3+2ogGhId/8VLb4YmuTmcm/HcbwhnDfhOkkuIlfdvjO+D46z7t5D1JlDt4xs2JDx1PYzEf02p/rMXuu8zH/w1nld8kaPyv7SU5etusqStyLb6mf84j317i8kSKWmfdAZv5huWQ9I6f04ae5XeKCZTXWwgOOs/NAJja2OIVMdLOx55R4DzlFT5+M4dNc55/vknrXD9z5AeF/e+FBjPZS7lGGnMMK5pGP3JfaHvJ97lssRfOiNvWI3kQS+szbw+BDz8UV+l83E1v/5ihSsPmYvoI4xyiE842/eWmv8op5dPO+N98Eyf1f7AymKdeli+gNX+NMOO5GzL50qdelEP8iKc7bOl5QMZvr3iS3xfen1HfIhHet8e0T0eLvF38gbw49W7IoFO3uGhuO1E9Ilth5fimKRItlywFelSTfXu2ZRrhLmD4nusg5Dl4nSQ3wvR/dc+t6pwcb3Ncy37J7X+DCue5Kw3ECObcGxY3kCZpQomv4UnAra/Z4bFkBci+94vCGLhWhzM/b/0sM310bpl+5fMHotAP7XrIS6OywkGpPOkg5q0uIT+SaUdf9nocQMKK5lrUAcc//DV80eOuQ+t/CNc78KlfKyC0VcQST9s4IMaRyRn6pKnVydjIV+odTDPp1N/Oac/SEf5HGe2L5c35wD/poe2OZatxhg7Gb8W/tWKPcD5Knlg/yu2Y249VMbiZHAmdtSv56yQfRlxzCintrbPt6V7XQv2IYng7+iRcr2Zu7iweuZAHGW/hTegznDci4EVZ8aR7KGSjslVRx+WaS7ERvufQAnKlfkVINwI+vVN4huj/y9Wb26CbpSxwwprEvYO/qB+gJ9aHwtDyz+vfwXe3vTr5Re0cWHif/lVsyEXm194ITdEfBGwxMfJ/c2W0smHef4H47+mh34ctzP+s/4nn7XUL4z39QDytaxnG+Np5++bmIS5YPPVFbXyvHpyTs/+x8eT5Xo/ybVryQ9ZlTNbHM/0cNvml8PE5wiGMU1dmCdTlDXDBAf5OUOac6rcTYV4rg9mbTO/NvCcQyy3xT4N8fFjdMj2IP4O0T/Nb88XBD/873//y4JxLfFV++1HWP4vjYGROGqbPzJokwtPhoJg8cpx41/Y+u7UZkJjV0liJCgnOcuTXLNg0QZZiOUpX75ZkKXUnBJNvjaJ1t8WO3T2GPEt9tFn9cl/bz/9wLLlJSc99FH6hcfCx17AtDd+9WmO1i7xg8rmeFMqS55k8UaNyKFO5smRwn7Eh/Tk60tPxzEknu8nfFWSzvKzFz4Yn5aPwHCBRKGWHlDyJYb2q0/Zt1N6fp6m8ufcqwhlvuYLMKme5g0g5MdyOX8qP6lUuiIP8gWWEl9yUA67FMvZR2buKRvxwzlvKJfX1+62YM6v+r0YjvkG38sfxlU6PJ6Oj4w92v6IYJofiG2CPoN8G0DOf9L4ctYP+4tuyIUlWXl7PEdtx/4b04suse3KNa7FsiJcyud68VF+/JFvxkQ0Aut9pbpqfk2jGrJg/mqGm2uMoag8B/nDoCZRvU77/cVnVc6CV8P4XAM3ibAO4iKkRJbcxIRPYDdOOjg++EYPwPI/c3N4JZn0K7y+f2X/KsaEHjpTB5S6nlp6WI8LwbAXtos2Qms1QyyBLxCQW0rOyCiQg0oh7vZnGal+cH9QAbkC3nG8tnjaom3QFUffVlyx0bZ9vfW5+CtR1ZsUoh9lgdr6V/ak0KPlQykNtMY5ezfKxBry8E/f5N3wV0LJ+A0q5xvHy8mvcxnEqa+06V/mX0elzci+yhOesPGnZHfXqr6GMWG5HJhPew2ZqQa6R/aCotpsyFF1+HrDuuAFenHsMSD5X5pw3Mc77svm78V5iX3LHszEZxi3oliZE4GaWbanz0Dz0YyBge9Wsy/SXBjz0WCXnMb8NJPQzNAZYu6DbOZAAKgL6r/d+AJ25/F7FFdFSPTbdvxdYvgOB/WVso1psQ05Hrj4a2/8gr49Wnr0UQ72MppDKRdvc8g+hXiWn76JJ+NIXS2OrYNHu2dajWWvL/jJGpYq37AXYHxplOu0EfpG5mJMwL8eLj5qtKqoinpXxd5YBc/8dZhJnve/9TXj4LAOzj5Lj/UrCRW5xXDI8fpZGp8vmz7XEP7FrsI/7/NqUsJep3q8UKfxpO9Zph76JuMfGV+nU25m+lYu48fOD+ByrvZ6knEcv+w9V2LOyJwkfWM/gcCij0ouwXiCViZQ9ICQzkfhWeZPohvbaATmquxPsxzftdVWHXp0+rMYxvi9Oua9oE2I6Erf6L5dyAnXoN1kW9FobwW8WaXox3Hw2plxwVT+KN/YoP4I7DM0nt2R/GJpOT8sLNdX1yecLvm32DNhidHfx79lwupi66JP6w9eo+zSYDGE1wcYZ+SX8dMH8xPnosBBzMRQGIVFq0uIcgKI67MfKZ/ANuSnmqMKL7bb69wjQXs60i/ChdcLNMe3/SNZZ+A+l0FfD7N82Sf7YKZtiwF6GW/VX/sH/hjNTyWc1hhfRPL+Wt34rfTUI6ueYiB9g2Wupg2brK1iv+dPepbUg+UIzv5xKf7i+t7hfci1pjF/+ptjgXnFMUzra7q+i4OQ3DAfnL8GtF2FTvDTWDewEsl53mfO0LP38YqPH4/Mynzs9ntdSaf6Gaa5Sv9aePEmcjPjqXZ7/IJb+32ljH9Oh/ANxxG+TezLCxNeb+Xi5WnPTo25box7jT/53sOF3N6gROAweHbUGeHLIO9wCHAQgPzLk2oVbAGPBQiBNwo+bg7AAovl3oK5EDhMVSu6e/sjuzFWRw5cfMFmw94QPkL/TNzRGD9Thy9Zd3vABizqtm1lySKORTCKe4v51DpyWz1Qt+3UbPoFsY3jZC9wAjxgH8nfwr39PJoPWmptXdVDOY1r0fpzXa4bj7H4QY+hD8fJ9A847ICv24mLoOlLbesNPpGaT8YH66PExmi+7Wjd4vh9gm+32E9qNfMKY8UTQ5F/1/wYWsOYMXq0839IOemY5UlHZuRKbmrjFfHBQ25kt/3sG5V2PyXeHWH2cF7c7nseC7l//VhbfmR+e/18O/LO9ZiKuD4XhhvBdxw7/qpygvlZ+55UORIbh1W6YB/82N3MP6zAownK3Gvy3EymnCvihmG+aWjy3x3nh9E8xIOi5RnlmWKmT3OyAb6oCv+Wg7HE9huU8vBAiQHchC/nB49WLa9dRQjmr21b2fbhBlyLsNcjLN6onnOisYm5IsvMm5diuz/vGDHs4FfH9yp9p9C9gJIXxG/0VS+Cfu17diBjvkvqJm+d4MM52fBZSv1C+GM8YObftk3x+QOurRyfBztrVSxvR91D+ixOOB9+rrcwaKZepJusFWl8OccX/GfdEf8Zfu2j7Kfml0FMU5eqnK+kAPbHU/X2wq+2064iuQK/VrMzy65Kex09xnsw5geUQq6w+cK3Z6xaup8Nnxnd39iHdQJ/R4/o3Ogoj0fiH/gKaNwrvh6w3hg6iMGY2ymBsZ3x7d38SXIjr1xOs4fe98ZbMzgaeanNN7lOpyHqrI8cZzlnP2ibvtUkr6J7vXf58wnt+E2eXS7X8bz+tDPibPtQl6eLZKOl9qxnqTxdoTEAWbgmMj9RfUz8e/ut3bQXv6v73WYgxCzjKxMgO+X/lvymOuwuPs0y518Vyieh+QTLzL6bFCxsHjM+9+qIxRoc0wfHz+UzGXPBQx348qaFaMKYUL003ke+7mlALXQjGuV/Xw16YM5ig4dw9gd1YYn+WPfUEfiPvmXp+e+2s/zCP41EQ+b1oa5cL/jEYP1mBje+7PePt5IPhGUZtK+Rfryh+gYOT+ys3H3umjv5hCfesMXBN9r0Inq/Z4BM/lU/7QuvmJAFOfK7YiJHfKe21q9/TsOIvjSjEj3/wEptqYxNZe0fkcv1R3irX9X/hukbVq2eYrPmoEhdi6/9yFfJt/YOaeokLn3JNugIY0le2sZYKZ6lJW5Xmrmj+IgJiYsP/N5NWaC8HMHX+JFc0krg2tZCN1qJbf8m7wYdXIqYTf/Vng06g9LRlQRc85HBbR7MMb60KLM6fSqljF8nPzEgXp7HZR7W/FHadp0gPmSTH0oLn+nV9NEul58lH2BOl/0E8DwOaRuG64bVFeN5Su9AzIc5x4C/lnxP6m9F0/9LWZWo+LO0SV+7F5Wj+At2tTvii7GJ4JXIVPbtN0Qnq9AJ8uqaKVMrw7o8lccYN37duXSS/S31JehEC66liKXEwz1gJTpInNF++gvt3F++CWUk5NfPIiMvv8i3kGOxZ/pZvLhOfeLezw3F2+GwL33mMo99WbI4HrCQ8XLVWsyH/B+Cihzwxr/oOL0+FmZ57CASjPL/9FGOup8rsqu9ZQJknbJaDCbGGYDUV+uVngIWJfe7r75uMlNTxl3GP8KzNqOe/d0gwnf0OUtFEP4C72kVb1i7Yf3h+V+OzSyI+pQ3L8tQl7AYqvL4DsYh/Sjx+Hi5n0uCzuui9x0xklgxVn+k9QZ7I5wvEoY2Fp1fv/+XcqnAs/Rmv2ff5MXalmYG5kx5iIpzyc8DnJMCJnmiBGMxbVSoXnv44POrnGvJeW2Z80k/xv0R+SO9Yjjjeh7P9A95iI1ocT7AR+JTwLIfE4DnJdb78+uzlABeyj/vX/bdKUya2KOeyv85Nfq3vd6a/VMVEMMUxnOhHKQZS/sq0a2VaHytgG5e205fTwP366d8q5t02XXII0t7Jt/2eT+wL+eAmPUtUJWDsWIgfvwfk+0FAABAAElEQVTzs0xQzlMvjHCvt8djm3LYnpUW19ZB49uRfHt555a93qbcmU2jPthDGzDW+KIJjjng3l7Ph/3k4dse37b5Ygr3jOg7w8fyvLv+Lw26m/Fn4+cH5i79OfiHEuGGcOqL8soYgpa8NsQ+HcXahjr9aRXJN5S4XtqOr/qtHrBj4RnnbZL7qjiPc6WNcb97Dl3R5zytbM65FdCFXjiqj4GHzbFgctE6L/f1lNU2GD0wqOIcUBc09FP2Z+Z/gEGIWsaJAxXiXAfSXup/nePn4EC779MWAyUna8/NEz5A2BZd7rPvGifxN3STE276ClzvH4te11fHt9goecLaC71su9f8D4Wk8Hyk3eCNv0Gab5yqD4vIBbqm0zWEJ+eY6/xETfr+jnmBvRG+YlJ8rXuGT+SOL1Uf6IE7Ysyrx/j18KNtnLthLfI3mY/y+Uz4vNGdv+ZwJ0EOjAMfjC3/7hqTgbgsZ9Q3g/NiPnCo4ywmK07aq+AmMG7O5ONC2ocO9Lsw+8s/sT294M+/3Htf5l/0AOY4/p5xroZc8+93eyvRKz/eM0HHrVzl8niyDmdaycbhpQ6vxLk2TzPfdS7DATi8f6pf0H+/8ur38/y5DmX9X/WBm9HNAwlURHw2i01ifqaSDwDv6swx+tP8cNb+I/6wue0I3a5u74bHVPRMvd49Lj/+85//lAzduqUGBN6WmBzEI4o32PcTjyXwgZNu7aWy3ORh0muexCFFKk1CXMnjDUO/0ahw9+aSkbKozp986omP3qGM+Vd/fpNxqW0n0D+ZQT8RX9ZjLCKtHPaTnW8TzpJ82fblil7etPBUfXvFx+vB72j3nICHJ1joH31zC5j0BUqOF0vLiXgW5utCZ09+geEvdPh+zwUnrfVCgYn7ijeaIwXh9z/tE2SVzlV6/5W0UPnjCUnZtFvS3/gKsvSv/mR36cxfNZfq/Dowjh/lsG15RXXOU/ZhHoPHz5997BJHx1Eh41o0vmPsvkdiwdujdspGraebQeBn4Qs++PP8NT5XsTi3r+fr9Vrx9/jjtpWl/gmXn8qkvu1SIVoZzXHBmNtNLqv5Z9ca0jRlnR8NVBvRnNVerXV8qP8gvtwTyMqo1Bw/7+/aXuUHxydzh00RvFMizcTfPwKoBdFOC0N9FXctnZ7wkbbtF+7yNhRtRy7BE4E4GJvs0/Y8Prl+9HQy75VPmwfmb2Dp+kQ/kL9oq5/krxBf835APhGcMa3mH89N2y1f6ic89Sun1T/fak4DD8VfrU+tHJU/q2FQlc7bKU/FS3/bF8Wc8qFE4R7hEgNlT2d7Oa4tzLaKfvgurAuH329kVokl7WaZ4Wlec1wuiBQRPNsqeaLja/IidGA/9clvaSdOs/0LaCo+g7ooTvjIDh29eJxKeh2RpwBWDiFSsZsXNOxNbuCv86Jw9ectVZbJv5ABe/E3xK+EqCx0b3DnjbGfY7/KOKv8Mf1c7n5vrIenpx4+Dj2ettUGwDwd9y3kq3TnauQPau57wJtyRlwpn/Ro46dv8BZwf7Q2od/zJz9Pa/nbPsIJIz3Wv6RKdxD/o+S9MH91VGsA93nkRx+SknKpn7ebeOTD9rAs+aHny31A2nvkt9LYHnLqOn6mk61/00Xzf/9Nny7vEZnw36PXpjbzV+WTxgv/u8PZiX6IRP7MvgzjrOPSACAzRUeG5ZsoRnbWx+hO+6qeJagyDxNgpBM8xLmPf98WlcLxNvIjuaCserm354UrPvu5pn2oiT5ePuNXcVs+1If93H+xfbT0/JS+latwqc1/oz7tM5ZxMeev8uJxY7Dqt2N4fiM65Sw1T+f7R23hr/7D9TrudY/z1Lwk+YJtxonKEX20f6SfwGUvPMPZ9VPLg9d91P/aj7n94fKS3x8Re7VP4jdPET8qbYo0KSGjou9nOgn8jm+s4EXB1FP9Z+JUfCzrFvrxb6Q39fDjQngtTS6pMFsx8i04rFdeiK82/nw+Yl7hm8whv1uAbfzQH9W/JQ8STpHaT0hccp0mPvn4dkzdQ4Ve9tPSa/Uv8xZ+7sbF4ilfzi/qwx7qyTbHS9siq8dTDNQ8X+1tx1/hrAl/f76g11uFfhjfNdbIz5XFP6v4Ylw66tpc0RPR+2nsF1LslZ7vHlWPRT7Uy7d7iudAvB6jNrSxb/5SO5MyCTpUUt6IiP4a9a/oSef57NL185IcpVzxwfzHnFrhtVzvbMV5iRK+wTHeOez8DOVduiPRDZPdBUe8r3+Pn3hecMNp0rv9l+OlxPxdsXPauA1C3Ad8XfJoFZz5C9dreLEzUwmgZXCi5TcoYCF6yAbmBMu3JoFt6X9zzPzeIG43nIBtuvOI99ug438/7/N2/s2UrxwHe5L/zDFAbrb52befqctMlh0bXFS1B/raP9t7V11v8t3FcZePHx/Q0d5dHn8Enkn7uHhlY+KZ9kG2Pfz42LbF8/VX6e/1eIf2mbwT7a3ewZa7dbBx8lfO++TQ97O7XYMYv/jaNPzhRld/s+tMZCDXtPnmDJe7aWCv3+fvyoDn6C+Wu7Rn8bBngKwzhz0vRJ1tOy8t3ww3w0bZZ+WD90iWlfun1f9Gm3UMTQAp8EU1zhuWL1LjjcQi943icwQ/q77IgryeA2By3TceG+YqpUQe1NZX7b09wLHf17I9F96nO4f5rPX7nHbvQXV3PngPq760uMMDiI13jg/odmXfeoePZjz+pXLeiYSvzp0qXpHi+cyEsy/zSE+M1K/oaZ6w4R1slLjorxf+Qe/l6RMsaWFPT3XxIoeFg24Ir0oAy93UEtDmp+h992aB/g72MqFeFR8rYTpsW3yn/mRfyOgEkGPD0spfPVmxK446WxlWjodnvtkVq10c465ogieagqeeQv6ZRJ727J7AVXcXxmcKMHH6nWGTaNb+I+Ox4nKCDqeqToxP+sfL8W1KiUrMVc5flvQr+YjssY49X9W173sdRO1ZxecZHbFYyomQfTKRMpGr8EYkcxbgJW2cEZZp/PiTEeFsnylFv/deYM/YlUaormsyTo+IhYVm3ROuBt/1YSzzvxRbeHcDxyMepjIaLKo6t6EH9PuVA7nEStlfSC5R3AXTU92cWz7eeXHbw8dCoGef38g/oiNvW+YnEvMQSUyxL6LfgVE++Uj7e43fHR7347RjKvlMLtxIPsO3SIhU6t3qAD+3PGz/uMdivVE953yZo/k3iJNqWLPxvzmSU2T81P7YPw2VNNz+iHFhhUCD/B+DsHrFVgbKkgdCU3cZSK/nCK5MnjOKzIP+QqLd00B36qv6rWvk6W0HJWCWL/kj56Ge9cqPdPc5ZS05woA/Z7xW/RHPazDxS052XT6iz+iXa5KeS423XmRsz8m1b/+29vuEIHFkpbT4tkfqvp9+Jib75cXIj7TflDhl/50l3nKCfKQS3lTWN5/EVq+fl098wrlusz0uW/60W+Xhbf3e32N+2vM9r03y7SXfSh4lf2KpnHMyyOdMmVVK6wEkJ+83e0Hdj5VckcbG676Uafaffh0nL7VfuAlcckG7tp9YB8paR1ksIanWT44t9MZfXp+XjogRvO0x1iuhJ3zeqbvLY7YmdUwvAzD+ssYi1jADyjco5pgBe74FjPqRg/ZyPjOWj/B4D1zde9IW0SvHPjIGcgI2ik84OF9lzlAm9kiyxnL/9gRVbhTBWEn5t7xpzXWL6xnbyND3Hip7xlf9PsO63udzIeWOOOP6l8zbNjYbfLP+tGtJg5UblO/lAk6YnAtI3CsHuW7hx4c0inetxuup5ML7Iv0bzsR4XokRgL0/fvz45/v0K9xVJ/qHJf2vGMdqK3rKkTi4c63hPLqTp7Vd+NtvmkQv7VW7LI3U+Q0vfc9xCOUdpxQKTz/SewQfy6X/xxjo8fJ77Da/Htej5Qh5+CMfli3WfuvffdRXYdoJoHU63jrDazjr87iPbSMIuKAwINh+rGTlTt9RLvSgLor1p9cYN/w+A3e/v5gfTP7g5u+Or65O0B0Zz8Zpv70HJ6v98bNcDAw8mXt44r76Cgn4r46ZEQN6nCjowfhWyPma5RVZcJ7zqynFZ3BcNGrUjvbPcIj7B5Yn5/qdnsBXFErsYxN8J+fEC/aRaTOHNuVY/5SToTauwL/wOsN/U40dNJs79nMx4p+K05Adabs44E++LC0t+sfHlX0NcyaHfyzlT+rBjU2EPHydf2ykrimR99eWz8fn4fTB/FvJTKcNEtLnDF6x3+5H7OLfI9XIs6sIWO0vthW/FREaXtxXIAbyz0TEfGze86rndSWPgdzwn+F62vPtq3PmvGSbL2nr/loQyX2dLdCGNkSavQfM+mc90zEWvBlax6WQXbH123edG1f4HPeptX9MjYvwvCA/xop6cAEI+xPIURsjzIfA7PpTBNC/HL+83mwIl7VgHSMNKyu/uRjfYO03uNXbp2gwaTuAtZ5/Z6pBM41xfFR6g91Xr9L3HP8+CH147/zBDRXcRPmd4xKBhRu+Kb5ziFPme3obscf5+yoN5fyk+OxVSgzltoni9M1hm7+Gsh7YkeUfzLm3qvPEebBxwgsUPR9ux/ic2Xv28ebrz58/U87AgyJ2TMAjrY5Gnd25ab+q13I8Z8vrqXbtpqa8Pg3f3ZvdKeGr/BM88A7r3VE/7u0P97n+S4Z+klX4Pq8Wc7XIuY075GPTlC/PpQsb+EmGfFS8klQTX+gmT9lJekOb+lIJtlHWp1rYuVNS/3yRJSKgglGfwFQHLDCSyZGUcHx8yJOA3u/S23+CF/6In54zFCQy7EkKZLwEiM9FIfIdshl00MZBdwYL77W/Wh5cRIvD2s7aovle/59lFfRjzxPubxzfFHHxQfnshf4ehnEc+xeU1I9ctsuqX0Rx1JcRD4Fx/LwdhNtNCRdWUPIFHjwxBw9CI2488hNCZen99Ut+AxTjAO/xiaN/fokNc++l06e0OcLB2Od4yvzPPblfNOjHp3SmYsdnSk9blL6t8cIy/bTjv5bDqrXWV2S3ecHr04YnLvhitNTrVm+MjcUnr5Wmj+wf60AbWN6gxXTO3cDfsqjrGoEY7xJ/aYzacWnboNBl6YD92b5Bvuv0oV6mHPgHusoT2+A94G/Y7FXX8T/nI77Em79ZP+sm7DNsu2qdaDgBbjKD8SvjyfyiF37hOT3YD0hvv15U0v2OjRPlIzX0Yf2Z4XgabffytU9rrX2Sp9FLmexXiufXoAP0yb87meITba5D1vuq2ch2Oz6KLbURjcW7SD+Yf1ZCWE9G5jd/rbGFF8dJ6BAvCHwgLiZAlC8IG+iZYx26gP+CfWhHAGR85fEt9mXt8RMU6SigJK8dn7YVMB7YUDEdvwp3Fb6lmy8WVp76jSZAlzEYaGTlVHrEkXy7EfZf7RiKAiEseYP7J+S/H3m9T36qThJafHJ/oxBfo752IAmDfj7W0QdYIMyzvqkNH/j8R7+wPCZKbfLrB7++KmWWzPK6lSpLdOTcpMb0Ndu+JL0dH4sj9Jw/0kOtSQsoYZZ2VLe/nSc4/jcgq7yiFn/rt3Is4vxv9Nb+WlnZz7WI9ns7Cn3Od4lpXfepmAjSN6WkzfPHqoat1Plpgax7eYQfKAt/XCxG/HIuS5zTTuHH+KZ5nRSbV7rOASDLb+UQk2+a0Y/87XbqQTyUcDX3r4duogT+ZTxRjm9DHuZkhqdJi3mLc6Dqs+Qgzlng6iFzgHwVXmrJf3h73U6PvAvOCQc46VwqCWvjR+cV9MEf+fO3LPPa2AkrgGy/j+MRMuyU/DfGuNIzn3/r9UN9EWsx5x/TWCjprb+KTPjxTPxb9oN6jav6pi9u7GDOyHWMfl0cMOr2//G8G1Gv5dA/STvEbDlYZ1wSfrTkbzynXUpMaoelYOD3Pj/yK5hBZ8zlPLTkElou85Ry9RuMxA+43oz5KuIAO+WfIH+dNyCgZEwbOcw/ed1KcNr5M8ek5IiAU72+F/XFMDfOgS7P3f/JXNcXfOpIF/X5hi3iP7aoh9LGUe4awXtOgLRxBCVaRdA/no/URWnaPSl1YUx7HYTer7+8KZ3ODjIB9xieejd/Uv+OvgJG+hVvpMGBDjvzDded894iuyRe1avYq5US33U/mBc8rvf0vc4v+oF2sK1qcDwVcqVmr9VnPpyPhSmleX3YZn74Boe6g9f+HfhUk/JGxL2fWswVfYstLcsTdeFBj0QU7wM7Y+9M+/d/A9gsZjNDjvRZJ2rCOMJhhYsMZCeObWvCXnGx/TZoLXy3/vGNSYl6FT3aVWOX3efCo+mXtD7HhBswiuaCkRMPgUGSZdc7ls3iwjN5t9GvOEG4o698MVK9TDhKv1j87cMeY3+cG5+QX8451Ih82bYUgXG2++3qm/ranOs2Dm9n0kQhbOxnU2u88eeYg3k07hOhd3VxDB7if9jHdYDlEcVBX/xS9TT0hBnQO1SZS5a6QP96BYuZakm1jwD+dd2FL3GYOMv9Am3gGdReOCTW31LafZDdx63tlws4oBePSy78VRLEsZMacDDjtRbuMG6kL3ONF5CzoGRa9RPMLFMcp8TTC8xOy8/alJEV7YPZ9QZmUas7VCGvdTxivuTxT/HwI19otZ66Q5cZD+o5w/kkfXnOrf39KGvyucOZZftRCnV8Mdb0D8ed7Q75oQCenuiF4IeKK8yt/ffKyxdD82LFufsKv3JMYZvI5+VWri9cf46t0bu+Mv4t65+eUcY8ZM6kSWPWQ2BmvelKS7o7vwptY2eCNW3LFzLTt/vwJ4xc12az9z8JaSflo+RYEOeOkjwp5w6ed/Dg+d743M5LoS8fNY/I38t9jzbH8T20KVrUOZ3aDzn/PWetz3Hn55aNiUfF3cxGyGfSe8D57Uw0+sr4yhzdTbQrphf6oQgTxwU2lfTO+K28/Dhx/KrUWsH1VZ7P8jJDvZxRsT5P5egaUz2THtr4VX6Kgf6422rKeoMovtu0P5of90l/tJEbxl3+DWC/gaiTtSRU3x/pRBw+LR/hWBhkVDmpg3XyAS5gaKPEDSScOEVHeo424WhP1YFnjtq1UUtbhJQRZD1halD9wIC66gK8wbah28MnFn2QJKd/eMMaJx9GD2s8iU6V8K/d2CyYcGNXF7gF/qCb/rRjD1S52F+e3KubHfHCgJUDM17mNnm5jklqlic/i73Ax4PD/IpXPIFlwq8nH0Hov1H/JnzkP4X3jOxiWp8g03BvCDjvMAexGcEbAdjK1DewNq7MyFjKOPAJNfqdejZCtxp74xuySmOIOXR0Doe8LgBhezOXE6/YHzYvtQLhR9KgzDfby0WdzN/MnZZyr0XecsFD55LCGTgH88dEfB4b+Uj+kdllH8Sw/cgI73iof16l3Wx+sE91y3mgcSVxdMwV+3k1+hESuQ9AzCMu0meK/UAX5NYcJKkv6g9IRiDKl3zFWIdc8Q/z2IjewqEr9CZP9K3pLxpgFQjq1IV6+HZAchoEGXiAqsrYyE3ExRP8jMTskXDgrWqMXwtjfdZHnEeWrXzaiJLjUEvEOGI9x3yKPxif9lz+Qn2+0JbgpOOFN7yVsXdAJ3o4psB8y3qksu4bYtRtKG0X+5SM+Z4P3GkPa/ThXGdiny1pZz6v4DlF8vO3b+7Z20P7Oeou+1zajpL+YGn1hg5ZH4SBTILUvTu+llNUX49/RPVoWOSHR8t8FH/YYsd4LCeK6Xh8Yv/4i40qCfLtQXqBl/hDcJV9l+ILHfHBI9ty+muQrRbjus8Dvj2mlB6fP0gf0+VJlbp6/5EP6dmO+cRQ+E78l3yZ8gXOI3FZI/tRJnQlVL9Tp9p1U0VzEBgyz5H5tw/mtygWe3zS7ZUqm/FEf9Z2idPsMyx6xQ25P8UmvhkmAyUs98Q6LMoiGO28pyzCONbsR4lxkbGJx8XT0C7LY1b3OmkczKiO9WUbyj4s2+ti7xi3+7Bpe97b5L3Mfbw5blXG021mzLPkvGJ53Vbadp3TeQ68XkQOv7p90X32QgZt9vPkI8jh1OntS+Mz2iV5hecHaZ3OXzn8QEvS/BsdOfXmPKj+H+E+Eo6xh398zl3L5BycYJYxGMZXlz/As/cZ6f02PX/7RKIQNu1asn3KBok8Jymm1HW8ZVl6n18wfpeSk79/I+aSG6vq5ebvknaCUP3vcTh+/ZB5zIttxtpjBNXro8Vp9Dd/kmWk/F0PFFDeSM4j4HZMbb2RxRw6yWPAH9JXZjUaK2S3Qt+glAf8748B7tJ3dXoYnl6em4uAM+gYYHLDgIHAH28QoW80OMAhD8zjmvRAdPFI6qWjnFxs8pIBPh8oKzHg/+sngke+AgQ2036TLldsPm+/Pcl7nJu3/fM9LUwf+QIglEnxfP+83tblXRE5jzm/309P5CHkmPfTLNJoJy9pTog4fDaYjo/f4Of8h22izQufzbwvfb888Jd6gHlqtL/7m9xCH6BkPWU+rafE/xtnaynd4cJoxrl50cJ47LLMekKZv+jwF1ne0XTuDxhD76jjl073eWA1zpjT2Hsz164lf22m1j76wjjqAVlb+vWCcbmK46G8m8OV5xj5pxaSULa9/Mt6e4aDNuXkhX+AcwZMvthj4P9p/58RvqCBbr9/QqmEiP3O7qZkwZfdd/Mj31eW8Bnswh/yPa+73KWT3fscv87Kmx93afPF5108wP3ms/Vh/kLy+ozzmfrLg+DJipyDn+3Fv0ce/X02VkhPj/k24X97Sb+c9fPf7r+z9n/85z//SSkEiSQXNSmyzTcBzgrg1z0M6XmnHQiLu+3QqepVGPobRLsbGPCRYDu2yfDyh3aVp3kY0B1degKrg8EFZdPKJyxWv4UU8RjrpD2Us0vv8ZuvHFS2pWbvaKp/EWIij75nu2NgAJaXAW9XVf42iUGk/3v7+5NSQ1arM/+C56wfTIb97gmzKtBV+FtMDlybtKsCXKX+tpOB268YMeB1tczvX6nkU2qMI/7Wr2dy/aQkHv/8tJgXZtr8DZuh/yvuKj5j+ZV8WBG+4/HhxTl9mMWyKi9gJFAsn/mFNGInYhrrQHpQpOQh9o/KsX9iucIHtq36KXGEF/vd6mNtsHXBId+YD6VbfoQ1pV2/mo69xpD/Yi3cXpfv4mPNmfD066++CWIZSJ0XB+ADjg/9wXZPdQxCfqTa4zuPCfI6Uu7q4fFUBuL1jF6Mc+Vka2N5Fiuqt7rQr+THvM52xEFgLZ8er9U/vxFjll7K7emEbyRf1i/h69+wGV24bfmDd6tX24/Wnl1evucT69Py9j4QmwP7onkb5a8IzyuW2lmOo/e6eDJ/4Tgan4ZmUxdL04yO08/iPbSe9La5kHaqf1bxM9OuHf8Yc5e/8KJ+5KV6EjIqS5xhc58O0im/HV1HvHfge3aqPsKTelIC+wnnvp/9Cqed8pYn6Yj36NLLo14iN/I1xyftE1M38gl+AxUHaPkGgOeLfSB+axbwvk+kyWcvU/iKDOZJ6kle1IFtlhUPSTodcf4TyfPPVq8Vf+bhiscTlJGQWV5Bzpr1j3haeMl70Ic+wbkQ/4iKb3LnjZXW74JBWuL7stpb9vu1Xexn29OxjTflkNPhvyorDR3a+EfdiF/LVV4P/Ef++Zw26K+8b6xQ5opljtMU8nlPm0p+cwbpOz9u6k8+lA8+5CmwdB6IV8HdcXTekAfpfBsyqw1JXNajvGHV6kNF2vlHqJZ7eVvx92rUUXW6qofQ037y7eXs6bfCIn/iMT+zfbbs+bYx4/vXctZ+zTHiriN0+WCUB7r5gXgpMi1NweO5JPn79tCewsvu1YDL68p8E5jjTT6tv9ILNiXfZdry7U7AWV1/I79RSfmj/iHc+miIlDqK/zjvicr5v7om3/oB1KN5vYoXSj5aijzqwXGi/tauskVN+bOXQXr2cP/n4ezfLcf0ojf1bfmNfUV+dm4RRh649sfre4xjxveoTVrisb1bku8ufsXr5nntkcoojgd08MWv9HOXq+2bk7Ld7HzNoII+ga7E5zj7NuffSAG//o/wCKcctnkdhu2+lFiDXqS1sUV8r7dvezy21yWuYwNrtB6N50LEm3pFfTFslK9ibIWu9CLfFZ5wpN4cA44b2yoXNeVJurbftqiHhWn9bd4AVpXWtShA11QtxtpxLf4jW9YenDThwNsaO8fKjjiAZAO/w38HBxM4WlRXtMydK7w/tX80Nn+qvUfsom/ObkiOyOpw27XIdbNzb3464hub1ONGlm4RvpPzs3j5fOjb0ENgMn5/ew561rh8yfnywC0euDnt2gsEt+j3AiZcKyPRyHXoFzvVeTOaiM8MhottvPA2w0Nf3teqGiv0h/Rnf5zZsBZtjtDjwgj2MNE69BDjTjJlPLybntSH+kXmHRmPiP4L5j0ge0vmDt+7as/GakXb99t97osTR6/c0yCcB8gnrMPPq7zL6wlPU/RmQaO1BbZPbzDfrMeSnQ3TJXJaB8vNU96o2CA5hEK+lHOI2CLDrjTt6pxO7Vq3eG9S59x4hDqP5P0IfR/NE3Gw8omNlR1c4pCO7Su27Oh5hf8X7SfyQDpX4UMVl3PjC8zmvHiB6L9SJP19Ng+Rns7zbcL/5hKn4jIn1+vJ3+ynR9j+LwOSAV7b5TcQ3ukEAjpCP+r6CId4nvQH4V627yfeThnZk8zLxz5ff4dfnw6Y60C6XfyeG3XMOpcnYLx/LBWvuWGyC205u7BIT67LGEAo/MALDCjlifkKAsqffAyeYIpMvvp01bfB01uRrB7GuGXP+fglh1ri5Db/S88xciLWTlTkSc98GTs9YjeL9YbsQoNzbMRi1T+i8/DWFvsbZnP/tnSWq8ylqt8qvlb9lvVX/bUe2BorP09fq/Ix6Vb3efyv+DL+/Twh3NOP8a7p4eV81rb3zxk7rq5f46fcizZlHUHrDn17GxGfi3iY7iOhoI1xSNjgCTRDhwz/VhfhoV86vGUCTbqmNZ3nM5x/qxsopEV5lJ5PxbOkTJaW97H65lgVncmbsUib+ZYM9GEfcftyX2ZPew5CnVDyQUA+GQ2O4kcJdPqUNOckvh8V7aJm+/a5WfD7e7rpJDmD4y28ec5DCSgFRp/bnmfWs37lTWCRm+K03Dh7ph6HZZkceZjWEWC8wzGHjPAcpWXAG4EtVFqZbxpqPJTDOKOs3+V3idju6G+0seO9BCC2ywK3xH0cAn0GCVhX4Ef8w3/qRxzvx9m4gHp4wO+8kDJEuq8DawS+1pqxks0z8r1d90n+Ozip/xDT0bd5SS4+6w3yZxySD+FsHykl7ei6O+IFOOWOcCAXOPwj3u+SX9IXU4tq+bXG1OKrjUVh7mH8ngZt9OEP+iZNMgXxCvnfWzwsfy/OS17ocaQtf/NX461dTwg/r67ELdfRnk8rL59XBW+Q9nRriJsia4I/AkPyJ0y5fn6vDtmOg6Njd/v8U/tV+3WN+dliwmbaHfVbXK0flS/zQ+ghD/MBMJkXKl8lnKmp/rF+Zitzhv1lGrUT67w+KK56FxF533d/bj33BrAN9iiQTb8a6BLeZde9koEdCNplA/qCbnl3Bf57G78+gJWuC6ILas1Jkw/KmHNzyHG3dNJHSNr0JTPLt6UQWErrX9d1SxNjpn7qWf4U0GddSc38K/k0X0D7/j3+2vHe/jnEXpO5c7GdS31Ob57NbaBWwR8pWJMLU+T8P3t/oiBJqmsLojuyqr/jvNO3+/8/sHdGPhZigRBissGHSPeqDEBoRggMM3MPX1vxn9/xwiJ3blRwLcOPH2Il/vtzWDEhs1cudUx6es76PRoH5uUdBy2Aio/9/idCz/riJP2j57ceM6ljbC5eV584nD9P9Nm5c5b+Oo/q2APXfr7dkwk+4M1yj3odu6tvZw3rc75wTHT+8a4P+krc1hPHGUtmMJM3gY8K2xnTu+LrqO6RjuODDfiLfziHRmrujMeIz6v06f1hXgbPKscxT3yYN9rrR0Fg3BKvFv+4uNHyqVOti9c6qV/01fH99R37J9jOB0nED7ilEfZI3CZ5bggw5rp4Y1K1gR5hoD9uKtjc+tE3bGgLBeo+wmKpY/1R68+uH6mjpx/7xJjKtO0G46MaYz0/xudWiJH9hy40/1ZjydcC5/xen9stvxYylt/iW8hZesvv3dra/jY+vkJ8cnu5O25xvFN8a1rGQfEUAxdncSF4Y/xCryqQC/qwZiZnNb+GhFudOR+RPxZXmrHF6dnIwc/+wdSzFevKZzwSYT9nkfJJJWPmSeLfX6zOWW9uTRULR/Lduv06B2uqNh/r3mvrMU2Gi57w5TZhXbnX3ms0f0KsVTFx1oqif7kBzI0oM6k3DjMlTH8vuLrqUwfDR+PzIkjD7qzXNmDjU5xXy7VwbpzoyHonwPWVF2bCK/CPOwbS1BLqlvDHbwDFDyZOZAradAMzdUlBfSrgtEH7mRBKu8iQQwTIhX+MnQEsoGBZ6AIuJ3x785fGTNU6iBB0gIioSNAjPE0u+kJ3fFr5xV6xq9cW+sFfxvYApeoazIEKTzc6NHiSH3ZWuid9ZGzAJNjH5FvxoW+Cd0o14CdfVTCljGcvYRV/RTOs9uKX8HbsRuz4G78Wx3/zV7DEh/DUsZu/dK+VWdqtDRyz3ntNZfwKF9SYX2roI1u0hfkA40QY9NB1tG0/YKMPx13jJJ6IrxzfnnzgCb3NV+SWY70T39MHH2YxzrlAgShHNB6+pp3RW1ynnW2OffSlgwjQVJ85PS+Y+RR3GxMd2RGc+HdRvPjQyGfpNa9+nfPXxhnhltLi2f7ntluf0Q5u3PGQDD6+HYV+lgvP5y+OP+e/9ZzoYvMn7Znlh2GshpzxFd64w5J6+CAi54JOAkr5K+5lrGloJ3raY/et/G2hPE6Yz1mmw7CZ7+JfHAbmT6yLv+tckjFyJbyfkeqd8WnkZdLtCn2AfIPfh4Jo/jYbcs/qNUXct8avc4YKvXFJ6mX9NV6wNQZcx+YtyxjfYyLaLlji83zNkEhrHPLz+BPGsSvznDwYT6VNfvsleJW3UCmbfPBVuJD/O+9r2aNL6qFhqNvfoEVEyIfjZeURTryEfmFR50T62MqjHlY/KEIYaEkvCkpeJow8pG/9L+nXKYhZ8o/IZt79kxLFF05/wodvRiJv4j+2yWdcDvTjfETQxI/1awCq/JWQSkH6AmlqVc7TebHBXABoeVFnXKviTXj6SK6/dXzH+YJ8pi6sdT2mLNDHWA8VuiLyl+tDuufPdxiP6CIiLeisUWA/BrlHru3TdF498IhxkIYMNmu7M8lZn2dGaxXoYPNdpkz2cf2P+mf98KYHf0M8U6T4U+1QBX+xNX31Ny88En/+VmVNVVrcW+MtXsS367eCXmoKFzFBO4EgOlF/PY/CmJtPkYff+ku4QReuv0Rnl8Zn33rZyl+nBeZZ+h1pKd9l96GCuAa86EG/7HAWXOFB+uJX6fXhRa4vT/rJC2Ue07z21JTEBRSxGs1NNqMPey+UGg+4XJ/hk0AZ/qXzRnNhwPzGOLdt4QUe+AT9WRXAqb/FdugbGKf5jbo9czslyCPOucTrDLCd/JpZzMY/I75chWOBYdAfG1clTGkrCVJQZmLJb7l5eYXyybie94SeLbl/5jVOr005xGOb+Gy/TGnjH/EOmA2AmxRmvC2zX5mP1qYh87R+hN8elw/KkEfjPtrG1pDRwU6RL7mZLADDfPLkE5+4pYQvsR79Dimew9fM24K+WKM8+gdkhHn6rbAd0ZH3Ch+ti84/4EH/WVnos7BVWcRr6csNYOIslWCUDGbQVgFOQTBGFng9YVA/P8BLit6DRJs198p+3bFSl8mbMTX/CV9OmBg4eXPEoMKmS0+ALOHSiownx9xnLWqInXOVNK/dieXLz9Ag3Hg7d5UKMKjD3RuBIvVQjc4sgRDYYLPMGJDyyvmGgw5eh9JLF4/SIVesE80joMeL7u71r8C1/3jol6cuGGD+T+b9ipzXwmGk9LSa9ffoanjOd9OBojzOk5rPc1vQ7cyMom2wYp+Pjk9y2uey7kFctOcL+LSBLTcpWg0wtFW6Wxf1wbzCA2fzk97fHIjPK0zo8cj5Q46qemg/D16NyVnzVP4i3yevZ3H/g31L+A83gfkcpz3wOGu5pZfdZoJi2/EKH44JdHnyuLyCO15NBzV78kOX3G8f15Xr6HEOhVLzWtsZcL7x3iTbheeVNe3BI3xBf/y6L95rS2J5U/j8+BU7dE4JR36lo1PD3ooHuch38SZJItPXhVj7fuMULnx+fR08GurocBQM/WgvS9oc+9x9vhp/5rpXzXOufvvzq+tfrjlVmCj/5HOOCiGzg48ZI2VvlLs7Fc3foAR9wIf7d/KkDIN9rEmfgvrIuJ+lP6b161DB/uw3xmLJ87g5ywc9MW7MLcsG0L8xCApfn57y2TvDJ96o1Dyv4CeySgzjTkbIVojz/7xGHh15o+2Df5g4rvNPK+dCCNeBlFjKWIxlSC7yc9+Y8upeHZNX834uP+SHu6+z+PDFIy29L3Z0LBzfh674gvOE6zBp2GY/4feVzDevMBcnVlbr4wT3sm4dEyeZcv0NbP7lAPNJ29zmnYm8EGihK4sCnvgDjSyEsRYADCyWfGJLcy+bjwBVylY4toENyyqupR20qaegpBvXWGTSBqnuHzByuoS2fjvTQbsZxLHcDzBtu65bhdOaHMaeTwwiMGYTnXpZbmfaQSb+j3GCWEQdCZb6xIDNbep9RiLj5BSPAfHvpDK+lBh2xM14sLH8Voo8ZQk4xmg0TgMxVZd7mLEz//LFRWBb3fmsxHQaNi524lbGXMZb2DPfUZhtX+Ev8mbp+o+dKLV/NPwF63f454yZUZ84J2Ri2PEsvBlHaQKVjvM1bx3amR/nNQgcaN8+s2l87rPcpIDu7bzmfgJ9Ukf+nq0jm6IvRuf8sHoSbsWt4lm6T/tiDzAtDMKLY4iS45bLB/xWJffs1KP2gOikdav7mR/kwL/uG7VIRxy2y3z95l0eooQSOYU3QxT4IVX4AP/hf9w8iP+FvOH7baxSPshYWKNx4wVvXkXZY7a39errq+gF+ILJM0gdhLfRCfvkEivRpzHuH3NAUTRlvIl6fJPOWy+MAW/T1Bb+Susbx6mMnSQo5pvaOM2hzMsa5z1afINyT1tt/x6lYJ+jj5c0HLBd8TmviA74pgaMcf6H7LW45yEeHnr59U+yCXpJ6ETNGE/EZYnEgDzJ/p4ZGb+H8BPhan8frq6HFnKNljhmUMz92mWa44MYlO/Pc45PLZ+081K+2QV6I+5C6Ey+cWHEEbpgDRKdRvlrxOVZffCz7+MzGnF8yEPmm5qgmIgnPuRv5zFv4B5hjYdz43O6gXjn5m8c/7T3+MIDNjAzmYd9FXQkP+o90y8/OJz2nLZd0Veu5LypMK5rYJ7C1krmBnvO86P0G6J81F3/3DM/im7X8JcYxNDoORaGyayp7Lfwos9abUZPOWvcRljX+GckYbePcxl0rOfrp11mL4g/G9sXVLlRifGHkvawbJBHAOQrtS8aoca+nN9kTT0kcyqknddC8rSk2mhM/8t1rNyjwcJIf7C/IbwI8NDHk2gUdM/1Og9ns8JWIK6fq+doEb+8NpT5vFslDjgm46Lh2Y9xAWNgS8lJrYNI1r0SYFf4h3I8Xlp26aeeBfKpHfUAL0qwAeAHMN3Ghl19BRPRXqD04+NOxXAAivxzp4z35X1Hfnhfb3w0/1s9wLx0dZ4g37/VrzO7vyUBheOhYwma/s37oplA00/6uEiEvhU+KzhGzKf5aA/wOiOFFcbsEePGm6409xEyKevOMs+TO4VcwPvV9UQ8vLqOFwzDh8VBD1yRLxoeyIFpY2Njj7i4+fv5vJYHZKw+43JmVBjvjPMzvO6mha5XX39cpTNv6FzF78Pnag/wnOuTL6727A4/5psdmhHuq+ct5oWfdKN3NB69Po7T1ePfkzeC4yG01ftJIz6672677uavbfmb61//9//+P/FohA5fCtydO/0T73oJA7pQnz653ODCE+68WVxweVOsQPq1+kZZkbvDA9xrPpRHf7JdSuFf5OG+f4ClA1Dy69MXTlKjfOrNdsED6/JbTAIvv7VR8HZqWn+Pjk/oFzxsSLCx5YlcTVXwarj1Q8Fr7awpdau8BUt+LAs/we/BNbelOp90WUJukexv5bQYexDaRapsd+cJHs5P4qOMX3E2tIsxCOzx+OBJUk8GKPGxX0XGJzylF3+1rAIttVp+trcgdGqrfFfxihjxX2m3NfAUvef6zuS33GtI8Y+kHn9eggaxIxek+Non4PVxs1adtWL1LVP+Rlyt86TVkelSmTj2NkrRL+FtLpR2/lQ8Hbmu/g5exUc3jH65K/Hg3LEbbuo5jR+Hv/4K6CzPVmY2kO8Ez39mq8R/LZZPyIVxYABRTo2oWiW+FTBX+RtqM3+xPxN2Kp6/SYuS49UhvxzM3+bdZ5xncId07NdCNOZD3/T8wv1D4cday7f2/TX6MQ9Tqlf6F1itfh6thWUbpnFtKQ+2J/OT30ZBvThebGup5Q1f2C7+927kF7yAFXJqvEmKi1SedoYtYvQp2kE/wK08xAtzntdPXm7+1UofrXf8VuJ4Fn9r8UEbqablr9/wBc7+/oice6XYQf9nv8pmIRMRngGpwvxq4avt/vwXDtRrlR/xqS/bLX09PsQveLVfCpy1mp7QUgo9xvf37/+GGC/xUu8Px3yY36kf7WF7tj8mfdHL1sbyLXbbTn5Kv1XG/VX9ZmRLNdOb+YWUOgfj2tLaZeWxTfqqxNwO+Ze+lH3fZO+nGFT7p06eUOhSNfke8RBjIuU/jiduzMb6hO+f/Buz/h6d26fpWxtGr0bvCYD5iHnKtrvkE/u4Lk317wqQDvqVY23bWQ7QjU4RN/gHMc14svHN63fypTpWHuFNqfyv5TR4PUDS2crvoRd4yUcRBj2y/f2cALsoS8qaD+0ucuoaaZEDR59yfNTXReiLfE825Qlu4gU7s9+F3sULRB5PrTfpmI9KW+ZlOQeDnGKLxdc8pV5w2z5Ait1+f01v9QpfGRDJfPvC3it9Rb7tJx9tiy9foNzflH1NDR/Ros+/fow9M9LYb8+XLFGxx/SkuWDtN1jrzRxviWQ2by1+JQk7ahnfrv4V/oHGSH7OE3O+ff1G8VvH7liKz4drOmn7egiGHecZPvmuzoOC369RJkrkB7ZbitY/nGfEtfON8KMl+Hs8Cbfye3KsTdbvV9HRQ1yvLd+8P7IdC+0lGzh/zDynveTBdk8s8STf0yrBjrSUYxgUu2uawq+sbeCj4TWren718GgH+3ldyHbNEy3yrfVr8VYh4OfxohzLx8PVOD5da88aH0tHf/k6az3O1R/+BrAOJtSZIDwzNK7XX8Nw0bd+kVbT3tniBRh3tGz7MmFDmHphwvn956HBTyEmSwI4z3HEoQSyYIldMG7shxHPv6YvBvTPttbbNOxYPMofO3w+uOKBmH/CHy8/4Kbvn3DFxTns4fxIP0pS/pGmPcOovXW91rBslO5dP7huFXm1Hkda5HnG/iNy343mrH+E/nFW/zV58KRLcSyFGxj4cC6EneiUa8EtqDxQuHJ+Fu6f2k/xAGPnjjgh75/iq3e2444czK9NRuzgwWlcNz/jc0fsPsOOj8xzHuBN5nNc/nLqcNmAvH1HvrjSs1HHmHdwFjjfI10pe4XXZ+1b8dLzcF49fp7nGZH8qCk1mye7cxv4cub5bA/25TP2iMFrNbY/5XM9MFr7GK+zuCx499hyN/97tH4/rsduAOOpgtlTPnzyQOFhUPlPB5hNEOgDnsYZuRa/w4LjYPlt1xGm7vPv4GuMcX2Nnk+o8Uk/3ktgW/sxbvPKn7H41MuJon+fS7p6B+ThCG5N9SX5MyQ7hkVf0c/2F35UsnfVzf5CsVrry1zlcDMe5kkQgYfmF78JvKuQtbX435CoeWp6mmZ5+lZ3YTx6Y6Xx9up8YpxUfJIcbZkqklOsncS3peAxDyFnPP7iyvef1vRIbJ/3f3ZFrmid4KvQxivb4dNBiX07f+B/xKSOSz0m2KxsH3zsrE8DZSlX6zZAr7vS+lf8pManACu7awZrLa6d9BkeqIC++cnmebA1gs48/dgwUwCOM8rxm10L8c/9heJ/b1WN36IgjglK/aAL2uUJ/946vSgko+3rl0mfWMH+CP5gPPA35iRGNveB0a/r+0aYLWMhYwCZhLFMoAj/q/4wf3EDkpb2fPGY2vRZ7Zvwm5MM67BmYDeD7QVKLNrJ24EkjG9q1fTSimt/uOsi8fH4ddrTycL0vEYf8zHfILL7F0v/afc8sLAG9EhvhkvMM8DPCUP86Ld/wc1fsv38jrmBD+dh247dD/9T9IGfHjN3JZfLN7WcMjjlPuz/cK0MW3Zu/ubct6JE3sdwfOu4//Xr3+A9vA2cEu4KzwfiMN48kfAbrtf+5hxI/3A+0E+Es92UOS6anscCsh6YCEG0iUPYRVtYUkGxuc6TvKYiTt5PEHBjCf3iXiTlzK6oaHM9D+WNpDvnYM2bvmTZ1fVkB/kzPtnmT7H47K1vfKwxVHhw/5T3TYmI8DEP9B7V5SjdXKOIwXlj5ssidZhrST9/MzBhU94O5XhOCNruLL+OyxaREOi7ihtQM/86P5BbUwL/gC8P298ocAxwXD7js/Yp5qnMDfZTL9//nFd2PvXg5HakBE/I2bHZ4jIPrconvaVr4L34YRxS4IEYIylLqwvhVZnkWD1tu6IZNuo4AWrkhTXPfPvOkE3q1DZQJ03nwXQ/6+RDfNsmni2JL5sO23uk3frnCJeraegPy5fw2VbF0u22j90AnkiJrk7XfDZNFcOuuSjkV11MVHpiNxc42ot28NChhf0qM/RkoF5X8b6Kj9Zxl6emtRG4y+sB+GFRD9m6CAonCN+/f6f2G+gfNdU+L6b4tR1cn8O90L9LPxt+I9/qMB3hHekri36hhm72Y79C1Pbf3tabRLuB7Ap/9ZjqKj7twJrejF3wUYSbw1+u/2Om2lfX5z88w2AviKhPYwc7flR5r3+3DgKUX5FbvPmuUC6qavvVunsR95dno/PXg5QN2UAOX1M+yDkD+b0ZgjA+2B+nYMi4StdHzFNPblThCf5Tpi9UdXwvoA9RyKsZpCFVrxPjtrYG9Di8DrwbH6dVpM9PM3IZVF+v6uyvjuZvLayM8zVxo3l7dZ0PcLP2qoecd278Zr1O5wccooajmeg6xIJJkob/fhzCQVnb96wYH8yMKPE4w7yiH/51J9YW83iz0gxUfCD2D88GAjvv+mPTN0OlyCuGIGLxER8tx9v/6/5H6AMZV8skvyMTkbTHbK/zfx2neW2+80L/mNpPoqr98zAlOO/M/H+Y/G1B52JyKi77Y4r5AATYynnr5afrVND7mjHX6/yv88MFy9hY7R/ayzzqjZ8+v5Qv2r/XCfYlmtFeaKT3ipY8vxkvH3r+9LjO43l/39uT9Vj4Wb2vnJ/9G8CzhOtsPHVgey5lcKHkASyfRLH4hBPP9nNDxoCbP6HnJ2rqRP5lwo5+A4PY87LwAy4u7FCGP3oUAUqf/sTx9e/jk6MuManiTl4Db63P/FsL56RHae21bW9jRvqaa2nhSWq0ZniF4s4afRPf9MW4hDnHeGH83yn/HG/rQ4yPhVkJs36LH6K1TPDY+W1l/C4+a6l7ENm8tXNnpJ+Nvx7vPbi1b0yt9fP0IUzj9TmK7HDM4E2lPtlSDzXBV35CjraTMQ5GhGuYhmvlqvXlwPrkKU75uc9xHeIkfv31f37HNxriVG2DJxiTrIZuVj/0WVgW2layGhKqDcKvJIt+y0/5hd9mivqmk0u+wNcwOAsI8vlmh/weDRjK73Lid8/w25vwLfXDG8kwhW1ffLba785rwgyvJpf4RpDzd0P5NUqSO5oYiOQylrW+jOoi39LW+Dq+uZ+QN5QK3rHJ98c94S76+RduRe/aQ16LvLy+HuwI/2R/nh+QK3wkfooPa6nM4fUEsdOyHp8d/WppbWvG64j/gpQ7kjGVH+WflE+IeqTkm2/I099JFt/wCdkg7jy5fvOtR8wD6QkSHf24D4p4aR3BmBJOPct8EkgZ9zo+iD8qQZt1CuGZeTv6FT5pvJf9uBYf8Q35kDnpR/0NKJDNHCx6ML8V3v3rp6L5qEY/cl7hq3DxyT7JxDaPFR2IAhr8o041jxYfdMQlj1L29CgYqPX0nk8zq0+JI/CUbyqABGs3YPhYeoGO/+qc4tETpvHGHDl+wMr7J6VyuCJSDNb5KqKminGFXMzRuZ8b8gSgrb3+evwZl8COb+0mUzhvely68OFcD1TePJ/RaGEefYyZsCfBt96kvWb0Xxgi7KNtftRzg98owvxA71X+39FP6+rVEy8VSjWWsk+/BUz9mLfYrolDS9Hnvqw/BpcW5t5hBTH5OzxUjVLnHc4Pwmwbni+fdFyb9ZAeeVMceNjblbgkL5TkT17sy3Blb1x70sD9CRu5OPaB8CsusCEygh2YW5mWTI1eBB8r0wSinzNvwn2u0It+BgavS4g9no/gLf4+v3+lxLpsfFZ1M6agh7UTY29hFXHVyPtzLBbhE+cnfBiboczjLf0VcWgkMgMeyafuhkQ16yNH4nMGUw9pfx168gXCyIf8lQIHqnafZ1lgf+R/rpGP6/7Rh/vYEc5SX55fCXsSH3YtsDK+/qRcNVbfkq23PX0tTHPL9mjgqG4HFuNpYSP6Wd+Ml8RPnadJE9aStO/rna/4+WukUxuvkqtk7WjXEOpCnuf9U+cH8t0rZ/PVcqN/Cbf52fYTjyX7G7q82WU+ChSMwRCn+fyMjNLeK+KM4jjjjytWH2BnlRSp1b/XViSxSl7+OhF2R2nec/2NfBkyIVQIt8dI1Jt6UC7hbPdLEcL9KOmEH8/q5foAPNgv+zkqiLKdD5SpdUO98CDGFWVfvnCnrlYW462lp94shZL4lk/bvmJ+Wq6tlhbjQJvBCVK4afx1IgcEKBI4UxzaGxCF/CpVJBj+e4pOcVSC5Ff2GXU84iBt1xk+R2QfodH6gp46W/gR3o+i2dCVsX/BQnvMusmu+Gl6LVoT9WOMLNKM0NJhwwjlaJ9e7LBQ28V61u/J1Qsh1hq93nj418NUrDOWZ0JePaZm+g/72/mEA8zZRWqXZeWrq+JcdES8ydcpBr6VHNEGFzD458VqV99Bh433Aerjuiq7r/KvUh/8+U+Bvar2z5E0hPHUOcST0cJoM8q/8fN4+/c8HbBN/Ogx3j1kODPC+UZwxWTPmor0QAM6/Pe//40H67xxMmZz4fiacRjLnffq+T7H/ksx4PN8DXC9D6r9U5JUSzkvn+PMsuZ/fws3msY3m0SHFZx9bc/6Dwdl2Kf0DrfAv3x0bizQUe2sfiPej+qjDY+StyOHutXjtMMhj6nZWmM+yY3gxM3Nz+flF101r7k9WKdOr88x/1EDymc7lLS5wlP9t1Tntu+JdexaZXDSbn29bLXAHvzIPnxV9XfDw95r9N9t9jDGbxNwMeOTMTnX5ur5V0tEvuW/usdpVbbaGeTgnwAh3/M8YszmOv/o/IC9ot4vjnX49K54QC/pjzq/tPvwlf1x3oOsGBVxwhwKYTh/dmglVu+dV8smXYy479NWgSvnp/8GMBKcjlI+OQFdquTXKgdIfvogRgK+/C181JNUNhjRvf/B08XgLImb9Gu8EVy33PumGveXaUziQfuyND2oj7HfjoedALa/mDLRjzHpxuOEthr7lWRUtLqyBtvhD+8paPrl7GZ85m/bf6V9V/CiH8jL6htcuPFBrgA6/mwRbsh4ACpjX4sCzJ0LGqmuS/wFsuYxRj0nZnOp5mlbGC/I6Y2jhuuxLb8JqnOWcI9PVz50+KB/8JN9XM4aG9ci2QBluzbHpGE5AdBnuDHAPALZ4TZmotRjOWG22Q15kJttTfRfeAu5M7+oI9ff7z//3ZQKdNqG+tw+jJ08kSh7hXBGlXTmHgJ87vvAP/KkiW7btQAAQABJREFUuuQd0UfiusTU3I6hhgfm/5DfozqD3tE/yMlhZxvfoOkefDtKpfQQRjZ22lh0KBJIYojzB0BLK33XJxo90jqS+7pe3bMiNfknvWKR/ZSUz21Htbj/T25Lw9OuMTxVIELFJ8jGQo1/5NNZRyqyixqIA9pX8pXPPB92pzV57Qatz2sEpZyZPoUHx1hHW+md1xI9xgCfC6YBfMq3Fu1cEyH6L/VXX3cauhE2cf0PdcQZw0hTPqJO/Rknt8vs5HfKr/UpazKHT+tH/2lYXafva+hqCzrV+qxS7uPR/n3KEEfBTOj53+/f//knPPR13WeHV4sLnei/0XxHTsB8Iu51+q9z4nyWPVmba0b6r0uxmK3PLIZt00+X+CrleiujbmNfgyVM5oKN05Eece+crjXwEAA/5BH312B+6kMftmO2w1bbQf1Yxj5zbanxIYe4OzLvx6VvIKn2D/TFP2vHVKebrwNr+VpnbYtg8XwWLdqR3whLcaXfZK95X9vivqbkEeGPb4zC5/t7dn3Y2icc3uxvZ31/MysOqMvx0zF7gE1DInz7+UXyKuKfc1qzOJ1eE7O+fC0N87Bus4Vzi/5b7sTql5xXnGfEJJxtXer8oOGn6p34Zv4h71V/EZ/0lo7nKhZOulIy/gBB/eo4LJJY00Od9efv9Ob8W9Z90p0t23Neyf/0EUrqA1m6PpYd1kS4LdDbQCZv4cXr6rK/7fPV41JjgVfNt+6/v3UsRjx/Esay1b2NgyvnZ9/LrSbHIQiMGz9953lCZQPn9XxgxQOYYJxkBfqprXrg479VTz0aD3F9r8xXnDevEI/I03u5+t5xOsvdG+fo53Qz6iz/K+l/mu+v9I3mhQuj0cWRxl2p2wuvFZq/DcebR9oHOmfYOO7ltR5c89V14s900TSf+uM8oMdFx8PjNPj5krSP77IWMj7jd5d3X4cvxvlR8eTJsevEyDPxhtsI4cF9sAf7hjN7h0f5f8U1dz0UsyJb4/yEvINxfZQd3ryCP3tw9M1idkQL+lf/vLv+r+7fj34fD7yCBzDPP3P9/pH4+Pmcj1f9Z2/+7uyPlzTEfFlC/CC9kge+/s//+X/jw174k79aJvx+QPjSsbDTK7/zVytd7oB7Gz708s7y6mGq5UO6koTJsdYEgQyctU0xfqPFhqnP1z4JQv6k5xtqtTbt5hi/FTX6kG8Ph9+l3uvvw8sY9XH8HtqIXquf7vOpLXTNv5aqtHv0BaOtFdu7+vIpXvNkprWXvC2fEZ7FBQ8Pn3iMdeDZeQAYPqQnDdvSW/6yv0DqmqWb4c+fPhNfW71pk4XX2uAJzzJWtk/a4/Gfza+SiSz3c3ILt5pP68+e/jVd4cdajw79oJX+Vh7ppcR4S8qzea/Gk5an00gPj4eFCc953Ply+GSy5oqvwMhPQZn5q/FinfO86ZgAJnzxG7f6Q/ua8Zjw0Tzcek//Dl/qwd87wTdEZFgSoHXsTz8Zt+78TXr5h3s6jvxxLbZq3AIttbP0wonrqPjC2wcIHn2lfYQeWe+LruTX2ycIN/wV/cmvx7/g21qRaXukfc4/xQ6f+xw602/GIb2FjXgyMU1fjTjQr8QBjcBkjOc8gtyQGuOb7Oo1R3vBRP62JH/qwXzl0XuesqNHeusLyqU8timX7dJvOQtG5K/93MsvcIp6+4j8c5norPzcz4qWRZguPfkzGk0/q3v8QXNWRo/vTB/2J/l2/5PzbeLv51cw8aKJzPdLmwcYR2V/5ccTJRV82WfYNvHWS/ARXqTRb/v+8x1ukIVuvQyzrvH0N0+Rj5Rn/Tf2Ry0L64fsFzhf+GYf2xaf64am6+OS/5pN8E+Z2p4dhY+Ni1bPgtv2rUA8+St0M5yZXkUucqK8cBnWDr6Jkd5cZHsmreof5BY7nnibUz7QR3SGLv/X//VvjpmKNxspP4xigqi5zHpp3xQ/ZLyVyij/Vbmt5p/fCM66dIQt8I+UCY9+Jbctv5Bop0z6W7mWxUyPMv6WUtrcRzAOpR32Nkx2Mz8mtva8quZnZIe8mvU2dmZ45tteB2FNo1+Az7qREuGWn8WZtyW+ICOl2EjSHPM1jPQcUPYmPOuvhnwKqPlLPteworfPSuN6GPW8EgyPpsWr87/Hu/iD65SP1UJ7Y91i1pD8xm98lSx4K70BP/+GqNY+4ez5Qsvs0Wkc7QeJc6tX3q/VZCGTk7+vB3+D1JBJU83pXn7g9Of+zOaJf8x+w5WzADw6npn1KI8DSdmaaVRlXT79TWLf76VX8H+ldf77d0h6KpWRG+VLniJP5DdZt0v+IgUlSMn5U/AIpzCho5yaGvu6eg9s+y1f29/jW/Bavev8QJsLha4x/pvrmPQGv8bN9cmYZ7ydSi/OKAv9rINvgw8/OLYmGuvH32mB4byzqubzSdsBKWHo2W/5WvTZ+Fo7ij6OLYo545c2T+Uo2roq8cP9BPuoh2/fWDfyQMnrD8uH+s7mh+bl19v49/EA1XpLvfgx+YEbjxBfUecQP0jFcs4qeyGgQH/uV6xtM/l/wJNITRyzoy6tDPrvX1lvbZKx7ZrZq7WscSP9aPgOzYjfT++TQM3h9tPNvcw+LohcIC9j/GGkPPB6eerV8ktej4KruOAoB36qBz0AX9K3B1lMyWLunWLNEcDn9295EAn56CesffT91THN+Tv36t+NwRjiOBz1xoq/IYt4Re449xN/Wa/Ajs+wUsYy7U9EnBw8/EST/2abOF9eJ/bH8/tvGCuMCR7MxjU6D1Texe5HxJNeF476pRxcPf4aN841E+ZXjTMfHOENi6P+uYIOseDllR78CpkfHuc8EPdCITbt/no2r3Gd8c8/4QWSsxvDA+p/h4c34s3ncDyKeeTF3AG2N5MwATw+/9xsWJe9N+9tvNh2l9nNHTaGXkWvm83++9ib6Yd9AXKIF6t/n3Pus/hzTn7Ot8xHNk/NuHJ5tuv7jO6R/WKbmZiPVOByWa0tu+N2tUr/8rcewJjB9J/w1lB5soB3yKE8Niv6Ljio2g8p2p4WwhtkTATEADxu5tThH/tiyTvfmwdV0eF4qqN6TLziXDU4QPSNbVfIocF+wEGDNmktbt2G1+a+rWnOtDhKrUyrs9Zf2wfpuu+MNi2t6Fcu0FuMPiTEanpyp48jPUftsXZrPqgzrmfyZ/3kS3m99ozPdj/n1yQmaac3fyHTwrf1cAlwMIYOXjy5SE8BcnzuFc65O5eCuMEij3+v9IGfGNPUsdIvx1/7DQp8eq7Cf3iDT5wzFkUBO/7LEQp7U86CP+gbxLjlqU2184vzMU2QwFOwCR/x0nxZt/wJH5fr8Tnm4/di7pd9i3i4Zxf9WP8mDMaOOrbrnyeVT1qzr9DXcVz6xfFF/rhNuncota9Rp42ndHfWa/AlfyvDtrVs0W+mF8c/UGJowr8QFZrNUp16cJ/CA3z6iP1LzBwk8mHXLj/qRXrRj2+dBShMDlMo3jAIpZVHusvLnN8dzrrPiQuH4gNqPMD4Xstv7bgzRiS/NuwNgOsE+di2Qb+sad8CJmNeFq5pT6rXKuFLrHX5m7lOqFflDTglvcHis2TsoPeYBxkHPv+j0LAvSuH86x+tY59fZbdGg2Pv+jj5S+sB38jYln3eV8hzeu0g/siPxEHutjd6bbs2dc13Nc2sBZ51rsGeE28+WBugd9m/tf0zSeVsqtDSF6Slf9H2/EO828ocA+31y45Mrt+MDWmH+OEb6ofDmDHgMMBeKL4GBk3rfo4ly+x32IsYTvtBwonn2Uwcr28Oo/4FE7IY9yO5heKRtXpuUDJuWuMTVE/l/h5UKNf/cm0cURT/1ePfp2nnv8XV48065XynfEw/lDbH2feflbHbZrz06PggDfuLXoSsljP/zPpX5dR49G8NXW9xnHoUZ/n3+BJ+XP5e3OBNYIQg8iv+W5+FlEONe+Wx8bX2W3/bdk96C+/rvZIfWn4ziG8/z6Uaaq6fV13/Tfnck18auwLg1Pkl/ZIYM196csYwsdfG15im38v9iMXw+WN2iXwvfoWmH59WxuPba7EidmD9xH5ftKQ/2D6ie2Rl4uAIH9D8Oyeksf4EntO3GIv3XltCDckTej1Va/JS1/YV6Lkaec43T1cExDFdqeMx6g/VxwP0AA/72L6vlGQqF6VyeOItINfI5/x4xYWIusHSSf7DrjatNvAV8805H2n5rX++c26eb3a6+pCHl0LZd86Iw9TRj/R71M9T8jD7SAi/iBxcjEzGeEHUffPEEz6OD27+PErAaHuv38KP2aZ1tByPtY/pcUzWmOp622p5ctAHWDq3qbtfpLUzHmfnmL0A6ua1B/gmfj1cSknTzBHwLtf1bH4+S/8AH58RIfntDIcV2rM54NyNixUN+zhruuM6EmGuv1Ktz3O9R1+fXnUYZueYbY+1m87iMXnqlbi7hteSwMNIevzb/aVmixy/50tN/bh6z/dWf7RxKIobpDvr1+Ms6UnSY9bDaeE9v7SY10OeKXvbGn2JEddHfx7beOrL4Xj5fPp0856nzsdgDixL98fVV91rvWm7hn3qxQP3+sefdwxwxiPbLIt2s9qV6zdvEJcbwav67Pqw4Jfaf/IPBFQ2Y/4HN73ytVel71Ma2ot9BejDdETWR9zq0bIZz1sMMjJz6WP3Alr/rMqhSnq+JeTj63guKXJG3oRWX18v6fJwpLmv+SBlfg/i4TrOBIbz/WDGc/TT/htff3StSDE0nrfnckNX9kZHfQOYd5WhPCdBXu/oFJYbUhKqXphJzZtH9kkQwpkA20NjGZjST44sRU87ANIOT7cn3xd6axcHnoNER9TtQg+54MF+0aPuF5j8pf6EgT+eFAC91YU4pcT3gI8+XxzLCok0KGlfhZAb9Ftf/4x6sDKWn31w9ATGtf+gqgOynp8IH5AuddH/5GfbS0wUkv4qWAUOu8nZeFTYqYGvk5WvXcL81XOY81fDPA7E8/oKDDd70WL8Sg99UvB2ap69iT/m1iF/hBlsdpLcYLaaefJbrBpS21/3XdGiTj05PbjI1jd+R9owhlkmakNCXRR4kvMU5rw64zUYfx2L/fGdqODxT7D4NkiKI16ANtwSru0v80nGigchDf0U4Ph/SjOODzt/LTsdD6yb6RRJCqw8WYc8Axrab+dhkc11nG+4WS16bdKVftGxwFuZBfcxtZn/ixbcixXtSx9q/rJL/o85dKc/WUa9yuDXCpsWf5uFcWS6m6a9gVvipUE9DOCMkgtItjrs0vy2+eUrxHnvg9GJbyjEQZWR5W9ckYZvFOU2bqF5QeDlJxL1ylFOXeE3ou/JPAqf6BPHaMC7PwqJyLEFsch4/BN+w1Y+LFNzolfCCoWhix1pfkL2Mh/h2P6WUn0dU+SyxlzANoOIdLyWafdEpEBJfwjM8tSYYa+JUA3sUdrx0W0/d2leqLf+K9dU0MP227blt9u+mh/kk6fnR+zVtY41Tj0OGLPd9VHzPlqvdWq5wIDwQFx8W+d33GtbvQtN8oVNoAXh6TWsa1BPr2+wR2z6im/P/qoHTenM+RZGffWUjDnByU2K8VrV8gBvCwucPN3Ebhmf2F9MKbIdXqUz1GhLBawbIudPo0P0MRc94//MYVF+P7ySUdWcy9y3K3IDqjwU4O1zGUe4xsd+GG3Cmm+w+TWe32U/VBtAfsw1OTwjGnmWeQxfF5rabMAl1mu432Ju83sBxdrAGw4+VtGr7Z/z1zTcP2uYrvvnbxpD6j3f0L99/0h81fS0YWRnq0OB7NBRVqEWnREIPh+Od60z6UnDeJOS9vs0pJWyHhNPvxofrXJj1/aJPvn8indMmDd4a1bnoZwz8AvAYS7UCgUBSSfgZdwkN/CZnp8omq8Q6PAQ/cJ9PdeLHb9Zy9+zzfih9uPxZy/9BmeKP0GPBvjJHCtrNDDw0V9xTxjgWgdKYD94EVbwOH4swaX+kL6GssVxZtuWhS9lWwzdLnpp6KjOdSjPk4T8/f3fiuw7zpMwL3rXr3oeVZSLDTU3IsURfpZHYET/wc/ZO2Eoy/oo+h15q9cbO8prrG7s4XhmrVLM9uKF+MK5bBklxht5twOoT6sv9hTwDXSkP6yvCOccvUZd5ctFhkUveWC66EX7YEPIDJE1fC32/vnz32hbyS2LAoHWxEKflvoUPQWX8KKlw0OIoLn+5yBugvTFOtbIZp1c4kedlpD7SJj0zsTvEyz0kOcSXwSFPwntoC1IzijzwLrIf1niz6xgonCyaAs9+Jnx0rzfre7553obeDASOG/Nr7OavOA8qfLKWD+9UUFOuOYDmfy08uUgVeDI9fiHuaHnh66TU122fEs/+1A+5wNfXufP59hwm9RZfC7MXz+/ao1LXu5eVGj0ps4YajoOAx6TBxfUW/DvApc+yt38+5JftsfGq813j1Rc76enUX7ZmqAtpNSj+fksvdbl9erzte8CnTlHD7PiGKwxsPHPXMhyjUvCgu6Ln+PXj30B11yf1vxtPrDtGvs5rYfE5ZJpevx1HN6SrJY0Oou0Og9W8c7qczl9mLOvEz/r1oWrknXkZ2JWanJO6HkiyiF+1mKIPJ5p1D2y9f7HXR821pd7NHxxrtw7PNVPx+Pz6vVb57X1+RUm7I7/FK7W/3d4mg3/6s/vkLVww+E9c25ty12txfhRBznXnedQNso3/Fw4/8s+d90X44d4Fv1JGxbRa7Tx+On5WdPtt+gfnWP2uViKdV9byldoXzcPj1qj/cdY2OUldLj5Wz7Ym5UWamt7tZrmylZ8AxjPNminQ0fdvlIgeOmnJfhbenyShLJwqAsYHHTt5KCEVE7uplM2B8q2a25J18p5ZsRrghIA0CNtAigDpQ0YQ+43A90fPHIQn/KMo+ngDe/9Z3zaTQB1Y7uU4KcnTulpax6er4+V3/LqQJLj8hNeHTRrj5aHvtyvxgesMpx8Qz/e3Jt9QIe45k0LG/eWnvpQXq9t6Xptyu31FzjHY2ST5A3qpG2hHA0rvL3aKH5kDkFOlKUmRXDngY+2iXYeYKNIMD74R1+wVChPrDKHruaTcz5prleC5YxfOuGcf87pRx3OlOf09yTX8c/5455PqTzzxSeRE8vwHr5hrmPddC00vTc4NJn7BPVkTY30Dg58quME7fCFiBEmcjDHynoq8y2sOimfRnyVGyCH40S+pU0+awmEdLSd/NhGqXMd8flmHfMU4R594TUfM/pB+NOWxMHxbeF9vvYnXAGt2XFOloyvxIT1F9vU45yk49TUgxxW9NH7X9JVpZ7f5k08u5/RD/iQh86/1C/Hn/1KgHmoke1mafOQJWe/pwD7LM2gjZhXfhtgPq0LsYHxWImRU0puzX/ra288TmlzKbGO7RFjzrEjX2RN2hH/e/v0GJjc3hFcflMV+CU/85qsjTnyLbJanI6wJ4B13kMdbwcwt/nqiF2jb0wAnebr87kGSt+yLLpzHIoc4hTIxTWdH1Zz5iC/whbawzLvXx3ViYMu7Otme0yHRQaRl/UZ4RlRVYDL/jOyFcvbqtQz2pf1xvy2ebvMB+Baf9yloDt/VJIe6UHbDunGGF6NXy2EtBp2ab3k1PLWnxYw69e4R+ptbBzhskcDmdqulprjjZJxQViv3XKZQ3bW7+78D2kZ13P4p/WdSz+PofWnf2T/Tr+F+Z3E0G/xrTBnLpD+qFaZ/1EGJ+nulo/rJ/hW8lg5X3DSq7Fkc44N1k/DuGr27Oe49vorJo9odOzb0U9u/CKHhDPydM6Tz7Oc2L7XrP74xvnJCXhUieAvsJAHOco51ZxdXy9LyxiJcEkgzZvLlubq9s74M8fBK7iG+QmfsHyEtU7+wR6OyY5ffD8wDrjmos26T+FBycXrC7D5IOhDzw6TIRgXruXitaCe5Vs4vWeNgXJUe3l9/ih1S7erz/kAb3V4FsSzHTAPPtPxbFxbubY9k+/1n9VpdLHvyXtvmD/uR2LhEX7gPNSL0K1yD84LG8e2favOb8z8J/qJMdsOy3w/0tJcA0n75y6zR48D5OEz06ur8MmOR9t7Ut0P+ccDHw9seEDP734+LgyBo/Fsu2B+and4AN9Qmb+l8g4BL8CTa94LqHKJCp49eg5dIuTD5K/yAGLKxpAXZ41T8k2QpucD+Hjg44FneQAXeN2LPP/h2Gep+v5y5+cLyKVL+fSwM/b4H9dlT85hcw4RzsfhENu/lOh4jDzLYT9p/OWcjp7Uqdzu04jzyPLrf/9//ydqiLeA8bYNP+Wt4PW7yrgRtHIzCQ93qIcEKbIpEbgzJ/FNmIY4A8b6W/5Wf/azzGxDhRPL05N9Gt+vi88tf/ubLS1tGau2D7rJ78DM9Jj1e7yh69jv8uY2fClPqnJCj8eiluXb1zxxevGTQWUcwptn6bsomvENMvEWFD7Er/wY+gmvbSoxQ7iNN3szlXwq/iReKQdPu3pv71VPRAY7rH5FJMdnZ0wLtf9kLPsLz7nd1IO0o7LwJRb9yzbkaZleP3FHZXlR0ddvnv9aXSFP66blU0/28zfc2JaHeUo+LXDNxav7eniY5ImpwadYqZeHLzC84RlqemVUyN4bbt6TTpRNUsq1cPbbsp3Pk5w1yzucd6t4ViGv7fGinITPOV3NY4+XwR+gbHVFuUrPfv4g23Z+6FDAgwv4CKzEr0DxV+ITeRNjTXnt+LdyCo9+DXwou2BBKX77Qb3BKzhSox4WjvzH2GRJW1pcQHz9yZ88pC1Prft8LNTna7Hqts4JR+gLN+pdIKyJDNpHaCnX5Pb5F047Ne4JLA3zFPVl/v/ufJ+Vr70zbmZ+W7leO+bfNC9oP/ViyXzn0S/B0hwnf0vDCOE6xH7ic30gvCpV/qjgujHyywo9eY34EMcrkwzmmxbFH+EWrwehB3v9I/4zWvC09Pj9Rr4vK/s+xArjpacFx5P9Fr9/nTDT0epHCVeVtXzaAf3j3B3t74MK5Zsdevn/iP61TmJpj0+NS/3pHTvvCLdluc40cjgvpnNJ9OC4Uw+WhFu5623Ry+Zd5tuaD32CkvawrDHZsnwJn36bAP2TCTqVmf8Un3/+/UfNN9rS4Zvs6+7zVuV28PArlv1P24vxxj97/dr7vTLgnoqNjt59nU2P8rvpWWsm+V0byH+mJ/E6UjmPqm7F034DkMaLuoWt6vfvEEuhLO8NFqw4j0IKs3Ls/LLz5KtZwBEvOmYlfixdkSy1lo/F8OMw7JSCQfh953SBYMj4G7zWLkHT+cEQmmZ3fA1e4Ws7tP7aPxbPb9v1s+gjvErb0if/y8WL7VTtmg/9ZfnaNvFKnhWWLR73FErkhVVvnVs5X5afqcI6rscH8yD5YzIv61hfMQhy9PiLXC9/6/OT7/BbkfqT82tHv+h/lR/KOGku63U7nuuUCbOjZ+ajdM2whUranmVMqyd+IxkfLz4ykarEaYI1yX5DUsIBf5lK3O/psSyMih7+/Cv9QsO2lFhDCy+p+XIsVq9N/ra/5JUU7508aulKu543BY5aX+ccvzVBPrcx4NPNX1/xS25bPqtx58Svnp+zfWL2v8OnVeoEZNGerE8SZfOD7Z9rVMdBXu+TPuTHsvDz5wd2KSELh3nbTIRIWvSl3H6sFVn9WqtXH/e1esR+X//iE/bznIJtlvRidfMXhuJmsLc4WSeUAbE9a23Qezw82BrH81hwDv+d5/YcDtD/Lh+u8GWAPcf6nysVE5mTGVba9r7l9fzDvinunRYXlH15703BuH63/ID9HXW/ewTyJmBLUB2HzDHHeG0JPoX87DjADV/e9D1lyMsRYxNTLohm8Yt4YczcY4q/Ib1H1vVcr47T+/3d98FsnGf9fc4/r0fnfOuX3mHHz/NC36JnxnFfq0f38BCdpchn7PQObR6t5Ugex9HGOGg82IjXp+/jgUd74Nc/+Amhev49Wocz8qD7Tp5obIXp72v+GdfdTov859381YLD7rnOk9juvvKWt3NArG361D8euNoD3Gdczfcov597/X/UI8fo4vlC5+av5ogbtPeeSZk8rIVfWn+UnD2lsYfY2UfscX9TbATdm39s3ozzyDFrds53xA3NXvMIkzemGV3/dh6PWLdWOxc3ozB5OdhasMYb7914T5rRwXJdpx1MfTMNOmo9wUfboNvEs/3rsmnnOsW1mJTPJ/TQLk8ObMvCEy7qpiH8Kj5au6qzfkQiwMcutvbQ8nG50fcP9ZYnzZL/gvIFPrY/L3bGf2J9iT/GKfEZf2wTP5eDJ47k4bj6BkumS2+B9N5cKnhX13z/Xi1llx/9Dn9rn3N8+/xgz/mPlUMdLGfisb/XJp3FI/xMCZ6Q+w8n75BZ8Q/Q8USiJqN+dr4Ly0J7KmcFZsVPwtO2u6dSSVnazHJo8mWdmLuiLx/S4k3gXvsy0SuMOrmsJtVjWPcwHgDVMVFj1S3O0xo6alH+iTVvxP7uvpTf8U0t+HC+SPxiLjGef+e+GueMgjisPkN/jJZzE9Ss0yYNw8ElDjRXPpp+BX/4YtQSg2uRvPyIdzmZt+An2IgS/7gvm/025nktOb8OcNJ7F7WnHHOCvHYuw17ukTjW9AVK5lGph5Z5I2Qs81V7te9bn9RaS7TIb8ihR/IFfMa4Wcutvv9rWfe0OJ56fKk7JXJ8iUO4V+L6lNmjR8c3hTz60zDEvJ4DCwxX7AIbsQfWXZPAKZd+Ykl4UX03PnQMB23j4WzIYXAN5m0Kay//cU5DttUj/uTUbEoUpR9Sk59rumY87lN4d/zWNeEYYSxjruHkW2fxd2Hq3DAIG8wT+Ja5vDvlA4+v+NpkcSOuJ8IuMv7XpSvoofacSfUd1/BKkdj41YELZp1bWuqbIXpPo8fSEcu5wa7SHgw8kRdK8rN527YXWF2MwjHaj6vx+XKtpl3Hed2Uf3u0Rg9RTn12kxTpDEOnqV+u596VaP292H35mbKHJeJYx/UQ+brOHL94LVPJ730zwBnJ+Zo3VmT8OU9avrvxAQ4yp7OclumFEKwNhR3iir4EVNcL1qjmx98sfm3/SMJD+wZ5Wc/P4zrN8xtjC+f14a5aFNWMi4r547ocp+zfn1HBpdjTJu4X0hcuFAy6JV+BlS7Uiv3Cf7jMB3zE9T//pGvcmpVp+fFrkJpm0afpioBir99/GbSTf/vrhUj2bwDroHLyWPyKrKT5zmJ7mbFTRuuLrceKg4rBQ703iD24x3MPdk7/NVl7MrQfxC9Gio4Z07XapL/n+Hu6z/kNMHKGmcmc9Q9k3NQVFw4/DweJOBBuBQMWrwUT3ePm9+v5r/WOLEDYtCCxMl7384Bna175PLEPhnn6PViFp4sb+CDlOow74+BlN7KH/Khtf6W4PGRMh0jbaFF0n7d55ENTSKDdBBuZznODk4StOl57Y72FDloP7m88tq8B0/5vNYIt+uK1wsD6FfvH41LR3NTQPr9URDX2XnwWaRxr5im2iYFDd3sRx773Kv2Y0Xn5svGo/P+KXvJ94WuKXBbmSpwuQocYYZygnF1E+nzPQmnD+vrD8ZWvD4NByK3yQDLtOavVu9PDD3LoPVl3hjHOsYE3np9nt8dE2+Yd9On+beZwifbPEQb30JxbF++zCXrFBxiDiHjLsbu43+OXR3PVX196zWHy2AL/IYkxTUydYWq7MRPj+w3n/cTk9+ie5O1sBOerN07sA7LXn5kcrGj+B1ncSvbi+h1aP2jTanzc6uAfxzwsUfHD8twSxbECS+/6TfeL3Ef8LfvnIznhOTo/wi+NjEPz03LZ8Rdw1XXQJfKtPve2bWw1N35vEo/rHbnm8fNi0esmBR7F9mBM1DeAJ0z0jV/ahQMWOJH/9GHB3kW3CnAyD6X9rnrVlao6We1MKiH3dGRQUJbGYTBpHMKIj5I0Bc+3T9PwqYgaxpaln9lq8cGHNCix8MB3emKQhnhyARCQqg9swyELbUNZvQFbYetGyz/3hgvxOJJURw8rkWJ8eh1EuK6Mv40VRAUrE9PgLz0/dD1imP5ERR9RszI/xBfVGyc8jGh4k7otGWe/f8Mv4W2X8Di5fsP3O01aLQcP0wNuNzERFWMbxcjfVuJVkBJjwhH+sLCrZJHPIP6IYkr6lyW6eZiOehlf8gY0hArDRprp78g+2yf8mjHiDrTii3wj+NSHv6HAJ1y1/iD12VgdjBDV1IcYCgxFYrM92Kj9U9GERu+QYnZz4vALW2muMcplnUlPQYb5525QOC/V2Ga/cu4mw7r+Sf1jb8Aho7GYUicpu8VIpuUluPoGCzC+v9NvFmV/HNOV8YsM7H9qvnkcMjL7SY827UPJ/kyg+guM8ykMSNPfyix0bY2Rxh7RpZ6H1Il6EhelhRFX48zr6zpbeZb3MfmWS90eyZS3jjEekmKIW/wKONZr6S/wWgZbQl/7n30offt6+Ujnrxgz8Q2awKYj4A/zT3yzjXKDTOD35r4D7+kj8Uq+aOH3JVFGJ2UZUdeZqwqbUuP87tiXvWf685P5SWaZX4X1Us36AvpYmGKk5WAO8B/etMTNB70/UmR1dcC/Fy81A91i/GpYqf+ZLGz7+4vCW2qUj5FCjuRDLfiJkWBNesgNuPCdzRu8LuO+A3i4phA/kzdgveDKEQKk9El08DPji12Dsuim5QbJYZzjdJKEYDhY+VwnqK+0yVvHDxjxt+Us3AgZNGtdK8Ql263+FYdOQ2SKTXLdnhGr+QM8j3+rM+1nSX/5/iHPlk8rz8MJaoXAj8OZrmvq/JfGrpqnHFdYKjypIyBVeqro0Ks+K2MyolesUNX7Q2gdbWLooZ3kLeUlMLQfpS/GRq5jZT4AtVp2LC367X6jig+HYBdkfBU0ixxkqoa60t9lPet3iRTQyFc9Up3xz/1q0BomNUCPOXs4b9jOJfXrsc/yM8VW5Zv8SWXuQ3zF8wTpxByT/Q3nJOJIz6uA1+hj+innovJXkqfncsU62dfoWSGtNHoDwFymeRBGP+m+a+r2m9lov5RJLmxvxgPyW73oH/KxbQunFYSHTEVQ4n903Ok7xW6hSn17qEVPYBT7uX8q9El+Muf7P/Vv77b8j+nb8lEQOyehMTZj6mOvt9EFG+QbwMpb+7Srtl8xWqyST4PexBdydnKeskNHR8PjBODXt/if111RT+oE+VPBtV9bVerxzX5IB0Pc/zaCzF6z9j/OlyCpp1zbn+W2Cp6C1HodYWX9B39Z2Dx+Gd+Ma9ueaUb8GV7Tz1hpOgYAFdcDLL/L0i7Ixxhh/PMeMMZ1L3Z8sTOojYP9eOvpU8+felqEXKH8oXUoeGZDkgwp+q2vM36MUD/hI3zlXMCL45kfH9/PuUb/+/NP+9bTsb4BnDHIPAOqCjayPOAfY1Zkj2uo4PI3QudVQcDMnHtYCvTnYnqYyYwwXBLGxYwTwcfv2VgmIukeGQlaFicA9biurGzUMeWJmPV7NLfCML4hzx5wj57fDENumO9TWY/pfVKu5FzFxw5jL1YWNgQ7Is7h6rEY54dzcmrqo/Fac7moxTFyxwX+KX6JOXJ9P3KRgjeyge3ZbsZCsfdGyQ9kPbBrZj9jA9pmP/mqlxxxIBH7LBN0oL9D11vHHdSHgYpvrEjYth9vfX6W/31trYOuXytR+YexOInDa+W/IDf6waiGuOc4sORckL4QaZObrYZlaCr/t53Ph2hfTOOCeWRPbfiSvqU/9zisYlO/jXwQ7ecBwgH6VdXeFA/h/iceLGPT0vPryG/sgwN69K/sHOif9OZcqeaJ6j9kxhH/XL0/aBXnnEVPyYWCV9odPeinlu0lkHtzyCUqXsYEs45e5k1hnqddJuQII63YkB7xTQuGiJ/Omz0wnzfMRSpP67lc5b19ZXHNzg/OmmIeSfyjbjxAItITy5z/oN9Ju68yw8+7HLN1KXhhBf6mjT7fdX4/BZPxeeQctPJBYnQJvyr+ONa9+fkueZZ2VF77oQ1tqxq3HWuZgw/loQvk7+j6xriz9TE9zxEecHtjI6PqOibWbencAB4z0JvV/IZZINELEDlgIeKiBNhsQPKFWc60xwyj/DtKbYOub8nixGci2CI+5xNxrdq5bcmukbnRYMnesV/a2dabgHzCS/jyMA+6tzwomyV1whMgfMJorBcpw/sQv+WNCNKVnrpGfpTF3h6c/W0Je9pxJR/qwadZ2M79cZ8gPum94atleoeevBiNR2dp38H5rWnfv46vNeQDHCz3rYLv7bhnLqP5zT4gT+a/5c/xznJShXjs57iVdj3f+eYO6Sy/29v0QbA/5iP5E+oSePW8v08b2i8XCBxPHRNqA56vIgATOOnv07DDOflPnvwN2TAlUNvuUH/AIw8wNkc4TZ+fv1fWqYZVtba1a4LGt/PbtjXuq9TznEFKUtOr6Oev7ZEu0KDU+4XMrzBYrtFfLYGr2Hw4k36dr4BoxXiQafwV/2T9c24CwxIzf7ioe3KeBNMq3f1gGWMDfsq+SnZLX2ech74p/h+iPatzGj9rimGPif2m9RuoCWMp3yjEt4jX+F+JJXqkscRc4DwMQmK+ODLMiRZ6FjvREp5S8/6W+TdPGB49YNfGmPZBPvQIfpJrwZ4OI7jop+cXsOknwjMHxORkr5txY4X2a19q/hxXZ2BV/Gs9uGbot5Ohr8apdTjTov5jHjhLwW+URSsQs445Yw7zXtrIsQGFvBEcSvOGGX3B68s59xfE0HGmYuFhmmr5jlAZa8ZHGPQbP/Ub8kXQn3SIF2MCcYf/sK9KGzKWheLCWuWfcwHPeG21u9evrTwN4dhqmKkvxqWes4ZDzrUhK4au8pNUFm/UJn/6UbdRjzGB9dT5CE3Jz2hH/LR2HV9btDD6ssjRvSt10UPiQXRGnMuH9ooPwzzISgt+6V+RtI/D37AOnkYyTueUtDnsAko1Muf5HyUhT0NH6sm8zZJ495dQ9PgYHdWP+a0+L1JretrsnDlXYvzk0FDK1nLL/kShLFUZlxE5bAI4nsjMj/gUeTNpJiAnY27j0MZvVxrzY7VWdLHfroN55gtB1cmvMKoalwHezAGUR7yKL4Gq1Pc/Rrg2/jkfycr2C7yO6agbxrsa6xon8zM+8OYkcVdKX78VSsGxfl2nfBTmeL4eugH8KNU/cu71AILXzKdGICe/DfRem/gNoycC7CI0UsXaNcJ9RN/T9An5N3yxzCNMfIKM8IWY//yKN82+/8y+6qdW7+h4yEKF+cZLj5rvq7Vo5+PUxcXjcC/0cBfBB+8xWg93zUcgPDA5rZU59IkgN1iwvsT9x3X+OcJPxqhcaJW2aM02Wiu5W+O7dt8AhMzoxQVX4qA3nikg2X4+2x6Ar/FvZ0+5LeQFCJYPal5A15kKK/N2xuP9+yVuYced/ij5byEZnXTqUTuKjicVuID8V7gOOWrHGfH0Aff3pX3/uJ3R+2pa+p72X83/XfhF+7El+LuG/12G56l6enODML2NfO1cIusf5/tTHVoJ5z78M/Eqt2w2eOPJ3tBhfDI2N9k+DF30fP75IOf1682Thw3FQwTh+grXkI9ecjG+vbHVY//vv+XWIOEPccxECHXp2TAh/3HdZ/3x9b//+79xBeIFPw822PY8hnPP2ZP7VMzS24HjkzkWr7Rf+yZUz07qz6eN2bZl/K1ZC6za+g6+9oXU5/6rmA0akKP5D1CdLusHjnP3DZTqaQ+H4YUg6Jb14Y6gw38Vz5JbOrYtnvXT9Ktokp9685Hz1coBX/4uiLa/weeTVopBjAK+JqDgfvV4zIBf4w9fyACq50eL5vGXsZGNNzaGHg452T6Oa4GP5YMPN3fkiXnW8im9d9Yo15MBm4pdgjHCB4bFb/g68VXhPDAPVHJtwzyBZu3q+mFin+VjxU7bM//05E/yRnnDaDZ/5/E9tcFFuFau9TPHy8JdVRogdKPdPT3Z3xAHgDyNj57Z+u9Ra9hsfzDjP6MvdmqpV9R7fhPe433LmFY4jPx/hf4ht+XfvvP4zXSc6bdGz4ONSgPM7TDvEeM48MDTuvGNHS9XqPwQsnugE06r84N4lH9sPgm1fvOXe82ul5TelO2Wns0OIvdP3P/k9le50HXIKhBsjz6M+2TRnN+8UCGiofSKdGptFZ/KA2iks9/cMH8wreu5wHIWW5TaX7857pynbJPyTBwIj5mOI/uohS0TzzQ/2AtdZ3mSuKXs6ye2y2/o1n7xaGZ2eDRFi3ltxl84cLxEX8gUOsJbOWf1Isc1/Yjdln09VsbVy59f8e3HMH4hv3Oe1uOIX8ROibKTh5rfyG0VjxBe/1r+yNuAIR+5OUTljw7rMbijN4mYb3q5gnmS+IfLiR4zvkVPH7PyneezgXyOCcooJw25L2kB6sknmdID6+A0fhI+dSSbXI5kAUnJyzReZcbHo9GwVTmgcWR17Usy8vwxP1rNfW2ffi/v6L0eeDIv9vlrJ3j1ft6qsff0rGlxfSE3DkXfJDP4maHcW/dm57eUIzm2+IPw4qNaf1GH0ok9Kmv6EabXV9uv/SHfRtLvF7+x3+P9PJiOnZl/NG6r8TSPz+avM2crKTP6CrmMD8GyFpd9KMeD84940xJ6eLru6pfzjPi1q4fiy5vO1F109cel4PjjKv0+LfhCH61T4Tf1kItAes3TQ2QeIR7pCm5f54LT1go/+cmW0pb52dufkNMsvnmdR3xbzuhbO2sO1LeGXteayT8rify1HYSRt+4jLJdqHmSYU5E5os/FOL7ePNCx5PVrARpXw9fqtFWuc9tzefavcXsdLM5XahT3UTk/FjvXTz/I6VP+eA8g6IeT/s08sDOJH2k3FqfqAlb5FWcT8bN8I1YRn6zizd8QASEG2g3bSdYvQV6PMR29plpNu0YDLPgSf7hZXKf8YD7DAxhn/JttEJ+hG2VCP26jCPuUr+GBODZpHd1Zf15D+2u1oC9mXK/cd6zy4g0C5uVeG7oTZ2bHo/ujzjj/mAkOaxDGAv+F2w4z7E9/xwMSz53OHwKGjfKZRtXLW7ybf3vjK/D398edA8a42fX5EZ2Oyog65vg+Ivm1aD5xeXw8YgxhSjPdHWf1oex4APuN+IBap/8DPu4B5tvjHOaUngzC/Bz8904mvayke/NzB38wTntA4hEP+n32Z2ecOZ7XZzh/aF/VAxxzlK8+f+z5zKv69FF6ceyOjtuhG8ArT48dVehRjrtfzt0HbOR/1WZLnqTATUn8JtHu5+HjzSdP8lMNHY2Jl7uv/Z0y2m0nom1TPPH5Hft8wlnfCMbN3/KEKyk3y+AXPMyGn3iizBkHuekcCMJCcFVUzWQe72f8H+fwKMq8J80V6M6N6rXxaG2yY8+4JB76CWNpaYj7o0uTR+CDV/UDxkmeWJOTq1fV833j5UhuAU15GpFjwvJ6XxzR8XotRhyZT4DDOv2BMsZxetKJN1elH/sP8SXpRnK8PqTa37/5m1pQQHSgHNKM2uh7yQuOtKeJvgluKg+p+Kt2XM1DF/catB0lx0PD7q7HN6B8Ve8Wrfjvzx/GrH26VjF9kaq2reSkPeU0jz3K18Jet0PnGtY55rSJcLS7cwd7iea6gxyeU9a6ytvLMSnmfeiuXvRrHV+1nF2eD8J/xNhkGeNEh5eReSUA6ye/KlE5SL/dwrgsa0GF2jTy9aYWrrGov9kXa5TXrSMmGZ99LeEzro2PvOCVn99N+r2lf/s+1T2MyVjGOHv9A2atP+q0wcJ77fX8N4/Pnow1+Jw/bUNJvVlShm2vzKsap14fyPcnlsGNIV7wdpVYh2v01n8rls/HboXLEIf5fYh0vtPaz5jLnOG08LFw2874pkL+8iZxbzEzRKppr/94vTf9ilPF4/qqHv+r5g94trzoZ5bZnwziZFzpT2/q5uv28f7mvG/oi1b387znHGj3HHOCgfn2gms97LM2os04sH0TKxe7ETPmHtOif+x8XRS4gHZVfDFeKfIqvuRXlxwnlPVYyrwMP3aZCEJuBMjE4KEbwLUKr9WiQ+4J3DVb9UWcvyTdGxRrWvpY8B+Dyce4AGqC8AKOHxaXeWBlQX/d+F1zg9bfn6FrfI5iQf4z5Pb1tfmSeRQUtq/P5dMjqyz9cHCMF/IjrpuwR8cB1rGn6/UcoL5XlZq33RBdJeNOPlr/VTlHaHq8r+K1kst7OpyB1/ojf+h80uNc9h01fQ+/Dwc94o5lH9Pv0fK9Oaz7fQ6Pgk5zc8glsABZ4mFv/er89aCDpkf5e0mOtn+JwCCB/tTUfZ34NJa9RVPyVavqah5rKS3kueMjOSPsHIIaXy+5PN/sn7Pz0w7nZvv7V3jIOmbl8NXDYQDC0U3IzfU6w7y+sm7O4rLpv9j+hv+mPxp0rd+pPFhzdvX0+FfynQky66/F+i3Nw8foQzdpm2uETfq+Ims9jfw1shfG0vnJiY+DmrvxeZDXo8hsfoINf/uHLjD30C50i46/C9m+CCs8IEofXje7Hm9cuZ59vOxdiXYe9+lT7OW3AOt9S5/uaM/PjvWjXrmK7mXy9dae5BMTy+NPv8bf7W399qNuADOJoeTTsYQtO+wwYniq2smF9QRrB2BPHJfDs3zGUum7MdaBXgajR3r1QWHDD74Lflt80sRT0YNxfBlntu3RaFh+ElsB45u7oc1NkOrarq4+EQ7GUW58arEn5t6460kVOGN/jDXubfWfxTrHdcx33it8KN9JFHMWhzAYjySmPcxV8XIt5Esda4AhFvD5RoejrjzFLjg/8S/9tGfbn//8Dq/c84bs9gXgYn7EcHx9/TeqJvObcaW0bfIf+hIe5Lj9in6xquPrK10U6JyDbyDwP1fMZ+RIOXCw48VvUPBlA+rJ7yrrsLG4sr5AH/yz+jgMHJDlqVE8fXW/rkMH8c12DGY2I12A5OlT08AHxRfEL8kk+iiBBXf0bQikzwo6lSIfeZ1xGHnjFujUGYXeYR5ApV+vG+Ab3wpNPo8Hnl/1b5C1/MSe/MS5RUj0Xu6NqN78JczkEbFb8nieL+nJULateLbnPiNmKJXc7Kky3BmxegNKpm/uyxXFK8N0hbZq2LCe4ifTZQ19qo58rovMn/Vb1YmnaxN+s7kWBdp6/xfoDU6h2Iv/Qrda8/lz/G2cMNdb+Ko0P3+01H3+4mvqV1GGMeb+poKrxpfz0yoYH8iTcaI/MLc1nEwG8ZNjjLgsBzREuaz0ZcG+7NMYa72Ao/2XKbTAyNd5gXANpTOnPeK8v3XnMijW/MP4xJsL30k+9of4D584Fim+IiDcEAYsvWDT5IyIk/+IDlVeUbGnc5OMeVkTMwtWFB1Bs1KvgYwprrkzWrd/Y3zyWuyGbz020A3/4ZP19J58mMmf9dOHHp6FEdd1RAdoeWg0hx9tjSX8FOgZj5r0rjpkQXZe46KOQZGRHUkZ3ATCh3ncDvMX7a2CX2iu/Fv7i/lJa6PrWnIdg7rH1jlOCFHGaS3XUqBNXZy+4BtqxdLBirEA2XNZoLb2sN1NkJ7IC2Fif1A/fmgD3sDFp/2WFupJj7Ad0Q/8af0voaj5ok55VgT9Z+GjditzhF31cb5UwBsbaY5rb0BafoMv6aOnb5zzARA9ltyT7zNerSr1Mwpm/Xh9xIXYyle5tNggzCQW+eadEZDjgXFaxwfjl/Ot8LYKzNpefBE2j6Ock5IY6mHn2zAPDVWkLvQP2tQLJf03ZHJ7J/NKT5D1U8bz5hthK+tfYkS/Z76pkventmOzPbNvk11Bb2zUcY46x5okevwJs6Wlsf3PbDOerQ6E17pzX2Ox2V7Nexw/xmFp/07rO84dgr/zeNR6/KgbwHAeHUBHXlH2Nkl0upUBF3PYOdD1gOpBIKbl8pz2Hf5rLdEeanv/Bki+UOb61xgdNkIxZ3YRGgp96N10OoCI710IO7gVKCeTAOWiViG8eKPSXy9M9+iNTVO1kD9Y/j1Wfbj2PJAv4vNmv4fZg/vrQ28d6nEZwhmDJ+dvvV5Irgq3wVVeYP56rXVuyTdAWvaPjFlvTzCUZzs5NlH+sfx0iR5Wr9U29F/2m8P0LH28uJB4kxtViMEdP6r9SR4LfUFa5mcd/8FsOcXbE+e44DoQdMVegv6QQ1moed9H+S9f6L3R/D/rmEvi94QSOWYDjzPz8IQKP4n08lz6GZ9JeJT8Wq6kJyRb3XfzHyvzJ4z/n3TAGW4Lh5tkwNfrS5i2AYi1heWY47i35XGt/S3/sT7z3nvWj3U9lXzO1SqPzvrnFuYDuYrvAl1EUfITCa850OTDBakr7klqGOj5+YvWZZp8tkRM5HGjL0/6MeSA9fg8a8B19LwhdB3H1+HUnNu8imrMSdAnx+GrKHdej3hmnq5P+CDIVTe8zmu3x4Fr+B7V47F5HYschA9LwotGzHc719OFer1GOesUH8x39sDOeGvck+vuO7tsSXf4CnM1JVRDc+ENYAyEHhgj6QFNJC39VOpZkUyCLMFPJ3TA2wSZLlm5MOvF+qxCmV4Hfe+tGeI8Z0yKz25YKG7xaXbuVoXjT3t7bTLlb/+ynZ+OJSCVhOunuA1KbuqYZz3fYM5YpUIcQMif8lDKQ2+/wyZA4r1QqhrjW4EeWqX8I7FA2qiwnxivsIUxkfZUgaWfL47JWpvfjEfKoE7MCr9wyITF4RtvzchTQ8TdKuHTI2OxJeSByIyRLZtwzBL+q+72OzprnpTjoBGEMcOToXE+5oWc40+s55ewG7nlD177TdNq6ovnq32pBpfYW8VEJz8Rp36yLNmCGKRZHXp231wWf2SFbpbos4ceMfcFd6AsT3r7+IQW/QlBibnHDKrgwcQvnF5EU5/od8RGzjF4oyw0k/u59qfmPFcp866sPv9Ahzdcbhgnzs0rHbbLa6KDrCmj/QjXlxv8s2vLA/HLfJd8EXPGIfn03ypxJ6eskld42CvU41bsQi7A7Kd+Th6reD2rQf3ukn83/77e8e1FJuA+2ukeuZbz3vrcsJ15JK8nRS1cY2I90bFVep9co95JDa571Oo7rd+87iVcyg3/1ITS0rIdv3kkZ2CY69/hoh3XHvETCowJ/qGvtfGkfRvKurFR+afOUxusH4Ja59Gka8ytVm9pu/ZONI3jFC6Y1mm9nI0x1XCOsdWzKEPbUPZkEydf0OWxS/aGr7OvPw9IbLXAy1txeNMFrPyO77qInh/XOTwKk/Fhx+8C+SrnWX/keBIn42IsCgQ8VqFWANlvRupFseW/pP2OfksMXwHJzv81nfJ4JHTrT7aJV9oyz/lNQGvSXhgLeU3FBTWl3WwfL4+Nz3F5H8q/wQOMT5Scmyxhv657/vjXbow9pA+s9QAd3/Z8IPRADEo2/uLSxoqerFe6ZZev4F+pwYeX5wEevnt9H9jP8sBswT1jbS+OsIaPHvg4I3NGqw+X4pu/M4KD/XKdWDY5B9l8yP4yD3Dt7c2dI+7YXWePyLiahn7Y5XuUblfO4/F7R0qP1+QZEn/uuO5705vP2j9e/74UhyIfpjt9Dug2PRxZH9B9HsBDl3mf2ElDuf9iNex5z6P3jYhh/Kf3jReb6LKDnT99/sCv+OQbwa4nPsBHegAxh89d8xm8Ja5Re/wnmZcFX7nPzkwXKvTzAuoiCsYNN7lYLpJ90P4KD3A+s7zLaMb13XLu0v/D9z09wLh7T+3XtZa1szy0ZNvrnN4T8+t//ud/ZIdi9GcA9BMPnmjofcpTReTTwyxPIvcwCi9gWH59/YSfxbdS5vQlOCxtrx1fAslePad/T0YLlzc98BQgfgZj9Q2X+qnBluvMfy3FHoT+pxzbrr7ixHlCZybtD79DhIgHeJB0VFq90Y42qUMeebO2jgd7Icw3cousGr/Ar6rJPG71kN8YtVI4ThZ+tG350Y+FXy/PYILlSVbQc03oLH/pvtKnPf2oiLyN0drF/nFZ9O/JOWpLjx/06fPM+qi4BkWdb9o3UIBzx4f6WP/24FYH4lV5RiPN8oXxgyZt6jNeDUEAJP7Q0x6ctbkirKbmK92///jz2BPlw3px0o8R4dOj86VYKJLFp2cAAEAASURBVL4mMX+i7bkVK7/4Gz32BKJGCy3Fp+k7D2D8MP5se76/8XQoOuMJ9HOfwkvzKWz9cXJfLNYMpn71+RYWvl6lX+hbfwoG4fPx7emxJr/oE2phuYlyEZtpXtZ5L4B7vxlVMbqgoeeHx07lDXQjPuMBcWfJZPySVe9hjuUbCIt5sZE7nc/UMJWLfjBUwSGT/UPS38uxDa8GUGLL3mCZ+a/09+KWwooMQnbKMn/Gcjg+BV+kEN6Tyfxi6Yg/zy/E3CmTT9T8HOVfTzfYRTjKqZ1//N/6Jo8+vZ/fBL/dP5EfvVH46vHTMcF9J99013jChTyRs2weo5x5qWVKntE0/fWrptM0O/Xm+o7Es7yQ8EhPf9IPf9K4kl1TmvxGOuLZdQD9lIG9DfcvhJGO+ze7b2MeYX749SVf3nY2P43mh+h0bpyoN3gh3hhztJcl8bJ94YZt/Bg/E39amvEnX9LRf2xXpc4fhk+Fh8ZB/fh70A2/BPhFvovy4VcbS5p31Rd49sZB06BOOotPeNf+Rb29t64qHZIf7Pwijp1nhJNv1jN3sNLmQ/bU5bn4780v++Yc/Ut9mTfZFp1qXYSmtkPwC15NX1uGFuW2PYTU/AkNlKnK6xORWeSRruhSaHdq5LND04/bwmVNr2JPoZSarxfzN3AkN9dzrc/P8l9rM292sdP8sevEr7AelTF0qJl/nK4uqJrz9K/vpy6P0AHKfSqf45f+aYUD+vX2B5DGsURp55Gd39Su4ImF5MH+tqQfbc/IQx4N8D245dtr9+TVPK09xd7iL8asrMn+g1mk6/mxp+U6vGcPOBSbqOs6X4M5m0dVTBraC5p2PLZZ9vSf6e3RZRr4V/xP/cp4y3pi29t6X0AA3agH2VFftm1pf3t+eh1hGTRt8RP1oPzS5jrcEC4B/i2MuJAv0RkkKHGG3rB7kab45ufZ9SLu/WvUsJuvVzf8UWfY5/xwLvGdk71HzaS9R/XB/nigeAAx1HuyH+vUT4+xYGL4/Hw7y4h/atybnvEEDwh7B4i7vOUmaojDXcIn41/hS5hw+oL4yX4o4t9n/1B0/tTu8MCZ9bO37vbgZ/Tf0jMkqKjDJ8zPuPwWWoxLby93i0DFVNaBEhRBlYd/tuL4Iu2adau44CIJz2VzR755rkU/Q/rZ/afM13LzxPMKZFy1v/X4+zBOoCckEEehFT85ZH8xiOP3F7vghOnMtyxPsBqSfuJ66J5P500eyHF3E/9XYQs7757DM1ufqcO/NJ4DTmUJZ9srSYPD2XhBE+7wr9B5vF4JJnbhyZRg1YH9zT1Pt889BF2jznhogE9g5Kcu5vTPwGAMMW7a9kGtsv2d30jO/eVpn4OSfDLwl7sWfv/tUHlyRD/NNBMpN37hj7I55HiQluPEJ3jWn3CBPq2vCz+RYOVpXahDwoyFpa9xei36Bv2tTj2qGq551D261dqje8cXdjVmr0U9fDuyfMSjzgVNbIJP4qES2LJ/Lf+eus+CH9UPdPho3wnkxF/4meN2nA2eNsbDJctjdFzUcynjgSly0oHF+GGaq/lzWqaOjZKLT7N9EwaSs4LdFwz5pQdjIfzib/yqp8p5wEfX7sqz9OTzt5R5fUoG21xm+9/DL1fmgqMWM4f4+4Li5zqn8k250n9U/uvTwUbEl7W1B7/VooX9Sa0nx9fRCnsV7luc7ggK/Rh5vOm/m7M0y1qnwC/vKwf6aQbdOult/BJOwoPrY/bPQfoknr6zeZxwQQuPDeHiKv7w+Vcogg3B+fptMVrDkjcsOR8J3y3LeAiljBffCt/ldg5/a17l8Tkn8xD1M2UfUrhPxPlZxUE810rzaPW6JsasnYt9uT+vB/7at595APOfdZkHwovj0/VXSk/xwcPqAdiQv0MOiesX3ubsjE817l0hXofNsx4OYPs+6XE6A5/68QzzAa31L39bnCS2n/BHleIXrD9hycGCHz7x3OBbvhmM64z0XPUXMbEaP63MSMkcvJqfLJtMbzvYXtOPcaXnLjgQTm690o5/oUuD0SNM8II/QezM/0J1zzwtbzwKf2tvkd/WEHvh18uiLy1dsfvc/qyV2oMgHu7xUU/iFfDipyu4FR7Vm/MF/ONqI//ZmFwzfj2GNH/Wiz5r+amvE+nH+sj3CPW5LPaESXo0US9KeDSaXMci+awl6lq/sdNr3Ota+dobLN94PPCtzdysHPH+dR49wUkNxuhC/4SEm0jDZhHTeer458T4NUbfrfvd/LUXrpJ1ks8b5xvtzaa+aRcWcmxsuaA3/B4B0Do/av98qV0nY/GlN/J6QKZJ9qBXz/rvoNgryYKbMIfKhlgzh33aj7rvHep6fA7EgJ7fN5vr+78IPZTntP48qEks5aCz8Hdrmt5F+ADf8TDjfUZNz9+LtH50TFPeoTSq7T+QvyYuk1/tERnxnmmFD4X3ZTKP2XwFeA1bdAj9px4GqtR0GvLTTE7HjSDafaOIh7Hu7weMCnlsDHy1eZbeyLF621+lMujSvFiHSgZ4zy/wK5K3apz2nc5vd1i+zp+5aTqPT9t8h52vynPd/8csuJv/Ma0+VOc9wGPd8tXE+3uRuRb78fP1S2io31zGVRj7utYPtfFG1VX6HOWzb8dRSR+6jwe0B+z+UPf5dcQqr1PO5Z/uV0DPNx5484iHdFATikCxcwqBk/5QD8KmGyEiTkr+RlVRVyWiYMJXfB1y15Y2idylvzZPZNg3XZU9GvmF67gwYli7avKw0Nvsss8lDMBZf49uEf77t8TKr3Rh9TsYEn9mo0Pf+w2gP+nmxddE3xy/mX893uolzowxq0Df7/zWu9hTXyem3zOB/yf6+U8AUscyT+bzQ/RodT/yFHuR2/KbQaj7CK/lf1W+ag90Z/qkfr0j5Jhh/OwcQp+FjUxtcDEerf0jFrf20daS4EvMNroHTSws069riVjGG7m/vv4Ja2P92z81l/DkYw1oWrPRJUH1cEm0YcaZlGfLmYYzPTz6QmPz19oTiYX+rHVzeuqvVyzA0O7pEeJDvmYh4iA39PMD+c81KRg9uQWDNetfwtfLmX4zXfr0cV8Z/Nj6ZsZzXXt/fdL0vqzyE9uiv33zS3No6z7PFq8DsTlKo+3mK8urXuhDCHN8eutvEq7XF62PV7cyHRzrzyoGFP3Mk9TeESGgXX81jBY1mMmZ9TdyCfAsTDrBTwf5Fn/TPo6/znPQgXDqU5d5/2rJMhr5Z8B1lQ3bi71FPPekKOv+K3UWXpx2XzGxYM8gcOpA+eVNC+o50MW13+KXh9T022nk7peWh8ZiPHYHXCOHOvELuFwTQU7d/x0ub+kLrLHFH/a6N/FTPtBv7/wJr5zIuAZ+QQT8/vu/xa7k/iyftMKVeK1+SepGEXiMppDSPzK1bebCovCGbKDW/t0kzui7b5BZ/HwYbO3LEsJoh3nIB4M4L6p9L3HpE7Z1OeCf0Ub0GWm9on/6KdoQxlvmOXjU/peXw6+ML0dPxz76s8E2/pK5l665Ax/SdUPY0Df87wA49hUxtb8LXNfof8A8fMI0nqZv69zPSB4ROmyZSi4jDXnTo5JH6/wDHPSDj/Di+iH6Albn31ZOQFEfjqNvr0JsqtTXdlB/C6/b7flV3X/++qTmJy3xmdfTt39sT+3fcO0fD/2Kb3J+S0KLvwVQ0/uanYFSXomTEDnxjCL9hjxewXQ/AnfzLPBPzzUj9Gy+WKEnTtB99hBO++CZ6Et/YlwxdmX86nn3n/xgmIWP4qk3FsZXsVlwRQd8IwBkyQs8HsU5WJEnfEqMr/Kl74rPVinvwPPssbA75L4oT86NVfVm+Ffnh1W9NvEQk7149OCM4VUxK/icv8Kzzg+1DnLPVfYAVoP9+QgOF70BDFZ/8eSB+dVH+6Ie0Art4kYdzNThWGBcrNoWOyxj9BoX6t6CXDGWnXUFelzD+htt8X09iUUjbux5gfA4PX1J+b6E391CmeBnC0FL+XwIdYcmd+h/N//oQcbbRe7UOh9iebE+h3S4kOiwP+RnA5CKnvd5r7Fo0jZ8f2Ze6rE7w+d5A3hO8k+3P8YHJ9j77W9kr5z05lhtxSnm92Ps5sH7uYC01Ep/Y7+VF7KpJQ7tQE/wlt8cVj8VZPz6U818il30LYRfFn+YE4/8QF66kbqdSrSuRx7EHNuJmwNf6cbmd3niptx00qfZY1a5F9dgvcMYzY443jVbZlZV6AsmpKqzavCarwI6jXgd78CPgLo3XI8wezJNfb4xUgZjsh3UiiHHFKAzfISl1RtnGvPzDOpwXr4yLFXBm/HKssV6X8hrjX/rR+h3dd5kvLTSPhDjAazfl63bhndsro/F/nrjyfvAHuYBHuyktGlz+yV6bO4vocP39/8XRdv1/hJ9XCaM8f31gzEPtnrv5Yp5GJD2PEzg6wtqDuZeX+W/QsO4fl1z/rXxG8DYiLaTpHehhEl+PDm2ch49sLRLJ6tH67AqTy5ucePh+X5b1ZkbsK90JRTjJRBHv4c1pdwYdRYYvXlLNoMeNzHDc+1RBY4f5XT1Iq/LfYf54s+Zri63dPACchYbfJK+9ncd/+lpGazayW/2wLZrAvAdH+dxSoS1PACZ6HzOlt7HugG6GDetPbUuff05bhyXmm61lQ+dKv/XY7zK66F4i/6d6sSYI78pwXEEjGU4Zgy5KzwhP4nbcrA0m5dH9WH8rPIH/iruUZ1qujI3sFdATPafxqspF1oPGO8FLQyKtvHmOfiS9ht3dJoxLkLaR5nzV4PL+G46Hgqw+pV9i6NGfq1B4sDBWAQ9zvahPUHb/vo1MqXob9+Q6L5xYNm9cXxbUy5vn/BNGc+b89PlRluGJcZsz0pb3sT1fyM40m/7GPpcub7Svh7PWX/YgcSfqihzuKzHKx4SnELjX3fhN4Z3P5Imqb9Ql7is4Sv7KOQw7seKvmF9Ca4LX9YS3wQ++iIt+X0FX+qPzZu8j13sCNEQ9on6wBa8yC9czWp2h+tNfqWeKX71W6qHhdxCSH/Km1bwi/bdLSIrppRfAbcaWMvgX6v3ryrYzssZKcV4ijrk0/byMER5I9lykfxP+tc4y7A63tW+bky4P0Q+KDngnzzPbWxcbVEZP8uZNnbOV7i+8frZkh9sQ5+oU/p6vL791O+goAeR1f7FjTgsKuEf/beoh1z/trmiT77mH+Z35CLo+h3zaOHKHFUgN9XgjyOxRD8eoe2ZQp7on/Dl/M1xmtzOVJrhHVm2v46XIJ6MNH3ST3BlvhCPpUZHXe8jbN+d7Zk9tt/qwn5rV4Fbik9be4B+0jBd5/6P8WH9rHFzHTk63rsI55lxk7x5LTiZU1EO52A+E8nSH1oZ+QO+HfWfU5T529vnA8b+c1IKH0/OpW8A14rOArPG/rQ+HjjnAXmD9cqJc04fTe3NBXtAoPGfUQ+5Ln7wNSKo35f4nmHd+8gssdK5MHsfU15e0+Lr61SVC63Ab3PPdJ0G78dJ8s376X1E4zN5FdeKzNOQDV53xPCKXZRr7SnwFS4fnFf3AC4FRx//Dd0Rxadv1wOYU3ae7fA4S78j61VxS15aXZjX8Dgu5E/7e3D2v0oJPfGPB0WvotfVetjxIX+BY6wlz3Hc2L9ehkwZLj95YKzpAKOfNbxXh05Y6/n55Fh64lN+PPDxwDt7oJeH39mmM7rTHzrfn+F3Na2+gXw170fwK/5VC+ojBH9kvIQHeOPzzv0teFPOEaPP0h+ROaPBvI9nmQHxM3Nm3rquX8736v2/5h7zmT4E1J0H6l//8z//0znhkTvQfgItvwFyQKYh0Xe6/bvUhqBqUr8KeEmD9ssTzEcvDO/Wzzd1348+Hxw4d8KjR9CD84mP1M+vdu6hT78iKT1l0tXPyOvJmT0B1qWjHcnVSJb6w40TYLavh6fhpT4ey19f/8Y3n/8TnrTnUEmsFjr4qI3fWl+RJzd/pV7oiy5Hap4czWcmZ0zfHf8sYsY/I3YqY/mrb3VYPTkeBT6T01Fv+qbAmO+fP/tvaPQ0OQVfna9WyMrTZqABf4X7JyUg/Q0EmjXHhzCOE+Fss/9w2bNb6QredgO7uuG0dEXPUVycnTNFyqw282P5rT/LSXSc0VuqUZtjC5x9vvCn57eRn0faSB/00HrJQTW25J6sVm/S0h7bLk8IWl18/sASXrVd4EsZltOxtsinvj0eqzItn1W6KV6av/bgf/iAl5nbrm29vABk0I/6XYYd4EQX5smGekI31G9F/xl/KjTxA/dhdg/2/ee/kUM3jya+pKe4Hh/275f1PCr0/jVWieMeHTjI3JHYrfEKfZE0qs32BzN+8mbLSMK5PupHPThf2UZ+I0xLYj/72CYO+bK9X9Z+r+n7ubXGQ8vns/sbirST/GkvS9tPvLkffP1I3y91jIaUpk7AsTX7kid6A1y+KtXmU+Zbwtt2fd3as0/Lha7EI7zf1l/hKjd/K1tT/iIflLqO6zbvU/JNfagIPahLzFkhP4EfYUJHmvAbh+kt066caGsZA+pGfoG7p94BWB0fbf7szQWMX3gPhW8sW8lufi72N/PGrhNpfLg/tnIyvDNO+lrCqhbbVh6AlBmqtVcihf/H4+NjulBe37CT48v2cJ0OSIyLjL9aSbZCHnnoeKVcq59l391/WES0k0xZ/8TDlN3zOPNHxS7z0faDn47V5RGsWEtD83G6I8jjv0JX85vZX2PvtHxdrLzZ+mHxdzQY4/r6FRrPv6WXNerHeVPaa+cmxCc/lMILuVvHl8Youhf6NX01l3G9yPDxfHk2f1e0ed4Ew/7o9bHCUvM0zKikBvmWdSvJzzwNj1mzkzeLPxMDw9/227YVO+tn3Fi60vb8XMbG0lt5tl34subxZx/KIktDWad8ymFp4WyTruCd20fI7xqT617JNR26/P5dz9fd/TMlkyfb4P3f//43r3GEs+ztv9DPPRtxUVr+3IcQx/YTPis5HsTjeH11foog9oe5YelIz/U7t1Gp5hLjahZ/FYfLG7x+6DOmnn2MK3qoR/Z7iBv78dbKrv8z8cy/Y/v8q5DM/FP5eODjgbMe4KbmLJ/H0MtNYCc/XSgeF/dtArxQwNuyshekPNh6W4NeVHEsxFhcWb6omh+1Ph5QHkDORO6UD+OX7YeWuMbHHEpf5ZZl9+AZ4VP5eODjgR0PnF2jztLv6PrKuB8/PHN0yrql9/69A44e/G4LzsjtxRd48t9R/cGbnygnNMKVGkGnSm1zrl/D+oReT1fghO6PIe3F22Okf6R8PPDxwE/3ANedvC4sGfw6uZtnr7zBvKT+Byl7YG/cM9nLVO7WHzd///333+YG844DXnIdr27m7ljzwT3rAR0PNv/a9llZ0xvAnEDxSbwcFOWpPip0VpHXo5c757T/8frxzv74Dn7WC0885fHJ0PS0WWnbmrVveTz5hJUj08rw25v2+Uw+0IEH8LQQniCyY9wnkZuycvN3tok7Mn5yc1mefBT+/RvN5N/X9t6eV5E/G4d7vZC5d/JL7r+8Qv8v5r8kH/kL/xjzLG1uJJzl5erPGDJ/TvD4BKB98q8Hz+wy/1X/4Ynd+inJzOuSCsZzVZcrBM7jR4894+a45GO2zdZbraPc/C0Pzng6F3yxn08VEk55pb1vMWiRlciDHARe5h7hZ0rq2/Lg+I7zI3W0fHrwVk4HkuYXb4BvPbgTno7nG6jUoyPFB+e57XdfCe3qhxhINyWQi2x+Gupwhf6LPHjww4Mg6rWlL4keXML38HF3DLr6yNzA3uoYfZfxoAMySw6EXJE9eBNkwO3KrpEf6Vvoqj89eMFh/ik2lz6nhng9fK3k8FsE0S7aQzLC2b63DL89+FvHcajTfY5g+fYnQWBeZZ4luoU37fQGLO1mSfrVknT0V27zDeX4AJQ8mMW+Vd4eHvMVn4/lPo/ySYPfCP4Kr7F0ZTI/lu0CSXPJ33+V37vO4IsqgwFWErK9CharA70t6rBNP3SQuA7Qz0QbvblDnKNluCoPpGv+8WQgFvBf/ISiGwMBwcaNxTVprxFn6S2C5Wf7j7fpnzov7/Mjnw1KN1cv5vklMdBJ+PX9JxPgNv9zXly8JnEe9e1aclBA4rhd6fdV2VfgUf82fuEbfDMK9mflU2KiwEY17qvuvGYf55aRdnmvwziL49mOJfM/9+dteyil35ni+leOoz7qmR4b74z7mKNDcmV7TwZjB/6vfTbLB2XeiMQ6xva08LDn8klFG9r4J8bdJcfmmBzqX/vf8sL4+nJIbylKG7GOuB/FCPcnpLK4s/EgvsXrvfnbk0P4ejm3f53XAUzmnSrHHuDTJaF94/jokmf9Cj3GCuMkb73Xitvx6/Ld7JjeAM78TCLK8AdUxCm1Qx4g9rCI+PUCUBe571H578LxeYy/S+A3jta2cKJoJN2v4av1s/QzOeCfDiDsgjwj/en9csGJTSvnM8sdy3XsePS6f4fvKu7d/KEHZXj2rerZwyPvXv8rwI/piNz1mPz1Cj66Uod7LySv1PRqXtx4Xc13zu9Rm4O5Jh+MN/KA3r94+yNjCg6Lw3FTgWr6AH14vtTyF/Qvir9IrdL/RXTaUkOvrbyQ1Qx0v4av1xFT933O63efbh3OOmY6KI8Dw38cHx4ka+n3+JcxwUMpSGSdfdSCazJuFOdLKXZib/w11p/0mWSjon+eaPpTRB7fjbGm3fSDxw4wr7/J6z3iIVwOqRs9zPy1B5H+oedQUOnU/vHyv+4vVC9bg++88XmEwm4MvIP/so5qX/IIh63IyLqtIO/jxOyazPayr3BkDr7JPzfaiPz5K/HPaXrbTbTfI9R93v7Fo9mBaf79EdrhOMfVMn1spORyQ+/drtfn9vlW3wC9MfapLddTtvfKvq+uXWe4h+prR3nn7Onzv6NHf73z8fyzrtk7+WbJqtX5USekJdYfpOSBRR8ztjgPr/bfvxTQMq4XGPkOayam8vR/S3cGwsVc5FA3luB8lyPOaE1aJp6sI/Zu4Z/Wn7htSdvbHh/CsWAv6C2MfXtl1l+TeRdqut/WG3ylXwj+X01/YMBJ0VuX2G9loe3xs3gjeot7pL3FfzZWa/HAJ+cQaGVzCOXx9q+Uvim+/MJDNr5rsetLaKH+0y2Ct2Kvr3ORM+svmG3tCvktV/rPzinCWfLty/Kmw4o+rbwxZMM/3nwibCvOxxrlXsuTsjLCWgV+tr6OlIZfifNeshF5HB/y7LWn2hn52/g9+h58KsDGAuLNwqZMBghe/BJ2hRzyGo/fQMEnduEhBdkXMK5aZcRHssf2DoHkNwADl4qU8WnhFdJSg/71ke2TyZRX5pXQF30sn1kMjOVbbr025Vs/E96ja+CdeWbfPCNdDx77w3B+8Tey6uEjuV/aHOljZShtjGXci9ZPG1f9icr6KTOzleAPsASP+NT+ih07+nf8bdXotq0sexfpz9qzr3wjIcoJPL+/w28Hr9jaVWy1Q+K/zCdLtzZ/6vEEzUj5GU+tg+j3zTch40kL1946zjTVufq6frwWy/KsI208NH7hwe/IX5m7U7G6wl8F1uhnOMwOrr4a/Q2D9OYLx1/mepFPeE1V+mt428o3STvuqbO3vTYBP8FgDmKbkvhWam3mRL845xmD/4m/zYYbl9FW5JPQL3bj97VlTS1+kPcyo3xlU8njSV/Gu/npA9m3Uz/hDV6aP67R8OGbH7GR/tAPOd+o/Ed89kXcYIuUZEDZaENXaa/eqM0aY8NhPrz5C1uynum3eQt/8Y8hNc2gUxYkXeX6Fe1kg1KBspvr+zjWgaQOEGGKa99Us/IIds8f2LlShvEpusMvQsQxymcZLq8VX7mEEViNg36Vnj7pk673JF4lfmtSzn/cgPY+v77FxjjcCSW+tR7zMNZRQ6XiXXp8vplqaOtB/17K0xoYolvHPu2t1qVEAz3Ynw1GhXYV3pyPFVpsJP+TP/hl+0BPXi2lQIoMH6Ol/wP+QZ7MPm2sz6GGWnkt/5wfasJOS+j7/pH4quPb6hCGIU1s4pX2ufMx/rYp+emcbQ0SHDmPZ57hb0pa3PW2599CHceyNHONMTzPn8mXDIMq/jK7x1ZSfGqhHFfCbJvwXtnFT/uDXhbz93dt/PXkEl7km/HM+cPjKecP4MH0QH62LPFpe2zbyLfdTdvTSyPt8gtzlbGm2XTqrf/35dWsj9Hn/U3NrNuyv2U8o+f42Td+M1wHQF4fHPE5nkJfSEL4D1vhX2n9j3FInBEfh/UlIMq+hJnH5Nj4cn6238Qn8c9+SpQ2rz0Jva/csGo2Ye9T8t04/w6T4r+/v+VfmCxcNO+1483GJy7GPZ0V3MVT/YecCnr+O8RgQqT1u1PORI2mu7cdaRDvBXBMjy4UFZ3j37P8Z9bfzT/Kd+ya6bXcT94oX/RDH7+oej9PrReOhZudzc3wzWIq9s+QWSnwaTzeA5ctv2quLuTJ9pC2zv/2IqTnmJZPDzPAw8V4n++e/gMpVdfD5hR9jvIdP5XejAVlyKvb9+r6KVeW6ivFitbl2eOPUzvv5K4Hh0fH+vOwhYdjo7zg9emDRFy771+/a/1KBHg1yPd00LjojzcWk0uQV2c0mv6qOuTyH3ge10H7pxN/Vyn9AD7H/XCXcvSp9vNdso7ypY5H6e+ku9dvOr+grtutVXf56S6+zJfCf25fa7FABvrN9i89lqvwu/m7esDe8afOMwP/jNk8p7fy6TEV+tcTu/xwM/2F/TfY33L9ZblrOfHDliJ+6phib788K7fP+boevV87nn+u04ec0rODbL5wOc9FYssc74WNfBHVnpuHpo/BM+naRNGDF6/y3vKRIBFaPJyAiznKKrxfuxa/NgoXa+FzxHqh5N8zftSHcOAz18b62o47tcoln7yYLvBz2Znnp3KxB3DIAJb6BFrXdZxcLNqwi/Glnzqq1SjYy3FVSC6tPVv+pcZcwWwtf3QlwZ8mRzC3oGTeYdnlgw7DR+M29BxHjXRl3fIf6FaLXcvrfKOgvG0gXAivef4tLb2WpIX2gOmMP5Lq2PkTxxXJScsi5tmyvBGlZdZcZ3bhDSDsj2q8lp/001b2sx0mUy12qXWHT3zB1Nfvhf29HoGTvtg7ho+56V6Zv1/pO0L5phgxyjc5BEgcJ9w+DXnOjBfx90rmjjEVbIfdNlf0fNHjBr1pA8OFfmUJ2mhhuDIEDP/hQx1i46Y/sCfqGPjTNr6gxzfUeDOIKmS4foOKnbPS5vwZ/g390eZgN/3P8gZRQ5ZFLmKy5AXCZ/NzyLzXWfl/kgB6PBKc8UJ9iU442+9a0g6xL+V65IV0GmXtvsvOKh9uCCFd1De/tiE3IsEm2xffSOWNUdhZ5kYUV4UJYlUAnv1ZTMBif/YX3+yh/5hoopDyB3qBlmXpqWvkX0OlxT1fzG7gl9aO3A78kcdsbhNqrhFlTnoyVmCQAT3x9gn1Zf5coR/hZN0xp/VW5EhergTR/grYNOjjao0Me/j4TQ8Be/RbwKABPX3SMB8BmMOWrxdqZpW+dVfVsrpxvhQk7fQCZa3Flx7mdc5P4q+VK2NDnIPxm/27plGNRdk19KqWzi/8Bg2RmJJUdG6VsIzooh/fJDUIoTke1xb/Ooj/tfnQ+eBYXqfaW3LCHJbfDL7Kf5pPiaVrnbPG1+Zf3Uad68w//8hbccxngCM35fVjUfnIL0xAzA7xq9knLPKZoVHPXv6c0bOffNju87P5Qt4Y53UY6aXE/qm//6lx61ZfvsZDfD3uLUYtGXU//1is1TbjWM+ZFVrShawXXQ16vDUrefno+r0b74wf7l+pOeFsb5UhH8mbv8XGip5rL4AH9zcVv90GZGoddum38OmD3fiYCRG+7Tftzej2+qn9HtUDsLEHWks2D1DmiIgwSUKWPUL5ofl44AYPhGMDtUfA3Hrr+XWDh+5k+fF337unNiN9tqd6nj1ekM+Lof8/e1eCIDmKazuz/jF65v6HnMr8yPiBEBKb8RIRRHcWILQjBLZxRI8ho3Q9MjTcu/2l6fTOsFZ/t+K9s6+eYBvdtN+fOZyiDh4KtDLf9HHIPbm3B7dVjxl4pJd+o2MG92fyoHn9xM/KN08clefqtM1d5TrZgvdYcne+orkAHVC26s/nN+pbjp+8iNANRX5TUbahL5/XQZ+H5iDSmb5CHF8jDhtWuTywPHClB/rufyKvXKnhbFkz1q3ZOi1+0QN8HYvQVbM8ION5+c/yVA3udm/PvGSrKb76J3rgafPn67///W8xLEsXLliwqbR/k6D/yTj4zvF77Rl3Wb8RXegrCFpPocC/kCPb4z7wdsuTHxu/wqkMyMfXKPyiIhQJ9hV4JSR0IkPBteyGHuhPePFG7aTHLhP8QFrlC8SDZfZbNxm/cvxl6IOAq+ztVc/nDVocKQ35Cwa6H0Tt8gX8Ht/uGwLoI8cX7brd5fyAr5PbhCj/QI7StYEs+RZc8rHzKjDPjR9r/kO6Nqe94alfcVLcv8mx/36ZQyT/cV/An4Alv11RyB9BH1EBPwEOTcgBACdO3V0xgNQy/w0cwt/HgutZy08Kd9Lp9x8f1+jmN+kIhrzCTxJ6OrmcH42Psh9Il23qihuTOGFK/f7D/LMBPF/pf2DrpWaLrl980VKjcXEn3ZT8JhbloQxBVwljLnohH/Zlcbi/QUS/olL6gM7zYfEV4qpMH2JyFwJ+f53eNG7fX/pJ3dw/xID5co/xan4oGZf0CTtgH59LCT4aTCeAppZCL8Fb3V85HGyb4G/EAcjZrxQClJawP4X6XMl8QvwlbyIJeZPhclacBjpq/eBDGSmZEgZfzsPSbcMx7OP0xfou35RR47/Th3yfCfPjzvNrQHG0Nl3AaqyU48tigvHL82xKEfH83spqp1RuqD26A+v6yfwg+YIfYov8hTqVeMMOMODHUpfr+3vmvOcj9UM7ypO1moySfpLXme2anmXZdT94ejlOkW7UD15v8CV+4Olh/rd7AUOe9ftIt3YhwWrm0dwuzf9KP7EO17caf4Lt+QP652j0lo33DeHQH+USHOpT88rOZPOFS7ZUWvzj/MwlEyTOz3J8yH2l5Dae5xAXZflSnmzjDVzpN7RzfPduCsVSxX8aHcY06bPiaB9/+Ef6UdufJ3z3xs+v+035wkfyLaCOdVn2GdyyeNz9YKBH8C6naf5GqnqtIr92/Yy8kgginom+Se/hBs0I7P+Q3+BXlPKbfSyh9fU/LOSChZ+XkCc6Nw1zmAbJ5zflpq9iXEUayIcfIEHC0UY/8CUc/bFEHooQXsP9HfDJ+ZbpOS/woMOIP3RxtW2Yo60ct16Pa0eOy3m265dcvwWmZXqsUzLfVm6PBO7IgwEQKtwGNx8kQ8QPm9/kX4xPYHOgso2Xk4N7Uxora361r78a13kwxFzkaI2n97f0X04fOfmaxU/iUTsd0zZ6jUbj3Q7z+cfjH7evpl/ZPwhr7BNgRRbv6OgsYV9tXLN+vKG9z6+s3801/rH6AYcenGZKHXnAYIa5i/vKQIv6lMcH+R90tTLyrWH6fo4PX7VR5vQE6eXB5Wtyy97RKC6CkaG9xl6k2hKzPLA8cLoHWh/AnK7IFAErn9lurC1SNuV5PXe/QTAaL3TdedW6uV3jhiF4p/X6+bmnNT5a8cIwrspLeoDGWV5kSkOsvGDBOT3d1OrN0y18uYzROumFv1EePXRX2dWj01NwyTet/umNp6fYuPRYHujxAMU5bqS30NHDyzs/rfP3Th1rsq+w4QoZNTtfrv/e0E7d9SRdUs0+rkVz6R3m08g++eMGe9DgGfGB6wTsPfEAaVClRbY8sDxwgwdo3r7C3NXWtRl5bJbLq78BXBJESZSMQTLVcfGMuXaSIlKX+UW8cg1yy1hn9PrTw5DfbvcZukSepE+ui/Q1gjPujdOTIJFfZ42d5OqknIJOv1/EP7NO4HCed9QxXpZsPr71uWpxOQOO+XGMN+xDWbsJHqXNkZ/yy+dX7Ndr0Dvvna1fLuEKCBZp/8YG3vyNawbiF34IbZxQM5QkvHPjudX/Ox6dVNtSZX8MSBPJF/QffZCnZFzjzQhO6+koc8/I2bb9zvXuQ//QGECW0xhV6s4+x/0SWLIT+gE2vQL72/TO4rHsjGZtMR98rHuyba408se8kgLpzc5GFpLUt8PJzLhT0BEXlDyAcbTGo8tLW66JcQmeKCUvyEYp+9U2xrc4p1XKtwWS/+g/n1/hmDgObYYjr7RhW1hxrMvzD3gYe9m2+NM7Si0fyRc0gFNJMvGHdQx6AL+v5LqV/Q89IM9q98lf2Fd4AGNFp/vjPtLPv7QttEHuEuDQrPRX3/7dGUG/wNdVEGd4+5f2b7SXwxtUeBAs28SD+G3/+Q0WZ3t+3fmEvnUGNqGMgmnOledaxKVaD25KyVvST7LNcVHfco3zeW4DMGol6c5zTIq/jZP7iumX/lTmQLdtxK/hHs82fm4K068I+s8NfnTytzF0EY/rrMTe2b5JmKeRFfOF308gZhFeyHOCxaOb8dsHmJqV+IAfGEWlivix9j/or7CZ2O1jyjHc8rellyWQ9C3NBfqmpvQepsWpCr/i+jnMoZJNVU2nIiDGqMQ8myqgyKw2vkVi19lKP8vf18+fmgda+3n+qY3zoXsgrQoV8HA9VEApdpn3B/dXjxHzGZN9rYZ/JJ4Fz/icBQj5Ixcg18R4fRCvycMWOlRyPhsEJFa3CBD4BejSb4DLktO10kgeZ7QPPQBuU2hWQmqTtrAsD3zQOCgXIkiUlneuhX/QWFQd6255bBdkdPOENs20OYs3zG1y24fHE6zNW+qDxC7WCYn2Um2y6bgPpcntPpWUWpt0PEdPTVoJttu1bSQm2bhdoJVkPqHPz1sZ9z5uJvnhVjP7bEAeuFXlILxP90AWKpw+XgheOt+UNTyo9/QK6R4uLPSv2D7dBOE/ni/10e3QSPDuoJyDelT+QfpL54HqMT6CKsLDgV5/WivG8mbZ/nAmibzQex+2wXOcP7/Z1EDaiMLti/k3EvP+CH2dmq6/vuc8YQD5/C/caGrxJ49frj99g8z3t8/9WZyTfDzhCQ/CuDTun+vXj/vzG/fFeJ2PRw8Xeggflm+NcBs/f406KkNj+xQY/3Z19TAEnz+9SmM6F3j8fMf4//5R8l+BtlUdGuNtbSgOtMUt6pc+zrXw58K5dJ4drpu3XING2zrGbFtfMS6Il0YxbWgD+ieMOb2Mz1MUdtInPfxN7Kg3+PrGsQFH/pNtjvukOukLnZ+k12fpwufPZ1neYu351xctWjwd58AC0bEWHfXC0/Ni9QEwDKg7Qk5quTDWOXAMJOl2+cfkcdlj9bvlS6338cAdCuMEnvQv/I6NJT2MO/MDedBDtrtkT5zYMpqlHmOjXeMqpdTb8Fcdkx6wImm2YM/G0T1G404x5kvanPmAw5uFqc6IaVeKGzd0kopwU3xugy6fY5RPYKaYuPCL84P0hvz2cUbcS3v++fIb/mP2SJ3L7aCLQ4v1wZgJcxH0rtxgRkLBeMKhIOMqA8fxKY91HEkr5LMbG+C9y0PadN80on9gX6BjsalT1KHg6TDzAysifhkuZxz03fXCGxMcR68L/jrSBiWf0vyUvvVz9zfTnWLpZ7ur1HOwoDCHgs9tJTF+NobskfLa/UGc5DyFfOelTZD8rTHgI9ylNohgzEPgEx69TY92Si9t4FxhD+nj5uD+G8Tg4zF1euhAOcrP3vh7nlzCsbqUDX2PcT2LGtryizX+BgzyC+YI4mB3oFOrYp8xv7exI6PCHPDxtf0baEg7DydUjPGvUwZ6E5w+oY/f9WXwDQn/bPwr+Ru4tTLoaiAG+1i/QsNjkzD9b69ttY0Qb9xtDYV+g3vMWN1qu6eiG52vaO5R7BMC6xCUetMabzkioNbwLVzQ5CX8E8Z5TxiyLeMR+SvnCIjXBfFND7z4B7+9CPm+j3DoT/OdZi/nSPVUhuxN5uLeKe2UbckjtnN9NP4Rf0atbF/N/hYN0vFooZiJk9sX9Yn+pjFCPImwOqZMcf4L1jVcl58oiqH/FleUGrcJ4fY7f2mv8/vPn/0hsOfu7NdCfxf95RYNn18KSMCtOib6cycRxd7P8ix9K4jT3OlN46TRA5aPo2A+rYn8jX2s1ZYCJZ7sz+aSczmNpR9PF397rgGfjX6PCVrLCQ+5ZOtjfvSyrvNRbpsCkfop8Z1q7Mc6sdHRbPOS4lzyo40NEiTjHeg3Wnrs6n38/Y+/9Rj6HUv+4FexwM2dVEMVpwXoxppG2M9FMkb5ZPYRTrv8n4qu3xl/zHnogzLqZklHDiJM1LlfIwdew1yGXN5n1S0NNHyJS/IkLNKRviF8IpjVoC9A0j+yH3i8tOVzLLt+lJ5z1vQFjORAFsaH+gDjfKx6ATeLPYuHkxj2iymOv553U2hXL96v83jhPkRKdnsL8+OoIvX9McaSSwKsMDYBHbgB4CqAtdB7OmmvlRdo/GioMZ4oufR6vaZfu951WW0Ylr1t1Mex8IavvJ8HOJeA/MdhR+sYf+kHCUcb8iQ+4KeVHTnJv/EbY+nLhR2uF7x+8f5YCOitAzTIqXG9tOw66pejfpTyZfsof8xYy/4DcHI2HN7GhhtHdd5u47CwTA9UNqQm3Ut2IPZi/NFE4X+3mkVjgb9bFblf+L6/3BWRm/qCfgX/HU2KYWxa5gwZkBpRUPo1uk7Juy2+PME9pw8P4hClYkO/P33e6qdThHeAZoSxz7Ex75INV9vRYXIBlWyIdhQQn9eFWBydcwnd7octzXXk58NeeWH/J3Fzlx22XP6sl+q83TZsxPvOz1H5nv4185Lz+9H5fefQkewkvwwos9v/a/Dh8Uw3VWbfWOHRdwb/1D8kjUvc/YcYGHDf/XEf7eG64PoMJlWfcQKxu4zyw1zq5lEi8Nea8qZfpEjl01cvJ58krgmX4SeIxxvkfz4Gxzm+Poe6P84bjyd4j+dPfX/g7D+QfzYbC/Q8r9ND4fzBMObE4Dgc3sZyudDlupHj69lWv/ppG8YuyVM1+7nPyrg8/k5bX2FDWRW9N7H7qvFv95+u9CiUJos2YSRctkflLbo7PODv/WjjfII2mHvJPDpBzouyPD3/vahfuNrH9q3I2XflVG7JdXVtX1t9A/gK9aAYSpKJ+vDDHJwouD3J4Bn7zcFG/lB8If0Lv8dxj6clIuz1asd/A5jG8eYxVNyej1eKhPFFmfbGeSbhj2/v81uzi3wCv2j9m22T8kP4PQJjftX8GPTLjtzhHfxZMVePX9KF/BZ0qinP+uFz0KK0xkHC8YZkpPN5B2+EM1EuaP3bFwTLbp4FRJ93f3/3m2v7VXMYr4BXqYzGiaPzby3QqXmXeveLqOSNAkO0P43pfy8Z/pC/+fvz87+N2r7JaDBXwH4s/AVcPMmLrYG4ObnR4y04ang/e7b0pq+7YePu3GLVwDjTSLV++A0O+6Qtl9vK+Tw8jNNsCeCLMp4cPWI/vcMC+np+Idk0elR6PZCbyFotPtq8AJuojHa10b4aVpJ3nDO33OBK+OBse0iO+3/7bKOHCWoKbo8Pk8VpHdBtTIDbHWxv2jVRI//vyPtPK21rEIHwZloTrw3JvWW3fbsHjcLff742/nIOHrOP64L4Qh6WbY6b1qGD1C3FknzRS3Afcz5n+Pm9wxwSvVkCHNC0lttKst8lobGkD+yiOt6+pzr0+96DH23go024rR94phV/Op6IyV7+sL2X7g585M2wP9wfdqCt6sSvcw/6SuXPgJovCfb1xydY5Idt3+dA2zxw+n1//5/fK7n9En22N07xxPtknZn6lAm9/E3m+FrOec6sJ/5zjGV7TJae02jcYk4qz3Lsux+zb6Hx43FfcwxiTKHh+bPGJvaTv3S/AgdzBSXgsrT3/BKzs+1CncaX/sNeqJPDdPSQx/ZwC74ph5/QI+7tRtYzwez2Zhp/cIQVX+iXagNejklJdV0bekFPy76zNILcEf6ku183/nHfGkGfELdb64Z/GvLfrTo26HeD14JInw/ZRWFhfQhEZqUhtsDf5DGno5YPj68Dch736Y19BFGBk3Z9bp3xQUxzPsQL8Jr96Ac+0dLHgvvem//d13CuRaZ/eIqOPOWww8aCwcKdSs4t1iNfn5/hF2Cg34ID786S64Y69MZd3jv122RDsdsVEQrAUU/VT6i7mssDb+EBzLu3MOZDjCiN2W35020Wts/xnd6BUSQd3EU6/ef22H/dTb/ag+B7/MUuAA5Yu0jne+CeeJhvB+dINuFPXsBwvFVfHlgeWB6QHqDcUdpzSPyWtuT3jnm3xQ934LyTr2Uclfzp47iEcV4ffH7r9vg88xbn5YHEA9uBB385lsBfu+GvcSnnYD6/oj0+D65r0Fccuyfr3LMWP9mOpdvygPSAle8lXLYln1dr08E7umf0pDXjSbpo46np9/Xf//53v0OukcSTAHpvPGmg9cug0xKxxNH4lGHWaRMyq2SapwtviClCuL62npZ8MMS5DrTTkm/atAFKsfOWqVfphI1y6jPn7CH0e4P04b6gdpBb4WXRwSvWCe+v/TcKSdaZH/sEb2lcoX27ZrjBDXlocw7o0+IA/oY/0eb0r1XH/EvnaLSv7TQ68OE7tOELvNGIdrmkNxtdvLOYRvzbdKU4IaparPTRy3GX9kY9d/9q84jZF/H1muQv5XMq6pP4vF+tl/KUI7Df8BXcKnw27GA3jYnwu0UfaIQ82ZT0Ox3iktDJNzTv//e//7kHwP+3tfFGQ8pO0S9F6Gi1xZ9/Tl4bv5yXjId8/IWfg+aeF6fnb/5ifMKhvUDXW8l1TjmU9Utx2bq3x4/6hjoj4vYRWPqnJz9xXpHPqH2t+6M0PzPT9mpNfk7RB7HGB1yOya/nd8gxylp+kHnBYGOCa/xNQruDtnR4y6Jqf02+ZV8jncx/8mCM7PdW0Zj7uJD4mdWGHjSX6E/uw2K+lnHn39iN8jNJBiDySfObR6/nt4Px7RO7oRuBvX7IJ8gx/oGQ95FOHO3S+2t6H6OHntCf60B+bvUr7Ob0vu71i3IiRhv/iK/XdP9Eeem4pDwibcQXGP6yze0z9krazfxTHgeLv2BXaEZdNSSef3AtSLs+/KZXbXxSnrmsqv5W/toZQ6fwpt4Ox75U6kdtwHid8gzpgj/8RnaqP1pkR3lcgFm/voiYes2SI31JeByW0sk8HPO2p7HzrK6VBc35WJganOmPdaEy/uACuVgfYhsYo2XqH8nf5FrSG7aZxEoH48f3B/S71PTBPEJsY96irXD0dJVviNHouXyLbzOc2dVMwxBhPwMlVfghAbIG8gcD7VUWi3mnm2np/JIovJf7EOMk8fO2l89pUxxIKOuZ0vS3IJ/rTevr9/5maYDzcWyI77jX0vWv7w9SW6AnoNCrnMeBjXLXhfQP9sDPwJGlrr/EstpRbynHv7nb9w1Omi6SLzTRcNFHpUXHcahu8dHpt3VIxAd8gJJLACyOp98voQ1cG0/fX0k6tPPSsk9ikr02rq1f7fpd9yOkgy/asbR1iTgttbL8ks0t3Gs4tn01ylq/tyt8Y5SBjvWed/dcX8R9SDoeEe45W/sz6Ac/IO5lm+s3sw45Gc+QH7OeDSD11LEcVOQCE092lOSP8pQySD3j+iyinjs/HvMGcDR4Vq2W+Nrl0CAh4Nqp2jDP4tsmfWEtDzzTA0iMa348c3w0rTBmWh/GsYSj0b0T7Mm2+31I+WLmncbi1WzB/Jmnd31/NF/mPO0Xp+WBIx6gXNyej5EXqazPmyN6PYf2U+xMPR5j4rxrvlTiasEDyUNWTDl0vmAZY+kFlV8qLw9c7AHab6450+/00j4d/izh9EucTwH9oO98CYuj5QE6I1h9DmERPxxO8XRPTNkbGPJ19Vzmw/261HuGB7QHyKRZhPsHiPFA3jP0Xlo8wwOnPgCmxMs3ddSOgSkdQIGanmKQGGm79mQ8xR5pYVOCcoRHC00P/x7cVHavfz01Fk8pN8BTIVnLoqNF8AkfnJTJdNlPgMTEOeY/8Efca230SV9lOk0FYP70zLmZCkDuaCBAf3+jEvE4TcNwAujeG6EyJsbtHIvfWf4c13tUA8QH4ozzQZ+DhXHm/RPqgW+UT/Oc5j/5ouwPpt8EVe5h8VQbrtGL5i39lce5fWRm8WmR6HOOy3uU+kbTc4ugW3EQB/fm9ztcsL3UE/LTvfZbJ5PLfsHYuSsG/G6mQWD9dhLQsfdCG/szrAs/eJWE/LXNhbZvJml/wwGSZ5fwUVlf5BXsM2I7rluzNZvBr/TmzTZMe96CXa0yZTxodL1vD2k8jsEwtsQF40uwnjHzPGr+oYeyeIsNsUFS6Q1dmnroI1jbh+tOFPfmnzad+7Hgq5BPHAuCkb/RZ3OVPrIxr+vpia0WrWDjbL4NspM38BrwNZSwfh7TH/GBvGO1NRVSGPnzmC7gh28HoTbyA2I2tv34oQ1aWbbkB/BAueXXozeIwvhIjfra0Mmmeu4GGWNGrhx94FSzHzJs/6CnHJ+cjx//PT8Excv0kPIS5VBszrfff8sGrb90rerjmI+D6csZ+dNkPtrBv6HH85C2yPaoJE+3x6eyf4EcX/66Zx5E4fc539sFCQ4X0l6gVYs5ub1V2vl48N8sSfPnxyzNevnMub6Y7d9eKw7i4y1bI1dijtWkAI+vYwSjNv2hv8bHX89fOQevGb9THwCTU7mD+SDUHX4E48qBOqJn3GD3cOkLXHB+HZ9A42eV5/gPF37PsvUVtMF4NO+gXsGoXUfYNlPlM3jO1G82r0Z7KxuNYa0C35zDdpOneN+T637NRiDX8pUh3H/32HHuXucC+1x8ju0zLvQ3zaE70j/m9lmmns2/pvfd8mv6JTe6tfzI54fWXxXAEOgBmwuyLc44X4YyvXqVnOmKn8rw2nyEMRiJH9CSO0boa27k/Gu4d/Q/Xb8enygbNZcf3RG+IhO674GHeUCctyd4uH9p/agczIFP3rPk46PN/1r/iFc4zxF6QXPxHoDmxrX5XdjLmj/f0Zf8YThDeZmqv/9KuQoHhVpVjz5opZiHR/rSBQjPsU6fEJNct9r8mqfVdZy4fWdJpXjwaxs9Y29/EHmWPkf56vFN8c+fQRyV0kK/5TL66bVNNlHQA6e/ux70AgDBoC+PcYI/4cPjD18VzvXi/Ry+6ssDD/BAWCdIl1nz6z1j/vQHwNsQuIyXP+jSFm7ANGejrxRgkS7ZO2wkKf2cUxYlXdr6RhanJppkEjhd6CSFhDWoiItWKRPw0fklN9Z+K+JU3CtoWyrGkdYx0tHWcQiaxyVwpQTiKGHAPVYGX3awyeM7JYYfI7TVI5FipLZtftjJGsSNBUc/ZEVfIHGjJIzd/xTH4mQQ6CQ/8M3LwlgK3jntWZBcJ2kP7IQGsh/w6CtMqLH5H/k9vCZzmzaGgElcMk3CgNtqtkGfveHmj4M6rvlY6zBLAY2e454x38Ezyo7x5/sQn797Aor9XDfK8+AVMz1yVi23pZx4K+rFob4OeehB26JBP/BRRn0B0UrYjRI48A/azhOxWq1ZulYJFQTLPqeRU8ndjtsvWBXSu0FuCOBHfzHdopBtbwv1hiPnuAPK8ZW86OZK80fh30xbQwzzrYA4U36LPKeKfIM3y5fJg4Ra/Nf6C7bLLvhiGz/6BzdsLBn1+KrnN4u3VE5r1+VrVDbsKL8afdnW3y9OTw8HSFN3I21X+FtdPzVrQCH7PP90froHe5RQaOz3+E37JQ/ZLtuUYnP7eI+lL+Fw/qDn+IC5bxrZwXF1QR+XVa/zN/iQc70mjrNjyaXzPRTkRwlCfsgPmFcRc6uhvz3BOzLI+PmHfkeUPol+HrT9m+vHOlk1ST/ICaw/5n8vm9r0R3FDWz3KZ+Q3+o/i1/8RAz6W1JYf2MLhNRqOe7Suyc95Il/7PL7r50yVD7/DtndnkdLlfI9DCr5CbPUIaaIpyNxk5f39zN0ZAABAAElEQVS4/wB/ybapooxF0k/CTGKlQ9Jm9mJC7TNqf0hqTs9Av+MrIgHCHEIJeFcZ5HVRJcj8wW/ScUqjPL/KvS0KUaz5PORzkhyHwoMdioXD/tQsACyfB/IN1J8fvy6EmGjSJ/LFXqvFU9fh2PZ7HaL+cS3j2tXoNdx93m6/qYy11n17x74UbWu6q/v1ydHvE7rov6axgK5cJ17ntnI46m30yJu4v/21KQ6bPS+yMcQR2DeWoIvx6fXieyGVlZtDoPUl9gV+HqJPpb0NWBuTUn9tvKRRJV6EW+On9QNW4y11mdGG7JQX1vMUekZLl1+TBP0wj2S7Rv+ofrmHccpp8xSw4hyUvCjnSdhU48fG76gKpz8ALjr5oPZ0kaVvQCkBFBxK3ekacVATkFNyP4UxBIyXRvDS+GBCjDN/NiUlNSS4cU3PWVTezfeWPRZ8eDxCPGsXMsNcH0LIY62Qx3q0Df7qIXphXNhbvViBryf5GS5rlg8CVhJt0Psk/Zi4t6vC92RY8OP7WEkXueGCfbJ9cr82PW9PGgayn97CIv2kzpNEFNhgThLKGesP5z85LxWsil13y4+aqLVafuTzv3QdoDKXQO4L2XdSm+s/eX6fpPH5bN2l1Y+b69/6Bd8h+TF/aNduGP+OeViLz0PaOuKNP5hoOqPvrhI+I/kdfrtL3YJcrH8xRgiZbu725/1pa9XT8wPX78XHvxAadldt/nP/zMrvnKetWXsP+M3Sr13y7Zi/znY8APvZDyK1Hhi5VPnB240+D3lN9fzm+sL4j68v0/Idqbrps68rVA9xibWGrTPQnegCHjVe5LPZB12ZXQDNLOGrV/QT9wPs4DBWR5wTKF3LGdLEKmSg3A58Ye+6lTR53eeJft/iD3FnzK8n6u09uv79eA8gZskRiONjTvnaNgDv96zs9AfAlHjxh2ToS7+xCImZEkoliWMI6cEvvh7EfcP+BgZv4KilQ3Vnn7b//oy/ZqSwdjxJDVJs3y/xk9MKgQkK/tgxpF2yLfFNxqIDdMTv79+///z5o1/QQh7wwSbAATBK4KHb4oP+mSVOsxBPfwI5fxBcezDMeYzoBnrIsdojvMs0SHw8GWoUrXgabQ6T4w0MC47+o+V8/vALTk0e1XCM/sr5MqahQYUNYmNON7icA07WGozzOaKGuMJ3Q8RXEHGfGfkFNuBOSodadRIuk+vSIkTio8158jr6W3jTFsDvd2bmo5gD3AMQ9xvSdHfq96/faOCakmvHtzZ1X0bKqDOdViY7Yt+jas70r93IqHOnhojP8GZnJ/2kCwtbal/c2XysHvBvXN+SnGnx7IfjTTBQyjeCAbdK7Ku2Gyn73tvC1eCBfu/E/kzD7YNhP537tzonQ2z2SdSxMc48p0VM5BbMI6sdKe6obRN+8sNfvKEB/9xh16BMLT565+fO46uwP0MsQEvEyNZ2F7zb5a62AJVyY6Y7/K/HJ2T3lY5nWLvy+dfHqx878dNOLvOK6rZ+Uc+k2GIR41pTEXgzx78mk/qPyi3QZzGu6LPjYP1BfFhthcNc0DZm+RgglpELtrbLGWgHJSR92DyGiRhQeQX8v+ggXSEXcZq2emF8Kgz8+uzpo346UTBT7z4JGv3/9Ut+08XQGJH+GCuUhB3q+/C43T5Bs4djsF+XoEM9b8dv+98LqPGR/Vs8bOzzmNSlvhIUsdmjM9HM90XwsxFDtoawATqhbVPc1RNiXVFAxp2CMgWE5wGQRyX0ohLwKcI+kYlcfw76AGMTx8Waf8+N+4Mu6CM/wf+0J8KB3zgOfWqBDuNJ1ASjduu8Aw9O26fFADb5kz5T90SeJf/3JaN3u3iiBat70aI9id+YcCdMqVNATWHENmeT+GlsaHLxSaHhlGCYQCWcp/QdsfMpNiw9lgfu8MArzfM7/LNkLg9wD7zbWsM3v9zOVV8eWB5YHuj1wNpP9Hps4b+KB2itlOslHWgp3RlY8+FVRvfZelIc4SHyTE1XfM70puf1S78PevBmIY0LfVB6zm3/cprTxpdM3HUsaSXly3aJdvUtD8AD2tqLvk8o17w5Z5Rbctg5kj+b6xl7mVGPUgz873//2/7eLR6+/vOf/xzcioy6FXQjz6DpyS+dPPJP8YmTvPCKJzypN37yAcQJpogzUpN8oY+Ej/A+gwZ60YlTmmzQN5OFkwi8w02Iv1vU0Bu1vOP6up0oSorFMceJ2xbNIQu+IxrTb4Ih/Exgogcd5yVItqaFBzho4m9U+FMRNb6gw6lC4IOvbEf8vhr49FFF7Bp97avYavSwP0qUtVIcSVytHWNN622FSTvkOLXyOQ1PyxMk7OAJJml3t/6WXmBU0+8gvf/mAQhrLSlmfNwdfUPu/Pi2bKIFIq7POdbIvBqZSz1yNP5l+t/f8htGcp7KNsY590+qC80D0FKpzQv+5i/4xd9aBiQtwYfzJgyCo49T0M0rfpq5Zr9tH7imdgIay7L/I55e2262qV0uPt2rHrBbRXFAzQcct7r+0M0+7VPLOxrNCKySvxL7gk40JrvfNfqA57LLnuDkPgp+TfgP6A/+FqmUa+FZ8Bp/iy7Cj8Vn5MNrtTnBcVP5ub/LvErxC15UYjyj5DLfED+RQJ1L4AtZVpux6aqCryfadab4ZXENmYST4hMk9S9B/KffflD2lNCH60hr+l8t2TPGltYRxa/PsS1rdQ6SIra5b47wceNh5c8o7Nway3WaID4uVMefxMU4Srhsc36yb6Rdk2vPfz6GmuTSuLqH3uFwvo4XvwWhJkeTPROm63dMwnU20fpHYyzHubousvyX2brHPK2N31//5756H/bk36DG82jgU5kzG56Qj7jf7HD0aAeeVkXwsdAyeEFH+v3w5q98tuQr/JEb6Bv38OYl9tKZfjsgyX8qT3zTiMUBY2f1ezj8jTiSbYsaeLIffAD3eUbTJc4/SUO0Kf+dnvvB8j8ETypTPfy+18O+hY6tAr0tkm/0QfRLmaPmU05R4wN6jyf1qd8/4LJ4vSaX45bq0E/HoTwHnVFqmOTXUr/si+OgcSMY/GVc3+1kkk+vHIlvaSPhoJPyJV6tDT4SD+s77jvL/ri++x7JB3r532yW1D3tWpyV48eWhPENGxmGOsqTsZhcxXqP61lat5s+PJc2EexIpbzLeG57iP0hEcUAxr1HVAlXxlUJ95F9JT86hf1XT5+neW32nCf5AGcXRy6ZewY8AKzgcrl/fQwPkM+4Dw00Bfy8JKgouUDLA8sDBzxA+cHKqwfYLtK398BadGcOMV+jz5yPmO9nypjpl2Fe8gp1mNFnE9KFJy4+uScQRxy26u/lgdEcMUp3lvcQq0/T6yx7Pd+1Ps/0L63PfI0Gb8QW2rKs9Uv81V4esDxwRv7a3mC/+QbaGXZZPrwCvs35o68AX6HoBTKy/OeWpeSh9wU6LBGv7wFr/YVl2tqMvncos3n0DkYtG5YHlgdO9UDjMYFTdehmTsnOPwSOJwoIRh+U1I+6q7m6dpKjW7RJcPkCg5MD7LSFqZzSYeoLvgpNAG3OpbMDT3oIXNNH78eJmWCbqGg3NzlKjDEOjXXuZ+JF8jwMZy/Kb5CBP+dD3C14kIxxHIyPwGdaRff/OHv4b5xDmfJs/mXp6LXGGXDgnVXKuOuW87g4bLQAejeiz0WLsRdP33sJx98InqvpW3KjnHn6+McxHvMh6J+0BnNLoB+HvVEd8XHWtjLwHxxf0I+6PKOn8WzXBevT4fVjVP9uuj77utl3EfC50+7zLhE7MsapRCvH0NPE6y3Zb/EiPKJtxbf4HIZnsa1x5GOg9V8Dg6/Scfpyhy584vm5+w1Z1Q3P8J2q2glAjBGx5vUWUb34Ns/e/HXmGJ3J2/ZAX8+ZOraMBeSP5ndPz+9fHIulXGd/v8KI6SyH5vT945H6AjkPJfELNmby+6SVsLe3f3f+tTdwep6Nw47tntLJ9yNL9vE++NPfH8W9qXh/ieP21ME30qRjCzjHo7q7UxvHGEhaeXj8j80/fHMC119T8/kw+OGZmmLOkHbwNb8nCxj1c1xqt3xAL2kteOSJeD7rAjBK8rVyfoW+kupIm3zC/UIyzpBzRMfraMv+v06PRkm47384TzbK296Ix5yINHyuUiz1vhH8cvEm/Y1xiC55VO1RD4BpM0XPFkc/FGBawNA32Hw9e50bNfkeOhfU383fkXOPirnUPDnlOOdB+IXaeVIY54cnHqbpCVU+1lpC4f0niF8soweeGIdP1Cl6bELtGfHNLx4mGPUgFk/w75k6EG//gAdfdZU6H7K13Jpi3tH6YfPbXbLmKrD+vHNB3G5ZcQLGPO3CflvOdbTRn1K9e4v76h0vPLh9zxtL6zrweZqOakT+xxxF2cPr2eOXHjQZsa/HFwruwPpAee4zc53iv+Sg0DvmP83mV4cdzQnn0ffm85/vqMv3z7PiD/uic6Ml2n+unMX9PA9gDLX4Rd9Z0s/mX9abn41Qr9/K5Kv38R6g+ML9hRv2d0P+uXdODKlsEQ3sby1WEf5G/olGvX3tEQ+A6cGvTwjxTd36d8P/2U+nUALxySR9eEyn2VwPPRTe1lAkHIyptrCi74GlPFkwW8WMP/zDJjZLHLjYvWZDqxib6Us4XGem90ZOfRLmKPbvp99QBv6BH+qkfqGL/pLxmHLAJgj8f/wkCUjfe7CDH2L/d/+9HtCBgPDoL8LhK2DMLsGf2wlYPg516aAtYdb4lvpb+HPZJV6E18uP8451jBfGGT0WHP2nl9n8I3t3n1CeyPrP0Qh+sLgn04blrwz/In2j3DPip8YzSq/Xxnn5WEX8Wxv8Gn/Qc00Bq9FyGqte4GHGQqTJ86klB3DoDn/wvAgcXgKfw3b5xvzCtxpj7eCUbfVoH/Dp69jwO2Xbnowd/EpzkqYvuFxT8ge/qsTS/LfydZJAcq7m19VBFoZbkpoxJhEb2738oF+4EOdynNKhf4cTfwlzXYgBebL36L6Ka3NKXfUXYjifB2069NDVcKGLLtma48gqyAU69SjU60xrLsY9rr9lfSEx4ntecr8q27i2A32phE6E89s9vm36R/m9+JGypwabvN8QM87/+5u/7hfwOtiBXiO5xh5IVjVh+YUtMyA5v2Tye4Wl49RL3Y5PcugPb6BFSpr5iAXNu3J8gQOayMnXJL7s19rg6TRBItLQboGN2FNSNNqqY82WN5mfjHVjfU+/ccjpsIWZs72RXveNg+70WA+22xYO5veacX0h+m0vEfK5Fa/u6pM9+DXloiPwA0AvMa/1XoIa+rTy3/M49ti2HNcDntL3gagWkwHRVXw8YXvrxwH3VOe9CcwlttQRD+FegrY/hR8KDPP9UTp/+vOToN+H3Y4PPxbRHqls6n/fu/udxne3EeODfsllbpt0NuK5Kij1TxVdQcjHLEWyrilsH6f0WgvjJ3kArtFcA4M/+XgA1jPPx7Uln8AP0j9h/lTWedB5PlFvwMe1O5sSusL/5HvAzpMNf0NCzU+YE3jBLGvzNx/NdQPSOkrJi/KVhDl20J9+954+0I/q0laCyU8NB/wl3dntH4QFBGFN2uHh+iXAz48dqNJTIqP00JyE6y5sOnyEhRHlSUottqoHaKDwpyI8ENgRXCdoT3HK/04QobPckvJdtld2B7rGx6HJQqTFKWB3+eW4iY/nQGOQjMOTNJ4z/rXNyW0Ww/e3+p9uVN7mgZMF/7jbErShvTF/YIzPsJTHzVaXds6ZP2eoTjx/mf50UzC/MSjtOUuTN+LLfKpZ1Xthp/F4G1jiK8yVt7Huwev6G/m4ZMrh+Hp6/ov6bV/BmthbcsysPszZqMcszkf5PHbPyQ1Lxgu+5Air/jgPJGM2oN1F9O6qYvuvpGF9/1eifoc+zLnn5a938G604YoLXIxllLrdV6H5dnTOMZZJFbzP4p8IyxvJwxV6Qcf98esLUNz18AfyP6UkP+Nvis03x9eYDdfkUsT0VH9nBiOnlG3CQ+WMXAPclCs0VRas3QOPeAOY3l6k36DghxVqJsQLofIiTBMJuFRigtX4v0z/aScMysnhZfxTUbSW5LSNB2eJ2OIwXke8oeR9vo4zGLq/wV/S4w2AnJ+AID7cyb6vC5M06U0PgGhun/KBXeEoGpOCPgbKq/B73rNBwEP1mT5WBqdDYHP8r366Rv5QfQHzrvMJJN5VbrGNk8knrynpCXz3yLH1lBTi9wYnUa7a1vOz5n7ytuZZccfzg89l9Haaz8P0xVR/3Hy4wbkksjK2Wkqcqyn3jcEZOhZzhkF7EFy3v0H/gzrcTw4bB+fH4PhZ69UWszfEQhgHsucq+fBdEC4rg2Mi2Uxoy31lmeWe8GhTd2hjN2I/xbNOh5iD7sjR1JZ9Hgdzg1o6z5Bj1ZjhNJyX5z7zX4yPt2O/1t32HF6ubt9MDa7lBTvJ7vts6xtT0lPqi3Gb7b15fGFj+f7JbP0tfuRD+JFw5tlpSXT7t+3j30yxsHQ4n/86xnVQjONknUprGO9T8+N51of7HuFmYbQ79vlYIi3UN2u5ztwWRe1aHLqwvf7DdTavQRAXZfVg3y89dXN+8e07c29Z39gL++L4x76e2ggfF1/uq8Vd1nf+Oiq/R9eLcHl8VUXCf1XEZoTw9pyjwDfC0IvyuBeLmCWGvN4sgCGCXu41LDgjvbZKY3JDrMEPZCzV6X45X6cddMwPRozJfUCN+aHLkBrzSr+MGULn/qqQm92eB+bV9fmFPxOhOuadqXChAz4CD/hHeyNYYwN8re9S2E3zb7aNGA/wRZSh/UIl7bzu2H29kIuWqoc9QAkQf4eZncgACydEyDbgV5X+wqh9fkJfmaBq+tIGwNPWMO/th333arGkz/ZAb7zOlr/4XeeBx2xGrzN5y60XiluiXtQDfG6snPiig/gGalMc8lh8A5M+ygRcMbxSDnnneLvquuWVxvujJuTDjHWP3rb/rlbrqnlwtV1L3pgHtnXqhKf/iDOUY9otqlfzwJP3EFy3K9ZpLu8VxnGWT+ghKf39+UOH057zaI4/ED46HiuvHfXgcXoer1//+c9/cM11nLPCgQtTuh3orECXJyeoTbKkPImnawlo3R5gTiqNkzKBe+VUEPSVSdWCh5PvuwDgWaePJN+gl6SXHa3t3X68+YY34n5+/yc40LjyscQ4c5ggGWgGfzTTQg+LYK5+UQrkgj/ahAGY9YZE5CJrcrzJH4ChJBqCp74i+VEu5wtcTh/rXu+Ulz9p5U9/ff3z9y+dXOUcdTkcI9a5XyJUr3G+qNfppe7EO9qnSwJUo0XfVh7MD9ADckI7+R6eRKJTHrYzuHFCCnwZ5mtU4VfNVmcB2UW+kpsjnHSDke78yPZB3grw6pu8npDzI5mQh3ECP6sEPeiAZ8HRP6ukN4HP/aSxyP3iY8+d1HZ+w4f3A1YqQUv5hdh4en8KtkRX76vnDZtHarONRzpb/q/xcPo5eylu/vwffhsMkiLt9uaAA+NNC/jXn9yOfgdlLGF/5BX7eA14HEZ1TxfHJ9q5vczw17ehV0pNtJ5veGskRTi/ZeSVILiSfzK8APAVpG/4R3T/w0/Zy76kXdNzR47j7sec3pCHbOzdIt845shDsa+vJvNapE7jBvnX65KfavZ5OsIlX9KT7MEf7EUcRblUi/GVw3cI/IpxThGbW/CxRRD11DHs/AD8OFaA9JV8HBivqv2cTkpkfPYu+EHaW7dP8i61c7n6+Jd4tPZpsjhtyT8R7/e39oZjG5/Isa+G/CrzMPTKx2vPH9sbfjGnW1LB3+ofgiM2K8SkO/SXZYW0uRtxbRFAro9DLWb08UV+i/SWhBQe8TVZHNfLrevvx1viRTmcp1bX7dMwdVibHZ6W4SJGqvm7ph/jqSpYo/dE6frmogFvyEJPlTcDVu1guLzayp/T9NQtvbavedH3l+TR750uiSNNV4s/dNRoXB/4Yv/bHb+CL/hBrNuJbFXJF/3f+/5X0qG/vazFVy0+2yVpmPgtc2nncbtqesPuVjxN+zpM2iHtxHUMOEl8wGsl+Ab6b6ydsDPlgG9JAl3aa/sk8A8EOn/zsnOn+yrc/yDarzAvoy64VuA68HpQ6cUqsIFKvBkZYfimCsuo6B8LYwYc+sh4wfzNZXi9JL7EA18OJxoNTjiSn4XH+V1ZH9fHzyOs27hmdped2wf7NcwBtGfZ1soXeJALPSw48FASHmgIJumAd1VpjRfWX1UPt3ab909C3topxTqv8rsRqGfvGxVaopcHnuQBWnD435N047pAR8BkG/ArylHZo3RugOj/x3/IvvV5Dw9YG4f3sG5ZkXsg3uzN+94YgvsI3SauXNftskWwPLA80OyBtZ9qdtUkxOtyOt0fPuXh7iRP0P4Pe0CUk1ifzqZn3gxfk51uxRLw2R64LheRn9c8+Oxou8p6xBnKq+Q+XQ49KOJrbou+5MNX+ZBtT9b3ynh8tf3U7BijrzvfTt+7f/nD0tlySvz4g9mZcXmXPSVbP7nvEb8B/JYDgJMAoycAQH+1czJ9y4vozOSQmNpt/zUnoRIdkwadpbhPB38SK8qPi+h+B5/8+fV3e1Aaf8syMaC7gbGnpB7lpRdLER51k4IIh3hFXImht2l/t+mw3YzhOC1jcfTsSzv9Zp97JWvK78V0zwvul7yOMYTvQ3s/ehZvwlV8muWNXNZLQR5oD40RxqnuSx+f2HDxDR3RAl7n04pRiY9WNp140h+IX7CRbcCPlWQr1kU7r5VlgM6PUxlX9nIa8JE4E9rbSWztwpTLhx8myJvEgk5nlrXi+k8S+qFsMP8wz0LbX8Wy3yynk+y1txGPOJHGNJ8L8UQ17YP++jejXFXmP58f4+nkUr4kG/Fmqasqn0p80doyeR1XlKiAoGN5plSYjHd32x/HF7FGwnl9XJlPpMT4t9juDliGqeXjRb7R28KlBQf5w210WtDPweGxqewDg45OOq+fowy4xvgHJC3DAKVg0aL50jNnrrJPkwM9qUQ/Sv/GszDuyiaPkSvlXiYL+aEtri5Tq0EQNG9AraLEePOoiMlIeGOeikqEGum3zRf3DSz0+TJfVQokF1X0/AV/Wn6W8IuUfRkx0j/wZ7wAMvZ3BtgbzmfQ9fMfbydjEOReXNoMPJTBBw6wzYU79xJQqlCSjuF6BOvKrjO3RWNxnmmIgbPGH/yLgZiZXBv7jGAYAP3K9kt95HjJ/hZ16OX9n/0V+u8v94huc1FZjxa+Gg7mFuJPtommZIOGTzQWnPoe8QnzrDX+KB4axkC5XniEvYYS6wGw4ZhHg18syB7ty09Rbo8Zt9eY+uGLA1/8OLxFYC9+5Ek3B2JrTo0nemwE5nDmXMhf43ZzTnPr21eo7iyja7lP5sp7CrfnjEf0NebU0TgBn5m+hr9os4evus75w5aeeQQa4qbR8f4YobnsBTnqAf1G/6v7/9X1Pzqqd9Cf+fC3xZ675bfo+BQcPj/m64R1o49zrtMYnz6pZ2Dzr0eUNzvnyMt91ceX09P66w6euQcJ4SHwdi2BdVdbn/ukvSI27ceO7snusPuMfeAddpRlyvgtY79a7/n5gzzCffhqHurQF/fScEO4g3QYFTKHGdiEnzG/bftfo+fpc+uYfjw/JeNB9x6xbUg66o1XXW/rlo1g8PEZdOiI2EVzvQewVky+b3+9Ia8ukc+5V7cl6v/gB8Av5vCjG8gWeiSDOH7VGi5S5cYQ8CqDqxBa7Ge6/OI3bhiMV8+5scIlaDc+ALsidiFL04nkSx0Inx44HtiFcVGujhhCiRijNtVRCjK1CR5qpwqEfdbKqPknMgJ1hLgam1/6wVnwVKkTVvLBlQ9XfyqXfv8MvkJZtT+bHz26CNVYE3JJj+3Brzt+RlvK+BttOzLJZ/4hKHSnEnxQ7lQvUZD++IP+OMF2rQF5XOFkXvytFYx7n2bgAyrYiXZP6cedvpLp279R56YgnVqkt+J+nC/pTbucv7RNs0PiSK3yfq9LxMvlphdIEd/zyvEjL19Dfkn5DF/JSvZmO7c1RdX8l2KUW230qX+gk/cF+ZIeEMdvCeAS2/hzir76zn+LN0eZnQLCuHGu0J/D9PrPdxlXXx8Yryxfsz6q1voFumzWf+PX6y+jNvI5eXywVoSnRiSv7NOoW0NN9R9sIjleVvgtJTpJ7XT6+fmf8308oQxJyI/I+2ijn3Ib5gK9Vfzzj+OzfbQ4A5VRqrrv3Pa1CLJQGpw6wPBNiWTi+Chi8NY0DQDysG2f1CXGD9FsuSeb84rQqSD4UOqmCclxzBujGrl68ElFZMBcZuyE7hGS13R67283ffaciJSb0+cQHCCSa8TXd+237XJeHAJNLZ9W8zNnNlCvx+8A04QE48XzC2CwPiFoatjzrYk8vKkEPijJH3xOzpiaPu5wbQHb7RUNOb/NkhEs6DDu/xGpoElj3esQ1yu/HsX2rmNYf8ElLYEvr+2O7k9SKSe0CmuoKQ002JtwRAnbcTHPUSLeUfbkwszHXL7I97TDoI+bVQlWaARb0vngr94D1o0VzBWuAmBx/kQ/pnb6+1REm8I5t3IdsspY473RBp2HJp9oRu3RpSAuUcKfMQ7S+AhcdjDoPLxmU6BWK1p+2hBpksBslF996z/0hH2qAjuQcHrwS7yu6gv3dzBc+/xO3+DH+ABppnZavJb5YyxQpth/9v2AG/quJJlyua7Vbz/pJm3TfZFb4a+FaDL4saR7aWH/4tYid2dtJ8KY5zxmQHCdi32AbJMMwMhW1IE/Q4dLeGC9bBSG9TegEz32CMhhoXN+BXHVGk+jGiDKRukX3S0eoKSAv1sUWEJfzgPnLCRIUEhYcAvgKAF/jZL76rx5Jn32FN/wjTw9aNgeNmDxU5R8qh2KqiboUTYUfG0acEMH7evxgIX8p96sIFt67UnwlfkHngneDQ74VJGJ3wfG93a/UUztH8QS2qs8yQPM5ydJKLJNYraIeWvnI9YhzImTfDZm483xMzEqcHiDWNJei++3pog5PH7c11T3P/ES9/J5/xS9MyYX3GnJZC7AiAfG5vSIpAaaJG/5+G2gehkUnj+OWrft27Ub9MghE73yqBgJdh31YGDUUeH5s4Nsob6HBzC3kjz1INMO6sfzE7eqZ/7TIcvtb/8pMs7n4+sHx2e+/2ifpv2RpLWH0/1NB+byHvrlpO0hK8Y4R1mQOzxwca7Gg/aenDnilge/ATxizgNpcPLg4gBC4MSL9nN8g0C1uL/cSRHLkBqcnxCp4Z7R3yh/dlwQP/zBLGpT3NEf5KHvPUp+bqb/Yg5+OTY3++Vqvsf4+PFy2zXalbj/oRv6NVrY8epz3Nt+9FQlxcScMeG+xjhwWE8d4yf5WHCbd7TPjzth+k3sX3rLgO5ib2uc8CPWP5tx3lOjYf2WXZGp0Cd2FGvkH/qT/ItEXZ08h3QRLuRX9wDfC7JYvtQs6KDJR1+DQjKP8DbVaW2o7REbxDSg0BsF+dc8Y22CDrINxttvLTm7OR7qPg/E+UqHXjZ8R/zzizeBwam1BL90zTgv30i98AaGor8WE5J8oO3XDcqpkE1MlLsgDbwjj9R/DaQTUDB2Y6zOfjt10yqMoeFf9DfMdR//0dbzY9Stvfuw+jdg5BruOgGa/vQ82mnVvD+8Arye4iNGZsUn8TvOS44d6d/z2eawMx1UGAbJF7lTwntkEW6khyRwQA7Jc3797dWjfsTYki5HecGe9nJm/sD4o8T6WPdhu77EG/xRBjlgQ/moIRcB/VCZyOJjmXON8ef7oH/ElHEZe4ZrbnI5jw1df+AbF6JszNQIuaWW+DxqAH/mfvbzSsIj5QvXsPZOMEH6B/6MrK8f/yw/0ddBdFxL+2e+/tAZLU/Sxmgbr6XrYxsNp6/VU/417OF+zJM9F/7+7Plpa+9jyfY85NpzP8iP+TrnY60cX53biw5TbL1KTEhn+kN8oLRpynIkvZx/sj/KofvjsRX3EX4/g/1Ttk5ykgl18JfyeJtwqK3ZwvG4OoBz2CPryMVX7T0anYBx0XzeyKIJbT0ArrgJE/rsgaio0d1NE5CCiCe7biaLYHmg4gHMDw2t1KfhL9h9HqCxKm/l7tNtSX66B7arNKdksqO9ROkzcsw2F867crnYL9ePySUGLiHLA8sDBzzgb4QcYLBIlwdO9wA9CN6+He90SUvA8sDneQD75yvub5GsK+S8wyhiXN7BlmXD8kCrB+itX3z998oVrV67F++VbpU8Pa96X6518t6I/hzpX//++2/xvn8tCT99QtWG8rD+OEFgCWo8WSD1+PpnP+GKk0B7lsV4AB9tKR79Et7bvu8kR/nkTa8dx/GhDzj5Nn4rFdD+Mj9Z1ccDevhpjHiI43+Uf582vdhRz17Ka/B/xffZ5CdsW/1L41THrfrDyjeNeabFa2Tyn4aHedAVZQvvt8GxxoEMZGPhzuGoH3aIk/XvyI7+az/5Cd/ijSe6QKIPvnqZERtVQwEDO4LTvBLhVPthB4vogi2+6Y/8E/G9fPz+I/phV8TjNaLx8jk01m2bcr4lPvJ0MT0UocPKcUuEi9Eoe7RW1sPmattq0aT6+wfAgOX+t/TycoGfy/J04Jv3l/WmX7nZPmyucB44RS7zL8dpqeM3lKAn7EG7hUcTTpYP4FfmB83WjC6VJvWE/sDq6g/ySaddPy4/9IO7XTKrVCRYr3b2ALl+Cl2aB3etuB2CHidri284MXrkb5l3ZVtRbQfVPGVTtvWMeVrGTSqrX2fih9ikMvKv6VeWVeNTy89Yd1L7WlplvcL8aWElcLYvy9iXmPr1g+W/mn4QatGjv5UP8GVZ4y/x0S7LVfM+m5fgUpzHAelARZPp2FGM83ivxQNwoUmM67If6nzjXgW8eXk0/rne6Z51H3f6zsJDn6P2awfciKcWlzVZmiEaH45X4zmf3uePVrk1PNji9cS6xq9hgMHLsH8zrmml1fI+Er5Bg/MMdWPOhX5eEes775pRx/5xBi+NB67r8BvpuL+Adm0cQK/xJlh1fan4r2Y/zw9enswHMhKgqY9LSY/eOH/L8RvzaKTktZp/Wu7JcH52XdgJv6qxXLbJlpH3SP9Jf5xvv7Dbqcj3N7nGKYTr79/8TddWaU+ghn8DgFWYzzl/htFQze2KRDPGT/Ane5jekKXrH+Wb/tkZ6PTgfkUp7BQia/v3iF7mAz/A3thO8xHg4Ht0fkAe+MlSypP9aHs94rgCfn5Z9mtrfgzX1ecr3CehlCeIkzLn+gSUsWvxUaY+v3e9AVzxMSbw0weyYsbqXh5YHlgeMD2w8pzpmuYO8uGnrhN32Y24bR6kBsTUlvQCooH8UShnxuQZvn+U85YyywPLA9M9cGZOmq7sYrg8oHgAewSUCsoCLQ8sDywPLA8sDywPNHqA1tO1pjY6a6EtDzzEAzjg9dgHwQ/x09PUWA+AKyNy22K0n0zATVboIduW+hLfwqvBaxMaE7/Gp7//jtMw/VreTSHjIW/frSHk00mjTx5T3XaMF7yEeYu27D/rxBKXu719tx+sz+RDsb2s9Qv0rMnlZp0OMMwfJ79OPuFFOpOO7tcuXene3KUv0qbfiMRxVs2oGgy6OzycUMTJfLzxBr/U/FcT1d6fz1/SwV2vFcfoK3x/Y8+D1NqpRN6v/AZcu1E7pn/zlxpkj/u3aBNhtJ5Q97jKvxjjE+KTYgLxQZL9OPkJDTjixg1h98fzoDh3pHue6GZyEUFurzc42j/ggIt0bxEDO4ALe9G+rTwa36AfNaCbPs9vJFrmXdkeVS+n0+XneIDwHAhYLCkO6A/xgRLxIduRkmqct75vSfG1Fufh+yGbWqj7fKvRt8IgZ1TPVjnz8L7UlEN2zLQBfpmn95Wc8CZcKjNfbEbWr5RnfwtzB6XOwfsfb7gg3oEL2jv0hw7PKmfG/2vHfm1c9PxRo+rsx/o5aX+aXQ9lOXDm+Hfaegd68O+g8KP0g2IlmZXXgHddfnul+OH5aeaaD69TyWVw+Gi93b9H8hPiCetju7bt+rXzZJg036bkQjEumMdMlN8HCrykn/fNuP+RMH+Nxu6333+8/YiXPH7ShQZ4zzPyrDxgWcpjyMLph+N5ULbe97LCvJgy53qFfw7+oQfAmGyf465l6fIAPHB1wobcVV7qASxAWJAOCKd8+dwNyAHDHka6+flinfxXbdFmU96kRJ44Z8M1Yib/Kr/2izXYMSLx+TRxbtIJZBpHf+Fw2g0Ml1d8nMp4IV89x9ekI32yvOXA0WcbCvvnZv2Rs5lG11dv9sH1Br+4xJnjNZPXmFsxbyW1nLM0ry1cSTurLXU4xvcMX5/Bk1t5Nn+SBRnavgN9XKc3qvP8r+3be/oLbinPHfhYW98LTB/RBd3PUuZs/mW9x/a/ZZ5v18vniGmc3xua3V0dgzEBPbV53iV/HjL/1Sj8lEkfd+eL9gszhfWgLxVO94Hm2IC9TXb9crZhiMuz5Qzxn+PbIdEbEZfvf+qQDlbisNQYX85zjEOR6vbxPNm+ovEP7MR4qEsQ+erIvuu9fX3G/ue2PPvA0HwllYYeAGOwX8nQV9UVGxf43Gq/qn3P1VveOKE2FgaUpL26AjWYJfmnJHK8095XaGn2Acb992xbMN9wQUZveW4fXHBWLtSIHmNJdKgHvp7b+veoB9x4kG+3/9wO52vfIH4f2QeWdMIG1OHQW0y+SbnAygdpzH8hfhIZ+fyQb5zF+IEclAkj1wCvCOcbvwi1atAX/IkfYJ4GMYzS4qTDU146Tgma21fCLvdRvBAG6UTzVcM+Ki/a68fQ8XNyKF7p430YcTQNemAYE8RLD63H3e3dfQGXEF/yFekNGZF3Sf/Uf6EFxpHJeI3NSTCBjvCDbAOvu8zmL1m02096ZP2uGzBFz0z+juPjMvZm60/s2mqwD6fVYXeKFryfgjv0yziANuXY3uqlhw+xHnNJjJc8iYwTymGsAh0bPxaTyL8BrVgpxb8kzDzoEADT+KBP8tHbIQ5Ed4R7GXp8EFGbvMgv4lP+BN/Y73McwTlMqFdoSp9EeQWizi4pg5PPkMf5gx8LtuBzjsd14HXQcxjoqCz1c5qz6tDF4q/pZ+ECDhqDN3IC0GXZ0c8f4kg237QGOiDlkhjLUifoKqnPadO84nMr6tUjT9rAad0N+j1U+/aRnAfnr/kHMHc4btuPcdq0/hXyvo5Iv33M/UF1PyVo88LHLeXb2qrr18ppFA++GqWXdPvYwJ1sDZWYmy+x19lLuc5Kmqwt5yLJk7CMqADopS3YV5BS7CrljLD3K3HYbMAACMQmffn8EvQnNWWe8bHBhRn2hPWJ9yMG3fwP/ZxXrMfr58r6iZyVXGdFPuM1Mf+S+G0ZB0E/qEj0t+cXv3FLY9iiF+g0/QDr4QN+VOp0YY+9x3jtd6c3jnK+J/7nMkfrUleyXcJ6eMN3gkbasXVzWXx+CNqPakrfe38i/2BN8u14zxX9ba6SMupUcf7VcXswsL+w+GMv1m6fuz96Yii165F6IV6Py/nhx+K0+7epGh/bGnoADG9RcI4OPHi8dUkXHSdOurf23asYhwW8aYPebhTmFsp2yudgbuH/8vGPTYFcoPr9/EpjSbq+4serTbr3B96x8UGcRK9tPjwpP0Qp/TW6UYGT6dgUYkNpc8vts3FfvAdjRmbAQRNNoj3T9iDPjQO+4jthn8hvzzvH4jfRIDSQB/r2eRQr7XoHYdMqPFb9CfNprFsZYQwn7wtaxS+8Xg/wmOmlFfgYewKv8RfOmdXEeKXrPPIVSenLWUwvGr8zx23jD3mp/oDOK+Enno8BIykcPk/qvZzIvt0uzMVkPFv6YUHun293V6p9v3TN+sPjHpoPl5fGf+7fYb0ZoeYPXI/S/hejgu1dfTwZ80+oqvMmNZx8LA+oEYaHd+Y1yEtFNLSQy86JowYFMhR+9YmHwrjeypBVANmE6+8Ru+ATYt45Dqo+dwBhw4j9UV/kgeG9QGQ1VkNcJ+vPGKtpVNCJGN6hF8kPcl3dheiXy8jxZx8Q+x0Wc5s6yDhqOW8hHjnFhXXLPixgF6ryDFEYDyU/bL5CDGGl79Ca+zrEaQf9w1HH7v893Kil3pAHhh4A+xuYVz/8pYmOSd9vKzYCoDx1Q+A2xkg/R7df0JsWSDohGdrazhvGTSzjCY0a02PjU+P+af2IT5SW/eiXcYG2RXcm3MumE+lRCuI3QmbXnht/NEbkE4wVt1zCThs32sjwjQ1XolCfpo8hfxp/ZwP50nmaatEibOAKtpMO+MN49J5o5/jEi/ImleEncKNGDTWKZf+xfvOXbkLSpz0/e370b9/NiEgna5t9Tg0qrQ/8afU/A+7HP950ceMWbxFWVMRYte9N4BMq4ToPQ9z+CePassxz/6POZZABEo52MlcUS+NFedoJ/pFP2v+UFvST+oY27tBB4UKeAIpeto9/vPmhc+qBwg7QwN4Yy+gRJfKiAG9N3jfsj50xeB3lo+lZhGFeFpGqnci/eEvBaieMYHMCrDXoRoX9e140rvSH8f76wqWbTgM8KTXC7ZwtaYba8IF4shLlg+s8PaSP/FxAToW8WPp+amPPEP0bsUZqPBfMicM+LWoya/190saw4aMRXTiNFj+8f0w7i4rid5uHboeAuoVLcMSYjHvAS7Q9fZI/9oXqAbMexgoun9Ka9xWSFITckEBpzBATScdQQ/pja++p4Jvkh43VPJlDij6VSB0jryy9ofe7vf2eKk8xjbhGGa6LNp9/hq/tFYf7CznKmkHo5zS8jn6dPr4Bz2nm1zHO4CznHa5v0H91aV2/XKZHYR6dqwPiQ5lzt+lkW7zFUVA1ziB3J8Umcj0y3orIRiePYdRzvuTPsi4G+xQsfa9eFylyOJ1Kk4rJW5P0zxlPgZDf6Q9+R1ljno6X35vRfj7Q6+mxxnag/9n+5QZt9/8QT0OxxLmdXH8VPTvdkMZtJ/FEdNxFmMjyuax4gjlbyx+XeOge/ZUyz7Zp8V8eaPXAtvGnf8KFdivlwnuCB7BAPUGXK3SYbe9sflf4YMm4zgO4QEHp4+Wyq5XrDF2SlgeWBw57IF9PnpErol7xph0ZG2+8Xqsn8mmfw1Pd+2gX9id5wH0R8nZzkY4a0ofiLc6BT/LEsnV5QPcAzYexPKzze0eoe9yxnTs6a+W5Kyflcs+y8B2j4nNsQn4IB0QeYHopb233M/mDxQfo+04q5HnjnaxbtiwP6B4o5RydYi70699//732Cr1Zf3+C6ZeepMoPO7WAhUSioH04seAEAhg2lpDb9HsGGs9dLvgkKMz+BD7SqNknZOFkcfiKLVWmcoJJxWsB+jiwMcuyVP+pzIQc+CWxf5fFYcBTedaB0E/GsQXPOQq9BcLvr/6GiECb3oT+5TghseXxsxUr2d3OE3pa/rflT+qpxQ+PtYJI6B/t+eNOafvcSTD0bywYT+AXWBe7Er4cc7cL/BM8Jx9wTjJUP+i/mM+GpE8gsuK4FsOgS/FyvwIvqkrfGhTf4kjpI1ZrLefvKWt8LbpWuW14uT9AV9MPeDU9W/mAXyxpTtBJffmhnJ3MF4mgtG07FeQEVLMvQQ6NH5ZDApBVtrdsWNuu1vxX1q91fYM/4Se8GYUc6depXZeKbaotlIc0ulp+UplFIPSNkLQGu1JobEn6gL/rKvsD5UG9Ax/NJ6GzUNnl443bAmalqxZfFXJ8lWwNLenvkVmOb7CV4+TP1cU3roDXXrbJre/PPB/SD7FFJfQFTOr14/Z9dFPtKy5ECYoBTnCoATlZhwN4PfL8KnGj7mz+Z/Hf4q+ecZdaEP+cXlsfJGXeJj4lfXM5OY9WSEmO5AG5bvTx1SiZnz3Nt+KLlJuXG/M366WcA76j+QfswMe16VADxZQV0yDxJWxNobEFv9XwIsVYDXIkdU2uRQc+nh6+kPMwrK/+zjmI9pJoPX/QC4TQlHxDR6j028H3v1b+CeyL8yhioRb1Tf2D/li2+Tfi+1rk3+Y/LadInr5d04ewbF/jQU68nvL88M0ZiUw2J4Ev6dFO6M5osPk9iz3/ik0tvreHv9u3TsQ1E7Il/q/8hhogEn3rIhlolErF/tr9yxiPnrfUX5GogiSd5KsSJUCKNzs+E1TWkHJZV2O1Nm+gUw1PF1fTr+YnnR466TJ1qOXfHru83C2mXNxhjm86WnHIcoWu10nQXR9a87cljK9jTifdr5ou/f7xXDS6nnHT6KFf5NNuB2ivLWv6jcX/DBva/DtDUg+P3F+5nn7/E2NA5w+6Gp5ODSjmuLXOYx8IfFl+Qw3ZIdrgDzDkon1XmY/HXZrochvdqxMv6PLA8sATPMAPSVCdt6/Xr7YoX6/Rkrg8sDywPPAsD/A8SXX8jWhJG82nbzZH7Fo0dQ/4G4p1vIXxTh64d48nPSlzTykf8bwn+RxtQ67Up8S3B7fEZ/V9hgdWvHzGOC8rlwfO8sDvr7+xztdCXq/KnfHwtyqkHwHXMCj7OSyKT/DAnz9/tgfAr7OWHjls+QkjumxcHrjGA/Jh7zVS31PKC30FND2rPnYaoWsIrRNJjUziwjbrRs2Y/fZk8c/+95+SbLSqhDamn83R62f3l3u6NtNlVnrvHh81OTEOZvsHbz/QxiS+SYGDajjZHOXrZtSgNfs4PXCpPCqX822q03gMnBaEntAdsiw4+lECD21ZSr6h/2B+CXwKle30onsL2Ot4MP4G/RvVu1t+1OTaGtnNP3PXMBlfePMCEmU/wefcO5B2QeK7lGfZl/LF+KR5xL29vydy5PF+r0JOOd5SubkU6JH3nA2B/sfkwD7YEdrhm2UgB6Xhr1r+G1h7WiyDvhou2YS//RtJs3VX0sMPdx8S0+xJYPDnrO1zwvzsBmKJ5Bjx1KmCHMfW8cvpINi/GRvjAfDxkmTR9QbnCfkoEa/HhxU+PvsbbiCnwy8Uu9X9HfgiPlB2yDFRwdtC4P0z5VryLoZXfd+gj8GD4pdiHPHcwOkiFBrT68cSc136A3DdeB5/OsZxqC1jzv7XayjtjH6of/PAcRvP5EC/SU+fvvxKb96QT2j7SiV904P/sN+43x9+Ehxv6uA+ldXemdhFbX9mU07v2X5jscB1+/p4t1bSh+IFMUTl37/49p/ty+YLXCpdyF/YR1XQ7+rGfIEPoIcFR39eIs7ynnshdh66Ty+uU6vfWvHqVmFsN0zEaZ0sxQDdwfhOdOES9vlJIKr+/v5x5TwfcFF5Xdkdb/kNmAN6bPQDdBB5Uynzgq0GxXRuH9YVjDNKm89gzwv5d+b+p+Yt+N9a191WuvkDXkTA69QGf6rTB/0S7nvXv/DACz0A7ogUWHdWqS0EWJDOkqkkt9mi6J7o9kBYs68q7MrxaZNFi8dwwh/yQdVJJyHQhgEXnNg8oH2SSINt+4JtMBgFv9R4jRp5hK5tzhyRUKa9W35Zu9frXf60x4z75p48aOu2erQLtT6v8PHto8yxOS9ezzGfCnG3W+mXKZ+q3tLrjT2g7a81GFzg94d8nvG45ftYUHxemfwqALbzn+QG2ssfsXtdC5wcLXz+niGK8+f5AbJ4P2CrjB6Y4Z++B79RtlWbzc+S85pwWhdx72RbP13++3V36p+4r+PfSn3lw4TXHNm7tcZCyvPojPwwZhfFNtcELykk3B65ft/ns803R31ylD4ZoNXIPPBo/1IO4LMu014B3BzvikYA0TpZusYE3irrHnjwA+A9ALHDME5YYNNUN7WC0fIAtzTJZV8Lv5JKgd++gBv2l1hQXzgBUdDHvwxD/nbnNUmc+wMdTlIQL/oA7lvxpIXrcaAjSYOfSgN3Wfbx70sSHbyZL20Zmj2ARVmgl3EMODxA/TzxUT/9OXCSDCUd6LUSMjlfwHr4gPcIDWj7y+hDTzsWf5a9gPfrZVCwmDEwJoP3N3Hcur+N7z/uBHbIKR62wel4o/bR9AWM8dFIN9iOA/bboW/QsZg1/QxZXABg4MP7HlfHXIdiOAHfGqeSnvjsMU/2776Ic87jR3+CnhL6jA/4tfKq4cv528oXeBr/Hp4aPXhTWeNVo+e8qC7wEcudb1hIrrEN/nPG+3efYy6LRBGs1v4bv4yo6FPoz/FlvTYmEr/QRg4J47DzzuCMB3CBw7q6qzUeu6w4n4UEot9Tt/8WF+if5nNJTzdcto870U4f2b8BW/5p1L+F1RhOLRZa4mlMsqc6Jj95yKeo8cXeklK6HQj26fMz0qTxEOHQ36IH/0ih1fj1Aa1FcT3y2Gl80ZuTBGc3AZ34FGfXBxuHILRNn4BercB+BRHzXOmKoF76uv61mIiyqVaQnyIarbo+BmETuPwb8e73/9Sw221S+xr0reWkkuYNY06/N+x/EzAqKOM9imjQNyIP1DT+gNVj4xe/wWxIxm2XtDvnC/vlb1VHePRVyktrRf6YCyl17M/1g+0a3/mw31//QBN2QgK+2hf5WfYDj0rkPSqBhxL0HN/XU4+k/dE/KbylJWk1fwImcVP+ZAP5gVL4d9hvONowP8EnpetqafMVsCCni2OKPIMHcczWMS/ma99/0fbar9AUA7sKDvbj/OeypP0QGLbuJFcU/MHvLHmYAzHuPWfAZ8m5nk95jtjzO9XU9kMb/x9/c3ePrSu/uSLXD2NM31KGOq2p4VOacyfFu+3fNL9/bT9GCpswUYPmAxXw0kiJv+ynnClhGi1gEreXHnyeWmprCGDRdsRZrxXYf1h0+fXZ8/zrY5vmV5xj0R/wFbdw95ubh7/h+pL3x3q+/4p9vIbnRbhOlO3WPEg8iZb4RBu4pFUf8cCDHwALc0qLg0A9vxkTTJSlTajYe7h2uv3sAeOQLM0nh63WGXD9TtoYBMGQdbacIFCv2BsVHf/zoBfG3ys6F3G8607xRH+XLaZC/iu68FE6w58356VH+QTKkG+CX5AXTl6fIXuVDR7AmBDqyLhw+oMX45hHDVovlOWB5YHUA9r+ATBzz8rnXMjT/oEIaLkUv0/hkPeu0412PCBFphvJkq/rJbK6xeJ4Yyu1FV4jaAuflFpr4eCMFp8a/lvDkv3VCZZu+QHjhrFE28kz8scJmpgsce2E0kS8o2OKfxS/F2xBrjfnB9epwOfduqp+qRlMKe7gFrcmorefHo7gAQAeCmO96uW18G/wAJ+LbP91piaUF/Dwpy4HuYcwWd6vE56IwXU6UYzJ+qj8o/SmYqtj88Bz/etfEtOGqbC4IEdclB807RbsfA+8zgPg830hJGDhuXZi04aRTjlgscTJCaFcaAIvAETFpvf20QFN+vtxu7p0836P/VH9ivxKYoIt2IBHvp01U47XDyeBc67+5gT02B5IIKnmyFWI/23PNBa9bf43ZIIcwanFfk7L64JVUzOnL1+90OJ0zYfGK/UfyYW+0k8WXOoq6WS/3a7Et01o9OT2kQ2kH2zhhATT4Bwnref80/6DLZpnB+bHQekK+azx8W/aeQF4C1gR1wva81KMP+SbdEmPbyT0Cqjhz/JPTc4d/XmeqGvROD/EeoI5GMfRSwKcn96s66BhlMdJygUH681f9B8voZfBCX46mBNgH/xptQ0tbgdD70SRzSfldRX4kh72u4UBKNeUj8vv15h9t5Qw3pki88efYo2uN2yZmRIbgOiIxoxVhwWeEifeIBzJ2bo+HlrKTy2yQF/DzfE+42Y67NbGoNRH+O7wYs2th28cQwf3xsH+FiPFXh5/mv53wEjfqlOmKxbnJfzlRQA+JHBbKyqU2B+YaNDnHJ/wOOC2Rnh9fSZcoo00MIbrDDvQ11BWfdPAo4jCdfK6wgcoi+SsE/encB9LthnqtOpB73bpEfyx73/ysfbsJJze/qWPhHvse//Fw99Ei92+BNbQgH3BTzuNBW9guVCYB+BHBrq8ynWIdeSQg/tQ5LrB68Soz+VuqQiEf3i2qpC8dDfZm9tqj49fX2XeeLoLSF/6g10oj+ud+494O1FB1UrDCgAAQABJREFUVpRBOlArzr15ekQpVJPred5O8Wst7BMkHvgCbuGhf5XeA+nd4uUV2wM0cd1/Z00UCJaBDPgqP8MDWBxQfobVy8qjHti+SoddmVH8rM+ne2DFwKdHwLJ/eeBKD9C6Q3/fla8YvVKnu2W9817u7OshGjvvv7tHccl/mgeunFcU5/gjP5Ds9VkeWB7wHsB8uGI9eCWfR7+8ktbX6Qr/SIkWXOKt9rM9QPkAD2NWbnj2WC3tzvfAc/Kafwjspuf6fLAHvv79999br2RunxA4QVQKArqpRf3hlFH8HnL52zeSTW3Rq9lfeyCMxVXKRdsdyDc+ZoeBfxYYJ50k/zb9av6TXMfbY3rW4yOdfhhv/8avpS33jaUXaDkuYLGs+e9o/EZJV9dKfok+qdlf1bolf2hMQi7ROh0MfC28vR/6Y5y2tqNB2+DefgMLeliMLP0s/B3+Rb9J7D7Qfwf7QuNJeihwO795VttPtyTM0wbmW3yTKO2vt2Is6biIw963f3W+8Ff8jRLwT6XH3yhBv+QHeErX3pL82ik9Zqv8Y3LgL1s7rgeThVgz45/TSe6Mj/kmEvI+duCchvh5/tY3TISvXnO/p6R9cBbEotdoxmCWH6Q9FneLHvhlPtXx3ccPb3HhN6dkG9JCifEHQOYfMy52AkkPPihr9DteYl/CE36p+K9RDtQKZSIrQGMFfBke6Rr19XqpD4IZTcy/kTWvfX/5M6r0m3j0AT+0Oa5eh5/03jq04l/l1Dp4Rl8Aop3Gjn1n1Gr7z7rMmv/G/UOy4SO5XwEcebCu5xUYzBeIYcwDU3zZP9HOyICkuF+72gDSLxHL89XoI05LjdnUgp7hlO3L0JsA3gOEinydkcH/WYcAVMdH4CtNrBU0FnE8an5r9UuNj6JQAuJydl7km8xujpcwMBo1vVJ+0S9g5+nt+EzpQeXLmmyOXeJDeD28It/6/jri6rWaXE3vnKZ8H0CXPGqzzk3Tk2PmOvPeWr1+/6rMP9BTvFdygsbpO5snNY1FvyXT4LvNE0Zjzw8vB9fJkBrwdx75vPOY9AvC24fJAg8qw7dMGHoGXIV++4mCn0JcKDSBn6hA/2DX3g+4QJ/erM8vLWq4GgU/OLTa9VddPpc1Uq/pn/Ls97ttP3jRnh31VJpr1WJlID4zGTcCTLtv1CkVbY8f4X3hRkJKNKFVktsXs14Z4jdCVzZl9vjNy3Nz/DfbvrI3td6SHYR/bEzD/kAT/QGw2vjWvP8BLmozkX6rvnazqo3TwloeqHtALhR1ChvjCC+iPUJva7V6ZnpAjpNsz5S1eF3jgTXvrvHzPVLoATAeAt+jwZK6PHCGB1beSr26/JH6Y7WWB5YHlgeWB5YHlgc+2wPWfQoLfqe3rH2cBb9T16fILj78fYqSS4/lgeWB5YEP9MD6CuiWQaevsaCbteEkE721g2fn5Zu4520OIL/FgBEc8G89gUH4rbgj+kga6PdXdkxqg/8kdh1s/KkNvBm2E9JJuNppOSHDx176ALd2IkSwyB7+9tJLfue1K/E34D9V19qJRJXoOPDv37/hFCWNgYgOJ6Biv1Rht+MrHAWWCGjnktBDZTn7ccxavaJ/Z+zXpNX78WblrPzSzsd/u6D3rFw/wvzbv2JV9ud2XZmTc+n3QSie6GP5Hf0eK/mXYq13ng/nl8HxgX7l6ZmY9axGwf8zFA35zTsIb5LhbS60m0Vdnn9qmlX8h/iosZnYT7mJ8lHIUQlv0jePdfOE7g36J+qG/X0K7WmV/dHD6Ym4lfhrVBmxItexCG9kdCVa0/ow7p9xyiudcKasCR6YmD9oraB1g8eoS3Unf+CDPGdWBSe2g0+VagoC+civAUeuDEjnmt3X2jXFOa1MmvJLiRn3Tc2PFh/Ow8I5Avf8p71U8bj9mfQN2Ts6FpLXvW39lsG99sW84xMz9g+2p9rjm+d91LG32+6AuFTnst4mqi7X1uiOHqkv7JO6SDzZ//ZtWlMfn2N6RqEt/mU8nBYHh/37GrnV9t/B/HnYfz2xs3BNDyR7b4f18JyxHgCbI/npHa+RUO8ZpfN8Yy4QD08k94xDh9QL/ffzHePjW/uqpEFdsBnTYyTK7PDKjajyBlG7/u2YR8yzHhwe4dlHS+Otj3Ufn/nYZ4/Aufzj1/u5/ZkMw1FnDc5pW9wRHxyhtTWa2wMdtQtR9M2VuLhN9EB3vL/TmL6TLVpMHLXvKL2m04J9jgd4/Jz+pPUGt3L7bhB/okjas277q33Ypu2vTtR5PuuZ4wte2j5pvuaLY4MHuvc+xBPj2MC/hjIkv8aU9Q/xn2gfU6W1insjrfgjeNb1eA6/1xdTY23EUY6G7lvg51oyFkPxlXFZgHfywIqJY6O5/NftPzp8Zh5A7+b2mgTDD4D/7meecHkmb1Trp8SudRI2BXygpZ6mRmJC+RO/sPaOzfhsmRq/feNCtsuTDJmjNHrAZmyAwCsTfBKgRd4Mu8rqx/j0TyYQw91veDoxxMtdjx96iBT1Ket9fa82XoDROMmxoj4J69A6mw9clufDH/yqnEVOSXAy/knvNobJWARe+xMsog+wlHZrZfxnPflSZDWAfn79A9ZgU01/x/PA6LVoJHAwvgI8rWlbQ2vNr/MHlcE/u9yQD+A/U58z9Ld1jt+IYSrU0FHir5MHf2Rv7Mn4dt/hgeV7Y1WQlc0VTbakJ39LmEYHmDY+O726/qb4aKU3WHvkQ4+zSmjI+UM/Kkv9nKaxbowZ3vSVb/7imw9i/Ag5Bj+BZTdr9KVcTVw1esA0WvTZGqU9Gg+OofELNNb4uVHNfnR9H3PiF+ijoPgGkIwHxIrHxc0k/PYvxET6yHOnkIBKO5Wf5gqQRp3SeYf+vJT5O8d4EiTal2uV+ifvJ0iJXqc4D3qiLtrcyPJZTX7Nn+hPFi3mLvCX6xxDKVTjb0TqSPdcv8MmXacEqo5BglFuKLmoQrB3YzzwDTFlqrS3ZB/GO6Xoa4FHSQ441nDAC/iylPTuWpNc4wLHe6iXXvKv0Uv8ue1afu9fH6Q90n9MfzW2C/iMNFalvNij13rxdS42VOef7xdSDvb6nuK1tKBBrycD756cIXGx//E3EgPLWiXZnzqefh+LHMSoRczAVoZRr0qdSxQSF/aVaE7sq++zdI8k/mX6IUa2faYbsx9/Iy184xllf5K5gd23Q/gPUaG+g4YLaGAx0Oyp0Vi85sL5WPC6tv+fK3kiNzGfNs6AydifKPY8Vlq89EvDfEnGtZ+No5CxSvpJ2BDjFyHSxgOwFj9InE/z3/gw8z0F1bU9iPSulIaRCnDkhgDYK4DflDPom0PpAxvlvB1+ALxddtIP44bFbzfYFbQors+LewABiwB+cXOmqg/fENPL/FNLSVMtNJnN2wCYIk7quM5/vy4+vva4wEPh9E1g0iVbQop2y8SdIfOYzDpnAnhyH7/YyeKoQ/8fJxY3KHEjpnbDpt8DiJe+ceqX84IUNFZn5j0eCyfI4bNvXvwgXiaNJ3wABXvYgpZoRuh7ZB3Ghd/4PAOMmHP4YWGLwTQPYIwax4fH5DQdbmLEbTkhP91kVRR71L6j9FGTVftID1Bu2fMKYummeVbdd4+MD2wi2pvsGlG7leaa/XmrNjfg0fjOGlfEyix+N7jj/URi70OW3bH/YfnxFOfebd8pRl3HFHOWJN5x/ZXIb4zPSd6h9XL7j0rz9tBAfE3Sb7F5qgd4TDxVxyfrtfz35NF5qm7DD4C33C4e/voHv/7XEPAQGBdQuOF/pSNINsmlp9/QY5r8sCEvf1VoTe5hv0APvuhPM3IxavUAjSP9YbxRttJLPH5K5QivI7RSJ2ofjleNqQrDxvVpCxv0gtJoRz3x8BcYM8rZ4widfuluDX2M/JHu4X//+etOTOEXiLcNforgeTX8ixNJDagZCh7+Zh1vBMB4y/kGOE4ay/63cAHWtCnGYH5GZh4CeJy3EYNqtf4U226BP/jZmElP8AE/cMEw0K+dfEDfhm7QM1bvWfX+Dm/60mFF9/FvUPyk6xj3l5EHX89HiDfE38Ms2H2ON3nzG+Ze/5/f/92kON7wU/b3pPtDpxWtB/T39QX9b3Jfo1isX3Fd84SAY51rZHchWm1+1fovVHWJSj3QmOMRkyhTJle1RuIINFfpGOWQr7bMs9/9j/M44qya5gEaM2Wt5nsTjew0GNYPZf2bKNNdTu6fUAHgtHLO7JjDZczIO2WPaXw2VXeOxryqrAXbm78F5VO57GYI+N+1UQzyC8q7LpmfU3tyWsKnP+DtaX5DDDB3g+bn569/EOxWA8BzbgtymwcQH2r8X5eLo/3G+hcR3qKWzx+WM97CwucbQfee8XzlyH3o51vq7mKGGyy6ttN3Ett9kf1mmxTJFxtMBInzxDbX+4n6PVWn1/ab3+i0+va1bW21cuEtD9C9b//f8sXywPLA8sDywPLA8sC1HrCun9Y+9NpxWNLe2wN083rdwH7vMV7WLQ8sDywPLA/UPaDtL/n6SD/VgraGW5ewMF7RA9b1yCvacqbOa06c6d3Fu9cDX//++++hs+zvHNCabVjcpKMlLvAkXNJV2zipYyGqJ3giMk46RMhZtfQEj7Qb/pDSf82vSKmdQsLZBY8H/iSX/tCW8lrbUa+Uv6SXdsr+0Xa7DfBDKgluxW+tpr3uZEjzrNf5R361cYqY5Zolp8w/+J/mSWUulOUbvbX5p5DR1z5X/dvK96hNQk7wF/Su8Vfot7nVSlfDgx5GGU+IewS6wOBfMWeQBXDtDTJ5Qmp+vrTiOqhoVHzcZ+MVsEf5gkF5XgHLLo/KTzmndrq3zJvfIOnXg3JjfHH2qB9SO2a34jrUw/lKm2r+L+uSjrtio8g/EiP/bV9/oha//Zvgu1zk44p0Jr3c70JrhxV7cpalX40H6Cp44RsayBANF3yo/4yPJnNEjqEnftM3Z0kbFP/tPXkfdelxJ/nhACzyOvI92vFNf1WKAeQxresRCTluhB6tQX/kyTE7SItR/WD3KH2rByBH4nu5dv6w6CSfu9o1v3n9pX1xvL3ev7/nvqFX947l55p9Nc4WX9DV+O/+4/k9yWWgt+WQr/EHqXlp03tcyMkp50Bq8i0pqV6IK8SbbOdcbLl+f5Xy76HPcY9AynrATksC/GH1Szj45flZYnr/AT+Vg32KpMnbKV3eD/55DyD2OHqMsv/AxS7P5m9Lbun5/jK+BDHJFQVOxj6kQHG8i+lmji/0YrjHBZ/AAXoarPENPkZ39garxDvvm1Ba50Ut/qXGadsc3+F9W8q/3rLzFOnG9cNem2CU/3ifKac2/vt9AIvefSfd1iVlIS9KuMWnCic9T5xL0/TcDcEX+1nXSXpUtsa0cwUbF/ia+xD9Wp/HS+OK045fk6Rc2lq6JyJtm0+kvWhHPr5W9kcuy+Ij+T61/er6435Bs39lPjsxZzTrVECsRX+B9N4uCqyrggub+Xstfj3pdrI715YZceGeIVc3l2daMcOGM/VbvD/TAysuP3Pcl9XLA8sD53rgrv3SuVZF7n32NZ9QiwJW7SU90BcXL2niUvrFPED73LXXfbFBW+ouDwx6gNYg/A2yWGTLAx/pATqULz/nrJ3rmkD6+SntlTufMhJLj+WBdg8Yx9/aGTRjTjxBwxcXqqs3EPAk/sATePDmpwD+/vUnjjiMfMB1onbQCXoQkD4H9PEMnvrvvadXgr8nuefrIeNUt0vfFIWD790/MZBv5ia5dJAN9MnjK2E4e7zkvE2ElRvfP07n2fqURZq9Mn5knnKJy6SlDjoIcctn97/4mfl/tje8nE6IBu3i4xZ9M6GI26xjAaoeIN8hLue/4RTf/i0pgvFDpJVwz+iD/JEJCFrSq1V/oinh1vrP8EGdJ97gDXluN4HayHV4S5hiyuO5mNryC/kWvqJ4o3bJB3V9RjCgO0riAd1H+D2Nhuz6/fV+hY3xzZvr/X3cP4iZ45zO4wAdz/Lvcb6IBfIB6u8U9zPGVvoDfprBO+XRm98RXymXo61g377xjLn7KGdOT7Fr6899zuucw/11W/+7dWvbX92t5Wz5vfPHy0e8f21vomKvi31Kj45j8nskPAsX8T+6DoHerz10XYm5TmMirzsz2w/cH8h49QJI9kPuL/SqHvDP9h/44zIyCL6qEuPriMSYH3oNgfzj84PrjznCYTR3/H0YL4t0Bh705/j9dbp+8PMUt6vAv5/XIMXj5xuN9+hYD/pkJ5syFpfnNMyPY7b3Utu+onsPvXO8V/oMfOm3e2JuhiUtPPDyp3zeZ9I+Pk+kml/3ADiVu1of7AF8PfHmAsp72ac/qfBNByXZORuPTLGXAPR778lmvZc1TZ5+sUWkyaaF1OGBD4z5Du8cR31t/3Lt5Xbc+4ZjHPdWP4eb5W/5020s6G4BbgSZRkDX9gtovtcw2dY6RI4nnlP41uS29AvdWkjKOP7CNrUPftcoS30avoRxen2GSIpXa9s3EmAJ9wFgKEt9wBkv03Gu8+nFr3N8OsZR/x+lP9s/x/Tb4uFsFSv8aX5Zc4xfv+oPO4/ZX1GtoZvLf8X8V9O/p7/BXSehWPGji8PDX713QaMH6vMv4vbUKO/Qp2/ceiRMwp2+P5uk12LzIR4oP6yi7Bwe1Kr3d/vdRHOT/nOrcj/xoni+Bx6V0/j+4vmuWxouD4x6oPsBMDZJVYHajTfADk727QJxX2GCPuBdVayMQPzoqb/1xF/CsVkMeuzsv/75s9Vo0fKf/QYj6cnsxwmDHSkrnvuGW6ZqAoBfOJBv3Dk81kuJV7+QVeXsN1OJr9Yf5dm1UTqb4/k9Re8hDE01hH8xn1ismqQDHW6GCSpq7xY4md+QL7BOa/bKq/mllx8ZVuM5YLyMY+Qp/EYI3szCxhr56k/YaBsb7hH7mP55rKbxgFb2m474uqHgq5zTJuagfkzVxio0BrqhF7qz+KeOEo3kHxgZlRIvIunlJ8W08Ue8SWrYGuNTJii/fuZ0RyAlnY/6Q6e37fd2RPvrdpW099R1jChF0xcw4oN6pIgwS44F5zzm1sMbYiTa5QS/LUxzFt4Sdgj/fG0/VOWQ9zv38Td2d91DXsn1xFiiJIxUEqPR8k/gTbKifxEDKBmXtAqegU/anbRqOODFiWo0HLdWZ/zJR9utm6+//k0BkiOn+8ZvHwONN+NH3Vi/UtQfx9bzwIMZ7K+xb5dtOiBA47n958o4BgVdNqFx/FIdrmlBzxiLUl9NP4kzV9eoi39bg7hDT00S9RFNCUej8zDYpwaSTRZ6jvoC8gPDhkpJps6P+5TWTO+rmHXS/gYVAoomDzBNT/QFBkpFowNaC73DpXgAiVm6X/5zF5M08sBFFKD9B7kMiSDhVdcFfuWxeez6NVFgoFHXGXuqNuaSH3luH7/Nd3L/JfFLY00aSPwWrWo8j/bnOmCc854aRLPv2907onzWktOkLeRvCSvpoMv3FD18SjKe1OfWaUzuIbWkv3YfOZ60Z/wKX5lGzF02+e2+NdqnFfKTRSX2OxtaiUbDt3jfAT9bv27+x+ZIfv8qdaqMtrSXWn3y3bK4feJ6VJfgKVr/lfykfn7yUb6kP/ptZdLF131f9ImkbdWB4SHW/QWdu27DvgC85frEaD+iKseLjAaM7p+OOCHS91LHuGylxDj62PG6A9bKowcPtpVozpRfkvsKfZb/AH9v3+G+AUYK9xPQftUSo9el//imuUtMERkLURFpoFMO9ACLRVLxAL95R5v6bGOPxb/Cp9RNC1L/olTi+Dp9mT9fR3WmKS0o772oMGNFFbZfYD9dWeDqgrSQbaHZ05tYF56wRg37akL+G5b9CYTkX/y9oL08vyNTpGYAekH+SAXvrSfI31WpjTP6Uar2eCD2E9hboF0gKXTBRwWU27qg25z4UXNxyd/Ud+QD3kf5HNHhdlqMoaLISf45Nh8UPd8VdDQuTxq/ee4+OH8bFNnub960b226fsUYNdgyHSWJr0IemC54EsOa/i39d/p/d0NfPjx/zkwandvZVOff7RqerUCMFVzvQuJ+lA3NVS4PTPUAxRuuf4ixluP4/HzB1WeqvxazVg/EnNZKcRoe9g7JPuM0aYvx8sBtHhg65qYl/dss0ATvE3e78eR+j5MO931/+wSDB7x4gi9tAVxjq8Fwc0vyiW+d8GfsVJ+Q6F4iMcHu3N6x00nc+5EnvwfAMc6qY8Mtx7sub2zs63JwgsrFeKy6nZnXKDnYWlfSPQDEuLUgvxAO2fUS8wY+PTgO+zgiP4Er4mk/WOnAXk58k+6gXAg6XHo9kph2PMMbwftvSvJ8TbYiv9ME8O+IHFZkkAH8GHPVIKNFdoYHmvPc4DgG/vO/2k99qSnxEXROgMcah/Mn6TR/LmCf5fMcjj3TKfV4c2LLeXvC8/hsoaw7M/gt5k5/8p06Qt6khpO55Scmm8AtH/BuwX2VNTrk6iaj7kMi31P8dI3ByeqSPlynum7nzK8eM7mOfj7WqTlNHfvzMFL/7HmHklt422OST7ryO+XxE9YYxzXJp6Zp+94ubmL75y7WZ+WagM87Xoc6x69fwelICf/PX1OPaHUJLcbOElbrt+gOwdvzLz/A971fqMt8mc57TTG/h4l07fI1bs+D2fGdzj8br2wT6MpYT++N409rAp3f9iXu/7AU+TBT4P+2/EV20R/mBUrbKPDf/WEjvlQPxvf8cYX/0vHhfqc6vqFy2+vv3872x3375dffPR47rq9KA8HlbnhXD2vX/qhkid6HcUVvZi86Likx9iQM408w1C9R4lwh2CMo+78xwW/mnzEnPJhqjY82OHyma/1vAnujxFUZEXoAEh+CVJAr3XJRqqDf0k06anrSAnrGIqrJusXwJXR5YHmg4IGrrxAKqqyu5YGP9AB70Pom9mNfgfJNzDrVjLVnGnPvGfvXMU3aqUbmxYqPdv8uzOWB5QH/oGvljRUJV3uAYu5JB9tIHz4PXGv772q/nC2P29gjiw584pBoD93C1T2A/R2VePirYy7o8sDywPLA8sCTPfD177//dt0pH12It7cWBk5b1OTht3Y3Jyv8a/SnDw5OmmwnpvMH0X2byZyevwE368Ev+UT6zboZFfHazxLQCdh4MCy3KR0TzreGGymhb9Qv9vXUxum53lJitAP8pb6yLTmgLfGovZ0wbn7119ITaQE38aPOXjboJByatZXxNxg9fv4GwCh/r5+6+VfyRKYt5m0LbkbMAODDQFv1KN+dH+LHeitMxgfUCPB/Km8ojuoPupqdwNsVi/mQ4g8xCK15ifjjMMpb9OYfh43GD+dRqut6gALjE/xNCrqPbHv8XVfymfBL/sZNzS6vly6H5Hs9oJ+Xz/8t28Ux9Xqbfr+/lfgbftOoJh9a1+ys8bHoyb/ex5CUlhYdsLxcbXzoK7bKv5Fe0xkyeEn6aHRcT/SjJHreL/nxNq9Hes0+jkm/NcU/yOc/+ze68D5e/3bf/MI/WFdAH9rV+ONc4rwFtKY/8Mwym+cppsm/M6+mXFmrxoehjlTdeUTjY3bs+H78ajeZfn7/Z/BvBadxEqmEfltOpoUljceIb9UEHwtNgZtjv+FaelPnuExFjW4QrTll3T1LDQfrFYRqOOibUV4tL9fZGkc/hmfbb+fvXNOxuBq0b8+LyNOaNgRDPpf9ka48F6R/EQ+y5PzT61fec0bd8t/R/QV09f6BvbiHgDb8gzao2ktL//K4lOLS7xk9X12vGu9ce7ITvKiE3TmmhFj2AS/qwt/8RW+8DwJIWkKnFBpbvxrT2B32+Qwkqu36C8LJzZoeUVw6/6J/IwavWXwFnbG+8/0HxQT95z+ent9/41Lz67ekNzZO3n8hfmQ8Ax4VMWrG/jR8za+hf3hL26A3pGVg+u1X+kB/6I121c9CP9BngkyAFT8mwd4h4itDb+OL6/SMfAecPf/Jz/AZL7939WElrCEcuqL/cv/QXAGepb85fvu4QWZGj7gS4yvxECfgI9sSP7TBPwBYpSKTYdarJTlE3SjLXydjNPL5UldEYmBEJZzaUY7WW4JhHEo4c/tKdpCkUVtKfEd55pZf769chxQi7Z5j63w7pZ7cijk6c45W3dwfWAQXw0teuliVJW6WB7DIHeU3i89RPRb9HR6o3WC4Q6cl83M8gAvtPovTh799tAt7eWCeB8bid578xWl5YHnglT0w/6L4Gm/0Xjf04l9jxZKyPPBkD8zfX7ziPJyl86vm2idH6LvqNivm3tU/T7KLxmqN17wRacmTyfn7eaIXp+UB1QNrfqtuWcCHeQCHK5+k1tBvAA8Z0HiSZYj3SxBNPHVAvtxPDmlB1bJIt7jsEB+cbFLGvXbqtUW3Gs7jFgXyh+aL/YkV9IXP0a7ZqfWTf+fdHpgYt4qy8aS+75Qn+vefFVEoe0F01qXDFmWseiUewi/Mnza+/mzP7/5buYgr0Ib4Wrt1uOSh5bEzWhjnfPw75sItnjlmd13ls/nXNRjFCKfrTQbcttZxbsUjoZy/qUTaYax/KdL8FtYXrCuyjd9Ka5WM/ZacT630C2954BwP0JzsmcO9WvTyR46wdaI5ROvTa8ylXvt7/duLX/dvL8d3xMf+Z6ZtY9evT4uf1CNY11Jo/o0Xsv+ONr3thHHVcwfmBmln5x+pO/EiP+g5SR8/yCc61MGH+M8+kEq6pfqVL+Awrlw3afcz2/imjfwbgsbm33EryYfR9/PusBzX7AQOuP9wAusrWSLu+2XyHNJP/ckU3nOUl9x86ci/Z/gM479906C7pxfaLo/SB+26bD3/1+kMjEnzC/rLb1ID3JDeDx68fpd6UP7kH9nP+2p18EJJ+JHf7PlbGf9B/9RsfF5/+37qWt0r42N8A+8VOmIPRrJQf8qbwdc9AL7C00vGczxQfIB2fhLBohAXhJtdU/THzbp9hPjzY+5ZbizYu8ViuhF7lu5Lm7IHCmNbJryot0W/FpyyupTjz8nvx3Ura/7evdvXw+3pJVyGrfXvOYN+8ljMmZeYgyGCov+4/msZ2/0Cf0U3rdrywEd6YMsP5QdjH+mXYPTKFcEVe+WcfaSUcryN+xplTu8wvvmD32jz3fYdlM/3L9Go7VqmbXwZ0Q3V8PXPhmxvw4H8m/jnAB9Dv/PBB+MjeWh6r/2UF5EbUdJXsNcsrHwz/flDMF1CzeKJApP4n8j3CKsLdeKxc85hnxPG8kL/HBnGz6U9Ycw7nTnnvkin0Ar6/9U2HEj6FT63dSf6I3O8xWQsBOyk00OlQesfd6mvcuOuum0oaUR94Cll5XTQP4mPHC1sbpSugyCpI+kuYQdFOHLYJ+2V7X5J8HU/5TModl9jB/G0E1qz57DMeTv/JA6A426aJ/CRAZutf6bDq8efN0j6ObYLNzhM35byh/SXx43yBO23P2GP/CHd/7W/OS7hsS3lUY+QEZFdjfD3forDzEaNX8IgNLzOnhcdKIWNAWGrtPOLdCX9I1ZbrSa/Jgv01hOuVvo2bduwoJMuO7kxxHKN5020Ol2b7BRL/sZv2utakI9XfLEOoB3KjLII0GOtSDLWGfQ3xj+bPw1iAs8G3AEUmpfIJyjjnk0yRCxx+B4fpKdm38n6c03q9Vosa/ZFrvDPeDxJ+XPnlz5usEnKJrvQF21sqY3b38L9CI5mD2Ca/UdkabSQZcx/jeR0GHSaYf/OS7wREkwIc926AQ5dAgXL+Qx2W1XRL8yRif7rss+We/081PzDjbF1Jaz4Zq01P2r8uSytrtEDFnXT8jjBoj+jftiC4DaVJrUGi3w1zKgXesv4wLqjhC8hm65HcE1Edsh+wsvtI+hlH5eTvrd0pOim7VekYiGn+Q68DUQtvBFE40Xxgz/AJavWthafRJvBG/RP9vdCAfpWIvB0lX8Q41b2FuS+KfxDQPBEHOdtldMAUBnTbi6l+GzhX6LvVuYwAWKRGG11NpjfIl4ot/kxd78B7BpfFAP0G8CM5ohCNO70hziost31S+PFfXPEj1PUxRn4mDrJWCR+EmYSKx3CXwrGEP/UvsjVgkeMWk3GIsWvhNV49PUjZ7RSIT79WGJ+lSKjR3/w49oARnwkr/P9wzVZdYwF9wRgzxofWsNpra/mHG7KRXV47CJxny2G1h58qM7bgL9PqU3C3TpaSPH3PgZXLJELRgV9dZsewObGRNA6jmzeNH5PhxXnF+bmismnD6Oq39NjuUW/YnyqVgcg30jxekA4WoFuLXYclfWG9PxCjm4a+RtHK9f0DvXQOtck5Nz8P1VvzMXErnP1T0Sd1ICPUB4X8z7za55Pjnt1cXhFDzwzPzwmrpFT1/5GDe5T9pSqpJOAbzG+mMOKj2637+hau9sm5t9T4o4e3JU+fH8v8SjHHc9zGPujfpbaXdU+qvdz7KeYpL9v91tsX/vvseGarnQg4Mc9WSjFSe9IzImrXqkMX8xV1nNC9TnjH407GtORU63G44piSMZRKb+49EPnT8qfU9aP6/xTNm716h5Y46P55T2/Apqftrk0cWsuxoNeCkD3iwghmyFLlU6s6Pw89HvfaKWB3bOJ1BJpD31Ju+N9pbMJvC+1/7jcUQ6kU78uGAP43WqPamXTcR/aWGf34LcZIQe/0Yg2zRl84Btq8zr6H1XyHHSjYvDTFl/h2Lw/ZezVGs0/Nxr1EaKPzM+Yh+L40wn7CP+p7pJ7nEwX/TQnccrNndQtkSdzI87vhAQ4yvr9tb1K4S9MYV9CO6MB+TN4vR0PHpsxptrM5LREgbc+2qh7sRAf2frqTmXSZ+o06FXOwN9uwDnFSHfobaA+Cky6TtG5ae4hjnrjb9BlTTq188a4ovRvPF1kS7uaEzDbxwlzlYT+ZtdJE1Q5woLGX1mLjrC8lpbGYVZ8YUzJglk8Z3qD9PM7kLDlNdjzmDNQDoM3GVv84OHIA/J6dz6bGT+HXTqdAd7QiPlYitDtBz7oiYr2p3i7E/2c27Z95YBCvcTHJOseW5PTxI7Uf5h30T/n7gMnGjKBFfnCrfjugdqPu2bCW77SJ9E3DSInrE9+37nfW9kf9vlrrVS++6VspNekA/qiTDq7Gt4/XSSzkTGHXnrNn+0Uz++bvh0sXODnY+WuzD3itvjO2R98/T97X6IlKa5DWZn9DfPeOz3//5dTmYPCXCyE9x1QdGcBttYreQGbiD///Pn6zpeFXDTzyf35xH6fQkai3hjM/u0ef+CW7xOz8rAffQfqvH6BYNCxxC76NgHXB7JwDNHgG6S+vMKAv0vKE8vI37pceyIqo3zCGD9KX6qet7WCVFw60NHNnxVL5/za1uSfhTrEFGm1/Ck6ZtA81a8ZWK6k825xvZu9K8VabbkHAqNzHDc4ON4DpWdaOTr2z0Tx7BVhqrieMdGrdyCgef+OOL/NS83re0Rc55T944S2gGN/jaohBQGKx2chOIVYaRSBFyCgfdQ6QY7GouXCyjpuqyWKQBcEvv7v//2/bFmyvY5og22vcqhE7NAcqpQpk/jm3rzYnfZGqOT//R21M9O9FyHun3tXi+RjkJ1Opb+nyu3CL8dtr+F32yRl07Vfvou6pkzaG7PR0Ms3dKUF3h1WO2HMv3L8pSVtr/nXkLgkXzaWYccgI3b5Lv110TAR2xbFWJxO1O0vHH59lMTs2vloh7P97OfEu9cfO6Oknl2+v3+V+Wy1nM+4/nNNiyvZf+bKRD4gD+R1fNcex8H6erxA5fktLfsWAufPsd7qIi7YDwlfX6HfGOa8Rj/8Br+UZ8otH/qd31hDdfpP0owstx5YEdghfJCU4mcExPQfarwnFhMvSbDCZ39M7vYNJNtvWPyIXdkyjl/4nQvZvo+4ePQk9i9B16gyJiciIBYf6a8UF+OX9N7rXPwgqNJ/iCk+Xuw+SzqPD6jz5ASqmx59+S+VwCZJj3JJH7s2ctz5USrTpVPaK2lSdZEcF22dfOu/W47rDSTugeXnpS3PjV3UzqGLjrbduzDJ0e/2GxKgE9fXo9EPe0CfO/765F7LUQK7Y/6DDnx5x9j9h1Ma7/Mi/Q/GB+CHI+TKa5SnH43/iAv4rNw6/CAX8ux17WOdUNxiNsNLOvrkxGSAL5WO6+TnMX5O6zqHHa46WVarS8q7XiPOqHHff6TbgX4C8q7HdFln3hBuP0dfav0h+lJdZ81jr0J+Wkvobd/js/VPuK/dv4hmq2L1RIh+i/dlhwBWz8tw7uNBPT9CDy9znH/itMml/oWi9E/sqxUgI1E+yD/HHPtPjPkXyH85zly/iU7KjuWqiKdkP65jcg5Cz0lMT0z+mZ/ijDaJo1VsZNGzBTw/+P6KfIloaSxDeZMjMyRncwzPEY72Zp01fZTQdcWEMbhOI/ox/3CxjijL9meAUfRIRz5fhZ2Y31gzzvlry2n+E58DQa7l852Rnlhb8vHOKPfhQrZYP+L+h+ScZc3w0up0xyfun5Ww4tnxfLyTcbHodlKrYhWBvgjQQHEdLPrqjElfzZ6YvVrfBgH3Q+42sp8kRdvHk6Kpvrwln+XDE428IqAIKAKKgCKgCKyDQOl8pJRvHc/VEkVAEVAEFAFFIAWB88IhNmukcD6B5hnj/TmGT4iL+qAIhBAo6aci23dC6rTujIB7B8KZpv2V3OEgO29ZDwvMztGFO8l959SX2IF19Q8enY8+v89UDa/IXmErpMNmHKm8vX25+Ye9H3Y3EOx95DEQH6e/2LnniamT51T4vcWY3oz8+/mtn1PVHS7gfw9bueztnNoF7SveDtuvx5g+6Xv/GZke6tNk3r19wP7dW8K8OJfjiOX1Z8K2uPgrxZFDvcYw2Jgv/+jnN1Z8nVoePld325fAv3LJ2CWPI5eEHbxX9KReXN9sHEL+YSs8d/4N54f/PeJGORGTOzpvoK9XcFN8ztHd2t5YPHJsy6GFH3P0H305M5n6cvpDHR1n9e/QC1vk9WF25/H/0LPCCfqmFWzZbUBcZpiE3CDdOMebb6F+FrQfPnotZ5s/pvuBdtvL497yK+ymeXY0B2F/ab8G/usM6/w2aan8Cv93VuQPHU2+2fy55tE8O+s99UvAm7+nTeBbyNq/2UP50B5DxMnE0oxz/+z36uQ16v0IFNTwttPrnnXXgRyV9zDY1CrLC7x5HMvnN6DlG+vdveyT32ez6aUhM0bSs7vPZ8sT04Yz2xbP4bOSNa5gH7t/RVsgA/m50+Cd/3iD2klUVohnBy5u2d9QvMo+ofHTJTEz/i4RWWWwr5FeildWXwr9WUZPJG6E00QPSlXzhV+cp84vdAG4FPWF+ajzlh3l1Vwz2B0D3ZVgbkmws+KNHSP1XHNjnSsfUD9fcQGziwewWn85hpmyTrGBI5kyHk8ewPeE354AmJDdAZeT/W0MNhM5woLyibC72wSkDQ5GCvnfuGPoELNyj3nbcMWZ+++qL9c8jHMLX9o4XGIRx6+Ev47HfOv2boMrTV1lh0rYjrji+iBIO0E+u/pN1KVJuilVALdX+D8zbAHsi83qIbPYmErGlr60lFXp1p3ZWZ9g+m/jjPthm2J+51D7bC+djxi+0TlRo6+G14eeltchoDGpwy/GrfjGEEqv37A8FsbMTxml86ZQ9o5VmXx6Zhx/bpzgH5trJFAnkpT55BR+su/8/JLGOvpvQ8Kwnmid0vILe8jMt8LLUTpP8ApsXLG6fY3dbSNu8Zxr4+S7pZS0C10ALs0Z14PHY9Gi4WBVYJ97EMcDVwikRWKcr3CUmEl7yUaiCT5dPhwBBtQoQp9YvZ/XZa8sM9ywhR68hK3xa7vWuPBB2fYbM5fYnm37dubvVcup5E6DiMs/lLn8QN3uMJA8+R+6kDJ3eYj9h/VD48kAD39IZdM64b9TtrSRE6Xwe/pHwsi8+UvYePA5eKH0nM8otcfcCObSW03usxL7iOfScN3inaXwYdtpf/rtZSKmuphNXGiMFro4T+w8JjNWD50xupgdVG9kxcdAdz7a31h26CKhP3/38RX8vriiXsqBr7y8xm+XPC5bnl/pf472T3YAP+MXFhJo5zyNqb8SWPAe/UTEl4OO2QUZvg0iRz3jaXXqsqeV7BQ50jeXPZImRW4qjUtfKq+LDrZe+ikQX/MPNfOOkZzNMgyy0P7JX5RlCdqJV8Arx37Yu/tP+YWc8LXvDFiC/fMm53i+G5GJ+Ru/uaYyft8AmoiorOq/f/4aes+wgfk77IAN9tqw45r6a9t/+0wJxQ/x8vHmlod0kayIviNXPHpb91ceNfOKgR/6DyQKru3CBQ3FlAdySA7bTm9rcj6STzqhR3JH4iXJnfHdfaLYXuKXIh+YXJR1KAjouthO6lPsv5qJdg1+254R5yvPGiW5+bOG1e2sMPmBN3/lGzk/e/rgDeFsvbL/O42f2dKuDJB/dBo83yiX+fWVPVoC+T5CZxvyESeUJ8kLtOmLirT2jDeJP+wOn237vigoKMix34qXNphrkuWJ8YYl5lfn54xWfxo61gZ5dp2rkMRK+Q78D717Hb3R+hnhPK4f9PIkJb9C+qW81tcJ9lHczTzBMcYn8Lc2WcrD2IejqXfY+qmozUCpvfd1nr1ofz6r8p//5en36dXy8QjQ3ILe/JX9eIolr4w6XpNOAchFU8vvkrlWWe7o18N6GuztgH/SQAMp/k4VMy88tjpM4p03TaDOkygHQ5eiAL5RfeClr+01D/yjLG8jCOanxc/keHrurAFjZ3tnTpQDAJ8nngHC2irkTlMcOscsx+eTX2gLTECsnpG+8xSYzYkpjV+/W4zoT36ibYR4+J8UkHsNWSe+PHyiNp9kL3Lh9Bu25fkPLj0mIgDs6djs01JWM6PKBDXBBzlcZsITuNr2Sza/TvcfG1C2BqhdS1Cjx7ciMDgn0IdscGe3A/A27Z/fGvdWfg/On1Zm30WO5nrDSPFcpXN+3UINZLaWC9vK5NMCQskiArQex08uwoajtPKkJVawLSATY0il1W72BP1uxteXZs8FGiI2U3e9G4Fcrxd+SwlyU9YtnQgYnbJO+ao3gDkgOM9JAvAQ5tjZZ/GntfT5jYwP4NRh2U7LLOqiHkdrP52BfoUFYGOZtd/Y97H72JX4MdkQin/hu9tPQTzgkuwI/65pZf7QDq2hNwHnvSOI0yp4Nwspdr4NxbaZ9RWCEN8efRpkG/NMW6VzekvBt6OvwpUqVvqNYhJg3si5R55zfFvFj2S2klUVkI2ZbEGe7G9KfcpWsW+zLprHiBHsz8UE/Ll8RE841fBv/nmmCPAb9Xyx4WQp+tVT4dgLtGUcSTvsT7YEfiw1PtTFNtl3Iizxfymssrw1xPC5gHUcC3JgnT5xnO8pmtLwcfUHZr6C+6kUXbk0JmYu3VISaNCHyWtJT9fom111WlaKAOVTaltLpSu15cqHvLjWhEtK+ez8otDXrY81OW3amczvqPzpfXRa/xL1Ixye5WvL82e2a6nxC9uJ54v82SFxfH81fvRK+d5hXiXb3XH9B98wUNi+w7ANqDXxxW+Yft7UPQZGeg6B+Fea0iEmlRY1Ym+ETyNrWolp118BH1/7QH0jy4vbP+wwdnr99z7PwHMYn5+N/NvEeG1rp8IpCX0ejkQ0zpZzfJwG9ijE/Olh/RdiOC5+PYJzlYl5BtXQXAPzDTp+6jz9A7LrKvFGJXA21WQkQSq9pKvll/J6X+fZS4vAvS3qLz/P5/72qAZFQBG4JwLeue/N3NE+8WYBU3OHIPC0m4EhoKkSRUARUASSEdjuK7efB9BPHwRobtdrftdLbh8kVKoioAgoAopACgJ074O/FHofzTb6bONP/0VAn34tVwR6IqBzoJ7ozpF9LI7OUb+E1q9///03eFcWeziGhgE633Wxt9iJ4BBg3sI9Dzp8JZxYcheHHWoiRbE19LN9EWGXauB5qaguiNkNBXX2Q4rvmOof8gtyUvlAP+vospO+8hm/4eW2Kwfz1Di6NflLjQ0u+108Mj4uGldZqnwXb1aZZwdMlowC4mr/Av3fx5zaHVo++Z/dsIGhwccnMLp+U4IgiL41UZvf4bb0K15RvOax+W0FxBHHK530y1yD3l2bUurzP+yXfLNA2hG33+gFH+jNtf29CYnf1aOYnVeOtBIfLsTNdfroOI1LI/wvfUP3LPPrCzvmz+XA91xKVzH7wOHzD/X86JLp5j8oI/0LfvuXa+Hnh3+J/cXBG9Gb+ubp7/77CshfyIdd9AYAnct60MWOkOOli/kd89MreK9wya+VyXTit+pYkTg9MkWUm8vTmy4nuwxfXL47P62ysH5L5zuLyXfxpetEfsj8QrlL+rmsxD4uId1WzjXqPDZ+fB1v5aRZ5MfVh2MMHx8f7Inxg859PPvPZZlz37gBaWd+lPIjl2nKzf0Hp+l5Tvhtfaww4yv8dUgbj2C4mGji4l1UPvU1lpny49MWt36TbPj9/Xv0/VTO8wdtFkcrhc52/c7d0tb2c/xs+VnWhtAuB7rktaTn16DlZZDDy3LPU+TG8s9vhx+Ls53mTeCrHLo3CdyfnIVUXMXaf1g0MIT98jqe5z75sCsNR5/+WPxS7fPJh/XSb3kNunlH4CktSMNXcqVey+eVqXzH/NfF4On7XKS5ZYgz+BBHXMvj1/Gm8Lkm9rNnx31FrS+u+fFmilP/oWt7a0ryyevdHf845sobXubLtzNOPa8QS3l06ZR5iufqVE45IPNA0rtkJpV5cD94j5gdJZ8TjvS5xlw1Q99n3/78DNi6bKgq8+kloRyTEJ2kLTAo5p/MC6niPD+StXRdGsk0vtj9Rdx+vAHtsj2lLJaJMT9SdIRo0vTH4hzSUFMX0xuLj093TK6Pb/Vy9Ls/P9+fb5x1P3+3ORWL/ur+fuwrTYJbOKdGKgILI0Ad6VM704VhH2DaiIcrA9xooAI5jsG1gcjhImiM1HFyOOyq8AYI6PjVL0ja7/TD9q2SdRy7Z+RXjJvs+zHXuyPCvfDtJTcVYxkjw6f3J6n4KZ0iwBGY3Z65Lbc/xz4UebyJYxjv3H1suhOUU5pXHC8dnzgaeq4IrITA0/ur6P7aPRiNf4iiYYhjO1c2Vd/b7zTQCjcNXnd+ON8GNVrLtyv7cZmgfcQegLi72RTABTjFBKTjf+xu5CIp3/nOLV7nPId9zsr+hWifmW9oNDPs0J8Ynyxsm1lZLgj+lUtQzkYI0G7X8Tc3bdt36Q0e+D5vUm5tyFzzN2Vqd0A2ClJ2/9lIb6mYo32XvmHcNj9y3biOYWRPYl/8UQb7c3hyrZxAf8S1s+6QHl43edzbHgt9gPj0n9tc3c7T7xx/2E6u9cpfrqNzLt1EPB+DcY7xqdwF4Nwrjj7LoNf3oBD1pfw+Pvr2IX9duxpuP80Ryr9loZ1NbkmuHLqWkT+BHKE+d1JfS7ZSe7ja7PY3tTQsF/HtlUyQn2qtpAN/IGaS5VbXq/v1FPzv4gfZGc4J6iMwbuJo52OZyX/MMUvvXzL1DSVHzDelh59uA9xvWBGfuVeOvWHolkqlsCEcUz//uBoaJ1qPPTHcx3nXSRPyqtmcId7+O3mSJxZ+g2uRx0cwR49uBDBetGvnaf0b9LqtGlm6evuK2eeuX3cBeGRsB+vi3zo6a/0s7PLakw7CD7edK+JHnVZ2R9lsIhCOrNYqAnMQsH1K//7P6prha1H7n2Fojs6s/mkC/ln25TjeiRb2YiDLUPP5+rKdD9PoMzvH301xppdXG3/3GzNuo9SfcA38EkiVZB4CuIHDfEhez7OsRnNl7taoVt7Gi11PjOUTfWqT+OiHzGJt2YNrPn+1N6KKeW6EZs2TefzmPD+gXOk+wcoNB6MP5/J8/Jip3U/DWHRXn6wg3c5Yu+OSSu4efCbTZsCtx/VV36ec33u4vkv6U08o0sac7d9tgXS1D9m0ol2r4XQfe3irjVjN8zdCOqc6w5diA6FjvbZZ7JIyfhB41/wkNejI9zN99QIwBhH5YOcvjXyBz2ViIXeGBHh5VfEONi5k0DlPzHqVFwQ3kShzBzuus5QvLrmUgufXgR+fVEXyLF0vsEvluNL/fnKYdlmm4ChpSJ4s47ZIfSFazld6vutrhm+pHTtfYf9QqXUc+2r+xexJnUSytnC0326o5rcJ9C8wCeMYrnHvJulQz4+cl59zGv+5bN9+SlOTR59i/1mjxJImylQWmjBLnrPEtldSF+Ehy0Ia8/ALSUqrk7bF9F/rDwneqdVB4TEJMn10tjz+lhhkbao2eyjfyazPA56tb0D+H3kn+4tY/+KqP2SQnUy/x1sqhn7YA1KU261kqCk8XuyFfRbTQsmG7SK/StowZoszqaTfC6OjzQ+6us8nP5bw35d/thz5kopGzJZceal659ERloQXMA1bIvyn9lPQf4R15NQKe5ysoHHFFnVOxr3QxReib1kXtu/6W4kxW8PyfvZY/noGqu/tN7Aun52H3sqi3z6lXOL5hLwybXL7jWBM/vY5z+/2jWPmQ7bDfgzGVIeynexy4Pym0uhyjFP7d7hBuhQlFy6trZKy7trKhe2p8oDFdb4IfGm2QOOB1cFlg5+X8fNce7aR/moKF5h5XmIf8ZiIxmyR8c007iAHtt48O83nwz6FbUY8fBl7mLToifQd/ixq7jGW7fadxje3zZQLlAfICUklETjVH/PP/Eb0uTPY0uKTgzv7dzTB++LvHDbgo8QWQPjKnfVkP7DCEYSuY56/hCWPpS+mLk2clp+7aFPLqp/DA/tUhRG6PDQjwkqqD39SYl+gQOYi6ZNlUmysXtK3vD7wgFBEiI8XwR4IjIlHyOfkkE9HVz2n1XMXAp8+nFWk9x9leMfkc3vC8xNmdNKpy16UIY+SBBURxXz5urQnUrPZh34Abf14/k62X+2GR0VGKlMZAnzTGAU6FuwyLRVclDz4qxDTi3Vl/OiGtuxzbZxlcpRLEWiDAB9cqyWiP9mOn4d3+3WX/o/pqrbbISCGS6zeIfIGRRn9U2f83WBl2OcW0LWUcuKcF2Rvmc18vuCWwuW6KcLOgofLCXPgIU+YitUiR1hR3ilszONS6rkIXNvBXHuKtCN36aifrgj0y5cn9x/w7Yn5STdYxTdZbPHj7zYeu7++NPbQyX3/+USsuzbtYcLP865t1sWeyXe5/4h5tvr4EbFvOn4xfJvUow9tIixJiMzTJCYQNZyL8Pi2QuEzjlf023BzjaPt67+2leTP37a4TuOG+aNFdhqj8JNJ7a2uypXNHNja3jKVOAWBrPaPVm3zeIrNXqUj7IMOrxFacVME+PjVdn5Xft8xH0p3W69+A3i+Y/ezwLn77H5uDLbY7mD44Mdu4voagj0S7gbEdR8bxo+df7y29Xm6Xa01LyUPO2GyJkBLebCcMaebtW3Miz0Qy3UAmZvLN5ue33ThnGND51TOy8ptBkrxfqdch5/zkwPMF/gk/S7f8OLXnVYzF580G69UEr8rRbwkunk+KgLYRQnTCLax+Ov3H7NpbOdAvqQJeBKVxBbXrdtxL7l9Y2Hy4p8/3/vbdD+//6+vwl7SMe/oJf/Yod46b7oZ3FUw+s1iJavND4/8cS1Com2Tt56HDkH+YpTaMcK+prj//vn5a+ZXP/TgvdJa6ovwJ0WFxq/6+3ceX1f8pTUzrmGjr/9Bfb79hC3mjSGca702fYZpP3ROZ6SvPn61lr2JvzxPxqJEdvpyvYUlfvmf3NwbBMa56jcqPSanyM1qHwn9vPlWoK3tVffYHqdaF8Mnr1zktJdgq4jTINZ0BDbXb8qAnHNu1vab0F0rJ4TAqY4wbToXOEnXi9sggHzuaTBvKyP09fTl6bIRHx4z6zP6KVsSP8sav+LiNgp6eYMIcS/W6hlvkvKdiHByY5QjRdICfVmu14qAIqAIKAIvRWC/H6Wh76UIvNvtkonXuxELe094KqZhjLRWEVgBAW2nK0TB2KD95jqxWMWST/v86TMvHfZAfBUw1Q5F4OYIPGW8foofLflTXvwAAEAASURBVNKJnjvcAQ8aLz5/21f2H+co244pn5FjDrcxxTalUQQUAUVAEaDx6HkofP37779ruoVdWJFdQz8/7VfFe4eZXktPfYsnfRLUZ4eAxELaE5u8SHopz89v9ia4+H+3nEjFT+q7Xof3QPi+Jswt5365mLJT8eqrLUnHx/JknaEf8DFF+gcfW2q5K/9OvMI+mc+/f/J3yH/kQ26lf/H+0Zf/JpdjO4b98iH32iZy+r8T1h0uYvG9xHOfBaA8xh83GTj5KK/4nSlj/IZa2gn7fbvK/PRn7ZLuXEtXMfti/kFiTA7ocIzJNfJi9puv8oLM/GNMfhyfq07yzKIR8/PK37bEWuKSO318cBnFyyr7189vrnB54jwa/5h+jANCbvJlRL6//4aGcHx9/Qe464999NMYZD5Wvunaze3Q1/7bObafBP35GI3vTg45oLfXhyFnwcfV7PZ9GOI8od9SDX9i9lv83XJi/G6uaynpKZFl7EPcIBfxi8sM+yflQn76scSndOl8pMnhMrvlQ48Wwrj4cD3wSu0XRf+HuJEcc85/65d7aHC19JTnpoxS/vvP9o0X2yc+voX9bDW/sHbu/de++HDg9bE29E/Yzisn6QGG19pY3sAu2O2SYMpi+R2328Z6j983e34QzaOY/Jh9fs9WrkG37ouPff5i8JHxtNehPoDaT7jep5+wc/GG6M94h+LaIqZp8nF/LedhKD/b3OHKkf/0FZrJb1GJ/jXXQle8eFxd9Vk6HP59+GN2+/iIOcabYeDX1z9/frfNTNc3fyGkRS4aWcBSHqGp7TEt//06Df93SIyfeZkaYL2MQa0NCbWTTRdvy6Ra4mHzvjTPeYKUymgNylUe/AYeuL5Sji7h+Ll0p2EKf1bwj+Yudn7i8qmkjHBKw4JLBy68LO08FBeXHWX2hbSk2alUioAioAgoAorACxCgAb18UH8BQOqiIhB+pqf4KAILI3CPN08WBlBNUwQ2BHQQ6JUGeMjWS36a3PvEt/d8fY14pEXtiVSK//Oiipji+DwPrUd2EcyWtT7Dcwt+bK1D5SkCioAioAjcB4F1fwO44S6r1cLRfncCeejaFVDvuZyA9b6Z8lpMO432nOiDn1dzYkUf/BOVF5Dp3o8QaJT39OfN933nm6yX7aX4Z2+693/z4r9m+w1lw33rkI++PPV9S5WkXw4B7Dzt3k56eV7e/so5W/risGJ7JvzpN+nNoOMVkpY6mSzEnxXpqSJQgwD1hfRG66dPjLyZZN9wK/yGjxpDu/BSe86Zw6L932UhKMc3Ahj+dQH7BkLX9P+Yl+wTF3p7quQDOTjGZdj8+cxft75i9AdzOdKLc9h/vYaBZfgc32xx2/mVPzqf+EXnD/H8N5gbfCX+fu2jamC/zds6zSSvlaw6S8BNuU+4ow2g3H2M2U9v9OeM5bn45sp3e9GsNJD/yW//NjPmLIjHk5+fqSZeEXaxfhH4xui6uWHzk2PIz7updgrOzX/0NfDDKfTWhRgzeB82Lz6ZUCK/M9mu5IjzteYJJYgnYu27Hu/rc9tVn+fLs/OU4hWyIVTnz651F4D9NmvNGxGYNpFqDzZ9xQ4+Myfb9Ixzf44Cc/aj6UzMxMR81dmZoKyzOctY+4p85xOzta1tbd3z49sasTXk0cMo1rl4jaL44sFgCr1X0LyK6vEAOe7yH3Xknqu+t9tcv2uizut725Ign6Xd1mua1JoBW4KpQ0h4bmIhnCvm9bxcz2+EwGJt8EbIxU1dHVuyr2cHx/2/Qf9/CSi3/1KZUFDJ//D+dch9SRDDyvh8HmRh/nnH+0v4b3wYEo+EVqMkaQjwKZl9WJyz+Jum50zVW/5ZW8+rH9Y3uEannrpVdh4CtOCERScc8yS0on5O/rdCBHJeN36w/qPvPBoI5x1XeT6fZ3VLasxvWspUWXUI9ImJLgDXRaWamzr/lT9y0iDtlfXtfEHCA5/YDogyzdKfMilpXHxgSeNoSWWn6p+UM/983nghLeZraAzmHBPssOf1La1aVRbl9Sm3m+14m+Wxjb/fArQ5B4X0/zSJc9A/pIi3hXVdos0K5q0QbOg45e5heCC+B82qJ9L2WD676ncZlLsynz9uSx0tsXDZI+XH9MfqpbyW11f7MTbQoi/e+N16zSb3dJexUsTrao3wNdY/CXmCu+yS6YT9/GEj38EZtT9mAdPlJO3hn1PRPQvtg9+z/Z/8paLtt9mun739efuPKwf6YYwj8rpJY7mqTShxZSDKXP0M6hJEF5O49BYLy2RM8e9qH+LqU4bxGPWGnu5pXAvIV/ngM8dY/Zk67yrF/5jEkH0p8iv5Y31izPxTPexFnHAfeiIaekF9B+UP+pCz8lx7Qb9LofHiwI/iIOo/ZJXxCb7BQApC8j8GZPwTkOUcG13+SnVnmeF4SN7e1yn2p9vwBYyOtOd91s+xfRQbSZGT6A9xjXpopnp/DoMq/Wj1SJ4rHr9fKKM4nmNp8l2WcZng5WWhcymL+GXZVvJjyuRv/qI8pIHqJJ+XHvH0EsQr+MJvnLqOwh/XOrkHdwyPoy88OM4nMf4z9YCra34aDE0D7o7nxUOZ6+78v7C9qIBiQn1hchueiU1hvp/ybmtTZj6MOVVrh9AGZO6l6cE9exp1GpUcD+V1mpQWVMAmJKsMt5DEVnWEG/0hn3BsJV/KOT+3kbXbVPmYF13r2pTIWPTpP1Oyoo0/KkURqEJANogqYVOZeedCg06PgSfuoFk0ctOZ3u0zWNFE+DIZpljgzy1BS2+MwCXeN/blJaZjYpnkLtr0rePcqv9xyUEZHWd8uF7Ywu1AGafj9YPPu0+GB/tTrY7HBbFiQj/tzlHOSPR0cQTQhy5u5i3NA7bLjk9b24WN2QBv827ePTj5OYGrn0AZp3MKmlRYa1cLfmA0CYLbqw3gV9suT/wOPWhbJ7qFAF3dvoWgkqZk3adI5kbX/HkLPYsxz2Nq+5yYcb3lx/S3q//53nzZ24Cj9bZTpJKqEaCFkt6LJWlGPif/0/xVKj8C6DXWzIk1ns/70etes+D8ZoV5Q3fcgwr6tBV9AzgIulbKhtduMoG9B+97etx/90g4b2kX1vFbdw5SU7/N8c12LQfF84vgu8x/6bmsBx/o1s1uvOFU8NU8zgczfXYoAcf1jzP9p5s8N0LIR5OnyEa7k45t5T8JIHr6Az+OIJL18R304NTjBwHsqPW2pcVx2uw348TfI0fGWoz5Q5+J8VhfVJsicDcE0P4K5g93cDXYP9c4sI3VgK5GTG/ebv6nGB4DiPf5nolPipob0rjmYeTG155UZp5n791+EUfH24cn953zkBPF2IvD7l5qkWM8l7iuSP1un2/ezSXNPY/4kWwcyfFhJYUQnbtdyvyVnL5reb+RL4fud81Y1fZnt1rh6/O8V3m53W3x2/2j9tSyD+ref/SKS1u59JyP2uLX7IeObd0aL60wP/EmP/orHOHAcV0oH3LGH8v7j/62wjbSlDpmWavKmgrpvOpCfK/zMvMsDvVW+6Az9I8t+9yOpvfHyR2/ji4tIZq3lCUMUiPGIYBOaZxG1aQIPBsB3Kiu7yVNQLAguL61auFYBGJjQ6x+rLWqTRFQBBQBRUARUATuhgB+SmCk3fRAqf9DpZEeqS5F4LkI6P3Gc2OrnrVHAOObjnHtsc2ROON5oPaVORFSWkXgvQh8/fvvv11XAbAD5r0Qhz2f1VmX6i2fUNBeg9/tN08Ijy3lvrFD9LprhijKduEQZ9kHeMA/XEMaynEt61GecqSvIOqyi9Kh3GvnzXYAOVxrUuTDx52VVuX3YvjJfha/K7L/xJA1/DiLLQCbvUHf/HWVbbeY1GPe/DyE7icx9CT9ute+/HD7DT9y/I/twcqRBf326Lff0Mh+DZwxvnT/e/uHcQSW42hw8/kH+39/e7/BFvMf9vIj2Q6+uvhzqWXnxg75kN78Jjx9k0Rn/NDPXozf+q/QJMHLJwRFdsDG24GQt9jltb8+G4hx4lxqr/zjB2hm5yfs6HOMxd/fvxh7Yvy2nfvsb4Uv+hOpB/KpHudE46MHv5k/+P0DP5cJ3pWOsDPFpt0X1mf88u8TdYpwyz9QYbI4e+39wWGWpx90W8UtSJsfcg6bP+Sd1CCvt7Hjh3ScP2ZcsfwnGg9WZwnhK2qvaLN0NG9IuXiOCLkqtzL4E6PzsDcrhh0+gan2kZxUWq7Lp79EFpdrzhGra40p8fc/Po5z+Zfzt96JJpb/Rk5Mf8x+m0dnu+xVDEcf/pAQ4wed7xiTz/noNx7P8/EYPpzbdQ55Uo6v/Crjaj+9FImp4+pvRsbnZ7H4Xv2/YuQv+Xawk0ZHsV+Iq8YzLn1IS/p5jzzkycWEmA6PvENOhP8HCHnojvG9Uo+r/4LP5nhtk4cPjzgJZ6Irf5PcDsXFE9MkuSBqJB+xPsRu39rGP7Ke1yWdh+wkAQILqU/220k6M4ikvgxWL2na8/lQ3sX6ZK/q7IqY/5jfSjrEZfXxT9qdDZCXYY34ec3bK/r5bxSEUIjZpvU3RoA6AHQCN3ZDTVcElkKAHrjHHrqvYfB5oriGTWqFIqAIKAIJCOAJXgLpW0l0fvfWyKf5XZcfOn9IQ/muVOPie87DMXrxYAXHu0ZJ7e6FwJg87GW9ylUEFIH3IUDjmfx7Hwrv9ZjmUvd4/vjeGKnnisAqCAz8DWBaax63M2IWwOeb2VlWxPXanWN1MYn5e77Bxm9RbDuvDxOxByHXjlK+Q/G0k2P33zQLNsVi59ZMU4bopp1sLX32yIrt2B3i6xAlaH9QZn9jCSXvOhIeOX2YxG8ttNCvn/vvgI2t21dA1fOrWuQGZOTk5BVZvIGFN35BgXLPT72BTI8TEKC2i/abrF7bbzJUdyfkuUHnpo+v6yf6Y5I7vkqLavmFvOPNCHsnc6ZA/3suHXZ12DdMI1PEfefnjGQ7pTGFxhE+x/j9pCG9RejD9Syj9IrejCC9vC2UyhrD1zh/L0av1v5N3vyahDjlyMX0KQXI69JvQAH/FOMTlK5hH9on7yPIeJT7HfHbP2fvINmzWhvzoxeq8SMb4IrOL1vjAyv7jiMBj4dX8TbCz4cb4lTYK75OZR0KK+0flP8U90/sMf+b09l1wL9WZHr8ip7PR+Nba38ZP/oBOV6ivPc8u8zqCVzLxS8+fsmYEmo2rmkYDlwATjPoCVQUmNxAPMHvMh+eMSku8125FIErArxFYBi4UvUugRWpFpQ+COntxyj5wKuFvpayWtiTIMOzIcLNuYJ/K9jgRucpD4p83mn5GAR0HjoG53tqWbn/uyei6VZv2J+/KTWddQhly9yArLR55OehxjaXOO6f8SBziN9QAptxrUdFQCLQM0d6ypZ+lFxz+9LadY4W+opmfPqsX3D7mTIoff2R49M+vm54uU43RV4p5L0rvjRumq91fc/C9zUvEHuqaZW/XOZVY31Jb/n1Ft5FwvHzJ5vBRYu5JY5mPf8qUdCSh3LtXf1iFL1bxe/sTc1znn4LwM4bN3TGz+jsPjer51h8ro6bV0fdvCJgbyzY5gmfz7ZWXfUJ+Ur44E9+1/yXMz9CppztD1Hm1CGG8MN3nSNTaeMI8EHaRV09cLvyC2UJnX2fbHN5asvG9oouD3cLCJ8dq599B/7Hyq2v+P7ahgyGn/26GZI31gOL3Iwz6WvMfxfe0m4pU9b7r20/azp29Gd+jnBNnF/aevafP8SxmixPnwc7VpO98eMT3V0/y2/OMf/c4pNvS0p+xaVe8mj/EaXjjd9dBN4Irp0/xC3yUKAv91S/uZjaLsUx3Ib3fOE44pz172/G8c6+/36J/oBii7hS5/tj6v05EuuLIL/yBsILMuRzApTFbCMe0JbyB3SgnXDRTn0ngu3Cyqye30rRQr/L+wvLpcDad6kS8q/1VAKtLjmyzNBiHDHyNprPgMLHbKYJuCOPWVX09OClvnFrCpsK3OtZXmmjrbG+8bKe58CS60BZyE5OP/MctraxAbHy91dt9FgpLvt33Ivmjy55Vps5mxnXFvaRDGq7ZX647xkkRr7rFvb7ZKeX2/kzfSMW9TO8L4ONZfikW1FK2dAu9LfcFJRR+5F9ONXJMs4bO/fxnvBnQmALKzqd+uSBKMKPSIN8zPHHDJ9bGzzn3RjtZy0uBFBWkmfgPWs5X5XIPUs4rmT8c/PTlR8oI9m18g9D95Nd9tHbHCe95ufSgPnXp2fKwPpkFnKoRZ5IGSRblp2UL3Cxun1+iOy4ahK7vn+TWMyOH3LTj4GsIQwIlxos8rVKK/TacSOpoMQRoAYoG2GcK4UCN4s+2li9j0/LFYERCPCJTL9WkupJqgV92jK3srbd1vJzW67nDf3HDYK8SbgqPUr6+naoCZzk+L/RwseAxK5Vs/UHnSMs8RckDFcW3PvNz6OwSz1r3+x7T1xV9ooINOhfVnTrFjYBezqu+GlpF3zN8ZPpnzFOZ8y7crxS2gch0DMvIXvVPDzZVdK+w3nA739pUbhuYdihqyO+j5hDevDp6tsppxwxKy5qn5/FpnRkpEUA/B331t0w7ehIC9Ge/K0S3RvL3vKrnL8X8zFebM8/xrV+NmddHq7NVrSR5W01BnYdez4q7hS/dkHr9wZwOxuXldRiBX6+c9gDkNcAqEHSX8rugxSachys/egkcCSZXDfKcSzX+UJO2lG18iRldfsyUqb92yEZylNIT7vr8vqNFPGShrdXnPN2LenlNXioHOc5/FJem2vbb7WQl+8P9JtVQsKF/vLltLBeZTRFYAvpJ57b7yh+7XdDX3unIuMs4y2v8ebv+U2tTf72242fz7HTOOLBwv0zYUIfHOlc4kBld/rgt+jtNzSsZj36n/7jx2qeT7FHzN3C+b1gTJbrP5C/np++wBxJ4G5jD35b0vQsqr+pNiGMfEMO5flp8pIGFTOw8D75UALfqMCL70HtPoGMUn63VC1VBBIRQLtAO2FsyE1WdK9T+EZWe/rHgEP8/hfj1O9nVdhidZTvc7eAuKSq2Lw4SchGBLtS6efQWRxTvtnAYEP9sblHJJsxv5xjv2rlCMick9ectt052jjPpXbS45LMG/be/gV9aOr9qVR48Lfyj/BqJUsaG7hu7kdA1yJVX9uziU+fxZ5/bB3zItaNNQPzZ9Mn7BjQm6P785u7wFLfp01qf9XhDvez6bi4/Yf0ajNVwDsQQIdC3qYn3zhsuH0urbF6F4+WKQKKwHwEattuLf98BPpZoNj0w3aW5G1P+EW1xvkCyaeAcFFs3NhoqSIg24e8VoQUAUVAEVAEFIE7IqBzP0fUjlfpTJ1i5MBokSJ6Fou/RUzqbAZt2t03IXfWpOLvh8B2N6/pcb+wqcWDEfj6999/q3rR9DcM3CvQg/1trm71SdGvmMRJAORv86b6g8XfVHqpN/06vEfh9zd/hynX7fPDll8fonP+Kbu6mAHd8MfOMabrOF1h13yufUSfYHc3PA/w4ie0TzCc9XEZoEjvn8FhjpFuY3uz8Ezf+0rGxbbPvoZAD/yTdqDcf4xFMrwrNKZP2iftsPwxOwynlFfbv0p7el1bP89+yHKpH/6CTl5L+ut1Gq5XPpSE4w8q39G8GbF1bd9mnLI7O83vg6T0eT7ZVeW5/bNPmU/O3pcjbj52xPNSv8v9LXhD5SKrYwH6b7xxIa9jqkHvH1GQf5THOCepqXnNeULWpMqTMlLlS74217H8aqNlhBQZX+jkcWFYY660tZMQBl9feBPDyLvSMplQmXXk9rkYU+X7/HfJzClz2/f7S3alzE3c/NaCmH8xfivJfZYmH+MKZGC8wXX5Mawf45tXPvLURyDGD9ht3nwIxacWVxgU9g9U8SPZ00pWXJulKMUhZmuq3LAc7/i+O3Dtj6xnLc7i+sPPD9z8YZ9b2B2XgfiMt4XuPb9Euz3bm2KT236ZD278e7zcQPak2H32NH4FP+OUefqN3O8vc/z5jGfQ8ZP/BjDFM9ZXQ3zDoy++UCHHF0kv8wV88EXSH/XI30Y+Qw/soWuU4XjoZiehOkaWcJqTZyRO5jrx8zLI42UuM0An62js/s3PQykG14gXrnGsjZ9PbiP57eILg9Y48p8BcFnEvyVC1hOvrDf3KbFck5LWv47FH/2Fz5MYv49v/XJfv0GW2zx4u/8hlNaPsVo4HAHZoTy3AQ2HVhUqAq9EQPYprwRBnX4+AqHnza29p4do+6Jwa9EqbwwC2i+OwVm1pCHA8xHnOKZJeBPVyM7+Tbi28lXj0wpJlaMI3AUBel7F/+5it9qpCCgCHAEdvzkaeq4IKAKKQC4CA38D2K66pxmJtelcvjTpT6eiBzP0J3fo1/otF3zv/gAI9l/9Cu/crcWxFb+0W8qFf7I8/5ra49i2CNvpCD9xvNofsa92J99VYbcS9HxZCibtsM2yURAjvlSMc198feVCZPNL2AXB0g5ZD7r0N+gsR94ZsqTwRmjfmYrfhoVuvz+gGHWEf337HPiLuPqur17DvmvNpWQLEcml/+xv8prxBfouPHsB7PLWyzd/xbXjW6B9ojqXE14ZsYztnO5s7Uzxn1z5fAUD5Uhh+852ICM22bKvDPhmGvkNNFfKWSVo33XfMGOtz8x/y5h4FpOfGV/W/qgPopzkfRHuK3hZoqGTyDL9r7QSuPj7d+RXpSJlfwkCY/O3//z1JWErcpP3DaPjDoNn6aW3f2EDP8bGN05L52n2o39Gfy2ltLtOsyddH8+RdK4PJT0LYeN7Cvf3Fz0q3n0oeTQ2+/kL+euwQcYd+ZCCybtp8M0vqfPj1vkfQR/57Yh5hPNc3UrOWWqzq1i+yvxupng1Qax9y7d/jamD8+/4Bq3RelcLzCh7IvMDlh+jLFpKj8f/qgVg+/VyS7mqxmwIxAYGBWldBCh26w3c8wYyPx50p4i7kXn2rZpJd+kD/PFdFdk6u37ZTYn7YUed/CTuwwa0nyQuJSpE4PhNGoL7g/3bcNf+OTd1TL+Yy5VKPzce9NXyNMfZpjoLznVSMVQ6ReCOCMxt+8dCwtLQAaOShRbwLu2gGqcI3AiBNm2KP1e5y/3xGkFqg/8avlRacdw7V8opYEf+ymOBqEqW1IVfn5qb5NPEWPuQ0/KxCLzt+WQtuvznA6c935ROvL0de/wvWgDus/BbcqMloxy/lpM+DKQ+Tknvo1utPObXavbOt0fmn3Mbalczea7hPBZH0DU3THYYnh0kzfUygeQ7+YffP2RV23tRf89vpXD7MkIXw5frXOqc/JWfvQzYEHal/o0YuBHfUhul+z2upW3+9uaIhzCIL/yKqoTLuPywEHnDVSsvrC2/tswexCM9TvmWGY4y+z6821rv583fb4pBRudUauoKfLnjh+zPJL/0CfS0ghj83GShHf5svpDFv9vbFianY/4FnWeVue1f0jNRn9Pc9nCWh/aKo5Q+/jrXn5iFLnkoO2MRk+Suhyxei7JS+X5+vPFrtUGHzE9cQ5blGHnGH0K49Paf38B/4OGyYnQZYpauF7/9K39OgDZw0MfffuE/15Wvn3Pz8+M34jzdO94C4XNg8gH2YtjAtZG920djD+uPud7weTv/wnrqa6/t4xyvePuI+XqWd7W4lv8q8V4l8N+TwMcbRPfyqp21wAcSKZ9kGerSj8ezSxK3QX/0ziIM4jJdQTfKWHuSigNYJfVtOz+AIJ7YnFyaMPP68BEObMagLMGPY3w5+WAxvUQDsk/0T7qwvhuvLggIZ131yKntWI3XLr9QjvRG5vZ3oVwBwjKXNA/ic6HfyM9DYf40y4Gofld8UJbQvlP8wrMlosX5eb7Ipbjyndff6/w6Pzzb75ofxnjOEmqvXHijjFq3bOFUJ8tqbViZX/rq9h+IJXlyTJ52ajSKJOaFiO5q90IQqikdEVgyPxsNqq1gI4xOOC1mXys/XXJOfrsItrIUGg/rssVP8emHcnX/o0nT2IkTwksTBDlJQJ0e+yIA7F+E/4v6576500o6crCVvFw5s/Xn2qv0isBTEEDbmzX+zNafE0fYmsHD5ncZXEr6cgSecn/TJ4xt+ip6gG8e4tPCIFsc7GP0c6Tq/N3GciIWyF8crVGjzwrGRW4ixkhettL56vZlYkVji44vmaDt5IpbHm5888y855vS5jbzByn1Ptdu/5PeAOYLv/zcTKR6Q4A1arcDJdq53bJx87oS2X4e9wq8n76uBn5gp3OdtOdyW5yOvaAfZ33lPZEgnZSP0J2iK0Yr8ztF5hQa2r3lmFj7/KNyX90U+3sr3fBxvdn7/YX+0RpwJ2ziMdz8/jRN0z6Rz3E+i0fNGfRBhtQr60Fnf0PtOm613V1K8afJ/c+p75B2WrvOZ9J+yTd//EB+X3E8e1J2BX+Bg7z2Ss3cbWreoMIDJzoav7ZurOoj39C6XJ+HtSpdQ5kz8R1q2wBl6Nd/7hq/CEZoZxEyZzXfMOPaiexk2gupndPfVb8P6Fb9D8np04eF/C2rg8/E7bMZNL76Ms3KNQIBxG6ELpeO2fpdNjUuw/jVWOwwcbDfcU82zIaXKMLck9zFee288HnQUZ/Rfqy5zgPuglzoN1hTcEIfnEJ7F0xCdrrzB+0NnMgHtD9ZD7r3Hd34vQ+HtTxGvsasIrpU2pist9QTXtT+63B7Sj+b3v6jb287EyhdvpO9spDizGNdF/NKYwayIzuTVD5xMETgkwBQIkVAEVAEJiLwxD44DU4aoNMo30j13rx4Y7TV5xwEtG3koPVsWs2FZ8dXvZuHgLatedir5vsjoO2nfwzpwS7/669RNSgC7RBA7raTqJIUAUVAEXg3Am+de33973//6/JYne/Sd6VW7s59lwwqax04ufJfLj+0tm533ZXLPyPitztkB8mwtpwljrmK+z/Lfujti0/c/zFxGK5l32Hu9P9Gu87xjQj4nWJ5Hf2tE5+v2IEvAvOzvenpbrOUr31zVZjS+dK0P5sf3L+V/EQ/kQ4H/RZwq/EPWi1OpgTjgSw/6CNvnrayD3ZA7/VI+G2/eLq/6ijp5W8Nwh/QyWvIRzmucQQfrn10qMebuvYaZzRt6jJ1goLEYyz/wm0l7n+iGaVknn7uEOfrHw8C/8nHNyH/Ev/tt+Sf/MF45PexLn/8ctvXuO4pcvupa77X+X/Jp8supTr56SiSnnBbT5dVTinxjeMT0zUKv5gd7vpfV1J+SGOxiPnl1temNGYb15Ji57Y5T4jEbwbjGym4RNc3/Zzq+YXov3lVzjnssfkoDL4Ii/kd478IXLTgLX4uCn+lWTafKwUtxx7Ky5Ztz60HuOL+oxc80OOX77bPPexYXL4wF2jUf/rsw3MPX/308lL/Y/cdu9xo/CJyYvMl4Ed6+B/KY0cpX9L77XfnneG3eSbltb/22WFs8ObfHp+f3/8XNMnLH+R6X6U/T8JYlOdfWO6lluIdaWsXngEFpbgNMC2iwtfuiM22f/iHONP1Z2zyPM+zStPkW/rYGcmzdsWoU+ulf+DzlaMeR9DherVj0ldAr2a02qMIKAKKgCKgCKyBgGsh0KywOicAdDO3G46Jk88PJ7+PmJUTH8mmGxynjt0AWq/YSC8fR9GFJlQAnXQs9SEkf36dK+bzrXqjBbEco00z+ErlN+KjPisCioAi0BuBWD/cW7/KVwQUAUVAEVAEnogA7qNxb/9EH9UnRUARUAQUgTEIvH4BGIMq4MaDa1w3O3baoQL7pd22vJkHLxPUfjfJGUDsgOn0BtK+A67ZrqhO+Wsxce/gQR5buvOZzPtzbf8r7CDEm1b22uj+rl1JO1ww+HwWMphM6O2x++lQPfVkbyef/CND8tplbf6E+E3uma+m5nn4vQf9n+9//rgXnzaf9hh+/RNeSORyXWGg+GORl2xFPiAPiccl42fTT8vQn916l7fWtvded7NIJvFLGXSNOh9GsOXDK/oP4rF8dO7yrr7M6jDtx14bXOha+lavNUXCnteZ+Wwlg9+WTD0T8R1hC+KGI+nk8TWx3XLZ8Tvp3e0jPOiz4K5kY9hi+WOMavgv/DuPFzw/jLJwx+PoGhNthP5E8mqys59XcWRPjObKFSvhbY9or/jGJKC+j32QrkeOAM/NFjlBbShjoxf6RjJp2f6R41VyDoxb4JuiP7f9wL4U2XegyfVf+lTLL+X1vkb8wvcP6Va09h/2tcr/XvalI3QrSt7HdjQc93hQcdx3Qv9j+3d43OnI8KM5FZ9XEeb8uswCtM/U/oN+c7rTs8oyB5SLI0D5UtPWavm5LTPOa3yfYe9FZ+vx7aKgrsCTH7j/Q3/0ud66FFxbpRH/PPItf+ys1TwjpmdWfQS/QrNevwBciFs+2+07qHyXlUMRSEfg6R14OhJuyrfis/v9eU7vxuA62TgjSJMSojluTvdqupH6559tkXY7hj6SD7RGL90Yic9n1cAsDNMicPgTvgGL+Ua2EQ3oyB/4C72ow/XnuK97fA4bv/xgAZjKiZ/fdOKa9JA++ZH6PviKCd5novhhPOu25VKqXr8Ggcy5ksz31+AUcbS0LdFX1OOT+xXL4Lvzkfu/xLe8TwJz3XZl83MSNKo2gIDZXGYIzqO7KaN6fOixhn4UAUVAEQgjMLLPJ12skwobprWNEeCRftL4UDKfontp/pcypy/REw+hLv7GMVIKReChCLBnAl087C2/i9H3F9ptAfguD47kgCofXsv69JDzaQxx9VnBT7dHKeci0HkqSwssLT8ueShr0VkfMvYFMLFA1NKVMbJ2/HeM8BCZP+zidvAFNl5+nB/47CW3x+fwLPEE/SduxHGNo2uX2Vk0+m7q012LuFgsdS1iniX5rxxrp2TYtghLu3Q/px5mtFf45yFLLMa4lXrzF80/oRfy+ZHOcS3ItxeC4N+2+P5nWyT+uLkvFu+5jfgQL+TItzWxPA5axBHX4JP6v463PmEHUdA55Y+RChlU4/3AgAvBLrdN+C7SrwXcD6q17eBKSyWS3k1VXHrEl0lAmey7GEnwNJOPYk8xRE64ZPvyw0VbVQbfq4RY5proEibX3I7nA8Ysa0W/M/dv2Fl9rvsHlIH34+PWPun49WX6lpp4l/hvcTb42n7HRNDWW9/MWTwekiPv2iUfZeHs4jbj3IerLAe9z1ZLb2w508fsC9vt0zmnHL74tMd8ifH75KK8t3zoMUf6jV1o9A2JvrnwWVLiVWysiPbHMXzhjc+eGL+Pr1W5Sz/KXLajrpX+2XJc/qDM5b+0F7S8HGUp/JxvxDlsa6XLJQ9lJf6Dt5V90gaSL8tydKXYVyM/x5Z6WsyFzpLg4ww/jG67l9rYkPMNaEOtrh0/wE83+a4PG38wx8GRyO08aGc+6K0887v19gYU/DhKObycnxsNyI1dX+RwnQsTv42QO/8iQptWy3yTwq2tsuYR10e+MG9QhtxkVZdT0PIKlKXwcz49L0DA1R5RtkLuShvO7R8Oox9Df2OvTT+Ga0PP/UuTDz3vOwIr7jnKJHacJu+82wJwnhlvoG4XtLuiRZ3EuUO4qydqd3MEdNIRhvSh+PDFG+ofMJGgcjqnr1NGmQEIg6C5ov4k1KeE6khCrN5oyf+3l9x8S+ZybCF0fgifD0a46XBSUXxMvPGWNvIF18gNiffvvkok789NuTFK8rhM8JjvItWyZgjwudK5vdeo2HqXbR+CfcBSI+sOvNQ2UnJc+vKzjTVAfeuBP9XzH/hIK/tdn/zfO5A3+Q9kS/MH/N2OfC4UGT+62aCCvQjQ0Iv2gkVfvuEsVu8VrBWKgCJwQsA3/z0RPeKCzwk7O0TjC24csNuss0oVbxGgMQPjBaKO+ailutcZtdOS+RTN3/GHth7zvERPTCZf/I3TKoUioAg8CwH0xL286i2/l933lvv6BWD5gCx1kF0l7LDX78f8B56wEUfCTtq7Cp7D7cADLP5Qq6URzeTTFHx8J81zpiUsrWRhIer7y3Sl9Juv9Pn6Rtc6HrNWvhk58tYrz59QO8ciL9FQnOmIP9LN610+hWSDHjS+PEI96OXRxyfpztcujPq0H2m/vC6z/+wNXUm58vrKIUv6+C+18GvYyN8q/vn0YWZMpHrCJ4QRFpy5XJyDD0eUjzmiXbpybYwFZy3j40v6EeOzLecrWvj9/L/F+rP+u421B1/vFf5m4+/Zp8sV6dnnEMjrw8cLcbgAmRWmmleLxSVazP8s6m/t2P+BN+ntBBx+mSk1kLLKV+eRPWkY5OSP7Ptkzsn6FOTWpEnHb037x1mF9unTGKv38bUop29mMR87B2gh9ywDOs6l61yRfeif1rGqryWR9svGz752tJZu4oi8lv2v1Rbx3xI2PkOerdYmInZh3kYTx9t94BsZPhl34JjxfAuLv7eD3WMw2iSOHjJnsdmwTGOVzUOfHCqn+Zav3qngGAcm54nbuHmlBXk7z1jVXI3Abcf/as+rBOD+Dn2OveZjUJUKZe6IAFYpOqpQ0YqA+Zq+N+BgO8DQQ8k3IKE+PhkBvjBGOU8L4TQJwB98x8QA1/JI9XyhF/xoRzhKvtzrmB258pT+OQiU5kYKX6v8fQ7aczyhOHwWC1/0BvAcpFWrIqAIKAJrIoD13+MXItY0U61SBJIQwPwyuAcqSZISKQKKwAoImK9+TtvcuoK9aoMioAgoAorA/RD4+t///me3Fk2wHxPYCaqXUCn9lw+VZX2+0bGdGOGdX/X68y0+c9TZf5bV92oKVtip5nMtY+elU0Sl/CmYOB3pVCjwwRvAZsdmqGtFXofbXyerD7H++Bj7bH9Ev7Fo3mbavp3586E68B9vQm+V4EE9rg+l+wmVg4aKXHSQL3lbXcflI04pGm0s8dWH9rdwGf/WJlvtco7bz/RWnEo9iJUsv6gQ7eOoj/VL4IvQIe8Oud4TiqONj5cso8Llu6ssJhI8dASuMZ5W9dBdLA9x8gmIxM/H1qr892iIm8QetszyP6R38zPeLtCvXdsE/4rWVnHwy4EdPoqrfZwSX/XOy87nYf4zrbnK8/9s/7X9Gv2Ix7XeZUHLsrN9V8nGPvQDsA/XV/peJWRnfqx6WYM3JN04cDt9+HIal5U+PtDW8kNO2TFV++/PdY77+QrPPZYyn+ia6r/+7htkY31yqJ9LcE0+TEc8v6KvIcfi41IeQ83FEyvz2SF1ER0vc/Hxeuh10aGOji4eXr/KeYr/sJX7tLr/pfaF+Lj/wETiZ8rRfkFVekS7A38ruZDnP/pwoH7r2ndd5fj4QenCEnXue1pb638xwn7z9Fk/cPvCThYu7HQOvrB9J5aiC+jxMefr5/MvvtHcp6FreeX4E7vn+PpDz1XsB+MVlZhYs28rsmTDzpBvvRSiX5B6fOW97MB87yo/nL/T8xMGU57G5lKgZccDdw8/4sBYik4PPTs35MryIuElTKF2XYBjiQnEY/2nfjSca6U6RvBZP87aEGfTvq7++fjOUu58FR4fY/chvfHTN4DvnFtq+5IIUKN9fse2JPQLGZVyc7mQucwUk7vmAZ39+lxarKWblc2v7eEZ8hsTYDrSHx50kzhJw1ScTkF3KtSLCwLar1wgmVqQkrd2Auc3leRobP34vK0mNRdS6d6Gn/qrCCgCioAioAgoAoqAG4H73p+7/dHSpyCA+0pz1G8SfEpc1Q9F4A0I6HOJ+0S5egGYgh36YDAL0WhdOQLAlxZecE5HLMRsp/oZhADhrp3fILBVTTUCsu9G//FZ1N12yJl83hZ+v6kT+Wf78tTtzdV/qL/fvkxV9PtYCIYMGIdyXN/nGN65FfZjw+j3vLPXtwMuLMfUcqxxLnFOkTOUJrTDcqghUHbdfYiamiPiARmlcYGcXH7wQf+w43LxFZ4f9rnmp5QLNe17Yz/kC70VlxRLxBNHV/9p6PZ83twzOZO7g1i2B8sffTmuwkfLWom/FdT8LM3/PPvN5imJeXPTmcA0+5Bn6Hd810yw59Tmj4cgUtwaG/jfSC6194FvBkTAWrr68+0mgftOqnf1yks7lWMc5Un1+ID8TVXcKM9T1VXTwb9WdkfkTG+/5G/ExhOmwOdUWH4R9T/HtnIz0jnh/yy7oD/dYqVsg0Da/KuNLpUyFwE574Q1KMf1vCP6gVn9UKLnhXNTzPc/3+736ElZDEeK8/gYn/DfLFgn72N4XevhC45nivHYnvWPvkK/0UpvH/yqF4Bbuady1kGAGvCdO6LeSCo+vRFeW/4d4s8HYWrL/I+jS+VYZCAey2cGMHqO99lEQn3CVvT1+fG0PoMRt+t55/WY3SHvUuLGv5U3ZZr0FL9D2DxqvC28GQ3hc6u6Sv9z8t3+rnF9/7IOxnf35e72r5MJy1iS1aZr41/LX4vaph8LuCULmVlY1dqq/IpAAgI3ykn79b9bM2z1UP5G/idE8+Uks8eHl8Mfc7+wrdFG+zvdB+bcp8QgW7e+f1t7B47rRthY1j/OqyPQwj7KZf3EEOC5hhutGE+f+uoF4DsNWH0gLJNKDWW1jh+NF8cyz57LxXHBucx/eQ2656LyHs8olvhDnO1XJEscUpa2JE+7a9hHEmmBF9c4YtGXa0SdKcNAvi8EHz9aawavMy2Xctfz3HjxQVz6vC2qX3YTkvydB9BKNs81YU15NwNz9F9SN8oPk+WDYsdN8BmxHe8AFp/f095+64r77srbw4YJJ1FcEm2SchLZksgQKzriPFufjK9LsyPmLrIuZdK+wxZXguW29c1iKd/lxKHTVRkvo5jwXPdxGDrTmkx72M7Jviz9LgxQdm6pPjvyyiE7xNVDb0hfTl2q/bih+z7amokp6YKMHn5CNnyK6TD06Adkv4BrSLsepT6iQFlM91VafQl010syEuAD+g+SjzKfjlB9in05/CFan3283GWPlXlM9zhL7DzU/6D//OwmJEHANSa0sP6wBe0RR+iV39Ai9VgsZE30Gr4GCPkinyE7xyO+8HemD6hiVeCp8I1JyzuF7jyucmrpI+mXZeXS45wuf1HmsmMbL5CiceEJFFLH2f+Yrnj+JZiQRQJsspgqiGP6JH5SVYxf0uddu/HfvuXv2Jkj5fW1R2pb/XpK9I4xJw8d/ru/xIk5WZ6UcdR8bohzn82oj1kn+cEny2NyyutlxvRvT/iWTvIVfo5+vgG9PtwQB1/96HKyh+MVs99rn2yr2ffPXslVFcC72K8q7XXMd7S5zmPOndJfyD6G8885r14AnmP2/bWioa/myap2tcSJDyAlcmv5S3QqzxoIjG4fNCEkndBLg6wcaOU1IUVl//xjH3KBHyiCx1cOut9tAc588HQCR1DoMQ0B4JhG/WQqegMYD5jxNjCun+z3bN/Q5skOnMv238ZGnuspE+M2WteRMsF/eUO7Dhj5lnBfEhZT8hX05kD8abHpjfnfG98Z8hHTFN1EWxP3Wv4UG0M0XD/8zvGH84f0aJ0iMAoB5PEofeV6eOvBQq17QTBHx338z/HqlbQ0P7rlvOgt0eJtLX3cpHsy3JfdASm6d7yTvXmY8hjmcSp1PwQo57rkHb/n7Ge+SlYExEZ9+4x+BjTVC8CxB4jPHSDqwlWPi5lYYIGGyyvtILmMOu9c3GTv3EGV5yrOc3wm2lJsXYh0K9PBrAu0FP+cfPEbkdYOaAGX8o0WgeVvfJNsno985yCV82vO67fJXSP9rZHl1vDUUtz4pcU6hoKMQ4x+ej0eUDj6otTFXnq7nt4CXtl3jCPA22UraGaNHWQTbHDZ97F9kR2wwLH6iPz789ctCvWO/HQzjCnl/XZIYypdSEbbuvnzuzp/2tj/2dW/dXBf27iNj2lzbeRDZvyYNv7IfsF3HdW3bP+RhkPUv6EEsHmoUlXWFAHEsHD+13V8gm1NHS4UBlsKcSrUOpwto3/8INI1/sO9r1DYIz94rkF+hYnKqgi8CAFzP0nPwshp3pbyQcD9KOadkIByXD/xSPdws5+nSdxXx5ny4g250T4ONM7VtdUUm2Rs7pZfKT72oCGc6A/44dhDF5dZvQDMhem5InAHBHhDu4O9auP7EMADfjrSn+ttXj5I8HOO1t+/ZgHEV89pU88xqJNMnIO3pR7I1KMioAjUI4C26Wq35m7++na/bN/1VqgEReDhCLDF34d7qu4pAoqAIlCEgN6HF8GmTIqAIqAIKAKKgCKgCCgCD0Bg1nO2r//+9792q3oGkPhqGh9L/VfW+CSPLY8FBg9VfVbF+H1813LfTsW+uzrK7ffZS571tfmKnS0p98fKWOoMO4XJqAFvMz0Ov8pg/ohU9v8mcHp80KfgDWC6RpkLf9S5XOH0RMevXfS5ZVJeyBaXbMnvoplTZvqv31/PG4SNjZI4AEdZ3lhttbhffIdzhqTPV0DHxgD0a5E+7fPGXYbu0aSz4yf1I6/oK0pRh6PFRnRqtoKdpbWPq2wmYju19pzLcRXjj30VnpR/kRfJL9hxOSbm54VPFkCOLMd1xL52+U/xTIk7DKud34E/Ryd02+MlnrYqcgb9LrIUm8AfowWdSw+Vxfh9fCiPyQed7xjWL/G9tqfrppGzprD8M237K2m/1PD1FfsKrjr7f2M3ytKgz3WKztS4p8hyGvEp9I7ve78k88FKMvb9/kQeL3j6t2Na4ekft3dnrKrtDHZQvOlv+wGUP/htRdSdGAT/uY6uUvG9cp5Lznae6+gqpifGf5V4LvHJj8kFX4zurO16BTnnGrTLr+kPitz2WWv7+G/lX8+oyzDfIBFqO7C71r6r/rEl8MOnNeyfu21zWVy+Sxav53w4d/Ggbv6x9/g138OYBbH4GX48l6FvlKIPrkc8MzMWXP+l3MXftdaUxPPbx1lXfp22nHG23Xa4fcyyv877cdx40WOcxmdpenp+lft3bq/nqIfb7Jl2jSuJA+aPMevAB3rfdUxOfj3wXxtrfQM4P7LKoQgoAopAMgI0+Hx/0139+WEpDUY0AcSgxAViwJITRBct5wudQ2aIRusUAUXgHQhQX0J9wrVPsf2U9hnvyAX1UhFQBBQBRUARGIMALW765h9jLFhbS2jxd23L1TpFQBFQBBQBRUARUAQUgXURWHgB+B4r6PMfkN4Dp8+bOp7d3mOaB+F0/T3J5PjRTvSp9guUPDvjDRXtOkFeCL7MS4mPXCyQ9Yd42LcSZodx7U6OnaS7SI4PYQN8vj+/5/vX/Dbv198//3yj6zW/AyIt4nJk3UrXpXYCm1L+/hisvXPrePPxhu3r8xvAdo2xfyiTNJjxIYn0Q4T+dfE8SXXIM7752yceUBYGch8fRr1hnwpDMl1tu8P4mKywN2FtHtOblDnfllCrrzUeue1/Nftb4/F0eei/V/QzNxdX9EFtUgRCCJh5g39+EeJtUbdu+7dv17Xws5WM2j6plj/Xj0B8ae623PxrND4leLac8yA+pTLBn+vHJHrP/dUkaxqqRRxK49jQlKCo1dtX0HitzEUA/XvtfXqu3m70lfm7fP9T6Z8Hdzx/N9+U8XM8j+8/71y9PzSAYRXCA58Wr49APNGoEfRP+AhSj+mII35q9SsQwMBCL/bSTnZ8zNfOmTZJpd/bQi+9+EtfBfj1tb/tux1dnyXaqcuwDmXAr4NoFbk6Ai8ZC26V4w+KyfH1oVs7iH3B6+pN5T725Sz+ruhVfB69otUlNv2ytr7mYkOJV8pjEXhPLluf9SwdAc2PdKxmUGp8ZqBudSr+Fosnnm3xtY9spjhIz2OnP5P1eH79+mcP4adY20oIHa1TBEYjYJ4jC63snk/U6OWLESheAG7/4MC9KDIrNtSITEOaPFM4AJADbRwvPIDGkUSNm3S47JVlh3MdTlz4oCzBDuwg4pahbEZnCt2wJ2gD/ATxgKO0b4DKmSowgadFXXs3QW/4fpZ9D9NMe6PJPhW5+xL6mmf6LcdxbfMwb9rJm3xtAvIT2leozxrun6uPRJlrfEBdPJqfucPW1D9fcuhu8ttvvMXltKCQ7czOBeSCHfnn8jtshZTvpxb4AZfI0wZrr18yavjC7+GL6XhBsh134Efn22h9zOM+pzJXyvKnj20pUu9uf4qPZxq+8Huu8V/J9n1tj2jIfhlr1Ij+Z7pRMv9aGNRDpscu9GeX/tVDn1n8+ZYQ4vGOkyaeRz4edmxz7Y3t6yMAG59dQmL5UItlTH4mIE3IQz6Ntdf2K67YNHFWCMnzLzIt6TR/Wyc+7m8QA4YhOwE7aHFNR5Sl8HO+lHPIBm1AB/oukB7HAM9B0+pE2ktyUZZuBz03oA/aE46fwqp/YAsXgrJ0+yw3eG1J3lkZP76hzfz274/5BrYNZ+Amf2Irz6YAtSvH9jIzNhnedvEK2JJYde7zznh/fWxH3Ol4rk9UMZDMZR/K4MdAc1RVXwRc7a2vxr7S4c8xryV14fw95sIbJb5ZzfYvxLtS3sMX8gsflLWwE7Igm45URvPNFvJJ3v0/xQvA93c97AFvTGHKWbXtkph8tR1FL3/a2dvKwvVj3MpTlZOKALUD5AUdfTcI/2xf6WzaDNFDOt7w3XIdA/hnwCEC14AEPj0qAm9CgMaCZ7cH0ydQu7/LAsl643Npi6CFYCwgYFEY16UylS+GwN3z5+72x+Jj63+2jTjofbcZzqdi1IYUa4We9UOA5zIi3U+bSr4ZArQR77g/uZntbzBX4zM3ynyjqraTubHoon3r/44Yzxkf6dlR/2euZeDx+ye/BD7H8FNpjSKgCIxFwL2eo+11bBTuoa3hAjANpD2SDAN0D9n+IKUOzjE6LCb5NfWrIdvcnYHRCdtwpFK/P73i28r/dPu4v+na0+Wny6ygxI3JMZEVsmL1GzlwoCPijiOkHdckb9MFHtRHjwl2RGV0Jjh83PXQoq/EBAvBkpYWeOwmrS+7YLy9GYxdpkZW2AnIJ6oz310WkML+yVrgmJ1PUtDbr2/Qvu4RopzfMOVzERoX6GPLKLe3kXcrG9l2FxufPpjE/zG/zUJ0Fj9woQ/O7SPusdh7zRv4bR9OHSV68noE2rVvZN6zIG2Hz7NwUW8UAUXggoDOmy+QBAv2+/8gzVKVGOWu80pjJupbGT1n/MF9dCsvxstBHHxxGm/RCI24p1kxfu77p3fFZ0QONNVxu/65qfd+YS8a56kvwTMTPyDvqkH/eu5vDU6EBOrfhYr1tuECsBXa+8yX5L7y3vao/PEInBt0mX7NF4Pbm3BA3iBj+ABA5/wPNBwfWqg9L9CCSo+KgCKgCCgCrRHgfbSUbb99QdaY698f8/UM5l83jZYqAoqAIqAIKAKKgCKgCCgCioAi0AMB83yph2SVqQgoAoqAIqAIpCPw9d///rfw2Rh2brmU9dst5FvA8ZVL6ySdrM+/DuFA0vphQdLb+0NS6RPyq69PRr//34/P2NnjInO9FVu6Qyqkh3S7dLlsWrRM5s/xsN3p9++2+Ln9NvYf+q3bUH4s6qwwCz5g0RfVBwYoWPgo4zfa1Nn6Y/7e3j5nO2Red+5/ZuOHzRbM48anOf3Yddybh4+x263/amc5aGF88Fsz5fLjnG4fr3xER3/b91T8+efz2+xXGlki8wtjgqQrvo61Xy7Y0ZalfZz8DeepsX8eFqF2V9e+6bfe8JXP98U3DR/4J+d0v/sP3n0BiMIEgnw/e8hOP5etqYu1lVN6FrYfG2xKpUfvn3L6z92Ir2/zzRsm5rPxCyMTyx+Zt2FpJbXh+NY/v+gtP+ZzTH+MvzZ/fPpjcn180t6YHEmfex2zI1U/yUmlzbExZl9YVnn/H9Jb4mcffNr1H6X2hXCi2JRgRXyQW8pPMjYpkedYsfl3jN9o2f7dxjH89i9iQkecH3QLnPD5oTWnNP5WQo+zdPzWtL8cE+S/S4JtE8n56RJzg7L0+E9yJjZ/ddzzOy0lOam0TMDy+By29m6fZfLvg98BZNbJ7d4Axg2TDIyvPAsNJb4RAvSwV1/hv1HAhpoq+wcop9/upUkR+guU6/F5CGiMnxdT9eh9CPj6ckKCt3HQ0RcjQ/8qAABAAElEQVRw60cRuDsClNvI6bv7ovYrAoqAIqAIKAKKgCLwNgRoHrf9//nonO5t0Vd/FQFFQBFYD4F2C8CFOxRyIfENnr5y/oCQdEk6WZ9uT2gHTrqU21AOim8KHhRD2sGPCZXhiezwyN09E9u5k2LoDWhc7eHz4HF/iG7rDb6E+Vfi21Wz3IfNWOilI8poAZg+f//+nWWe6u2MAPr0Tx6fO4kMzejf7W7KDGYlVQTGItB8fEb+h91Av+qjQlv01fvLoT/c/qR+0kecKI/plzuk5Y5/We+3V9QsN38gVMJYCg8il2nxiQipqB6tvzV+ftdNzu5fXU67HLeP+a3sNvGrfOnVb3jXmgj+nv7P1w8UTwu6+jhTeATfmaY11C3HA+RHQxWDRI3u/wa5dRs1in9eqNqMXXk6R1LX9p998JH9nUQkvf/rY5+0J/16MXs88w/yx2BM9o5847e8f3LPDxfDOz1RdsrV7C+Pj9t1eq6pzzTd2EwobX3/n7t+McHlOpW922eZfDl+po+XdWiM4m63APz4BB0VkkX1LB/fsga+KNrTzKIOj/6uD8gI38Jvi2/oTUoHTDT4wwN8HMkUdOrGz/Fvi+3fPvhBxT3ZbgjYS0Uhxo90f/m++O6o87EEN2qL+zQwJ2b1mykRkOODvI71C3ycSNFXRMNj1fpGscggZVoRgXM7433SitZOtom3qcmm1Ku/eax5LBz928+39e+7yy0F5Lvn9ud2VR8tlfA0BJA/T/NL/TEI8Pi6+4h8pLjMfG7leDYCeB71bC/Vu3kI6OLvPOxVsyJwTwQqFoDlhKd2B9wZQL5IcqrZV6bkwol80HfiaXJxkwfBTXwlIX3jW2smfk/jeKAb2IGXpEs+qOAPMVwCJL2LZoGyAx+PLbLd2InqHv+9vf3+bG9dbzvMJL1HbJdi6KajfIiDB/egcfnN3+5y1Xcxmgn19mmMRk/rEUAO5Em6Qf8e65PyHFbqCwJyzJMEyJEYneTrcQ0b8AS9dv4F3/y2Hn3mppJ+CZ4++/DgZ0quietPEZXb9g+fUoSHaMR8YBsuHR/EzP6C2YkIMpq0cxeeKLN2nPQHL8AbJOpYOVq/Sx/KSvBLh8bMb372toX2TTv8++pNt3AEJbDmulBGOEgsqE6Wcd47nI+0H1hyXFBWaEek3+ILv1xrs/NDv7PzPdTkjhEH49QTxGaqEQ9XHsr71vjH5IVsoTDE+B8eqiL3YpimC/09+hrwUDysfPl8ElSjj/fs60ajVKJvb3+Ys5MInF9yw7500C8e2h+URHEcT+v42L7G+HDuf8b5pZo+CKDtKxyPRgDPi/r142Phq1gAlobKDknW6/W9EVg8vo5J173xXst6Wvylzm9Ux4eOFgu7hAbpxh/qYQ+OoOeLvRJJ8MryUde0OIA3H7AovMoN4ygMVE8NArwvbn1jUWPXQ3hpLDkm9D97v2e+On5dD3lOdLSSFn8HjgMdPfmIxrjh09NlrNjzy+C4x+3IN2tJF91WvJ7dCoFB7ftWmHBjn4QP9+WO4zvZv9uN+zLWv9HiCea7P/vPyWA+zCNafr7jR7uTmN5yecr5KgSQs+S05s/zQs/j+6fVvJ732c+DTD0qQwDPq8q4lUsRSEVA+59UpN5Eh2cIseccb8JEfbUINFwAtkJXOpOJjwbR10btjPviO0A6bvxONwsD9E5WIdsLzOk9keV6zYNxu9hLNtDCLqfhduGcH7EQLMtoYdglh9P1Pq952LWC/WX4jN2hiBjX9/d4APu8Ph3YoL1RXIFbWYyfxQV8yCucG3yQE1Tz0K9ecox/5Du9+ctzBLgQEn0+wLqs/Un7uO1k71FP/jYd6wN2bwvo2KAE/d/7QsjHps+3bdCbn/QmG94ApZqaT6/fiAr4WWNuMu8o/aSnLAeTXWGEMk9Z1UNP++CL9iXx9JU/FNyl3MLib7FRvJ/GOJUoTOZBIlsDsj75fSy0D+ybGoDxIBGjxp8HQbaCK+g3wl8WMNDSPv0DxjmfIzX9IWTTEXJw9OnzlZOMFnJ88uvL8+MjsZDXeTbl6zfyS/unUr48r8ZRl+KXamGp/JvgXHt/XMufGgalcyKAvrquD3KK1sIbI/D4BeAbx0ZNVwQej4BrQKKyf/7557ipwI0BFnWp/u/fhy68JERcB/MEkJQkGQG0r2SGlxEafF7m9EvcPcYfeltsW3BF3zrC/Vi707wbEQXVoQgoAoqAIqAIKAKKgCIwA4GR8+6R/tH9xXGPMVKx6lIEFIHXI4B+Vfug16eCE4Cv//73v61eMXAqQAI6K29diJ073In6NwQkXrGGK+m5NXc4n24/doKWgsV3oztkwD/EUV47WE5FoD8VPuACeJAr/Nz3pi9cxiIwrnOPePMql68lPX3tc+pbELPjX67f1T8Cxfp+EpLK7YOEvke1L4zvCu0xZOHz4xdqp4RMuK3eFp993P/6Nq+A/P6YabC5Nl/7HcoLqvv4vsn5+f35gzd46Zw+3x+5/qm1zHs5rm1fVLHLMUffv1LOla4uvld5bUvi+TPb/tn66/D+xW9MeMWE27eXrboihKvLJqJ3ldcZsn7+1fmXzn3G1/0b5lYavsUmhh+f24P79BMoMUVgomPkXutD8tnIw5nanLv8IMl+/9Py2yfXWh2SQ1Tt24TVXX5mux23/fb+p7f9bv3Ws5j+MP/vb3gjcjy+1hJ+ZvHjpfbc4mfLys7C/sVlxvCLS6ij8NmfZldpfOpsJm6f3VSXZjtRrv75+op9xbbxVfajo+OC+Tfm099f5t0ozOfPONv4gO/zVfFifKK6cj/S8qNc/tkjfz5aXyXHCtd+/9PwK/chVX6IjrS78W3V/x/5mevofn+cnP9Sfui5umgnknWla39+VVoJfG6Ehcvjbvi4lD2wbDZ++gbwA5NKXVIEVkGAJvbUybk6OpTTJAU3AC66VXxROxQBRUARUAQUgTgC/sXfOK9SKAKKgCKgCCgCioAioAgoAorAnRCoW/y9k6dqqyKgCCgCisAdEdAF4OKoYedObIdPsYIPIxbG6qQo9ywEsKCJOPqum9u3yA4jLPLCb+xIwzX8pq98pg/efEK5b4ecrR91Ru0cbb5OZ7vd2yE70C+1sTmkKamO8nHqbrd28Uvy925E0+NzN8DU3rURQP8XfkPH+jC2f8A4aPWfz/BGcasx5yxdr+IIIH/ilGUUkN9rfIb8m2xEiI4/BifMo4G5nEeivP4I/OolzZEA+1PzK5Wu3hvz9jDsK8lPshX89fakSSB9FRhF8zvNinWpKvFZ17GHWja6/awGI/wv6X9SfIH81D7jae0H/qdgdf4WuDSOxlTR/pmeTwXuJaqfbUTiH7WvMR6HOMQxNY8PxsVOIvGrtra3/GoDKwXU+hfJ70rrlP3tCGh+lWSALgAXoMa/nmHMYk6BkQNZ6KFMzoOYXPqBrqSpqp7spam5IxViS/lAf1jYlb7EHoBLer2+DwLO/lHbzBFA/q2H+CrFo1JPFAFFYAIC5Q847GLttizx9ZQHJhNCoCrfi0DG/ABzzPeCpZ7fDoGM/L6db0GDMa5iXAwSD6qETW51zvsXN+lDSzk+rrjx+odCMNytN2F6R18Di78sV3KegzK2+Om08eOOsXLBmRY/F2daWW/5aVb0o6r17yl51A/hp0jW+7P7RFIXgDNixW8M3GyYLKd3dtRY+Cd3AiH5uaze51w3zkP2g4bs4ue97Wwmf9okLMED2iG4wIfiT4u79IdzOv79ayYQcuEXv7mCHf32ATqc2f0ajr0LT5Slt2940f8I2/pr8mk4948SI7JPlvkktSh34YGykXZYX/jCry2ddIb+go8/KBve1iZhoGofhADadqJLR46b3wDe3kHYv6EA13E5Zq7z5Z7LoC1xMYdO6n+EvS56zqvnnREQ8YiOVZI+Zl4ufUyerO8tX+qrvZZjMNkvy9w6TLtz15WX3g0/6Wlb+9tvTMu07+grpZ90nSnLJSJa5tKBspQ8lTTEK8uiRixMACy4iSj7+XPdGC99By3n730ubTjrO9+/nOtGX13xq7UgBe8wPvfK37C/R6w90718/MP6rtGTWBO/LLtyrVsS9p+e99HvZWPsxnGePw57jzn4FgeMP7+ISTw+8ImOOPf759B/jGukE3ohIa4flGVHl74ySWtwufyRZTWWSllt45Pf/9T44uAtyP+TFPCjkNqWLEPdG45H39LG2dizxPbz97jdfE0H5/F+MC7XTRHrP91cWnpGQBeAz3gkXVHjQwPDRHJ6h51keR8iauw5DT2Xvo/VNVL54O/qiGpkr82L2PniTW/80iIv0WERmDySC7/w8igvGCBp8fjgh0A9TkfA3T/yNjPdxKkG0JYfPHfARA7jyVTDVLki8FYEKm5OaSyk8Y4+GBdx/VY41W9FIA8BnR/k4aXU90LgpfmNcbXg/q5bfGETKXDY5b5/6WbNeoIJnwMX5C17zhHBbz2HQhbhBQzckYVoe9YB55465sk+zYcpf7Y58+dz5FncNj7PjlO3pkiLD9mIe4C2FqTpb6dztL52llOuXWPQ25/e8nvjE5Nf6R8fM2KqXlOPsedZDrvb37N8fIo3ugBcEMn4w3o2Wb7s5MpTeJo45bEKarKpshMXEjEhuw62gnC/zKV3S7lXKeIHjOR1d28wwS4cgGE32YmOncrojxZfsQgLOt9XPqP+8He36/fyuyq87RD1NWftW8NbrS4CH5C6T4DnFUc3va80vf+I948+HTXl6fbVaGnBO/tRQwsf7ifjPvlxP2wXtrhy/FvYMzWtKwKtxs2Ykb30QG7tV7fF7B9bf5lH9lL/mH4DeVA7/2sMNPC9zP8T9YC/8L4mUYslI32jdFmtyWe4rwTDsHYChQ863vP+hdp5RhuvbT/gv3ncjxc89zc42rebRfvf7nGD33xjJLvzTcgf3qfRsyaKDZXhOVR3FwoUwOb2eVRgzKNZzvlFrgJ7eR6C4U1xQttZuf2EYnXLOmc/R32Y8Wbr0u7xIT8i81/0z29qU/cInt9KXQD2Y6M1isBrEeCdOD+nBV55TSCVvolrZZmREAPja4FXxz8IYDJv80OBUQQUgVkIaHuchbzqVQQUAUVAEVAEwgjog90wPlqrCEgEfv6YJ/Hb8qKs0uuFEMD9x0ImnUyh5xT6rOIEybQLHQf90K/ejvyWP7NGc/WZcb2LV1//+c9/nvkeeqMIuDpM/hVBjdR0EIMdUi7R8Z2i+GpSl/8kcc4uWZcva5f58FvZakxkabGXD1BUjoVevIWLa/DAr4vfzp1QoPYff37/n79yaA21p3i7yTXpglOugEp6v/7y/oO+Fr/mK/H9NnFnc+1bJ34jx480LDdcE3b4cfRbnaMfaSXPysnND8vJz5Lx40wDz0fY59KB/h51seuBkJxUwb5TYYcL6JE4dFB1Etmv/ZzUFF9IXCDIV456HH/xGysouBxrx2RfPyHkfnY/bwPb7z8XC+oKhJ5MYf3xyTToduS++BtH6HcL1/6E7e8xZ+V4oB3zstN5bN4feasAsmS/imvU9zuG8f2KTHSj+PQzPElyLY7WP8Ipvy+L6bfyfe6E4xOzyaWf37/E9fvsMuUu+aYmZHcKjqn8Pjp67PeER38+/2IY+vjO8axt3/74n/Xc98qHY9v8Ao6yPaLcj5/PPpkfRMfLwMfLrlrwZjLVwBYcr9ShEqnfTStlSzzcXP5SKc9PObsG8ZB2hOMjqVtf3we/1p6XycPz4jLu+3HdNj9C8/bEOXuLaKXj5+4/Y/1juvwW3qwnQ98AZjGhZHl7QjA49PQFCCDned7TOf8DDHzw5ueo16Mi0AoBDNw8L1vJVjmKgCKQjwDGinxO5VAEFIFWCGg7bIWkylEEFAFF4I0IPGHx941xu4vPbfMLzwNW9R7Py1a1T+1SBBQBRUARUAQ4AjdaAHav8HNnSs8xucCR5IQWHm759uukN7xKY6J8AoFO8cPEFfnOdzSSBf0WerGjb+4OPoFy4HK0nYvhk5F/kZciAhibKuRilJATRO0bHT9u3Pk8afwgf+jTarddDJ9WeozVC/5Lb+6t/jbXgrBtJlF79C06oa1i7iSvyz1arP8rd+QlnBSvdfrYJ4KONka+2fO3fnWl9g9PzPF+Pr29f+rt/+i+H+2/fcbU3r+4LYrgH5ufu4Xa0lp+KynxDPiPjnuieUqWiUAkPzOlxcl75w/kxy0xFOV5TPc8uO9J1XalK9dvZI2O39WDOSWIcy1+udZDb9uNDrlWKH0jBIaPn43sHiamcf9CeNOn2XPH0e3fmH/3f2+0ANwXavtApa+eadKbNbRpHqjiCgQov+VEla7pa57pg/ynMiz60jnKK1R7WAMdNs9VnV958BtczGMyWHWSutXtS3JCifohoIu//bBdSzJ+voKs6vMwdy1/1Zp3IYC53Lu8Vm8VAUVAEUhBIHBvmcI+g6b2/qWWP9vnG2Kc7aMyuBDgv8pxz/l1u9yVL0y48NKyngi0i2VPK12ydR7vQkXL1kTgvu1sTTzXsGrhBWDssOFAoaxtMtJC1/M+EqO8HRx4S21bN9TPDASwQ4brRlnBzR7lOP5IJJ+40jn/LUE6p7Kmi7/SZvjC/ZM0vO7x5+jbVnG0rv+o9QJ9sj8H59pX69+F39UeLkQZBZDHO3CUvaKdPSw/MkLfgxTtsYdsI7O+/+MLv/3sVMn+eJk5A/1uav98WT0Osv+R9ubnO2H63odG+XhJxPX6fgigH8E80Hd99cyVLyiLtc2rtPuVwFduOcru6D9s5/7I83y/kFeQhPzCdfkR9vJnSyj72frx84bEry/aiJ1jv6Ql2bIsZD1sCdHIul0+3T/gXkKSLHMd8y+GVYx/GUcLDXH5hzI3NnzhN64UsuKUbShS9Ln9MvpT+M+WtusrznL5ldRh+yvY6+5fuIxnnMvYwf9R3rXTZ2NoXryRMR7l0av1uMYvlL3i+Vgk+hIDwkaWRUScqoHtqVAvZiOw8ALwbGiepl8OoE/zT/0hBHyTCXrT17WoS2VTPhhMnAODydUf3XwwJTRupav3H6vb50ZVS0choPkxCunZeuhBFd5MwKIwNrTNtu3p+vnDjaf7qv4pAoqAIqAIrIYAn+uF728xXvnum3t6RrqtXm5zidZa/kydwfv3TFlKfisEaE6N+TQWhTHfvoUjlLvO507p1k97bpZu4sMpB/d3D0dT3VMEgghgvA8SaeXdENAF4D1idiK+agjpRubGg17tDpLFwvK7zYI/N3D7THiF/IENOOLrnQk6nP/9a3YeywmsvJ4Jt1n4pUk6rQCbr6ieac9c3XiAceO23wTAm/d/pRjgRvXxE7CXxjc5L9bERz5A9V0nu3khzO//ih5GPWx+coFxUIGZe/C3EgYp7q0G/XBvPRH5mNuBjH/BA8rWPPbqv/L7h3fhs6a37a3qlV/tLS2TWOnfo8Y3uhdCuy9DE1y2P63EFwJ9Rwf+VrePaVy5mbfR/bYZu4O2LTIWjkNHNXEEsPjLy9Y7x3Oj85v2LezEszK0kc9zwEd+i2QLtCCjc/8KNcOPGIfSn89R3sj75OFmH+Nnut3jbVSNj0cAc4nHP99cM5K6ALxmXNSqxRGgAZz+m/WoU04gaFKBRV5MTDFR5VC6ynj9MucffHE7uoxVaogioAgoAoqAIqAIKAKKgCKgCCgCioAicHMEtqcZ21rAF9Yzbu6Nmv92BPp8fRw9P8PzNRzfjrT6rwgoAoqAInA/BL7+85//9Bkpm2NRtoMIC2U+c2KDeIzfJ7e2fPsVVr+IbbdEq1143fzDzg6XFzfa7XHg4/NnlC+k36GLJqS08Et5DFtdi7zIc9C4wjKjjP/28Az9MZ2r4RWzN7e+t3/l8gP938BvQii3PzcSZfTJ9nn6jzKt6Vz+9r1GfGOeJOMbE5Rdb/Bx6x+3a9etP9uZoQynr6jzvSLpG8/JUsc463PgjvhwX/ztk1OlnFO+XvNyfXxC/RD3G76BHtechp+Djpe5zt1y8NWKPvzsW+4xPW75LkvaloXsyrEpJIe+JCb8hg/mvaW++fAvlWf5Qn61w8fVJq0N5jfo+LU8N79NKkv5tbG1H05cFzvf+++vb9cWXBd+hLernMlc6rRHfsB/HMnhkJ4RgOTo53Yb22Lt25+XZ71nOfQbva0ei531XBG9+nSl8Zec7XbR+fSf9Up/w+3+zOvSqmV5CMg4Ih6y/CrVF19QpsaK5KTR8p9YgZZZR3+eUvsNteEYbvDIYoLnahQTGRd5De5xx/T4jbHJ4OvGxWI6xpZ+Wtz+WX1ox7Yk7ywmP12aL9/nxgJtKt2PM2Xs/jVZ/qTnY2dvrlft4n+V/SkJPQchgoxnIU4NveU7lbYr7I5/O1OdkmL26xvATti0UBFYC4FPQ94mnvhg0ZfKQ4Nc7QQE+vSoCCgCikAIAeprYhOOEP/survbPxs/1a8IKAKKgCKgCCgCioAioAgoAorAHARCi7/lFtH97Z3vccs9V05FQBFQBBSBJyEQWADGjpG5O0Qs2KvYAYtG40P6VsMAWKQc726/x0fscKndKeMRT8VmwvlzTDxp8ZcWfXUiGgBNq56FwKI79G4Dcsf+iRZO8Yc+KbQpxY0Z/WZT+G0uN199KdmOD87hB8qnH5fL/9Hzn/QImG9HgX2pOfXQ+Uk6bIIS+KXOOVPphJrbXAKP2xjc2VDgkRj35fqvzvDkil8NH7KHPnbPqbn2/OsbLzGeetjaFUfxS8zTdha1lRT1L0cd2m4OT2vaFWxgPjXFl+T29g/y7dyVeZN96mu/bkHQTbU3b1duBwtKCZN8LIC77CdR7jeEx8BPlV6Tbrv99pF06U+hRJzi8Yl5jPil4x6W2EpOWEt5bVn7kPoIf/oD/jia/nZ1DKQ3K1y3zsMVfCqwoePzsQJr+rNgft9fk2pYGIHAAvDCVr/StPaDGyYzY+Bsb/8YuyNaGg8cdkJj9VIZX/DF4gqfCFnq+5zFvr7jPp6opd0RaNzOutv7MgX1Y0nqQl0/YJfuTzX/+wX+I/mh85POqKn4EgRemGvaf4UT5Vb4LJi/t8IvnArO2qf7d3Ka5xceUJ8I2l8MxZf7194VlagIKAIxBNAGXf0L6twyXM/o3JRaahEIY2rp4meKfxyjdIp2cUnXqZRLIzB0LrQ0Eo83ji0AuwbCx/uf4eBYfL4vuwlJ/95ZV276rH9YnwCb7ESa77BNsKElicuflvI3WZjY4Ehv+vIPXSN2oOH1dznXhd+7RGqmnXJiyvq/mWap7gsC1Bfl90frxJdsX2/xF/hgsJ+d/2PnP5ckixZk2ucaz2VZVOeTCDLxe5LrTl/Q/pyVW2EJXjGZVtfxlg2av62adJbrr/SV+GXZJFeWUCuxmIxP0hsB0uaJQB59NV5Rnoxfcygk1i38Ixn0kbJNac6/P4Ddw2S+hYNXQjcvk+cxuyAjRifluq6lDLrXlmUuPl8ZbPPVU3lv+SHdsi5mb8zWGL/U97Rrl/8oi2FnsfA9z7mWQ7bl1bMQAi689rjQ2OEc78Jxw4sXpDX/ftdlT8j+cB39DnPoc8wfQ0Rd64AlDCX/UZavOK09AONyPfmW3YVDYgKs7mK/2lmFgLO/ExKPObUo18vHIsAWgB/r40Mckx14vVtDH3o/rXOp9Mc1gaQy+sNEE0fQ4lgf+TkSaOEXPpEFQ/NvjsuqtRkC7fu/ZqapoAYIaHzDICo+YXwqayvH80rtyv4mBHiupdyYPwIb7b/CYbwTPtzWVR4kcpvCSN+z9un+8aiQr8gr+I1rTtfyHHpayvTJ4rp6++WzQcsVAUXALkqydijmZ3guB7Tu/hwOfow98j4vXzN/Vkj4s19tyhemHBsCdfFQCJ+MAM8N1i8+2eWX+uZZAHYlAC97KVpOt9FA7oOPGUDt7yg43ZKF9KCKT4xk/d2vB/qHCSQthtLEho4oo2v68DK6Rj2OtJjKF1RRTrT0+fvXfqUqX3Q1tWP/5W/88nNp81irVJsisB4C1P7lzc56Vl4tmt3HXC3KK9G+KA8vS734/AcLbE+eu9hgdDgri6/sxzoYdm+RyMt7e7FZX5Yft3e7uQOE433uIZu7P/D+q7nttxOINkuG3zHnuP3LfEXCpCwAFneMI4fsnf0f7jvw3AeIoBzX1+NT4n71bNWSeExKLNc4pqDGsTdtBW8Wg3v1/mN1+4DjqCPyfpQ+1aMIKAISAc8CsCTTa0VAEahBABN8TGToyBdNcI5FXdBBp+TnC6mgWf1IPki/VrdZ7VMERiOgbWQ04qpPEVAEWiPwln5M5zWtM0flKQKKgCKgCCgCioAiMA8BPJfDcZ4lqlkRUAQUAUVAEWiHwNd//vM/toVyvV2EWPhq5/Jakpb1L/SGwkJv0xTjN8k/mkjSb/nSw1H6w4KvKytDD1BjfofkunT1Klt9oTqGo8RFxgT8KPddSzmtrqGvlbxcObP1P9FewlTmU66fq9A/rf23xnX19vMb+7GpwjeI8n9D0I38b0zQ5LnK7PjObH+hfuwJ/ZuJ7XknO/xq9Wbd7Pyxb/i6218rP33Sa8vn4+fz4Jw3Z6px9+FefHB/1Kn/3H4M5uwyv9p0Xn9DlhPYc9vebFnbs4CdH0W9YzVbf1s0rTT41Rs/q3Hs2Rj/Yvnvbd87GOCXdL5yiSHoZHn8Gvi4KO+YE+RPD7tDONE3w7HHtw4oZVwlSXn8pKR7Xof8x6Ivji4PQ/yGPhy/PjnjsvQeZVc8Y/hxv/b2x+csmMdwsgbnsdvir6De9H7iikcD46eI8MUxHYsZZofa/gx7mulEfvK24hD+nPxzONegqDc+cvxurU/fAG6QBCpCEQACrgZLjZYWfTGY4Eg8/BwycCRZaPCQi2vQ+I4huT4eLVcEFIH5CKS28fmWqgWKgCKgCLgReEs/xudpbiS0VBFQBBQBRUARUAQUAUXgLgi8ZQ57l3ionX9OPxGmeCgCioAiUIpA9wVgLFz5DNQB1ofMauW0g2ft3Tp1iLXxT+YzLcTS4i/91XykXFzH2leNTuWtRwBx8knS+PmQaVMu8ZXxkPVttKqU5yOAHa13HRPvbT+1W/rbtlY9P9XUwwQE2szfEhQdJDSWbCl4bNI7KpJO7t3+kly8FVFt/lTy0478yG78Ojgz7WttS9S/TPvqwEjgJntmfmbr7+376vMm4F9qZylfb9xbyQc+4TdQk7VF+4dkSZMInx7vSbCq2kIE0D575WUb+f7nMUb+NsUu++ANxzLuDlzkT10s+LMqnEv8OhieKLLUvzZ5lGgkI5ull5kw87T1/H6mLxN1ox36TFinfbot7L4A7FZrSwGgCyjUWWo9m4dA3eA1z+5UzWX+UY5S7iJ/+Zu+0Kxv4wIJPSoCioAisAYCb59fmLFrjVjkWvH22OXipfSKgCIwBgH+rfSpX2Xcd/F3jN91Wsruv+p0KrcioAgsgYA+kF4iDGqEQYCe2eGZXi4m/OuBI9/QnSta6W+LQLv5DZ453xaKk+H5uGj7OgGoF4pAMQJiAXj8rgj5II8GXZQ9q6MrjtEcRjkhv/0OTQFjI/8oX2myiAlj7Zu+wkq97IQAJhG+/cuYuMubAPRNMAv1KPddg16PioAiMBcBtNU8KzA3yuNah9rab/zfer7P/6YHRL81yt7khRGPQYe9vg7cw6fFYxFAWzvitatHebk1Np+tDJTlP1SwMvLOpF+WG7bYEj3rh4DMJ39cYIMrPihLyR/QQh6934GyFH5JQ7yyzMrOP4MtnBNlLfVw+ezc9QYOyrZ7r2/pK7+/nNKnAxvmw9DT2fqHOrugsrH4800iLjBq50cuma4y9Juyv0S55cnH5yqDf1uG7INIviyz2vUsD4HU5xt5Ut9BzV/YkO0ihAAwD9H0q8tvn3m2jJKfOvgH+grMM/IczKLG80E/k7Svvn+jXKQ+NScn/fbV1rjyAWXSd9Ily0Cbbkdd+8rXl26ZUioC90RALACv44Rr8riOdS+0RC6YPg2CTP9oEKY/WvDFwMwnjk+DR/1RBBQBReBJCKxzMzUB1e0+2/g/QbeqVAQUAUWgMQKr9Of0oAoPCLHQE1/QkQ/IGoOzurjM+6/V3VH7FAFFwCCQ1i+/vP/TZFkKATzfKzGKxnyM91i0wnygRJ7yPAEB7d/OUSzHQ9vXGUm9UgRKEdgWgNEQ+Q4Jfo76XBVGxlfBjR0NvvpRBFZAwJWLeMuX6vDm72hb6abq52fbSb+9fayfdAQIN/qk7jNMl+ymhD53rZb2RkC238fEA7tcC8bX3pj3kU/9XOlc5GwR5QTlgcyNM1XqFfrfNralaq2h+/i/9YDGf8y1RvWINZZbXsRu785txawz/gbbLBturbdd+741DMXGK37oE4ogbNh+5zzsfXv8G/v/uvlVUat5ARPlFX3uM78z9o7614/PZ57ZbJ49yh/VowjUIYDFX7+UkX2Jv3367cupqZNvn8eY+087h6uTuy3B706MxDoHtzJai08ZfzkX4bkGlvH2lePlM/MkBwGlLUdgXnsst5lzLvsGMDdSzxWB0QigYeNI+mmxlf5oAZgWX+nD6z8Fg/6B/kHqHqXmM+nUTSaPiqk6owgoAoqAIqAI3BEBPAibNZ+8I2ZqsyKgCCgCioAioAgoAi0QmPVCRwvbVYYi0AMBs1m+h2SVqQgoAjMR+PrPf/7jefUjbWcEHlzYHTdnd74yt0NbeWc5d716mj+t47AiPngIhzd9yWdXWQoWK/qXYncqzeoL0cAf8fNdp/qbSwd9Pj7Y5auP8fv4RpWrfWGkY/gkxx9vpEh1k98A7tf+Mf+QDtN1+k7UGP4u6SPLZtvn04+vLv3jyTsbnfRYlODqs69EVgmPV78Hl4+OyW2S+9mvfXItJecmg9z4luQUySvhK7E9ncftn+Wn/t9Fg3HBVWe4bQu00nDWEoeQHtLXUhfsTz/68UmV0co/m3/8K+pSrcinC9ltY3LgQ/3VzH6ptf69//36xjdYcASt/7zUfR7C0c1xLs3RdeYMX8GuXvLD2tvVwg+fxLv75/PrGeVfX/8EHfn9/Rusl5UY12S57/rovzwEufI8Yl5b/Hb8uP/4Nj0qs+Wx/uuaOtSjSS4j7+eY60F+fX5LTdKe2v51bfnAUXqt12kI+PH7PnKVS0Ie8zJzTnlSm2tXqa4S/hMrrvqWZegTfDJj99cxfp9cLTcI+PNTESIEavHRN4A1jxSBDQFMxNCg6IhzvhCsYCkCioAioAisjwD69PUtVQsVAUXg7QhQf4U559uxUP8VAUVAEVAEFAFFQBEYhQB/7jdKZ0gP7mF1XhhCSet6IqD3JT3RVdmKwDwEBiwAYwfRmN0h86BUzXdGABMs2rFDC76YCKL8zr6p7T0Q0H6tB6qvkYk3CDO/IeOCzyHn6eMrvYmQ9rYBbpovWD2qoHX/M24H76PCcDjTGL/h7bqx/QcuqSe1+lv3f2QPfVrLNVL5vzTHrH7IQvky8w1P7tAtzhHfVsbaPGnzG2Wwz8oNWhqLf+vcyO2fWuuXYMT8l/TLXyfGfVk/kL/LGtjZMPjfK4618mv5+8IXn8PDfs8XGPY17wHSFT9XEJF3sTffXbwoA7K4vh6pTwi/WS95fum1x20uqs8jJTJ6HUKgJl/O9yWU1aGxLFQXsjC/rvaRWb5G5VAEnonAgAXgcR3DM0OkXvVAQA6MfNFXv7ahB+IqUxGoQ6D6IXmd+jW5ez9YXcbrtMVfbq7mC0dDz/sioPPcOnwVvyr8FhoHPs8qd2fu+bDmhrm4UPyr8riU+e3+l+I2he+G7WsKTu9WqvP3Z8Z/xfkBPfOTzwRXQN8uSK9gjdrwXgR0zH5v7NXzpyLAFoDj+5bCIMgOIk0eBjjIloOwrAfd8Rt1KBDHNruwhVC9fAQCyDGa9FF+0eIvFn1RF3NU8y+G0Br1iCf6EXmdbmVaf5YuTylTEUDsiB7niGOqjOl0eGOm1BD5gLNWXqkdw/hc8wlZ5jaGcoPy5HY54nZnL23d/0Aef4MCZT9/dP4UDMb1bcvaN9CGt2fEmvuJsrR2xjnzz6ED+Ue6UZYvrZ4DvtdLKpGQ31dJrGbjt43Nrp9jLQGjC09KfCWmXQzxCE2xj7NKWzvHf3j/xH11nB/zISRda/8lvtKG3HhJ/qddp+ARw/TOmKT4X+Nfrfxa/hrby3jPY2Ib+3H/CIvOOlD6xGMb/GqQGTk/iOniG9M+z/4+45sZS9y/Ky89T+vLkF+/v4beXP9zPMeQUu21idd2K8s+VEYFaboZo57eDIGc/O3jGvIV0in3qAz3ayjXoyKgCNwVgY6zAuoszgOVnHzdFTS1+74I0ASM/rDjjy/+3tcrtVwReD4COn6wGNMD0OMhKCvvcLoG7ue5hMvNNex0WaZlj0dgUFt8Lo7x9v1c31t4tg5+fHMkPciKPcxq4X1bGYQl/tpK7idtnfj38zEk+e3+h7BZrQ5tS2O2WmTeYI/eJ8yN8orzg89zwe/t2eD2px9FQBGQCOhYLRHRa0Xg7ghsbwB3XAPe0cGEC0cqNjuh7g6f2n8HBJBrtNhLH1zTORaC6bzVh/ZIUa7//GxvUm1vGevnyQggvjpB6hVlaq/Unni77aVruFy8WbPgAhL1X/Th2K/Yn/F5BT8fHssMhWQnxzWDVZBq/yMAedblwv1DHtCUp3aMbJf/eVbkU2v7ysVMvz0gF7EQ/eL595j+KRQDrTPPiWz/rYikItC7/dbKr+VPxSGPDvd68fm8334fL2TnWVRLTXau2H78+NV67OPvMz+ow/eTK1t4jgXg7uNaJu5kz4LPCHwx1vI1EPD1gbBuTl8I7XpUBBSBmQiwr4Dua0asI+qrXaW/BQHkGQY2OuItXzpiUQOLs1RPf+BrhRP0tJKnchQBRWBtBKgPQb+ztqXPtO5O+Lceb54ZUfXqqQho/j81suqXIqAIKAKKgCKgCCgCayOA+3Uc17ZWrVMEFAFFQBFQBNog8PV//s9/I1/qHt61Fhs4V3/Qs7p9bcJcL0XihLjL8npNbSTQm2q04Et2ko14+xfSYTf8QHnuEXJy+UbRP30huj/+2Knpi5jpH6UdyCtZ7pOyavnq9q9in7TjiD//vitXkCfv6r17/yBxd0E8s2y2fen663bQ98I43f5eFoTlVtuHNw18aiL9Q7v22zr+oXHzZ3sXJnzbwX+jzQdNm/KQnaQhfP9THf82TnSU4sPHjwt95fPXkdd+uhZGl+MPv/ra18LHnjKi+B1x9FgR6Z88XMXFmFcVC1DGRATQPlzkKW0G/Cm0Lh13KYOfPntr/e8t32f3PcpT+gPq43x0sf7PxxdHJxS3nJwIySErcmTFrc6lKMHHzA+MpnL8Q7jEMSG7P39/zDNCsuZ4+/cEQlzWibz5hc9PY5cff/DNtr85IE0F+vFrquaxwr6+zLdq+h3U/PNjU1+z4jfy1Xu1joSn9w/D3gBeJ6RqyZMQkA0Ui75Urp3jkyKtvigC6yJAN7L0p33OujFSyxSBGgSofcv5Ro085VUEFAFFQBFQBBQBRUAR6IOAztn64Hp3qZQXn//0d3/vHkq1XxFQBBQBRSATAV0AzgRMyddBABN7HGnxFwswKPNZG6v38Wm5IqAI9ECAdqzed7cg9Sfap7TMi9odzLX8LX25g6z7tr3e6OItBRxJX3Vbj71Z19upP7J99I4/7RT/e3gF/DimR6We3BqBcW9v18CUm+/3np/UIHVPXtm/3dOLflZn4kPjVdbb3rntq7Wnmf5F1ZO82T5FjVyY4OX4Zbcf5O/CIS00rc/8ID2/MPf8HMNfRFPooYst3T4Xt5YpAmsh8Nz+aS2cO1mD5w9Zc7pOtqjYaQh4FoB1ojstIqo4iAAeGPJJHL7eGYu/QQFa2R0B+ooffPpM9iFdj4qAIqAIKAKKQF8EaN5Bf5h3dNX2yJsyu/jbFTsVvggCeg+5SCDUDEWgHoFHjkn1sLglaN/nxuXFpdp+Ogc/r83Rs8LPXH7buP3MTx4ez8RAvVoRAX0+vGJU1KY3IiAWgPMHjf/P3r1uN8qjC6Mtp2r9/8ZYve7/RnfbO6rUkxACCBsEkpjprtc2B+nRlDgYIRwdclfEU+bjBeICbDqBGz7uOSKJ+fHZ63ECwwP7cbmem1Ps/8btLqafG13NuU/dQRjTnj8OnV3Scf2fHU97+Ufdvxr51vVfzdd6vQvEth2vL5U37rhdWrnoRcKjt4/xPjzl/zXt88aww0ZgLMGb97zAVHv6V7+pHa9p7wuZjs+fNm17C/nMz5oqX0z7asfz65tzrEDUzbG5tpPbsz7jNp7WH0+rqfTPli8X+1R6MW3OYW56Lq8e54fVsGwx7f7rnul3e2v+vGDcFlLZx9OmbIbTvJ8XGFvmfL9SSucS5c8noq1/5fvrx1N3hvOefR/pDzekfyY7nH89G43lexeI9vZ6Oa94ffh1rW1rjveOX/uej3S31+a2+Kxdh8CoAziCGjYfTSVUvB4vkC4EDU/Yho95NuL3+PpYk2P6chdf4OKg/3nBd00CliFAgAABApcU6PH8e1imS1bqtQodNzNs6AiOc/9rwSktgRoF7L/X18rQyvWz9W49LzlsEz2X86yyPecb1xTfLy/2+bfD+VefMEp1toDrw2fXgPwJfAjMdADjIXCeQNydFxeAUkdvPLIlHvd8XnRyzglE529uOfMJECCwLBAX0J77gv+V5tb1v1La9i7F8WoZtuVs7e0CcU6yPaVIoaZ2mWLSNqNmyrxebPvf0PH74Z8e0ZjeXaVdbm0fW9cv0+p3SzW1p7io/VSiySX9XaUdfZR2/X979+m9fOtr2pIE6hVI2+kx++iPgSMpv3SC0WkP8Obzr3pbykdk++7X07XmuN6c0t//+17tns/GF/7Pbz/HXB+O+I7ZpzyrV83ysZ946dy6mlII5EUBHcAvwlmtjEAceNNr+hcdvx8nbWXylCoBAgQIECBAgAABAgQIECBAgAABAn0IxM/G9VEapdhLIHX++iNwVYG4AUI/y7VawO3//u//Lr3n633H31L5hp2/aUd0xMla7T73+/IdTLkddm79Eru79NjntY98rt2/9fhim5qr57PL95n/yyM85kp2zPTP+I/J7ulcztj+nw5yYYXafefjiztQpwq3vE+fWqPUtPn4S+X4Pd2z8/8ezc9Pm+OLO2x/Jv0xpfCdt7Vv/5t951x3mp6Lb/74+rH9T69fz/afZ5rbj+1Thi+fsvnky5lbIsW3vsz537icK2+K4yufL59RfP/2K7e3v8OkRzO/1h/N+PFxNv1Y8qz910y+H+VdX74ohtd9BfLte9/8zk9t7+3//BLtG8Hc/iy21bHf3PLjqGL98fQ6Ps8f/7fGFz51l//1Un6Ub9qvRJnTE0XeB5W8/+/3n99PhL1XLOP2vzaEaAfj5feJa9p/nFcNn8s6vFrCdvxeLeGce6T3fDscXh/e6vd1/jod523thegozsVeU/9BMvxy/ADI9StchWlr+6zdyQjg2muo8/hixxMbWnr1mOfOK13xCBAgQIAAAQIECBAgQIAAAQIECOwskK4rvt0+Ooke948xT9M3T+2cseQIECBQucC4H6bycIW3k4AO4J0gf6U7lguP5tgr1JrSiY7f4Yhfd5981VCLFm66+qo/71YK2HeuhLJYkwLdnR/EHbfP3wHcZP09G/TMCLZnk7F8JwLdbf+5etlr/7BXOrl4c/ML7+e2to+t6+eKf/r81A4K18HpZXwmgFq2i2dibnlZbW9b7V3Nb+v2eUWvMmWOa4zD9nu7vY8CTv3Ah113KFO2YZm+v9/a/r6nVu+nq5Sz3hp4NrJjrw9rH7n6SfvHqX1kbr1Lz4/rO4cdP8po6wAu4yrVGYF0p0nscNLr8DHPLXZ2zhTzsMnxiMewG38+LBAZESBAgMC0wIkninHMnQ7M1BA4zOnEthBl9XqwwOXqfK8Lnnulc3B9P5vd1vaxdf1n4z18+Yu0g8NdZUighMCW7XXLuiXKIs3yAmXrPF0fS/9i9O9yx2/ZWMpbphx6KMMaqauUc42FZX4KaB8/TUwh8CGgA/jVlhB3AAzXj2ndfxkfFvq596nTN07G4n169TctEB2603O/po6XG3/+WtI7AgQIECgrMP7ike5EHU8rG0E81iflEu9fP9bGnbRlYz4j9bCJ1xTD005x7rdUAOeFSzqdzYtt/eNxg79+Hb/9lwWd2h/8K3Nq52u2h28BhldMnEo/5tX/+hbVPhvqVHnH02ZXHoxciu9OnbWv8b4ytae/06K8CzZdzqpre8i37y4rYXWhrucz3ne90l7HaazmPm3BOGf8O6L0tChazDjqOvbn5Y5f6Vz+47dA77/+PQX6HSzyHdpFTMNptb6f2r4i/vQ6Nb/WsqyJK8oWy/ZWviiX19cEtI/X3D7WigFkW9Loet3R99l7HD7idVT4Vs7/dACPKs7HfQXGF1LTiN+/d+K9jwROr+P5++bef2pfX0A+9kTjz/0LKOGSgPawpGMegaMExl9Qjsr3o/PXcXbZO+0n079jnIZtwYWM5ZrpZe6wznsp00I5ogNv9MV5YY3RrIt5bb45qHOvaE+jVuIjAQI1CsT+6JXzm1g3leuV9Wv0ENOywLDOl5d8Zm46nx/+i+shXzfjTrWvYSxT85+J4Kxlowytxp9zi/LlljP/mgLRPmZ66K6JotQEvgnoAP7G4cOeAnExNb1GZ2/qAD7jL534pVGxcadLxHZGLM/kGfHOrTMe6dtKuebKY/q+Al9feD7S1T729ZUagWME0hf5+FKzLse0rZfv1IwLDM/Ftq4ExywV+8R43SfX9l2+Ozzf/r6v71PPAh/nGf+GvaYbKd6evfBydvs6O/+eW0cNZeu1flO50l+7x9+P+P2XwJkC2/YP89+zr7J9bvMrUfPj8/lxHZXIU5oECBAgcBGBuMG50RtUdQBfpJ0eVcw4yYqTr/Qao36PimEqn3FH6dQyphEgQIAAAQIECBAgsFbgyBH0a2OyHAECBAgQIHBFgRh4csWyKzMBAgQIEJgTOL0DODoM5wKsdvq4x//zN4qei7jZ8s8UMzp+04lX6vhNn2NavM6s+tLktX7jkbT/fR+lsPQX920uLbPHvN47ptfWzx6Wr6TRe3zjbe7o8h6d3yttYGmds+O3f1iqnZ7nfRyBvtpfOl7FqLrXR/t8pbfWLnckfD2WtRGUXG7OY276j1jiDtAfM/65jM8T/y6XM/1K7LztfyrGmLa+zlc7fhW5qXe9ly9fGdEWho9Pf28nj+8/SfIznWhLsU9LS8S0SPPnWvtNibyGKca0I/If5jv/fnz+Nr/k9Jzrts+oy6FLTKunfofRTb+PmKfnGvk752J6GwJT22Kuze9Rsqk8YtpUTHN5xjrf58d+9+O3Z7/Pe+ZTpDO3ztbjw1y6+elT5Y5p6/1y5cvFsbb8c/ncNp6f5+LbPn+95VdeUQ9fU+bezbnMLT+evtZ/vN5VPm/1zTmV93+l/eWi/ppf2mdr+uV9vyzOeFf6+sK432VtGXOtbv0ebm2O08s9Pn/s93t/0e37x/eV37/Hfh5L7r++Zi9HmmtfufabW3+6VF9TT+8A/grFuxYFxg1w2On76sbfooOYCVxdIB2sxvuDq5soPwECBAgQIECAAAECBAgQIFBOIF2HcP2xnK+UCRAgQKBtgQ0dwNGzneurbxtodfSfvf+r12h+wejsidfho55jWvOFVAACBBYFhncpxXvb/yKZmQSeE3jxCSPPZWLp1QKzI39Xp9DYgr/f4/3viTGn7xu+axxXAfH9bl2Om4/3xfdvmfZTPP+xY/hW2qZL798i/Ze/Nz/p11z9RvnG7cZnAkkg2kel+4/P+BqprcP3D8+6pPquta7fQ6vI7+Nc5N3rPabb29dYrGfFLU/gS6Dy7e8rUO8IEDhdIM7PTg9kMYCXOoA/RnotpmtmxwJxsSdeU8evPwIEjhH4fCrFe3Y1fb8xAviY+pfLBQVevlB+Qauzi9xlXZ3Z+Xt2hcr/u0CBC9FnbzNn5/8d2Ke9Bbqq3wLb397e0iMwK1Bh++1q/zALX25GZX5vt/fO3/dRwO+9wOXKLGUCBAgQINCowBMdwG+//v5s6r/fTo2RXr9+Pgy7UYrvYQ87Wb7P+fhUU8fLVHylp6WTq+j4TY9aSc+Sr+mRK7mvGG3cn1G6FqXfkkBun3RWWdK+QOfvWfry7VMgjmBxAcMdyKfWcxrhkPur7CJYLtzl+dH+Yqmj29+Ud0wbxxYxen1dIGyXUtjTfZzW3u1rqjwxLeVdOv+xY+Q9nr7P58/v4/+Si5tzV6c+3r/l9mXj5XMZPbv8OL1Y/+9F/fHMqc+t1e+a9jEu01S5TetTYE37OLPka+Krqf2OY0nxj6fV4Bnn/ymWMK4hznEMZ/uFTXK6/bo/3q9Hvv9v9eEireaPwKfAsD3FxJg2bvsx32sIPNK9Fwt/nXYbLZTYrGcEYkt7Zp1Dl138flR99J9UT3QAxzqPvx3BDqzhca3XdGEhdfTGv1T6mHYtCaUlcI5AOrmKE6joFL76DSnn1IRcCRwl4EvnUdLb8xnWVTtfBpbLPSzT8pLmdi4w/PIbHXObi3x2+zo7/82AbsJbJGy/fr+KNyxLL8eXr9J517tAje13GFPv/iXKV4ff32uR76N//REgQIAAAQLzAk91AKdO38d778O3zt+4ADC8KDCfnzkNCAzvHh+O7IsRv8P58T5eGyieEA8QGI9IOCDLy2QRnb81Fdj2X1NttBhL+tJex0WEFvXEfLRAXGSaa7Mx/+i45EeAwA+B9D21yu+osZ+Y24/8KMnshF3PwY76Xr85n2m/8fePXW1ma2BqxnR8U0t+m5Z1iXS/reVDRwLf2vC/J+/d3sZDq6IdbN9/7Eqn/e7KKbG8wHgf//dzDEWs8tifL5MlCBAgQKAxgez5Tx3leaoDuI6QRVFSYOokKnX8phG/6TU96tkfgTUCw5sH1ixvGQIECBAgQIAAAQIECLwq4PvHq3LWI0CAQHsCX7/9217sIiZAgAABAkcJ3P7zn/8Mf2TiqHwPy+fbXZQTuY47PCcWWZyUS39x5cpmhkV6Tf/iN32H758NuXWf2ju8c75Rp8/W29rlc/mvTefV5c7O/9W4Y71X4k+PfT7qkc+vxBdla+G19vK1vv+ZbwMxcmFqiXpuMjq7fZyd/1Tt7Dmt9vI94hn740L/fQzD+afO/e4fxuBpf7H/fqH29jdWOO5z7J+3mZ/vG+WYk9tWvrlUa5me9Y871V8NeGZk1dxuM7JZff76L74Y+fi4f+xz4/PcPmFc7vnvQVvbx/L6j8d/o8jTr3P+fwd6bm+b8+X+CGfsNB3k/NRc+vNrtjJnuX7n2t9+pXv7ldr8V3sfp7y9jYxTfO7znE/aTs8/P3quLDUvnZx/1nX/299ynQzLH+/Tdct4v7z29rlH5bM90jpTaMdvevs7W7W03/j8oHR+Z3senT/PZfHog1peytxXBYwAflWus/XSjj7tjNK/4UZ35MlUZ6SKQ2BSILa1yZkmEiBAgEDlAi5uVl5BwiNAgECjAj87exotiLA3Csx3/m5MuOjqzo+K8kr8m8D4uuW3mT4QIECAAAEC3wR0AH/jWP8hdeL01JEz7PyN3/pNGmm6PwIEtt8BmPYX6S9eXzVdPXri1QysR+Bwge3b1+Ehn5ph8kp/LhR/OFT23xjZNTNCrrJoGwjnau387O37at4NbAJCXC2Q/94a29fqJOtacPPxJcqfGaFcTalTvEfuk8KnGoCDA4nylzIvnf7BXMWzK1UPxQOfyWC/+h/v68efZwIwmcATAr1tf08U3aIECHQpoAP4xWptvQN4fJKUOn3H016ksdrFBR6Dewb+Pinz4h7D4m/t/B2m5X0ZgeGpfnxNLZOTVL8EhupfU70j0KSAcdxpIAAAQABJREFUjt9qq214fuIpldVWU8HAzj3WDB+P7Ga+gtUsaQIEKhU4dx9cKcqqsIbHj9+r1uh/IU8q7L+OlfAaAsPvZ64fX6POlfIcAR3AL7qnztJWO0wj7nTSlDqkUufv8LHPL5JY7eICwwN3+xRTXX8x7bUvr7HdrbEZfsmbWt6FwymVbdNeq9VteV537bF22rbG08rp5PZV9X3xiH1PORMpPyEQI7CGq3x2+qZ2rL6GNDW8z23z58aovZT3P+74MlWW3Dnd1DqnTfvcl81EMLX/Gyxa3/lpY9tXxndAvfJtY+WfPH5GGUpsx5H2B2cuh+9Lr6yCqhfbt0T3qfr73Ke8z929fVeNu0twTR0/fpR43/Y1Tv5+f29TB/727zh/nwnUJJD7rlPf9Y33JyMOBg7VZHlGLDmLGuvvDCd5bhMoe1TeFpu1dxSIEcuRZHRg6/wNEa97CQy/qKQDWe5gtle+0iGwh8Cw/aYLQbmLQXvkKQ3K2kBPAvYctdbmcP/u/KTWWioZV2yb5xxzhufDqS0O22PJUkubAAECdQjEPriOaFqKYnj8uPr5S1zHNIClpRYsVgLzAsPz4avv3+aVzCGwXcAI4BcNYzRfK490jXjTiVI87jlOnlIZYv6LHFY7WKDmdlff3f8HV85CduPtrOZ6XCjG/rPSHeGfd4jvn/wzKWq/z2hZ9lyBuIfvnM6Mr7KnOM6O4Ssa7wjMCbS1f69l+57TPGp6P/uXNXfvj88Lx+eNR6l3m0+MQKzknPM0Zw4z9Pa7HzCtOPRzfJhpkJ+T1xw/Pheu/s3r7Ss6fePYGK/VF1mABAjMCrT1/Wy2GGYQ2E+g0PVxHcD7VVG1KaUTo+FI3zhxioCdOIVEW6867tuqL9ESIECAAAECBAgQWBJwfr+kYx6BtgVs323Xn+jPF4hrma5hnl8XIiBAgACBdgRu//nPfx7thPt8pOM7qZ9Pof01/ud//udvB/ArJandL/32R89/tftP2afHdozvUh2XY+0J+3i9qfyOmfbaHcb1xP+aUrH4Y+TBVFg7jsp4Jf60R4n7kqfC23Na7fuvV/z29CmdVu3lqze+jy3kcZ84fdxx+71a/de+P3i2Pmpsv8Pzk/Pjyx1pzj2/Pc9nyeVck2e3gfHy6RF3uVEO57mPoz3589J5Ygpt5ljz+RjBmfU//WfWP6zUM/Gtzv/k+Nd+j1tdntGCn9tBcpooay7/z/VH6X5+nPN/30bTE03m04/902v7oohrPv3PCDe9iXzGicT28T40YDzr7+coXb1PdfmK8GcBXquTn+nUOWV4/Mi1n7n6j5Ll1o/lXn9dqqeU6ut19efPx/il8mV4vfQ1x/Z6qdpZk3/ZuirhO/x+Vjb6+lMv4Vt/qeuJMG4wOjyiufPSFMjEefCr8RkB/KpcpeulE76004gdRzpJSqN//REgQIAAAQIEdhGY6PvdJV2JECBAgAABAgROEXi9Y+qZcON6zTPrWJbA1QXiZ+yu7qD8BAgQIEDgFQEdwK+oVbxO6vhNdy2kf/H+mS8Zadk0CuW0Ox8qthXaOoHx6N91a9W+1DEXBGpXKBdfulO4DuPcPcvlDKRMoA2BNPI3/e/9VrN/Adez/bYhKMpjBb7aZx3nJ60dZb78jq23f7nNjAA8JZaNmX6OPv2WznffuIH32yITH9L3NX8EuhfYcdRDTVZrt/OaYq4ylo6ODznf6eNHbq2+5ve/3cT5YR3XRPpqPUrzU+D7+efP+cdNqeP72XHllROBvECZ7VMHcF6+6iXGJ0LDO+Ne6cTt7RGEVVee4AgQ+Cfgi46mQKAVgdT5m/7/2f9byc0brfiJk8C8wPKxMD0iLf4uc7Gk0w6gqEev+wnE4233S/G5lIb566x5zs7SRwvEDSSDg8rRIeyRn+PDHorSIECAAAECBKoSWL4m8GqoOoBflatgvej8jdfU+ftKp++wKFvXH6a15X2uucf9cVvysG55gRihEG00cpybHvO9di4w/sJ+oTu4O69ZxbuAwC31PP29ZvjvAqLt9wK13lIRp84QY1ru7LJEOSPvpbSX4xp2/C6lss+8iDc6CFKqMW05zn3yH+eR8h5P2yenc1IJy2HuMa2ncg7LV/b9sON1nNMRHbFL+Y/jyX4enx+PV0jHW3/VCMT32Qho/H03psdrbn4sV+r1c3v43L1/vLm9tdIRPN5H9nZ8KFXz7acbv/3bfkmGJbA/H2p4X1pgqr3FtPG+tXQs0idA4JvA+Py/0PU1HcDf1Nv7kL5I+I3f9upNxAQIDATGB7zBLG8JEKhcwPZbeQUJrxmB4bY00dGTOpriAn50Cvc/EthFqWba78mBpq6sM7uxhvlHp3BsryfTyL6gQOoEPrtj99niRcd1a3H/LKfjw0+T/qYMn3DYX+mUiAABAgQIjASG1wRGs7Z81AG8Re/gdYcn6cOO3zRqd6/f7R3mkYoXXxAOLqrsCBAgQIDAPwF3+NfUFOI8wflBTbWyJRbb1xa9p9eNjt0XvtjpTHpae4cVGt8+Ct1BvgPs7kmc2fmbCnN2/ruDnpJgjEb67ym5v5JpnBO9su5Z67QY81lW8j1foLX2Gt+PXo879oNucDi/9XUcwYXOD1uqxe37j5ZKK9ajBXQAHy3+Yn7DE4i4C2448reWRze/WDyrESBAgAABAgQIECgqEF+si2YicQIECBAgQIAAgZcF0vXP4TXQlxOyIgECBAgQIPDr9p///OfzV0BKeOQutOQO6rn1S8RcW5phlF5TR298TnGmTuCWjdLI5Sv/1Vp38WjBubpZ+8jBWss3V67xdPGPRY79XLt/7/uv8/w/7nyezv86x4zp8h+7DS7lJr4lne3zyu1fYmTBVIzrt6/a6/+rdKm8H+U6NuYl5xTdeusoSzo3W3v+FevMva63+PIbpjX8LjKcHu/Xpx9r1PK6VG/P11m+VNO+L/vFCPOpjF8YdT6VTK3Tho9I/7XkkApQwOJb/jmkE+LLhXTK/DmHAvVzZPlK7x9z6efK+vL+5V/CW/PPxWd+3QJH1H/kkV5joEtMq1unfHQcyhrnfHP7z9z6ZaNfk/rSeW5av8S57pq4vi9Tv+P3eFv5lHNtv323UhPTccbxbnru9qlGAG83LJLCcMNM79O/aAzpNS4M5jbQIsFJlAABAgQIECBAgECDAunceXie3WARhEyAAAECBAgQ6FZgeP2z20IqGAECBAgQOEggd/vHQWG8kE26Y3TurtEXkqtplbgolTp60/s0yje9T6/pX5wMRYdwTbGLhQABAgQI7CrQ6bF+VyOJEXhZ4PfLa7ax4ted7HF+Ha9l4k9frcp8vdpr9O9z5f7ye269TpYufvwp7ftkW2z4+/Upv5E9aB+r8j/bd+/8B+XfdYvfO869gjs6rlK+e3l0l06543d3VAcUKN2sF4NeDshOFgQIENgg4PixAc+qBwkYAXwQ9Nps4qJUdP6mVx29a/UsR4AAAQLdCTT+KMDu6kOBOhP4b2flqbk4pTv7lsv+7ec9iv4A0HIcTc1t/vhzbptrqq7PDrb5trYjIIsdMSVFoE2BGPTSZvSiJlCPwPD8f/pmUueK9dTW8ZF4Mtbx5mfl2E4H8AXugEwnOelfGuUbf9H5Gx3DMT0+ewR0iHjdU2D6xGDPHKRFgACBOYH4EhI9FOmOypg2t47pBAisExhvSxfbvt7ef0j3/W/u/Pn585/kl/sbm+eW33f+8MLPvin3mNq4rhrbPsYdZ+n783jasNou8P16WNzN76e8YtqUc8xbynhqvaXln5m3Jv+t6UUer5RjvE6k9UxMJZc9Op6p/GLa2KpkuS+T9prj9zzG+Dwirs/Nr2HOWoFkOXcddG0aliNwdYH8+f/4nPfqYs+Uf9vx45mcSi07PIYN35fKT7rnC7TTAXy+VZEI0oaWTnDiXzzuuUhmEiVwYYHY1i5MoOgEGhW4zpcT+6lGm2jTYV9n+zq9moYX8OOi/oFB3d/7vuMxtel9+ovPH5/896dA49vHsM39LJwpVQkM21r7FxZfotVeX2Kz0nkCztv3t9f5u7+pFK8tMDz/j07hbze8Do+9J3w/uXbtnF96x7Hz6+CoCNrvAI4d1HCndZTeDvnECU66wy3e75CsJAgQ+CeQDmjpL17T+7St+SNAgEAtAsP90/D9WfFFDOk19pfxelZM8iXQhEDue0nMP6EwOntPQG81y2injX6/rpc9OnaHnb0RbcyLzwVf1e823MP8UpuYaivbwrd2TiC2xby9c+Oc5fPzkynX592s0ZrAcft35/9Hto31x48jo5rKK+1nh9d6ppYxrS+B9juAG66PtMGlEb/pNR5x0nBxhE6gWoHozKg2QIERIEDgXcBJuGZAgAABAgQIECBAgMDVBFwXvVqNKy8BAgQIHCVw+9///d/4kb2j8pTPP4H/+Z//ab7j937P3xnZcoXv3XGYTmqHf3unP0x7zfuz818T49Iyrce/VLY0T/lyQufOr33/13r7EX/Z9t26b06n9fLVvn+p3b98/ccd3mOJ9LWqzq9W6bFv8ci38j5jl2t95ntyfccIzbkwZkY2x6PR51b7MYom5TOVVi7/qQym0plabs20XP575TVX/jUx1rzMRr/x9/1xUbP7h435j/Nr7XPOb3t55o7fkXLf17eilGe9TtVvTEuvMTAmpp0VZ6v5cqu15pb2O1/7nBL1Nzz/r1WnlrhK+NdStiPiyPnlzn9y6x9RhpJ5xPFtfJ1nbvresRgBvLfoTHrjhvznz5+/o39zG8BMciYTIECAAAECBAgQIFCVQJ2dv1URCYYAAQIECBAgQIAAAQIECBA4REAH8AHM0fkbr6l3P/3T+XsAviwIECBAoDOBuIP2627ZzgqoOAQKCth+CuKuSPo8/xj9uyJIi9QqECMD9xrBWVs5t5Yv1j+qXHvWwzD2V9MdpnGEwatxHhHbVB7h01rcU2VpcRr/J2stnS/4rvMk2uUXj2vMce358iC1AqT94UHHIuf/tTaC/uKy/6m7TnUAF6qf4QE3vU//Ylh3oSwlS4AAAQKNC6RH9MSfk/WQ8EpgncDw8Z22n3VmliJAgMAVBO5vXx0pPx7l/A4wPH506XHQheYu7RTqAgJf+4cLFLa6Isa1U9dLq6saAZUScEwuJStdAgRmBHQAz8BsmTw8gUl3QPz+/ftvcumEJj3r24nNFt221o22EFHHHTHx2SsBAgSSwLDjl8hYIEbMjae3+Tl3kXnqwnSbJT0u6pzpcZHUmFNf20+NwmIiUEwgRswVy+DkhLeWb8X6w47fqdIuHT/2Ph7nYnm7P7m/XlH+o0YYTdmePm2Nz+lBdhxAE/41dfxObf8xraY492uz42tlKeWpafvleJ2UxtcduZ5d9+NtOG3b42lnxyh/AvsIxP7Hfue7Z/z277hPMKZ/X3r/TzqAdzZNDXz4L1VsVG6aHu93zlZyBAgQINCBQLoQGRcco1PYSMYOKlYRDhFIv74ag+jjK3VcOjskAJkQIECAQJUCj/fRNnE+db99HBnifCsFPDx+VFmAzUHFUTEl5Mi4mVMCnQnYPs6s0LhGqrPgzFqQ97ECw33OsTnLjQCBawroAN6h3scnKuMO4JRFLBOvkW3cGRGfvRIgQIDAdQWGFyOvq7C25HEB0xeotWK9Lxedv72Xc5/y2X4+HJODfcg+bUoqhwnEyLpeHyH4cvnm92u3SHOmkl46fqQ0e62DGacuJkdbUHfnVCf/c9zlSoAAAQIEDhTQ33Ug9oqsdACvQFpaZNihm96nu9fidWk98wgQIECAAAECBAgQIECAAAECBAgQIECAAAECBAgQILC3wO1///d/0xOPLvuXe9Z2PI5kCig6f+N1+Fu/afk0vfY7HnLlnyp3S9Nq989Zth7/1cvXevl7b3817v/SY5/jEYWttx/xLwss/e5gWvPs0eAtbv/fHqH+qPv0tvz+J0bCzbXD5VGvLdb/sKTz8S+5LJsM06/9/Xz5PyKP7y5z5citP7ee6R8Cm/1ihNwc6NVHLuZ8JtzS7+9+Hlcn1h8eP2ZH9U6s95lVDXUS8dUQyyeMN5cTiHY4V/DG22fu+DlX7Oenp/OVfs5Lovzhl17jfQyiScvkjp+xTqR31Gvt39uOcjjL/6jy1Z5Pzr/W7ad2173iy9XPXvlIp4xA7/VnBPAL7SYaRbyOO4lj+gtJW4UAAQIECBAgQIAAAQIECBAgQIAAAQKXEMh1Xl0CQSEJECBAgEABAR3AL6KmTt4Y8Zte42RF5++LoFYjQIAAgdWjf1H1K/A5QunlIsYIx/5GDeRIttvlcjC/O4E0Uqnx0Ujd1cm3ApUeAVU6/W+F8eFEgbd7HBung3jt+LFz+4mRk6/uk15db5rk+Klby398xHIkUFCgtvP42Iduiyuumya4uJ6a3qfp6Z/rqUnDHwECBAgQ2FdAB/BKz+GJSHqfRv2OR/6uTMpiBAgQ+LxpBAWBngTSI6zjb+2jrGP5K7zmHh92BQNlJFCVQOsdJlVhCqaogLZalPe1G0G2dYSULZDUCRAgUKdAXE8dRqcDeKjhPQECBAgQ2FdAB/AKz+j8jdf4jYr0+23p/fAuthXJWYQAgQsLrNlf5DqJXhulcGF0RS8uMOz4HWc2/kIfx9Lxcj1/Xtqmt2/PcUd+z4LKRmAvgXGHzc4j+PYK87LpTO3PYtq47l5BirSG68a0PdIfprvTex2/6yEzVu/f3H+mNVgnezweLPs3oa1PEIgRrz+jusaUq5f/GrWslM0KTOwvN5YlfQdM3wvju2C8rrk+sjHrzatnjw+bc5AAAQIECBAoJ6ADOGMbJyU9jvhNHdj+CBA4R2D45eecCORKYH+B1NEZX5BTp/D7d/x//9k/rxZTHHaUGyHdYg2KuT8B58L91WmvJRq21f0vzPeqtr5cL/iOO4TXZ2ZJAgQIXFIgXV9N/8ZPU4zpl0RRaAIECBAgUFhAB/AM8PCkJEb8xqLjk5WYPnz973//+/lxzfKfCx/wRsfvAciyIDAjkPYtOn9ncJqZHBdehxcLmwm+aKDR+RuZvDf399/X/P3+H1bJZE2nbxgujRpOaeX/tNO8kSUIECBAoFqBrSNsqy1YJrAYGXvVDuarlz/TPMwmcK7Atu8X6VpI/LUw8jdi9UqAAIFXBdK+bngNeLgffDVN6xF4VkAH8ITYcGNMnbfRgRuvE6s0OWm4A2qyAIImQIAAAQIECBAgQIDASQK+T50EL1sCBAgQ6EYgrsGmY6o/AgQI9CRgv9ZTbbZbltM7gHOjUXOdrlvXn0s/nYD8+fPFM7fcUtWvWScX/1L6W+fFSdbWdLas3/uOsPfy5eq+9vLn4sttI7n1cz5z82ME4Nz8tdNLxbc2/9LLHbf/jDudS5foe/ot1V+MbE2POL79G7nxPf4wvP+9+/F7Sev89D3+bTHGNj0c1RvTxikPlxnP+/45TL9P/fq0POp6z/J95Xncu9rjP27/NGe+XP9za5nehsDW9r91/XJK43ab9nPjaVtyH6e1Lf1wjNfceePqyCdHfub2+atTr3fBGPk5jDCmDU2G74fLZt6/TbWlz76GA32jTHPxvli+z+RKp/+Z0Ytvao/vxWJZ7RoCsb8vVdrdjiMvB5jbF46Po+syinKl13g/XHOt69rlhmkP30/lPZzv/bLAVv/l1PNzr15/W/23rn91/1wLnfMdu80tl0t/nM54+Vy6ufXH6V3tc84v51G7b+7onitfN/NTRQ3/pc7f6MCN12cK+8o6z6RvWQIECBAgQIAAAQIECBA4T2DrxYLzIpczAQIECBA4TiAujsfrcTnLiQABAgQIXFvga4jrhR3iBCReo/M2jd6I92t54rd/n11vbfqWI0CAAIFaBOIeqtfuhK6lFHvGESOBv6WZRnpsHc3yLcF2P8yN+m23RCInQIBASYHSx9ft6cf3x5IKzaQdIzt3O+an86ztddSM39ZAw39rOtYvIxD1s9v2USZMqRLYWyCOk/G6d/rSI0Dg6gKuy129BSh/XuDyHcBxEpI6bHXa5huMJQisFTAiYq2U5doVeP2iZNo+4vjTbvlXRu5C10qoPRZ7vU3ukbs0CLQskB5hH3+TN7PETK8EGhQY/rxAOzcjOaZFU2uz/iJ6rwQI1CxwxP7F9daaW4DYCBAgQKB3gUt3AKeL7+nf79+/v9Xzlo7gLet+C8IHAo0KRMfvpTq4Gq0rYa8VGF+AjDsM167/tVxsH2lKvO+vIzi84of1jOD5agGl3oV5qfSlS6BfgWHHb7+lVLISAi0cv4cX9nc3iBGNeyU8vmEspT+etldejaSzWH97+zdi0kyYT9bPYl2/F7qdGzeaqaHLB5prc5cHAkCAQKUCr1+Pq7RAwiJQXOByHcDDL+rR+Vu60/aVR0kXr3kZECgoEB1bBbOQNIETBbZ3tl3rBontXidWdmNZD619MWqs8oR7skC6EBoX2KNT2EjgkytF9rsJpFuyYpB7XPSP9r5bJnsndPHO3yFnk/U3LID3BAhUK5DOeeJ8J75J7PUtIl1zHf5znajaZiAwAgQIEOhYYK/jehNE0fkbJyDR8Zs6aEv8pXQj7eH7EnlJk0AtArF9xfZWS1ziIFCDQGwX8VpDTGIgQIAAga/OXxYEDhN4coTglrii83dLGqvXTeU6sGyr4zp6wR0N1tVfurRzqcs7R9foPvnZPvZxlMpuAtH5u1uC/xKK77vpNf3T+bu3sPQIEPgu4Dzou4dPBL4ELjMCOE460mt0/H4xlH13rZFeZS2lToAAAQIECBAgQIAAAQIECBAgQIBAvQLp+qs/AgQIECBA4FyBbAdwjGCdCzPXmZpbfy7dmL51/ZROnHREJ3CknWKP9OM15u35GvmnNEvms2fMkdbV79LrvfzKFy19+rV2n9rjm1b9mprbH+aOL18p1flubf2sXa62UrYadzi2Hv/7GUUUZfD6NfKn9fLVHn9u/zWoFG8LCOzZPmLky/ARiAVClmRFAnu2n6eKNTUiNKYVetxxPOZ5+Ijzp2JeWrhQzEtZVj0v6nIYZEwbWg3fD5edeD9Zf5Hmj+X/nRc8kf6PJI6YUHt8exk8Wc6o672yl06bAqWPT8Nrk9Hmvh8fpr5frLdM8Uce8bp+7fJLbvWtsUzl1erJIVd/6qdsXeX8c7nvVz/b9lO5OGudv9V/7fr71VOtkmXiWuv7au5b6yXbAfxqYGevFx0HCSj+pWkx/ez45E+AAAECBAgQIECAAAECBAgQIECAAAECBAgQIECAAIG9Bb6Giuyd8onpRSdvek2dv9HxG9OjQziFGNNODFfWBAgQIECAAAECBAg8LbD1q8zX+jES+OkQnloh5feV51OrWrhDgePaQoz0egpxdqTpU6n0s3DyeMpkv/r9W39P598PvZK8C6j/c5tBx/4vHR/OrQ25EyBAgAABAk8IdDcCODp3x6/RGfyEjUULCaRH7MXfMRfbIjevBAi0LnDNh720XmviJ0CAAAECBH4KOKv5adLTFPXbU20qCwECeYG4Dptf0hIECBAgQIDAUQJddQBHJ+/v378/f3diCJmex51OSPydIzDs+D0nArleRSD9jk36e3y8/Pivu1x/kFQ/wSW06qtIgAQIEDhAIEbUDY/wMW3NkSKWHYYa09asP1xvzftIe82yluleYPyboGlE2XjamQgpnvFfTKspznGMpT5H2demPzbaWr/P5r82Tsu1IaD+z60n/pv9XXvdTCgBAgQIHC4Qv2Wb24en5Yb9bLnlDy+IDL8JTHzL+za/mQ/R0KLzN3UGr3m88/1e4mJPM2ynBBqdcynz1CmsY/iUapApgSYF7D+arDZBEyBAgAABAmOBcYfheL7PbQuo37brT/QECDwtkK7Lxr+nV7YCAQIECDQjEB3FzQR88UCbHwEcJxfp9c+fPz86fec6gf/73/9evOrPK77Rl+fZy5lA6wL2H63XoPgJECBA4Ot3gN2IqjUQaE4gRgYe3sEb9+7bbzTXZvYM+LT2t2chGk6Lf8OVJ/TeBaJDKvUP+CNAoKyA7ays796pN9sBHB270eBS528a/Rs7/Dmo4fz0PtafW950AgQIECBAgAABAgQIECBAgAABAgQIECBAgAABAgQItCLwZ+sjkLeu/wpU6vxNHbfReRuvqUM3F09aN5aJ9V6J4ah1hh3WR+VZKp/bv59rS498jvel8op0W/drPf6oh1dfXy1/tK/a7/t7tXyveh69XuxrX813av3h/qN0/fZeP7l6Obv8ufxzx/Dc+rnynz1f/GVrYGr/8kyOcSPi3Dpb059Ld6/p7bavj5FvXzf2pxFxMRru66gwX75YNiSH68e0PV/H+a1Lez7+detbalmg9+PHcukX5o5HtKaRbuNpC6t3N+ussscIwzHo33gW9ilz643TOftzLs6z3M92ifxb9+ml/nopR7Srla+584/c8TNls2aZleFUt1jOZ6+A5wzH+c8tt1ccraYzdqqlHFevr7Pr5er+z24Hz9ZXbnn+z9bA9+Vzvt+X/vmpuRHAqcHEv7j4Fo1ozcW2Ncv8ZDKFAAECBAgQIECAAIGzBNKXnjjnPysG+RIgQOA8gYXO3/OCkjMBAgT+CsR1WhwECBAgQIBAXQJNdQDHyN/0qGcXgOpqSM9EE6Mzn1nHsgQIEEgC9h/awf4CpUcA7h+xFAlcSWB4t2u8//oesLVDZOv6V6oJZf0VI/OuMjKs93Km+uy9jDVttrH91BTTkbFE+bW5I9XlRYAAAQIECFQg8PN7fAVBXSiEKjuA0yM+4y9d7I87ydJrdP7G6F8jekPKKwECBM4XcCn9/DoQAQECBHoUMAK4x1pdX6b74Pvh27+flVm/tiUJEKhaQKdo1dUjOAI5gbhmm1vOfAIECBAgsFZg3D+4dj3L/RSoqgN4WLHDUONkIl6j83e4TG3v58oScRrFFhJeCRDoQUDHbw+1eJUypBG/47+YpiWPZXwmcLZAOv/X+Xt2LZyX/7Dj9/AoYsTe4RnLsIjAVH3GtBY6ICPWIjgFEl0Tbwvur9KsKf+raVuPQEUC6Twt/obvY5pXAgQIECAQAjESOD5PHTdyfWqxrtf1AlV1AEfY6Yv+71//Lsamc4m32/v/33610PEbZfBKgACBKwqk/XeMzImDthtertgSlJkAAQIECOwnkM4p4nwiOoXjfGO/XKREgMA5AsMb8OKmvHMikSsBAs8LpGu16Z8nND5vZw0CBAgQmBZwfXna5ZWpVXYAR+fv2+/3k//H4++JxO3X193/6aRCZ/Ar1W2dJBCdUul9XEhK7/0RILBdwMXY7YZSIECAAIHvAlN3Bn9fwqfeBao6Z4+RfT2PXuy9QSkfgbME7D/OkpfvAQKu0x6ALAsCBAh0JDAeEZyKFr/2k77/xfvPIv+Y8Dln8c3VrydU1wF8ex/pe3sf8Zsq5vf7HWSffy9W8Of63hAgQIAAAQIECBAgQIAAAQIECBAgQIDALgJXv7C+C6JECBAgQIBAIYGqOoB/v3f+/v1Lnb/vI37jTu+/JxPpUdCDv1oeLTJ1p8LfMDMd1pnZg5K2/XbW54RiDUf+HpV9TeUvUeZc+XJfBHLrl4j5mTRrj++ZskwtW2I/OnxE42i3PRVC0Wmt118u/ta3r62Vn/OZT3/4mMG0VDr3GE+bXzvmRP5RD+PPsdzcayw/N7/26a3Hv9W3xP5za0zD9Wuvn9rjG1qWeH/18j9jGk8WGT4C7Jn1p5bN+scIvamV07Srj/xt1Wdcb6kc42lzdf7E9Fz7ivOG2SQLxDSbV8kZ43JEuxlP/xvD4Mb/kjEdkXaUcy6vyfIPFs7NHyzqLYFnBXL7p2fTi+VTutl9WyzsNSvwaj29ul4EpA5D4rXXnJ/6ec11r7W2+ufi2Fr/ufVz+fc0P/oDh9eXt5Zva/23Xj/VdAAnyM9/6fcj3juA/REgQIAAAQIECBAgQIAAAQIECBAgQIBAXQJ//vx5/+W+x9/f//UI6LrqRjQECBAgQCAJVNEBnE4SUufv79/v437fX+MvTa99hEXE6pUAAQIE/K52DW0gfQFP/4bH0xriqjeG50f/prKEb9xJOPe53nKLjAABAu0IfIwEjlGCr+232yltpZHmRjZWGvZsWEePtAy/GNYwG1gfM8bno7ejvY9mjPo9Ol/5HSMQ9dt7O35SM13DTX/xfejJ1S1OgAABAgRmBS5yyjxb/j1nnNYBPLwzLF00jc7f4fQ9CyotAgQIECBwBQFfwK9Qy8pIgAABAgQqEtApUlFl1BHKuAO4jqhOisL2cRK8bEsKjG9+LZmXtAkQIECAAIHXBU7pAI5O3vSavhgMTxxixG8s83rRtq85dRE9Yt2eet8pxO/tzv3W8Rl3cUSeEVvfNaB0BAhcVcBx6qo1r9wECBDoTSBG/PZWrkbKEyPelsLVsTWvs8ZvsHb6neulv/g97KVlapqXzke7PiddU7+2j5qa5HOxrKnf51Lsdump66bdFrZQwXLPNXE2VAhesgQIELiIwOEdwKljN74MpNcaOnpzdT3spM4taz4BAgQIECBAgAABAgQIELiOwPDytUvV16l3JV0nYPtY52SpVgS6vrmjlUoYxakjfgTiIwECBAh8ChzaATzu/I2O4M9oKnuT4tP5W1ml7BBOjATeISlJECBAoDqB+ELuS2DZqgnfsXd8Lpu71AkQIHBlgehgHHaqXNnjxbKnEW5GKL6It2G1GFnYub3zoQ1txKr1Clxk+12qgNi243VpWfPKC8R3Uteuy1vLgQABAq0KHNYBnE4O4l90BLeKJm4CBAgQIECAAAECBAgQIECAAAECBAhcSSCu7V6pzDWXNXX+6gCuuYbERoAAgXMFbv/v//2/uZ9p/RvZHnd1RYfv79+/J38HJu5YGlKszXdq3WE63i8L8Lu2T+v133r8y61v+9z4TfXtKdWZQuv133r8uVbRe/l6L3/v9Wf/mGvBZef33r56L1/Z1rE9df4zhjFybWr2mtGosf6aZafyWDktV39rrxOszG73xR6ZH/O9ZX7Mt3T5S6e/FbT2+GbLd9D2MZu/GQQOEBh2/A7f75V1Cz8RuFdZW0yn9uNvi6Y1xax+a6qN52NRf8+b9bRGrv7j+VnFyjzV+ZumObAXI5cwAQIECBAgQIAAAQIECBAgQIAAAQIEdhGIC8zxukuiEiFAgAABAgSKChR7BHQ6IYhO3jg5SHdzpvdp1EXMK1o6iRMgQIAAAQIECBAg0IhA3Jvqt10bqTBhNi2QtrcntrXCI3+bphQ8AduHNrBF4OgR5Cm/J9psuo4b13XHr1uKbV0CBAgQIECgvMDuHcDDjt04SYgThPLFkQMBAgTOFRheRovL2OdGJHcCBAgQIECAAAECY4HhWet4ns+7CnzraLntmrTECBAgcKSA67tHasuLAAEC/Qo8BqfEt8UfqJ022Lr+dKp9Tt21Azg6f+OEIDqA+6RTqjMFhhv5VByv7Dim0jGNwFoBl9DWSlmOwDaBzE/r/cr8tN62zK1NICPg/CQD9GO2W6V+kJhAoJTAt07I90yeHAFWKqyu0x2bd11YhSNAYLVAjPhdvcLGBafyi2lP7KfSNd+l67zpaY/++hWI32iPa/79llTJCBAoKZC7ZpLLe+v6ufR7nL9bB/DwRCA6gnsEUyYCBAgsCaTOqeiAiq8/Lm8viZlHgAABAgQIECBwuMATF/0Pj627DONbQSrY7+5Kp0AECPQtoMOv7/pVOgIECJwhMLx+Hp26zwzo27r+GWU+K89dOoCjw3d8J5iThLOqVb4ECJwlEJ2/Z+UvXwIECBAg0L5A3Do17DRpv1RKQIAAAQIECHQgUOoJCi+Myi2tma7rppGf6bqvEaCltdtIXztoo55ESaB2ga3Xz7euX7vPnvFt7gCeGvm7puPXo0H2rEZpESBAgAABAgQIECBAgAABAgQIECBAYD+BuMYbr/ulLCUCBAgQIECgtMCfLQfwqZG/4/TizqBxQdJyc/PSskvzxmm1/Ln1cm6Nf9xexnU5m37mx8Ezs8fZnPZ5tnynRbRvxr2Xb6g1HKsU74fzX3nf+40yvbeP3sv3SpveY52j7vLrvf56L99Z+89nHlm0tD20Xj/r4zfCd6kdXHXe+vZzVaGy5c75v/z97V/YufVz83Olz8WfWz+Xfzb9yQPB17eD3Pqb888VMDM/F19m9dNntx7/1vrPrX96BVUewGz7+Tcy95vvltG6Rz+Cf5zfkyOYk0sqe7yWOs/emm5co668mXUT3uz2clIJv22fJ8XQcral61P9lG0dpetvLvr0GOalv8nrd/86bYaPcP5M4/1Yk/uLU+302Oh4n1un1vnx6Ou5+NaWL1f/L48AfnXkbxQoF1gs55UAAQIECBAgQIAAAQIECBAgQIAAAQIEjhWIjpt4PTZ3uREgQIAAAQJbBL5uRX0ilWHnb6zmRCAkvBIgcGWBl3aqVwZTdgIECBAgQIAAAQIECBAgUItAjO6djaeyb/0p3mzMg8KMRwQPZo3fpmu9rveOVXwmQIAAga0Ck6ODn0h07ejYJ5LsdtGnRwDHwT+9xuM1nAzs2z6Gw7815n1tpUaAAAECBAgQIECAAAECBAgQIEDgNYH+f8IirvOOX1/zshYBAgQIECBwlsBTHcAx8vf379+f8cbJwOcEb14WGHb8vpyIFXcReOkZ9rvkLBECBAgQIECAAAECBJ4VcP7+rJjlCRAgQOCvQIyeff+t28+/mJZGy8aI2fhtwjQvpn2ucOCbiK1wlul6r2u+hZElT4AAgYYFto7ibbjof0PP9eXlBnbm5u/lk+0AjlG+KcN04E+dv04A9uKfTmf4I9jRkI5qENMRmUqAAAECBAgQIECAAAECBAgQIEDg4gJndv5enF7xCRAgQIAAgecEFn+4Ijp/466v6Ph9DO+Key4/S68QuPrdEyuILEKAAAECBAgQIECAAAECBAgQIECAQBJII4MPGh0MnAABAgQIEGhDYHYEcDzuOTp/U3GiA7iNoomSAAECBAgQIECAAAECBAgQIECAAAEC7QqkgThHX5M9Or92a0fkBAgQIECgXoHJDuDo/E2vcycZvYwCrqkc8Zjn9NjneH920yntUzr9nN9c/uGfO+GdWz+Xb25+Lb9hVqp8ufLXMv9+f/+9H3+zAr23j97LN1ux/2b0Xn7ly7WAuue3vn/uvf3V3XrKR3fW+WP5kn3kcFb7reX8+CjnV/MpXT9b09+6/qsua9c7O76z81/rdNZyZ/uU3r/nylc6/7PqNfLNlS+We/Y1e/z4Fd/7//0G8Nm/8Tsq4I92ccAjqOO68CiUqj9u/X6QyuyvXYEf28nORSm1f9o5zGqTK10/uYKrv5xQHfPPaievto/oP6pDbz6KH0e3OMhHwR0A5/HMIUCAAAECBAgQIECAAAECBAgQIECAQAmBuCAeryXyGKYZ14WH07wnQIAAAQIE2hT4NgI4DvLR+dtmkdqPupW7B9qXVgICBAgQIECAAAECBAgQOF0gfrfygJFtp5S19/KdgipTAoUEKtsPxTXaeC1U6r/JpjyOyKdkGaRNgAABAgTWCcTY2H9PAFm3UnNLfXYADzt/Heybq0cBEyBAgAABAgQIECBAgAABAgQIECBA4GUB14RfprMigacEho+nf+u7/+kpFwsTILCvwN8O4GHn777JS40AgVcEHPhfUbMOAQIECBAgQIBArwLOjzur2RgR21mxPovTe/k+C+oNgfoFWj9+HNkhe2Re9bccERIoIzDs+C2Tg1QJEJgWiBG/03N7nfpn2PnrQN9rNSsXAQIECBAgQIAAAQIECBAgQIAAAQIEpgXSNWJ/BAgcI5AG/d7+ZRWdwq3fsHKMnFwIEHhG4C11+ur4fYbMsgQIECBAgAABAgQIECDQtIARmnVWX6qXnuum9/LV2apERYDACgGdvyuQLEJgR4Ho/N0xSUkRIPCSQLr5qd8boP6OAH7JxUoECBAgQIAAAQIECBAgQIAAAQIECBAg0LSAwUFNV5/gCRAgQIDApMCfrQf4x8OvlE/KrpzIbyXUzGKl/UqnP1Os3Sa3Hv9WiPv9vjWJpte/ev33Xv7ey7d142vdp/X4c/V39f1zzsf8ugV63z5z+rnvj9X6TI0qjWm3/s8Zo4S3t+nxJvHIweL1F+ZzDa31uui9fHP1dpHpxbePjOPZ+WfC2zy79vJtjW/r8TO3/pYKKJn2lriOXLf27ydGaB/ZGn7mtXX7H6Z4+9eVks7NYsyhbXAotP/7rfWnfvavk3NSjG9E33M/u3sz175y7Te3fuxnvpfaJwIECBAgQIAAAQIECBAgQIAAAQIECBDoXiB3Abl7AAUkQIAAAQIdCugA7rBSFYkAAQIECBAgQIAAAQIElgR8FV7SMY/ArgJpZHRudPSuGUqMAIFnBHT+PqNlWQL7CDgT3cdRKgQILAv8WZ5tLoH+BO6Dp57Fo876K6USESBAgAABAgQIECAwLzD9CLD55c0hQIAAAQL9CaRHC3u8cH/1qkQECBAgQCAJ6ADWDi4jMOz4vUyhFZQAAQIECBDoRuAxuIltqlDxe1JT83qYdvXy91CHp5Zh/NuyaTTieNqpAZbNPEaZ9L6fKKso9TmBn7dTRIv7WOP7p7lUTCdA4GiBNPLX6N+j1eVHgEArAtGX8L6rnPwzsGySxcTKBJyHV1Yhwikv8BhkkXbksTMfTPaWAAECBAgQIECAAIGeBS7U+dtzNSobAQIECBAgQIAAAQIECEwLGAE87WIqAQIECBAgQIAAAQIECAwEHo/hrZQfM4wcGgB5S6AVgbNGwMfvALsBo5WWIs4eBc7a/nu0VCYCBAgQIFC5gBHAlVeQ8AgQIECAAAECBAgQIFCTwFRHcE3xiYUAAQIECBBYFvD452UfcwkQIECAQA8Cf3r/8t57+c5uhLX6Lj3WOT22v5Zn9Nfqt1e7ut9//hrUXmlfIZ3e20fv5dvaRq/u03v5ey9f7/v/s+rvqN/uzJXvrBGfe5U/V77c/jtX/q3p5/IvPX9N/EODNcuXjvlK6W/13rr+ZutOR35+fuup9TfiYuTtsAJj2g518nNkwafIR44zLsNwvCfQu0Bu/zs8tk5Z5NafWufvtH/b+jD92+33v8U/nuyxJu3h+rN5mVFM4OzvV29vP/f0xQp7wYTXbIM1s/S6f/jsP5h4ClKqj5/PRqq5luZj67X+5ktc15yt239ufY+Arqu+RUOAAAECBAgQIECAAAECBAgQIECAAIFiAumC//v//REgQIAAAQIdC7h9p+PKVTQCBAgQIECAAAECBAgQIECgtEC6tNLS5ZWWYi1dd9IncDWBj+0/jRjKjRq6mozyEiBAgACB3gSMAO6tRpWHAAECBAgQIECAAAECBAgQqETg/XHIBUfZDR+2vL5bd7jWMtNwyfXpL6dpLgECZwqkrTqN/jUC+MxakDcBAgQIEDhCQAfwEcryOFzg8xn9h+csQwIECBAgQIAAAQIECFxLYNhJOFXy2jsOn44/fj/3X2Eny7fDb+tOWca0XMyx3N/XcSwp/vG0byv8+vVU+qN1fSRAoCKB2Nbjec/v2//t9vh8/HP89qPRwBXVmVAIECBAgMBOApPfU3ZKWzIECBAgQIAAAQIECBAgQIAAgQsLpK7U+Lc/w30wunh1LtEhtCKcl9Jfka5FCBA4XuDvqN/3ERPR6Ruvx0ciRwIECBAgQOAIASOAj1CWBwECBAgQIECAAAECBAgQINCpQNxbPzVuNuaVKXoTT7+KEdNPdDyX0ZIqAQJ/O4FjNDAOAgQIECBAoGuBst9EuqZTOAIECBAgQIAAAQIECBAgQIAAAQIECBAgQIAAAQIECNQlUHwEsN+QKFvhfPmWFVhO/X6fusN9eZ2W5tq+ttVW7369ly9X+1cv/9V97P9zLaDv+Vff/nsvf+5xkL2X/+ytt1Xf1u8sXx1/jGT90VAmvhfFsoVGvUbMKed4/yOslRMmov9cM40wfjr9KPtnKt4QIJATqH3/vza+ufOI3Ppz6+XczD9GoPT3v7e3p480xxRcLqsEctt3LpGt238u/63p5+JvfX7Or3T5StfP1vKVjq+0r71raWHpEyBAgAABAgQIECBAgAABAgQIECBA4GSB1i9kn8wnewIECBAg0JSADuCmqkuwBAgQIECAAAECBAgQIECAQDMCaTRs/Nsr6MEI25cu6gzW3yukVens7bAqUwsRIBACaZSlDuDQ8EqAAAECBPoXKP4I6P4Jr1fC++2rzOlxUP4IECBAgAABAgQIECBAgACBCYFCj4CeyKn+SSzqryMRdiug87fbqlUwAgQIECAwK6ADeJbGjLHAsON3PM9nAgQIECBAgAABAgQIECBA4J/Anp2dUyN2Y9qafGLZYeXEtPf1XxpFPExr/H4cU+Q1Xs5nAgQOEUijfo38PYRaJgQIECBAoCoBHcBVVUcbwaRBvzEIODqFjQRuo+5ESYAAAQIECBAgQIAAAQJHCtwHme3e1TpIu+K34w7hikMVGgECBAgQIECAAIFeBHQA91KTB5YjOn8PzFJWBAg0IPB4PH6lf+4sbqCyhEiAAAECBAgQINCwQOpIHnYsV1aUNOJXp29llSIcAgQIECBAgACBqwlc9PbTq1Wz8hIgQKC8QOr89UeAAAECBAgQIECAAAECBAjUIRCPf/Z9vY76EAUBAgQIEDhS4I8TgGVuPl8+8Zjn9NjneP8197V3fJfd7veK7+peDv2QudrPMvPRPq2N/D3aZ7m26pt7dZ+rl7++FrlvRFev36uXf9/WJDUCBC4l8NKo1h3uu498P39Ld/A98XPae03EcuNKGU/fe4TuMIbIO6aN8475XgkQKC4Q39Hj9YhzwFfzeHW9tYhhsHZ5yx0rUPv1z7e3HY7lx5I2lVvp7X9r+vYfZZvT1vopG92vv0+7XMqj9vbhEdBLtWceAQIECBAgQIAAAQIECBAgQIAAAQIEGhRIHVe1X5xukFXIBAgQIECgCQEdwE1UU11B7jX6t65SiYYAAQIECBAgQIAAAQIECFQoEKNp9wqt+KjcNFJqMEp5r7jn0gmf4uWaC8B0AnUK6Pits15ERYAAAQIEjhLQAXyUtHwIECBAgAABAgQIECBAgAABAnsKVNnpeWDn756W0iLQkcCw8ze9r/0Rmx3RKwoBAgQIEKhGQAdwNVUhEAIECBAgQIAAAQIECBAgQODyAjGidQmipo7fcSwp/vG0pbI8O2+Nz7NpWp5ARwLR+Ztedf52VLGKQoAAAQIEnhTwC+ZPglmcAIFzBdy1eq6/3AkQIECAAAECBAgQqEkgjbaNf5XEVbLzt5IiCoNA7QJ++7f2GhIfAQIECBAoL2AEcHljORAgsIPAsON3+H6HpCVBgAABAgQIECBAgACBigXi3v25RyvH/IqL8Exor44gjpHBOqCf0bZshwIxAjgVLd67jtJhRSsSAQIECJwuMD6+xnH39MD+BdDZt4RaWMVBgEApgfFOtVQ+0iVAgAABAgQIECBAgAABAgQIECBAgAABAgQItChw+ghgnTnbmg2/bX65te/3uTusc2uav0bglfZb2100a8o5t8wr5Z9L64rTr+539fLn2vzVfRy/ci2k7/m9t//ey7e1dfLZKlh2ffVT1rf51GME67ggf0e0zn037eC+/qlyx7Sp0bxT08ZmPhO4sEA61sS1E8edj4ZQ2iG8L9zsui566e/X6ZHt/uoVKL3/KF1y+6fSwt/TP7q95OrX3uV7/fhEgAABAgQIECBAgAABAgQIEKhIYK7zt6IQhUKAQFUC6QL00RehqwIQDAECBAgQIPBLB7BGQIAAAQIECBAgQIAAAQIECBBoVSCNlo0Rsy2UIRurS1UtVKMY6xVIo4FyI4LqjV5kBAgQIECAwF4Cpz8Ceq+CSIcAAQIE8gKP29cyt8fXe+8IECBAgAABAgQIEGhUoLtHIhvx3GhLFHYFAulRsjp/K6gIIRAgQIAAgQoEdABXUAlCIECAQGmBYcdv6bykT4AAAQIECBAgQIDAjgJTI2Y/O31TZ2nlI2an4o9pqRyfZflnluaNp+3IKSkCPQvo/O25dpWNAAECBAg8J1D5t4TnCmNpAgQIEFgWuA9GAKdOYR3Dy17mEiBAgAABAgQIEKhfIHUCdzRqVudv/U1OhAQIECBAgAABAtUL6ACuvooESIAAgf0E3jz2eT9MKREgQIAAAQIECBDoUSBG5/ZYNmUicLaA7evsGpA/AQIECBC4jIAO4MtUtYISIECAAAECBAgQIECAAAECBAgQIECAAAECBAgQINC7wJ/H49rDwa5e/tIN/H7v6DFUpbFOSP/q7f9K5b/929WnRz7H+61N7kp+r1jxeUXtax1+XxZT73o/vqr/qVr/msbny8I7AnsL2L72FpXeUwIvPfp4h/v6p0YkxrSXYhqVepxGSns8bbSKjwS6EYhtaVigmLbzdvD2tsP+YBin96sFSp8/+G3n1VXR5IK1f7+3b2myWX0GXXr/9JnRzJvc/mtrfLn0Z8LqZnLOz5lBN1WtIAQIECBAgAABAgQIECBAgAABAgQIXE0gddBc/SL41epceQkQIECAQE5AB3BOyHwCBAh0JLDX6N+OSBSFAAECBAgQIECAAIFvAoUvFe086vFb6D4QqF6gzPal87f6ihcgAQIECBA4XKDMWcfhxZAhAQIECBAgQIAAAQIECBAgQIDAdgE/5bTdUAoE5gRsX3MyphMgQIAAAQL7CvzZNzmpESBAgAABAgQIECBAgAABAgQINCMwHpHrN3qbqTqBNiBg+2qgkoRIgAABAgT6FNAB3Ge9KhUBAgQIECBAgAABAgQIECBA4HmBcYfV8ylYgwCBOYGdty+Pfp6DNp0AAQIECBDwCGhtgAABAgQIECBAgAABAgQIECBAgAABAg0JROdvvDYUulAJECBAgACBAwR0AB+ALAsCBAgQIECAAAECBAgQIECAAAECBAjsKZA6f3UA7ykqLQIECBAg0I9A8UdAPx6PfrQaLMn9fm8w6n5C1v6X65LPss/WuXy3Ci6vf3Xfq5d/uXX8+uX4uyx09fZz9fIvt45fv/jkhMxfEsi1HxfJl/TMq1Ug960+7uzPnX+8vcWSr5W0VPpRvscj3n2P7/bvstLW+L+netyn6VJ95b+tVr7S8e6aAnHcmzu+5eaHWiwXn8evc+mPl/O5jECufsrkelyq2tdx1q/klDv+v5LmnutsPT/IlW9r+nuWtcW0Su+/Sqe/1fzs/ZvzzK01aH0CBAgQIECAAAECBAgQIECAAAECBAgcLJAuLJ99cfngIsuOAAECBAgQWClQfATwyjgsRoAAAQIECBAgQIAAAQIECBAg8KzAI+7tz401fTZhyxMgQIAAAQIECBAg0KpAfEtoNX5xEyBAgAABAgQIECBAgAABAgQIECBA4DICMfI3Xi9TcAUlQIAAAQIEVgsYAbyayoIECBAgQIAAAQIECBAgQIBAbwK5cbNn3zn/I//PEb911MTj9hHHnOOP+Edhx/z7v9/6Hc1u/mOUr/mCKEA1Ah75XE1VCIQAAQIECFQt4Dy06uoRHAECBAgQIECAAAECBAgQIECAAAECBL4EYuSvzuAvE+8IECBAgACB7wJGAH/38IkAAQIECBAgQIAAAQIECBAg0KDA738x/7fB2IVMgMAzAo9Hp0Pmn0GwLAECBAgQILAoYATwIo+ZBAgQIECAAAECBAgQIECAAAECBAgQqEcgRgDXE5FICBAgQIAAgdoE/pS6Y2zut18CoJee5/s9V9IosdczBEq17zPKckae/Lap89vml1ub77IQn2Wf3FzH92Uh7YvPssDy3Ku3n6uXf7l15Odu9du6fj7COpfIfWvt5fv5q/q1lD93/vF2yz3EbXnkby79V/1uMRDxMd3Spqc+n1up+J+P5LU13tnTVAwAACemSURBVN6WW1qufLn1X4tq/Vq1x7e+JH0tGY+Azh3fcvNzKlvXjzhz+Zh/TYGt7Sunpv3lhNqenzs+bS1d6fTPPr5v9bH+skDp/dty7r9+LZ995tY2nwABAgQIECBAgAABAgQIECBAgAABAgSKC8TI33gtnqEMCBAgQIAAgWYFdAA3W3UCJ0CAAAECBAgQIECAAAECBAgQIEDgCgJGMV6hlpWRAAECBAjsJ5B7ftB+OUmJAAECBLIC99vXIm/xKLWvSd4RIECAAAECBAgQIECAAAECFxWIkb86gy/aABSbAAECBAg8IVCsA9jQ4idqwaIECFxeYNjxe3kMAAQIECBAgAABArsK+H6+K6fECBAgcJrA+LcEdQSfVhUyJkCAAAEC1Qv4Hlh9FQmQAIErCTwGI4BTp7CO4SvVvrISIECAAAECBAgQIECAAAECBAgQIECAAIHtAjqAtxtKgQABArsJ3Dz2eTdLCREgQIAAAQIECBAgQIAAAQIECBAgQIAAgSsKFHsE9BUxlZkAAQIECBAgQIAAAQIECBAgQIAAAQJ7CsRv/+6ZprQIECBAgACBvgWKdwDf7/e+BS9euvFvj1yc4+ni83uabNcVavJ/+zfyNz3yOd7vWtgCidXkV6B4pyd5dd/c+cPb2/JDTHLrn17BJwdw9faV4+eTE1qef3W/q5d/uXXk5/LLG/W8RO74Xfr4n0t/q32ufLn074//L7eI+RULbK7/yq+vbS3f2VV39va/lP/4d36Hn1s5brYS51w7HJrPLWN6vQKtt7+tstrvVsGy61/9+Jkr/9LxsWzN9JF68Q7gPpiUggABAgQIECBAgAABAgQIECBAgAABAscLpA4cnTjHu8uRAAECBAi0LLA8fKblkomdAAECDQq0Mvq3QVohEyBAgAABAgQIECBAgAABAgQIECBAgACBSwjoAL5ENSskAQIECBAgQIAAAQIECBAgQIAAAQIECBAgQIAAAQJXENABfIVaVkYCBAgQIECAAAECBAgQIECAAAECBAgQIECAAAECBC4hoAP4EtWskAQIECBAgAABAgQIECBAgAABAgQItCTgt39bqi2xEiBAgACBugR0ANdVH6IhQIAAAQIECBAgQIAAAQIECBAgQODiAqnzN/6G72OaVwIECBAgQIDAkoAO4CUd8wgQIECAAAECBAgQIECAAAECBAgQIHCCgBHAJ6DLkgABAgQIdCLw536/d1KUMsV4PB6LCefuwMutv5i4mZsF+G8mLJqA+inK+4sv37ICy6mXPr8onf5y6crPtf0uG/NZ9ik9l39p4Wun3+r3q9y36qvceZ07Pr+9LUvk5ufS37r1lE5/a3zWJ0CgnMDZ2/84/9z+sJyElKcEzj7/zZ0fTcVsGoEQ0H5DwmsJgfHxa+88Sqefi7f14/Hyt69c6c0nQIAAAQIECBAgQIAAAQIECBAgQIAAAQIECBAgQIAAgWoEdABXUxUCIUCAAAECBAgQIECAAAECBAgQIECAAAECBAgQIECAwDYBHcDb/KxNgAABAgQIECBAgAABAgQIECBAgAABAgQIECBAgACBagT+VBOJQAgQIECAAAECBAgQIECAQIMC7qxusNKETIAAgYoExr8xmH7zdfjv7N/wrIhKKAQIECBAgMBKAd9TV0JZjAABAgQIECBAgAABAgQIECBAgAABAgQIECBAgAABArUL6ACuvYbER4AAAQIECBAgQIAAAQIECBAgQIAAAQIECBAgQIAAgZUCOoBXQlmMAAECBAgQIECAAAECBAgQIECAAAECBAgQIECAAAECtQs0/xvAZ/8Gxtn5n93Arl7+s/1z+aufnNC2+Xy3+W1dm/82wfv9vi0Bay8KaJ+LPNmZ/LJEiwvwW+TZPJPvMiGfZZ/W5249f9i6fut+4idAgMCcQNo/xu8Ax2//xrKOrSFx3dfSbSC1uaW/rfnn0l/K27z2Bba2n9ICufaZiz+3fun4pV9WoPXvL0YAl20fUidAgAABAgQIECBAgAABAgQIECBAgAABAgQIECBAgMBhAjqAD6OWEQECBAgQIECAAAECBAgQIECAAAECBAgQIECAAAECBMoK6AAu6yt1AgQIECBAgAABAgQIECBAgAABAgQIECBAgAABAgQIHCagA/gwahkRIECAAAECBAgQIECAAAECBAgQIECAAAECBAgQIECgrIAO4LK+UidAgAABAgQIECBAgAABAgQIECBAgAABAgQIECBAgMBhAjqAD6OWEQECBAgQIECAAAECBAgQIECAAAECBAgQIECAAAECBMoK/CmbvNQJECBAgAABAgQIECBAgAABAgQIECBAYEngdrv9nR2vS8uaR4AAAQIECBDICfx5PB65Zcw/UUD9nIi/Q9bqbwfEhST4LuAcMIv/AcgLWdzv94W5Zm0V0L63CfLb5pdbm29OaNv8q/tevfzbWk/7azu/aL8OlYAAgfYE3t7mH9AYx2Wdwu3Va0sRRzsrFXPp9LfGbfvaKtj2+lvb59b1a9ezfdReQ8vxzZ9hLK9nLgECBAgQIECAAAECBAgQIECAAAECBAjsIJAusse/HZKTBAECBAgQIHBxAR3AF28Aik+AAAECBAgQIECAAAECBAgQIECAAAECBAgQIECAQD8COoD7qUslIUCAAAECBAgQIECAAAECBAgQIECAAAECBAgQIEDg4gI6gC/eABSfAAECBAgQIECAAAECBAgQIECAAAECBAgQIECAAIF+BHQA91OXSkKAAAECBAgQIECAAAECBAgQIECAAAECBAgQIECAwMUFdABfvAEoPgECBAgQIECAAAECBAgQIECAAAECBAgQIECAAAEC/QjoAO6nLpWEAAECBAgQIECAAAECBAgQIECAAIHGBG63W2MRC5cAAQIECBCoXeDP2QE+Ho+zQ5D/iQLq/0T8HbJWfzsgLiTBdwGngVn3+72BKPsN0fazXLd8ln1Kz+W/TTjnl7uAmlt/W3TWJlC3gPOTuutHdAQIXFNgfO4yda4yNa0lrXEZ944951M6/73LI71jBXLt59hojs/N9nG8eUs59r599N7+T+8Abqmxi5UAAQIECBAgQIAAAQIECBAgQIAAAQJbBdJF57jwHK9b07Q+AQIECBAgQCAEPAI6JLwSIECAAAECBAgQIECAAAECBAgQIEDgAAGdvgcgy4IAAQIECFxYQAfwhStf0QkQIECAAAECBAgQIECAAAECBAgQOEdgOAr4nAjkSoAAAQIECPQqoAO415pVLgIECBAgQIAAAQIECBAgQIAAAQIECBAgQIAAAQIELiegA/hyVa7ABAgQIECAAAECBAgQIECAAAECBAjUIOBR0DXUghgIECBAgEB/AjqA+6tTJSJAgAABAgQIECBAgAABAgQIECBAoHKBx+PxK/3zR4AAAQIECBDYW0AH8N6i0iNAgAABAgQIECBAgAABAgQIECBAgMCMwNvbxyXZNPpXB/AMkskECBAgQIDAJoE/TjI2+RVfWf0UJz41A/Vblp9vWd+zU7/f72eHIP8FAdvfAs4Os/jugLghCf4b8FasutV36/orQmx6ET5lq8/5SVlfqRMgQKB1gej4TeWIRz/Ha81ly8WYO7/IzS9d9tL553xKl0/6BLYIlN4+tsSW1s1tX7n4c+tvjc/6bQvk2k/tpcu1byOAa69B8REgQIAAAQIECBAgQIAAAQIECBAg0I1AXLCN124KpiAECBAgQIBANQI6gKupCoEQIECAAAECBAgQIECAAAECBAgQIECAAAECBAgQIEBgm4AO4G1+1iZAgAABAgQIECBAgAABAgQIECBAgAABAgQIECBAgEA1AjqAq6kKgRAgQIAAAQIECBAgQIAAAQIECBAgQIAAAQIECBAgQGCbgA7gbX7WJkCAAAECBAgQIECAAAECBAgQIECAAAECBAgQIECAQDUCOoCrqQqBECBAgAABAgQIECBAgAABAgQIECBAgAABAgQIECBAYJuADuBtftYmQIAAAQIECBAgQIAAAQIECBAgQIAAAQIECBAgQIBANQJ/qolkJpDH4zEzx+QrCKj/tmtZ/dVdf/f7ve4ARbdJwPa3iW/zyvy3Eeb8brfbYga59RdXNjMrwDdLdOoC6qcsv/Onsr5SJ0CAQM8Cb28f43DSuWzufLY2B+cXyzVyts/W9pSLf2v6y3rmElgWyLXP5bV//dq6fi79s+fbPs+ugXPzz7VvI4DPrR+5EyBAgAABAgQIECBAgAABAgQIECBAgAABAgQIECBAYDcBHcC7UUqIAAECBAgQIECAAAECBAgQIECAAAECBAgQIECAAAEC5wroAD7XX+4ECBAgQIAAAQIECBAgQIAAAQIECBAgQIAAAQIECBDYTUAH8G6UEiJAgAABAgQIECBAgAABAgQIECBAgAABAgQIECBAgMC5AjqAz/WXOwECBAgQIECAAAECBAgQIECAAAECBAgQIECAAAECBHYT0AG8G6WECBAgQIAAAQIECBAgQIAAAQIECBAgQIAAAQIECBAgcK7An3OzlzsBAgQIECBAgAABAgQIECBAgAABAgT6FXh7e/t1u936LaCSESBAgAABAtUJ/Hk8HtUF1VNAOd/cyV9u/Z6slOWngPr/aXLklPv9vphd+gK39Jdbf2ld89oXsP3WXYfq59z62eq/df1zS39+7vzOrQP+5/rnzs9y53fnRi93AgQIEGhRYHxsyV0LbLGMYj5XoPT5Zen0S+vZ5koLS/9Mgda3z9J2V9/+jQAu3cKkT4AAAQIECBAgQIAAAQIECBAgQIDAZQXSBeirX4S+bOUrOAECBAgQOElgefjaSUHJlgABAgQIECBAgAABAgQIECBAgAABAgQIECBAgAABAgSeF9AB/LyZNQgQIECAAAECBAgQIECAAAECBAgQIECAAAECBAgQIFClgA7gKqtFUAQIECBAgAABAgQIECBAgAABAgQIECBAgAABAgQIEHheQAfw82bWIECAAAECBAgQIECAAAECBAgQIECAAAECBAgQIECAQJUCOoCrrBZBESBAgAABAgQIECBAgAABAgQIECBAgAABAgQIECBA4HkBHcDPm1mDAAECBAgQIECAAAECBAgQIECAAAECBAgQIECAAAECVQr8eTweVQZ2laCu7n/18l+lnZcq5/1+L5X0qnTPzn9VkB0vZP9Rd+Wqn7rrZ2t06nerYNn11Q/fsgJ9p+78ru/6VToCBAicIXC73X6lf/4IEDhH4Orfj7buf3J+W9M/p1XI9SoCufbbukNu+zMCuPUaFj8BAgQIECBAgAABAgQIECBAgAABAtUJ/P79W+dvdbUiIAIECBAgcA0BHcDXqGelJECAAAECBAgQIECAAAECBAgQIEDgQIHcyJwDQ5EVAQIECBAgcDEBHcAXq3DFJUCAAAECBAgQIECAAAECBAgQIECAAAECBAgQIECgXwEdwP3WrZIRIECAAAECBAgQIECAAAECBAgQIECAAAECBAgQIHAxAR3AF6twxSVAgAABAgQIECBAgAABAgQIECBAgAABAgQIECBAoF8BHcD91q2SESBAgAABAgQIECBAgAABAgQIECBAgAABAgQIECBwMQEdwBercMUlQIAAAQIECBAgQIAAAQIECBAgQKCswNuby65lhaVOgAABAgQILAn8WZpp3naBx+OxPREpXFbgfr9ftuwKXl7A/qm8cckc1F9J3fPTVr/n18GWCNTfFr3y66qf8sYlc3B+XFJX2mcL5PZPt9ttU4i59Dcl/r5yLr7S+W+Nv/T6OZ/S+dfun/PJxZ9bP+e7Z/rDjt9curm4zF8nkKv/XD3k1l8XhaUI1CmQa/9boy6d/tb4tq5v/7BV0PolBXLbn1vRSupLmwABAgQIECBAgAABAgQIECBAgACBywnoNLhclSswAQIECBCoSkAHcFXVIRgCBAgQIECAAAECBAgQIECAAAECBAgQIECAAAECBAi8LqAD+HU7axIgQIAAAQIECBAgQIAAAQIECBAgQIAAAQIECBAgQKAqAR3AVVWHYAgQIECAAAECBAgQIECAAAECBAgQIECAAAECBAgQIPC6gA7g1+2sSYAAAQIECBAgQIAAAQIECBAgQIAAAQIECBAgQIAAgaoEdABXVR2CIUCAAAECBAgQIECAAAECBAgQIECAAAECBAgQIECAwOsCOoBft7MmAQIECBAgQIAAAQIECBAgQIAAAQIECBAgQIAAAQIEqhL483g8qgpIMNcSuN/v1yqw0nYlYP/ZdnWqv7br7+zotZ+za6Bs/uq3rG8udf45obbnO/9vu/5EvyyQ23/dbrflBDJzc+lnVi8+u/b4igNszODqflvLv3X9XPWtSX+4jQ/f59I2f7vAmvpZymXr+ktpX2Ge9n6FWr5uGe0fttW9/cM2v61rGwG8VdD6BAgQIECAAAECBAgQIECAAAECBAgQIECAAAECBAgQqERAB3AlFSEMAgQIECBAgAABAgQIECBAgAABAgQIECBAgAABAgQIbBXQAbxV0PoECBAgQIAAAQIECBAgQIAAAQIECBAgQIAAAQIECBCoROBPJXEIgwABAgQIECBAgAABAgReFLhn1nPnbwbIbAIECBAgQIAAAQIECBAg0JGA6wAdVaaiECBAgAABAgQIECBAgAABAgQIECBAgAABAgQIECBwbQEdwNeuf6UnQIAAAQIECBAgQIAAAQIECBAgQIAAAQIECBAgQKAjAY+A7qgyFYUAAQIECBAgQIAAAQIECBAgQIAAgWMFbrfbr7c342yOVZcbAQIECBAgsCSgA3hJ533e/Z77Na1MAmYT6Fjg8Xh0XDpF2yqgfWwV7Ht97aPv+s2VTv3nhNqer37Pqb+9Ljn7/nNO/cl1H4Hc/id10Gz5y6WfS3vr+rn0za9bQP3XXT9bohvvW8aft6RtXQItCPS+f7NNt9AKxVirQO/7h7Pdc/snHcBn15D8CRAgQIAAAQIECBAgQIAAAQIECBBoViCN/s1dhG22cAInQIAAAQIEmhTY60bxJgsvaAIECBAgQIAAAQIECBAgQIAAAQIECBAgQIAAAQIECPQkoAO4p9pUFgIECBAgQIAAAQIECBAgQIAAAQIECBAgQIAAAQIELi2gA/jS1a/wBAgQIECAAAECBAgQIECAAAECBAgQIECAAAECBAj0JKADuKfaVBYCBAgQIECAAAECBAgQIECAAAECBAgQIECAAAECBC4toAP40tWv8AQIECBAgAABAgQIECBAgAABAgQIECBAgAABAgQI9CSgA7in2lQWAgQIECBAgAABAgQIECBAgAABAgQIECBAgAABAgQuLfDnfr9fGkDhCSwJPB6PpdnmEdgkoH1t4rNyRkD7ygB1Plv9913B6rfv+i1dOt//SgtLf4tAbv92u90Wk8/Nz6W/mLiZBAgQGAnEPuft7e1XvB8t4iMBAh0IOH84txJL719z9Vs6/3N15d66QK79GgHceg2LnwABAgQIECBAgAABAgQIECBAgAABAgQIECBAgAABAv8EdABrCgQIECBAgAABAgQIECBAgAABAgQIECBAgAABAgQIEOhEQAdwJxWpGAQIECBAgAABAgQIECBAgAABAgQIECBAgAABAgQIENABrA0QIECAAAECBAgQIECAAAECBAgQIECAAAECBAgQIECgEwEdwJ1UpGIQIECAAAECBAgQIECAAAECBAgQIECAAAECBAgQIEBAB7A2QIAAAQIECBAgQIAAAQIECBAgQIAAAQIECBAgQIAAgU4EdAB3UpGKQYAAAQIECBAgQIAAAQIECBAgQIAAAQIECBAgQIAAgT8I6hZ4PB51Byi6rgVy7e92uy2WP7f+4spmEigsoH0WBr548trXxRtApvjaRwbI7EWB+/2+ON9MAmcKlN6/lU7/TDt5EyDQjkBcC3l7+xpXY//UTv2dEWm0mTPylieB1gXO3r+enX/t9Wf/VncNfZ2p1B2n6AgQIECAAAECBAgQIECAAAECBAgQIECAAAECBAgQIEAgI6ADOANkNgECBAgQIECAAAECBAgQIECAAAECBAgQIECAAAECBFoR0AHcSk2JkwABAgQIECBAgAABAgQIECBAgAABAgQIECBAgAABAhkBHcAZILMJECBAgAABAgQIECBAgAABAgQIECBAgAABAgQIECDQioAO4FZqSpwECBAgQIAAAQIECBAgQIAAAQIECBAgQIAAAQIECBDICOgAzgCZTYAAAQIECBAgQIAAAQIECBAgQIAAAQIECBAgQIAAgVYEdAC3UlPiJECAAAECBAgQIECAAAECBAgQIECAAAECBAgQIECAQEbgz+PxyCxiNgECcwJX336uXv65dtHLdPXbS03WWQ7tq8566SUq7auXmjynHPf7/ZyM5UqgAgH7zwoqQQgECFQvkPaVv3//rj5OAdYj4Ph6bl3cbrfFAHL1k1t/MXEzCXQukNt+Oi9+9cUzArj6KhIgAQIECBAgQIAAAQIECBAgQIAAAQIECBAgQIAAAQIE1gnoAF7nZCkCBAgQIECAAAECBAgQIECAAAECBAgQIECAAAECBAhUL6ADuPoqEiABAgQIECBAgAABAgQIECBAgAABAgQIECBAgAABAgTWCegAXudkKQIECBAgQIAAAQIECBAgQIAAAQIECBAgQIAAAQIECFQvoAO4+ioSIAECBAgQIECAAAECBAgQIECAAAECBAgQIECAAAECBNYJ6ABe52QpAgQIECBAgAABAgQIECBAgAABAgQIECBAgAABAgQIVC+gA7j6KhIgAQIECBAgQIAAAQIECBAgQIAAAQIECBAgQIAAAQIE1gn8WbeYpeYEHo/H3CzTCRAoLJDb/m6322IEufUXVzaTwEYB7W8joNU3CWh/m/isXFjgfr8XzkHyBOoVsH+ut25ERoAAgRDIXWuI5bwSIFCHwNbzq63r16Fw3Sjss69b90r+65cRwFoBAQIECBAgQIAAAQIECBAgQIAAAQIEVgi8vbmcuoLJIgQIECBAgMDJAs5YTq4A2RMgQIAAAQIECBAgQIAAAQIECBAgUL9AGknmaSX115MICRAgQIAAASOAtQECBAgQIECAAAECBAgQIECAAAECBAgQIECAAAECBAh0I2AEcDdVqSAECBAgQIAAAQIECBAgQIAAAQIECBAgQIAAAQIECFxdQAfw1VuA8hMgQIAAAQIECBAgQIAAAQIECBAgQIAAAQIECBAg0I2ADuBuqlJBCBAgQIAAAQIECBAgQIAAAQIECBAgQIAAAQIECBC4uoAO4Ku3AOUnQIAAAQIECBAgQIAAAQIECBAgQGBR4Ha7Lc43kwABAgQIECBQk8Cfx+NRUzxiIdCUgO2n7upSP+fWD/9z/eVeVkD7Lusr9W0C9/t9WwLWJkCgmIDjRzFaCRMgQKCYwLDj9+3NWJpi0BImQIBAAQHn3wVQO0pyeIyfKlau/eTWn0rzyGnOWo7UlhcBAgQIECBAgAABAgQIECBAgAABAs0J6PxtrsoETIAAAQIELi2gA/jS1a/wBAgQIECAAAECBAgQIECAAAECBAgQIECAAAECBAj0JKADuKfaVBYCBAgQIECAAAECBAgQIECAAAECBAgQIECAAAECBC4toAP40tWv8AQIECBAgAABAgQIECBAgAABAgQIECBAgAABAgQI9CSgA7in2lQWAgQIECBAgAABAgQIECBAgAABAgQIECBAgAABAgQuLaAD+NLVr/AECBAgQIAAAQIECBAgQIAAAQIECBAgQIAAAQIECPQkoAO4p9pUFgIECBAgQIAAAQIECBAgQIAAAQIECBAgQIAAAQIELi3wp/fSPx6PokW83W6L6ZfOfzFzMwlULpDbPnLbV654ufRz65tPoGcB20fPtatsOYH7/Z5bxHwCBC4q4Ph40YpXbAIECCwIpGNDuj7hHHIBySwCCwJvb8agLfCYRYDAiQJbv/9tXb900e19SwtLnwABAgQIECBAgAABAgQIECBAgAABAgQIECBAgAABAgcJ6AA+CFo2BAgQIECAAAECBAgQIECAAAECBAgQIECAAAECBAgQKC2gA7i0sPQJECBAgAABAgQIECBAgAABAgQIECBAgAABAgQIECBwkIAO4IOgZUOAAAECBAgQIECAAAECBAgQIECAAAECBAgQIECAAIHSAjqASwtLnwABAgQIECBAgAABAgQIECBAgAABAgQIECBAgAABAgcJ6AA+CFo2BAgQIECAAAECBAgQIECAAAECBAgQIECAAAECBAgQKC2gA7i0sPQJECBAgAABAgQIECBAgAABAgQIECBAgAABAgQIECBwkMCfx+NxUFZ9ZsOv7XpVf3XXn/qpu37Ojk77OLsG5H9lgfv9fuXiKzsBAgUFHN8L4kqaAAECBFYL3G631ctakACBZQHfH5d9zN0m8Pa2PMZxa/vLpb8temsTKCuwvHWUzVvqBAgQIECAAAECBAgQIECAAAECBAgQIECAAAECBAgQILCjgA7gHTElRYAAAQIECBAgQIAAAQIECBAgQIAAAQIECBAgQIAAgTMFdACfqS9vAgQIECBAgAABAgQIECBAgAABAgQIECBAgAABAgQI7CigA3hHTEkRIECAAAECBAgQIECAAAECBAgQIECAAAECBAgQIEDgTAEdwGfqy5sAAQIECBAgQIAAAQIECBAgQIAAAQIECBAgQIAAAQI7CugA3hFTUgQIECBAgAABAgQIECBAgAABAgQIECBAgAABAgQIEDhTQAfwmfryJkCAAAECBAgQIECAAAECBAgQIECAAAECBAgQIECAwI4Cfx6Px47JSYoAAQLHCeT2X7fbbTGY3PqLK5tJgMCpAvf7/dT8ZU6AAIFeBZwf9VqzykWAQGmB1vefW78/59Yv7Z9LP1c/tcefK5/5BAgQuKpA6etDpdO/ar0p9zECRgAf4ywXAgQIECBAgAABAgQIECBAgAABAgQIECBAgAABAgQIFBfQAVycWAYECBAgQIAAAQIECBAgQIAAAQIECBAgQIAAAQIECBA4RkAH8DHOciFAgAABAgQIECBAgAABAgQIECBAgAABAgQIECBAgEBxAR3AxYllQIAAAQIECBAgQIAAAQIECBAgQIAAAQIECBAgQIAAgWMEdAAf4ywXAgQIECBAgAABAgQIECBAgAABAgQIECBAgAABAgQIFBfQAVycWAYECBAgQIAAAQIECBAgQIAAAQIECBAgQIAAAQIECBA4RkAH8DHOciFAgAABAgQIECBAgAABAgQIECBAgAABAgQIECBAgEBxgT/Fc5BB1wKPx6Pr8ilc2wLaZ9v1tzX6+/2+NQnrEyBAgACB3QWcn+xOKkEClxHI7T9ut9uiRW79xZXN7F5ga/vYun73wApIgAABAgQIEDhYwAjgg8FlR4AAAQIECBAgQIAAAQIECBAgQIAAAQIECBAgQIAAgVICOoBLyUqXAAECBAgQIECAAAECBAgQIECAAAECBAgQIECAAAECBwvoAD4YXHYECBAgQIAAAQIECBAgQIAAAQIECBAgQIAAAQIECBAoJaADuJSsdAkQIECAAAECBAgQIECAAAECBAgQIECAAAECBAgQIHCwgA7gg8Fl9/+3b0c5CsMwFAAVqfc/crJ7ARKQ4+CW+aXYccdSBXoqAQIECBAgQIAAAQIECBAgQIAAAQIECBAgQIAAAQIEsgQEwFmy+hIgQIAAAQIECBAgQIAAAQIECBAgQIAAAQIECBAgQOCwgAD4MLjjCBAgQIAAAQIECBAgQIAAAQIECBAgQIAAAQIECBAgkCVwjTGyeutLgACBqUDvfXrdRQIECBAgQOD3BPw/+b2du2MC7wqsng+ttWmrVf20+AYXn35/N1iBEQkQIECAAAECBAiUEfAGcJlVGIQAAQIECBAgQIAAAQIECBAgQIAAAQIECBAgQIAAAQIxAQFwzE81AQIECBAgQIAAAQIECBAgQIAAAQIECBAgQIAAAQIEyggIgMuswiAECBAgQIAAAQIECBAgQIAAAQIECBAgQIAAAQIECBCICQiAY36qCRAgQIAAAQIECBAgQIAAAQIECBAgQIAAAQIECBAgUEZAAFxmFQYhQIAAAQIECBAgQIAAAQIECBAgQIAAAQIECBAgQIBATEAAHPNTTYAAAQIECBAgQIAAAQIECBAgQIAAAQIECBAgQIAAgTICAuAyqzAIAQIECBAgQIAAAQIECBAgQIAAAQIECBAgQIAAAQIEYgJXrDy/uveef4gTCBAgQIAAAQIECLwpMMZ485u+RoAAgVoCq+dXa2068Kp+WnzgYvX5DhA4ggCBTQKeJ5sgtSHwL7D6fQGJAAECBHIEvAGc46orAQIECBAgQIAAAQIECBAgQIAAAQIECBAgQIAAAQIEjgsIgI+TO5AAAQIECBAgQIAAAQIECBAgQIAAAQIECBAgQIAAAQI5AgLgHFddCRAgQIAAAQIECBAgQIAAAQIECBAgQIAAAQIECBAgcFxAAHyc3IEECBAgQIAAAQIECBAgQIAAAQIECBAgQIAAAQIECBDIERAA57jqSoAAAQIECBAgQIAAAQIECBAgQIAAAQIECBAgQIAAgeMCAuDj5A4kQIAAAQIECBAgQIAAAQIECBAgQIAAAQIECBAgQIBAjoAAOMdVVwIECBAgQIAAAQIECBAgQIAAAQIECBAgQIAAAQIECBwXuHrvxw91IAECBAgQIEDgyQJjjCffnnsjQIAAgRcCd3/+333+F2vxMQECBAgQIPBFAb8vvojvaAIEQgKttWn96vm2qp8233DRG8AbELUgQIAAAQIECBAgQIAAAQIECBAgQIAAAQIECBAgQIBABQEBcIUtmIEAAQIECBAgQIAAAQIECBAgQIAAAQIECBAgQIAAAQIbBATAGxC1IECAAAECBAgQIECAAAECBAgQIECAAAECBAgQIECAQAUBAXCFLZiBAAECBAgQIECAAAECBAgQIECAAAECBAgQIECAAAECGwQEwBsQtSBAgAABAgQIECBAgAABAgQIECBAgAABAgQIECBAgEAFAQFwhS2YgQABAgQIECBAgAABAgQIECBAgAABAgQIECBAgAABAhsEBMAbELUgQIAAAQIECBAgQIAAAQIECBAgQIAAAQIECBAgQIBABYGrwhBmIECAAIHPBcYYnxepIECAAAECBAgkCvh9koirNQECBAgQIECAAAECBAgcE4j+v43WR2/UG8BRQfUECBAgQIAAAQIECBAgQIAAAQIECBAgQIAAAQIECBAoIiAALrIIYxAgQIAAAQIECBAgQIAAAQIECBAgQIAAAQIECBAgQCAqIACOCqonQIAAAQIECBAgQIAAAQIECBAgQIAAAQIECBAgQIBAEQEBcJFFGIMAAQIECBAgQIAAAQIECBAgQIAAAQIECBAgQIAAAQJRAQFwVFA9AQIECBAgQIAAAQIECBAgQIAAAQIECBAgQIAAAQIEiggIgIsswhgECBAgQIAAAQIECBAgQIAAAQIECBAgQIAAAQIECBCICgiAo4LqCRAgQIAAAQIECBAgQIAAAQIECBAgQIAAAQIECBAgUETgD9sm8kCYEGGtAAAAAElFTkSuQmC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664875"/>
            <a:ext cx="1488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Избранное и модальное окно с полным описанием книги</a:t>
            </a:r>
            <a:endParaRPr lang="en-US" sz="3200" dirty="0"/>
          </a:p>
        </p:txBody>
      </p:sp>
      <p:pic>
        <p:nvPicPr>
          <p:cNvPr id="5" name="Image 2" descr="data:image/png;base64,iVBORw0KGgoAAAANSUhEUgAAAdoAAAE6CAYAAACxoJMtAAAAAXNSR0IArs4c6QAAAERlWElmTU0AKgAAAAgAAYdpAAQAAAABAAAAGgAAAAAAA6ABAAMAAAABAAEAAKACAAQAAAABAAAB2qADAAQAAAABAAABOgAAAABOzFJWAABAAElEQVR4Aey9a3ckOZKm5ySDZGZWVlVXX6Y0070jTY/2SNqjlX6ufoz+iD7sOfqwq51bz0x1VeWFlyD1PK/BPDyCwVsmM7OqOkF6OBwwmBkMcDMYAHc/+L/+7//nmjCt19cTp+n6ioPI5fpyurpaE7+aLi7Oc0yE9eV6ulqvp/OLi+n6Upir6fpiPa2vzqfLy3PyLsFF2jVwV9fTAQfYLTodHHB9cDQdHR5Nq8PD6Xh1Mh0er6bDFYfnw+NptTqaDqaj6fDokBJH0+tXr6Yffvxx+vGHH8ALPwcHwHHwZ7g4O5vO3ryaLs/eTmfnb4reGt7kf/0WHo2fwbdneeKgTldXXFNP+SQh54NxfUC+9TZYB4Owy3Mu+DmAn91wSN2ePXs+ffXNN9OL58+nZy9ecv1iOj4lzvXBCu6RQw6kIwrl1EH+wpuy7Tj0TU84VFaHyGLifERhro+U2yryPTwo2QiLyGnLc6hcTJfnZ9Cp+ov/inZCQNAouVBZ/q8oM+RC/tXVZfqCMNfINe0Nr5e0/TV5uQ5vlCHdtjEcws3hkI0ySjwV3cjr2voBK3/2qfAEjrQzdRV39SVkpJyUBfAnJ/Qb6i/e7iv2qeozyqTywgeyuB48eb0J8rHk5WC6QljWM3/eD8iKrk3fho9LDs7KbE365eA3PHe7DORwktj1oh02dK2Bx22h22609R6wfX1OMNtafgyHnK4OkZc8c0YISe9+dm3nIYiry+ReSOrNH7EKt4EV54Zel+j8vk4b2e6Eg7QDbTauD2XY9DrNuJM2YHbxpcDip3EtkoiOuiqERVjC1j2yaf+DvW2lBlrCVPzqYLTN6FdVr5Ilv7kHJbuse98LzU7zUvWzjDx7Tkl+mndpdZ8wzzDqt+C58VV+89JXFinel3AdP0R/LEOnd9rudad77rov0+b43vtuzn1YZPTbDbB1VzYtn03OQ2Laj2rSHZk2nW7bu5A17AzTuEa/mNM3kSFhG2E/493R5S/3cLXXBsMitqn+TVyFp4yKtMSFqq+zN3Do941cZ5Xr6vh4OuF4joE6P0chyynwXTU7QR0qV1PLqC/Y2o5Gzt2xxWaCzJDmFUpaw1udWcNRxvYIw99Gd4lwXye086mkz96eMagAAYbRAcaVXJN3dKFRWI0BB0YIw7u8oZf4nyoe+ddd/FQofxJ4uv1/Esx8ZuKzBD5L4LME9kgAQ4vyj5HzfNMil4HUGGk88Hb847I9Pr0YDWbyMYDt4WxoldFsQ3sdbxdKR+Ijz0NDy9mR4uEVfGD49BxUoo48j0+O8aj1nvB29Djgoyz0hkqsZC7LyNevYBsa8nhwfQS/l6MOkKJMRtTWz78uuEA9e2kYSUkvQ+ct05SRPJ7jQWqgNbR6WThJ4fsI7/3k+JT64knCwOGl/jl1BSbe2GIkGKNNwdmbHYQiTxviAcF6lTxtJhvvAYX2gsjjEfXQC35nJHsx35aY3imp26pK+m1Zt+F8TLpOkVXdHr7dV3e5/vBhjA/3ErqPw72FPnJi7ruPTDO9Jd78+3cc+92WnOPpvD/e20Xy1P3qqfHdzvnPI2erNZ+UZQwtHWNLaUIs7vO2RUHFAldpgus9ahg1FPbbq4GDqOYqv4lZxmnHlE3BVOCaTmmZmqYd8Rjb6wkbPIfYBX/0EmHhAEOsk4glG3TAP9z9lYYQEmt/RghvpFuOSb+BA3wgK3tGeaumRysdK6RnnPqAZ4FLlIdOw3UQNGp+Q88s8WiI9MANTlc4bb4KrqtptV5NV0zBO91rVY6ZOhdTTXkC51Q6Bjr8iCABYtaYk4e8m3JfmOUuIHwsuK+i1lmEIssBr/C+U6OqU5UIYNXRchy245y3QTUnARMZzAkjQrq0EoLHmLgKm7/XauPWyINW4IvZivq7YCAYx3WacwO1iAm1KDT6kACL1K2LpIcXeVKSpISYpTZBcd4edgssry14o4UWqBr2DgJm2X6ZNgX+DtBCLM67aBZU0BLtJsh1JxbIjV9hi/6S747fAH/ChK6PDBh2z5X6kN/i1l/vvcazU7Lvn53kx19KZ5fG7vU21mVf24Xcn7cLtY3vp3W1j9du24dzmtYbqDZNWC07Y1nc/3Pa3oiIPJbl7+dpFSUbdc+YPR2GQirOmSPWuDCUIlcF6lldcgS0LF7Y0WimYYdizPqbStQ1QY7ywIA54ki6a3BgFBdG82jlNLJ520y7vnaEQVqd4tW6JshamWutVvRqGHCnaYtHp5QPgLMORdN6KJYrjWcM3ZproaCvgiFdAy6/sbhaPti2tv4d3GiA0WKAGUpM22kqrniinC8uzqartwJiUKnnJdenrNVeHJ1Nq6OT6ZhpcdcnI29kp4d8hdetl3sUAyyvBNJLPnAFr9fKngybe5u6KRsZIiWK8guj5qSMBWTcBjNRq41FklLVWZmJv/pBGdUqkjYb5SPbMKDBLHRtJMN1CScFU7+QtfB2cK3avqXxUvyGkn7NoJBRif4SrYl2KIC/ji41wIBJXQt8JN48XS/atiRmJaDZhS2/oHHADIRVsm0PWnYkOGjcDhv5b6fvu1oQC9fW1eNmGC1I7sAvLwNMLGHJeyvpSNB2b9ib6EgRT2MgZuX2hqLHnULftE+UfAN9a5lC7QCzg/e6/WOmclfZLnTruWXe2FomnKOILDjydq9vxXkzIwO90Zusf2GsX9vdmDVKLQe5m1juS7F0t4XxrpvlbiIVIlA3syxQ1SdPGMMGzNjmKpnv+OMA1rAP25L7gnrEb9pqiVVsu227zL8bd/N5E6qls5uzB/cNnoQZ5dEh1Sv2lAOqu/9Yoy2BbUh3zAp2ByiGvHXRLBFwzB34m4/cNxiuKIJcWJYbHqPnDZpuibG8zuJ7btsYD5VbppDhKsZEBotcfjU4K4zR8dHxdMbGJkOMNTjdkGN5ttSQhs/Kxhrnd6XpNRDQG9haQVIH7e5BWsGydG2uY2uB7Rsnt88oG3qBXHCmFHOpvFpmRrurVdrl+dvpNciPMa5OG7spyY1geq5HnE9OTrOWm3ELOC9Zw12ZrwGGZw0RLu4slOZAzrWRd4cFX3sALX47xO05imV/bqduGDNFXk3ZpHLxgGAbRNnNMn1AoQFiv5QukntAaL4LVD7pXovQF10bsmz/Tl5AOqgxHG4jWEDcFRWhR/ehu2BvzysDcXv+nJM61D3wvjRnnA+MdF/YI8IHYhBsT2nr9NQBnPantEwUXvXlbUpdo6cm/gB8g7dl1QebKfwJOXsA83eBbEu4LBdpj9QH98tCOu8opQj9bp5WDbNsoLuqbd6y6jUKLu9CRssDwEPRyAEYb4Vaeu3tnHQ9UKxK0jBATpnGwOJxOuVl+qRxGcEdrpdMtZp87XolO4oP8A7Pzl5P52/f5Fqv9tLdxvFuoRWvV4KFRL7ALIfzHdIjeL0ThwEsEKOZKTAUZQBvkX1AdvLaGKcu7lrVSI7GW1/i2bJT++DscDo7fMO687Psnl2tGDwcvcZrZ932xClj9g5jgC9Zkz4+Znctu7AP8aRcG3WjloMOaRfeHQZaYFtnYbaVttP+ytgc290j+EBcMiGB/1l4RhPMJzV5nbY5V1lb+bGh6O7D2zzeQnImlHadr9JyVTcR3BK6zy9vwga1T8SrL0GQvM1B+lMYlsB2XjRyEO2kN/InOjs7fPuI/YmIfEA03TQtpY1MH0O0Sz+mzDvCpqM013XfbPedTd47Uril2Pb9ewvQjeSsHnTqh2Kt8X+w89O0b9/r0dt7eX03Ge9FtSdx49HCgauY2cyEiqmp2CqxzZwqWW9UZeZUX01k5RxvNlhYZ3WXrVD6vcCKn9r6Z7qe2BplH0yke7YveDg9fZgeTOVBkUcrMFJXeWwHY4rRvWD984JdvTXlC07dUQxyDGVcUyhxLoMiHzUlqBHc7nMq+eLRjplHQWaNjxwG8FaZxZRjKVnxV6hBQsUPr4YXamGO1Jy6yZePQr19c8imKKePTxhXHDGlfJJp8hPOKwyvU+5HrOdqjF0bjrGNHDWU1kP5wP9wa6udJLbsNIM3k4mGFesJjI+zGCxXa9S2S8kn9SBP1MvWtm3KBCmbOsSmB+VfDHaQgmewEfaADe1iUogEOTDdILiGI1PdZLhFLDiRtzMiCUFCW4uvC5pBvAy90forGKW0BCw0/i7bVggppHZcuFEtOEmtx9LIVDahw6BHOTCq7jr3ICtrtzOv++mCKTg9h0hFdn5HfbdSC1/TckjTpBpspjgqd9gj/0ZnBYyn7Steu/Vv4mqc1TIpJMVxSIn4uBeap5zJ6rZI/xyIio7lCU65jQb0ES2DZedy43pfumnVUnImH4bBV9BXWudUXSFZgEToafNFJ9bZdt2EBoIv77NcWudO30C+a2xZ38KxvHcba/NUeVLPMUTZUM2VTWu8+7f5ZXSpR+S0KZEyo+AuL7vXXWqD70lFUejTL+WzaxOtMPJGGvXbqfqSta14dDopLYuWTUloCzQXeweugyeMwyiwoG6/yGXzexOnKbOh9aIboe5FjZSphjkCTBMDnmTRZ+ctTBxjEFTEK6aGr3gAUeOgsVgGbyaniQ9YqzWoqGYWTeKId5r1VHK5voyRxbiO53nPOV9lF7LTwxpdnpNletadtTVlXLirAhptqcAnFcvzg9JIihyMIBOk55SfgaOZG5czeG42+dvJEE2nYVDtrFEowQm/5KtwTHeN+c2bcx4Dcg36hGlvp5NPkNklstPDLa92veIa2Wpw3c18hGxOT5/N8p8FKE8QCM2wteGtbpoyQOl08BiW5Mc/yjq4kVf7gR2uSgNnPIWqfP9qVlV4CcAkvUmKfBF2Luec8CUBgr8NVzSaB9N3W0xCA5pT1U8sndqY+rrylr/NaqdZYlPKC+rWZJSLdAIjd0bqbPrc5qYPye1gS85T/uzyv407HMrYdrJXZm0lD9jtxJ1yy0Id77OgjZCz0aD0J5HxK9wmdAnlZxhS3ZFl5d34jYHf4N/QL0xL+IGepMHYJmEJtic+6kJOeJwZ3gP6JEkPZuwGtbtKbud1JbplbqD6aSQ006PJ3ocpUW1q3ZiaQF8/5rzE9jA8qyOsZf3pe6Js6VEq2VJcPZIqJhpllDLTmM7OljeF4chQgKlN1lF5gwUKW++IvVZg9RGdUtTgGz1WA5yXLegVwDf2A1waZlQqm4E0Nnqweqjr88vp3GniM16KgVF1zVNDu75g2hi4MrK+KOOC2V+QKQenl91lDPJ+hKh872E4ANF7ger4oxh2o/QS6dRPRM4mG1K9iqYOrRws30rW0dMYHxSko3Zira8LTi5M33h/7t4+f00adbo8ok6XzzOVnJdu+IIQPF43i10dX8f79SUTF4cX0wmzBhmcM03dM+31YLztWGIIgDWUYZkZoQ1TjcZqxCt/zgzop0UyZIJ6DqYlo4S0SYfY4RBQy2LOfEAkfQ46etHK5SlChoOgmnneg3R3tCuI8Ps4OJS3TaMXZHi2gKW27xUSftKh27+ZtN1Me5f2axyPOsc7SOuMRqL0jvCbn11epVMe2iizt8WE2hdsXdsqPWQfwB1pMrjD5B3Qnzqr7+3wMUS9xVMGK6a8iyy2MH24i5nH9yPR/WXrFt5CWfp+/92/BfhOFyv1o10vyiU/SzwoUJSoytfO7uMo1yh511RdA/Xsm3tiqnxeVI8yNXFasuIHrjFeOw3KtG46qfgxgcDGGODZupNVr1NvzRu9n5W9UstT7s0b3vr09m0828uLt3iwrsuyJsvboDQ6V775yDcVgdNHe6Kws0aL8sBSOmWLtS0lYsPZA2/UddR76z7yhizA2F2uagpzC2gUvP00T3vKG7SbtGfFVXaLwQSe+sGlsmGQwIDFNxCdEl8jg6M1L+5APitebuFAZE19Lw540xPYTFuGWTGFUFMrYq28hI8HkUEQbaNMcmcqq4IV5vYgvPIZ4XEi6VKc7QcS3J75KADTPfiN3KS5WbtPxnv+vDPbS7rKodhcpn6OfygJzPJW6Is+uKA33wOLtPePSs/DXrMvyIt5t+XvK7NMa/zb9/MS4jHxjP8o8K7cPIbWErZb5GlqscT8IePN9RPSWOhHHj1VVVd3vcKaaJRcQ4xhHUZW0tVxyzM60o1SQWp91lXe1wBeHdZUbh6Ehe94uVoSNvJgPsWCQS3x+4iGPSAjaBjIFDMWxx2ba3pI1ooxnG/fvMGw6sFy8LrFNcZozfqmj/j4SkAy6qxhhe+s1YJPDySGAxwa2YOxC7kq62MaTMGmB8r/pit2LOZQb3sIa3ukPxoldKyDEqpbsGKbX71pg+XzJ3CSHADAovKxDRgwGFyvcv3WqeIrZgbWa17biKyPrQ8ljs55veOJfHFFuUuOA2TvI1AH1J9GAYl1FlmVGQRFnyDNDJ64ChhFis/yapSBrST+muEgJQlADxJpRtq+jLMylC75whGsR6/9SS+H6cZDFGlEcHr4la/37Qr/2hGYvAvLnzRzDubNj7gM+/IaaoYR5y0hVSNPtmoGADmHq8PpArk7S8IvfQpWwrP3h62pfA2D37r4RL9ynxps0x/9dztx52rckzupi8uu55LGoNVlIxeLdPqQ9w2xK20TG6dlbg/dftWtuozy3i1TEA1vbsf7XCVGnwqCBZJZdIWnZoYsQQZtXY8pCb8okz5qEmlJfqpBYNdT+obiqeL3/8bALti8v8TTQOxy/TRYPxSWXW4fJ+M7udpzz93p0fbzgnZUFbnhGhc4xhmFHq+WdD2uBHjNxgY9LzbzrN1QckGFjjTAoyKpX3XMKEijHO4m9uaL8SCusT9/8xpP9jWGxzXYmjJ2B/LFGQZWw5n3F2NoiXtDSCHTxcRV/aUIiaMsa3PPEO6WIHYEPt9wIjOv8odOr6lpsM9eKhD3hcwaxMAWctexxVuDHOJJZpAw0sW3Rm7K1Z3Uerinz30jFnXWcL+cptPrZ1VDZKd9ZcKeaWUlgIfLSZRFbRMjaQ5RPho2Xy0JSOrnTyLF3wy8FSmshV249wxRVuCJrKG/FWhD0usdxE23AOTfY/le562iH+HC/msv801jn8PHlID9rvp69UPj2yH9ezvpCa76XrKf7vZVk+TL9Hc1uN6IHK0rwfQ+Qb3TyyPG5czjQ4f2pJXWx6D3NPVpXXazL707/sbJZij8jihkhYLWIo76QFIqsAYTBhVf9FrBaXjd6IQk+1EdXFoveSYU/5Uj3S0vonAjzyFTvzzjqsdF0Mi44SceHIS4xIhoNHzBhTuM8WZfv4n3qge7xpvNRwzcCMXHAny8R2MbzjS6Y6pYL8la5DYUJMaLNPDHsJPn3ybIsYDm+6Nh9tJ0Pfzt4JS4wVxvrHhl0AxdzlnL06gS0rlhxPVL8ZUPa91LTuEtZctDKskUfss6+DjDijqFHpTEfZfUOVPp+LDgd1MV+9lot4MDvGD+rKfT54dMPSPh8Ci3lnPgkV3VklBmVdHw6o+zDA5Zqm7KovDNL+3g2jvXmYoyctRLggbrocWWpmEk18XdvyoDD2kbdtiqtKYD4laiytyd60d6q7I7w6TI+/8s6iBPCdLoOAn2pXqJxwJ4gH4+3SUB+0nLbCFQi4x7LKVvMTrVHov+F2C7If2TNurzSN5zkuYO3S2oxxtL+7ChDU1dPebXvtUyeUy5nxZs3ytPfTv+tGr5OG62dh0vi2YDEx0xyktFTicynh2z3CMatnr+VUWHUY5yR5ljFPK8p55SEPJ4imWdYka5ry+rN/qxAL+4YvCm0IN13dYjXwFiE9A5a7F6sutLpo01tk4bZwcya5iUcUJa63wo3tw0sSBiBCcd1hsWuE2oeE9pxtABE7Nn/zY7IMvOvoxrRvQAq2YbvCWb6A0HErqYCUvaA4Z062uQD2VSBmIJu6AJrG+X0mi6Xq7JFN4ZhrqxDx0tZU33zDVr2whUMbJjFqKMX/FU7Uk+8jHFm8H6azCN2yYxmEt2wu34EeipAzgzsAM1vWcLe/qc/U2ZLXgqmW2B5mKZvozfhLwlRfLKD1n3RrhbINMOS55ug/uc/kuQwOgYP6OqtMH7GbH8i2V1y9DGk3UEieKraVc9Nj0NFLtpGAVDXv8XY6OhsANiBADUcNXahkr7OK9bZIsPRgCVTv4hj64cYh2EOxhTlq1A885bpkqvswZ7yZTxm3jA9aIHvFimj50qdm0RDsHnlCKcwZP4XG/lFL5jKFCUoRPj5Cog1dJNtGiuyhuPERrro+1xBmL0UmWSMnVKaenHbJFnXP2vnCwfOzRgnQkwszfyrAVqGPKsu8YgyWDqa4BQ8qllvGLLXFD/16+NAYeBXuPJsjeZtpAKdC54vIoPFTgYkaZJPDTEgecLgXiqMifjmYnQkJAqceqhx+vAJGvcwrHhSkuuEW65pV+k4nYR4LVE/KcNJZlyBSBPPcI37p8hMBXNNRUYOfayzaCn5O58hSXlYzMos2nELZoDeSQh3vxI02grA9lRivHii9re35rCrywHjGJOLaxi6MMBdc3HLOJtVR0zk4Ds2qBvyWEvpadJbHrb2EqozUPn9aCyr7fPDnCtr7Kq/rid31dK0SBswycBAZVOGJ2Y7MovuLRQcKcH2CCE5r/PDrIrUHbHOvhUxCZU+UzNjminNF/CDjJOyCT0dV3BsoVyX29Kd16f7VebUG1sEVMjY1ldFA+bXFsn46mb50bScgnxTrzt3PLezt9tS2mkGoDJlyH0Kxra0UGmbzjJIHKA3H8adboNMPUcmXWHDtHeVuAp0uVpUZ9dlLv3wDL/rrzAzQ22LDXiuff3pO9JKrlszGti4l42lOUEVHn1Nz5V1sb1ImXWx3As5yM69dwnnYP75SAWT2yF0bVZ13X9ig0lY4g960GVUgMSC+mbn5wi9o1Ibn7yZRQaVw2Hb1TK1DCGQYNsRxZHvq2JogCVSCAOA564dOHRdJV0rj2n/8q3KRo2GZYn49y+JMczF78JlBn2TowJqY9lvAK+jDtn4r7AIN7umB4XqX8qa1UJIkghcQc/DDpQkU+vq3G4KLCcfNw4r/SjPhfnrk1rbUE0GyjAyGMIEy93vaaF2EQlltzwgGI+gytpEAu+8JbkxY+8iFuuDcWLv17LXx9znsybT5l3DaJIf5O3LTxFz7YaDN1JovE0EKU7euMsvX08d/p8pmSmx1O9xlh47Vufw89ZAre0nx1pEXYuK2cB0tE+L4q+Q/RpsLwD4c9FPqAE6hWMKCRUWXSnHoRxvYDYIa676TcxQUkFJm9woidqkJxC7illR4R5hIfpy4Mr12Kd6hUTJYci10BnNMu1H2ZfDyN7yRrkml3G+dA4hvaaNVs9Vw1HjACMHVJWA2K6piRGpbLV2sY4jPbNRJoVImSwilGOOUl2rSdXuoUijcBG8Qem/N14p/BbBmGkka/RrillsfInC4MHByzSlnpoKgPyi8tW15E6ECnIuXhweKKsNdeW9aME7BEjVkFo2wATPJ06mEHeDhYumaKPN8YuKWFCZchCIxLTHxIODqwAMHgWGuGUVBjgUVjxEJWXMJb1CLviKV5qMAHAA4Kolc9t0LLZeQ5elF3J7QHI7wGR9w7LeKctz6mdHkgGQ6PeqT9yMB15destyz1VXE5bDk+F8z48t8lkHgjaCX4JYdYLNytTXaTau3Mjl03XSXLLaj57Nyge+8Y7h3crO/Ow6N+yUHfoOzPzTgVbtKUD3wnFL67QxrelfW0UjUK9mk8FrxdYnUdlrt7tacRSNMBjXH19IFY1wqmNUfY2X1QBBjysAz1RFLUfP49OV3GyFmuXErI3QPlSirOz8e5idtu6Lnt9xdQz8BrTTAX7LVnjHHAKTjHIGL8gz2MXJsm7BEaI+YglDSip1q/CkcpcHEOJLJVnoRc/qQFB5SOLetvUSAORX9wRXwYRALZR1UAUbfNi3gYeyclj3Qo1BADD4KE4syJdj4KQyJrNYGdvqD8yddrUx62keM6Gs7wrma8CadYvZf6A1zvShvUok7ILk6JNnZRRGUki/uc6VBlsgZVGrzRqQp6SD4rUSvi+la2nNd3kN5zpFC16nkcwraA7xTOw1CczFzv4HOQElwx1kH4OE0wfeZyWYA3eZ8ssPVrxNu/CyMPVWFLoMrvn8A6dmhFpyTQHg4/dQj+ha/kfqynhKhzfbJCZ46W85sTI20L76rsvrQlw7gbqpBnXBvvTxDZ8NMl3wRtdsEG1VeNF8rugXpTxPhfbwzAKFfHNMjSyKLuILpO3YCjxOXxYCcyGVkUz/jmhYO1V2p9hg2Qja7g6GBimPIepB6vqdRoTpax3WjeuBgXji9EICl5YobfkUZueVNqhiMH1rU9veF72FY/tvB7Glc7m+muMszjE7VqsXq0d0QP+iGtscg2/ZnkjbRQCNGQg8FWVutGqV0ZBy2NwCkcgy/rvhsapHbzGfY9/quEM3WF4mUZ3F6ywRxzZLSxKeHKQItqjLsO51rfln/LIxqApyVlChgwOqBvR5KRCTrOfMZXMu5L9AME5K7HsiHqLHJ2iXx/yggs2mx0cnHLorTPA4Wx9xSce4/G0I79qizhpUCpWbUNh4J0CQlwJkPGUghZftTuVBqpwFqYRL2EDB9kRD3JhR/XGaVPe+kJjcBe+bTn7mbhbEmk7+Km/UE+dki4t/v0xKo3UfXFObvPEhXjFVeWkyPqwBZcMWmgnRAapjCWqDU171xC2F4X7+h42FiUeF7VvdltEWMtrUNmXu+/vxyyHHH0P7TJq9lYYAKPfVdYCyEFv8rYKPfoijgCl0s8X7Syi7gt3Ib0NJrLqKgwEM/dz5C7Md+WBWBzBP4gEnL41+tSSr46nSOuLDYKUFMsMN+TQuALAz5JSp32Mc/P1MWh9ahqzoW1GbAsbzlG6b2hKMLEbMq06Gq9acXi93CD+J83GG0oHY6wRuMrLDVBFfeNyzg5j1h0v+UCA3muMKBbp2k/d6SFjhA89ywfw9Qahwak9niMqTZ7gOo4plKMwk1J18ddGdWuNnKmu60jB4jkoxGkdrMT+oNHJF4acK4d+hgEoBmsbjz9GgXQFEevKiTw9NM8avNkbtg5yQv2yDshVy7kMU+WbXEbQWNXAclc+W8wrG9fIeK2xhWYZXcqJU0NEvS2btlm0o1GDJ3kyFhkNQtYsNwLX9XpF+FSGHuJFQ/unqKrNB8JqkYIbRAIfSlKEkuwt6EOqaCWPDGmA2OJ5/7Kyoz86oxFawfKwn/AblIPgnmKpZ6fboWiozJ44W0PbphrytHVEYrBeA6su/tizXCn9fWEpp335T5GWph+Imo/wZMMS7jayo+BP/PRYOXZ/6LPVW8a7up22OUcb3dqeXe7us3K/va/eVrZ5mAe0A7DTe+BxW/nP6R9WAjcN7aKRNbY+N5ozCsVGS8NxzluhNCoaE/qX96UeWm3uMcEdwnWzdhV8wYXPx2ZnK3k+quMLKFybZUtnDFPWbMmrtdtSct7sYA5nGgBDTRnTIYdCKM/CnJHPSUOQQvCeKW7TYK3WdTlzodE75OUaVQ644BYP/Ih+roM5slhGX56yJgvOKyy8A/q1jzYRsX5Xw1XQBFvStU/9Mk19ZCgvlgOf1/prCX1KvbwAcPz21QCBjh8leJV8KpiPDpwjS96MDE4/xsCztVYYnlbHDHbAVe1GEQBapmlX8jSk3qgZQ8SNLUMaAuCrti9mNHjFWZF/51/xUji4c+ZHA2f9Y8yLjjD30xOqQuq0uezkrXPVu4C6Xy0BlF09Q5yeNGc12rye1Ab9hYb3MbLdV3LuUdUvVE5PUa3I6QE9/Clofcbx8SXAB1BbbUgcLwjDokFA08VQ+liPqlAz4ZSOdsdRfAwdikhvqM2gRuVghaLG0BxeOXUpnCN+jInos+YFHpT4JZuf/CqPRzZCOXXKBicnZcWoEclI1HIGLjQMUtcI2zGDN/xryipkcxbRutHBSTDX6WGneVMTDYoxzh4+QlCPj5SBOoJnJnlT342yKTmJYR0vGz4wlA4mTKu1TPjC2PI7XUIv+FHESJUUAvXWpItd3ZPBhPVQ5sAnaBgJ4k4g3+BvyuTKn6a7Zl37LbapP6fHi0GA9iUOax698JnkfKTp4BJjS5swoMmgQ4TWHzKx6ZRJm8KHgw9lvU7+MDbENa7xKDkPbi0lM3NYjqhHDSJrAdImiVR9jPpIQGqCcXXdPjMeoLzO150ghPxSDp5CW57kw3Kce6SexzHyabtqw+orqSQ0XMYQT3MkZQJpCcgq0+hc2IdFfsQMjH09AzgI26/qXqjBZ0lAmRQl8SiL9BfxFmmTt4K8V6jIfEmicY8UpZ62d4dFtJPm86aPzkkPjhSbTXkUIxHyMDO4675I0o4E537g4CjB+3griKjTjI8gzhDhNCNtPpZwXeD+c/evtNNg3TrkNapcBzs0JdewjXX3Wp67+gWz4an6kffLJq3xLM/L/I7P98vgL18+G4WiJYJyF6/3oGn301zSf2i8eWv43etOf+y5+3rj6346X9+B8Ma9ugWrxug+tZVRF8sbZ0/2XUmzHt4D5Kzau4YbHu0SUVV2UyEFtEzLemAMKRXHiPjnlJtBZZ51XDQlPmvSNCgaKQ2Mn7y79IX5GAKNqmn9CE9egIHyc+OVAp2nVcVCB5WHTCP7DGnoyVd1zlLG0F/cBA4cUJuj3DAY4Eh9QFmGFRg2NGm33VAkfNZQR2+xaQ1ScfNRPoCgeoZvvVfJpc7UO28rop7CaKwyVUwbueaX11YCWwbF+lElyuRRJQkMVebjUxU28tcIZIfwyJEZoZT5OdPIRzx7nG/XsulsPTZGXUrUgQNp1sqPPGTa1844SGxkBz/uWkbDyOfHDLZXnneFrG0g2w8NDVp9k3YEV9fpLhwN0+V3YYd4RvL2lYm2eeHYg8Gkm0UGrp/GSfb2cP7+zEUupZTSFgpi22q9P41fGAblVG3xQVrkFyatn1919htajYvzh4vbMDcM94tG0FlelQwWclZoPj+bqWPKZWMU5rU2SRWMhjRTqnotlsPoXjFtjFYfH2zHDyPdG9K1YbBAQGWvoalDo1pjmZudUQMb74Zicj5uc2J4I6blqy94a8RXGGjpRFEC6MsaUj/SHGHWRxMAXIxg+uMCedwErL5/2Gd/fWGEroec+epDNwwdYSTXePYXGCv58EUVvUlKOtbfXcAkc1gj/iJQ5To47+HgqAloIo5QomwF5aJ0oIvMlOeaNe81deUjQNSrBhWpB/ikrQXrump4Q408cZgtT6L3qMEKFBWaKQD4Vy+3ELCUAzEK+kMIbEVDj+jmXHWrXH+L/74W942Q2QWQj1HqLJYBmHa/UagShJWdZu0WsNuTU2VkZD2tuwcI48WKeJv92/HckSP/85jqDrgPlRV57hH7U9ATrfWzT33K8Kll/Cnr/pdIu/XNT6Hu9j2D24ErtpgeqoT6len2Dq9R4FnOjH1kNys7Xp2K1KMSX4wGd27OvlkITaRj5HW8JM7x8jAITh1rcFyjda0zNyXKS3gNRD3PGfUehW4sik5lB55MFZomYepQKryMyApjlenvYOVm560+moR6t7L7ocUljsIvDvWmPKysL6wfUdG88lB6ZGgM/RWqPHO+7MKL//OWLD11PwJAPS4vrTMw1OOYQcklMvPrLwdMm2skNb1Oj1t30ZFT8trStlAbzaKX3eGQ3cQqLYcfFYbhMpFp0/UVO5EvoEcR5ZPP51kX2vbg2s8O3BOUgZU1wLtT+R2UEf+Rkecor858wnOMWlf+CfF+XFRtgUf73EF8q9nvgPv5ZdlLlj3m09XglyvjTyfTz5QfJ4GVRrBCqe9a84qpU+vyj2FAWQvnlGPMIFpWCL3RUsz6n2WKVDGmuaM4BhaDolGpjVBOE3OwUUpLgnminEYSHmIxq2wuxRPWyNVqEZpT8avCsgacVL3Q5kUo4IfR0KD6ugwNqQhTH8poRzS00i7Da1xvF1jzgHdq3HzhSnVSyyGTK54PPjxisOAcJ+7plR6sy6Hyiqysux9WMO4U+Uo+kVemkTNty2QCuDJlriglGCrDpENUWvqac6A86KouIzHXgGTK3ueOGSBcX4Dbnd4Y9xUvC7nG+F8x2AjmGH3qBA/Wt0MMHBfulna2IVPz4ckWh2jiylGeSg4kxvuPPyz7lq/Trb+zIQ+EHMgVvLkmb/uYRH0kVzMjCke+OHE2e5Da4l90poOiDhMI0pMn232bNrioa/i1oIIUDhry1LCeU1a5ILO6rrNwCT1YDaOmyeX+kFtokRXSi+tPEg1TLdUFB0Mmi5R7o6k55WZsRFqW9xauFgQsjXA/+C0Qu4bVoepu2i1FPyd/RAl4X/3SgirfMPf/utSBGzk7ysEPA6jZXHes3cQqw1L7vnZRxa5RzmYob0j/vcHGzSnerL0CF0NLetYlOQvnwQ9sjEPOhlLTO0OVxdDI8kFctAE+GHfq1bxsfgK+vW5vapsvShsYd45mc4+4kYJGNd6rXjCAxxgkNw45Je4rEs3L12DgS0PrEVxDqa6znYnpcwYSq8uWDV45b6864p3O0jjAAB+RL4x2+NiP2/NnnbNpKjioX6quLDHUufCMF8l1ZMSAQfM4/jHqZWxUQ1FlAy7+OuUPMKjTIW/R8jjlvccaXp+zxcPmS4WU95vB4NZg2z7gabkRVZyh1XHr7RDK7xTLbGSLHF1LpWqPDhS9NaS9qZWzCPVO6FtBP2rGHSzfwUcLx554d7AL/DIDNVO32Oi3GfJbK77siLcCPTjjl2JkHz5gebBoPgN+JAnsX6NFufoXi4WCjVGEoaxPoUO8bzLKj+E1f3BrOn8xEipzvVZhdEXQzDEUOny8HjCbbTTkFM5uYGAdDWhA1t6gGiwRk46J4NAblABxbl7LySL/HO4ZVkmXYtN4aDRTi8BqinQ81zGoGtNseAKXL7VaaYCRhMVPYlyLj9MTpluh76DDaVgfAzo6fjGdHD/LC/y/+OIL6mY5jSM7poFzKlxP/YiRgEb6mA+4O8XuVLTGfHXiRm84honNiE6Djbz4u8L7zYAEubnme86u7Ldvz/GW13xU4DWvX3w9veb6Fecz3gf9/fffTz++5k1Rr0jj1ZVXa176QbmLN3zp6OA5NNbTi+cvMwu8prKrFd+xhel45vCoXCA72rT48lrvjVNCbnD4U7rCJ71dzwKZf5fKoOPpKxT0utMsoOyqleSHaBM0eQS7giF8VnTvr30nCBej5KZlHqT3od+LK4mDn+bZNuu49dHjF2cd1edvR/aBcrJzN0L8QASeGu0Q6r1ohfMw/JzqVxw/5W8cntwcUYlbqO3yI2sr/ckuugmeDOFfHqLoJaqNR1vGadOxSxg2oGo4ig6YalR+AXdCNQlkpvTAFmOhAfTeUANR3kthPWVtNdPAGC8zOEJDJcZfFTRNYBnwwKcKEqJgCV/Ca5hVdigbpwDlI94ZBkwvdp4ONg/YY2dTMXjiszbHJgyvVkO7wrM9wQh+8eLF9Oz56fQSI/ry5VfTl1//avrtb38zffXlV9NXX30N3Ml0cvoMo+lkMH+ux2Jkr3jJhgOLi0u+OrTmYA36ms1SVRVgMH4RHlUyfsTabdXZ2opDbI5HmFYnqTZk+Sys67K1ecqPwPsVH+HEn53PyPoMmLdnF9MPP76e/v37H6dX37+Zvsfo/td/+MfpNQb38ID3RmP8dZZtmuhn5WDj+gUe5SxWEVfDkwR3kZX5PtKiYTFtHIA+LlS5LiMpg/Xmh5itO6Jm7AkxdgCF3TnfUruh0uR1E7bhOmfUHLCK9a9nqp1p9OKsIDreeKUhX5FrtN6SzjLeJT7EuWshPeOfMDT5LdnPiYOxJb+38dplbst/TPoG1xZbD0Cx7EOb+AZfoVheL+P3E1i2mCWH9ktB7phxVr+p4bb7U+cG6EZup9IjUun7+ZrrN0Dn6w2q94o1vjzbDybvmXcLMrgti3fD87hSu/f+3aWLx+ZSa7MX3mnDWthAkVCpMgMqFIwkRZIyGjAYVJaJOP3px9tR7Xiul+cYIdcI3SzEIuYBHhsR8tX6KnF0fRQU3Yq+lLW67lRzB4EH0eOdYVXhV55U3MY0QqXs9BjlLB6racQt8/y53iWbkZiCfvb8eHr+7Pn0KwzoN7/6Zvr1bzCkv/719GuOL19+AewLjudYOqd0wXfo88DGy9BkWjv8tthqEMI8MRuR3k5HJ6fAPsMDPYsXr0jiaSvx2QPR+MsrSTEyxqyJUo3KnmWSHMqafu2HFJBtZgooFzkzU3AJ7XOu10wZ6LufY3TfMm18gef74ysM7+s3079/92r6h3/4bnr94xXG94fplDVlpFJ1U078wSm/8OCsAcHdxRpYBW27M6ohymFSIG7+dH36pvJcxwbWvmEoWOghz8QrGeNW7Q0rrrYn2KYpRydZ4lYyta/Afml9irmGSWHqo5jtEYbOm712Mo1bfwGdHbG+lrGEWU61OzBxtmG+4YgrMdfXLe1BkTnUcsB8uRWxPsvQPC3TbsRHn9lKJ63o+oicsjB3B/lWgdsvuu0aYve60+86+wnHqNDBQu3S96L6wXxOH6t+dju+++uxlFviFFmmiTsD8AWR3fxF1hzdhVle09yEDW/LPJOX1x2fVcam2EyrsZlV/bCyUtZ+a0d0oDz6r/qup8O7H9kr81fMFQLxBaBlv8A7Qwg0mOpTXyfrFoZH+a7fEt1ufDasOAy3hYfg2S6bjr6dNK4irkVOZgUW1w+NOvO3DO3wLdNuj6sv0RRDfCzaDdWwlCe5UUojrW+49nDW5qvQck+Vh2gH0wBoLKCQm/4MY+O0sc/OZncxtOT9EqOrFlNhiSebftK4pqE4MCjBIv5Cx85Z+VaRlmGrdwOz2QePbOUUKLQVxCle6QVG5gSj+vzZ6fTN776evv3rb6c//v0fp2+++e308qsvpi+++BLv9FdQAh8d8RBjms5AHXwMSIN8wFTvJUZMmj6DOt+sGvswNbMWw3C1wsNmmvjg+gQv95QpZjxaKhsRwnsZEitThxKOok+vKEF788SIIhPzqqxxlalKHpz+KWfLIU+xnXKNeS8PVxOh58uUszfn+vIb3iHt5wavp1d/fz7927++mv7rf/vn6f/77l/Jo17XXyD/Gm81dw5qatd3uASPckHu8FVnjb6yIX8cAfKnqjKnJ18Zp30LyvFQqs1lnwuPCQNBgaaL2Svsppl92e77A8qT5bbLdmbKmTt42D6LnXLmDdryZJn0cQiX/OvGCYqAV91TNBiU3scO1rfohq+hVD82F3fRs0/bnyps+O2U286qF6GfIohrp1s9GG33FQskniq8O2fyYngXfpqqOKJ6O6FQvvfvsq4i271+XwJtcDd4hzDeF/FcvgXy1HhnAu8c2ew6HrxthDBwNu99qZbUWuY2QAkN5VU3PMp4PBLSxnlzt7SGhBA9xalRDVpeYJHeV7haYUTZ0Z00KuoSFZ8m1rVNlTYzt1mHXZF/hLHVQ3uJN/rNr7+e/uq3v53+8Ie/mb79m99NL3/9zfTy69+yropBmZ5Nq1OMIZuRXDPVkwreGPCqaHHJZicNCzTKgxlKNTIoiHlECW8aIKxtRJIPDmicr54xonAUar0sCO+AlZyMgFP6JhFMcYOXJfQfvRPNi2ioeQYlQkHHm2wVz1b5WJLBBmc3ZPFOKkA0xgwIMrOgZ8v7kPlgw9esOf8aGf3uVy+nX333bPov/+WfpvNX1sdpcChD0KuZL4iLXhq2s5x5Ds9WKrStCVGO/WFTx+BIGfEpGTFSPnTEIP5tXKbKVwWuEpdLpVBlRuae603Obiw4gwuaox7iNlp9uuouP2kEzqkJCbZGDSgLq/X49CGV+fRs7OFgt5X2gNxIsrdt94QbID+bhE3/Xfbld2Hffi8O91HXAGaJO4k/8R/1Zu4p+Xzy26bugRm/NLYuTPg0YbV2HTFKxBF8InCiBKpRZat2D6t4NuqlDenmDJz5aCofZ/Ewns1QMQobnBl4qydRsHlFI4Yydgr6KjGnNNnOg1HVK9OwYJgx8Nd4ae7sff7sCKN6Mv3V776d/ubbX09//e1vSTuZnnmw29b4CQb1xbOX08Gzb9iA9NV0yHFwpN/nhGhMWdogO35JSYB+bm+MrMFObEr6w0hTKWtY06SZ/jIGFK84zOsXUycLIgs3SRHVWKfOwbr80VAq56IhvY3nB5chPLxioGJaXFMlhDTlNKrhERkf8rKQvPoyW4wB0thi8E+ZKr885Dh6hUz5mC0W/48nfzVd8Zrk//e//Rsv1mATFZ64eKxNNkqlfVIzBkShyHm0IYxVG+plA0O+fBjqN1ELm+HPSAB/R0lLfcRFxeM9msed6OCnBi+UVJ4gVUKS8Bw+kel26GuwpuFmQltg8bD2Zlmeo4htlclFpm3JF/dcnwKzx6YFN5W7Wf4pUqrRN5jkaZG2GchsQD59zPZPSw9WlLHXhu2GmAeitsFOXsAf+JPiS1jIdFqab5n3iLhcJWyzPbPaNBpsT1fprJkfu8wuuhloRG7yjG6hUElJWd6OYS/PA3yX3126T3ndjslT4azB8G6963qu81MRewI8q3O+nJN5fKcnafWa05fVm+y2UZ3pBmQBp0Hh0gZ0E4+4nTJ2GjObeNyNo2LoFraXOU3LhiKnfle0xqG7d4MDhUrk8PCMNdPz6Us2Kf3tH/4DhvV30+9+8/X022++np4fn8YNPMaoGuTkiLVVdxx7Xp28YM30C97x+3Jas1M4T9RiIdzAlKCRmuusSe9QMdlsVjtiyRgBPEDjhYlfer64/AyeZ3nxwJLm2ugy1I1SBraxVP7AKECCw4xgys2l2XV9N9nIUhFavtKg7Uw39briPccOChT3Yebdj/HQD6dnK6Rwys7ufzubvv3mm+lfv2MD1Y+smdM0FZpzzlY+pPMzaJEMzfQTZ9EHb8WHlwVbuPyVwU4bdYpQSZO/AVgGVNwluyo3MoPCmjvQG7hMC9Ea3VfrddxyjXng2Dl546cezdoyP/Q6wb4gUAiOc+dtzkFzN8kN8FPFFkb2qVB+GDwtvxZ2nzcCq1inc+4bLwOcx3G1wfq4ck8NPdcGhmoQkXFkqtY89vlhtO2L3AXzzXZ/KXl4BPj9CN8Tou870XQTvx/KmxJUhyzDDbu1zPxI8dUVu1izDgnBXgNt2iq1KMBtvtGP7YmNtcJRwHW7tYYVA+vGnPJoUY6kJw42UfU6HyYWHSYuDCOafjWdMwX6ZnqGYfjyy2fTH37/P0y//9vfTL//PZuXfvXVdMoHzZ/xYvwV88Z6vUesLR56sDbavcmGtHMdsav4CA925VR3prtlsrq+HlQ1OMBRVhpHp6ZrpG1eAnl5jIiL+SPg3vhj6twvG2kWDvPRdySl4dbIxQhLy3oXqt3fW5J3wbiWGahYLw94bP5iXEcJN6FcM8Kwk6UDy4eGjHOeI3bggcfro1PK7fjkenrx4tn07V/9lseC/pQNa6KSe9++eZAfDDh4q+Nyk4t75NUHI5AYMqgbv4RWv4AyoFGm4SflvB65UZ6OAIp5+XWjk7SVWY4hW2nad+CEfEOse2LbPwPZdmJ4MKn50BM3rkmGI38G3iooltAJr9Bl5EItkL3xqkOdrTscjypV6c+/TyIB+od9wpABZUXf+Vcj9zHaqXnd7RJtZK3AMv5uFRqCebfCn0t9Igng0bKux7SnWu+QjT6lgtA/aiR6hX8AbNhD6fmaRMM83ecFitIv8VwxFX2FN+trB+1U3jA5VFJ4r36hhRQOM9wxDLLrt0wFX02/e7ma/uP/9Mfpf/zDX0/f/u5X07MvVhiDE+wkBg3j2s+iHhySxlTnER82zyM+oHMKuPBy9h/vrSK+8NB6WRMBtxVyK03PtxlFEN0eoBsDoTHAK9e4RWaeqeLHCPJem5fc1FSmIoZBHhC+f7aZm6mOjp/zmM8lu695jOkZO7JfOB3PwIW2SJsgI2vkFHZebmEcoyuOjawq/tC61SzJ7dBllG2/u4P0NXr+fQ6fJfBZAp8l8HORwOqQ5zHLo8V7Q5H5+EoC06uYjRjcrJlF/aKwVd7qZBRvDTudtlSJY2BR4Hq0WRt0jdZnSbNWi5fLlOURb1I6cIcRG3Zcf10df4/X+mL64+9+Pf1HNi/9lkdtvvryOd4WL3mIPYQ+XuzhEdOeGFcNQj8Li88KRxxhwx+VL/uIOXMF58MwqJbhOY+GwGjsCaDy7IUGypqqwkngEMswOsLsBPbxVtUtJ9l4t8jEuIIBp8uoGl8Nw23BshWE2cC1EZlHx41jgCyHCZjAoAgGDGzW0MMD6VTQLyodIsg8EiQsfOmhHtIG7q4+OkZeDKiO+Vbt4bkzD6KzPeVeb57LEZdG6mR6DmRJAeOpdxXmmhrIs/IQGz+ZuSBuWgY6aYT6Pm61lG3FyzwQir3Px4t6Cr7eEgVvsB/P9orBGrBFgzODt7g9kZMyQCqu5++cJW9Im3Fu+SatZewFQb6vIr8IJGnVcagr6ZmSp0zWj71GhofImrHlVlh+cqsGG2K+JcDvMmxfLXOU6R14tkFvXDm79NCwS0eZvksQT/frZfnG3+v7JflIf6t9lmUeEm/vNf2XAn1t2d32bx4a7+51p6fsuKi6VBvYjywjjabXZbwWKjDGbTfObuhMRgMKE9napxaJI9r8j1sMmE072MdSJGtGIbKFwPtRmn4zu0O/2KexsJBUWcubIililqdN2cbxkHOja/4t0zJJ+X2VfQjiGcYadC1M3M/nXW2626cfc3/MbDwgsro8ezUEqUeLYNMZEK7TrVTC1+35ysVqTZQKldkwU5WMN0lH0Vv1yNos08fXeLYXeXED+301QBjdQ17m8PzwzfSf/9ffTP/zf/hfWCd8Nn391UvensQjNmBfYRhWp3qxqGdoHzDNiXtKZ1VdQ7uVbDF0o4P3NwPTRaDp9K47oQ9WPjJk/eR51BMjoRl4XChF5X2hkfGsAfJtEH51yN2+GiobUB4+RqiB0KJqIUr78d/3JBzxR5KsyrRWQR696QlHzjYA7JS/mkEvVmOjEa2OWjKLp0sfuavzBiE/wuSPNqtNX51z8yys/N0Vgs/++bEEexczn/M+S+ADS2A2Avb5e4N3z0Pg7kX0GeADSIBl0R9on1qxwtKiHMugRfHRbirfGCMMb+k4lHDpaK5bNaLR/fwafz43m2dmuXYaNV/Sce3w/Pvpty8Ppv/tP387/d3veQTn6+PpSzzUlxjYCzYzHZ6+KOMKfW2Arzt0unhjXKGhAeC0G+ak8LvJ9T3DvrVJDX6w1oxjBPGMtUD59mkMAIbF+segWJ9lZ/Xaw9DnujrQqJpmOY4MPjpeIE/6O38IfoF1fhCbhlEGVwxI0ka0S2oR9uEzAxy/7kObMIecA/7dGX5+Vp/7q/pRbrSpo9GWRPqCctwJtsWug1TGcG4R8GFAkYshMycyWNzyazr5wxV00B3DDt+a3fIcbRuZcfDiwKlKi+99glx4GLZbttL8rbrQq70vIOwgw4Ge3y+WJYZvd5Te4PnLjC0l3JLeloR6xHBT/pv+Qw8roEf8Nt5HFPmgoLOafCSVvm+cmTK0VG7K65GIf7Hg3VdaUj+diq5WvBs3nqwTfEOZoFnQMh59g2D8Ei1lY5NrVG1wlVEmENE86kvNz6WK1fVevtTz7OCcx20up//z//j99PdsbPrqC5555YHRF6dfTi8OT3m3sN4rZXkO1l3BMdds3Knts+Ma3Olc8sAxrmYpqvRuD2CUMfgRTmNzFGMrltQABT7qysAgfzO+bjiwd1oYAReGKsZW7zCGxCkcFHAYqd/bebqZM9eh6QhCvOW+W0KwHHMbDQhJR15G4MnF2fCKoXR2YRhMX9/oNwjenL2dzpnuzxSsxCgrStvVPuDJ1lYS+2sFQEKd9a5TlrS8zzmDNwFMD3PE7T3i9IYgDSIxaoIRBqY5bp+4jfomvfmwN9gVmAAAQABJREFUmHSW16Z9Dj8FCdgqN1tmX8+6CfUU/Oc+ex/U3hD72H0Ac90rl8XvY8X7rmFaG/W1JK2P+LjNbgRvZ9lNWBK9Afm0CZHx06L8+WGbBV+sr1aX30fJlSJE4akYMXgbQ+t0ra8hNL2mbq9ZJ+uQNU42JpWJwUwxdXzJe39X53+efn3ydvpPv/9y+t//+IfpxZdMTWNAfamEnuox7x1e8XiOHykv3K446pHVFKYKW/uokteFtr+UstdAetU9qDjpUawbn5bBNWExZ1qbIip7baN1dANQr+f1FKpl67VxSyyWsYZQ9iwC6Whg9Ww10Bw84gvevh2W5W/G93bGZZXa+FN03xpJDY4G3oHMKWtqiqCcTcBz5WDRnGs/T+gn/XjnMdcXxF/5esYfeVPUdz9KIDesfcP5DFGUcaXFmVI+p021kb5k5CpTzMptGEcKZaA0qq1k5kChyMM2Vi4SIOS5WYlEVuSQnj4A/tqRbl8r8Oxuxh4H7xZyMRFkLGhloPAXHYGDRagnCcG2j4cnwf5LQuIAyrAtrE61yRK4/yp0wricT6M95+vbI+IOtKj2FJvvtz15+7DaHw1LvUBHT1rpn0Tnn9Y/c8JOpOjDHHh7SlgaYZdzy6aLRTKk72NX+XV9urp9tnwNzhvTxzs3Tx+P4selNM8gPoBs958GXR1c/kjb08xISaNT03saUuJcKzzzr10zxeBGlfvoh13ADkILrw/Y2HTFBiYU6sXbH6aveUzn7/76YPpPf/u3TBczRfyCjTe8pP/Qx20wsNLxkZwr4H0rUXpT7j7wQsvuBeoo5OSlO0LIxBi5Zp/rnbCd4tU4LI5i11jmsRc8u7y4H15cn6zHWUr1W/fdUMaUqcusYWp47Nri5Ey86Lbi2C191/UoyalvvEB7nXoXLwW1wANZa5M10zG4SP2cy+WoaScMrR8p0NDyGJcfJXBX+Os3FxjZi+mf/pl3H/PVH9fBC3+ElLjtXBQOphPa7Jx3VltjH5fyY/f5IlPY6boXbzaRh8H61GFJpDoyHRDketyZUTOkZQTu0Nyx0sAhnNH9Ksfc+0LRug/q1vwFHxsYuaHe5oF+L8gG+C80NoTzCWrf7bGv5U2z291nGD8B23tJRv+OiizjS+CkLxNGPMVGM7RM9oA9eZL8GOYBVV3+Rf+uji58jlal2krRaduKZwSXLJQrXmw2RenRZAcbabSkjZlHgvAcfTPU756f8XjOr6a//e3J9Ouvv+SLOIc8ovMFO1x5YQTrrpg1FLWd3bc0ERE/SFRcRhMCIBumoHWj0eRJ0EF0gO6etkcSy+4lp6CKkscYSTMIWbn1hRlQD5lAzZzkKj+UC496tPIlOtC7K7aGBhvQTazxlAHuDlj58lb8lTGSH3MqrQkkz1TpVRWG3JEE0+F8t4Fr1p7JrE1q8OlUAAMJ366FZeVdx6/ytZ8LvNm3r8+m7/784/Tf//u/TN/xoYED3pLMrH2VxcPI47Mw6uNZR+xGznupwX5yfJK1d4n7li6NYnZ4u6uZwUfPceRdIEOLaVg3ddNbtQ7wNqoY8UeukX61B5nOOtj2dR7A6XMKwOOh4TGw+3HaM6wD3FNnBlh68lZBHkcRz4GbU/bj+stL7f7//u3wGNnlXqHA9v1WGNJ2j0H2CFhra02fsrZdF9lYxr2+L6RfPiUz9xEc+Y/l84Fof9ZgPFHhZiGViebCxkSZREEO5UGeHoxTepOPVujRaCytNkmeLetb/56jbf/u776Z/vA3fAXn2bPp5NkXaGM2H/FZObRz8Pt6vwnPmM+hW5ADhRVlGxMqVtLqpEfVF9mUJZ9mJn8GCnBuKpU4oadmclEp+W2jNd8KgOvdXmE1zKvgueMj6cZJGbUSETxS4LxIS5nGU+fwPnCppovnAQMKJVBsMDU7GxYEaxt0ubLZ1JGIsjPHl4Mgq4P2trm6vuatXOzwzs5vpvJdm371+mL67t9/mP7pn/59+pd/+5602uXtpjGrHP5sC68xlpkOZwDlpinXUw/5lGDW32lL3651pZHFyPvt3bXTgPDpJHHXswyt3QRDJf60N7ldGevExfyhd9LnvmfdxiEf1rNnJNLxFFumHndkPtrAsgozf8PwdxP3WZ7Cyug3smNIO5hDffIpQeL1mcDiKTD2Gf8k4x8RObny/hg7xLb6YbpyqFkc+B2+k7r52fTHTVrHtvB24kc47+PJZkj7INQlXx1PGavdspZPC+VUMqhnuCtt+3cU3E7cuhLVQDen576arypiOxk6r/qALUfoDpHoLjYBKjSOXG2aksu6qFuT8gPFUl6D0nbft19n4GaPk40N7Y4lvcjP+YEDIFQ5zzKWk3H/muZguNohkWBJOv3Tc8oN3Hefqn77YcA9QstnI+NNXsN43uoby4xPEL8hg0UbPJadG7gWCHyolaAgOTzx6j5PKoLSPzSIHlKUFR0jRon1P2SYr8/kzAfTuWf+7tvfTH/77dd4sLzqj0/NrU748PjqBUZ2rNFpHFBE+gciTzMUMSlyVOiG6OvNeQOzSdvERGXoc12JucrNZ3qCnUE6clGy9Szc3TQaZ6hAqMtuit1VfpG3iA5J7OHcJGvjYXs4WcxNohw7XTmargfL1PAlO5yumS72u7ZrZit8IYlfIfrxRz3ZV9Of/vTd9Gdeu+jn/E4xnDatCkLjcKSx4Fo6MUJrjOzqjFdoso8K1/kC3La5vFyxi/sI93fFgMBn9JzNiAzGSVm2R+sabh1j2QAa5l/60QXbgGesr8F/cnISfq1u6ioTMpf6W0/jho4shFgZm2bg+mbuAFrkCdPYKnfTGoN4EGkSnNFO6AKcLW+/6r/k30S6Xc6ru5gr6J/F721VbebrHlOmGRJ28pOd94mxm+duIqNk3cB3g+7m7hJYXu9jiPK3JG+le0s3Ow0v6o4rQ4O/c/oo0DABuPEzQ885tstdhmEG3Lk7NukPjd3N2UOxfDS4boAnJrj5eg8CtTnyznqIbTcEOfYCVI2No2cRpSdTJCvKX33N87C/OZ1ePH+WdxCf8gYin43NVKKK2HJMOxc0xtayDw7SuR9enNVZt2G92k4pwlWXDRP3eRkbyIopEauhRJTHrSzyisa2Eg1Tb7ISzzZnyl2h5us7ya0Bz8HaD75rmNzkVO+D1qNzkxdWMmumPi+swXQ91Ud4Li/WeLH1Ufh//Mc/Ta+ZNj4n7ejoGYZvePJhgVmNWJJhxGUJPjSex7xh64TXWWpsz8+up7e8XcovLmGjoVGjZr2+TCNjta98ixeDNFF41tj6ykwNrS/H8IicwX+AJ6wcHMi5Ue6MXdFHeMnidx0/xlv+HhBsy35dZNrVdgkTG4ViukGeDF4rbaveIXadi/R/eK2XjxSumScKOLUumqJFPAisW/XBxvf5/NOSgO1Uuuunxddt3FS/ui337vQxkROg7td3l3ia3MhXVO/D/NOw8mgsrSMeXfCeAni03QTpglE8tY65kJJTdLkshVKKCSU0rMYxCvPb33zBW52OUMwoVjbPoHKi/FWwTjcP3XYPOx8me1GTEGhjt01tFwplu0iaO8+yUOdzVmHfGubCKvaCLNxIaS6IjDE+eaaUOyT2FoSZDsZ4alydDr52epjNTWs9SJS919cYJt985Vqp3wo+P1tPb/n4+xs2PX333Z95l/E5RpaNUAx4rpmyP3RDWqZdNTrVtpm+g0Z/Ii9eM9MWesjrSzdEuRmONhUHAweNOg5v3uB0lDTZwRPmPdUOxA5jXJnpYF1e42nZGNt0BKWAcXbcZR0xdRd8o9gVfNeENYRZYqjsR/yWMO17aZpun30YUu8aECxNLea9oJ0CTiOAE34GRvI2sX1oP6c9VALK+a4Geiiex8Glh0D2qSlv6YpdltLXBkXulceEJ+Mz97vYngzj/dVQ2B+R3P0MfTqIMXWsQEbHjyJshrphPA8FFMvAdV6kr9K5ml4w5fecjTOnKFQf5l+JQ3C9Hg2C3otvGiI5IwbRhV7T2T2Xwsyuqa0sO+ngYyv97ovdEvdhWd40jXk50ul8q7EMNUAZvCdDSyJUcWBOaCepJiILml/XTTCWWDD1+iZElk4Hs3OYqWGniK9Yc9Wo5rWSnC+YHr7gLVza8Nd85P3Nm7fTj6/W05//7DotdPAsj5nGjydHefnJ88S0ZT3iBH957rmm+H2tZL4TDD+rw2M+r3c1XfDKzFPa/Ip2vIhXTPOCWpyMs3h5g16pjNMnSHNI4eumsbMuzwcO20WoGguTTXX2DQ8GaJDNhxFW4LGb2V/yvmUEbtG8pYx0d8OHhrTBxyn9UKr2GfukKQlmEoRP/el3xm2JOlOkWArc7k+tocGrnjgMiSNpwzPPWvCo027Zz9fbEkjz0za1/EDeaKJtqA9z1ffsU2O/E++dOu6pOXkIPm+e0kUFXS3ykJKfYd5PArieLfjhXuzFJ8xoFEdkQ1FpbFG7KeE945E3QaElUc1cqwYxDCjneo1jl7XIR7zLJLcIXeNF0q3RjCvI7YGo13MaVTDuzaZR8Gt026GMqZLDHADnLx6bZZyGnxkhAYOpkc3aJNPB9RgRckTWeq1rNyTFAGo8653SV3ibFxjSi7cX09u3Z9NbpoxfGz87Z4rYNmDgkzdsFQcQoemKyRWG4ghG8m2a0RTYY0pggLA8V1hJbfIF39TVQPrY1xXtfcna7Cnf+9UQXwJzCB3xakzjpYqEYBeRhq/U9H3LeXcx1+LKY2TAWFKv0elsp7ydGfF6bZ0B1KjVdK3yCdZRyvhtQcC7+nKXk3pVPN/Zjcb0Wv7HxiZB77LC5n8O7yYBO7+dxNA3V119sN/0N0hK1lYe1J+Enve/wdNNvIs+2Tf9R6pzmKo77VbuCubz74eUwKp3fDqpqIKJV8BvlKZJBs59T1QC16Rlmg3l6TTi5QXTmhiKNV7X+uItHsopThLGFiV7MJ1FSVtCL8Y/u2N7FOKsjmr6JvQaQ9bLwkC07QZgT6yeza2MdPquA0l9M3Sxxp9r8PvYTmhFuVrphrQwEiHdl1n4mEeHRi/oFcr6hleLoPw0nSHo4uFTnrXWfvVg5K6hxdjkAwDE8+YpSvjsq3LVY9U51ShpcL3+8dXr6S3e6w8/vGZ9EzpM8eoB+vrKI6ZuT1gTd6dwpA0LrsuSnXO3X3aZswHO9XfbxXS95rVrvzxfa5lLZaMh5HyMAdRT1YAewYN9oL4GDDjGGM7Trk4LH5+wlACsjwMdy4ueagnB1serlga4weVmKIdlPmOrY5xBCbRLHyP7lMtPZLn7s70+Cxxtmf4Ffjd5Sbc9WXukfWHZ/wJAun29iDlMEcap7MGPeBY8ORWeNgc5Ugd60y92+ftLvUZcJdpdAUQPIFjCx5Ka1OzfORfp0H+KH+s5hyfGPePdE+n67Mn6nPQTkgCboYobO7vqIr8qPzLmvkOkNueosJheLP0YWHvuJc+H/PDDj9M3X72Ynp+8yUYZleq1O2BR2j4/66g1Xq0vqNCt4TqGV+WuoooVVOFvQnNQZ3hLmU3+vtjMc2cuE9S2t4XUF0oRiIWsNByO8nWqfI3pSI7EjFNTROFwpdUG18RzIyCwrLFiWOKxSiPGFFjiMc7J04hyaIQxru7KvXIQg3zPMWrnrLv++Pp8+vP3P06v2EXsd3/fZOMTRo13RfPgK0bQ6V/e5IWl0+DWZwR57SXPwWr8auOS1dM04FWHXxvUL+ZoXKwjb4PiS0vXl+eU0au0XUxncxt8XsCX08dOPxePet4lEeuiJ3rsd4PpK7b5CsIaW/tE1uwBtX5OITpoWDEYWF9y4KnTa4Cjb9AfsqnKD9gbJ10e7gq2bqZ29artUxwa1fQv0swz1HWdk1Cp5tSlJ2ZhpOcatt0ua9fiiwF3U6CJ3dZV7PPvL0sCLhF8yOC98GmD99On5uHTSuBjUefBitNBS1WGUorroGfBNW3gJJz6xOZQt2gjDBpep/iy2xTA738443jLs7O8VhGYY36OeMXiaoXyRoHGW0Txalxxs7LO5fYX0aFyUcCqxFoyVhFWmIlB3DQVfjgZ+SYXrLz7r6FI2GOUswY6l9xW2/FWNRZUMCKAq3p2t+pc3i4k3PUb66mRIiinkIR/8oI1CriMmAYlswbmDeNqWjxaXFS92kwNu7lIY8vh14/cjXvmdDBrrm/fvpneMCX8+u3r6V//7RXX8FCTvsgXg8YO7wOMrMbVHb4r1jtPWDNXNMrVND+Fd8zcdh7hST01Xm5a05O1JkqO6WkGRkcY2mPqwN5iFl/P48X6fOgaGkdH5Gs4MYYqij6O4Ntgn5CmnrDen95vjHvGV0VHvqyfRlhD64YrX8nplPghU9VOwVsmgwQNN5wxVBE7nNbAhNLFN/ht+Bg+6PmJPWumQVxpzOElfUMomzed2dKWKp7FUIM4BxNpTMpIUx68D0gDn2XNrld0Fl++XczWMERx0szSt3z3zWTe8/NUsM3/beS2XyMHl/S/DrfxcB9OZZS3rdn2G3SF1j7IYctXKMl71y+k35mPOotzyXPH0xcWmExv+t7bDbcA2YpuDKz9qktugcwXdg3bfVmXzPQBMa9FV09NGYey6ScD7Tb+u+ktYZWz1y3unklrGPWIoa+9W3Kd3/pprutuAHaWkuX6OnfcotTdUe+7DvGd+mLP+b5+tafInNT1mhO2IsvW2MrgQsHf3aZd4m4aDfWw8+piehnIIl3KMUImwRvEgb3TeT62oVo2eIu05xAlRm9bn19Pf/oOQ4tn9QLn6pipx+PjNbtVj+PdOIXsN1DdTeqNkM/Z5awHphIzXeNQDWUH0rgVRX6r5UkzQy5IsrOhSBVrqb0k188eQ2t99gtZtUi91KJGFgZzfgyHR1matHTLm4k6BZ4aLNsWACQCvtpUlK/lYGTRahzIkrM3wpUDEA6naYXxk4LuGH7z5nU8xtev3/D864/Z3KTBPRcWI+jwp7xVPFZeCHKERxiPkbM7vk/xJjWGeoYnyPDouL456xqoHlrJwXZVGhommXfSF6NBg1/jsUojK+zWhY1SWZ+F5zzuA+63eqrDW13rgSoTwjFI7aBOXR/b9uSt8Kz1WjWsfVOXrKk3zEQstKOvevQVkcolO5VZI06zj7b3Jrbv7W3DdBEHfvSz9DX7G22m0c8Aj1LSsk+JTyzjnIu0LvmjD3jOzIUDocig6iVO5RfcVXDrV5QRhSSGTLYAPl88oQSqHR+D8DEltvvHY6g8DPap8Hsff+5qD5P5p4JanR2UodUD0Xi4WebI6To0Rt52g1Y5QukcYklsTDe4uK6ngkTdoNg0GqWm/+XPb9mc86/T13y8/cuvjqeXX7BxhynLExS/SlYFmDXbKDvfDOVsJ+Z7KDy9ND0HjZEG3COBUxS0lwPWdC+zWcgIhtURlNWQL0OPqJLNtVOdZuvjtLrOCJfEjMjJ61FWIJTHwJeduOLXEIWIGAzFb0YkXqaAeU6pY0iheYV3nzXP4T1cYlA9NKyXbFw6O+c9xEwNu1v4LY/ivOHQwPuyCYObyfBRY7ysgMZCQ+qgRO+RH2RbswuZ6kVGxxo2+SX7WeTvumrBKO8anijDkkgI8ePzoVlnJUf/cYUQ3Rh1xCYo12cvOewDxxzMLhOnnjYb/Ka9SBO/XjUspMyK8pnSpoz8SFJR+EYu34B1hQtrH6JI8EIqbWVTp29wdngRbxS4fOKQ6+z+lZZT5CDWEHuOOSc9RjbXAAvPIY/+2Y+83gQpmA9jtGGe/5Yn6ldwyIEy2mFf1GE/WTtwcZAFv9bDtLzRC1TZEQ6epce4ofXzivX92ffGw7lXHhH1niJK1c5g8H55XKg3p1GmbtCHF5YfoL3vnzJ0TW7DCdkHB6v0UP78kEkC9XkMjfuYEVfkdB/gE+Q/pr5PQO6ToFhdH+N+EvKRbwyLd4Ym1U0gpdz0d7yuqWI7tkq6fM3ygpxkVNH6Hdo/ff9m+vOrN9PL1wfTV6zZfvny5fQlX+xhcrM8Db0NNZNKCuN7dDGMhj1Vz4O0qDaVmk3tGba82XNvcE7oU669qAR9sfAGP91Zu9PkazbkqywNws7dU8VJek3BII/cwCRoEfJfPdrnVIvWYEAFK8Ac5LpS1kyJOoOT6eCz8m4v2DT2lingc86uuV6cvZnO/FQda62+YCLcKwfwakilUt5+UdV4amjLWxOcdlKcZJQhJYk2dGDktPIzrJ1L5JZT7PKW8xBC1QL+I1/bhI1UJDpIcROXh16m77p2vfjiQq8Zo4tVvICwnurxmo9JRJqW54A/12XNc9NUYGx3GbW9lKeDNb165KuM3Oh1Ja/gOsTDP2QGQEOaKWiZSXvQB6wIQTRlXEnjIp4mFZvPGYiMdPgxCG9LxbNFEuLYBC7sM2FOFvmz7jBn3xZWb7lkL30HpZyFDyIx20coZzRBgPmiE3+x5xhVahcZppbIDxHYizmN0PJoeXX6fecNhk3snjIN2OcB3u3enOzHslNoP9C9qdJQZTRNu8ttwb6kpGZYy+4Bbs76vAfkvZOkWxrPPv7hgrg99tXzw1H9+JhXBzwDa9goMBqbmqtIDHXTIAYURnsXTq3G+PICBY2sxsf1SRWSj5u84fjuX1jb41V/L1++nn711RfTb/gG7BdfPIuSVhmzoTVemQYi63FYA98cdcBzm9coSY2uHVS9Gk94NLcd0X/zEuFXD8bbWXVqurbR61HEVHjjptcYkOeuYZVhXvpAbunCoSBTNuYIXKSxGzYyIL11ZhRwqEEDguLyFqkAHad4NR4xtGs8VrxWPkun1/r27VsM6+sxVcyaKGugmYbGsPp2pDKw4mR9k4bIGi6I86Uh0hzaWOOs8yAcPVenZ7VhGr8DDKxGVrnpgbr2qZerrfFlEnqjFeq8vAKEcRZSghc9VwpA32/V4gl7gCS2kqwYN0FAENzUVzj/NPg5uI7hRQNbtRhNCUaTYLQoc8HjQcLqHbpWG0kqaGBqMIFcmGFRYWfGBbkXCuvE6zfoL/LiF5gyfW45iPUasnkrO5vFifc5z+SO6ySOn5rStr/YB9zspVTSzP6mb+pFOPhZMxhYw1s8ae+DtI3tU7Rsw14KSeIv8KfvCY2swevcN8SdgVB6Ds3JSbt5laB+afnT3+4L/XKc++DML91QbRD4psNF952ke73IM22jB6uvNNy7nNNnKThqHOItr1186id5yVAQ0k3dO4I7Zwu8cTTMVuZ7XrTscl7w8Z5ot4p3X1kmmtbyWqb/nOK7fWnJ++r6hBf+G+xwVFZl4Y3iJqcajapuMB5oRe8H09ydqnVBhTHiv0A58whKTG8ZCh/xuWZ67Uc8tn/+t+8wrt9NX7NJ6gRD8FJjy8acl19+MZ2erNilzPod9DQY/h0fv5zY3Fr3IDfjweE5ilYF76EhhglZ1dMoxtNB3aDidR12zMp1ClCVGa0Oj5WqodWDxaMyf9wJnk3PdG8ULSV5/VFVF3mQBwrkwJSvsuAG8PEOb4SUpc56zfHU8O7XmTJGAZ/zpqY3b7jWsPqGppKp7PttXmWp/NJQufFRSqINbtrC6KCdZGoxqPLmJWSGQTvRuJGoHDNVrzwdzLA+W7LTk1VGLg04S1H+fGQTfKk8tkzDBlwODSV1YuQSJUCducSwVP+QrzyLy11CsaRTMAYyz9CSLk/hywppiGXc9vCXMiCoNdlkD+NKtorHPuggyoGTNTZur1MsGmGnow3yloO4KFVWkKq4eePOtl0zGCCP/+Rz2gkhThptQjSzCYNmpuxJd0OZA035478OsGUGgkFO9yN5SrvtUPhLuKyWQsaRYbW4Mn+qoIzTiOlE3WZPhf0D4HlE5dN/HgEvt5axSFTGE7EfGQf5EyG8Bc271PcWVD/Z5NX10fNiTrekAzV3PUqFYsPFLOixRrF45zjPp6rRU8DY5nB6ESNy5efy+NZsdtEeT+fcCGcYmlfslHXV7+qf33DGMJx8j0Hg4wMYguc8b/n89Hh6ccobpp6/zbrtEZ6KO5aPT9xU5cYbFbgGQMVJXCzhx06GArWjkV7PTJYCJin8pwPKs9ecvfnl3l2+/exrDKyG1+dRST/HuzrHqFofNwip7C/I8+X6lwwsLFePvuhRqbS51rt0MKDs4LN2zWrUANAAmYc7dI0RVokLZ50iX+sinOpfhAVAWXmt2QJpWKfIAZhjH+fRm91zaGyPkad8OHWLHYYFjEN4KRKSKQFJBS48Qe0QD9BdxMozswvD0IZf8B1jwZ0+LgPuGUS6rKkDXrT5HpTPtDH0hRdfqhhqULQPYZjEU1PMbKBSvrT7pd4isi8v2L6IHMOvnBKsT366H4wzvFivMrbGa5CQvoIQPFfxIEg8P0Fa5TTm3g22y8zwIhZc5FmfxAFLyxTq8FVlg/nzz4eSwNw8Cn404Iei9RnvL1ICrQ8+dOVW16zjGeYprtFnW0ElD4V4mCk64GKwUENO56mYUd6oL/o5HpxGw7Vc1Hm9yqCm/PTk3Ay0xsBogBNYs9Tw+vI+laKbqpza1HicorP1Xn3L1DGbpVYYZKdA9YRzRonH4KI41d3R3ximnGHlCENhfXrTjI/P5E1L0MnzwGhsH7mRf99wVOuj8lZxnxM9Yw31FZbWZVNnNH3sBcwMAp5Nz06+mr549nz64uUpA4Q11xqSo4lX9fMlmnq0BmsFD+X16BFqHJ36XCcdOAx17bKuAUBkGMGoMKK5c+UIQtvgIy95nEpZawz9S909l8LXkB+z+SzTycgqm9kwgJIWSRm6wnftdCoyqI6m51Xt4WwG/8BDRVKEjJJpZ+1p6IJLlLUeqxGsumU6m3T5zXIAEQc+McjwoRca9vnR69dDdDf7IUb4kDVgJjfyuse0Iz+HvOPxALFTLdqJohK1r0jDP9AFf/iSjnTtExxcbKaeN3ExFBPWncOrUV9PtouDLqXhtbwogENmJ5SDhj/uu7MtXnPpAMbNctSGa00seZ6LYRDcDLff4Bnt3CyQlAjglrxKfhTeVNBykUIGPnci35OZvmF6jdICoRwMDFvHtfgltgjxRE2/O/RMVUPN9RtFe7bCOrQOs28YdiiSP9LHeUm9p4ybzl3ndPdB4y64ZV76mAn0m/Bqv6HHNE92pvANU0u+q8VHn4jMllg3cdvBcl2nGe8G5EZsbru50Aak74lNym2xwduebO54Uhv5AmA3iWuTvK871DJMXz3dueSyy8B+/A+R4f6SN1NXPvdqiKdjhAZXqccbs+mJsw2GDJSHbh3/vkBAhaSC9LukeSmFGgkjfI1mVEk5PZqNQ+MGxE/B8AGDd9jTacIcoPCdnkujQ+YCeN96pKLCvMqBLEEULxLcbrvRADtVmUdD6LhZc4Wqj3GUCHn5QUYBMEvIVLCK3T/q4JSuPLh5yxcu+OKHS9LjYUFfRalBjnFWk8L3s2fHeNsMAq6ekfscT88v4JzgiWFkGQw8w3v0xft+6g2xxDisoJkOBIy7hOsZTjcVofipsDxkFzbnvUFZU3nnAjSEtomQGugYEfI0KhEPcV8SoXdbApMH6MC78qs48mHAkGutJsHqmeAbu/S9NbQ2+qGbkvTAGVDldYjEax20ztnIBm7ProlaBT1YzY3TxtLNLARnsiEBTvhRuUhPeSh/108t44DHrwEJazmNszjykgvSU087STpKUJDGWYzCgzuPNBGPt51B2Chnv4Bm3zg5K5NIUxygVQ72D8/8OLhS5u64N1DDyOaQx6tWPH1u/2KMkLq7Ztvr/eIwBGdiP+GfD8yk6Csok81Vpz7k/G6lHoL5pwCzLZdfdl1/CvK+yUPrhJs5T5vCY5dO/6pI0FqEKHTaXz2cFOKlysk0AcVzjaE64IPga7xTX3mootMwlZEFhrKOZtVR18BpUOJJ2q8cleVaxG109XCqm6lQNad6pVeUzeYoisiDBuaaw/cHpSxnMEsJxOKGLyxHDJhn/zScepIaqcQ10LV+6qv/NN5Zh8sgAq5RoCpNPz/nV3FAyhT3aep5pc/KR+sdOZe3hCJ3sxEGVv3ve4XjvUHL0RncyxVl5bfiMR7UMdOOkYeuWsC2fjSAGj3MT4wMNcvgQyDYQz7DW+RC81ZromUQ4tEhs0wXa+Bonx7taxiDgzJ7Q0bNs0R3QKyH5eAGvPwjh4orD0NMLfSO7Rcw4LO7erx5BWP4KDgNVaaT6UsOmtbAu3M5PCOf8lSRrzSGgOwDytH2NYS+OIGvOtpHlIHlhcb4ykdIymeKjXPBVoq/hTNnEDvYNIVS9UdZ47al+DJk4JwBxMDbU/rSse/9pYd4o4qhBf+XLhDqb38e3eUnLQ155LZM+NyThyDe44TzUIq3Gx8VFSMRhTck7E5Ue4fqN59I48bJhh9a4pqHHjFbGF0MpDAcFtP8qZIxW/EWXdN0J24pIfKJlL5UfdGo/qDk9QGTp7p0oxDuQmzwuFk9lUdnj9Xr9U+FPLpFkMqBCMtgyAOqPEkqQKe23Z27dscv5XwTUr7lKsowDR8YAHffGpTIoTu08LCvh6GNsV0o+VM82dnLg7RebaYP2yg4RZr6sUas94U8lCExeJDf7aARaWXto0bW2cFIIBFCptQx8qenmHPXapleL6/RNVk9QTDjHmb3LWeNQIxhKliGQorLEV2MsYSVJw1iO2hY5oHFiGeq1HZAawjn4KKn8DSsJ8wBx7jCh7w4lmMMEpmLSwPoO5jzZSGlC8kj1mVXWFw/WnDE9PsRu80OkY/r4Jzy7OoV08vlccMTNDOoERYYD3cvm36YNOurTMjjOnSJG3pQoIF28BVJR7Ze28eVAQf/2QAHHlM03uk/DMraK845nRe80tYlBypT4zfaVVod6r7rq5/nuWR3F+8OQEvqd0E9XZ70bidIK9q/Rz8I1bsLPB1jnxyTbXWncD45h79kBpj5LGMS/bqoaRSaXh4h6oE2ar3h2qfm8SCKD0XIlZ6Xa1IahHiPZbFQfE7boYBQQvFQWQdVEdnkGmMbX2U1Ky4UL6pRS5AbQpy5F8STdC2YhaVl3AsVogq8FGM94whfFIziNAfYKD+iTpP6qblrcMZ7pfLYVQoDz+E3YJ1iDp941tYJDQoO6wKMipXDeDzb8DDqQSk5tawhxohqOu2qUq9nMsswZF1IKwLorvwVgFgiCGSphDWkmW7XcEK/p21lzw1JoWWcgpwyepYX/wxULcYiFyOt80zrdkjb2mapK2doS0/88WRJt8pVd840wzXWUlxpE3Dp6ZZSEy+HAw0AIz/lAIxLABdMTVd7IXP6Q+G3jPJDNjmLF/zO1VKyjKNRr4UVm3xgfInHwMK1MrF/h77lC2w+28W6L3d72cddFsmsCfm+nEI+lKOPerkcAtqEwJpNXvq3bRki8r4MXu+mLfOX8SBcJjwwXjRaFjcL2SOs2y4fXitH5SvEvuB9ofyUfdG5rT72MVqCAzhkrgf3MYJ00863EbOvdAdYwqR/yeRo1PC+BHh4vHrjgJefTfReJIFFbPvar2QKiijCDSq5fpx8LbHhUl1kaLF4/3ao+Oa605/iPNdnDzKb48NQ3UPsIybxqGZVa3mPmZJOO2ococ+tgQJzWpW70m1Pll8am+4LvvjgWiWqitKlsX25Wa/YLGVzG7h1+VWJSqGIxSg3raSpKFUSHCp/8Qmv4fI8w7pO5pStBla/wxtLIrYc11GC8jOo45lmCpxr3xil6leZb7ohcBY1B8Ngh7YTWL+uI9gJxXfFvVIhwSeGx9273bFdl82aNQTi9HhDyyLVkrfZI29E5FsPlbpV9JlNscerghGNTgxfzkhFrxFctRHKVzPqzVq2ZOQ5MwWjoYeNmqmlFouqLKLBsQ2oQZR5zxpVcW8Ql1Gs52Pj0eJt1/ppyVhDZvB0yY9/hvQj0JSRLvxAkWMbeK7QfaTqJg+0O3XV77TejomyIzxoSSOhcBeO7jORCXh9HWjqY/tCVr6sje1SU/xkQMMBhUF6WZemTepxKOBtB4VxZwB56iqcccNAWhc/r990om6X/XVXqVrD/blPX902uGLeb4S6DZq2nH0s7prmxz5X/930vY9N/zM9LcF2SJ+rztiKQyVlI0U16A2qWPVKPGtsfZsQd5O2LH3WO4tHYHzJvQZGa6JP5o5kHwmyjEa3gDlZaKGknFAt9atR1aNVi6osPQtLPjSlb34H10R9hldcm5G38CbJC2y5a1pNDBe4YaTpi8ecFi5g83wt2jZKF3oaBjkXMqMxeXVqdihw5aMBVAZ6NqKH2yj72AfoZiMTAKjoUbsaKLhWmS/tIFfD0uPIoAE5qfivcVOvGOD07ki9VhV/WKEqeRVgMJNGAWXTHmTJybbaBNMMStrg0ERkbnw6yoCoBlBZXyY/+MgvXBqmQQP5p39o/EmTZ6eNHQQ4na1BKaM/4Ae9zCAAv0JZuxPbNWbLWV6eIk9KK0d50MOM4oSOgSRgxqHcibsjOK9MpP55D3PkoxyAp36WqbIbHBms2UjkJRUcgikDmyQzCJZOfyWdtnVw0IOMwkfdgvlD/uTuGwRg7MnCEu+TIQWRAq02sy98rCCpD98WH6s2n+n8UiTA6hUdc6dzqjbSWbd6LBfeL3MBI5uCbgryEQcsBYoV7w2LFGWslmPdLQZxYRRFtQmFOFTVblt0R1msl8Yya3Aq8mF0pZHgWdoacpRiGWCUpUrUA159uYLTyb5UwulFp47dwOSu5eB2AKDGDs7Ga0mTrI90OVMnz047amR6/dO464SZxg0aa6SSLqNcfFAW8yFLec2j69BQqC/CGJVaBXnXCJfF1wTxF7akUzxI+yhrsmWcIg9grIah+DaSf083Qkmn8s28oXqL6FyuOCyEZkkjclAeUHBz2Ck7sXvnsF8PmmGUOwQy8KAtsluYax+P4uPI7ER2Vy9lOR95ZnDh2qyvAO2QOnJhXTKY8AwPeZ8y+OttWPKFYbQ72W7Cxz7RR8wwhX/NarURtfIanlI/n3cm4icKy5ul39Cv4pmzSS6DLGZsrKOb7UQZWYPZUFgr7m9wSiC0N+lPFwP3oFI4pWjaXaG42pS7Bb7BlBYgiy66QD4DzWnK4OnDAucYdEnD1EVOyG6ui7e63qTuL3WzHkH2yJ+wtiR1X/nHwN6Hi/wluurjVWiZvozfzL2FSBfaI6a+L7dL7gGcARrZnLDF9yb15x9DRVNZ/5WHCmPUqRW1l5qvBPL5mvusiVuw6KbcfJ4t79Rah1I4ljem1tPI4B8C0zdscri4cj0Uwvqbwmc60jtbI5vU8gLRlBIJjNozrIdhFT4K0rU8EpMOVDZu8SyvO4a5IJ+uB72YBad3hWcncrwW8VlPS2uYoaNBTt223Mjy5IqzMnrulI3BkTNlaVn9Zc4eyro8R7DDbz0jmBTy5LZ4TmT8ZDc2PPmhBwVWuGBt4NTz47+uxwDAgUASoacxly9hSmJFp/KLoAad/8FBFRUq3rt8pKBy4AgiZQTd0IO2JcXPkfpzjpElsa7rXAMVePNfmvxl2tb2sHDjUTbUudZapU8+ZarjQY2yMca0iy/HOHa6mHh9XICNYhl4MOQKXvCkb8ATeGRU3IbUZQx6bF/plyxsNa4wrL4a0vGjj5LZN30P81xXYKy7RW3ZCCBxUvi3job8Ur+ilyQSi4dxdeNU8jBZTgxhsKJb8ZEUKguY1BXK7NzfH+Sq+Kuz8brzGn5eCzdhRl19ycFS1WEMgELPOndpz1wMWW/qQ1La2qwZ6bLQVry+U71J6rKblCIoebFVO1buUg+FFfOBssRNPFVmbrP7WasCi9/dFi3OIoVZfE23zxaXVF9ncD3k06jNM92wL7/g7NcV83cp20oevwugokn/7mJbwhuJEewMMfNpzzd4jy7Dkm7VfJlb8bnEkt4OWMtjJ/lBl+9T9kEE3gFo6y6sBh9isGHHzdN4FaK7jmlSOis3GAWiZqI0gEdwNdVIhp3DRoghY+LPR3VoUh8BSno6DopNbQ5YmXixCYVy5E/jipmIQXKeUEVV08fyqHGTTBnBXJB6AFwZZTK9paDj5iYSE3dluTYUVS1Mdj7QNV+4i1de3jJX9C+hApO6qLRLcceLba8SufheYnnTU8ubkkizwUkFL9PrpDu16aBFr0ll73RwxgRFSE5yIyUCpCICxFrEE1eJhQ1wbDYnAQNPy6OMcGF57G/ERKG+B6S9DOZ72DrWT10pPROtk3VvOx8ek45cyVN2AlpOJW6zaKhirBpXrgtn446xlqZ0ZIiTnqre8DFpPW2fzU+2D/lO1YQmAnQmI7JTeBaXvnwAW92QPjcqmmtgnKpWBkf2T/r8EQ2lsXVnvW0pK+kLRIpP6ZouQMjs/QHkJxaGQO9i+g6Ouz63VSv5d8jjVtQgfJdi0pvLzZFbqXyUjKdgo+4Z+95TYHtEtaMIuG/ifDyi3E8UtOS3keGuPHtA81TsN74tQ7tEHo8lWm2ZqpIsYyGDvi2pNrYsb9YyiGqi/5+9N3uyJMnO+6KyMmuvrp5eZgYDEAKIAUVqxiAIpCRqgZkeSIEwkX8rX2jGV5mRfJCZXmh8AGWUMAQJcDDAbL1U15KZlfp+3+fHwyMy7s2bWVk9PYP2zBvhy9n8+HE/7h4bKyBGXYZSxiu/YKKN4Ax0NagxopFd1Wf+xM1UfGyc75pCg0FTQ5oGR7YhaXgBwQPnJj4ehC2qZDEPALRyRjQF09bgThHDLTdCsbpm5KYuXp3xKkneXMUKSXBn+kwdg7d1UTIAa3gIxXlw9yzXF3lns1dyMKDM+uPxFtVf28dMJrjjmTuX8qYpiSC4yBhBS15RUD66JiIUdKRfZpA6Q1+Oxo+2oBvJhMy+zqlqSUowrxVwRpFiOK/JUG3zCgeOqUO243E2flEFEx5VVWLqp3jpTWeCP5GnG8aoLzA4TuT3BKbxANRp80j9RIj/Gc60mY5Rd90drMJawSMLVsMUz/8gKiALduAzNRacBeHUNIBMrGShgZcmbr7IKmJMgBRVTHIJp1HOOQnzut4ByydAYB+RgkOCtw2q35X83oYH9K8f9mpg76AvfvtUd4UotYvzFiSu4HC5GFsk3IQn8hrvmsi9VXbg9XILtkhZ1vUiLJlvd/QuZ+t/6V1vR+8Q7HX1N2p6CJm9MIzj3dGmsTN0oETGlx7KEpzBsKLZvY7OlqQ2TsGDwpDDipQhLltLDAoCKoJCclmDLhpUmDjXULkuaefmkQ1cnIxOGt3CA0GUr9Ewg6XwYm6NF9QIrIgZIe15FA8tz87YDta1NlbXXsE2Z8Wd1PEQ4qXtWj4fOG+ZMthnBWVnIw5e5TPYa8Ujt0etIxqnJoYnAsiqlREPjfpaNnVhGYV4hgsw9UygzpnMuI5SclZQcEi94Y1DwKGhGSi4bUT3SNcYQ9cSNZpvd2o+R0TEScTRgbeKJJsnKvaUaUdk5mdYjsgoAsibFT1nCiS3fyl3XDo3bEOHTnSoDIxEiNQK/jjB4u2k0nawookz9E0IsAFUeWapuCiaB2lylSLTDrVu9LNuyeanumWbnnqBS4VSJhJKQzFn6EHX/YLCFsR+RyjHuVUM1Uh5uXQf3hq6YNdCqBJU5IDg2blFoX2kB+GgOd8ToVQv7xUtXofR72iiu4kBgJ2srPwSAO1edWyVoeGGgOkQTCZRHyuf8yjDAHKjqEwxLbcUo9My36FsiHYYItAhMCZWKM1W+jpncI0/kwu6Kl+6aBlWiMEWytnPvdPfIRQWTcj4gCzwDc1YlfL2swiBGxxDdya+spgbUNyP4sWSmHZHC3ixL/3P6copKJXkv+PQM+ZGYthvaeXTKfAplHvbGDIEgJRHCG4GL2eAo0gNM4ABbnjTIRpkD/YMfOtQxuGBUfAiwARBLRz5msBc2zvT75U+igAPsru8dh7ipDMDOqsjVo0MzB5siIseaQbychD0ifSLGK9hhe+JhBiwUssH5BGaeqfJWTlVsO3hnBV4ThUjKZ7clIM8YWKpQ4MtWV0DRzMZ+ik7LFwFGW3jsNA89YeudBlmbmd0g1zUj7N1pUmNV6bo0njRk0BU7aKDw1S6VQnQOGDyGUTFlzprHgQQkw7rAnryqGLhrWTg0A2vxswqOXACA9KyxlEiOxO6tE9evyke4m8gVQo9+jlcZZ2pYexsaWlNqu7qtZAiqZBjYpXXsq9SKEiLAAL0OGMIxOs3ECuHcsV1XiEfEGb5DwCWaJFjxppjM37JqnMv7pEZbBW7GqLoDp2EvuOgdhSzPHYGpfq1Yp3ArtyRV1EF0rbc4Ei/bYDPSH+LHjyBqxYHZpSvcMa8otnlrYwC3nMGtPAAm+nORNBlFWS0LD2DAVzD2rDFmQqwBwaR870xZdNcTnMY+R5Iay/YIPteuNsptKPV2LFwtCFNjYlxuKKSVkpTeJAzRoFNtkZiO1aNfn7kRI3jBjTdti6uVhECKDxPOlPEMYkMfBiBjTeXKmNHMHPhsM7VCKzBIXw9SmvQZuBXDuU6553Joi84nAMz9OWNIFmlM0Djalm34mxY4ZRztSCNbReKQbwGJrwSOKyked+w7Yh6LXktagd9EZtpmEQ7hAvwcWqhX45qGPK7OFdF0FHWduhpO+Dcqu7wcNotJs3g/KiSUNEtes4EJXCZJIiH2tQOTTrwW69kH1y/9pascL1yhA75Ihie7BdgT+AjafEGPu0BY78bWTr1Rr3sBrq0muFFz4OZmaM37IJJVaOrlCdYyGBIRSBKhSooziWCU8uLTNTBLlvyYlPIrZ9gkLvartD3n5FmZDZCYwlt8HG/G8veNg5Pfo3+NcipytFh4cSwK6XzvjoNYKuo1OfQTqvSPUnrpulwlyr3oL+LInTURemRmZPr2vKvq63S00ztsBh42OquQNEs1x5At+8uKtfLT12iAY7vItAnh9bwWDby4f6d2wr1drhT3ul+U6IMgnrgdBO9z5bcPkPFnAZFzozru4rxIxscBsOEylXX112eDIgEBq0MXAUX6CuP0EbB3MilgSDUWh6k5ozArckzsDer5OwVLDSFqJqYfZVvyULZsb6SdPpaDhZ8nG0bkLwqVeW7VIynY9DYBw6viSQQFwXRmJ1H8lZCr5IjyWV8C7DyxEvVm9VT+UsK6KO3OTLa4Qq3O0niS5wxZfmBlU0l7hoGHztT6OiKFIygXeL2kE5zfTy6yUsq5ACRxXJEsVxzB38MoQMctLUj4IlWKs6qWEZnHLCYBBDmQcHJS4c1j0sAv6QZW/Vy3o4BCttZavtdVJw+Sf8oS30XPL6m+bUGDtNA+Snvkmk1e64P12w6Wg0rMlkGu4RxECWHGXyI6cYhDTxcnSSweqW/gR1nyoohXY0y5ss8s+qbS/RsbQNWrjBEVI9LGp7bV1iL1gDX+7BIseJIvuiJJsFXRiUkHX4cCLjxyCtTEbC8oq5bdiQnq2mRYQRwByVFApmIt6BBmRUUn/+jngzYwLMCZnA3imjLbQpOeCpDPAK0+doRVGHGwMxNU+d6kQfvjuY1lRSgq0hlSMsFipFEGz9j2Q0fekgfbcqpiIyLQJdM3PVNy/FDxtl5RVelH77iQ3A7S+5zbzeDq9WshPd7mVkRes2GZnijNSzQiZyR6wu26sBKzjXnVYVgIBT6YscAB4YcgnEVqXfifsQKXYpwdjKYCCE7Ow4co5OsakUSGohnvXANFr7cAMWER9vlkheM0KIs+OGLLEoLl/zcAxD4tAGrWcmmtmHylM88on9NgYRGXqCBiQwoHpPwtTPVg21wO33xoV1w2EigqGnYJkgosOKdQ+TEkpfBmMusQ1Ne2QE82PNO3Kv5ICH1x1pHybn8QXtQS6vXNQ5P9FzVBKZsr8TwtV3aX+guKzUA0OKxq8IogNg9QJ2madA/I4sxug5m/CpFNgL4yO140UjyxseSqc6m3ZhUXuxcJQgk/vROi1HCkB7iSi5CevPl1uVehjFs0QDXeshgKhsuauJJAeVLMslcHMuums3mmo4g1J4Nzk+UkLNTprKT8K3xHHTfN9PovMvTbaxgR125L0h3ftugxpI33Aekv01He2jF7Hiu6siWolot59aWB7FxBzUPNajQ09FDp6geRGgD6CD5hQfPsnmMxg5MGdxsMzszmdc1BUonYDBuE4K1jDBtAxR87BzoFNKpcZXHueQJepn5mtjVacQf22Zdneir0VEh4hEiS4vTqQbE1DFlHdYAqjcqwzlpNcorDLmLOndS66x6+tlYnc9aPavO0Kk6Z8UaGry4w6ta0cnqNvnglRx1B7QfQ5MeRwfAatXPTWsA0iVxT/78DLVmpayEeckZ+N7apvKupwA1Oo16q9rC0x2vMn4Fztal6kG9xjr/outa7fsroOKvq/BLooHq22M/qO1izqenekuhX7izeY12fy2L6FbHIo/VLj+NhDrop3NWD3EIPI6TLsodv/YZ/QzG7Ycmh4cFnBQcWJuVQ+JqHKu7SlNeQQO0VxmUgas5vfB5qJ2VlNdcqh9/zMoJ1In6b1ELRI6M0+iHv4RgZKXK2J38drKj8JasEMUtaa/+lEaGEBQpZonMMqulQv3go1cB6Gd/KLlZbV7wzl/0ohuQcIBxkpHJM3dkbr9Q3ZANPM0AcXB+t7QArREpANo4N68SS6xSm9KmzbmRpW0SBGS+l+eTeTGBLFHlntjPGNacssWfJ6AVijDRRRqG7ecVfvgiJ6u/M9Xn6/Ala8AdphlHO33JElybnc3rhrLWOFOWeChz2BVLcNchuwzJ3Spfw99G2mNoaz/7kA2iwLiuJfwGzJeR5Ymm/ACBXu4nSCRZOdrz5mDZPibvuCrkShptPlweJjQwDVoHt/CH7JnAKlawZDOe1wC31hnL+RoIGUShfUaeYn65vDJcUVUAa6lneYEFt+hlxgF2SQf8qlZOk7fKV46DUHmPsINgvX0p2eM4cHiYenFUrFgF49aO8LsU2K7RxGUOra6uU3XBKqVsg0YVX/cseXCyFbQo1Xd75WhZTeoO7qwseZ0i28HwjWLmeuCQtYoVDbah7aBZ0XKtFYftuG6wEt0zxc+5yxeeMlT+vPWqOHzrxqPsNpCeHXvhhO88QSm537BVrGr4+WaJiM1Aj47j1a/yfAlAMFSX+wXg6Y8W6O0Vpq/qUQ/bp3kDm7LYYHH7+vyuNVBdFT63aO0LsQ+iexDQguy1E/So9Kpro34lEeIfDlDcASDvqoL2OxDXOOETUY0V482zwOBc/SOuMaZP9csJMiZSj7XD8PAmJHvo1rx+vlT+qYzbrmqHEoo+sF5FICXxduZEcEUkWAYolWpw40Yhvk0KnsZcVuMemA0jEL8zGNnWKwg7HOqSstqPz+wDaflFYfDuwas68ZSAGtqFr7PArBs7W1ZYcgaC8/VAV454aDFp2aGGzgLHkpBz6RuuDt2JWauqG2+XwrmhP5wBA3k5jjgHJgHFGEmsSxnBfD2Q3NDv3Mkit52T2nUENz/0QrBDafUu3v1siMAY1vJn4hT5qIPKXZdWH1UQvUu7oa04K1zayvVzkwGbvQZ44eDsAImjG4k20m1imEbkhwgaCE9s27ZAlusievK+dJROR5MCX3PuimryCMeUsBFLTvtkwodZjGqtNhaXX6GAHbRaSnfZkam85NNW0TVnxTDiIaR8yFC0xotl7pzqzdCyagyaId4uNvfPy3SqPpdLklP1qTO5Fc+4Rg72hKVHH1VOySEho8IhkIHJgmAbfrTRbYib5WYIS18dKazritUgg61iaRoqWYVV+ar0gOT1CdhntTEOH4KfoR3p8YwdF3JIHmtdpjtuVM7YwdfkeAES92occ6mWEMNFiNaEyjYDl7aDivFBHvcob7ihwNGZBi7GM5RNy9QRgMDRN4yIrlcRJizhmSFYIJ3JU6/z9THerqR8q4qKFh1VKtTmZjFMOHhyYAO3iJlhRD7hiT7xOGGlF6NhqCBrMwM7OsYJOy8PICm91hG8qGA+rwjAOSCRAeNMLLImHaUAAEAASURBVICz8xwQ+2jjioaC60N6xB5wNqLoY8ltA2jIcsdpbRH7oT3mtoA3JjlKQBw11I/CbDszmRC8fna2xHG++plKmzzRTsYtLTkfvuFimcDlD5sBWMbLOQM9aUqx4tTXEuJQyZXNecWum9fYBUl7txaBt6oHp84HuvqBA82cq3cJ8G9sSHt8WdUfHbQ2Hn7lQ3X5xbD1FrWu1rJdvwWdm6BWXcDdVx9kTE+8CZeb4cCPJ2DsK3h3rAJxn8nHseoXB8t4wWRbaQGodDquO8P6OCkA0BkmAStiEHQQoB2hoOyxSYOBw8JBAuS8pgyKjONhSYWavQCkQY9P1BV953HnqP64+4yXBUDMgyIVk+Y9X5bkDMS80lBHRjoJmorhlMtAbDDC98sbzE8HyyE6nPXL7IQ46tgKpuICDaEIox9JBMvACj9EyNwURlcH4N0QyC1ayFKcSn70D7WSTCDGsQhYJETeQajZmgXay2KuK22GOGnLbaToKTorses6dJymdCDUDodzVQYO1td8pWG7MNcbWAMLQf84YWAtR84QC62ZJsAFGxkiK3x8+cFViua5JszKFP5+yQhx/bKLkO3myIA9Vo10Vtsc66dXXSieDsmgUYMIccArPWBeGc1kWDYx8rsS68sGQH9ltdKXKyqBv9Iyf9k6+urys0038YjPvfwmMl+v0fc51zX30crWZbeZxny9BSxniuNkfOSOYkXsP3QAwHH7FcVV6DQrWwJ6PMbbUsHqGhBYpA2aA4M9PQbPDTH+ifq9wcqBp5laEOUbzEgCDXw5OPhU7/MALaYmq1w+d2ZHqmuQ0MgrEkWBlQUDmGDHz6Zx+y/X2NStBRN+vns0AkgQ5Umm/EEDoalnFOf4rAFJEBpi4hgpBt38iY/ilCnDtGrwJY8yigg21CgtGe1o/FbOiAv8YrCmzLJBQ1IjK7ygDQ15W8iGD7VqgUz/VKazNKotd5mkkVyLRA2etHUvuJxV0PCL5PIcfQVW+NClLXB0Gv1Td9ahdIOkgw8v5XT5hSg+TrOC1PXXVMaCOm7S0PYf+ocA/y1iitKbSPOj2auEc/LgKxpCRiLHdQQWHRIhirycCZgslHiEiw9N3FEHs8PXxzB09ViPZeFksQGlyFOdcHy+Az2oTVZkDy/LTpkCcbNPcu/Rcm5A7MoPaNVkA5GsVbH1aVu5DF9ao4S6JNB3iKUlPMF2PyN7JN4wrARBY6z+F14Mt9EjO63TMxSpnPUkuLZAiwT6hEUF2h0pyBvzSYzpivs8iF35C+Aifs1z+m0o9v410HAeFTH/9AeKL+mnKjsIhX6wu5IXEOxiN24Yr8vDL2XYedJFNf0P+foOmmXF/oOzpHe5bZFwCXNZRhQwcgTH41BYbB7TTzeL9mZutcMWgm2ZSqq+LMjsNHVmBzY/fJMcLH6lHFerBRNzj29Dxz/OlmkGpmJIpWk0dEq8QsGWsGZCJ20dlfJcD01eYRve9KBYYY6HHunkMXO449WABjqfETzCAwM8q+0acC54ABdchOUEKNE2AFDp8CjHSmGcLWWzOwUnivTKTnSgZYPWwGtnqAwbDmf1and84PwnuopXIJoaVc58Bs/XXdVjSsy5NDHk6m3leoW4eY6EJTMhR8EoQtz1st5c3CF8Q5iBOWCynLVfIKPZ8Q4SlVconOjGEnVdDLrBkfUATmRP4yiNYpvcOC1/2l1ZZPOjcRMHlh95OkAqByI9uLhShgGl2pZSAmni0BZQKRdZkUVFJbVUYc24XV0UGgzkwNiRSx5sogYSaPY2CzhM3ypskdnKKyZNpZW8dN7CVZWslUvAqwxw+42HrUwWuoJaJkfa1v2WAEsUp3aBbeWPPEDegkFM21XjVTB1btnbuFV46+cmuW1PktT5AD6bcq8zTWczMyVNIR7XNnkiH/pMrxlB5pyr6M/l1U9GOqGfHLpjhw7rNajTe4o24a+biQ/gx7sFsBsuAOGTPIlzmfwIDrbBVR9Qsgfis460eHxTI+sABLSvf2rggFgFiBMqT5N93Q0ax6RMXxT2mbhALUjz9k7LY8W/1Tm2RRkIXldI03zZhkqxvczpjr4Vy8osL5rIyoLhDnFoGBw+jdhXnThFlcC/rgcLSMA4Z8mmuI75k0ClNGRIHOezDDEAHRPRqcF4cBVsyx+xGMupBzLw91UKaUNJZbEwpMhI0jHSSsxwpFNndF1bsJwJUq3aQGtDpT0RkEKy1Uq6/SgzcMNRzzKsdi7cCZVN37fDMp3gZQXZaFiPLR/YBmchrjjQHutQssnU0kJUURVHdqZv5yW7JM8br0REdhy+yEo9meFbAU4bT7g4ZLNEj6mycm4e+iTg5iQ2Ma17laStN0HeIrNr4S1oXA+1t/Mt6Px6nL960KWL27C/d127yEqPYQT68huv7J+zt4vlaL1NLIl48QTvO08ZYyE+J30mk8/92jmGYMJQMdXVjracSYOAeP3g4lUfQumHB/XZ9MjLxWHnyxHCp3B57pJrp0knX1XRH5LDTLh6bVUGbA1ispKLi9cerI78KsI4Vt5BRBgHdKPbqoSjP6+yBUPt4kRRTpb9Xvpb7mwB2Nm4LqYC6f3Bg2smA6x6d2OpBLpDqAE+I/CybAC7FE3V0mbtvttLMLszNOghs0OdR95ojOuKLa/JTDtdFWqwLjg7ntY+6B6jdIh1tgQnOS23jqNDPulCIrvinKsbVh7l64DMVV51LVc1wgJHeYP1SQdXGYcqXlK6z6hPMsXeBLCQLxRAT30avZHVW8arFm9J5ktGtyJvlaf7wK1SvC4x6sRvy56uS+uXD56xTvNbh9u38l+sPuyTuq9KK/eFmERLOWtcAu1PbIcW+lirFS0P1hIYS2t1ADHusNII08cSBhicJw6T5wrNUHBcryUNM6Nw45Lyz5TAobKSZNWL1w8ODrYN5oYVH9G1DG36laRelshqhecnedRCTyLdOdcdoF7qsrqdX/vO6x3ZfLQUktOPHSktCayCbGeHB7JR5wvddo183l8/1wsr+PEtWslW3SfnfLGHwbMPsm0VxdVIVtGFMA4Ao+rF8gahNSK4IsBqvv6Q5argNhQQ17LDPzhvvM2OyFVL9AKTOu+jDA6rN2nbqzio6AUk2IkcNM+4ZjUqm7jDd4OVdl50h/74VfCNTmLr10ayGqbcuiUOn6wWadv6gW11YnPYYbPFoumzDVyQahC+44tZwQsb5ZoqIW2luLM5xFasY7LBYR4n+UBFniPp0o8RSQ1xtlC63WDzbiTRNq1C8ODmiif91TkiZQlW57Utod+3D+MAP1KDOu113RB7RP45dPsc7HQuXceqdSo/Nkuq6NS5IOqcRYTsyHY5w1f5tc/0HSHRI8eAnVo1rQlGeXp81Tw934SsXdenxjc4lPxL2Fuoxyj8O4wzPlYgzjXYyuPsPPxEy6881/fOiXQd/OghdlD47rUrg9SKFqenriI8bmipTgOBYsLW7CI0IcNcTJpghpcAOGQPWNA0auFXi1IgvgyIjdaCviuhqgx8NKIKhNUjtAmiBZkiSZo4hqV8D5u9zAg6QAMkzm8XxgERefjtCsiITJxpqM0q70Je5WPsbiblM/3Yz3mF7OSeunfjuAUdWcfZcdiS4t3njXW4Qo7umC9LRZsxdjFpYEz0REANkA5G4ZcXervvM7YvT5wDOCEoPw/NB8AfBlJ6AHrshyP22gGMZW8ddz9Rvbje8DcwoH/3C9X9ip71ldROOc0aiJ1uI3iV1e5mpTlfFWabq3FhHmuPz7RFS7DBupxVBDnlLKuzKKt4NaYXZ6woBGkn2Bwsy1rK/c+hIbVo7WePFcApO3g7mdUQzkgrJQ9wlDBPE5REZYOZ5vVqqV3DRWBe7a/mF6jwgVYUqpz9mT3ilkWrEhHyS/EhyKQA2fgjsp5UCO+qgLr4rYNlEEnPNUUbeQ4NdqjXQdgi7IFgSzKqHeKut+tOu1F9VoDKVfkuY8PJ5Kd2kO5Tf9pEbaC2Q//9hROk+flO3Zrxt4ppwFJR+zU40m73pL2rYXxo6EfzK5hm5UPkgLA1LBo1h04BakzoWL2ykkZaVgb0izwfy53H3GncZEYulyMjdcRi332AR1PHlczKIY1O6kqkryhA1WVLPLdDFdBgX4f0T4xY6mg97620gv67ZnvkrUh+KcjxOdKBxzfG/WiDPpFFZStTfm70Te/q86pW15jVXHGNBpYfGruCHC3v+dXAgPIYIdQUcb0MuhUzSBcsW8XKk4QRPnDeVpaQ523LuLb1gOnXaCElPi7re+FxcvAHljOOFFmyskYBJHNVEm5+/EWv+iN4u8TyNwNQhaExDyrCsNdmG1XKsBORy7aTzXa4b5BSvpVvOeLSoeg8c5oVOdN2weJgeMnTX67RSxmstclKXW45RG+lx93Eqy6zmWzB7i/dwrjdPPYjyg4GJ4YH7tZ5Ncd1LWLfmJ+p+xzD2qAlGALOncfXwJELVfsxkVM+9maIHCgHdgzmZ8Mdc98u7m7xdiS+FGzXvdSxx96ZuNzK6L+qFfz3sE3br3DeNuk67yCSHZAdhTfIZiL+dbgdDTAmjt008X3Ws813bmMaRz6njSFAH9+RsyNAljusMmDPrVgDs4HagVcNWjiljd8cluOiwcXaN1op+/qnr4MKHljh4aRx6lwJZdWQSlJKPDODSCMZBEs/JNcTAfhyTRhauoBGHsE0uXOVEjwgg57KwHPtlPCHz6DX8ijPNVY+t+aHSwQsGdDHMGB6ZWmG4ku+fugPubUuFh/VQ3T5EfDjMAaPF+R7giHuXANgcsAqkYBsKMX4kVw40Yff/UuZgJQDpOqIEL4iKmhjO62SBhGZgEUGVlaurATxS0lcJ+oQetWubn7qY/pMRJiUUB8oLUMmP8zf9HM9cECRhWu0DDSQ79IRD7sloQ4hEWk3Xc/lvceq5AAHIu2mI1VvwbpX3Hz18GoGdAByHzi8k9IZ/iBopc2ADi2ndc6Wl/RBPgUKmB/tYxNCnPa+z6qXJ3iCg0bwcu0YW3bH6mXiKX1zr4Dv6rfuVXhAMG/BwQOxqAsBea1LZVTbkV+6Ls3VYF/5wBDcvESqssRbQE/waSZc2Qef4YlMxTvUmlJFZc6fSdrBzsmDYtQfORf2UGxKUSpHF6i8dDISL1msZ2yXtlwCjKntuAVotreAwJ6gFu0Tr/6xAAOi2UTJsy7fSi9gxSY2HMiUZTI44mKDYxh1t6z4CLWMF1/bCf1lSdLABUPCccFkTKwGcoFh+6GP9z2nR0Z6PbNFNtivQZx2PxH76i9eTGGrjNetn3Pmp5FPgEJzWcbhwrOeRjtZDWpHMiZGqksr2qF+fet4lBQkQglBpalctogx4JiwFSnBcLA4TTsROdZzvsGnH2nKOJ/rZiMcYtFUxDxSO2i7ls5j5ZB84EVPo36+6EfriaYqSh0u8GQKvIieSvL1GIw8g6kqD7hy/K1YzsKFjRXouOg2mVwgmArIY1yV6989nBOhzhEieRyRmpC6oKdAwvN6oSgdjkidaCfq4/ED1CIzMHebDWlqY31wNgJKO4yv7UI8Ce7ijjfcPSQAKxbpUAU8CCwg2rFvHSse2IXw10oU/nxeu6OQqxrRfZCBd2lzvivF+r3aTU+ZeFB5Jmt8zo96MJMNHeyYaNUuuX8zjtZxNeceBRiujOEdqgY+sXMxkVy7HODbiFB2tUWjHOtW2e3kxdb20qr22Av0K1Q42F03sSEvPTPj/GYnlc30geoKtaBaSO9S8fE538xrAcBxtlKGWQ4cYbM9xtxecfnbbMWyEmoDthyeV3HNgVHet43lNIHDESNVOTk7NWsCCXBQDNuWRvAZDOvlGBgsA5jpck3QAUGI4GTA5McwmeDxT1E/gEyJCjyHkWxexVr2TB4ayuap6EWbyEVDZFqwpeBy9JvE9mUKcZamc+0YW7xcKNDRdfSvDnVMIoHwHeFKoQfCrP5Zby7YccAO6vlW20CHi3S00lbAYfk6PWDMtiWzJwbKZ314dOfUTo1BywOXz9JxpbeI7slDe5f1Vbkwb3ygIcBYl8WS85wnS742C6xlzMqFwRq5sACdOHZ6zpdS/Zic2nPsV3vEXRTR7/bZkO1YLA8J1Rpp7UMwbglmmNXfEkX336to0cIE21CiPT7mtaJf6hP1wRZ8xhDHcCk9Ft4sXuOpsVfsbkZxC6u34Fbh3rzyW+MZaiyYcKvk94WU8rww8mpK5fgEBdsIg+Jafy5dHZqDZLwt3eCDMooE9vj1q9eOQQ8WtQpj8KiBlAd1CR5Y6PmNmgcChNEP4V2xcrCpknllO1I0vDWaa8KgXQ6VKUdjgDZQmTf0JZ06rv2jZDiqO6YVB9NH4cm1K5Xv3lKv2IJoCc53UCOyHzkCgxU3GwehYZlUbhwdLFEIuGh5YLUjGOkEOHMlsoIvuUZcwEy7ZY7xEW6MQ3YnnAqWNkFGoOFvJzASW8SBRXr9mqEtinsCCVrlhHKXVxSaKUZV22aANMdi5ccZgRdYiM01sSOhXZqslHYeRBGNswIg1APn5amUZPUzrtZ8HmwYzdu0wetb0iW/ziZW6ZqwQX9bx6Vbt3dLwMvygISOxcc/xU3RPCT0NUMXreHtkon6EbY4kNeKDUPrEsa85CivMWinyr7meS3FFqdrkgS8FF+oRXZg1+1KZaWTAq8zE0Pv5hR+FfySnqnGrILqb2Pe7VRsrf7boXoIlard2zUYVPj5lbzqWLiVolxSWJfFZjAg6l7OumCvd5456aMC6YIYKwNyEeb50LzTeCRd8+HgeFDzNCErVZwjr0zks0HyXqGltFe0PAOr63F8NojKUls7THgC68GyeDUBBYjTZBVrHMVxanD3NcGIISWydQxunKlXTcQloI7KF6DLNSx6mxvZkLGttrusTDP4Y7GFPsRHvKsNlFwFShjyWS2z1tEzwwY2M1/HdOeWcOTUZKSfBZsS6kMcWkC2iilWIeWCo9g8qiRnsubs0HBbesXN5KQhNqczw4JP2RiCP+Yk3riwSpFyuRwQe5G8KjIH6038fGYAABYdYi38QsPPBQuhc5b+2OLvNfdKSI6rCeF6GxtaQEVGtE6057WOYrpNpuhTibDO2XQbdXSCnkDSr5HoY/w8kIt3o0Fe/iBHfmrI9M7vQ7Z8jaBwoFl1MOsdByavZgGqQuGAj5MnxNYD18BSMBwb557TUC1nzxwi2B31SHsOBVdGq8U2JClFXknjMsCMWpI3GDdA6r7AYneEQDlR2qd02MqyG2eor+TBNUDuVscSstLr7W7gu56EQ3zdCqZZhHaci34VL9OHUCjM652XfFa4bZzqxt6LGUPoA+uadoAhwjiETuZRlQm9U+A3EjXWg1h9jDggq6Yg+1IoOzM5q4sYyIA6Vx8awSkq4CBwM2yvogDGZSpjhwSO8hAoyglOjuqgDS7wkGaA5JdKESeGk0Mo+Pelu4jUcr0rjxtjCIJ9o5rjXBmvfUML8jqBU3JNBAgvDXGtYm98I5BKNS8A1IqF3qhFctFklVqrSUdCEBLCJQ3sHDuBKtUZgBJlyL5OFM5zgBg5OptXyTVDEHMDLxG7fpeQQypKsk7RW3TTdCFa1rXyrwzSF9fsYw8ZoD2QdXkGhcCzkkQFoxbVIT/ixm1OOUVjOaBKtzDGK2/zbD6UIFQXrIGGnml10onQ0sGQXOZLPSNDVqyC8E1clKca9I0uNxMKpb1tbG5QC+3G/FZO6xrtI1qwty/FPq6Uoc0D7OkqMgeW/+LqeaCA7wBs7g9lrzOTuazlffkGMAvzJcTKh7CwwOoY1u2XzJvJdLPFlR7KWdpcm5xZg64AKdPHRHrA4Ly1S87skRhHM4oEX+86rmt0EkzcWFPY/wipjNZb0Bo49NisB5ZsM0I4w4e7UlspekWLhCKSreWscFnV6hZMr26DqaMZNS4lF9lefQEVB+AxjJUyK1cNxn47jxT2Jht0limkVFEBc0csX19BOmQDn8A2I6FWU46bfdXUxf2QGaRwXAyuboYRDYuHAxQf/zW6cYrA1cq/k1pFgNnmGcCrygdyrviQJjqQprjqHyhoV1Ah9ajZI9ngdiMpuO2zV/tMXmBgnqGdzj3yCT45GgpEngEBzXF2ZmOQdE3oKCLu66NqT+JXabYRuuZpKatTOsTuRWrUh/KROVvDxFsGHBV1DZ0VebkE825khtfth3FgrkHr9rl8TfFdaMDmtyI85rmLrsp/lZO76otO1mVl96O+WK+N4dKLmygUAk56NUSMaI4fn9V1znIadrTZCmZQ5L8PFBDUnwcgeDDIKGTuoDOzBX7izKsTFZNzxXHjZOPAqWCtYME3DT4YIGgGbpzsUVsx+jqtnAByWBZJwiohKyfhNEHu6LWC3NQDPIMxA8Sdc91Yo/K8Jxk+PJSC9BbAcdJI721OHDPaagPnhbWc64tI4A8DiG4CdKQj3LiyLqYT8VRJ1NFglI9H1r8/bAAACrHOJI/qmAmFaHW6Au9xiCE/5KgTvJoOledJgOtEfpwR7ODltb54oYvpbmo5r4whp0J9uIGQ6+eCs6Uo306XNFbWW96wqUBg+uLTDhMJkSnOpdrVj+3IJVlW7gwXknUNsF5Iolp5IgRxfYBOR9FWLr77Qrsa3uZRPF/6o9K0vc7DzoTbVDKrxPh24qITe4GQSvpNc5FRgMrLTwBhSyYsOCvEpnOvO7s9VqUO/qPOqIdzK/Od8AL0VrnqYrtuUpgwxB1AvBzcVmQ3AdAEVYV+YRaW7b8S1zxL5EUoe7O88PYsMiCpQ+KgFWxy6lj1CeERB4ikBUPboUSFurGMOHnWJYkhNDXs4Bm9AL6uz0Ai4wQwGOsthqpHnYt0bxf3JVmK6uZ2VWXWsB2n6YS066z0GrbkLxtxW5SChEd3YEK3Lwxd5hLYJX6jh2l1uYR0QEbXxwaseaoia94zaLtv4lK1GC+38Rj77DM8AsZe6Uflb0b7ZfQZQxslux6Bpa8Tgs+TBcGoG3STwhYZbxQ6SQlo39QzpuNXr/WyfgRkxYn70WB+RxTdcDNc0fSZihJKSbWFGNcqOuqsLJ3jaHDa+pl+Qwz6fBQfKlWKiLLm4srHydpgdIB3f3EG8YYPGw96rotyYdmMeeROvOrROVV929loOgTPhNyQMx71VL6JgRTITs85Lc+nubxYjbCHx3dhJx8u6MNB8vGX9Mz/Mq9dNC9DjjnoCNpYD8HtokzrLlkAzIGCWYFzvmORz3ZVBKBPXL/KGpHAoH7w8ICzb+QdEbtQUECmRWESyibkxJFniCutsyZnkamQGwJICkdy8HeO5rv6k9v4JbF5vBpiE+1WMsfBMRPBWyC7VMstEPyaRNfAAbot6+w414lAfwcB+uWOoutwuDYsfW7nEHKJ2mES1iSm0Gs8SzpKLj9UMOuzx6meuWyY4zdnzdH62ieOQ46WO3KpzRLWJKJcXRHlmdUmjdXdBnTjCzJzSFWS1azLugQ7I0wCvPoT416phovzZEBntYaSL/zR7TbrQRDJ6z/PXiX4akYB01KmB2RmahoouQbsqnJYBUB6LssqZdQ4PjYfslLvmlzUSrvX4dbNEX6sENpMfUP2VVU2kuDSgHVWVEsL1OZV7gZGZWED/qHxJgP7BUtDK2jOtKebaMzciNOeWWmjd2RB3z4burfGBi5ly3LjSlbahpdWVNuNyKpB5LYOZ3xmrdg1q2Fs7kifaky9FRcs9zj7FY1COWv6YJbMjxdY8JF4r76hqzpcN8AL+yPMUiW961j2FttYYrk77EL8CufvtinsFsXeQLnCclu2s0497ObXQWIvSo6TEkrv6MMnDlI92s9ELO2wi+6Yj6mAmbzgkVPP4GKrPVRUZ6K2Y2BDZAZjp+6Ww1Lm26d/tbjoqI19As7YmzExfSBxf6xd5YbVADRjkLmfywiL51lYmXf9Zvy6pYgFZ+Ex3o3h+NWrF17NSjTlM/AqQEiCjA2LcoEhj62fY23XpvOSBim4dbHZWSKZD7ejDOhDQWei+wL8DV9iD8DK9wAEmbbN5a/HWD5kjuwyuQHpFqJNJ0UptfFQXFk6t9ZjL2zVGHbaQ71x9uu8gdCeKEQaHynyNvsR7TmIuFOGkn0nwDUL4IkuGCTGwcvvDe51vZqoHelQAWiSLG1dTSEQseQWVy8qOyOnrGpew5NbPcU1UZJzqKSTDkIB/nV4Kw1kohwStDHhum0crNs7uoVLlnfc3FXnq6RHT+9SL0wAxr5ylTyXyj2mSsKtaweXgK+TgVS7G8EThdWEpKj3ndfF+C1akKu8gXT8HfxYfGocaGVpo1kOvbDitRwt18eA0G9DgGosBj6erYUhn8E7VpzZAs8oBVf72KweRKdkcQlbx4OjpdTXWgXpwb2EU3oZoFUhUqCkzKjEu3mZekOPIfqBIVE/arxRp6LKGRmAZs4TBVGvtqIwP8lrutyApTdVUT9lIF1dWYTOVqDeVN3b62hFCbbGa0LSqr6FusyjBZtuq4CZXGiJB5MOyWg9K58z8mXMR15SpU+dEQp5PFmBNnJChzom3WGKobWETqUnfrQ9eaJdBtZBx4jIoT7ruUgrrah/aSdagAwmbqwikVF0leU2V1tf+A0SgePVcryGkxUk3yjO87TEvf4UXTeYnTdrUztxtRnwDm7XFncGOtIvpZZDWEqphQ0rTOopGHKZbPoDirr7mPcf+zMKjodHntvTCl15A9Wi/k7Otlm1IWd0/VUJEkeBfktLtPZMpmU9TE7GmUBySj+d0yLktqsVnW1G/AiVF+hbPLoPXI8eco1hTKco49oINb9GMblj/QsOzRJnTKxenrR04D5XuSP3xP261iF7lKlBDKWJ1ir7UsFNMjw2NUQ3bNXqMGIZt+hlMXqPgUL1GKJzp4aCV/qfOUQ/zWSWBgYNoXIjLCF9q8GLel8rV5/zYLj0DLrrWNeQGGDdPOvGCGFKUb7HeQY4vZv2rt4De6Y7lnG8HrzgLjoe+C1OaPk4NHQpwyA7D8JCWBnyMkSeZd46BcfaUl6XDemR1BgfQJZR6Lo27YxBH4S4JLNK0Ta038EDoxux5Dignit+t5GsvrDTZq/JhAHUs28RTCdvg0ZPo6Shw1yDPppaW9FV6MhCHWdbVQIBWqBrpfWrHVIMVIb7lq8BBOedCQulX4fDNCAtNnWXk+Fd3HYI3P/RVZl2mNvpMOrvAgqbqd5Y8nUxD2Z4GEbRv4rsoXBX0Xl35fQT6nzdHjpLVE51ziE29MtlgVOXJxJkR/czvZHG3PeBtL+rwY9JQlvk2BsDoODLiAWj9PGb05fK5OPseODdAeHAOzk5kUzAK6EMi4OzbbdkOU2RZ9YzvbrBaeDdCqkgFRF94VAJrnEZjiKXwKolesNUOjDzcXejFQ1IMZSnTsQykZhpLGP2bTYGaNcPGGRQWnJ7VuUzzZwVnpKGyUDQYL0GJv+w0DtLtTUZkOqhCnrG1RFPYHa3dzn90dSKaNdZa6DsKqS9rN8DxDEc1RAD8EMTGqwa+SlfB97pr2Ld7ceAmoBsm5JbUQVV0h5yDn9DNnQGTDjyO5c8rPBLJsuKzJKNPMxen7ifTiVYrtvqSp0Kz9vqlpVG7PsQWQJjnaie4Pb2PxAd9fNrVelY1aasr7/qwRMduy3ZgHR5dnY6nZ+9mU74Wpf07rHE1ZDOaQS31Npa1xpY1to2qKw6V2mlS+/p+1Wac2we5LQuubaPQeuVDj12QhouhjOEfq1R5UucBZATxQ39rAN8yPauwVBuWW0US75r/F/GdL82y+SLsZc/j8GxBZxdtSdn+ie6qzZZ1rmUBq4UNjZ8BnI9wME4gJ6BRZ+Cw1A8ZlnJEFeWaGiMZQQxqCCPX77C0erRGL+4ogGrYA5CKOF0zo0y2jST0dcgifQ4XuAICOJnXb21rDTnFPlcdYBbcCjVz0aIk6KEapCfuDN8kHPXpOD4WPwbQ8tnfOghx/xjpK50p9FJwpNfSgrOxR2GMgAaUEAjlWAWYK2ME/mz/OAGslVtgbekDPYqdH2ESuA5qinNKEaG3udAgZvaudmxqFIkizwlV5X0s4sxpsanFxBJzaBRHNGdQzsZvReqpOKB6twrQnF+YJZsymt41NCB9FycPGcpcyMfgDGbeJFopAHpocqSoRS2VBSaMLYTdbQMairXdVxvTTdbAzfbzsHvxA+MVP84EHwFNsi7KrlpctTfjWiU0g9ADiiP5ql/3z3x/SOvtev2+pXeQnZ8b7qvHzfM5V3dGgukYg0vaqETurrCPF6Vzc9WSjn7UAYkkaCBserY7dgDaQE0sDBYZBZez8RebDPKUefkb8WtgzqiQpcXjhJFs5nbEn6VmuWd8VYgLblXim0U594Ubw/JXgTtLfrS2ary80oTZHCkWfTrbVby0Nqg6zYJysSdFs/fRhOCnGAHGUprqdwnaSP9sqZsssv28r3z2FBuItaI4UbMlB3ix2evcbQyyb6iFQQMLXiI+aqTJeTaD0qgqie6HnucqnlFGw/vWT2OVXDkQKY/hqNkVQBHjGgIBL1c86u0pVRnomIp92CH8sxbK4ljrhMGzot58fT1Y88kqH04oV4Cx4Im7s4Q7WkGEiEaCuCmbf7oivqo0I2vM3WU8EgvGTmGhxGHA/kWUbMebyU0eTEO9MMD0FxR3Beqjm4j6OnPL6/2pAQdUDflQqaJAWzwkACYsfZwQ3jaWKHOSeVoeHC0dlScoSkzuBTDz7niU/LD3jylH9CdVp4HQp3RHfGSUTEHbITVFkUCarrmOVRlOh9uiCGeAvRzssCtQ6uz9eADONTArSB900GQWmmdoYC8btNGK2bQ5MTepaJwanYouIIvGpWGRK7hjjCyG/7UVmmPxmjPyfyQC878U3kF6jLySu7lYyapwR1LwScUvaSWx5JxvPkLiMpfQh+eogqwt93bbmfdr2nX0w68VpVnrV++eDV99tkX08P7D7XDcTJpYTu9fq17ROhDaiCaCdo2HR343CJaV5f15Icves3ff6YtKCcYSyf6gv6dxL5c6Dxila7rvG7LgrE1NXidkNkTrkabZ8ExIupfA3yhQgewopu+UaWNJpVaB2UZt/IbSDP5VKuVUZT2dqwwrj43myvAfddj++q+gIfzVfa6qEfhNQNd46plCkJnxiVaEf1SojJV0Z/u1NnPuRq89T+3OG0PCdmNzz6Q0UJ7r4D5i+LIThDUE1sFl7EJ+QDh7PttTJRC2RdG43TRxtG+eKmtGBkDlBsBhJ8DRPW90IZYA5VvgMKYEUAVeWMYjE24uqGm7STPZDZi0MTs0wEDYBm1bVR5sHVlFMHBMQAdndzzlhJbtIQYt+AUr1W284TjBjMNGiaNkjdENaU1fLqt/wS7VrJAFKAe/k7uPQBLiB5Nj6h+NgrR4aaqQMA1cM444AD01TiNpnkaoeGUbMpbsY12UtPSwTwQroBXclrPq7y3TkrUThf2+tGKm1vHG8yo6VDbDYjtLHCqtrZRKcM22Eb1vHBBFqO07ZOzBGPgYCCfg/DAETH0eW1ZEOLaSDP3G8fWPEsZNyYI4proSKyV6cQK5ILVrFr6hT548tnnL6ZTNfgjrW65pHT2Wqvb0zO/hz0jT3qU9uRUKiz3+bSX7x/RpzRpG+KUHWlgOtZNdO7Jbj9g1ZZutvHGNWbYSF0DM21LeyNreKZ8thVKUpMcKd8ZBFJjlJu5oXR7FyLl6+BybKoF0hm7kzHikxMagt+g1Uh4wl/x9Xmfk13Dftlp6j2PT0vu7ndqDfThv15/dLc26HV6poXteLYlkLu2IdpYHk9kuImYhcax4jzSCU/Aa5EAlbKU4/PzPEdLJiHPHoUxsuWHe821s/OzCM/1s4tjXF1mnjC/kAFjadzAAAWUsG54M+kHOgY8e4bgERW+oqGKeNtZceRgRZKyTAzABZ7ZK4zpPBAsAzZvcAJIrQVhSXOWVweV2l0V4pwF5SluZNyNEznN0EDiCR5sODHqtusKzEukJeVngN5lODOv0OY6FUPBLv3CwgzdBmbSagmfpHOGXnhbFhCDbDkhc7VMAlqFXXIZjNkozJpEK9SeXECk2rsxXA5GA4SKknVtshM9IGLRGhzU0lGZilVcZ4D08+yWfGzUf0wc27PA6F5CxMYawUunPaVDVS6hwVMi2By3Cm+Qt6vN6D5odp8d7MJFDLpg9NPOvR+ngnmbliEFwKrw7vTq9fn06SefTy9fnU737mlife+BLk9NcroMXTjK9EFuFbF0TRcaMSyrD4K/OOPDF7Fv4NgV0a2cHhQZW060M8aPydOJnPCRBraMH4xlajsrWEww2UabVTf6wLbMHgWRbvWq/uRMHVx3g+hgmJx953zh0OeI62fQhlc0OPsVtBv5TCJ62xS9hggO9Ipmy7b81IFQ99ckJT6t/1f6q3jOZYE4WuvXbZFaehFIu+EY8CfWidL+j91kJw8NNC2U3mwryms68IQMPJV7xSx4mvuuGv9IHvZIEzn2dXmtBA4XdtxXYGZWnDIV9OH302Il2lyrzXoBwhZM5zt6OURm64qLwd279wSHYxVREfEq3oYPbAib+uYBIaiIznYu4LCCzXYh6DQ0PwzXNqw84ndbwoqFtvL4i4FDB5qRG9mNzFlhbTx0ElTMz7DCcz3YwyFOvviZFzT3Bcur7sVWMHRbIzEkVLyjX2tkLHwTVb/PWVwseOmdLW7ivBXLA4N4uB3MSwU9aKChjApLVlfcem8dlawdgaHKroa2Ej4yMOBkI47tkh2IPRsdIneTx7Lt0qvotjZgpdKmAcJv7dJoWr8ikcdyJIAGxlwGiIQ1OUK24lRxs++ybUXEFU/mHxJQwWjBeYUy2gZMgHeQDGMcfFU913NKmgZq6dBLpny0HVTchg0ENrL0QvB5ZA0JbI28SzY3YI00w2Qu3Ic3Qy1jV+lxXdMR29vEyhg0poTaXmr+/PmL6fPPP59O7t+bnjx97FHs9cvXWsmOq07ApStsSrouWaiHt7/Vf9MV0ZtemorNi/bZmzbmoVNl0R9kzW2Q5NqwbvrUqHlyIpd8clfXhXVPCj87YeBFzbpO7cr26Q0urUr7XAlWxPkJSLySX3V3u7iRlU+RCmoC0lu94Sza0GRmHN+ZDYMWDOs6JgN+5tlQnOuxoCHoBE6Hm7MXsS4TMn/JAd2z0EBGq0wRt70OtDc3IwHjNhWU/YMALTMAyguMbEnGRrsx2ciCTcXKww+iB9MXvLuyqsolTxInsovcm3E+PX54NN2/p3sEZB/cCOl2bo14Vzsxp/Kxx3yLtak+xqlUhTCCWX5sIzB7QrUIkEBZGRCZNSNMgxVuhwaRuvoAvBPmYR0opyoIJ1dUhzhazWSlrTjWwKHwyCS+UpZU4g6jI0zcAOHgcc55/dAKfDK48BGvEDpgaPXkKpImB2kH3CY9YC8VrCiTbDCc6tegltjhTZ6NgopcEgftLIPTQkJfS3pLuKSAzs+wvS3BvUx7SWHNmdKNPPeYxkMn32GqNufd01lTjlSb5pvxc9mCzjWGDQ5j8QFxBk9CnZMquy5bndP0hXRq1EPg7F9S5Dg2H5ZpNx3VWGavk0YvkGWtZ8p7YyDfCHGmug89spWEM07FymLc5KqdJ21ymqevzuVkv7AeHz18OD148GB6pcHqVG+xq1BO2mmzqMpIoiYUn+SkQx/pshbt5/EEBMYrIzImxD2Cwv2gfHv74vRieuHFBeOPFha61nrsgVjbzroJlLfiHev3QNeNH2gigI1Cj3GJ96tXSL2UMjPumCYSztgIoXTQ7UMRl6m4w8wkzaPyjS84ij3eQbJ7C0rnfMPo0Nh6nPM4IZiSs5wnTsohIia+PjaQdfY7TyOseB+d09P1J1kR5Y2cK5cAeEKB6/KsOO9oUnZXb3TjUVR2K3CGOMhjPTlz7/judHJPkymV3b+nPFWeu9pxlN4i5vJCnA3Ue5ukfnK0j+5PH3zwwfStb38sG3gw3dPlTMvBLNFP5MiOxJ9XHD/XhFGtH43ZPtQKvAKRRnPDqwhdY9SjziVLyg0Z1hwxAPDm+IiV/FZo2EZdxs4ghsEHPg3OLVgIgPHSWVCGuoUKs4WcgQ/p3VVUZjs2sgZ+EgArlGN2og7QRVgRYCOKdVPW8gUwnyNfpS/XCf28Ea+58yPVHGIQkrcZsLeR+ZCCjIaPE6QNgrO8EaW6YSBmilfHbH6QrNmqVZFPIdDBctMM5egJXWK0mQl2OYXrTocxOz7yRQ9NhzrPWkm7FCT45xrBLjTo0QEI3nkwv3lmWvCLswZdKNeAMDBZgKmFV+k5iQpq4BgHqBlif8w2YoVlBstAxuceEYrtRnSwHZIPPs2ODIfwt1YR+oAA7IGgB1CjXXbUhWpiR67LYRxdD/QjHMhWH8wYQX+Z886aHi90c+WZPhH2888+1/l8evTo8fTes2fW3akGLNNqNZl7xkbVRBs+R/7YSLNhaSoyAU+bJN99kXolu224YHMaOGWzVPtc5a/lfP3ERbssALE706canNtKRk9BPNBAfswA7sH7ngZ0jVnKl/W7oe7dfSAuGWXoJaO+3Sfoh7KrrmEEJrT6EAlesl0k2Qqs7HwuXcbKoc65wiRTHx5pIroIeyUcSjfQt32kpst+bR/F1q4ahXZhyxYHKx833Xt0Z3r84GR69OC+VpgPpqePH01PHtyTEzzxjsSDh8QzSWL1auertjqql8zQP6mz9YnNxiasMxyuChkGgDo6uT89ef+96fHTZ9ODR+/r0sZjtfMDLwZUKkCNcyxgQVCgRY+rsUupeHOCGcKUTiCn5Qu9OLP2Y4vibvP6dR3VZeCorLbNio6Jmi70LXFl9XNdeGd4lQRiq2qJHgMa28acjzlLUTRCbb9AgO1nAtdo3EDILdwxVF0BsTFRHF0YzLIaf8QCpoBAWNIMZPKY2fLuZFXfoRu+0TmsGAbsrY52zLpOQDA/WaAvzBe7a1APlSDsio/k0FdXzViwigODseVamXDUV2geh5HRCm9MDguFMTtx0UD3Xd8rCPLTtquCg5OyaRtK+gF2BT2ch3/0j4pzpm9osD06Y/JHJ9NztR4iD2Z4EODtW9NBbK8EQi70MYcxPudWjH7t+zQ0qn2hmzNfPH8p/Z1Mz9575jHm+RfP83Ic0fQOhxFDc9nmGNPlATow2EA4cjrM7BjHwOHSFkOs8GS3/lxaI3DO5Xgmki9fTp9caBUu42bizkjEbuF9XV++r8H/waNHmjicyhnLIWuFjkXx538xsb5IetIr9BawJfoPcpT8s/TIh1TKaTZeg3tDlyQ1uV3C2YFwEG0mPchRfawu1hQNzks9jyXvJm6ZRBqZ8FcMcXnDgh7tPLmYnkif33jv8fTxR4+nZ994OD17Kuf36ETO9L59xaN796d7TIJcMd5iKCeLv4KYVUGJW0B+UX2WuHTJhQkBtUpFMUD5iYUm1N0Hj6Z7T55M9x/KyT7+hujp0sadE+Gr3X2fUuGHDCn2VByqYtWa2esXopARIKsQWLJkV+Npme12AkQUqsHL6eb1fCpBSQgADB4I56k8yn1btA1EGQpAMXBxQ5YHK5eRx+oBOnQWYHH4UUzkgk3jYWmQCSY4HUsnHM5zAA8Yivk1ezUYdUnHwj3olYvIxLN7kqucqQf25tS82mOKpQZDJzRWDEQDiFY/8JEoqi+MkJME8mtQUNS/WbQhhi6EowA+PwS0WSCjfmfKPBZM3pwDLHoVD0hLiHwfOLrhuicGCxk6E6pUlkMfSEQPlnbgqi/5tdJN/YPnWlg2OjKDED86rVZ+nvQAUb+0FYyow7i9FhiEYt8guwJli5m/GwHUJi+cFESIhWUGPraMEDq7BEx2zlV3zI12opMZUPQZhmlfWZDPkCKU/SbFkXKhOUNYMpI0BfqhPtTNUG4PK9w524eZviXoQLxEsnYUyMT+Z9iAFa/IEj1QAqUK7hYFUJm3ePakVjYe2aQLGlLawc4Jo8zWE8qjLlgFMKQVsMGCdTvT+URLU+jpuW58YpuNV2s+evxYN0Cd2PGe6rZj2gs69FpC+OvsZBPCJbIB+qICjxU2aFJ2kLFUs0wegK4LZ6BIeg1KyYJPOdjiTT3g77GEkVSf5sRmwx/70U1dukP6i9evpumTz1zvE26e0Sr3WM8Dg/9Y9Xz8+OH00FvkuulL25onKj/Ts8PmJ6GA82UxKax0Z+E4oD+klswEnhAZQ+2yoRG3huy2240HADQCDYWmh+zUsGqc9brmG72D1KmRaKHJVMkd57IdikM/cnD91Pt8fDhG5O/pMS9q9f77J9M3f+296Te//f70Gx98Y3qsHY/7D+/Ht7FKld2w64mfOJYeqNeRHV/aIuNS06focfMu/Q0N6M4mqxFZqLXbFXvgx58ysL0L7crd0Sr5+MFT3T/wRGO+nOz0UED3Iah4bILzGHR9PzOeyhwVigFFUASOibP9h8OkMZwnQQsHoQ8JrgTCI4xxELBmgpJdMuGcPfSaL0p0Nc1rdLLFM9+PhXsGwLqRgJxsSQ+ySXkaLsO7G1PqYZlAWgTB9jDQ6XlEMts2OddpMNTOY0QYaSq/WnYEuTIODTVsI1VOkTwsZLsuM9EbsZzRf+ExPu3IYMSZ9meArPZHuJWG30Le2KcdHnq1bmWn6FkB+/dPgx4OqaeVb8cp2XR3xVvw/2VDRS+7+slcFxwtmkWvtOMXugEKp/rw4WPdAPVE28dn/i0cWxm78Gjfcqoz1duLFV9TlHwZWdSUtL/koH9hcZwtC8/NJsMDNP2LUc12IxgCj4Sc6jng01M5XyE9V539Vj7R49rvPV3z5TriE62YHmoLFEd8T6u0Y22r35Uz4Nqw6WgLO++oT//3FrgKPPT4HH44F2K1w8g4U09vjBMKaBYucWqlHqWz+hfHQe+UvtuQ/nas/nxvOp2+88Gz6W//1sfTr33zyfTBRw+mB+jngVaUrF41KUHwO0xe0I/6Gp7Cf/YZosXEHxjZGYH+Sa282KNvUmZXHp2t61YTAu8OqH9f3JdD18RIntY03pgnepbGRAKt2QASM7ljzyoVLWLOBY4GkgAI4R8MKFwMJDjcwGWgURUReviBktUxZCgjR2FHwxlGxciDWixXwyGNkVhdGLpmPqiIynG3bXVccdpFXhRYcR4WqG+Jmy5FGu6VGzp0QWhaBuTWz4bPzFhy+losxFznrBArnjtjoWdzDsEDjjZ8eEkcdHYpWAZ4wVi0NdvS+NCbPk6piYTRNdmgk/glinsy4F8yUI+bBnTr1u0E0Ddyjxx6oSK5xl14S1zg0I01KwI3kwyaYDLshILlQSbRtGOFj34VytniZOn0cbayVNcjNemrhdVWYdUVm14Hyn6RgXq5P0qOpgmJ02JtELN86KXZJGeh9TRKQx/uqzpTzksoPvn08+nzL17oetuD6eHjJ4I51mqwOaFWaezyENssK3hX6jJ9yW15qkHEjHphvm5S6iwnm/XjKAlXFlsQDDTq3gXVbnrx8o1W8afSx0sD3dXOIQsaLB1H8eiRrj8+fTp981sfygk/mh4qfa7r2Xd1vRGHzeRERH1fBJcvCOgYPj6bjhg7YJ1qwWaDXa5Wmmy1l3DsmFr+eBLZawfbEFglxooCdn4im7inG5l+5zc+mH7v7/yt6eMPH00fahV7X9dZH2oVe09bwxDI7pIu0speuNzgNxY20hrVHMtCCyYzQ8dg5AEUlWUCg42PofocZ+8uSpe8M4Jdl6z8hadJkHdqGr8Rv+KaAKQxcpQoGIsEwtFaTDUWeQXHrMvONb2n6IDR44dEbJSMJubHifkCHBPgR4N4Ba0sxKRigEfEdFLL67xIULMWSNdsF16YCtur7ybMctvrwwuZGjNKGY7Y0qiBqRV5wCGeAQyMgVYB7Tk39RnC1OGrn5tnD96hRXsHtkFc6/tQopfgJDm0rCU0xe+aYaE2EiZ4TSIBt5k0eqM02Fo5UcfVnlhW1zdpvw2I+tC9214KyUbvKoHQ41uIfhX5X0g5OvT4JSVkHEMZ9F+29+5OL1584cd5yH2slRzPzb7Wis+PHjYHMQp+A+sY0W8UR7ZqwhorryJEWzYLSP+GRjPL2R5CFXvCaaW4AQneGyHK14Ka1PTJJ19MP//5J9MPfvADp3nc8sEDvTVL4zI/bBFaj588mr7333wvBME3SUXExKSEXU4SV0rtwCXUJBCcQkvJeHwHrdAcPjzvqeK/+fGz6ft/5zvTb/3GR9MDTTge3uUu76fTPV3zzmOmsiutZKUB2xEr11SBOpbwTQUp6BVgB6Xawpltohgv0sEaPXQqvcgJoVuc6rmUgx6x57nPaldibtiZiGK6GSppX3clSoYokF2DisgpxeyH3JgZ8Tg+Ogw/UCues52pSYLXystKsZyGkzInDecDBM0xZmHa5MCjTQ6IFw+en2ybKqp4+KGFcrYz4dCb04fFPHuVZbqBMFbiXrFG4UUFpReHMuCUcTsMdY4RqBYaizVXxNplYNn6gSbQsxGXoyv+oRUO7JSCnpmburSY10PVfmUhClaIJme5QmP7OPNrxAUW3siYeoOJBEhZxrrDvgDdCE0ihDcl9gNEzeKmbk5wzcPJZjRu1yofyUaukg8NzzJncjZCz/HGE7r6ue1cISxpyQeneSSFc/aSxVWIndv4G1GsIR+JH57DoxOLLtUN1Zn2HAsB0lYD51ZY6cbirU70mZsGdHpIQG645JKVdGb9BvONJiLuw1pBHN2RQ32lVdzz0+lMW8ZPn76vFYvu9tVNRKf6fOe86xK+tjdssAlRNeFcuqKoysthNHDbhMuFkD5TkAWh0a1lVV1Jxi5mmDEGPPzjyMaSyEQ5ZVXe6YNEaO1hPpKchdVazb6RTvC97dhGlk1d6L4R7uh/qZd7sKPM6yeBYVv6Rz/+sV7ucTb9wd//A4+B5ttkMV8YYssOTqi9WroJUK/OxakhWD7tCSxw+tgG/QE51gKHaD9WnXuGIlWXLIyYoFKKUuwip6cnX0z/9W99U9di701PtVK9//B4uv/0ka6N8ky1Xv+rHeNj5eMLPPKLQMZmpGPSkL7pcaDtYZJXsvp6bbUBrFsof1JpRHKN0T99WD6Fv3O9oeweFTvWmH3X+5lCgeAGUeVqRRv3lF4hMBqe//GsDC+Tnc/AJa1QXoEKVLpl+zSAFChni2p4lEE1RB+SBsoRQwLEPlVns1SDoljLBpYAKm7ghm9HLKVww88bKQMWNiHFUXS2aw3sTpTYniMirgLbxUw6mN04pBodimT/LfCTsG2Cuijr6DeKMCBQT0yvQvWBcSByWQdp8nRpC/OQc6u7QOFNuMQn2QccIYD0kqfNbIMkPXdZN8jsKxvA3eFo+2qvoWwdtR530JX1mYZv0ENUCedrttgiHa9UUvogQ0pRqSB3EB0EgDe/m+txIPYOolTL8nF2dcgZQiXrTBE694+T4lzGkJPljl2el335Unfn3tc2qK7NMh69eKG7jPXcbNoK+Ea/0YR/5bWsBvDuTohQvMppjm1UZU0pS0FK/mXupdSBYMGzDmqM5LnRGse1xalbuPmE6Y/++qcSWh6p2aWdDExoOP8YwwSShnS82+ggTNqbDNkwsK4s4yjQvebGP+QAhsW/BOxRWrkX07e++S1fp+Y6LHcSP36sm570vOoFK1h2VXWd1mOw6t1laDZGHyXED4imZ3xKOztlQlr1sYZjzOWh+iPtbih0oOsdZ3rk7PhITlZ3bHlhY8OsOkS3RUlSzxk2bCgZIY2YPCk4ez5qNMXt9TScIzke3hUMTMUZWGob13kiyzmVlaD6j9RAZiBCqIJ1HAD+c1InBF8JwzV0p3IIPwZmKKpcB2wM6pzPW88IheAAd1UA3rboA9ChnwZOHACK8wuHSgPP7DoGIHgKFFjF2im6DZgVHSKNUX3AzKFlCYzKoWhrpqVUbWX01UFDr87l2Z/pUDDjNjCE7NE5gs3wQ+ZyeWVYAABAAElEQVQbBEiOjQAt21yj1fVRtOG1HeqGKIuzDdJzS+9RTM8+ONJtT3pC58x+edKMM2bp2zAcV0wTQt9PoHw2tNYz5fVqa78QURg2TKiBPqkv70j9x6ajCfuwggJI56T2jU7IpoejG5rYFq8tPrT1/MXr6VM5WrZHeWaWh/55iw7P0JqXbW/oL8KiDZGhdGHFKz2GEmHMu814ukTaH7rICs/aPet2prx1O5e+wNsVys72l2cFxy23d3QTEFpBBp5yYHcAGf/JP/ljLf6Y0OjGKQsYmDwPLIBURPNaNKpQfZDb+QXPCOJxwnAm4Lp2ncsPNBLBP/DIMGxqHC4FMtWvvBUua+HRG9XRb26S2fA0AQ40LyFxj4sNgoZvkux2sI1uWqaNH1RTcD6NsyTD1hizbKFSSSOXk3Zc4PxGL1DxDWnaVRBr0W56dO3ImIPerx0Gdf3SginLje1eohyupRC3lKSJg6ezJMkF5MRVmHyOjo/nxC1PgzMVxUl6lWAhidMleWwDHKWbk4VmBrbIUTxqZUmZqwuStmZZbfjLQMpNJ2Wl2+oAbf15XFc8jMRLdULdLtM56ksHV9LGBQ1+pVryTYKMZri5qw+8OCQbpcox93J0pqqCQIgC+MjOrxm45Sa/tTpRx9N0BiuDx3mnfoF5Q/vwBz2FbP9AmrQkCTHLAxzbL+RDFFzDWUEwgzJGzhkRlQfjbmDSne3CrSqInIGDjrdeoKkS8DwgleDkGd4RHZocJL1Fz9mY5MzBMgKtMsqVjp6QreQIODooPZgSMrkmoMYOTKK1PliuJxFg3S7kNTw6vfKYQJV94lRrwhd+6Ik8aEAowbQUrXPlQ6vUmTpVSdmI0tRxM4TBmuYm6J7MBT4kGzvaa1E21Gk5PI3EcbBDf6JNZA9sd37+/LnuwD3TDT3cYfvQbfjy5Qsht+kfShP/2i2zDlXqVi0VSCbabAyVrMlNOTtkd3WEkEnvjGVbbEn3N1j3ftxVYIhF+8wkJEdxnjNrPKqSLRigqzoz5v4Y27ZoiWdFvaMicHgw8J/pjuR/9I//93Ytk7UUfZYKYVGCEq6hVT//cWYb2Gf1e8G77ugLWBMGhnSrSTtDd1fbl55gPQYvAVxIe4ivyzkwXksXYsE4xNucpgveBqbJ2MVTT67YWWX8ZOZgWxQC9mCLUfyOHPQsDzRTR0USoE9emFbuYA9QS5Vd0wZPnjmjQ+ouIbn57I5u2OOTjugmzl87CLJxSRIiICood0dAaIRhMNVv7mDKc9XAI375Z9hqEMB6gH1rKOUZk4MCAxSSJU9wOFYLr2xlFv/I1GQDcaUwsioAW2JEpvCscuNaaeIMrGlFoMgRXdFUNCTGxxiHlKClJtJNVanOjYENSvFkM4vHnUJgBQiMs+Z8S4E8BTsXKc+lkQGravW0dhsdGt6sVDyGYIqEMr2Fro5E/Qg2IEWdbhXsHUvEbNLWESyLUsw8FKGifJNrZ8uaVockuip+QC+C8WLo5MOb2Xf0uI3V5YDu8JvpRs4ONxcMsVYX8y/5Gp6giLmWijhOf9BgBE3/6Uw5kwycLD9POFwuHJMCItMpRUyH8xxxapkseajYEEJvyHiXUWRfsl9wK73OdrIoNqqr3w52cRqIPvv8k+nFFy/1KMs93WX8cDrWDVBf6MUU7FCgFLMUjqtu3NCNzhOHp21e0FsiDmhdKPKATdkIsaRAapnTSSzbCLhV+8yQiZlnsdpFdI20Jw0JVq6+MVVmZR1IBpzsS73w4/d///enX/v1X/edyC+0ms1NZ63edrKMX+hZPxGTucqRcZjt05UsWTG4/AuciDimmTQm4mAiLOCjLlp2CsejCkLaGCqhbySkP+lRr5evptdyZP6781oTMj0Ode/Uz9XicTMBEL7724pTJT0Gkgi3cGiCF0zjO4OkwFgdJvg9CUVNZtTT9brOV5JRW9n0bdny0R29/Uu6bMOe4sHi+wNh1ahUx7Gii7LOllmQbEGgd8TNclllMG4wIZY0sH2Lpwo4Q8N/cq9uMTUfjrX+FKcS7lSCdcOCAz0OzlqdnQsMVJBJMy2N6kkpPeh6btaGBD398ngOnTzAyO/gCiYvjkK5XZOKA4gTltwYQGc1MoUQxtzqSzJhZFJ5OWcgQXYMq1NVYeIck59y5GalDMUx39RoMAVgfIYeUcltBBLmI/nNq9Ekz2VgibJvg28TBtvO0DkB2QjQo11gd1jYaqGG2Qz3MDo3hyoJmtpMyLaH/WFXOmGjbA/HTnW2842jxZ5zX0M6NvDXCdjZVyW47aoNbRuXJQOGUH3G/Q5VuV9Lm9i+NIZ1fqqXUjz/QqsUxZ8+faht40faLn6lm3hOTQNSVzUz1EqUr5CqLP++Q5nBTWWmL2UyIm3qjiB6lfUlbb6RU3365PH03/+DfzCdKRMe9/UBGPR0oS1592QlGKNYh17o9YMipn9ahfFSOOQJ5o6u8/qTp/Rx0nIkHJXQf/JST7ikVnAk9XaBxj+afqYb5H6kO6zf/8aD6ZF87N27sg05tYvjV1pBogO9zEJ/F9xQKhvTG0CafOmXlgFRFbEt6hybiqxrGcsPelt9KASn+mL5smgLgtLJub7nTpRrtUxecleaeGKh6BNieh1LbbmWimg0yuytATUgwKKTU46r/EVZgx1ARkzFKUmzwSnOZwnC20FSwVLTXF6duoSzMubiHvMAgdSu7SzhOHh24AMjkIryhGCS3BCF9lKnkJl5FdkZ73J9oo+C3DgP5GogA6qyce00awIdKfKkq1X+vnMocYR+GRYdzEEnr5Bdx9Q/Omzl+0jfehl6/gUFdMP0XwrCgaAO2lX/ChyljyR6jiO/xIeydVq620Wrz9iPRrt0cdcDVsgMPxMP3mX8XCvZU12HffL4md8AxUrshVZiVl8bcK4ctN+B6VUdtknTtq2k+sWB7Vp0Ad+mvZvQGp40X5bhsZY89QFRJrtaBX7x2fRHf/RHnrTc1Q1E57o7mdHGbajVFs6ViXiu0epeZnwD7YTOcbY4K7WPL7fJcdxpgvcbfQR2VJVRvE+gr6kPcdwbkOkzPU/85z/8+fSRXq/49P7Z9EjPz+oWdY1Pz+VecbI4WO6+1jO0TP4lF2PweH0WJiLVg3VZGWXYrTSTCrQYnGrqjqxIVR2HW7r0BoxozV8DYmzQpICb0/Rss29GE65eHRzO1Wn6II0gKuPWaT83i8jOYsaeTsPZv7oGgDAlWcAzcCvuwNkzW6qDa+jQElQCkq1XlPGXu45Vzo4reGwRUMEmr3KMzXi3FYwieM/SBOSdEuF6vWklh15wMdTLAYWiXMulOLfZn4kQH16wnjgzI6Sdhe5rQYJDfoJ56Uy6XjfpXOHxqIgDRqr/wAZPxDVrSzFHBnUWnsWz6ILoeabga7555BVqaFpvM5lLMdRgVTQdup4DFHXntYjwMRwpZpPiRzOge+7qloTtp/wdTF0z4PUbmtDpgeVGVAhtNTTbzKCcDYxDs9JxkFmhKyO1qTYklWuug40gkmQi37NpFOGfaqkodx/3O5F36KNkXOv8CvBCe+fntPfMJu1KvRhUqH/01CHIuBR8lwUatH41hmvL+Lmuz+puTT2iwWsWed3g5/q4e20ZF4n0udhTXSutMs7Fra6/LsrEjpD2nWGTq2MhtwzqM49EHWqOeBdqTl4VK5k6mx4R66anJmInVSA1vlW6A7QInwnULcbSW17hyH0t3KH9xYtPpu/+7m9NH32kjzDoM4DH2sLkHb5cHdSHblJlxgaNV14Fyn697asVGE5CI5vGKLWUnMMb4YPgtiZSwvSxO9pyuceCqg3ruAJGYMGNyVaH9GPopx9jH+WHqv68EvGHP3oxPX30k+nR3fvTozt6if90Ypn5Ks6RXs95obt9Pe6p3JdtxM8TCdHlZsQ1aw9VJYP0NtpHPl9JYWTCJqiVa9bkLFQvAltNKecxqwvdhXx+caq3cL6W3vWcr/TK42t3/FpOtcLIDEIlHPmdUXHQ2YyH9O1Ei2pxlxx9RXs1B5q9ht4u90yqE0B5VNB3TWOw1wyQxMlVZwHdzk9aga/p76CJjN3BbA5KOxBX2W6vVjfiRbfq38E36t/LroiYxwADKZODX3kGn+H+rgON9osNdH46bj4pOctSeoqrbnJ6UL6+bc1Uv1ox6lhzKfezwa6G6A6hhczg7Ecw3mhBcjp9phugWME+ffqeH9vgM2LnfjP/DhJv0Vd2UNyZXf0XlpetbrT1y6U7iarAg3ZTFvqk6xxKoWwM+taTEO/JyfomVgmKTb7WDTlM7H7v976viS+f9JPKT/TGLVZ89x7KduVMmdjrny9Pse2Kzz3SVjPXet+w/annmXHad/m6g9rszbFGulOPdq3z76vh7Zfx5qWXevzrB3/2E8mkSa1WM9++o0fA9IWee280MTt/rbvU5WB5hRQrfD9TeyJBpCCcHCvK5iDpu3Hq6setHUaJreM2mUpfFuoGXNkHZbM1ZOT1Ek53H7uN2OYWz7vnaid4C7F/vWdkjLAMLv4dbBJLCvtTUoZWAPXBZua9GIpE0jlVCG9JIlD9e8bDmXwyObOIMBznphjPjBQXRAycMlPY0Bx0lX0kw8qMZmOAZKBghgTNbRJ2trJXGzmzxLq2wXar5dW8Cyk86LT6KeOgYEeuXuE/dSx1rW74iBOnPzt/dyhmW+6EyLwUOlvAGErTM+WGgYY6luJJsgtAG4W26ao+5Eljwmln162qQt67Dhh2ZH+XnLAJr0xUpTxCJJ5D9aSJZq+yDbUpfdrXI22XdOys/pyn60jKOEjcXTZ2EPIvEKhWJCVC3j0uPWiwR3FnGrR//snnug7LlvHT6dHDRxqU5CReaTuQzjMqVynvFMn2eHPUVyNgdxWWfapyd53HNt0a6HfhVT53A3slKxPilYyMKeiH8ZLV7MuXX0z/w9//7/Q5OH2QgFyJd6oPrH74nW9Pr/W5v+dMZvRxgwu+MuQ+rt7Pey/lpN7ouvgRj6d4jNF2sXTOS2/etEdWztu2dMmSM7ooHWyMmUvgG6WYMGhKoQ8y3Jn+5E9/Mr2Qo/1758fTR++dT+8/PdYHBbRSv38+nejjC1yfvSNHy1ayP1uorWQWU9wNjKPLWCXlqU+fK+08xjAFajG2D76Cnuq89VhdVWZs2NGdcbhSNs5AOpRucFIC1he8mgGp4TJow35/yCDOoze32QmQXIO65GwTkf1CXFFqBwEMRtmcxRUo1yrepehdRHa0yy5wDT5p1dY6m3CjgcwA+zBmqMuxQULry60xgKV9hox3FG1y2JEfymKQvaNs5fXCRcR2X52oldT2X5KrQmXagXJuDhRHoy7sCWEj8fWJIYvOrD59qoH+xYsX/kTcY30wgJfBc9exX6jvoW2pLjTun2zxpsHtegUyMKzbKrBNfbjlFNa7PZd02BovzbdmmPRqy/Llq+fThx++P/3u7/yOt5SPtJw90heALk60mtULHri/7Meffjp9Q+8JfqS3blFVdI7u+cYv187faPJz90ROQTTxC+l6aAVnJwSakQO68qSI+mYCTskhegbj0MDYGhmOplNtgfOY4Z/82Y+nv/7p59Pf/c1vT7+t9x9/oGu3Dx/oAxT65uzdE+lE9b5zpHrrHci895kPDOjhJ8kmyXGu7dlt3sbH1724E1vT4y6S3xSl1Px2LFe7HTrYQRGGBC4VetGIChUWj/fUoAH1xCNIV6R0zgBE3+FuSxRiojrb8eg8ul7wsmwPHdMsqwl/mku4zMIkmOB9F6fOtDEnP3IDfSWgAjqNzrAWR6PYSFOzECebfLwsGlw3Hl++FybPoDnAQMHX1ETEszmdU190wPuXzcn6IE0dGGRrxs01gjyaZFLtQGcgsLIUfTH3mSzNhrizz6x1iKzk69+ZBjIfYrzIGhiKPAjYAqNPrg96NS4+pis4twkDvuQmEfqK04MU/Do3IsUrAMqQTgSfOxBJukBgkR291WqYEp4Z88vITYe2A4JA3RVTPRNHtrSYb66Q0RdroL0DIBxsYIkLNeVBiqgNjZN0hv5FxJ1IAPDWXNx15s7xvJ5OMM0GKM93gpE8ISt0xU2bM/yHclIIqnqk3ek4EYP2PqNOpAWHrlP/pgcV2BFLTtsLaYCHsF4BVlFda1/DVznnJaWxZHfcOtwqRrZW7dHhFOiibykT+6r2mLWVliuc1ruUqTaRXp9rxfWzTz6VTvRSfL396d7xfa1wz3yX8VxPUStBqCH2MxpKEV+d5z4zFDTBivYWDHV172vKTFtHt/QzrKHrmTtbWdm1jOUkbOC7ihY+4lR8BdKTBdNE7/non8+GEvTSg9iT5EOec20Ba9k0/eH//D85TQ/gnpRX2ja+j6OVw/nd3/7u9Imc6v/5r/+VZLij7+HqLUu6M/mhzu89ezZ9+5sfTV/8VFueujnt4i6rXp09VqABbJ5tZ+wXy0yIrpChclrB6oQ8WxUvW+zYUk7ZDFxdZ/cqJVTG6yGmo0fTzz57Nf3bP/nT6T//5V9Of1sO99e/9dH04bOH+uav1r58uk5b6hPX/5XxRpONvApVY6H0dldOmN2AC+pjoeBIq6j3qr5MIHgWng06xg1sx9WTkLYjpSvgL/BzHpuVXU7a+vK4p7xVx5lvhmIA7LOVIrl9RsGl7DLmbcjduVGyjo64NtRQCI22KzZXLpTW6Q360BMdOgPdhaPj1toB+BskKwsjOJwCkK5coc9nN4YF7Xlro036Mrc1ReoXi2ikABBaO3X6lyNr+UiHX7aMNRRZZ2vMGS7Q6/JfsjTqsw6rq5f8q9opyUBVoRwlNoGDwE/HuRIpKMoSx5z5bap0AP8qR8dqYV+XQyDQg4OU8lIfRP/pzz/VFue5X37/UFvGhJfaMs5gdtlSy+6gcqhTM9HVoeisshfJSzA7V7RIs13rBcFbTnhRILboymNtGZDOXOv+7nd/W4u5bCd7USPdM/CTh3P57LPPp//xH/7D6eXpy+nf//v/YFt/off08qWbT7TSffTo4fTh+x9Mn2pr//xcX0ty03Go3xUVegu1mNUO8pR1X8WlGf1d6OaiF2qfv/jJi+mvfv6D6VvPfjT9V9/5cPrOx9+YPvzGo+nxQ32IQk723ukDrerldI+4MYnrtVowaYV7LOfLqyrRD7ok3+q0veJsMzmnb/u72jh49GB4RctUwUNuT86rFvttY7GiBXcZIFKEliU3TUXAkC0jZzuefIY6K9cVGNfGI7f98tSqKzMxnCwOowa4DVyy9uvIzFk5oosNCqNwQ3yEBBchIJEBPaajfM9WU+YB3xRGXOWqAkyCfLZlROCOKnCv0CRddAq9UGOg0jxXaWQgBNcvq3BtIk/K0kl1q5zQC77KkYkZrmBaWXX+gg3lWEzFOY+1CZ8DjwNip0deJToZMpF3QOhlB0Rqir0B6sFN+ewRsArypRaMVOy4qTM/6ZiOi258ZhWsNbbglHQesvnvhiJuiPalZ5UuSs3UrYIXo80uPN/XYPRG19U+10soeD6WF1M8e/YNDfB39RgKr13U0mEjxNbTwLavDZgxK/Y+5rxdfKjSTIjKIdLCTiLjDLQ7tklzN3gv8b0B6uRco2WrHX/gey7E+kzPlPKlqO9///syRe0PK4/r2TgWrosfH+kbtu0j8qdyrH/8x/9MX/P5T9O/+Jf/EtPVzUPH08ff/Ob0ve99b/rxf/4vuslXO3+6m/lI13mzuuPuY/V9bN0DDbVInW0HVSkbeBd5ESmQRSaJVlAbGKG6hNrCZdfrgq1kgepLxdOf/+x0+uknfzn9v//xp9O3Pno8ffOjR9O3vvW+7gF4Mj3QhO5E16l5rSefC8TueGVivgaXvsrrKXnFI9VklIxeWOGy6sWZIgU/6ZSYHC4BPdsUaBCcLn3dsqXUQKvD4GgzEFBpYmFAimohAiEDuRubZGnIgz9pDe5SfGgAkOAByjSVhnQ7JVoOIblnouEbSTAw4EQMFdjWldHQAd4Z8upAXegXrlezfURokulEjB+P6vhGO1Mzx0t0UarfUMJ2DXX0yr8p3YQ47JesHCCQBLTkxhK9WZEu2nko3JHbmWa1bI2khWaIDqNIjQ/kVUuSZ58P/5XolPkHQguADEmlIAA17KPVRTEC24vY4PpslIDkiC7hbx2MBeEFvy4LAoyBwiEvdAAY6AHTQxKVhdQD+qVUoc3wkrUy27kuJcTBip7srAYh54kDppevqqyQv0JJdOywrqAyaUMCpxoYndHyliiGko3psoKIvnr1Wh9zf+mV1dMn72nQO9EKl8/fMTAxlkBpSaFob5075B55t/DGvKprmVyRGmHmOBwb17HyhTwDvpOYb4ASZXYIuMuYcRc7P9eXjU61Qv3DP/xfNGHRG4rkLKiX+5vGAq/ctHWMjt/4A/H5ys+/+b/+7+nk4TPNozXx0Xds/+k//T+mz37y8+mvL/5CK+A46TOdL+B1lhUfHyhwW6EoVIFB68zjmE5es+alf9DGOGlY8COM6k4ObHUzUwPA2Z3JwT1XR3718nj66z/7dLr/5z+e3n//R9NHHzyZPv7ow+nj959N7+tzgY/4QLyG63tMJDRxwPEyGeGDBUdyxlmxsoqlzvpxvVdOtZytV8DifYeXUiCb7BvZWayw+2dYtQF/jImUxXuV5Nr298AgjYmMGek4lyqmNSEHhdTQnp80WyzM2PFmAEgz2TJSnKyAz8pUmqaxOIq3YuPiiF2qkysrmtzJyWQK8nf0/ipse8YR+KWgCrYOwGyZlS2G17IMnXgMBJ7+KVO+ysqiDrOCxBAY0WBuY4etMzwyqKu8xffLBRg4OmM9RpMedK4Ji7MDkFq1VW9VcVzNmhZEGKjE+BwFSVHRIXpSOkw4midZ/R3HtOcYGrggBCwqAnaTGpf2ADe/BRrg+tmwPOOdS1tfdAbkAePM0ZMUAyQnubBeydXokwsfoM1PrRFiyiED4tDlT7JHP8qhHuRxfQ18wCk3fNq0JMD2Q6gVKkW9HUBUMC2d6S/1c4FRdWj55KVcZ7ULj0wQmJIAWjzJu+1Qddui28RYFFkvrZ4+DcJV/YEpXPdvYBoO5xovNDwpQe/W3F1blq+1ivrsU77C80ZfXnmiQU0rETUmN0WFAHpMmyAUbdP1ShPLCN3nmv4N0/hahJIVGSoO0I5Quql6VUOY5ICP1SxDpQegroAl5AixLEmN13ljulWtU+a6LDrBwR7rp3/r5ExOks/g/fpv/Nr0/rMnIiGbZmKj3QPrEwfy4IFuEuLD6FxwZLV7Ov3wL/7L9Ff6ms+Dxx9MD+R8vv/3vjv9re98Z/rX/+E/Cl/jpcYcfvsC9at7ZuplFtYjwu+rvPEa5RG2xWk/JuZXBWxNr1loIT3qjRBfS0/Hxw8mXZ3VjV9vpp988rPpT//TJ9NT6eDjbzybPv7gPV3LfTQ90af29KZPvfLzgR+R8iJFDtKrXPHnLmUdprunGhFYRCjO+KaIVsdyyjIii3lH17KRoq1w+RB8XuTBSjcV8XVuaNIndD4+FnJuHWeFFiBrDaXbOisPyocFhNiJNRaoEk5qpUincuCpdmn+3ALKcaiS+eFEBM3yUznMLvJmlJmgB1LB895OyDE4jpJQ4WITZotiQ/f8Hgk/WBPbDCooKYBLfBd0QWaI8hauOhUmXo53ySPOowad1JG8NA8TMgTzjVIiLb+i7czgQMf1xZL1zyADPoGbzhI4J8+7ESonxZRoDDYFBtMGO5ZhiHN+8K1r5foMqSW5JfpGKjLMVAGJlGtgCMP/eqFopeuAvy1gv94oBRhCFeLPGOrkOAdGidgid+J7A0+6prNSTnGLw6Ux7gP+9cR+J9Cl6y0NUFb1to0y+PQ8R9uBfDbItNKQL/300xd67+6Zbsq5r628x96643qttyMHNHSETVqPQ37Z6ZDVo12mluM+1/TagTYiCxAqtcgIQrVP7H0DYIPubWdR99pa55piffjFq1Ntf3I36x/8/n+rcZsteZ4d1UinyY0AtZrVljF3B0mvfKuW1zLqQdvpn//zf6Fvub6nO5H1aMx7z6Z/9r/9r9P/9//8cPpCEx/5aP3UDtizqlzObL25Txul9cUSw1awY5FhOLlSF3mBQsIE7L5oAA6M2B4efHlCmG1SENsRfXQm27srp8djQTxG9uq1Hin77GfTn/3wp9OjB3fkaI+mp+/J+X74oSZ/D6cn7z3wTWP37t2VI5Xu5Ezvyr7Rqa9309NZ/YoiL/HQIzqWE7nFrl3v1c6B/rwLUJVBRtHBWfOBhhNt02vnn5lj2RwkTUbnqn2dzaMf9nWELQPuiIvI6BCIp5DnUNlCRl4cCKs22ZArdNetoo7pltOq1y0sPAGjB7Z2HSR2oqLTYKooANc/WhON/Ig9awiBlXJv3QDsSIJjFtnTRKDSchYFi8SAoXph4N6ySHYgS49Kdd008gP2HB34KjM05hoV3C4pKM8gWTjaEyi+hfxOz8X3bZgcQiMwHKkfVXTOUFeXtX6TOMDtp4g7ZLXx24j7C8N1jWcT73KgD7YqNaPXTO/5Fy+m53oDFE7i6ZMnWkXoA++6Tltbxh1tiIzjCc54n70NaDeKenB+28HgRpyvRsK2cLI4Se4a5toivZJx8LW2jM+kx+997+9q4Odj7wzmoQmct4wbDvrz12W0cPl3//bfTa+1Xf++Vrr39DjMP9K7kPUQ7fRXn/xIH4cXTT8zq8UJkyjRw04hDG1+vS0U35GIEItyk0r+jiPg/MZQdrA9hhT0ipEIlIxeh2n8ZXIi7+B3PjNheKGXpfxMly3u/PT/Z+/NgixNrvu+rOqqrq7eu2ffiNmxAxyCgChwAUiapEjtFDfJIZmWw+FQhB/8oAc/OewnRzhCDj1ZYb/YYYf1YEvhkGFLFDdTJAUCIEAsQwIYAYPZAMza+1rdXd3+/f7ny3u/e+tWTXX3DAGQyqr7LZknT548efKc3L8L7evfvIDh5WPy/A4f3IcBXmP9wCG+IMVpZfgd2L+G4XXxFKMJ8hNjI2/3It/ZFSNv5BU94P5luxuMaWukbVS7sjnDzcJJm2VzkA/qnj53MaRqI8pQlcGYGCoIjl0nXD+/66q9q1ZKZRGbnh6TYlHOJApP2GmJDWw1hoLje5EyCAw92ykU+BGSq8vMQVB5HarIhDYC5hxurKq34K17vL2MsKTnMHQfHJYuooWZugyBi4uf+ewm0OpuzvVz2GDsxNCxWKDijR8MmpyeNAyppu8K8hKiihV0hk8qPK3P2SSSnMPn8y5ZxFOeG9+2XLqySUM6yAN5TVxALHyhPfbR3OiStL7EsZ3aD6QQruaCyL3khahOmMSIkOvQ3JX/vXKI1/gB8K7QEV+hNGbBVon3RWuKgekkXp47nwq+hl4oARpSLkjzE2Cm56/wQSfMrHl50BgG0tAkPt+ll8pShygUXkcSMscaek1/1nW+92KfvMtdC8C8mS97AcoVv+DjvfdgI6MO3+GEMdxtGaHNONs4sCcf2wTH0M2HVZxKZz7M956P+TCz0sNqW0dBdOoiOZOXSFwAEoeLSsW8c8n/VYzEmTOn8bqRXoPDmC6GumbPSihgk/+8TS/6p7ebjIhvKMM0rAtuQgavnX0dV8/DFOP0KTIQvPgpN8afvE/hfMqpcd67gAfazkhPfRZ+/NYhOupx2CK/cXh/lgf+VOhu56lPh5I+PSoPkjjCcPFDDz4APX49hoYNfvWZNkb4mGLbd4BV3fIYhPbybPD84We/1PYfPo7RWGkPHDvWfvSpJ9tn/vgZjDarjC9fiO6y47KHrZBXlWmZm8xUjpRbF0jGE6/O807zdnerdWGYQvR6pE/KZR6GtBMH2nWOD5Wbx0SYdA5O/RVdQTyLyrQxd9Q+8fHHwR03luypckIZqK9dRKdcvNreOMmAM134vatv0LtdbYcwtmv0+g8dWE2PV8O7j8bJfoah6dPQaMTgsmLb7VPSv3cvPWisu6uas7qZ+uAcrz3DJXqy7t91Dc3KoYMrHPDNeaMM85B1qIdENRPEFbncuqu8581HM+cKQ7JmzDnXmeC9/wTxuaCL0dOYPYZQ+tY3Pn3mjf9sblexEVaiNI0RLFykRlfVqfD08iiFnuAtl4ol3ilOgWbeOtCW2AUZgzoTYxzB5+m7T6ns0XQLEb65Z0c5Q6SKrKL24DGinj9LTmfUgjPEpwEiwYU4j5EJY4xzwQsgY4FPfCtLmD4irFBX/CDMI8iGNPCbkaLAiHyAGx7GUStkLH08d3wEdtgZvAM60XZeDF67vBFL5Y9CsoGSfFqp0CBW9MlvDrvsSDw1wC5cp30R6E5hi+DfzE9ebIfTsLiUZ38hL5WhkhiNLfl1uO7kqbPRC27jOaDSRxg1stZ1eSNcl70pNny60AZie3qMM6FpimDHp/nyNy3Lfqd8zyLcPeRsvJt/kzaPRbRH5S86mHe/03uJofePfvSHMmcrK9NZ0Qby5zzjKntj1ZlpaNrYRNb+zb/5PfwwFuv02I4daj/xIx9pr1NG5/kAwVKOvoT34Lec1PqW0aY4uGtfnXsskb01HmwnV2POzMBAh+/Tqa0x5M7PtZMCmgcdUCVc8pL8JCFzifPZOVn0mp3Lyxss3rtEw+QMnwpql+jUEcxZynvXaLxgeNfX6fmygGw/vd0DGN599ohX9+C/xheSXNVM7xeGZRQCQxveWX48eObAyjpnWh7ez7mSbPR1uDalY+s/VqkrbecQi8BlrLc9KAVCWnPn2VaYFt1CETILeHjoim8orQRaZHEimLwMftwmrUdoGDOrDuI3E/ZuhpBUXiKRli0vhw5KCUzx7fSkupSEq27+XujMjb9y06fuQ3rmY3B2AHsbrMez9dn5BEeA5Bdew0Mfjaus19OAqW7Gm5mfHeIZKryv+WDz0FRM5YOgXgmrt0clSm2h0nR+9bQ0oDauRs48RFZD2BCgH5yquUeHhwe+GHfElKQ7wvWn+Tgm9+1JFw6ogMwwshl7O5fQWBbmgr7rX6tMtyfTbVyRi/BgqGdpgClDNNYvnkFh8WUVtk0c5FAER6A8gUgZVlC7lJVu2SYd5Cw8jp7ZBuY2va0qk2pwm7je6ugOG6expqbHSesGX625xKEfjz78MMp+HdrNANwkEysoe4c1nZfdw926a3W8hGF++aWX2xuvcyj/8fsZKV5tD951b3vvEw+1z3/pqxmCzmcJWay2RAMp5xozX3vDFeEZZlKHqItDxraX75i8R28tJm6ig6KzinQhoy+j7SOO0bm5OGLqsY2EORKoc7rSc4vPw5ul8/Bo+SLsvhiZXkGZ7oXvdG4xvHvpBTMkzzyvp1StY4zX1ygTjKyG2K8seTb1yjIr0lYZcljft9I2LmrN4W6GTabmYqAoBERjhxirzRimgq2IvbDL5+avqZhDtP7cDa7vFq6Mi0FdhL54tSjklv1KwcxwYoLrzZIzbkQil4r2Vgro7fJ7kpEdHkak7wD1nQ3qspeymiFlUQmZo2E4bNxSmIm3+MV9diq7tJJpcPgc42C9sKfr3f+h0i7G8tb6KgM6lezwmPe34jLmZ+WN2kje/MviEwCcAzt/nv2x1M8DDBf7IfcrV2i8AmedVVvs1lkyyc+fIv+KNqm8NUm/tVizHHHPP12YDD32uVk/ALDBVp7Dhw+0d73rCeZTOUzfpbNyH1ljehUl7slIzCtibDUWKS9GGT73hS9iONZzvu/9D9zbfvHHf7g9/8Jr7fSVS5mbvcyRmM75Oizth8x1NWTugKvyDfK5RniA4p9SulV2Bc3bfel1YpyOVKesUj8rJHW5T/GQc51xS+7Zf6sc8mKjJ4vmsXvXNygrh+/Zy7uyzIcyKDu3D7moai/Dyqt7lzmFC8PLKIPTJ9kQ5HCDx1Mts0DaedFswA05g9JI9a2qcoOWZiqzTR2tBUy3wrl1xS64Yf7MjJXO+b6ucBw6yzN+MaDch2znLvzYjRlFDP5MiRhm2jT5eQ/e+FdPqxvnMa56Lib6nA4gyUlzjHeoHiYeew4IlwZ7LroxdXrlpydMFodzu9LTAfPJOiPiwqqOYALSOWW6PPf8LxLuYOFCSy588U5CpimPay7CfFlO9Dz0D4VGNB2pJYY3XOdRSBp4sGe4G5bwfge+lAA9WhBUL7myWe/wHUQD6uBfdLGl2dPv4ZO08Og09bDd3OWF9cB7Z+8kXu9t6TF5LjkOwW9K8QQTD/JdrlYq5jU/EsfsZqjrapdv7xhjXQwSgN7tqfQRhS20BvrmL5GFXUTbDVzvaVpGvXcb+iM/lUgOazec1z6q4fTr6VNncozf2j6+H8r+xeucNHTNbXb8zdfrncgdSif8uhV5WIQ7dX0UIO877rr3VG16DeXbK32Ph3fHM87PuBzlySI3A6OwzjnxZeeHaTgEbM8UOjyNVyN7jVO03vcD7ycM/RI1Qa+XQtpDj8lVrZuMINygp+uBE56FfI3Vtp/98hcYpXPI8iDzusfbe9/xjnbk0Hr7yje/2a5dvsIw6UXwXmKykl4s9dKPDOTLPtDi6KQGt2RWrVGG1y2C0jX8z+XiO/86L+PWwGjDgeWZf49+rCY2mSSP1N4UUC+luts0JDj6yns5ME4UGEiZ8xW/jR2Zcu0qgOymakzDUtP5eajIudR7Z3SpRpLUjYyRynVhrDCUB0LiQdY3+KCwYZ5MItMdVlYIq6IiCcCV6QB3jNCQ0+S6KmlPY6d7T990d3JvFr5TXMPko0nshCeKHBj5nN+AtCgLhmDyqeewF3wVZALelkulefuoI0O7RLZLsNsn6iYwpFwQv8733UU1J0NDJ+Zjd7E6VJeH/m7aXVYyJ9sD3ua7dChnoYe0ulF4S5PF+LiSWGdaLvTYZMjtzOnTfDDgCvNVzMsePhRFfYnhzvpgQK8Nu6fEPER3USlrn/7u494epKl2ya587hafZd55zuMtOU91co6vl6WHRVxjO8+DD97LRwEOoW/VuYXdQypcdLfGsOXq/v2MILi9x8V2S+302TPtxZe+1fYfuYcjgve3xx55R/vhv/jh9jVOgLqycZmRy4v86NViwD1E4DpfAHIV8xI9W16gHT7Y2I+FKX7M6rDOJ++3mttbYtFNRZK6eSdvZxzvvcRn/JMv+E3gNIqQi6ETdwKonRxWCwHudOZKPp2EdzpR3aARkLb7PE4Y70rLfM/QVq76CXlctgXkEJrzKrS6bBFptGzx2gKqwxKA1w1lE5pmS6/CR9duaPUKKUSKbUfgfK80hgZAhGIU+SYeiz+zlXqr0YX+9IqmrDZJlYl70OIMD2G+md9qvNiI8lf7ZAEw4uRnoL1EW1BGxvU7j/JP/5lfYADzjxqeoY+UAXhS2x3WqPykZUZZyHZFZtrLHspjCEkwlwjiQEb3m72bpvRIpvf6Jd8AbuXbbOzbfksZVG4muKDFXoG0xPnMXxfnCdz4wYwOxTb23u7ZfKVHCl73GbpYQ0VnbzajKrx3edSvSn47bN+d/r0Xq+wqU7oqT/Pm/KzyPTzDB/eru5XnHIrbbQ6rKxzwzl5EvzE7mScbcMhqf2Lt6z14pMymZVn8KziTT3nC10m5GuEtcFYRDePb6Tr64uLOKbmexbyrRjICqEwR0TlCF7A+8fjDEOyqYvq4bsVhrNjnG0TYwzCle5XtVrkin6/KtT9iyHiZj4/b07qLr/a858nHOHh/T3vjwka7ypz59Y2LGFnmzu3NCsR46BLGlgSjuylYyg9/+dTr1FwWwkPCd5O/uahv++tUpkrHmRUdpgvXS8Zn3U452Bm26kZhebMr/DIhroOiyn2SeIX18FJmqn4KAOrz7rBDnjUU+CEQWQglvhSYuMEwKbCelrmf4l9EKKoSb1sHurpPY1jR2f6DsLg/L7QABfZKL889hcIglu7ig3B3vPGf52sHXnBPfNK/FgNZEVFBUboS3PkJYaGnLoUovCgEReAC/BOvwPlWtMZ/8KO6JZ0JbH/YMR8jPB1+uE9JKgT13pFxjxXm3r1IP25ogIzR9fyXzIjJSJOIY9DJ80zo+IXos7RUFP16OgJkUdjA79qWVPHU5V1WjRl5LBTDdZxYD9Bv3j8pKmEBqqtgk6ctMToGZeM76Xputt7HPlIIpek1aVCL5tx5tKGhwa0fw5Yw8tSp06nz+5gjXGf40jq/qQKXycHm1edFP8MqDZ90/c0088Mv6Q5hhvdf4cTjJt20tLZGJNXhb5zOQNdAnPT4G7uhJky8em4nHts8lC6wUVj57Xy6hpG9eOlce4TeqAvL3I88zbdQjBamLPStRqWUn2II38NCrtPg4YSKdhffpP2RH/pAe/GF5zkSk+MvL7GwyrOmPahi6M3WdNNA4FBuEARaRyS9mVqX+oIrHs7yICELvAbMN3kT0Zsh6zBvdjdpG2w3ScKbgfdCXnSfi+v68bjqOZURrUpSVE0qzESwyBSKtZivcfWd9rsNIIaSlhlK8sV9j9E/BisI+AYXnlWG4KdSVle6aNBMlasmiLFChWAE2HMYEKVFamiWsxuIE3+RyX1G+Sf1igucAjk5q5Og2A/8K1UxvbkzrWoVdwSYva5wbfWDwlcbH7ZSzUda+QNMfMi/cNu6xA8mEfETkjj2YmGVPYNKQ5NbLunwKB9CH/ekkYsww4PWB1cUlBC6PD5FEiSUMX9+Cs+kHf7gNeHpkchfyl2DVi3IngB36Ushdz+pG/y24bLoh8JL3B7TXpOU+rOXGHEj8wNH8ZAHJTmRLwB9F1/ywlNxpzDWvt7KLyUTbkx7cpLQUy6Ohi7TDf+Vqyr38BZ/nVEsj+x5THR7KMDqSaC3Agp08WuSjn5TZ/50UzrqfXytkhv7AN8JHbzH9Omlwtzqqkxc1KUc9DQF7TyZ9GwJT/1LecADBOIkn767wpaTvXvX27EjnDrEnOHFC34woPqs0mBJjWkze/qFPjJrmlVvK+Ne5UFpImEJTz2p8EkehnUMHW7ib/y5zM9nvXisr2VkzKLB1KrUE2RAXKUMDA/5KQs6Is9Q1f0rdHKdgZn41kPvzZpPUuAPR8fFId6DB5faAw8w/AtRGsmUAMhcKCX0XubDXQTF1GziXKVH+/u//8m2tv9Yu36QT+A98mT7mZ/5CfbKXmmXLpxtVy9cYm72XLvOsP4SdXeTNJjQZW7RhhGdFXq0jj66vchts5Zj6S/ynbxBX+6UIIVKKRowKUNJT3maC/+34Ydwb+qqkEAz8HouQsnqPGfr3XnXWVf+Rc5cmcHHW3WLKSts86lErmTIpBcKo2Wuk/O2WPtP5vuzgmWy3GdgAkdFSK82fsQfwoJX3AOe4j6EDIWwE6HbZT49kyAQz61gGGMeCmbstYtnU80wmioDFFb24uFwN7+dN0P+DddNeALPgqf7JXTxpcftoYkXvJaVKtJ0g6iDhMf9pVLub8N9mvjEoxT4lK4ZJElF0I6t3/WDCbwOWdRjmk88/cbtJN8J3e5ieYx/28GN/MFflAzxpINgUp0ATdIeCEyDZxJ6aw8aD5V0/ahWKl0sat5BKTW34xbHH/L4JogXx+2ROg5p7ZD9XjBTI9vzVQPkCTUOxvYCK1ZPnz5DI4Ij/ehxucXkCifvqKy7vM4b99lUOj3eDRmFxrC6zaW8+7ykkPNOhVZ/8yFv33uV9YjeW0hqLJOuHg5O8MizaxyZuMnw+wc/+H6M6tAIGGS3F9kKq1ldNOUXaGwgeJLUV778lXzl5xpraPYfPNYeevjB9tRjD7UXXnm1ncHIXrl4HtwseGXLyiZp+O1Zv0N7nfOT3dbjXK363BoVPWuaQ92tWnULGf0ujFL64e3NUa8DPfvuqM1G6A32v9XiBZX3ULhRVrSjeK9G4rTQLYjMwAZWfwTPguFnRrC2lJG9uRLIEqwEpE4tEtPeEJ2voJ3Y3E0maLgmyVLieimsaf0OCwYCzyWkGd49hnvg9S+y4xvcc3BbXwtTZQ1jS57Nq/sMNSrhC/fwg8jhSPgyYJdP5sI7/wO24Km0DMd5C6w381mGNdESFSObiljhYkoBC5uo03IZ0IzNjykk7yZkePGhnjXfIpmmG4QWKz/x9rARfPCZcrnQwmPhsEESClGgqsYFLgw1pP8WwMDdwjQfJr3zWPu7NPnr78YdP/u+jaNMy03z1WPmDtPsBzGQWsqSvCV/0GJMP0IvvRlqVEvyv4XMnsKAeLgNvqNbj2hB3aJT5nXViwXP8J4SGegrQ1v5kWCHKL27PoN1re3yhQt8y5QPBiAERzCybl+woe00jqQl/+CSSlMraeRhGxf0yVKXK/AsuXzThUEs8plnSC0oSZEmlfDFJ+oHdBhve9cbYElwe7C3MaTqA+nDv4mRhV8ZLcHQXaXB8tCDD7VD+xkuNq/qFLqt2U7GYrRVto3kx9ys9fA6vdHLLEb7xjeeb6uHjrS9Bw61ex9+rP3Sf/CjnHzE13lOnmD71WXwchIUhnYp87IYXOfSMbZYWwytC6FcEFV02ZuNPngb+bAI9US058t8EfAt+HWd1KO+XVIQ22L5DvWL4yo4dYRhiStUEnuskVkZLgUTAfYZeSeSg0IawhhjnssowxVgq9BVMLTQfFHwB/9U1OCgElQi3KyCVmIDeDIKTiOum2WKFWnwJ7ndlEOSAc8i2EmBmo6GWQHjZpwh+aTW44YWAgyrH9WaOmAe+lCFVdh82yYc+IvPFJ851ZmLjjceN3lJvqRDWsVFYlbCwkoqGocM4fcUBeR5GG4zOePFhRDKkbKSw1udAOJx4LY786hzqNlYVsqKKxtr0QFpDH6VWhJKLCEneYjPQN9MGgYYR2g5m1jDM7e4IXwIUj5SNpZLGgO+xzc0pjHYo3IPffLN1kPy2AN7urz7eBNO8MgWD705MSMLyJp0jNGGF6M0zI7ORuosZPmHFcNjb5yKo8u08XtdGsDg9yALysokdbEX88KGyLK9K/0IC+FAQHM1Gzj9CYV8ilWtnlK0jy/yHD7Etz8xtBfPMS9IhTAVMARr4gfVOLdSVLV+TKSl1J3H5K2u3WAl8wa4CmNCydQUSgp1XvENI6pn2EOm8iecMSu+dXbebfWZh0j0UNNDJuI9eChFN+s85KcaZlAHEZc3LjAkfKM9+c77qEfV2JH71k6P8nO4eHWvByRwcAXvrkzeu7a//d5vfY6tPjR4ODDh4CP3tA+///H28N13tM8+/TTbedgidIXVxiyCunGNUQeGjlH4WQR1A13fRy9rCkg6ilfmpWTgZnN1c/ALiuPmEMxBz5T7IB4d5E8jPz2t8X35Igy/TIvmiq0aitOxetVovhRBIbjCOEPGVKIcdj28W0C2pDK2j6KqHh2CPDwblsn2wIz80cQyYlZIZyuiSmNe+VhJ/I/r93FOtnkW1ArQFVIHM8VxqkkTP+H7r8Pmjmf5wyXpjyIXWEUgwRor/gakwiZdI+Pn/klp0M+w23YmKZKJ4kS5RTEuwjwQNQrqPK48iWsrTIFv9a+yq1xUfHNeTrzzCmcs+PKg8ygxgn5rGlvTJoUtNXIaLxQAEjo6McmTTQJCJ34DnYNHZFEIy3QOpiC3v8ruRRXXHmFm0QDwrz+jUVNektX5P8Y+5pt8Mu7NOrMww98BgeXbf3olqyM6pnGmTDD1MrD2EJFz8nXm/Ll2jnlYSdvP1hH3zfohdw1wd4lH3tPgJk54xHvkU6YlX967gzLK1pGgJQ7QefThe9s//C/+8/b9HJ6/zsHuziPeuOYqWfZ9XqdHxhbD3rBLHNBMP/E2xtvxe698pYc41MLwagjZzfN2mMep3Myze2ar928spuYYwr2MMXz/e5/EmMIPeJJ9njZ0bChxd4ieF3gFNRSaxvfZ519q5xmRXNp/qO09dry949GH28/+hafaC6++yoKq823z0gVWG19Ib1aDu+mPgyqy6pgOFhue00iq6tVz2e83k6PvFthRaVaxf8cJWznLxuXLfKA5vTOIylwtZJVyrH6L23eiICncldIAWf9kHhSAhDvPgKaqCqDS8kfl0gDZzREnJZnWpLU65aiRGtSLBitgBZsIiy7iJW6UIlGv2+rTY3Dziq9o7KGL79VDhySAxeRveyqkeXvn0HG1P817YZn2rsBs5QlvwAHdLj4QKvyapDpKveMQjueaO6n04QR+xnc0oKdFWB9ONoTyckFTegakJ3XS4F9cv9lAwiPbgqTPMhMef0GTB3CZTJVth+Ee/lc+ogDkAPH6QprQDT50whC3kvZqfqZ7JeXt+DeF2/5JeEtsO2fYTuHbxEsDavuoHauyZw9euSulKT2jeEm60le+lLWBtQU3ug4x4zPfI00h9DILjwQb6s4IR1IijUWu1426A6ksFmmh3zjOh1YZkmKGJig06riL0q4w8nX69DkC9rQD7Jk9xBDl5pVN7CB6wnIE2YAu+YyM6QE9ufXALcQVHTeub3CazlL7K3/p4+2zn/zddunM63xZ5Up7z7sfbA+z+tae9de/9kL70tNfYwHQgXx1pvPAlD1oJyn1shvSCS+HtJXfgaQtVLzdHtYDnfccQB/+Qg8EyavL6OJ777qzHT9+1A+FDzz0IPu9DP1eyXd9pd5FZ1kBRXb3rK22L37xizR0lvlwwD3tvoceaz/+1If4NNty+/rz3+CMZLfybHDEIh0m537BszzMxzpUXIq8FkGFRRoCBJQUqPMlX5HZUD69KMuWa+Vo6n+7T+M6cLu4FsXvZdDDttagHnJr93EdGGNYPn+elWgUgMvJPckl+0Jd0ACz7cFWLxYlrLGlYOzJZrGTCl4Ye7aGCZu7/vwQpv7rQ8EmrJ9KeHtncafItwe5xZBOz61Ej0Eb5WmKY1bUTCMCuBC2Yo1jBNzLIreN9xi0DOLYJ7V2tgLM44lhXMDjLXCUIWWcKYUZGqeAKoixq4aA5V8y0MN8txGynQvfxoGLQBf5jePwXA3FAgwtO4naXNybflUZqiUH15/K4Pa3Hjq9bx8yhdn6tIvMb420g8+UijK8i0ALhuY1jF1m28j5dpURML9gcuTo0cj5BeZrrfe7pS7yuiWpSkdD+bEf+zBzk3vat198oV06e7b9wt/8+Xb/nfe2X/vEv26/+9u/0372Zz7Ox7wPsrDnQjvOl2w0zkcP+P3RC2gNDIf6CTx1fCAGJKi5aHz52Yzwa2A1j+v97VbtWzI7bdSMZMePuTu188EPvBc6q9FiTHdVeNbxGquLVzi9b43hep/9JNsmo4uf+vSn89GG/RzRuHb4cHvHw4+3j//gB9uzL32zLV3GsPJlNuPnC0qZk6Xn7KInRzDVw0Nasil6nbKcd1WnS5/Ph/37991xYOUiheFB8W7fmDFEMNwKGL9YjkIo0zNIquLlNwknOMpSmc7zINwDHR33Ulqd9nIRekBqoYVA9rpQxhY8f6IvTN7riWYAMLb0ahgWGYxLJ5s8lMIAD3HtVUqIINXOHoDFBXKaBYlLlaRSmiOUxQBScRKMf1XQGveFLhPTL/OdJiAPqODgCMy43gLbeWiGes/bHEpbhul7mhohns1/Ait5U1rokldAK1qvBMMdHDUFwGKSPMPZMKkrHlBa4LjpkJtvQ94SRxqFkQLvcEpjiV94Jowg0mzM8MXy7HgtTeLyao+3DnegjEIwfCSOzrqumg4u4JG6hEUXWsApV4fY+PYjn0ys1KrswncQiZISGD5YrVGoNIPUGCRijz/3gaORVcKSZxIv2YlHXVK+Ptq2n3XpIZFG7gQpk708oDg9L4dJJwYXNhhesi73cBiEOLYiDCwLuZwNVP4B8tGHyUvC6lASH0uy6ymvPsYNxUG6JUHFVRV44d+TRI1fZSR9iWNSlqms9wG+W35nz51tZ86dz1GtB1mks7JnL0PGfGItpS9ec+5b0drfM6pVQZT1bD5i/JI+Rwgun28Hj6yzUvaB9swzX2vvef/76cEdbk8//aX21We+Dg3L9Pg227dfeqVdOH2x4DHFVgAAQABJREFU3Xn0YPv5v/nx9sUvfL791Mf+QvvH/+R/bo8/dm++svJHX3imXeYo2T0c2kDEdpXy90s41zY2Oezdg/cjmUVvaPMin0quErDgEhkFn+U+lR9i4bdbpzHrQ8am6ari6xyzuMHn6t75xCM0YvwKDGyHV1UGYPaD5AzRL3M4xfIqgQwNyedLDKk/9+I3ORnqcLvC91Tvuf+u9is/8ZPtNT50fuL8+XZRA0sPdukye2a553AKtgBpZDfRWV2PSxMKAozIJrxJ2lbM1Cpzhh9ZdNjdMjS304Z0yZdQ8y6s3T1rEn1SAgNPe0O287vLlcBdnvqq9DQc5omA2h7XoIofygI5DpuGJ+gtvSxzxKVD9GmVqrFMuP+qF2tPhB+r0OyR+Fw9nFK6lkeH73c85vwm7BsRv6gEpgwYAb5ljxP6bgUjebJCRcDgA0XGb1G+tkGe7G7N323RRFLGl99vl6s8V3mO01DpLHIKv3F6vDEMWHYkNXkZR7iF56QRVQBbiF+s0ZhsrxBuIZktUd5e7FuSe0s9xspritjGA6oYJp7nm6an+LTaVYYfD3PE4pEjR+lFeWwfivcmZU+5mHW8q9z5e8+739d+7dd+q336c19s9zzwjva7//ZT7QR7dS9ghK7SMPnYx3+iffqTX8EoLbe/+tc/2l595RsZav3EJ/5VO3/ytfZjH3pve/SeQ+1v/eyPto9+6ANpeGkc7n/gcDt2jK+sHNmL8bpKSn7LdfrLptGJUZml7q16Sz2HXxrZfCCcHql830QBO4+6gnV96PvuzfRKn3IxbfmVlckMBTuEbEMhDV7i/sFnP9eW9nL84v6jbf+xO9uP/MCH2iNHD7Wvfvvb7SIrjC/wc6TS4eKlS3zPlrScl3X00WLYRHlbjm4NslSs0paDYb3xZ0BoB7YbNun69+7mOLBSHRuNpmwOV4OhMzd+KQaDgaGZdYN5UZmusFo6mYeldIyTigQaexAlXNxpApIC9UlgVJI9FecnovwsVZNUVWm1uVM53lI3JMFtBzfQlrzuDLkDkmmQ+Qga8fLgs9KbPFdvJr3jBFejRaC0Lkf5N6qu81a+61XlwzCYG7TwqLlhy8YXYMDrAiwrrbDFW8KHGlR+IgJwSI9olQ4pVHn1dMRh2RSu0CBK3icGdUpokiIU1JajyrriR04obHvXpUzsCRmObIRWRYMw5GP6Xgqp3rs/NMfxzt2wm3aRd2UOdwvRjSKt9lJV5tLgMF+ncz4fCTdvxoN3Q3/W1CcuRbMtLcXLCfA2D70HK98tiHne9B5C9+/0is5q2XvwKRdwuEjyzLlz2ZlwkG+a+lMANzG69nwGcYoYGXtHB357/7MOZEsszqGH9QefYuUsi6EOcH7vb/3up9rz33yl/cxP/0y74+772v333t2e/fo32le++mz7+Mc+xHm+p9vZk+faPffe157+6nMsIHo/Q87r7cQbjTnOO9o//39/i9zvaY898kj76Z/+8fZHn/t8O3jgaDtC2Cc+8Qnmm/0qzhW+07qPBbjoM3ruGSkL32YpfMveevmr+3DWAbfbbFy63D7ykQ9kSL62iRkun5iPxbBqYN0zy14+vroDrRjrb7/8SjvJkYor++9kS8/xds89D7Zf+cmfbF/45rfbaQz3xaw0ZkqQrUJu56mOktt4iI+hdW72usPHcmlSP6mn4reu0yiwfm/nqlcP2HxxEmGoVaWntkOwrX+PvS3A92TAyjCQNeFpV8Czdyu5xa6SpPJSOFGeYaUhhlsw2zDJ8kqBLCgVo8chDCgsDUWvvD1ket85/pDIFPw2n8xVTzG0DQapCDRT5hfhpAL5ptBtwwFCxw4ohTjD6Ik5DryJZ+PenOsVY3seT/HFFk1fkz9KJz7Gv+nUhziw60/B9dLbXYncDkFlPinObRhiffE3qSd5XpTi9ozp5Was7aEW4dzBj4IQr+Uhznr2iRzZgkOaz5w53ZyHFeYQW3mcH3Rrjx9zD/yA3li35FKnZBxpLq3xW8VI3Ghfxnju2bOv/eb/93v0oA+3Z772jXYKK/rBD72vvfeDj7X/7X/9Z+2D73t3O3niNUZWV9sv/+1fan/4B7/fXj99tv3fv/FpGgibbDtabj/5Ex9t/9M/+R85YIMzfvm6yq/83V9sRw6vt29+6+X2d/7DX+b+Ynvuuefb669fpPEAP9Lw7LmxzN4aZwPanqkLAm3Y2ph0vcvVzY32fe94oN11zx1pqKW3CjuUKY3s6vo6+agToGwU2Xhe5mjFT3/uC21zZX9b3be/Hbvv/va3f/avtYt8uu3l0yfpIbMAipXGm877Yjiv8Fm8zRt+mc0PPbg6HJ1F2q7HiQbDsKbBTK+rGsXW8m2EeWDHTqFVmm8N3/6sYFnpwwFpxVgEQyvGm36wnodSVqmQCbBgmO8zND035tbslQifn4Jac0EehehfHcmI/yDDpjP97FgJ9GTl7EDDViYTOdp/MGykX4Ji/8AnkVfYjNIjKPkY5qsCO0ljq8joM/WFttDsRV9p5R6eSM/gC13OMIZjoVFhdU4xXKprkEqJfMtL+AXQTbmeN++2LKWv7iF0wGUaDPNDi+n1kD1dY4dGQcnP6LlXtCxcsoyGn58TXNoEi9kHB6iT8fiZa8IlpZchj4krT5yns7esJVIqKg1gUx4iun2XXjZMKPlzaAwaKSPzsae6aiSijPjDRWmFdXUZGNSpGaAKNuAC+DMjRkfeVXr87Jn0nqHvfnDA2tHD9Ss4Ugdx9WYHfJGjoKxLb8wNXhZNpThP0ShOHsUnjPfu+nvlShp00sUlxa6fJJjO5NhS53Hp4Z1lK89pDjwgR+0oxu7AgQNZWOPqY+Vc1/fnahjKlT8IDOXXOWqo/Sfq7EBHJUzi5DlfAgI084YR8NVMUW1eW2pvvHYp9O1ZOtSe/cZL7fnnXuRjBo1e3QmGXs+3X/xbv9Cef/Fb7YVvvd6e+sEPt8997ut8zHxP++Vf+TvtG19/gd7uu9trb5xor7zyRrvz2KF24vVX2/ve/Wi7887V9qlPfaX9yEd+sL37ne9v//T//LX2777+GgdxrGIILcGtLryzLvQ8ACKXt3N9xMf1BMphPkeqkcXgbbAiePPGufbO93yA9Kxrzh0zbwv/nY+1seNQ8draOqyDOfKFU5/++MvPsNr4YCOgLR1db/d8333th596V/vyl59rm2614nCKZYaKm6c/sVhM43rD3iu9WSpFcNmbXcYI84IXafNcuyGgwWKLfECnoxb8pK1qeOXU57yLT/BU8CFMfOVdHjte5fIiTu8Y6XsucMUJcJ2KqTPd9yyemWOmBbKcUrCw/HmjgFKZStzC31wSLKqATuRyojlIb4a/Fnq5PrxZi4cGZD1w23uHm0EaaEO2+s4h6tFH3mEJERWxCCGt0lLkZUSUfRftDKwYxeyPvQp25P3ew30f+Y0eAzG8T/CPw/GEqo4IGipQ4xJeR3NWsCFTyPLr9nZaI8QGJDUkFcjn+p+mARJx9eskYKFPeYaHAhrR3zwhhr0tjsQ0WkmvGn3jZCof+uyOIKGmcYilx0SoBxwTVAkkHJ5qkE2G2BPw4T1pS+O8sU347KXKqzBtzc0sbL0JO6Z4DNPNIiUOUb2+SWCGjFH0G3zI/dSJ07n7HdPDrGi1vbJBb9ZRLTPFdWJkZsp5nNQOzxohncYl0hwDC+JONnyJNJoVnI29q6S/b525So4gfP5bb2C89rR/9s9/K1tj9q2ttMfeSeTl1Xb33Ufaffcfbf/7P/1fMBYstgLHz//S32z/gvlcjcDHf/zj7V//P/+qncKI/1//579uv3/nF9qJs5fJ/yr5xCiZZqcjqd/aJY1K+OX+V1drV1Y4JIh550sY2ieffDQfC5e3NtXDDYzrVQzhfrZQecSin8/L1BBEXeHD71/92rNtz/oRPoe63u565MH2n/3dX2ivvnaG3vwb8IHRBw76mOyXzZ5ZjK0HEtmbdcjYPc9dX8AM19z4nnIdsmnW0wm7RR7cHvtuL/atldTbG2vUoy2ORvh5tP5XG0Z/q1SJCNznFYGggDKMTMtXRWG5RdlbYFSYmqMdMOBXBmqo4EpxtI6C1fGPMhop7++Gzzp9ep2sEH1UPwON5ZlrkuIpcUb+M49RdOZxsSsjhkJKPsAFaPWYzBdpEn+ScidXnAj1Ipp6KvJMJ2+qUmvI9exIDKu3Stv0/CXa8Fw9hJQF3aXEH8ojMQFOI6GiTDBXOngmafPeW7Qir6Gk3sLtaZtwb2gkvkYZv5SyROV/IA4sgdHPMN+Fh0Z7AxN+JWR82T5kDDX7LP6bi2ezohSbmOQR1xEKOaLrXt6TSuRWf/5imLxrRId8xQ91SYQ9IPTPeTd7M/UXtLMXK9vE9RQnHnmo9u0QlpfZcN96Lyt35Q+81XuseFmdKU28BoaHrI5OZPOnzK6gkBtDqSdYaXwBA3uk3XnHXXSe9rWzp05luNHc36rrvVl5WXKh/JQe6HLScff8+G6PS8glFgVteKoR7sYeDBJDoOl1YXQ4Nqn9i3/5OxjklXbq/MX2mc9/rv3qf/r32nnyceDg/vaZT3+2vfbqmfbX/8bfaE9/6cvt2998vf3UT/8Eq30fa//s//j1tnQO/LJt2Blhec270CgDB5meDx+/pzebRgkbpFj1XCM4QCAv1zCYBw+yyvrBB4NLDeLQsobWdTNr+w+0vesHOCGLBVzSobGlR+pcc/jPSuSD9z3Qfuj7v789cMfR9ukvfLlt8D1ZPyCwxOKn68w/Xx8WPmXLJnzSZQ0I+JX32q6ZUjfTqHRrRTnhekNo8Nr1reMwguV8c04e6G4+ZsX77ryydr8TxgP/VL0hj9xVjBRz10CpqAkvBat+qNFYCkhdAY+IlUJ0eDHwE67XgxizEMaSBreCWxVKI2FaQ/IhS5juTKDjt6ULPuLqm0VWg/JJMRkU6EnieeuXwmREfmpXFncVogFicbRJ4EQhIJwTUOlW4fYKONwL1lzXn4QZNAc2eR8IL9qGFBfdzJ988z6p/PrlzxiB8KEevUOssInja3+G7/rXMK+cBSL/wAoz/HhI5RND9XyovDIgSQ1YKyrhJqgDG35VxkWvFVhD1EdRCkGHqTgdPvgHZMnbFPGAc5R8wnpFNYHCVfKLWbWBaML+Rq6/1Z2rD8QVU/yGNH0XZdBqOO1mElbn1aIOJ8YWtanS5GOiKyzpv4bmzGCy8iE80Upc5aTYxLzYZcoF+GoEhBoA6z6QNUTsYb6CM/VrCMrNcNIx0vALLeAqA1vltAdDdo6PBVxibPYAiv6O48djZC/5oXAUd6d1wEbson0i9+MkJ+lCT5hmrMpxl4mSR8PLfxJdAKGHuwpmnCVDjXF9D3U30f1kpdUYg0SPnIHa9lu//cX2m7/5RzRyNtvxO460l195qX30ox9rjzz6WPvMJ/9tW993uH3mD55u/+Y3/7Bd2ACXE6gWjGTGMPmgG5ePieFVGUhoh8rLcLH33evNCkbSPbC6VWTiEvPFGxjEpz74PvyXWehkZ0UZIR3lRhKQJXvA1hWi08C5wXd/L7WXT5xsy4eZzz10qD30yMPtP/pLP92e+ZNn2zl6yJ4qdWWD+dgcUIHRpUFylS0+7pu1MaJhXeZXZx/U1F+I4hLdm+KxQbPVVR7VuxPtGaD4g3vsLCf900AYAmYhxtDzz7uH7DEtiiQ4eBStPfTm7hN5WxCtdNKCgJFXyfOsxBjM0PHgOv8GD3tIYWqUcK9MZMF3omQ+Iefp8pI4XLyb665QRrnvREZhhBOJVJH1tHRKm3Cv1lfhBUSXOEVkBxPevzDalmNahAAKxi2GryIGxeQiSPBVksqJlbZ6JkatSlJRWe03cc75TV7qAaVV3EFdiQdifJc/Ema+w5KBpopkaqP8x9P3wX+IV7Bbr512FWbIIS3PPbVhow4NatHxHOUkPtFIn3ecs8lxhHWFkHzLDCJF4IQ3HEBuuUzeh7SVBlcXB55EPEHICFXe0JPnim+5iaYb+NAaIqYX/eI/3FPCeTZv8BoF5IIQoHg3D2L0Ta6nX5B3L0VzwQpRzlwG6/AuIHHFGeIq3I+7d9cPZfFd3hu/zgZnMQvG5xqLbPzUWH55v8oQH9tf6BpmzyLKzcUn4vfIPM+wtR75XrJcvYme3vRunpLTpDnJwgSg56k8StYsO7MzyoB8IX/+VduAeOFh4XY0yP21rn/SoJ46cQrClnPy05qnEnl6HFtFbKCI1l6wLtdpZexE1D1X4IFVgvzz31iRlRGUBM/7Td8HOU1UU/Qn70qml5lPDW58NSg6T10y1hK9Puuko2unT3Hq1L5j7TN/+Ln2xc9/iTOaD7TDR463f/AP/kH7R//ov29nr1wAj9IM/swHlZ6r9EJ4cIe3POmT/Os78MPHiQPQ4VpXC7uALA1TmG/P/MKF8+3B+1kAdeediAHbjQa+lP5ijhZj7DnSJuLHBFzNfvXKjfa7n/p0u8Hip2sskLr34Xe0v/TDH43/Wb6khCDmowHXmJ+9xvGK/q7z86hF65vnGS8hj/ZUa1RKeZTvxd/0XvOMn0Y5YcVjpxflcc+vZdN/qcu8j8Vt8jxl2yDnJNmRwKgJXLjZOVeRlJud3FQ+hnIYpTXfkN4Jz9sVJjnmoNPpbvSk1T36Xf+uGFPiiTRknigu+NAF3rJCuMVkIaVCGnhTbszYUjAVvQSho5LccRkoAJUl4kvwGA0hycPg3Qt5DqSj5m664iunIAhbhY6CMG/xGdOHl0RBZmwMwmpLLmzNxeAupNunXCne2jX1A6ZIXSVpRSA3XFKRUBzSNnbT5kENwxEz/8IUjjxVFPHwt5h6fCvjxiz4Ha7yQkyhdlyQO8QxSNAY2X7kJmWRERP4Lrb6KzjpTx5S4BoZDYkMQAFLIv6G45s/8Uu6inYTAFVsXzfihIRKKp8TIxJrbVO+MaoorasYWY3tBscQuk3kUp5Z6IKCu8hcmfcrHnln25H4Lhrxiz5RUOQp6pwCnBbPYi5XD1hCibMYJGFdQS2664fOjjxXuLwZ6q20bS63Uyx+cu/lwf1H2v4D+yF5CSPLd0vhlK4b2bx8xy6dAZZflX83i5JUZV35FMDGcQ3g07Ng/vMKxu7EqUvtxMlL7b/6b/7bzIdmSgMo8ytOZXSRC9/k1ZvIro0snVtzNPw6F5BeQSYs/3e/5530tOVnhdkAM+VVerHOy/p1Ht0ehsc3OJjimWefbWcuXWsrnGW8lx7tO598Z/trP/ZD7dNffrGdZZh4g7nZa/ReNbCbvGtg3SO7ROaVOX9Z+eyiJxlCHmJwTcRwcuzf8J/wMoTCCWSQz/US3dj9uc9yi7fUvQGgouc6Na4jzz8Hj6Oh41Fu5c9WHk0AZGqpKBlKRR2ErphtZS6ISYRdPVTsWVAEYtfO0pboRXgqO4tDxgmY3taMm1fziDwuxK93hHQcdyuaIe7CABHfooP/IcCWqkNmmnl6J2+CrfPiraBmqnTACjEaQGVg7N+f0+uWzZ2ABXTOGJLAiYso/jC0GekfMmiw/h2fvIgxd6sCvLhGjwFLmd6mCi5Ja21wUYbSyXOUCAroOvNzbuRXlHoDqXqmtOvx1xBvgueq58aCzEMcrmJgL3NXgW/wrc8Ne7cYV42u4R4IgDfw0oO5ZyxwmROByqncSSw93jJ6+qunxkopemuIsZtbxy5s9WJtqPg2hHgzj+RfJW8v7iRbeTySdY25znV6Tc7LXmRrT/gwZrJoduG20bW7iQkMxOW3CHycuzcPLzNCHik3zZ/8SH3lTjHBF1Y4wxdqeHj+ZtgXpTj2k1+OCI6NrKMv7hG+zL7W73voIfjrJ+6qkVu91qExiFFeo9fq1MMeh47Bc5Fh/K89+3zbd/CO1lgE9ciT728//1f+cnv+pZPt7MXL7TJ7cS8x4nCVhU/X/DoPDSWN7Q2OaIzSsk7yrIENbbzbaaiOA2G+T37wxmczxL3KoMLLKyGJM373uTs1kOKS6N3zz/l9RabGlRUp7gxelBJBvsyKnhWo/8JQoeJXSkulmnoZxFsvkzTHQdIxCF6GXUk3rfgMD5qAwCbCv2Tphma+LUXEEnJVlK5hLCdYV1bSZAuuWruETPAGaohRt2xJgp4kM2Rdml35N72X0Ep2Ki5wUWigmPDGIagwIsQbwk+EhTQLEyDQYRqF3fDijUh5xeXGq/6pHMAsDUPrtoZTgcMXZwExQsImb6YNAtJPT3BIs0wNeIfydksWyCtf0qd/mFbphQguaTyBLwZzKNyl6yqHRAeCeDgN4dhN4NHyeRaMSGAnCuUGmfZGLHO3z1/N16FQFPYiNT4qCPPL/QYLSNxs71YFmWwc+RK8YuTdwcNltoSsYMhWHKYNj0iSP+UijUItDrJybVA8sl4jWjIBHpViNHLlyTPAr7O16RoG84r0geuKlpOI19HUzsFODC1Dxthg4IlD+FXuzq/ZU9KghV4JGXo59mMMk+3u1Z46gUjCn+U4cpVf2Tgb0BcaCWqY8iivvVXDp3D2RTcZiCBQPp3lyL4z7EE13jqrXe3NXkWBX6FnNJ+O+OddyW35Tugt9iXPych8JN7To4b3PY0cHQrfxviMNv+eOpP4szwQdt5NVlUPATX9MBCHn0OjObRh4FXKiOf5NCd4B7jJ++jBOMqL+dnDAqgUHn6bfHVok/OYDxy40Z7gE3hL0XXkE5laP8jZzYyMLDlkzCcHl1coJ7q7exjLv8h87ueffq5dXj7EJ/AOtbvve7C9//HH2rvuO9o+84WvcOYzH3TngIorGNZ8MJ47k7MxttYV6451PVOByLvKczZf8q94YbXPG3dInhRZ6adpmNk1hv7mT3y1I9cQZI1Qg8auj8hEJscB30PPs3x7c8LHLKgZ+jePsxhikHErlkgnvRjee8VZHPHNfAcSZxTPm8QRFuG2mMdOTAOZY+8Fz0KOFd2ieCMhHUgsRAjWYNHF4HDjzm53FO2Mo4dW2rbGpVgjIe+ptqnjQ5VIWMWQ8O25kuHYIdxn6urA16I5DZXk3Yu8nho6XniFR6R/nbjKg5XRTy1quDQq0pjGAPGuabQI9yxaV0ZeRRG4R9Me4Qat8ytYrA0/WG3vUYPmsFgMG/hSY8VtpS4aInMoLunW0FaLXfLL2EievUqNoNRnwQpP0hh/1EUNEQMjnCxFuIXXmF6VVobjyCE0gSPxyBj/9mRdASuuq+435g6GwGhI3YbiZ+UcEnSbxYonEYVHSAt31GPSlKe9wYbXxIXlw9vNSo/1Mzi5d4VXZVfG/yILc944eSpf8VrncARXGstXzzK+WeUyIZiHXptult40eOBfudn6PMZ/y8/WEfFP0ihMQxW+ZbRGjCxyX2Ve1vOVlXfnyzfpaV66eLZ9/1Pvo9yrrtrgWWEr0lVkxyHiFWRjNYZWDbLEARQb7Q0Wpr3MnPkyQ/kHj9/dnnjXe9p/8ks/x9amb7dLHERx8cIpDC37cdmOdY3FT54ClXriSA6Cad2TplpFjDwi1NVgr2eAKKiqQ951wscwp5YMYUNxdHmIkR1gE2l0SbnPyNoo8M/pI22oqgYzLQ28bqBYqjL26tI5tLXazAvoVoge903uNrFjXK1cpDt5XxRP+nafUiqA+VKpL0BXhmlId0G4PUHNV1cfKi9d5E/jArmbaDFhctSgwt01XDf+qdjyc56nQcXF9IORe88bsGGw9yGeienyXr02PyFWDR1oIB0rsb1VTYyYlntcnq0k1eok3EBHAUjW6l2jCeSWlrDJ5hD6VEB7z9JGvjAoGiSNo3OV1bPUMMFZ4tGhTO9MXlthYYRWjZV30AKdblNwCNa9ghrXDfFxv4bfFXtRDLl616hdY6uCpxBtooxcWNSHYnvvPoaWuKn45ot8D9wJzrTqySRUh5YY0sA7nIsi0h86Hfat3il+PlMhHPItQ05+pBc67XGbT8u2K+slhuwdKtZwD62I5LkW48FXYF1Zau/wINs21lWmcNKFMs7TxeBiiJc4mUg6ljMdA8DgwvYuDt1zm3tv4NbH2i13+E1cG0hpcPhskycrcyl37iffeK1dvnAJetZoDBwID/3GbFeq2yT19nlb7ymXt9OFT/IGGehuogPh0c3mXXzKunJs3XPYOGmk7jC1wIKlY8eOtrvvuCNyY69VOdvjYRRMJazu4+s87A12D3A0DfX1Oob6k2xR2sPHFdaOHm73v+OR9mMf+f62RH146eU3WLl8CZl1LpY6wilQN2wEUh/tJUc2uddxi6CFrvoIh/WxGomBMfORiaojnRfRG8izGm2R6w22KfdGUCk/30tfjEJGDT11xDjkz/bzbfRoF3MJeXubq8jiAlERIt8RGiFSUSTmJlzEgig5bnHIhQIX44OiUnHmNCsqQQngoBCSDLGjEQcBQtiElQSFUtxxwvo+Mnz6d6FTV0fwgetoDUcjJk3DhY2ix1uZhrT6kV6+ntPjEm5YulzeBmeF2wRJKRmNCZWPXwyevUaeHbbVoPh5rfrVsG0OITdMw0KljjG0l2nvVIPIUW+YIhozNjQ0bmXIxGf7QNNmPA2KB6r7u4oRvs5P4+seySsojCvcNbAa8uDFL0ZWP9On15hUZAg/WR9jyrNpaGzNR75YIu+kw3j4aZRt2ZteeAzsNf3EIY0ic9gfg4R54s47rh/D6RYY5SLKhiCnGsynZVQf6yZUAqBC/ruCOT12eHkDXrnFYw1Yv9Kywn0PSleMUJih6RSq0XfpNKa6KPbhPn3WwI7DTAlZhuZVFt2cPnsqRyy60tVDKY4ePZZ5RHn/drlOb8dfS8FKXrrfzdx772o+znb+wkU/WODDc+dXPG7holzZkFKuPEHLDwfobGtfYZGS86ZPPfXhNGIcujZ9+Z+pjJQ9jTF6wRaWVNkU/pOvPsMoCqaMsjl2173t/kcebX/1o0+1T3/l65z+RG+WnqwLoPp2nus0Rt07izBG3pW5PIMwdZE0S1JC2swl/Jjx+fcvbyUHZgytzA7DS/5IR23hSy8ehMeWvGohd3tTKheUBb+C4joU7O6E1zSIo1GKbKp0rOTiEVEJLB54FT0112pq0ltKI2lBkyq25i4rvlE6Cs1jnGgryeQ3PS+xkR4yipCKswxktKl5NBy57XNILixYxjikPgEsNR5Knt6CiaCx46fS9hfKpF//IR8oWec5mblL2voL6Ye1jR9nNnjMGazmFc8sXslZtMJaJnX35jCgzuMf3XZioHNGac3yfN05RD6NmAU8zP84jOmqWbdG2MPboCdZQ6UYUXuQrmQkXCWSFjut5/Q+mQsSNt+5hBeGGR9CaVVrxMqo2dNzq8sGYZhwg6HHVjhxrhgPCmNkZRM4MLAqGV3JoxzzGVj4bLn03uwAFjiNntwzxxQXRhGFFWDe5bOeCaWsUh68SgxIDDHYslMuPH6wKAAHAcq3aWY7kQkpq4OyDA69SKMcc2s0YtKQAqa8BRCHC1vOtIP79rT1vceSp9Qd6NrLwiOL9Oomi1vgX/+kYsiRJEn1Dh754d24Y2cvVieo9NsgG4PYQFCO9pA/e+H2Wk+8cTLydejQ4XaYucJrjiggFz098XUnf4uP3ce0KHPdiJQqL+Rg8JNO6SieVvnNRQmCjrvLqjApQx/mnDhLHoox8rbmni3WgVlDHMN2cvItcWajJUqnyZftaDFM+QcgW3n89J26SlGx0XiBjzK84+EH2Ze8P/Ut6+DouS5b4PyW3AJ0gI81ePgPUa2vrgd44aUX2/5DR1o7fGe7+/ve2375r36cYeRz7RSfLPRDBNeZUvEEqCWmV1iaDO4ysumx0vClIvNI+cAr609kONIjvQwzKykDryL3Q5j5pLaFFvO2RP3UjdnTy3bGM1BcqpU5YNNzO/53iegRp/fO63HMQZwCNC6Xaax6Mp8TZ1EofG+Bk4e7d6Y5TXfG0G5FIuCU6Io2jbwV3kyJ34JdFLqd32w6QoXRA5Ji1M4IA590UQZD/HkG98ITvyYxxRxDBW54qNEO4QolaatsljC6UWgoJluiTq94TumN6+6McmWfMGBja4TyZdqZg+FFlei72tZ7UtRaw1PVexoEsRCEGtl/Kmx6R4ZDQz5zZc+PiqcB1JjZ28v+TSrAFXuH9iyJe4nhow2NGDDi2eA7lM5zXsU4+mFpe3RWxisZjrWljVEF7irzORmuJcwvmpiu+JMW38qUeFvHCnDu0O/dYVhNm7m7kXlJ+AcvVmyoJJuVB0tOyKvkdaYUh5fsWYXZKiCyifh4UTGXArTemIpGz7sK38KpaqpSgB7gIdwQIHgxDu+6MloC5IWLhqxTbsOOGGoOWk2JoRBX1MiAeEwLqsQ8hEHJUKGXhwqovPWRBuFMvkreSLwT7ldqzjH36RDtdRSsc8meGmVPWDnbi5/bOQbSK2KlOjxvvUXOTZsgn027horr3RhpCKBNHSrOoizK6OQbp7Jvdh+rXA8c4OxcENSH3I1xe25g30IkvVFi/dJVOcLf2UxX4C6u2xnS7fxF2WVjF+gnIHK2pGbilYfUF+qgUwDumWUWILzU3zUGK4xYPP7442mwem5FfVuZ+Vm2Gim38n6Pp1IoA4524P+ZT/4BsrDOAqij7a4Hvq/90Lsfb+9m3+3v/fFX2znqpPXZuVjXNFDh01D2njON1SFUJNNPPif3qldpFHQBh9TO98h2kZ585bJTQU6hbuGpp3YLUb8Ho9Ccqgx3RZI86AWD65BxQqqrmUrsp5pSmYd4gmorZpwVpteimYCtL85HlVPJIQgorWpdgkM83ZFQUaqwGwchUm7SGi2gSlKl6TuKkDArRvVGVDLAQ3d6ooPBy5wKMPbA9mg8aOn5aTCHi2u4sxQ5IByZRoVgeObg6vG2jwqxSt1Y53zVA3s9+eVaBhrt2Wd42XygiG0F2XtUJ8fIOdTjnArGbsNTXAi7ygepXTW4wdJ/YTaA8eQYK+kGLdXMV1Kp7D0aZu/SVa+umr2GhXWe02fDHFatj9N7prg9R/IUWmpusYZTrVwabw2yzw75Vj5TOcNoe3eaNXgt4yYuzE3ZVPHAb/KsMQNliv0KSFOuKT6ZThrKSxS9d0sl3niJj/gYObiEoiE8Js0S5AfjMpeEN1DQao+s01Bxo9fGspJ0idxdEBE/NHDPMARpES5Or7mJA5hquXa5HCPjObQX/aJPbPPvS/gkz3Ti1L+HpXmQ+ThHCs7xEfUjfA0HHYxCxfjxW2E7h8p6Q3mwRzKYoF6VyHqcDQN/4o8znbyWnyn2Odpu1DSwyT8xzWY/YnEv87KHDh5ClvcwZMxoSBIZ57mS8Gr8KO6p14BTtiyOI2gP2wEkGNNLNV/5yX9xboMXvVEaY9qTTTpvlkhSWnwx653XxSuLVHq6g5YA9fe6W4+k06/sdKcMefgHFTAfNVhzuoEzlG24u7p4zx72ySKHfqFnD0PIWmcbQDaCT5451U6x1Wpl39G25/Dd7cF3PNx+6ac+3J795qsci3mmLV1EfyAfDh/fwMB7MEVfmZ8Pu1D/TL83NCLP1kkyl+mT6D4ohlf+eoOx9wQTd+DjOPc9b7d/73Xr9jF9pzF06XwzPrk+pVyPsQPlXWn0KIJGEe8QZxpkAuOY05CoDXSmBqrUEVeeN2ntK/iryHEEAsEsnY9wWAEwEB7KkA3YvKrsEVcsWoUXbFXEgONv72EVvCsaSuRbw7iyypaGvXyKCq130P2DGE4Vzz4WsKztdZm9PTiMkUYMeq5gKBnky0b+y6eutYv424u8MOxps8fpp8QusxIwRpP3y7Q8L7NZXX+3TWg07W1qDJ2X1PBVL5UKhNG1seG2EIeQbLkali+caBy1aDhyGTjnN3W9geIQtk5zYJnJNOPUexfyUpp7bOgIzs0ee+IR33ymV6RRquQSJmBewWd6UfhDSCKRSspx6JX2oNwtBNMqcnPz0RXK9mLFdZ0hg2yuH+AyyDBEkP6a0+oEGbuQGbbViWTk8gpcv/NgvDQUpY332RikE3/lMmxUYAph0HBJsvgpbP4Db6NKvF1Zd94vc1ygHedrZOoMvdq7KPclOpLKl+chy4P1/Xvbvkvs073IqAm+8juHGgz0mY7Fa7LeQzH3PAnDTx5NDayBlrFlSv1Aps+cPt9Onj5tFA7oX+f7rceHFcaCVY0Wf9VFce/swgJAQlPu3Wc2nr4hdfAeQyUu8lR+XJWfMcAsqtt/gxBlfCc3pnU7OPWSdd/FT55nbJ2RczamN66cb8cPH2oPPngPRs9VwFUuJru6b29GjNZZBBWZgu/X2Zazj/cv/NsvteV9B9t1Vn/f99Cj7ad/+IeQkeX20pnX2g30xxqG9jz3G+iR+hQeOsHOgY0zdJGdhTKoyKD1VIHESauyaL7Me+4J0SP//W1yr5iGDbpkErKbB2P72w0nd4PvuwdmypcpTTvlcrKPNiIuJAWuU84VmUI4oFCICLcyxvAJlzjG2NkJn+LKfcCHl74aSA2qAlo/vnJB62+VXuK1i+fbOobElv4q4y6eW7p/3wqCvcLqTRZ0MBSzj+Ga/fwUUs8HdS+aqzw9FMBFHg7dMFBDQqKnYtCic4j1sj1GVu5lwQ09RIfNzp8+1d6gJepCg4uEncfP4+f8kLJ72q5gPL3b07x40d6lK/7oOaZy2ctE6OlFKtDKd34aaB5c6ek9LUfyXL1JKkYGVs0/fPVmhZBY/4cftZEAKytODRunUk2MgX9DFvu82YAjfOf5Ogq9b3MNz4dwF/mYjouANOYS7XueC31S68lqU4Dkj8CU50ANkSIX3oHR4Op4HEY9hsqqB04YH9NjBU9O59ESYYjkhNKgXPY8BveInsTuaUhwsHHLk7QpwSNnXODT+w71yjPpEDex+8hNUpUnpl2yKT0unuIWxRgjapr87M94CMWScoaydYZXxahcul1mdZV3fssow0tn+Ig6K3xdVHbRHs9xvopD3lfoyZuecr+290Y7f9GEkBs5gb8ESov1QBe6TB8nLfmRprHiet6Fcc5fGOqPQ/MnT51ETq/mQIojR49iKGjc0ejLsPdgKCwGsVsG3sXbez48TlyKS77gLB+fLNc8DcSQcoXHP48zlyE28TXt/CgWaYkEQHd0R8/PEHOuZGfxVXIzfvMvIXkOTjbrUrb9PuRt4j+K4xCso016uW2r4kEv/pc4e7jd2GDP7HvgBzAA8Q0ferLqJMsBzlIe9Tk8ypVwmvztuedeaBdZfb587HDbf999fPDg8fZzP/iB9skvP9M2Wbl8HQN+9RorxGm4u6XHFciuu9CgmkL0Dridm5Vv0ug9jUkgvPM6XLgPLmUXHAZRegEayt534OpaEXp4Qehn+mNnCQ0MHcp/HPq9/txz1vPR30fi0YNyp6RLZGcqkUxWwPmriAMMfhGI3PWzEszgu+mXXilVJi4KcnLPZer7V6+19z12d3vsgSfaYQyox8Cd54SUcxfOcXrNOXqPF1AOGMAzF9urGMIrDHs5X+EK1csYvsss+LnknZ8LhFRq2b7hnCZC6ArWrG4l3PlPc2qD0C0m7plEJGMoXDRihbe+yZFpnumDqGXwy/BSalIJaO2TI5aKo8tbGEWvjQynQhLVZw9A7zhtDcfEqHBJsLBXmgDFQAjbnbzrjZR6NkT4gkp85N8w/f12LCXoixFzM189PHkWLngTnIvh6bmKh0C5FTLAHX/eC9uQetLrYQUqoniDLIauXsLjgSIaASVTkhZ8SQ888KXkDJ5K3JB+pVqxKzvkjogpj0FpaACDjGgOqVuWTn+4RUnVoM9mGhrEZXhPZe9nyVSGftrM8tNg7l2hpzk05NwP68lJK3xZZS9ha+v7atiXxp1DgSvUKeOus13DLTy+74HAi+yJPPXaa+0rX/rjdp6PmJ9HJs2X83NRhNLIbz/pnG5nabzVcK9G1YonH5SdlJd+4YWZMBe851H50qvKOgukyHe+bcoQziuvvoIR4BhA8nf4yJEY2/Nnz2XkxDnDEEQ5WM+r3EGqHEOo4i7WSgnvBKWkEm76oc2HGWe9mPGYeUk1EhtA+dsJeBSzwMx7KCm6Bn0mWIZMR/C7eVSOglGemsCIFvPtz/IwRRcJOg1hT7avMjaNyywy28DQPv7Y97U7j98ZY2ej1b3U8l2Z9FjOA4fZSqWx5Xc9PF9uT3/12eyZXT1wR7v3/ofbL378R9sLL59sr55nvyxDxX7E/bprMZgmuk5jyZE2qXEdhidB5TAXZRu6bcAp4xKb8uM99Ovvs5ngnsa/d34B986vyrmuCbipS1JeHKMrxaq0i2G+R3yV956N4l7JyIT8oUIM3byJdz1YUwdGV+Qxs+tZf58wQShbjcW8G8eZDxveAZEOcbhKlt2IbR8rY/7WX/44H3d+pv3LX/sX7X94+osYVr5KgWDZi7L4PdAglQsibKGLJL1EcGVe1ne8PcGnTuNJdgyMAjL13kuqniIKjQjG6a4EVB9wJF2eeNXMlIMatWNeUT4Kp+l3w2ne+NMQee9zkaYbQ4uwlYIRm/wDppLjGXzE1/X78Fa3Ha7p6UiIuOKoVBptlcOAs/vnPvYjjrSOlWnB4i+cxOSfi9n1eSCaxzjj+y/c2NXrYBTDFViH5zLD/11Qp5kt6PBbfvGXWTC1P/zu+XDfsqFiraJwsZF8BIgeYuAyH2X5OFxHD3P/er7zqaF0pa+fTzuEwvN9f3qfHBrg906Zu9zLyIjzpvZWHE1Zw3Du5WCBdVcIDwWjcbaxmh4t9IX/0OB+Xo98VAErAfZEL5w9007cwZ5VOrJ/cu5TKMtL7ezZs+3wfo7Ww5lrpzYOHliHnn00JumtkE7kZUgvgDMXYxVMjCvxBc00QBqJPNvYgP4zZ862kyfOBD6nP8GL8xxwr3z4QfKuaEVfaRZNNsbybrmmcL0P5RC/Ibx8cw28MCmPwpOABZdKd0A0CrfhaZi4uG1x5UVmE8gbvL5dJze7/Io/73NIpccGvcbKL/P44YVxfjXA+r37Xe9Kb5MCgMfXabCtZ9TDrWQuhvNcY6eoWHbcriCnT3/paQ4uYQ/ugWPt+D0Ptg88/mR79KG72u/zdR6sK50JVhrbo9XIOlRMh0E67EH7c3+6/KrFTkThudct1VTmbPGbOJ8tXFzq7SRgeCBIWRrFmIe4jXc5+/Zgvg2i3oaoJUGoo0E4HSvuzsJKOGFzvLAgHWJ0qkrjUfNIPqtOdIXYAqr5Cu/dr+49mUATyaHTFYZXfvC9j7V9baP91//lP2xff/EFeqP0PBEkV8RamUgZwVGxjQx7cJuY/1zMRroHRiEfw/xlKitB+ulGuc27F6nrgqlJd+izz3caZkyqFldiDwIaX3vhRoQ2eVL55l3FK878YVh94blMh89T13k08RGfiY5cN9b2CHWd1v7cDVDoIJUY9ZBhmhgDnm8MvAmCyUXeSqUA/tOcANkwG8sbPE+SVlzh5E7Bdro7LcqBjtC4CU0oTZEY2mGcn2DUK0reEYbVtaHBAXsd3nc7SrX2oQfF4qKRvUwFrGEA9wCbr6LQQ7AHuI5hPMiingNHDvEdz318z3MfxwiynxEDolHU4PmpsgMquPRO92X4zqmGrPwlrX3E00C67cLeR3q0ECx8N5wpFvBpPjWegZ/wx7OPydAgG2G1sC7w4q6hXl3e284+dra98OyX22UOtnd6wrzbKxKNh1tI7yFWAl9gK5Au/JLvxdqUuzDhuXd/wOlXw7+8TRpylBV0StMbbOXxmD6PVzzMSlf3M7uQxymW1IuhUvgs7lQV88if5Wn9U3mLr3pBeJJm3FCv5Iuu1zPDlZXJe0Lr0mUmEOINDuOTfvLinbShvcuZMYVT8yhbNnyLBOWr3ECRaLZ1NK1ngjtoz46BwTPxKHSBw6g59GvZKyPh/4DgyuXzjBicbD/w/R+MEXS0wl/UEDJmQ1D5WkNmHUEw7lWOZ2QArj3z4nNt7eCd/A63Bx58sP29n/3J9tyrJ9sp5GCTk8j8bTg3S12oedjSi1mjorGlzmSellw7IhZDy/Mi3nfGWDb5h65qNBNXryE/He7W7nJwUhpTFCn4Xt7lPS7fKeD2Tzvl6WZxjVPZCe8ilnQZFof8s7aUq3unRRUQN4NE4Ro43QEF8jnvI+ELHwck47DZeJXG4qvDqZvtA+99Z/vq059tv/GvPtGee/5FvjMJCXRjPJ5PpxKJJlJpxA0ZGRVk5UEjWBBG6YtChkiT26y9qQhRIhOIyF+EdeTFo30rXCcDKQ2uWJSI7RAkNVWZC9TrDJfFsr2b4J8HKbzzvlvfh/S4peJMALbSUD7QmspWVPYidrGY+evtsO6vSMmJgdXhR89hYAd5ky022jT0xo0xsIU/KMg9GMc97Cnct8ZeQozjQfZzHmBP4cEjB7ljLPfxOTPfMZAuHDmwuh8lRQ8C+dhrD4HE1lYxvOB2Be0yhlPZcYviHgxkFI6tfeesGP7YC459LnxjyNfegHIuf5ZYqKQBV3kqZy58626FFaKuDu5z7CSVeqAxntYJYoFng+mLG/YsLGvxyj8jI7fZxoPGvfvue9pxtmq8dOLlrBO4TA9lhfzTJHCwmHhLWWewssr0CL3SVF4THbn+Glrwr7pXd42TP8vOvNhoeuWV1xgZOk9DhYaJvXeGv8+cOSOJkzLsDbgQbsH1RIAR12bw8YIzXtwAM6nvQyPDd2GqRnT4Saxx1MhdIevXQhoc0JFRqgGvEB13UphF2RHs6j7K3hb4ncK6MrahZ49WelRLTkFtXL7Y7uJD7A898AB55+Qnwh2vc4TCeqDMrLGfdq8rMZE1YZyb/Z3f+W0ajizE5DzjAw/c0/7iB9/b1jHML73yMj1V1oKc54MBWOPr+SSjQ8bua0dGlW2HijWsyDiCCz+plYPeNGOZtx3596FiAggdGbzb4OUWBsZjOy72hPpd4O1gF2N++3zHNM2msn3IACdAstHzwn14dKF5oFSEE6WJj0f2WUm6UA2oJjfDogCGeIUFvBReOi8TyO0fbAE4J3rP0fX23DN/3H7jN36zfe25l4iPomMOIwZsEOLtsewixF6wrue/3rZcy5jPeQ/KRSO8ezfm5DTWGL967Oad+dhKh3yajEAIYflKL/nuLa6sxqaEVbr2jP34QqlYyh2gzIPiE2ULwmqgoAg0RPzZq1LZysocwA962tUpv8w70bL3ZBu/j7LC3dWt6/QoDx4+mvuRI0cxovQ2CTvE/QBbWzSu+5nn3IehXMMorjAsaw/T3md+WM98NNsepXNcKB76mvQEmGOFRodzV/rcl3nWwGgoWUVeQ7pMSLBYzbNkNYAKgPOtK3yn1HSuMNfldgqVldHsZTjMmmE4FJNbKEAapWhaEwUf3sIX0rNXqzI1zCE7FzRlMZzPpCg+jbf8vL55IMb9EHm/86572hvfYuHLxoXMmR7IJ+lgalop5JG8ev7tJvuz5X3qG3fT0Zl27uDVz18WrxkOT6CKOzAodoesz7OdyIbC/v0H2c5zhDTpGQUDYgKtlnPfald13vovOcoAPbgB2HR6vKQ/4LjVW69XE+XfESUf/cWsVL71EVanT+eH72koy3cL8ybdGM92UeVL8UaDSdlDY8UzPRZAuVgJo/cDTz3F8O7lNJbUkc7TX4VmZd+RC/fKZpSBuuJ+15dffz27Elb9Og9l89gjD/MJvA+1Z194tV1QRvkE3nW/OctohFt5YkwxqjluMUZWgzsMIQ80VnnCK/BrUFNu44LbLpMj/zRAR++7f7x5/u8e9+1BVvndJCNuJ8nB9tDu70ZhKsgdr4UzK4BW5lK6qehWhrGbfx+HLXhWKFXe73/Po+0f/3f/tD33wvOIHoVkZYHAoqzTtwDBxGs3MBPgt/yhjBw6ba785t873JiA7WHkbVcoU4M5jtvLpkpBVVwxFPMytnUfa0b9NQHS4uy62opSprciZi6OcWjQUAZo+his9b0s/mFI1i0JGkvnmg6zbcHFNIfYguBw7F4M5v515zoxnBpaFPw+Wu0qfz9irdFQAQqn0hR/jBTPe4CJMSJ9D2L3oHV7qIrTErTkJCyesxjIPp9KFy2gItACSH9kFX9C0CsoIf6U8WsYm9VsGZIXpk+DAEO7xtBz0KCE7L1KS/+smZUxQ6oeQsKfQ87puciikROu0q2Ggc/iuM7KeOMbnoUy8NGSObB/jaHbtXb46JF2x913Ml/nB7032ynmaY/feSwybwPJhpCG1sbAtQ0bRfKiGj0mHwUv8biebx5ikCf1UuZBu/uoX32Nc3FR0vsYuj567FhoyxB3MEjZ1JUBX1yfSklNYb9TT0tWGvg0Efg/RUIiG+gnz6u2gaWTZ+48OH/+DAugHkq5Odxu2VguGlZl2LnbvXwer09JWEJOjf3+Jz/Fdp4jbWn9YHvwne9sv/BjH2tnmVJ4+dwbfAKP9SkY2VWye911KvRuN9kG5PnGNU/rAigad0NjSXp6Obk/fuguQYeyakNBiN05dUUq1E3E2R3m7x0os36r2S/+VV1aiTAk3322VQWs6xXbZEqg4j1YaJ9TDlyUe5WeW0ec75niTIzZC4KngqdNF2V65+G19tu//i/bhfNnESpb2QiloeDtn4PbvrSlVCqguW55Lr9Suj4rYDuzS9O0sxv3RmchR7yRFwSqnsPkWcAxF6chI7qjUIcQVzvbd0jPFIyFj2qjwgXGOux8j7y+ztFtmbPh3cbLEpXaVmxazsBqvDRSq1Ryw/YxbHiIHtQ6vwMYTg/iOHTEIdsD+a27qpaFMg6NOZzqIiENzSpDqDksHQNRB+L3+U96YBhR03GLTuauIDLznLxXjw9/jIfGtmcZ+zpRVuZpsCjhYS1Wi68h5Lv4XL0upxt4R+BqvlepkVsYSIfMVChJxLRZScs3Zvcv70cxVQ855xHDnzX5guGXIMGlV9pVVPl2LTzTpccOn1WooULmA2OvpCvTxCd8mXm36+CpQwzAC2xsIgCuZt/LASerGPu7770XONq50HAZhXgRJWoDpX9tZRm6bbSc3+BwfyWKPNk7mpFDG6PiD/UQSkWUtEoTxY5AvfbyK+0iw47Gu4P9sp48dY4jAaW/40p9J9zea3fmVVyLXOo6AYm3CGDwM7q6Ifs4KZdpaRZAj98Nww6ohqAeo/Kop2kYv/eMla+ezqI6mDgdwJc5t12cAqNhhEHNGoGJkXWh0yZG9ixz/CyAes8T5JmvMyHrFrzbC2WkpXfg8MGMjkTGQHi9rbbPffEZFtzdxXDKkbZ+9J72wcfe1X7g0QfaH37lj9sF9uFu8Ak8FzLYQ3bPbBpwpJeFTw4VM02BJ8hIwXxhcBH0kCtPMn+Lf0Ytht5tZJfyCLwwlbng6PmnmZhwJaJ4K/IJZPAZrRpmPk1lx7fvVpf6OsrHPJ19pbq59bc71/NujNLV8jEn3A1afyWtQ7GNLJWKwUUVE8YOxjUFB057FBIsk3tlFYUu/oTbgksvRbgoV/2ovMbl7mETTsIepaf0B7/3LK3uV1NUKsubdg63dRkYNQS24lExDZU/8KOKK+1JWsO1lQYVuW465CqPoFZBHTRSCR2VPpAdX79PCBxCiT94eVeZ2pNJYz3vgBFQhqQATfs6dsMtJKsYiPSWqMgHWTyxznBktmsw/+aw7BF6my4GsuUdo0lPy57lXodpeV5DyafniaJ3z7G9NucSPfBeA+JCDWnJkXKQYjl7Rm6VK9RSvg5FpmEF7THwKme7ovAq+ZA//HX+TDKeMp7lcXJopMSYQk6fSnl0+SjlPMVhuUbhZugVClImyBr0aOAzZIchiX/4jKIBxmHuKgcQhIhKMQYV3gA0IcHRF/+6M5448sM/Xzwa3ntvp8sI2jBK9srKJXo0LLyiMXOEr7mcfpVvidKrueRJYGscWMAogHmU3540tLIHBYsS9dukaUPEAFZdinLr9Ql4Rb8Ot7CerbRTJ05kb7j5P8Lctw0qtwkfcpoAAEAASURBVMn1Vak9H/2ekQJfRga3h3133XsNk6ppebydNKr7nBJQjqw/WclNTXcB0qXL5+iZXm4f+cgHKTnWDcNvdR2FgPzZINT4Vz1wr/Um/rxR7jc4u/hEW+Y8473U4Xe889H28z/50fbqK+faGUY6/ExeTn9iW89Vjl10v7P7Y13E5scDFPUYUI2rda3ffZZeF7lEG1U98Sq3pKVcvw+vczfle2QW5kL/fLyWbqi8LjALOzJBKe3f52afPAKBy0pCCkcngIJQyiwvatoYwrHiiTAB11dfisqCTO/CFmynErQWbvBZckiIcKDMJ7o8ivAip510F2VouCt8ozhDcoLnMyuO0jAVOwrXJEzTu96ho78UXF0r7/WswrQCECeR9PXNn7cxbD1bh4pWDI0gakLAq1Vtbysx8Z/G1csKUz0U8ohidTjWLST7MZCH+ILK/qP0LKl4Ho13aD89TbagZDsApwat0ysVdo149sg0lnv3Ooxl7xKDqeHEWKrotXlpCFHR7SHt8ag//lyUk60nPE94jV+Ry9XygQnMSoYZdRQnj9De+Ws+kz/ylpgD01QExpUftcUEnmIoLHvj19dtBp4O+Li9qevlHlssdORiNprpumo3znLgPWWq4uHPHmuNbqj8kFtgVIrSOnYdhX493XG4eBPmRRx5K0WafA7h8RYk9Yo40gNXV2nsHGDRy7Hj97Qzr7+KPHBiGIegXMMYiq34ilLHWDov7R7ccuKoMuhJyNWUDx6WbXiAHJw7d6GdPHkm+8mVmaOHjmYhTc7GHbD1W28s16cxpbc40lMt+jv09G6+O2m3o5DDT1naExQv+enpKj+TRsA0edlp7stn0F2j4LfsMUZ2GJr1MBzLSJ5BVgzgZQ7VeeDBu/gMHg0jRnt6WKZfLC/qxD4avTZai2jKibL9jd/49cbsK/3a6+34XUfbX/jA+9rdfA7vj/g6z4XLGPBLNSebbTwY15yxjoH1nAGd5WQDNx2gbmTttSrveTccInmvNRtVD+VreCvP+O/yHKTzF8L/LLmSqd1nquRbGfM3ryl2zxlGBNN2p2AUHI2jfSv5j6CLR2m2AkebeB+UFP4WkEKVIbc8I4C25BKtKv3WQrRkSxgk/gznenq6yh72z/rVnMwbBsPiizRNKldolL7ynRgBaBkIDmu6MbanKqsCZw4F46chhNrBf4SfIUflNAGVLWC1rmVMohDp1clD98OtsGhHY5Z5QIYHjx451o4eP8b6hiP5/Jg9lEP04F0Mk/2btGQPsgKxz0t62pVG2tNjVJt+RkvKMqdDhaqRBOcU2adHWuZ8Lz3PUvVl3IrfxIde7bsw5Qcmyjb50Y+fCkxDo+uVr3hSZTd0MA0cIlRKJW4yzv/6CxIupiXuckpRvcnf7lfxJm+D/9ZbNwBSaJmFKyWI+IjPwhk7IIYhZn2FDz1mKu+W3YT6SXg64YGoi2l1NzHs3WN0r0o79TCa6XWqDPd9Uid4d5GYCtdP0h1jKPd5qLDHmlPHWLi1iSIPuSBx+HGNkYur7v3A0/nqGByfrYcKoA0GeeId5W31s3Fxgp7SZU430zDcyQrn/ciZJ0LVkPyU5k7r1GcrV4WZsMSH3UQSTLkZuQmOkV9/nElj8Ozwi4ys8B279zJu5dPjKX3zLj5bvSV2HnTyLriLMx12d6RHUFcYb7It59y506wiXmqPcTiFnzu0vHWRO8uEhu+Bg3xAAqGy0eSiKHu5zzz7jXbi7IW2duyuduDY8fau9zzZfvmnfrR97dvfbmcYIr58gflYTq67yghEPuzOISPuzvCzlHXqE7o6xtSyKcOZxXgQV71cB38hlPfM+0fxTetqqJzL8txrGBwcZsjA3qry/TvgQsLNpntLkbZLZJHgzMKaXE9yzGO2EOqNQygcmpxUDrR0X2kYCAvMmGgexCeVOyuMqe/2jqzsKtMxKV3ogr9fRqkbntaiw8i4wCexUoZTZFG1QNjan0kh7xEf/I3qr4ZwpaVg039OvJ4He38KYJbM8MwcJ8/umc1iHeKtkE/nYuwtHuSYumMYy2MsJLnrzrvbvffe3Y7fgRFlJa2rON0q4alB7pPUUF7HEKvxMMExZFasrmw9+k7n0Gv6l/BdeuXdKn6Gd7qnCqbyIRfGuZ83Ask/AMkqdxVCXCpbDb2akvrZYi9+V1Uqo9AjwEvidKMcrvYg7/z6kHY3KxO6CJuUe+LAVwlKHOLyHBokDG/ztMiFJ/BG2YoTh/Dg8chI52q97+S28CcMAUmaW97BHWYVHvkSkndCOgqb5HPwm7x3xoN7Up9ScvZOKXUOKNBQ2hBzzvuGx3oyTOi+8f3MuXnmttmWtx6Ocdn9rr6BL3Oy5D1DxNJflhVgeuvgXMGQv8pWnosc8oJ2Zy7+ICdU7WvnOE1NGZSe/Ia8Tukz75X7fu/MQKWnTOWYtT/h4RvJDgzrePq9s8l343WZ1n8eRj9h+jWPwatvNf7jN7nYIB/RCliBQxtC6xD/Tm4geQak57nnpwdKq9vAxOiQsTTKR09l8luwntb0xBNPtiMsDrSH6ap95chVycKmfMHhASFp2FJGV3j/yr/7Rjt07I52Y/+x9t73PtV+7sc/lm80v3rqDc65vsAiuNNtibPRN1nEtkkDjJLL4idXwi+TR082uwFdzsfGsNJr9lvHmP/8pAXKZXZ6tY56mEd1tn4T5yt/uvC0B41gYtAF6GE+b3HjumjeTcYIO0YK3E6XLiu9bqX3ToT+vihujzMJG5M28dzpwdIuiZ3qhKoDO8VKZ2AiQMSH513uaTQXU1Q6vQchfxz2dRiunik+wJK5bhiIl/kvhFp/h4+913OAJzQl3vAGWFhvBjTOVxAUe8S6YpCZnDrjugBABaKg5gD6CDpCLe2EpzcO1pINiFfoaHna09yL8VtDWSnoawyhuR/z8NHjtPDX2j333sWexnvpXRzBgN7JHst1KgxDtYPhXKWHucreTAmO2CLIPpMkF+cpZSN8kxc+kZ8csMF8it/6vEoDwop2gN6nhx64AvQiexlP0wqur+hUxRTdYXq399xzFzhQmFQSnWU27l31Qu8cejP56XCFLNfJo7gmLoVs1lSK8NNM4upaUNJiHO/j8pygsewBrWvFGV9TVgN+n21EzNBg3DB2HIvnERE9rTKgFdD9Olh/n8OS1yn6DlX3om1RDGla7K/vRAHNgUzyIV87Au8UmHt7VdjrrNy+8w56MweO8FEKD4fnyFDOzr66D5lhVbRyZdJ1oAYLblxdjXw5xWMTTrxp7AjEs3XIufuLnKN84vUT2bZkA1BZdrXrlFYiGCdl0dkbj/IPIzs3hZs687VFiU2Dt39ajG57+LmQ3aQbGI3ILbsxDwqPeZV3Knd7szX6J6+ZX6VxdJnh/rvvurM9+sjDmbJxDjejC3Y+GF1wO48tJnWP+lUarbOf/8KXWPjJISV7D7ejd9zd7qHR/uH3v6d96U++As5LDPfzVS/PUGfr2VV+4rX8nJdNOfqsjlNPQFuGj+lhS6eNK4ACl3BfrUSBnWPOrti1GyB1b8GZxwg6+TXlPwtukIzbygrTCMyDxtlK7IXig5WqQhjEsmprGVPRY5Q1clZ6BEnmxtiEyaha7zFERioy9St/30ul28dSGFyxauIOXadseLeYdClABZt5TYdQXRl7jEUkdxy/AyE9nv2Id9xxR7sDQ2mP01NvjmA4D7KK1pOC7JW6XcS8lLIphVWkQoetQ1oeGs2rDs8S0IXZfZXdGji8/QorOFXKbhb3rNHzfID5MhXh7rvubk889gRZpScMP18/cbZ965vfYqXgNYaNDrYnH38C5WoaElGV17zZu5E98tCDBOSBBih8EiBhxT9fU5H0HsqlF88EXqDBbWfwICAQvVGVl142A9fFN021Y5y/S2ekYhLgMHQqdyGd+I8fghf8Oq/zxjb+smmOgMgD/t3gJx/0aPtKWeGN0nkjnq2uc6yHKPFd0rrfW3fvfDQV5VhDqXx4tOPa2gGmEY7R6DvKitVTKPEb7TLKs6ZObIg43sEP2bSR6TeDEaDUM1dgiztrIFJ21l1nfzng4KVvTr4x65CxcK7mn5TowNf+XnwN58Ahg83/ADSwokKHl7nbpJzmWdvj4r9N0Bym+dfdxeoK3tg+K3/Fw3l89T7BKuyIMstGZ147zmyZ4d2pnczNKrdmmLj2ZJdoSD/5xHuiv+wM2JNWD8L0fMyd4SzWU9BoEnfq+hIN8Avt+Rdf5GQzGvTMmz/+rifb3/nFn2tn0RmvneVUKQztBmdgX6E3e5VRDj/urtpw9bAniNmDdWuPXwzyeYlf6QWAyHvRbyb46YzLX8+TtPfnnv8uCxXh5q/F955gsg8Spf5734Wfb0E2sHElYOLqhVTDUoXdiqoyUr4ylCy8XWIMQm1vIJ5yZHwkolYxazH0KUWWBSgBEI4HwsRnhchxdwiyvVJ7cs5DjZ3Fp8D/6t//++1X/+NfzZaUPRhcUsq8kwKnEVTpaDwgDZwKVs2j/NEXv8DQzPuyUs+ehF/qcVhtA+Vz//0PMIdCM4K50F//9V9Pi9WeppWGHLZ3v/dd7b577iuhhbYLGFY/a6eAOnfmYodDezl4AbykCKX1O374ePv/2XvTZz+P686v74qLfSdIAAQBgjspiptIipRISbYkL/KiseWx/SJTcaqcvE2NX7hS+QsmL5PK5EUqlUoqU1PJJFPx2B7bscuydomruK8ASez7vl3cJZ/Pt5/+/X734l4QBElZtqeB332ep9fTp0+f0336dPfyO1yXQY2VtVvhsbazWAOzncbDxIE1Vrviw9SUGyvBINl8RBNh4NtHYuHdSmnhtt8coVkDEj8J/Z7nzLf97CTtfV60j/hpHQehm5/cGlT4fbP9m1tIODa/ts1HFiIeBt3w4HSfgGBtIE7Lo58mJddPAwNEpVE9DfX3SbMI26flGYtUmK5rtcsYhK1lVrt/3/sQ4XhmOZPMTGCtWfNX9SSTzWH/alPIp/a52n6EAq3t73m7E2XPB3s50B6rZvrT+nUsa6C1OQ3zrnipDLYx11pTks9HGl7znTDESSv8wlj1AFlpcl5r2+fFkOpId3WaaBH7T614mwv9t495T2ESLDARIBQ2tp3MqMEymL5VoWXTvhuNDNJWHUxj3Uuf1DkzjdaDb7e5XeAAifMXzpQ777gZrdg6GRSwuAzGMZucAOU1lw7w5aOema2/23yM8+1nninjbPO5PLKm3HTv58o9CNrbaasfvPw6ghWtBsJ1Et50GYGroB2GF7nlS42HfNADLpzNuvXRSwR8r23Id6cqtk6qiK1jw0Uq4rfo6j5a2xEpPoNxewPmFrllMO9pvMF0BtdvE9oiaRW9f2ZuEB5pYP73woDMlTvCLe+pWOzq0EPYwjkMllNjiIOaL6rjubMSFBEUUBFkviFkIkv+rmsqyGwpK6ClqzFytFw3E+Mhretdn11cvxNGOjvrNAIiJxIhNJdyzJ5bHqanqBxJB53fzgDeevcdrHO5vDMdidkgBP/Hf/zHZf36DeVf/tG/ROXidVUWagreKGcUw6TdGB3shwGpAlIge/ycwtZR6qZf3lTGc4jAJUamt5VzELdMSnXdktEJVMqclSswZOvxf7fffjsMELipn+WnGTrBaJ2zvYPI2WPKgQjCkBk/IDlbd1+V6fxHlhWHDlz4clYt0ZqmOd/tGBHK5JGwLtx3f4MDpZbOZ+IOenzI+5VE8iEJEiyum6t4b1/97tz38a3S1ly/q391ZYCH+SWIt/luDkQEGyMkkYh+tRg8r0w+P7tP7LuVLMO232g5PsEyxqYtm8tbb8GcYaqXYJrup102u8K5LH1NTZLre0vZU8laHe2d/opNQdo+tOCa70iOUzyOAZTlKBhWoPk5y37ZyiwYdMp4CWxnd38SlQ8mGw4H0NpHmp4toO97tbecpEW97EuhSYFexLWQwRL069Fy8DM3sdlJDz5NhyJhQZeBL+3h0k9/ec1bci4xKz0DjkfKjlu3kZmHndRjFt1v7eA6p4vRfmMsWTHNpSwOtKC0I4fdbsXhEywXLEXlvGrT+vK7X3+6vLR7dzmB4VNUxjw9oGJGoycE9hAweLeth1PEIWzp9eSmgLUi9Vm1gQpgeUlXqQXqplfz7qG2eQxiYiG/wfDuvVfWQFjz+6g8aCCLT+xVWK4XjuAqROaAS7mVj2uGzfQthVe1xiVT3rQ5VpgqtHJFHIQTR4oqwyrhhPhCyDY7P94VKlVskILvqo6ps18L7DEHwiQX40iko4zG3eN5dhJjd7znCA++JaIDB/ZHDeOozqTGOXHsODAhoNlz5ppIEAq4wm5NRPKvfO2XYoHpetUyDmGwnFHKNK706CHrlrmF2W1AMjXfFXaGHa6PEM9Z8lIYmAMRBwzGlRkOcdxfGjPpxAR1G62NaxlNJUUKYtcRsu/i0vCMhRPPuAOdxEg4/ea7pMVz3oRubjQJbK7P4l/B2eLB1x5CRou4ujeZOhrlQwBztnLVus0po2amRbVZz+8LtbjFClwYmK5LzCnl436EFsjEeYeaEC2PtUJfvWY9Wz9WMQvCIhjaPs+WjikP1oCuFcqOw7x20fiTrtNyaIiDFQd2HtqhRkiy2rtnPwNI+gFCfMuNW2HaWK2GP9hfMyRMFfr0CE5C2D47HIYajTYfA5VuGwNNRvxJW3YfYnIhZ5z5bbJQvOYnDrzdxv5NLe3FLWjBZ+sfgxDPiLQFnDn5s7bmbg8Rj7pWN/mYGi1nsw66nZlmNltjRWV8/tzp8jn2zC5Vk2U/I40DIE9IO4XR2SqMJIeZQIyiNlZ9HIbB6PwnP3kWuctWvGXryrbtt5Rvff2JsgoovnP0ZLnAvddT8L+LXK83g4D150x5GoHreq3qRNfpc442M1ktj12bzczTduTd9swrDS/PDF+iI6X1u8aq9azxWp3F8/W6hv/B9LXlQpaD3v/A3xvlXF81WDLqz2jtTiK/dYxI8I4SFS4yCVVXkmoINQTNO7O0KmgJkwnwG3SDX/XdOOaCahWV2VKOHlu3YWM5hZprXtLkpXA9zD2eXrLuYdyO5zRO+O/+1b9CBYwVnnD0gCZj6lBHlkOs265DXbuK70p4UQ1LlDgHBtZ/sMwGe+BjpuBMu8+cSMSstLIdXsFFq1uejlBwaRLDyMRfI24HBc01dZxgR+3VAdGIv8UbfLawMC8DujSDcdp7had9/WN+thaoAwtxf6Vrca4M+fvwURWskZ6W6m7xWcudpWc44N+tIFJmPd0KmKFPu9sYmpmJJdDdZSiP2Wy7Ok+9CGRd3n333WhszPcmT5yC/j3BqE+dVRikrh2CGi31619x5N+FcdiP+VHeric/NUJqoFpf/CjlfVjcWssaa/BdnmF/Ei+qY+Upar/qwRQ1vrzjLPdh33TTDWX7zduIL4zadcAjiO/6qtu2vHHKtVlnuOLSwfQrb7xWpuj0kwz4N2zdXu64ZWd5fPvW8v3XX2NNlpupTrOP2rtmFawcscifupxEmaqLadQ8w8f4bgK2PgGFgtKm3dP39i30fNVK+N5/TWMPhiWuRPUxXMPr9bT99RSbel5Pwp9hGve59IpTDIjj5lPlAs3QTS8iOGikdABlGyTkxmtJKYlk/BIrD/OKghQKyPw1QsEWNoQRqyP2jrgl0mVsQ0hQtmwYp7oQDDmcO3uuHNp/sNy8bWuI2lGnhkYrFLvOZsnLqqgia0LVw+QlRP0dGLhW7My01dlbY4Ql9QE+RWh9J4rw+Q9VsX79tSNGr6YiG51hPSIXD/qlIsTpKLpZESew+yNKDc+xlfp1cYOzgYjmaFGWUd8GHoMdxuCfA1cHYlcC0qGLgO7tKrAPzmZ7g5MufsXwYP41wEGTzpktyOwQ1iVKyLw/tG8rpw+bzVBLaAOheamu67Maq3RJgc99u85qVR97A9E6lj/27/2ACM7muAEIGl4mFTHQ03mNXxg31sksPhAirXu61IrywXvvc2+th9lz6AHW9C6vqOlRYyS9S2MOmP2n6x0ik6/6x34syhqcDQctSvpgR5/JjwBzG2yLhq9BP9M3HPveXPpY+5j3HGIgoXV+7XO1/SxzvmvhDbYGu/FabAfCzeVN7Rz/+74tFD8H6zjxaB20u6hClth2dlS05xGyo3TYB7kCr7EzhuKkRXVMW42w5MTIPE93Kwije2svoA5+a9c76PS5nnDdTWU9Gof/4td+oZw+wg4ELM0nPWYTlbTatVyHxxavXIXnzFahL9jALofqYV061a+rkygKn+6+rYvOLXDWt9c+iUhk3Hw8qE1obiGct7DBZz1mkPzneNYP+660qmt00J76ibvm5tPEYPktzMlcc4PtPehveIvf4g4+B/Md9HcaqesbeFa4K5ZquYunnZvTQl+cdTwHRRBXP5pNa0FNqLSQxgA8fi9uAAEtzrU+JfAl3L3pOqwj2VxdtlBiCPmZZ58rGzFO8lgr+9CkgrT7J5FW6qfRgccTlsYyCFC4VpU2pFj/tY4LIfQc+dlAvarMYU4N6b3YvZcgf/HgxPs4DdQr6D+9/KPCgGrJpVzCsAT18cZNN+bqNPdlXmYt7hwHTWg9vxwhLE16CMosAuj8pEIA7VFHbyeOnSh79+3PIMwDKZxNnTh5shOYte9K8ws5Gbfd+2pMaaF0n7Zf+oqg/z04BY38R4MndzgMOu06PM/4zttvRUWMoRMt4W6JyjMAGHSqZtZQcyltCtOJoL7EVr/v/ujHZXYJB9MsR3uxaUv52v0PlU2ol//iuRfYP82aLBcHFE4HUwvhNXgesege2WloIbfvaAClKhj4/MVokvLEVVhZ42eDAA+8SwFX40GDAtZkV4s7kO01vFryp9+Y84Wu8P+80TWCVmT0XUWLf53FpYnSmI5EBsRSEtjhk94nv4y8iJcsa0b9jHtvim/nfB0yEHZjGEN5F6NqYU4eY2wRdtJLkdE4DOcHEOwTX/xKPV3FXCBmXYyxHD1ZNoUrfqdRKS9ZvhTYIVYNK3oS1DgdcAvV3SrH+dL76Pz6j3lJ+wF5c7TZlbNIFo1Zzkt4xee1xrsi4cfyED+DDdgf6Vb/wbCr46kPxnzq6Yd8Km8ZHQ7CuXApxhCya63Fwrl8dF/HqJ4x7Y1Hqzi4YDn7qE+cOJbtP5MIVFZy0aZw3jS0KoxjGN9MMJY8Swdx/7r0t+f9dxlMcu41zH0Ds2JnNFX7ZF9wxGy7WbvB9uPzE3KDLboImackB/POkq+FARonbCd9VB5UZxqfEMiLZhMBphDjp/FZj0eQwrBzZ85yz+x6bufZQReQP/HoBC2ykXtkFa4MgpjRekCNW7Dcu7D3yPFy8CQnQK3YWMZWruewm63lt7/yUHl19+FygksDLrCNRyF+6RyzWmavSFkMRxSwPCm3wuV6LG3oGq3I0b8TvBEy+IVPMHiKUZQwB4/GvVrLLIqOKwIab7+W3BpvXCjuHH4mYf/cuEFqngvU1eozN+biX4vnTpo2WqsEZeftfmArW3lkAvkpNCU8aI2X+gPNUQNfWbgN4NxSBqBF3jh7CieY1XqN1xQEVK34+unobvybKa+/+WoMDIZmPXhdSz/BV2SnYAsnP/Jm3SSnBnWtOthp+rn+p7ePg4FGG+LbgY0DsUG10MfJ+2eRtsFaqVB6/GRcw0PLf7FcK01i9MQ2seWccbzuxs1lFsGaH7PXaTJwWUZjJ7eIaDiVvZyQ+gqMp95/b0/u2HVdVsHgXb7twoCa96cjXBeqT5j/QgGdnzMzYbJf/zw76+GgRUvjQZdr6abPl3s4JrHabBCKStg2nuU5If5J45atLE0xEFL3gMQtP2bWOgR/G+F2nnU3bim/9qUvltPnL5bdRzgBil0QbuO55H2z2I1MclDFpMZQCFkFa/b4Y/ikYI2gw3YZCVwHH02AKnhxnxT9JrOP+Ac0zHGVB8/x+if5IR4aPxi4Jm8+LuY2XesiJuzNghWKJFNY+lQg2uSOAByH1zXaKowVvjVtMjBChDOxIzydza5cvaIcP3MqAU0rXcfl5MWM9djBY2yDOAeNYxBCOtMKgWskBAMHI82M5Dy5hb21yydC8MJCcX+vzvLbyOiTAuTDGNzVyqnMeH6MQJnRcNbP06oybP192sq2sCPq2p6xaCU4reFoC/zXvGvcJPiZ/ql1qPBeWbA0uJBr0HZ866qDhpQwt3ssGD8aFzJseZvOZDJN78nVoG8JKl8PnF9/w8YcZDCLBf0QJ0Np/5KDVBDEzmBnsRUYY9a0cXx5ee/dD7BSvYhQqNb6a1etwVoZ9SO5R8lDv6xt5XMeoPhcjxuklx7dkbXvzqrs34s5l25qmvmwCN9cV7Mx3uL5zU1x5VcvZRNGXZSFjmYUrtTBGSPOwUzbP+v3NOr8U6cOle2331BWr8M4ysZjQO82vSGMni4zC12igGX3gWu03pQ1pZCk1Z9/7qfk5V7a5QyO1pTtt91SvvDwHeWFl17jWM1T2Tc7xOlSs5ShlbF7ZW141cXadXgwjkJWw6gIXrRzrtl61KLDW/lJlgD4anWuArnSGFVLr7UeFf+++U6eovgqzvzm86vK18mTQMvRtWYPLB0QBjV4Eok/Lf5i/a/Fa89Bemt+gyri5jf/2WhxsL6Dcfr5tl5ZQxtcrT4tzXwcNP+rPRWw8xEwt7SrpV4gzM4lYAre+quIlxjnI7olt0IBBA9jSZDDI0uyl9arvNJgUsg8p6icYgR4iEO3ow52dIeL5S9MqBZIHPymGfVNuuaBBV8XMPDk9SO5BbB2jemvP+U1FtCL1koafPYCP/TFGanHcEzRmL57Cbzfl+mQ9Qc+6fCX6Pjn2NN3DsZwmpNxzrm+xGxFtlId7Una1r4fWvCnGkFcLO4GYfT9SpZfeZE1a7UbzM0OvaD/QLHmuVi+dnhnTu55dZ3Wc2+XcWOTR4di+VQmmQ1dhpETocwiUKfY1jOBQD2OgD2KOtLtbK4lui6rkFX9qKtDSvtlG/DE+x/gn4Ww+8lXw1I0rFSQOZtVgLZBgwPK88w2Fb637dyZPfTOWLVNycEhxFW4DiFo1T6M0ZaXmYGqtr/Ivuhd7+5mC9AKBkgctcjhFv/iV36p7D90vBw7wRGsTASm2VOrcPU84ykE7VRmsgpQehTq42xZi+pcwapw7HAyoCkcILc+oS5Cm5889hbOUSgXontjC2/7+f3z464O1Rw8XyPQTdbJX0YXk/zmFUHK04HhIGOaX04fiIXeato2Ypib1vj8mJFqGKIKxhsutLwcdI6GXHsYg6hfwCDqV39zG8EKBAQrDEamt8Sbb1wX6VQtCgxvzIjBQi+zeRmbSx/kCPn2acys63YRHBJ8VNdGQ4NltDyuFtbiLPQ0r8Bmp2vA9l8GkhjoyHgg2kCorzL7SwxGznAuM4jP9hKPeXOJoBml1dG+a0ZgFHwqVDXGyPYLZiqrsPxejaVrtTBU0C6GJ8d0gXweFNf/uRBe+7lZ/4agxbp9jd1ANlbLM52kY2zioAqwlns3g0sbzA1pMa72FAtC5l50TyvzqNA1WgxjIHP+7IVcnegFH679zbD9TcMcl1ZOXZgpb3+wl10lBszmfOxxVcbTXuxedT+tXGcttq+/q/XxFv/n5SmswTdwX7MTodfpnCF6upxtoRX4oLvsQJLfvffdmWUtW7od8OMwS8O1JfIsVPuj3NaVPc34T9Knnnv++ViKD6OBWH7T5vIAZxnfesOa8p1XXi3nuZFnGjUxexMRtFgWM3j1lCcPp8gMVbqS6XY/Z9hpQ77r/tlKz8rbNqMVBQ4MFMaJy1O+GKtkwz4COgdx0N5N/jHQ3LIJP2ofHxemls8n8mzANGYwkGmbjQ94XfNr1QwiaK+WoiIWFC/SSBJbn80MRArQflfxNBASQqD3p1jzl6krDD3Qfwnm715OfeL0aULaZNu4tRz3xn77298uv/mt34HRO+dC+KJae+vNNzEM+YDN/yvL3XffAQNaSYeATjUqQIAERrIZhGM+0YjMxGsBYVAB8xr/9HO/8q1leo1ZXSVay8m+2PAiOv1s1oN2MH0cffuvpenDZVr7MefrMpo+dORwnmMwDS8hd7CTdHZ081aVZS60k/lOu1EewwwvlXedyWjG67lWYM/DFz3bb04AH4OJ54d9+HeFNq1Xmcy8JK0PNe+Ax59Akz+VcRkeJsUzPjIqQOsxui4DS5JmM/MR1x09d8EDDzNfwFldk5HHKINHB5ius3o28dGDR7IUYpjzmCmeU0vYZ77xxvL8d34YvDsoWjLGLJgtcWfpK/IGYZlh/SR9Eg6sxjEqwhS/AH71Io0QLgJlUn7Yn5a2PQfjL+Q3GN5v98GY82HtkDU3IV+D/rZI+xYDC7j52XZRnMkaNHgClIMTZ5qnT57CeGl9uXnLDcSQIohp5K69vaxEK2P3zU5gVTwtLdBeZ7g45MDhoxhIrSsja1ZzOMW28ntferq8/sHuchLL5UsI72lUxl4YYP+ZpA8qbBX6dOKqQnZWC2zSnjDqpE0Fq+3d3lsbp84LVry170Bg77X3kvwHUZRqWmZC5v4ZjDc3pH7NDV8oB+MZq9bLL1HX5/mieG4uhn6yzgL7ZfS55JWlZJK4WDUGotcoNd/GR1qyK2a0cyto8f66LMCGjdzUUjNuAu0JxK5EF0uDJEgfDteYXK9g62Z2EGQdbWtkx+08jCYdHa7hcIkTbN6veXR58nAuJSSvMSK0UeDzWZfVKGvnzh3l0Uc+x9FoZ/mdzjmxql2c7XpBuviscPfzE64GWwXIv1auxnFGMRChn3CBN9XfuuCuw1HnkUfLv/u4rkfg7VLa77ywwJG4RhTelVnN/yv8dkzvMl3lQR1dfYJr0rfRmf76ebWfa96TnErT9sBqaCbjca1pTFWZI3YutB6DoWhRmfpQlGuMXuM2Kq70te71rYfHfDa/NDwJr3AdkFf4L+zRb7canrqbLeXzPy6wUD/bVCr1O0HWu4sjDsRVo01pTsaVuBk91Lz826w5fQ+jo+4eJCEOxalZpv2N0LnA0D54GicqR14oJbgal0lzcMUy12mxal3KgQahVfqH67KzlLHlvvvLK6+8zYlCq9iHubGcmz1cNnDP8TR7MKO2zKCzqxjwi/ze/uOB8n3NCV0dvC0ocHXwNMZtWA8vLWL3DC11iO7RZdeE5jXHXeExGFoTtTZrIYN4BL0428W2BWfVI37hPcm/0Z04ALMdLC2/9qyYIUoHk0eyKshUGbvdSmf+0zCXSxgpLZkYL3feuRONAiWRpypjDZ7s797GNU6/GGOw6Tq7WervUYnf+d4PyzgGa+MsBazauql89dFHC+eNlL2HjzNDVqhiZczJXW5JlEfFsth1V4UsYY6SHNwqeP22Oq3+vAhmXOiw+04PJKjFcxCd9+CC93n03Mugy8tHw0tDMZRdy+7w2T3iV//0Ezecx2C28649rx9n7pvwzfWxV/TdVeeAA3TQT3Etb3P3kffpSU6hWwhNqVur/FUKySFJIq9VzPbo0iFoB1Lq2UJ63rXB/LThqqtPL2pPdD+TtgvugG5fH/aUiUm0SxgVut3Be1l7RfUSI2ohQAnz2PEjZdkaGA3Ur7Xl6XMny7/+H/7H8vTTT3NqC1ePoWYTJC9nroC1TKpAGGzQjGepxEU6iAcDuB8xBgckldA8qUWXd8pXAF1A7eMtLK7neFqVM0DxUGcVDUetTPyv9OoHXsfbWUbMx48fBygYKj+PZvOGF+srLFSjrvUJlO2yiLM9Xedbi8pyxXK0AK43ETcMxTagvt4H68Ee9axO5w3Qg5FIm3t2qZvXKbZiBrdRLVLsh3r36SxVJH7LXR4Ue84qIBtnsHfwP2EDhBM4u9KAmsEZrd3agnh2DJ1/w1zyxw/8CGvMyggGiWsh8ekgZIjFbFWO0Ry0tIQ3t1C798pPfFizs1OY9gQGUCvZ4rMcbcwFtnrMMECc9dhFuPzaDZvL1tvHy6333A/8l8vJ/bvKvrffKkff34dGZ2UZgmm7nc1r1ZxVZdYDqedc4wF8CJewdzVOfx7EdYP7as+avsYQpxU3dbChr7PwT8sNlv1xyrDOClPHJA4yNcSsR7jWXF3zPn3qdKyMl2Pc5GA+1t+0k4QwRlu571+V/jgDTRoRNJjndNmz7wAHjuC/dE0ZWbEWQX1H+crD95afvr4L1b9Wxpe5zJ12gq9c5oJ3Z86zvHs7j/Qrp4/gJa+qSaLI0Cn+ti0g2oLNhR717JxxenTbPH8GT+l6sL/9DIpctAjrr2t4+qToZtECrxLQ+vuookhXR0SA1qCr3vP+di3qoxdPIVM/6l+JoTLkeYkX+SQ2JvKzM5wryiZ9T8px5pRTnboyeg1IuSMQ9rM/eaZ8+Vd+FYLS5niGW0veL3/0R/81MGFgQlq3OWgkpTGUa4njCKHqOvj5kCC1Vj6MYcme/YfKfk6dOnT4CB3sTMp+4slHyxc//2jGdM6mtawOrsjXd0+MkkkuHeW+T4T0AdSvqzjrNJvVF6npoHevToOe1/g+AQOOoIPJu24tXXkWriNzicqBisKya5ar5qpF6CrWCD1pSHSbRtz51YjEOLqMsrs28Tuz5W7s0sfsQAQj4ebXNeqwDIJqeEd99YPKVIZSc7Q+nt+rMHPmLq4dUDjzghUl73RyosugNM2KOCQdsZJn6lV9MxiKpwzNsvwgbmpPXRIXXHhkl4Kq0klyNGLw64DKW3iEjf/X55LOfKsaWkPANatXI1TXM3DESAYB6yGKVLocP3W2DE+wpDJ1vgxrhYx1/te/9c0yBpN+4UfPlPfeeDf7ML1e7RxanUkMcYbEr2V0jzlABmgRNsd3wY/Btmv00CIOJm+ak/l5mn5+OtMP5js/Tcv/03oKt7QxxOlc3tyl+leApCkvDbh48SzLUGvKzltvIRw6QNA647W95W2mz+Ug8BV5QhanoJmxpWPlJ8+/VIYmVpeRiVVl+52fKb/2xNPlg+PHylFu+9F85DI0PImAVch6K48z4Ny0o9RXoPL06jsHS6HPPKV3g6tfGg7/psmRimsf+GSF7Jw2+rQa41PIV7zF2T+vIf9Wzy7VNaS49igt7yaBQjAmtw8KXGs4/QJ3GroDW4YkYRozK/IyKhrZTk3CyuAaURBHAtLxWlVTnR8PncCodvEQbgWGs8bJKYwFcK0Dm0Nggwj/8s//vHz1q19jJlBvy7jnrrvKa6++mo4AP0aVfCuCsJ7sMo1JfDvJKhl2f5QPzmjOnjlXvv1336UDzLK9iDUVZsPD47PlJ8++UJ54/JEQ++WL58v/+x/+rNx59z0R3D959pmykrWXnTtv43agd7msYCLXkz302QfKnbfdXgEdLKx7b3Xxc6HZzgJJel62h+gSV85eN2+5iXcZvbh3vdAa4QjXT4yK61aOPgs5DwTwgvuwfMvgly0MRpaL2K6NcBXAZFQ/bTGj2PLCBTVYSNfWlq2/n2EYAJ5w86MNVdvpwrzI0LhxrSw+TOfey3HaIzdFkYGzBteRYykqc8IZp18/8up/xN8yxnKmdw0I3CCmqdMq7MLX4ZA8owIjesVlismf1IU3BwtAmAMKxE/ah3Iavo2c7T2+LOAqJOJQgc1hFMyQlrPmunrthjLCOq11cHZovu/tfrk88PkvcfgBt8mgcdl3eE958dU3ypMPP1Ce+sUvly8//eVy+vjJ8v3vfY87k/eX86fPRPXpIQtTzHYDG3m1AVMPHIFI+9S61L5ZQy2/tqDfGYbUAP7WMF6or91f15ibZRlue/qcf/yofn3Xx3ffr761PJq/+TVXywI7KceQFNSC57RBz7O9SEMkiZqPwdIYglZn3xRW97QOzVwon/nMXaj5z6PR4cxiBpq5vlODM35DCl0FNG0m7Um9KKDLd7/7An5rGQxNlKWr15d777oNa+Ut5dlXXmbww+DJ6+8YBClk64BRNbHCVnVy3TvrnmMZ6YwH7dBPdKE5OpIDyUp/VMA+wy/6HT4H6S6Jen+6BmoN1fM3YxvDX3VdzHzMDWkx+s/57WpIo7M68ern20/1yb1VGvh4+aXNrwFM66X7sDKl5kb/ie+3L7hRDyjX9Ruqjtji23pFx9AScd6fwEBk2tx+13MmrXl0UBoy8JqISSTB1DZfyoxQM/kVXNx+ltF5cyZr+UnYryJU1zILM87QyEzueH344QfDFC85mheQECmMTCBcS04m/Y6tYHFt+K677yrH/7f/g3OT12B6f7Bs47BwZ8JHDx9gMqFqld0WdCwFwykY2Ad7PihLVywvW7ds5XL3PVgk3lcO7NuHwcTWXOrsPbU5DrIBv8izCd0+3heJ2Hm3+PkEGaNs92AFJ5+2GIqr1Nt41Ujn6vnNDTV91ziiDtzUL9uGzswBIOLf9Y1qfeyI2zYxXhW0XkadNMQX/4o+Dx9xjcnbWFoD5r5iPtuap3EtoxFx2o5wZ9X1SjjLt04V4mEGGVpnOthoIDu71NmmZBRCrPQSn8BjvmZhXukMwDYgV8PEorpLTmZRC2xw6Z33Lv/0G/Ex61i1xu2SfoSH7ehdsqiIwZMaibVrVrHmxzm55mJV+DcDgz539FBZy8EHp5mx3rj5lrL3nTfLa2+/U+7evr2MQcdLVy4vv/KNb6Q1Xn31lfLCM8+Vo0ePZOuIqmgFrssuwQOZN+bhd5pHfCwAefAIHPxPEw7Sq349RwNFZd3z6L+Yh66V6XvatMsgbTIv3DhXc4PtMifjqyUiTG2IlvUOIjwEpNocSMzTMVI6d+4UffsGLnpYgXbNAaiDvKrNcvuOA3iPxMy5xrSdWi1lo7xo/0EMoOBLY6y333b/neVLn3+wHDt8gjOSuQKPs9qnOIziMucae19tBCsCtvYnxKWqYtoggz9gUahezQWnAw0mDuPmNErLYUHPFrjg0xT+zLZlvWDEfwSejT6tyiCNftyqib/WLqPDQ3Xm15BZ2VGH3Bg7EVtmQipvVdRFdSoj4ldnUhAc//zr/Mo8mjrZSjTx5shfZlaZpgzZEDImTjobayBjEL+GIa0jOWbLcXI1WlSiziZOnj5Z1TeeosMIMapd86cjyTwcvfvvEiNJ+bDq6JTF38ZE5RzTOVtUldHl8s1vfjMzpT9nxnyZg72PHj3OlWPrYOpj5d577i13Y5Ty4AMP5jos87IzKBDuv/Pu4MKDwC+gttY4qFcG5TVk83qFu1pYP7Kt469zcDtxOTiPMx8bNo7RrwQzkKKFLPqcQg15GWavkDYf1zPp7xGW5p38ZVLgqTJbWpnRvXjWYrKdNS1ZqGaLcQkZOXKfcjQOrtV2qOrODGEOdVewFJgyffOI46Xh0ac0YZ3N2/c2QzNMSnKWglmYLZN8WvtYocThmbpQD42CLMs/9VGfteBusMKH6Ro4jX71U3UohqVnBwSNXk3fa5eWUM9FnGWPkdc4P624l2NAs2b12nIaTYtjRcY4ZZzr8I7u3V8++7nHCocZl0t8r9q4peze+25ZtXRVuWvTpgwahWGamcud995T7vvsZ8pJZrkvvfB8eePV12Kd7GDxEtauDkZpFHAGgP5PP+SFWZTOphFPsTaMR9eD582KjBJ6oVxQ/zNz4r+5Qbw3v8Weghi6Bt4lGKBJR+FABlBhVe/LMci84w4MoAgbwm+EmWsdgsgnUTWjbfOkrhEGusPwHi29xxlcf+cv/xJ/+BdXfq7fdnN58DO3lW0YIz776rtou7AyxvBpWkMoeBUf9C1wjXCVxWrUGFU/tISqBFqqAnfYfgPO68UB0mv9ZcuIcbrvEHCrdJf2atqUFrVr1fb5sZ7yhNDMx8rlZ5f4I8EaXiXN1YnN9UDZOxmqkW4j4votM7Ej0ufSmpXZzSlIK2PDksA//vSD3UTVYnAVPDHUUQDCVBS25mvMrHm5JjY+zOx0fTl57EhG9x6yPd/J0JcsnSjvvPMu6p3PMLKE6Vok5cr0xrzWji+ZdgQs67+WIZOsAt641XmDyiXUwjdv3VwOnThRXn/ttfLGG29krWwIgfL222+XrZseJfJweeRzj9AhhnKfreofO6KGQlA74ZToA4brS8MhH9ftGgNJXlYIZFm/FEeFM8ChU8VjkPEQVYMYcRo8CNc1ODfYe3G4eNIyVkKk/4fXKtB61ymSn3kLj5atzsZ8N1z1rmV6PZiCSNhHZ2FQQbytwGtQJmOuI/ZWT8Osm1k356sjfNdmFWbm134R4AKIc/3Wjm5e4sicwRQe5JcY5tsJ4+6bOUP3VtP1ProXZ6wOCAaBkn6dgTq46g0S5ye8jm/x60BwJVvbVjIzda32NGrf1AfG6+EGl9jGc2jP3rKBoxr3nD5flq/CGPDGbeUHL/y0bPnSUxgALinDDJRSb2qtdatW549/8cnyxBeeLAc56OWF518ou3ftirHVLFfuTXHO7qSGVE1F2ZB1lTr0sXaVSJ9w0CCNfJyszccB5QizUpenMliC0KUNt9l4EtPdqHvd1+zyiUtOto1CawwtQ9NiaDg1TB7ZzsOA7d1d73JQBYaSWIyPrFrJ2uzt5Rcfeqi8s+sA23nOsObLMYvg+bK4xmhtRktjBG1UwQ76+Eln4ta/DpJ19kV9rtYsQB8i7+MIn9rVksc/9T/BIHgUh7bzp+3SDguUgxiqwrS1Zpio0ASmygwjMJXmME3nO7DPEJ/RMqtgZBdmHCbk6SrsLSNnCTQMDiYpk4o1a2Z7tdJeBuA2lCZoh2aXlDNrUeHCqEdRz0xy84ViE/aZfBSosksNnP7mb/6qPMAalVssdBWJvMuQE8vIwi/pVsrN+ceJ29XZBiDaPffcVd7+D/+xPPcj9ikSdSmGRCuWLylvvvFq+TJGUaae9uoqcUKWwiZUXbZ4NmcEhBQ/XTpB3uqfOiAY8DBOBW2Op43VZgjJI0WpCag9aBb4jKPlpM44dlqPg4sBmCpCgrI/mVG2TKVtwWkF1evkqE4FFbRxQAKFWoYjc0cplqGwycjftvSicY2s+Jd2JzPPflUYTmJE4nYfxFOK0HAq24U6gTqsACS/yzKV5ijbdsM78OsdQu3CDRPPgAKgjPp9Ic0IlfP9cgREhxPgs0EUgtYtXw2JXX5iq6sultK1+fIdOq2RQq+NU83rMH4KUdqdMlSDZ/ATmm4593Ha9+kA4FGh7T+THbjRil3NyXKuvluNoB06sI+MaHORQz01mjl6CPXxxk1lOWrzZZyde5HjSIdZbvnf/+2/K//i936rIArYiuVs326ApkEVJECwol3WY43/i7/8VZg8mppDh8vfffc75eiBw2UZ3wqZE1ixK3AjWBwg6wDWOtg/HRjZfqmT+QsWYa29es+u0j6kwa4ljNkNiHnFmb7mYP6+43jq3cvLisxzg2Hm73WWi7qBGbh0Lt/QjY0zM5WWpHfKcKbvntmVq1aULVu3lHF4l+W4pU38uY6rkB1mtqoNxyiDGo9ftE3s689xp6ztsJSB0oZtm8tXHnmkjIGv988cK+cuqy5GbXz5AuVznSGz2aRzkEh6rY+bdXFoiTa3L6NqC76FcYh2jNCVnkmXwRTwRc2MXx8npGsoEznNUQlRKZr1Dq/046rO9AN5zIurBlFXpzHEJL+WZa/o1o/mpW2fwx1v8DswhQACJYOY2laW8FFdHQTPTWVNgrc2K8VDmuj15znRCbBCvbK71CJRN0BX+e5osNZBuopv+o1aER2q41qRGqlWOEH5g0D1KZGhYlb1Vydt+is4HeEze8FCUoYcSzyErYLW81nttHZSrXvzTo/Cu/OTlztrkJVKTABD/760YR2EzTot6uMLnlhk3YShPXm103/v+98r/82S/zaMDq/rdsL90GfvLzu2bcsl8W7vsV7Cb6Eyn8xcA0C/GMFJW/CsTKMfttCbnSiCogsMvsnE2ZhhztgsS2YgHlWPa/DTqNc+domZjaNfNQLnzp3NHlYHM6e49SWWvOlFlfSTP1VYBeNeP74unbG18Xz47KjOTN2b6UjdC8htEOkqHVRU4HI7DHiwmNq5wQ8ahoswKo03ZAq2vXDnWDnayTLT9qbnJ7HHD/rJrJf6O0vEs+bZiNkCKdeyxhy0ER7HI8ZPfEvDosicw5zqWw9mha7OtMIbxhQPac+Zac3XWMmfeDUFcMrscI2J1Y+UZGmpjLABQZkhr4XO0U2aa/wjHbrnezk3Tq1dt4Z3rI4drIDTMGDgv4TacR8CeOuOneXomdNZYlnFpfEXWRv81//z/1p+9atfLjs4HMEtb7qA5wuVMn86HgOuUjZt2Vx++3d+J7PZl57/KQPKN9gut5obak5hdX8KHu+gOslMPceZZ8NRAvAIjuZ4zknysT/Mv9f+15mbOFRF66CzWeeblVozt8uNgJgHHrifdVsGmRgoqe2St9EhoqGZZVlrFEHrOq0HVAjTBFsRf/jss9An7TY6UcbXcjjFvbeXR+69rTz/0uvl4oWz/M7XvbOU4xnFuQIPODxi0dk1jQw+5TP09+6nGll4Gw3yUnEsDfvPJz/+8J8+1rVB/Bp+bKh/4m4OPkKfnwaRzs3TMhei1dFlGiDJYPKrglGmIROyb+pglYTzZBoQYdvNYGV4Mkuf/E9nVgBHRWwqw3x2+de+7nftrJaZd2F1LYKPm25Yx57CsbICuI4MHYOYHNUHCOmK+PxBIJ04doRRAnfSdqMH4dT1hN6c+ncVAZY5zvxglGtWLCtr2FqkyznKjhLl4gJMfVQzBkThWMDpbTip/JOBgHV2XVIVp7N7G+AiHdrbVlwj0yDiJKNovzds2EiHvIAxFVdlUdoFDxonw0k6ovuLFbI3bLwBY6zT2brRDkrwZBpyBkQ1CrMwkbrOFyESiFg/og0sWzSJhUYEVUhUP2vnmrp7A89hOMMQn5g4GIqzHY3GdLluMLipzN9B0jhrrjKw1J0SlgkLeU1TZ/fXukexroVVDKW5CE9+MJDA033XGAmq4SIW2DVeGcHozSPybF9x43psZUSdEMXf9FWtS71oN4m2llTzHFLKDLjBjhhVdvKocVpY/Htp5qb3S/gVhs1yuReVF/GdKgx6LvBuXxth1qIGQhXycuwUVjBAOs56LMhlFspvvDLp89DAkSMHykaWOy4d5uADcHNpmMNeVt9Q/urvvl9WP/NsufvOO8vtO3dy2hRCAYSJCjBWS7Ys2k3NwxK2pn3uycfLk08/VQ4fPFj+7u++zcz2RFT1hw8cLOdPaYELnp3gBpdkBJzV0Xd5sS3EgVF0LbThL/ix437Cbpg9/Iu7ueVVIcs2P4UsglJDQmeyWs5Oz2BzAB1u335LWbOKW3bMlIG2+2a9A3iIAY/nT7tW69KIfcsr8JypHzt+hq2FB8tyDNg4jq5sZpDzG194quw7crqc5HKIyxexe5hkJuulAQxIFbSmlCe4tUeBrotdSfgcuBZX/Poo6zO49GPhpk0SR7rzHWdYw3k85v1JP5vvNxdN80L7n7bxP0TXrOgXmuF2E80rqtWTH4SAUf6ll/Pls1F3l2yONsXw9Ii0Qwa2iVaRPLp2HWoqOkoThiMQUb4Np0MqKINn3s0nHVcCtLPawei4PNKZs1bGuzPA/GNWGEUuEWoZ+CazqlAyvmmDEMr1wIgVS9dyaASjQwhc5iBCzIMaJ25g54/M9/33Piibt241aJ670mduBIEww0rEQz01RUVuGgZJZGcYopNJwKYQ2eIpRkPALrNvM1CF5wWE5SSdKpaNqoQIP4y6b936unH9ueeeq1dqUTfXMcXJihVj5dDRw8S1TpMcq+deYo0qNNawLapafhx11Q1LN8IYaGxUxhoVqWoUKa4pBUDqk3XSrvoRAKpqRTL/VZ0Hl9Zev875JiyqsE7DyMWtZTNCoC6+1wMrnOl7Ms6o7U98twU50GqC1plCtAGEjVsuLqCIakGAVsL0wE1TQ4ZxEc8tPzKcStqVXirea2VGYKwO6ADdut25AABAAElEQVQmeK/pK7N1QCc89dcKrW3ZZ1iU0X2krmFMHYwUEQMU/KoWZpCJ9/Fk2w+69lnptw6mzLu5mnv7qs+F/BICbsbBs7N3LdfXo9k5fPRo1Joj4yyhTI6UsWmukeQEr6NHDrJ9hIvhl7KnFryt2bSxrEGoXj59vFw4fpTbYV4uP/j+j8q9995dPnPfPZyjzFnU5K+FK6hKH/S8ZP95gcQk9L/2hg3lN3/ntzI7ep6r3V5+4cWsKV5k4HXq5GkGYGcgIfsteAbgxqjagG1uvWxw203E1np/3L99rF4tp1ZuP470Jj0PQ88KWnGcNqIb2W7nzp+hHw2V7Tu2QLv08/AzaM1ZK0tEw9K0fY2zjMf4aYsgf/CwnhdffKlMMCEYRgu2Ycd2tvvtLHeuX1O+/9qbHGN8mR9CFp4wS/mXXQZTsNPHtcTP8bARlGotur20wZeYlN/QOg137QUkiNZGY73BHeHNr1/zK9/MRjymj0V6tgKujPuz9hES4aIiefP147suLweZ5GeWDU+GxDVhSbmNloP7DlM1VYvcnjV1L4/EbV8+LYlfbawkGl21kiPfIhgro8psljiR7Fba/wJBnKjiFLb68dQvo2PD2zdhYVbm0QFvutFOgDdQa77mQwIIcAhjKIWAzPDGGzeVw8cOp3OoTonFagd30pNkCWqcv/qr/6/8wR/8QWacvXxFagd39SPyFU6/PnHKbJwBuTdYC1C3WriOMgUTu3iGvXR0vkkMR9auXVve2f1e2X/gADDeWM4glM5h6LBj+47ywQdcXcb7Ck72cQan0Ni6dUtZjupIp9r3rrvuTp005lKdPk1HE1eqTodZ/3Q2m97l7B5sNKfw9CQihZEzSCqYaHjh6qBFAey+u/PTdGyYaI2QqDn7WXzHdYML1BMmDS3Y52xvhb/7OcfHZ+oBGBweogZDp2C3XPP1IAfb3k/HeGNjnZAkLOpu/GZd0+Y7Aox6Glfm5Ulaqusc1ZNLVeNJAzjbILTjjML2sB07FxokfaZQziqyPm1bd2VYhOlJU8tlEOQaZQWffDuYyc9czZrYoECmhiNP4Qk9JryW3W8FPMmry84U5FFn5M7nwUbyNN/BNObiz6YSz60z8znXkdClBdXHHnyymlt5cjAJKeuSAoMTt1BxgcDozHg5ypayVcyk/vD3f7vs23ewfPD+/rJvvycWLWeLyUnWHE+W17iz9qVXXi+bbliPFex9Zevmm0I/0niWcIDAdXSGlGlHhaj4+OyDny2PPvpI2b9nf3nmmZ+UYwwWNeA5SZ6nMBrMFjoq5AAHxKYe1jHOilrJIKqrMFK5tsMg9rr41/joHSnZNahwznGNrvFvgwAx7xYze5MH2Yxywpl93H8uNVxCW6NR0h1338bauEsYpLAd6Bs5KlN6QzAP0yYQatrHWbBrtrvf21cuIEzHOVFtxTqu0Fu2sfzzrz5Vdu3dFeOnSXjDRXY8QPB0ftqOsmxHhax9RO2Qa+gixjXYNjPF0xFhRzDWsda0DQSlbaten4SZ3lgdXubgZOCjhZt1a+daSK3zQNSB19q2Ax6f6Gt4SJcj2Ei9Kkw9avpY5VX+YV78gjcqb/v6j6cDlYYXPhPNP7WPAk/AkEd0rtFYE85mlyCXscxVfNXYtkoNq2lHV7qXDAYlmxkmI2esuqDY0s2An40T5zdxQpAgB/6EU2CYnqfMDp8IWZ6msvuady8L/PxIHgjYBpBpVNls3LCW2zKwDISgpziurNW0EZWp7Sjf+fa3yx/+4X+FUNM6ueXSQ4vRqpPD9cJ5b1FtXJx83rz/9E//TEjLxk03MFO9zIj1ufL440/kwPeXX3qpfOtb3yonWRu76aabMpPz9Jitq7dlpHz3PVWIOqtzRrsUYTqDqkjDFnE0Roddy1qpczYZgULWOtb2Fzc2DBHpjBcRyk3QuvdRAaiF41ksGB19a1GqOtc87KDL2JJAciwbGUGDi9pa5BeB6Mx7pqxDcyHJWOPafRreaVlQ5gzX/cJrONrS+Ao8cTHL/hKtfhXiUwhPw2QEzuQ1xlI4xCKZPNxL6+DEcNeiYgDXMWJnviOcQ6Ygc8Y+Pgvzokw1F43YbZcmYKWNipM0Uf4knv443ysMinqjSpfQHvknrXHET0J950XL9kqwqV/VxtT8jGYL1P8Khpayy4CHfv0c/Tas9oV+rKu/hRQXiSLOnXEtRb3p2voEuDkPgx5ixjMtbmHcM2gRZoY5l5p/J1lqeG1yuNwIPX7l81jFg/N3Pthbdr2/O5dsLIVezjMbPXbqZPnTv/4u+Y6X22+/tdx/371lpRay4MOjNa1X0yyk/rSp6+6rmZ39yq9/g1nZ+bJr9+7yKjPlE8dXxHJWq+gcA4rQkKjkD+K94q3hTqTrxHH7+d38fb8+J23rZJZXus6Ph/A48JWXxEZC+oEuJsGVyzWuaW9hACJ96qyDfdXjXT2YYgScDbsViLZAj4wAHi6nOdTihdde4UL3lWWcE71Wb7ypfOnpL2IdfrHsP4qAJd+LnATl7T+zDCqdsYZHAUsuDoA/ZDsPT/+pxlbw1p4ZoNO+DZfRmAS6n48/rX+lTRdC/98zmBVvDQhxm54dvhdycWJHO6vhg7vRpkzyiBPJhb88KgN26KTnbCNJLm3FQEwyIp4CVR5QRWwtx28yxZ9fl8XoWtQeQRzxs/4aQQsgEgXDXsPsRCYTyPotc8HDYnrpADOzELIXWNMZ359pAepKp5+Q1I5Xyy9lB+tPP6Gzb1y/oby/Z6+lJGng9I0kF1nHfG/X7nQK70S9umtlt+f82MAKfF/84lNlL9sgbsYwajkq3Ps/e1/qpEDzVqHDR45gMPFA7bx0uOzbDAeveCGT5GOndT+tBkEKIauuStZLoc+ycf0Mhw7Yhln7pEG0evS6uXOEeWCBTNV9lI58HV0vYZZ5403MoBHyExNjlFuxZqvIcMWxm+/HtcDmw/19bk2ICh+YtJJWQIrfHg7noUDMOODyzt/TZ84ktDPTSH1dF5Zgxb20wX/qwHCA+llfmZNuGKYiTM6aciwk/pZp+0ddLcEkPRng7BTObjOiJ6itiervv+akLfPjkbwsM2p00iR/6Y26+u5TN0rylkdy67JTwCYudJV/pGmd0+9B1+AZ9Jv/Pj/N/PBr/bafqd1wsLYazcj6dRzH+P77ZZIBGVish04QRuvCHqgDguDgoQPlEAZMu/Z+UDYw8LsFofHwPTuz1v7jZ19h68l75Tgq6JMcLXr21Iny8hu7yosvv1k2bVhfnnzswcx2pc+RqE3BJX1RtmEzqWq1/qpOb7/zjvyczb795lvlxz/+cVl/48Zy/sQZ9uueKBfPsQ4ZepUq+66i3EazrT++gO3n3NqpTyP9sEpX0qjOw038NTrxmMXz9LVxBi237tieAUjlPUIO/M5kXfbCBsK1WYWsS0hDOXNgtrz57rueeVpG6bMjHK6zadv28uR9t5Zdu94tZ+BLqtk1dJppQtZBEoJdl4MpHJwwSA3NAWTTRuHRG8hmKcWObnt0FfGZfmz/B5dZPoGRWM0WxzIWctb9k3M1r+TZwfbJ5X3tOcmH7Ht9DUZNO8xg3/bM4CU8j4EkINvnx+z7MBFZRHbByJ+xcWC8SZqqoVX7aly1u5Uian3dg92VUAUtoRG48HD7iZOhKQZPTgKNahtmckJ7j66gE9FMIUIlozfyZH5L6810QtfZrjnKCMLISSFQCqfMCkxvcxtco+TZQZWHFdNR754TUUlkwji+WS/ayoxyGQS+DgOD99PxA0EXo8aVcXuXqmss3nJyRYFdjnlkyt8BJqQpt5VdIyo0VY/eecftYeiS7wqsCt0yc+Lw4XLrztvKsSNHQaSzuxk6FEeqMdM7i/XvNgTzUYTwPgxKmtCwQ7jWpqHTAY7Fu4Tg3bTpRlTLKzhRan9mjml4mOVSRsziYRXX/GnwswoL0GWMlFU/Wy/BlfluhonGsEhpYwqRTZjr6iNQih3WBm/Cw3DXXXXm4Wjc+PqkLXnvoV4/88Op3rV9bVWZsLfLLGF9yvwiVGx73/MkJ8qWDpZwsIm4EZfiOIMryyXPzC5pfAcP4nCOI65w95iFMJKPLjNUM2AmOj2Mqm4CJigUMkNgiyEJQAa2Dn7TCWfN0y/KN09xA8yVBm1hPM0bbPSdHjU//ahpP6h7M4YdLJnyEFI/xVW8/YPLO88U4Xd7MXABBxYYsDir5RJxfqvZbjLK6UTuw3QJxZuUxqF1r85TWzA9xfuoByBg2To5gbHcyXIQWl3FbNUr9x5/8pHy1OMPlBdefqe89ta75f1972e5Q7XywWMny7/5d/+eAy+Gy2PsEb8HjYwaiSUIFGnJHqfRTwZtCH/bRm2FpyLdy92qDz78UHmfQcD3v/+DMrxioqzmqML9+/aXUwh9+4wDBknPPadx0gP5VWz57CNjMQEc+iaP4K3Dac1M/Ff6aM8gO4E1ololi9AK3kFg1RDZN2bQCHEe9MxxDMbuLstWcHkDeNW2QHpwaUaGOjrGNh51yRjQacwIIQLICAflnCsfHDhWJtjHPMalATdtubn82he+AF7PlCPHsW/ARkMhO8Vs1q07Q1mPhd6tPz+Nr0KHvAcDPENHedgHhLHzqzGCMwfm4qGvGJQf890hZL6w6bx7j0Haq/YNoqemDi/oxSTPlmkou5Y7EFzrkrYEoKu4wTIXiuZsvjnjdj0SLz7EN27+UY+JB4CXodVRkLGEX2ajwEPXzuBJOxINQ8fR/o3ThkvYguh59/YrNVoKXetoi1uW2wXRXaQ8aUFBG4mDf2jQENuL/G2HvJBBw58tppCl9ZJHohOR7pJ0wjy6fKlYrYwljZWOQVLTWJDZ8Z7Zab8FwkRlZnZ4ibc6hXR777x6hfeBMKSpfqxoz0lFcDDV2RsxBjkD0apa9Bzi1vY1tphSIFwuf/23f1N+4atfJYuWT4vZy7V7MdywFm8gHC9D3FbkfkLXnrQA1uJ2L0Ly3LlzMK4b2FL0/bLj1lvLAWa9y9l+pDBQ4GzmYud9+iFEvdDAmYAWwSuZlTgTlul42lX2mYKvDRs3ZoTbVK5VbUWzoz5yFKRToNrIVfgwm2FErFFSQ0RqSeNGcNGZp+jA1kyDjayHp11oN/IIj+ApvI7SggH++JyLrdmceiWhOgiQoFwmqELSthEyiI3XJpTttOJJQqxUqKFsvx4RuJQZxzMGUWEmzY+6Zv0MIW0enTOeeMtADm+FdojePMyPuI5M6zqLMPXprtXJ/PJrefJsoNTKW56x++X2v1suXeJFHoGZqLV88EUvHsxtkWQLelsve5P19vpBB2UuG0xyYtHssOpjVJAdExcvM8SbYh/s7CVmbONoBbBQP8sgaRLBfJzbZ3bt2VNWsYa4c/v2ch9n9+4/eLj8GIO83e8xy+UCjQtnR8ulsyfK3/3gR+Uv/vqvy2dRKT/55BMc6YiABUItoEdRCzD2jiDy28HaNFoLbRM2YUvx69/8jbTD8z98BhXreNnIjE7Vqcc/XvKWmqyl0w62WxhMw+u1YYlUV8Gn+S6ASjzTN+FlzerdWGLXA2rcf7x9x+ay7ZZNVExhbCZuTZNBL+GNNqAPDyF0NYayDNvGbYzPPPMig41VaJFZC2ct/YF7PlNuvnFNeea5F8t56n0JWw6Pu8z+WPpstrnRbqqH1WAJVwYW0qY0K0PmWashTvAX2Pz1rdE17wOVDR3j1apfa5CE1/SnlrFY1A/LrUt99UwWy3xhf/BRK1MzbVm3+pnI9wrZTFnG4UbLx4fKenaMrEerID/yzHn5lTNV2dcYWhrPD4AVhp4VrOItS59Ba4dbClPQWqa2Mw7G7QHGc2QjPVTU2yugrYF2wCPOVlMIt6DGe8xUmN173blKtGlAfBxJyGDN2kavRk/56P4IFiHMQCOUJYi8kCZBZt93YY6Wimv9zehzY+khHNNRab2//0A6yjSqHl3Noz5l8Fbm23/77fKLX/ta3hPpOv+IqAmY267du8sqDFGcRaxDdSczUehowPPEE09EjXTrrTsqk5c4dFTi3nvvVfoExsbcPQ3GtBs2bsiMJKpghFBU7MSdZC02wpYsLtH5Nc7wGD7TK9zPsA6m0A7+YaoW54zBY+LWoCb0lCxxkts/yE+hMzwNiTDrUKCawLxsfUfRzlTS8AkT8Pmuwi+z9xQbEsAoGYEzO3ADeX+2qhFTtf51ndRM0zaiI8XWcq27zMunv1h05tm1euLTKYDH8ObaiNs8K/zQDOvD5h11OMLHEaSzPNfBHZygZ0jdHCQphAZdSiOv4KproxZuuxOSz9ShC6htKBMUyOYcpdIvOvBBSAL8nq1En4GnaSvsMFA67bU6+4Mz6Bw0wojck6JWMDs9ryqfPTYzCNFymdnZRUfvjMDBrR2U1mWwQxuNIdickY3Rdhr+gAtx88rrr5ZlKJ93co73b9NXTpDPj157qbz5ysvlOML4HEsSQ9DdC2+gEv7pT9lit6k88dhj5fZtt5Av5yhjbyCdSr9RWYIzUSzu2oDw0S8+UR598vOcQHWg/PCHPyxrb9qEevZsOXLoGCe9HScfj+6sdesLj2vDzGC79N47tErKzYVW+BAu3zPghcElCo00Rb3Pnj1FPx8rW7ZsJXwp7eVMptLGGAMVbUTGUQvPONDF4DIXCBBHVf0bb74ZPI/A3GdYctu64+bydTQG7zOAucAMy0H2LH14lrrOcgKUVt7aTGRdFjqKQOWZ7TnQrkcs5rq+9FEBhwA6egv9+U1dZJj2SetlZZqWisCe6+Gl52N2FQ96NRofCP65e5X+Uz8eXXeaA2MNZs8/I791q1lOW7203IBF/fIlQ/BNd0YwKOJ4lkoHTvrsHsiuoK0NZmqfrfgyNEUidip+lT3Kvmi+mqANkcF/mczo3AmykJMPWAeffScUmSXXgm1Qi630W2dqfqTCNm4Kn5NDzcvMHZnpkP4NWfl2rt1zdaYmENU3te+FDr7MYFl52223lB+/8HJZxuz2ogZRzVkA5cAvnXDl1h5njW46jxNz1+kUdI89xklQEGgECHm5Xc8Bh1Avg+nZWRzjpIVk2r6KAxpDxh/XEbiz/VOnT0WwemKTzEbjKDts7eCk45/rwcex5nQN0p+GKaprNciKgKSjuwarKto2FydaB3saTTQKwOfgRbgVQMZx9uN1aRolydgUZmvYUK+wW9zR/sDsoOII63pSQ0Z/wOiGfp0E6IEIwu9MQKHWtvQ0pisuhEU1jbA4mxGDeMbfV4WpyAvM4C3rrUErfo3ZJCI4Na6YIh+VHhNhjs5EHHkq8BlcdEJPgW2ezdUOJdyk7YRsDe/Dgqi2psDYCW/ymgGhfluebnAG3+9IlkMc/kkXPMoIsGSQk1Qf/Y94nWDZZAkDGZcUNrI17NDBA2HW3jd7iU5uN5+iY86yH9Q+kKMB8betXbq4xM8Bh+2kZewkdDOJYHiJs5FHjrE0wZLIU/fdV5568GHWG98sL734YnGr3Cm0OecQ6sdYv/y3/8+foA4eLQ8/8iAz3c+gmUEoUZZr9fXYU/AjSdi+/IPiAsvaTevKN/7Zr7PVbZIjTV8vS/fuLTdhuX+Gc8OPc/byOfqpg5eqqPtw/GRQTrSFGO9CqR0I2ddkuqrfo/Xo6MFzz92yd+vOnVGtO1hsmjXxnlO1yFR6zUyWChtHWwWPeX9v9x6Wdrj0YdnqsmLr5vLE5z/HcglXZB47iOr+AoNTLf450xg+ooX4DO2VbTzEydoscEh71h9uUem8o9vQZJ9sF6ragn4NPwsG/mPzBHca761mqeJGLn24YSVLFhNoQJd7wJEGa2rFNK50QAgywbN043tEKt9ekJI+q7+02/HD2gy0DzRufw5h83Bngby/y6GGEMmmMlbP4eG35bmLBSaQOLa0IdjJmKRzAELrQ3z8OqYkg8mJQHbsjiha9PZ0a07PdaXnaLRIXUP64W0mmryIO1B6lwVxYdA3MSLWitmTmo5jOVlj1kqbR+DieYx9g866Pq4Tua4HurbjLECG7Qh+HGaVA+gRMDJT/RVgp7Ho1MBJoXDixPHymfvv532mPPf887WDE8/Oax7+FEJu8Xn00c+l81sv/RWsqpK19lVgyRjs3Aop19mCH+qpoHB26KDCjupeXm8A4X8IKfFo3BMIbK2QL6ButHM74/MoOU9+EucxaAqyuoaahzjTOBNYjTpmBliakYhrHtWYSbJRyDqr6udhU/eamzwVnAowt+G45iueQvyEiUNnSKrDxYH+/vRTjcwX5Sr6yBO/nrDEx29dBJ+9QpxJmxpUJYQ0SoS4SneW7fCICpFXxVeNTDzKtaAMnoCLqDjTh70SJDQ1mkwt/SLfQse37WKmOme7w3Rk2vpaXYO0F9++ByJVHzuwWs16vevjl1HJLmGANYV25zJai9EMoICMatmm06iWhxSw9IWRS3W/p/RyHoOfYS4ivzh9CZUwzGhynNtkznI3wQk0Nysze/293//9cuDgofLMs1xA8PKr5cjhQ7kGbpoB7g9+/EL58Xd/XDZv2lA+/9TDHFF4cxmf8tJzrHFtK2D1Jwbyky7AxzIY30MI6UdYyz12mL297MtdzczWwcKpk8fKsaPHcoh/Znm0gXSvSx6kD03Ep/6ZL1A66qCs2sbGsp0daJiXmqEsteDv2qh71F0/XYcl9bZtW6M1gIrTutLdGFvZZtACTKGSnGF/spbxS9AOeNTgCAOO5156CYpg+xQ3d40z6NixdUv56l13lJ+++TaC9SK0zKAYIX4p++h5p308bjE0QR+YcWmHvqj2YchZE2BHSxSeKg3akLYlYT2C86XiotXPPhxa1QPX8F6/TE978Ov1GWkz+ZrXPFcLIr65DLr23bVJo+/BKJ/SuyDNr5Nt78/WGofHLYWmJ2izcfgP4z5lWtrca1MDKm0GCohdaaMKW/ANz5xm5pQ48CcLCm/gmfWRwZKpujh09tpgouWIqHYh3a6HgWBJ9KZQeTivwjDAHwG3Q6YRA5HpKUDkV6hhLpWsK+B9wjZmnGkHnA0tm+070gijrmO4rSPNS0qRzm7QwbO9YQUqmrXMAPcdOIQfBEiNe8YPXYYehv8eRhk3cti6BAXmUsz1/hG5GnW4Buu6q0LBgyg8gUdjpEMwJFVLpxmZawRkxbQQPYDKbMuWLbk+T6GamQkqNxvXdR+NLKISJf97770ns8YqrDRqmS7LOONZnCjoFDJ1rZZ2sEr8nGErqHUeIqHRlIJeFbOdzzJU8WWNGCa4FGGbNU7yykULIZra1slkkT/OhJZ28LsWYUtKjM5seauECZzOGqy78MrcWCRO/RxsCK9wT9NeClOtwiNcgcUzZoV9hH3DjkBlcjV/BzoKzQqjzDJ0F7qpAlKQYeMpx3eFbR24OTiyfMqW2HHBXMeEO6/Mvu0FXZYpN5GJkFSNdoxDzw6Ndp0lnY2E0ke6huF8m7JXpvBYf/JrjC75X8OflodRrddS1juXY6W+nDbVIv0gg80p1JqOlqcuM4ATLgYabjHwdqRpDDi0NPeowDJKeyCMp8FtQcjOelsMAnp68jyDkGo/MIPQnkYoXGD2eoD+tZJDT37nl3+lnOCCgu+98EJ57bmfloO73i8XJ9iucuZkOczA8t/8X38SuwO3sj31hSdhctgMdCQ1oZEasMhCKivir7BCH6vRpHzt619NVC/teOG558ua9euzlnsC4XsOQyLXdUFc2i2DqA5ntTUrPX0YGkMD4N/jWzVsTFvZ+Aiv81j6e6XmXXfeDl0BKnSYmav0qHqZQcMIA5pZaHMMIT3OMlIiUqg7BY6eQDO1lMsGEMIrN68tv//00xg/nipHmMXWywIu0T81SuOiBoSu/cPljgwk4V3Cpgt9yAMRylmjjWelIdD1kV2lQerTEPWRc/iHk0C6sF21dXEvs3yYT36jaICW4Geb22wiw19fFkgG09Oeb4Bcks5oD/lT+JZdSa1D6K+mzDJceBE8qUNRk5WhcdIo/HU93mCRxK5tIpHVd305jCmhyawyLb2rk82mWB8ZcfUB76LkUXOoPmFO1ipRW0hN534lKxlmLDRzHIyy88oIa+hy2bB+XTlxGiZBZp6la5XNWufowm7pLNRN9b/x698Mompo/6/RGxRXV1cRC1yoCj14aD8zibWxFPYACoXuBKNSG9Pr8mKVSAt7nJuqITu0sweft9xyC51pcJABrACtOthOaLzMLIErs1IaXsOrdevW5UjGC+xZ9ALwY8eP5aAJjTlOsA9yEhWgNV7KTNjtQMZ3Nixx6RTazoQ9UtN31aoOjxRMMpY2mxW3MhkaIekW+iMzcIR+gf26nm5jmzpwkmmomgNRMFEs+WBKDoqcsXqIhR1B4aiwVG2n1abwL4+/bUWYApRvBXqvMecB0RM60grNwt/gNAZh4NGZXs6hDSRmQzjtENqTu1vn0JJ/FHr4VI88rZ+DmUGXtB2hhNQtuHMJI09dffclH3nJwSMpBG96oTiyrvPLIPKCrvaHWp44tM2sn1sRXI9fu3pNObTvAGvyXBwO5XvovUJ0lMGKHVcNBy0GnVlRrDFpFwWupyHNYqltv1KNrEHG8BinFEFLM8xWp4g3RRufR/vhbz90thHa+9rDj3Mw/qNl19u7ymuvvFpeZj3XK/fGzq7iur0zGFS9WJ7n1iDPxv7yU0+VO++8MzM5mzRtDA5yhCHwOOjUOEUrUZF2+923l9vuviOGUs9zTvAeVNbuD/aKOg0RL53jHZjEtr9oUXwqnGiTQSGMd88ZZr9zwOlAzrRWnKEPdAzeoOOdO29h6WYFltWyTBAHDeQaPJ8An3O+w8QRvPihV2C2NMxJW8+y7s07Qnbjts3l0QfvKxtY7nmBA0FOc8zi7CXU1dg0SJ/C4EDYdVT3njubDuwIXWFMv4ughS79NFx//QC5xrEu/UGjYalOG0gaNxXs03UidH8arQ/6/eN4ty/LO+Q10of/Kg7w8Q388TeszThGqnxO7CovyKD+eB8xsu1uGxhGplNDakTkH3zrJ6L55V/XDoEB70w8yN+Yabz6BiTAYR7y2c65wJXXBk71t2GJ3IXFbwHGHKIgsD0tTJAbYfT8KxQURXVCQLWU+X8dKViybEMVys1bbipv7z4QAZLjEFN5U6VqIVSJ+8c//FH5rX/2LTpTnfFVbNc488v4sG8F2kNccWXVFWLWQcQ22alQWc0M4xwjcI1WpmGIzSmInEUqCO2ornWKD7cXnLvItWf8c0TvkYmqsqqa2pNmyIOKe7KUe2lVKzsqV5DJAFTjVlcFrZ3ZNVqdjM32b7W1k5uXeLH9JjHQqLNkD4rgdhhmMsPMahZzCnMz04Ly9GnW0yAnBwcaozsIccDgNg0F6QRCwPJ1li+BhtAlMoiWnHr4E4/5Gdd4oQMZsrP3OhuNoZEZdOmyDSJxK0yhpzBxGXgdYBjX/MRV+kHtgfETgppbMkw5NfuGrZq2lk9cG71zObWHd2Oav2vf5uU7CLRPpq5d9DkP4TZPDQgXd3bdzplnV2997NuW47atpag0vTZvlDJtdw9BuIy+bAr8Q2xhDhrXmNe0EpWG4orlaFKiWQG/Dn4QBaHLEUf+DFTKGDBCgxn8MRjysJOx0SXMXC+Wo8dOMMNdXm7HeOoBLjDfvffzEayvIFyPHTuKkd6pcvH4KVTQl8r/+X//+2yhePTxh8sjjzwMTTD4hO7Hx+03DqxU+KkKr3SSk5rAy9iy8fK5Jx4vjz3xWNnLaWsvPv9iWYrwchZ4irw9de0iA1AHqXUC0GvJDmlzH+LGGA7CpCnRGZUxM0tny+sZtG/fcQuagqWEVT5h/PBRsOearIZPuTgA2got4f/ue3vLqYtopZavLmvQmnkh/C8+9kh5Gw3WCS4NmHQmTpu4VOMedJdq0vcclErj0jZCt9YBpkzG8gkiEgZmBFRAdL7mu/pXTU8XkAj1j23dkjTvpGsfH+lJboOZ+SkMOug49G6BP3M3Fyhlg0SevgV8leIBERrTnqIatxMhE0cB7qdX7lCp1Eua0Bktvd0k9DUHqek+5NdcrTv9FHWzyfJtWrPvFUV4+i9eHfvwu8JnWUamq3bFRfVgQY4ArQYbwKxFF7HmkAYgNyst4chtQgzmxKfhw2Tis11Jl7jdGq7dnWg1ct6slD7V18qnRABVVXzzls0U8XxZx+zy4OGDqVAdudQkFd7h8uorr2Xk6aF+/rf8EDj5NOSQ4irO+tW6Zh9dOgkzOmaXbtPRLN+bVBQ4Rxl1r6HzHOXuVmeG7+7axSk7zHgRfKpt78PI5OWfvpSZ7d69e1OmJ0kd5mqyrVu3xJBJdbhMUNjsjBpZKVDXDa29AkYxtmx5Va/KTGSaWMFEPSWrlvCcfSq0VVdZC08XOgZ85iuTcYRVBdoSBG29PEHc6WDVPZfRN7jTotXjJhVetrHWq6p4ZRjCXA/CqPgycZgV6eJkLrznNCk8iI6o1qoaJgRzCYF3zMf4USOTf4Qdga0Mw5yxh2mCg0Ybfqs2soysEUszdrZGt3SqCHnCO6oKDLavtFNpoyM0ykg+ANmjRBNRZ1pHEKg79aWdnbmH1q0Q/32vuIPe9dK/c+Zp4Xk2z3nP3rou/knbpY8hBfVRte66+gSCdsWylVl3P4stwBh7Ay+jonQtUbWwbSMs4jhCCYHqBQwehG8fsE84KFI1Wpk8eGEQxoItVrUKazQsw6zfMtjzAosMEhE6lzj96DS0voz1yJs3by3f/MbXy9e++gtZa/0hA1sPfNi/94Oy/NwEcuZ8+cEzz5W/+ptv50KDr3/tq2iEVoKCui+4LQPk6E7oSPpRKzTE1iHb9eZbd5TtO3cW14R/itXz7t27yqapzbms/vDRIwh2DoDQINI27fDU8bTgXtq3fSZQtbfBsTYi0uB5+vAs69Z3sZ66isGDJzTV2StwoJWaoW2X0E9UFQ+rBQCfHrZykQE3Mcu7ew+U4SWraIN1aJpWll96+gusd0+XvSc5VxoBO82NSrMOCHhKhZNoHbROzRWFTBbcCiXdRyNHO4UqfSIZQovSig4iihCgYv010xqHbOMMD5WBA2kvwrujciMYthjN9anTmJ0Lfw9amw8fjZZ9EVqeXTwjDdJ5P9En92ZRYsRlwr4TeumdMBiX45SLbPm8NI1WDVIegY7GaOsRtqVJHhVG+icf6YryTXKVt1zuJiIt7+CF/q7Rq+9NvgiHfNOjP1t7NJ6pTJumbW3Xlsr8HEC55CoNBYbLZKIdCY49v7VC7a+dtuIVn7zUkMTmT0YWPAXKuIs5w5tL3PbRew7G6Hnyoj8/MOTRaHYc1aSHjmCg0SGuxpZxVhg0rHCt0vDFVEs1zYf/VZ1rvp5dbNmn2aDu+ugFBIUqXmea77zzDkczPl7eeuutDAIqk8Kak21BIvuuu+6K0VKMmaiHxH/zzTdnhruRW3hkZgqWCdbffLYO5zMqZgSnTnWv5y67LuGI2fLN3zQaXaxAzafgcQ1ZNa37HG3kCRjCWrb/KJBcexMn/oQzgot2i5BKKXP/BMcQpfE8a7eqR5ghQ8gUHFjrUcowN/xkcFMQnJRgGfaPqDIhbiLTCdyLCOHRSWwxooTROdDQ1Vl7HXTUOQnxzMfA/KnfEr356ay/+XiYgs74uhhg0Zl0ySNxSEl41OUJmfunxiNizSI0bYcC4iqwu2FqtgzRZ2yjaGYss4NnMEdhk5F/XKcxnGp3D5BwsKe1+smjh7M2O82UdeoyOIug0nisMhTXaqkpeLgIMurRncJ9GaZAAwYHozMYxdlvabsZGZNMQXihndlRtB8ICmd2MwpbaOqslxhwEMbr746XG9ffUB7iHOQvsNf29XfeKj/43g/LXuwjVPmeYq21sLf0g8Mny3//P/0v7HMcK1/5ylMcCnEb97xiSY/RpbSgdiX0Dv5GxaFodMAOLseXT5QHH324PMiM8f3dH2AN/dMyivDUiOk82pXjGlBB6+I4Lk1Q+5c4ysCQqol/z/uuBoPTZedtWBljvS1jlA486Sn0wLs3VrkENJJBJXhgBq4N+hQwvcV+4yn6zNLl68tSZsTbuHjgwe07yovv7I5BpFbMrssOBSYGOwxgoj6GBlNP1cWpL/CC89S7e86hj0bXPMN/fVIP44uia3KmuaaIHx7Jcik9v9a3rkw1v7RrBfTKnK7mE1CkcLKPfQJ85fylqXLq7GT43eiwAyQ6JtvbXEmRryEaydIJQcWjckzsOLiZUaKaH1F6ENPh2/3pTmZSmIG9CCap9fWvl1TA+UJPtU2J2MVNvvIgv5OkBjjMxQf/eAKM/p1f9QSIHuITtQMS4Elkn41rGfOsDJVwAlMMcXzWEUFlto4X5jjKzMHhjACSFX8mGNEvY11Eo6gKXnLrJXMmA7dlA/qlCMYdO3b0ENIiWZ9at+Zz9WcbEXvcohcHrOTQgKhpUckpHDwO0f2rvrt3NkwcZqbz3Tqr+rUBnG0KuI2vgIyQw0P1s+kdHDjzNJ2NZ2QPv3j9jdczuHDPrIdHeKays1MFqsJZwav1cd7JZ3Z2TfK2npZhfqtgzKl3hzJnFcKkatnZad8Fs/3PgTdn6KeBMQclAFtU5TIR6qUQMGWb7WVt1tmKP2CowlDh7v42BCKRJXZdR7NVMIMb4VV4KaiFkUfSx5gkTLV2jJrWjFgvpx3UMATnSQOdhh5qO+ivS8fDX+Yr3OkYNaOkTaR8my0Q5qehBOkdK3T4S7wu3HcFcXMpK5/8IZ3/BoJbtI/0FBcafagKlQbXrV1X9lKH6RkGaQ7AmE1lX+pYWiH4yizJ8rWsZETs2nEGDeRjZTxRagqraGnKGpRJhB3vHoqBJ3tHlc/M0BRUqpeh+SGslFWrTi+ZKnsn97Hti5OnOLXslq1by3/5n/9nZe/ew+Wll16m/+1hJvo+hlUHaX8250Pjf/GX3yt/fvlvyz33biuPP3Z/uenGLRFsAAte1ca4LmrbUAcA9UQpmaXu5ltvKbfdcVtuDvK+3Hfefrus3bC+nMEo6SQC9zyq7ovu9aZN2iCypqy0k/PAuV7QS1N27twOHVJ3eItCVpoESH6UDx0PScvUfwR/17ed5V7GcGbvwSNlemJFmSWPVVs2lm996UkMM4+xZY8+QX91wJz9wRoGwqDdjaAWQQt4dwQ4k47a2ME7cDZHqwRuaS2aQYLqCUiN/oxrP5CvVP7c0vqMlrAjP/u4r/3cB2Oa79zvj/oljAu7uf6tvy0c9/p9a/GWJT6gaV6RqeUcbTt8+nx44rpVS1le4/5ytRUgQ3oQKVAxT3FdZ7RCkb7JX3GYtVnj68vgNWyRtJFb0KQC250vQ2ofzAvn5Ede7tKmkwz5XG/g18k0ck8809TynNFSUBzPZGXG/qv5mnUA6WJ1LdclIpIV04mQdBJeGsOyLxtsDrowUsuBAfSdMfjV/zxFTBUWbilxZnaa2aT9Irr25FhTx8CHinoQw0+e/Um5decO+3BcK6Ffj+q/8N8Kn2EhLOrw2KOPR2g5k8u6KwJGYaLQWcZGaWe5EZzEVbCovpJpnGPWqfA5yHGM5iWDV2CpBvWcWBvJw9g3sqVHI6tT3Ekrkcr8fKr+3b59e5jfclTSSxlkWE5OmnJ2ynuFswqNqJKpdDplh3sb3rIsX8aiAYsC1k4/QTkbb9gYGAle1FXiwTjA9Wbqo4Wp9ZpYCjcGToWnddPgRqeQi5BPnldmLCzOgJMG4er6dYyIyDPMyHCYSo9oyUKBIk7qP0lEWqk4zRtp5EVECb2q8pv1GEg7lp5dCuGrqrxKmxBgcGP5urS5LxBL1K+E59P0ZCPMqoRSTvzqu/k3lzD+aMQUmHn330CUFvWan9Kdt1R5o4+njLllxVukpEEWNuheClRmqCzzZJcAtGWBM9CI1+cNIVQrfeDPDNlBh8J2Govk+APjLO9TGkopZNgDrHBw6WCGWaTPEdY0ZxTCCM5p4JhEEF2AJpxZ7tmzNwPCpzlQ35nwC6+8VV5HIJ46faK89/Y75fihI6jzpjmT/EB5+eXXOF95Y/nCF79Y7r771koH5OdgagQhqCbHWbxLTvbrwEodJpjlPswM94GHHuQ0q6PlRSyWD3E0pbR0htOvjnHClbQk7WWABw4mUeNOci2d1vC33/EAM11m6HI3aNa6TDOztv6eFe19s6rVhxlYjLlMRDuPjk1wTeAzeQ7TR1dxheCjt95eVmEJ/s4+TtRCwE9yfeAQbTHDtisFq7Nunw5UPKt8ehbhy3e2ndnR+ElbahDD/3iX7hTM0nSlSd/qQLZSVkefhicW6XlNCr1IX/3zyJ/F+F2PxvtRe29dNr3v/ktHw30PyKtP84Pen9R7+pmZUTVr1+qjWh7KrsIRnEWTVsbLRbQUR89cLGcuYQjnoNF+B4g+3fuvgHPQOQrth0YIk1c5CbYm5j/M0iY9AfLAJ//BM/OelEf+PsV1/jl4pXxnvj2BGxUfUUg7g1C2/Ao4ko9ydVBYbSw/4tV9Qob4UACpvMKtNq+RLFSwiJgRF346ABHoCo7JakazEZo1Cr5GpGaG+QtEXSAIscXNH6da0AuTt229qexBaKkC9cYQXSWMQJB3c/n+979bfvd3/3lyTaTr/CPh2wlzzmng8xCAysBkcApNhdghrg5z7fVNDp9Q6MqM77777nKYs2ZV8+3ataseKkFerrUZrirZ9SZnJyvZw6jfOrY5SACqfXV1GxM4B7dDqKLFRjokzMf4iUMHttN6sYIMydmVs2OFnzPfA1zjJ3YlRoW5lxHIrHWel2s646V68b3yj8LCLUIbhjegSqwDH/2E1VlSuiDfaW9gkXmIB1VlEmJto1pEOgUDCGcAMlNV2A5grJfvOt/xgW4U4s46qn8TWg7SfLdiCvy+c9QpXDXMtROZsDQx6JJPR/RmUqmnllvjmb+druK+Mabe/cxEsu6ZnQ9m3L03fNgeOssTB/pfr6t1Z62atluGoZDHeJ4+fbRwoxv4o0eOalCnsLV9EDT0nWkHBME/NaSfKSzdlD/ioEKYWOOlgayMnQz6oq3SZsy+2DbkumXOJLZvg+cRBTbGcyPTzmwRJAi1GYStp0udZR33JIZR+7CfWAGt7rjzlvLIo/eXA6xrvsCe3D1793Ls48FyaO8+7stdxpa4c+VP/vSvyn/8y5lyD5bHX/7yVxi4YZzFTU5Dkifwiy1RaPs4OHLwKq27Z/cGLtb42q/+cgwG33r1tfLm62/SfziqlYHkabQ/F1leMf5lBOAsgm7zlhs4X3w9AtO6kL0CFlzOKmDpS0vAp/UdZRC8RMO+EU+RGuUe4BPl7PlLqIw52g/7kM300a899Jnyzv593JjEUhL9f5LwaZ5DqhFhxg6Qp2ec0cKYqYezJXHbnHUITdGPfean0OXd2vKSn5bKOn3j9O6/hpkPsOwu5FN6WLANMoeG4/EJFNhqtVBW0GXwslAYfsFhnVW6138KWeHa7eSFqhWsqmPlUR//9iVnuOnDEJiCOF0A0ljm9i7aSp5v/5WfZGZMfPsVvYtCyct+Y3v4AD75Xdbgo+VTAPuj/QjzX5VlFYbuvJ9aISWy4SJWwCg1HlXt4beBPv0PaDwrofBNfEnLDJxuAyIAWRheVzg9rwyoqhL8/U8errHsRIX0/WefqwID03+ZdsLJWoTInF0PeYlLmNv3/OIWLm1+LL4ZFAQsKuZJU+7PXQJTOXjoIDUbjoHTnj17UEXtjDC74Qav07NjDcV4yC0SCl8b0zVcn2LMmYkjdrHi0YnGN50CSbW0dVLAEpB1poyUwJ0C0YPc60XsztRmMhu2HFWK+pOELSDLcjTjWpiCMx+NXzQy8rJ4DaNWr14F4UBExGU/V4S67ZY2XgANtqFhzgRsU2fr0n0VmAhS4BB29wtaD3Hm2pRMblDNYtaqdyXgzGbBQXNVpVwZe2+ETz6W6z9xF4dfYI0vtA4gWobrmIz0Bh+hR2CVFjxRq6WXpsii1jV5825nklQJM+/QsJG6TlaFpS1HFOIlju+kd9Zk3paXdIl15R+7yuL4vTL+Qj6C5BafMfCndmMFA7jL++kX6dAwd9RnIyMKQmkHuKDbGWg4TN3OCT48QEONhAzJtpBJ5MAEaNL1/GgNaBetZS+jKvabBAgl6JU8hqMd4Jxt9uJqsTw76V5T2p00Wj+7PeYcxlBnLp7LpQYHmGFvu+HG8s1f/UY5w8zuRa6Te5m11jMnuMgAgXuEJRnPYn7h1Tc5BOLVsvnGm8rTT32x3HHH7cBLfWh2T/8RZgcQEGB1tA2AATv7ZNmi87nPP1oe/NzD9MP9xSss3d9umx5mkHmaW4rUIN17zz2dsR3txsDNdWdnrq4VO5gbxdBMjczYErRG4oZ6T3J29Kuvv8F6MVb/9Jt16zaUb1DWWY6iPHic889R2ccYjRm8F4XkIncGHVVVDITCS/tEYNpp+PVnsbXfxNs44LrRUOsD0uugv5WvZ0TbmlQQZ3qd7Rys+B38xHvOH4WywV2SOWHX8tHg68WtIFBez6d7qQGVh88P63/X/DpoBH4RJy+vzmeDPrXluxZehTF0Ch4iFogmRhJb/ELTUyRR3Zxc8FOWqfFS0AajDIycwLgsFr7D39bH5X3Ohv3JuaJ9oM3oTeBeIevSAE9/AGDXyeBQPmO6EAMJceTfx5hlu+6qS+Pm3UQVqAQE5PqWavUQQhoIVSLR5emwQOE14IKURikD/r5WgqrpRbRngd6ImtPTQFYwoo9gsScaN38tU4E+wzrtxQibpRx04aypwTEYt0uyyKPL0erzuopO5oEQN9+8FWGI5eUt2zOb9QQoMueoxsdggGM5/zjChmSuW2qJaE42XiNSYWxqUNVcOoWpKlNH1J4sZVk6Ue6M+ChHIEZFAdm41UbL65swDhM8BacwiXrzXoYlsbNlL7d2pH4jtwSpCqTpa56WT3nCI1EwdckAIoJgsbYgrYTsbPgcAxwZQcsPUrXgMOqs9+ZT69YxLD89JlKG2H4yeJl/0ErbdHgWMvzcNJ58KcvRoDgJArF8sJzGgKQHUwaODmb9ZhgqSsMKef8ZSwadjkq4Poa3tvAZGpeMMrIUkL4DJGZ4QGQ83qt9Ap1Pxk9+1ls3UIt8fxp/hNslA43SPIxkNYeaDDOAuoSB0gSzTAccUeFTSwFS7Wb3qxaRMASYtqP6jk0Et5G/AKuwcW122BkxRlXBkZWSYdAiwz5pK/Gd05em0DAQjyOpvM0DvINjhRTCd5Tzlz3bd4qB4XksdxW64wf3cjTe8nLf3feUh7laUiv9H/3wJ6zj7s51fQrG88xEz2JN/O//5M+YtXPcYy6cf6ib5YpqynOtDDyId7dgZKgGnBrGDHOz0badO8oW7pS1vV5nrfgVDto4yR70u++6PVoA2z9rssAKgQZmha63+iicHChYD3mXA4997+/BABEbAPA+htZpJ0aM9920sTz3BjcfoTK+iMp4GiMoB3MaQ6l1cw+32q5oBqAd3x1YzvL0xL8MVKHt0BT4lF81YapfOgJPKf5aXS9m91KFjvQ6N4dkr5dt+3PhqH8DqutLVwdLwAcr1SoCPYhH8OnJfVWA1pzsueIDcVpTUk64rtlk5MxyiQNIPmcwTNC2gbckNtjzp9ViXnIJYspbmLrjbOGbTig8ifAyy5na2rhG37RztTBgga48LZHuh0CvvKjq51IEMFCejEr+o0T2S1cJoKsgkCjT42+UnpN46BR+40/9O4d/l7R18pTTkN2ipaxaZl1jcxrPvlH2fnpBuovdIkOVMvgNcikwjJQS0hm9tuuue+6zTxr0oS6McyBW1yz40Egg9DFGzCL55i1bmFnaEGCHzBWSjpjdgzjFSFcobFhQn9GQQlJLaeHxgAmFi2u2dj6Jw7SbOGLyNYw8Hnn44Zwr7OBANHn0m/scTW9ZqnhlFM6IdTtuvoXyKFEmSr7iXHiMazkaiCisxLkMSpWyTgGf2TeC1ssTxjls4Apnw5A3Kevf5KmgJG9mLzLVDCDIW3jq1pxKC+ZVR+MyZt+lpEo57hmWIMyZJbmEi09hau2UNDJUPFTDJT/SW4cwWhKHgIGlrsMQpgAnP0egYi8dOBnV8pMJf7J+CUJkbionXc6od0sKkxkTiXJnBc5XaFwGbSch95QPi+bNlRbgIQxUI4hqnfrMrcNFN7hsM5BkOu9PLanv2fpIPy/DEJFkqVHUBELRbWRrGEgeZ/8m3T31SptyT6rCcIgjBO0jEED4Sa65BJbgxjriMkvk6QH73jATddm06++1v80wBXBtVxzR6OQj4+CbLUMRGJep/RRHFSKsIAiYEQYoF/5/8t6zybPjytO75do7tIFr2G4ABAmCoFuSQ7Mk1ihiluTsrjZiZld6o2+hb6NXilDEamUiJFGaEXdGMSRIgm5oAMJ7NDwajbZluqv0PL+Tef+3qqsbDQ6Xo9Bm1f+azJMnT548eU7663A/cksjYA7/SzQKPCDjQ6ZJ3mUYdt/+vZH3b/+rb0eB/ZrjGJ9+8qnMsb7xyqtZ3OSHDR57/GfDDx57bDh57105c/yeu+/KaU1+oD698Mi75Q6tlLNy4aIq51rl35e/9jW+If3w8O//gwvlKCcaI36jObLonXrnimoqGQ3cOkbSXq2LoKxjy6sbw/OvsduAxU+7aczefvDY8F9+42vDac4rP8c++HVO1lpn+mOVRoUy7QcDUqfpuds482Pu9qLqQxcqfxsHjjYQpqBbLvA+pw5R1/wrObSkDeAfGQ3Pfe2VQ0ielS71zFR2zLdxS3fzsMV1nTvDtQWA15yVfbV3fKTXX3cjnikRBjbRB1sHvebd8tDVmpvNYPLGvxnCwpfyJszGV0WvjGsUPcDCLTidl24ji0A0TOnkwDdlJQ130xbGd3UOrkYd9COsydkVWklXWPOxSrmu0LJb8WASdMQKh5Ss2bBkAZVTNzUCWeWVzhFlPvJJ3GSHOWIwT5xZNLF5DWovxUn49R4j0A3AocruemH3pBSWzQplhAyBUdh4wT+GLxfYsL9v+PDicg5bXyaj2w1PiPt7/8f3hoc+/ZkYlCjnjvb3uBvfuVjz5PCAZ7t+yOILh2xdDazCWqEFL9wpVlq6lcY9e85DehSjQ8/G9+zh22+/PcZ19yE/zl7zbW4r+DqKwf2lJ0+cjKKTTBWErSmHg7vTYE1dthAgRPpasFb2C8wdub3IdKXB+VWd6aeSQqd52cl9ncMK3Hurko1MB/Lqi/HE6TxvlJoyj/FpMpoIwvAPza60dEWs78gOdFlOppkGCQ0XCfZdpa5yGxsI5NlFROmVEsdV1eIENDgCn9TMcaVnmK4EW4PUKgxSHeWXnlzB2CgpOm39WiFsmoGbOPpLUxou8MPGioaWp/ibX8NQ0zzyA9bftRhXYeC4HmOLrBu6QgXD/xwOQuPIkY4DB29im8u75Ju88+eQVeZRoRFJTX5S8VOR4Qn3NLxaQ836rqGypSCPHSWapwfnSmPHXkM/MH44II1tjZh8QtkwUcuzw83Og4Obfbw2fHNoADxLKwq8nmes4fXkqVXmkS/Qwz3NMY67XvXTf/uHh04+MHzjy38yPPvi88PP+KDBu6xreOeNt2iMvjGsMY/7+lvvD6//r/975OEfffHzwyOfeTgNT6ig0Cz/KrOShXpWmX14/mwa5X/BWg23Br3DnOoVe97+aXiTp6VhN1uGpC+nb9nLJe9uUPvZb37FEYu7hj2HjnAwxbHhi595aDhCXfnrp18qJev+5fRiNLZ+zB0j6igM9S/MpERt+EifBdRlLsYTmdMlLE+Ti/CkXxBkcRJ0w4/gEMt/bm6rbpzm36aJdULNIHer1hdEZAmGhfUJ198SABpZRotw89fki/plmIv3VIBpdArF0HN3ORM/OLrPzM5tMrQWVBUyT1a2XnSbSp6K2qC6YBRagJD2tNzMQLeuI0s7hAAAQABJREFUPU1xmwBOpRUU9nI24TZZPWQfwCoD5obuufP48Oqp96mkB4ZLfLTaQ+Qr2izyBnMrjz32w+G/JcRvEIZ0gluSSffjXKwQDumeYl5pN73KCyyw0MjaSz1y5Ggq2le+8uXhueeezzDzPvauSrutp5vojcqjbHWhEqv4nM81vP80phoihwSlMYaMuGmxEqaC/xAj6XmeGmMrq5VYOOe5nG/zqz8uztIQnqURYO/XvYTSrnFQuYzpEq+GMTwXmeEyElUBR+DkePi+mUOdLtPQoNVmceY9VLTQaDqWVGhGKDPM2BS49HocnjxLbwl6TEL67Q07fGfP3uFJS1FaNW7Fh+rVGrKZrlKy9oRjPIjnfLS8SI/OBCBauv3pLIfOc9+r+YdkKyLAp3ccCooHpu8vcmyE5sQxU5LiVEoLm1WwnAapqrRG2fyEFiuudMGTyo85vgFnJSeiDU4PuHee1oNEXnHY2NWttKgXOKpUWlwHUPRBjT0r6xb50Clnqg6d85CRD/NoRGGgzxXYGxjSGGJ6yI44zHF8Y45zpLw2KB/T85B1t/s4DKuBsTcxh9Gy12sPj5dhjiMUnceds3fHULPzvQ61OjrkuoszyPWBU/v4AsuR4c+//d3hHIuqnnn2ORYQsj2I88XffPU1jmS8mEMxHv/FE/Ryfzbcfecdw7c4LOKee47T87xI8p5zi6GncWB56RxGVw+6+vwTnMe8iPy9zfoK53td8CSjPH3KZ4eOPZzGXi+1bXiDj5O8z3nI87sOsK9w13CYvbNf+9SJ4bece75MSXooh6NcLgaLEaVh6fy1eaqjFq1P1GnLmYZLThNyYVTqjeWPXMhTwh3OT30i3ZSTwkGYLmXoe3/mnjjcqWF6/2fsrDeWtff+PGNHTV3CZ4J6gx+GFu/luzYyf43PRK06wx35N04gjGN9aHETRvloXKPrhLPu6Ly3eCmo8r3qyjjKxFy2uDOoSrgyN/MNxb4mgYn/5LEUSnl0msZ4RoUbgRnTVAkVPHkUgkqPgNJLeogVij/66W/p2R4a3uEIuBoiK1iv4rFH9RY9SyudrU17OEHXkc7Ab+jJSuvhEqdPf5AKfPgwHzhgtfCJEydDZz8C0QUXbndwG4ZG1kIxbpLlIm0aGgtNQ+nP79AuM/4vDoeZ7VVouAzTCDr2f9+9J/JRA/G5X/YIKx/trXp3wZXG16+vWGHtvTrUXAathpt7JvuQs4ZM/K46TqlCK5zjF2Z38G3vfpvXlZ0Oz6QXSJ7ks8Nt4vXsWPOZ4W/uolVh28vXAIxtLpKymqQSAOMCMBV66KF3gCiDH8ONQFuGtUDMOKVIk4YUE6FXEOnw2TCdPVIVaBfNjNgQ1oID4yVDjt1fksXRWJFebQkhtFfaxjGN6qX7Zs2xMs5oMeOa2T5nM+YbP3FaPh/Xmaarjv0Q/E56ZAcxtB56f+a9C8OSih3+5etZMR4z7MpiZ4I0+W8T2a1Abv8xWN6YbxsdyZcdM3PAeclZjMR+XA+7sFyzjQte5HudyNGcQ8jkh6UkGFPkVpmP3LuwCjjndDNqwnJi9sJvsHPhMnXZ/b97+A7seRokLzCt8R5GdzdG7wtM+Xz5kUeGp599md9zWUXsfO47HFTjZ+feee/M8B/+/f+CvA2sbP4c2+/+UQwt5CFPZfAd7lYePLjD055OPvBA5nJtlEB48rGA8aUFXHOz8NS8uTbANHfvPcDHPW4Z9h+5dfjWV78wzC9fGU6dP8Oe3WXovkS9ZCsPaWXYHSNqnXVBDAKbZ7/YkwUzmsSmCyyDiNX0Dn361VxtnlJwDXJWiO1p7IwE0VXBf3wPLRayE6fw/H/Myfu/j0vZgYDacU00Xd9cE6AFdB1Aj/ZqRvVAq125fq83K6yu87p8K3OoKyncFIgoB8S5gD5kPIMrQTNsTGVSeA7j3YrB0+AcoEWfnhhCGwVaCRdOW/EgOE/PbpFelC+m6qIOalODvPGblUij55adOFZkduXeFbutdI2Ni1VkRg4QQBk6XGtcDem77PN75dVXYnxPnjyZU6W64RXPPSdPxE+D5BCWq9/20HOXiX6gQPwWqsbbYVyHu1TwEQHTrKfApeJDd/U+gUG5O3ztMYziuITC8LQUW967aBgc4hNsu+VVd6nRrfyanzQuLrIgZ7fL3z2mDyMGXhWzvUlpBjVOv4qkgGpMXTG92oZWLL+USbublD3TS8xzayyM70iHfBORp03FWBDikIz8scHR81sKza0v9mg1xSU98maJ9xATghpR4Ins8Ord9P2GrY0HjS4U84NnGhPoTn4oCzpM4bdKvMrf5kA1ElCvkUuHbzMPXBhQuq4oh8/wwL+s9GaOcBfp1BB3pQOa67vQWHE0IB6usIODSnbu5bSkt1DqpGPvaA/7OzcWzTk9XOQjqapsXHKJM6+yQg5Zdsqp+1VdUOQoB81A/gooDSl9HA4188BeYUGSZeFWIY1rPg7CqVLWrXl6sg6frfDuql7rmgvxVFauzNTIuTXI6YArhu/gZB8WkDh14HYbTziz/nzw9Pn0Nl278C8+dRIDe5qT154bztHQfY61DK+/9vpwiXlcjdlPfvJ3w49+9PhwLzsSvvH1rw3HjrJFTvng8I5Fj6aURkhfgi8n7js5vMtCLOeLs8bABgl1eQmDa3muUdZP8am7+XloXNpDnd07fOKeu4eHbzs8PME5xysw7yIN33XWPmxwX6WnvUYjOdMT8L8WQCkHnmvunaFEEi9lbyvAXi68Ji3rnZpIucjCT+4ICoXjLwHEUxJLli0VXW8AlvzF6+qLuBr81YEf5XN9/VhUgCOE8DZ6mGR7IQtx10fVgP7T3PwCjzzqvwiB5OGXBqVh+dOr6I5eAiR1NX7IbWwJ4ZRJysL6TX32B2D9gJEd6qOedXNlXcN7ZFEvO5qhUzBBq8yjlMa3PNQlMStOJ3YSSoVGXZkxa/bo6tkeqqYh4SSweXgZnI0qYSJ4kJtv0jKn4hdLdrJdZQlDVpPo4JwmYVrk8Je//OXwJYZ0E7g1fKTnxh6ksxvFWgzFgkta1zqHU1XwHovol0z+2T//58OPf/zjGNcVKqW0aVjP8EWULLRgPteTnRzedajXn0bFE44+x6pMaVeZ2XNxDlaBsBekglVLpofeeGrlroVEbnVxWFljSA+Cu/t4jauwOOxsb1fDb3nYONGwutq0l9PVZdV5U8wTbr+nUBkPBSYtUelKEy4KVeHDWS4a+7QI8VpBMYnfXq8CraKxEWAv20VfxnKYfw4jZP10Xt/eW1YyIwtp8EGGZtCvwcgLDxEq8TBA41xp4xvXG2DVWGyNN2gwH/oJ7Z1/KgU88+6Pi7SWcw4GLsLD1Cs8O+3GjRElH6VYnadRlrkzbqmcuGndslzDWGl09+5eYgUsh9mTv707bU5U+i2xLTnovkVXCBMe+p2n3eeCKHq1rw4vBz+JIwOsIWD1tUNnrXSIAU3QoEuuuIhDwylOlb/v5qEWlFC2lpP5xngWhdZVM0z5KIf4z7FK08aI24qcm/UELeXJ0QcbKBsMJa+zh3WO8lrgI9waZg9vuMyCq0UWUS1gpDZYVOdCLIDyUY518rVKA8EPCZxlashFVUePHR2+8SdfGHbQq37u/geGp19+cXju+eeHU6+9xlah09li8/o7Hwz/3X//PzCkvifHQj54/318shJ6kKH0wsnFbgzn4cM04DjhaZWhbbc/pTFHfq4wxHvhwjLnqL/PPloasQcOcUDOweEfP/JAtvKcZYXxZaaMVhhJmoNu12pUj5ZhcBqJrjZWnj0/2Q++KwOGR47gcd2RkwiXJdFcC9O7lU6L2wE6XN27VG4J/Qd8lSKl2Fu3Hx9/tKYQbL5eL689pc0xpm/StBnD5rcGu63nFI/Pll9umwOq0DalYn1ACrYmnXhWHx0HZ/RUVXXlDPPXW/7Nu/G2wxNOApAzBvtuhUuFFgeV0L/usqIM8Mwf6knFtrcihSpIWxV1L6MgiC1vV73ee9fdwxPPvJavzzinU7ma4A4D1ofv/8f/mD2sxpX+SfJ6fWynkfKLO+4h1GlY7SW6X1Ua7PFa2TR8HtnoQik30Tv/aI/2xIkTyW8iQ65zpt1NK6DGaJ5VnpcwyOIVp/zzXYXpUY0qO3H2+biztNJNT6fh9iMMSzRIzPQOlLvwh/kW6H7mpcRhb8c5SbfhFP9aGeG32fk+8aOMPObSoWed5eRQfQ2R1hyZyku8WRSF8tdYqoyilOm9LGFMIw+kpZ+Nj+ACd8qJF81t+JByQ3CndJEXi1gDoTMosiPsxHmMp8eZ9palDQ5bomXszROmxZv1wr1wAMprvyojakADYzwNaPJKuPMz/goOHORfgytN8oU2BIqbOcgWTywuAvOQ+eO33zIssbjNtDRhS80gCqPbkoXy5JpWNqE2uJSnPRik/RiVO26/c3hq6cl8Ws5yckvZDgx4Ph9mPvgzzxl6B498TxrWVx7CRxkoH3AOB7vIY8OjG5HD6p2Tvq0K3uECz9QnGkiOApAQRp6IosCgZq6WkYXM8cJ/RzHsYWpg3Z+abUT4aYw8XWqdlfpZ/Iasbjh/Sw83c+3gcMuMw9Qfcr6y87X7OD/5xL33DCc+dR/72T83vMCXfp568snh1MuvZCplac/+7Mv9q7/5AYsh/2+mXO7h9KmvE+dePgxOQwreaWx3sAXuHIZzpfem4YVnH//m109geDm4YnH/sBMj+8WvfG44DJ+ffO0lFnGxfec8J3Bx5p9rKjwlzb2zFHKGxWNjbDxa+DA1Q8EKUOQCnsFT1ZvlmK1rMFHep277rBDiNNDV4+JZD+PD2+gH35trxRWchv/DuWsnHvq30HujdG6fJ/VZ8Uk84QuCt4kCE212RBidvJOv9dz4TuTiKWEWBM6y0QVe2UYHWV8siDQexTP9BVa4isfD6DrO0WPyUE36icemDJCgAjA6CWhZ9Mll0LWEHWWL4GZVZuOW72rD4PM5joziEYXLu6GgiCsjXD0PriMM2hdFtsKy/c8MTz7/OgZlHyfSsDCBWB1rYajrL37x87RYNXx/COeZwhrXA4foTWMcDh26LfOhLvRxLlD36KOP5u5qY39WJI2c9zjy6LsFoZ+9Pp29Yj/bde6885/yeY79hu/lqD0Nq3tjVeIadnnpZwDFs8azK1CPony9Z/gPpaURvuOO4/BU/mG0Uga26hlqpHepoiwlQFrSgmBlbyLwW1338S5lF5lPu8jKZml0mN8etsPIzsOqVLOHNr1U99G6ihgFSl4ta42u9SAC3BFyjxwQnl5oqxTSJ0hJjpF46Q7YLHjgrssVxKkIGgWc/C0DlSzyrid5RR4c7nMLgAavFnQJY5lglLhHXxpfeBqMgeVdo7rqHLIwcsP44tLAYnD8IoijM1Gm4WtIqfwipe9/eG7Yf5Av8NCDgnm2KDa5onyTV17CL5+I5tCrB5A4AuI87R6+RHOJ4zvpgvLBiZWcCZ5tWH65J7Et3+JlXuNL3nixx23daWysepsXeClEq6+Wcxo2NAx06w4lwyRHF3pZuhjJAdE5eODB7BpWFz9lqBne+bH1RXjlULHbjRbw22AB1xXkR3nMSMxOcDDnu7GMLNAgE3bexVbQf4EvC73/xFmmeXfxYYAjwxc5ivGzn32YRYoc6/i7J4cnf/cUJ0JdSKPjEo3iDz68MPyP/9P/HB3wmUceSqP7CPXIAyUOcHTjJedaMfTK7AuvvkwZs/aJqZpdLMy67c7jw703uS6Dox0x9O6VXKOhe5l6Wo0p6i0NqRxOoZzYQ07Zwzf4Uj1a8mcegbPg/MOjZJqCrnpQvFfGEbXwMv6JIaevdl1GvPurMp7AxbNDTfzHx6tijCHXezDWdjEpmrjSwTbkmgfZbiag9ND1kG8J6+lE/28J8xUpi29sEgSk3utDxDKqHUPAtrlcL7yF9du2oJXmNoiLSdM402ci0KOdEI+HrWcJVzRkovNX5VSaPjXW8lwQ6o3qrajkpgtRWkRuKsj6FUUd5wxi01NPE7AcI0cr+b77ToCltpu8xarb0NkiyXDxe/+AE2gaoVEgPb89n5vSuYEXT4b6Jh+39gxUydKIVFpUppauSqVLlzzw+EAXOL3JNyvdE6px1Hkoxf333z/8DuXgimENridF2SvVSBrXb4/ae7GHaJgV3PgO23rPlhyRQY/pZmg7ldrySaGkNxPRRwnbvdNQoNZ4Lm50XpGgBV7xxNlclU7nXLHzIEpqN3Ne9orRUpZoyjorfm1wNf6HhoaHgYirXLy4iF1Y31UyvIz81E97VLgUbpSwtJNfmjAxFtXaVO9bDg5Jww+eeaq7sORvHeOWO8/yOydtgWuNslOR68Ir4ms8Qw/56VMF8jwNFuCiQKDFXpz0rpHGZXrFrnRNjoAVW7R34GsYUWXuPK55UmaqB18y4dBb0kSuRNOVFI8EBTG8Ur6RAeTKbwC7Ut2Feu+/znna5EUZcX/fDvJXTTgbdSUfcrhSqryavrTa6y/ucweWXME300zCoSPlY37Jq/mNvBt7nrnh5qfxtaEkDxY9ZxocHjSDJ2KCfJJZYdyjPM8qZiZwGS5OjuFjfaFoAQZddvrAusXZyznogUMwXOXrx9hd+ex0ip+tPM2wsYb4duZy//V3vzv8F1/75vDMi8+zWPLx4RwjSTYId9MTXaGX/0uOaPw7frcw0vTot/7xcC/fo91JGjsw7B+cOTu8+MrLbOfZN8xR93Yf3c+CrAeHwyzaepJPWtoQy4iExlb+Mh3k+c6XwV3zs9WTLaOq/JFnyst362WMru8+84O7ZXzlP/427HRVHo3vvFtWKYIKrnoiIK7kZvYsyExeKE3Zeg3X09kuWPqu7aC84w1NvoTCROkyFJkiKKDAKR9J83pETRLtadi4E0s+MDOGy5VKKQ0S6YV/SFZ4GWEGJM3KMAV+cw+5DYdoU1beidvrfufLVffEbhjEZXr9B86Ub39v9FiP8BK4WFTcCAUshipkVmRdVSCMJxVM1wmwFBMW3waHWKRyUKmEU+krcNWjCssbdIdHWBiK+ig3LXbENmnccstRWvUL+SqNGUmmNicRtPbcNGgayKyUTM4/KsVrhztk1PNuvhzyyrmmKGU5d5pTaPYzt+PXflwRfIHhqXc4B/nBTz44vPjSi/GTbw4B+xUW+XTixL3hlb1BjbIfGBBvtoTAQ2HcymEvRiNhoco3e9SuPBafvLbX7nynQ7S7OTMW9UqBQa4FLI+SrVmlqFw2316eAe0yUGFbuSE9fpHInnGtOlaqFbywpl28bY7fRCvoDKvgEkYhI5/eWzwp1lBoMC83/CqSNGRQxhm6pdFgJVnlbtnoJ4/Mt/d8R1SLIV745mHv1UMFO2CWmnOSV9Bafn9V/sPKyKzfJA2dGExnkM13V0L6u5DIEQCNfVbcSqcGRAMBncJLa1Ul/TXcyAzscqXqOvOUjJVCGb7AdjdTlt2nFK4QgRK3eJgL3UWv1m/U3sIxh88uPJkGnWl7StROzvT1EPXEkwgf4IlKLPSBA2nCk/SVqZacI1P+4t/0AMT7SnzksWn42oqFQQRh6EojjYacMTGeqbfAusI4Q/XwZh1jK69Uhhs0UCwvYauBZ12iDFm1PM/8bW9Q+lH7Of1WLRvmPpkn1c9RJHuXi9SLc/Q4X+FrQceP3TJ88eFHhj/53GeHl1mf8LePPz68hOG1LJbp6Z9hzvfDS1eG7/31D+nR/mrwAwj333ff8Nc/+umwyHTLPCuNlxgle5AG8H4y8Nr7b7Nn/wLD0ez/pS5DYFY9+2WeK/DYYsuxezSg5W16rvAyz777jHxFdnxHHniL/8yvwmW/fjIzdz1wZSRaHIuBcIuCW9z0uYvR1K+BbbpN8W8K+L1fkEiEyrqYEakJnqk8S9fHcSVqk1jaobT+xFIcQIJ4tmbVPfg7c/Ly+12KR+onkPnP3V9K0OekX2ECJNw7Zf5RyS/WKkgJ68T7bOYmmdULpzGeMnHRIaQKkKoozHkWZWQBBe9TN+uBXo13Crf1OdtTqPRZfYyxvfDqW+n9rbRFSVvhHY760Y8eo0J9k0rtMFepkyjKLTRtjbvduwbbM49fO/VmVv3m7GNOefLzYg4pf/WrXx2e4JQbW71HGH6yAI6wClKF8qUvfSk9UxWktGhMPSrS+VRdKqUPbShRQ2vhyfrMdbNq1OFlF1G5JUi/MwwXarDtxbgYSzpciXmUNP2wtdwtDntV9XmflkWFpjHkkC5/pqmTR9dyV4UFlnjXiDOVE3FGKFVCuCw0Is1q/VNZmStTmP1WJGzjh4HEkKKv0nu4zIPzYN41ruiv9Ezlh4YuvU9gTcN3jan0Jo/J/yRfRHYE17rr4qQcXED5YCpjIG1IVKBy4wpS6CPd9Eihyyy4ncQFSBpwMcsCfxoXj8HUrjgnvURPzi+KeHzoTlbD+qm2GDDoG/kzIU3e6LbxiqdyZGPrAKdDOdfvNp8V9qyuwT9Xlu/awSgDNLSRXjCp6DGDScz89HSL4DKu8QZUP55zkRs2+HyHmxYEzpWy1sO+iMzGglM+RpET9pLT0KaM7K0yTkwZU17IsbJKy5d5XPBKI3lxcdU6cPnCDVt/Nmxs4r+B0V1cgL+8uxfYaQiZ6reZnUPmXDa+CoTck85Lb50a3jrz/rAX2b/t2K3Df/Nv/iUH/18afvWbp/nc5NMMJZ9nuHgFeWJBFvz4wY9/Mfz4578OrTvZ+z7PQsvbWP9xbD9TMZTTr6nnKxhR52JtHLm9UCObrxfRoI3wkW9ZFbklf5FteaFghocEFvNk28d34avRGt+3YCjfHlqB+vWkt4AXYI90VeBHeExby5tAK0VFS9G5yum3TZqj3BO8PWrldIJwNLIVoccviCncJLHJI7F+TweS4PFO2YqlHvM8Fm8CrpHEJIPj0HEt+SeLGlPi9QGnjsIVhmoTqlPYoMBTCwIptI++BQa4rrx7/N5jFlBU9mZ0Mq7TuomJ9gzMGLjSY6BefvLBB4ZnXzqFsvG8V/b6qd22OIX9B3/7g+Gf/tN/RkWgokuU921gt0Td9rUP777OyTWuilxFue1l3taFTw7hOcT78MMPh28ayoMsqDBdGzBlFMhHS9tVuMLbG80+URSFRtQvE7308kvDXXfdNbzwwguBd7WwjYSsGObufGApWueurqR37xd/bN3P09IHJMY9q5NTEnI1JbIlX43x+FaLEB4jNdLYy6zT2yNe9d4LT0lIi11kYOO19SUTVWGMgYpxRFh5hzWhM/OlWNU1jRjGcdWeDZKQuTDuGmMVZIysJBvZ+FxSriaNX4JMTeHhv10E5Vc5pH9lAI4eM3H8SwiWQXocMs4h4+Cwh2LcnPgSWOMRQwub1IhARndjSHdZB+Y469fhTYc+edWYZsGZxoSem5035V0bqxG0o6hiqoFicRfWetpcYmbHn1fvSxwksZMvzCg/fj7yKB9iP8e3Ue1lryAf8tS9qszmpjztHTgyIP10zfjhLCSx+UWupiFTvmYFMIPDAQ00bnboBbwBQNh15lh1sqTmzKEbfMaVBxpwebrO8XRupdFIwlCSJD6GKd/L5U4gETSuGnV6v6TpZ/oWFuj9I9tpJINwnZEHG0BXGKY3ARdZ2Uvesc7CKuPQ0PBUtjN8fvL111hlzOf4vvKFR4ZvfOmR4dec6vSbZ58fLqxeokFCI4yPhm8wR7uODtnYyxQN0yEP8UGDQzRg3niLPe3AXV5z6Nk7jVtWG1/m0Jz0YqFtXro1rjw7L+uz89jSkN6rMoOIREZJr/yEU26FhafCpFzq2eLp72GsYS1ceGVc12Es163GLXgL7I92NW+xF41WaeIfQuseOhs1XbdHFJufNJdDDngumJ7bFqQCj7FF/rYE9dg9fHz/PR+UbbOS+qAw46ooqryq3CxTCbfRbVnXey+bRAoDNhO76KIAnYZW1BqLZkorwYTWJYQ0AvRZZO+ZKqsbsSQP97yrUGZOJdw8rOC4OfdpwNksuGiAxWhjE55bKMq7vZZPfvITw19+/zEWI93EJ/POUucKVwDaxVWvTzz5RLak+G3YokaGlZKYwn7UszTLTOdPP8PHBJx/1i98kNn8ZygMTSrfpBmxyMpGlUvyjII5c8HTrMpoOizq3OuLL72YcI9nPHXqFLHmcuqUC5/cAqT/G6y6dFjZFc7iMr/2DOwt1QgBCcKiBfloZXclaLjvXd4RfpWTQkJnUn4VxLU8+uENYnWlaV+Vq7CReoyqC4gyV4oSymIhwmxweFxd/FE4DnmnEaJ/eovqYUoKmsxHOlDy1Dxwr7pWdFup0nhKHiqXNgpHxUN8OpIpb/vrQvS8mr5KMQehAHOZ3uDqXJ2L64Iee8BuT1Gpm1qGxMJ3elUYBL9v6aruBcraxp9lajl4ylC216BZ/PKMCiZGgrgOGysY4mKeBtqsgNaxj3DK18SZE50L3/Yx1LmfPdXH77xzeIl5Rhdiue/YPakOH8/7MU2IALQMXFA1fAwFRy4kMvzh5h0ZYvIn+e51xpDSbpW65ZGwhoosURYYEd7tyV6Gv4wBp9edhjVltc6H6nM4DbxaiHGnXGngzPtNXHqv6355CPoXOKFp3i4xcIzrc2cbnQnQPZ+nEeFowQKGVePctw9lFbNTAzQ0F1ks5XdlL8HjU2+e4oCLd5h+2T/cRYP4C5+6f3j/zPnhhy88k7nZy3xObZWl53N86/b47UcZmj7HlqlbhydffGdYPs8xqpwCle/L0rN1TtajRddYkDmHUbcXm72zlGO2MyFPyr8aOcpW3oxlV4yaXsPT6YXATfyehl3jeZT1SbhpVClNPP8Ij9vRcr1khY/oAVT6HrqLQdtHm/Zot4dovtMa9QfkhOXqH+VsSXU3FnH32PY+o4m6340Vwg19MZoIuBVlyoAwxZorDEhttVO3gLP6aWwTRJhxXXVI6w2h36QVJSa1v1FFMGzPizg746ulBB7xJ9QUhuH4rbewn3aBk2WoVPG/+mJL0nkZnUrQ7RZRmLxbEWrDfrUIe84D3C4db+hp3LQnae/ERUUxnsDWqlpatsCc5dBxDeAlhqzuueee4fvf/6vhgU88kMMqPjjDoerMA9kLEUa+nDxx13D6/f0Y3INZwbyf4Su/NRpjCu+8i9ctTaMga4gaPfLHHl8O2CaPfeFOuNQLIvkp3vb89WK3XKqcKp0e3kwbr+Z+s4uRReFdYp5qBZ5eusRZr9CU+U/oytYWFJM9WPmkIc38KbDSm44ApRbMLR8xzz4rgzDeOTwbNmQMZdxLglcI7zlxH+RULhWxco0/Sc/5R40heARQGYLX8l7ge6yWgzy2DJd2aizLkLrQzIanC7xiQGnYWA+EE9cO4jLXUvIE2i5Xpm+bz6S6gdWv5TZPSFwpGPCUfPccCTlx0JlytnLhkj0u3q1ztIwzPO3IyBE+SD5P489emrz2SyJXnKuH/5pM825jow4N8UlnL6SeeoPFQimxoeyAMry23QU88RKOv2H+6aQw/PUlmbchozzaI4WP8lM9Qvml10fe5M8cBje9W2nBuC6wrW3jCj1HcFyR38Szviijbj3yqEMiYmgdOpZ/9HCRmY0ryIuLq2jELZB3D6Rw/cQixzMu82WfD3n+YOXCsPeNncPdt94+/Ndf/PzwAXx9htGpl994mw8FLA+H2QZ34rabh1eZ7+0fjHcR1DpTNauE0yrkmVX/9GBdbcyFYWQk1y0+yJVz3cpserDQiVdc30/b7xlmBy687mUMZMpaRiaiZdbKvNBsupLix3KTKjQat4+F4I8MXPVa2bLcu7bajoiSv+1CZCVMLb5uB3Adv9KvypflZLmW3sgcLOVc3tzRcenNtnSE932qDyqZWR1Hh6h+RG7meKIiZZi4VaZeKY1YYYUCyU8lrspQVU/WdNQ5E9XK15xV3nRmEBBrJWzhpj0zymCaKNQsMKFSOix7kJb8mXN8JoxW7GoYcXWBuGDo3ffepeK1BVEtjY9763n37mpGF1m5mthep0O/LrxyZaSGTuOyh8VCrhr+9EMPoTzm2dd6x3A3w8G2tj3z19XExlF5nzx5kjv1FwVpD9dvu96oUyBtFVop7f5ZmasEugqc8bnnIUOmSgol5Jzb+MFih7NAlFOXLPvAXE2JQrSMsL37/pnhLB94uMhiEbfJCF6GH6FUiwBnvtJQA40KUUXqPkl7IxpVqXBrhEfaOc9m2buymAH3pK+RcLFStXxLqJPZlpbU9XyZji56HvwUeYxRhtUhxHNvHb9164knRuVVUcQp+x6c4TSIJ3JlBTVxzKs/e49y1MaoiwZNSirNIP/Fc1ltzpHFOmCc/BBiaFfAZjA+ENnpNtY1nQzaxhnXOVpHVpxauPnmW1In3nvzYkY1nDfW6IR+uvXZBwuebOeBmaKVbss4Q+GpdPrhWf8tVRSHBDdXHC640bC2sN4gstGnUdUg8lANLuqF9cDeqAY201PIO0JffvDf0QO3/aSBIk7SvYJ/FlNJE7KThi7G16FX4VR0rvzeYHHZOidiLbi62REW6uLCmo3ilWHHMjJHvbu8Y3U4t+PS8PQbF4cX3uLj8RyEcffRg8P9d9wyPPHqqWEfhnaRU53e/+A9zjO/lDUUjgy4Z9btPfPU12zhgebemy3emQ/LvPITIwGDZSU+Ke8oQ3jsCIsBySN1aOqEF1j5//+Ti4xVxpKtkj0z+/u7rbJXmII5j113RSdt4fPHSVU8Ww1p90slugayHme74MU5hr102ejf+GD9S1uYBLtiSJ1EKgShbZ44VGVjJu2Z+KCcGtyMKBGWdutxgwjhanUdSRMzv9HDx/Irc1xpnrjnzuF1Pu7sKVFrHAZQw6UhZ7w4z/eTH/+EjevfiNIxQGPNWFVqQZaQQ7D4TaEUOsGpLSOaMV8yeT/DdS88+xyb5t/O/lb3ja6yktjDzt1ucNNNR6jwYOP/lluOBUnnncaGmoR+4VhHekt1kAMg0GCUy8wD9aF7tEcUlXTpOm0h1Aj8hx8C8OxF3ZWK3PiVXqYtb5SAw3kOy5q2JqCEgZKzhY6fKFSQh1COe1He4Qm0Xu3gFcN7nCs/nKfn7geyHTKdhw/2QLBvKXcVtArFvItXA6ailGYPijBchZnDs7g7/GYPB2iyYhmZMoYA2tYsXNLL6VEqYw0eSjijA+n1NNwaUtLz6D8/km6vLwcggMl5URfg2Iu11ymLtAf2sIRdcGyXvCtdaRzAK2F6/69bHMNls0YULsI7Gxa8wyt/hoa3xK137ih/qCak1SPmWGvIX/zbuxi40Ec6lF+lYbq6Os7Rj5bvokXh5+du5tvDbzPFsESmaiSBGkZDSrlSd2dhojSP9aowRfKlm7yHfMOb/Jv/LncpLyRH/hqzOBVi2gXguAqPEZTBFiW9kvoCGLlFDmSs87Hp9VK+2EjKBf6RmOcvp2DERRlsMMQdxcrQsmFzCh7x3RrkFq3F9IIxuIv0ZoFZYPGUQ9Ee9+iws5/x2+mQ8yp4OE1uwxXM+J27eHZ46w1O2Nq9f7jvzuPokR3Db3/7RM3JOj/rHn16shrt7Je1F4us57hO6YK3DtPnXW7APHVLSlkSIV9OZETARjDvNsLakyF5HmUkzCdOu5v9EXYM0xdeUVa6HtdnZa4c/Evq+AEWmBZUseoq7CxOxbzWNSLT8rQVJmsa8LS8Z440JANn/e9y31OWJkWsUyzXDCvJSbSRDx1GPD2/aJwAeYws3sBS/sYODyqGj/XrGOBmwgu/snU9J+wIwUPxavSpsCm+q5ARPyxRnqFPQnHtw++VXbOsq0CyEKDmF//iYotLRhny0d9IoxOmcXv06zi9d096LzyPrz2OlXR0Fapw2kNevrTG1pgTw//zw8eGffv2DO+/8WH1lEb4elDB/+Vf/eXwrUe/lVK1wsaABB0CoAGiEqp8d6C0bsRpqG5j3vQTDz6YNM23Q4po3FRwT4FBpYNbVVyu58R8hk8t89ULmwqowjErzCrNhqTFqa0V0K7hBGEENvlwiJaeDOlqwLLIiHuUPihKWSs8pSLt+5oWS7Va+WLoURyurLRHPhLfku+3KBMaCW7x2Vg/HYPhCvNdHBi/BwOtrHShMk5fCCY+1G1a/uKooWXmZkmvzuoVWl6Q/1ZxKJas0l1g4Y/GsL7SolEtI6qhkfcaVudNswCM9DVino6kodVPZaBfGjry0eEo8h46tSQaMvkefgAHDalmgLmSV5LkmuXJzFzxGFgVp67uvhMmkGGmEWsZEC414Geayp2yOOVTh7qRu+mYjMdUum5gD4vxnMv3g+frDJ2q3B1tUa7dVtNHiIq0ynfyC466J4SckUcfoc8HjWp35lSaVWnyoy6zcPNS+TGweAF4q282jnxWNpUCNAN5SENMGh2oJly/DM9FgconcAEfOHiprLv4KYrfd1uWlJ9Gby6GGPl3ekdDi2HcoPG0gcHdwPhm3/cy8uDRrYQ75HGRKu/WHw+HsT7Z0HVx0xojNVdoATpsvAE/CciKfudmKXx+3KlbniiWBhP+js9ktEPWwEdlwHyqDVJYvpMB/2JMkUvT9MQ7Xf+mccqj8TchZNZppu7kcYK7x3Xu8msKO32+TrQ/aFBkVZot24Z5Klc9McNm0tR9t7/3etPxbYUqmcb3WgBbI1zjPTQjg53y6FLz0X7XiEZ40yfbACz6fUldDgVoRs6CVsGk0jU2RMitFQnzXj2UeEwvWexEZYhfwY2PcqAJWFq6BARvi2+vrly7GxipKSWlAb2PTed7UTBZIDT/dsBlQC8E9adkPvXk72IUzl+g90WFcZVyFt6ozGUiGsAeh0NJu5nvulbpiE/n6st+fOJYEOCJ8HBXsctoFctWVzhIb1PY7EXaa+WlC0pQ2hjtxmpwMseWOc+ah1u2Fw9NpeubIOuxRboqLUoyZWppqtgEEzf8bCMM+jv07IEHLmRyuDQKQ9iKkafwGMW4jzN75+2FpKxqlbBHAOZjy9CQNIjh0HrOYe5FGhKJJ+8bn1wPl32sGND0LlGmfgXGHrCLihzqdQQgc6cxnFALvhzfR1gMLMwN/+yDRiPDyxlri3bm+UaXMBKGUOnIR+alLRJb5SmIhiF8th7grsAjVyRvQs1L5snx1d9hUKddpEtnBY2/5etPmdOPZ9Puw94BbhdlJcVp/EmAWetF7CEQrlWwkXP06OGsfr/kZ9yoWxpat6BdZkGUDZFSbpUerJdLI9Y0PmPITEmZMIzymfJLeHlFmLm6aojTOOQ5GDJGCjjEisnFT8aTl1nMpK6Bhxl6JR3Z5EEWzp77BaKkbgUSJ4FXKOMc2mHv1vImz3RvU3fNq6MeyoJbhMoI0hxiwdTcGrqJXugce3CJxJ0fW4Y2aKCtY3xXOG1KGVO3SMvly8sx3mtMDzlkLC4/z+nWHiwtRPJD9kGTMl20DPMDLjJHsDzikjKmDpur7ipnhMuLlHvVRxvBSmaVufk2DmF1q3zhU7jwJ350zwR3ZB74kplKM3Ufj1Hf4G35dCeOG3HXg+ooxjSC0IQsRVz0SMl6eVx9rVpytf8mn+iZqr+UfIJKuuAFaSBFm8B/35fwVZ6RRPEYrue9/KzLpROUmWmY4f6mHG5USLuyjFvMkE1EXILxJFBFEGXLraI3lrdIVlddz2ILjR9Szb0EIh5JTC+h/BW7IqABaN6EVQXUs4hTKI1jJsyMw9suJDp69NBwFuUulD2kaUupM+f0+6fZg7oynOV4QzO7wvyVK5JBk8qQFY68eCTbLlcTm+wNuvCnR+CusJkzvRwWy0t77yiNoyIjN6k4KlkXNF22IuOuULFV+pdREGMPlQo/8r/FtbLOOJ8UW4XyebOTlK4HxgohoXG99Oqtt9pa4LY3easSdzXnWVZnmrANmPoCT0fcOQHlkmQGoNkhZId+NaB+oGAn3zB1QEAFrF8WINEbdd+pBsteqQuP0isFkZyznNNrJVxadBnurSSAUKkz5EdQ9SICgrIu2U7vtrwSP9th6Lk4Tx5iobc3lOSHrjdEfVaJOnzX5VQlZ5o2AGMfpNI8V1TeoEPF2v5mDUmxlRNmk7N8x7yBrz0HpgEnz8BZFjexAv/W224dnj/DN4pR2yvIlA3LOiaRWBgUc1/9SUmbmloCGq0+zJTFZtmQN5FfwG0nb6I5ZcFIir08/syrq+NFG9TwRnodbRG/ZSguVx3LY/fJqws2MiQAneKXmRjp8AsD7Nz3HPtmVXDKRg6igUR5Iw6/hesUhEY4C5aMz8Io9+t6lvLCPM+Ez7kOghX7qXsmkYxID4kyDbTGHC3CQADvGlr0xQINLHuWHjWZ86M9hET2KDMexqGAk1Fp5im8VuVZT7ssuIBvVM7EsEErb7RJcCJwKefQI7IEZBW2j5qZyJzhBEdcedTJb6Vw5qqxnxSCL0CV2AyIJ6jt4RK81cmTOIE6YPP6iJv5TgNgS7wplUFhVhuuhPHSedazZP47bHuavV6F8CoIZKT8ej26Ospmn01v48v4sIXXM39lalZ/pnTUMz3aydCpDFeKuMeYUBiV0cpt+YEw4mSZWxiGdW7w2AuteeUWI2uCkwK1grSYClEUffAJBxrClfek4bN/VObLfI7rZuZAX2LVoCfkuN9NZxKJY6Xl2ZNyXn7x5eEgpzVRTRJWSk/kCmdEnI3pDA/xfYBeoKGp8W8kW/wdwOgm0PJXC8fwjJN/PPDrcUMT8DmEn4Uqq1RgFeEaefaQCzOpos5iNDPcnEPlVRbVmqv8m7dGXOAKPkOj5KhcESC8/E7rOAHF+zEbjX7T93ABz1F2C06Gwxum6c38+6dR3Muw5UVGCtyjqXJ1iE8xKiXKPCL4+M+Qb82bsv8TBWePxB6Ih8zn7AaU0xwEqhfDA8o/vZYkbPmgFFu27HXDrJST5ej8sjRFioBRTmpuGl4Dy+B0hUl1ai/D3CyOsQcdh+J0lCKtYhIxb0Eug1Aymoy40hrpUZnPKnvgybtpCqVSM74KlMexjBwi5CVoVMTSm944eEik/HPdfEm+iBcI6WmusQI89GgxsruR/4Pswb71tmPDi88zd+lcIvB+z3i3e0+tx9Ck2cP+RolpcGPAwhP8IhaFuWTGxGZyWEnDZ7fDSArl1ShLkKdE6WJ8CAkOGzZ4p4GMnBsvvX1okY7eUJBvlqtlXwZXXBgs865OsLetbGkwDUov1TKwRiNjyBELj5NH8ylQ9ugCb0NrjZ7w2ioLyNhytEDjzsbcAvrD3Fb2zRNpWUYufKJezlknyb+9lx3gNFlSBG89+4Upp5FSrwlxpVMtCOMuLjKb8oOc5A8M5gVPMMFH0nKbl9vjLoNLfhULCScstEmPv+rPVB2GD/JFPNkaCbbuxBn9aXgo7lchrCP8FfoESGdAO4LpfTSwMxyAX+3MzsQJYhrWZd1IyjUTKqBOceLj1euqOHTS7uinct2JTh0Eb8rAu+KqXLa0vPVncYRv4upx2rNhHS5hlFPFpeSUv8Dz3PAFdvJcDW4p/2jHgRX1VRryo0S1KqZo+erdJ7nHL8LCo4DkLls+kk7jrkGtEFO8hBUmA8TQCl3KxWtGfFIQ4ycUNJhhQyLQBslJfPDyYPu777hzePwXv+GTYbtZVMO3VhOrLgqFDFGQH3vsR8Of/ss/M2p6vrXlZGP45c9/Onz9698gAsqJiqWhsSeUCrUJ2wwxOY7rFRSUgfSeHzS7xcVne9lrHD+0wsKKKBvpJ0Alo5Eo5SYPbdBY2eALmZA+F1RpYlSIcZPMJSSRu2eD6bCJQCLAFJ2lHPTuMaIwUs6mMnPyzB41R3DMPCdPgW1ldNMBTraCX37RyCE9FyhlLhVlpgS5eGkBS6qf/KB/mh5t0FGRTTn0+EyBmYuir55S3PiFdy0s5Qo2v56joksjhXd7ySaizGThF2EOK9YcmFhd1kd6KCpMEI2CmtNVvvTR8PmTABV+OStXk0F5iSc+KdcKn1bCJB6Yxh7wlotxjVFt7yaCK9wkWa8V+DGuGnwXe+2E7p3cb7n1NpQyvNZG4Jx6kEc7kGv1psnYj9XPF/PThDDhzVbqWYFV2EJVZGXOem3kWWElWINWzriVoTSKeJVnhRNjLy0tw5mzJTRyAM+NplJTmQab2tqy8J265D5cxIxMcLE8+Fk/7CVTgVOmTr2AgGdKm324mEKeGR0Bh1v87NHmFCqGjy2XMQnwgwo+sDhO/viuACJPfgChFjtVPjTIrt53egUIWGIOSZderhCuDzCL0itcjsPkLn8jTTz7JBttaS6pM8i8cp544Z+yRThAgvvYG8tQl3dPUOuuRgPkVZPJFqCM6ZTy/ixN5dn1i4R1WU5KBHfcvktov7Xn8tnm2uNN4ao867pNFLyM1agKQI10ImnK3D+Ekxh+xbOibNTh29Jj7gouDazO4y2wi3MbpVg7YoXQlEQuG1Tuoyt8BCsEVhCHbPTsARSNEqPDv8cUtxWmvC1Yn4nTiKqMFI5ZS4I4GEvhOm3CMyg23HvPXZzKs5BDKfyoM5If3JXRyFyU/89+9rPhX//Fn9PChxZOsznPcKd7Xp9//kWOR/wKSoovzFAlHTrM1g41FWREqXfig7nI9fEC8zhZxUv+bPVmHhJ/K6HKwirn0X6pM0bABZWXKHIegFP9W7vCb9Mk2Ba835M9wuHo9Sk7o8wErlp7s3dSNFbhqqpfqcWYJSu8b3alBClXEhS3LfTiW/WGNkNP3iizKCdovYnVrjft30M8hvNQflVy9IajHKuci4kVIo3+zLU/jWscd1gBoQ4PAsMzPuFj5CA8rvcsOAnrMKjIhcPr0l0H12ts5aAstXdUBrQ8lOLqTTvfK6OTpDLIg0PaayhYZUzlHXlWaUFPyWzlT2Wp85Z0SVvajZceffMXRqOmcwGPsN2VHFccAogLDZGJDnHjd+eBlRG/T3vLLTdni9gHb3G4Aijr0BA4SXaTjyI6tJrnUrhV3tIk6+TJSGtevOC4KdXRA6P8VtD0Gr410az6DR9A3HkVVKQlKRpUe/v29JybjYiDO+ZKnpkmvVbjWp5aKqdY5ulVy2uNag7a8WALZD0ySBzr0kaOgCU+MqI/CEjPO+UETvPr4SNRc5E/E6P+0wq2sb0ATQCRFh1oHiEP+SG+9JAfGwyM/WRKQ/oAAUAZ0aTp8IOmrHUAl3/r0J1Q8GY0xkIy74jtQvwSsS5Z40KskMEFGmv0RDpMDQ4SL70t3uBeazNxJx++62ayRtpN1m32isFf1RdHD4S10aJvxTVYzHmPbAgUz20u2wUYiR//uhlE88DPMtaZyvWdNGkH/jguJZYy4QmeWH/yfenwBxp6FrjL49QZC+sjHPP6nbkglSU9UhYyJFmYAsyIiwcMrAUdAVBoJs65CRXNaFhlJbAZ1su9mGbhVlKEKeQR5CLeDFQGrRjGVxB4NuNUmqOHWQDC6Un7ONlnXGY+KdRadLAxvPDKS1FG7td0SfgljORbb74VaqsnRf6o8Gf5OLs4p1sguiAoL93J1OxVhB57T7KEzgP1TEXgiTgcpMHzBXqybvlxdaxfHNnFMJ/7ZGvBFNtjzp4b3nzz7eFTn/zU8FtWjN5xxx355u3BQwdy5OIZDrl48BMP9mRzr+EpiYHv+sCLsej0U5nE4S9jVTAoACu891pQ5GKj/Rl27EKSngKwFkaGZxoOvWZSFc9cQEX6ptXKDED5IL6uHAVUNjpFVn/lJf42QsJUZcReqNuMKkxFt8IQngjjw0UDrCzIY/eQZpuOWhIjL72OCOiXnga9O3sRUdDAQFHosixTISirvuimlIhyTDmSrmckJ09VCwQMvRDX6IaPLa8m73MMrA0VK2H4HKZVPLGZZ/nSfHw3vTSuAM279QPXyy8YzEOL0+95bYiMZxPYXu0+VnzvYSj/Znq173kGN/RmWgKaxh5Mw2WcSK3dXMqghuRIuwlSTysUj4Jf9JoVqr3ADVtH2pRgpy3eyiMPRtKFPzYIcfKV9zwTnjrt0G4E0SjQxrPlFSjSS3lydxrX+U5N8ronSynfOZ1O2aVMDMsd2XBKAp1ieotYTXWSMrQISQsYbacsihboEk4ZkzvQlnIjDQ1TDDm8MNU5GuLK8Q5HD8bRAeiUn4abT5ylo1/YanoY/wxtm2s8lYG+O8DuKr7NgUueFZp2h18NUetHhy8dzvK0qKohqLGVAPEUSuuaPKv6x7OJEVjB5CvpkR/FXUQ9cfhmrkwnKMXJ+1ZX+YJNPSBAvvELEXhY5nEdqmgeRSn8azhCSAP3ZrkA6M+WiSerkUsC5Jt35U+dYt3yHQdsozokpJdMkHooscyTcoYLH3MXY7nkmfC668tP3Pn5xnMv655mi3utG23ecoXDCl4kBjd8CWusGAr+iJRMafgSiURTq6SDZ5Smw3udKFuCYuxE25I1kylEEwG3Bz6IT9mXWcLODC2MBEd999EhMSrL3oPDET5ofppvT1aF7Lmou+VqGhrVi3wk/oqnyOM8GOIAB154oIQ0m5at1OwnhYbKbcEmwjYXK3dWShJXuu0Jn+VLIh5qfpmhV3Pr+cTPPPcsi7ZuKZQo8jUWY50/D738rbDw4nOf//zwve/9n/merErWwwf2ciTcyRMnwFBCMCYfkiwMH6SZR1vDDs0imJACHTRwUFB+ZEAD7xCaQ+Ku4o2Bb8jk8SbXhTyVrIeYQK8U3W92T0ireMvM7V50qw68cG52ByfyuP2k5MM4lifli1zUkCFlrF5DDqTfs3lXONkocORb42WFt+eQOV32nppeVq2i4ISLw9M0M5eNRxa0VEiUZVYJmy7ypYExO/JVxZN9vY0/owzDRFlg72eOeejSPOBtOiJ0ScjExQDkHZqSx1mgZWKK3lRuSUdamhHpkC03/TV5zUsI3ho6gpGfMrQehLKbLyvde+Lk8MTf/QrZqGkQj7lchb87xAPbHEZVDhwJGFmIINXqfxVZiAzeralqfHpeTHfqrD/6mMcy2BPpJVqH7zJo8YpOme9hIagYVhwLAYYX33y1YVxxYtKasi3jaPkuUQ/UXfYQNREO+2pcjceBXviDBJnLAjuVuYUt3qSLXAAPZSkn65dDzZYeg8DgsUdfGkvjbUyP6nSIWHkyRctXWRFdwvULIhMxHeHBL05grJcOGxOjk8ITJDq6Qv0QaxgAHuPqwxgO93JJJ3Wq/MrYE5ZXdVvBmZYnuPkaNN79pefsXaL5H1VOxxfvQsJVyuX81FVDrvRP95cn5YQ1FrSkIDuEeEtmbMSUk7tFY6XacRgaarnbKGjZ0yuuMPm6OYa4GpABI8AYsaJPrzA0dXSCyffxJxqZ7q+5gu9v178vdsYkPk3WzG8pTDBMGq0MCqNtuqRjodmjTS9EYdTBJgLzQ5g7MZEzSlD/NbUrd4dpsz/Mu4Knn5JlfDC5N66GV0iDxQ+Ys8BkjgUca/gtn7043M4Zpi/zPc4wHwXsXGtRYoXjD+LXMABvvv5GWvup1BQs+jXKXOXv6TLmsc5oRTCgR5oVkdASjJsv9iKcH7QnZQvZ84h/97vfDZ966FMsRuELPmwX+oDTk+69+8Tw/HMvDl/+8peHHz32g+GRRx4RffaqpldG/Ee/+U/AI98G8nN7UnVuWaOZrSRNQFVSLuIxPeFVFn7QQEG3p9qVVi2Kkl6p5wpsFAl8M5+6UppVrvJeZw/LBkSPB8L4b3cxRuqSINTcdxi6f/rZZ4a7776b7+qe5aD7w8Ndx+9k7pzeqRv/6bEmjoYoigal1+bOlujpmzc/f2aSGrNxsdKYuHmun14acA2lhjqHxHsGLfRnlacyxE/5qaqnIa42rzyycDPc3fJtjrHm4IPCDVaZ4uGQZM3VIkdElub69m2Vk1FmjnTAHyWOp2n7i6w1oOS9aT1pmbopXPfvlG8B7cG5G890PLjDE7Dc/3yYj8F7BvIqp5f5iUsX+e2gwTPPqRBKec9fJV8AAEAASURBVAyJcXg2DeniNfzxTRLTY5d+GREokxOywcO/rU4ccWGm/Dat8nT+Vm/TpoYnrAybMaz73i2W4rXP8UqAVOpPnU3ZYTgJxCejWPIyozVuY8JX2ml2Why8E5aiIQ4ytYDxsrdr3bFnmt5pY7BJZa5VmTF/VlIcJdnwoX/0V19oGIgXrYfOQiOSC/wib0YCrjnjW0ZxRveRuPqnznPfQb668WvRqFtwjIxWTzFMbYaKFfkdH8CRtb7q2Xeo1cXfejbmrxoa/ZjWDmMMuWmeQyV1qDvfjT/eSTfPBdnBAuM02uiINBr80bPw1NB0eY49zwkM3K00I9tKR9mGagiQvvRIx4QHk+ibHrfC9TjRC8jBNLyHqdRS/JSlftLb79KrHvj7uMV1hkNSOcJEhQalbGJglfXKlswMQXimBQeMhkogT2lxyE8BLb8iND2nwBuXoVbCJTgtNuKrMJ1rM8yfGetzb1ZMFwblSypJCxykob/DIGvri8NhhlmXMEjHjh1B2Z8GhxRLcN28qjR/+atfDN/5zp9hrudzWH+Hs/L2Z+dZ/V7sbnoHFmiXHZ+7c3GNytqvtGwsF9M1mLfdftvw0589HuN48OCR7F289957h527+WzXrcdT0b/1zUdJyz2jS1nda8Uscos33cB4X2SRhL25HM5gb5RhpxwnqAGwAvKX1jYIQis0ymsp0t9CCW4rDv4qJl0JN2F6BkfxXR6soZRtqGi89tI72rNnV+JMsp/37S77Dx4YPmQL1eGbjw17+KrRqddfT+9c2vzUXYw4EemfJv87OIZygWHf+FOpYgDNCzDpNfIsrdK1qVesDPoHoGGOJPjsAq40EsBlfMs8887mm5qDd5wyrmJW8QrX86Yq8yMNtvAzt6kcq3xEjvOu3PX3eLaLw48pD0DF339TmBpiFqpSFEbX8fX3aZwbeTaeK8SdlvBEr4N8E/kon8575YMzkYUrHCO464qfkyPfnODlkHnxg/SRP2Vgq6sc61vyvTXc9073LKxiwaIYO+mCvTjkFN6V3DU5NGm12cQJXzqgjEoJgiUdDFF+irIN/TKylKHliF/8ubuKl8UmvJdhdStOzA75pCZVPDHy76KnlD51V5ehUwLQTLyBA32j6/WlG+EYvlEOgLccQwMjCOGl+mGWX4LIV1DlUs+kjBwH3vjNBVeUDSECjvF8SBeHu3JYAcaUjUbpWHpHMnLmNidpJTQ/+LCTCfviqnTx1NJQn1cZVFodo2/ZItfS8d3fmKDh4oHDlp8lLID4uks6+IeXFEjAEpgcAF4y4jbHpEVYjW0FG2k1uCTcsf6x7jMe9RTNbfiQfH48ohZjJImu2GWlJoIWoYIrFsaazHSIAl5WhbCVXwwiRhlOFLxbbzTScDUCobimBUFcVHiUOOazrYhEsRPnimcFY1AjFCRwmSHefixgpQUS09eQ55FnCucyFeqmwwdpsS+gYPYP7777foRFmBSzUmilo9f48588Pnz3z/5Veq3pKcqkJpUKmBHEepF9uR7Hlvim5c8X8MRh4PVViTinY9wMg2Ocvvud7ySvETJwayjX+OrHAsOegREB+TC/iyhne8UmvQ/D5DYNibB34rCiysJGh8JZSlpBhkLSDN2E25O1GoVIYje1EiVGUAjP8DZ8WJOv9LRNx48tyBpPFdLv/IVz+aC7nxjLiABlNRzia0UchKAyuxHnqU0HDxwc3nv39HDrLbek7N0q5Dd3NWr2Ps2rqOWZBnYeQ2tPNz1FFJxKWmdjxyHPGEzi+mzZ6KqXyV0e5QADJIHnXXysncD8OozwKVsfcCkr5Rm+Opcur+foxabnJnEBQmEyWmI5+Zm3KF6ejSv/R2ceeAl+mGn08X2UHtFUphJXZSaNxuOeuBOUCfh9LiYOn3ZgSA/xhSc/3fjiM8+YBRjON2o58WjnLhskGgEabfAr9UolXOQAWHJt8sYLbaUN9NrkellMPVvRkXN7yqVHyiBUBsUnN2vGbxbTxpHlFTmjTmg4pcWGl/4arYQRP/UA4lzkZqOyFlkRF8yOjpCtPCvb9mRltWsy9M3hErxLnZSAPXlMtU6awpkL7vIpBhfjTXqWnYYvdc/wBpei5DX74tV5PT53w4Q0bhlxXtp7HqA1NYsku3EULgaWuPoVWUCFyM5hYlenNWjUs+WA4zE440EZ87JYDI1PjRCW/CdN89Ri54YwQMHUp+Lhl7yQr7pPQUwRrhKQ6SsoEEZIWS82ZSwLTUkPIOgXQhmU5NJxwns6lp7iol9BZFdt60UY78rQVl4qYzlVSxh//nVFAoprucACnwl/gXjMTf3QcKUBEZz6zfyNVp29SrNi3th18QpDb6aWHmSQ0gsxETJSAz4aSZ6zcq4lSmlJlAWYShVDqyFA6OJXcPjwai9UHAz78vOcX4nX0KYXRa/WoePq0RZOAIK/GEDuLIHukOQ0CBAkT3Q6dGDf4Hde3a+pEFlmM7c+/PrXf4cuovAdFpercmuLUOVUJnz9sHR9nQUwC3ziatiIljM9Tnubzk2WcFIRRmBwUznsGSsce+jVel9i3lLl4WHwGTFQHEOHWWs84osnzj+7cl/FAmAEzsVCzrcqvRrtBXtf5ESF7b5J8+xxht7l7SqH/atOXIRFaAyT8W5iaNEP1bvH8vDiYfIBTfx2MATtF2DsHZnuLnqc6VlO8n69R4+wfPCBB4bnnnthOMHw8X4aPmcZQvZTf+Y9ZUz5Zp6olasNEo0xOQKGq4rfigPl3j3HWhpsHMinVDQNLHyQNX1FduZaYY08BENghXcB1XaVLotVkAWHEt0isWsHR04mnrJbCk1cXe14MEJ6vymPKpIpL5wCKSNmeaHGo4EbBPgN05kz3Whkfe44E/L7X+SBRzH6kY3jLKrzGELXCthYdqRmfcM8qhThNb1264JO49H948FFI1dyKUzB9TDvPT/KYhwa3XqRvODFG+LvPKiru5kGsAwts5QdNMAmG19yK3e8cta07zZ+xABfynhqFqUpwDnL2WqmDIhfQx3DazzokaSKCy6ihBZos7EN4aNeyPY2kAprnMhXZMCyUm5Cpo84AdRfPpfzsWc/jQfTlr3hFwSSlkQX3oqTa8OhdJHZrLHoaM1iaDE6z7NhSnNCXsa4eQU9xBU7iZDYTQWFkAJqV/FKf0l1IbKuVEqmBW9S7uIpF1rac41AgLeidpBkM3xJXqvGCBsDGSj9+GvtEPmh/MSu8By9B5ydMHv0NoQ01aENudKw6uO7LG1MHtP/T/mQOrAlv6ZX/uYqL15v2C3mazLEDBOooNUzRbg0mmaTXNoq8R7FQkWKIuO9M86S9BQVvxNJxDLMMk0OgcceWIbljNMUmr2zBYXYdMCfni09WtPxr3JTmUsGW5Y0+OvMy6yzcvBmtjWcvfQ6B6zTQ1KBBiZsaDjmhw/PfJjVxiLU4EScSDerW1EALibRGFy8eH44wLaVSp9yLUgfRtfp2MP+XecVdc6LRtFY8alA9laNMyqlQLVK7FBq3hXcyqseyFmMt8pDYyA++eQw6Br53IA+G0Iq/TeZlzYdDatN14OcDPQ2HzqwvnnQup/qO0BPeQ/bPvwaifmTJg2rPR552w2Vvc7qPZTisZomL8DciFPBWCEOMXy8xojAebZOHb3p8PAWq1+PMldtQ+DCxXMYdz43puojX6bnc50G5YrhSrvSK5ilGP5ap5fyIA1df7anqzJyKN678unZxJaZPBIuskcceavTiMTQISfJowoYV5hNF/lBHgS3tEZaAYhEilPN0mhJXA2tDzjhszDIdJJoS6cCRxhTMI2Cifff6yIet6toaI8xdHyI1fPvvvU2PTt6BfDF1e47aQxVCw75x9/0Vd6RoUnqs2E/c9UY13p4giljGepvcWoqIyFckFdocTpnZ6sHnv7l9qluaC0by1uOaiTDM6MTLw0aanB6r5YD4TG9iItwhuuUnzQWyEBGN0jXjoEL54JPGsGfBgBPLo4yxazaFweZCAfMYn71wHlaoicbvpsOeobHpE0aylMawdbPQBC9Gbn0RuMHLdBt3Sd6nhtoR5v0u1+/hz4uoYSILmJsb2NaHbbuJbub/YxRaaufwzvKoda2FDY5o4sYt8g5Q1oeSXBzyoZOH3Fq7PTTAM9cuBxbIFStkeAJXMlHA/SzhxnVw18dJi4Xy4rLDtgCMopneJa44YPD8ZaBuOpZI14dppIb05z9ZlT51PVE9/U9/mTcx7yXVz0n0JqJwx7le8PmQ/jE0f5JUXctcn+9gfviMsOHcUGI0bMJkkQ8fEEB45e5VJhEmIrN3qknHcV4EoZnFSh+Pkf5gUM1NKchRXBSkaxoKlwFwJawQomfRjY9nzC8MhGlBmEyRWOcdA3H7wr4ZPyxw4eGl195nf20e4Yz7JF1yERuWYjlfHDB0pvDbcdvZw+ueVP4Fofnnn1xuLB8YfjCFx7BCDHEyupX82cPLT36jiLsHxFGIP202s4d0QDBb61SUNNKC/+mhTIi4sE2G4489d5DChKvCxfOGyJ3EubCJ/fU+mm99997zyjDww9/mgVHBbeTXoy9mWWMqT2/HfQCD+47lPy7+leaDsMLPw8XrhFfnBQz+UcpwnfF2EqwzKIly9NyVsF4lrTH+00rX4jb5iLMbmg8evTo8MQTT8DPL6QhoL/Kz8+57YK2GDr8okAd7lOZ5r2EPxkk9ylnZE56gG7l3+QQWktOVGTmhdN76N2ocJ33NV9JF/kKbmDKkWmeoyyUD/jgtjDhCYEX9pJsXVd60pKpDeROPDr5n4alD7gyDOLi5x9w/Wd4lS9yYLoah5bfVp0F+YM4G10ujHM6wKmImzmO8Z1TbyavKjYN7eUdV3ISl0OxSqY5Mhe5V/bGOpP8WpHsNQlHnLE+wW/Vrq54KA57RPADOHnq+dS72mElfoR+Cd7GCCJvxrGXK0LAMwQsf/wZlgVLhKd3qx+/7J+2vPgruyae4qdG3IzEqPpI2dhgkirnbXXVsKsys2VRjQtwG4/wroRTwEao6KnL+qnFjOOT/+JT7nRJC0QmJb4s3Il/yVoSCKThItZB6DYu8eV5yBZWGvn51KJKR71X+lM0fmrQP8MXZZT/lpfJ8e4wt2E6pb5TI+5p48nwbmi9Cyd09zO8nPVHXJTLKFXKF9Dk1RXV6nX1/2UXzwrJ3LkjKTZ+tB3KDtrcGO1Psv3TvzWYm49y4JRBGmJkpDSpcNs4vMdyJTiNbsuy+atzk8Q2UfWSmqkznk6clb+CCb7mPxrizVETz8viKh9GjsIxcRJwztbhFedF+x5GN4vXAhx6p4Q5RJkeqCR5Co3GtBnDKjg5AcMoXI/b0xA4DJdzay10cchOngHhTjGg5C8x7JlCkhLoKcMlTRZQyAsTnEObYzLGCunJOIf2841aDG0JksJKOLjNjzvPf/jDvx3+/N/920qL+b2NyweGN08xV0cvbx2jq0BqZM3TBvhSFSQMV4fl57EujZEpSBlPhvucb2pcoIzL8CjzoHv27DMzKNqFfM82+bDyAvHmW28OF85e4MABeprAnDr1Bttjqqd8O/Ody8xZOhqwy2FY8rwC3++9914ZVooJ+h1Gu+ng4aQqTVGUeWsX6JUOeWiYefSnIg2v4bs9RMtQI7CXtEo5TZH0Z6mm3JoSVtylReG/i+/uPv7445kHtuesIbL3srjo0CXiAUsolRmL8EsZ2/YBRw7+4C4d7jEENPApS2Cn+YrCpkHkqlplQJehJvKYBgR44iwGHpVJZVzq40CPJs4QXqUiP/ETJnwBkvIwbWVUnKXTqd7ho5wqRWCe8oEKokujv1Rk0+ZXigFoaPC58mHsv7/rPPHuR893sPr4+PE7hmd+9VuKl7Oz2VLm7/IuRgAoC6uEh4qkoaoSlE9leaCnGicyyfpgQ9aPs8s8lZrZkQnSrWFRGZUiN0+w0h8TbB4ks5P9NMxwUDc9j5n6hfEVaIkGlo09ealTRWs0LZcYT1JR6Wd1vc/Wc97N35hX45OWBt+7lwoDV3u3zubEMN91Zpx/ckOaPvpuRvmXB/4Lg0svyvyDN3VcGACkMWTz3j+IUqWIhzikUZkJLi7CdznkWS5ucukV4KO8JbzoMTV/Pa5vyo40a5LkTcFwi6u06qpH1fMg5S155Z4FVwZvcsDOIs5CSEL/WUo+ld8IBP3ypxZMkTfe1deqFgYdeddWMMLJvfCQP3S6B4loamIDrG80qK0vxWtxgFeZC2E2sChn/8C7uMTUHnFdVe/6Cu2J5ef+5uRXxPKcsqyV8zziJwxXWcMzd3766JKud7irszS63ekNa/36uhjv/gVaVEkPxLpCWc/tGl3A8+LyxTPmOhE86zbDwlHGDs9BHmEOX856laWoZZTqxoQUcLdl7GQoTyWdHkZ6VQouhaBwQATXErfUCIcQEB2Z3I6MU9k63GUmohjBLQ2VYT3DK/lExu2fMj/FCtm99GgNlJmmUZUH2irZ4fvf//7wF//Vv4vAKqxXNs4NX/qTT7FgZzfGVjbSuKBH5Lad3S6uEUeus/tWHqZyA+RckzSGV8RZZr70cgwXQgT/X37pleHI0ZuHF55/np7j6nDopgP4O2e5xhe76DUS36HfT3/6ofQu97HPV7cHg3sTw4AWur2/MihUNmgsjQJF8LjKBWGGp5aJP0+v8r0UEDyDpxlmaxpO/xgPymYnQ44Owcq91ADRUmQ9bojZ9tI5VDy6ieHjRx/9FkXNNgTyVXP+Yi3e2LRIOWcYvCpXZIjEpCWNHGnAZdV1a0TYGzK8SnYzIcperyiGqJjtbYhL3A0d8rA5Xr0VTyEXHJXf5LnxLfO/Ld3MkTdkGeGRz0xGTXkkjjRgpMOfPEar595wVrrb5aRCtl6Nuyl/WwHau8bIldNu77n1+HF6uHtppNFoJeN+9GF1hQ/FO3yMUnfI3hGlldQr5V5lK3/tm3AHl/TbmKrSUx7Ii/khJEO+QstfXElBHTeYfdQ0VPdwcEt93pBpC2TL0RYQZxi5z832eVXxuqWl89J7zeMWn6rsSSgGBjTw2eIsvVOpS59+CEDwdCUr7rh287mpxOSlRUomHBbWafZ7z1T+JZBbDqHiLqre0wx8QPBNWhofww3BWOTu8/WcCUtVI0DQZLLKwVed3NDIkEUwb0XsezflNot82+x6KvrOUqLuSfDE+WZeO+2S0tm3GbIMrRnuMrrO1F/KMXUPaOtIi6S82IB2NDSiQ7yszUE3ZYRgZBwySoOsGrhGVqsjo5Sxh7E45+4nPuWOaw5G6gBVV+qkpxu4biwNSrBheS7YREiceoqvF+HGwBaWuPiSgYITF2VHXfoot7h8/nQqTb4k4/AhzHGVcaOGG4oSk6YBTOUAY4ZlqKxpaVEKOb7QCuLwmIpzWnFAFbkBj7Ko8UsmYLrDgJ7IY4/LE5cu+D1IaPCQHo2DBZD0k2kzJW2t5UQafuptN0NmDk1a2TLEY6ZNxHSae+WVl2kE7MTQuXoZ5bKwyjAbhTRfn5zLnlhCLl5YHvbvpgeawi0EHc12rFzjwwV/8zd/Mzzy2c8Nr71+ilj8kf6OXUsM8Z4ZPvvZzzPs+34E6+R99w3vvvPecNttt8ToOQ/psO5i5ngtu40M+3XBtDIotNWqL8W2wklYloOLmg4ePDi8+fbr6QnupHFgQ8dh2j5vGUNKWWigF3ZQVpSNfjrz0lclytM4bqXsGEanPKLsojwqePN1UlUbg+S9m/AVPL9t65ypvOhnE1vRBHXkwhGRRXqjqTzQbc80zvzy0GkvehQXZLDJQuCgVaPWDVvFLQPts/4OPefQC/IvUpWuuMNT5VPl3PKucfExvE7XW8hKV1Gy1S3X0igEsKJVfPGlvjReeTOl4CJW0vTd9Pl1OsT/Uc6SMc7ooqHGt/HBxXkeWmE9OMAKcOftL7LlzZ6XZ2571q8NsnmMnr2uHRpbMmFVcXWuW1pUX1bUKLWGOb06DK5KDXbxsw5rcIlIK0LNkLLSj+jK2g4ediFrKssl3qXNj9QrT4bXecDmiQZky9osj6RkfvNfgV71qwUzPEt0AYRK3+IAnD7rVxgquF/Nhy63MQLZSWw9+IUnKfE8F2b9E7VWxvIYYyS9PW7H3ax5e61I47UFju8TWuB1XBo+Y3LBbjKddktp5mwo+Tb1gyJe9UnQJNT3gm95Dv14xh8u9K1RQafMikdZpx5YBwu06otxRMa/WzOVseho5FTdaFH10VI/P5gOCbKYkVLrEXB+bakMpDJkztQtyCOZjX3hzdHA+nSjw8dKqhIZ5EnDLjRv4OfinTRiAH02HX8+hyBo4j3GXeDm+qhkGgTSBez4TL5DI/Gu57o+2Q5m8dyHp/GXGIhFyYirhl1lYhFlS9hKocCnRUsls+JMneViJZiHKPcX+hcFZgA4A809ISSikbUw0Ol80WZtuMh3Vj1h6BJH8KWXJiSMM4Nm2Cwy1E8rCH9+8NJqjhHZlTlCe4fGrYKaUEa+bER8cPoDVmQ67wgtKUF6gdxVfDYMnFta4n5FI+O41w0458U0SqdOncr8mF8M2suCKnvYJx+4HyWzY/j8l77AEJq95LnhyOGjpAndGAIZolFcY7+j6duD8PjAFXA4fFoLfq4M58+dZ0h9GYOKP8JsmosLO5iXZgESBssycbFT/LnbE/P0q+40Nt2olKFt5WLjKZWDOVr4bsFrwM2/CtVVyi6qmgqPFe4qp9xQUB4reYn5YmXd8rPB5YrmrBCFJhV7eqq7qSjQPIdA+ecXWDraGGaNGoUtD4gSXmk4IzdWFJxXeWgaupLLes5oCsqdWevgN2yTg1bzpJHow4VRFgBVaxne9xpr+hLhTyL5N6493OTBfDTtZzoNykiR/VJCyqu9xWp9b6FmE2kf96Xjkp6MKDE6cYBtPseO3Ty8+vRz0EY9gU82Xh2ym3PoTaPHkK7zXTZyYyitSdCY4Tpk0eqR6QEeKk/EpUFY22pkg43aDJ6RK0vcWtfqEMVAVcKoOhKDjGtgedfAmlatbi92OvSnk6fTchqf5a8UeJcQXOe3FSgyIbETR7Zw0gQN9UIkYSovCchF3J2DXfEWnMHqstDFc4ZdDQLPph5g8FZaxumkWMcB9jJxdlSsK+Q1cjuLZxYTBXrz1+ju5IukaN3Mp0JeuqrzpycouSEhD91XLz34hbyiMV9zEsQgyjl8BWFFBaZFUdStCunpe/cPj+hr5My7utaRwcgdMMreKspafW/9To+WeCWXwGvUUv4aT3SVz4TTZEce4YsGlyzmdKk822CDW5Keeto6WNLWWBqaJBQgVUZsm2nyrJwbTibwKee95zYZjLcwLTzwykh5JBmexZOgBj/iqGi59nJhtwpDSt2lzMxB5aOlw5tP9VahQsxCfav3Vu0SZAGgNCk4P6U1ESv8mZNDoa/52ThO7r7AStkPz50b3sUYXsKg5ABxhNIWuYVjYYRg8CZz8dM4DXy5hKEyjO1+VtleukTryEoNNbNcOE+0c/jxjx8fvvaNb0TYFxZ3UnDrw36GjklmOMSnxpxHWkIJqRTrYwbJ1HUv9i7/9E+/ncUetrpsWKy6qAre1Dxmqk8KQ8XstgX55OKjCxzH+BZztA9+8oHh5VdfyccONLieoLV7754M+TkEe56vFVlGVrTdrBLeQ6/1MAdjqLTuuefu5HRUTL6ZIZz5SAsubwr8FfjM9h6NKs6ysdenIXQf7W7m94RRujXWzq3Ld+meuenzxJcyttGgSLhlyIfgoNceetQ85EuXtmiTTgXX7UbysaYKqiUsnGFWXF2UD3SoZO0VdeNtGg0AOltvSHhglRONtY204OI9BsTpCp6lcYOxOBuMDrvSx4+f9JE6wTyZHm914tYMP15xppMfcVLJQjOyinwqtw7LKvfzLrDr3bcW9w91k1qlzGFbVx7v379vuPvEPcOvfvpz5BjeYmDXGAm5vIN1FuRzjvIRfgfzqOtMl6jExCBv+klp0u93qtMgJQcq4prjg4eC5z0PxKm72dtJT1kluORIDXOz7rFeancbVMp/5ILKnCHqUbam2kFCLJ/mSCsOmnQqXl3TsTzJef5SprwRDPWB8UmX0sG/YhZ6Q8bkgdNsdyVjUjmMxDtwKcP2bJzg4d202psP4aH3ePuwyZkP0imG8zyDCh3i50HfxlLKZ4bAPEwIngW0p27kpwHGn/oXOq/gyrX51A0fHtAbgWgX+VrcNMP1s77GQFIIbtuzjuX42RhU5A2Z07Bq2Dy0xlEVw9OQNow6mBXIwFuOLoxyTn2e6bJ05EjHYnZPbRpoyJMUryNbhqeB1snpeQFWnaeTtsgDspMmOviM7zojP+0ZB2iVH3c8RiNK3OgM7lnsSxxxqZ90hbfJm7iCu3A2zIHrF9moW8wXTXjoQE2sEyjTdRLRHsufa0/YjMgk4zPwLGd4tlVSzswrQBKkE5cK0HnMZRTA+UsrLKA5y/nAZ3i+hB/fxqAwFKpkijgRP6ODPkbMFGCiQ9YXWTm8tJOvmHDW8JvvvI9goTkiucQnWemQwf/X9/634dvf+RdR0ruYwxJThrqp1FHA4FQYek8FgI900mfe7KmtKEB+vACFgoiBe2548bnnh330MGwwvPvOu8PlVWAQwEce+czw1NNPM6e2J4dtOCTsVhuV2R4UnHQfv/12lBJzp0oceU8vigD/PCkqgg0/zIM0u31nhS02F/hOrPAaCQXmwgX205J/97We5Xg+e8EacI2LdO9mq1K2+ZBulCCGLD2bVl5XM0F65Gp39WwD4IoVpTU4DLXB5Ilg2QtsSYBTuckqZ/igsnVBmi1g5SQ9+85T8uW0gD3Ubsy8R7a4J4++i5Nfzjam0qdHS74yKtBGB5QZXenvkkfTSq84EmIeLMvi5wLTE0qwMGq9LKwp9Rc86W1HG8uKwm2AikRaHLoqpxzY+ES2yLdGwr6fzhSnLnVk6nGDz6buz3Q0bH5z9+jRY8Ne5szPMnxsA2eZaZlV5FMFifWl8YABhIA5VgWP9Iy0ERCrK70gJn/Sar01q/KoUqw8hG5xGd9hRwBUkI7OUHR5j5+GloM1xtEA4QuZCHGNZ+FnpdXrV8q48bn7oXKak6dQhPwkzOexrHo5JBs9AnfLNhlpfq0MI9c2rirPYhKqkWQ0flzkBfQnfFIXNqEkdGrkAguAFJlvY0+drO6oOp8LpvJgHJJtPPOh0dyQBHazV7jgSIN1RjkdozTgljtCGbEALuHky3QQZgcyWTHc6hey00cTbaDbKFeXYUOp34SNP0femD4i3BMFhVH2rOPqI+M5leHdKRdHfcyhHRO/Nb60U/1jPp2rtZyQQ/5sNOg3z9ocSMPRMMZPuTSsSBZIP979gTm2K7KBPwHhs2HQYhydfHcomVtgrMfSKqJRRrcWbmLOLsqert97SEjlpXUJQp9Q/DoId5kAU4w89VZxR6hb4ZN1YFWCKBUZ6KuZhFhPkfJD52Zrhd6UDPbuyUQXMbLnObf4rD1aDMIl/JYpRFvQMeAt0coswilHYH7PvMMSDj8vsvjiJo6gW1h4vbjWiZVzOI3R0089RWt/f9Jv3smDGQ690P8RvCxkk6vw7lf93VPPcMbxseHtd97OqtsFhGWVofAlvixyGmW3i0Uq58+fH44dOTacPn06w8z3338fJypxjCTK0VXH7gs2z1ZBBYe+R1KKEMn/lJh+DvnRO8Wg2tiXn5f4cIJ7Yz/gqz/O3XrGsAZfZ89Xg6YRNcy7W4YU8M5H4VLGpGMlUjknJXD6FaLeqBKuXNHW37wr0B5CcQl6xKvceDKRh4CI2+FsZUMYaRZGY++Qv4ZfF6NKytKs6/QZX7piwEja9xgN+OV/n7+1gtjgyGlRLb6Nid4Liv3gIl6N6Gz6Y5af7u8QWNJxwQAtcKiTpHLED23Q0WlMAGik3TRloPXB8hRP5oQYbvHgFC6pxMZJw444wmzCVSl99LXJeu/R7mOu9jDnTfvpvA/efZc6A++oV06rXHZREs7eJ6PrUIdJITwNAPghvRrCDN+h1LKnfpQTIuHMTz1BO/XRtgimNQ3CGFZ7tSBXzpx7V779uZreqZTIY6vDymUcNKQgLUx+aZz7pL//3PXT+Uwx89BVWLyhgbwkoGACC+1xm0HjJR75XTzvOSrw5NIyN3zm1WCJZ53CfwxrMJsMK0lbzKNrz10WO2k93LghEzjDxqjjg35Vp/WqEbMee3bfRAPetTAM/ok0fGzyR1hfPV2EalyAU7ejdCx7HoHRDJcMjYaWOl2GlRFJwzWg1BPrdYwvdcceq/7WWzsh6ml5LoxDyanLhEMVOqC+yuVJf1Z9R1Iin2Q3zzTgHKmsURWHoGWS9kY6azW2HOhTQdLbdVaeSVdrav5SD0104uR7ZIy79T69deSrjLRxC3hSFJPY13/sSbGQayaFkJcEjRqrHmGTOcBAbAqCu0NpRbCnE8F0MkD247fKIQUyfZ15V79W4/CwhHvEoS2bCDY4LFBbUSsMHa/Q4o5RhqrgBpfzKzJyVhkkoRTkLGvFDFs+u9p8oIWoIoEaLykQCAttYb70RxrBZWVtMDK6qk9hD53B095niY5PRl3hZK0XX3lxeOf0O7wtMEe7Z7iNL/GcYyh8L3OcB+lZOKeaFhIQ4vWLNYduOhQjIzL5s2DvFdoNdx7I1aLn2VurwdRwOBf85hunYrCk1V7oMovHNO42IGy8uI/SBVGuPrUss/0FiU1eWtqmZ+9nZZnD+NGMq86Jw4eaE67h5GUaPcIc87u4KMnNzlKZyEzjkT3K08z3e0hFN/LGixInD/J2J7S5ApXqRECVrelE7uBBDuigxy2vpFmaDFNGFXoF3YpsmDxIL4rnSocUKHiHlfOOElfZ97wbueMt9alMSINyBa5Ck7jKWeaboANCky61oIwieJXM9Ha5Rym2yMqD/kWXjcWab666RCjA0XfmNVhLufrpL5W3dPQRDJ+3ut4A0V9Zlie6kA4NOfsYg6YM3HfffcPLL74wLCNDytcyawFW5/bRiCPPRDN9VyCLR3NnnVHtOZphOmIOfywtjC6eJpV4E1Y1/hJOOVKk6YWUodXg0otlEeK888L0ZpcwtGpQ8Yd/4m1OmiyfGPdQFKkgo9LIM3ntMuCuIw8ViGw0HoRfRSKwhOE/Ny4lrnRiiM2YcWhogDEw5idKGno8wlEQCsQrTln0Lt+KN8avHm1xopeVedDFCFZQ44++zaPByElxdz4Yt+aUgRN05A28IqxkvuqF2AQKh1qiiRL/TndeSIUMARNZETX5sswRcZz8BkvnLzwVTmOIvYmhNVz5yal+1kN+OdUP/S2s8/zagBU7U8A52qM9UF+pXl3voE5wSqwWTJlmpSu8+d9wtTLDIOoKByqYbWDUjnd+aod5DigymzYWKCEgtDbKaP3kZZOG5CU5A3dJtrqCvJBf63T4aEzkKicMCtzoyaNwwqsD+F0hIqiAMQ01n4a97oCBCVj+8CpemtjE1doMxH4ZA9hdmEykwJJaxqhp1ajwZH4pPFsuMhilDIPckuNvBeMhIzXKEXK5TMYy7AYDL1vBuTtfK1XrKEQzawvfHoBKX7vuRWYEqgl7V5bZj9eJFZS/Vejfve9g5oI8BWkV42NWjd+dtDp0+vOf/mz4zGcfSQtqCz866Me6S5dzjF/7+leJh2IhT85JaPj9JJ8KRwPYFfwUucrGXu4eeiCWwXscSqGf5/0qiLfyfdE3OWhjD0PiZuiO48eLr6SpkVUxH8CIa1ztxUlL+EjaidA4YNr+sk+VMhXW4eRlzmK2Z5tWKJWiFAfGmWF4V7A6CmCPr2Ob0r7ds71Re/fy1blulX7K2x4lz+KyXKIcoMfKa9o2KHrFU26UNV16O7xLuz1e48sflXfkgTDv/vTvz4nMxXim1RuHEtaVhhXO6mE1dlXsHC3qnOjVIovPBkbOu0VeizeNpsAULqUstIz3kn3rgWlZkVUe7l2taFJUTvoqLu/kQeWXRTIdoMF9nJtTCh5f6Xz7bUw9qBBBDdNRdmwtc0HdMmW922kDysQ9rvIlBz8UWBMdeYsHc7hwF4VTjZt4JYCgrXSSRXvnllPm0VJWyAHyZiPSe1aa2+NVJgi3DORTuCIdTPvAhrjoNssIZVcNFXg5pkkM0lJfaW7c8iYvxVXOcpGtxXfV88j4BqF60tiUVFZcDWlHISbzW5eKFBnTC1nfFBA68UkEgqyDIPBVGro3r7xveotsBS6kF73CVezKT+d10k/9LgivvWfbYfrq2Q5RC/0sRWCTv8JpvYh+R1ZtaJd+r06RI08aE27hcUaigHP64/+l7s2ePTuOO79f9917QaMBEPvSAARSMhVSyEGGxzMOvSiCDr0r9OKZ8JvD82D7jxtFWDPhCemFlMihOIohhyJBEk0sxA40eu+79O35fL5ZeX7n/vreZmOhbNe953fOqSUrKysrs7K2ozHgjgJ5S1r5NTWnAVXEwtGSzXRRdEEp6ViJyXvU9yBylyedcegiaeSTTXmGcjr9RusE96KZta2TX8TwgA9mqHLvOXVJ4lK2xKJs4jJYaaXc5SuMVadPy408A+PYePcnXQV13/v6TYZvUwEQzt7HHooiPRisTAWGvRGFtD2UEo5UikQE367cQM0LGExEVMBqXUAciGZPWdFWjFZEzakzpsuEC4r3VAlZ4amPlw0rOeTnCKPay3DxEdazFXOO1b4u+AH6lMBKktk8xP4//PX/vfjWf/8nwB2UOsL0U5KHfqiGrWVQ5RRc5ryhjY1fBnQ/4adXr+YM4TcuX8badNHWbYbydqPwn0OBejawK5cvsNLXU5ZImobx8kuX0hgczlMwfv3rXz/CNKE1k21NkygsCKc17SpkVxGrzA1PDxPGcTWxfio0hYCrVc8wV2wZVK6exxwxQhr3vdpwpGbncRJxnIfzYPswvezZNDYt73tYVJmLFZfwU1mrxXvygGyi2CtLXEVnnp3v3LI2TTcI69pn07dArqxHHF7SYwduw+KR+ChZ6OoWFJXD5MSDdwVPhGSEaoWCTsplfsl/sFELiobR+PhungoBo6aPiRDQdY4Fp3Czrx6L04wewqlodKETBLCzY5nsfF18/PHFU3xZ6t03LidOLFrnrO1jcKnUe+5U0aUrMlh3RgJeFu8ZwmgLeR1pjwNFT3aLS6fCOtQ6tt7sGCksXbzGZecLxe6iqMq70wmIulKgwJ/OH+vMzzqQH/zrBWbFL0gSPwqB/2noqSiepzH/clUuv8wUGMoa4JYkGlFGfSSJeIOGLlgRNwTTH79YVD6YJ/dS0pZ5qs2kXOdLOe0qZb8BY4h/URFo0RQpJWpGwy/P5qMbCBXvVj6VphBtddIYQNwkCw/6JFzo6gKkvPKs4tNfBWo8rU3vpWxt81y8e66Cc7Aq5X3kp/LfvbIaU9m+R5jzrZ4+JhltZ6YthQs84kvtuxKLy06APhlO4Nf6s+4i36Ijin8sq6WQDpJBnkrbdgjZ5ISmoyDOxD10XY75WF+4GIyE8ZTc4hnrVBu4aiTfTB91Ybh81fdqk6TFr43LjAL4DgLhQZ4T7ru5+D/8Amj83E1F04F4h4+jS3CtPgluz6RXkt3L/iQJBBQqMD3IKEUKJiWq1IMYkoTCSVMzhTpprjzH07thSe+ddwrvu4soSlhBCLkoli5h3E1UTMbjisvme/Ohx73BXlGt1mMduEODxQ9/+MMIIT9C8FW5FGMA84xfT2+iNnLm8PscROEirU0Or7/Egftvv/324lvf+tbiWhThFiumn47l9DU+Mff8C89HqfrRdOtBMpSwtwIrAyty7rR+dX5o3p7gFb7O4/aOqyh2D7swtr1Wh5DPsiI1expRwCphXeZqUymgTEEcPjQz8/VCMwJ3+0T6B8j4sc5tnHYgTCs/2dmwsanAw7zE3WDUocvhMK8KXsWmQC4rB9ayZYkXruOaXte4OfcjOboBRNmQLgJe5so/nSDoomthKLzAgsDaa4kaZky0lDWWJWXQ8rUc5FKBwcnnwi0CgbTJe8BQ71gW/WpOqcpgvsv96baUgmnDN/7SLeEv/Y5/Sh4SYTjf3bN6DovW0Y5Xfu/VKFpj2Mm9yXTBBZTtHmsIVJ7Wd3JOcRB60EQ8e1tMWUMT8PFw9ObJQLpWnlmMpmKlzmtUhGc6mz4rUF3gZ5z5YiTx9jQG6zJbkZo2xHMYMvRXoMHLyqCpDgmxLj11LjKHsPCHux1MNWgz3Ylbz1IDnAVtmQdsmSFzmSaO4x2eMk1wJJGo6vDF3yeVhe+CwoP675Wt5TcSGEf4xgOmkk1ggcsj0KbnpBjJpOsgcWJlTj/5KtMoR9oKoOInPcYDuETRQYvMp6JoLYehDvf6bLj0kqZRjhhQ0tOpvwOUsaNzKi/1QbbsEHZoGPEMIyj5ZYoHGWtc08eaNJAyUMKpXNQ6eKoYoQPxNLQyVSIjDsJOfNGEttTkb3vJcC543UVf7Ku0Sa8LT+Spfqp7NjxAwzJ3vQpHV5RY0rx8i5+kTSlU5I35csVyFpblwrXCVSq1n+XN84iTiFXTi/UP+cRcuxAcoAolBZboSBj/BGjP34alEtD5mSL5oSpZpEHfzEwxYwJ9dOlpioTMoZc3emw1/AHT8K7gaaJ3bw5uSvr+oQkTBwHeYBCIHkhxllOiLKgCuwvv3flgWjIK6dMItXt7hU8zecP9vHeyT5k8BPx73/9B5mMzREtBVCAXmId9mrNnz++cz/Dn//yd74SxH2VRUudd9KoKlslcOCb+KtsIDQTjLtagzw4ZX758OWll7qxKpnweVOARkq7S9WMHz6G0M/Q5swrNT3xpDSGn71aFDcMFS7Fc8XMf7W0sYQBSF9Q6cbSQiuUEgAugepxeSau7hpL3G7Fdvyrz6QMM1PsWOHbZkxa/YDZg2gBLWDhPzaI5GnVqC/8aORjKlveUiXyll5a5C8Lar9iogPorjFhF0KkbqL4KMvleDitFLzbiQGO202SI7cH05FXtwud6xzv+EKzuxI3gBnYasxkDq92cL/WrbTQ1HG5Jo+TSdo7yfKfvewQwPCEiDdO0ni3snP45vqL0+NNPMRXAdMpNt3Q5LbEbmh7ercVntlOVnm21RhPAsyU2KRTkcenw1uNxv6ELsILToJG0rE50+YunNIsiJkylO8EXqOGmQUnbwZEPdH64IG2YOrKepKXva/Cnf1EUWFFWkPAzxeCqcePiIoSHkvFZXJ2PJWqcSgGzmMLqb12PgNyEwYWfSiQ1Umjpy7u/JiAt9S89BddD0Fkli19iCMa87dmgJNIJCx7SBd5JeYwjuKUiDg/h1QrI6hEPpyWMqyy2rFM7iUVJKugkHVWmUX5i6DMIqkSzroY8VcJODRzaKQYf6RmLlrvbcmqLC2mMy+UBExVOGYCV+XDwGGQBM9xoL+KYepBMM5dX6xo/aSJta27XFfKehUA9Mr2R+jY8tLXTRd+fsAPoJz5a24weRycVVSoTSpR8Ux8Cw8ECwZcci8bQIi4dFePXu/jmsrwkypnnhGWnQYfxTor6w88OgK7S8jwrr2MpuvW7RxoRnvpTOP+yQCDRrFBAx394GI3IVvwoS3wk37SgYxl1ipMeGHBKjNgYvSw8PXueC+BAfMSageHRxqKA4d8ryh5FS6/2AodFrDOpHuaEAIk0EktI56jeYs+qK4S/Sifci8zJPvtcbclxDseKKFbCdnARiHSBeWVkBQrEjVBQwelU0Cqly2++mWEeFV6OWySdjcN5vm9+85uxRt3GsYP1ruK1cms+tChqqe3INJ1r6ANf8jHsELjS2mMaxUWB6DDKbeZsnVtNHRBTK8RhyLIIA1XID3TCdZGXd51zcc5T+x4mxC84DCZPw6f19MEZ6QnzbtxUbupQUlnnpVCz0IahueoMFt90fsmUH9+nPElrnu1nPZQyKeUiqrESfCCs4+V4zPgVf87DUhbbg7DHZVTr0r2r7efwtLCtn3aNl3UUmPxm2JT3UvQd84Q7+enMY4I1ooqDNHerlfPafuhhhxGVPfZi23lwtEWr9s7BToRDxY+dIUTgebJXaigQ63kAT4zlcz/JdVoLdn4ta18ZWaBtNm29W96Eg2P4sxcrNTBjEM3rHm1Il9E07vJK8hI/aB8h7DP8e5oVTEInAJ5GYNJWbO+O0pTSo/TyXDoVpOHRUupOU2eGVZ0N3sN/WXZ5V5gKVzAAZilYwER2ColwfFV6wQF6ZDSgMxEPQkIC8TJ/f+InzyELwDm0Io31Wl85queihJErTVngxXsWJO0HuMp74Yq7PKVycLRSMh14ZC2aqUYtCcMzc6eEq0yjcFUuvMvH+2PaSDp7RTlTTi3a0IOyC9fB/mph4CeijlDiLw6WuWhTTwmnCJYvISpu40WpmaZorbJlEU/Rgbi1aMmDF1Gw9FQcjj1EBmjZ3oUmOVs5EOuH0EFfuX74kaUd+KZx45zzqY1lYXBKyVjm1hN+oWkFRaEDWZJ39PBYvetPWQacADNeYjtgMwpdTGKlQ4gA5rljJ0G9VFg9q0hG8mXMpB+YLX2np64AYUsQmUdGi8Lk7nCwPYQIkYFAV0wDCWaEueioFl84TLVgkQf7CLHu7rBdqKu5LBB6RTDgFt+F/ff//j8s/pd/868b1FdyVyl947XXUjFWhBUFmwS2wtPeu1aeRw86vOs86U9+/BOU0gW2A13NIRKuEv3FL34JRQ6z93YTy8/FVR5AIIwzDAfqXnjhhUkgtxBKACRXCWWok+dPP/ksSu+TTz/haEnmrWUA44DLWQ/EGEO8roze5gAPv9ajFew2DJVYBCLxqY6UK3ohGR3/YwM3zQ4WtfVVal3mVrBUQzalp4ApGGTAmuvnmQZgmlxk5NB25mTJv51hbdHq14IQ7zjr1/LpjBu686yXjcV48s3UsbPVDz5LoAlx4U8ip/6gVU+jCDMk5Mc4ZXUv4zvlISrmG1kvMMoyDe2JADG0MoQVYGCXxowQlEc22dcaIKY9wXW5TZc6AlYLEwurnyNHLmh7nHlapySufPRhHRoDnR0C3NvlonNI71SM4ImiS4S0aEYigmKodwIiw1t+V76G3vIN5bdTKA7SsBZGEc7wU+LYHlB44tnDzqs5ROCCqy4fBScP680yS7e0LsPBVbqLd9Am/l1Pn3dZss+I5txjIVtng0cGnFiB4KXskK69Wtk04iB/kog6pJQIXvPw6jqoPIUZX+7+lyguDEaKoEr65Cv0glPphQctUq5lOSyebTVAR+ksJxEpGHhxizXOPWerg5/OTnO1t+pAqEBNp1VoeVWu2V5DfrF4Vcjkb5lUxOnskocwss2nMQBZRzed7rGtteyhVkcMUbINgBBOX0vjW/ide9ONx6RPuLDATtOEEwDgST+tyG4O8HFdz5SWIHeAY34Q03OjwFulZUcenspwtCMTOJISXtQVenlaxiqnQY3L8j6iQb900gJHelgqeWN5xTRqf8NShgHTzGeuMIquKoTqt2L43AWcpcmjYBLufUjfufLt+J3dHI6CbpR/RJOQlZfxVJoWqg8FjwWNXwkCczVufoOfnd6CXwzq8OFTHD/3a6xCoxUOAxMI4EEJ//E//j+Lf/2//puyIgKv4Ar1izrLZS5hTu72JJ03zVwd71euXGNe9hrD25uLF1GUN5ijde7WE6seYy5V57dEtT62sUZqlS4N3UbCX46FRBq4QtcPs2v96pzrcT+tNMliNeZNtFS1dq/fuB6G8fu0GUaWjsA4x8rgdRSqhzTa69Vi9dAIGUlaWgZLI7O5NUurIB+sT47+HE8v04Zpuecge4eYbNijVy1cnY1UgZtDMxjq3WSvcd7BSX5SyadAEpSszG3UoJIlgkA4nZdD5k1//RXwZe1WWmHLR4ErDmONAEzGkZ5AFm8u8ecfuALn0p/4vqceEmC4fkYgivgCX6VhWl2UCH7VNqQkLmU3gjSQxkOQzWBtbho3GSdvkz2Ma1yMK7eIh3lrZ3iE5qVLLy9+/J//kTdD+ejFHeZoqZtdViHvbxOLzz2eQnhaBjWOgmUUZSrnKh6F5/AtUpBvpYIaIIAn1wgiIk+hWYveStv5dFrjDdJShorTwt4wO/bCNF0Zw7ylDhC2I7PUt/QGUMdf4wtd0kleFECsXB5OrdHJow3oGYEK0MbafIVlG0mdm3a4UzUOmTxC8JG3z/lLwfD0P8/UOWmzLSn5l3/I1NTWX6ODeMLIoiLzhFcoYugiFJUjBSneJMyAdOJRvpbRdRIqSy1T+Sx30qlgC2ZZtbbD4mugki70sT34TP5SrziqCk3I5MTHL6iJm/HbFQvgb91bYBxUTBRj1QVsaBvFKE8KgriMA1F+532RSfBhxoCEL+UEbEcritY7MDktTwW9tk0OdpRQBoFlpsJMObgPxlDJBgFBGWfuEr88qkjSw3exLyU+pTKx8ce9Ui1/Y7hW4nh2XpwtPzi6fZZpjjwZbHml30jBfSSape1HBbSuLErSBPGBYErMMwi5SAJRzxi2i1aATLzu6dJ/KhrLwLmEB2D/x6WycVJdJeJxb49eOA9jyiyj0eQZ0OQl012+/Ov0FKsBFVLLhi7Gn88JIcOsKNHvfu+7WJEX2arzSRYLPMohDZbRQzuee+bZDPU6j+rQzB+gWFU+UUQwl4sLtOQkWzUmenUoVHETb1cQO1TsQqePPvooFuk3WIX8IftoC/86AEIYCs1n2B60zgrix8BHy1gnzXTiJP95BKE47LOXVjFi2znA0sm3eclTgeQ88OY2+4BlOtIIYvCuoCbXykoZ5LnSrnJ0KFxn/o4mWNfiqtJzk7puTnsFjP92GpwfjfWHsKspBfCjRQX3ihY4WUchDwxYKlp5zgZb8E0n1vCEN1yUIC8eoB7LFBoErwqOgKWLEJg9TGd4XWVlOAqjIA7CSScGOOlK3i4kNEx867JetR7lS4UDd/iiFDI4wr/CN9epTQbgyT8KSJ3wpzt4rTO/dZYO21lGQZ566pns577JyIlDb57GdpedBH4oIaMAYmOdiBdgpCc2eeBFzuVp9kOcoqztVOVRNEiZqB/rVoWS0osWsCPwqVMPrDAThwott3+6ulciW26Xx7AWlI4SKR5ML15SMY78fCSbpLMsCmXhVHTycjrJdNBfV/VBOErLlfUquLRFeL7z9j1ztp4sCnwXaTkM64v4xqIbmlN5pdAv8OYlMv6TZ3I0U5ULqAkMV1+eEZ5YltNi9M0408gLvKRqCT+Dr7snzCgrhsFJl052Wqi0rrK4WLCHh7MVh8ytb3GI1Ro8tAzNq/g//Ke/KOZeXRVLkc4k5QYCv+Dor/9eJkl8aQOt9EBYeDOS5FDelnIVhn2F4jGTqd8zZ0zZ9uHDdTpAaQP45wANc5V+6IN8twc+29iCUrQh9/Bmmyhh0bhmiRNuXOhOKUFG+RXsO6yjGFnCUHDxsO+VznB5FSl4Dj2J68iHNEww791RsS6Lf6TCcEbCOXZ0rAvxjgkrRqgkEvkkl54tgVNj6rhJNEqQUMiH+b92AGRrJOhXM0qjEYaNknS5IjQVCMQHScGpaPX2M33n2QeaLpLhQpOIA1GZ160tbq9RsHh1Hon8BX+yF5SyuJ3p/PkLGRo2T/dmupDIoTqHPV0Gr0Dd4vKD7T6LuD1LOwq38FMQu3r55ZdfXrzxxuU0cNPagC5dupSTpbQGvfwYgPslTWOc7AUlX6lI4cLMMkEalsNgw/mR+frM2yK0UCFqbQcf4mRREYrQob9ecPWwdDKe87QypfuaO12wCmJVJ20lqkytIxk7CsrqAofgTZiH0nf9yyeGNUxpbGzf5QFdhBQ0Pc18I0DiV7+DF+Av1n7EtdUQhW5ZqQPrIQdISEfhQnfFjXlVR6F5htaoN5DsCFUDK7jVYy8R2/4kD/zgHnBgJQsPvK1DXfKEHolX4D7XL0nJh44N/OEnHx/72hOLxzilU19BAABAAElEQVRA5cbV6xCgFnfcYJRj95EzGRq1XiyfHRQF6lw4WrZVZ3kaNzHmLVGsmXwHdiTQF5EF/RSEG/Ab27kYIbnHZylrusgIIwcEfcCAuz4NP6DEy0JBJykqjtItL0bQc9UBJPyG/1FYeABKp7906qFpdaaKl8wSriJw9a0OjsH6RSbBCyn/iFcClgi8y7u2UeGXojWuz8ITwqBUFxl/DYlBcLPBqVDEDVygSeFUMARNCLwGBVT6jEr08K38F2VKHt6jJBxNor733TlCXiYXf+HH6ipwxdv8VlORaoWrOIuI/CCHcMMtR49SDNsZsA3zSmrLFQ9+ePaCNDVyQH2LywGHFKmmnONOvgHmDyfqIQtPc1TtQuuWPztlwtin3E4F1PY3+Jv+xsYOI2PpJKCYyT18MfFLgAYz0YjznvjjfdzEaUlLjZ9x2TnwmXtGCsAlcgr0VMiBy0/JLoEVf8yhd9Zl6sxDvqLnLmbf7wNLgGH2lERmk+05Hsfvu7RVcaZXx4O9kCyJ19Pq5IY4DMic8sQwwgEEPLuzGctpGyFzm0ZdOSTa9CNT/t3f//3iX/yL/yFCdQr4Ag9NROcIHI779re/lbmvCG6QtDFbUSpBK1NF6DDuL37xi8UFFk85n3qV84c93OLyry/nwAeVym3mVI3nqVI6n1WsWnQvsU1IodyLqFQMOhuRQ7US1XDz+zTD13Yubi72GDY33GFgh549Tao6AbUI6wxz2+IbgR/aj0aGX8vDZPRbfoThqlea+xQzjSvKSKaluYBHeugjhnNhUabgnaMEwcVKDj4Iw3D0eJ+A8lCr1av8ckYYiZu9Z+ngsGAaq2WAHjaYRKPl2xGAZAVbDqMyPbjBeMmbIHnRTxm2sy4L74Lf/sZbdVHK4dUQM2UBfO4Vt7jHMrZbPhu29O/wh70Lx86T9XueFe6XmP9/8/IbizWFFUL6Orxwh06fZyB7PB79obQvT1KSXuZddV44Vr4VMppdvMTQtundlGsKMe5e94B/j47R7m1oKD7U6f6es3BsNwM3py8ICZzpJ0W23qXTMix1QiT9mzLNk1l0FAySeAI1fzC9NInVbkCE5CibyVQAMED2DQ/v0yy2WWORVecdC0yFqnCyfMCM4uUti+B412KKvzFGHnb84sddhvNZBR2rPpCKJ3nE2akrlxW7PErNKC7CtFydWz888HOijEzQlnQ9OkdOy6Fj2xg0BKuqS/OEAcuqM5XE5PIGaorWUqPWZWGi5F0OhVruo44kcakvnsw/sToqd3Hv8puPbQ6oi31eJKUKLJ2HAUz8QidiRZnZsSBOOhAge48O9BoW7xn2eG9BiwNk4hbXIQlV+oJxpEVsAssnM8aVRuCZ/w7TvzpMFQfVWpZrsBxygmdxNoY5RGwEF/wEBwEMT2iBEWxcv3L2d5WwKrODuY+Cez8uzOB5Y5ilzOMEd8CfwvtduEHbStZywpqAYNlnRZgFsJcdDjAxPUp73pWvjbEaZDwI3gBJ/cqK5FCIK8xRmiLMZCphSqLTix/9wz9E0XYFNK6J9BA/TbyOKpqWRoaQ2CpED/h3ftRjFP3Ordbq0089xTdkP2CodjdDzA4Ba/15upQLpBwa7jlbcSoLTirpgEvDcTGLz15amypN52W9ewnD85SfJK/3P3gfGkrXopeLoLYcCn6UgzF49qi+RziuMQtKhA/UotRo7vVyf/0T70FOeuyylcQTrzIEjEBIL5tKzVQBQ4jeHT51znntjHtpSyBneDjls+oLD6k6d1GwwCqYhI4KkWdE2YajEIqipTX73nwyCWg8Uu8kkK/87wYqwPSQKYhxFHC6yWrBT8GklSWOrrJXiLc77an6uG4fxlWQp9bAJUkl0sx9Xh6cJb3vUb6OckOZ7XA06XMvPs88PPuX7zoVQYcWHvKTlHcOOeCFaYOzdmwsMUXo9REClfOaXr5b/pTBF5zPinJd2iYFVeTc5dxuJdnpAwfMsML26QyxDgBKZtjaiYrDQ1e420lSeIbaEsx/Lmkzhh0EjrM81k/yN87oFLX4E06SVez8ztt3CcoBwPRETvjgDfGMGzelaXdi9fc7qNW+5S+gKUu0HglTKcNtUbzyWpQJP1GyQ+GKuOlywMbggcAZnT/zCL2J6Joe8bMzWEdSEsjzwT1O3+OuxeX0Tjqo4g1srVed01Ti5EEiRE260M7AOHgVPMTXeLqiYaJWOQRIqP7ilMWqElfaCDQNpdpfpRVPg/gxnuUkndZneNFnLqFqp94B/7vQU59YqrRV9Kkjr5KUS3goNzoLdo5bdqQdQxzX4tzjm+L3PNqWOAyHZpRQvKodFiUdsdJ12yr0y6/LbniKZCeKPO086TJMDH7iXZ1ynomY0UHulqsv/ZOWu8582rXunCzaeWBH6kZ2XFjH+bz3OazMrwLASnE5+5CrFC6iL40rW4VIJLHKt3KciGfF4mQG56bQ1+ynPcvZwzeOlriS5fdHP/qHHFNXhxHMAj7nY/htlkbCf5/9tCoXLVAbqtipwhwq5lxFcDuzeAQlqEX5yisvs3DpLA2HoQ/izvGpSiQxAHxWcezu1hnEH3302Rj+Xlu8+OILi3fffZfyMwwz4EgbLQitXz/555F8wjEPLUYbXn+QPfOXdlIsRxglohKcpemwFhEWTW+j/TanILh67WrOU64Dwz1Wjbyx6M/wtSBxNV/zdLg9dTvqcRV2GlewAT3wyJCe4kCaOFdCu/A5C1SgM6XMe+bTeGvYjb911nyXMhPHPOQtG7S9CgVkFnuI47DybIA2Yjs33oUnyg238RaXjCwIg6vyByss46y8HeVsJTxPn3KcQIeG/7B3R0G0ah85/0hWH1984vHFR2++Az6MvmDV3mSP8i1GYR65t8M7FgILhqqDsOwwhA4jQ3GzpUJtKFUCZcjbxKhtEgpWhCMdx9o9wIltSM9THtnHBybScYZm2YsJjLvgYvkz7M+9/2QMn/0ndu5Z3pV3fLifZhTLDow4jojpFCRdoTfVTdM1yU3DX/iKeHUecgnNFCRlpJTje7stKA0LruSXDqDtTTwoh3xZlMkbw8z19SjTtGUrDrlG/ITh18rbd8tqfuKZfOE5z96ww3iXU/PMT5ms5ekpfqSG20th1foFeFT+kabCBimnMUIhfryvOv3aX/j9Un4dgj+jFQBdRshTtRUeKT+4kp7uCCCK94MHONhGxUIZZp+1hozpSJCOoOyFdU7Z4xyll+3n0HUElkGLlmyFGSef0EH30KF1OoynufZRtI6QIOBCz6K1mVrT/s3ceDklspYJ13Vj+w/dCIqCJcxodkpqIJsy8BycBy1S1mA38MN/ZBHYzT+Too3vys/cvJ4HdeIjEGcRWnh4d0hw6UBRjoyzgfGaYC2DqY4ns97hYeMEHrDCRJ2a97lTeFrZO8zRKswz9+cRciOaBDSJPY+33no7pGk853A+z7OgpYU4SmYViflpnX6NuTGH7hRsO9tnqgcOx2nV2hv3GEL3rToE5LacO3duRTnfYTWoQlJlfZUFLGdY3KSC/Kd/+iesEr70wyEELoxyj+Rbb72F8t1D2b4okbJ/crKseFfQqnBkNetSGvCTHvGcllUpsBbBMpFDNn3ClXD9GpBnMvvhBueNHsY9+siFxd3zDJeDcynV4gWHWbohqtysD4lm50oE/Bv/NDAaGy8ZGoN21WRkdhVszZs0LsWrQIFWWsteNlr5L1+ZMd/kRQ74m6sSIH5Uoj3n1J+iK9aA/EKO1Kdzt/ccbeG5/HgYrmjKC14+30Uy1lCeOVAmYZB+rliFIa1XYTXMr+QOfDsFzpOfYwriWVa7v//WO4t1yn7AJLX7aW+xMGrPd1ANPUDKNmRZdOmAdFEtH3/uuUwF8Zu1QKSPS0O2XOMdwSmf+zGBU9D5LvzO1Bx+dKz4AP0pDpWoEQvSEK/4UXqbYdG9APusQmYLCO2Lt+CXeUoZJZcxS2lXmhIytoW0B6IZM/zG3XIkF+sB2OVCgVJweGiN6eo3j0d+qpxCNJLQ697xXedgnJoDrjzDd9DPu3+6iV48T/LWcOnKViWnxmKt7isLhb6ksXRpPhJWeCwILHkXz8SBEGZWl5GPceZfdvEyMMpObMWb9OmMijr4aUa4j1V/reQsRCRuH6ZhF6AWQMFjsUxpz2gurVfGPBIWpSt/6K9S5dpjjtYtS+W6fqyTqkO/d+shQR4ReZcFnfvQ6TSXZyTXOpPKp9JLC5/IlHqSfzQgyAmvBFS59Ledo+CDB9Gdawc16gIaeidOzG5ffM5FRCMlzEj6mxc3n8b9gYq2ov5ufm1QNR9IIeSBWTaKVJ0VqX+GifCaGFG/oh7E8Hn5rvXm/KcEVcALQEbo+MJ168sH73+AMvxqD65wkdX/9K/+VVYEF16FQxqWCm/gLA5afQ6bvvPuOyxoembxJluSHGa+eZ3VxShovyn6CKf7eG7xowz1eibyForO7T9+ck4l7qUgURGreObwJYyNIkObhDU+5p14eDi3ZDotLc+Mvs5crsrfc0z9uk/CoKHD3n7l56mtp9LYq3aEdLxzCiCrq0fjNG8V0F0XQeBX2xFsmPXNWYfIdcbr+W3flTWygnh42IdlFffeQhPZbkTiNW+0Fa73vqueCFNISAtHDDIMREY2AMshh/mc5jyrH9Obl5/ya7qm82ZaL+BFCPnMn3QObkO4y38DapS+8pwl/gXLvGX65FH36gTE6yv5ifADf1ehn2d64NIlPgbPaAvfNaMuFihZPmnI5RYuXdoLgqho3LjBHwOb1Takt+Ufgx5FT4sMMck2pXfF6AHD1UyksWiFveSYM065p1t1lzq3M2QSHu0O6qRhpR90qZohFCEq4hVtea9UpkzaEmymhU8gum3DTMxHZZ66HDD0U0fiG15DLeNTrqYnfDYWcURq5oJnZTb5tlKVx9vFcuJFHhG8K2TJrhxe8R+vzcPRRPidCv1om/C/FLrLl8KcRy4awbnQv92EH7AFPw/rOPO7tFBxVDxwEhfxHriJF62uLvDQRY6lUfpSeUsxk8jfTkGlDMIGVBSq+JBG8nnYxSGLs6Jc7SxDkKyOJrzxtbMQ3NKurDOADydverWzc6wsKZo4lO50mgw2oz8ZF71IBbDgS3jRq6YnLFLyn93NQz8v69PihhpErvcqf2RTcK246XMZecWtT5W7EnDca3pMBswKP483VbZRpOzkZgUHhxBSAgiIeyrcxxG/D/2fQAR7wkN1Y0mwTm+hgIG3Pd61DYZKd7ZCGKOX4KanksIXAZzb+PnPf35E0QZf4jfedS+4UzHGgxjocjdNGhw4keEhgmuT3qxWjXOvt1FY2wwPv/X227EMheucqhaX3w1dxwJX8Ttf61DvxrPscUWRKohdOXoRy1Cr1D2R0kqLwo6HFdy9Zp9XnTQ2vk7lotMy1VIWBw+scF+xQRsMa2p5fsbWIa1g50AcnvEgeDtDF7fOpExGtidZ0FJrgevPqCKeCheZ8jYdBw+ztyfqoge3EXlKlvVoo7VRrDNkiYmV5xo6t1ESTpxWrMJ3yMYevUNk+lvmNWjRjcQec9WxMYmPUk0HhDgK3MzZDsyFL2VcGOY8YfGJjc+h4bI+jaMTpvUqbi5EaX/DFERZRAO0bK6nFUsvOxBzgdDlEGLlzFOBF0w50jyMS6eTslu/Kjpd6DWe2+pRiaWXv7a1OEP9fY1vHp9huuLg4yu0nU3m0DfhQz5fyalR+3zaMfuRpYV0p1zWotMxdoGkgSyuddLlD10GjcTBOtYZLm5gF0/b2toa2zYwUNzmdUh9pwzkk6MwhUEmJq/6hQ68JGeVkpVjmIN3nLcn17Wf/o0PVC8c9UsdFNC7pIkFQz62HfPYYNhZGFKvKBhIw2IavmPOs0fkwluj/KN7QFqtzYJg+X235FBegHGH4xAF/XXy4okOUMZK50Wag+8a+OeIVO7y5mHKU7Ase/0JMSkH6C5D+Uvi4D+iZZEUsE2h/F8qDnzgLRW7UzTKTjWmGBuHfqJsVYoziqP4ItMG8MpG8On264gTNIaOptEFj4YPLbMtCjbRcvSyDlW/tsONzTpON3ibMADAl7o1PFMJ4J7Pcp4uhekBFuLtdq4YcaaRFHHCgFoKKuC13iv+GTIrNKdzmCkpYMG7tntxsEVUJwG8Uy7g+G/c3PkBfrfJypOy6I37f8eipcxhEhuRlSPT+ziQ0k83MTnEnVxbApPHiMu7KyrP+F1aBPijjz6yuM5iJK0fCTF3Ct3vfu97iz/90z8tIo7GMo/zRZ5leivlRz/8EcltKAus6wssCjrImcefcSrUB2zdeZYtORcfezSnWDkcLBP/y3/5P2aeQctRnE/R82thrcKwlOnZVnFDP6vfv7mTrlkYpbVCb68XSfnBBT8u4D5cEROW8J1LdgHZGc6Jdt9tvwvHHqlzujqFpwKmLC8Zdp7r0WeDIkzJJ4xK/ZqfQ5n1pSDn1wqAODjk5FYL8+yG1aUqJq/Gay6ljK1re9mlaPXPcK20AIaQ0yCB7dm/eKZcxjOPdj7nDQZRYSpY9rG6pbcLyAIjONURmSpa/bzkMRuzPOpJSDbghPGsf5cv+ASGtFuWI+VsRGb3xu+k8FnUBz5aLuetss3HUR5WHz/BCM67H30KSgy7Ubm36GjtcRzjLaYtdnfYe7u1Q9kpS5Fxgp86AHc7OQrevEOzDCMPekpllY34R9GmAu0MIfgQVrEyskjKgwZw5KNaCkzSZfgYWkovnQpRYWoFJX78Yw4nj0TiR2/zjGI2aS7liXGLn9I55Dl2mfCY7yxhLeyuE+uwdxADR1x04yYShi89fLdNFH48xmWagvpvV53wfjv5Lk0Dw3yMxovllkbe5bO0KfzNN2U24HO6wCSvysWuovVJPvxEYdCu7iE3VJ7VoVAhUxN+znR0xJzqWouwLgSkgtYsvoAtPndNQ77PBSmc39xgiPc0i+Lu5ShIJ3+QyxTUvOfKKQqSjr7ndmdVNxGyTmeUUzypnJRfi9YpBWWc/o4Y2QHXoL1r20x9Fe0sr3jaTqVz9khHqfMyyiKMHlnKIizel0aMz17QJx2QQsj41VGQiEXHgWrBFV3cP7OiLeEeRrHgMlMzjdzlNXNNKMgT3xBZuqxG7DQQZhsL0fOOHXa9huVYTGmEJXDH8b/33e+GeR3OMI7BuTesh7xbR4OWSSEoVxJH2FLZDs8+/jgLUjgByuv3Xn01TJHOhZXEn+XLMMiwmFQa+yhnzzTOvId0muGjhRslIHyEmErH+3W2CnmAv1A/4dAMhaaMorWqBesiMed206sGT2FkaA3Y0nZjc56LjYvhV3CqHm/1aB2KZKn6DJvjH+0aOHzsqVMRquZHQ+yD/2VQGdd8q8FUz9GyiLMWcJb0Qws7UNaN5w8rDdIgKKN+dh7smLRbtRhW69S0lmdyFNmTt7qBSQG6HvzWSmjjmSbWN8pVp9WndRaFogCkQaenTJhtO8ODiXn0Z47L/DnlUUBQHznEIuSd18VROA/zlmFd6GNHaQe6OWf+8isvL9778S+wmGx3KtrbjGqwFeseoyaDLmWZ28L4GygQhBt1rgDkmVqhNi3skvbBi/wsW+jAs9a9sUMfywiwhBNHjoD6lQy4HuLQHZQo7XSqC1ZaCXsrdXbK2xWKepjLcOBkp47scMYoOaPAdpGbQ43pHAHIKNWhB4ZIT64y0eoW3+pEGWj5KYdPBbpwHjSyWBPdeC78JqAnPgjfgi07KcIBgPOPKDZHfvYZgldeVPnFQOhznI8Hb92aptqbiqHaUOo8I0EoD+slyZEX9prMmkT69gEjQIhcY3wnigNSpt1E8RKvuk5posQABMTdgxgelZt6VUmRnyuF7Qj1ARbJTJ4JPBQ2tBA3eSu4zopl+c1JF6UHzzin6qEbjnq4+M42JK4ikHyFzZ+0su1W2+M+ni2Hzjwtq/IhilaDHho4JI1YilyqFdFVq8op/SM78LI8KUu4ise8C/lYRSuQAnR8JYZ7k/i+8HDYSCvV4vo+XoefwQmZgqeHQQjCB4y+J0USwgAQZNVlCIPFRZtUkJbkb5iHLbeEXe/3Fu++926UiMJtQnUV4EO9g0fAL/F55ZVXklImcSENbDUpvSo32wFQHktXlW8Fy0Qqjk2OxnPR03mGjBXkWqfCu3Eb6wOlqXWsUnGBkodwyJdWuNt7nM+VWcsyo5E6FEzGfS3zddh4PV90Mb1Oy9Ozok2j8nar0KELfIB9Hqv4aYYgGSOqyMsi1/v4bW+t4/VTLMEnb9MnD35cVZh5Wu4qVhWduKVxEc+4Vq84aJWd5phGy5PFXcIh0EaS7WDjbgPUv3ugaaDk5T37HEvq5j3DS4Mesno1xmq8/qYTM9Wp1jaC20U9pIkFZjkJ7w5LGj683/gPMjzULfiCo2ld4GPDJptxDSF/AqRRCwltmuvnc4dp0drB8jvITz773OIUIxdIDui+t9hF8N1iznZfukHXgyzkks6e4CTYgqKSQ0Lybh3iB4Jr8A2YIku4OnOTRNGWQCtLf2ACCIfrqkOisCx//Wo+lHfLn3FTc5aq0kIrSCHmoGKhNZNf5ogrhcAtTpwOWXPQ8/UOlVp3pqtFTvCfvUiduBs/eRmn5IEWT5UPxAmX106zf5NSxEo3oRCSXElNuGFERUFCsSG9vR3Bd4zIEXly4qYrhc+9QxARgjU8l/7yCZd/Lm4Jn3d8/KRR+LCi0p7FGT8Cuk3Egx9LrSWqSxhxzU++VslbIsexxQcvfsooUKkZpr+dFmO4aKti4onzowQe/ELLjtJlyzZxQEKFaBuu1BXZ/HxPOaUheefV8hm38Kty+2Le5m5ZDYc3UOAeOJLRP/A0TTot0rbhkiYdmqSUpgbpF4/QzXnxyAxkUm+hyjwy5ZGW4qNs0trOCKNJUx/iY67t5s/3KVqrae6MXAWiSPOAY54N77jL4NQjxL3fpZRJY8WmEzIiTUzV79yDdlPEVIORE0XmQ2gDZXGI4DiLYHwUwSKzJN0KWlaSc5UqkafZcmNlneTSdzgpMNCPEtSobd3Y2BQQVHkUgArSD6B7gMQ2K5FvcjDFE08+zsfqbzLEx8cQ2He6xvyRyuczDpvwI/aPsRDq408+BmOX9N9dPMFB8aZzsZLfHHUvrIuntH6lm6uDZaa1R8qyWG1cGXod1aqQvwOcfeaSVdwZNgbOJ598mhXMbhFyMdAG36Slv8DXkTjeEqaUyeygPMiZrw3D06t26SS0pWpvsxgWC9pGChzng40r3ut87lDGtX5VrAq4qn0oMOrcY9fSwIgnW7oqU/jWqfnqkgctIuXn3UaVOW3qTDppCQvPP4eXG3YNQY86TOWLC0Z5FACxZ7wU7iK71Df3kllEnsUJMsl/6TnhaCeD3rjWezVgh2PFH1rAk9Jjm2HfXgHbFJ9oT7p2DV2h7nPzrQJNq1ZaXmSB3cZTjy9uvfMeQmixuEFb+fTG4eLaNVYgn+HrVztY8vgr9rR4sx0HAkfI4mvd0cJSV+ZbHQ0puHQqOfleIVd3Rwa0UrRWUZrCttIom0W1LsxRF6Ga9uJbhWul5Jnf5MOPFOo0Ey0scAUAh7T5K/qoAgyK4E3+CEzrvgoW5Wp4ySAz4EpmPkaN5CxdLUvdYLFE8106nF6Pqk4+4pT57JSLfCQ25UxZ8yjwepcX9Pcq9TCytjiyEkhNHUFpxX94WiT8zyUMeV2v4qEedhWPpeKVr8RYMNJGnOstE8MsIzcLSxnVJx2kU6Ko/Kw9+aFGHlJu4BVdgSm+oyynTrE4iRW8rv9YwyI0nTztNrxT8H1I41w56bNFa4yyiFn+ASasNWREt2FRDy15SIePd1FMqbkzroecRQ+UZ8ZKgg8AA4v6q46iaYQPPH6qrqC/eoD06XQ6UohyVclGJhDmXZlpHjWMDK3pnKYexEIE526m944ZOk7JSSXzm9KrGkJgmDhhvllZljSl5d7xeWw/SzPeUmijdPSE1M/cy2fbjb2kCCWfw3VUEoFWfTAivBo0c3EqhTC8CgdlcZXTlai8PScaV5zMqBL+8Y9/XEOpNIy4ORIraR78ejSPMAYV4lCnC5+u8kEBy65lpbDXORfrMK7L2DfYeP2DH/xw8eqrr3JO8js5ZEDBqBK9xkIp51f9jquV7IEWT/LhBPenqlgUxqERMLXoZIweunTuQqWU8pK/ONi50ALWMutTojyZSgWsn/t73ZoUa5Th0TW+MBSaKyytuM9BI/OzU3D95nUsQgWueW5nX68w12lELrwiIHnIqFUe+IoIbaGapWVwmN/8S6nK4MUf9mIdZtYyNn16tfIICjwXfvEnf2llQ4o1LBLkae1l3y0PsQD0g3fSCSCN+RevG7Pe4vVlfsAj5Rg95QzrWTbLwWV5c1IVuO/AC0Pcfe4crQPpsYlF7vCxC+7+C/tpMzwIP/lRChfs7R24gLB4pL6aQllpFvEj1ygmJDBJwNt2nyqa6N3v4mmeCsS0TUmssuKusM12GtppZKHVmaYnXYlHDGVdy5vqfJAGesQhA8LLvgRA5RVlMK8WnwkXatWY1nfB58YzcLCu5DdxRYoEXEASmnACDSsEHT6k7GyxsUx3W/kKDCdvnWZYN+UWnnIIPwsdxRANjp+9VeOn0CMO78ln+E+rnUUYWoQmxhcucBRndsb84o5KM/wsHYluB0bOcWTEwklK/YvEPBlPRQcsXzRM8mg8HpwSEl+7JZQmaYM/T+I8nYms3DV/yhj4A4gwahtc0SLftwXW2mnkFLhWlwW682f+ZesKIegmT+ug6ZEAfpKPeaj0QztD7MzYVoRWENUZljUdi/FMAgESg9w82jEwBhzDcJ2fb+5ukHLKw+yUcNTNNuk7fK+/NNearaFr8uadRJJ8xS09jlG0K3G/9KuVWUxhQXy2wVnNcyeR2qVCeVHQprdk5dszQnDSl4LwVBo1YgfTSnC+LJ/jIoMtVrXeY9weNcQH17fpsfvJvKUz/1QE97/5279Z/Nmf/VkRirTFWsu4X+wJwlsJVsaoFCvCLTIOI9+4foOhvHN8qWdr8ctfcBTjYxejcBWGCl6/6uPnzZxXVdm1M1xnnL6nMfPi/GHOb6ZMu7c5IQoF/ChD5++9+16+M2saYXmpVHU2HIedvbtA6SKWMwSIU8mLc9FeBiqlwK2YPo2x4j7oV1qrzC+uP0o6layf4quv9aRSyM/OQ9QKsIleTA2+9h5zhjTP1kv37bJoClo0kwcmnRcptb++H1pMShQ/G0k4zh4plzxlI5Em4ofnaCTLoSBpYqfN02vSQGycSoATXBrakbDmbUXd/c58q6EWTr6rVOyIFW4OoVpmF5DZo4a/4fGG1tDvh1w+4tPYyiN+nzYfGWC0w88s/ldGT+4dMnrCPJnf/ry1y4ISF88x+nCPDqvlX3eTrPSx0vnXmb9bweyA6FkjN1rehhodOpmGmN61YH3N92KB6XP6yzwYy+/f6mphCuJNoWlAbBH9S4jVof36qxzxE6HBEJlTa8IQQ1QV/00DrZWyisVHGDoQnp7rwXzboq0OR8U0rjANLzLQDilLFboKrvCP9U7HMeWHIFEI8o1lTcblp7Vbawq4CwdnHeWCtmJT+YAP9PAKT3hHscC65W8bAeF0TEgQa4yUfdCGtD/t3uMiKFDhd1fjEtd68DoNf3uHuYO/C9dEtTtIfEM1c9rK60nJmnaQz7gpHx7Or/sxAbvjqlAgVibUl0p2ku/BlR/KY0z3drnvNvUUXKxM6SZ9Bv2CpL51cQuNtHYdLXH/q/QzD6Na94kgr4Ru5iNuvpNXAyCyeCaNfrpMnygLsI8dOVNWIMfTNlG6vgtH+VPODMdT5z1CRCP8wDv715NtB9U9lTNSx8c4oiTCelQaC27RG5jCaNAkcQyPgKocjTzFjWKkphQJicdPf7PSeNWgbdT2g1Cs8LdDYJ4gJVEdxqiw8U69GtMPC6yt8T1TjkV55Oxji2u7H8byE6bDYd0AzfkHf/d3YaxqvMYwp3KprCpse514rxJ0sDCgFYTQwvKw/utXb2BFXo/FevlXv1783mu/hxL8DVbp+uIqQ8QXOL3nT/7kTwIgQ5phgMK1odqTUqm0opWB/PSeznlZ9+GqIHXO7boV4AksUxX7Dgd4GBa6QUjj63yXcSxmCQM8eZYniqHYQ8swtz07twbZYMThCbYlneSmdj0ieBKWPXnp6d1N5lra7RQ2DqfbEbFzEmuU8qejQs9c3tpGMSig0qjhGTsW1nO/S2ud78Ed/OU7n20sutT7CK+6jXdqfH1YKBsos2IBa5Q/+ZloCnNyH4IYWHjaqDMMZXhlXwDzW+1j5jE9Nn2MoXDR2St3Ba916yhFOlW2GZSJ1eMxdZ7aZJ66ycKr15RtPIrUFC9xySL0ot7OwwcvcZLY5jbd0JvMYVLZDlt/fPvq4irbfTi/IvVjnURc2l7UBR5Mzy3YRnnylmGxUnw9dB46kMZ4UTR4pI68R+76bjjpqcc6TSqRA92ONAXg0lWeHkEIaXgrhSdsaZcFL5TVxSnOBVauptMZlzBwrK2CppDewjYP4xccbgL3P3UcuIGWUuQpccILRiSl9eaJYUaxjrzDn/c8YGIoCMtXljzlNE9oIF1rZMBOs+nEpcDdo20cUn5BJS7AD5hyySla8LBHr9omM2yZIUzwCCHEx0R5CXpCzTyqdI8/79xtJ5IYEWoWXE632a6gHv7mDtrj3vVo0QjUn7uXdWqdxN+sDSxIyY2RYspmDXCHt1ddGVLQQl61A6DCB2BGLdFfsJgpizChWUHo0RVpHDrjfQo5F5ygn5Z4PjYz5A0NKmtBToFQ8JBfiCMb5MSp0EA+4T28AT7ga6flnvRG/khv19NETsrzlOuQMN1SjhB/KmY9FDyiWy04JMsUo3yO/X1QHMMkdP3WU16P/VFBat049LlNg/e5BaaLTjzE3fdUOMCcG3OuyB5jpSW98Xw3BxtA4vMuo1IJ7v/0A+SPXHh0sfve28SV9XRVDtlPyrh31aMR85UZ/B5Uykr/oN95yYtJQSb5aC2e49AAKfSH3/zDWJDnUa6bWXQCq9FwbIDi3woh55iS3rLp/Hj766+/vniWz+15vKGrfz/++OOEGccFUM6zuo3jMSxirRgFt8q2rWEjC196eE8vmLs95nsILOO7/ce7VrVC3/laj9PLgirqalnbyfqBP8GdBA6fVzq/VctB4MBNPdEg/HZuPvMF87oPWks+yhZ6KJjEdVl/lZ24Z3jVRmGrxtnxmOZoIZlpUs+EqXAbjp0z4+rsXMCOw0Jb1p900d8VkpFMqYNleBLPfsRH13U1Czrx0SRgX/VQTxmWEoYLjdJ5IEst+/Su6U2nI3AMxMp9BBx5MY9ydrTO0MF67OJjixdeenHxK04aUzgesuXm6i2+aLV3kbykmJYQxda6gghRJuAUfgkohc0A2g/Sx3/u/vEADFon9eez94T4jLPuxas7SI5ojIzwTYixlmmcO+wo3MUPYRDYzqNZTwUZ/+G0kqn1CNDghL90DN+oSkyOn3JwoEXWCmJ8q3IIURkWJulw8FNtRiVqNCGMNstzfxpRW8cy1rai8UwmqrUirpZvpBcxy607X+kQHU66iIKCPsp2j48I0BndY5W41/4enV8We62joJRsjb91tGZvmLvy0blPpwiktvVhWPgLXF15LkZOT6gNeq675ao4+Oe/PWzTpR2GEObqpSO//BJbethm8BMnLw2mVWddGhba8+xURQpsSh7XaJ/S3XoOiQcAgoKOrwUfbm39QYhZacBVvXAvigMD3Lhc62DHSyWY6ZHAxUolbXgKf3l+UrrA4z9pzc+36pTwIqK4tH3jJVyf8QAdSi7U+3q9GOF+J3LHufZtgeUp2FZKCCeRSdTV4OeedIZb8YjSCG4+tLM4i0W3xZUtH5QUPUM6UtOwFLLSv4ZZbFf4pQKBD3Mo8pMH/qKZho3HXXqVzoJeeIRh0jtn0xMJ4waJxtyXIs6VK3UAf8Eq/y/7ayOLIzvp6wrodqfPwN4othyWAJO4GEbl4tnDbknwEAndz372s9x3GO57lpOjfvJff7J4km/Yfgq+zqNaNy7kch7X9L67EEryVYNASKps8I91OhijDqrYDc1UqA45G65y01qVgfR3z+g2w4ju+TVMq8g6CE9QL6CLo94lvpme4Owh+jUi87De5A7T2Lmxk6VzRazz0HJ717e8ZTyVZ4QjeIVXyVvrXuU58d/Iu3nZ8meIOa2ncIsAIT/DxMUyhtcok+/lbKS+Iyqpl0MFH+HSF2RGnK/2phCQ5pYlOIGf787vi1csdBrtIYttIuTJ/iRMqi5MPmg1UNXf+nO71XmmCV586dLilz/9J7NJK7rFHO2t23wEg9GG1A/CdF3ha06kBVro0L30AisWFd4KU/+MGiWlNDVO8UgJbttFJIEQi/76+BIfH0yjqzZUA3TmM0IMTr3W+/oGPIWEDYikqx/fM0xYWi+e64e0NxXiLF6UPKjGD9hZRNQ4QAPnW6V79AdlUYgXn5kidiJp60+tIP3S/sTzoPjbmG4rIiRhftXIToDpm60Yx1DI4Wfx8AeWlpQrXzOs78Eve7fYi7rLt7utG9diaKVaVySyMgEpBg7M+E6VR7GoTGnCpYhGnq5/kS+ML8vZPnS1bS2P/Az8UkFVtiBsh4MwnfyrtVjKjRTASec3+NtWDfOSyODNs7naHxB/kZaK4pKOLT5pf7RVrfxYmMYaMtW0/pXxZUfDcUz+pAPxvDuSoRPtwtp2hELl4ic4kEnigGYw8MVRJX3lgYIpXOvTMvIsjQmhkJTfZ9KQV2Sb+Fu25GkU8Oe9FhTGok38h/op0ADph1kqvYr0M8+Vx+pBbbAxngMSsGbP5M6B8/bg7bXyF9OfWkjjBaiCtxCWIBKcfCiUyj2CMn4SA06CY/Y5JUTiPf/sY4tfXnk/Zx/7Cbv0amTmFfc3f/u3i7/4i7+oSpVQwv4KnDjkEtaMXgqr2wyd3mQo+fHHn1h8igX5zjvvpIwqWRWL1qSKxwZ7Gz+V6de//vVYqwrMVgw+OwxrPGkUHugKJ9tYkvg7lOyz7rHHHmdB1Cc8nQo8lahbfLQstZIduhbhKMUVetggwlSWh4qwswPBeDnZWX/dMUjl2TBII/O6qEO87b2GRDxrybv1xyFfOyR95ml4AAHl6mxxMH7276k8KYPwpsY4aNBYdaMQhsosd/JJ/Zi/iiyNHjx8J6G85RzmP4drnuu7OLTrMvX7w9zncIRlDdnxcKuYnYYXL73EaAon7/CFJUXAbSymj/le7XUOrrizfxYeXKNtVmdWoZIPeUPxo63n+Hp3+C9WoJKUoUnT2251Cr1s32me6bsVcZ8rQVjzwUcDc5ZuOKDoFOM570fjUYF8qo/cBzntsJ2iAzV3dsrDf4PmxVkVRy95xzctoCgU0PJdxRGrldKVeBaq5VAgl3gHsp5xtUARf7zu7hEvwrrClHtauNgIka2SA31QHUw7lShXh5BVTOt+uo9O1+aIpMqOqkEGOF+pLPBzhfKNOMvBylKvHMJi1rn0KzkrPQ1Trreh7QibrUAnP6WDkbdIYcoBPSSQ+SCL+7Sk0IwfS24fp6ZFoJfKj0vKqKaiDGMdS01wSRopaQwT2v6pL7fVKWlAzk5AaGoBhhM3y5bFlsTxvRQiEYynQqV9q8Sz0Ang1l1kqPgElHxpXIESQaXKa1mvwLRQ0Da4WzHks2RZ4oZWpLSIQAiteZI/rBvdAy3aNFJyTAUQuZAaROO9WNCHAmY2GT7g3ud+GicIg0SGo2itG/RCHdr17nDxpvNPCkriGsc08EvytQzpISY/CM+fVnIRQk8YVBxNQGSPAXOu5OkndxY7P99fXMTK++DqFVAEunMoJAGT/Cp0//qv/3rxl3/5l2EcYc6FXCKNnybm3O++Z+iQCjPAugEf87juqmP+ZMy3f/NOhoydXL+IQn2XuVoVqWVUIfm1FRcn6VcMDiCcHypQ6LjQSTdXsjKNZyKrUB0izP5bjnG8hXL12X2rru51uNoh+2eefiYHSTj3GWaWflxN5wgQ3rPyDjxz8gp5+vFuP4bgoq7HwYeRxjQQC2sdFJuJ3XD2HvH3+8B0f1IH0gUic84uC2+4+yWZNA7iuRjHBiPNJrxkAJwrlC1bW9fhF+q005q97aFxNo3lcRW2Slv+OKUl4N2L8N4247sNInUHIPdhG8FREhu4Svgu/v7pbA9zF54xc9PpeI4Q4p6wpCUYuqX4FWv6zT49hIpxvSyDIw92gMxTneX1ME566JKvdwUNzi1Um9D2DArWbWFPsaf23TffLuXBucOfciLWVRZE3UTpHmD5HeK3wTeiFZBr4NSuxI15tN8oc0eAOLauYJEftYcPilDLLz5NyWqHjfMSpsBMoywoJ80jrHmVFiVnjGKMvpZxKpX8YZzC0TUeyyMRTYrwpc0q9KciQiedSrUsNWHbHSGesgmlohWsUJXGp51DJlzeWdY5sMXfzEfewjfOJB+Hf/g3OQDVuXCSOI3Db5SB8/HmkRO2oJ15b9DhFHcOWwr/2/ZkPZWrMqKGRQnnWSVRR4JK/ZKdNqns6DDcsnkX17kThYSKkPVQl762CcsmpWxDRTtoyJ+dZ9ceeNSmn0s8gI5uS1TeSTSNrczRBqbQymWEyvwog1jJJSpfy++3ZjN6BeLu2zXfrF4nkvZVcCesS9BlsaOubPRydEAchKOirfYhxuakPqEchOmCv3fqIcd2gocf47DjELmT+fmKCwCQ4dINGlb+4MN7Y/VARVupSQ+ghhUEYcylq4qw4o5zsTsBIBHWGSbe5NxV95BuYc1uO0/LSU4OH8scjpyInOZ2Ieu76lfnr5dEqXjCTBcslVux9BPfJzidaZ0e9RNsT/nwyidMmtvDWvYwkhQG+/nPfj4WGVEhBcKgL+3sJb/++s+zleYAobnGsLCLn86iTD0taYtCfIxl+corr2ZxkhXSVpUWlm4SlpRP9zHzpSpv51Gdi33vPfZDUgY/LvDJJ59A151s33mKLwTJNH40wZOd3A/rPlsZTbq2Qq26hKIwovFv796OkIeC+N2NFWx8BU4EP4doaHH6RSEX0WwMoRTkHvCjor9xmzN1rSeJTPmyopiy2GFwTtI7TJB5Wi1rcYqfFWrxua9ad1r/EW5EML4uipb84sC9e68qcEdOkh94SwN5a+4UFTrrzgUPChQbmis3VTZBA5g6aSdtvGe40Xcu8WmrmcC8G89rXRy1vslfKPqJr0ODprET0XGzTYvw+EWIVL7J/AE/zTPC0dmJaGUrDTy8wm8QP/fC85y//VaEL12LxQ2+GnWV7ya71Wd3j1OVtt1nDH0EI0Em5/P8vWg2BUcMVtkUmsYtENYP9QstKeSgdCnaacVILByDgemFO03DVXooXvzsmy4LZ+qJ58JFBag7guqAB5SE+dO8nyyGrwLZuoobaXyzs1f+5EE+8sddwjeIK52jVEwLT+fPR4EYpowkrjyhcFZBWgCrJTmZDy9iX7+DZwksnkos0sOHHFt4isuvLmVIn8/CSTl3Xghb1XMq023QiYKVooV3IFptwykauQYkh4hU1lU94ms9h46FDY1J35TVe/AZdPY9jqjhMduH/KmcjnwxPrI0FKl6rpErUwlX+V2LiSy5hlKFQEFwp8WELtKuXfN0dcAtn3DIk/Ic8BUotyWlPppnQkM/OFBbcqxHw0vOlayL3Jj0mLQmb/CWV4wX/Eca6REaVM2RdWq70bMaR/qqs5TLsiUggasWrQWvgIJidhKmCh1mIcCPF+t61VxbrDXsYLMwDr/8T71hKkMmd1GNikaBZ8+sLhcHEJefCJqBb6ykiRhCLUJIlBYk4mFi+0H6yz3QB2FyNsxYdysCZgSHppXJ3Dvpwf+uqHVM3eurcgqGczvnFp998lmGiJ9HsDlsd5u5lg3mJ53Et0Id8vZQB60Xha74WY0qyCufXYk16fdmv/3tbzPE/Hbmad0Hq6Wqonn++edjsX3jG98Adb/WUltzVNYKdPOU7io4717CttzXr13PimQXUTkke5UjHG2MbsGxPirNqVjarlR2BELhuw1MrVrJ+dtc8c49lPatKBkB2x4c9vW4yB22M9n4w8jySOqyGo6w00Csd9LsY1Hb2Cyb/GMZVFLF06YtPlU5Od9sWaVlO1cXx08G0VtBat6yBY2sh7LNQ4ddTW+fMOGYZu7AIVY6/t3rTQO1kQ5pr2gmYbIKvYAjh6XnHFztVEJTQG8MnOWLuZNOaRPSZgWFeTyfQ8NVPEck09rZck+uW7wuMXz8n/7T9xf3OOrTtuMQ/WesMN/dZ1EUBDGr5Ed9xMCyrvEoxTZHpGg+0YegVnYZcgOS23i0pqrNcudPmkehil8L1SEo9RIB40u9YEP8mtNLaGhWkea4DJwryvL3aJSl/3iybladghgphbcFp0ME76m0HMi0rPKIobSqoGF6LVE7s6Z1SLrquTJHDwJmIEJdRtALG6/Kwd9yyln/XE1dB94wV4uiRULA98UzWnumSJvmSXbKO3nYLrPtJW1JmMpxwq0q+Cs1QBgE1ldGj7OeLJv1b91VzVqftJtgVPGqfk1beU51X8HkbXqKlijKZpzj4t6A46jlgYvY4lM/4Q3iV2uZBfDoPK3hkZcATjpO6XLPLmhCc/yQnc1jtuXdPYwGRt92WUpfK4drB4L0LIVqHuqTVVdaLnWsTBiywHymdLT9xj1qbtBRHC1yLv2I1DRc795uZdfR6q0Aw1Rs71Bg2oOwYjt5EbgApg8AUhmcJW6z7j4ZmmQL6xXRn0os6MFjPJpvo96hy7sCX7yDuwXmrwuwTCeMdgrdBcPTG8xJYtkiLV2c2nxurFQsd4cVf/rTny6++c1v8tZYG+NzOFGfZz+SPvfcs/l+bD6PBhFUpFqfDv9ageJgBarw3/zNb7IQys/8ueDJeFp2Wn4q0w8++CCHVUj/1157LY3YTovDqVqbKkKHeGN54m+nwvpxsZP5dmNQqeoyHEzeWruGq5geZ9uOillFZT6xKIkbq2rUYxop9M8BD4HUP8cQYASpuC+6IAyLyg+9Z4EA8M3Dxug2KJ1k1LqIhcGzeNmhEPfQanTwxNVyM0aQoeYwOOXNPA0wj3MqZ4ehtK6zypt8JL4dnRII5J0ebfGGpXGod1IGArWyBhPa6DMsTd0d6D9oIq5uEdHH2Ts7DnZODi2rYVzBF3+H821jh4d2bOo9Q2OmAQHBVtmAZbkE+hDOPI44gNF6ab/MvbJ32vn/x/kQvFMXn/KRC+cAHAS4SYfTz+ftYt0ebJPmHPP1I1/bXOgE6BXoySr4+RRLjWTKCxuhXhbG/MddmiwFlDEqnk9xaajV5iu3rtNlvIAKJsNvCpoeANXPfR/wH+KWTv4Uj9Ebjh1tulr+0w7z+sDV0F2UtZE+oTxAuw6/Vqgivevf+2Dl5NAKKS8BWYA1ctgQR92h1NXUXO7CcAQCaULG1qt/4DNE12TREib9i+bgQnIoGuhFtmX9WLGTEgkS5NyFmkqXgIKZx4pgPZBLeF4UMgqAn1OH0Rm5084skpHhpyhiInvqlTQMXcWX565ptwdNDbPzC4y8pAjKCTsUEJo2rZ4yAhfDxLdZnX3Xjjgy0fauvM25BtCyRw5JCObmaLp2lkvK+8sfCDYNO0bdO43xf7tj6LkTdBHrPYUn/UQIegIZsoEgtdfsKHArqtCzSStgqlp9k4JaSgpOl6UfMDS1R089W3cyb6pVQpG5FO72etpZjAhkiw5DVLHE9WgBM7luvjINYZsQ/gW2Mnxy8wpKhEP170jUZZomoHj/1V/91eK/U9EOWhxH2PROG6nVO3iLsjf5Q2fjsfeknMpH1Am0/AfMm76P0pSRXCV869adLEBSIUah0ThUrJZZgejZwlODAbZWauCDqxatjGQ6rVyfdZ9d+Syf3qvFL5uL995/L41+xwMqgOtn+LyryE37LFuDnL9qwSgMabCkUc0bdu9uj0Uz0vIxv/u7rKpUSb9bfq+8U6YdrHvfjZRVheC/y5GTLvbqva42gFh0xHNRlg3JjmCG3VFKEtgtLlkdDSTLEIj4859w31WqKkIbvc9KGWnlqIERw6ujrrMIxMS812IL+wNOZYinTa164rYTaRVHvq5ut1fu8ZKHY4tR0Q9cCBcdOxTiKC2FN90DxDbCA7xpR1D4U5ykIR1+lt90/Eu64QYPEKYznU6LvJ3yJ2/6cYm55XG+/Cx88AhTKs88/2wp2sQ9vfiMlccf3+abyAdnULx8l5g2tAm/nRprG5bgJ0SASmujIK7mLRwrLzso5h9hC+JdhszvEWIJetiXx+H0tZ3yO7KoW5WzYxmnLos2IqrZcPVa9KlffVfTixc4LQlqpOGWqdpHHkjZR1YWTHmmk79bVlLZefbdK/OOEf6Fp/RxEEW6xI0Hca7HkqDM56XugzaB2XvLEKtxMpRMcdKRMfOBUw+nZ7h/yoEOM+mlZXgNqkfJROtB54wkKC+lBwoQGiYuPplzTi2JuxHkoI5b8fVHqqWs0tL5Yb/yoyJ1H/+6Q9y0GUdrNljUdIaPljh3u38L5UdiO6iHxE8dZl5ARKUF7YUws40eTc6EScDRkWuK+Uk7q0KlnW//QpN9O78qXi6nuFIPI6kF9K/qjHZs/WTUtOpM+F1/8ohaTTLHmT9OXRDS8Wx4YSwtls48dK7t0DFtRK0lFYSv2khAEAFGZSoo/hRchEpg4VccAAUYWTKHIKVE0PBJ0ECIdb/TyhyljXePwt7hnkWJJHHSXA40e4WoQt/S+a6gklDcCq6AcVVAIrQLDuOdZwXsk5wjvPgN5/YyL3X11lXmaWtopJP0/e/+/u9jIe2B41fppMP3gX0HIf8Hv//7WQilJbiBNbbJpRV6B+vh6Weeznyo865alNaJtFU5bLN4ZZfhZhnWxqXy0MrL0DvK51e/eiPbfLRUr7EgSqErhVQqV/B7+eWXF88880zKpxWok1S9tUYczcs8vXxX8WmtVd2zSGbsrRUftyA5nOpwWxQ5im9WC4F/7A953GD4OJ0tFyZgQlmHyZMEUUi0GO8Z8kYB7QDbLSmW1as6c/BLeqetAFGowho0E+dYrZ5BilNxZ3iW5yhL4PceRi1KreBVp+CzcSkwGu68kHNFnbJDM9uOtLOOUle8Q6bUR+ZkCbMMTe/kiV/aCPc0mAmRaqbG1Qr9Iq470NJDF9y424E5RwfOTtxLly4tfvaP/2Vxzw4a0e5QI59y7vZN6MmHx9Jxkx9N204huHxd+ltvS0cc22uIRhz/LUuuI7HyMjBcBpC3kJU55Zb5zCL9Mz3OcWg82q9RGO+FdDyL3hBhpfpqsSdRRr00BO8K8FLOvES6R+qmbiRFJbF9FD2rIqoTMQ3Th3LF68Ls6T2f7YWEKwU0aY+E5AexfMTVK7+p8Krf7tTZVbKdqDuQHNyEDY/TpuwSbLJS64Bn50m3D1gYBR+dziIiLEvg3WM9gEPjdFP5o52pg1DmmeJLvQutnPc88yPayVc/np3G7IW3SUbZIs/EaTxb3PgRt0ohNDwn14q37xWQtk9ULWIA4BkseAR2PaZjYuyqriXMbjN2YHTr1cOy5593fgYEkeStkLUyEWgDuSAeptBcZ4gPghnuR3BBlWegZIhjQS+mjv67w7zgBgufNvaYX9tFiRzuoWQOFncQqG7zsbo2GRrxtBIWPaZ3pPBKNXAvZMacVuWQ3+nHklOBxSwOrxwuvvbEYyHskxxz+N7HnxLVITpxPeref4/hsxDyqP+XeZPxVQguUNIy+/CDD1mIUquJPVxCpaeCOHf2fPBWyepUZjor2Ti3+FqP2348o1iLyw91K0TtjHiEolasK5RdGPU0i6AcevYgjEk5UU8KS+vRyvcuLeu0k1KiCklhODxtXLcCGddO4ERW/wAAOcRJREFUjyuhGxctYeO5b8+6UYmFoYQ52CbI89MNohqjvnSusNpteKbRui6FhOCAGaOMZkrFOHXZEaNxckyguDsH5klSsVSJ0/XW5bMsKtBNzruOwqZjIDdEZBVrksRORb0o2GJ1zfDPoz/kpyJcNnnLgTdpxU0axxJtflXJqsi5VNLm6z8J0oFIWmk1cwYLqyLOAn4Hj+bjgkP3rV9gauJrX3t88Qjfbb5CB0gBfJ36+Wxct+6eWTwGDUW3lCgPtJ3U6yiCaGuNCFevKkchXgLZCPxzyzoO4vE4XKXzpSzxQOCtgJtPxfW9/FYVgWkrrMJ9i8DzQbfMrN4f6vd++dDJJtgju1hbK3k0DZofK+0Sv9AQz5SPtM0OAROZbBuF5hDNhVdZLERk6VxQUHC0AQsn/XXxl59J2Pl37IphpKFiUggTjsQ+NaApchlLWrWqpqq1StNxySmxnSQ81BoFv6of5EYMLmepdUAANXYlId9pB+7VVp7zf4f5U6fRdhkR8ms/WqAWyvKrP8I3BWRSbON1uplndTLMquouNwJsm6EbtLHN64Q9CJn3/JiRV72Me90kl21aF9nJPeUd0ad+lCDQOavO7HTrmcBH4FtyVGUEkIEZNguiKlBDVKreDStczdhGkl4YcRSINjDR8pxNBbEr5pybO0SI7qJkNzeYb8CKWxzSiJ1zoIAOWWwgva0QNnkQl8pA4JuZC2W8S6Dww/SAX9Mm2PNj72r4mf+Fs+uLc6f3GOLkSz52A41i+iOuGvwbly8vnnv+xWOY7kjk3/rSQ2MykuX55h/+AQ+lkBRYscZoKCqz/uKOn4Jz6Fglp+J0nvU3zNlqdbhIyTlb46t4XciiUs7qX7YB+WECFeLvYzHbCKS5FrDPKkjvltn0Kjbz7yFmrWr38OrcPlTKGSEMfPMWX0+YMk/TCsf69WByyRhaCp+/WVVMNEqb5s16Mv1jrASXX8RJ2CXAK7qwnCOV7+xsZBSDuhd2DvEgP8uTz7MBb2lBug2FOasZTMNIlnwCnd6gvGke8rInUZmH+TutsMWogTiZKLdCiTLJy2XxVngFGMflISrT06zEJivyl+tJj5+LSoTm9ImOLAfz5vV39jMwCD7JBCQQbXnvVblWhji6b/pRTk57/MmvLT7iaz4OhR5yMP7VaweLa5yZcp0D9O8dShfn+0cvnPZlvVvucpa1niEljsAUWX8fCGsmSLQEVlIj6qcCSOeXlyS5X1glAfEalPzUzyIU0PyafC4TRkbH3sILheyx4auexjef5JJi5KfwkK+CU4gQmlSo3FtPgzBAGHA0KvJWORVs6GYeg1+yt5TkcqGyl4qgTvAY+aUykiJBRwpfmBTsZQ4+jZCJgPqZq66UZeNlFKs3WHXDyHuXQlRsB5bfjiVxAU83n1LW6Kbtx5OeVIaeeX3PTw3Ca1r2txnhvL3HoljbIx3pmxz6v0dci68clbdCv+QtHcVs8AEEN8/8+WxYGpo4kYqrnIVY8lRNaeDXwSPW5701+Y7jt/Yzi6DOfd3hUofz7Lk4b3igUEKQRtFaaJBPb4BUewhpC56egk9oNWImvE7wkDgCp1cDMf0Wpnu0Mn9qYYEfeJrPLMvORLZlZtzeoUzbbwgrhiGUhPXRvLjzaoMu3wTlJ72aI55F2HPb64tHt04trp/ZYqXsGiffIMhhiuptd3oXDN1a/Lt/91eL/+1//7exYDrkC91HDbjnz2E/P3pcPSvKMCpf5fnG5TeiUF9+9bXFP/7nf8zeRhWKw8I6t+iocFWaL7/ySvaval3GOqXRpeENBFVAOpWsK3F9V5G4t1bFqhV6+Y3LGdYxXuqHurl06VKGlVWCws6wfYZoyxoP3YnvXTjes/+VYVk/r6ei8rN94fEAThX7tOKqchx2di6pFid4L5gZRtZqpfbtQNgRsAxa5pbpNt/HdXGYQ+2xFmWy4cRBxREBFD8ZqkYGhBEFS29ZK9h8TWl9GOY8Ulb14lcKI801heghH4UcBTfCyNFH/aoTIy8V/6mEqh5Ub7IwMSvNLG15/A5+zVA0Z6ALBzzwtAg66eXagPNcdqheefmVxS9+/FOJwlQO53JfP1hcv+V3j/0wPCMyOyyYgz8WY0uGCyJtiM3LnSNUqAxGh6P8zZTMg5TITRhVXH+VC6GbDfuY8I5pexrPyoGaXxSm6UlLqOEPgNCQvvh91G/jIaB+Nt9+TgbUufwQnCjXvGjyWv4SmNj5WcIgwLwoqOcAy08VQZjLfL5YWRvLZep0TM3AzgzB4qccLrZHTvMnzXXVTvKUdxWt5YxmIIEjQNsoUCHQl8iuk9MsrJMA6yhZR5kcXnZr5w0O4jiDVXsbw2uXj2dsbR6ieE8vbiKn92mf6qBkC0+pm2pUxDp2n7frOchAGgVf/bnAIRfpy1U5Uy7jt/cIXd5GAQNl6ftFnipHsgJk90nXr6NoowgQnhF0IOgnx+roLOfpRL6w85hAG6QFaWEVZhJ//ATqHid7K/muano1iCoaqV9D4VC5xQ6W6za84zCxtgIkRBnZ77ahFdGyJ9dyj7LLlL6U1WAV8h5hNyKEGrNnqYrbdIjs0fOLd29dX5xlX+D1Ow6JYpkltH4si5biD37w/cX/8X/+X1FuKp52S8Zqn4e727DEwl7XJzmTGIXPAf8ebahi12J02GQPZWpErUbPLnb1c+PUOSkc76IYdSpQlZEMq0JSOTrkq2J29bQKRCcMlZJWs3l5DOQF8nBeVctVJWfZ/CSeCPicoVDrfwzvCl8417Ltx4FQysLe3y06La3Ad3f5Fi4K0TLMXXh6xc8416/5kXoWEbG61e/gynP+e5BG6pc40l+lrLVp+TzAQ9zmdZFyks6Om8PKNVRfK4GjYIcSd05cJZzzcOULJpitbzs7wqyh3ir/VIiuPAtEHmQ8L1qepW2v2I+Vb9QRbzX2HO/7AJ3gId2/jGvBeBwMD67wowznULZPc7znGTpZt6+ytYsy7bJa021ft26dYzjvDLxG8TcpkcoMumThCq8pU1Cs0vaK7SKY7XrpliXpDkiFIdaXkSIB56mAJA8vE0fYm6/+S/rMYczAfUWP5n8SLc15ht6RHA0LrvFVSSzx9NG2NC+b0ZYxhBoISd0/Lh7rRULtt6T0UUxqRGEZ634eHrQWGZIWfraD8cyDp1kVrkYpfOblEHqtDlahovyQ/VVnjJjAX66NyMUoJTVG02NxFO1vE0W6e4AeYNDyDu97yJM7W/t8SepwcYtjK3e4axQpf1ys5NYq+srBwXbHZnvkHJk7WMr3q2v/Le+rbWZ6N3cLSRQuQOKa10peKq90Y+ymXsZv19OI8tBhwpRquvUbCLwIq8G8+1qzY7GKijVMXZjxDBokLgGDsnUUAGJ6upMdXQ+f8BuwW5wo4wcDfD9D78avhpxBuJ1lYcs5/HZ2PDyAuTSItk1cBV9WqYFVjtOjZCprBe/RipURyEjsw/1dDIsyf653rb4XOAHnp2/9mGEyDni4gqI1qcE4n4XvfOVbb70VPFq5JFwu+5LOBvUu86cqD5njIsN1Kku/K+s5xn4A4Y/+6I8SruVpPBXrUpDAGCTcY3jlxs0bUXDSXzxVgK4cdljY+VP30F5kpfVtrGIPkN8GnsynBaNF6AIme4kudNKlUYwy+iw8rWBxcHh1j1XB1ocWp5b0E2wJkXrWq/PF1luvvgzA3/Kjcr5JGeR/63tLcwkS28N1btm6sOxxo6JET5ztXOjEU3pIw6ziZtWv8OwGyMdWrsPLaeA0YBc7CUq4GcmQVylTrzAuOjdHJIvP/WMd6/r+uQE8IIF1HeHygDifN6jp7ScZH2XK4BkW473OGoZtOsGut/gMpXv79sXMoUlnahx6IqoQpG1Xhm6jjj5v/h3feo3rbn8HrNzNq+VA51v1Vu13JfpDvXb6kyJ3fseFT2lB/yQl3OlCIn6mFdZDahfHhP07ang7LzI0VDef5JV3vR6eT3tEZgJ+30NhkHLSyLxrhKQqeDYnFS2tzYzBv9rlfXQhbtejZUwHNHgzqkn7o2lnh4lw1A0bdtLpyN/eZ+iY08jOwHN7dKj3+BTkLu+3mbK4xX0XzbrLsLLKd9cjKMn/DlasazzUS6fYXpX2Lq4qeTEOPyHfyN84hueOoko5iBLdFTIerYEiLWVt7/vo9WAPkwXsCdHWr7FVQ4XEP8hiyao9yU2Z1b3UNHZPNZGQFiZEZw4WptncQmCyx+wsw7ReDtGegXBbWJDbXGexSM4xdOs85FksnzPct138BIHtWW9SE8pW9WfO4lTBkn8+XWblM3RotfPIZWUbqv80WMUbvjDJEReicjKUyoHCeLTh2tp7xxLDsqtg3n3v3SglBbEMNTUoAN/HYKuZKYj0A5auiF4vzz7zfOZAVTLuKXUVcDu3rmjdeTykRyKqQC2nq4i1RG9i/b7HXkcts7byTKs1pvIwjvBU0q+88mrAOt8qvgpJnYpV5dSWqn6GmYfKz7Ln+EeU9RW2Bj3L/l/dmR2/UUvjsD6pR+miYqfq4u/N8CptlViv+10JDJf4P/21GhL30I5eFBFiAabhyW8yvkPnHq5hPWhtpZEAXDwO8LchbXgYAgdpaB7YMXNVrUq860s6BdgMKeEdZsFG5Tlk3zIG/P0wyu1h4iyBfr4n8e+9yl3uB+YH8aRneJa0jqg6dCVtQ1cbma/QTF44TbuTF3eYn3Y72eXXX4/l4FaMT+lgXWFFontq7yDYLghBCUz7p5sSOBFsPgW4rXKl/SWWPOFl3sqUETlh+KQ98zLaTMWtwFZgHp6QtAOUdMkBBr4DO8cyDnmkT9XlKGvd9H5o15bNnGeEaevuTkbkDxCXOCZC5OdqRuJb5xxXSPPakBar0VN/JXeqzfRoon5SosIsp3IQZ0XrQoN6rPfxTHi3Bemo63ePMfS5eYaXxOhwiamPbXEQ1ijD2R5TCcihghE6wV/CtUsm+S3nNnzmlJEjWFveOd5zkw3Hm5ypvce8rEtoDw5Z+Am/7WDpnmdx1C5yiVf8+VQnCncPJcsySp5RzCjfu/eYByafO3uMuhJXC17NpSyP/GCxrbtkOMkC/PWswImGGo1x0IBy5CQvcC6XyOSGo/Bdz1PRHRM/xkmnri879VVjBXP9JnvnJHRwAtVSrgKqiraXIAFjueLnnKNDem4fOaulijLdQdCd3dFSRcliqW5j6XhYhPcN4u/s1DDdDp/scau1q0L9JFpOy/E0EkpwWuHIn9aIlq7OCneOrpw4EaNrul5H2Mk3z+T1SzFnwU2rzD1WcxcGhhm1mL773e8tvvOd78yDv/Sz+F5kEZB3lWKYdgbVeVnzvoWC/ZhjFD2h5+WXX15cvnw5Su3FS5dCpy2sUodoY5lKe+crgRmmAl43wAbdilVFZR6mdWjaTpXWvfG1hJ2nUxk5RKvg9cQgrVhXSEsv66QtYGGbn6MebgESVpVLa7Tqq/M/7m6e5lWdJJWdfFfDva1QnVPVz7gqUp+zZQDcaksSnTtwdehXOC6WywhABA78UogcyX6VNkcC/z/+UlMyo4lDkzjL+Ntc4oz4s7j6aIF4GpqfYBOSIx7SdP8OHTNo6lGM72PhfsZniy+c90AUD7lw6F6ZMAP2JR+7XuSh+5z5HOd9HALW/aqiuQ/gUY/O+6iv7ah8VnGK/8DHtF8hGSYUApe6UeYqdKtt8zyQOglnAQTfGb2mTkxasCNFWoCFdUZ2SKOi0qdHkbrMHS7ck1w6QIjp7su0ihJGFin5pSTKkXeUpTLYg3vc97qBtbrPhxHWUFh+1sKT15gMy9zurvOzTGfuM4R8wIctWLJIZw/LljSkYI0I286weJ0bNvfbKOpdOoNuGTI/rzto6DVg7LptNMdXcrOklD9WMHdJ5XSlxqVvpSDFd17iotfc56Tn3xaTxVAKNQthVK50CcrUPoVS2mGYUIXoEPBZTJnzDAlHyaI8HR723NsMFWPVbqNAt1GYHuy/jmW7zWSsvZkdB+NxgMlwwhqWjWPNWQClp6Vj3J16r4LaA4EI1XiqKpsJqldZPbEA7Z8sGuiXvtspAGcUPD0KnlnpzNCEX4dpeHWHCSm3e17//M//PAzeEL7o3foKRanULaxWhdsn169CA1Z2MjTngf/ue91Y31y88uqrizfeeGNxjrkyv9zjkYx//Md/nB6glHiVcF3jrGXairTmGE9n9bBDucb56KOPof1W5m39ILzKyzlctxppkT7yCFuKcA5fpyMDslq2Woo2uvAacOyxesKKC6x6qDbbgqCf8W34Ks4XXngxSi9AH/Ajn6m4/Ri9HToV+C6ww6T8qCS7Y+VJYv35RBW+HT3xsnzi2ApIeHjKLbYjYxThfTzGJQr+k+VyTBy97Fzqujdbb7+b3wjQQj5lmeei0Et9iA80S7QixCQ4O75wpI/3dFK4yysKbOllHe4f8F1T+OsqB5xc++za4iZ1cYMpg0M6TrVNQkv6EN68xYIov2ns1gsEFlZIGujIbFUYN13TbhuhcReflLFqehZaqQi+z0X44Yt+ONEZR3FVbg5kPM+9OtpD3gvf4gMN8bw3PNrFsa6ZZiVwHjv9wYTPfTvBcX4dJmsMYigoJzfk4/ReD1NcaNR11dM8HVat8WQCd8hxWAUm+Kgp2rJtFCRD+JBw+TBrbqjkdJhpUOs0Pj/1530beajt63DvPpbsAXrGDxHIgx6feEBZ9+95eIo8rAVLHKxYFb0zYPvbpt1AnpCey+9d76Obbm+zmA8tbt9xT8VO+gOUbxbwDvhZ1+EzeEpFq9VLvqrhoKKA5QkP6z3idFmnOxVLEPEqjfd6qhjrd8k8J0cQLd98pT1tITw9z3YTwXsOga3VelbFunaLOVasH4Z8M0+HJXuGyegtFGwulKwHtzsEvK7iZViKG8KYYlCYHJGHBZuPASvQtVa5stmZ3k47n6pHBrKkswAZdQryxVj6zV3C5x7j2fnm559+cvH21XexBs8sbqCEitGEQP4z95Of/CRDpA5ZfpXO+c633nozw3VvvflWPizwBMcdapW6ylvr8Y9QrCqQ9C5hGCt2fX0HJiwlqEJTueqvNen2Hxn8DsN8zz/3fA6VUHF++CH7dYHrUK9bhl77+mtJI1ytFtkIEEdchAg+WXyAAnUoWUZXEQpDeqmgTW+99FwyL7F67XjdY8HCfGjz+Pogb7j2zu4teqacLw0vbLGf1rJlnh7YrgLWOUwuosIsfuCX8qqsC18pU7whTtM80RH2Dqj/X/x0HRRvnoSylKDyBk1CH+rAJm56lekhyvSQERK/suSpVXezkMRhuPHNWaYiHOGwjj/48IPFr9/4FZ28XyZetu0gzDzl6Qqdwht3ziGsWPm+i/BjikhBKc3bHanjFZ7qOA93vz9x+SzzWoWjPEuclaT6V8Ac09XUshYJV9Iaa9Lb8yTGI35HTxamv8+V34Pr8Ngc7oN0kkdgU+erbuqQjYAJhxHV98lvxBktaxXUkXZs4GpulmAqPkV2ZMlvOixLZmcPf9p60crn6gB617ayU7+5xlkC66pq06Io2YniaWv8w4+H6BaVKM8AU1HaidvdlLeBR1wVpMp3z067cYgLa8PrGAjIlH2+/b3PkPQe7WEPQN7VB/mSD0raPFzdbH7JE2yVrfsYn34/2E5C2pXlRfaUtGls9SzK6KMytuMSZ1l51L/d+jbme3183dW3mPhYoB4g4bDvBTasX8Di8jzcU1BybYOTihgiVuCedeEODd7tOzlei/iqQDoowPGoP4iP8rTX4BDBZC0RQcEIuVOhDjP0EIaEDEMM7Hy2GqqSGOYw3ai86i+MghG/G72WyvTsCmOsueeeeWpx6vXfZPh0PvzlsIHO+SVE1OKjjz+KYhHXFnyJ8CV/XCHsIRVv80m8F196CevyySiogKVGZMoMeeKR4TzKqRUSJYfi8bAKrRAV0jUsEM9Q1jpRYKoAr9+4vnjpxZeiGL/+2tcDW8Z1JKJd0XBZ9WEg8vDoRtgEBf1B6khr+hEs64LN1ACnap0/fy53e8RUSaYPUk++4MKQPsKYWp46GW/wYd6dSzKKnQVXWJ/X0oJ3VLDSR0EhHeICS8FG3RNf/KwfcRauh44UvQgDBlDH/ShzG3fVFcZH4xmn/Vfjf5n3h+WhDBFSNtH1tJx2c5xCErvTxnPoHr5W+NhxsYMUaxWecFX7Pkq1Dva4k9GIG7duZOTAur7Kqu+rn15ZvPebdxa//vXlxXvvvMOReBz/aaaA96AEGiZKdnfxzvU7iye5X9xHDiCw6pD9ZfsqPKu+76eoocAKE3RFdNxKefS345bvFHNiimW+QbFBDiDM0NfTzH/V0prnd1LdzJIneujO0zz+iXCb4Ue7CLOmVoUqJNysPOVxzG/iwAckUc7Z1tLw0tFcxVD5WHBVeO0aBYdb26JdTTnFTRtKKyqvAefIqA8KreVq5SIf0qbJqGgj/ec51LN5K4u6/Dn5qc162r1GmfzsxKEfTLiLZeaUlCTQArU12InWytVKvIuivXfWvFDCjraAlMpSZez20z2OedxjHvc2h+CZq+2kLFoVNFOjLLpyaFoDZ498nUpUQTtyo127xzC1CnmyfFXiIJGjHP9bdee2bVdxnOElIQkkIRnJgMEOQhL4kDE8YsfDr+JcOA/gPGOIuc2NR4ALOwRjQxBIW+iEhM5CKN/3V9ecc629tMUp8UhLa8+e3dXV1dXVVX2eYFR/ebuhnVqiiqbM7lV+qTrpxNN7nCBjdeC1F9ytyq7Pw45AMbSMJDy+4dGYozQ4dwtriFWU+XYsU8nWg5so/EaoBtXRh8cFYvyoHXWtplQ4RySOUrKDGKPtKMYpYw1trtwCWGZazIwwIXLUO4EavFGAITkxzEBG+JKGF9+Hn47O5MSrYX355RdRYHyblinT//7IqYwSleQ3QdeH0v9CD//M6TMxOpXHAuAbes1Ng3LmzJkJgxWmk24F1alYp/nee++9XCbw85//fPWHP/xhdZLjN25aehUDrXNTmXBeVOGar9PBskYc4syn8Cifsw468VoOFbFT5x988EFg7TlWI/kym2EcDetOUjcaPjfIiK/YDpV4yo/gg1PnKMlGUbdUuYY6M791TgD7D3WhbLjz0J91Lk6C0ygav+AEEbtwlM/3OQxBD1TDFD+VvP8XjvJYZ+syRgfLguPSIaS0KnU7Mk7/u/vbaVw7Y19wZ7idfI8+3MZQep+2x8VucXOYt4fZ+bp9ix8ds/Pnz612zl/MprprfDLSM9Aed3oIvB2WQ7YHFKn1Zx34cfb74L968+7qxh1mOO59uTqBvBxEPyxrIEc7Qi2hg+6pSsQz4vJYe1lG4F9U/F5gy1QtX6WzyUzScG0M9K8ZCgM2XBmIjcDx2vUiPQW3pGzp354+oYAJWcUr+eyUg9xdiZOvkUlUUA5ylAPb5W6axUgcdbjE2fSrh3XL2abgaEFL7PY/zctNPsp7S2POm3FrmIZBrR3XyDL/pKumV4sTxZtqs1K6D0PLopGQ3Gmkkat2orGVZL9fXUuK6DYIVBMZJj1+Q/kBS4Ua2iPgsd2469idym7Aci8MaMJDVdh9jrTGSJPY9qXu+BI5v8eo1i9w5bw/8BpZDbH8KB3rNDZ4SCddwvqu8X1IekBTVmlqd+D1HzzL9B2jVAp1hPluTaA7Dw8zTVTHdjC+hquA/cEZ75913cySW5GOAPcxenXEqYAUnPBmg0G1ZmQwfmiod9LJdFR5orMDNXCOXAeMI1L9S4dCANn4LSLAFZcM9Jlf/T1+1N2VdBye0eAx/cCuNbeyt5MOR9lWxFv/8dbq9KunS6jl3nfkNEhWmL1Ap2VvMyXrlPFfP/gwa6on2bTlxwaclnXG4HPWzXrN1vVVDbU8t5H4m42aRlpBGMaPUa71cYtPnik8Htl56aWXcmHFT376E+qU9U46PhprjwQ5Shb+JMeCbMhL1421G/dt1rlds73L7mnPtnre0nzdlfzKKz9a0LTEUv5SxNTRVJ80JSsXFqfqKNNSVQiW+puqoGib+khIjp/vKoEaIkWaGO0pj910dMgSZMqiIxfPNiC75HADZq94QRuPfmUgzkZKBEVPQ+VveOAIwH82YmcYvGzjLr/71Jmdm/t8Auy+a+ds+nAK2HXWG9xHfYWZj0uXLmFQL6wu7VxcXePM8x2MLVaVlueRJtoTOOVz1sN5uoNczsrXtCwabS4hoK1f+hxje5uNeuwEvc86mDs/XSaYXXFO+ZCfkZO0T/38wmRKooaK285pRxI6Y5/ExwD2H/MYCZI32SxzkIZtruQZ/j4OgERtoEwfuhawtZa9DfNGGHUrryvp4MEQhKU8dKpub7Wm2fAWCiwaUghJW1HPTk5Zag5OgdFneRuwjXuCaH05BTzGI38fUynqTK1PKMWobqeqiZanyNZaNowcEz3KOuKU/ZQJWTykPBIt/eq5Q/vqPgHj1akatYdsnIqqVg/Sgfdc7gN+GukYWjqjwjpA0Cha/6pLQjKizQcxUkmMkOl8ujFTjpo+53iFp82qYW0/hmvEtc3BRfswubRkdg+CrZUl2w68+sKzKHB3AjuFrJnlblyMpkrdD3ur0LOInTXU6jk5kvXgscTIANnkfHmMpexEKGy4qQhjU6lWg35HssNfIeRIOA1U4ye+aghE7nLATfj01+uGp177L2AqmJe49/ji7ctcy/js6uLdG+kYBBdwxXiOz9C5eOvtt1e//effFrNDdyP6dk+ncXeYnr3AmVq/w+p3eO8d/16MldPKdmB+/etfZ8reXpOG1csrHMH6lRsNoiMayzJ9/YYpQ6fvFcD3338/04Qv8rF3K90zt15GoWI075/9/U9Tl6dOvZKnCtxp5zbQ3RDN2234CpvG2PzcrWz+gUHI7t2/m+UE0+vcUZgZC1/M/LF8s85KKTfvTdJuV72La4urhmiE8UMOJlA8w7+I3YLl/yiIMnS57IAWcdVuHnL0wNbjmlHWkbyCTsPqiNWRKicCblP3dzCsdnBu3bnFRrIbTP1eZSOT07/nVxcxqlfYIXyNn9/fVOP0GfRH9NidZ/LTe8qMU9Qeg7N6bL16PEUgTbZI27rXRnoRvZ1ip9RuYcxvSpcKBk3i5+Ks42Kx/lEkHu0qrt/MB/964Ig04vHOJEuDFMU15U3kMOqhZ+QxZYNHf3BsZJFw/+j6WW/T372M8AT0GE/Xdxd7W3OY6AJomKrUS/RpLMtAnsQ1KJgM/BgpLrNf8qnC9+btMu2eftDsaoZbeUYpAluR6rNu6QhVZRHr07JjkGmMWyDkvaCRyOArvMLtp0OfDkfCHbQg1zF4jETRgY84gvqQKU0nYB/QgzQuAxzXc5F9B1LWDcFleOGzhtj8NZpS/AVG+9ERN++y70SDinltw0pqcDpdbZumqRlPm7Bd+BRTGVqewC5KtTrwwgkuHdAwalxjWGlwPD3qcRBjKsNsgCpcCdJ4qlRFEyYNYZdfYZGMogCdTcLCaBnmiNYesUwsXNkKzntVCk+om9IWx4FPzskbYngTf7mqKOO3OWsERQaDz2Jg/nTuUkaRT11js0+onTOQTpno7Ur2anRTg6FM+juvbTltC2vs0qaSew7D+vFH57D8fCf3+RdyW9MLz79IcQp/lyGXRIwRatbvEKL7D2sdznVbj2ZIz6eMXjR2Z06fztS9x3aO0ZHw7t8fcgmBI6eTfgeWsmVqybqR75TedI6IHN36dR7LptH1+NA5diq7HusmrqPeyoRsmOYQU/92Rk4892xtiEpdVEdG2m3sLRe7G35xqA++523JIAK63guy+d9cqVDlYx4gJdcGz7NxdKpAtEJeg5xfmow5RJ9yBg3u8tjiNsuXsoNoCS0G68nGrvO8nzxO75owR6pegeo3h/2ovYb1Flslbzvty/Tv9c+uZ9/AxU93Mv17mY7aZ0z93ma2IuWjoZejTvFqAxmqps3aQurLP+SNYrb9Wl1ZugGOVjwpLelUPkhMcuhVXmg3Kq/rjJZvckvUbaabj7F3Ix+1FzQMQC6sEH5NCTGLnnwAI3MFXzwVJq7rhbxNLyr+kp5fI2yYxBgPzhFX7ZN3ZLf57jOkgSCdf555N+mas82tBXzlF0s1EbFHKvELK3c2dQfsDd0mN84SGBQO8V5qO7EElu5VF8Q5WGGWIgkqBPh13nZ+ResAGo+O69BuT9tghQmtA7h4Pug0boSLM+UdSISzVP6doUZZQVg8aZq79ixShTHnEswPqTxtEH+QVzuonSFw8TPwkD+YFfW3+T5yCpmBgp1LwzSePp3h064Ko2w3O6VPQ6u+lK78G6NVy5fpYoATC0z2RqQMlIM26EYsn+J15MsjOOZSQd5z3+PyeKnnl/OtPB1wWmDLUVFlXOcKkoUFI0BY2sBV+qRPDYlMptFgnOorRmpYVUok8liOafnTlRZ4g8LsROatAMd7SSpBy/gBtvaAiazPnj19anXo399anWCjz0ePLpKs0mWNoVGiBD85dy6GNiO4ImwN2zd9kfnuBv7Vr35VnRbe7cBkeoN8dV6X6DqbR380gBf4qpBTyhp/zxc/S3pnGl7+4Q/zJZzvMfXbF/6fPnMmeBUKp0g0pPfu1TduHZk+5CYVR04aapX9Lb6Dq/C5/utSgLdUKQdOZzuarnNvHOnC8GZXMbXjcRtZ4uHz7oClzsCjkOmar3lZ/JHPQiwb7SI63saxGe67ynKzpqspr0MLN+exmWId9lu/kZHlTS78sWEpVrLCZ+1wZF2VOr3nepBPfu4IduSaozV8OecuMwiXr11mduP6yi9J2Rk7f+6T1efUzT1GsQ9RGiwepTOs8vDs8DT9vFCwbhKz1fpLG5a2KCfaLxWQ/RK0QY2uVDfdeeOlOtGWgzZru2Sd1g1Ud+gA3L1Xo+5DnH/MqQGZDLODYzDSHj4Jp3aceki9VbhxU+TglUnrUgqilKOB0ZGBbtYK5ETyDjeuQMSNfxBSeZKKYD9+kbj8Xf4RuH8NUXgaaimL4dTAX9DCrsN3uuVzagvhFTkqFKkvn2i/vBOuEQGm/hEVvi4yDFJiCZrool7Lr34dbkHSBDeiOq8G/UrPRSdnN3znO2dqHp2v/vxI2GHVgaKGU0nL8i392hrfR3orUv6Im2Cfmy6TrQTWRxjAP+AyyiW9urz0YsmUUubO/KKr8BlPQGo1Bpp3s7aeY5SNM4D/06jVHopBGPoY8hjZYWgr8UTqgWe4yKGIr3VYs3LE6r+QYAEBF+dmIef3goEd02ij10DFI9McucqBgpFA3zWy1ZezgfmvXD3tkbbTZ5Ku3o6bIRpyfgqb3hq9F6+BPMbU+NEjHidhHt9CbTqYoxE6h6I7e/bsZuy3e4dQK1PjaoX5c+H9DqNK/R98+GHyttd6DAN6CwXnFYreCuVOZZ3TwgqNilIDLP/dHRyHX+ULegy2N0zdxdDeZ2pxh+/dvpypZS+jePfd/8J4chOB0/8AuyYsrsPsLHdt2LX4U6dOJS71blevXZjdqpD6UDjN0HqiDHGLOutkPq27rSwPzgG5DaCjlnAjjIwnX3vMZ93tCliP5m2ZRkO9zXV4YFPWwqs3xwXwZHMFnRmvmHNT2gOmfV1TfTA6OHfo+Pihezs3nzHVe4GbyC6cv8AGvQ9XVzS0hHvpjJvLxG531A7KfkfVsFlFFaWMkrYWqo3SgSVvdBGjUTYawn+rQDmraTbT8Bv10rjlXZZ2wG9exme2g+dTKhnTk8NtpqxvamjdAYooZJQY2kgDM+wsl3oa9EU5S5/1PZBDn3kk0OcupwIsHWKU6Uyvcxyh65mQYX8T5p8oP5+LXynyRPJn3UUPSRYEhaZEd27rsP0mNbNuKp0Snu2drJNLPP45N/nse/G8YuLvXDbgG1EFi2fmz4RXQfwbuuhZSFi2pW3kpJyRrSW9M28UdO2PTtjUL9H6ZWGeG4hbBjo47wO98Oo0n/4a9iBhJTVmpHGsPDODiN+12fAZviaMd2dvKn9geXdmKlC2A+H8R7j/4sZDPzOBdVPPPr8piBN/hCoFKwbUWmui6w+E2IgDGeJHIcII8dS7XM90MYyrkazDfP3840kkJBUeGexWdN3g8yhUggwN/Gh2HbjnUyUgdqcfDqLBnjt+dHWJHZrPsKb4Bd/ClXEWIxsq8OcF+D/+8Y+r119/PYZxzwy+RqQV5Dnid9/9z4xaVYThPdPIXnsou90d5yhVg7qPDVAaVddXTZupXkdCrsPhDFOJu97r+uypU3/Heci/QHONZi9fvhKDbLE0rH4VyDXC06dP57iOhlacClxGKNTEQ9YGNb7yrXptLVjrBY38iBgaMnXIsxqHgtaKsRRSp0yaflk8RdOuG4F11q6jLW/7+ynM0u+7SnZu7EtMxq67GW4ONywKDT5GegYK+SENNsCsx2BI7ZS5PuOMgRdveEPNHTo4d7jWVH77/V13AX+6c57fRc4+M1L9+NzqCme5PePqqNaedQwqgsghuvjJJXJLZVI+S0g90FxsHVnCwaDqSvFWHcn/MrTCQjm0UgPlx0esSWK2qgVWO1Xmm7MVQhqnn/m5BMG15OGnxxXuwRxuPebbmsiIPYC4HllJJXknDLrHOqIGskpgRJWmYcxXfZMY+Fsf/wZGoeDXyi/xwdIYfOJaeAIu9eXMRRyVM2HSQKaVRhjoTDyBIaYoKu4MHI2b1+JQUnekOdCeOl0Fpz6ED+99JnHeDavwqq9EGRb4kb4elaionUIsj7DdRtRZ5S+6gn+C/oYe+LTNVT5VmO7o2OnTUYP1HOzZZSsSWzCBl69BRV7xF96A5Y9SYVjxUR4GdeTUMGms+g3QgGu+dJhP24GGL35wKvftyn75Jm3EVPOApOLrUxS0cbr2a57RLdIsE4DbvzjiYi6M54pW8pE9y/xoRu5EtOwSYRF5UhiHwzrfq7dSlZBh/Sj8Pj8MXUARZCVL8TZVHA83VohPp7BHlQinXzAL5nPNVcBm+ETLAnZD1hcx4uDH//0opocowh+99PzqL3yA/RiG5+bda6WE5NsilYrszTffXP3mn36DovRShaKlnwvQr+W10hz5eNn/PhSwu0MdSbo55VVGmv1VHZE6fdxTs767tuAlGip7N0c5ivXCCke+b7/9TkalKu2n2Vl97PgJRuQfc/Tnmew2dkrYn8eBNKInT57I2qvGtApOU0GhW0x5qb/5vr3RSNHjnLxacrPgliFC6DosslVBU2ArrA6e4DvxMmLDnxHLRther9LR5V2H06DSMOCH/HeE+gVfobrLNK7rlV7zZj04Pe/VhfpvsnZ6iQtDnEX4lN9HjFQvnt9h+hcYNjS5NONGJZU8M/nhubsWbB0OWsPvsSZsfRxgV0dNoxFH5TBrm86Sw9xmRRQs9WrbMH2txYtLCEvHLAf5WbcJQZlWCy34TC0T4AkDjasXzhwiX2wsI+vV6jjy9v2Tz7ER5SjGlS9OrbgtyvwGPiiajK69ejUAEktmla+ZapMND6/5Kx0uP4hkCiUy0+Hg0NV0srGB5i/wuFZ+eZnegRnpOtznFISnUhMGaOSLvN3cYn/AHOK2CR4RRcUEhU4rGueQkZzHmp4wrwBVyTun8I6gTt/PwvLV/yavTlwkffXEXxuyM6qEnd307Oh+AraNnSWvDTSeWwx8y33jr1zndEs+z8souwsVgzrqODqvUayBDiubMGQCGNuSsubPjqduLg+tVuHya/Y6vJlN5Nkd8sg8iGxrOrZW1YhpKpA4eVEZpOGHCQTSuHSi7mnhUKS4IL0RYBDniA9pGh97lvGP7CyBPWvx8y/hhgGvwp3Ias3XTzPWmbxx6Y1LYL/setpDMSd/r7BB6ODbf8o5YYmQcfIr1EmGRPPnnXfeoWgqor1x78rsCQFWzgkva2Cd+OyZMyhwRyxFnaMjc3NU661O8tY1Pm9+8vKQN/7tX2MkPerjCFjgnYvnY2RPnDjOPcmXV2fAKck/eHH+aIGAqcdBmzuXLZcKXuBcUJC4osX0s1t7eWLwDPB4nyzedD04GmK7GZ33pmRbegE63mLNzlB/2zELqhJVcToizFWDhDlC9bJzNyt98cBvBN/KlK+3Wd3Izt+bqytXrq6uMjK9cvXy6uInFzCuHKdhFsHOmeVRpuxNW7s2Yw2YeT1iBJxGioaXssBaD3Rsa0qxCuDZdDcn2jmSftujO/19V067nlpG28haXuOcMXEHMW9Jb29aWpgUS527690ZFfcFHNSwMrvxNKcPck85V6a6R8BPWx4B5iQb4g4efHb15VNHVw/2sVPd7v/Uw6227YjXnDSgX6azgKEdfPfD39EIdFhKIVkf0KP8my4VIXV6xCLveCeuVIDlT3DKXj7hZvg2fsa1PGnLJ3yDllA56RVwBG/Lx8jEZE9yReYEFX0x3uY6IfdRUVUn1AZZpE5G+jIoXyPfRR7KwWCQGVVRJoq+hieIhK+6rJQibx5vo69hm3eVavl3ZvOArQqZc2kDu8bLgkX04tIhw5c2s6jvtXwm+jvUxNA1CKgqoP2k7ThzMjqBAR8ZZYUM6Qgt/in5a4x5LuhUVkviA8qf0fmMHgeQ/+qUTsLFTmTUb4Cn7qpZEMy/xAMAU3q4XcJjmAn7R9GgUhVuvIUpZ/xwMnbxmooFx9qopmH/F54vvshxF85Xaew++ORSylONe85Mg3eVy/1vcB+xU6uWpSp5hvk2PnEqF/JVhdBTZwrBLUY+11mn8yIKp4NVdt7KpeH95S9/udrhKIdTxz/58Y9LkaKIhXUUWj8/f7e7UWynP839GxXFkUu7iOnivcP/ls9ledNwVPTxuIxQlOWuZTod7vZ9wDEbd1jf5npC1yT92IJnhp3+vfHZVb73u8MNSp+kY3OJGRGP0twBxgsfnN4vxc7IF5kPV9US5LcU9aWM2+a8Uc3ZE/mnkbX+064y5arhdalBY2n3U36XQRLGX5fHTDrMcrff3N0t7iao3C2LbaxTBXUpzRGWTw5n0xvyxUjby0xyjSqy1mv1T2FQn4G2p3P2mvu6uTLvAbNYhos/+yRov5EG6PAJaagFtZZqqDqPzrzth8cuV2h8Xd7Yr34Iv0zFLWEqRmcQZBpBNYWnuqSFsqlpNp4CABbBq/wSsPVPwW6LKhkxI/+3rurneoquSXnbrv3L56AsdSBcr3nrp3q3umpL8kB+8W/OYiu89d7tr/PeCrhH4LJ9CDa/S0e7pb/Dvptnd/z3Uhu9BBV52JLtTPOWyCcEhW8bmTe+J/G/ed/wm1mJu5bRlFHqc7DxQCsAP+XUfsQCIFomlS5grs0aPdgistaI0msgp4QJq/Snl7LIzLETOIRRlJxKLj9j2+DkvakdeQAwQtals3hjXMfPhmpGMcd1WPKn0XtRvZ/lsxdvrthUGjA00YrDjxSWIoDiY66me+211yKEKV8j+5ZPeeS5WI/UWAyfjnA9q2oj8iKLf8SoPgVNfqv3OFcgusZ6gum7l+gopFcGDSpr7Ct326YrRlorquogHMhouYit+hl8MZFuWuej7Cr3tvhEKUThBzxbulZ2C/ZPjb7hGiYpC0milC0paF7KY0lueIGWxiOJFn8WqBahs9cxUxx4W122AnUA5oYkp3/v8m1LLx53puC2dy7Dby/Vv87Prydd3PmUte73Vzvs+r3KLMHnGFvPo+bSfXiUNW0I96rEA9TXPuJanpVb9wOwE6H4h6GM8oSwjDCRb42mRtQlA3eSZ6ewWhi6Y3AtKPHSblqjuhVQjIl/Vrb1ZN78x1+jw2ojtC3kzI9i28aO8eWdZxitHuYGuIOs6R/GyB7FyB6yI0fH03vN+0IU60DznxG2HQD2FRzYzzWZ5uO0N8bSa+9UIiUylIj821UdSrEF8RQvHRDkC4yhM2LqiBfDux8Elh/mgn90UjTIcY48LCPGmvOSha+kwOWBynukl3mz8pqk1lmAyTWR5LMInfwll83pkk1KGf6KQ780WD7rpso5YY9HEqLT7EDIr/ClpbFw2bL8167yFbDwG1NlU0aCIHwIBcqFZargoGiFX2Wd8Tb+fjZcv9eTugOfnK94ETe9QjS+os2QabA14h61HjHyCa4N7JRD2C3uzr/zE1HVxUx3FXqu0rluhEk5gngug7ztODGWCBCPZyEuRkFCUeUyYznfq035HjwVMf01bNNFNsmi9VqLHbrC5mtRqyHor3Wu6kd7uXJ2/A2c9jSBEAxBStPXl/eMejW2uIKr4GLagOmgMJKwXaPcCeA799iTfv77z7Eh6mqOtNy5s/h4QJMH8xxt/v7N369eZ+RYu9BKoX0XBKlw3SDjhf0fn/s4IyKnG71f+AAdgVdPn85u41/84h8yopaPXrknz61YjUUau42wa3EQVo12N5URiCEUXUyhVHpf15lkm4DNeJY5zKF7+RpfNwxhm7TG1mVbwgaOcoUNUfyl4Dxm4lVoDzCCTgPf5Ys1n127xhdrPl/dwXDe9MtJHKX58K9/pQ7Orc6x43vHtVRGsw+5UDx2j3bm3avoTJxGFVNxAEU7+EglyIiJzm64doQyOrVF4bddxdyKlP8anhjaMfOjNu6yFdwoMeE1yjVPwjREMKVhpWqbkz/yrlovV6Xy0YajfL3K29GOMCV8iBmSw1zbeRgD+zSG9hBltPPgTVGhi1G2y0meo1ep7nc0q6HVz3S2bd613NRDSJW2WSaKD0YkcjxT8FAVQxseosTcYk2HZR9rXbbNLFTDHzsvhj9iTVwjayfCdXKnESMX/EnHkjxomVYDcYkhj9lJQcuLoU/i3ZxS/KXHOk1GJ6NItr8O7zQN3/kY72xC82ETvtNJ3+PiGmb5FHZZpjmueL49LqI6gQYm7CrjUlw1fRmXCTCe3WVdj/+2b4OpG2ik8XFlEXRvnm3HuZHFE16tf5jUYpWqnGnKshB1semky5+plzQixd6CUSxunBo/jW12/aV1l9DVOTmhKwNVSL2pPgjzf5AYXz0D+8dWn0rEZ6d0ROWdqlDTgRNhSwLFPznpml62e3poX0jXoaXgLEdX/nzuSpTNPS4HUDGEJkB9RmlTyW+88cbqd7/7l1S29Fjpj6VrOylbQ90Q5QjWDTM/+9lPV99nk5LT1Ras8/GCDafvnA7W2WBVNBJYvVwrnIihDAKU16qPft/rmdoQH3jMRXSbrntly3B51OFtXJbxj2sc4g/JpoefESsTEtg7Ax0NxtnIype/8sV8dWmAvsgA62XIp+ur+VA8m968y/cuBtUpYEep165fXX3C1K9G9f0//5kp+J3ahY3iBoME8CuJdUo3Ct1gppO1pyUYPnnhp5JXnivSIJXqaAv4+10Yp4eTTPgkr3gVdx21IX5UW0rp9ClxGpAULXLHm7RCUxjjbFPIAeFw5pk1fzoZ6RxiQLVjhxk1H+HLW8dYZz1yhJEsSxdH/aoWdDlrogF1FGa50zHAr6H1i1u23XxZy94+RCq7WYvl4hIvVfGYnJxwmchpc2mzDJGLNKSmjw4i4To7D+0y64H01YcjrAtxgOTLe6v9dJSUTA2w4a7zelvWI0e/ygflzXqv89LkvS4xlYN34YbpeRV/vakGsx7e5BnelRBY/sjrLS6yOBeBqlq8AD/EkicjxRqaBsui2BNWcS1dcBOU9iUvR6L+0IQs1plHu/Z3UGe5ux3OeXWaxpHBTr9MYGZm2QyYAjf8vDajMmAaBBqMy4xE4td5VLH9V8qtSx6RGcu3CGuwxVM+pX1Il6QJXwgKKoxq2oO4qAQmlJCmdriv02viaco6aJVt05fLh+QHL6y6JY+XdVn0Qdqifv8HY7BObP655dsAAAAASUVORK5CYII=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093250"/>
            <a:ext cx="4334256" cy="28712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25880" y="526492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Избранное ускоряет доступ к любимым книгам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1335024" y="6787485"/>
            <a:ext cx="433425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Мгновенно добавляйте книги в избранное и возвращайтесь к ним через удобные карточки с сохранёнными предпочтениями</a:t>
            </a:r>
            <a:endParaRPr lang="en-US" sz="3000" dirty="0"/>
          </a:p>
        </p:txBody>
      </p:sp>
      <p:pic>
        <p:nvPicPr>
          <p:cNvPr id="8" name="Image 3" descr="data:image/png;base64,iVBORw0KGgoAAAANSUhEUgAAAdoAAAE6CAYAAACxoJMtAAAAAXNSR0IArs4c6QAAAERlWElmTU0AKgAAAAgAAYdpAAQAAAABAAAAGgAAAAAAA6ABAAMAAAABAAEAAKACAAQAAAABAAAB2qADAAQAAAABAAABOgAAAABOzFJWAABAAElEQVR4Aey9V5MsOZKl6RHhEZcnraxqktMjK71/Yd/3YaRlnlZkf/m+7KxIr8j0yMg0qamkl7Mge75zoDCYOQkPcjOraxMR7gYDFMqgUAVgxI/+z3/4366ev3i5evTwwYp0enq6+vjx4+rk5GT1/sP71ZH+Hjx4uDo/T9m7d+9W6/V69eHDh9WTJ09Wl5eX/pyfn7vN0fHx6tGDs9Va7R8+/my1Wj9c/af//H+s/vd/+IfV0dGxPsJ4tFpdXV2a3vh1dXUlvB9XQrg6FY4T0R4TZ1djQctfqRQ+SODw5zLHy0aHMiF23Up1l5fn4eHocnW2PlmdnT1YHR+H3vHRROXS7VarI7UhXZ5frD58/LC6Ej3TuZD8guGDbGO6uso55ejj+OQUDKaNJGmHuMJtfBfS88Xq4/tXq8uLt6s1+FR+/uHC/bM+WVv3UrHTyfpIsB9X55fiR/QjY+rg74LPxYVQXLpP37x9v3r16s3qb779u9Xv//pvVs8++0I8r9U++qMP6d/379+7TTDt/76QHB9kL2/fvXXbj+8/qMHV6usvvlr93X/8dvX44Zns51QyvLfNgO3IfSJ+RZc/KdW804PIcP5BPMi+kOFIffHg7KzbzKX0bRzqq2Mpgn6hzfu3b1Yf3r+T3s5dzxc43oivH396tfr5p5erFy9lW7KqJ4+frD77/OHqs2cPdHy8klpXx2IDPOjs8mIlfZ2vXjx/vfqXf/7n1X//7/9j9e79+erBw0erS7pEn+OjE9PBZo6vZKnNtt0H4NDnovUJ+vkgnVJnXqWjC8l8rvKP0vl5gz8XYWzGemm8jMPkXCeFw/3L+Gh8S6uqQ7eRw8zpy/y0E8Zc6Xisx0zVrMOObQznfqK+WgV2OJ3aYkvCRwpO+IrcFxfYimSXjZOwnTGN40c9Kx0H0ZF0jH5JvWwx1kY8u/IlF/yZJ+n9XAohf2Hdi89iviGxDCVPOw7uYSupokPlrjx1tl/JiXz0X8lG3bZUvgxbrSTt0vOrq4ajyqcjerMUvWjUM4UT3eg49eHJ9UM/lY8sZNUv03lTUhXoeLY+Xn3++bPVZ589WX3+2bPV6UmDuUo8kADyjavVQ8WeE9WdKb6cnp4ITp92PBYAMemzZ89Wb96+W/3488vV//X//OPq//2nf169kX98rXF+8eFcdnK0OtEH3Tp+CPejR6err79+KvqPVqdrxbmr09WHd/iGd6t32KMNu/EiftEHeNIv6hnlSSVrnbtQX/QxZaXHM/mrR48erb744vPV48dPVw8VW9cw9OTxYzmWD80hn8s5n4upz+TgHsjpfnADBAXm22+/Xf3Xf/qvavxQwpwoMJyv3rx5AxerR1KEqPpzcqJOo381QH78+cfGTLG2/xg7cuP9gHeqBX8cQNCQn5Q6orYixwJaCngcRIvqjVMPEgcBtdMfATCOL506b5COLQ1Uh89hdAbDSkAn59P+RbmNIuhcTnDnb0xlOMvyEea6fOEoOOMyfwPxqjzg6FY23jL8lScEY1OcMf/uH5wxziY+3GCMDw8AyjnZkY7txKUT8Qt82gk7OBVQa4DtaL63uGwEvM6bxt4mv1X+poG/aA1MvqL5PoanJM7YI0i2crSwZdhSxES2xhZg1ydTMA19CXwL4muQTIvDKShf06RXr58/f2G6L3T89j/8Bwv54sWL1dOnT72ywSVnhXupVcO71f/48SfN4I+cJ9ASMIjgtSKsFRTOiVXO49NHq7cvX8oBaqXhpVhzOJ2FZUYumpm3ZsZHWm2S4giXcJvnpfhaERDcepmdPrjjUDlmFTwFncCqfEDtlaxgC4occPVRJjjdhs4ryCDpRkUxDl/whqGzvRKaw6cV38dZ0ckgOo6p0jlWXw4GwnOsCJOZWYBstNI3c1QH9daWPB/qoSzs+g4PNzfehlQHz7Lb6pJSr+jEnw1aM1fkiXFvyrtZIlCgxWN9WKq5XxvvBED64FQyftAKyVKI/jjjZnflRDZ6uj5tUoqS2nw81yz24rSv+E/PjrXjoJW9VphHqrdO1bZ0iN26u1QHr6JiUeQShJdAPPAZxl0GLQ9OHc2AWsZuIptBkROcwCihR/WqCttgPm7WaBQZO9ALtJv0r+tWWh3wphn3HxS3Ud2NDLlocrNWu/H92jWfTL+/tmA76Ede9Z47cgfQDYs9VjRmSBlNQYAfYjNBm0s2GFalJMz/iEWbkmE8BlmoyLfjb1SOr9k1GfYYZfdJ40ngFsWeSOincSskbfexVqXQW6Yao4zQ+LPgKDgWMaTsVCqO6Lxi0PrJk8ce5J999rm5+P7771cPtez9l3/5Vy17HznIPpdzY+vrqy+/MnOnWtqzdcVSHuII+l7bdicqtxNXGduPDx4+lgDnqmfLjqUG23ooeXvPjaU4PBET7JQixnS+L5cuoAXOLc4KPp1aAGb7zrHvUvKInvypOaNDx2THpvpSdHVQVoe2ixF8yI8cgxOZ+BYFCOff+tuGhdbmWHpIJ6qESUjQhNlGDdjijyKowedkOGDCIJl8DMs+cUNwUhc7LVSeQr7bpMeYm1FCs6fWsFUhqT+93hzljDr4q0Qbups0OjNQSnKVMqj0re09LlnQ1ltDsr9LdRrbvB+0Nf1RlzdmeEEo2Qi4GazpQ3ZhuCxy/nHddA+Ytve5bCL8hM/qYxsI/OnjLccZBQiQZpqA22yfWmdiXELR3ZcWCNxpklY6cQGyUjEleLoUN2W/U01yDc1UXAU6ojXSyFnpODXz72rqUhpRoOT2LT9Dlur5dxFr7UOPE0ZjVdIk+UI7R/Lrno1c/qKcWBnXUZcdLUA8dmw5ICiNFhDHsoR90lS7EYa2hWdbfWALgjOgOJ+gt9O276OBgD3OaKNGLKg4UtbTkFd1EkT0sf/dYtSmCh6g1eZCmSvhwbeEHhk+QOq4K1E1sLILjHJjgSb84nOgp09kkm/hmhwro1OuI8nJsDplNfvN7363eqFrt29Vf6YVwbOnz1zH6vattorPHjzwXjjXLLnW8kDnj7SdfC6PzTU1nJWdvK+/4QCZp0swa0ts2SPPpUB2dGmmdfTsXiCcA27dKL8rIVgFG444qBwzGaBdtnC5dvlReXEupJeXbHkzl6Kjx+CkYjFU1wUTWFnxNOfXZJgCF5yWTNDmg/I1m5IUR4Knw30dzvzF8UdCuBMxIoqPmsQQFD1ru1qdgAujQYfC444En6AJAJf60iUwUSeMK4kOiXrVJid8tLMO6DVwS8mBoS1t8k0rJxtjsmAxxoa7nwoBquBTqYJScFclANCDS/0VvICcFT9cw8OmuFCKXdI/72VTxwqqFwqQl21GUBO9DyoDF310ofZc062Ezul/96koYPRcD2XeXHYSwrRQH2nXpa6rRx7BIr+YoxWY4d12aDIqTaH0qM6RXhgL3okxXYroKzXUx7zpGpTmnrYH08DmVE3nyqosr4OyKs07deJ7W7A1H6qGN5KP8DqpIBXXfJfKyolfiZfCmT7aj7B0ybF4VtYy0zeddwsK5uBjPIxpPBtNbIT51PkFS5+aXMOPPvTZIXTvH8MITKDw2bRov9KNzBhTUxDuiK2SyGadovkjHIx63mce9+RSF7jpu+xjZBmqPsf2G3eRiwrwgku2XAaqU1NQQ0ZByTlRafhagcdSy8eu9C1cJS0+B/pZL0sSkEuklDP+W40IMUbBFx1xTMqCxs1SAPJSU4NZHqYxMuFx/4CfIn2OcWbcqMMKlJucSDi07777bvX8+c+uA94OjoEkh/a5rt9eyRmyxczKAnjwcSMP22/c/OECl50rML9tAxColqzVUlEV7j9OxnUNnEd54cYk+LBkE/+qY9shsyG5YlZ34kWu2kirlU/4GgowFP/JE3o7G3FmnTDI1xEkk05NHmo4ZBuCi9KuG40UznzEjquhHNhQC87mJaCBtyqlLX3GKp48OgBn4kFB0WpLsgEuy8c26Go4F49MqpCxUbKzD92ZghZIJxzYIStSVqdX3JjCnyYX8O8PQVDlJDAy2RGA6VKWQTjXf/UVsFzmOD1dNzhaJAFDsgWIFglcJY9vaBLIldozSap6axuZXUAjV7ktLqUPvm7nkbWF1QAP3w11LwGdZaLC/TfpqgMtMo0Fl2agI9fwGQEWbfedenJYAu4D3FFnWXbUUVw87gH5rWqHBtAdfmS3ddxeu0wMx4nrDhZ2F2P7xhFbrjElpGozGKPhNGa8MNktCeOhUnyL+GP1WIXt2G1fFWAbmjEyfU7ZNtnANcM3nNR43LVN7YZCzI1pgYVG8mtuavI1LBVw4xM3Mb1RYGRb+Msvv/QYP9dKV55n9UorXALUDz+0m5sEy01TR290jZCAK2cIYgde3UjFFt2x7jj74bvv1fbF6qtv/kqrLtxkOqDpZeMQJW4UX1uwbMc5PipHu+5mkco3B37Eis6OLHAQ8WkpWCc4R1ZHbLEy2/eMrNUXbuS2d8VohlSdQrVhyChdafnJdcbM9FSg8moZ04EWMI2Qas2nzgunEY1fgDJbBEZZgheTHu4YZ6uUQOag5WAWfewfpEvk4/mUh28mHuiHdZmnNIpZvptaddaXhaPv24RGspXewWQ9kjHv4CKQ5vLEWkEuiQCo1W3RIviBRzKf6M7xk0vwl76Uo+8uTjRZDL7Sb0M2P6iSVTMJ/XJn5ImOpX9jdfQkR7lw2omga5W5X3TsfTb1p5Fe8wU+Jn2xI9Cx8xCO3VN7mW/IgTGj1xC7aXVmDVtbjX24FaAV7mML9Pvq9+H9JescD0RwmiD/ktR/eVrlyvZ0/2FMeaxkLMms1dcapzqy3OCbvo/dy4DjHnbg9Z5o2o5BeWE87iehmoqHnBnAHwz3VoQD0yzIPu6BV+J8WeaK4avsg50hw7a2gKwJiqxofW1VjvKbb77xquK77/6k7eI/tOtfH7wdzDYzDBJc2Wbm0Qlfi9W1LRzj27dvFVhzl+aFFOFVH85QBLney4zF20XivanXbJYAWrtMzgWd4zeVLKrOe16ZOOZWmCoLR7mVYmdYTh16wuPOoYwz3JcwexuDNpNTLRxGiwN0BviBroKkt55Fr8tix1iWUrTZoiAgJHAaRwMhyKMP5KPc/WLrJqiLHy4uwB80CPAANeipD12IcMGiCgYGs0dW6WyRO8j61neCA3jEj9WA3FDnk2Td6bT6hKDiJPzcBJd8DrQDDRDcjsQN9ZQdi9EyuuhZ0xQBHZ+IR3kpbGNOt/DCT+Q5kc5OpAN/ZJ9IQw3bP16him+OfkxLW7EnenRqDf5hpNqepL/jY1264JEC9CgIU/BXTrxlpjoCa6tFAZ4ta0i4HWgduKGPjKIdJaYF+iZZ79ARft+iZZ2pRasHmqx6159LtrAEbCtTuc1RMNU/y0AGHtunZQ+diKJ8q4OPpkayU4KwaHVeaBi2DSNOfIRlQEnWCMgQSIVM1Eii5iLnw7TL+RoDkcWn89UcXEhNH3mCV4DCDyt1qqyhitfooOjSfkpdlqloZ866U23UID1Ih1jw7JaFRWvrAtH5LOq2nVZ/1RHBIt0EXTzX0X7S1aKAnhdpWWKdCgZ+GBdOareES0W+qz/HMvqBdCR/kJRz50WEM2x9W6pe2EazdkCOMWI1Dw61EBPmw8ap+CC7cZ1hoBaYkR74TUMwyI2U2Y1EVXPqDnA0FhyJcxqj5+iaAijmHL9MPANPaW/SU3Djt2k7J5W66j+L0xsKUwNGR7AC3JqtOrZSuTb75MlTr0JfvX5lR+KtYTkftpR5vpbrstwIBdy//tu/ug3PC73neSR9CNg8k8lzkw7Kel4RJ8J1tz/96bvVt//xmcgqWd6mjZT0YqrM6FwyMzyAdsWMZZVHMIZQdXiVo61QNRUrL/SijA5HxjySQdFlkjpFe6M9wqcAmsnQYEva0lHCiZx0klcu5IUH/tyBoFUeNvjALHbLmLDzp2yqFayhgkMAa014WMkeazV3xkTIQUR36L4THP/6QDchrFobaegnq2+4IE0ShlJKzS/Ux0JVBSPKItyrUoB1RzDqcyBpuC11EIm2QK0HCuZ5ziHTtMQpABSogn4iA80k4I60AoY3646jTmxfNAPcRzJKBkw/+FwA1ptnfOkr06KN/uBlmYzJPJFreA1UefSY9hytIWXcZIGQ00WRMdXXtrptZQUfngcIGBhOoxCV2XOkFSCkEYx89bd3Kwyx+TW1CZZ8I3FyVV80NjG0EgAb0MFtdiJLBbbi8VeIr4O/pn5XdTnwXfX0iYXTYZdN7Wo7lZdWppK756LwQfU3Rum2RMdZojSXgLpVYfyVhixFlmxLWY1jj+Vqu/fIuAZgjswLLDt0U5phsH0IPMF2ViVc6q0F30zcnNSGu6Y9qWww2jrWTU0KkKxGz8+f9+1f31GsoHlyqlWFgmshZqvZQVVlr1+9Wr3XFjEP3bPyOFWw1vzAOLg5ysoQZbYwuX5rrdnhw86mYGayfe2qDc5p1lBtZgpHl0JgI3dHs5KDDx7rkNuX1y1H0ZUl+MlFF9bpCJxvlFHD2vKtTmOWn60/4IvzOlKW2VrfCgSHitDxpe6M8W6CdE19XzEob1l1VKH3/WEaOrV6Aq+aOY3U6GTachmAlRf9t9YNbed6Ot/BDtzcVARqwV5uDIbgnH2zKjkooXxWPuBFnshBwNMSQvFQ5+1aa+kek+QPYZCNyZmTirICgnZ0OA3SgIzf1gvkWwJNp+FyFaiQLLqnro62H/Qh2zj20uqKh8x7+1hH04Fw8IKDvNhkIFiEfWyOXDRulTCQpoaD2iMrHwHfpNlBuO8ABE+/Jj8zv9B0Az/L8juI+MmblgX9mnq8k5D7fIeFa2O7BBUxhqBGEK5PnwuN09w/RL/hI/GZ9i32LzSQdgCWj2H3igUEDz36Tn98h2f2pUEhbzzZDmiLs1AqV4hvmPsOV2vMyweozn6qjW1aTrBa5ADjJP+M7xZu+d9TvQHnuRufuGCtt+C8Xz30XcSPVq/1DCwr2Hc8viPn9EKBikcpgGEVTKBGIVzf4o5kyh/rkSECAiMsutPLLB6pTIJHnMbHLQ5y0we1Qm/MthEyH/Eix8m25oW2ZK3gQzDh8JwiD1nv7/vRoGyvBBd0VOkvHduqgA6gvvUJzZ2qYwiEGI2T4JgEkCrgAjduqSE+JJb4Ct6BtNEMXbZfhddY0YEyTDR8Tn8M1t1gth3KALfVzcvAzIeVJHLVOXzzhioe8Qp1ZebJepoMvCrRiLlszZDGWJEDZVAvfXOdtvRHGfn+KAHn7cMsx5OQYXegVmbgg57bSo+e8fYtBNUwRlUPP4xPDzjlN9KGWqcCcvSrbUC4mYOQWnw3/lhByvk2vI7p0xvY74Ria45+jQZBvhXk0xX2sTXppogVX7WpWeW3OaIzRPNETMeymdvg+sXb3HTC9QswONrmZs/dHwNljm2IzxDn+dSRk4KewBKs27n8nmMkRzFNvrbsbR/lR+SPSR6branO7POxH3YIa5zgW+DATalzOybngXG52MK3rLmLmG1hHDVvgsJZcf0Vtj8qoLJd/OLlCwfVI8FQzw0mBFmerSVIcMPNldqwdUyQRRJujGIVZalE8bmC+V/9zd9ZgMntd0lunalBU47SjlCCpSMmh+RzyeoXYYgf4mDf00dFzHDoAaeh0zzzQdGaHdFAmnXHqBdZsSWvciHEOYDBK1fqONGR4GfH7UeIAHWXhJLqScblXHg2Xrd3ofuDu9nOCV7Svx2vzqNfyIBTR/7AWYHeZTGq42M8eguAFWzNJIT4bCZXbxZvKcHkWNlb5KGe8uBuotogBwDLZs4bAMG/DJ1gxsQAk2Zmi50eSQdcFigY+gY7tk503cXym0B0W7S4AS43HPF4j27ck8p4lvriXG1ECC4zYdG2u5ryysApIQepjuS368w14o9+v1S/wBd5Bqq1Qb813JLCuxUSERVMaUDNwB0nEAXka1A6KY7G5gUzHpGfVPrBEVXe5Q3RWDbBN7uiYEieHAznIw+IMJ6bUwfX4nhqCCwmi72VzVG2KzXz3ugBty9Da41tFy2PbDWJUsfsQv+rlocrNIdC7sZK2cgoKfllvx1CBd1u9twhLQ+Escj4MU2vmj9jfMh76Ts+D0weC+pH7wSqmm60a+aoD2jgkzxLCv7USHDCrTIfDMu9EVodC9b41YC28SMCUMJeOHdeX44fHMEDsJLHC3YlLOLKsY9dXMoTh9gdU4RmW5dHH57oPZI/fP+dgwqrU4VvP67DCyy4aeqLr782w1yX/eknvSFKgRXnwSM9flkFTlAfVsmWPvyZmTdvXms1o2B8+hCp7jVl8ETqUgoEkoeYFIAjRTn66gHSSqRd0xiNlskzygSxqrJi60RHodEX702le4uOck1OlH2s7YxzTT7YYnfH075PCEKfQAKv3K3tiYPaK7yYgM0FQv4nqCSgjPKCkoR87E7ESFMGbfRPYs3mdVvIBuCa7xqY1ua+dugLC9zqUPc1HBhQH3W5JIf7V9VoB53lLgfkaHfpip5f+alq2tnIgVuQ63Yi3jJxbcOQvvvIBIRLHNw5L91K0AtttecZahDpY5lgIvYAjjwzu33dlRstWp9LDsbLpfBz/dxBvMlZ/WTrEV2zveCd2TPOZLzhCU7umspG74rnJu3TtwiIxKTt+qOm7G43BFCbiTFQK9jN2n9PJaWjPx+eq0/g6Kb9sk2Ksv9tdctYUX6Q/rXjxSEtgRoi+Cz7hgb2wD2RBGAmvvhiVrUewzUWVe6A3JmJ/u0zRZJFEvaL9UIXGlzqijUTuCGqquLPcLrrmOutOBh+OODli+e+/vr555/7RRU4BK61cmcxW8kcgefIJwTFggIMr8Lj+i03PsGoeNFNOGeeAYCfu5jhwCsKMWNfLKCx0xpPew+13HcAGiHnsbDxAD1kVtBBuxcAucAtM+BHJLvz7lhXZ6s3Kx+CqvAKJ34dxbNmiZ6j/CqVIrz1ThCgLdcQgLOrlzVU13EN2S9eEM+1o0yEuZCX9XVBti40AaKdpUHA5vitXzMifsQWW+X04YcPMRb3l+C5SYq7kbO1C4eHpZod74eOPi4k06VWbVlpp3N4YTt9gS6Bqm1d8NbscKNPgg5oiSe78isJkVnJs150R3IYdo4BpbDpfB04ATcTywwGBVvopuM88BSutY3Dm8zUR0Lql5oon9EKlXyw7zz8fogTFH+2EXPA186U/sxconG/E3ZXhceVKm86rnbhu1O5hEDHNecpnuh33yPQ7LbbVTryTiSr8a4gS1/MHWm12H4su3RP3yN/26ltLz1uqzu/rGY7yMGlluce5PgUfbYUwmz6juhpNLAA8fjU4nA5+uhz1ap/NY6bjBzMKz5HaGo3UZ7A4xJbPNGlRO8UqtGRXl6Ej7nSGCdu9cm58GA7NbkngHO5CptmcanvVo+9x8dxLH93bKevm2VY0bKF/PjpE19He6a3Q7mxvlmiP9dzsMDyiz0EXe5k5YUI53JMj/SjBLwtiq1kcektZ2Df6hdVkA4GOYexKfwI8Y40OaYdAAcUo2DwsK3I0TilaCtu0V76cActijdO6Uj+gFbWuNhm9y9/qDQ1ZRSRFdxJCTLQJ/XiVPZvtveMRwDVyYY1kwQoavenkIjMp5rscG0dPRzrhgL4pt/Mx8TcBsKb9AHGmpnhnLeSFQPflzyJGWFafy0dokTofdn7tCHm3H0N0FBmONsAQRo+w2vUmYGESqkz941G6Z6tom0p+pnLuw3uvssqgET+SdZD6PS7Ig8B/pQw6oNu05+Szr873Ntt7bZiXDfubov3Ju3U1R6zHpsHNMy4W4bQqWGNSzRVl0KmWnLzMYkOPFZUXjUeu4z35reqffmrBMgFD4uuGU+TH7+DkUlB8btmG/gNz79qlfT8+Q+69srziLmxiS3hC10PZFVLeqyA+vxnvS3Kd7GuvV3MypYA/USBOTMKkCs4K2D4ncieFVz6LVMo3dtvKL9tOjDboLjPdpWHZb/VCEUMjlPFB6U4Qc1khDiv5aMZ27eiJd90oZ+GYyXjO5BFzQp20Ilyo3A1hjfNjsDX7zDVbMfPenrSILQmAsd5FSWUrAB3bOO/rbzAW7yxIiXxrBnbL5iB6z1Pgyeda5GG+NaHeJAEfSvEjXd81aqtaHmGJzriRi1QAo6OPxFgO5TpGeeIrA936rlIx8gCn9uJFQ1mgJfMAv0BH2lqdN2ghxu3QEe9ZUpZnbI9Q98hhW1HJ2z5ZMXMLBexMqky7+qXIy60IjMIdc4uAutZn7u/wZePt2TpUymcWXEWyMqXYQouSiGDWsBNnwm19qM4v4mt2qbEE1cL6IKuMRDyqQLTgssp0Rbql/EiUTMF7sDA0dOksWV4Fmr6VQnTpVlPFJBao4JP4fbvsouCHdg2bv98mzsEvM0+LB7b86FeKm5sZeXRENWOQ6HwW+ZBpXrLAa7iW+U0i51HHTrtCR5dX4SoMR2QKEMfhiW3IdvpGs7F7uvkdn+XjpcQ8MAHWzE/4h178wQKNuY9ouaMq4Zl4G2Jt85H/inr467hQB6yM7jC35DAF6lk79WNPjg7Kwy8MQ3+utrVcQIr65TxN1wEN+69CHeZAM/Gk5CUTmGv9Eh7dFc6cgyCYOODNsgKRfL+aJXMniA7YniYCx4BbGL09z80HcCz6W4KQZVT7bLWOUfzNxQcv9Bdxax4+Kk7EBI0cTqsYnljFIGYdx///d//vZsRZHn/MddwWcFme1K/T6s8yFkBPPCdyHE+aJKgyTVd6Pja48DAmEUW8PGLK6RdqwlX7viqWURVo4TciIJS22sidZ0M3F5JAUjHVYM9R6llaxrblpEWYPVX8TWrV0OxYT7SMRmEtGUHALx+pMjIthG3xlybL53nX30ZA4xxTSCcm4eR6am652xc/Wx/xjRE2IHOwxi+0e+udvA9JUEKfjpf5oDOR4NG/FdAPZKdRD4CbILsrK1syfA6oo/AKmM7zY1V3mkR9sFXG1cNcqGNvjricNJtp5dvZsRpLySflimKflu9DiOsIfbpAx0IKDiUKdh25FAf4xq+xqA0FP+y2d7Zo0Z+WRYOodZ65xDQTwzz562n64T3bhED8NqEb9Jlm7LnHfC1pUuMGuPJTpu3z5jGn30CI64m5iJYftlxgZtm9bHPpq59trHTx2Cr3JASW9dnzSqVXyxhK/hUq1mus1JHUHyrG5h8B7LO//Ef/1G/S/uFb4oi2HLXMcGWIytenqV9xs1UP/64ev369epL/RoQAZkfeT5ZX6zevHq5evNaP0agH89mJVnPKKKcSsyUeAaUlZFCjRQxOMcGVAqpNnUsgXmGKuNYyDQls8PXbIWVraKXlXuiNwix4p6cK1zw2Z5MU8zQwcYpWMpmHzWt8wlLm7VKMM/hmDU5I7nCpHHSDof/UT96z5FrqLzxyKmuQ6IMUrte46zdrUv7F3rIpxHqNZFRUlgHvVj09OBZPyUDqW3aqNlxzXRnjeqksck12swSi+927DwXhToWgs1j+lZwDdTyqfM4elWELs20aBSTm2h6CVtOXD/GDo1U7TMMMzmhj1kt5jlk5bXspI9I4cU5O4TJhlztrw4DO60/LLbyHuTCT++mLjSZkbPiLt3yGBrcbUtlZ7BUeeuGc/9NrYrvKhkdU5V98iN6sAKi52hSVCuj+j/XhDlVn/y58ngtX59Av32YHYi7xkEbRjtYBhl+a0DaCc2b1L0u2Lu3etWEfuKz9HxjS8afpt35E6wXdTrCn8eStrIcf4RoA08NSLMY/wNu2vooWyHvMa6jS6mj7OuvvvYzrlx7FSU3YDv4td4O9UovpPhK7zvmudk//OEPq7/927/14z7cEEVAIMBylyZbzwTrnxRkudbLTVD8ig+rAgLqWsGPt0dxLRNeUYx/usjU8hWmiukagQPANVkLKFpMEHCQET7KYCuV7XDqBKLEBmRzsmw/Kk+HHZ6CF56hgy6n5FJqXIS6u+JdBB1WcPURdenK7ySWfvJuYrZQkjp3BAdNFjAwtjfKwfqosjhU4ZZu0Xu9t5dZn2d+yCyjXZ+iAxkV6O1BbDUmZs6Rx3+hf9vvGG03qa1oCHjRA4GsyYwym0KjW3Ol9sWnlRgZ4dX8tiZtUKbv1US6GFeeFlfFHqRFb+DMfaVz2tNnDAdgrSvgTJqJCiXjRI3K/QnubXod2X74Wa3aeFa9kKc0E43MWuw+WTSatWUPW3KJ2uKzG92+msJdR/BiebE+0UCPrc/24dleNwoyUTDv3otHjutTt5UGej+SX093E6JkKLkKYuSoynYfR2jnhY7jbVNxddv2O9sxuFqqXIrM9VTj2XrZZIqB8w+PNBw+19d2Hy5r01h2agdPzpvt4X9KRvsSnXDO+O+JLOc+9lL5BxjRP7TJK8XvJT9B6q7jH378wddSX2oLmW1bbnoiKHnrWAHz+x9+8EqV7WPKCLCsgsnzikaCFytdyu2ghANi9cjPFT9Hd67f+WSrmZXzkwy1IwWV42NdK23cjOOt8ayaqh1Z3sxHQXG61Nphmo8IXoGNi2HRVxREsI2zx9HvHpjgR3WdTrHgzoBa8Zktyqkah52g77bpFVfn+SoCzbSdzUv/ef4YdHBjnVgZrL6gj870WkWtfTCe2pJJR7uFcRNouXX9oxp59eYVmWSXpz9Z67IA1y6Nt/jmGDl4gb9ucYu8CM3nVkkNC31rz0xyTH6CrSYNIpQA1jgp3Vp/kg042itaIjc/1M6zsLAXXamPJsNxIMZGK6knUKBGkCYi2pHhcTRCH+VIzruVvZEi+bkuq4sLxsdjbSR488fRsgbipHMD7fhKP+6oPKA4/ct0MKnkLLzoAM0e0lVsl03JGvUpOINDVKx7ihvGmqFMDQ/OcX2M1Tq4wefR75OR29QejNSAtGnt4M9ZcPJp5cV/P3fD2Rd973/jEHfVdAb1qU8gWp9RLyXP4fR38X8bsWxfjbPi4DZ4qi12VabFUAVXtzvrPwGrJt++J8Xj0JBGE9vXWGA7tyGmjPPq+vLTrpa5swnIvQL4THaqeHY2wPiUGlVBlktGoteQ2/dDXm07PU6NQfbsQr5ULz4qQKdJ5EXmNRVs9XIzE4GQ35TlOi2/5PNQ28KsWH9QsGWV+7Weo2XlClocOUEWRgjCBFLqCLguhzD73II75/lNBRG/eg+FqA3isSU3u5BMHQq0U0WIBO1SKbS2JcoroFGvtZ8VBXjacJ1Wj+V8hPNJycGlMjsZ6rYnd66QcdR/VzgnMYpqO/FXdNMlkCiYHP3slVhBX7w0ISuv1BkW3GLHblFGiEF4Nastz3N5L2TjWVkSj0oEPx0LD7RyS6obC8Ba64YlmOTVixNc8WgUbjh97RrAE8Q8V9c1CmfpYQ4VvTDHge+IE5lmcCoqPEwGWZEnacubH3dFP9iMdDlLwkm/Wydq4kCu41q7Lsf6EQIC7vHxaXY6HICyG4AZwgyTHuhCzTeUuZjQDE7Rrkg3I3rYiXFuEfWQ1uljeAIafsSuGyqPrjh3nQtnX6XHWWE/uSVDvf3+zGRp++EOqUX1O0Qcmpc8+yGnWvSXcbdNf3GqQV+YB2KfMHsHaqWnSchPyOd+1Ngtf/sT9XzKWubw2C/aYPLmkOljMNa44Kz3VVMd8CRch4d6OzdPlNn/3EzPlsbt4Fh/4CwZnYdiMmu2jL/66isHUoLnV9pK/i//5f/2tdo3WuXy8gm2Ngm+3DD1hbeSP/h5Wq7nsnJ9/nOev2UFwaM//PD7hR77oe7BgzMHAn5B5rluiHr6+deeWSCxt0ClkVJQVl/MMvSHQu04eR8w23QJurA+pmobhSUYAkuwZf+9VtoRWC2Re5FcJHqHp8Zfa0DLzGQm5OGnOXkHOIAHGh7J4Ekx8vrVjuL9o16eUMnygZbAqInLBW93Kp1Jh3Ru6Y1tYUhYd+Cj0/VBH2DkmqR/M1gvYjgnuPfAVEadtkX7Lkd4AH/kQ0iEmPTjFX31s46uqQA6qInVK7u84BuT9UIBCgCPaQUmukfu0AOHb4iTPRwf1QoV3WSiiH6wfQYndyAGXwKtZ86OvBBTgsQkxvIEiI0UfoSfxvDEQX+U9NR47ec3zIAJ1kgD1l6Wml/pW4zRf935dTZGTnvhr5aJTcUWS5dLZkY9L+sOPe+2e2iDO8D9OWjY8sq+Mw6u4+i6erlC+4P4+jx1kDFdagJDYVn2Y/EQfzAtFmlL3QhfsLhqfMiYyrcCQ+KbMb0rOdD+03/7b90pv9R12WfPPtOM/3j1h2+/Wf2s4PiAG6TkyFgd8F5krsk+0fYxdyy7XCtbgis3RLEC5jojb8DhrmW/WUd+nNXsq9cvNOC0+hJDzLyLyXKivqjdOI3QCWgUETgdQFn+KFkJwlNBmDIPZhyzHKNFbo/i8GjOJbdwa7DXRxn9T2W0r2TcKNDai+pry83bhwIEBmXz02q5eWupZNQOr4EL7jIOBSDj1rlf6hAa5h+80jOBNTrQylWwYMLp8/Ypfq6OOiY29FNQactTaDAgX2rDq2lHIMGEn5xbuy+E3Xh8Vx0NWhI6wdbZdDSf0+ksBw+VrA/Lij6kW5ss+MkRyBS47Gmj9zxWlD4Dh/ULy+IpeCOj+0nTBOOT7Kxome1mhclWuuj5piawbCZwnUgP3O51IvqMF7j2zxNKn0wGsCGFYFfEPrLD4CCLnRgtraBdCf5yXnqoY0HkZ/e8v1JFls3b/nChf2yIR6LUm97eQkW+h8F9A80pMWaS2k4Pq/hWkhl+JqkFlWNB5Kx4Rk4YgGd2A8y77QU4+mhst9gpoGX1famkgczbpT/baFQjJjY589iYiwfhnQky4ZEj/d/sQ8Y++UAQ0tNJ3JC3LaFHeoWeZTz40T3xZf+jo/+2tS2VmPY2zClb6mCE7HpTYeUlSexelNH9PJWCgZ/XjGehKfteNh+BFvlxlbeo8im2eF/J/QWyJoMDl2wm/cgx4z7H2I0fB4NJt0lDjw3p6EL26ZfiyHY1jJ0iOyeBhX90W3rGl6Su1esQ+ug4SDpsw8HBthdMpuOvZn+wx+i1/oV/aj+Bkjvmhqc//P73/o3Zz3Sn8Le64YktXbaR+YEA0h//+Ef9pqnOed5WQfXbb7/1Ob9L+1gr4i91jZaVr6O8HB/EvPrCiUkLMEqdFYGw+ni1Y0eXQQ2j9cH4SZznzlCf2iEmN30TfGcp+pqZrKjpfO4sGExjmp+NNYfk05nptOSRd2dCBy0howd4K+O845EHycvvdS1b+TgAwfet4maQwuU27nDKJC/iYgytP/j1C7ZMcy6dTSwUK8OxGc5QcnC2yY04+aRfl+3d1zVCWiUOtFb1yNs/+3S5RDyclx7BmUsdOFUBiDHzJh3lJqP0FfC2Odkt28a8JjGr8rntDCQOyiKHJ0D0R7VQpoIeRQ4erc58m9EC/nd+tL4XBnfLPr1/TcBXeEvfLPi8f4IeqxPabhFT0V9YDnvG/q9Pc93Pz1prFRJbymcCs5wTjZQqz8grf5AjcQp/o0+7eZbyMdn/MGbhf5jcFR5g8cVcNmXRU08nwNvSv64JqK/12A2O5TO9evGPf/yfvtv49wq+PBvLKpXtZfJ//dd/7euErGq5Dvvo0UP/VB4BGTy+Q7MNKh4Bgu3i/VI3RX34oLuVhY9XO/BD3Tzo74S2GnCJSoC24MKHYlHGMo3BUurq1d6WJNKYFwWdxhMr2NSxkqV8qiMyAUdaKrwj3pGpdmM1M2YSfBltCaYyJhLpFJ2EJKADXYwgMyWODo56Ndixl6qafAj1ER2LAag9c3jzTLmmcary0UgH/Ow+kKpPqCLQDIuAXg/Plqvx7ZnbgMuAW77gA9nmOqRhKYAjgZ7jAQh30IjO0W22jfyCD6FD/jEVHwwafhCDxKNTfM6lSN5nzGTuih/AkF0Cz81iPGp1zo18kiW0wj+vw6P//Co3lFRiGfP8C1xegTdbdrBl4iO58Tt8DCOeXSedHEnRrPbY6RiRlxxQaGY6J9bORjiKplERgMXcprW67gAW+Jnr9rpW19ZLl0626zl0ViPzsvGsVm5LJzvC7M/TcZudV6VcQPhLSH04bIraxSuY2+uyo7pjBnvIhzFXH2w2E+JFmYKfd4Pku7VXIt9OjzI6dVQ+1hXBM87wq4JQkReFW3TSx4+AMu4j0tKniaRT8cjJpQZ0R9lpiB/hWj/Vs6/cDMU1WK6p8ngOK1UC6ZmcDwGUa7NsFf+kt0IR2fndWR7fefHipSQ68k1QRHSIgpSj39oj4gqT+rAyO1n9TwXx/+V/fSOGTrUdLYfWHJCFk2IKB7AOinY6YtTnAlDqivDZ5lcJzhHqdS41BHhjUCskSimudR2q6uqaETBKpEGhNBpS6IW/ylPNZABORr7RCRS9WnJt6uWDna54v6eColc5shjaole/sQkmRBr9Q4e6M52jIzt1Y0ZucAZfaGNg9VG5ZRUfHmVNNwGnsufuK9Ni/IBukwZ63ZZcKoGs13YsHXuiUHWLxtablNpXsyhYcicoR0fJt0Ele/RsWcEV/XLHMX30KdI4W96mb+q5Nr0v3WGusg/tL1e3MRYPJc2YlS3vsJdDsfxZwDH+PAbhZrv934XPCp5LzKP7Kpi70Pl0bRl/zTE2IvhT/Cd+tHxmq5odli3tB2eKkF8VgvKLxorjdD/oyD/nQ5txFyrE4oOxRWIjfppPaHEMOr1zXj9tpyDKCpSbor7//ntvC0PuUi+beK/tYgIrDYEh8LI0pr3vNFZwZluZQMyKFgWY8ZXu6FQbVhz8/iuOi0eJwHuy1kxETu1CnmQUspxnOTevPKRjXmKBtNNbknS6SLWCpBg81peokfdr3JjuELxUduTrojjcvDaxnPUCpU9Lxx4L4BUeZk8sOPr4EKQV2xCQ77JIHwjNVULE8MRD06Ha+pjRrBm+jUiBtHSpTqRt8BZHUgz8COZcI4UHUo6Oz6xzcFplOlrf6mP0T3v6REKEvwq2au2kAwMQygJ041aTRW+dBNr4yHpCoCUGR+seXfNibvirj+DIW09mTsjMC0dVzscSaA0PE5fqJ1mLJNXAUq6CY8GgBeNNq9YO9DH42hqimgFBMOWmMH4bl50cftXojF/U0Z3x3GPgIEugZcWLTbv/xCLKbDow7nZaz+lZtxBRqv6tm7SKlxwRdoqiVodbbf+qgAJ5dIje2PEh0V/O5dRlt/ly36ih+0tIIcOHxM4PqWTySfvy2BkL9uZBGB+RY1OmSm0CgwxLndDKv7LiY665K3v3xJjzpwSOrHdHfAgGaGELkx4OabUPZgygwNXKv9pQv9Rt1Y3+rMru62i7HZBhN0hd5dPklwUEY6McghYd+KnOHOOfcavdJnazVI6MVNcjj7GVEFtOIqBLWdlyLg2BM8aHL3ECn8oYrxTxIqQxuVwFXJby/L0p1VvMFNAeWsLBR7/e896zdn4v9u3bd2oUxDzm81e//4Ovz4KUyE+QJb3Xj8CzN81KgXKeo2VVnF/0uTLcF589W115u1diEwjs3HH2CIID+yBfzmxCHwKJSqmBFkczqFwxqhqVXp8KniMY46DlrEtoleCwcR5WNiscStS57iC1OoTSLhjzb9pzXmsLEvn5SzjLqtUOunUUrUoHcwy7KDZdKfL7jmQZKIMpP9mnurYiKxo1I7Mx26Cjpzkt8YAd0HVbZFnCbpyrKXTQ75QitfGpvPcTumjnE6xyLtYX/aN695UHSfAULBRcrzoajVvH6JHdEa5Pn2h3ZgyETBKx1/fvecuZdnPOCLhMGt872DIAMwixD3DfPO3qMcrhjQ+/AuSJzTXoHdDokyHZqd6OtQHLr5llxJHKqebs2m9sgvGCDvvk9NpWCwB0+eegvNhtmLNlLPi826kDq1DMLUeSo74mfof5ROrwdVD5A/rLKl8yMxOxKjM+HGRH+2jVXozJh4OSxKHkcYG+PD5cn/hCecadLA7bGdpWG+qTcqzz5bEaAw5k1XNSKPAbuEA+WqTyI+4P+or2Z20PEzTZPv7Xf/s3M8Qv8yAYz9FyxzGvWvQLLoRxrXKcGcoE5vHjh35j1Ot3b7wdzeM+KNdvjvr+B/aH1ckEbAJClFkz9twlq0ArZulz31WrvBYWdkgJEohFqmPO6rwcOIGNSBEnLJri7cLX81SmfMH5Oi3npli4dh9RaBwwHF6foFO80bauC/MMK3fOUp+t8QrzgicrB0LsQK+z63WI3ZyLf85JeXAItQIE1xslyRn606QGqXQtMtvwbIXCC2tCPe5D0Co/t6FLgW1JZcj0z65Us0uuhlaQx+AxbKhbH550ib749jm8WE9AJPU6taIvmdiBgN0JyJdhkwfW9QJwoBUt6uvDDWUOuLJ1ldLCONOOSZ9myKxkFWjBU0dPvrz7Ef2Gs/EbfsG3mZA325tyMPAsMPMDB523tm3FRFMv3Hcb/JE9xISzZsae2Kt4X2COHqe288kO5dv5nVpsydne3HtbKq8rIohO/XoddNVja3C6UEVV3/1oIy5dcLw5j3dn4v4xMP4O0VmNZThYrnrvkysvpLygysi7Hjd9kQUYsJoqa1zoWGPG44fHNhn3QHAXzLA7tLBvxgM7osiL52Mc1hgAJ/61cFMjT5R6wWV16gaCmcM1RD4AUeOOBR07ZmYNhC0d81zsK72HmBudftSjPNwYxeM8//Zvf3Sg88pVgfR3v/udG/NyCrbX/I5kOSYCKCtdmOU6L0Kw5Xa6PvOrGKnjhirq3759rUCt9yd/fC/nJudZDpdAZ2dLAGyfWRmOuOrilMv5IGD/CAdMzupchvpSZ7mlGZ+XFjguNdPqcFReTaVXXRpswVAKbuA6pGOm83lOXR1SgOlTuwK523bRVtbhINP0BLzNFWvhgwOUw4C14tM6paNLt4jteo4Rkr7o6rAT1bmTsFcWYjdM1QIDtXDQXuIoIM8mBEWQaR+3MV34yMc3CSmf3Y9WNjFpOQlkvT8HgpYTTmivAZX3mgYHtGjD5QtslN9R/qhtZLaNq78LZ+EZUHddzsQDoAFVoLC4Y7kAugrgrfFnecVjJZe7PvBjm06kgO/tWFSXCEsTy/Jt54WjjoIZ+osWpc9qPZetShdS7gKawG+cK5Q2V1tDOm/6bp0pzIM0N6bzSzQY+RvzS9ol87L80HO6cvwc0i7wC8qL0+DZUjjOCARUY9NOzf6vcWDfpv6iywY01dzjS4wQMPMkR4K5bRF4AxKIgUFGHT0cyxo0BkSj6I8xp/xq46S5gGY7jZf1d3/604ofev+Tjjy+g9PjyHbwQ610mWWzesUB8W5jnBKBlvcdc2TVyQqYFQN1D1gdn60Fr1cF6s7iUzGLk2R1c6lrYlfnbBk/FE9szUkvYgQaaAjh0JeFJ1CwiOEFDdoH13TEypCoZPQ/OSUV0MiHKIC2gmOL6ZJbr7kjmsmA8Am/SlWnj2j0jgCFHHZfXRsbXCXVLNHKVhFc4H5KyeZZfHlVMvZ0gw0W2uDg4Z1tjzDE85a5vq16z7Qze+pUbFCCBy9iluze+tXKyVizsuVtUdFBcS6NSRe+ni7dM3FCB/mgb06EUrzMZIA3ppL0ETDXpGanMyjaWdfIBIA/AuGoMovfWpg2ammkIEkZs1DNaXWCxlsZvKreuAmy9Jt1AYB0Bw5I8nOIen66ZKNvmdhgi2Dmee/TjyeaIB7nBzAUaJmocD3mWG15a5R3UaT//AQgHGym+im3Whq4nwQmTtwzFkkCGY4TFwQPPHEn86XkC59lIWpLGbJJUnSlb48Xd15DAn+5ptXwATikxShRDTy1JNB531Zb0Wx40ofRfTXbdpzwzCmCxj+goUzBQAX8/bwYKvKq9zBocNALP/AF/vBjG+FMmfgQIA9L+dnLJr/oXqnPGYPsMtXuiHWlutqlmTAzxqazm+RKrxxrGNPe5R4TgxIWiEtfY3ENqZEf27+ASofb4PFntZJdUiweq914Puapv1YNyKmPE32enMs8bqsuAK0W/eKn6GtaTBxaBxLWfxz1yTayIH1OHzLuacPYyTiMVTKuGZ38xccC5w8YBczz9Un2LipzoYu4zGN+6DjRIhlaML1vyKuQ2vG45o5igubnn3/hreHvvvvOz8lyU9Tneq6WR3kwQFarvNuYxC/2EFTZQuY6F45rrSDMjVWsDHLTVJ7BZUXCncwk8wyPvI5Rv6CDuPX7pTCcQRSmfa6yS1kEv2bjJT7L/K4gFGoxQa1Eu+RYzR3Jikr4dAB1dA+DVEfxTAIHzeqaJmXVjorSOzhTl3qvmuUEr0sdVwM0LzhP6YWgOkpQuHKdUXWSF8fPwEfyMgrgkLXkzxY0hinj0CjL3ERBBdm09cmbpnw3LRMXaNYIt3AxwaJ95yN8mVtz2RgtPRVtJk4wk16mG3GW7gt3InADJ8NJnEgGjHdF1I9exVdf6CYshpYtpXSs9thhrYqxJRH3AGWb+OJc10lV7wgtVrFf2j989MA37mFLVvjAElmkGtkcq9039oJDv4kP9yGAyMQ/vEEN+p7Nla5GbFO+nKhR6Gs/9NSucuarMc5ogA84EPEmS/gqeGBwTjRZ2nLB7D26j4G4Kad7sWYyBYjYvUtyf7gPCDzY0l2w/fptsY+u8j3sVJDdA3LvVRl/+9Ci/OrQ5THtcMPuou67GO8Fuxs3EFg5tsz4P1b88cqWvMo8HuV7uo2rCFeE/dslqe1006M5aMQypjnx2Gqly8Px51987ncV86wsL694/PiJV7AE35cKrD/qF3lYBeCQuEb7VHCkZ8+eeiXLSqk7STH1kW1hVrNahTLTIEATlHib0ft3+pUf3XzFoM61QwmhLWTyvlmo5VnKMqPxWs15VhrAtKPymfEEznn26f32J56rRPkE23a0d0I5nOs4eiuVkCrwlla7wlM9fJeSc9wNNzQBf/VWFW8ZDTXo6XdPLBQQcYPoz3xX22ZYoOBTHWwaosPEiH7xLwF5Bau7bLVaS1IDt58CLCWU2eVC/C6JIC4c/DkNchPgu4zcx7yT1M4Kek8pQTl33s51w4SidFW02DIObVgTZ/4oT/Blt8QTj0ZTB57xJtiyS3OqY1IodxuyLbWqrQfwlRaCOyUBrlWqeSHIAq3DoK4Atu8ylzoavliaQV5/Ah2SaSeb8+qQgdG5BAPwAVnmDdNbwnY3KDveDfFbzaEaGO1jXxvg0j/7oO6nDjsjMd4qvx3zaNBpc8isgcVFl7uMuxEAy4kqHWBVZ3vWMfcV5d4i8htpZKUqKdOnHdpxG2A1mI7r589f+EaQl7pOS2B88+aVlYGjYav4iy++9IqU7eW32lL2ow/aMv5BK90vWhmPR6xWj6RJPX4hT+FXHoo+AnzUjxMQZL1lJ9Ze6zduHzxTsLYeP4pWnC/s8wsLiRysdlWudg62LNm1HZCEYJQyQ2mdQUXTdA9ooFKA4rz21VXQAiqtN5OgzQ8a3G8QW9raQ3LNT3QHbwkezgufj7A9sA62ggtmVcp4qg39gj5OFreYAwtu/tjoQAWWt+YTUhvnfkyFG6U0USGA1w1SqlE73T2OAQ78QNe0QZjFjtlq8aCFGGBasGZbl0mNY2wQmR/kjkD+9mSm8Wu+e15QdKtT6QvcyNRkI68SHvHAebPV6gmTwLhpyYRav/U7Ui2HrESM51pv8lfSRcnooxpbXsnDLJcbBHnFW62AYYstbO6cJyjDg+XS887Fttubv6YXAQRncI95a63pnN0L1ot1tzRwNmUdcQ5+dropnrrQjbrcPehQTBQf8LovoXcS2nQ7n7eyVrev/WadOWrFyrMN7gkuRcIrnq9jrnj3gr5hQkcj5lqB9bKeaQ3+f3rwmB9klzmVKxxKp6zhfwXddV8xsXJgTsxmQAg+jOPP2c3yr3exC6EanWmQympkb9gTZaSMO1q2cZni6Rv7VPK422P/xiPE9iWtTZBkfBcOKJlNw6SOtmveUfyjVrJckz3STVA4+CsBJwAAQABJREFUde445rorgfWNfpf2c9X9+MOPupHpjX/dh2DL3cQ8X8tjQSDC57LFe8ZKgBWwrovyCzFc64I5JzEKfq/QNBhRPqvRcKZDCYqmqEM5UjJvkzoiSOgxDTs/yrX1iBOqxF2bpNrirTyr4PwKC1uVcS4G/ARf3YmxAkXfA38zchPbvZgi4AkSbue2OOAAl2p6A2VwTLZB66uQCgd6lvZY3LEd5jcfWXaCrvRGH8g081wiJqkPdNVvCSaNCrTBna9WOB5CsygjdM2SMfdtPBuVcQYP8vEHfQbQjJbKCAikktNHykyUY6hzPdNlcvSlM9pR660iBuEiUcfbok71eA/HtZ7vJp2dPVy902M+8xk41qgEHYVd8hnicL/ArcrwUG3Ch9uDQyl3R4MrdT7Srp1ztOQtU/Ibjq8hddihbF/WeP0FFP2Uk160r/FGHdS3JeHF67uvBLMHOTYDll2YtmH/rWyugVJvxse8bjwDDj0D5+5peWDqnPx9Jo/xigE3RlxWwbHy2CyhlQm2vlVsXygIbwNDA9CmlIzj5heavzCI8sAThzyppZnOazwAsz0VH5u1oI8/A9dUvyagcpcxq9efdNcxTsnXbXXtVR7ZK9jXCsQ4Z28Dqy0/4s4v97zSTVI8msK1WbaFnz556juY+eF3ec3ceCN43jCFwyTgvdFdzd+Q14wEZZiXNl2tYBn2CIwKtsCIJ5TKHaJX/IYtikEcHUuYXHuclBRl8dIBZj4KLDgTPhBsHRA6OnXwj9OrsuVx5rxFtIwn5QuEi8Zj20VV4wXtwB4GlI/1wjrK2+TUwztdmBoa+tKhzlmVzhI6o0BNJJpxss2KLkhMlKIfzsrZK1j45oNF0ADkkOQRnrbVJzTzZQVY1x99NmqZAXClCRIrVKd2yMn8m8WkmNbUddIRMpRM5K2dAUcmFJG/DCV9kUkerwA906UNJobYNsGvrtugP1/OYLYi3WFxJP90o+yOm6O4yYfSXc7NNmJbESwTS6FSMy3+M4HK4GYsTFq5zp7cb6LLEX0uet487vvKZCY6waaYchknjaobxJ9PG51q48IbfPVuHfrkBs13g8pOkZ20S/e7G9+spssgcvctxs04uV/okut+sW5iG33BZu2ukvQtE9pZcgfQ97p5VIsvP6x3007xIGT8Zyx6jMoPJdgyGoq2KJNtpx6XajTuchVvGbN1tv2o3wLgrU8rvxEKx8S1WV+bkuN5pLc9cc2L4Es5AY88PyDA9T+CM3cewwyBzjec6IQy4IqBD1odnOiGKFZWBGfwOAJgum4bbWWFAK6mvToqMBxpSw+cbH8e+fqvukEBvgKPFdZ6Ne2DA2fCOYHGTlEylnMp/iCDM+l0t+vK9cA03RsKntR63mIEmNdsnkG38ViVFqOpoMoyWYBOjKLKkcG6Nv/Uij87yjkCaDjwCI4jP1E4uY6bMFyUl0f4ujke73aIFfRK4GHLdmuyfKobSBhyC7y3qN0vAm/wthNOhvbc1PfgoXZmZM9MHJnM6Uu8yEaEl08F8q083aIQHcE3ssKczwcZOPcMnCn6joSuYqu7YXY0nRUbj7gJLlRzN3wz5H9BJ/TXb5q5ZYfeUHG2yTbRmyhmnHDebdYzTMUYjdXrSPQxxdgSDk9wleGof49Bw+hkGIoT+ZZbBlnaHJrWvAmHu1rZBua6LM4Hp/Po0ePVm1d5bOehnBGye0Wqu5QRFmfNCoA7M1+8fLF6cvJEwVjXY1m96poqdx8/Fg4es9H+tJ0Lzv7tu9cRDg6lJAQzw5ppeFdOxax9XK0VrEOLZhy+a/Zc13q5OYVGlLEqbgkc/uGBxRTXj0cI3j+0TrshlYPBoUZn4sdyWfsNMrwkmEoCGFLyNmtTdDppM+Bu6wgbyoKPYGxGRJ23PylFx+ClQxvvUpK07yLIsw3PNdZMH8BBO1UPTVKib1XSb6S6fh1EutZo46YRJXlIvK+UK2iNuAHs59NAiC7SX11W9QliEGI8YbAMsAO9DBTaxaYwduSjT1TPRW/ZEHbkAHom3lTkGbl49lHnx+3SAXcgu8d0VyF6ikTFKoE08nO9m50Xjg8f6biW/RzpDVEaC9z4h8HnVZ0ZfOaFHRbrBzQQZUVZ1oo84dk7JIKr64pQZ6vLXYloyAUiJfLjJ6X1bUl0ImD+pS9eSCLMYg85ok+gDSlcqBSI6l/TAkAJ/uxkmpFQR7toRLyUtlQYe3Cz/uX+tJ30IuGs1o1X9W3ttNRdmuEobdwf1SkNjftT+YbB+rATVFnxn3FQk3fZgnR/Xaq22+CQZUxgAz63xTCe0K04b2RG6H14wTni3gY7lsV5B7vLR0Ijg/eUL10zjyv7vF6TE/HcgDidMwb2pdp5WMLYlrBHVwiH8pf2e+xiyo7FIJce+Ck8jaqV9ps01pgKt0tfgu/xouls1GvRE6pZCkzGju2y/IygQDP2nXlsCOinSks6de62gud8GZTlXo68MmX7mF8sYbWKUf/8809anks0OeY3b7I9zFuhHj96ZGfEqpcVLXcqP3yg1YAGXAKfHJiueZlJWJegGcDK65/rvlxzjdcJ6xEuhk2JHaqOXmXCOBYPIn38KIf4YhWXO0ZVnBo9NkTgnRRCubBy6Ml8CR/HUhCV+A/zYetb9E5vvYkPHCOeAXRrtmAjc6MJl5YxTbLKW/JNoBHP7QanQu7Vj0B5FhccnjQY3zQJKViOnQ46sI/cLevY7pB8yQYsfHVahzTeAcPA5o5p25b7rJ6RmxpABylsL8oLOL2OjOof6h3ghYs8tvPo8SOtZk9XZ5oEsqIl4EILGYBhUslq1tf3mdDJ3t37Qu9n7W6gNkALL7s+mjP43PryTCGyiLT1xs2D+Y3jeR92+QL+2/dvGvh3qQHG18Itdzmow86XiYkXqSaQXjBonCS2LKGnc+qzco2fZsxtfCbwvblqNwLBLx+P5bFikdfjr/olHs3guU51qe1ZAufHEz3nqj+uvT7Q9jGICLq8HYrnZnmGlpUvjohnZPPiCr3jWC+kqEiOM8NxARMcbMddrl7qLmc/36kZ/iyh26ZfNXOCrojjlVzp27jxUkq+XutVQma5OCfS5dH4GIuLzD+4jS9Ft/6m487F0zZcmXWDOjyORKquVgCe6TXZEBd8/rQVZx6oxyhw8HL+UopXfNLrWlvnwPY7VT2rdARenThYgJFHWsSJ9I9ifVOY+pO7wjd4V7/ovjjBATufqKjgsBT1GxYdwcE5AYqMp56sBgHiA43S0ZRvXSi+VUY7JRs3+MQ3kzv/mHobdAwgWtuehDahUGWyYyfq9alB4CNwuukJXFKl7L69C1mBFvl974CwYre+lq1JoVfTrMIxTDWKljTRU19lokvbearLI8RRyyBAvzwD1moqPm+y9yy2EZCN/tvbcl9ldOP1m/RLujnupusFGTRScwh6unXnAuq2p6LZjaXs6La4drdzr4pxSMH/Zi/vbvvnUlOr1iXzvfwXYLTGn0mhz3LwO2k3TWuFOyZKXcKrZOkQd8xmrxgOEGA0/nOQrctPeixylNkwdrn4iC/2rmCDh6azZNS+ksegkIKj8gVZMoLLYwifipzts+YGKFaxvPuWG0EePXzkuzDZRn7x83Nv2TLrxzGJPXPPr/VwA8f6FIdPkYKy4E+veAWjcAsXsARkGOA1jQRmVhfvedWdAvuR8FXqY6YKuhNGXJKYb/LGWZsNBVttU+mWswpiQPZLW0MnRSnSbFmX0U4KtLKKFEh2JCuTZu7BCchxDt205N29OunHkQCztmxxMiHxe4eNUzDG3xspQ7u0ZfJD4OAGHspCEVzaTlF7UFDGZAfDsUEoqOiGWlWwyqubw7Jiow0rRYIvzyAn+B3ouJp+RSbJEWVqC5+kGgt1HOUr4/RRLKALG2nhRF6V8aMAH4+4R0Ay67xwg5+29L/nI+3cwVUB1MfOINDoR3/qMFaWrGR9nVY7M8jORCZt4EO86/xcumXLCpaQjmOGrgBaItdZHgsrLx64q/mKiajK/LpNTxiDrVpDk2TadZKiRhgOYGyDWkHd7HgrNDSaZIfg/Gxi4Vbop+ZbclACq/Sw6NctwDuLzG8To/zFTKWtbpdcOxH/GVTcv85vI9SoOeUd1SbfgB9jHF6bDKJ2gy8nNILdvgufBu5mgbswclWJ/sUD4l9q5yr0xYtnhI1n+0lQqpHaBOeIWTts7JyqqHxF8KhoZpO9sXGsv/nmGzsznA6rWZwA12h5MxSvTKTxO/1aD0hhpZAVaWb+OC22kdlmI7jSnpUBq12EIuHEWF190Asr7EOaI7GBNxnLt9jZqs306A+airIYY1XP7EEMRXnOwlXjzIEDypSkPNe1dC5+3fetLXTp/Nsn4RMuYxEa8sVj4eTccZ6VvPLeCpWuvfLh+qMCL8l46GzrLeW8VvFCZbyqLzInANnhSLZTPc+JbJdEeF2bVGMhghFDewX3kOuP59l2hTbGQiAhn1vlgQ8PMMpsjNatJLw5TAjMjLrIJ4p9bcLT9CAA+h3D9oBAwehn+DCPRF8kPWBjPJZBvHM1JlXsHohH+jImMMUYcCqZP/Un+k0fKE//mpw5NVz/UkXgYEcBUJNLdnPcD/ArfVAO7wRY8PojBN0ZizR5ys2A9BVuWpmJIUdo0O8ZBuEnslPHZABg+Oej9gIMNjCCAwlbL4ivXFYBduqZkgdMEyeczRNw0OjwYYdGPRkGHkpuGsySpeol/Y7xXjJlaGmbn4rumAMjchdPJcDhaGmZvlOmNSfYlpjku8YH9EP2cGK/AmTtIvwKpBtJa1h5Ha00xjmJ8slmXbT1q2vfteyDaW+UESKXxq6dFiY64he4g8f9JaEJlvwYh0y8p9KFavAoapcxzQssHJfsihnp4ZmgLZfoM75ZGNa12Ro7CMWic5lqTJ1oQLPIwXdS5hUz5691cxNbZLzPmJUqD+sTZB1AuTlKAZhBx/mz9oMCrAK4KQknxRuiymL9yzGC9d3HrDz0wYk5SQEQ5oUVBGQS4jUZfYy4KsPh+6OSnq+y6YhT7IECh6xzVtobH1Z8VjUEhdKEk7+Pb+SKotPLNWhH3K5BBw4CDR5GcJjWDXoCypC9qVBrtSb4KsGg1IyJT328BaK+ONONQuwysOVfW6OoH7hT3aTmfrORyGzVn77OYbzoGaVwFD93SrSfcNipqYRjCVGyeCXKZACdJOIIBN2oDMFJYskBTRmO8NyDAKOipQ6vZs5X+wIouGJC58AxscROyXvXBoU10t4+hp50w4C+baqBTPsEXEjcAaH7aJL9tnzRDl3OONH5Nvu9C41dbaE7o70LcFletjrY2RLk0PNlv96Kn0OJ7YX79SjvZeuulb2vgshjgTHNwD4obYMbRtQ+fyWVxnfsJmQfKivMsMenCtafTbr4iF0fKFAX38SZhSSjpB1fXrPIyMKBPdS2Mb9Jyx3HPJJzrhUtdyOTOBJcP9PvzP6gn7tjBXB+ftYDdIgEx3u9DcoeRYQJ3l/ohwZCV69o1A1XH3Sd94QADgtNHoH63MQQ9AZpVCbhynj34LAeIXhPyfQJ9OiRwKlEGTqp5OBhWTESZmniVDOqPGYTqOiw6aQUoyq25S+ZnAgdQZRVDbO7mm31mYPo+UcFMBzRsE5ZsSqDO+UlI+9905t+XEA4LtkC8QpK9cLtLRZ7Hgyq9Ufrn5LjJsfZYGqRlnHn/rF8Dflsa0itpMJoEf3pHL0iMzbHZQcxxwDxo2Xi3zgB3ZGA959GEZPD9FcGhn8UnlEmOlzHdp81tniULIE9iCn2dReBe+UpmnvIuhG0EJUA6zwZlGstBO+NvmkLQh9v1DJyi2PLDwdmitVCVp7CatQjb6M+tlKrvtvn8JYNRWha5YvadUpctv+E59gS1nA/05ibMEq/3gT+MFjHOUB/cR1DUAL1GXYYwHSxP9eWHe8VhcFWAGTwWSxF+cdXUNYBCtBHfETZOvS6LsirgMk9PhQ4LU10l4p2XJXHW5Lw2TdJHt9IFiF9dJmMaf37P/xh9Uh3DfPWJxwXgZRrqOd60frTp7oTWXkCCL9Jy6DjzmNWwEdyfDy+c64X1vMmnbVWTN67Fiy/b/tBz90izWM5dvCe8ksoUgqrzbfaPn6o1bHvBJUk9AXisdwmEYac1J7UusU5My4apUBWI05twF+1vSpkrYTijKnjg4IAVBg3E0g6zilkq/lBR1oOJK0rOymV2zm7VlK68+TUPZTVYvAy1geMqyzyBSvBIS8GQZIEnSsFWm+R6tx6k2yIR3PW79D2m5+Yokk3PG/GTUBs57NrATumRwAzVuAFSzuXgFW4ZZ1srpAI2KR8O9u+BCtHS3WCf/gnYEYOzlXvToGwMIquEamR+YWa6i2+4Vi5Ako7rjmHZwYL1zr5EQD/QlNjqOsaJvSBx7IR5TxjZaeFape3UWc9YULCy8AzDzrxUSwyjtlm0oFS/RkzSLYpAm5EA5gk41crSOT3aVGKThyYyJA4qtxHziuBxy1dxVl+6Ly1m8ioJjxXy93H0LGKoSc9WM9goMOs4BniCZXHWPGc4n5xwQ5vAq3cHFro+XMfFURImuJAlnZ8fP+AQeGbT+ssl6U/nT3wyySE2PgluM1AhfAE9gxP7F6FwAmmD1HgGt0DyQ1gUKxU+WCLTFV3u6MxFdoBRfFelIaqnvV40FnZ7fK8Ax6UKUooT+NJbYzPRjaNL+xgSs12gfHYYTIMLH0CBi8bHId47EchR2Oy4QUJpOgnZUesZS2AVHmGPb6KAJsaniJwezrfTkt03f/cs4G9FS0obE+gim2nHj9hezINrWiZEfAsLYQ+aLXJW6HeKkiy6jzVTShsn/GaRl5Q8UiP9tTv0LI6OufaovC+V+A8OTlXUJYD1LncorfhuInlSiuxqAAGEOhy9fOL56svf/e1aXoB1TVU6gCWNJ6TT4e441y/+bVbFS3Ytibuz6G5jWx34wFSXC0aYx/hjeAgOr0+/Oe0ZOEZyGnrvEpNQHiMKwiFRwU0xokpzyRl9UE3rdnXcJewJifa+mR73neNq52uvhpemg4f4BIOffucR68eKNh+BBf9J9wxvtTjYPxoiQqbqag+/WweF1/wH3ltZpy1DxSnlD6rMvUj9JENWcxf1dGm+hlTDX5PwwQOrXy4+xdrU7JwqeMUDoyboxKrVoJsJiwM4uClznoyUPgHt69ZozcNQEaLJ0ecqow/+qMcciMNhp0JzGiTxDdozZ/7d+KF+nkytIpoH0qorHWp+ZngCzYl+8ZIgwgvDW+VTfgOy0GVBHe7UtWl3wJV7Tgb87tw3Gc59PgUX2TMm0vlhFs9NKP3wHpCS+GtUqem1vcvcY3hW7F2742iXdupZEW3sXfyEOPLGVMGbkopd5HHW/UT3ig+0JcMfTOh6oBpCGZoJoSz+wQmyo0vD8YAgyY4Jt7YoWT8Js3H6rjipZ2hiolq0loe865itnrZMv6odxWTuJmJ7Uq26vgpPJ6xJcjyyz38Vi3Blx9z5+YpttZIOGhgYJY6rgH613qEmxUdL5xgG5mbpX78QVvPbpUvd4SyyDzIPUBM2QzWKGlbfoLczFWnwE/lA6VzlV2XaIOhIGvxTBvKtvHCwMzgnKT1Ck3lzNaoHZPxGyF0CAzt5nN5dQIpq3deG+iL8apn8c5WMjeycee4rzU2zSINOPJcdGTzqlIBhzLkZafBv55kJuClfZDHZRPfPj3wazJMNRAdr0rQL0ELViQ7q0TsCB7hO7+wM9CDB9Ux2fDqwvl2J7HgkQV9ZWt3GmzbWCwa0OHXeHg8ynxJr7aDNrygY1rSg3H7bm54xMajwxyRZaJJnxqP+Klj5wM5pNZch2blH9sxLWs5NFPe4Fo5ZWrgNsCXdlzeCdwtU7H+fm9a2s9TbECiCcz5/eCbtaysD3EWmy2vLbE+qqsH6NL9UHTP2Rp/94z2V0MXW3cve0dN59Irj2Ee0u+MoyT00pKK/P5s1fF750nylSoHZ9kwLRmxdf296A2Y0iAIavT7TB42+Iq8SjWq/Vc3dtYxPoixP4z/hq0IFB9rbnBixn929sQD+jP9Is/PeuTnid5bfConjlPnRikGNzdO+dEeOchyLjjrcgj8oMDVg+yf8wxlAoKYUFteOvD4yUM51RMH6Ls4i61tbzASqgOann2oa6tj2a48Mxk73+YE4Sd2ARNTD3WWVE+qDiGfW8o5JujEQVOjJMuhnh0BjlyPPdNdw8CuFWhFXdvACrAEDgVNyvtH1nRsi0tAdhBb647w1k/sOtjUuf6oPsFoTJJoYPP06Y2+MCYsvfQKL6QELWfNn3NdPRWoEmipY3vYA4zmGpCAHuvd1sfHsTHQFm7gDSv+8blTGKJmnhzUpCtPRITER4GYy85PCoxfZdNAz6RnjnFsixyCFwBt2B4feUy7kciACQbMRA7VbpJTuAzOt3DYo0jb3sId8Nwh63ilrkeGwXQPwkh/l2SwdqNUbSPgjZoG+NYNb0Hrl2jiUfRLEPpFaWSSiS+IP8DG/YeRl/EfyNFoovjSsT3YqO9W0TMZNiaxxUYzARZH8AVPPBWCz2Wy7UbD16KAsVMp3moq6LmWWZ9pC5ilOFvGEOLNTfX869s3b32nMchwIgRVAvMLBV7OWR0Ug6yAWaEc68hjPA/k3Hn+1m+Xor0IstV8KgXxQwadkeJ0OI5Br/bIrQRtSS9TyqUbdxzHJQTnUYNrpCxfK+5qxDFua7NZFhpTp9Csyuhm4lscVnqE28XtfKGvCl/t1BH5OCdxZFWG7rgZhwROxQWXu0BfawVdB02poLMrOGANj3F45SVgOWK2SmXaMvA8p8tDNMf6xSNk5XWDGNjFpW5a0zY2zZhpct2XwOs3HxXha44OrsIZaebAJSM4qccGgPfiVscpTfrA0K0r60eTEB25hpufwtO2uyc5wiWEaoWSzC+TuVwDpk7lbh8K0acmJdKhH0xvhOkvJi1eLaq9f5JO7WpCVHwYn5j2tXb4lq75mT6mJjXevRXOufD4sTQUPfWU8jgG+kh8KndYok370EnjyD4MwQwK2pZFpZZRjLCz0OUv6AYXWPSBPmnDB9kbIOd0JqmOOZt/2xZTZC1U+znUAWdonA9Ybp6QvxK56Ux51aEH25GO1CGr4ZBzBC4kNzrCd6VC1nRnecb6gvu0x96PjczQTTPd3IwLZGpyOWCltTSrTMYMJWigXfjhdGsqe+s2Jhzk8Zfpy9ARGdtfbeWCm7G9lG8iUrqOLdlvaHzJA5h1947aU0u/h4p4HhUEDS9OJqwdkCIjmeqOX+h6KYON7WMEYIXESpTtxc/YNlYgJohidOTf6dptgkKco7fu1M6DUXh5cxQ3UKHEN7rW+/rdG7Gfl2HQzgNVR692Jz5mOQSoDwr1R0L22Qd5rX58XvXt6NWL8tuORWR3BxTEgcdOO/DpfHWMdFUfanTWFA/fdBBHui8Oo9oFi77p9LGeItpYbtrmAzx0wKdC/WsLlkAsK8OwgYM2Ex9WtEx6gCFg08bbxtyVrL+7pLE1ut2mX2x0lDMylMGHOnxwHTqz1SpDRixosrFtvNYOC/rYlqDHW9Ae6EY9y89MRgmayzagMJaGKiiBK8xpw2kvalWbZZQwgNMfywFYGG90JOjyuYfUJz/qn5umUfZd/b4LZ/202TZb2dXmL7ucPv1LkjDWgR/zW+7a+F+OtWslngadQZl4ezFwT7qKHwIZgZa/ZtV3HV8NDewj85pzbpDhcR5+l5ObngiUXz59ljuHBcQ5iRugyPOmJxwiz2VyBzL5IzlyEOLEOOIcCawkzskjFHke8SG4O1jOFFaOd5sTEWCbVoInRqlgS16pjuDflugcGqWeoDTRoC2fXW2X+Ah4V3oNGMHKWNweHgTZ0IJPa0g3ZUVGQjck01ER4aNoOvCpDee05HgpeSkHb/glACdI+vlkYKRX1sEJzJHd8kCdtuKB3+5lL4BgRd2x7gBnxcvKOjcWKNiu4ZH2HBEEXq+bcwrkmlRBk7dfGat0kMdowB97KRQ1c0W/6WuO+tfHg8v8Iav0VI3akbJdyTpFF+hOMxH0wkqWhP6E3M8qj+0J3HnHsqpb8Fdv2W7T3toUM7JBGKwktGhdkrl/Ycs7NA0GHtCJ+0j5TKoab9K3bUbOiXbAMmnyboNwQjcr5oFe0f0VjmjwtpzwXpVbN/4VZP2N5E01gC+TL8GQlfj2+9jt91PGqtM2lFPDXf+Fz2T3T40H49vmE7bj0pjimjF/wgMPlbx6FS8MVYeaoQ6Y5Qp26XMQA7wkxvz5edup1E7u+kv9qDvB86uvvnIg4OfwuLOYwMtNTWsez1F9nptNsMTpsb3MdrNvqBFi36wjJ3aurWecFCsrHvep5xZ9rU3XgnEerHq51ovT25ZKAB9bJyRI5cTlXKdSsCzhq81M+yiMzlbCrSfY+nT2hSPmc5sEXWyJ1hMPweRz1Wmd2VALqgGzPWueWg2w6MqTliYzVXa2zfGi44Lj6BsLdPS2JcgMPzRu53buDqAENrVreIBPeI2OOL91mpPdgSY3PXGVeG1bQHc0HHS/OKXKW9lYvv6rr2jnthyZ+OygWMXYL8l6U94TFSHEPhyIG6CwORd7ACsf4MjqC30r68DvkZkyFSXplHrzCSwnnOew8R1qG8VbWuyG3Nb6t7JbakBqtl25H+9hXNySjb+MZhmjuetfU0jeJ75rIAwCZ+zttnc/9qNAy991yeNd43Bb8kIE/8GEV+k6bJ4wC65ijhttfDUsPiTP95qgx2oT51s3Nr3khwUUCJmpv9H1VLZ5uYv41etXzuM9mOXzAgsEIegSIICrX/c5O6OuvVxAjhAa1PP2qLfapiaIP1ifKdhMSsiqTAILHt3gQFl9laMjoEDP7LsZqwYpSQEXeKeW8YyHMinRTo9Wkdvn4Ewa2raS8dBnPKPHVB6++bDmY5e3sNEWHuk8tsW8OmP2RTnOvk0QWKlc8nJsJfMnnBgQQRk9OMezo5IQ3DZSlfs3eIWfm8p4lpnkSYjqbKClCJgijPo8dVeeyTX81nEGgizHOrfhknfb8GYCwxe8IJ+TDnAQeTkyEYjRUj/JVW00E+UH0CV7JruB5aewBKHu0UQOaTtpZTQbvOLBOenq6kR5+tqwaqFqQL0S1jPCpOKtji7T16n4YgeGO+qxc1ayvKCD17I5XgJIEnn67OgI++UVouDPh+AaKqIqfP6RC5XBvXXXjp4YUI+9ok8ZgsCCHHj0p9dK2t6F8IS+0+dC5a4yEzRAF6FoJkxJpSYID0aafgf9Ncn2IZg6Fnh4ixxVtnGE5UYfqwQH9t24a/JttNooAN70LMRG9TUFWNsNUht3yxb0NyrUSJD9Vs8FijGd67Q5R8M2T06jKGVs9ZT8omm0aQjP+hHbgfe2sCjGxvFYZXXsvq0VoJNZ2iiY1c5OaiJLofaNumb9mlH8jvhDr/mxlNbUHSEiXa/S7JDvJkJblZsdd4jaq22BgsaogGC8qbouScRmy3IZMvgPJtfiSf6YDzwd6abLq2P9mE5t4qm+cDRu+6EH3Gb9Y7+YvcbYWL5mNcsboV69eungySr0iVa0F3JI77RifaDf7GQ7uYIwj/dwwxTXan/++WevDLiui7NHGZRz5GfHrFwJxg++4+RwOrxtisD8Ts/ePn36uZUfs0dHaVPvT8VIHJukGl8ER4+shDREkIU6C8M2cDSdjhKc/pU0iATHYGIblF9PYYhQNqV04rxsqj0kF4XOkLoZ5a4rb0QpvAnUznsn8nAPsFegwsPRjlmMcjdygmvwszojSCl2CDdyWjEh1gSDu+LHbXXOI1f3l4rnCSNdQpppxidNL9SJv+gPafWHnK0RlyV8mUJ3R3tQlD5V7+1b5FYZOGY0aL9ITPJ4nSh2yOejftzC9hZqC+g63ZSpajiiWpEnx1dPlOMwHJAGZw+fSZP8br6NjGHnFVP7Tqpn9tV1oGsz0CserwX+iwWIPe7SAzqa98t9KOKuGO/a/j5kmHBEd9FjbL18j+1rq2pViM0znjVBvdLYZgzFrpt0PtfYot7jY6K4kYOGmjE+M0YDUe3AyHuJK+aYvw0k8wLaArdtRds4nDWoMo5rnBmBkxueWC3h2Hhu9oV+zu6ZHvGhjODJHcYVbHkdI47vkeCQB8GpO1E5Cdhcn420BAJfC+QxFQl3pb1rLiyutaLNPCUspWOkGMGjJJ53JH9x8UEOtQIMq2K2jAm0mZGIA9PlC+W5g7RyIjgzwyOw8aPCBGNxoobwVSm0CWSsPCpgV+11R9pN1Dehq2Orho7l2ivv/8dWqPfWbwFw9KQhfHne7YmE5NCK7kx3c3Otw3gEytE0BG796Zwj29A6TAkjAb5t2UKbXQgzMUE5x7xgn0wFPmrRHdZmeFUvanHb6oAEXTggkKZ/J7jkuhFL3q435MEedNNWWoOiDV5l4YF2xUtvF5Tzb9qpBPvFZrGfunwxzqTnjbafQU9SdT6Lbo4pp35M7p9WEPsVP7I5/4k3ppA6OHkyhm3oUw7HNOkzwVE+0Uxv+by1b2RueCgNz/nehYRhtA9yXx1tzTU4bsoz48HTmF2c3a0c20DH+YxSVNnd8O9q7T7fVbmjnDY3Vd8OVPdY3HSmjiUoYff5o689+me0PH7dJD6KSvtuGYntXP3h8amxUr8TPY4t7Mc9piOTW/yXPY8qajyBk+S+VVxwueDZtc1lPGKJfHMpc+z2NG1y5GQcy5WHrmVFXuEiX4F8/cXnX3g1K3oOnPxM3suXLzTrP+13GJdDeqrAyt3IPJ5Tb5ACEVwTWAnWJBzjuv3mJ1t0rCB87VHa4P26bOuiSK4F87gGSiKxEgOdN2aVwYi86iKPAjjqcHmlJT7K0nI/QlKahBwIbIUNo5myK7+ogI6GYhyYkLaGOSy/S98TBbWEmV7QM6oQ55IdHsxXAysc4CYPdQyHz9Ca6iQ5kmz5AE0QiVmV0Tq4UiM+CjeacTzCcVtPEC/sZViClt7MBVkFLxswDCvh6BPOfLr1C0iwNiztbCtoK5TmuyeN3tM6/G9rad3Rd6y4deSZYXjlpxX59O1zDUD/OIJsTDn3iy9zIE+TKQM0+oNvJhoPZMPVV9Zhg6/A1XXUtauGTZXI3U+GXGm6jkCV2NjxRqKPWj9ZXgPQGh0l5VltqMVO3Nv2xiOVgr7pUU6FcWgZ853fKhbf6NX6S/mohkOolLhd/kMabcAUlo0KFdyH/Nvwzss8fJoQy36fQ97uDCluIwltSjvXtS+4bRxe13Zbm09e1sbtjI7iQkZBpOkyLQSIN6RWH40TlkBsXTuQNIRYNM9ZMNGt5vRzzjMmyw9Q32m19olRc7hWNTuAo3w8x/W7d2wFv1vxc3lsH5MIFr5ZSdTPTrTqFGB+Bk97k8oTOLm2yxYz12lf8/N64rYeAwKeLWhf+5U4F9ouxjlq/eBV6gNdd33OjxmojuduS+JaknNtjMTdYetTRMWNmjTfVh4raK+sVcIsx9fFqNUdtiLvG4Xc0qsjHIccmDqMlbGfyUTZKgPWfChob0vlLCpocR01jVrvsF1rhwln5B3S+4yGzhpTmleQpw3MCoolrmfqBc05GMOjr/dpRyBEYIG6KbGyJhmfsq4VTKD0bcPLsdV6siJvq6P6QYwRg3N9sQxpwh/c+hbumvVxfTxUkTkXN+yc5s10Rj0pdznDVc30vCMAn54ANP7pK3OeAOPQAyH0kRHhY/UNkzhJAYH0hZhAP5RbTwRi5QnYZ7oU8v5SOzQE22IW+mlueLJ5DSOdC/XgNz3zoWKVMheI/Dq29j62QvRU9QJ36nCeVEovKoAN25D5bnDK+8+TLpUB1yZR6VURbDTT4obfTXnsrhSiupRQN4h5kkKtlYNNHEaj+qWOtDqw6USgFLVNRhDfGOGE+mY5yQ0PoreNlZvhmqBtOw3vTUWBH9qUzU5YN3NjH/TaRrBU3Ms/UcYTyS3GM00wJU+rx9bK3oodlkbpAAmO0P6oCP0NaQq09hjSEQBLoK2lMDBgSrb6nTr+motq/M3Bae0xDKR9ceELD2tWpzxf+No3OrFCZEs31wB5afsD/eDAzz//ZOS5G1mvUdQ1W95/zMqVlS2NcGoEPxKK8navaPCQP+VPnz6xM+V5Tt6tzDOdKIHfrYUVv4JPTJKKxTw2oRVN20JOB8hJN3hekM+MBVw40tTLgbJtTIexCpJjjdPEyeOAqeNRJPLhAZr8KMKR374k7N06xYkDJxDF1aLjqsqdEbArBU0HDttH2oW3Bqwiqnx9EbwYzizBm8qGYvoliQwrfwwycjpo0bmCxyj5K8OtVnUED8GNY3QGeXCBtyXyljsBLwY0BVjOYa3CrJHxmIvp6vq5mmVCMuAs1A6iOQld5U07wpqW8SuwWH+lBI6Vb8jqAP+tDltjoohs2A80QFOJAGu6skFosaojoHBjmQO28rStT7VbHm0/9AF0+Vc7UmSiACW0VjqWXJSgFXTnfjAI/cGHoMvHhSkTnOtoZRgqG2KdQx+9Q5d25ifND/+2/ge8h7fcCwmXDiigvvfkEbQfq3TpNNj2kN3fdlEbVBGEyfq9JaNixCbdFHOxclu57k2OLYjmtoz5Skomjltgry2SYrB0JoYedbL3aaxFax4DDRF6YTywy1epdAQ0n9Jdr4dCVeoIvEYfkAbxTqLGNXJkvKXclRl8DOx+2nI6aBFK8OQdxTgoVqkE0Yf8+o6u1bLNy/VWr6Z05FouTuyRnqcFlvInev8xiZuqeC/yc90gleu8p3ZiH3XT0yMFZVa4D7UdDbO45J9++tFb0BfCx2qXVTLbfiUaONeqQ1CuyR4paCor6dFEstQ5yMCjynNdWHW+W5RVSF4hmYCkoKRRn3zgs7I1OsuZrW+CVGhQA14Szm5bKgcKH7UCKLgKttXW292ISBK8rw8ILaHAg3ciazGhbfIz0jlB9g4uXBVcwFvaAfMyFb9Mkqht4gWsg6NXBStQ9bI5prGqKELXRkhHqR139vHZl4KedqzWmfjQLi0qVqEH9Z4HgXXSgKKfTDYYfKXntAbPxDz64Y53v7pylXsJBAGbhrNdEHRlaxVkObrcUABWC+TTCYK3NFEKPjGsicLURwVax7TlDNl9CKaWX8oCHPJQPdKKHUT2Ud4gO/QbrPMU3Y6U5vWHnG1iPaTVTWCW2li2Lf6v52TUnXVfTQeUwZLvWM5Qedcs9K5n865Uftn2yKMP9m2fegv50i8oJwrivPysJ3FeC8w7q5G1OieS+Dt8UX1KFRpBXngwkuL3mrdpjCNDsHhyLSwTzsIhEMCMR/GMmMantQNqTYD9Se825rEHwFmp+vZlAfkaqgR7rGAKIraTWREQSHk8B2eNM6ofGvign81DEcalmQvXeVnRcp3Wjk6vGDxWEOR3Pn/QDwvwA/PHD7khSi/DOH2gYEewlSIEg7Hz+I/PEU7F3h4VTRJBXmid4PdIr5qBR2Yh8GAhuSarUmjSH3K11pmqldhiZtuaGh2Et5zbuLoLNcDSmcJmeAYadAmQ8Oaf5xOMDUPn4Qa8cZCGVxu2aBEY/sDon2OiSGwoDBg3W5VjJwkp/5bNQsKv2jMNgXvnfS0ixlJyNGSzAzoyvPhCfRgtOODFrAGwSIWvc9eCp0H1VTqiGXpiALCtbF1swQW+bLHTFgSsJiMg29hTeFJj8ecJiZhksB4LzjNl8R86VDARU7n+fB0bZYIP7KJFiszhSfMyoWUiiA2ALzATv+yywI/+vQtiFIGFX/7VBnj+nJc9ktilKHxWMKiBdaU0Lr6TVZllavXiV+gEqkssxi9YQPUMUtFBHts6pMybsRqscvSF4Ys/kA7J1+A1LryboyomvcxgQgOZauIyNHK2wTR8wJN4PIqEnVeqnI91UpXANh15DOwA8o2JtBFsUh1Ha2tVOnhXArxT0TSGJJ9VJl6xEt9j4Xx0RZPiaWguyNZvYyGwEnmks6i+9rS3ZRzhPMQVY++6VD4oGq8+a61SuIEijwAONimIA0ht4Dm8oDEiJUGnxmrG+w4mdyAvG+NI//Jo37nwlt9aSkIf4k/cx8qhV/oqX9i1fJ7Os1MaLXiCT6vm/8Fh/z/YXcrke4Q7FJoGmzhQKp26O4FTxjyLb5JXtDyT+ejRQ68cCZxsFTMIuP5KEEVQVrOsbnmhhV+coMa5jhsmvfoUNVantOPxCRao/CKQr4chtJkP4efPfzbOE61i2LL7cPxutW4BlpWU5gN6N61el8dL9DWI6bD1qWhJAJQDT7zJig93J+O0SDFYHC4Ki5OK85I89mDQ53os6lGXEWxJTSHVueFVA1gOEPqUu6wpF81ybn6abCfafjYqnVegBAbUDsrKMOHw24jUnpW6EEBc3HBXNyYk56cyHCBtgddDUQYLvZQD53qOnBRf5IfkNsJh61S5wfQVvt3SCChfoqCtCTd8pZsB/WajoRKnfWiyGiKJdQ5itycAOQhpsDG5agENB1KGPOdrlIJ+aDYgRiyPGcIWKLf79U5K6373M/n0Gf0vGBlV6uPcvNTHkWQUb4hYtlLHDQAVTFy2Pvj/2HvTLjl2G123JJW0tWfb7XP6rrtWn///s+7p9odut6c9aR7u87wgIpiRkVlZpZIsuzerIskgQRAAQYBkTIOutcR8j9IJK8jvqSDk6dJTtU7nS3t2ZE6D/GOVbAS0lVV0SCWE79KTLcTHZdfWJPGfLSw8JXF7mUYPF73XBtSkSWnV3cJLC5PodvKWLHxFIM0YKfrdPo+tddKut0yHAGOZfqNMxdTGcZIRU5gbH7HBcRQvk9cqsvXrjVFu4Xpdtq7Z6tT40K6P/Li1iwPVgUiQW8s+3uOziZ7rgDUEMYYsNW3DrVzxSUC2f59osDwwknzmKLMdypxhvGOF/KboYnUCDAje8dyrPkINFJ/c1/Ic5s0m88mTei+z5w95vtQQGscKzzdSZdai18cwOhHIi/SDTyFSQflgz3xl1hKqwQipZ+s1AAeMnQ9MwMB16FjLIMeZwUBow5WqNHHaOm4b4u5pch3bWdnW6j1kqkbhr4hbqMpEwolIFKNmFUmXEdaBcM36QV7KSCX5o7+8Vg2hmXjQ6X7cwVDXxysdQ5Pc9UcaFFA7zExwqG+28IVTTppWUlmRMU2IYIrnFeOJFBMiu4EpV/CWc1NH3MZ1IsY1+N5BgT+D+L0JTljltxeKhoJN+aDZSZZfOHrEzWU112klkK+Bz9UGeFe5HDdiuz24un37IdiaKMWrQw465ETnRR+EI9tXEQpfQWDaj06UXth+aEDu2XwZ57ljOG2AoMPolz69JO4+LD6l7H6DvJWG3S/eu2CLpGCxdkLSvbtoaix/SqpXDfh8pLUrmr9jprpZ+pmFClqVr5Q5LqYhsEeg/Q3U5Ctnea819rTfvKp/u55pm9nYr/PyCZyk11rzBR8cw2O+7qKTzCfVMGg+0hNnyqr22+++4zuzrD5xum3hfHuUdyVLlEKwzNVZnrMdnlK768sq3B52UOu8hX1Eup1UExWWrMC/ArKdMgRAHKySeBXkawZEWSDw4FR1LDiHODlwPMTwuy3wSIeLxFy9561KmDdX2o9ZhaYN2nnwdu6AkaaTYrAhQxlsg3QttI3C5JHOG8cob2M21zUv+OQTCkrWpTE1UTDftqv9zLKkMfApGuUFF1lyV21PCsRZRzu9qrPQC13vvGmLODKdtXXIM7hib4pvQbdhy7v0LTSOicC2ztF52oNP+xq6C6d0kdaxj4a9XOCn/dyRsA0d8Vv0wfSWjqWNQpny1jNZik4o27FgrHZ1spTabv+RXmXaWKFJmiOPkv9UkgWvrDhALw2ltyW7FeMWgZSbt0Jcgt+J2RK2KJeCXxM3S0DhfQwB2q//fCGaOuzBYhM+gM29MT6r9s2od+z3BoHj0IVf+YRjjPLRdqRLm7eOKx884hr4+W5434jEJ8Sy2mPFw+o2CHW6OCMdq5/T0zH4bVo/AP8Mp9urDFe6riw8hNHoG7sSqems5zg4nq1NuxjP3GCV2YhrukNF0yGWQrsiqtWY9fQF2m5Ly4iBJ4ZQ1hQQETihBCY98c19vEoyjfITIemEqR9n7CqXVSDO1omCq98UZpmb6pymcmLlk+vEi6FjU5cJRa2qRtcArwOwmq8bVA6RJRmQSoAnnQfB/Kyg4EgpkJO/bJVztlUsz13JiPsoYPgRP8FyAKqxAeYq0KPuCjfT50nfvvJVhFSy38YEJtcAKRfH21hoZbx4IwUX3GlDRFNYxDYReECGMqe+fb/gRD4dulr6lIrhX6bUI3UEAG9gqzkB9eBZiQV+VJ7pMl9Z95ZrDxDjupbqJKRaV2fjZEHuVaB82Qhly4SN3qmJW9Eqn7Zj1cQiUS6eZ3CNdCMvSErpG7rZ0tIAtcFzdJC23kaAxWfhdRJaupEb+YBTnrl+acUgqbY447x0I3Lj9MDBBuD0j+2J+7ahJxMLq7dFcAp+TL5KWgJNfKZO7WzsVT/ie+xOwOEq+L2KU579/T6zMPpjCdKwpWMpHHq5nnfq5HzziMeu8Y8cKx/lrLS1g95zUDJDyzlf7Zd24FSIDoOmx5fnms3sbt1FUUdDbRMcT1oV8Tt2oaz+aMMgxWUncho4z9uWVO7667g3NL0ZTxAsqZZdu3L1TVB+ROC7776PI9FxvOIaq1vJfgfV4LVan1t1Beodxzpg69bn1zDgOFu3oH3TlB8kT5rtPq83+vf4SRmpIBs4fuF7t7/l7VP17CYlg8nA5Od0R6wwpmDSwZQOLdMVj6xxXgLIaTd/JqPkETW88pGDl89wuLx7ORMCVkxxTFAu/aA3ZlYSRxdHmLZEWXy1cTPbG3uUe110tzGMHjLR6Zbhr0mJ8rO704YtugQmhAZp1fmZFRSe90E2sHZ61ZA+aREe4AO+xWi5kDVxunrnhyLYTXgJvDgsG4M+q363VKHNfNuM0RmOOMg2P6Efw6QielRbNqr8pWcE+Rg8LFmcr6EccCYq8oAervzZvzO2tV457/U8chguzI3YDtnWlVfCQiNwGgQprcmiE6fawi5DMPQp+FKVH3Fao/q+c43NbRegwbc1D9kcTXN2HCJDlCbxcXHhAUe4abnuWPCWb+LBezue8Ky18n/0Q8vB86J0p/Ffs4YElFHLqfTog0UTBVFrCMOW1Mk/x+98k9GHcBQ9VUeH3n4Irrlujw2HUroihdW3NUbIWIZ55c/1J/AkaxypI9iCjKmy2dzDxPVWHOdvf/vb3H2ss/XRG1dqvuf4xx9+iIPwJpSXvJjiGz78rhN9O5yt28S+rUfHm7uUgTPPZ1V9J+8btohpKiunEI4j8E7nR3xY4M0LbpiCvaFmeP7Qh68o515mq/L6Vz8SgRQvpKkEglppArXkVw1dkX8VAAzzbfTKyQgjbYEiziovJ4fbBNLdoTresyK6BMwpBLoqjMORVq3ruK7oNdhrtncNGnU/w+aZJMfI07b1zMyNUuT7diD2CEi4HlVSfGIQmIdsc2e1Q/8Zho+OMbdPw0NK6kc66kX5NYV4xacKmT7FqQiROV1oBZ+8s7r3GqhylbbMUNVKeBPMEJlxUgolbWdCT0gAy6pZZ0GezzZ30EG6YlfXHnBnus9xx3kDIHbbY205wMspFfdBBV2VV31h3yrZhq/6TWXkTGnuQgSmJ0DOmG1fnjO3iDPrVkbTROFdzR761nFtO61wppoKYdo3uhIMeZR3vNSSD50uwA+46/ghOyPefZwXsisfcYKs2hwELHnqXx2OO0NDhOYhAGFKToUrcIUwdS7+WcV7cZVPBnjGcSlzSY9efQSCWiwt+4/QxD8UysijhXJLymtXCUminxmJ2IbzQSgO9bkH3PkKNUbSBHaDMdZ2wv6LHTAeiS5rlA5Px5r2x+a0JTU+ibUj0HHttVkZ0fDqQH/k9Ytek9XQ+AjP73ljVF/H9XnbvKhC40q5KzxXsG4lP+fFFT170XGb1uG+Jq3hN+QGDgh6h5FVBriabGE+1NpNAfQjLInOOI4DLJsVztfYlnrepnstM9X4Oh7ol6iNVPfCel7C9cPWcl1KoiPHqCPPN69X7IW7zrtzdKLJj6F3VamzoaOwzMo82/LAeNPTY40xuwxajKV9aruV//4djtRGDcRx+CQzAaB/nRg9YitfP5dtD3BKa1bVVMvNQvRvOT8fpSonGMdIue3l4w/iRgHzjUcnFNyIZVs66FayJmNIJCQVk4M+cpSCv6GTCis/Qx7grDrCuAVlbP0+qm7l65zEqHPqiYD4i27vOO6QSQnONTIg0wmKR9FcVDVsxSvNnh+eHUIGiXRPQb6sE5lJB+MHRuyYWH2huwYcVc3gON3SKqsb6JnoOJdcWrL55WS/Rvprv+hOuQv/MZA0vpHfnZB+SKULZLCHXrGN3tsrXvNUNAAvgl1rXZwqOto+HrZyeHYxylsB2kZ0hETpsxRdHmocAo8e6P5qEjnGNKiW8qA85ihtTjqU8Ye9yk4k4Bk7h0gW4qS05Ldk3Tlx/QMfD+igc/QRHr/m8yMG4Guei/WmJe8c1sBr6HN3MbHhNQRqtP705z9dfceH4v/yl78k30/lvXj5nJUr7yQGRma9vim/YZSEYnvO1nGuuU2CCILBeK9SWw6IJ85LmJqoeO1M4a4lvVJpEc2GQEcyhy7DHFc2Us0KmZmw7jcLuG58rniQtivkq7Y509XyvCxTKIfY5EO/DrVo63lROfraprQMWFctvs8ZPFnxc/6Ku7StJ82ucI35/szVY7aAdYp9TVpxlEhsl/o6Z9sk34mRITh00soDGNfMqTQckKuyrMyQg3yZjVqEnl7VAyI3kXzyWAE/VWredEY7X3Djm49T6dBL7rbFEUnQ+7ZhFnFdXqAXIdzv1L6jMW+c8xnlujYZqkO33ItPHsInFFQo2Vim8wyPAIi/na15HZZ06HDiUrQJX5z5W/SZV4dtyXjhcaIRPJzKgyHdTjLtyqv44vRTvOAUWjReK3/o9/pQtkqPyxPgE2WvbDMWojuF23abvsJc+Z02Dkz4oQw9cHx3WPjvjBE3r0u5LIx2BVnyJ/iRPB0pv6lUHIUnUiiZjXJzPOqXlEJI6HjlYRQcRe4WGKL3lazfIYucDHTLMB1wVpW2eggEGStn6Z/qbmUwqrZaLPw0z3Mb9nl0w77wJDs7yAMdmZpolB8cp71gKWqkvXtD23L/YXA9xsYDl3u0mTGbjqHNSZ+6/Vm+lW7alD32nTpxtKle/ZHXh0Zoi6RBV2O/8ca0hc9Vb/RjCVbj6NqCpW+hXbSdv9LWNC3Yl0TVC6uD36Hj8s7fNfFimHyOVafqs6m/+92/8I5itikhykd5XCW9dNU6UPuYjEbUG6e+//a7rGwtsr5bb3VzESukpzAeo14Ny4CrMVfCP/74UwxANgQlZIRW5FIKMm/UwLVu41jiGPdhEBFd47Z8TXf9ivtswXGrhN1TiuAAywA6aLc6uTuv3061dD61a8UPHHyX+4bu0MAvympd/3Tmr17pdG3IduXJfGLTZOl0PKxjG3G2FCjSGNDsQ1rPiVApo1ct8yfakde47XOxo/uxE05xHvHu6kf0pw7NiZpvDtP5akvy0hLyxSMXoY0f8YtnCcKkvOg1X9hA6ajY9QhPZOoUu+8cM/I2YQrKnPMjzpb1Ei+NVkK6/eCEsW1WLRebvqqzZCEhXV/mw0/ks0E2nQrfdHZ28Cl8EKobTj5yF/xDJiakq/+kw7S971+gg6vwWU8cysib1kpLknGnH/HdqWLat+Yim7uh+bXWP60EWoPvgcExa1jGkJOUbcjQcMRw5N+x5KGK86fDxi45CTNvvfkz4FVH+IHXYbGk7zhGRHWtQ5Rwt40lSAP59pdnuRHqMddYXYma58rWcreDDblOi3Etw8v1Q9K+gtF8b6B6/eZFDJc3VRms+/4JL5nAKOffOfoAAEAASURBVJNMcJWs0dRmpHwYjyq9zW+L4lQdytPoOUmJ4yY8p/DP+TKztiPG9czUematNlAdm9dByLqeSWrIJitfvRzB8lqJec4R8qss3Agw9ZnblG84ZxHFtfOXTJJ8bzXxyxdXr7/gmV4dGMZfhxNkEx9k0GBzA+K0lUxWYn584hpdqPdO+7KSJ0/qERzfIa0OqRM+Q53np72rd5KDfW9IDJ/qW3SCPOWSSw7Elh/oiUAJYDPt6VjOKIWQ3yRzLoz13X4yu/gkQZBvZanT67eROTFJC0EtxYWsqK32bHaQX4hu+5sGblvpnuHTr+K8HTHD7oWYrarcM4UbdOld8qonNoV3Pl3UGwy2MJ/fGen/8IpxWWPcfogoagkAtlZRul7cfdq4Y0NiC6tGqYiQNXZTwUFLoiJtAnYv5QV38DrcUW3GX210juO/9LDjtWRNXX///fdXf/zjH9OYq9HXXKvVuH/z7TdXP/71bxjML2olpIMVIdS5mtUo+7IKjdfPPEfr+Q/cOJWVLHDeTCUD5tejNBhwr+HBkHe0isO3RrlXPugMfEiLBFYiTdlODkgotg7LP+wMg8qo8qPp6bj8jE50+nNDyMpkgQFeR7hoxFJAQsobn0vJwyB/EuAd0d7yolNVBXwHsNQoJzvT0sgA2De5vijBrrKIRrudNHbyY6iVG+3rQLhZzRXTO771+4bD+Iq7jX1FpK11n6Ri/7jFSdsaoOoiN3JBZyME6+ikHj3idZ5e5wR/nDc7JXntHXUl3BdTmBRJb3lbX8fmhG3eqkx7mVi0cYVPnKlNut7PtlLkLQZy4T/7ABLjitFcorfZekeKi/WEz+ieMBJDCHjVyemuEAJ5409tdRWY/Vj8y/Joq+MTmGw6BzzUV3vs/+oX5xJK48OCfDavg6YLEab/gb1drQuRnwXbci0FzcNasfUxXb1mL/Ruh+YWbqry2Sdvon3m9UhSRxn3wa5I6RcIy/CJDzBNvrZ0WoXuOabS8UPCFh4YM6+xdx72sa890CStMlAfVp3I+IlN8Nquto5xiD/a6kzXNwaixqgsKA5jySlmRtqC24XrP/zhD2O7922ekXWF6uELFL7kGq2OU8donjc8uRrwZieNts/SZkVFWhgdtSteYV+9fgElOGUYQ8xxGj42odPNCoXSn396BhyvaOTrQYYygknl/FP+xGhD73CvUjOa7/gcNZNiBNzzU/XOlFGlDHE5YV2GjqRwlZEp12aO1x5VGsOptqo0EPRbMOi8dbCJwUKfvHn1gmel15vZstKDTPvN/w7sZ2TA6DSy3dntz82PUeEqN/05ynK9DI2NA4qTKWdZW6TCQh+8Lo4ojdobIpgaaHqILSv5kKZ+xkLl8luSEtxrqW/EzfVsB3KuhWbSV3irXnN5c5xa/DQpp2oUXMm9YZu/Pu+6kfV6QkqIhiIOkWIc6ciwK9wlFncovHVla/XRFLYLbI28NdLbVNBYt+4tMroNgn3Y8NQM7YN8lrnnenHbH5+aPfVaexKbspXewcCDC/73nG9X894VJ62+pOatk2gfcaw1xABpSQxtBMRlSWtr3Wnved2r0njnWAx9dL7nkZv4oHlL4/a8683xtY/r9PbwCxiprbO6IeNbPm3388+/XP3Et2O9kcLvz/7CCyuySsWZ+vEAHey1RptzVyMS9JwXXHiX6hPeTfz6DVvOCMVP2fkc7lsk452tzEny7K5siS8GlfYNrIkS20muupwI0cTIKxjtec9EquT8rwbesdmG7jz0PZQuK+G9TlVK5stLK8LUpt+dVS5hspxudgfsZGQ5dkcBKaFUR4uzZDNhWvhtvq1RDs0EdXRwONv33DL/wHYRUr0ofsiZ81auN9yg5dhwN+IduxGqX40VY9svRdSR6QdyU1WydaDAlKuvevAvL8tuwCA9dC5LNjIjHmIQ9qowDU0/zVtiGx7HEA+6yN3eXhIZl0eueXwsN5BxXbq23idkm2RWoxngOnWJHDTBV66Nb+DvehpZ0B8la2XuhKgMlDeJ+fdIfeBIFHlLz81BcQoZddoF1xwLcbzLsgs+MqvHz0F8pLKMrdH6WSJqfGhRLglBdZlIL0H3K8xdJIBe1zg77Nih+tHhoFUHGI+MEPL8tePsZ+tpK/g9RFHVABO/45pBlqPt28F4m+omGfRTZrBd/sPXe97m1Ys+yuOjO15fe/rU67bv8nH2f/3f/zqer/0uxLld7FuiZDKMQqw3Y2TLjzxfZqFT7m1A0zLwnpe6+omyt9y8I83OLtw6dlvziV8OujsPl3N7FvLjEKBT03ndPgx6kJ36oAyNVQrTCfZBJUZsfjsERdpKW8o1gAoPiloKR64kUm92lqXsVSNwtIXrH92+GuQZTuisFvMqS1eo3iil07jKqy69NrwNWeFSLnYnbR7itK5b+e541DVbJ2Rw5BH+3UXBeTKhM9RgIRHvKsKBgyx3Z1753Db3GTipU1/zjWP4kV71PaHFWWeVBZ7ivyYLUtqBFpBbD+7KzQo7W+wNtR8vchM/f9KTN4lBenhRbtBZfMGzExX0CPY5rOEWOr3GJOnX8KsE/lkkgHpH55fxcYIx9T8wLs4YQ6dCO1tBehzrY7Uvix21TcZS2VgpOAxNy7ak87t5cXSotsp26APY6b3GmL26+optYh/HcWBb0btFH+FQfWTHFa8OVIOnA/URH+8uNb+/UWtap9lbz49zUwmOlb9+jaJOnWc/sBRlcV/yCNBb2vZMc+mdrwmD8jAyJJUqOgQNjkDNE7T2NZmqfO53a+kbyaij8zFJ+8ohyTHLZz2R890fDeJYjVs/ToLYdJyD6e4N0h2yytbFwVd/jk1jGmm4khcBh7ETuDbqKtkcKt8cOhZh5FN8OTMPPsBVBlu+xM/LKN6/TBm9o8qmHfVERwGUFRN6azZGvtstcOAO5SnsWz7MoOkXPnXRi/c4Tx1aVriU5bECGnMr2vDOl1P4h9Oou7BpAJrdBcmbx5bnrJUV62LViKaNsyUtEkjOvQPqizLQq0NP/sDj89x+bUo9faJAeZ+3jx95Tbl4XHkWXYd5MHaesf0ZSbnaxfHZ54aGD05pKaGmbP55n34AD3yydqXI+jhSIs/sL6u6is2nGG1DmYkTvrJKBfYdeHS8aoS7BsULJwSyg9YqKlD0iB/7N4agddY+H/Rb71RomMJbbW5hDzWzeGmY0sFq2zyHWI1mCbwkKBmPbSuHdZWNQT2s0PBV0LLv0vDDSeQ0Mp2Q+S7wOSw2IdmHZQdwKuMnCtKe7uVnjyJto+XN48cna1ARwkLZ2iS6fhTUR47IVv0edneG8xJZ9DWwjvkqdczVuEMnSGszlELzrM20Tz1X64MjEOKoHSMxqVGG2EFHI3TIxXqZS7qAYrxkfNsWQe4M4k6gedvrcVKZ9fvwd7/7LQrF3b8awngzBjixby1ylWslz+v52qd5mYWrWh/3MbgKdgvZRjVirkg0aD4SlO06zmWqaHFw+i7lerOHcT4gPwgPwn/CnzZ+rSy3Z7G69NL6gevOp7EWr/kGYxUH94syeb12NUkB2PmRhz7m4s6bebS883M9njbq3ca2P0bJsGrS4oxPHXGQRZF1XtYZDZm/NwBHcaLwPPgLLOlo28gTlwMHQsJ7JkDg9a7olouIuq2Ok6fHI1QbFSfDPP+CvHIc+Ld9H2thb4znY2nombNj/9fwqwQ+VwnoN24at5fS7hgpxzqPQ+2KI/A4xLwMG5NS4Yad6ctBcy3toeMqDnUuIF3j/riVdvTl7Dd2YbGXtssLh/pOYd93rNN7zRabL6twpaugfO5S5/mCMrcBszWMgfLLPM97K27Ax96A9LGrmIdlvGsrEHw4Z9NZ0XKNNsZF5snzLTnv2G4D7SZoScowZ4I08er5LMeexS7TjA2mm04jTA2xTUKXvZdZIGmVRbN/s9Ks9HZ7WbU6Q1Lw4g+PR4w2+Bo7HQvvxMoJxyNBy6o/kMIYhvMCeT0PSzsjr5SE8jgL+ABP7irOCh1ny2pP+Re89Wyu4pzs/LRTjVSGrBYwz5FXtWtaXJ6jR/Kf0HSPUyJla66S8Y1VbKZaizTP7XJt2AJh1MF8TYp06rBNnbZEZTl65q6KQZa9R+Dq8bvkeddh6oDD4M17zUvitFHtCJcwYB1MD9RV8wf5JSdxIkfK19Vs60rxXohO/I52xJuD9g62jDUAzNSrHNpg6uGbkmP3upjV/762Li3dh+FLcKf1RpEwIqUvVpjC17II4AU/iqFpGCJZzi+o/gEgtjb6x4F6TyE2pXGBNqrb5/+g8WIX/x70q7cQ4L0M7tssA+e2tDhGOFwQuCj01azuID7g9XvZ4aSvHHul2+oFR+yn8fFOJJqfcR8HyVhx3Kj7RDW0d/uezEXnbssAG2h+Gk+H+qf//u+sTCXYdxY/fnzNzU9fh8EfuRnK1yy6UtWIuZ0nkd4c1StYV8Nv/MoPxkt63Mbzvb65LsujFWXkKl8yXeG8wQj6iT0HvEZRVg5DD+PD3I9xRvPh9UOEeRe62tgd1YUgt65qS1rVMPiL0oZYZHkssEDVj0DHALZn371gQuWug8+/hgZXkB5WUbE/QKmq/fVX/yoHDIs1cyeViR0TvPfZsuM1oNR5gx6FEwaC9d1JcefEreH3KE1uFIJoedAZ6YizOyM09phpXwamz4S/ueaGr+QDR/1sZ1NHXbR+4dCxTQd0aiikPiGyabmOOEKL4Ha4WrOk7ygMutMHR4VrhrzSccnwprCjkUGxE6ambK2JDKzaTe8BzMC3SM80zOlG0U32+aeIFz5t7B55/RS037YN2ZsXG7et/7HhnTq7c1Thss7YHSONARQZJxlvZE4zIfUvb5JLpzPKge2WHfMnA2PJNn3sR9+XGy6Dd64j9p5KnsR0tuD63/7t367+/d///er//df/J9deX0CUBvg7vqrz5z/9+eqLL3mxHobNZ2XhMo7Vc9+R7DVZDd/XHD7qk63nzL5ZlUDXNc762bNfynDBiPLxhQUa1HfeMMN5lwO0jovstSMoR80szIn3me3zDucs/2thBE5ztKHA/ZuVeF8BJIgDPsYPsZSZcWx6esuPwmVFYVuGxt/G3vpZxIJGkBgQCFKG10PRDl1Xt1sOp2gQXlqkkXLl6oqWPJ2tnzl8xyMv5pWTLVgXuLqW3QCqpnlb3s7CeDmycgrC8GGd7tLuwziOOHl4pq4S8fqpTtSB6s62+JSRh7IIDQom7lgH42TN2StpHKc62jIVKgGW+mF087LDMJQnK33JDNs9C7bNkkPFaoX9URg7nvk2r/Mj92p5yhsZN0R5DM62bcpVAfKRhugmeWkHnvtOZKlMXjFgpfRgqF9/bmj1smLlvzSzqdJ9usm+/emwAasMS+Yrou6jygmLo3BOV1ZTdVyy4vvHScmFtmmPm3uxhfctim3XDfwZJ46lMbYr+xh4DDfAJrsSBeQcPfHwXpNrHz/0D8E4VlztOk2PH8lAOsQdGZpFA8rNsRVNYaypd46gt9HDqueqd101Dxs0eDFax/2UOZLX//mf/5UVwk98mcdluW+AcpD/zLkVf2Y1q2N0y9hrswrFa6/C+35Xt/G8OSpbycSv86xifZXH526FTZB58IjDlYY3vWgQ3+YxkWPCkqPEdkIEHsEpjsPQRu8c04c1pjObA2H6cMpOcpRtsz/2uQ4kBKXvOcNx6Yx8DMv3AFusciWxxFJVxkUZB14QtufjXNAw79btm2cOxXwDozY5C13wM8HiOvwdFYlYM6IH4xyE/rXcG2XHok+/zu2a5zmH9Sz3Wq+DS6fpqvcgAIe6nhwMXkt2B+Ed21Fx4tl6Er+C9yh8oZH2xFVBKmdKO/84nnWy9bQQiQzDIDOEiuvcXsw5DaalbreqBL5/oL6hgV1pimNsIEF2wwq/W7yTqfxbd+b0Dugny4qMRmstz0/W+J0amjv0dghmfficHGzptvqr7nKgu83l7ThcoXu85B3sZmcAFtZZc01jAfjRwuyHshdrWduRzjlNbbd0CnNjOI6vf/Ob76/+m21j6dZAPeWDABoa3zj0Nc/RfvXuq6s//um/s4LV4bp17KM8bhm7atABe0OU28qmn375Re5YfvOSVzGy0m1jKnP97thccIY7v4n6/Jfnvt7I5z+UUIU2cjEcK9EO6qxdNKpkC97Gqwe8MxtDuZm1PJlnfuzIdCbVexUjKg1WFIVy45N2Krht9TzETELTPufNadtWboYYXGSmMzG/vq7DdoclkZs/Es9uwZCjTtVdWB2qj7iER67JGj9n6/g5r2H0c3jeDe4qNy9SH2jS6ImfOOtRFplt0p2X9sArfFbJo19nRVYGfZe0XzwypL6Mo4/qZG7WGnIoiPXXgUeFakPtkH/qGBb50kbaQX+rIIVJ2pY3L/lGNL9g9dLHgMY10KV+1Rrw4A4fg1hy7Q/xNPxi9FaQCUMlG7bqmQcw/46xPENLjqYqq3pjjjIdBVcy3BeKYyEyB9RJlmrRs6PI1lNlZtlIF1BOL/7pMWeFOX0xgo8ACMuKMUH5XRKEKkms0OZpB31xvf378YItcdDOMRUf3mr3S9B/OLrLMLRupdHi77Tb20eJ6A9C2/0e68qrx1C1UODVDj1PlwXFFo+0ked31Q/0H/je1bNtv4VQdxkdkHHyJLRMbRVta8b1X//61zjOvMieVY43PXkX8fff1YcCbNzB701TrhI8LwfK84g4W+9G1uH6fVqvz8roq1e+/ADfyesbH/gcpE6ZDH4htFZTrsh05j/zXuXXWOHHrBzyqbWwUoayBSHRSWsYoL0FzFnyZceihJW3kbFGjW/N2UmBZ4YLutGuxusQvY2aM+iLk60ObMh0fHu+qbmQy8/i1KeyJFUkDbo9TnCwS5et5TWJrr54jaLGQOfim5iKNn7j1fRTOtXKNfYDEN7prbN+iVPRoehkX9M/9mttjOi4q81yKGl+/DSuUZ5c6ZphVvnlBgN4t7ymRtQTvQdVuh+X/hUNwN3XxqL2cKA1Fqqnrg7tjfylqOQVd4TcHnLkRglacjLiTWLqnKG2mIdDpvorJoXq/TN0UUerw/WeAmWbP1bebbA8t5tDewgJytJs6EgdmUuQMGo4cqcw69ecFjb/FSEnDYY4lPeQeWgiPzG57gpEBsCRJ76SFafSw7Gjfgs1M22HtCwgR4ngJFfKFs5CZ+UdVdhkRIYHclmwrJAqCaHpW+M5XwoqiMFjzfF8PhNgPu8aa31T/ehPbhBU5IBlsUB6lY917xZCgvqAvNKHkFTYamzPFG5bOOxH9arrGlPT/9EPS12BCCW/Ob1A3JiYcXY/nK7U+i5/LAigDNO08Gq9UzwWbkul00s/9jW7cMTarzhbciK7xMCNYWE7xWrJdaY56IQnmK/+tePu1myx2ktCSI4Kwhuad+OCH/m9MxeYgJrCFmh3CgafyaqTlY2NvOQF865ONch//dvfrr7lrVGuUusGE54/pMxv0sqoTtdt4b45xedpzROxn9l79YI7mMFjv/s8pO3E2WLUv+b6bxjG+OlsXYGEoJW3pvYg3is+GDsH0DsnWwQlgx3A22TNjmbbQOEpXjeNDVCjTclofM41PZwOFTR01tI5ZgWPELxpypt77Cs8aZys28O9i5Cb1ugTdx7sFN/e5SNcvs4sqx9j/qqlQcJRdFxq/25DKXnJxbQw8f389DNqc52CJ0c4CzY4c+0fJDqxrbCCezga1b//xGHaAeizpurXQ1bvhkqX03Wi4T0Jz5/zGkp0/QVO10soDuB8vq+f7baidA0RiKMmD2QNZz+Tl3KIE9zg+TaUbIpZ+TA0/QfgKnkDiDMNDVmEJmgh3z8xVBx0t/gZjF1Yo6GbqyZvt3oDjcIif8qckmv9zuy4HKz8rcH0ENyaOaUOy+aa3TPdL62DfZ5+gFD/DHeT6UTKlAxGSIscyO/zA9Ym+FPJps3ysoOtkWuNot7fSq0lHyfVrZTkdDaXtzODVj+ARSEN2vWp6Se71ROOpTRw9CpqcuwTUnNVFer3aIn6iG80bnszHZQchbSZ9qjmJLzTiau2dq5uBKvzaw2u5kiD/PSrL6+++uJLZvY/50s8GvIYOZpyVatDfIFD/RoH7N3K333/3dVLDJTvQ87H3ynzrTtxzjSqR9eQ50PyGC+drYLSKeuwZcktO41IiKVOK/wRd59thgbAntoP2bqjqM1EQy35yCsjrgumWKyN2T5STsrHFWmCDhaZeX1RBUvZA1enwrHa09G+LngdyvMXPBudZ5h5gxfb9h5fAJebo0ZL0rX0gQ7kIBRFS3nKqq0Cs1zFYwyEhiqru3px5OIL6fSzfLdQRpvBvrTvmaKpO4nDEGkpyip+wOWu7NGWtD+ccSmXjLxg8idBLLWC9zODOtlX3JPAe7dxsvWmqZJBJofe3QyeuSd0ZemDLDE4ox9m2p0I2ewsy5ZZD8pBSoxClTW/lMCkfGowFFHHXQeK0kfz1lbkQq2hGQ2aWHoQS8Jc5wDoDifdfXeo+tGqhNeBfbB8t7ZU4gTjyzDZT0uVkbw5Sg9PYHs9OBV/ZsnWawY8ilpjv0lsHXbHJYuDtid3kJMLCnW4joEgO2+McU61j72C7q4zrqP7kvpmDOcYOwLeGpPSHiyxL96rG7zuKlqHFppXlySL7ttdAbGc5JhZaP/0hQ+x1e7sXX/nt2S5IUkkOlJfR/faa3ec+2wtL0fMFrGO9Qse55FFt5vdXv6Br/tkZcv7j1/isDVMCjwGCsJyjoOVzBe0EYcA0dUnZUBf+PH3vJFKIUh1GS0SJj/zsHbgTYS2Y224dBr8RffsoRPBkm0rdlwClS2vLd9WGLvAzqWjfUuTN53R6a/oh/7yhXWF6SMw5ElGdGoR/Lb10a4IRphJr7QwRXGdF4VeOEg+meYHsz+EEYXmytn5hTCxtqPqOkJu5eO5gyEw04wzK+JRIddlmXQ8Q/+8o/5n7hVwB8ZK1pdGJ5e+GrEG2CrfIaTg77YDU8LLVu2aL83im+pLwwjV1uDGRg1EptSNkZPs5SfIj0uSDZAymkbRqNZ911AjO96BsmN0S3OfXwJ6h6z3aGsO/1FY8rJd07zHzz9Mnvo79Yvyb9/qnNTdpcNwix4CVGg/EIJBiwNrpc04AbXYhVlb4YyTHkfGK3kF1fak44ZdcJgQ6Y2hHLXgtpHLZtDZNvb6bz/8LddZ32F0fK/sI6bifkjAF1dY45pXMbqK1ei4VazBcAvZVamrWPPNywcDMOZ6cQ3WW68Fcu5jQD4vixvPDP8RDxBbx8+WudX58tVzjpdXvEk5DmMWVUx2KJfwGzn9qAAxpGlhmcuM9lzdHBJXK6Dz5DS+2SB2njVN5+hepgnPs5JSJnNwxYUfc0anFGtFK6zb8rVqs+887B9Dt+W5W/t5EBzFOGSlYJemmN11vc6r8+I/9NFetofNwoDY3Fvudnbr2hvMXenRIHhoq2eWUK2i6wjLSTR2Bid4ZM/xFUfpCUemGMajzlzfQa2CU1h1JIU8YQzpH9Kv4PsZE0T17yVfMPLmPKCYIPrCi8LtZDE00exhGLjIfwtx0iN6eZfW7AS1rKkotPJJ2UCUqQOVsr0NbMvvQCesl8pVKTxEN+CPdnq1KnnpC4lI+57bf5YYiWQOAlm+zZ9hPrf07ehdJlY7bKhGQzI7pZdl2ZcfEuJgEb96IKp/pJ44xfciksFMxmIGPbajGWwgV4twnnHDj7pdR13qSXpIpaqUTczNkWNRZn1HX/2Lz5tBvd9Hp8wxCF3atuMj7fJHJmu1zPhLPqjKSI2aa5SxZ23t8Miuy0vcBYJPMxgL5z0e5WRZYmD7rnWiX/72tzwHy4fah9P0Pcf5eDsArlh1rLnxidgtN1/N6NbvVzjRX3jMx/LciUy+8Cr4QwyUnzKqrWcFNDatQohOIOKJGHW6NQMocSqoCt0z4/SfOLKT5b45Vt52aOWa3yUlhGx9ojTCeI8PIk99OzivAKSfvAbrzU++y9pCpj7lZECh4nnkbSsaeXFxeOOCipcA7sNQfdg3WFlWxrygdOqVt9YzFT50rO6xJNi/0l5nzWOdHf7mGgiEqpvtiFvh5VnGMyBH3LUz+aEBW3Iy8cbDFStw0XPO607jV1cvkE9uCAOfTk/nes1gc1u5XzXaeKut5qNzD+NlUB9m33imHKrPy0h0H20ryva5oJxqBEnnkHVX6LG1dNGSGLAC3tRCI7ttPLd127oTfHhoGs/3xVTr80zCRu3kSR683JOIPgdmdXTNTse3pavrdW/HeWUCWXodO5JRqxxL29WIHoPWr7FgXE7dvC5vemZak6c9IZERNICdRLeN63pzHL/nCySo6Tj2MtSDB7U4vXbF+QtbZ95Eo1N0i9gbZr76zVdX37E9/CU3Nv3tpx9zV6aGyg/F/zCerfX5WY1WbojCyfpVH1e6eXvUMN7W8brgI17iLqxBYXktzdWzz+0+d/uYPI2j13Wzny9coD/nHzXJ7uhOvz2tsKx5pWNQA07iREbeHjblU4KhMx/iRLnD+3p6zVjuzuM5GcRJR/OFpNckMnMkwk+aX47K1Sl3gLOq06l7jf6dK01ng7ahmkHPViGlSTo7xDGM087vYvnKv3jGoY2sFTfEMO0sWkoxVeJcuwW5zjF1SAsTilR+jtUPgExhtPPgLHVk0kke53l0yZV8eLRNMrmj0TmBjtTrsi+fcalkPD/r3duq6SPeJPX4Sa1m1Ut5QmJFn8QQim3lNNoFKA6eMubVK5mB3v9pXd8vPc5tOW5LZCtyosPss6aj4ML0tsonP7d/038K80PCct3sQ5Dcf93uy70xc761A4U6D7op7R2SD5Oo48hQNwhW+gN/EYLyKM27bCx0i+50GvQJjlvjevFEnctrTdqb7oCT2XIkxiYExjFJfV81+/5aeCh6pG1hnCwLg7I1fe/LsniQeBort1X+K6tpsnWqhn58NemRZyXHnzZVw+EG2bXO7ze//c3VC65R+TrEb779FuPL4znkv+QuVR958M5gV7460v/+058yWBzw337zLY9XeAMJTMgMsasBBaGhlBS3K7/kJqtXbM3VIKNRjJiD7uXLF/D8JC+88C1SeUuRFN8iqNQfuoXTzSloHwUp79JOoEs/Xrx07NSEsmp5ma28O7Sxxewnf65fK1oUx/6IIlW91EnPNJaoXHYiss1B31GBNmkr+moi/2uFJTUUejk/TjSNhWSlvSHDjzzRjDdjGfI4EjS7In/LTXKuRylWqymseNFl8wmREVCCCCwmcauLDk4neuqnlzMccCXXGnAtY11y4/XeA1++4mM1z5/7usdDXkMpZdWuFNwuhG+qnKsfnie0Tny8LOD8J3c4p74n8FGim6ArueJ3emCQ579vkKbm/+9Lya+tfwoJ2N/zLtS2/zNko9Q9LsvmpY6DmeAq0l0mQ8Z227RlkJiwhPiUI6COEI5/X7WoDm71MDZgtANo6B5YgV0as+js2LUc9P4u28ee5W1+3vDx+Au+woOj8WYona9CecMSyJdW6Fx9kYXbwjpSy7/gGVm/XSvxL3DQM/EK6ukX13ww/uerb6jvzMGV19OnfhUIQrVd0u7jQAgyL1Ng7c7auPBELDBrzL+goERIdV7FZTjkaSOHtQJlqWhMkKc5rKcl/BguQeK9D40CXTSqdryeRlemTurPkerAzoXILHirfQ2q2CuuWZYr/w6Z0KgkGM2ajdlPPMOcrZSCqtWXigQb7oc4cbCGz9S60o0IKCfOdgk01mq62uM3TqaUFvyj+ZKxuFTYlaZZYbfpnIcQa7lT4UCirl7R1TO6c/WgHvvSMZJJNs/3stKUgd4AtXbdRu+QcybKTJHOi/yUhwc6qcO2TlbMPiPMuTsm4vaeAyePkYb0Q0IeW1OXmUDywDc6++TqWx49e/oll0q4kcx7FXLdG/myoSwZCaCNjrTze+gHMWTLYzg06fQsv9Vc6vaqRzkbfEmHMAYnBuL2zki38J2RP8SZKpmSv2yXVPo8Ff1Rd/K5QWDFESKX0tTLWQqrPDAZU9WvtZMh1aN8rR6cnjbexMXCBHVzsuvPkL2ymPNMxzCrj8tAlTKltY6rXlk0vPElofpn5afb6PFmj6tzj+ggX/rSfRTcJ/iusQXERvZ79KQ9Z7R0JNo7eL2sbuvQHt79vBoja5ncHHA0itS0Dpa3XuzBNtxhrFzlKAfVHXHuXPpoZ9GNPMlP32bVOfrX8QyqPJ5I2r8OpjKm0+3qv3YSeA0vsbi1iUBxaqPWAAMN2k4OciwWj+rkeD3QRfL0bfozn7fPtq9YBKaisDrcOkc7sBuG2ACRiXwTXGwa3r9/5YrWF0z4Vhy20Zj1/9cf/3jlncg/cSfxd7y0wuuxbgX7YgrzfFRHw/QDN1H97ne/y6sYvV6rE3DbuIPnT3lPstdxxd3XeR9iWGM0BYQHHcNPP/H6xxAlU3+/oDBZB9JPCBEZSedFwU7bgDrW7H6kTGdUpxzjqs456HCAskIVwRJc5dW2ias9MQc7MKUAK2xmbTrVOEPzJayuFwhrfxtqDuBNSlzHpa/i6Kij/qQvVDBpGHxFZQZNB/QCEj6D1SpFi060lN+8UrgCGQiBs50HPo40yqVBelx9akDzoPumDwr/zHe1N5pPZNvqrfizomV2J85cHkF/OzhxVLe/pn+ePHmb14N+gbP1WfLnb7mBDxqLN+kffJFXg62xjHjwHbAMzsHnEdigNzDbQs7Jr1XrylcZinK6/Uzw0jEbFLc/3dLp+dr27fF9qhpbuj9Vu/fdzj8LH8dyQZPrDxZLh7UFwvlTfCdfnR/joaXRw2Mpp0psG7YiNmAAtKZ2vWMq5hztRvmcnlBZal2nxL3AbFrmmqbXBcbp1so+SWPxnB1G6ubrPY+ueX0i28Tujf+GG6N8j/Hv/9f/4qUT9ciOTtOgx9cwlQHikR1fZuHNT1hnDdlMYH0c/jGrgp8i16pXq2FnDDpsP3fExVuuEf9chvBRGcFMEGivhZjGP8sfKXQmRjwR2zP0CD2aNTuaY0aUW2RaWhiA6rAVacu28mlOlM7kqLNUAxzfwo/4iqTCXW3Oyhu6gx4n7PULpu06N/E5PAzBXVUzAxSjVZqGhhkgB/luwws9rzhs07loVgu0leuIvt0qdIAX4r1bPbxCQlrLLNIygHhL1jtWAfpe67rWm2lpOkCQZJw9OuYA7d2AvrnJNnzv9ndcKpEuZ0rq/7Wf6AO3k8bwn4mN7fleM1a1CjYERxISGTo9k6a8kSryKxoWmjpBu5YIvw3yK101MZtXF+nqBTxvUKMtMVWPLEW3TxzMEHtCuEfd7VFvazihSt8qww8K0CndEfGH4jpBSBuhE8X72S2/8+P9uK6MeNy23qoXd5FC14kYj4m6Y05jLY4OcC8rP2C87HEmRE8oV8ezMKOKjk7VcVzGuoAi47+bHI3tdZ1F5qeHBnzpIy5WUhxPlmNcmmbBgp/YcJgG37AzHQdGO5XGrCDNUorv9C1OzuL7LVC+bMLP3/nYj0R5PVWDpWMEcyq6uo3TJY6DBU5nK1JjgyvYp188TSM645cvWO2ycnjDdrMGTZzecOI7J/2AgUxI0Bz6vBlPWWceQXfNA+jOvDmm/ZKQ8imDZ9aQ5VR/IaDyTihMuAnOrtp0bep38Sa2flHUqQ0ApzofZS5gVM/YNke7Orm6/ik/VECTFqVIupTAVaQr5uo/bogYyoILBm8bD9v33FDOyNSsfHVeA0jHZKgWUhLx5oFxT9EFV5jWlzQdoSvabLdHVDiR0CxvwvDrQMPZehY+cLrvsiIGwSTrVLeNyKVkpCyUgfU8nOx5+dXPONbQqlreDOWd2hLrdrv3GHQoOhbslU279UWgzIkb9ChuOcn/BsMRbGdYJxMq+S7Bd9ESL35yIBXsBOhaZ0ltE2vNJXWQuJTyLd47nmv5ltDpD6chcg3ec7hsr3S5NNDer7BXa9FrQA7IHnXuM2o6grOJOcg835qgi96Qvk96xd0k5dJUn9gmR4fONk56rthAxKF1VHTk+zWdPEubssY4VZ6ScxsTyiW5tN05O4NMmEapE15XtdCtQVm4HUg6i0pqTOva9WuuiX3LrP4FjlAkOkjvPNbwfcfNTs/J98UVOss87oBxdIvZ7WO35wxZmRDbcAx/0jyPy0pVZ9vPb/qIjyvbek4RsYUYP85dt0AvqiyxBMvlZVEKOU7+SEQElde/xXyfHcZt7A5zPVMgJRjP0iYZkmG+Ica0Uvldf2YCK7fbMW56Oo7gG+mKhHaap5HpKXkt25Q3jLSS9vEdYxdYxjlSrXDlyz040CrTaHgM4ZKqQJ/hE3NDlA4WGNedirYcSDnM6gMcoxBxooVH3AFOiekKtR3sOfgHjANEZc33Zrm2/OAhq0SdCH/qTRzcTJ6zS8VL/TzyBboHEjt2UVQMB19oYFQr43wQmtjpgZTbtLgzK8a5px/A+fgxjtZJJACPoEVKTfuomVqt/vtaRnW9ZGY7I6WcYp2MadPK8OlfUhI9gkUxOJGt0xYnENJXMJksgVgaM2O3v7puKkOXOxThs7ESU8c/ZWvf5JLCkK1NRSYBs8+BGYMo+aNcfuzvNdSkKjjFG5pnXKmwgn/MVCawqxzloULTe7c7ZOU/+jj10T4bJTc7N+MgnQw9ym6Q5c5Cp6WuqTWvdGIf84fmdpviaalc2l7gZWOiUf00sDdZiQ/8XdoAT3Sf2PZykLZrR5OJTac7JiG2Q3v0iP6CS2HoiWirehvdTIKCEZTBAQfjvNtquI6FP1VW49q+r1ENaGD70ltsjWUbPerzZfxRz/T1K24Sef78Wb37lpn8u3d8xo7KOlwHv9dhs+KMIXjH4xBsF7OSdfXRL7KQKFfCOlHv2pQob5SygbqmiAAkiFVErn8GAiIxDADlhhWd8TU3WBmayJzc8icGnh61g1sGzfwtUV0IbvcT8lNViv7O74IyEJY1fx2XI5Le6nZ/G65hgplyYcxzazaDC/QNGwM56mpAvaXdlepQT0qsKzwHRjTOlX60jyqfPOB7u7cpT9vWYYSEnhSUw0jbDTAJQVYaZ+oA400LbouqunG479SHajsOCBjpqhumyNEZh8lqi1LOSwYdewMdnGYUZNUqjtBDlgQEnxniK6XournskbyqYNtvh9VxAvqad3/X40/rTs1ADXLbrL7o0a38/fZlbsoKnVJCf9dcJVWjBWTbrCF9Jp2DalN7QTFoREqLVoiWfzDQd2BeCy9KHZimi2r8IwOl72HglJwPeIvuHeScPBHfKnkdMLqQfj1ZZS2gsnUvosl2ANRp3V/YQzZTs1d+Q+sQONeascXhUnhOvO3QlIx9pl1yP037nstSyLbHjhaubZZUide2+zBl/VOh6JQgjpnQTQW70wlA01Z2Tbw1hnI+mjEtfe6KaWev3Ta2ss/Lvn38hruEv7n6y1/+ipF5kzuLfcbVx34MvmbxK7aVfT/yV9wA5Uq3iJTGBzwP+yyx28quCHSqNqhBC9ukNWCPMLA6a7ePvRHLa71e03361ddp50N+bC/yInZ7sun7EJy3rzt6KzQMYzyQSF/3ZcedEdqdfMiA4UzHCzs8WWRsp66hnHlgzBx06OTSBuiNPVTa2rZ1RVXfcRWXFMwYRaNCm5tn0Kw7pJt2MmrmGoU/9bL/aWqEgbyHYrjlp9imHn9IDWBxFK3WLOxmVF540Dk6QQTQyxal8jg7lFv9EoE4xK2O9oDM1jF6aZ7BAWHogZxtbOoXHnC4ug5EoPhZz2xAPNZ97zPNNhhCiEfodjwdTZIqOUu3vPh5vFOhWztnnNbWtljKWCX3NNC20j/tubK8jRjsu/Tv6e75IFl1334Qkg+qvEdBS2iv7MLGWPFv9VURtvx7LJ7D1q33WNdGeeScMWM8D0VxdZ20PQZbc+Pg01FWn9bkWz+Vu6IZhxnlC/A5yhzmDVhc+UlFLVCPdahbFA1H+5RV62+v/sjdxtb74YcfiakItTrWd9d1V6rO80ucrNu8pt1S8/psbQXXtVrLWxBffVlp+XRV0Nw/5uldV6+PefuUqy2NjM/tauwVjMRnQ5B4sVXND3xr3pe3TJ2QQ3DYMDiww/rbbv5EDdoGPJ+lSxvjWiSZ62MdPcrKlO8hKsGvxLbAO7ZOOnhUFjJ16Pis5HSyhPpNcu005QI9Kme973PULTAMezl0YfJYj3yTVgZZGQLXb6CJfDLj1Cm4osRZ5U/ZK3dkLB38OPs01EKPEm6aCt7ADScmtP9payg/dcIbcRZ/6hQw4lz4IxG8BRDn5CNcGSDgeo/zkwW3g9UrQ5TXTjVN/J6bqd74ZjFU7A1tFG3VglyIv+jqwfWAO+gfM/lbB0TLKfQOPkzXhKLq42khJMTQsrhKD6zbaWmKw4/ci1bLFzlQJ22ZFx5oTLT6+OAxAp8ySpH94rY3Dj/GpfthwNuHwO+FNR8n3oIn9op0OoAGil8aGsGJk2dNb+fvxcUH9IzCvTpSlr7cIJD12JiRv393f20Nz3wU+D6/mybOnorTO7tXzvfAgSlpLf1hj0r7GKbLeLK22rDHa2PucVRyq7b7fpaVx4Y+jJebBR1DI9iWOJuHxq8ezWGtseZu+6XxRy+WHl3hb5NSanKXAyKLGuw8SJpW8Znv2NS1HeiOY3ohSEDwLTzBTRiNtMnvMVyYMw5HQ+lj6mkvdazGPpLT+dKQAA2iX9uobGla6BKAIAwojoJwlhm77o4MxCkObJuPGV275RsABrKP8+hE/WiADlSD9JryzDwGMh/m9/uzBm9m8R3HWUmQ1hh6HVd8fXON+FwtuKrVCHVZEyMOV89uSV8W5u46X8O2tgI8X8NS8Zdgb4a9G8SWJlvrZ2+jEFPHwsImHNPWIOKtQ+NaK7T0HRjC1cBbCFfly+Ro9E03puwMjTtx502wDdf17PcOMaZU7LiRnTJIIU8egsBfKju2bI8BmPwoutQ4lDV8pVNNhyQ2m65aH+Kk1D1p8CY8097Y5/VZQ/eF9Qzic4en4qK9YQri5t+gAo90NF3WKr6qfsoUFZlrv80QBTf/DhLnrIvSkShCj2yocQrPqfyLGrklUE1OVl25ZfVPAG5flESyM7co7aeU0g1sSsp5lbkBwcctVsdbt/cItax1cqXknHwPx/paZz+V5+bxL94TpD9z7DtJan+lPUjIpLl0UZraBjtuImIrxQ7tt1O5Qopj9cTFu86dm4rdOvb5WInwkQaJ0DnmmVi+oZZrp5xL9KvxyMMDVp9ei6VSHOu1dVn9SqDP1OaaLiTKnAZSfD6rqVQ16r5LWQNUK62aCfjax2XVMs3cjlg71w9HwHfLiFGPcDXu1aBbhx8jlLLdjSmdgSGO6IA48qPE5TC6KCu06JMzMzY5ODR47ia8Z1eBrQX0BI69OWjgLvUbJoe8zq9ir30c0k6LaU4ZLrAjXauYmqQVUFEGZM02pUmtdHlqPKyIePoWf2ukbfNoysmvk7Vy8DXR6IFinrPZcrTlZOVZ+JZ7cE+y8ryuXTNsqB+d3On6uZ58eV60uQqXDgac7YePFCEZdgsEs42W2xBfuA1dKy4HuvT3dePCctmv7bhikJYKGgBwezpoHQX3EoUvW+jmzmANSYO2ltsZ8I9SVGIpYi+h4QK2PojO9BcYhjqcxaXPX1awZyE/oDATi7twXRwo32yjQkIeRyMu3buMph4f9k0d6C7KVTbPNvrYxyfl0lBjsWyAeWX3TFXI+IDXXu12fsfBQ1PG70ppUtTjquKyOxZUewFJ+350QPqvdaj9Mgmvk+ooe5XrXcNfc93Uu5DDLIbjlVvHONCfeN+xq1kf9ckqgfg3v/nN1c84bYmyTLym3WLWmApbhJT7uh7Oy6/7vHzpc4u1Ckul6q+iePq1syxaJphT2T99Mkqnua5gnxgST0pQped/nc25M/GAa+bp24ErtfRgnPtyhL0gaLVNgo6YqwrfTlYY+zv4ya+09K91LHNQqSdxkKbqP/AHyM2P4yy6avIzZqDwkkB7cW6jXVeuebsSuquD9SjahVZ+gz7oCJ3GyV/PpTuw8m0NTzdhxdkFbmN3eo1nONOzI16hKtVjZZt/n+cHBlvmbhF6EmaVSxzsjFq+5/pz2c1pai7C3RHyzQjuCCHFCkn9O263ZXl728SEDnQR/wV90O3ckYmdat0T0yR4B+q2WaGTfsqlgaW/bosFuQwbUePy8vruRPQYMtbJdoit2dJEHzR8djHoEXvZvEv7RvyBh2bj2DLia2f9zYjO0Rm8NznpgF/wEotrtt+6MpQuhiEfEvCcw5uZsmrFoeZxCBB7Y5TXXp+wYvY9xgo7r7XSkOWwXY0R18xoVyfvjFt8kHBj2A7snlHfWPECgAwjJDu3Ic0VOp4Q3b/mT8h1QK7YuI6NvJzR6cjsp6bJm35Qo9SRFPNbQVq1rDs7QIWcerk27nVaj8Ipq6REtM6cw3Zdzw0NAtFmaEi6SF5osq5/xKEdXXj3zheWgNvndrmu6iUFr98/8NWBwnlTkzsf48akrERBa16al0tfWqFjDp/1GE5uWIJxdekRemZ535kYnqitPBJI1EoVnMAZ1M3kKd8hl3ehSbpKLrXKViQM3gh1xSmfFCxtLOZKOmBYuqp95ZEmgR/xmUhY2yvDboUaGMEnTujudx/HcNBKP45gg03HWlNaqmFxqN+9K1JkFJVnSErRueF58Tik/dsHW768XuviXjvzc6975cpHmfrcdvftQwSW1qfx3klleY73dr7WXzkANyfps+qWPVIWO9Qg4up2dyvcOXPqWRtYCb0YY9PoAFWGDMjSMxTeV7DOoeW11JkLSVu9dd2+zBG7N9G5qbM97frb/ONz+1n7p61xzGuHOIcG71pxvNZ43KPWvOJXDu2faEqyK59FZTH/f/7Pv139xx/+cPVbHuf5E+82NvwLaVejrnw0ym1gfaOOzlWnmpuYMCbGftXHFUM9XXuV7WUNngbVLWiNmJeKH9Omz0V60ds870R+/tw7m+s8jecnFm09FSJGsZg5KDhzEgcDm83rGdDPu6j7mHhJDgVUC6LYt+RAPCpQ9a0DX2UrB1oO5BBhw5URE7YpabhRV7r8EzcORziNvEocfcDZ5rlZ9ONhFLxgLHuv8+dP3TDoSNdQ7Vnu5Qj1ysNtcfv3rS8PJmRQ0qZtd7/rmNQFb/y6el1w+cVKqr+5Axtcr3H++exj2m18TgoP9XHhfSuCQazZVXtkbKKma8nexbObuVT50MRs+9oZXIrTul3nJkdzKc6L4NxxiWSV7jkJX4Tt9kBpn2qZBB1Xb5m2bI4htjll0C/1no1/i+XO583PMjW7M6aDitK51d5Le2u4pQN8dbLFuAOyydrD1fbhLjZzg346Le4aZ49vz/lM3jcxfN51rAM19mUUGh63jN3u9Vrrz344YDhbDZsrT29g+i2vbMy1MJA9pZ7G0fqvXtY1scy4kc2Tx+WM/cj2o2vghvHsvfHX5OeVjJKNQazQ8Ti1iIGl8S7DfVy+Qq6pwFJPJ+E1r0tDZlwZLRjx0b8alL9v0BlKDA4JWbfCIPirB24FD+I0RZbJs6Hh+jyZ/KiEWfXh+HRy9kvyqtIym274ddW74u2yVIEOQxyyKzDAus47hOcjLNaUTvM9URFDpg2PoEtuZyvthr62Gih+sqKzLn86VJfL9lPdBCVO+7tkpJP0PLoaC+DlDOngD52IE3aGCALvZK4mrQOJYanwwRkZrhXDAbEyrjY4CS/GthXKlIc0QlsH+V0G4XD+0mKdPmy4B2zXU/sjszXjIBV4eFMeymHWVdsLG+F6rdZcrDmXp2ZH0uPj4tqDP/m9W1jlebf6a63Sv7vSseI5TEVLyboE78zLJfCHLX2cM+mf6bptK4wpd39GtWFG6xwWk9+FO6gznsmfx0MmwrEvF8gIfTeoXtm11T4wbB0/ZYcKd8MI6N9BAEXTbUl8D7Hmo8dmxfBKex6OM4/Wa6mgxGu0zzBGLO9pSKf6hJdGPGPbWKP2HEfqu2BdqfqidTBlFRuHC8N5b6x5wPkJvdwsJaXg0nHm2m8e7aFh4G0nN9+Mx30U3BvqfsXWsluIGnqDzyMlKKVNeMQr8rLSsWga6YeQVV/GswUAqCse6d9BOVpQHMdBGitUaXVGCXWF7tY7tqTTHTe0eOY80xrlDrQwiJwhS+FWx9owXavjJf8Eo0igZNBtIBOV+i1H1S0Opam2URozMaSu+ANBv068gJNeDqBwXWa65Fj9G4VkUuCEzLIHOHnbKiV1q6mk0crrQtKccqyeKH+cqq2hU9azWXXjmvdlO5lSnzMmQ4+Th2AIM5kEDLpDy1iZHE7CigbQTEHe5jAKiRp71ZphTqdDU+OfGsrEhGqR9VReINVPKZtQC2bbDT4VLcnQiBwic+GRoe53i2upcCKx1845vs/RdKKJkd1ceTpjWVubcwVJN59H+nctnTkKIQcMfBhpq1QO8ew3Meeeq3mq7LCN9Uz4wq1upU+6kOy1tDOP4+jjpiODkR9t/zRUDipvqmTMx4bY6oYN821H+xE/wnlgnXST1hb4tTPraZ3Ffa5d0XsYpLVw1URD+8R9Td76/IQXUXwZIFexT558d/XnP/8Zo/Uon8fTMFnRG6CyqsAhu53sNdjcqUzaa6zCpFziQ5yrWgnkJe3cVZxVQ1FRe98L8fUSd52+OM7NpKwen0miGBu/FdlqCuqFBLWKkbHCu8ZzXtKhF2JpX8E0PBepk15dYShYhF6+XmeclkW1hFa0BdiS0Dlo5lTZiGOQH+dk28kfCmu1arXXJJ5VaDqXOtYtD9MgSxxY2vP51OCXT/pqWRkDaV/bmn+GeaWSspTTv9IdiPppHEsbwgWWyPGmYwvq/AwFrxWaz5v5DlPr9iHWOAKE4517htzcwABYpGV+Tq1XK/FHo78eZIJUlzuqZ+TbtgvXII1T+S/9lkDRZ/AJly306gvLlFltFwpf7YUusVI0SDErfFiHRA5bjswGL8qy3bZ4LR9FaafoM58/6Ev9QuEvB7/mj7qeZwU7AOfVrHQtgUYWGVcjg1YgupEFeD8RPilSG1ce9mGTS1+IOvI7A3ZYlBpklc6vLYlImRb0AU7zJh6iiwW2+zuBrjIYkEHfHdJ5nM/ybhosrnHS0qgKtV4QU/NgvpPRCl7zNfic5YeG1r9TeIqWKj2QWbIG3UXOQDHTdFBwqonkC1lH1UdijI2azNnKcdvq/Yo/5VZds4KXitaundBMjAVg7Ao66tc4L/DKA0Ywo6kN02bHVwnuORmx+zmvH/1VNUAPFjsWHPDQ7Rhnwl8AA6etAE/ZtY/iaGx/+PGHOE7vOvb6qzOH33z3/dUf/uM/rr7mU3e+qMJ8t5fTJtdnDX6AII8CgUyn7Y0rLtVdnbrSTR6C1nhpXK55ibtl3rnsKtbHhLxW58sx/IJQhDBuwBK/8j3oHGmnrUSjXLgyjqZKIn4DMVbTU4CDN/WKeSE15FWWs5yXwHCuCFlnraKIu26eKNyBplzlTs6abdEaTuWvEEtq5nFOF4ANeRgp2zFU4Sf5C5b9RCtvzDV4lvqAy29tydT1TvsLCx605XRXnEXXMPox/mXohShYzgdp7QQsixOG+NRkxJeMaTfaW7I+6CP7hRA4+qC3S+2HngRZloBMkurzUc/cuutworHQxkFVZX6hIe9gNgNEwUvHDuxkWsmt4tMh2miFtVIBQ1NnddxYtuedb9xyt8uXwEmdV9wyWcrvkIh8MVpoVGrPzV2C7hwPl9T/MJhu/bZU36JV9O0BY+14PHbbt8B1FrTx3Y0XazeGs8186kLYqZv1ahyo18qyx+6cnkkr3a7BKkyOAZBX+sbIkB+9pZFp4jXj0STk2EhHfA99jr4BqFS+QNvkwsoDvAwLYSkdaE2bV1VHZuUlf5Sb5lB3EtCjax1rOUNzgowzAABAAElEQVS2e3Gev//976/+v//7f69+/y//kmumPrKj4/zCpSlBQ5e7hNlehpraZqbMrWWv3XrHss4724LAK45QRmOuTJzbvqUdy1/w0nZfU+FH5XXQrqBlyVthilSrlqDJqBBeEHHyByNdNmK79Y1txWGEZUhV6tKPECXJU/JibHSaLWCAKg96mRRwQqdkkxKHK12GgpG1yvGXvJSZXFKds8RCbYsHhcAcKpW8Kxe3UlUwD++Grf5zIgBdntjzJ0IpbRFqu2mLhBMIz2ozF53i2mzaA59l6bd5WSR+ZW4EHQb7cnUKllhWfVL9Zto66g7lBQJ+BxFl0LO0RWHdkDSAgOhQfRPg9I24Raa+pY40T0KttoFJFX5G6JWxjrXp7rKOsz3tiUoigp49N1nJp2S0Z2yy+tX0eljdwp4cBK3Aya44J5sfcclfN7kpvvVp4+l4i2CwdOv2TnOwbeF259LZK7CTU5wGaOJv18Q+tLjGWEr/ku7+tIJNlgw/Fuf7ZJ3LleTPh5pIaSFXuqp7SnBtjzP+yTq1kE//j35oiRuPYW8qtqr7ynPtumN6zKUXGs4ltBPpZ+pLqLaoxnLVslwbF1sJyGIZyec/oW2RJyPrIO6+ufZFEf0srUb7P//zv3JTU67L8kYNnaZvjBKhb33Ku47ZXnbr2Ed6zNdR513FOFm3nqXiEdfKXLlqDK/Zmn77+pcYxeuHfGKPuq95x7Gf4NNB6zDesLo1doX7khVuGIDyvDp2GO9ippi0vB59CL9pM3VkU46tIwx/eRUWWdl3t1DuhbFzkKyg9Z7ZWjHFgVHX8IDrfvkbviGZjYMToQrUThpiHXVd1R0FQBa4UZjBPNI1gQjWyKBvTvJTdnGGwqkUbF1W6xJf6hBikgvXWXGykxCSimHJe4uMM9MaS08dFQjSVyU/REdZaEwbFHdo4zbOHUQHYmm4JW4+oA/6YSB6E7opSr8oK2nhUP88atuXLKsTdLTSZpxyGLFM2p1ICFZskm9nwnTzEgTTT4wlFeQvOIGdHzuolTh0OMEBV/DbAA0GZyxHtS89p0Jwjw6xp6QvNI4KouyQNHw4ofWDBNJoHfMTcz7Dd72b4m2d7bn0zHm99WWbCRPB4WfIrIuN92Dn8ohrzrghveBrXVtk3MSclvkNqE8XL0QqjZZItefYR/OwE7bb09JTqBbqAWh6G99OnaXdnbIzWXO1buUM+GdRpBS0bY7WRxnryJN/6T/ix8FtPvoWO0Ta3S91MMcoE2YvlO0C86ifia4tcb50byqGKlLGoYSk/ay9gVL63N6vstW+i6bpahpzPuimQsrF2CGP9zxla9gv8fgqxO+++zYffv+GvGc//5KtYle6bu1KqI7T5xt1uiLv9xTrnPo6bW6CwqjqHJ485A5jiPY1WG4V+1yt8SNugNIoKkC+hBTYOGVWkZmXyA0hgtV4ms4PwvbPTpsdmUZxwAWYn3QscDPDKQsiUhT0eC7kh5Bp+w3AD3H8TL9qK7Kwt6CDBFp7llalh7/iWYLJqZm6bi1HFRbnHO0zd1QgKpga+pUelRJVjk21kxUrJgK6R4NxQMga3GIx2G/eiPQG2dmnTp7yGTwQ5QayQNVPzsGfm9UsN5vY3mke6eqEyC6Gifav7Svv8rVwrG6tDfBbXlbi4zxxmpTnEaCpX0vOtiS9YCDZK1N5yGp3GMBFMsBYTxqMvQRg8ByNy4QrA36MdGnuwR4YGqmBvTBTvBaS4HJyUzRNnVklB79N+UEmJ+Z3KFlxpkxDTPG66GYD3jHujYm5zYtQNWup2Cf7Nfdwn69xjKdxyHf1hw6u4Nb76Y/rfXhOt9x9KkbzJISWQ0Npr/ScWokd0tE4D3MPz/ZgBsOHgAdnN0McgH82J81tZAgTQ8IH9JnXcFUgtzWWaxJMKePkktA2Lv0oFlEdDCrxtDQHzjYEI7uft55M0tCHmynwkqxBG8S7JPi0Hdu4rmp1sjanw3JlKoDOyhWQK1nThmw1kyct5n3N1q/GQkOtUfcZRJ+NfISB85qsL0uo1SQvfqdMQb11RYtRDz+g1dC+8cs+rHLr5fctAMGHENJ6qofGg3zo2YYYMNCk+oTDZ9DtbF3FodxXweiA5N9g7GsJl61jzhfqhAl5I14KaCRpCg8aEaEViqf3/ZJjGyKEJ4241TT4yg5EoVUjnKDiiRx3Qd7inMkpOJtmYgAO6+psDfUcq/hwN9R7m8dY6saoXFunDzJZEifysg15t6WaEJCSrpAubaZtsfLMbwqrPhnw8oiJWlaI4H/HzUoikCZpEHnDKsrInIR522BWxD3Kut4MZ173Wz/mk0fIAHLXRG6kOHIJMtonzuoVHVIP3TkgVzI3wYzOlEbhaoyEXk9LhUY9YJtoJzSBBmTw13QO4CVS3kuYTuxPvulwr2FBL6nLyb02cWtkbetOV1RvPjaxQ9D0XzScOF17z/IvHu/OS8vqc+m7pc9cDTKxz0E64wM2y5qso2iBvzhhbzjQ7i+UjSu7oVrlPDF0DwFnQ2MSco/dTPSHLrZT3qMsb4b66aef82iPRlYHY1Cf3OJVQD72481QGktvYvIVjcYaEVe3GimD8G4pJ4BAhxxnSrkO1nNveNIxx9tTX8P28Bon61uBgPO66JtXh9rcTBXiGmMu69N5I3OePai2yifOVIENdA2vwbLMMMmOk+I9glZJhgCzRejMlrwOXZbzICnn4Cq+mmMlBbguBaEe0ho0BbVdNVbl0Q7kIFGaWGmxPdu2n/pxqNAwfkqRC7cwj2C+YMt52l/ZokTutaNQ28T2gzsXVb8mQ/kKEHhbbtJKl43zcrSuEKW5+ajpF/LFC6cejtZXbdpmJgUgWBw/uL3zDyWKnrzHEV5xj4Jt1Ddyi4+Zv1Pp7g/rGtx9yBvJaoSEFidKqmrDFmT9SquXM54945ON6PfLl/V1qtbtGda08Ht4tnD3fT404yRadc4+6D47CfhrwcUSsJ8/Xl/f1KMXk/mZAcLXsKd7hF3C9arDZUs8z4S4B/ke4k1eO8Kb+s/Jr3Yy8KzEavcyI2nY8xrzK01rQ9s8veFDaFx2WMF7nZdMMDMvBlxZvklj3qz0ho/CxxhjCHvL2HNtmc5WGEMcL87YFa15EvzyFQ4HI8saITjMcwHwBd+9xRunDQDrWVwvxOL5Xr+WMb5VO7YC2xmmkfGzZWoRoKtAgwwajZ4sJ+vJOlgs647uOFU1UXGuGFGA6k8/wMs2IL6cXlABZw0CyuTNNf4Jf/24JicwCb/kRilwJoEPZVWvMsjXkXbwhidhBJYWf+18pMLKNzIEn0qQ9qQrQrJOB8s5p46xuwqIOROielaV/vNSkzsHOltwuVXsdcr3byh7OK5NAtKPAclDH9nVkGcuDSx54a34WJ1zOWXWkVcvffb5tXpgnVpVOvuRP8XTW9tes3/NKvsKRe9XCzZXcywNXWfp/wkgeeDuLWOLpNX8UhP4sXz0gdJ7zSr2F3Zx1OXnz19xxzwTP2gNvczM+hOKwSU+6kt/Jg2cIBFoqg3OMdVMm8InMG56MthZx7F4wD0KQK+Ywqt30cduyYeNe4JOlp4KSDnnlAaDvMrzXogcKO+21LFane9BV568ii6yJatxV69X2ana8mBwfIR0EDn7z8HMoIdu+AXOkdzprpuMpURsFVoPPGvaRtHZiNalJn/8jMB4GicPkW/0GwYfMibtZ2XQoXf3+nyOZ5rm/KN0OpTcCe8RzJThAmEblOdNIbLcqbvUuwFH9/UCPydmoZDvBNvJHtJDXh6yh+wo035qrsIH9JgXGU/4kqfddMwN3IFRZzIerdSaK/TpMC+MHEhBx48TboZL8Pcupc/MFs3GHvxlPIEforNrOJS95SF9jhuds3k5F5wjMJTFIjD2WdFi+KhQ11xpAqv85Ak3JXGT0ks7B6C8Axmj7Asq3rDqcdXqYz6ucsF49RXXc13tUjGrX532IkTKDfmlnRaeAK5y/BKQedbxLmRXVR8SDoTbiKKNCqVo6extrCPrIE3zgDHduBceAkz+qISoSR22UbAN0djX+AaSIpvGsThYFCVp9hEf4RzftWUPWhRdpLDiavEJOwROFIp3pj1qGPJ48MDXIFV4w3VoDYcwTU+lOw98o9waR3KkLHdE46z6ZSPo2BDFu6uXjx/gwF6hL1wueMtww6F2kDfbDo/KHJqdB5wK6klELE/+NcFLhZJ/dlLA13x0ceDpjuSPzLfI8eULnetrts7rfgTf8/2aieMx/sY05EAbnzocathh68pRLT7nCA5r/Hp2kwQiU+TqFPHX8GESqAndamfPYeuxl7HKOPdSUy43bWzsORxtt1crfQ66y4772THXdDRUxz1Jjd+LPSj+hNcMenbtiatV42uun7ny0JH6lZ58FADnqfNz2xdrmC1jB7FbkG41m+cqwEbaSVrPIM5sDWM8NVoafuHcYlZWshNiFCD5v/C1IJXavNuGw5nvbWt/IDzOqzpSuruTELFTO0KcTlLjxyn8cP5z9pqu7onzQVAZ6M7C0omKvNLLtki6cq1ddyS7Zcv3grOidZbJnd6uYJkpks2kid0EZnGiDJXI3NiPrEu3ypEX4pOfXQwAsx3iefpRXllBwZx3D7vii3oBV/0n4nLwb9jdUDe8PPD+6WHfeknBvg8hFIWGsLLy62nLIhM6zt15EWdtSdt+4fWXmsCHGs7KGWe7HL10zcdoJT/UB+9rdP4V28avXrF9zvHqFZc62F1hDnoyyGN6XXmgfJ57SGfHJyufLFjrb0FCcZHt5Dwh/bYF3DnvlZBsj6o7UJ82K/0MMdK2pal77tNSdHNr0urI3NJ7c81zEKvGF+b7xX6u5Y9RNnOTwZwf7ABjvDbfcD7YvywUxng5SYfGiZCxRex4NK3/KafrjhPyGnAB/hg/kKHD7t2O800UzVsYfF5dY3Ul0QZcx/uU1WteXsFNUq5o4SjfnHWlYLmOU+dr2lijZ5mHQeNpk96BLKzO1dWyhlJH/OiJn8yzAxTWMMjkf04higFB6Uf687QBdXB47Au5hqecdXnH5jl0DfvmJYpEace1z2b9ckRuffR2rVgMcTRsWriSdRUe+qmisvg4kz7okY6RsqpAHOuNoSfvEe+ltiSrU7dx6Hv/dFb2X50DAI52cDrvd5xDTLUXdpAJW97WrdBxnbn9HCfLaTnSiR7yequ8eXdMicG71p3AeVhWPFZdeTc4Aehryn6U4PXrV6E/hfzEIQ7enCi+eMHXqoh/fvacV4++YsNbgzDo6UrGZPV2nbH0HGwozLAXpA8lckGFewSxbXU8ct1h9f6aEvkOpyey76/d22EqR1B1IheTM9kfRUY2MDdS7X/Ov63/0rgnkozX2J1t6aV8znBz2hY9x6KAulLmHYd16GpfOTLbpMawc2dlnmsZwlLVRqhfN27GqJmxH4DV1mlbtLVzwC/6vGsZ+6/49uxf/vJnnGO9g/ZPf/kTW8hcc8VJ9gcGhNUBuzr1QwM+95q3O+EkRe2+vEa32vFxIFayrJ40fH6hxw/NS7sO2lmNcLgKyllJ4Kxl6JDEmdw13fJaYcXFGci3TDbCdmkrlv1UFCl0VXk9RgRfItBLHQix3YhcrdRABefmGbpsnM+aupTP1FWHxqFpBcUQx8GUbmoisuPngF+UpK7buRyTVmaPdohnxhzljAqvJblhilPznXgVfyiM/SLT0oBTSjvUVwe89hu5MKBy+UGHZ987eQqtgx/ok+SagdrPdZRocPYqNQDJl0jSTtbK8bpy1ZmOcvHStqtZ7yDehjjcgSN3vgOrnnmIZw3IjOe5KcYB88Yztom9dPLLL8+yS/Oal4KEJuniL9uwIUJOlEuHkqGTC+XjgIxOjwlMDE6DGtsg8hNynRCEOdHeS7BN6U3boYlmV4JpY20oamjz99LyaST2ZfMrFGYr8nUiY9uWH8lqF53aKjPUv8fQ8pGWlkXrn5NJc3O9kZS7RarCuRB9OQGwHasF1h3U8YnKf+fstos3kRGnBJDczP2aITSEpw4o2dioxPWjaHvnzBzrtz1hqj/S7sCqM+qPk31bKmzRtKFvdY2YHM8ByasuS/UO9NF2jiUvJepZ9XfoIO0QNmhK18CYzlgDi3aSwrpfY9hMAPPh93xRh8K//vUvEF/bvS+4ZvXVl1/VCySY6X/LxwWyVTdWEc7+VRoN2C+81EJj1qsdjZZ4fKMSJi1pGXXlW3K2rIgthZYp2gVHDcgbNHnlcEkpKI/b11xQHCWCayCOYz+C6Iyi3zP5k/ekh6FbZlEZtClaf3rGEGVZs49TECIt4RD8ClR8yTuENqsmMUVHwyhr+yyKt5GUyqxSlUGp66ajs6rJqQmb9hCX06L0WfLKOYsfc089KTE9DP8gZ0IVpay2yZUt/gwqayaANmRBDvUYzC1XAQnhC4UyNqQeI0LX6pZwD/zo5MBn2rdseafxK1awz355EYf7nMshb4HJ6l0YcNh6Ya6EbNlt5v+jh/AAP+HxUzJEW+fH1E2SXXrkJsCLy1sWpyvY5v23u7aXXlhPP9PUbKpOSSM2ZozHO7PB+OO/zJCi8QRN9Rf3l7HpJMn3MJwNbWOpU7aqqC7yyCGR9RM2w8l6h7ZF9rl/tlwOthZ1K4/UwRTrbJMHbJ6mgELPDSweuHbHtzk1LCJzRaPh8/3Gfry9t4fbkcqsjtVV7UtWoK523RKOAc+2sauFcq7Qxeq4PkBQxPPSAup34/H8oVz4q2xNayTFddugLK01K8FtcWzhQ8XAuy07PBeSjoCJHMMRmDY42TgZhjM6LrfO6Djl4f+Ic9cc6Vq5Es/yIl3O1OqjoyUj9eknEsqq466qM2qH56pRjlTmhafwBso5DtSgC/ju95JBYaiNVQZFJmhjOgisQbojImKhW17G6kHhkYaq1+e9YrO+k7lc8xch9cyrD8E7YayVbx6DEpbD68t1r4DPbdcjTd5h7Gr2OTfjKRkHlG9oysork6P9/sv4DeE2vg3V99tczy1pXqX53gL8BfkGYV+jNTs9C+HRGeVlZggy8emC7eag7duPWa0atRfi74fujLjRHfs00SAFmtz7C5HC/aH7BJii991O+qBP1rg0qy6qzNKK3q1gJ1M15kVeNkh70IeXylLu2PH/pjGUzhQXPUyknTJe7nHhPEtCdu+0DfFL7uzlofWi/oET+ayoZ24kX7zaYPGRjF6aMHRmHK3XVb3W+jovpfCVjHpmHavxM7aHXaH6GTy34xSUz9B6PIF5r8HWzU28sMKtX2D8GpAP/XuXqVMFV1fLdgqEaAAf4uA1bL6q8UkeyfWFFy+5CYW22K4+FcJCyTe0hB1o8lGiZjYMzwiGoJt9i2K0Nx3USqAiFayJ6tS+uaY7tWGFrOuUElWEddniVtweFWPoqLabPI269Qq/HTZaJtvQ550uHnUaOISh8Q0jbdlGAYUr0+7nYAy+Ulpxpd3grzbKfIwV6qggroazjrXqyAk/8GU7cYTKyTSViTJZckCgnCEzVaWPA72JgK038ot2WkPnHESeBx+t5Fo+efJZ12OTOXZMKHdwqGfMRq1TTnrdNlb3MvngbmeNacmrYN06fvbyRa7NorJFTvpAIQhdoR5GH/JdMuWXf6fUtGEIzZVsqCWusoar7ObROCji2Gui0zffCBmSRsaCXnlw9Hn4guy+bg7TkWcTEPnlRCAmtPQVLFO/MTTkfpy2Bp9py7p9Pq0EtrXt072QXGkUTxhcoYb6jr5a8ztlu/aQk8HoWhfcIo7MhR88hI5OE49kZB/ZQdQsg1s0dQJ0He8N0PLs8zmW31PhVL1hcnblmHF5CuFO/gJ/jpD0o9aEoE02zn049vNWD8xTA9dgzegkOsOQjn6ln0Z/DFNDgXVq+7lURz3o8aqtiOvMwKlyzkk06aZ7oWdsm/qxt++5BwlD8IjtsAc86vggLxSy37EGyw7i2m/Rhya/xwCwyr1oKNjcueSqVuNmpTx3ef0gjtX9Zh/n8a1QOtpWaJ2xNzh517FC8JpabnjC+b5kK07nm7tJIdgXVDxh29nX5rmNp7Dr+hh3xV4/gfESvr86Wp3zOUfbPB3FSlDmjgrWjLlMXg+7eIW7XQqsPSJh4qCNgWjlcC7twlK/nZIjMqSZ/yiU6TRmPGRYkfllhHRKyl0Ig2T2gNQRsxi8eozz0TGJuGoBGJypQt15gBQnVdK/nTdiI46FKtIZKBrbIiBkxhn0OXGtUq2rgRNJ0CTe/qiH6n+cZ/hz0JRCV9XC0ddlG0487thEdvLFRMDJ4c+8ajQvZNHxQHjphZwXzmqfgiCXs5JXyVu+itaF7uFYlnFfCOpX/pKi/cHnKFihALCVw0DOmEwuhaOfhC2eTFQ6bRzgH2Vd2ckJdPoMeLKKqMMm7+tMAnfwxwnws1PUVBbRJ+iQPUXQE6kTYLvZLfuOt0CVL+GGTRydUx32KK8aF/2WNQa08Rh3+iIMB0B7Nffy5krN2Zx3Li38WZzIxgmccM4/Sy9rPC6aP/RW+RXk2mIWD+lY2lE/sU3iEFYz5XVZWjAxKqWRQ6oGU9Yr/N2KjtjRreMk7+CAVsaEzpE9L2DWezoAs4q1SFToVBUVLf4utEKfvrSExeI0s/9R2a00nZ3GKCtaoHSaBm+G0nB5ndbtZJ+d1eFKnI7WJbeOV3gbi3EDTvwaMQXl4XXYfEQenBrHfIpuzARcVdv+1199kzbv9KPyKpBl+rVika4O0rINc3kgZxAyakAju6WunbXF8nHPJcm5WnegzR+QyapHdZIX3+hVUytXiB7WdTPXWkW7fWDwumfrQnACnDrDaXT/AUV+KX7kEDhhcVJJK58BA97AgGOp75TUcv9GXS9bcFJHqDn945BxBpqVMTxG15wxhJ+SRq2A645mYTt0/1puk2/yiJCPCZV+hn7xpAK/4h/yaRwVUxY94yxkzz2wQsqf+iFrB0G+N164ZWFs0JhY1+mgdOeQMidRfc6p46zaIXaWcKANQbX7E1lYf4g+fFidIE4DRRUUYfjsjH/OeJZeb7cvMtiwPMNuim55OoS+1Noqy1Lw2SQOTOuW/FBZPDgZNjU7qGai9Lx0t/OMHX2WORbVUe2SiwJtU47YjrnGfjrjNuOknGdt/da48t6W1Sqk0bTl8Gq7ZPtFvPQA46m2awSzEihc0mV5K1ubhxKlLjlxtH431hWoztXDa1x58w/ATzDWbQizfUy5X/PxIwM6VQ3Z8kUfYG20VxKWm1ZAOmKv1z7gYwLPnv0S59zGo7dAncHs3U0aysePHaEdkOU2Ss70l6AW7Hb+ApGEbR8I+7A4Z+2zPdlHKbehJPD3+zPxNHXlQRtDkXRcHdwEyaxMB6OgWguIewtP3p1tPeLZWnpcQUaW1c+NaY1bzkHV+Cg2uaqZDax1Ipd2RskupRPevz15Rh/C0yhtLW20nlPk+7DVKUPpEM4BftOn6MK7TODcSt70sPKYwnpTVeVHPuNrTY/Aoc6eDtTZ0rcDHBB1UtJpv3i3vQNh7aAC1iY4hL45XAZ1M55PA9Hc32Ju8NEIa1rmBkKXGQeF6Jy25kCv51p3TXffHTR2V2R/13pqeMb+8MbhCL2/tJ/b1sjEnK6puetMR9BlQV9hqN2uGn95Ld7GDizYQKwN6BYqxcrW/AWoEn2enbk0U37JMR67C1gvbqCgXljxxRdPr3igJ85Px6izdZX6848/5YMDvprOb8a6zeY+9p///Oe8atHVra9c/Ntf/5qtZR32t998EwFptPO8bJbirrIkDWIwYFn1knblXAayDJorX59pvCTIm9d6leUyP8FILiHXupazWyVi4EaNCePIaadGSRSoVMvCFv4A3MlYSkiIecauDAbuMZgXRdNaowC+TELb3/lmRynIt262iaEpfW0OfYn7SVmtNgvOHY3MFJ22Z0C4AnWrpFQreJ05qnSceFT9VveZbqoliAsnT4viEb+K5rO4Ski9KsWTBkAhsvnQoVWudFi3ykM5J1Jl8NfVljlRaM57xWk987L9Yx3OIwjjJSg86fMw4vEzsL2Bd29+UlSZp0HPwwfIjpO61k3ZNJnR0EpT0+9gi6yArzucWz7WK7jQFvqQkCvqhaxBy6DpHe1aNB+5Mcv+GO3UzF684lGOkrcgDGv38TOvbGkN8ax9dlf8GtyZUlVQ+j9lmGlI0yfbpyDjQ+pUyqbyZIUG+Gzi6DPULKR/TMpoTMnYlimtmbZ0mbTcsW313kcIHaeOL8f/TaFsATqLgpl2lPn5TXVam+hixJ09z7MDBp0+bZCg/S3qp3OSMrMTGp/lQmBWqs2JTO5pqm/JfvONj+/woH6c7GNuVHqeO4of4nC/+/77fODd1y7qCL0jWSerAHSu3nlsPYnODVEYOo2BTtSB9PQpN1txB5fPoMl0rXDH/nV6hh+FieO8ydFGgIPZdCv1/MNtj1yF1OmRdccocm3Z7+KQeNvb74DdKhdnRk2BxgnZzKRc6xZGGekyiCqMdAhcMrFeqftKn30WGQI7yzJ1qiEbu4dwKJc4CemZ25CG0VIodzt16Eho58ftXeUra8WfiowOAapzMU/YOEQhxTFCbhhTFrOT7MLUQzrs3oS2yIxrKeiyzhqlzqo/4KG5KS0EkWPjuiBuvvtmtT5X7ruB5lLSzXKS7awBn0kLFdvBNr6Od3F+Rpnt7IwXX/Z3oE8Zz/bzRG9sKEst8rpzNsX/00+HWBxGJVv8AePyQ/pZa5LFm+M04/FCIUOLCwtpia2eO3uDQrJ74l6jz3625Qp5DtekW88aJEJsRVK2gZ2iobZTIztRboaywNcf6nR1grkr2Nk+79HViul0fSmFZcLGiRKb9v3HxtkuJo5z9bzT0Oq2tFuV8vieV9tds2WZuww510E/5rbjXnHpuG8TFDrmcRLQami3eGahpAx+Oogng8xOhPbPJYQuacsKUSVzGlETCb8hq6sK3YNg+yLkW4dXLMaQDecVEPo1W8TUnRW22nGbny/42D9Le67SbHc4JAng6P5quD63LLhouPIEdxbqQFlvMCiYLQ2cT+0GJkTLocozc1pZOkp5VgsURPVx9V/JQn2teg4OB5L54soqm7IMkNHOI3ZFPLwXwm14aXAWPTAGKrRkjizeDU0DwigTAhPgsM3avan2Vy0tzAGTPmQvTiel0uXbth5wIfUB8nTmHIOFxcqq2BwvshLiwJNKcyP14VH6QLn7b3xPwQm4lGdFe084f0XzmUggaqJeu0gonXGcqvMZe4PMLttS3TqXSzeMifgdbJ727qb7ELA+tGFL5fD8GIcrV4d0TXJrvKl3p4Lj1vElnrIh4BSeMVlBO1IjuPlJfMaJX//ww495W5PbuXl8BwReJ7WinxlzhZl3H3PjUwgYHrs9d+BYBbjtmy/+jJWuTttXN+bTZxos/rzeWysUxy2U818zCJmv89e0HWEN0zY4Ox1FAGXUBCrGWxBgwpCubZxGc5eSsj8SYKgOrPT9/8pDdndtKYpkGzoZZYhxJiHvqCVxKUYci+UcMfpNIoQvVFehviCDIu81po9b2XWWp4KwlwRc2uJkt3WkuQdctQRt0sfRDtI2mvRtez358/JBPWZTzjGyQGapm+3itWZwh9+iX9kYvJTRx3s+3Vi6RIEyOEVAap7+idyRZ7dxGtJ+coDbg5fJ9Ryum8pa5g3neD7T1Q32Pz5O//wqqBN6UOO2C5fxMzK2Orcnxm0dq2oXtEOO9cLhUzJ17XSg3o3sK1xlyrSM4ra+Mf/Hgbwap6OwbcRwoAttwwGLYMkT/5jEi2PL67UP/DcDOiU/m+cdxr6O8Ye//i1GxjuMzaN2nPELVrj5kg/O1bDcpazkJJYG/QapxzseFconiHiEyBe1P8R5+3J5Z/fZpua8mfcGrJc80/j/s/fmP5Yl2X3fq8qltu7qfVbSJIcbKMHWcEyQlCATBiwDsv2LYdiy/zFb3mULMCwb/smwYYj22D/oB8NaSEomxhjJtERypocz3VNd1bVmZlWlP5/viXPvfS9fZmVW19Iz6sh898Zy4sSJEyfOiYgbN26Hg/yUSzHLb6vKDYAc+cs9SQB3uar8KSjWo2VOMg8mk5pRzGgY08TfhqdLsCGttgVvMrdhbe6lC+3mcKYkyRos/Doha9RG2EFCaCIOuKoz7TX8O3qAcBiz5uCFOaOwAXFjjwd5i/3S01qByLPArCzU7DhWXDoo83jMEkWbmUfoG/WzsvIEOGkt/psGrxk7FiXS2M8aB06/MmTfWIz6rE+39cQ74pSNrJAsKtW8XESBrEI5kIKAfy3k4tNf+Wb+V3nWi3T4BGsC5yzWz/Tt80658vskM0vprXqLO23BNXy04RbOcvLVJFNHWoN06dV+Vedt5yiP6qReKde2ULlwt40tQ5lp54zbT3mVMzd0d6IhCRiFZ6VAfIt0y9DNfFokDm9oxl/1L9pPQp0dEzogxfIiTxQbaqEveFFcvWLSmJLHckf9enDZNHd6w2+7b8J03tAgbn7dVvKnXLXrko/Gh0fcG0fJ1boMVP6Xd013Pw19k39a+pb4dEV5T5q82kTR8rzJxzVUzTdYIZwiJy+TF4TFr+4BaznPDExlQmSJgLIvPnHxS6R+B8SWjW6j3zrg1tmvazI47EIIow+Pfu2GSfViaAav+yDEH50Po7P3IZgoyj/SLhPftmWiD5js77BM4Ci2+KgHn7NpZXjX6bkbnzy0Qqb47PWDDz5YffTRR8AxC8Xw2tnffvvtzG59r9auXbNTN4yI6DjPbUs5olCB1/hWWTAdI6vyjDADC83xV8MUY6rsx3m95ynPczmK9nwuhcjU8nSHbEaId+lfQzryJk6insOJv9wS2XMgOiOL9Od5IxpCv23m/Rgeu0M89SPsXVFLWMMHSf1c3MY4hkfF/bmw5AHQ/lK7zeG9cmw7qeTTWjP80ucS9Fz/ZYp++VG8yfd6ETblooyFdBW85YsjimvwstqwVF0rwoJev7o5ohWxuCkgS6tCFQ7iwBnZsz7jV3SQBg3il5/X9tkQyLeS3Rgo3b7yo0ue8oToQXbSun4jUDervAY05GMtbi3HFKi2mIIv0WPbDrpeYilnoqb4c7DkTBSvIzEKPRrwdZT++S7T7uuv2vVk60bmjC6VH52zWSM3dK7pnCGmsavIrP3RflIDnc3c6+E8EkLnObCKZoxew09+/57lopei44pgy6zDdshrRXFiaZq8t5vwj2LymTzPLXbp+Pbt21n+/YS7yunq9WuDwJphiEhUbhhxOXkPGE+N8r3YWHrSfbdWZ7xUmGcPI374lI8LkOfowO/a1heDXJrOt1I1FjDR9z4POeCidm6OmVawrV/KqFIVGIZZiVLVr9u8L+MCsHap0VzBwMSZT2tQlT44diLlJURYFLR0XeSj/jRe6mnDK5AYI9Nyafq4O1Qlv9Vxdux8KC9MsoNIYZG/1ZYluNYgYaacy5mFrW28eZLOPXi5Fz21pFN0jt4zKSHbpYyoJGfnrPggJThGmSmbS+2QNlTO8szfRrLjvTdel5ZjYOUAZRjvPUzxFs7MnbLqaK1qtq2RZaS5un71Skae++wV2Nv3SNL5m8j1sWnrzY8qSj4YU4e6yJuqZ7Gn+GXpPSOQf8qpJW+6oncz9uLhwi3+MOBUBBmYpDrSXb9qX2vWbXhq9heWIJX5ScvZJG8ps+vp/dW6kr0XXearr8eLrsE6vm5dYjMDrVR5p1sf5BGnAIznn+krygSyOVQF8NXfjHM5L/dabizEJ66zHNvrwHambp+yj/7Q/UJdlV8ALLcG/5EBacKpQ5yO5HGds2r60Fx66Qvhdj1kQgN4+/adGFtf45EdvidrtsxMQZZjGDGovrLj0rEzXRWSsIekO5stRl7KxiktvwTXgRQUdInj75wqrcrguqVHhh9xoLvEHvNMV1z3OEc55+IS3uYAxeXCHSZODJehF3PVBBfL09DL0pqaTrvwfQMBzWbTBU0fzBALQuWNTaPCyrS7cQGt5o1gQVwrrwgN6YIkTn4RKGGyjYbR1WiRpKCfxyV/UTPAFbyUDu36Gw93cE4fhseYO3NG5AYNZZjE90RapIOdxoZLnqxXCbWzCek13v0EypyHnBhWzjzhrJaLEH7SymmCUuEEu37yQ7nbI49flNKZ30FkTokSd8qosgMwLsGIYuglo7zeA43ZuATdLulKk2VZjvWXG6lPPAPRGv86rvhm/Wce6uv4hqvUtClJ3d4DbAY6r0/0Ifa8GZ4PrmpR9CpvE93nQjflBrrb5RUQ3bSNol5cidanfxbS9esCX8z9ebA+dx01mJFd20cs6ARWKI/djWR/oF/MggZlgV2vZ8l+xdVA19UwdAJ64/iYlSYUn1hmOEMLV4pu4qwrav6y6EmRalHJKG1a+aSraCPeOkRPyjl/XZe5jKlE81kvktxsFbxehmv53nUDk0uAb998a3Xn0zsYUQ+iqO/MWpaGNsYYI+nswdmvS23+2KacIxo1vj7H1ZD6wYEDjOeVbHzik3o5t7iUuQZibzyTVdm6HBrjC6FRSpSn8nzKhiid5Tehg265MHmLCTLCX7tmyhKu0+a7eG3jCf8SxQw2+eZGnaJmj8yeQ5Ov4/o+JQyPDSveWuZc1oI6OBJMxiayCeSe0R95TfeHp1cUIhTEiTf1gzcKmOk1IBNPCaxGyz+NW8HXPRnX+DwItiiRUmjNjBQsjd/IZzuAM/mTxbaoNHcdxtgiQ3XIvwaUtISNA5ZfaAKfs9VZ8B3yDTd4piEVX3ZQk7QbehnMQY8rI8c8bz3ECCc9+Ibxo4zCq3HG2Lq0hBLYY2brSouHTFlWlpdREMqp/BG996xDmc6vnzcru2V0wU27TbTKi0Ev4CkXUO7WfUBNAiiETv7Wtfk63S1/pAeoQ6CSHt1UdgXPf4UP/lX7nj/bRSGtrrVIVS6aeap78agq+9w1PrP0lr0GygBOGcVtpjXMhe8quNRp1Geq34UxnZphEq8tbLJ4JVG3JbkSLnKNXuoMjdH+T3vTj4ypQWg9F0x/CjgAYQGwgyfKoXwufVA2IXpDJWa/IoNpwqy3R/ctSiPdM/Dts+IFY/6qsqT7T18MDonEBZc4hSZdHVGtbiWEML7yNLxHThJd8CnBjJ1PKPST6N0A5afyVC43b74R5eQMIcoMI2q8BlGD625ijWG/R9uVNE1/DCbwGluNtJubpCLnPkKEu5g9y9idzVdZpstsFiKOwVkt4vnKfC4PXJudvsoqxqYhrEGYNTM7eYgLrtysYbmmNSHzwQxB282QHTPfRzvMES/Rt6TDts1IbEt5wpmucUhFlIy0sCkzFnmijkgs/k4NrwznN1iG0CTnFF/p4SdxuuSL74yLAl7ggVeGZoMuDtO7bOnTSGlox6ArdaFa4z6VRLozzdC8oa0FzcANj/k0upbhQDByOXAplz3AE8ZuRYbQ4GYLRVEDq5wXzZZOZWQv/AGSkPKZWDiupwKhaxBrcQmbhqvBJJEx2ANoMOlEPTv5HPfCXoBL/7asYYH1cGPH4IfiI0lRRKbhlnRXzIu9WsyzaD21xChjMQxiTwV88Qnh2XMTvo0ekb1QhNsKecVxi7bRwEX+qSP/TzF6Gtu0XeK7DYsPJXfARRrRBdz90YvJbz5Coz+dXilxgo9b2W1xl4tN7CI7su/Ck8E2rh8J+nv5e8hd0rCHUqPzi2DtpDX6QPVmOaOP7aqEDtTCAPic1s+FuZTmc9D9y5xpzFJyDqNAOWl4H7BsrFI8orIa6IzmiTevrpfe9oD3W58uMVtnnwvmqwjEyyjhnG04UswzX2YTJESxafSbFzOLgj4X80fgZUK4OacVANdGsJFkMI25AZL3ercVtiX/5ykqfBgEZaYEbxTGamXbGUbIV2G6fsIErjIKE4hE2wa2SzFwymL2DlS2c1/NppzUrmND/DToxPkzLW1qiv5hQBM3BHUqzKzQlzxThabU1Ld5Etzg8hAVjabx/hzcuWted4lRSuovXkfd7pYey9s9G56ESdIp094yOFY+aU5KAPBVPYRtWkYkMTFnUx1LEyR1gMw45tizfbbUVE4FHG6FR52z25PIjlq7Nw+muia16rUG+IICJV2fBRkYrMpnR3RxIihz5tfFs//057BRlMBqo0gcfSTtxb30Pv0QCPtodFVZxOrb2ATz2MfduxPdgd9+n59+fopyss12jlyzi3UgbZqBCr+UF4u2jLVIqVYPeC99AUjRbn1wSxQBDIAaoZz0qmOWjjca6nUPR/bOPq/xsfcoJaDyVR4MsYZ2n4waRWcComhFJaFuhorygxFHT45igGtn7Cq7N69cYdMTf75KlOe6IHBWYd6aXfBsDfwa7yOezx2OGUhGBEtq47c6paRzd/xAlNuxdeKUK6UI8RMOw0J1QOoSOPJ1lNnOcJuNsQ5aZWqblmiall5iXPK+4fqc5yU+Z3bdbOKosjuHhfADWbaOk9H0GNkgEW7kRxJprgi0vCrqIt74bUf9/sRZfLS8lMQ9xswwP/mYNP3A1zuuc5zPKXSdpxhb+fI1jyj4Go1mNjuoMo+UpY6Apy4wso1t0qlfaBBOJltf/FkNWfjNm6VgYKRD592d8hksJu+QYeXYGS+YhHSWHB6A2Dz5+WzJ9Ky5C6sLtRM94am9nTzNn8gUZSHxI848Ou/gDtbGV+1r3vBACP1CO9tmZSA80e8SGIeQpEzT+YUH+skTJ6/Kl7SW7+bfSDIDeIX0V/ysUkf54Ol4eSENFrGkccIlli5/GbnhV0fo5hpsAKwFm7a1yFG+z+LFcrbbpGkZLuxeyy3TErOJnvqHJSQWZ/TIkxlHYTr92sq3edj4Ts9xgRT5sYWUs8pQjfjoyO07y3o0fecpfQ3WmV/kVXmxrfkhY+k/4ScEhkYNpnyk3OgF/QCEWHBAmGxVHiOT4lU/Ae/dlPrDRx7pF0PpNG6BtP8NGkhvKHGnz1CAdbYEnaogJCfkpeLFG1q8DJc5a+ir8i1a+vNnHfiXrniHnPKWq0uPPJ/imRaLyKtr7DT+9NNPUUy1yQSNU0tqdBJHIhpGn9Ne8aQolJPEqqSclZZyqmXlpyoyiFHxaVxjWCFeI65Rz1IhMKWwx/Na05lN5FALKyalpzgbOIoIZnaFgiscM6u19V84WTA7Fb0N7MDhRbsuh6JxdZ3vnVppnRrQxWUJ1dHrcYYqZk3QG3ikTvgRzlKq8oF8ndA8lGc42zJLvNw38doc5fQsqTE8EicYIQlMSYqzgl2G1tSlS1lpI+lQFjCUkhk6iMIfGFHyyzPYyKKDRDtTDfx8rKGcFewst12vI086w+WUs8hu0aMcHzziSFFlfchmZJuwea3GWo0HMyBzchUlZFXbpKI/PkILYEK1s97YUhNExcn/wjAiznmb2otiagCxzmvTQ8+EHVqbpCL7nCWdAvYicKyhfuEI17BHkNZjzh9CRiJ3kPiSqTw/TUJ2e14g1wunX0PId1w3OZPBNf0JxiXNgZKPZ9ploNhpGmf7ngPL9EFXsMYqFijU8zUYtsqLGiy84rUf5NEQeDW1lmw/CAXge4KScfJXsMSf4F9FRAfQwbuPrRcDjUYAusw+ooLby65Lvr4z6EduNYJuZrrB92dv83rOVd4p9Nmpz19dAjbdpWaNrIU6u20jqoLLkYBUTv/uSINXmRk3vJuvHj54yCsVNyCwlEpm0DDeCqlo3OGcAzFcaxyuKynjhFtzGeWUUTfeRoiTc+2vmBPXYrNiUY13AmBElPI6LfX542N8NrJHIUr3qIbCppMH8S1bdCPvFAzMQJDIMmJ6jW3hWfJSWhRi4yxyghlxSQ9dBTOlj04gYgc28r9prjamnU2LEZGw/pXwikfj6p/o1x1yZjvibCPzKnfuIdjZAW9QMXolTv5Y9tSmqY8HkR8jw3WOd1ZleGndd7Uxz+nsR/gPkOsnxiFLbrp42q8RWPAWV/WqkppnrRwCXlVey2k904aR+6ZylldfBxKveLiGX+ap17EqXh50nMgnWQdOl9e5xJF8BZsE04yTh9z1h974CwJvXNVtxi1suWqHEfhMtwzCRcvPQdWF3ejzG9OQC6N5/RkiwIOMwZBXRJRtENY/D//PojFto3yDOLPTUa/IJbHqcPra8tjQQQlyqeyyT0K5VDj45dXAyGkZ3O4jJmuw7QNrL4NGuCLp2buoDVKGy8QW4ZF/carbNOwn6jN0LbRUeVanGGUvsg5ar+77GvLL6BXICZyg+Q3Eu85enQkcHjpb5QPuLrNhUF02tpIaTdM1kL7WkzOMVWgoTWexHrOY754Sdw0DfHBQykSDqMuoYijBRHDRiFrRVpgqNv3tNOx+SP6Sz20XrmegKit/Uc7UDC8FychiaOKFMQxafZ22QBevzDqfa8iZzvPlezFQ1vd8Djqd5cHfNaew+adwkWBtFND8gdr4HmGaft7S1so4M4B4IjOWs82lfkmyPf2VHC0JKR5YB95/RTYcoI0BaQzv2mBoFKPxPGLk/IgPZjigdIVFoywZfp1HPrhSU2SB205H5e2mz2UAlpWThgswUlqkI6RzkYb8EZl2S2JSl6X8RPrDY/l8Af6sVXR9nW8t6YvAa+SA7UIfUnpL45RuiR/5reY2bRiyiVTTSFVhY2wxtZPM20ujOzLgt6+S32I6r8V1t6CMPEYkrH57coyeQNjEqKGg5wNbwOIRr6rVJzKtnxqVSNUxFqczfSrUJ03mGUQERD0Se1T6yzytt7GVZfSc2U4zV0b3AmgsncFq4PqrOhrdFAgS3zfUqKmofL3CeAmTQB9iu3t4nxN3jDOfd3+1A1nCYQrvR0WxSlUYzTu8LE3zWSEYVDVsYsMjKjbqhkcmyVju0AKhwWL51dgEZSq0zcwTBAYzzCG6nI17DpeRTb0jE5pBzH19MHAONAUiWfr6vsgoyev0VqK8zgzGdID8uW1et7sn/2fhFIGCUHUUW/2ACF9jZM3vz3ZT6BIWn7DNHLwvwFnG0ZHtbzvNuKd6UPYlVzAoWtiMFLljDutLPaSHLGKyzZ97obENNJzwA3ifjVjH1IlecEhxbsrL0rB5MbyH+46A060LjrjIJvmzpEX+I2h5zK9HrGC0RH6QMXhl9zVmPrBCftqlix7hL4FboOVAUhwLFhicnB1X7tt23tMaw99AaTv6js5+FvhcpcWfdAzjPOA6b4GJkN/IWfcJ4sIeZwU6677N2T6Wpkux8SR4xmWzTxoe+GNkn7PfnVHiq0/qOhb/Xnb5tkFs4MsqaG3wo65C79Kn8nEa+4pyEp0dShbCYH8gjv8dP5KBbo4qUJhxT3hDxT7v48yn6JB98e5eXl1hohfZIm8eGTHqdimYc4VXe1c4h4HjBY8o8/CxfYRVUlfB8HlIkn03H7oRPwf5HCOjlpHXEHnE5FsxUT9AOgcsHUMdho3JKXuSHLKVRVfS1ClcyZAla4xuTzgxtC7D+avZqcp8j5mpiiez22FMjc+L/JSuEsuMlzj9VjJKmjzp5FLoO4nEuwzsMzGdsHt77E5WEeAXZ8c/fuxMw8bh1SBmtG5gWc5oq6KlPFI78bUywfhZrh2xGCFeGiPpds4S6DbYiYcxFm/HzwgJKOna5szHsCGCgGcCS/6RZ3vOQS9IC7Y7lqXMaUX7yZJTbuO3LgNE3umM0RA4S0tYmMGLPJNV8SmUldhsQ/iBI0tGccGT7MFX5qfwVewLuMoz/6BnW12lz3hLLThlpYxuhpN+Ey/5hSscmxRWG1lGcck6yhsHew941ewQ2bQTKOtjrBTYwJtH3o3y5e6Eh4IGSmIv5sQhTnkqPRpx41oOl9iqvKK/yw5DlkA/Rf4MKOCtd5f2Lu6qD3Tfvnj+L3K8HA7MjanO7P5KLxodqdOR9cUkRf3IPxpcPWC/GYdSGOukCBVwZX939TNf+VIZTFZFXRnd5c0Y+1UMLXeNnOeW+wqpZza46kpU4nYz4AMGlFJhP9MGpdwYWkolzx55r6s3+TmRct+Gq2D1uKoGeL6tcHlvGHrtC3jKqJaOiU4Wt4XhdlXaFpgdxhi363x71k/VGfY4RMGOUFIqKI2v4Tw/Bdbntj6XdZHZXZ21BA1fgBWnm5qu7NThF86YzeuO2tQyISOawFJClnHMLFdtKAuSx6v56JVhULJhlJnN9ewmnVWO+r5VKtdKi3y8smGFZZjOJVJBLCcjE2gtmio9QItLFJ+jNcG0UHHi17807iNp3DLDWkTVhqROVJjOcCFp1CEFVzspuC6FxMGrWA0Nke1ImNQMQBQHR6/yyJe2q30P04YOZqxT6MPfA5bwnnixV/ooX9jOE14t48ughUfkg0vg3agZCJ1JOrLNs0+MaFaIqIdyk7LA2zOiLgtUIJOWMdOFBp0rKBWv0WIEmfZOUnAVDLNScIvfcm1z6drfVzaRI1AQkzvXwmHdcJEC2zu/RG29hG5S3MhRNDsqRh5ajIIu3Eyb0QUjd02vtNvRxZO6p64zb5eFVk+oGPN4KLoup9HknmAe7YhfEsKtpqWSqdKYCVq3DTeXUZnqKdTAA+xgz0auL4I/qRyYZrclSi+oGiCLfkKGWLZVZtxYmL5E/1Ns09/weF9zox+3nEWnEFDeb/K9dD/4sYdh3eX8BQ+YcQIXQ0o/8jhfV7M0iCo++0D+CLpfSN0rPntGaFrUOeSikNIPweUzYkoFD9RpvPFfZuX3Er8YdKOZmKYy0GHcZU8+dJ2MPNq/1kvSrstZx44C/Oasiqg6PSc4kfn6jeurh7xXq5LO8jD3zKYkGAQ+m20DffPmzTD08RFf50G5yQzThAtOFJDPc12yswZ+Dk+CxLcDk6Ic0goqZDamkO6oQSb4eogsmhQ4cXmQPtopjFPB4amybBxKEp85veFmRV4ZY3CgQWb4N6uUgG9czCN+C9ebS8HoTWQF+yotcX2bJJvYEdewy3tWB+RxwMZ9aeisU+oKGu6PeaUqX7UgA6YMmYZO83KJn+WYI55ROvDR4LgsYtglVY2rsz6Nkplcnjk+vpL2WNJ0Xv+CK1OW4m3hPnR2Sdn58lB4KFioHfD6y6WzpPFsfwwDSUn1buUWPO827rymKy8ZSMoPssdv3knOlQlgyo6nzpapCbIe/qrAukmFsV79hcG5aSiRuQwEkOnQhtwGgzJDLpCFpvi5COsSGVAVbxy/UWDiLKMd+dOXBs6iTvhys8+wlK/HFFRfO23c18CN6/SG73vHL2HKX1LacCfvyxxJJcJi/Z0sT2hdpZa/45bxlb6EKthzXDczLdGfkj1agobMDtlTYJ4v+hyFPx/iKddmdaeEl+Sp8uyz1q3rV/3EIv2+cgzVWhsXuFkckF9Gbx1jrD2PXEN3PYbV2er+ap+4K1f3uGM70OF+5MZ9G71Ca4cLDdw1AxbXAwDVjnrcOCcb9SWt6od5liuB+cY5PRiczmrteztMGmtZWNoYRIB4hyVs/TVormOD29A6qzW+sFGrQRIzUpZ6mc224ckMB6hrzFx72fjG+GSes1qNr/COLDyjuEYTMsLXLOpbtvsQ6kxXo+yrO496KdlyHdEzzVfx5Y6yf7pzxCf57nEwxr3VNf5C2yBWf2Yh0CTfnM2pkJD81WNGIVFEhnEaHADi33YJ401Ayc7M3Qa5Pc6y4ka5hjRvFt+jmFa4qtyLO2qQuogVGvG3Qnb2njANqaA4OXlyCUOpgycumarI844ufib0cdm9x8zSTUH1vFRESpucbf4RNEy9wpzKOl2Lx1Nw8jQ/HAA5HhzNADL/FWLosZ0pzpEf/aTqkzRpVw7piNTH9lQe4sDXyFI2ONLmJHaZBVjw4b+dwFmzz17Ib9nFk/Kb30FW5Em6zGR7cpd2ZUcj6c84f1zzc5bX7VDlysJKl83WgW6XJCAbBFzAEZZmJdN3YuWFjWfu+owhYcvDlWKIN3mk1SaB3LjgAVa45kulpmH3bAAAQABJREFUjPBcdKLlvW760IHUOPBLFaWg+mN4MWhoEQ9PElf8E0/gcre9pMvKbHc2oW5JUqSLCHlcZc8QjftkjqAhGoSDuO5rIyW3lovG0+GGSTz51yheC8D/wYPO4z1F1iU8t+Jp1y2wy3ztF6f0Nl31fnanvry7VbOpN123y0bVN8HODHddwuPoDMAxkJdiJJVtfikIOaH+3RbJp0xCWBuj9AP16aBVY+v7p5exHftMxq5gV/axUZnNujTMZO4qy8kaYD9c46x1j3Cej6adZtItymfGdh/Rxw/u0GE8xtQ+UmJchpNKAImcxNBCVwy+EssfBta6aHhJoEyXqM3nvfMhH+nkLh2nrtV7lRdnoaXUUTYgcmqukRWpSlCDqgF2OeAyrwE5utDgOn3W0D58xHdrZe+ez2P7wwCEI4yXcriFNe0yLM/NTzs7nrmskUDNgTsfMUj+EgPLp0nCJAoYjaExolFtLBsohkc26syXyiWUS0sWgXW9UGVMyOccW32iaYEpVZEIGqr4GOabc4QdHZ3mFMTtTgFV9KgFeHq2rrEc1Col8cvLGChgsxWIRs2f6RjWKFTS3OBj2+XZO8ZWfu9QGVibnArQ5Mgb/iWieJqY8k5gM8yISr5F8iLapPqa0MhFwXaqRtmd1iwzf02Hrgmv0NRpChfN1r86dJKzkUm5tb5+M7c6FE3iEjYz+6PDGomGxwNXlLaDvyUfJOYU1zSkXsFRlZH3uvU62DZWY9BCs7vib5esvlB5zZfcgybDcclsW8XTsV/cz8WBkpHB2Zmd58q7DvSTxv6u+XotXkEoRpfSqytMBXafqYgh8xjl1qPpO8i+A2N57T3vtGNfdMp/nr1iN/aYzDmLBYo+hC6zMDeeMIh1GXnpqnsaV3bEFVM/s6mzdCxYlQUKjaXGUwKqv1XZCWPjrJKbrkyrGS4GlvgyyGVokzblxwLsOfsESMPmyELjeJ+PvLsjK8ZUQ8vzWJWQRy766k+WdsmT9239pB4wIlbZaTizqwvqHVk4m4Cc3GXyjh+aBZaI5NFIa6xd/qwZMQaB5cUDPm5wnVGLlWp34mPZ4EjDwCY/4r3uZKq5+2dqM98RjOF1l8ZYjzoZyujHKswI5FvV0dJq1JqMCElcXuA+icoYy6w6bKYTG4K8q5WH4e0pDeDObHVR1D0MVGxiWICvxAm/G4JsU9uzl9FroEJdrA6/HouYN7RxaePQnWQZPxkJy4qb+dIxfc98EcZndtsFSR11KjlpyFPu8iq/mSYhZ6GuTmdF8sUQeBYDDEsKv5v2KAv+KHfWp0akQZJCM49d8DiRG5eQHuZuJFwgGF6CA9LirEPz+QJoZtDRp+aI7b6W28zFhqLZDvnZY7uJT5eIz17GWRimuk59daYECTor609N2qQWXluNNvXyOQmJ8Ngn6tS2XSdhDJCfYkgfP/HYXicK2FVsZfbZaFwBtutmYmHGhbOfZcDN0FY4H6GpIeNHX+StCxFGEXJnpanlp84ypseo55El7dAOex30qz+ewOQd0nj1hbCzW/01m+3Z+q4HVLgM7E7f68xQb926laXgR34MIEa13qkVxnOOfd1HQ6u7c+dOEO5jnK2WRvrRg/v5qo9r5pofCTAthgifFdphtGBYA60CVPk5SnG24azEb9r6qtGTN98ih5XXFZbyGyJexspQKpp3p+hHZfAa1rs/HSmjn8mgZCOulIHP1cRXkGdfQSKcs2fyi9cIoxTqzDwTKgOYshCSi7p0EGjq5aU2RqnvQNZ2vOKKeClRhEKTlZRHhuLVyNTPiLAjRjncqVzCm9bMuijhp8LDr5QFfQj0MWtCLqtIl65nutaplzkrxXDJiKNbXw/KcYmdyN2uvKRXnDGoeOxQ5Wxr24w0m1AgwjHE5ldaiXdVpP6CdeQdN9IzQJPGQXju+v1JPA13Ysw3skdmwd55w3CLGS57CqrpOuqZ98zCgUpbWgFISEWskfQ2hlHOkrfVD8xglmqL8FE01KfotG/p7zihCVvQBBMMXuLawHb4i/spHGhGpbOfAnPB6BeI6oIlAz5tsEOAQgj3OAUKAVSIJpiRdOJmnrmPKJ31oy8bT1g94Kt3uxjcGEzmbtkfofwLD1+HN/rdPBHX5DYgDLGDvPjJUzJtauvrGZ+x6lVtmvth8tk94tT3yUl91Ru6Kk/d46QroVU+k/eQ2aPOTlZf19mPAkoOEGlYVXbZbUzYwytUUH67VniNos9pXabT2F7nGEdnpbUZyRmtuFMCpKrE+eUhnXESUrNeQ3GUYeVlaDWMMEXwgEh6KYJOIr3+G2TjLs5WO7N2K8VZ4Tl9I+tasJjps0hZSyW5OvphNjWMddM1KbWx8rCGZiNge3S/M6mWivVVvfu1nad8jxHWxDlc0VV5FdlGRN4ZH8NaUBg4nls6kvNH++ncLGUeZ3huUMhMj3BoGeUE8AVdpMlR6F6skQWMn88qiWtjPBenotfQKg91bxjlNY8LxEL61Lmst/C5j3oC4yBPgyoel82TQRz8+ehD+Hq+YpIyMcuJ9EipHG+2yCOxZ8mqq0J4AhB44Sp/514kvABvGUpwywTqMW5rmGNER5Wi704jpekGz+TiN2HEjbQFxATanjV57sgv7gsOLPi5iP0s3m66z4Ljs+dFKiYFooRcpJ7ADsGJrqCvXmYTEj0asWY1FR11mWcu7OL1/Yroi+rnQijczYG6t3z24zNRz4Pvuabmtt+Y33LRHvj8M9q3VpwJg7+VzJw18OrrZZo4dG1xcgSjUW5qcqbgRwXcLHPlChuRUEy7GFBPhPJ7sy45amxb6blTWePqcrHG2EMmVFiehbwHYSo0Cd4ZxKVwFTvkP2R5evdN18V51ovR1abWrM3niBh3Xky2us22UM0lyiKxXYVOefY9O5UDBjMH4thArFxoi7IvBsnw+m3gJaOGCdKAELaUd56NDuYm0WwOKKLx8HLvMk2anHlGkRpbXcMV26rhk0Z6Lxd7d1RVru+Vrr0Xp+000Wn5FUyW0ENE1aXyywPtT+WDdhAljnjv4ZGoxZOw6eXfNEpF1/rVkWZkB7xP6SzZcg//JrwKwRYX46dxJJ/PVmIkLRh3iV2J2d3HEk7N/mv5OLNgBxbSSV7LTY4QbAPaKbtjSkt1qsxsRTylJ7D1IvunJtgKsT1Smpr/VD+uBqXgc5aP/G+6ipFe3UnZj7RSh9H0BfYqrhkwbS+oeVNyvB3mZcb2sp28LjfzL11YWfgpd90GrVNeanV78NzstrAQcFJez6LDnupGqGTnUpMC97m4xEvaM9otfdm+EPsTNFMeB+nL/NE9MieiULrWyZOudAJpQ35mOSqcm9egCG2zrmyYXY2qMxxnpM5G79z5dHWD13oyuyOThlRF56zV57hujjIOgKqIMBjZHV/dIa0/cXfIKMBnuju8X1QncfgQmzkY1MjCt95+Ozh8udjNKZd5dmtF8mwYBj2kvIwoUmmrkGoEpoiXGScbsJV2waxf5VeYpcKXt2FKwxT+Dp37Lg4qtYZqS+ZS89Z8w41iy3BupI1gGtyBS+qLUYA/Z7mplGWVmkCY0Eu2GmQFt53eDHYUUOAmPA2w7b7Ivy2546xDGz9n1nYkd96e1zU11TFmQc5gAKOdQUcMtaNPBnALxGeV0rzNjkFesLccy3DXpK8XOBgoOSMFr+lAjDjN8cDeS2LKq4IW1/eSXnOKoZI27h1vYvIva1BZnnUtBTKX+Sz4L9K/4MCL54Dyl45S9+4fFyjI/pdHeeTx0YirbNocX/VxCTqrdGMSUPoKfUDfP6a/OhjvrQfROaN8cdZPHae/+uTkJ6K6bU0G7NWmCdWbLKduvaUugZ1wnATgwAqVHl8vObAyPtRlRsoB7Lsc2K5R5Tt6UYoaS5+h7l1jiRgjqF7wGZBbrx05uMNzxx8nP8kIlZEDBQfnvnniqR5dceFdsnRmohGnFHQZ8Bh8D1fwWMYnbI5SEVs5K2Hecj3aMFT+ii/F5PdETzrzzrtJacbKSbS5Cr93dVyXIxYZvSyDINrWORPU1szThh/0ZfmALNQCiHJpAGKiZOfoJG7amTa20e2NwLuE4YoSBjqDpP5yjbxLOrRMMzdp6PVB8mdZhah6fuH5n/K68nl3JpdyakpLu5BnlBvk41Jx5hOnztmg9xGXPPgXlZhM05C16jgaMrJhmDT4la2MXNdUrLOzpczgrzuFqUFSxY+mm+gm7KzGzuog0HIuMfCrHYKOkMmLkBb97kJWRmm/8FNgDe1AmlYnSk5BrIef2LlNLd4pFeKTH9zJ59/kwizC/JtLNuvET47IkgMgy07/AE8xRRLx4+wb8snNHyLKK1j0Jevbo3RpCuyIm3iR2LqkTFDWqgLtIM6mbwGXtlFOSDQ59zH6V446bpklfhIsQ9A4aNR1MAFgfPQhzNxjradYzT/qbKM9p+v+1U1oHYOdi9htn4k/A6j52HkNS3cmHvE13bTVCOcxz/PQmP75PBm35Bntvo1b0r8mi1uyv5ioamHlOfJfwUJtXRc6YVmebT33M2tQFNs2hjxHQcPr4Ug7PDpj4Tj1aXT1WK3a0knjExrPPt9/4rGN1Hn2TwQffMCDu9q/CLXftWRkz4gy4c88YDPOjVDqS+VBKxKdD6aiv3VmpIw8s+OIYsgxc9KcmmNgUUZ5X/b+/XoemxlIfRhe6twdXOD1TEvDqsHsXcoSJ+nChOn4nDm74amdFXTJWZdZMwY+Cl9aiMsuaO4yTFHvpbW595JIWneMahzjqoPim116fLG9IgumOs8M1r40DLhPc9U4NpK8KygbKVghvk3QnL8bYI4x23KF0I6d1RISrP/SCWv7dOdfpp3mH2RNya2AjYjxgVhp7rIiB1JOQWs/4A2XEOKnQycsnHJrSweJl8LW+S1LuoHER1tRnoMrNzRlUOfL4GkbIWdXQjuH9aUcy4LhrYQraCetMiyn8Vl/Z6lu/9+/wp4DiPUtAg3uLu/ctVGtUsSpfPAunrT6TIbOfPyUH/dq2ZKZbLojU424q2YOYgqeOrIr8jif45MCXLFkeIEPf+3Q5bouvv/nu4IyTJ5VaVZXPAsknXHLXdzy+Qv3BQdeHwdKXiO35xDFSa8vCO7BjVHq//qUnf2znL0uos5FWHWSd38Od9tVf7BLVZrx0wzYOBBGB8Zwdo8DRr1GenRmoh1wu3EX/ZL+2CXM9/RQLqckO2nlQbPWnZFCloUxfld5PvsUK65Cso/XDMDCHfWPoxi5q8Qs2BGp8Zai0fScYmewjgRUSHujdNPchezv4AnPcTlOSxccS6tDhXxmLE28GQyDXTIouInbyTkrpLmG3RwDoAqwFLi6iBte+VhLsngIpFFiNE0RV1jIfXZpBGhMmbZKMs7oFYRSxJVnFpEZR1PZxjOkgdLGP1liUZIEG3tUxA8j6KRHp6ARyGqB+E0eSZXOVV43vJHaOQWq6bEuGfjQnkEndxwti5e8+TGj8nWqfC8yCII+F56uD74UTYDF+DkqvcxL3u4WjBXhkUEtW2PGCjT5LCqbtpaEg9kO4T4AZauNftNjwdOolmVkswr7gM8xHhwc5bHHAZvznrL09OjpEfsD3DU/BokAP/S0Kk7JygY32tMVlR/furP64a17qzv3OD1LmsYmtB6cpYOGbvhiX8CAh7fSmmWuJIZv0rd01lEnrvQb/A5C7TNKnYd1XOXVNjdZuSfC97BZcyKDqbp5Dljh+SrqyPDgnzS1U2ltdoHMCsgk1OlYG8O2e9O0idl23wb/8uOmcueqv/xC/7kvQWb7Ux6UJGeVJYsE4pZ6ZymX9oNsJg0UesLJknEgaN2ZyQHyqwzr2riKs35MGlCeMaTanUAVNcNbcOa1jyObpdbM78Sx6I9xpQ6hr4rq7J/pvhuCmW7X89XDdPzHjzkTF2XjzmFnH2EQFRLm0jiByFns4aEj/5olqJwlzp/fq/VgH+Ef81xXJVYvFpMfFjhCUcH4E3fnq4YCIXmd+ciI5Qjl1JpmCaZZuw3KHn++Xl+MpsEggvaARrOuc7wGJiUC1UCWOeOPjpuU4jJFuHINLdVtaGKzOiGcFdYI6UEw+CkSnTQp7Ag3aRmZAcs9Iz0AfccLJhOHICLA0uZh3hkBku7yV86ATq/AQFHGAf2kyLd2CC1tndk7DMl2eto67ZNRgcOK2cm/CDKx0uuAI3Snk3CgydHD1e0HdzgyjXI9a1omTwiKvuL2iBy3bJBDLl3pkJ5SppSBFbSMqcPxfpvpnm/sMZ8HfrmHQZtHP/pxgYMYavceFJ2+W2e8ZNR738re8erWjz9Z3WPD3uPBZAcFlpHBDPWayrOeo/80F4pfBd9xa3fxGMG9FYdntV4ZP3XJVd5vv8KehqvXrrCqVB/lWMNxRiA8XUtPacTI2XVZXgN7rkDjfq7Mn6tMQ5zPQdMksMAu/efI+lMLIh+UrZYHw+flDTqLvtCO3ky/qJDnT9S655we86sRHvYmxkZFTdh3Xo3vftU4vYtyxrJMOd2vTi5S6M94NkzBRsbSKZbfuRpg141IbmDaYXbJShsKicMpqESMIGTlG7Wkl1EknXNqiykig2yQRvGNe4wryizPkaIALaqUkZV0ZPI0S2s0CQrKWkiYOB3IqDR3AMwmLZJdj9dwBBDg2pwiTpwGdmogLaJOunTm4RcY8eMd5SR5eRlGMUYCRe2So6coaZCc5cyjLRlJRmkGJqMsmbZwQFAJN9WUEyb+jiDZusbQxYBhFOSPCp2f7TEJ3YDNKzfAtgKP8ZI+eGVazTgrPWGMiAMljaL4zOdz+Pr0k/7ifZZxmflZXv+oFHWjYFwPAGwnyTcc2sUXRhjhP3+jKWpmqSHhR5NM9IEgC6zEZUmXexlZcWkoUySR+DWeobnixCWsu9etVx5VDPDcaKMYyQwWoFUZI7/HTJI1gwZntEfI3SFnOTvLfcBo4jHluENe3NQ6KkKeXd7hABXKqYauJaN+lcD6pyPJs0GD/HcPQyqxkDFhz+vkr3g919VjS69zjut13gC4xn6Jq1cP8o77nrJmJznLUaZ1L3GTczqvFbP0257LWWzqFXirUjyf6pC6iIMcQTXqdrbmGdhe/k0V0TVsj3Kl83UQXYdTtwmY+OG3RqNWgT95MRWc0UfiNuOIC/Az2iYwi0v0Dvlr1LhI+En1Dp5MEx/5UczN5kfrS9qanMlO5N4+5P0Je2zcECtfzenEok59YlMtMa755AB/9a8/J3/eyatFRmXHSKPxI8NdlrJeNFhe6eS89YAlV5e1nEc2zEvZqmSrIlzwEVvPZKHORJ5FOQHhInRsnnBmlJwum0RXvDjKiiXivNaTA+WP8XMCFApYCVSBPCaXy8jObt1JPM1qKEBkHjxh577Ge7UPmAV0AdLyGMO8t3c9781mtym8rpmxStMZcVUhcaPCKmc//O4yIVomMBKb+ug54axoO5tnwynIATmZ5izvcYyxy5o8n2bn9c2336M+q9U//qM/Wn3041urjz/+ePWA59XS9QRl/Rhl7Axef834YWqKtIEwltTLxqtZHw0AI7oh6/kkyElXDZom7xo2/EBBWJYGpessT2OQgA8O0prPAglnmdNIULxD0Vj1ztucEXfVR0NbvI1wxFiZVyEvxe/XLzzurAZgPuMcB3inQyhRwJJPWZppokzaumjSENbsTWNpR/GbkY46XRo1T05WgbjZr7GUcptO7joAEG50QpPASRfLAPGpI9rwAbklLZ3KTshfn+ucWTHG9Qj220ZHwPnLxgh5TY1J5tQX28d6dfca7ScZpBPCM+54AaPoigszk3qxS5bRweErdHeZid+7wiOc+wecvnaF31WWt49WN+gLV9mMmENgUiZ0LlwpCWocYyw9AeI+/IHVP4dHlZISv0kXcVGqZBiD1YtkfVmw1kN30aoE/nkzV5HPce0Cn4fi5yjupWfZznVlc1nTJRmR29F/zG23n/QInUu/Ih0RS7iMqTqn0tBUrpJSADFJFE+LpmVtpSqDxG0ppU/FllQJD/EbsASNMWlK6YgphUTcrqN7VFWMp+C+4uPynJXn9GKeZz2MgiuDcpxTm8RheJelLZ2GQiPqK0AazODgzGPXvv0uoMr2Gq//BC9cFLczkChV4PuZYB20zhhGRYjGc9nvJozNqAGztDabTcnnvGwbdUObakrj6kvQzGNWv/irv7b68MMfrP7T/+pvrv7e7/0B5zo/DO2luOAO9fbnjMwNYdJvmFu1A/hKPyMVF3TiiFNadMPI6LWMNpod9t558kxDGoiozQXSpTlwtBdIwhgSBxy4oCYeU8uXrPq96BqFBRoaNILirc9DAQycbdurHfmqhcZXclNu1blKADeFSIuxfglKO6jhDl58rpBodEMz93ziKkYU2XJ/fhAVL3wGGrrWBkxj1maS+amvOC9d4nOMDF8vZTDkrBRaZAJtFjFQ7qTEssBn+XgojoGfhZLuhsCKNzboCyaNbZhYE0ZlLfv8ruoi99vZP+xDcdDlR6s1vHcfHqweMKO9f//R6t133wpP/TzedZaVM4aqCpFtvXzpa5KKVogdfWBBdhVnlQcG2at/OcsN0E/YxTromit171ClbbvaMs2306BtemG6jG14Lhw32ib5Rh+9MI7PYYbIXqyjnK0+pfwmXnrhY/QS/dE+lO4tg1UqhKN/Njgtq1qHiCe6OXfbxMSZEV1O2ScH0lDBxbC2yVcC4yeTfTD9mAKcQZd24YreSL8AdbnJM9cDzHkDgLyTfIQmdVLBu2OJ5eBaLnZZTidwFczBFfscWMFxjHykPl/lcRkxSh/CXN6VGap0N4P42bUcaMFGJ9+fzQYRKu+s7eGDR5n5ygwVtm53vDvrphqVpLTIOFVOZlzMGFV1Tbx54uRYZqF6Nt2swJLS60IbYNXAzjrBsXNj9Rf/0m+v/tbf+u9X//Xf/G9WH926nRk852bBQBugFLntqJOqkGCAOOvUjWpUu2og8ppv5BV26QpT4TC+0yejCBJIgCEKY+UctwpwlZuhwSuFaUoakzSUc3YXRKHeOjiTy08A6wlEWgGGO/AQl9vZ0ya0j89L8qqJDeLPcmLcRh2roFztX/LExwB1vCLlmQPBC0lccowZBBYq48dz/oJYYsNPbnGJo1PSqcgHneKoO/WICBChbC6YZt78ACZLuUR4mftohSoZBpUHPGaRz02efvFsa3szTWWHq4UmV1Gm0hUXvTIGGXLJvic1ysBjNmHde8jKzifWn3fPKXP3hv2l27MrUrgyGB2KKjUKrhBZAKA2R7NImHwjmkr5Z+VsicI66mx0Yr1XPw3oLFwmnOnCtwmiSpr5RgEpQ4BqywadYUaMVQkYcJ2n7wNk5ntFlOThb1kYcH0TT1BUpTs6d/uSaVHoCBZDxLSLA7XohkBJFHBD1zxrQiB9PXhcK+xZgVPof1a209KbbVNfALB4Wzkm/p6GYEt81PhoQzlXRxBWSblSWPSpeYmYJC0dyTgiXekcG22lJ7YB/ioL4pPN2gyd0mgbRe9RuH/6I2FRGa4AEhpx873yFw2mgzOD3aEzRv8MHhMpV1palhIyT9pEXAa45SK+smmWrbHlrGZmpu4G5S7uK8xAxegSlst7FuSRixbi0qAzFQ3yNKMTNXE+A3QTVA6vYFb8mOe6MsayNazqK9+T9Sv37nT2Pdkjlqr9oIBOwvKuLoCX2Ell2Flz9OtiDaAqlhzJVxfZHdWxiCtv6r4ZC9Od9TxhoHDtxs3VX/qdf2v1H/0n/+Hqv/wbf2N1n1mER34xQcfJTptRV9d4Q5S+Uab1xLI0BNgDpizok4aOS8JoxPg3CUzDzfnMXNjEMIBHQfJdF9zkg7XKQ9qxhFLAAlZARC3FkVH8yZ/IErQAQJtf/PE92pBpGQOv6SoXy5Pj0tO/2XKRoANOGF3KpmDpU57ACB0x5eCGPiNwfRZxOLnkURIrn0QJbjbLlDwPPUmkadLHvZRdwSa7l+FGcRChD7xLPhpTLCto8J3llqCbcI68w/8FQumLDCetczS9lOUIBXfMs6q0E3Dy4wED1Z3VnYwvUQWrN268Qb9liDWeJa+hg7cVpvx4uiXAO9Wn2pEYSrNFmckOzWp30/gaJ3ju45pQ6qMknc0bAOI0UuJoVyUrj5U/emKiS6gldPmFScq4p0ZGjbYbFQ6MlK25NdxrKQmIJqhOJiXBtPDBeqjo5Q905C88K9lsbgj/LHcemE0cjX8z3vDz4DOTOJd5l2Us47eVuRlXTaMsi7PuljA91wzCwlr9oDDUwFhCyKPeabnaRkyyl+yVuOr3p4zx0wojHJZvq9huKUsowCpcekL0S8ObVgyAVJsRPISFs1jxaMTjklz4kzjgkyk5Cl5Yy82GLg2hP5dwHU1rLFMeF0cTPi8tQb/E8i+vGcCQI9L6lQaf2bpr0uezPr+7TDjM5uIM2FGIA/a8fwuB9Y6sBht1KxU4Pz4uOVbGdxwdCfhszUqGGHF0HYs4UxYukItwecUXNg3lUEwnjnhnc9/85m+u/rdv/+3Vf/vf/Q98tYglc7lWhVaxyzIn7F2WeAAwC/Sl85s09FqKJlhiUJkHugnTszxL+C711DwCmIG7hmiZ1zydPzwYPHTglHArrEH7svId1Thb6c2jVUW8sVsSdR74jdV2yFebWkWlQd3mPMREt7w23CTgySuEOOgw3IJvGIbMPJoWCXY0G+qsRfmrRRqzd6gDkbjaQWbcuHX0he7yqdig7DZyFRDx/LWb2qMjuEc5JUtx1nWe+xx5al5ns5d3Dldv3rhGO7tZq/pQlbcsa0Y41WeQEW7In8oaGej8c672zbRXzEx7Q7zq+1SfF1hw4xTl6TVc8mKGSl6DnRy6DBRMBk3GraUH6LVfut5L+X8RRJVcU2VkNoaPzpD+isypHzzhzv4hU4SJ4sRQZiOtukCjW+ybyIm4Csv/Jr0boFOe8owyALKkKk+ftkrqyhU9YuqYkXDqDdjKBKZhA0Ze69/ussvAGjmXfX0NwlG4s9kHfIVHZWCahhRqYA5G09kpBtnnsBphjbOf2lOe3KSRD/DSgZ39akj7e7XidVk5G6DIJ24NdROT846H0VVxuEv00aMD8GuAJbiJXvq7GqffC9oGHholoBX7/gcfrB4yg/07f+f/WH186xN0sgqwGLzg0enIB01FGddkqtBpmc5OPS3XxeIVQGu7rPESw3YajK0Ur1meMcY60XaFTWHFG8wFa2ibKy5WSi3JDP/Z2bah2ohbYh441yDm9Nk3w523ePNu5l8r5jkCUTJojn4s0CiaJu/96zTvymQNFmpme5svbt3jQyAeU3paGy/z65/rs1ErNVm02SmYAt55+r6J/acjnPahKt0ey1qlXai+MKe66Jjm41mAp2J4ZQldVwssuXxZRa9zs41v3ekL6Pr2h/Mti0MBX4SL6hkNuCtU+eE3nB/NQlHZh+FiZfSaEcM/05CoC1+6ln3fRJCToXZcgsLVEi9dGkN48+Yb6X+X91zqrQ0znlX8hIe1npjjjmAfFGdkYjdWgWBgna3m+7K88+g2bZeH3VxywP0Qo+krChpbP6OnkS7YetZrfBzUqtCdWS8ZLVsiFFtq49r8uhOof6Y0JtQWyA8YQPzsv/Dzq9/7vb+/+sM//E5mz3luEtxeGl81RuESz8KNZb5FzIZ3jNgoryeMAtRCmvT0SG4j2wWD3fmzajJVMxWpDT7giyDBjwjYwC9E89O80bmdhoDaBrUE6zJirTY0zbUhgdmVQOdwc7mUKu4wxKWeJWfPh6vaRtiq47OKr848d+jwgvK7EwbLouhp9vEsxOdID3tA6F85ZYE+tuSbM0uSZxLgTzfqyFXL6gxsCT/FyF6+fHd1hXeRfavIs2HmvKOUNXwVZ7n846y7cl0rT0mlz08kBpvyD3AybPSBNYOS3C/90r0xetjSNiv8GShQ9s9yp6bDh3qU4lwGJJM+qBlSofUq08P4s4p5JWmh5JT6ttx3cnSCVHXEwt/tUDNDeqQyLChynekK8hQ/YedPdneNn2uUbVzFYV90G6KFuLqJtYkd0Wj6TuxJrikJ/RMn5YofZE89+s3nuxKCc1lY2+PqqBs/bSXdEw+fAQfR1Q+AS/slz8kSzSPtdlnvupytzr2WxSsuV+rzVLkQdtGHs3SsYW1FKJHOWJ9QARaowqxHY+lYxpmWncQyhbArvhrIzE6Z+Wq0XUY+ePhgtXfdD7qHteBi8wDwGnOZ6CuOGtLL4NYg5/1RKmH+qCUI9p1dX6XZV5vEbWfCSDzl1nm8i6cGA3s8G/7jP/mT1Q9/9MPVRz/6GEGBMfzF8nRLnYLx8xyd2trI1pS7wrysjvHd1pv1UC6SfzNBXAoxmOp85RqYbQHbGlU4vSLQ3ELPkqituX76IuWvz6YjZ/SHTSeHJ0kHtpXZEk6F4PvAHrLhbx8rmyMlwWr/6rY9P3uXLS4FhqVtGS8FhsU6BsNG/ZS51H4wbpP31n6TI+vVJzUDEBGcn/vrOF5dSPvUhnWyB2dX8PzEqXgmpxGDd+j27PAlqWV0upO+zJGsaQBbZLtTj5hf+3IZG+T5gb5PWB8CERvlkl3r46poBqijBZ3gaYB1/Q30etFU/XayXwbwxOVizMI+agAvc1AFmy3GLDNnEIPH5dwjjJ2zzmaKRtlZq537UCtr/TCGD1l6FsavAPlKEOvIq0c8z3UG6+g5ykVYYHKmKzFhB42ioRZvNsho8SwDZrir2XGI6kfcDiaajs16j4HGIhpgGkv4SaBUcoTdOXvIu4p3PvyQE4BuZde1m7mO2SntUYFWqg/sz8ifPNJw0hVsKU7rFnbgqUZ0HKVzo9TSVayzwaqPCvJVu4wYHTXaAWyf1BHS+cvrQhAkXUvKYiiIszaheeTZRrswef7bCBZ17JFyi7R9Svjm4zZ8o9SRJAdBvKkNk1rcjXdR5si4uDVhi6iFdyvqRfpZXhVKeDfKV3p0sqv5bNxEQQME6uSlnjsXtCs3HETJCpG7kR+url3d53ENj2xYbcoQlTK7jJOYTmHZNsC1uGodW+jz4uzTUvNZKZqMzGesWOgZxJyF87PI1WckcS1760QjXxpNGi1+6nwNW62o2HDKE7dh7BJAGebQF+RXa9H9Z+ojAaqL8h2jzUpr/O7nGa/kaLM8aEgn+kkHJ4KyQaieKdVFWXj0J5z+WmUHwcZl2a/ab34zY1IGDsIDf++Mtg6Z0Tqz1GVKDyV+iecaL8kf8IzUWasd3RmrIwEZkPdkMcBW1q/7aChDoxexUnCe4RJ2Z6+z1FLMJjnC8MhHGIthNz5Eh17POOaAC4z1MTgPMP6hzbWxoLUSn905SPj+D37AYRSfrD755C4HAtxYfXT7bg3kN9FDr/Slfptpn9Nw0WtDvByXthyos6Qylo22lRZaSEgbZ+AxVk9eB0MRn4gn9Pjaku/X5is8ma0XXf2KRqkC6B5aqOtc9XBgULKeboV86Jrve8i1xyZmEAtvjNf8O5hU5j3XOId20KcMC3eX56637txmX8LDDH62tZ54/HMg5Hd5H/qclgMsrtI/9lQw/DWd2/Lnu9DigFzpZzgQuvvSw6qqTce+3HvolaCfJGfTIz/+yfMv3JID2osKd19JqEVtC7t85a/ltmDl63Z31qBAo+cjqTZwWbrtchtd2q1Wao2qcqstm+4G3bwv69NLyNEPlivBZyDg0B8O+Me4oSbG0YilGHwW6zRao+gk02esvr5zkA0YHJOFcnCma75jXrAsg8yTPBSHRBweHTC7vbK6jFKJ1QeJ8RpzP8/lDFIeaMCtrK8WqIx8ofkYg77H7NJzaTX6zoBUkY5TgsPgcF35ZcMIXrs2HdJkfGQM+C1fQ3/EofGfrH708Y95vnV99d5776++98OPc3gFEIEV3rrppK/LScR0GenCDgLGLRDT6xLLkVvwipP6AizfxL0maAO/FMCdjdKm4OAL4VFojMMCVz0/mJLnjGYBTif25WicBCKdkfV8E9hRPeGWI2FhbTPvaX/9wyWetowNI87ZLU0NKIs4Dv9Q9eJ1AxoTssIzroVCyvy1g0epKMBE96y4aAUvZflshNtwwE111KTIY+5WDwjr76Y/H1no7COpszQLY7tYnvID7KRUqYd9RkdqnBsE3QgYw0rMVfrFl7/85ciVfFGGLesK8W+8+WZkXn5c4atCN9+6mQHthz/8Mx5j/Gj1xz/4/uo+RrdYIaVThaowX+cBp7GeIf7pp/dWN3j9zlUiaXBdKHk2slmnjN5dRCPNGtRzYPlW7XgpL0pXMX0t2e+QRTsgsScVD+eU8/t6JiNuB+vyqM7kPokjg4OT0dSilrDnfiNFVMx6b6wgbWZX7qILRoIc6/7QsNn5uojvfupKkNwPl5Xjypxs9dyu5KyltaXEj3DoVMzF07oncnHZpGOR9EK8ssc+0H16ibT0rG1csenrwz/zeeTojibbJ2cAhtA/nvABD1g1+hdrLRSYZ6aBrUxKa/AaDH+i4QeE+qF4ZoQ0G5ImB4kJ4y9aRWAi5Yy+abDe2a8hZWSMMuSveleXpos84x9ldd1Ntwwy8APS9ETIkJkuZdk8vsFiG/uIzTY2q5/TLOdBwkDlSDeT8Iumj9hzc9CxG4rJ4Ks5FmpcKjyWlV02fve99/hg/J1SNODw7GRPjXLDlEpI4SzlJFESAxFczOv5u/3+rMY3CpTzhj0iz2e0OU0qlbXCVYFB/dZbd+IkCp+6jgoPv69E3P7kNr87KMOrq7f5CP0TaOVjuhs4R76N2H8eg82JvsuDYidXJW24GkzJ9zJIrThauURJ28vrP20qosJr+5YPsQUtQDYg98aT9tWgjo4uiPKffBoA5NJOleVW2x849wA4oLNnPd1ltYUOceN4f3UdQ3cUQ4viBIcyqWz4/njkXJn3n9UXy7MP+FOWg9+OQFmu6vhOaxto81/lONL33nsnadkQiLHd41vNN964np351seBqp+j9MCYXT7W4cLN4ZOHq+8dPVodsppUmykWAx41F866Uu0MVl0+vg/sNc5GZlqb9L5YRvgurLwwzF941UDjXrAqojJgG8kvLVj0VZu/tEJeOGK4qPxVc7xw7D/RCO2PqUAdaITI4ewo5ez6utIHCz9SGckeouAtBnH0ZfHI7pEcGVZmq7BCKk5/5byP+Jb5zixc0qof0enRIZ3P3At/5ymkp14XObbC7D7V0NHDNYYqAp/JqphcwlWp+HqPxLv2bS2zcUkLj3P5ymXhT27diuA9esQMlOe3DmU8mN2l5h2Y4ajVV4dUQJnJHjnzZQmaJdyEodLnhDXidpbD81KKUJm1gkADRFFs1mLNsJIo8+VN7wZLaDArAxJTqYoG/JDj7fzIvct37zNYuPXJJ4xGVFay7fy9KA1Ojk03tflmwnOGZyEqBLP4bkc4qr09cSN2CbtVaIgURnkMjxVy+NT8TSdInHAIMH75ev3G1TxG0BA5gPPAfFc6fHRwZe9KZnq3b32UZVCNWT8fLpPgUqszRWZrVLaOvlQWh+Ej0kFaBobmxZhqUDW0wipTyqAbHhCm+DOLte5E9QjeNP9czlWBeraz9ckudAAzq6Le9oE8w5cY04lL31Be7KzEYYJH2uXU03o7e9UJO/806nCKrxk5vHvnDd6JPX5n9eDh3dUd9g3cYlm4ssmJLs+ZgfSIzCq4WvR09el9ZrXX9tmFfB2cGEvAPRym5dLS7d+6tFd86xfpOi1tHfLzECp+hgnhTWr4SgjL5ANWhl8qqQ0XOaKThKJSOBsQ24Jdn21pLycug9MS1QxULWXN1jxvsVTF2d3hgW+M1EFIaScGxy2DopaP6Qujv3izH9vzMuDlLAVfG33KSure4c7qABt1yGD1EH3goUqu4BzusVeIiuxxLviO/Y8+7yCYIX5Rb0fg4Jex/pA41yNcuFkdY/NyL1CowzMYYh3wS5/40k/Fk0/KAgVY9y0VhSbDuNRHT/Ia7n6LTlERoYHqIwKA+DEBR+gi0gjqXBJzlupGJ2cs7uI6OnQJ2Bkq385EcXrOsTsgybjaZaQehTAUHwi6CjHM4rMqzlr3Me6e6youd4hpyHUKbA5+hx6N7XxSzbpQThUOo5J1CI5qQ9hmIGXQ2AZlhcr48ZPD1e1Pb7Ek/ubqZ772tdWP+XgAa9ZhsiwS7jM7ylsqsLQDSCeqrFtHbhQ2GYIF/BoI+VL/RmZiGvwk7ZlJBo8iJS/8FR19b6oMI7eBU83bpnkdR2EmGAF09ocQCpjZHwlZKhl1sY2vXb22+tVf+ZXVWyyPXmX2eO3GdSh4ioHdy/nHdpZPP727+j67vx+wS90v1/TzGuVAQ21ZGrp0PiyMhlXjm5kn/j0MmUZVV0ZSWKXHDq+sKlvuIVCe/KJPLb2a5vGGNkQZtMrn6o6wOeQfHPLNDuNSv/HixeM1TtarQGwHYwOhxwQd/spfeZRz9x8kgQFlVlIA3mOm/fZbN1bv3Xtr9T7nGt+7e5fBYK3wzMikIVhzkbYnRNxjsHiX85CvoYCuoHRKsVjuAnjOFhqXMjknbYef01+3r5m6vG8au/PVIUvpgIqpczTW89ay2Fu5smyMt/pWY2jMSn25Ur2dPkrU6umQoVfhLGVpVJf+ZfnqAWsw12KZeoafAty343veyZsLnBn1s490P4+f/uWAMaumcCoDbozaDgb2Pnnd6OdHTdyLoO5Qxp2kXUV/qIL8nGQe29Ag4q1laOWfRHU+UVWOHnRm+jMGWfg0oqlaS1sHvwZanULa5eiXGtA7rnIwYD2i+wYLDFfvH+1HMWHwoj3p3ioiAEDqUq4/n3/4is5TlJII3dxhBVR20rLDGcAKhWidwRrviMLZiorEUbwGW4XnjDl5MyvhIwMYZWfJzoQt6xHPcnPUI/h8XpalZvyOSzTej1ga85UiFR2lT4016jiF67zWipUu87tWHiONP7LMJXVHwb315htAUT4K/gbHMH7pS++lzofw4ph1dpq7DAd3nXhOc5MCDsA6XGbci6ieJSkMCrjtXAJo6xiuewt/skqTbaRRI10IZ4zmM6RRuMyhwhnAQe4lno9Yf4daaRvy9JGKmZUpnSSXcJaQyjENne0eY4ahvMLh9vsItMLlasc+cd5tIw2cwo+X8JCNBf01C8XYsoS6Dx5lyGexMXaHfOcVug8epfKrr3z5/Qg0lRz107CBd1Hf8AH8RBEvnzS21UbSYzNFPmljQnEODnw+6jdlPTxlBznykYbLo/Js53HJk0u0sX20enabW0YXmPbQwBEpt71x16XdbAPyV7TqVFm1k5KOpup8ycDFcLV7F1ApfsrNWf67b729+vIHX2I3/J3Vrdt3qo2rUKhrV22fDk458vQuO/2v8az28s512qwGBpEPyyMbZM60ExeKxwP09A3rMcrpUj5/9+aZ92qDCHL6qGGZ/myqra9KFpHJYNOcZpv5S/gZeIq3tIM6RWUeN9MU7DS0aNLeA2LtFsYb84zC1jJ9tkDTsw1LDz5MC80An0r7NgRpEzSPzLMgm6OZa1DjAZfVWhqtAhKwBqpHx+Nb08Zc4hQ0QbiqO7QvrjTt0kf2Mbb76J48riHvPjPf+El3cG6h3e/67ZGEbfPIuHas2sZ4+ys5ieNHoRkYa2j5qVtKH4JXGsQPUA0KiEqZwAkrHu6ZSAJrPp0w0MfhE/zteMC/iSjpUrZk4s+CZZZLbs5QJEyD6G5gjY8bPDSGzjJcjrUQRI+zjnndBwX3xhtvZDn6iNmjM4vMoEnnpYTgknCXoDGJUX6+F5UyyatBdqZjUyj524xdGnWkt2IJLPhsS+OSH78j/YRJeP/9d3Mals3urMpliq9+5curf/q9D8Ngockt5mc66fKP1XDbIkbQTM6OHjtSo46PWQKRf+KURy5TpkGER8Izk7LR+IkkYYyZjaQBUcgcnLhj2vOi3dVtWCFMI9P+ZGI1geVZlmT3aE/j9y75nWHwjcMNVAzi05Uwgh/cCps17vbWvwsdhnd5DCCM7Ch6SujNrwFPnYbSMA52EGVeRqrwOjhtv8d+bKLC8ukYOdIo7kFz8gA/LSmZCZcywC2PLUJeVWeBFgiqgQvxGmnCLu2mC5knGBwy2Tre6cDAaWQjK4RTruVYDwU99QCX9dUZl/sIh0uAhb6qe0WNiqaUylIw0lO8q1joiCEu6iqOK/ik/QYy8qV331v96J2P+WrPg9VDv+kH9brBkplmIkwRwue09/i523mP2YBUX2K5S6ffQZgIUj0jN1zabZSzkURw1PNkwk98jM3uzE2X22jv4njFb7tW284pyXZGphajOcfr9WXV6gx6pU6aB2suRKwD15JVZb+Z2wO5COIJfLW3g7ZA/zsodnCs3DkJ1C4RmTzyXd3oz0GtornD4NnyTOt2ySCdPmxfMy6zZPWZuo6/DNIHaZfRodo/dRsaNvr6cgarlEW8RtzPp8Y+Aus9+hA8tfKm3kZXa/w1zMCr+/IYC2Nr2bvOQJ197jAdN/PhU56xMtLX+FlpDand1SXe3qFpWmqIltK4Xuf1mIcPObIxyg5DTA5x7bFcaHoRhTGRGOIz+kDjarwBTpw7jKEu8LuXeYYHH/2yjstnUYYwRVo3XWZ6RNZTtYahcWiBqNfWpMJAXwWfsCv0S1GJ0nd/dW/19bd/ZvVzP/P11Z987wdDQYMreDdLPBm2Tirwf/V3/pXVrY9/tPqt3/zN1T/8gz9Y/fq3vrV6k4HG//y3/5fVWzdvrr71zW+tvvvd7ygbNhENo/HER+M4Uktjex+jtcwKSXOJ9crlaugImnykIVWeGmZlTmP6hA01SfetLStqT+GmcmVOR6kL/hGXAYKCHKHV2BZ8jdDNhFHgtuMsF4F1UKKY6jRU8jwGivA0i4QWsmSQlVOlwKlhM6+j0izXkB4spAWPGXC+clMNVPHpYKFZI1QwVXr5l9fZgAAYoJGBQFZDRsYpyY5s3UHSkJVviRX/yDcDraeHZ0ZJe4A7Q8dxnwpoMOtH/IZzAGHfuHnzTeTzA2a0n64OmNVKarVNZfJa5dpmhd5Z7T1XZ/hY/BXa6yqyVUONyjPRuVHm+YLiSKnnA78AVNdL5Wd/PZ9b8HhqoPPlPAuqsDbu89ACbIOvId4aOUFkkBd56aiGP0+ZnefzfrdO/ZPW6mvbGTa3vfLgT72WwTWDxTbCYnElzzVXpm0GI5bH2K+lfMrfOIvH23KljLXr/qARlCZhMrkxJA3oMVNctQs96GEMFf0TO0nfcoKqiz+TnTK2mQyRpk3olUEnPPWMFmI0qho+l3N31GoASq5zTSwxytaNS1YOIijU6oYQZlgP+PYsmp/8pENEZhwo5qMYZMlxLskVjXHIzHbvqc/oVDY+N8MARJPUcY27LEsf8QrDZY55tDyff4VBIpCgaFQaTX9cNWAZE+PLMDdzK5MU4KO8agSNzm6M7Yd/9tHqgJnV3Xt32bjzBkru5uqTu/epo6bBWlqwTgzbnSMwDdnHtz5e3XzzBjuwb62+8tUPVkeP7mPED1e/9Ru/kecMbgD783/+z6Xh5G6WOeAbrCauZmpdRfthZmd40jEpellnKbEWoUpg8NUjaKlmt3dMopwjjYwOBCYBNDOuxEt+UUd5U9E2ZVwvo7oE+nSydFJOWaL1b5RdrVD5xKONlyZn0HrbQOv3V2WZv8JExe993VE2yEoayedQfJRJz0B2NPY1G4eNSbI15JVilaU94mPgBSC/t3o+U/X22bKwxJJf6oLJCJxhb0VxYEYNAmoa+atvCyuc98qX65S3kgvCMmZntcSxB/Nv8G7su+yEf4+Z7d37D7MrOZCjQHk50dvFIacP2Yx499791RX65x6bo1xhCV4EI4MekHQ7mK3q6VU+ABvapVyZF4J6QaZ0Vf3MQzp0VO2ML0yVcr5rDewKtp+fy9/i/TqO9TgHFpa8WWbRGp6bXsK3jojQOi4jBBnyYF0THP0NPM+qm0WJs2nSAOgusyoYXE2m95SlTNrfDVCejaPrpefQPeIq5dzXLmpbBtNa2grOlZ+TOZoccbTISk1T1PekD5qrLsDIDGFHO45g4nKxbhnQK1tNjX55onySnvpXmkExqseUzKZNVQUwcjnaRyAgK77wmd7OVk2aUERXtWf5dQ9H2gKgIzc8TWyRR6vVo0tMPLmHvpGoXERnBmfLpO06/BSUP++Swo/Ho5XoqwbuDNZQitSX6lOCWTSeIPGTepk2k67AZGYrGGHTscUZkWvJPbZRgpw+e3ep0+VmcftLfbg7cjlyuYC06USPUXJ/6MD3fC/TsFlWTU4VaXEklQZepugvplUaAdlc1TCAKxg8KOhvffPXV//0f/yfqPM+O6c/WX3jG99Yfe3rX1vd/u7/K2TBjjaTcac6kuyu/+yf/X+rf//f/XdW+wjBpUvvEsPMHl64nFfKpZRJliAQOvub9LUwhSvUITYtZFsmqXN1NkhI7azUiKfths+Unu1XlCmd2nyotkg6SeHNwFXQNU+d0IvB9ms83Y4iwK9rSlJ+YippUNo5R4o38lXWEdcYGmQtsSNPv5udLFWeuKuj2oNMkkPTzDmo6ZyTgqvMU/1OLYV2XBIdnggsQjt7KxLjNtyAbZ6mtgTMmcErHvc6vH3zrdUH7IT/mNfQPrl9u5CMTEIrO5YU0q0tESqNuwwS32Al6arLXfvSkRIq/+Ja5c0Rhtdd5+uWW6Za+23xS5jT/cuyShd0WafnqRRzblK+mUdcyxI200d4Aplb8rxUTBgn2SKGzGeW3Mgp1+VQJ0iv0pWEWWITsuk/m5qJXWeDLVI3c2yGC3RJje2mntRYq4vMUfKhhiRMRAbOZkrGwhm9FW+Ha8DTxNT7zYZcVTuF8WlLQApFZ819Mr7DUzpwEw+9N6Pf9Ro1oiwdS2id7kQpwGk0NaIuKfucx2nyU+JyrqQjAHbmmkeUmc3pJ1AHX1yhwxeDLEQ4N6SI0x2f7lz22St7P0hzlkV5KAVnzjLhMfizbDC0iM+pnBlf4eMGEldbxFVJ5dqYSEsYLoxI2w1/0oWpqQC+J7zS8w7L3td5tsUHEphZ/5jXlL78pS+v/skf/TEHdDwSk2auMC1xNu5xd3ZkA933i0cchuGAQeNo29luxhmwXtVIqnsBqpOnBPBHfS1It11H6RslnieYkk8FlI6tLtIsEQtCtgKeHZkNQVMrFR86R7fBclQdeZIHlJ9ZMPwKnGTyk5pTKG60a3dbbqoDM4ziJQO6AVUDswL5bDVdK5bA+VrMero01qs2jUUZsAtfZ9Pge++wA/ntt1YPeX3n8NCDW2REKSLhq4ZQn84QieIVCGa1fLv2mhvZ9hzgFWTNTIGlzO4fPSqXzx0n9FYXPBRUln0ryKuLtOatAV5cqYW1uOpjJlXFs2SjZNLrsyDPoNPGeS1OuqsGFm+f6Jnj+cm5KO3ng89jI5sY8qITJrktHeEalhzfzvW5Ttbj5KEn6+nCnOkm8E3jupFrgtuIJ3hZK6xR9VmlP90B9xheKmM6daz3Y0nLZhIMpzuCnYVmUxSzQ2euPsfNGja9u42K+S1f3BouO7TLxeLXSJuYZWs2T1mQ/qe8dvH0qV8HAt6+Dawzw1IGhSPKIbRVuJ4DimKd9bZV/9IwlNezgEcsef/6X/iXgAAHM+Yff/Lx6t13bq6+/vUvg8dcZ7vgGyClyC+tvv3tb0epG7bedtgdAjvgh5uk+dyzNuYo2P4Cqx/49nt/9W7JqZdTuu3ziJWTe/nU20POyD5IWJnz9LF8bQO5UD422/JZFMmyi9sBW+n1OEtuI2ddHWw2/VevMKt96/rqgw/eWb355vWamAu/Qa5KSKXkz/o7DvZZrR8c8DzkGOfXU72fuFKrx1cf0OBs8vqFVAg9MC0VvxCErwGJdZhc8WsKPtPT8EsclUl+n8X3yHpmL8i6yjJy78BzTO4qNVwAAEAASURBVGBqVDn1h+4Xy/sYeZ5KZZVBf7JfbfxOzXSOBDazUjtmYPmOLKbAU2yy8clOyvNaZ6LS7+jb4xhz7CL+qyyHqhysxB4bdczn6NxdxZCYoiX0iNmcO1/dSOXzz8JpmQgySsHD/bOsCrOO+LSeS8w643yIbL4jRvMc4wO8U2XVCYyuIqJcAm/0whkMzEa8NOk0rH54+Fd++Rur//Pv/QOe05bB9sP2v/gLP7/6kz/9U54VU96W0eYGyhhLmQQLVt///i344I5g5lRTp7K+YyRn+V0HEElPGRQHNS4JDrhQWenDe+I2WHAiPhESeQbAuhE7KfTbkZ4Va2GbBXZd6hmMZTpQe8wz+E95Ju67tTVrdRNQbeB66i72MYh75513wx95ohnptmsqlEmdaWlrilf2ami3vU5SmJF7ckpfM8q7YSG25yXhhTrrY//LxuIF5non0x3711Yf8E7trY9vMjBhB7L9AHdMv3Cwpuvny1kFcGAKT/wc5V2M7ZWrbGLb5yAMqvV6Bm4hcesFSkOr9Pp3woXgbptlastYy9ZG2hZUS4jyL/IiOO4/iCjZX7f095P5zxMDIUumvzC8G2VPfNqI3wyqd9YcPUUSiVumZOBP3NaZ7ZqBXUNGoHm6iXHAJe+ypPX8y2ZrnahtmeL1DHrNWTLTkeMOj6MjJp26Xoah2j+0hY5Rt60TrNF22sLndZc1fGi/CL2Kyx2wpQAG0VTJsMu6GmMlsl59GMtehJ2FygTfOYqxdbZKnMu8dR6yu5b3ck6yr7m46cov+3j8ncvRGtPgpsnzkXkVHRU/9Cg6ZjpH4HH0kvNHl8K7pdbCREigSyXuBg9nCps/CXbWvcs27l/6xs/jp0jy/uDPvs+Rkm/zXq27ki/G2GzuwmD/XxpuPmU2uTSiwlANnbX8LW09wb8uT+hc0P2C6VAmfGxwhfc9lbMHnH7kbtn7GAVlwbb2aMxDZrw+trj1yS3u9VWo4t5MkG3Vr/ks03oANkN+vn0ZyA5VJ+0Z0Ydk+g6vLbx98/rqSx+8yyY7DWaGFGsVSl+lf0bBkKI+dcXI130eYJgPGMhufj1qDcFrDKwP9l4jIaNoee83TXOwzYsmx76V/vWiEb8OfEsdoX/ZA59Fj/D9W4eN7I8+sJ4yQt0/uKM+0Nm1cmofyiuO2i78PUlLnIPSxY9G2Iq6I5ewkx/jkHf1G+g57rz6M94bkkhoyGzUuzPKUUBbcidbKsC8D4uC7B1nGg4NrAbXzuOs1OrEIMO9yh+kwAmrQXcXs0a8loRrRkx+8PhBg/wwWhpIl5FDHOX389Cuqwpm+TNeBRyGq4xhvAb1xI/nzs6iXHX/rd/6zTyH1oY/Rtk/4fdLv/ANbXvVowtb3K2fLvX0Tt6MwCj7O9/9Ls+ieWfWV3JYLVg6BxLyOO9SLhNesX/Js8kPN/I+bVfuM9G0PkhRPjSkPsfWvcGBIQ6w/DkYM00YDWv5j3PYvqfLRCGv9eUxiFJ+wLV1FJpBkjNh5BiYtNMaDqlYuJc141gUsfRGqUOUA8MoCmftdjAd8YlD9t/kK1pfeucdZrbvZrAanTbqYV5/th8tl59Te9vQz0zef3gAL3kUg17L4RkUav+SX/nBv+XSdRV+8ppZzlm8O5nlmTH2AenW9f2ZmV4ygPXM75nlbDcUmQ2fJkfGn5b2zPJeFoD8n/vpM+YwpxDRveuU5AtEt5zlrg73p3wPGTesbs8AO7ws+ZmLcOWsJoZz3LpvsmnYO43n9BvGeB16PTTBLvOd089mKJdunUnWEm739ewQxkB56P/ubhlQO2VOjNJYUHkyZoZinO4pszif9woHe4zAD5gylo7Kcio4NbBPNJ7RGgptMVMl4IEMdH/gXXolHsZlCVdmaxbroMpCas41XlsuCgtY86p8oqQXMKpeXRrMdBj8Ls/AvvzB+6s//cEPTVl9n0MrfuEXfzmvV3zMp/Qu6txx/Y/+8Durb/2Lv5q65MDqQUMMP41znw0u13jn8fPhJO50Tbpg3zPIFUdDFz5ly/ZOvdn0Zis+YrblIOddjMcnnC/d76TZVs50lUWP+VSwa/BWm+YcoujEp6Gw7R11+u7pZrkBNBYg5SnO7BvVnIILLTPFVa7p2jULGVNgSl73gOQ0POuA0Ohyin0q9Jmrkfvt5n2OsHyDWe17+ZTjo6PbzAesk5I8Skg+sYJnzJp86vEAQ/vw2iFnIDOgzGbCzZLXw2LLb6DdrEFTZS5BNsPGb3e2wAzdA6P0TTL0/WTeOc/JtBFzDpBT826gaBqrHdbr1ziaNRYr/yODyphL0OFKQ37e7tsZtd4y6zD21XJd667TnNIx6xKxCX8Sy0kMVZb9NXJcBmNGrz3XOULd4POJzU7mtU2SYfPSdTolPuWfkrYZvRY+DW8B7T7kVCeft6K7sIucc4zRzLIvxLoJqY+R0uC6Y9hXfOwYGg8byWduvhbk4QpRlMzinCU/uH8/XzDxuarGz5OjfAYbcriYTwXrDE/lal5P1niCsc4xf4zKnc06g36IYt7bxygBe7yLYZbYdjIUfB3Ts4IqR4Nrh0goSnfKRsPZQJTOO05XVv/6X/03V//Zf/5fgMjBBQMG6PulX/4ldiL/3dCWxh+ZC9vJjphyTGRk8Y/+8P9effMv/Bp6L+Y+gw+nvfJWnvc2c/W7rypFwLgPUivcBTXRF7xn5HdKnn6+WckhGi/aeeHSzhuCty2uskwtkKADuLjUyS868ax+16/VuPucWevBEX5mtfA63yDmNKvHh4+GLLCygJz5DD2PIuBZjCwrHYY12pEX7ggDLFuuGjQdsJJqCeeRmrkDaWoeL+CJ3HBXzprvde9eXVXoq3lLEcTT0dvvo+zticQuZjf2I2mCSHqKA0+dYf3HDMiY1b7/AYb2AR8QeLS6z0DOeXrNTAco4A5Ce2Bh0J3K9+8drK6zwrS/w3L9YjBB8uTkgyUpExoL//TLM7ySFbYo322M7A8FXWjWJWdCHU/wiGiLsz2l2XfspXlyEqXbkL+ixAQoBmRqjyXogrdCnnTWVvwiUJcVnt445kShdsSXvJi/eaE/q3CU7yRAfhU2WmQMcpwwBPdajYQvuXV1TXxL2sX7XC58Grw6E8FJGJ/r28C2b9yC1/UOv/2gYAbEoLnkrOPq3nDF166fshTXZQyeGJz2o8iLCBl4STBPH6mrzOlKhvAQLFTw2HaG55Umz0e/HfU4S/8F52CJOau9JgyJudhFwgbCLRk5Wcqza+vEiyNq6YzS2YRf0LFSCoPG0Pdq/eydFTeuGVnPVoFDUaTTUIhpPoerZSrYBl4/BeZ3YC+hbIVVmMUrbBjF3dmLy84aYXHJyCNOqXp8dJmNIe9lIGB7kIDNNS9ecRk1XGba+ItOPd1U0jgrUOug4NvYGvOvfu1nc+bxPb7v6ZdPPvze91g+/sXV7//e79f7xSo9laFMma7xSk5H463O9/HHt9kY9YPV17/yXmhoAAcVn/B1lp/9uZ9Ts8Wg97vGJzreAu8o6eXe4EUx1WKWXL1YsbZnBl8MuB4+eMCA62qO6XxAm0VG4KN/D0xjiT2KjbbZccCHDMijq5eu5gzTbI6zrcILTCpp1Xa2nz8SuCsL3La4uc22JF4gCjwhwnI2cW4tOLSVMTzJy8j8KF2Z0c2KAXxG2R6ocV9/u8FBKJ4W9ePbd1cHH39En6LueUeumsw+I33VP6pPKIkPDtjZfXAlB7Dv8FpemFRAFnkuZ+2SZTuDz4VjCdR137wvYV6Hv1sxrKeuTd9ZtEQGA5Bcg1Fn5fgirTjQ3F7nR/iJsNWgpEygENXn5pyuIJQqVgcEQqgCOOe1et16rmU550QzgUH15N/0oOPtzKWoagBdsy4BVXIawxhNKu/MwFF2DqtAIT7h+Y8McYOLB8erHJyx7fqpgtGZdzGsHs+YWeswrjuc8yusR/tJWmbQ3FVKnqniGbvOKB3fZ4PREc99mdEe8wJ+47UJ2qiWASTCuIUykLb18MwI48VlDJ9ICIq/9tf+g9V//Nf/+uoaR0o+8jNlDDi+8fM/v/rOd76TWZRD12POvtQNnRt/89e2F6PPwzwD+O/+/T9Y/Xv/9r9B/ZidmcLA4dM7d7PU+eOPPl698/Y70+ysEK1fJxoXdVqHeP5QK/VZlMFFm0zCN7MqhfRgbZLvE0WboTKJ21UNNzW5/Huf1Y3rLJPbzs5GrZeDO52rGtdYKTGrO2n9mLmDuoKplY7sVBe7+cgvfv0OnPIaGH7bskSu0oI8ebggdzXa7NoVrrm2wKRic/qcfzAis6SafUls86/gqi6dp+9i81hNKOuo6W5M87Tn4yVTvQxOufYBRuwcUrZ6uvN49T6PN77CyU9+Fu/ho4dWonAob2HgPHCtfsKRqqxE3Qf2GjuQXVGI8QbvhRzEyoXqLSfrciFcrwK4O2cz+JxldrYa3pwz0wmwIS8n4jvC9OJmx3w+75FQSHsJ7Z2+NNiwqHz4T3H1UARpy0BzATB5pWmzzzVfJ6CtHvVG8X++bQU8JdLc25x9o3BvS0XP+Uz1CYdSPHnCIRWZYWpNIAWCnOnZYZ2dLBVLGIAQX71azxj3dnzP1WdrHNXIuW8uM2s0KTqv/XggszMVK+iM5qlLX8A7Q3ZmmnSWGq/wkr64XbbKciqKNEuLvP+ws3N1tcvrIFnegbY2srUTc67csrLNVHmr37+lyyyAurp7zTp/k6MS3+fACq3oJRT+hx9+uPrmN7+5+sff/SfQOV6tUGnrRIpLX16grbAK8PLqT//0T9j88zAnQzkz0d18802P4+KVpYPV3U/vsCnoTXApNCrLukurRiM0j3KS+UVchjbxOaeuFHIhHjWrqo1ANtyQ3CdxQdmi620Ku51DCLoBPHWTk7+sbCQu5iDplqvhbRkzH08XYoCNLx6IaTCX9GZzx4o3PPO5jeWG5lzIV/yb7slPAda/Qcxgg3lrv4UEhvIGzrnDj/oaT5uZXq7vIygKoqS4BwVzCpJgmgMOBhvydWn2GEoyyITHtk9wkI73KkDv7l5dfZ2+6HeTf8B+AvtGlVFjCfFUuVaJTPzsS8rgtau+435pdX2f1/IiA6bXgq/BbECxoPzAalyW5MFBYCkny7q8Pj9tYRVkUm7NxURWXKeN0Iu/WbYy4eqf5fIzKiQs6SCOhOhE0qN3jFHmLuBmebtIpkhF0bWZLcUP/iVtIl7iiLkYfZvop3CUoqFlWVPqBT3VzlPXC07x9u/86FJFwCfyxDIjPj8i8/kXPb49265frdFVh+X7sCz5PqRj6tzcpPPsY2eYEqGh3OE5rDJiHp1KQ4XpgcruGq3OTlr9C4FSqc8HOSPRuPq6j8/qLF8DD1KWuPz6j5/l41uDnNjkawp7IBPODS/GPUGBOyDqsn0CqlNR6JpRxS+gNKIDptMCuHYpheUy5F/+nb+8+vb/+rtUvgYab715c/XB+++t/uxHbpTStfBBxyI0igiEF59xOBP7/X/4/6z+4m//y+ArXjqwcSn1JrtuNbaf3L6VWZ0bg2bcYijauzRjXoxrjJt3sC8krnm1hFIwVdIxFNJ3BkE+g86MUy7ZBjRIcIlDQ8LPMlzp0On3A8u7Nhz/gV3g10QrOzEExE+ktmcQYz69omkcgsSfs5HFpGPjFTLI55WKvsQVHaVkGs5kciTTkL0EfW0AHpi2xcWQbsQ3qT0rV6ZrY9cSELoGf1TMOvvaMc9f9/loxDvsQP7q1766un3nU75Z+0CuKGxcBx3uiYAmlbn5JM+DQO6xquDHKfb2GJw4SBj9ed2AhktFDMRWi4nX+O31LODPw7XpW9CqwOqa8RV6gdcuM4VY0Ph1EaP8Dua+zLOW8BID2+iwOGlZ0qO/Ybm/MP51GX237OdxTdu2vOfDveyvnUN91m6Z3nHL+9labwm57t/1VYp0PJUGf48wso6Gtc4qQTe1uDFF5eAyn3GXMbTOUDWAGl47tLOQHWZ9wkchUk5G5Sbi8iECYJ3tulPUQwnUAhk1U1EVjpuT/FqCM9yDA9JJ3WfHs0ZcgfDMYPYWEe0ostzS0DaT+i6ECm9ygxbDKpg8L6TMfHoNODdk/JW/8q+t/vff/d0UcUydPvqzH6z+3K/96upHP2QGIWdaQWUeAuHkz+YH7u3at8MGn3/w+7+3+q3f/g0YhDKEFGfP/lknd95+6b0Pwt86ArPmtOIRXZTgAm/jfxH3JY9mfIPyBZ/mtPZJmHCDryOL7dPOZCSIOsxxpkUSkiYK0zUPwgQajEAQr9wIW9mFE3sbZ/PWL/mDp4x0cDmqrIzcxG1ejA+PM7JSAu6cOkXbmlIUmDOFFPzAGfwOEiBGClU8GeQFtMpJEb0UltxnX+ZO7SMY+1nVz1yGw/ogdWWHOONVeNDhB7Df4HWfDzg69Ecc5nH4kBUhBgryqh7rUBtowypXfaS5Ulf32Xx2lQ/EuwfjOoPbDG86GaiznW1tKZ8XVwMQ269+p9HVNAv3KlyXZ1ldZsf1veNfBT2ftQxpfhn0Dt1xhkx1312vgbR026+nVKjxrsNYix5rjZ6+lrmG+hXVrbQGQGA7PUuobZjn9F2VuUT4Oo8G1xnlMTNZP7vmrNMlZQ2nxrZ5rpGNgQ0elRwzE56fPnazE/7gjMbQsNj5ayYcUgjn1Q0Uh/li6DG86u2cdQwdl/5/9t6syY7jyPdMoLBVFfaVBECQBLiIopZma7U2Ld1tpjt226xt5s7TmM3DPNwvwi8zY/MwM/10zSSTRhq1pNaVRC2UKJEECYAESGLfUUABhWX+v7+HZ0bmOacWbATVHVV5IjLCw8PDwyM89lRPH7cVoRJFKeHm81+3FUcaOXIgrnhqDsLcSCkvggOW3WimRYo/jRVXoQuGssOZBoQ/MHLf8R6NXvc8tav5+PhHVuxnz5xpXnn11eYPv3tTuz4vileKSR7VCnq0rFdjKHjhYRoaTug6dvTD5rln9sqtTkmmJTBooGMCj0I08Cl5SySPyIaNmEJ2vLS/BEJLZ7JzGz6TaFQ5J6BAUrg7LHL10eo1PKBntc5WmxcQhYIrhnKkyIHBjbknngHDe4RThgCgOmWww6EXcVe8h/tMy0anED9UMOkL0MoSxUdkvUJDvthHAcpbLlkQh05XlLEBRn4cNuIbHnnPc0ku8IyDhTQ6HiaHzuZ6Xc242XdyX7l0TR8R0KhWdJILOiooZ3CukkZv6dOIl2lmrmWkTvuDA+ow+6a1Kk13jKv3/3A+Wg4gYynPjzalx4vddUdJLpW3XL4aUmd5RuDv0wzTpT5kW5TNU6Lu6nP6dLbxZAUt3kPcHbRcww531X7oYiQpNVW+u/fiCjyUGokz9cRHAPgm7FotnvGhcnQWjQfb2GEDNHiKCrcSYXwAk4PRVHTuNY61zdj8Es3qavXMFSi6iBG7SIVI52U1RSxaOKaAwuI6CT6Zx+7Uy1cvNzvv7TFNDA3dKCgOeREqvUsZ0/DJT6mKVugIOr1GqGlc88zlR5iS4SyvHHQcmDbG77J6/K996UvNxydOqNFHGctTivvAgQPNOSlaEqTQPCJTvq1W5UGqNkoT+u6Kfjb3sA3qZz//RXPwf/1fhJ+1a5p2+GS1YCZCF2k7L1IHcMUqAJTCgxlXwMRJAQLGU5zAEo/AynTxo/+WlUGAFVS6oYg8daFBLWXqoBInlJrlCzIVTSutfVpBVYwlxMKXeY9AaKODd1dlyNo9X68pyGQJlnBwkFnJDJYplT8yBBamndN0eSUEmulsSbGoHM1N8RRlS8XQZd9SttHNERanRyftnnb0Bo8yrJSw5CoN67SSQJOafj1b9A0NSxzgRT6wW2zkBeYSBxgwCybuxpYc0k2QvyZ89Bk9Xc2o28suaBp5XsqT29WmlBfttPCShW+CyrSLvIHxuka06+CveL1GyxfIGQrf90uzfEPyrj/B88wYvIULFbXDbI28B+9GvO1Rh1FWvHdlNj5O+EJFxVPKXGWVBv5EuB2CDFnP8MXsmibghu/j45K2HmiAFPEzUq6hoRffLqTOb6aznPwnbI093RPju3KSn4Qc2gqo6k4b6ngVr9uA8Q7a2uC9fovsOU3auRE0wHamzhdxa/50UOkatl9degmRdPBet4+8J224bQZ8yTa0DSvhLBMtdmOYy160j+Avyayhkrl3bUbhS9MR08aMKjmSwzSv76KFCaqIaKBIX7AiIORIPnA0S9Svqsg0hMTjT3FRfWtRRGrgUHBMI2fdIWX8Oe7CKJq13BkdP7q5cEvnWc83u/QpuzkdV0Apc8bXo1fh8PQ2vQDlgUbVuGlgRIuVrPC0itlZFB2izzggXvHMIDVsEMM3Y//lX/6lOXv2lK5i3OtNUV/4wheaPx8+7M//gSKM8LskhWOCIfjshcv6ogqfL2OXteKotUW2HYsfJYvoMQ2uUP0WM+rIkMhbGx7e9QiKoogEoljal8RQ4iblKDgxTnxJH0kBDbLKARMCpHIRYuPWj0o3yk64zDrKWnP7REkBrwUPReupfiNIQogbxCim846CIb7jOkx8EVlEwy9xx1rxSM46xIu4UHhZ3a38BEvOo9LjKnKLs5hx7VFQnhDLt0PhdvB1Y9P5Rn7JM+lE0cTRuS1b9GWfnTubC6zVav0VelVcpp+pcYoGRlFGKlVCNaq9p93KtzSi1U5vTR/zOUfSpcypH5NoqOn5D/fD40AMWu5Xgh4eHQ8bE3Lkeqq6M6jqvaQmyVvErSpeL9bSL8RvTeW03wBtD7aNFA7CeqjcyA2A2lfVMIUnvqixbSDfhg5kXNtmra2erZWfejQceE+mEQWlBSKUbq6bUsH5t0KjwuqxwVuPRw7yyHVbwljbxZA2SpHGgMb2nkbQVrD00NXwkwaX/LM2fPb0qWaHPhl2S0cVbupigzvGwQg2Hkan0IAGSzs2mogeK2GTKZqcmtP3D+SWhh5tsVojWuh76YVDza9+/Zvm6d37m2tqzJ5//lCz96k9zdHjJ9q40ThpxE78ukQKBKMW/NetX9X8689/3vynf/yO8+UGnh9odfK0iug54ZEhGjitci20NKAO8k/yGK8s2FCAkZ41Ecq8RLHASPtFGTCSIiAQ4k7SDedY8BH/oAtoZIMRYCjF8I9ZAPAgF/ipRDX7EZgVx7iTCrAIUn69XqN9E4bDXTJJEERIWfBHGhhYlPjt0f50tJr41h9HoZeOWCZVh9N7r/3dm68Bhm6A6wjD8If/HtxFXqQ4dd5nZkajWh33Oaf7oG9oPwOdUpePCjTrEMfwVBlUZoxaVedUhnzRZ37hji8QmdKO8BgfwFO4Sp7Gc/fh5+izjBFZ5FlMBjIs+VnL52c578ujPfSGpCqzX0XLNqvyWrGzxlG7QdR7L8VAVaCjnKWSCbpdy5eBHXiqGON62iVOtGk1bB+ZD4V6zTUrqCrsKilSNi/d1W5FroCjEtP20T+Gc1ZkwrNWFTXXawOmSkjhoRDwq7hNZmm0ZWhAqeCs/zL1RQNBLw/liWE9CqXPevHVKxebC+fPNjdv6Nucalg8xc2EmmChh148U8c2thndRrqks1Z4YByPR1UBSdukUJ11hCQ9nO29oc/nfeWrX27ee++95szZM83Wrdt9FvTZZ/ZL0X4oHPCBqYTIWYlaMIaVOYZv4l5z5IPjzVpt5uJO59Weyiz5hxcgsC0Oy6YBDFo1s6BpVAoRPrjgAfd7VFzyVvSzkJAqPCVTMNqv5gO8ME1WInL5JaAF1ZrwJmKBLyHmj9zkJ3IEIXIalSWDAHthQx10AQ9Yyih4OnqBDJhwxS9xgbOYEBlTSM7X8Fzub5GL5YJX05HJp+VGXQ4cPF5JPijvlDVEmq7iBh3X2bJVVzPu1qj20nnda3xDOIWV8hWMd3yrw8rsiUe4EEYdUV1hd//1dXzWUvVcTE5aiEqflPSy7iwnP/+uYaJCiAUrLdVPmWu1jLcS8CnT9BiSb9sximuMqQcXbm8rmH6LWAXYqXrUykLUoRqCuUxVRCk3rT3dRe2qQacyx4iVsK6RQqnOzM5KAaPUcnogNpcwyvXoUgKXYShOTwOLANaRGN0yzqJZpiLjhyJfrVHQgqaHrb8ME1zwmh09R9F4nW9szs81ly9fElFaO9YT652iWbicNsMlCRDrBYymHJFfuW+Jhhj1YccQH8aYsboMAGM6tE7I+caNs5vUkG1qjhw90Tyl4xQnP/moOXToYPPnd95tzl48r3woL7Rr4ILAYmgQURRpGPXeEU3w7o9/fqf54quv6LywNv2o88C6JOljY1KZQjqbguAd9Re7LkS4WBumXDF14yiO6E9wlizoKyNcOaHXYY7V0e7X3k+XE1Lsj0TxybjY6e4h8AuQKeB4gHUyNJR2ZjG4DkpxKHsbxXDhq3ujROMvQrRQEf0PYBHyIXL3BhJPQddaHS9aryUc1INJpi6rSTD4W8Zkkw8qOvGQGVU3Xayyvtm2XcfPdu9obn5yUufS6dJlviRf6qRxnAzZwX1PF78gBWxanL+1RiNbdfrUmQU3xvWB3g0oFIclGUywK9Im/cm5Mvgj/EnJ6dqkR5jYslDDp2hXAIczyR14mgKWNjCftqFwk8ZPm5aHm37bxoxhd2aZ8rIpljdVVmTUnElQmpOunMcgLwgDPsLbdApuVdcQFK55owFHYQmrGnqNaAXEOiYbppAfFCeXTLiREIwvnJAC8Ui0KOSMD/5QfrHmyqgT5cGeC/whhOlh74yUkkdR39FhfM7xLuiyCCo/jQP+q9Xz5tKMeU0b87F2lBZrx9GQlQZArQF0eWSttGFsqkCPCNU4IfcoWUaNcc5RNtyZovFSemRdaa5W1/7K1SvNV3WBxYmPTvsj5bQ5B1881Bx64fnm1L+d1cg3Gl7Ymo1hKHdyrjySVltqav60o/Y32rn8re982w0dm1rYZEI+STv+FFFuKzTFRwhIBVyQ2ZqCtxWsEtDqmhZQDsE6aktLBHLOd9TUQKPhnQ+SERSjS+xfCOwmjsHexajTSn6ln0eu+TIxVgUw0TlMj/x0eSK0exulrotN/tJ0vumTdo0r/R62DZedCws0tOgx+/kEpT6IsWNLs+PKdl1icbm5dmdOoQpXBCZ1iEcdw+Xjc3Jz8Qo7r+e1TMP3bdet0x3IkrJaHJBH1/GHnZmHjm9y2Tz0pMYhVPK0MffoCHsW7XFIxDhC7sfPUlUi5gLC/eD5bMUJOXctGUu49UEJiXa5aydyJnZcxJBE4S3tYMB28qnmXhONroxsfNJ3Ydn1K2B2A0+pIhN+T73ibOkZheIHqcSLaxo1wpUGjb7uoJKqPG8s6KMAUpaqvWoAQoEaXmEcB0EHkgZFj/JkEw7KG8UMfs7XorS4QIOR9y2Nfhkd03hYsYNXD8Y7jeWmXUoTChd6O7xehxaAp844zqTW/g4jTHoCRNYu7C1btjr9c+fONzt3aD1MR32e3X+g+eOmP2knNOd8YaxASajjKW99U1qxy1euNR+fPOPpPkZgfPsSpQrpTGeDJwoKZAUxVslbW4gkKhP8tnP8T916thDRQShUt76dw1R0r2NcsQGMAPG50BJTLsqDGvI08BbaEyb9V2SLnMjtUrGWypfwCFeyxFuE1KFCrpDoWl7GpkTcQV6yEzQWvnhCO7jpLK3UmG+KR1RqIjXE8iKE0MKsyMaNM9oUtb25fPGq9i9QL5Bfl4yTY6cka//AUqfIN3sQbmljFJ/Qu6nztdOq5/5IyJJMEGqVN/TErJU5EHwRIy2nzD8/clOnIeZ+SqaV65WQkPxZBq8fbbYoRZ7lGbJokpcfZXmI7xOq5T100YaKriStDhuit/SWNouwIawHOSVShiXeNoEhUuNBJlvIgVsdsgVtjPCjtUMaf6aMubuYqsrIkWvC4luxGplqdNlOZ8oNIXEOVlNZrPfonXN6imoF6Ionv/VaczQR4gYjSX9KT3gBdOOFS+8oP3vTIIBf98Sukh+NOKM1lCsXXqCkc6NTKNaYLmaqiwagCwv8Hlmrx8lo97bixlWTEcZI27j1s8DmKzU8C2qAGK1zaQaj2qs6WsTXh86ePdvs3bu3eeHQC13+RLsz3P6WN9EbOTSAi4Bi+LmO+ljJt2UC1KjBl7zAF+PRz3jI0bj4jMD20jPGAjV0j8c39E0h7PzBE418m9mWikyjiCKvMpDUkmWf0ffiLUzdX/qlHW1WpiHb+EMhJExLihzu0kgubRsg4poe/On5DaiLo2OaSbGMxcS7k2kTGHXUeavdo5ADnwFwvjLyF3nRObSDmaBVzTZ2IPNx+M2bpYjVWSQPAsbmnXun2XPhzisdVz3UlXmNaFG2dH4VIRrSASmTXqGJJ3/tNEOCl33pd+iT9TMkc/g+hlrz1f6R8xYE9sENe2cnoIZJ2YUrqiOdMNpltrXIRh1D0ur3UeilfKCrpq2GT8zh57antEE0zPW721n59U3/fSS4D3zfbyNtT2ZnUtZcVxSYtlJ2WVJPcOtBwaaSbcMI56EuUfla6HB3cCpz1zvqXj4lbsGxhgqoGigkWBrVSZlxeYUOzxotSo1pZCopBuSMZBnZopCJw7QuBiXN3baMQD3ulfKCQJRbrqGBx2dIqx4dxePGTfGsXDTC5ID9wr3bzTQ4dek8hXYbpehHoircVrJ6T2UErdDHu0cp4FU844dANS5c9u/zwaKftVGm1ohj8VfvH/pkAexOxP79+5tZjRpYQ4Y35/XllBcPHWreefewd25G2jCeymTLcVunHC6jEnT48Pumj08CihI9rKspfVDIuAjtLlTLCj/xXS77il6bCZKcozbTE5BKM5B396vWoQVomRb8GhrKApN5jXBGs+HiF+o5b+0SUfKJpwIJ4NpDbiiNrMrlzAXtlG3ir9N1dMMFIuCQG5cVSw5yY+yHbOJWAoSn4R2TfigmsOFP2a3VlCvG8hXJ+D39/NKhCyUmuMqrhR/noN4g4+AnUpRp8JMz3OK0Hkm5wmZnp/2Bih075nR96k3Vx+5zlOCm/jK1iYTeu0ddVj2SH/WVkwULOte+Vl/2IS2PmElzjEmaCOrKDpwiQz/Bq2HkaDdqdMnT2u9RuFeUTpZ3IaRIKey1Ib/gc77Ja/EvgWIIDSwwyBZtXALgUC0Xcx1OqGD1YgAw4erg7e0fp0VYgHYBtUvoI36bYB3auhOXPUBowWqDw7slYhFcUXVC/BQrX0EQZHY+wQ+jXvFPj94xsTM8qjktqGgJAvpZE58TFjTpxi7gxl7713AlMIpL9bE2GSf8RtOp8U9tnVnzeo6wrMRQtFZIa6xcmLpl1IpxuAQpNzgxFcv0LqNUes1IC4kzckQoLY4WhDpJCArS8jcrMLZ7FTpqVKTHo+gZ3XFMYzKjh4+Ge0SMotXDRi7k456mlBHZVlaEPNmCHeKscBJV6dDsmG8ihh590KugkgcIoM7cEV54cObsaa9nXb5y1SPaT7T55LI+CkB6ZMfFVvLVLwAqFomGYUS+e9fuZsdOvtwjJStagM84to1TjaOiwKsIDxssCRsYu982704v+BxxgwC7obQUQIYt186UzCPo4GnzT93DJ2SAKVne8DNcgQ9fvfBe0RE+nR+RHA5vjEEIZYb4TLv8CeWx7En+rEzFkOiQqayLXLdLDurE9WY2pHCRe2Y46sfKWH5BA9SLML177ZMGU4b8xQ+OnjPeISyZYB+9RnbK2wRrABMSLh6UzoppMQwdRu1xuKVLKbRpcJ7rS1u+IduROLwCh//lRrbpeMXGO5ZVgk7gXR+KQPXkagxNWXdcACNZMXdGfO/XI2XG8YVa2VjETArEf1JYH90guyUQLhISOOh8xTKWWAuzxkSKj1CE+rbMVoQHNaP0ZF5dfH2y2reI275OdCSuDiBj0uZ2vrhGYTu/DBvajjeImzNDQ9h8J879mhaHaMdd86iXHYW1sEos3Tl6zfTTf2gTjl7Sr+JGfGDiUWvUutOv2Ibv/KQzmZ4VodY6BRECBAL/MbgVjN5ROKzvMIJl5IqWoWEDHEFzIyc3mQaenpunpUpu6HF4AxC4VasRSo8Q9E6YrGAY/moY2eEMThqCBSkolJQbSjWKd9VQOj5uSXaOQGjgxxlwuyNZ8kTeTLjsKCR8ovKQJffswatRw4ED+5u3335bHQzdE7txixvxz3/ulebosePaEgwaVSDQTTC1EDD9/uOf/LT50pdfVd40EyCCQyC7yPAiVsfFV3lTzoug7yKOuOpYExgzEmcFHsGurmFxcum5AjwVaHTmuE9LeafQ2pwXWdF7nSvkDJO2FWOJNU6ZWSm4MUx+qMm07LNenn7wPdySUuPvMunEJIu6xWxd0ldTVMArqy7/yntFTuNIUpQcHQ6uA2VGCfI57sMO5O2XtzRXr11Wh1Q8LBUKmMy33apPWgTSrWv6Mpfqzw11pOknr1vHXWzkJRNaEYkrAkbG0wzrLHlNCoZhGefB7CrxB0M0iJ1UD7w/pdda7h5Vjj+lrI0k+3g4vzgX69Boljqq1tCLn9J0Uq5rRqNfGh9V0FyDpdLixmZ6lWmnnE6moXLDpDA2XtCOsaaFgqBJ4MLzSNJqQwpGIwd608JDQ8o7oFacsrVS6x4/G6Sg56a+DXtnVgfulQ5tIcqWKRr9uh0mvc70Xlpvw0Ty3PDo9Dyu1ewbSpXH06qyMas8jUxjFiieeuqp5syZs8307Obmg2PHdB/y07owYEdz+vx5TSUGvoDsfjNu5yN84sd5HQ/ifO4O7Rj1NJIBtA4NXSV9vMgJMcq/FTw+ZhthFSzw6Y87GlZcxQzYMoybYIvZ2ei1qEwvMURTG1GeYnbCMDrsDMyUrKgcoS8NFyrUxqNQwVnWhNuxCnxMm3bQEVcwlJ+8kY9hb7WDDheyA1lQGR000u/TMIzTfxcseUA+xXRGK0SHBisJCJEh50lTrVgcuMSPyyfQwk5zIfsB1Cao1TjW6WliSTtf72qJY4PXai/qqtCFhYuui1xE45zq7DY4/X3cUlh0oG+rTrMH4+ZC7PBfpU1TVdEUKskJKco4b8XNe+XkFaoWM/CnlogaFlSjdaaGuF/34jStFCvVLiReeOXmqlVEoGNGlnxiFrQyZ9bJy/GHfMvAjAK2UhBZ7lVQzwkqy0vxHcraGNS9+H9tL6FXulwFbyxdahvCnzKoTQ52DKuwfAcmeZvlUccb74606jANsNjgpDOwEhRvMkJBihqmhW9rY9BduWksSczrl7TmEgAyw6gzp4zZsXyHaw/1B5H8pcmKG8rYms0jXSt5rZGqU63cSGBlWwjd8MbGLEbR0Bi98qADvM5KQezKiYeMla/soXDCYMBpjmEY+cFmPJyNA6OXmv/WEUUJcNfxhQsXPLqf093Lz+x/pvncyy/rqM+/mXYTBAFjTC34KPM1U+uaX/7yN83/9D/+k6IxeivEV3HJU9JCaLorkEWd8JH8PqiBR9GxEW8SX41YCUFbpyvhZ2dypsE+hg25yDXdgOziIDsozxBuMGfO0+5wd6774VAX201/LMxXniWzdV7bUPKAsmZKWUbClZWxBSkOsDwM5RGdsA5pcsNyIr7yHegN+rj79m0a1aoDd/XqtWb+RvK1po9pZnqGkT/Ojt9Wnb+ljvPUbX1wQBsQu5o7zA3vhS/jglbgB5bMQ9aPlK9xYZ18rSCRxwaaOSHB5E+di/sjJOvOUh3HSdgtGyIDSpLHTzYfJ+XkM+pftSn+8DtXurHzGEXq6V7VNDZEMfLwFJXUF9N4NCZcOm6FqSlkboYCDuWKsvbUsWKwcYT2yaKm0vYnvMQr1BjKi4Z77RrdKqUXhIjzsjYe6UgoFJnvknJhPN+kZfS8wA5JbfLAeM6cy/6LcTpQMbZRDCBwCmWZJpSdtVrBoWyjsoTSA7Br7Mn3Fl3/OK0P3TtV0X1ea7ZPP72n2aCP0TPKIk/LMYz0GbH95tdvNP/0n/+TpuOVn+gOt9F7DXN7HKANXqaDjlEHepee1AqMOyGUo8uEDWS63EDlVzcpsBDewJNs0qcqvjq5XpmIT4J2w1EjGtBVl6P57fCIMGwoMrkezyJh0RqxkeKhQYZMv0AcTnkXeGAzHTqaaZIXkVt1y8Qf8gJsjDFLiPwetok0Aqs3lIneNldkRC0p591nZjfoC1S7movnrmiz4jXJZVLS0eTOjGik7NaoHt6+fUtTyMq/zq/zGUfqHh1C8rtsk5vclh3h3w8gsgknQyxiEFLL2iRO3K+CnYTvr9k/66vz2In6Q80y9aU2w/Kpw6NJBz5qqehj+ix650ZCmBDS2BHRj1rsEBQF8i9/HxmQ7TVaBTJCIU42kii2dNfEDf1490haw1rcflcFR7mivOh9e91N+HnP9WSBFljO0/J08RPPJBt6hmHETzyj7lCOB5490Lzzzttenz6sDww8//xzzYH9+6yEwLkcI44ajB3P7713RDu0WeR98ozLWLzn2JZnMpCFx0QmaQ9Nlhdl0xqEUoYw/RbbXu1PTl0DEzIS8UmDaO74yOENUNjlAUFNx1ilI1h3KiWv6Lqgo036sTrcSVY95Xjdtu1bdbZ2h/dUDImIcuXWMZUrmxlVxswa3ZaivaXOdtxvTqzRMhji+jTes3zMa/H/STKI7RjR/dRIzE7op0bAhISzDCcE/1V664wJtz2FomXUwsUSHN2hIqp769EljcxNreXw4XUMG0G4h5iGi2lfT2tJ6ONTeXoXPH4eAWj4vEprwJjVqxghSUlTiQWD7VES9QV4Q9FgSbGx8CmcNCC3NC29gCIUNCrfn/UybNtbaBu5bOwSF2AeuXhkEr7A1Goj49CG09P0aMdrWxClFBWNz/3t3r3LF7lfnbtqXly9dq3ZK0X7/rFjkC8THRI79ZOCvno4mlRtpIH/b9//b80rn39R6WWMsB0vEAZPlD6TlNnw54URrGVj0j/twNL/zdFtqqnMcw2V9KZfwES6zHSsUvlhenGzZcmRd0Yu9pCmoFl0B+kDaJCLQuHyrIXzjdwEDeBC5uLSFO1D00zIbSkHlAW3aHrUrYyu1k1fLDeQBLJyV3JNxwa6kU3kl818zM6s1kOnkLLPVrKlWekhuZZjwRA/5Ybi8SiaRPighXfKF+Wd0jCBJ4oxkv02TQIrQzocl4O82G2s5DwlJXoUGKITbqSEcqZubtP93GemL0px6uPw8NQ8VGBk1FmlStxdrb0W1E/xEGXLN5rvromResilMtiOikVEyRM8IxfwJB692U/eMpmfe6I1YMOfjCdcHPWC6jBgTMbYXfyxkgTLRfGHN6tpaGQyPb+M/GQKGTCocHX8QOcyT+ilbNL243LvKM+RbMYn38BR94fGsjT0HLwvnscu3eQh0XOkp2RtgBriuTNIvIAaHnf3Xr0VvgtZwGHbGe/2XOKnlYMkbgn4ccFu25VklftxYPJT3VQ6scFylAehoSZELd6TR7BZnjUV8KGTs9X0Zpm6zVuTfNRH8BYGKpHAs6KYl4oPLEzy/cgaTbLWyocBKEArScXpRgDhx3quwNpKFkIXeHB38JGrHLnQeMZ5v5vetEFTBz0xgo6RZt0QRuzxv6QDreQtR9GtrQbXdBg3DW83Uo6REHHvNk89/VRz6tQptUtrmtM64nPouYPNxplZ0Z/MHk0beoPmLAjlQi3itWv6zu6lK4qrOIs0yqMYH5HP2DoSjQNlPqygK6WC+PU0eY0PHqPEzGu5a3lAsV69erW5cuWKk2Q/ANdxIhf4s2buy0YkK3P6HCHvhKXhe8bIkYpB5a4LWqR8UEBIN38Y0yYbGcjydkD1U9NbebdO4g47K23gfThSqRN1WDTjaHH9FCyjWj6jt337NnWcVbcJKKadnZAfbjZHIctT2jeAGN7SBq9bOh9PXp5E47pOXeURgU8UnZbvjtdPIv+eBJoosyeq3B4DU6xymZJFcGlgvKlJ75xV5UhNnlmlUjISQKF6Hbcwi0rK6JcH5ZdKOWmnB4pf1xMlSRQsCpiHysKT7yGoFMSClB1reigxRiI0lgA7HaaaqWx+D0VmZYYfeZF//fTOTDoMWoVDbitf8k46BV+Ht4Ojkd7/9NMeYdy6dcPfyN2qzSeHnn9OXwfSDIDiD03gIZ3AA35MGcs33//+99XgrXX4MO7DfLcioSFQefgpjULrT8PLo/B8ci0POtxAowpLPMNmnCreYjQjX3z2kNkRzDXNCKRSQwbhzXV9heb0mdNWpMBQlkgEO95Rnihb6AKelpYz1laiguN89xp95nC1RpfA0lnCxOxLyDeXrWzQh9NzxJt5RH6RdXa489EMPsN468ZN09fJblHIym9nkLOQIzksn4yUeR7EWJEqmZrfWXaeXRiUBbNDUqnmFeusG2fXa1PUZn0kfr1kiw13ks0in4kzbNVHzR5RvvrRJTGUkfZDiAexCkx9Jb88uB+egUMPxKXC46yry6fMPdvlg68QEnrux5jLi0RldJoj1JXiXwTtSlE9MHzK3wMjqhAgmflU3iNOOsL3y8MRZMvxYAClZzWKk1GdM68KKod6t6zbrFHPmBtw1raV3T1fpnRVPVDIxOVoADb3D7N7UU1Or/LQUGb1JI2VGI9KJLSM/mjYEWC+rINJJcoF6TxpSN80yC8roN+VdL7XdjaS2JjECwxNjSL54dyuQj1dyVd9Ll++LF7da86dPt288tJLymNprIxl6Z9ghdZp3z8mBcHGsNE4mavWbvOJT/qOxlvMx5VZAOPsYbygMZQrDXHcic07o9vhCJcMjMnEAOkajbauSlkiY4xCz50/Z2VmJaxbm2Y3bmxmdZXgDZ3VpgwwKMUZzRqs121M01KS5J2pX0Lx26Tz1jniZoaGMOzMJWlt0O1iGMr5pmT16vVrXg5gBgy5xJ8yPa3ypAMwN3fd9g0p/nulfhC/lh3oyJkVnfWR21M2Ld3APyrj+upS7FLAjzPn3H62fv1Us02dwG3bt7geZ3knNLAuU8PHWi18xv+WOii33PGhzlHfq9g4McVupZAlItUH0yUcYSJUElPe0+JduPXbxs+gvwIbHmTOhjmPOjKoJwXI/BhEqPmDrOaM7XLZlHGYHcadPK/xLhfXZxmO/GOSD+U1PPWbfGo9VuQA2+Axg7tUpnZtnX2dioBwRCWNkSnqkkaF3nNuQrJSkr9RCj4Li1EEKtbnl/AvDWTYXWLQnroihDFyQ6NtYwEVyYpC752GgEZynRoAGs8NWnuiob05r+/RqjGARhQjf5lKpk3PBfrMYNwkDKyskkykCQyeGHrIkbmIKy+NvQvugEm8R4+83zxz4Nnm2pW55vlnn5fCONucP6+zi4qfafYbHdI1ctvOs3o6tzWFuUZfAnrmmf0moc1IvPVe3WBBRptZZ6nNT/I0aYCO4UNvLqMHNSXLJb3a6uhHPtSAK2aw0RKjNzBAUNdwhF+NJdzQARQ46ZSxXoLcrJcCpAxBBSaXt5Tkel3AgCd/3v0uecj8QUt8WjDSd3T9oKwx4Ijw1a3y5J2HzgKK9oMPPnCCjIgzb8j5uXPnrJQ3bpz1qJhNf1baopf0kRVuX+IrOJw5DRMyAv2mUZl1xxDqFWecwX+xZ1yc9Mt4vI/gpwONzIJfBFEv567pq1fXuZYRWqQ4i0JMuaf6UZuRdcdWHvnT/azuwLjQCfPaMIlGOOjguGXMMSLMCZO4wmOHNM748zloBWGP54xwLNMQP/Nf82R50R17FDSJghUyxYqX9pf8YwSsf/jovQC0H5bDDEUu5IYXNspzwY98pIF/mQ8gPeIqwby3kIVnWYfxH/eAD0M7gCGpltuOYI8I82//J2nB1+DYphf68cn3vu10SngHMxrHCKqfxFl5Lems4+AOqkq0igZzngFkmhLGDFDyyfwvGDwnJPAhfqLXfv138Pcft+8VVVM7t8y8TiSMCRYhTMXRWDGVBiyClNNnCVMi2EIZ54iQjLnhVBxMJGhn+QnGk1/CGLXSk0apEiMqvwRZQhvT0XFFHN+tXaejNLOzMzofqPU5NYqGz+mwgp0qYLlWoMPLLxXAeQGOCiGTDU15wcORYlQuTPAOL9mr4QENjOJy0J+rH7nCjvue9+3d507G+0ePSrjpcJSCJz755K8t/Mx/BG7YMN18fOJE873/4Xviu26KgrRCa8TUbxvXlBonLldiReiFGy0/483kkPHw+CZ++Ap5vPNkYwF5LQwZlgmZQWzpqMWmOWIjJ4xqkS/4iE1O2N1Mo40SJlxMdP7Aw+wJMkkaH330sTpbGxzPdHhEFsr4xEcn1OE5r7XJ7fooBSNars9c31ybu+Yz0Ixqp5QOypYL+D/66CMp1fWhSEUXMzYo6zP6SlNc+6m1d/15RqWM/O5q1Mq6MGvEhEF/5J9c0BmRLYGhTuDDH/8rNS0/hdz5JBGZdGd4oFcYMiOZjGNrFJTkkNkf2dx/fPXqHLFBYHISD/UOPjkPdgmHoiPfXHZBODHIq4FkUcGwMK3tES0pCL7QSnikhitM1qn7YEmiaG1wZFqZnzZwSYdjj0IlYSVjmb8+YOZfwPq3jIrPdAhhiO1+BPOB+tKmWvEIz8wH0YCJn+Cv3+1Xxed9gjGPFWZbkcmD8ZNOurHLI6tnhrR0cZR+oXucTVD6gzDco3F6ibVwQ9/F34fpQGNrat7iqXfzoLix3LpkJOhOhg/yF1ECsE6z9sc9NENYK1p7RmkYHgUbDQijDka4CixEAZtI8HI0VUavmcmDdzeyJeVJijaCaSCZchIjlAYKDqaUvBqEis7mDtbZaChnZze6kWPK2nQBVRoZaEQR+l24CHfDo0ogz3jHzw9gwKYth1HJLvQIkkDDuKgMoqso1Yh/fPKURjbzzeaNm5prasS4OYqGm404Ha+MUj+FeeUVNOEjrFJCTL0/pTO5W9T4R4cmlCcwKQB9vpfYLdp8D9v4ayaWdLHaKJXfcpxOX4iJn/SnosUXNtHBsjKWnfLDhjnzUfF8zlphTM1Sntl5Aym8gw9ctPD2X/6i4yk7m/XqXKGwmJ7lonzMWd2odeTIEfPbo9YkRmHrpDQ5drV9xw7jtyCJDxukmOc1FX1WN3tt0Ah2ncoPZb5RU84n1MlBvpgtYW16vTpzly9f0RTyGSsZLnTIDJN31piv6lvFN3yn8E0rZ4+UUUhWruKG0ownlE42fNC/XEP85ZiUD/iPsUwrKvsamKGKzqxGtfqsY/CQGAIWTJdGeS8l5fpBPRLQWnBYFwdM8CJLNFjjdB2Aq0930kcIJhVtvD3YLyllHoLf/bQXx+7YoyCJguzLFCte2t/Mv4D1D7+6Ee2ooo2UYCL0Fg7V5YtfeQ9YAA0e7A5nD6Z4jbVS3tIGqId/mNYAS8I6HnHb+CHX9k8clY2zF9dho3GIv5Sp8YyDrcNxF3YFaKGpjVfeMx/YkuqQRYCgu2BIXEP8BhvgrWEIr80wbGrH5unXaTCpqB5VyoEbwDgWEA2okZCQGiOITIMgEs/TdoUQBA+oEFIETPB+kWKVf8kZubW3K7bCGeGDO/+AY5TBx6l5aDBZw2MzDYo2DbRWop/eii4FS2bSkEBLuvyLuwZRxu0PTv8V3OQnIiivcq3TUSfuP961e09zTet9Lxw6aLpOnj4VfCNNknbybaL4OgnoNc3STIzyzuqrQK995bVo1AoNLTDR7dfRBu0uTPwzI6IRzvvd6YbCNp78yeAWnxFV+KN8nX/BpE30zIo7MyWMKUAqNLeCubMluPjQw6rmrT//ufn+D37QfP7VVzVSZRe3ulLK67EPPmzOnD4r3u02j0FM+f7+939ovvzFL0npTTdvvfXnZv/+Z1x8U1KMrOeybrpDcbhz+vD7R5rde/ZIYa6LGRjtHVgrWeH9T396q3nu2edMB6MLlD74cX/44YfakavduLqoAUV+RzMSp06d1HddN3oqG1lEni9evGiO5ScjmV1RTdBsii7t14NsAIvygh7CNTktfklp6HmnAABAAElEQVROtDGuXUYxv/l5cOPyLmhcx8S3FrNocUcVZlJQJWCVzmmz0fDWLSnbOXZql3rThocDul2W4JSXl2TghdwobOYzgeQ3ZSwkODqxRWpMHXBBa8RoiXHow/vp0on0av4snYpjj4DhWyTd5WsBhJ88GPEk8s+LoPVPWdBWYmNiRg//TCPqiOPR5hFNTM4lHuIk7cQwo7GLsZ/cCUP8xZ46HnHjQWLDJB7TLs/0b+MhABi1TTi7DjU0JDOGsRzB0fo/wI+D7aBaejqvNq+VV89Zx8FNCiGJciT9JUaGm/QS1ovvKEFjwvZwEEf/td4DdY2jJGW/2t/4FN+KFqTeEKVaFcIi5siPTUau0CRkxIE8iwxf2DhO0ZoyUZcKKtntNRojQxAFpUpMfI4YJYFhK6YqPw3YOm3IWqcRx7RGLIxqF9iooTWymrYUcjMT/KIsNqpEOqQFDU4TNy/KANUmPIlTTMlvvmK74RGsP5Ctd45F8HEFKg8jIdbyZrSud1Rrf6wBYjI/wQt79X5IxukLx9zcXPONb35N05g06OJbsNw4cGaBGUEJjApQAAnISHaSwYhnxwp+KoxtLOdFAVYgUpgY3CELauQ9PSx/KTP++Mzhjh07m2PHjkkRcgZ5T5sHjp387Gc/b15++WV3pMDFeu17h9/ztO+mTRul+DZ5dPq0dnmTNjMrxzX63Lxps4+uoBjfeOO3muGYFc/4wAV5Xd1sUjjrrGxsYgrZis/03G4268jLvGYhTmo2Aho4n8oXoegg4Md0cirlmzdvuCyY3r6hWQorUpUz09h0GBgBs77MbmhkAbnk28nIkj89Kdxt+VflQl4flumVk9JF0ZIU/q5nuDnfqybijlp1FC37G1xXepGhKGSOWQZ314SIvJqxwoyuRaKQd0zIbZS1PRQrUo43frskRl0hnR3s/bjAmjzGTvfycDn2eNBC3AiNbjRIlGglT7LgZ/BDnHNnUm9Wsh16v5rG8IPWHghhHdY2YknF7yvLX4tiJO4QT50GwBGu3KNoy19i6+JGrHxPu+VLiyfxdXbimmQnrrTHwdVhuKGmLS+91yZhC8VB4iSYLIcq3PEVebmKdlzaU9s3b3gdChGUJAh5wo0AebSrmBCZ4W5Mi9ChZDCeNlRtZLTjEQ8FBLHOPT+FGSUjJVrElXDSeHEgn4aRaJkWbhrhtVLE69Zrik+boWjkvBtUvcgR47xEfpQBJV/B6B1qoSYoKg6skp8IpKLgp4A6TG6P1gQEnTTQV7RexzTopUuXdfnEK/503lmNaun50VGI9HopGmf+ZD6ZfkRZHTz0gjIP/oAgHKft4plx6p4m0Okfbn77fuGz9G9JegQwacCGX116LAGI03o0F+4wu4Xhmf3P6gjTD5pXv/CqGusY8ZFXeHby5Ekp4x3GA77dGq3+6lf/3SNZ1kiZYobHrMnCb+Jwhnnr1q1SqJuscN98802vp04L3sUl4nfpYpH3Nb3MKBiFyvIBSuiecKFMz5896yl7zj+z0Wm9OnCXLl1Sx2m+jGzjeBBlun37Do9amS6e0VEZjs6AF5nkO68obpYS2P3M1DhndlFua1QXKH0lXYwIm8TYBFmh3UNHeWR8OTiyljI9peNj0MTo+9q1q97fUJcl0aIsS5kqj2xiojj58TwUmrZLQW4CJQf67fvbY/DTUtb645NPy6I2dHkOx6/qRCePy4mfqU+GnUgXUdPgFu9pitwJlztGtIE/+SwGR34lx+QcsmtFaziHJOJRe2X568ev49ZuoOrs+L3QGpRGm5zYurgRK9+HduIZZyeuSfY4XEPYhEn8UNOWV5GJjJOwppgw/ifBlLzX4XYrTrTmiXUUR9LSQXQwUzs2Tb9OhczpDpBCsG35h0REBfSlFhIUlCT9Xmi1giUOsATIjgrOiBThcnPjwoxdcGAveAtFpOVHkucRk0vYiZgWGjcUOg0a08eMgOc0fWekhdaCyumHm3RISTUgnE4jwuIXOk0rLYpJD0CodiR7B20Zj2zSKZjS2h2N9LEPP3CDy61Zm9SIQxuNPJhiNNUmj0+iaW3yjWGTzcmPTzff/fvvCAp+B4j5ImfyCN+MM6poCSXljN+nndDlmFEq+7GcLowoBlopH9ZY4Z1DSisSa56Xmg80XXzw0PMa7d/U14suNDc0svrlL/+tee01TZeXzLIx6d13D3uU+Mknn5jPx08c9zQwI03K/8jRI82zugpTTLcs7N23r/njW38yZ3fv2uU4jH4Zzb733nvaCDWne6o1UlW5UNbQvmnzpubD4x9aQbPBjraPcjt27AMrcBQ6u9yv6HvDq7WzmG8hM7WP4ufOa4zXaq9cay5KQUenQruR53UkSGvMEIPijw1RAiZ/fhz1of30ykl581RkcL9qxFUi5E/8otPChR5sJkR9jpooU37ZSAW/kEsg2yzgsEnYsIvnBCvjdMF0f4m5nNhdrL4r6Arcdf3oQ016c+xJgfafSFudHdzUBfWoULYsA9Emul2peJxKNadeoTf9SMz0Y/MywWQ9mRC8qHcdt3YTaZimaaGzXzC2RQ5s+xKh+T60jbfAjgsrqMday4FPmEwHatryamkM9C2sgNKddhKQ79jgynfC7ZbngylardEiFGtUsTwVCDEkJT8Qq/30uyx87c+UskcI+AmADBKH3rsvngBSUhRu9YwRQuJ6dGksfqPPX/r9jh8NhYKAJ4J+mFJm3Y0RAxf4s0bLrtF5NWpxkUWsjcQ5VxNAxPYxHr3Zjxc9XLvnikDN0MMUc4zGDKjYiQdwGpvwJ1tUFMqRqDRGjBIWNFW8QaOdK/oo/KGDB3WRxcXmiqYuU1S7HHeugrEt0CDtjnYw79fZR01rcnREVx6ar/wiAEWA0u4r2thU1uHF1cVJ/+XYo1T2Y2U4fEp+wBsMo3JxR0kH09hxvEcbxX76s582B5474B27bD7aum2bldFbb70lnh1yXHiQO4oPio9sMNukKeTjx4975GtFLh7c1Ihyhg88SPZQqs/qmNVvf/fbZp+OSDHK9DKI4NgUxQ7hE1Kqua6PAmRtFh5ekiJl6pmPA9zSMgAGhQsMXxDycTfBMUXMSHi9ljA8Ta0szmsnL5dr+BIXLuBQfrkOcu7GnEbL97TMscFTz6Tjrqbs5JETus+fLHvbxpl4s1SUjJz3NCKlaQgjOaCjoZPh3Ip1WeeYb7ucIg64Ai/lKXqpu5St+AsviWlZI8xR+OEBKitHSWqsFekQ5Dq+nChj8fQ9TQWZleny0IeZ/ObYk4MVMpHMLjulSIMPKnYr2q59lD9tmR54SjRKxNHheXGjcE1/hskeZ6KMxoUs7VfHrd3END3Yot+fB4WeFmXKBj6S5DIiz+DENbQJH/rle8adZCdc2jUcvArGFSL9HjpoHG8dV7ymhPgNcensKGXeo66QZqDkN4zp0Cv1uDbj6Bv65Xus0Tp2hwQBS4AacUyFFqIhKGpdC5K9OOJ2axTCSwnKoHCJDb2sIbkBqohPgbPYFnJWqyHl4gwa52mNNNaosVuv0QYjCkaWGNMaUlJhc9DEH2iNR7QEeYZ1stDfixlvJJH+xGUKlDW6s5qK9JEUxXl6714jZAQ3akqmqoDkc+bhlNYKv/6NrwtCDZzAKXb/wW89mLT7irYIj/kAnw3Zwvp1mT+jVPYjEg4NdHSCI6Qd6XNXrvnqKOKW/PmgOBx96623my//7d941MgIla/M/OUvf272aFNTXEShD5hrxuLNN//QoGiJt1UjyHmtl7777ruaUt6ntdBpb5riAw+mQeXAaBqlelQzCXu1psvIDfzQuXPnDn1l6enYMKXy8rlZKZ0ZHRPbOLvJ6/+3tEEIWWLdl9EsZXpdCjNuQmO6NXYZo1i5mYrnukbKHEVCgXNjWHxlistbuFGNbzVrJEynkHVbmWggluKsQe/vx7IZjbozjrwgQEVg3dirMWHd9crV61p6oWMxpCeBi4wpOMQpvmULNLLYIhVy/pY2XTrmA7QGMpPQhS6NqYYwikGdyLpRw413JwHjQ/GdmLMRgoMPdMjdaS9tS40gWhTqSImcNunIC/+lKGrjTiZ5Ykgdt3YTIbNj2/UYF7mXzT9CULoII3EX4X/CDm0hW9QsCm8ioak4hCndrU8V5oTKu/msDAGXcZKQR61o+SIWyTo9kyCnNbeEJaeFCaYhIhxlG0omGpAk1BVO5eEySc+xtnoOgov+wygAuNVCkJLsWLtl5+fCultq2KJB9FWJt2MXa8cwhIFGvo/T+EqtZq0JA4iVwQA4Gg2NsXMI2yNStIgq1p8pFDjGBX/cKQtf1sgPOs+cOt0c0HTmLo3Yzl4454/MT86tENRGo5BzZy/p5qS5ZuMmTZFLMYxkqIYfcYsq51UBEPiIDTMLMW0qvoiX8IHpdHa4wjq47esIZbPx6XfaVXxVo/61WmNlJKqFxOY73/5O8+Mf/qj5L//zf7FyXK8dvHd0BeCZU5/oEo9nhORes08jW9ZCjx076lHuasnFwsK8j+rcuUm5NM1WlcOWV78gekIpyMtKExs52r1ndyk71pPZPTxvhXptTtcu6kwsipOpacwNvd/UjAkKF/lCedKpYVqQETp1gD9ugvLn5GC75HGtlDQbrLhH+aK+Xbx50xZvzvKGJGAQ7ahwTudBf6hrWdyJKztfuV6IPze2aWejRvLquGzb2uzZvUMXrdzQ7Vv9TXstbciOiGUUpkJRx4HzxcEDPhIQnSpqqOqBYADXITWSWrZZup1YNioDup6XKG0+VobigaFpEWk6yFvmT87PrHEekAE6bJ9hA/XOAeXymLOSKmRqu9ZoVavcCGCnkPYIKsRZwYjpwLCTlFFDbayEIktg6oIyvn3iJZRVKKwE7BqNSANppeHgoXfO11oY8bDDM9aZKjEuSrPG2IWSJk/n06aZDmwTEDAo3WhCCgAMUVBiSJvdxjd0RnFea45MMdKAv6rjLBe0DvmxNu5YZxPXJu3yKiv5nT5k48qVS80Xvvh5JZZKI/gRaApvFCEb1YibZVcog2f8tWlnCkvbo1T24yTKtJMrpMXDiNIdGUVLXLPTMw2j9d++8bvm1VdekVLTjUt65rTu+Yk2RaGgt27Z6ghPPaUzxVs2u7yjN33XYZs1ukXmnnv+Oe/y5vvE5NY5LuWfBdTLd7Z6JRt0Dhh1clnKbXXePHqVDb/4X5CC5fgYShWljAKOzUWUl/iuUSq7kGOj1oyxkl++zxzxOYo0p9GyrofUpi2Paktj1aOr0HO/lkhxemG5tOWEGwqRRVrQRX6zPnJUilmHeY1oL6vTA0xHkzmpuOmnuqfRP0JMJyNTSEVLuqQTsaITW14c1P2YUr9WVawLvk9X5L/DDZp+fhZDTLx+3CF04cbQu0Trh8JhL5WJ3z4v3jGmje8UESBM2nLCE9ONN2ETTFdOEwAW8a7j1m6iZJqIKCPvDI/BDgBAxJNhxMPk+9Duhxm0hY23yb/jcLXQhdiEwb92G67i7TA8YcMezRf+9i3p1PHbuE5kTLryT5gC0rbRnjqmjaKh69Yp1XvPhGRT2bzTkqMnxR+lRyUGMbblSjbjCwsdcDRwvUwrE8inHo8KStwkzlEiuBSrjv2o9NmQwnoZa2Ssfc3OxDWMOcqONCJ2YROJ+4G0zmQKjE6i90kD5EaIUSoSryeiCJP8wqC+cVdpUCDQL0Sc9b1w7rxDEdbNWza50T185KiPInU8IH7fsBYYfCLVwH9WH5X/zne+pVuMlGYQ40iRty4+Qd0TdHtNyJgSXwAljzM275MecjspzHgUlzxF2uKlXOYOOFVOlO1ddcQkGJmcR3w7Nb27UWXH7V4c1WKUxKajFw8d9BTxde2I9ZSslgXYVESH45p2+57VTU3ntBmJ3DL69DS92nWKyzd2KZ2caWkTlMO0Esv0RvmhLih78sgID7mn/MDJzvZpTU3TkYN0psaZal2vzh2dghBnOpcauUsW2YHOeeoNelifY5TObt1b2r0M/TfmbzpfG3SdJDRQNuSBp5MtvY4xrlMD/4weUhKB4Qa3qIJmHDKIFU7w+FEpAcAHF/gs3vzNBV8Owp3GLmvHCmzwBgOl/MI+Pm9JOYPDSaxiBOs5HvmiZJlN4iFOZ5IefKADGsEO2Lg8ApflhntJUzowxiW3k4deRRzWlxpXTVft33OTcZkResA/yCiQcMMXVyh1gnnMW8pe4cG3Ulby83p1JBFwpKVnkhmhYxLgGP86bu0GNNP0gCZf5E+dMg/tx0+0C8RZrgkeJHSFXF5DOhIKexiW70FFKd9SPm28MeVVqAYhWGVFO5A2fuGPHYaywrjMZGdIa49JxxH0UzhWsCpugV2TAsNGE9xsPsJOfxCg0Bi5+drDEgaCOMgeSTDi9J9anCQ0Qib8gkdBCZuZGEI7nTJFCR3+3J4a6KQx6IzYdAiY7kZgHA5+vY8zGT/DDFdAzRyh5NtBkU9m3mhwKkEDthA9o4Z4i6ZDL56/oHW/jc0H2r36wosv6GjLvuaINvLEcadMaXGbNCD5V7/6dfONb3zFjf/iMepQCMr8IlArNyVLy47IWuS9O3UsyZAUGJ02pvr9FRyNPM/rbCudtRkpJT4v+MmJj7wjmITgfdzMtFprh/Pic6N1291aS9Td0RpVougo03OnT2qNPnadb9alEwg1vIJn7nQRcQmTEHCJqWEQoFg5jkN0RqlsbmPNmDV41mnndPMXbjblTetKR85PI2t0GG5Kmc5qmSDkAxiNdK9oelnhHBfydY7acLUGPhUlSD1B+qH7QQyxs7QTl5KxJ/50Qmj83Qmxt+qNfKZnNzTbNYW8Q5vu5jXL0AqyXGnAF9SJL0LK5NXdsv5OAuTFncSM8Bmyk+vJu4dFuouzlGmm0eEe9enCogQWh6ihH7cbyp5c6h43N+4nPa3R0gBoukNrTJh7C2oAVLEYmdAI2dBISMkxFRYKKqaJrJwCQg1SrJnympW+BA2saNDAXMfvCX2hiT4io4bbt7m4QkpUSjzToeHN9Th2WNKDdwOgX6hL3GkTWhv8I6xLObPrb8Mq+6tBJPlilE6ePBLqwFt0NMCbpGDPaKo4v5PK7tSDzz/fvCelm0YoljACUF5Y0/vJT37a/N3ffVPwhYglYrbBim+zZFptjNYRPGxfl3RkOXsNknVAN/uSH7nI6wfHjulTc/PeiMQ0LLyZUo+SCz24bvKWlBRTknx9Z04jQDqbTOfO6nzrgka1wHIFImvfa9iFrSHA7eamPsRwUwpcNzJpFzrrhDZLM9dlSPG55+4ZHGGT0rxyWV/yEU7PlPj9shSL1iaVLpuvOEuL4uSsLZvwmA4m7yhozs1yl/KM8iCBcliu/95U/E/UqWCH9XZtyvK4X9lgZzSwmOShX1b44xEszE4jt9dV9c7oOZSs6i6K8q7qj9WsqND7li0b/XUfjiddZ2OU8jMsf9cxkYlIrdbGtDXCubAA1viWL+URU/sQQDmQp8gXPosZk11AS/9jMfCHFka65ttDwxiI6pyDf9RkQUUgo9k0pilfnhi71KuozU8MVRByP/LSlknF98eRqUxXa7QbXqeys/GGxoUNLlS6WkGp6Te7/dk6RpVWfrE5IhsKKi9Pfq1DzYljEbP+yxtrQEiv3mJnSdOPbZLHEbaPF+iVaTlGCyg1doeytsZF845j6IJNCFOJ1nlIfAatfgyj/ESKBR1KWIoBJpG+H42i+U4pjS8fxma0hhsaGBnBkyk1/Gd1qT3TkbO6JWr7zp3Nn98+7OnHSD+FtyOgZFVElzATQofidrNL50J36XYlx4W3FV8CX1Id+DLcYfaqlHQFmnDYNK4EVcGBbJm/8K/FJyzR8K7yfcKHD78nBXbLo1Q6agsa2cboiAshdKRGSgs+s6a1bftWjQ41mpVC43YszilzKQS7g1n/ZiYDw3ono1e0MsqPaV/SpwRzzwDHrlRaIVulw0h55QiW8rGsKh7lxij2JspbNny/rg4BvSrKl7u1t27VUSSNcLkog13LKGekl2lvNsPBg7lrc4ZlbRdFek3vpAkss0RbpGxNn9Lkz61FxfTkoTM56ScLSraj1vEzjvyoU9AUjTlvMo5DZ1GyrQfewdM8V2ulGZD+Ja4bNNFLZ49f4qjHrXhc46hc6FUS5PRy2SUoA5pn1GR3jBBTNgZsWbxI1CV75MkGSziLZa9oiTrK8OxqvEFW9mP8kV5J1fGNk/aRKXR8GPWXP/geJuw6j2aBvGu/AtyzlgrvAQ9e6ri1G7AsAjpWYcK2nBLa+k+mMXGmbbwlXvqlXRJZNL81bCuHkJUk4qzoGpcefua22k7Hc1YCwaS4xMHU4eEWN5bIT4nYphWsi7StaA0girKXBXGQkxlEBZAIfj6nKKFhKo1GszYxRRqi1QmyY4MhnioKSn01U9XCTZqkx4NixzhNhbnRFSzrwhy/4NuktzWioVE0VYrMaAFZLpgK8byDK3xz2pmv7vhRY89ICzx85J5Gkg0282p0GXVxtnJeoy7W2uZ0n/E1jV7m5L5+Q98rZSRzU+868nFVd/By9IMKdknnZzdv2+Ibo547dNAX0HOvL1xwy4RdmVJ28ok8YyPwa6Rojh8/2Xz7W3+nzkWuh0fEYYEnuvTnXU2qvQN/lMkQLss0/R/EplMS6avkSVSKinVNRoEoJDopnEVl+QHq6CjRcLvxFq0o142bZqSUr7s8KFEftZm/5TPUlBOKkKNdLGPMXeOIiq5JlDIGP7ylHLlr+s0//VEfaXhacPEFn4s613xZa72MlE9rvTcupFivOKJVMswmNj4wwBWa3JfstUbRj5nWmjIyT0OeX/RhRIvS5LYoZlW4LtKdAbmRF3A6H6IZXL4Ocuf2OJ8r3gSfwg538s5JLu8nxWUA7Trr+hD0D4JhvWhGabrA3PngoxicAXZgiWA8ctMmsLOaeGBEjulc4uXyIwCjfBEePzgwJSxe/GsYuVzX8QG/Q7qf5EnnszxXxks725G0ayxd+1T7LtMtgssQoY3g/OjHSlayw5q2eVEyDL+IE/VxmOeUCfknQIu5cywW1kGNd9VxazfQyf9QtLyFD62G3RVNw7jEx6R/2uP86rA6HPfQ9GBFBu9d5y8o7MEIQb6nnTgdVy8UBW7nqsoTcOPi4I+JsNEyGsbpYB3NPwnjqeP0hhD3DDNjqpEouXtam0mlSrhlJ4A9EvbXfqQEV2IggJGJ2iHjToLIv3vHhRb7S4BpoNVu6dHoQwqQ6crbtyW4JAvzJNzo/VAvTJuBm96lqXW8SA8/5ZMRKuEoWuH2+TcFgN8jJqGlLWK0RQNPBWIdLrKtePJPk71pKjSjUG4QujerUamOebzy8kvN2zo/2l3akbEm29BAXi9futBcunil2bh5RuWQeYvGbnLsCKHi6/+Rmyw3EoMPUV4ukmbvvr3NO++84yMvm1nD1kX9dHY2aUYC5UNHizJiY8J1dVYWFqasPJmxYPTJFYiUD9duTuv6zfXrZrzJjN29c3OXfGEIX9ohnFEjym/v03utbOnw8AUgGg86TYxIOYvNlY8XdPTGl1IozCPiNbJX6QpF0TZ/g2NkKmUp181bNUUszULHC9wbJWBMeXOrFcqdyy7AdUn5YpTMl4f48ME2jV5VhGIJo+/blocTxz9uNmldGaVOJ2+1p0tUPO6BdcXU8rPzWpELtJbRibFUV1aLOMn67MyGZofWaq9dvtp8fOO0Nu5Rbur8UAkrA01UI7yZLWCmgdH+XQkZy/PeWEKGV2igE9NPLfwe9a87hkokBxcPIz3ykW3XZHxZ4Jn7yP+nwYPJNBLi3BR7ccjHFTpc2lhuuh2nlxvj4cFl2uUcbVROWJsBmVT40UOTj15QNVRElNMaGkrVQG9AoiZWJpVPYhw2IA4XHiovJhtp0HRxo7j5ZbTMwzotU3Ib1NChHDmzGSYag3tq2BjZ0JglHmwfzyhKdEEtipWZGnHsVtFKOacbnDGtqsZS8Tk/GBNCqiiqpWwEE/WwRPzQFKYygnJDAXP7zr2Ze74Ef/++fc02TS+e42swy+yLRMMWvd//6//+f5r/+l//N6WizoDynx0e6Ltfk3jgC/zGDMsnfJf/i0xQEsYnPtD4crvVMweesbJl9BnlqO+jSlFxRSLKdpOO8ayXEr0ihcmRHpQdMxYoNqZ14SUyxGfu4PVmXZ+4Vspqm/DT8ZlhxCnYNOTphRdebN7SRRgoRUave/RBg/+uO5Rf+9KXPcoGFzd3bd22uZURyg3lznrrbcnQZk0ZbxONdzRNGnwSr5TIvDY4Xbp0UbAxIvfNUpLDCxo148eaLTunoY3OEp1COmtHjh5tdulijqfV+WAkSMdtSr3ELIuk/1HalDE85GjSwr0FzxBxIcjVHdea8+cvNgtz8wpNRdCnhHpK2VKuKFrXL+VLwi+5l1z2wT8zb9BdqsAD0ZwdHPg0NMjPZ8+QkTGZ+exl5ImgeM0qjQRoZKjwGLNWTpoVGk83BMDQasggNCijrnEDRrHKGiMV0SO/IlspeClsUdUFriiekhJcNvIoMtx1L/OetB3bOFibU9OltDTFq+k5mlamba/rDKv3UtJJVz7Ux7aijS/8CKPo9SYq0SwIMhD5JS/6K/8QY5/IJStPoTgAME3mjKh3hpRnGiQ3MGQk3u8p79DDqAWt+vHxT5qDB55vvvrVrzU//smPm3n4DLj/BCJj3oXLvyjU1ugTZx9+cNyjh6k10EGDFkoleZY2cWo3kC4C//TDgGOjFzY8j7yLx6VB8AhF8YemLpdhGJ2SULZBXxxlWdW89OLndGPTB7728PLli1aUfJqO25W4YhGDMty6ZbuOyqzRyHNWn9A702zZtdVKC+XLMgXHaa5r+v4T7Tzewo7ZXXukwEhUU70i1VOhIJMc8vUfOkcodDYssaHqpZde0s1Ub/luZa7J/M1vftN85StfEQ+ys8iqrkpNSpv9ABvpAHAE6Z6mEmTIH7J0Tuejz+kmsPnrui9YfnxZakqXbMQMCzdCrdalHNfdYVitKf876vQptjoMd/R5wOPNVm2s8u1UKkuUrXFroxLitFxjUV0CGHrDhBzwCk807leJK21KXu9ceckIfIdu6boxf9KXW9xFLiTLncGN/MEDkSpFu5rll9vsTSAPkh3kSGYoNchYW/flNo7S1iAvNiCtTMJXXityZluGXGB6m+LDqxA6pDYDl7apI3T0WwzkjT/nEd/IU+ZllSoPf105w9MofzrxeQStxTeGhMQ1JsjpjvN/2H5DGsjv/Zohrol4YKWSyfKcCJcBlklFUV3EIA9ud0XrUmkulp+MG6VWFWVJd7G4U5um17xOBYRfCIJHb4pIJHriBFCZvFMyeWqCmfIj9zAgBIy4EQVAwroKlESkTTDu9h2GEE0m/aiIJMFGLd8kJOSMotnIAk0ff/Kxpu0u+QMDrNkxmuAD13yQnTuIb2p9L+4i1jETrRGicKEPskyaEkQhMd0TBcFbGakW2kLpiAZVLP+pYab4oI2NsKFg8NELDYj8vWaoBFg/ZFS1WVOh773/vkfiikgWgV7amE6axTvNoUMHPZpNniWP0gZZ7R4iH4aRyzCUUZZ/+ARshhcwoEa92sBs2MGGCfyx3nxZdwrPq2yYXuVzh6zxMYXMmjsjWKZ4ud+Z25TYVIQCApZRMGWNe6PP3k67osxKkW7W5RacYV2rnfDgs3w4ZcpylZXHKV2EgeJE2TIdzSiW0Syj0DgXjpJUeVLWUSc1Rb3Bip/1XDhPcZkfpSwYhXNGlmM9rMuykxo5Y83eewYkH8gQVzN6Y6HeqEcLOj53XevP+dWh3IwFyeDP8knbWZnws0gxdDGqupee4EbCMdlokPHV6qzQeb6q0Tz1xXCCTdO5kFve4qHzjbKxoi1ANWzGr23LEEJSA6bQ1ID34R7yLhX50D9QRx7uI5mK9j7hyVvKu2tnJEUui5LhImdBU4mvIL8jBz3GLJ+68Xns4tfhtRuILIrkV8SqaEmADl3rSlxDG4ChX763kRdxDGH9PqBjLMyYdJ1M4TEo/FTyTXjiGtpdWFcy42ASLsN4x+S7OuCxJoPWt8JVYAiGxpFl3QXCfBAb6ZGhQHzbjf1DWLLiQj/ufBxhmT+eji2460JHqbpxVvI0BKLegnxLRw28OUmNHmcfOfPIjuAFrSlz9ywjXY42sK7EQy9dJ2OtMKjwqTii8pPLojA9OsddagX041dG7eGf4cItBFa4SgsFwkYfpqTZSPP+e+9ZuTz/7LMuYBQQKS3PoKhWN7974/fq6HBfMKPF5cdeXhoJJdqVFk82GBmyEtuygRDIIGSUwRe/9EWdrdWXl7Rjl44Sio6NUac1ckWpsnZ7UsdgrurCCta3CT939pw3pvH1HxTthQuXrBBQCu700ciLx+s0DcpDWjykT+qsA3OGFT82YrFe/uKLL1ouSeNpjabz7C603tWIg5Hpau1qn9EdyCECHU/QuErRckjnAMW+2aNtLn+Q0lWn4JYugfBUt9JkHfm21nrX6tzturUbtAtbo2O9Hzn8fnNVa8/MZOS5WnjgXjc971J3oOlRGJYekldehtDweFoXatDR2akNW1N69457Oo09A1dD5rn0IjooKSvwJupK1qle1DEvjMrzGRP8mfPqamXIX/e+jKxk2zJk+TKi/nsCSXnBXqlJ6V1Ruaw0kUXgp7ZsXPc6FU+1z2BUdBQb4uJRhxpG1kRRyIQZlKaMBkExUI5y2h3pRIWzQjB84CUNV8JAYFCnG5H8a3xKj+k2sJMeBjg6AaRFI8utQmxi4QwgN9yIOOHWlJiUhImBetzF7tzRyJg28tA+JZ1UtCVNWa2BbFqGpBk7s5KNe4bBP0ZQpMsU46GDz3k6+V0p3Vsa2cDLZRnyLT5wef3zB5/VmqLuVRYd8XR8TVyZfr7X9jAMhd8a4+zeKfvurYVqOyadT+cCnofp5Wxs4SrpsKbH9Yu+kF/KlHVLno3a5Ut5ntFULCNdRoesk6KsGCHSuWLKGIUZm6O0zi3DtDSbce7oikpGjexuRgayPMkrae/T+jgKwYpZ76Qxo01RKMk2nvHp8gqllR1NppySx+DyI2VIOGd6jU9uprxjRIfS1Dqy6Oc6x7Vr9LUphd3UfczsdqazREcPGKa/2aWMkua4GulgsnyGdoT2f0uUvufwTWmNMzGlrzCFI7esg0MbMnn3rr7so07AzZua7qb+FOLq9HDzoGwxrGEjpYDmWm0Nb6Dqx7IxnrQK6v6cybuMTf4wQ/8IJ2wxSgNq7G8brZ8ROqiwnQEKfM0icJ2gPVNvPGkJO+OHjEFOho9NdxHPpeLV4bUblJmd5FckU7UCCTAm/cQ1tI13wP+EGYNmxGsIO3wfx6uEGdpGPuBtwmTC+T60CQ+/rk0cB5NwGTbEO7Vr++zr8NGXPqhRQjmsUc+eBs6mENgp2mgwCIvpL0bEqpSSqlgbyVIpDRTMZjRAuOSq8D5wD38Jl19c1i6334sQqqGjceTiAhqxNWrMULQcvQEpdDuTdicNBBGGQCPkBh1jC4aevnv7wNSwxOcJ/J4YVLhA9ZQwUU2KkT7067ODGoXdkdLge6fsWt2392mP4K7NXTGsoIe5771HpwSoaPQvXb6ktd6vGDdpO61Ms8RMvx6iCWHCmiGyoR+k4VXeSnhnETzpASoVLG7wA0tHAQc7gz/8QBdYSMGiQNkdzFr+ufPnml2aOr5w4bzXVpnm5YGHHMvZoXPEHOfhDCuG0Sg3Nc3piNVV7ZZl+ha54tgPm3xS1khbQmc/yok0GYli4iPvN3VDEh+Lh4bzptfKXFPDjDDZoVx3iOA5HSgu0eAuZD48wMUU0Mo6LcsWzLaQX/LKZRrzmlLme7h8gQrZQwb5YwS8U/maFZyZRJAMYeZ9ALdlHKHVLxmeYOCbTdoJp3VAKhQpYBKOXdHkjatOURA3mAbX130Y0Apc8GETx/UAW487JehiQXiqFGVbtChx8gFHbYjLM/CuQewG1WIPOIZmKP+pOIb+ES8pGWJZxnubeD8X8Ba20/mC0zGpzi/tSbQfSUvYHQ1+12uGL4OKHshS8erw2g2SzE7yKxFTti4pF2Jxp1+JlbiGtvEO5DhhEv9922abakrBn3iYvbQIyh87ww0uoHwHvnbX7+mfdhcW7Vn3Ph5HHa+GXe3L1WmARA0NCaNJ7ndlNEuvLHpmrDlIeHhKBbYgKZyLB+K2JgkTNdYFQRKjxhVH3n3x7OCCb2NC5YWgIsUWZFoBYWG0QsaGmeswPgwXaUWVsU2DVRlyPGJEE40xDTc0ntEGHirfV7/6miZ/pTqFMtc0R+L2PJRfCTkjjqP67N5FHfVBhcXTA3xiXui91w9lAwe3SVGy43bH7l3NOimnC1JoKCeU0indqDWjjw7wZR94dlpfQGLEi9u7wjWKZGqWKWSXueTMN03d0g5gbbA6Jf6eOHHCZ5cRkMvqgP3i5z/3lDTyjFL42c9+ZhmGUVwywa1VCD1K8Oixo9rJvF7HeUSjzt/yQYCTJz8BtCdfHjkrP4y2UbLufAqGHcdzWt/kI+lsdJrRsRkUF18NYkPVLt0KxaUXVFUaM44DHdc3csnf4zchy3nHtstHBcSGMz5wv2vXdo249aEE5SVqKqU32TA7EJtOopzh6WIGbItjXCz2Zycs+FpyagWgtnPQdozmZnHejcL/h89nhQMalNJwq3HUmhfK1ApN5Z1XHTJKxY9GxZs7FGZlaxmilxbxwdETLjwGho4RojRJnMDLA05w1fiYqmJEElcyBq00fBknk8p4aaf/o7IzT4k/+cHGGBohbEZTTI+yKWq3dne6g5gRlrRjKp/pyj/98S19KShG8EtGe4IA3EFTobNGyjQwZXZOdx+j0NjwxJrsSW1c2qKjJpx3fe7555oDBw6Uqdl73iw1o+M2jBA3b9rqYzJ79jytddjNXgtlHZdbpS5qVAzO7du2e8TI2iwfeUe5ff7Vz4t/f7SyZrMayp7NSSLGm9dS6a0T/P79+330CBrTIE/07y7oaM8VTQcvaPTHrA8jX2ZYuEHKu3d1ThccfFhAlcqjRWiibjGKXaUL/dkGe1JT6czI4P+4DXnBYLleM+2uvDG1vlXHp5hhgGd0HGJq3NCC6XfywLNaO+P9eUHyRSfQQwrgx5vsbI8P/evxzfEPsr60oTzgbZTL0vCPB8Jl9WSR9EAZX1m7+0BJjUQuJzrYCBKTfUwf+ePdqnmhNFThpITZtcsoQsH2T4XiTRwSJsvToJLRwGKsrKukwWP/gRAikow+HKYfu1TQhsZWmHcPCy84mFKksvsRPDIx7mkFeFwgfm2syq3E++BUnb6PCVT6QbHCSisCbzwboFEsG3zw/uDYUZ/LfOmFF8RDYpQESHIZhk7GD37wIyuiO7qoQ6UzOdaAzMVAjcTwkYvJSKuQcfiLXwa10Hh4zTN2AvORd/LCRwMYtaJYmX7lSNRtlekZbYKC81y1yYYibnea98hWn8rjGkPtVN6qix9Yf92py0H273+meWrP3mbPU087natXtQaske5LL71omaZXQwdx/779zVkpzvPa2Yx5SUr///vJT9zp+dzLn2ve1cUajH75uAaj5i/pzO07775rRejOHFSpXLnDmlE4SnPL5i1WTpwJ5gMDlCkjWdwof/YUsPnrotc9dTezprbZYb13X3yc/viHxz2qh54HNVSbtlFfqigRPcktjTsdbe+zUC3jLDi7orft2KLNatpj0COKOh5Toj30ihPHm7SkNIhBOeIHfD52VO89XL30iD3OBCZqwPi/Lk6bZudVuTJ0KZsoCZPuCk3PqdxK3qA72qUSSPTWJK6+TV7ciPa9u6Txf0jG8iyBSTvRDpNO//F2Qo8Pxbc05RVAxkm7CnoEzlo+7hd9yOB4SRyLk6yNMVNbZ7nrWEpWjQLKlkYmC8AjWCKpMuFG0cS6lRJGe2Cpmw9DvQtZfqxvRRUhsJ9qZpwpwLZRqIgiZsaw7em3ko5w8WEBvXnEwKiEta5ruokH+pwH27iHDyDyE77RMPmpweE3mgWop6eefhHSwUBB+AlZpJ3xeXco69js1NaoR50BRj4c7+BMKF9NOXLkfTfo3mxoXI7W+4lUSIknm7BVzcGDh3SOdBNtpBtGImWejMAkifYBDxxW/yjc/QJ380RsoR0Q4kZYFHPthiDCDT/GTq4lHicpcEZIrOXt0GjziDaFUXYsT/C1I5iFsuWe6C9+8UvupLA5CRjWaFHMV6/pIgltvJmSovMlFVxyLxngwoVVGu3zwQsuumCnNyNKFZ/vmyb9FENGnH95++1mvz4oT7nwUQNkktu8PtbUMzQw9WvZFAJuplqvdKY1ra0MR1aUjw36gtB2jVxnNMVKZ+CqzgRzKxS7mHfv3m1Fy/S1P8KhxYJb+pA9Ha/NGoFPa1oZ7X5FHTAu6ZjRdC10Rb0qvHVxRHpOdPhDkB7XUzldV7DJqDNLnQxflxXxKURF4i8ip1wTn1mTmCpG6ULrLe3gv6xOCzNI3W1HKYcgxESNbjSqXaV6zzQ/IoG/0yhpBZ3AhuE9Ngh1kCWotQqVQXbrK/iSL3ANHxJ3yplQgTFJcre8qPBNdCYBYMRd+Gp4I7RnL3rmMGmEd95RLtAcQDhqxwkQFxwKicAezvplJfSvCLZKBGo6ipYgyPEmw4QsBHLYV7/juyIa68gkqfeR+DVMJNv7DUr1y/8ANt9rmzar1SvoosKYGqZOIP3xq928T23bNP26K4KEApupTmwSwDjM3IdTgQDlGoEBEy/6rQgzsLxoQDJRCKchzssv0j/jF6wtfIZjI8T0uPmcGbtYOYPJ+vJVnbsMI+ImGEWzSXxDMBoSg1jpjIfNuD278COarOANsROGjSbTavx5X6/zmVwzeEAjMKY5T2oKlc1AkfJk2st4HqxuuFlb/OY3v6nGUDtyxQdKP9MjbTLSe7fn6E8NQ+q992TYaDTzqYYdgmROgBmBU343TK/zhRS7pdxmpdRYe0WeXtRInyNkH3/8sdcu2fzEdC7T70KkKWHNDCicO4RvSAGjiNdrZLlOSk8BAokjJ4x4R0yRZXb7/uXPf9YIeI8V6i4pxd++8dvmgI5e7dYI+5e//KWVLjKLcmfjFZ07lDnKBzr8qTwpZO/UJY/645gR6W7StCvTyDDplM54o7R5mdcu3uvafc492nckE5zFzbPe8IiR+Qat5WKSZ2nbc9JPVpgSTh1J/meU5eABTSwbWRJEgz71J17HeeG41xh87kSJ3tqAn8cdKc16RWsExoCL345Qd9pqBC3kwLO8un/QC+pw9bz1knlNCvMd2jD57pelfhJJwtXJGh8AtWf35sGHQlPRAknTYtu7teFZIsYOHuLX865BgOpHGoT2X1cCS7lihnHyfTk0tbAVjUO/fE9Kh+/pP87uwUKQ0un5EalKO147ygUd8MDwvxhsF01oKGN5lPKr8S6Oo4eE+hEExNd7Qil69CoNHhdFxPEJH4lQA+SEGBm2o8OIAzEoZTZS8TBtDO5Q1H2BdJr0EFZk2N3IvDWNAmlo/Uv05EhgRageEzCdlevXdWG7GiAKmi+6sF773PPP6fJ6KQR3WOBNTKUvRRbHXtghy5rfGp3PHLe+lx2kgRwthfqRhtNNIo/WdyLsH//hHzSqP0ovTBuk9jWXNbrjQwDcQ8ya7Ve/9jUp0HW+K/mIptznpFy/+OUvNQeljGe0zs3RqQsaMZ44fkKbio5b6WYGspGDo/lkGOesv/GNbzR/+tOf3Elj9obNT2fPnnF63/ve97Qz/LQVLHcYI6eMdjlK1BnlpjDXF7WgYDVTwfomo2SmXskus0McBWI6Gg8+DIEsXNBGqOvqaEVPeUobwU7rDPEpy3OXxuN3kVcbaYS163W71mZtjNq9XXRDvTjZr8IGDT6UeJpVYKc9R+w0Wd+ORK1YhbNWmKCq3yPh7jfiLA7TQT8ZrpY9Yof5Ij60PO2R6Nz3fIK5LYZB2Kf3er8UZfl9epQ/WMpSY62J43CS/yU3srVRxjo0ot3wOgVNr4/Kz9qnp4zFLZQkPfm46UQNJVoua5yIicYCuMCNYNHTZxrala1AE5y0l2ppHZO9aOKRTsIEtvyluYyeOnFZ82KUwciCaRlGtDFdnamM2inwrS0QcOUTLjw6ChJWvjb53rOFgPf4CzfACSOX8tVoZLPBNNKwc7xl3zP7mo80cpvX+Vg6DIpALKcz+tPRROeFkdMV3bT0uc+9HDtbHa+MapOegs+0Qd+Yp0un0O844dvR30Gly5RWsOmfdj8XdLaCH5KKtnzpwPm+YPGCHcefe+WV5qOPPvZa4QtSptz4xVT7Vk2zv/3Ou83nv/CqR7ZrNI2LMmatdZ/WZG9ow9E9Rp7arczoAQXsSi5isM0a2eqOmTzkeFqjURQtG55QjEzbsj7MUTU6bbyztMEGLdZeo15oNoEPvmuETUcJw7Ey1pj56hCzK5QNG6xmN802l7U7/IpoAu9lHUWig8QFKlTa26zPq55NSfEi8dyPjCLbuWMwqgVsET6biE40yuv9j2jr2geWtWs1hSxamYW5MRefBWzre/KWVIsbUghnOYB2w0b5VQ1QQL4DHG1BuPxqFOFS56gOAFZ1PGKAQ1Qm7owwYitNw5gihw5Qht9SvB1GKlkokWUBUHMtqCTc/WdKVW3pPQYdzn8gzGSZgeliiGYF+AHBBLOkPFTxVgJL3cQM4yQ9Q1ZUybRxgKXsejhqnpVIFA0lKsDgnupdKmbsTGtY7l2IIyvuqHGdH/VufWgFiOd8ZUGU0B7dhgFO0M4TQNnKR3z7DHDgV5tMB7ud+6XBjxESSlcEKY0cjTqCEorNUFIMlbDjTIQkYuVchdcJk8naLF1pEpqYFE9UOtOlhs1ZX/HIOHE+PvvalWvexEWK53VXLptpXnz5RY3edE2fCjMKweK3KFFqx1QGt5s//OFtdTbiDt46gvmhQkVYl5CBOtqjd9Mb1MOREmSF86Z/8zevNR9+dMKV84NjHzRf+/rXdITpmI7rXNLO5LMeHXkTlKqGN0ppvZuR4C2NEF986SVf+MAH49kMtX3Hdh250Q5mnW3FZIVLecvjRjkl/M///M+e1mXdDHpQlLUBzp9L1BGeXErhikI6A7994w1fvHH8xInmyLEjVqB0HKZ1+QZTxRz7YUMWndXboplLLHgs60prtb4UpNXMdiYG/7PakX7ylO4ZLss2y68XNdUP7s56TAPDbmo+urBTx33Wb6iVQpcOfE7e4ksne62nzuPyGG6+8m1jChsq0A7LqAu8+YyGPpk+5A+aqXg5aKG+ujL2SI42rOdF8+8R09JtQD/ek/mW9e5+yjDjLpqzCfpl0Ti1al5WIomNI624+WFphCcMPvmkX20zeKRO82jXcfQS2cxErx5DBZG86GFHImdVde2dGg6euHpR4QUWOHBQSSEIZR29kTrJ8W7wRxzI7UzS1NlkiI8V6KtB7H5WGtg0iDwPasDw4FgmU6GOrRQkPIqNZqf0zdRntCFnhzY1Bccnxx0XMqUvAvzo//2xmFIp28HUxsrxEuMRcUKtEFcccjwEOWFHLlcwvvbaa949zLGet99+p/nyl7/cvKkjOLNSWowUj334ocpXm5Y0ikTuGE3SiGHoI+7du9cKgU/eMdXsEQQzI+I31x7S8sFz0kROmA2JNdRVnllgCp7rHzlyhGHamQswDh8+rDRvecf4Rx+d8KwDI9YDzxwwPj6F9/JLL8vN8TKqntIRbhQNI3EaGNbf5/Q1nJsadfMVo3XrtGFLo9id2gzGl4H8kftCF3L+sZQ4a8IYK7zH3IGMeg6/4oGOaZXTbu2S5oGp1Gtv7iHTMv1aay/lNT4MwXG8nGIPuYpyC6j4Xf558jrWk+kmLx4AjWFK5hN7Ei+ezFzdH1XI/0o6VveXyspjUc+osJ1eycKigxOPd42roOgkaS7XMs8FSj7qJphYRmGw2X/sX5GEjmKpM5+prRvXv044NFDJGLXKcuPCO6TQyBCRd5K3bRqj8lABacgiAyJYcDSEvBsHyGUMXdzAJK7AkgDQkmkZFVGNB1w0tGyK4tgHin9Om0zYFLWYCboDh3ENgKEWE1M8EZhx4q2Ka7q7dxhE7IQP21xr/aCZSSaUB7cIXdSo9iWNys6du+APkdMyE4OOx6gJ3tX+rJef1JTrd7/9bUWCxzzQEYos6IG7yzM1/cQoWRwbeQg7BCK8Mx0FTE/BG3zC3WjH7nrfC40nU7WMBL/73e82f3jzTY/Yn3/+Oa1pntdmonmtpe7x5igElc1E7PCl3OjwoSQ2bdpiJYrMsZHnlNZaufKR87nwlWNENIQYFCzhnBf1fceSI6awmZZ+7733PIW9d99+f2mI8MM65sNmNjoHu/c81fziF7+wkucSDtZ38acMKGdmhvjgQI5O2QTFyJkbwhB9vu+8Sor3pqaMuYKRjxcweuQYGJuuYrratdwFaNnsMzUywW/JT3ogY5NAE2asLR5SNv6jjIQEWqNzoo1R6iTysYf5eV23SALA4ijx4D+dGKbckU0e8shRvJhHpRFDPsMk2flevG2RdguID4Qs00Td66Lne9s5M/GBLMMmoh4SV5MRTFDU2hO2KJL+XQqi242s5KGkWKxAHHU941N/C/97mS9RE0NFfz9k9G3J/FVRqI+YYZygqeNnFaV1Zhxsyi5t4ytQ5MzvSX+B6/m1sJle8iYCMp0CRkKFZ62P/fIN+HzwC+7icOIOo2PtmTb5IeuGLzKNzMQypeTZy0OcF4+He9s5Wsq79y5pRixuRwR9pJu6j3LmkaLd8Hp44sEUUZyLi54XF1fwZZS8jg6BQBnAuEKY6cYvGEOIQ0lAwgbBPBwbaNWI/P1HOBlU5uQUClVIOYgfNg0zhCuuPMFB4GplbA2XyyvDjC44+xj0AiuQktm0QYdRSoE7XttfFGytZAkgbm2G7xlWp5EwaQdPKEzhV96iwOKj2Xue2quGaX3z/tGjHkn5nuYx6TrDpjr4kDMJjLie1aiYhrlVtKLZx5JMO/DLfzI/2IOsu/yWjQset+mGrBhfiIelJDirka1GoT/84Q815Tvv4y6s7f/uD79vvvPtbzW/+vWvm6d1beVWnVV95+13m7997W+bN379hjYn7bHi4pvCKGpkMwlGwa7SiOqoNlqdPXe2eeVzrzYzG6abP/z+dw27nFEEGNZ4UYjbtR5LmlSYjVL0f9RoepeOE739l79oxPqS138ZofEJuV/rs3oo1I36chDnZN/XtPHmLZukIONYDyNv5VzyLLmUvM5L2TLVzUfn6bwyGmc0yMh8q26m2qoNVBfOnReuaR95oteMUtqjndDIObhSjuymXMpDfS3VjewYL/XJbtm4rCwVAZt+eL7bDWAiqwvbF1IQScGilWGJjyjJSceA40jGTt0mnp41clOO8JZZhbXKHzIaDQzfrdYIv0y3kSQmKA0SePdkB8kWAKz2URqdPAVA/d53d3RBW0FnOp0m7Yw8eZKnpD/OENfxiUgc2Rk3QgZ00UCVtgtYOnWsxzN9yGcHueKWEX5cW0tcwUCjHxpq8S1SHEdO+EHLhAc8tRm+12FDN9KGGcYxbUqQVnhSwpEsegH+SDpU5ZGRaLlLPNDDEDcHsnED42TphFVPwWP5q9LNdFo6BIdfTRsaJj+9ap3mZJQOSUKCIvBEB5J6rxku7fWZ1R6aGe3636DO8AYNhGyrg80xQY73cdIlO5Oe1RUylyPqiDzZFB5Qb0r+SdQ0Al+gZEGKQBAWA6DR4ygNMhQZxA4DHNPE8cQGiCiowGPJBFRwwDIqzjjYERS2X5bxQzTjqnCm4llG9EcCkvSAvM5XujNRRjU3OOKhDTVMXx49esxnLvkoeR034RezY/NX4wssUnksBv8khGU5IR1URPjDxq6///u/14zEQvOsboJ6UZdMwfThBwAAQABJREFUfOtb39IHCE77Jie+Gcu0MGucNPKMZLmnmA06fK3pvG6C4qxtyi4NFbt8X3jxxeb3f3jTu3xp/P/xH/7Rt0IlH1Bm77z9tqtxyKxG11K2TEUzqmYKl3QIg04q5je+/vXmp//6rx4NsxOZ6yMpxx07dzRH3j/SKnHwkC/yRN2gVwwNVFAU7M5dO3xhBWk9++wBf9v2rpQRI3o2V51mGttyrvqi+CYyCb8PeyiH41CQz3yyo8Y7+aaTzK1XXDCyRR0LMSQeIaJDkaNYd5gFSw8f5czDLABnm2O5iaamam7GEfIZ96PThokBQWkHP+N5Win5K2vRl4cdGe49ipZybblFTqWrvESzfq3aDG5qm1aneEad4Y3+GMuOndu0i36nd9Lv1Leud+hSlm3b6ThP+5gh+2Y26NvMPj3gjmOMZNlrYeVayhaKs64k9UELdSjogJagB5rKw4iWCAnMwXUaLE99qZbT81f9GUGO39DQsLT+6v4lM4DzTmQqqYx/BUh4VtAI6hcTGUL/O2PCF9NzZFzDdj3gnNfGGkZ3adr000M2pPoZF1jB1U6nXXks9m76Cu4aLpNzeMHFlDFHR1hjPnjokDbPXNcmm4/Ei8KXAlfjSTLCr82NdoNeb179wiuelkQOKGh1k9w4Zpz7sZPujDukZfiecNhQNzTIU3vpAb1e5TXhOC/Luui0Rp6Uoy/810cYDr97uHn55Zd9LzBrr9zIdFU7eOHfbnVOuLSCCyaY8kWxsePXwucu5qrmhYOHmv/jf/8/dVznlI/QbNq0WUrymm/n4h7qD7X++5SO9qAoUCYY3D/80Y+a//xP/+S7kVlHR3FgsDnju08KkksxkNs5KeUDgmGK8MMTJ0wXMsksEEstKFjOonJGdq16xkxDM8Leqx3T02oIWEo4o6nnm8ov09bUHzoKKG/wdyboS773awlyM/TpYq7IxZBNJtuCiKvZKPGFzzTSueH8L53GtVPq/Ssv69eTD11pqXdGB3HGHXjVU+XBa1casi7ok5Y5+khqUwZKspHckr8ZexQw+ZMhiT/90ybcMpmAi9hODUQ49Bin5SWxR2TeurAA9/evo2ErgbJKtJoWAvvvgXMlv8P4w/fFcE0e0ZqyyJd/M5eVrfpmXsqLcvRMRoEFCpO0ZN6Lb/vRT+A4NcCGQ+oADQSw4PVpACk7FBf1iQ2HzCjN6Nmsc+ucXcferPq9afOsFOesw1G01NPpGY1QNzDbguLUTKg2I6L8JJ7GTRomtxRw0BiFjbz6XSBBB41sCbNN3niyrgIvfvihTNMtZYuihRGe8lKDhWEXZiLobGEsJhkXjQH+pfdLxUrBkl/CEQ3Y2wpzpTJxgQ9/4CIameiM4wNbcDklwdPDmNJUC8xfUOHwdZyCoJdmYoqUYEi6MmSyPYRd7N1o9WP62iTEdPivd8LhCzj4Wo0h5bdZ06LT02ubDz/4QEqGTTQdz4bpQWnfT7DKPzttX/3Cyx4sgNeFOwJL7OUb6K1NP90hHTWks9v3qN6YWvr/uXvXHz+T7L7vIZtkk2w2L90khxxehuRcdmZ29i5rddldrVZSIMTG2pHkBIiDxEkAwfHLIK8SIBgEyIu8CBAg/0ACGIktS4lfRAhgWdFKXkdKvN6rRjOzM8OZ4Z3D+6VJNq/5fL7nqd/v+f26m0OuRpacIn/9PE9dT506dU7VqVNVqi51/m3leMi/QswZ3QUsjj1d6djzx9LpvMHHoxe9FH4/N/4Ii8LZWZLXJfpuBxxlBg7sFNtR8X7+859jlnqA9ds5tlOdyqlQzkQ9vvFZfr/z278dg6zAQ/tIVyfZl/vCCy9k/faHf/qnMQRSyFqu673Hjh3LuzB7+MUWRsF2fvffZs11G0cX0vCOjL1EXtWxM1Pj5EALYN6zZ3fU3sLt7xRC2kMzFNqms0/EaEvAeldtWw0z2UvE5bRPS/WUz4GgTZtTXJ7A461ZqkGXbrv+zMCH27PcN+uhKcJbo376JO1i/R0Mb2CLkLpEjSvvpo+WijCGMj2N9UU+BaBr1zWwDnJqZNz829Mowecg7uNeV5QYwm25r5GSRO3ACtMXXyweYIohLIGmdYY1svs478n8pvN/fGo4cCKM8sgugcqj8GR4z8xypjX8uuEg6njCafMhnkyn86+DzvosDagTply6QZjqW+loljuRFaBeaOHyzHb2o7u9Ty3QrgWe9HO/52Pd7+xTrYkCVLsAfghR6a5UuuLZ0oP5/n38Xf5+4xSYiVvwluf477BOWQaFR4gny2oyxwIsL/5kVmUP/PCY2dmfDJWsYTa5X5KAsjyGabl2ADJbI7iW5Cw3FoggMCphEjsTHquIBG8M+CM6onkE4X1IAWucJmSBu1W6vIWc8L4CeS1CdaRMdjG4cHR9Z7kMTpKspUnO5j52rQ5jn7XfVsatRmuNN8wZ7AzKGcYjf+CrehQk/pVxS1zL3E36/PNHmLVdzbph1mnFNXFWlj/2q8FKDWoushb5la/+PIOOpCKdHYJu0eMhH0/5ZzrpNCzT38Psq5ZDn/6dAOEuKH36UT+b3b3BourgoYOZ1XlwhVqVEx+e4uafXZmVPo8APHv6LILy2dBajOYabZJXwSX+y5jPPZ0ee+lsdh8Xvf806t/vsD3H9dJD7KP1GEXPO3aWrKCQlt5EpfzKyy+TjssLEIjvv/8+autrnGZ1PnloAGW+ztg87MLRtDPrgwjuLah/VetbR4Wu9G5fcfDgUZOLbEOSYUTdTztJB4ussbs16fTpM+ylXUQYb8+xou73zcExyS1VKnz1r8PHJy1oh9QcWsAKU6GpTYHrzUtL3ErFDHcW9bB4cI+xz9A1AlYNQ76Z5cYy29kKs/x79znysmfitn3aywKqyYZVesz72pGn6dI+oF/jX6Nv/R5TwnSQcSdKFea1csgaHTyNGB6s4wwta5dmimeDsT31Nq/J7/J9mr/T6ae/H5dXcYweNtsna/WKX3/8mxgNVd3Dq6lQUJGKpcaRC3ZkY2XmCK+enUWIIkDnGYSqyl1k4OxRtLt3L7Ak8Uyeu/h294F2D/MIWmehtXSp8PQnlqB05E+sgB2yp1H088WlTHEez3zH2ClMR2iaa/H779SVOjY+QnJx1/Bn3m2SFD/CInABSDoXP5ksCh+/zHzJK0+KVSYazv4EgShUy7h0DXCFrShTmBZCQTyC1+l3fWssVRa/69d7frGXDpCisktelZ/5MlumqIYGS21CYRTxMS+mSxoqLvG6XUQ4U0lC3J1o+FpOZv7YCGsl/HP5t9qOM5Emgl9ecn4v5+AeOnig+/F773d3mCk8jZOpL9992L3B1phXX32JhXxwbAFpnL+UCn88+NDGI2ikQWebeRDFTgTOlUuXc2CEs1g7oCrl3/iN3+i+/e1vI/icQf5ZGL2qSvcTr+3MXWE3wxV476GCfjlt75nEHhjyLAJSGnJmq+D77ve+lzVaBdsvfeMbEZwKSA2kPvPaa2kvZ2iuu+qvAFVFrNGE77ZnlVgQOdr3WwHs6NxytHrOLJene6DXIWTtsFovvvzyS90f/MG3uveOHw+s7uFVhe7MPjTP34avKuEv6C+F2ZPyNw//BHX5u3XrBgzUnkV9zDGSV29BZsVkMpsdDciTJH8kRdXljx5sxRJ7M1ob1tZZMikmTUlGwDU+nj4an7/af9p8IDPzFaAWzvQu/BRnKuMe+/cUc0zET6B1e1ya3aRr8FhG4XsyvHybYFmnBgIaUFAoDjRkc8AAp2XwJP+vHSbOBGeQA6pnFXwOurSs10ZhM5qczbNbI7ykHkt1/VR618pXA7oYBzJoM+1dDBslO+M52PUt8p53P02ma+E+9Sp/8ldOBVZ9+1DqIeZLfuE9cgVPZdlnPApreZaHOIk842lMNRQoERNJwaxzQK3LiXQU3ZpBKAJKUhKvhKqJyAzkbYRZpwAZSE9JQ4EYptJyMxVIKwGdrM2eAlYSkyMN863yKtpT/e3xZ008DegRDWdeJWiFfm1X+9f6eq8d7RMOKZxOZ6pwdHDibx1bPU6hqjx86DmsXd/qTnAUH9QYPE2n87vhrjDtXwm/6/7J//5/dF/4/H8FDhiEgJNMblfL4C/ZT4yE8NNawF//8V0XobKds4itozNFRZdrlUb62te+1v2j3/rH2QqjwPU0JTvuaq4xDMNUK505c4Zbdkr15P5Y9+o6k21Ole4Xv/jF0JGGQGpm2uAxsxHg0TU7AL8ULDpxHSjwtEv7kTzY56z/Oka8u9g3u4vZsXk6k81slnR2LWeHjxDeCwu7uiNHjnTvvnuce3mxamb0f//+nQhp15ocuartSHl/nj4UqCf/DPGlxPOb/2GSeacmsNYMLB7QkbbPzzCz5wam+xeyF1hc5Bat0KIJ/c8fnG0JlcOEXU+fQ/PEKW70Xai/B6Jw23/8G/9QkEgRtn7ElczY/+KVf6VuXa2a0o6SovhmzSALh6vFXt1PIT52jVekk8V7GE7vGmTf4j56dDf0ObsZrQT9y7adgx41aItl/rYdTLKK9tf1a53OWu9yW5Z5OPhUJUwXgq7L1rwma7azPRocIAfucU77uO8owsVZQaosMS95dtGiOCmVM1yfMOLxx3IVriTOt4iWbn2OHH3GBK1+jdaVGc1l1ts+fFYmKdvPTcxIpW81MvKDauOCzfD4mZ9Z9jJuAgYj4TaMBWUdBlHlgBKJpu94RhwKW7/b7DdbgtJqEtkYgFa5xPWPSAIH+lfexhZTQ8QYb7Wy+jTE9SAAncQsfDZsIbBHtMRNlEGuie93pcznx/4ZEUIfszXSagmt0zjvVvKAsPNKjL6BI2hRX26c2YyV6cXu8JFjucbt9DkuGhBP1rFlM864rydBo4GMkdiTiYHKR+cvoobcmQ4i6UrULYvVYJ72G9ZPGhimHYZNp5v+Hra7YdPf5iwbCmNJISWUPJJwhtGhl6pvZpSc05QIZzydWeQ3v/k3WFP93zLLVaUkgLb/iGOsMh1yi41CVGvlO8sajr3a0/EYqUXvGiEpAMgWD382lTh05B7X053xq04wB4PS9hXHqILkkwc/tsfAmFT6JI3h4Q7GIQYZyI4cHe9Cxb2Tq+lOfHgc1fUrrE1xSITbQxDGniaV9GEc5MG/oVuJ43HosO2m4w3D8t76UmYDzkBkgajtzI53lFb0t1nUfpzSxbGMH13ECFGY7HPClEoDa48zmVhmMazrzXID0uzdbbZm9+AOVB58JmfStr2mFvR4N+RDDZfmJfztexjn8bk9WWjryTbZ0KVuQw/fGyoklDipyJ/DlWCJv74ZTs4IWOmk+jR+04UQazVnXVVLui9bjeND0mVJg29ni+au1feD+3djZNTWRF0LddlKYyLtALbSLptYb1f7smmWw2Hu3kaVuwutxVIGgtKfvPAeF2M8fLRM3uTM/wd3azvaoxk1jLYntaG9NyGcvehD4by05IloQl99at06DW0LB2mvfEg35auGw36RLqIXsRVk0pfYczZtattXujRraWzc9v0gACld5RLDPJOXr/Ve9FF8ts1MLU2XflCv0HqtH5tcw0VPtEsetltqYki1gxq2cV6pdOXS82qMoba8LvBK+QLEComYRgwV3ziTv6F/6zDNb/Ip7VhZGYS5JP/+ORFTuHHDypbPOE3CQXyMLWhUR1G3vAGmZ2Dp+JbXEvJs0D0hDQ9Sjl+nYRp+F2OtQsf+RQDm0Pxag+tnJ7Uh5crifdfC7u7kqZMYz9RZukGYaY28wpWvxGYE8zp96hTHGH6Jdqy2k/etnnZFZvFoMPohnMO0w7DVUw98BzQ28J14NT/LiKP+vpZfaVOkRdWsMoJYwfOtVbKM5BpX1505d7o7dvRYJU9GY+ZemdZf8zQv1bZlpNMKrXA7cavbas+23mOntY10LZ7btFxHNn9VziNHEU0lKt1R02pr4jgbsK0KZBmjTAzbBtKolpMxXb/m6VDc6MOsW+Mwty/NeVEBbd3KHtH6qNCf7MX8hj/XXaXJMHDgtW5eQWgfK1rzghHXzjh8g7RqFrQUTR7Snbgwbp+v74U3ceC+0vvRDGi9LCcYt0aP26euxpjYLLO59i7UuvbdnvFLyMf/SQlmw4vvVaIehbthDsk/cBDOUxlxnz+Ml2DHiluTGZb//JFh+17/6oNYYSiPfypco45l0KkK1/2esxja7dq1g+WHF2MAuG//XgwCX6OvPIctyPO8f5bbww50Bw7uz7Gl2iBk7RT7gbSJtAjRXr9+VYKPwI7mLdWxvmpV1N0AG+FpWxM4MCMsAzOeWs7Lkx28Fq1WeAYWPQaTlnyDCZ7BTf6AJ/IWl/5qMMEKZ2IkQh9mucEYdFdxhaHaoORZS2vfcnZedExPcqC+hmvlRv4JF7CIA/OK0E866Zk8bGP6sLYJjZeM0/cw9f0WBbOF9qMI3qqS5qZ/MaIgxS8a1/s3ReTarlVi9VFqVAJrJ14REsT1vsLhv7C1vqEluA0goamjpNG/Gq7wWrBMAuVX1vpgPBs2zHIE4MXus587lH2cS+/8GGKW2PqUEvlk8qnqGfchQpotQg9LvZj1lR5Xq466p3Jon60cecHTupb2saCulimdtKVRXrnvtBG0nV8C10nsn2a99G3Uv+6p9dQn11db3GHWgj+sQrGzYQz7iGcue/E8F86Tt8LYEatOfC4ve+xjXZenwM2IlTTOFqTDMBHi2smaKtm04qHVx2+dZVmvcn2o8VojA+1W1oN37Vzobly7012+dI191ifpzHRW0m3dtrPbxtaFNlDEd5C2z/YJH8P+5Ht9NyY5/h4xLcoC+p5JycCw9matdnH3zu4WRoh3zyNs5Qdhti39GBjz9yS3RwhoZ1izm1ivBe9lhQwSemEzTvFX8226TdeCUrpLfY3A2uZ6BSKJZ/hzl/dwBf6s9ypCZ/wICa9Z9Lkhs1FokHWFzQhOtTy1hWoT9MkMlNmoM1CXT5wxRn0Kj3bAp7DVaC/3HUOB8/MYXGpXgCbH26dsh/NL13ii6uV7o/YFgOjxplu3mNcM8HjEqbM3tqMx671//xaWwHPkv5yBoLTuwKoGUx3apeUcHOQ90e6AkFLkx+LKfNbT5t5gtX6GwQb+ruPKv+1DOTWMd+0tIALyoY8/UqAhktrMN/2MwSh8UniGJwA6k7X/ONvegH0AWZBbL3MAIAZTCEGFcBv8UVDi5aGgJIUyruUV/yxJ9Wn6GPqHxnlWf8lL+rq7BlJfeMW4P5uidz19UyuFKUXCjWyE1nh+lxQvNY/AakZ9D2aktdWqmSbvlWytgKMQ/lfleiCe8iFfsgF1lt9+jlge51Y3WnhciqcLkwFaxiQU4qEHdvSsfGXkDxGKwu+I9xECxZthDnLM4KmTH7KF4g4RG2N+DCx9I5rPOvL7vX/2+90v//I3Qjjp3Y9JujII5DZpOQXvyrh/cT7SoEwHtIT+hiVJg7/4i7/Y/f7v/7Puj/7Ft7tvcjkA/Q2XP8OoH/suzW9jq4DlyYiuYPmtulqat30csW5gjddO6EzaUbCMxnDhqKealWon2+CJHYVb5iW2enkWsof3b2IdUwY6P3+TwzCWu2vXbyGMuI8XldXpU2e7l155kTIVsI8b5D4xBEQsoZiROZSb2QhMxrp5hnbaATgfUd+cF00KBYjCX5rdum0zVqKejLWEav56pSds2hUDL/VaE7Szm7isAWaLscV09P8ffIMDGMJ6ZhTy0l/75V/obt+4mhnlWa9EZC/3etrUO4iXrjOo4qYnLW49T1retsRhKY8QEEvsSLjNQEatjvu0PdZTOlTte2OJizcuns0WNvdgS0PSsu7atVuhE4XsRu5+XuJCE4XBfejYk44eYnC5CWHmTg3VoQr3Zd4b/TqolAacuVq2Akb+bbl5UoZPNS3uZTd+JjuE29YOogz3WFGP7lRAGl5p4Gt0E9Pdekhfo495vKpPadtDTmrrmEK+VLHrMsuueJJX5BN52Nti3a4cgJbDM8BbsS7pkBgmMK5x5JF8+3NwHjpPLubDjHnUf825rORbfDwG4X6Vc902OwOSbxPcLdR8xulmdszNvm7G+dcD8wArsMCYwgUuafhTFbATmmbkZND9T4HTrC4VQP4E2IqZeuj0n3Cjz6pslVGe+kiIqTzvyZOGteMrpO5S6XLj+C2XPuBjHyvgGaSYDlvt2/JcxY85P2C0Gre47ZlsDQd+idNRl7M3r247wxVxNziLV+Ixh8rF9+FPIS7hGC4u8ujOnjnffeOXvs7QCcHQ+xkiXBNlV/T8zboIbdfy0HM67vR3S54mN37zeKqnqfwFa9UR+EaspSO0rCw7PwjJp53/FAZOruXOsx3Aval2dlPq1JjkdfDMzLD3No4uDII4djpVus6wbAvz97o916wcgedgDGa7Hjohw3IELvOww/uzDuNOmqz5U7BM46XqonprfU6fctuPN/c4S1Al6zF9N5mdeLG9hol0mswkb2Ns4l7Czcxo7KdlwTqdeyt77afl6yzfn1v3HDAoSEOH1CV+zhAkoAwqnGkZbhrT8iNMzZZ92hnRnTt3w8DNWwatE87R07VmeIkWnBqAqR1wG6GCowZ3q+Mr6ZOf4av98O0ZZKubadq7KBw534G95QI1+fmxLlmYbpBXBiUgotpz8gnSmP096rZsutX91//F3+tmQeXzR46yfe8jrktc5ptlATQxyxxksmUrhkZoVK5ibX+WfeTuFb/nbB/h4wBLWwTpUnwpTG0Tl1L0VxMj/3Ag6KyTlosg9TxqrX7tEcLirNn2sY29WUr61vJevHmyl7HuouK1YX3fMOPJSpwLTphLA9KlM1Dpw8FRw19Tl9q3FFQOChWOEXiU2ba2mY+JQm/SFP8NU8NjXqaxX1l+BDz1c+L0kAGl+J0DR3azrfRBt75Vf3X5gsEg9ZMOq//WiXviyjLEi/4+I3uEgwCyDCwOpot28MBZZjVxfcsfKn6lS6TBn6RNXi2+g8aqg3m7tJn0lkm9WaPd9LqYkJCCfBBgZQwsgpUJV2bGGxPXoFSzJI7pTZfOo4RtDn/DzFfX8mvPFk0ErXR99cnf4EIUgMMEckA7CJQQmqBNw67MJD6rZj+IuwKex4QN49aAonIfoQqBISrEhQQRV1UZ4Uo/LVNdO/BggwMH9oUBeRl4Glri6OtdGbS/DSd++y5ea6TmUXl7OeZP+BqujDWE1+/mAjV/Cm7zau1d9THeY9O2jH7iZ48Uy+FXnW1S2Eo7dujm9rOP9ns/+H53BVWZZxLL3IOqPo8Wrz0b/OOSVtYpxiDptDI4uGNwIk1XLjWbrD7S8hWu1V35jyEex5JhuW/2o7PnOOTCU6HQZsAcb8B4r1y+ShhX/ZHQFq2fd9beDRPdzT5cnVcrFrby+VR/ii5qBiuuFaA1O1eYlho83/jHhgB4wwsg5gxYrBTlO8NfD4OtCwdu14yL/q2AFS/BDWDmHaZVWpzSnilgnQ0obCNHU9O1arQWjier3dpY3/be8D/6HtCQ3KSFT+Y0+ZXSiThs6srP/jWZg9/+1qOC/W//m/8cYcsVjwjMi5cvdEeOHOw+/elXOAsavBqPDG8t3UBL+oCZKdc90vc9Z3cjeNaKV6F7HXsEBcXsxi20xQa0Hdu7uwjNZX6qXh20ZAbI4M8z31Uhz2O5r2A17CbaBmeJdo6N5O1xph4x6mEj8kvpXHjVUIiNqIsRVKqy3VrnLPk2wnmOdAp4ha6zYPM2nX4Ke5fBFGryudZa9qcZhLb5Sj/2UelJeohQMyLoU0tqefo34U3WEd6Wl9k2URXIDuqkG3mUibVvUEjfZtDt7gFn0w6EzStlAqd0WkIeXoq/ZeoSh4Is0z6pNilaFsIarPaPckXP1nnoht81YGUQoaqc+roV0GdSkA5B64wWh7Rw1GmhmSE4qsXZyfWbdA2dk74Row2WgaA1thWyovKIFE+8IaDJqaUdZCuSWrzS/9tgMoHyd0zmCCkn8JhnE2qDPNrrKtm3oDxbOROe/cd02MS3GYPM/tFSAIkNhX/fQDbuiBL7Vxuj4df3PWzivnD+QnfzFibzEEnS9zmOH2LUIluNUjIEux4r5rPdV9kO49436aTFac9xHvWWHPhj+HrarNqm5dvHGZUzmXoYy5mk3wXZZLzHf5lKHAGs+OFdPNh5qzPQ6aC/++w3dqBmmIZSN5n1uyZlZ9BwSEzpKrfJJ5kn7HGwpeikFow22Kj3JH6qP1VSlTqZ0DpcuXolRk8eoemdu/fZCnGbJZllNElVb5mYHd6ZIE8Gy/cQSm5LmnUmM5nlE3/Zxv5zHax+pQYvRuQMgX8hGhmw/Qs/cF/hCuceu3RiMITAgC+gwnLf702Ox4y6D3/xp4DIEwab2Q0V8ilmNCBp63Qya9gTP0tfzT2u1cbxh/Td3lt+o+8BHaeu4+RrvqV0MpI+incZFQ9xOcgvvnxz72j3qRcPdF/96me7TeuwHKHdnj92hMsidufawUMYIh07cqQ7euhA98pLL3RHjxwGIQw4sA6+c1sh6E1WXjTBOixaFNdPr125xnGrS2i6UAMjvDxB6QgnibkDQ3oR7+J6HqM5lyQUPiX8UB+jfTHc285uKmTDyx/lKFB5pup8LX03I6Du8K1QVXibj2u1OteGlQkKIwUvtQ8tuG5sufbPPBG2JbicXTsTZukD1bQC3Rl6DaLrrmMFof6m1V88l4rZgV/RkDCYr05+H1lkXGC5795eaMsybAaFrMZh9Bi+awBhftY/+4CzTFF0uZ4Bpfk2wU7JpEcrY6fDSd1FjEXD8SP+espTm+TPcmi4wc9YThCYkUsbfBlH8IObXfN11nHl7DSbTk5H0NVoQIIqoWaCaeLSz58N4WginY08ojNOLvXHdKIsFplixv8+h27q06CJOEJNnAhaVQd5rwFCBK3xH8OGVsl+WPpkWRMhU3BMw2VcgGn5t2rZMddywUerj6MqCQmiOcSdpzeu3UBgXuiX9ivXCTz0mU762UZdVJJf+MLnaUcHNzVAMt5k3DFUgRpAK84o43EE3tZOO47W6v6YKo8jr/UmPuKqoxUDgXyhrZMnTjJqX2LkqlHQuhyc8N3vfjej+E+9xN2woS7bHxe8jtvDXK1Dyz1FfMyf6TpPf6+anHLTSQmMCnsQqaW/efNGd4lbe5YRsgpS16g897puehF+2oz+Zp3thg0l3nPLV24hals1Btk/9tWy/WUtjLwVsjWT9d3ll2J2Mjx/ll/LGjDHzAhMj1/yAMM8/WmRHKMemL0Dn6aSbDxBoMRHrKsVsjAo62UbyZCc0dbAQn5je63WQqv5mfOka/jVt72HFobfwt07Sxt/Nd+Vz5ROxNYOidHqP8yPiAqATRgl/f3/7D/o9u3ZhoU8s9LrXH+I0LzreisC0ENT5lDNeizo1WtXWI+93x05fKg7cvQw53Mf6Y5iIbxnkVul1qGSR6i5XWbb3CyDSY9rxSgK4edM1csnPHp2MzfPqFL1UHzp6R5C0vXTEiY1W3Up0HKy5orw2jY3nxuzRLd9zD7lbNhD9T1Ex5mnQsdZs4LQs8H9vnTpEkKcZRP4lQMlnZbkxpNuxHsT7ApScSaWja9TjsnnpAnjW7Z0YN7C5kCsLce4Ll20V+0ZmjKcvAyzLGm37iWnFNqoliXIj45jnqaPMZY0rYAkvo1u/Uwv7dUyhgO9GjwIj4NN1ea2pzgyH4H3KRxx/TNf9lXqkv5jHZ3dk78HeNjXzI812q2vFzqcWSm8HIHYwYoMrYCF6W8hZtBc+7bCD2HWaZQeCUNBO0oTzJPe/+TTgG7hjhMEvP3Kv32JiBImppMR8FXwEEUVXKUGKWu4MeRrRBh4N5iaV4OiPSuv+jJuE6oSVtWdMOtoXY02cJN5M7ICfza+6yl7mLWgvOS+1AvdbTpScGVasxt9WLp1t66+W4BPcASBX2Q96Itf4hAG4Ypv/Uks/HTBXfJwaFJMNJH78Eqx8q+pzXWYr7Gsp79pF9wIR/+bDh9+J+++fOM7WrXzyKC9qs6zhj0r2uMJd6BGO8+B/EswsjswiUMHD6VjXMCC2+0UqmXFTwnmIG9Y1MR7w6LlN2GSqtAeeUr3hNmOEz/9TMNff3ZmXaNAhoD4mrb6zS1mJBkwALOjYhmNs9llBA79mPQwBmaICiMZRSGU1HRU4Vqmnrs5xGPLXF2gUK1gq650Dd/tObPOM4lrdlp+5Em+vvMSZpBwGQPCXqYUS9L0OdPJpKRnyqOhrbffpR7UoOZOBkJtcGQfFTL7dC7Nhi/4rIP2fa/RvzM+rUrjhGX61+O0Iqz82+o3GWLJ8IiCcmUQPsKfuk+GNpQH7mA2FSUSH62svrXJo/BglA2Eb0Ulu2nDve6b3/xKd4W7pt1ruozF7l6Wc1TZbt+xq3vn3XcRjDtyWcaRo0czy3RrzlaEaGZDEM9nXn2FCy/2dK99+lPdc0d2M/he6A7sX2Cm1HFi2h6ObvUwk3mbLQM1L65wtqrBlCdxafTkFZAeF3oPFfBm1MeqaO+QzlmcamFni6r+xbeC2dbSqlcebj196vcAgeq8aRPpFYIKf2lRAaa8UDga32MWfUbVzIxcelBtLY05s6QTZ1ZrHVU/axVc+CzBpCGiAxBPc7PczE7td+QZ4SeS+RWNQrvAZ6NE9QzuhVd4rN9m9vHKU50xW44zzAhXUpAy8PTZhUbCf6Vzi4C+o8p2YMKgouioZrF0ywwkkKrdNniQWoAt1HsrM/45vreCe2fu4kJYrLunxz0Ur7WP1hLEBcSPlLdi1VGqooZZYf18TjuZoaOpGsX0cVbjuoOEw3zaO/WYcM2/PHuy7ou3sRvyjLd8D6s8EG8nWMuthHytmFXftUMnwyfh7MMGhbVZ/MBrhMeG0xA4hCwzPYzQuHjhUneZY/jsXenO1HHVckZAVu4Sisf3fe1rX8mAyTa1XVra0dNG7Z1v8ZeJfoxL3EHaj4n+VMEKpObEhyNOO6DM27VA1VGqiN55551cfL+XYxoVXDKKXTAWZ7wXuWv2IgZGNxBmiwuL3YcnPkQdxzYJbpkR1xmdjosJtVgnDUPs4A0/gWMQb8K/AclTf3/pLzAU+wEf9s8RlgyTIXlxwmWOl3zUr6+VKpVReUbgGomYrDDsoFJRERB4V8I7k3UEvnfPXgsOA0xBA3jaa+AiL/9ZZwcdDsIgBp4yAWexMieFrMy1/Ks+vIOzilNp9a/klWeVQzzVdPyTB2iB7HqZswwHCv6so4LUWYh4KEFbgycHJs6MtIStiorQVoP++TGCdir2xGexzrGXdYgTDf5r3+Moo/KD96H/hEflM0wv13nEzPH55w92X//6T2NpvOQoI+uiDvq0Kn/rrbejCnZm+MKLL3XvvvNu1vLcWnbmzNnsET+MRkvDKA+M2L1nobuFBmT34m5Uz3u6o7l4Ym/32dc+0x09+gL0PY9a+jnupeZuaxpnF4aBnjR2n9nzHdZ/b7BE8YDBut1a4TunUZ9Cl5l1O6dXxCucbH9xIq2Uyrdmi85AjaMQJ1IwUrTAui/pVF+3vmpg2hiJpBGhbWsKhaJ9y+8KBzE4yy2VL1vYVFlnhll0YkOYf2aDpLdMtzrZL7IeTH0zg1SgEi+0TZ5pEyViSn7E7H2rRfVxmVlGANaMvQlmu2s5ceHZ3TVosGzzk36tI1UIT5pDoIpT715+RJ3k2XfYA59rUBnE3IJnOav27GbV76INQdtUxwVkmDKVsIAADQQiR9e+89F/62clHf061baxBKgq2mKufA7zau9Vyjhu8y8fcyZvgQYBqhB4zYjEFw96QGtP+HT3KkiM+zRusuyVKYfhw3dj1rcl1g/01FuPU8OHP/HruorMzbXIg5wnq7HCmQtlFFVxVw4gqpyU6J84qg9RiKmZHHTvYfAUN2q7lia4bGl4ln8P8xoCt3m3PPrkn9ijCVrzV8g6MnTQ4JKElpkep6ilrutKCmC3Qth5NWK4ADPz0HK3mkj4qrtcC3XjPFSfkagMDe4PbsQ/dZbgwL10ew7jpFvk5wzYDl4Cc1y11epsHvfYb3v1ymX2vqIOdhRPWq1CpVHFpBj1nWJzcYAzgvQnvvVTxtylI9+jY9rNYgEcdZOCjRwyYCUX25SHtzW533bL5q2EOzCY7jUFc2l/TNMzJJ/2jZGaWEFa3ykTBmTcMFaYSktfTwVqld+zAgrhm3/OVgwjcep/ne0k91S7iVd/xJRRKXSjisPHwZ/ys4QxjDWDeyuP57T7RARtCYtRGwqu/4R72vVeK7Dae1Rw/3cqvScX/f2/9x+yNHCm24a17IkPTrAc9IAZ7T60LxfDFzVokn6la62DXTpQU3P06FHUlWzrwgDKQeN91x5Zf/D4yktobnZyGP+XvvDF7vTZt5mlPuj++//uf+hefPFQd+zgwe7VF1/ojh0+0H3q2NHu8LP7ur0c6Xngmd2ZaTk728Qsy/wesg68/EA1MPWHKSmg5Dtu3VHwOtNVyGg3YFs5ODKO7WT72p7BW4871cbtwJIaDDsgdqZaQvU+dY86m7IdfDWacLAoHdVMdYzRzKwJUJ5YZqWpQVzgYh3V2bBGUS2voQ2RXaHBp6GsEzGNkmxntSkJ5T2zbOjK9Wr5pU46t9+aPgME4ll3jbq28nN2XsZjCFsG/jGYMhxB7sUlc/AeLaAfAbvhDjBv3cEGA5gV2OoOKGYFWaVwARRxSnMr1lze+axuZBtU9WyMZGdEDyKwQ9k4+n9CLkKL/IJo8+yzFgJd/EX4GNw1apfo4z+C/gnCOc64YApuBjhs4ZZpo0mo7q9zsHCajnfgwMFu29tvdZfY35lKikcr/zFOvuRxaf/8n3+bPadfp4MhZDZZOZnYSmG9WnbBpUkGOEy8jy9+tex+Ij9pTpzYeD/8/vfDHGTg+t1lnSsdCAJ2K44zRZDIGtLlqJHdh6h7eEu1FudJE56R8+kNuePWWZxVU9Nwl/xUu8n5PQ5T4Xzo8HO5lecuRiprEY+oUOW0dFe13c0I/oc37jOTvoIaiUunWTfTkMUBwR3UhzIHjYacmW/AyAhCTd/KbBZh6iEl/gtTgwq8b9mZgBqmHDuqwKVP3bv7iBuFPkjn3kg9xgBW46QvQlOwmTAsIoSJyEjCYJyBEl4zWAUteUTg6ldMiJfEzTfvoT//Gg88yzyrnxUHkLF63+dOt1vNX8qsVibdnKpwGbdtpkv7SM/krep5AypXmbbbmzoMiJ6UTpPZqn8KFw0CsJpY5Uu5PV1Pk7eRKuY40xZH9JuufbcY2gs4QMQ8h0HTg25+19bu/Xc+gBvDqGXS0MEZBoFLN90XfZ/12i6DsjkMiS5DrwtYkjuzev/999P2+7ll6p13fpz1PZcINnKgzbN793XLN6+yPHe7O86s+I3jl7qbGAN99uXXsh1wDiFw/uwZbpva271w5FD30rEjEZrusVWSHIdeZojzIeeqX2Tf7lX6zzJ05V5aZ6q2q5bIwuTBKVvpU7cRuq7rZiAFHS5Dxw6IXAt2LV5eZLtCXOz7Zu8ueGi4UbhLIwqqaG36tpY36Ypq3IKIAILn1YBLK92izYqHQRXn7ntwjMmcSJXwok5gXO2OArnuQCYPYGuGEdJm4Omf5i9sqpG9PUqaN/3mLfbDEpzyFdPZP6koRbhlyT3KHtaBHCQP6VXBi0eWGJZpg5vcOsYYOH3VvjE3vw2DRY6QZbAyS1yyzOE6UR3bCSQX/w+dAAmkHXToqkPWiLhN2ZMjADWnKsm13uk8W7h5NNfeRcbQNf/yk3kUM/BbAojqmEQypMxo00KpyVrFDrNf8T4sb/i+IiIew/Dhu3FXfPckOPRv7+1pQ2tIYF0cfR45egymfzWXxIcx0RbTbdTSTsJnO9JuEIwXl+/mBB/Pyi10j/FXWKqUtsQwL5LHjVuovv+i/467apUk3Xm93KmTp3IyjoJtGzPOazCKzI56GlKlfAvjIkeS3gHrrM8K23Fqxveou44wVbWsescbdTjkO+riCGeYyulTpxNfJmIbuAVHdVbDS3s2HIgb6dU8byFoNeyR/B2te/a0l8LfQH13kxnetavXY2SiwYnMVgtQ02rgtMxI33uaZVrJkwBhdqAhAyYkTEuV3ixrTzIj1bM7mOGoFqu2qpaKMJVOUrd+xgpQ9hPrZJ4y1VIJ17YGBx35Jp1xDDdT49ZMVXjME4CrmFRc+HUykgwOEuZG/wcY+VxlVuApWwpY/sJ4ZVSJR3zbzkG4SOCVp8LbdWoZXM+NW2HFdS3qKZwEPE1NehXVKzDF0XSbWoACdU3X46D1naTHz/xmgPPI4We6l15+rlvYvTc2IzLrm6gUl7n03v2gH3x4ggskFoOLncyCtnCnqvg6d+4cQoW+D56vwbjFy4svvdTdoJ3fe+94d+7kie61V452x999Ewa+sfsf/6d/3H35qz/fHdt/AB67kcG4dzXvR4Beg0ZmOXwFq/Yb12nD9bnD9dKlC5z5/Vn2Yu/K8Yyfeul5bEG4lg5V817ONd4oLhAu62gjzzpWqNom0rN9S5sIVcFz9L06u5utQdBJ1t5BVsOlT5tT/JTM8BsfPfNmCJmmvWtN2P7mZMA1X9eIndg5S1X1qp8yRDHpzNmk0ksGbuDbtc/QFJ7Z4ysxEkktnrNSZZDp/BXtqUkpOlToOvCTD3gl31aWljQGE38OmEKjAVvarP6Y+vGemTywSdPRAFGmvEb6UivgFj3L1su6mC4HVgieldBj0lXnN6w542QUjEdbyzUsacnZqPnRudu6zMp8J8tq4YHDzHrX/OuzGql1H8P8p/ihcJCj+q1Gww2GUT686Pdxblje8H21dMPw4btxp79ptdWymPDLKAzilbDFwzZVTKgivAf1NkYM1pEhBb+qdZ6PqZQE8P7x493P/fzPQPQNs5Ug8OHV4NS3vfNaRaUkv8ZutIXnMeWOYz/9W2vbYUqLOscM3zWsS+wttMWjYkfnmivXrBoM6hYCz9umvJjAOHaUB8RxX5tWkW5hsMM4gpexHWQtzOUH1dHOLIz/kHgapDlCd43X4+7sfNMDTeETLvN2r+MynSssxQ4fGqwR8D32x6qtkEdofHL7Nger8Cz1MAMq49vxqUM6Kk+FW5Zvehwr+BTM1lFGbDtZliPtvZxVuxGmIjT2yYRTd9ebhbniyvQUugpOR+IVNxaYcFLzTy/q46euSQ8A/m/xA4/Ixglv/yIzEa8eMBDNDAzGIzKXMPzKeqxMS/qnkuJLRue3vMP4BIQJPkj6xhAtw0LkJ1VSipv4Y73XcoU8//pz21pmpMFd+VW9Kt4wl8cK2j6iLaAzj7z6CZhf/8qXEKTbUf3u7t54o7RRD6BJ1f8nGcipNvbgBdtumTXYN954I0sVUd8iUDyJ7CJC8yrb1pzpeVDJzu2L3fXL57tPPX+ke5NrIr/1xz/u3v7gfPfLX/+FbgmBqrZDLDWhdPLkSfrJpVzNaBtro7D/2f3dR9gtqEJ2eWTn/NZuH6rlI2w1OnrwQHdo/77ulRef756FnvbtZgsZBknOJrUluKtGhpmvbafAWkYdqgGQe2zVYsygarYf6YQkmijiSW/ixBmiQsdn0Xg9bdVaUvG7aCJCkLQKW8gk6e5hUCZfV7iSTXCZvkqcCEP8FNBqhqQx1/sdaCtYQ2fSURxhpuddr8pPfnAH4ci55cycHQTfI5J52bQZePJSg14GqvSRUXb2JfIRBjONP37mq7NPhNbJL4J6Yfu214uRVITE4k8JU5rQEqddcq2wNQmWxl8rzOyG+bb3SQgm40jR+Sc4/Ewj45AxZQEfxBcTi+g1ysj1SYLkkecqLw2OYdBqfoYP/Yfv02GVl11h9TQTaUGAIyob1gMMXnjhBTauX6LjYEBDPatNCq9VTuW+2l8b+SbM7stf/muoocp6LrMVIoeZ82xlN9j8LvV0tcQQh5bRvp+EGRn/ad1qTNUOozHIGzAZXQwOGCXW7KsgCtwA5WjS9VU7uczMUa2aDpl6GFI6UXXk8wxgmtbF7Q+3b3tXao2oZVpW1m0Uqo+c2bqGNUaAuEOdxQzVtbZSVSvYFdTFJIwsnh+hQrScO3TkW6zH2anpgoRqwOdl6AWPbSsjam3QhGoMNjL4Mj/qRp4abMj85rehomZ27mEGFX88E00+xBUXxo/RksIU2pJh5JnZrEJZQTwQzoZbwZHzXaj5l74f3sK7QrLq/YhRmEzHejmbda1c/NdMophtG5iHCZlWZtnnV/nLlMyz1HQWvxpNFFjCVHDV9/DvEHZiuYzFtDM46VM1/AxT+f4ktG0ddcFRZuDgmYT/6X/065nNLy3d6c5zE5dtLYz+k3nPz++ADp2x3WFfLHti6ZdazX700aUcw3jq9KnMTMXFrbtLnBp2qfvg/RNYuG7otm/zTPTL3W/97v/b7dpzoHvp6IFuB9cpXmeAuYBw/PDDD9jqs5XZ1C0Msl5gZnwjx4qqmlcNLO7lLe5rvXr1EssZlA/NbWOm+ghtzByzuufYZrQdIfzC80e5eGAfxleHu93Mgr1Vytk3YzgsbVW3onamv9h+GM1n1un65TYOy4itSejOgVDPn6Wtnp6kF9vcn3RAVXHFb/KGX4/dwq8NosW7tJcILbRoLV8EiOPi/ESi6DFd9e1kjMBQ6fkgotSlCtz2YYYtf+j7o7SdvscAyL4hXZo+fbrPKzREWADr65c4+MnDzV/ZZPqZudkNr6cSfV2NKJDV8ccET6qR66s8+s4L6VM58/FHIz7OBUjK8tmcKhgyCcIKDaJPcP1V3ETHIxXqBS01AUk18rGnJJ+WqVn2v2FZg+DR68eFG7HFMU+d382vfMZx2rcqmLXiDP1tTAlVpq6gfIb9dJqmnz51Bmadwlin6csTKalZK2VYBqM5y6QJbt660b32mdcycxHmGK6JRBkE4a4v5NPmSp5FsJQyqtuojom40n8UDjzD+owhG78Nw8fpKrwx1WEnsS9uhEG88cabrE+iSkLoKBg0vrOjyqiSD9/XsdBUBa+1n6PaezICEUcedihVtBld09nt8Nc1fmLWKvNT9eReUNWsuvusBzvavYUaaP++Z6PK8sL6DQi1ONpnCfWcI/77CH5nshHmliXyKc8y9XN91mMVNcy6EyFOOJ2b7AJvzexY56RTa/RhU1CdXngCD/nZKzZASKrPpSfXje4zCFjkvluNxiKASZSSpRGEyzpgzeCM/pF3v+1d1hHi8F0BrAFHMrVk4q50ACoSdTxKUIpDhaIzU3AMPv3Zdgpc94veQm3q4MN4ma04o1CQukOcOB4iHwYGJPKUh6yJx1CGsLRpKzBP4ZL2XMcDdutoZfGb/k1rXqolJHfyMJ1pyMP2SUeRZxhmiO/Bd+VriP/CV9q7xeIKBnLJ2nLXfflLL6Iyvtf9+J13u52svXrwg+uhtv95Tntz/e7c+bP4q3rtut/4d36N+6hPY4H8Muu4Gk7dYbnnOWgE1W13t3vjz37MtrXnusMHdmed/zvfO9P9yY+Od5/77Ge6mQd3MgC8Bg06+FSF7NaeecpwL6xaGVX4Gui433YJwajA9edWI49q9ACUH7/9TvbnqhG8w8DyFgJ4jgGcp1R5yMZWhPyLGFkdO3AAw6t9rAPvYS2efbvYIShMNOhyq1oMEBlIup1IYe4Szxbg8dYt1yqzZdR2gz7k8fJo0MwfMZk/vuBaOxtoM0Gf9VbYd8A04dPaoXztb0gtYtQvcoz35GuZvGWLmsSTIuwLvuejwokDCUZlrXpYrVPSE0dbCp3hozKAMTTZP+0flZ54vPg9s7B97nURVkRjJQWFbK0gBeg/7WoGPO1bFR75gtTHudXybfFbWHuWP+QOLAEneKFrUIYMxpmaenWZqkxuJcR9DqvUpZXpc1heUwkM/abjWE7BNFniijQ9Tk3fXIvTnkP/UiWBPwj4AGsvHsno1gkv/66ZbZXXCG6Ytt4lAWHDmpaR9Te+8QsRsIYFX8EDcXjKbnW+FwPTp2ggAU/15ydNV4WsVq4wyaj3su7lth4J11mmba1q3XeFp1aBroc4G5WZ72ItzGPpQs8RJFVTaJ7wMsxxfci1LC2UnRU6C84onbxdI1KF5e8MhiaXUVt/xCEBGoO4388Z8DVms5l9ga+brOnWAJRa9J0reSFo3Fuo+qsEfwkdZ5QynAgYnm7Y12q69gXascUlbcP/xKItnYkqYFUNu/7mt7Ntz3uWudkv06bGUyD1cXwytLaRR+nsM2oF2oi7tX+1RP1tfSCgCA4/mUZzEarWAXzrbAf7pM62cLavqr5UgQrSmq3GWIZ3BzhxMi/q19ZyfQaeCqw4AzrtPdZ8FEUDbv/Svs2zR2nyNwPD8jNs4FragdeK18rPfqQ24kH3lS+/xj7Z97GtYG2eQQZVzCzv+HvvYzWMrYRtwMjW4xYvfnQeYcZJcPt2MWs93508eZYta2e6t958s/tbf+ub3R9++48QzDu7m1dvds8f2Y9APtX93//q3e7M5Wudp0nNIQDvY0W8BRWuZwgoWBXyqqi3YNB0HY3YpUtXcnmBy087EI6lKVuCzu8hRPfFAAsq6DYhCF3m8BKDYAMaO82Z624ZWrp5HbWxKux5DPTWxyL6Gayojx49yiUo+7oD+55hl8S+bjeHcuxgNrxJOqTiy/SPB/YnBr6i1iWx8DU0TjXbAxXQX2wElD9pBVEsHxq3RXDbYz5kMg6quH2YD8MbdU4M1o1JWGaj0JluXMZEhglrf8zD5Q9zdUAoHUvr9kfT5we8fpdwJY4DT+mcvuCz9ZENJg545GeC9CP/QBNrOYPthEMrWAuqwiuV4P1Fu4yS6dcYp48ExidV5rBun1SeT5KPzN4zSWWCjkyPHdnSHWCN5fS5CxkFZuTdE4tWqHEjA5LpEgiHML73vR91X/IAi/XV8BmfSV8ZiY9bqmU7nctf5re0plB4hrs1XX+9h2FJDkFntpDZDcA5S3ctZ/MshlJ3riP07qJSfcioe1vWbu/bSRixqwpynOrRggosJpXdI5gO80RG+K4DubaqZXMx+uwTREDe9+ABGJFt8tabb2dEryGSZ86qcbhHZ1StK6N7xBVfrfPIPOynClhv5EkfgVZjGMSAwP6isHTLwryHp8OENJjKAQ7A5rqnMxWN2WYJ08LSujooUDB7jq7CzJOENsFc1/f0MGZaky1nec6M6algoXeUIwOSwT3OSSWNaRgvDIfGaX7eKqSwoVLgeV1U2q7judYdi2IKDN+gLWJEY1zqkryg34RlRkAbBYcFoYyWiInnn4KVF+paPGeofh5Fy0szTZCupwWnfo+v8WRea34F52ot7qRdPIBkC7M56+OWL20HFlC/Wr50sGXrLFbA73cLWBR/6w+/FZXxzZseUbiR+2I/3R08fLD78ORJ6EXtCweb3OMJwz599iOE6Ems4XeET6sa3rhxZ3cbwSudLnA4xQfHj3fPM/u8yGEZHo7imeA/fvedbu/eZ2gHblnCnuDAwUNsRzuLYdYHpON4Rv7Zpy5+dJHJyv3uWQb25zksxzocf//DHHpx6xZr7jfvZCA1i3Gi7el68xbWcbfObg0cLx56JoMrtyvdvHEr2qLL7Ji4QplL2Jhcz0lotAMCCGVst5HjJaUdKkM/lCZrIEbPoy+r2ahvqEmSorGkEYWddjiSWU0SnL02Zz62qnQYWdSH2R+MZXlFT5U+6cbJI9P0C1wJhN6gUcEUhkbrldt4EjqM3yfLQxiawxhq8+vxwM8MyNOXAGTlh5ELUGKZwTiPlpeJinnFZ7UIw6hrhw/LNEV9V7mB3eJ5cY7iz5GRnc79iEFCKjEuq71N5xt/hVTf61YNb4n75zCONfB76Ge0Fd+F1T6HerQ47dkCxbGM158jew0OdjAaPnP2fO1vA9aWxn17gb1P3PxDvS1DWOqHH5zqnNUqdJ3l5gcXMn7N8/p6jNL8pC9rIGI88jwAAEAASURBVP4Js+upbyp2oxPWuFgrevvtHyc8o0UYULQZqOIUjtlOQEcui8MHsbJ03dWjLZ0J22PSoftObAfS+Elh2AyQ2si1VMzMaEnxALxpuORo1YHQNY7O83k7m/hJTGdUo6KQzJqrRlj8XJdzILvMdqsSws44ndQ4uwR2HvMII1XdDgKSJ3no1FyobtsEQ3J9TAOU2VmFLfe68tuCvwIos3m+FWrmkTZFeHualEI8M1b6hyo461hqd5kXdMu3cWQ+Y9pJ8fWHqq3twKT4zE+hWCN4aU/VqMJWhnkdS9g6GN64ClkYJjiwHZpTde2/mg0TAq5tX3Hlj78t6hhO6HiYxyjCROzybVmkjuaZOJY4dtP1nxbM45i2TTIIcBwvXnVC0H75C6925y5ewYjpATNKLNxdowXv7yOwDj+HAEQrcusOZ0KjGv76V38WobaPLTW7ux/88Ifd4aN7u33P7iTsQfcH3/rj7sNTF1DbclISRc1tnun+7K0Purc/PNftPXAIQ6f9MWZ678MPUb9zZSHC7533jkeIHv/gg5xANcuSyAmWnNyza3/YzFYzaVRDqwX2GHmCmqpm6cMDNRZQCdtFtML3akSt6aWVG9Rj0+Y5hCgDVQZ6DvA8O/iOM2gNpVAV32X2egcjKS9McPCnhuVZrvz0gpNjzL6PHHkOO4udrP/OM7PfwTqv5yCzRQiaccCr8yRCl8xmOeDBows9IcrGX+cMmTCyxtHidlpc2ovXYbtFJRy6Mo6BiRo6STLKqtQJrT991FFAJclf8y6+MMpo5O/LsOwEDP+0gnq/fsGpvtLxeujsFNNOZqVhxaphgYXcpwqYzuNx35lhEKE6F1k1pOpHxhocNKjEu++I2HTMYiKokGFuPVoILWe+ur5N60Mh9QRuOq8nSPLnimKdPWdz62YEIZ3gHAL2lVdfy80+1xAyTwZ1qBI82hgaBt3OGtHuPbswZ3f0SC6MxK1bsRvKsuFS2X/dNf44dFljVL0Iy2PHDqdOzmRVmzGHYprgmqUwIwhp+1nM9F0bUz2mMZP7bN0IDzHBIBKNP74oZJhJ8FMQO0rXKtNtC1nLhdZF33pmagojjxjlNbSp4cdVZggbYQKmm2UP4kb3/GWbAqPp4gqhy5wjDHyu7W4gjoe2i+t7MKvtbNHBN0ZYt2RWWpfriO9szA30s8A3C+FqOc7ENjRs+9kXbUn/X4N57tgxz2xne61dBx/CbBtTT2ddSeuXuPIvDKx/97v1taiLA4QChMwHzjgVr571XTPZ0SyVXAVKPrFz17bU8RprhWV1av8tWkufTINQOgZj1tn1O/cYP1hPnpmdOFsVgKJXBycop+u7L6fBbazmWn9v39Ub6itdogU85XNa+Ba/Ao+0zWuvvMxl6psZUD3EwvdS1v7Vcjykbg60vDxdrca2mU3QJevXd25gEHUdNfJR9m0f7LZu2tb96fffxgDyZYTb3W5+xx6M55bRZj1D373cnTpfAnwfmp2z585iJImWB9sB6e8sxlRbtu1AtYcQXI/lMloO1/o30Bd2seRy4uQJ2IADd/oINOr7To40vYbGbOnCTU6U2s7Vk2djAY29MAN68A7KJaN1HN15GfW110TeZS1YOwbXee0TCs6HDKpcJvBCg3W028MMPqF3ZtmSl5qfXaitt2O4dRQERnhz1/JNyr4GHm5iOOYM/IprzSwDaSj2gBm2M8mt7HN1wFl06sDLbTsMpImni/0DZRdNy+lcZnJObHeXcOgpfuTNvtx/8D0cXDYtSROc089kYJpegIz6SE9YLX6Ll2cfZlxhGc9oCdXDkaSuJc66gp1DBk1YAyqR+j9VpbDqGq1Sn1b5Ybzhe8t/6Ne69XSY36LIvza+H+VHI+DhjNa0qj7s0EYZuobfiXxHPc6UlaLl3b7NYzqvYR6GBY4kNHa5FifheBVmWuhknKFvS+csyPXHXNLASS4aLdhxTpw5mTXIxCPzaRy39MM8bT+3lng0oerjdajlPHGmcNmI2HrwgzjGVRH6p3WtBZ82XcVfDU8tJ9XeMpXtrFt9+MHJzCIMax3Guit8nNVpEOUM133J0oZMXwJxf3JjzFAN9S1BpFo5FsfQvzhQkDlgy+wLTJFtP/PVH1sA8ncPnmWoKnP0r6DRMMTtQK7hOsP0+jPPpPUA+S1bN8GsOAuXkbqj9cUFZrGg2JG96moZi8xsGwxJa+J58thMPA8ScK1sg2cVA5yDjNRbpiWwQOtM2/pv374T+KtPkCH/je+MgHjxNz5+vBOQNEVDg7YeNOHgNWVO/xGXqunyBGfFO8AR+PHUKnHvrMf17XsMjHSKSmHRZcA+JriiSWAGuPCaypfWAJB01yTzIzGSx5P8GdfOGsnLQv1mM3LTfafxjFEEX/oEhrVwueU99p7+3X//b3fHj7/b3WQJ4iMujdAwb8/evd0ZhOISW3kOY8G7uHch9OJVdx++far78L0z3Xe/+wbq1euh6WscJrG4+5nuT996t1u3cXP3kHyPHniGk6audD8+waEXHFayHRWxsC4jkLSSlZG7b3Zx9+4c73kDgQXpMsDZmYNa3Fu7uMgl86hutQTfgVDVgl/DLOlGHrPkXl8G99qBbMDW4RY2BWprpBON+NYjvD3Ixf2h9jHVxraHFyZ44Is332iweIMyNP6yE6nZuQEOzDfnMAOvNgtqYzZA+Foy70KT8ww42cf5zc8ygHDL0Z49C9A+B3U4oWVvtfwKvU32KTtMs/+4DuxRkhng0t9j1Ytg104BiqSZirZJXG3WP0NHeNnrDRu1Oe/SGr4rXZGMZDOOrx+upW/P8p3628fNEYwtos/2M7qNaCVUBQUQARYgn4bzLgB9XqDBWScA+AsTSLRV/7Q8hoEtnxY2hMUSC4F5KTh7hAqjWJJZ1uL1MFfgK3BHcCc0Pde3PtC31KtKSpyJ0PJpsPmVmD3OKnQyTrEM/VrNxrHMJ/gbe43e9Bf3wwMT9nMso1tSrkvICM/VjL6GsFVmlkF08HPp4tXuV3/1VwClqeTEprPBPibPgrfVvw8YQfUkLyvr+SSpWhygba9Tz4JFxr24uLv7zne+w4iamc9ABWzntvmc1YoHVXA+Fba7UFfdvHENJoEqHmG4iYMfVBnbglFBK1RhTnZSB5PVLqpANYqqPJkkkzcfpAmejUc6Z51aA2uhbD9R4Crs9+xhcMT2DWe6ihcPtFDQ7sJoZBdC1tmpaVQPa525mbheAr6F5yb2xm5KvjOoiLFCp70jHGnHWMSStvUv29d+55Gdbq/YjIB28OkvAwnxYjoEdFkbFz3wkTgE+J8ff3SDJhi8BiehS+in0W0sjnt8Ie6pOykIb3YffY6xNZApJ7inOftk+IRF1tSwh6FSlWEUeVo7IhcstpCwWo5v+eL5eNfgaHAbW+of1dnvVv8+q8Yz+s969Bn58OdArK0Tv/gca6uochW0zvBcz1fYuqbqlptrN1yvvJJtWR5C/3M/80UG01wxyEDLJYOf+fKXIyjOYXD3ETNIL4W/fetat2/X9u7EiTPde6cvcuLQNmax+9OfdyBwHeC5zuqRjfIGrZsPHTic8t0r7klR0rPrpNKAhnxnOGrU7T8aFiqAnaFmrZZ4d+CfbiX0BDMH9mrW3BLkNkFPm7uD8HUtWaMpLZ01utKq2TXkqwhxtUjW20Fo/aq/5TAZ+ts98nUt+wZ90YGC7Zc+yUBYOt/BAHPP4kL3DNuVNLI6hJHVHta3FxHILp1g3dDdRZg/YPLhBKJdFuDs2X7unbvyCLc02QfzTt7GFa4IZNrZQa10mkdaUnKCtkJTRVVS1qoupDcInSJBcg9xSE/+Wp6jSwVawETmwFORmZbT8SXOuJZB4C3BmwyN32fQGMFEfoMP822uAdPAH4a1OD5TvmXkJzwwDT5EoB3DGU8x0GGq/t3IuFHe+e49k5OIIUJ6WPMf16fv6eP0yW2c3yhf/MPkLKuPU003+sjLMH4LaX7iwQ7iDMeN65rnH3j2QNSn57FWfODmNYFtCGsZTD1bfno7w3Dm9vLLL5B3CSGJYihog1eh7oVWvv2c+k0VM/j8GIAGMVd7bex0MozCcc7C42ifrTCc9z/4UF9+qosqzBF6Q4qzUo2KggM6leu7OfUFPw/VN4X9Stqxs+ucYYkbO+YerDJdZ1WdJaM3Rq0DzzDi3sramlsWypApp0y5xkTnzuleIFVjFC2azWs7ZXtogDfvZC2VMi28DrGAaSmkEcQPFNS0O9w7sEjvtr95WE9e8FfYFE4CM1/6yeyE1zIUyunwxHfWG0bDu4JWJhOc0Ki2q86nuMj7RN7llzITocpyEGiCzPiDM/HmYAXYgceZi2ksR/y6RniFO1Vd5wvs0OKwFg4eUnYPkOn8Z36W4VAiPg1efHxNXqYVNuGf+qWeeDdnsOnK3/r3GRph+J5v/5RL1duHzz5ZFUe7Q5uLWNwa7wKzU7AxEoJ3UcOqJt1Du3j2rQdznDp5krXKjaiEzzIT3cHy0IXuVVTPn3r5pe7I8y913//Rn5EXqteH3NbE8sKp0x91J85xvR4DKbfK5EAGBnTOTk9wIIWHYLh2Wuut5yJoPXvXw1jUsCgwnXV6zrZHCDoDVjh/dPFC4gYvDMTsP94xmwkLbazNgdoJt/LYpgoy12Rd93VJxEGtt2kpSMWf9gT6KYSlbc/+tg3Nx0tfok4GSQ4szE9r/yUGI3fRdsSuAjrR2MklmZ0753PG8AKD5H0cpHEQFfoCAlfB6xKJfCv9VloMvUMj0Lf9T41RloUQwCVsne32v/QJ2gx45RuqpoduSBPy8aEbhuk/+g4hSE+ShmnykqT2A12dDEWBmiPH0zh9AQJiJ3WEmgz6MAkpnQ1GU50reVURpK30FvhkrgFjCn8F2sq0rSIykcCTwYNAkQKGIrNR2PrdOkdg4cMoItW8x/D1aWM5yHvf4S254WAExSjDkc/opdBltw9UtHs9RxHWrNE4xrA8362LVrYSOdDA1GcwKNjF+sxHjDA5dzRJxyOmcU711vIbPh31fv3rX6VuwBrcrS5ow6itwyo/PNdsoCqLvFdJ1/ym4Zz4Nm9+YjLl5N1m0aevMW20Z88z3Q9+8H3Rko5tHs4WZfbSq8zErQSeglPWsLVmuMhh/HY4O7Vrs6puZ1BJb0NwuvigMYez02eYCUjXzhiiehVZfLuG6Kk5m5lxeuTePGremoV6RB3qLkb/2YcLqPYZLyh44QWOu8PQxGPsFMQyqPQrSnRmLb3KiG6xPegW61UeuuKdolo6Fw/hpDDxQL1pLdLWrLqYAMwCmOw/DjA1SMlZtRjHNFK2vDaj9d2OkHayQwSnpgcRfJZ/ebd8xa35N7sM+z3irxeyJEJwxNoYfIizwAIv4cWklG1bMrtDE3Pt2k1lJkVZngK0nGtn1fT4j5yCXByQJ1GpaUKE0fS2i/ixlPAjnr4Pf62KzS8Z8KdocTJuQBqkb3Hbs/Go+rZOfQhP91L/9V/9RWa0p7rbtJ8zWm0DFDYePKPm5Zd++ReBDVUo1dg5t4MTmXZ3O7ctckbxVeLPZM32//mXf4yl7wnWK+nf0MqOrVxa7sEVl653py9ilIS2whmyl2PIrxVyB7AsFkdXmIm6NUxbhsymb9yI8FXwCax0aft4b7d32EqfNpFn8t5EUG4hb+M6m9U62hnpVi6ucGua+243MMN1oO6gSAGqelkB7izathDHluPSiuUorBV6tlGIETw58JW+cyg/AdpGhGcb37yARbqXe65nqUSr/gcMzjQM3YJRqH18D6r1PbsX2D++M4J3gSNmHfR6Hd1G+qbHSHqDkevmCllv7hIvnqC22Zkv764vq0nKIFa4oLMMSKmHA9GV/DuVe8wf+AOuJ3neyDQdkMrzX3qb2Tm35XX9s45jOAiw8ul0iVQZODLtsTnuxABl/ISlILqAafiFk/P4SVxgXCVhOojNAOD16yNFX10DAhs6rs8k9Wh52ZtxE37lk7/DPy2OKZLKOvne51Ff9d38JBDjinB/447eJ26JBs9R2lXylbfMoZ7RSfgHMb13NOtxhDFlN80aWQcSglv+CiEPGX+G0eFeNqJLhMaRD+rMKj9rEFj6gAqe/LtGmRXpsYGT+TzxV9EVgBVsMBYtES+zT1AjDNc/N9IRfV+kEypstXp1ZG2nt+NYz3uovrZjnDE3x32djpg3MXJGWM6hrvVknJ3b5/Jzj6L3cG6kAee5W3MzeW9BcPPo5onnQSLztMscnduTcnKIhBofynH2EsMXBkMeEiDD3cGo3BmpzFphK34VenZ418jaTDhCCbqVdmRQgJ48rbet4eH7EdLkURojBW3FFevVdx91Oxn1O6CwGZugFSehBepUzyHySW0BycT8Sng3AZuZvn49b3DWL5DlD2O1zxEWQQszTgWshARsXUH+XVSPzmpV6dcwGb7BYKNq1sPSl19fBZOzrBKsfgOkcFov/hj9cc44qzrgaf9aeOsn7ftjnxTukEMcuWTwuU+/xFara9051qO1nnVvqze3aBGsevby5QskeMCa65Hu9PvHu9/8T/4m98pe40pH9hovs7SDte8+1KWb2JL2AXtqNULaswuLYQZg5y9yEcASEJPvAoPFCxewSEbYSuNeu+hVbK6DWlvpz1mo+8q1H/Dp+qxwOhAUeV5wIC8oXknbgOMlBnsuuznbdEDn4MbLMJxBi3bzlZac0SorpBHVyE4A2oH/8nz3Tc/gP8vs1nVa493FT0tijRQd5HpDmW1aVvlFbw4UM8Psn8b1sBgFv3vja7+8B9Yw0EWwbkPNvICR1eLiDvbYL3R7FxdRObPGu4DgZQuV9g1MjDOYdjCYs5wZSLhTwwH2ZgSuGkPbah39yWNOY+ksZRAuLtvfvK7yR5qpX/V93zNopXat77RkM7u2bXkd73wnUeO8FggjkEHrStAWsTdh3cJNN3INSpD+NC7LNGSzlpA1r8AXRLQK9iX0zEOGWucd498yoj7Wzs8GZ3tW6gHsfXY+WpxRaKFo5N+iBqa+/kCVBqrRP4yk9y+z85Zi8jkqp49raECnYJmMG70dGToK9DomLyM+efpMRpJV2AjCiYyTL0HD/C3i/LmL3S987ecNSPLW3Iblp68vCR1n2Ve/KKV9jIMHb48NHMR70lfpz25ZLrils3iZ9o/+9IcZscrIFVaug3oaUY4lhAF4jR4UH9qVfhUIyjn6YPeQtaJtjoLpjeJAYWrnJBadsgTsDlS+W+mMCtsd/BZQ4+3YxsyU+DPQHMrazAxkKDK3GEpFGLGlhxH6FrZUHDx4EMHOnZg9oh052wllKg5oQ5eEqT4Tc9Y0A12ezkwcjbu9yEMFpAPV17lsPf2LNlSAogrXQt13GaWnXTnoSJ8lb5vTdwW5/azRRI/S0QOQCgbga4wiTwNwMs2KoYBxVqvALWETo6gIxVaLoiDjOCiQId+4fjOzI/MsWpvkEfrrrFqFK6oLVz1kCfePQrRij7xWvBhnhevrL/X7rzlx0vqd3uOQFgMI9Bz8Gt88eHB/95lXXuh++KM3ukvUUaM41fji3PVZhaKj7pu3bnbvnzgODW7pvvWtP+KcbM7KhkY/unCZ9sUoif2qH3DgxLoNCFiE0TO72Y8LTZ+/iJUuFx9JA2prNLC7wdKEs1RpQqE5h/Gd1vUaTnoCWWZuEHvUtOHh8MbMPjG6Q1Bp5a6glIdrcOfM276SK/LArLC7rzuXHIAbNURelmF8BbeDKmfAbvPx3SMM/eds2HZZIq607slgIk2BKY6zD5anB7bkIhhoRiFr38nsln4kvSuwtGFwllv5qulx8IL2B+MyZ9UKX+nQE9XmwbFGhLsRtLsz292OBhAhzJqvhlc7GBg769UQC1NpYIOumGFbz9hS0M/ktS4HSZXuTY7amb5lnKJZ4A6dkEf/rEOEii6Knor+M1gF8tbXZmAcrwczpHXEaoaZ3ZLW7+ZSGAiVzsa+vBO/CclQIZ05qi4AGRJlezf90Em8Jcr1LaZaJRTA43frZlWqsnnvM6uiqnc681OtUr2VLEVIX2Cr9HTOzb+PlplolVU+DQ+NESTDZNLXseXfMuifTyJoG2wmERcNNqsGDQWHrglqZaZV9V6tC5nJXWbLRFoDgkkk/g5d6iR4ImfkPET7VvfpT7+CRazrHEUalhocGt+GSppK1+Brz2Q18THKvH95bOB05Inv4DxlC0/BNIat2j2NI5agO5vZgYOd0u0+me1BBo6+c6g9cRRwUgC5ZbBi5/cUHfN1tC+TkDls7G/GkYV7h6j7ZmVYtrk/1Uy5kUZ881MwejuL9OYBGp5l7L7JZRhO1qcQtA6MFhd3Y8Ti5c9AAWxuE9KpTiyGQv8BluqYhFMpVYGI2TC1R5Rh31OYu31IBmXLyGCzfYS6Z1QO0xV2caDQX4TBbGDwkHJhLgrZqOCFg5ir/gq0UZ0Th7oDEbQolPxTmCpgfZch4i8Ok6v02rvgjXfT6GoQ/DAWyAoEhaC5WJkGSypm5YA1tMm7RlxZpx3kbTITtf7YnvEf/DGraRf0m28CquS0SehuELvAjofhfe1Tn+DBN2mDnG5zzOkLGENd5kKAWxoEMRtVIClsFXha3y6iBSFBrH23MWjbOPMos9ErWAXfYf3yhZeOdT/zlZ/FSOk49CitsoSxuAntyK3uo0tsqUHQbmTgZlu41qrhm6Xb9ra36t1FhOyFCx9BGx5s4pARg0qWnlwCUUArtFQZX2Bt1lPInDGKCdX6CxzlKY25VNU0FwogZ7S5J5a8FGweBLNhhhnp/doyZx8M/qG/DTMunTCSRVPhwErBpQBXiDoQzEluzE4dQEZN7eyWMPtvjk4kL7oF3zXBM8wjD51w2M88CtGn/cs+l5mufY6Zt8svHuHp0o4qZG8ZmkNFvqjxIRolZ7972cvr07Vt+6Y80B0JCleXjtZRjj9KZ9DtSVZMcggXn7ajcjGaIp5AGbhDIMHimKZCr31A478bgqSeIu2M6ZgQhM91dNAQ00Dg9hSabJK2leRzQNngB1DwGhDsVBQ/Ry7RGhxTaUaRnuDFLITLftPybNn12SfcrBoSVs3WRC3BqhH0HEfyrb78+3QuadNpCya/w1dAngYDrneo1rjGaPnoc7Pdc4cOdqc4ru0GRJbtHi78ZJ3548t1LeR3f/efdr/5m/9xRS6g10zYauNgSg29zrbVTbdt+X6SfynQQlKuf/KStnX0+0Uuwn7zjfcy61vmMmwNTR4sh33TxjB/aZhfm0XKmFAcRa2l4ASrqDMvRAAvLHpz0qYAvwz38G5JmWg0OnyrDlMgP7Dj83SEf8d1JTo9HSVCw3QyA1Vujtw9NMCZCl5GiZOhKEi8qcWxv8J2PaNnDUmkN9WAG5gxyKQfeCoQbX8X47dCQVlRq452FltrZNDAA9iEBA+LkIFd4UQet9Q8O7cfwe6M0jbr12dDWcb1t5brcS2sVTCP8quZqxWS5mTl1oJ3eQRZgnELi2A3iu+ul23isI29exfZWzuPKtUtKMQDD0aZ7oe2l9ApLNZtMF+YPPmAClwT8gFs1JcNeRJnqtCtBQyc/hQxoum849dovEobJOC1r16OHLyBOnaWgY17sYVb4eZaai5wJ18PeZjB1PzIc3u761fOdL/26/8221Nmu3/0D3+Pe6hnu8U9+1gSusA+WPdxu9zhoEl6ot4U7lKJB5bIo73ZS1Wva5OWI60peN/H6nk7+6lvsbzk+qcGTwp/6Vr4pVlPEvNACbfqKGwU2p5H7PGiHpyiMFYoW84N1NZ+Ly7sps2wFL53q/sv/+6/B9z3unNntKK+2/3O7/2AZRUOmaCNH9y9kb7hTPA2jXUfy+miF6iHOrlvVkF1n76qc3BpXO+59VSzUAOA3uVO4mU0TeL+oZUH0+LOPiutuOSyboZBDDiS5v1LS2Ww615lhaPkpepYS2s1CnNbNoWPzqNdcrKSdWgGrg5eraMzZZeaaitSacZuwV/vAYTDSDVfmxC2uvTb+9SDvmYX8cYgbSfue6KZHsF2oo7+jPbRKpwkkDarNUaYFH6m870EWMauo86RTkKj6CYEb5Bg9Sfd9LcRBC2up+oVcSpQIIhuqCl4a/EBsdasWIeD6JwV5JuoiS/8piC9zmd7b98J6P+M4vKicPG7wThM19I2P8uqEgiByxQBQGQjz76AtR7EC2x9eHuXGB1dCf4Mme1ls/m5C/35x4mrSnBQNn6Bqc9vXBxtDIQXGdF+5atfC6wZnIVlmKh+jjBbnVq9G+MZ51XRh9/13lKsDPk4n1bmANu8FlD+tUTbtfDic0NOtdG60vtjtYx39OkZxjL+zTCWeRjQvn17ScoeRDb1y/Q9iP8OjEqMlbEf9MKIXMHqjNEzYu1EqtacjWj1LVNQligYffdYORJFiGbtCYbgjFbBrCDWwnnP3j2ocOcyks+6VuiUmgRFPkt8ZfYRoQXjcUZgvoRZXwWnrzI+cZF1NEfxMIdHHEvkDNb4zqA8HMFv/91HNe6l4huZlYCo1DX4NbqEhM/QtX5vH86PelRegumsQ7HCL3AJE/EcQeQnrOXCA1I18yG6/5IGvoG/pbqueA8GpwctgGelT7sCm/hwRpudDrSx6nOZqzMb6++/kKzJJqvRQ1EPaX0118ppoYFLnNT/URLD/RleEI6C8hI/cK825RnudZ3DeOksxxfOrMdYKe1CXRCQ8qPNGBbZr46/+wHX0R3uvvPH3+9+9P230E6x9xTjpyuXr0N3l5SoLHlghAdeFnZwrd0S1zpewJLZgRK0kWUkBnjCpSC2HC2OPRTEGa2H00QYI+ROnjoVC11Vy7cZvLkVJ+1GeziQc6Bm890DPgd7MVQyDM9lBpAKOdXUWs9raaw2bJE6Hn/7A2bk27url+92/+qdD6CDO93cpvvd8wf3cBrUDmbKV7uf+9kvcqzjJSYK9irg9B9lpUy1OXwY4uxXYSmmRZnGUK7jLyOo6wB/4iiDoH9hd8brZEHVuponZ+HpI+YBnTop0cJZ4SmNZeZM/aOmpp42pAJTuwoFslutds5vRvXM/nfeuc0ud/Wqgl5g0LKT+m9DUG+Ab8w4cnTWjKravbyzzobxdz+vd+BKt9YoDnqqflafI0E7oiRiSv6jBoFp6CPht1xCYJW+/hrWu1HmEGC5cezq7i0mdQZxgD52rcONfQZvBXjLozpLBVtUY8DZ4gPMTdAOMpio+NBfCP012K1N3sdVnggfpi04qv4NtoRTl4Z2O+oTOcsb4tJE4Mifo0yFgnvRDh86hADAEpHLBopYHfxY+tiN4B/kZy0LxTWoevWVV/ESV9VGrcns5A2OCiGasI2zz9v0dwW3FFORn+CzlSmc084ajp3v0tc6rvY60n33e99lIMJ2G4g/a5p0Nk9gisU2UR8wut/PQeiPGIQpYFWB2fHvuq2GuI6yFWwZ2eKnciBWmPR8y3VmonWlRi8yQdeD/d1ELbZpE2F0ejfr28ldQ1VoeWzmPo6hU13mTELVGUgNEq1nZnvjCtHEMAWZBnlYlh0jVsIyGKDIOiyN0PpluztXtMzQyWWumR1ThOtPjhB3sAdzq+vDlkfjptxgDQwTJSjtn1ED8578gT+MkEjlby+td+mlwUCs1DX59HUxbOQkkNCfL+WvOtJr5Dw8oQZ04qVSBD7i19oY6jwGPTFSoX1ybCXRsqdfjt2K6dNWDpN/W/+b9BUk8cGvDwhtC2f9H0U33J/hrbhRoP5+JB8GcaiDt293ZniJ+LQ37SENmf4mg7XtzB5vcprY/NYd3eVzl7udWKRfuXyVtkOlS7urAt7PWu9l99qyF9d52i62AN1euttduS5NarDjzV4uGZCr5fJzNhvVMMsTar/cJmYb+L6PIx6vMqhRADirNZ5CWSfNOyAUQAcw0pz4dn3ZQWuwQwWz/sv65m1m7KiLctTjuY9udSfPcMgGW44uLTOTZ4b7mRcPcpftFgax891nXvsU6/FXuuPvnU1dGGmwRWcxtgq34FtbsxVJAW972mf4Ub7ruLF65t2+5ECubdNRvSsNqzZ2YKua2AGMfc2ndZFmy17CJ36Uq2A2zD3Azt7d5uTgRDlxH4FMaA6E2ciAyF0HHjKznfXuHRzo4Yx/AXXzXtT+1mu/h2ugldlBnHXkmSECMHmMpPBtwLhSC2nPJnfALI4dIOpGgtZGE2ifRV0QEg1WHdR2lWTq6Zu/Rnz2a4kRCqgAHhKKBKEKxF9zj+Aw/su4NAy+78Dm5sGhZBQhmRLMdPgz3x4G8u5Bgqj1k9nUqFc9voSS7FukBsAqz1HdrFCrlPGsV+9VMwo9J51p7dCthtnvScHCkw4q+E/oErUvs1AjliQq97exV45ZkqqonRCAQuU86zFed+VsNnji0Ypr7djqViAUnM4EPZbtF9jqYxvZJqUKFI9m4iqFWbbceK0M8lfYht+DIF6TctJLXxPwMzQ/3/tf6jqRoo9sEl6Fafz03Qb3P7RFm5/FCtvtMZlNMtp1K40DE/e3akwitXm0myoet+O4HWMORnebTucoP3SjJoQ8ZSzmbJkaT3nryjZmB65nSQN2UtX191RRU/YdhKzrrcKhEPcigC0cfefe2W2eCOVoGCanxWhT75J76q74IsMeYyXc1iPArX0sp6OGhCEq3IxFvTVQ8ScTcR1qkxaWWELLIBZgBntkBgh4Lct3YFndDF5qMKUSrKfUNKJ5mjMzRfIrWqkWyhA4QtNvYJQX8KZK3RlKszxGnodvJBVxAifxdMmP+NKXAwnrncEDka+z31Tc1bqxLEu8lpAVl8bbwHGFshSZVbZi8Mx+S2AtKiIwhGVh/KZcYMJvxbOP2/wTQb9RfSukalM1ikbD4iyDP4nR11ecXOf865/+qc9177E95w4W1lq0asyj0yBMATdDv9tMmx1+dqH7m3/9q93Pf+0LnIPMyVHQ5vMvHusuXbmEVoQ7i1mQdY1zM/FVcV5mxvvwkepQVa3r0JJsizGQW1mEWSHqHmxnuw5IFDbSkcZnXg6gkPEwCd8BFXqide3y0JEDwzsINi3aFfi3MTLa7LYz3u9zMpPrjTc573gzZXhSlW2xTF+5gWHXDYy37quqpX23Mxs8+uyBbj39z2Njf/Cjk935ywwQ+Oe66Wufeqn7/NFd3f7d67vnnj+I0dcF4BQ3hdScJR7kQiMIqdBr8Ay9QmQOZl0rjqWyfSYN0LcDja+GWW3HPSoYAUsc8eDs1lmtBGK9FboZEHOUo6de3YV/mqez4xLK9Gfpi3qKHw/SmJtd1y3u2NS98qmDXFm4yIx3R7edfu1+fvfFy1NU62cPvoKbfppBP/S8Gbxu4gANV67jSripcu2p0P4YTlDhRW71/qR/7Zwx7CDPEtp93n0G+n3Szk46drYUv9RpsuxxHKMUE1m1tw4iymgdjPzrdhKHZvOzzJ4c4Z1GVfrswWez3efK1XdDzGvB1HA8atfGkSDw73/v+91PfelzdE5Hi+KqcnEWk7XftTL9y/B3mumAYOCsm+3xta99pfut3/ptasYsgvUmmbIj9EWMIK5dxfCGet2H0UTQbmaEytF4zl4Vxq5XaU1p29/ESErV1roNxXA8y9UbSLYwyjc8Ax7yd2/hDMfS6SfjceDoIQDOXBUqCteFhYV826mbii9tABm2tsiePZij14p52k1m43TUWcrwCjWFuvB4RrKjdWnbzfoyVAcT1tWTrlSxxqiDtb5oGGHS4mKGNUP5WKP89HGbmfYd0nGjkcDZ47TNZO0+vuuSRg8pznj9L4Fr/LGudSAFT2hMBuShGs9w7N6NW6doJw8VWZk4A3TqC7ln0OEtRtL+8haYLULFA/KnXauH/g3H03F+0u8mz1dND1y3Uat67KGzoIfQnNa+Ckt5xvw2ZrNoPw4c4OYc9r6evXCx+51/8n9Sn4fdjWWEFDPhexgXxXqe+BmsQ7TqxDLrFwk0gcsF8+yj1cDIuBoLOQuVlr1DVpWqg00HL2pGnCUb5kBSAyG3+zjLsp+L83uslUpTDjY1JtIa2X7vFh6ddiEOItUMKbR3zkN3nD8snVi+BoRnOGyje7Cl+/FbF7rjb13tNnABwvp51pF3cJvPOqyUyUf6OXH8ve7yaY6T3c/53g83R3gj+gNHZujEM0+p1X7mmna1ofxcAWk/cjDm4JqyofmiP+M5MMOqmvrqHAjmKe2Fr2lHwX/XgfGzTs5kUwaja9Xkqvg9xAIOT/7YSjCp2Zjtewz4Ht3qjh3ZgyZxW9Lsuq7q2fVzlqE4MpLhYjQItvF18OT6t0ZxGkiqvnYWHkFbBOo6lRUdu/ZdFaStyVggBNY07dlSWKeRa1nhl7jJexBhRLkDv1HiP8eLDLmN2nlrMAmOM5Z/E1yDucEqnrWUnWME5RriEiNMSULTdc8OfUhDrmQ7lbratuXkEySAIwdA/9cffKv76b/2RfxkmsXIbQ3L+6vhhKPBQudJ2/aQhf54hyF5HN0+jqZzO48q1Y2M5hUK7t+7B8PzWEKZUPYBwlDcI+sMYxNM5+qlqxiPMPKmzh5jaMdYF5UU2wm20JmYneQACcJ2aiyCRmEDws2rwOwLjrRVW29SBcjo2TVZj1mUATo7FpduI/CkH9hBamPbFXOhgyo0YJjGE6b1mxUu7rF1PY61H2C0OWYQUDJFN9rbXjrTyERH7w5EiBt/ZkNp+zQo/VYJzHsEKLgZ0oXv+cnYE+aMwV8fDz8T60cE3vsw/RNmvsZZxQGPELplygvCZWYePHDw0IHuEve2fnSedcmeMZo6daTOOVBAoUB8BzOqTBUc27btzKx2aQkYpPrAY0phELYncyugfUxS+Qa1H/GSlrZwRnl4GL6eGXhOTerYXuOgmLYSStWUztI8d/gRwmt2zgEcKl20H26zmdvJUgXCTNq79vAGbeW39ytj5Yvh2+wGTk9CIHve9X0EZwZ04FPNhmpXt4+p0XHdsc3GhEfDPLetGccziR1YujwhPanpmLFNEFgKZZ19RCHqHtisewKPAxrApx8sd0defbH7qdcOd1s2YmlNn/kXf/Ivszf9hVdf7e6iEvZygJv2F4TkjXsYgiHQZiE77UvmGSDeXLrY3bvKJQIn3icegm4ds3DoWrilWSb+QF2aDycXDii9kc0tNF5hqbrYPhSHIPRNoeneWNOvB1aF7oMIV+0d1IrUYOG2Zts9L7E8iIWyqiXX0W+TXmHLP7vUBi6H2OjgnNns/FYMy3YieIUXXF9Dla/B2XoMsrazvitdiq+F7ZyqxVq9p4HJU1CgYWC1TLuzROA1eRKMBL5qZxEWGkZAdD7be4L056dqpflXvB4h+UgU3qpielWd+8zzYf7jMhJnlT+JlSKFoyLkCYIt3wpr9t1nVU/8R3J9lTz7XGi4PkM8Ku/B9yBsVA8a1HgyTv/pKt34Gc8n/DPAziiFufpzkGMnVg1pPIlhkVmT1qVeNA0HS8yCwvJ5ax+G9IAFTuBWHekZpq9++uVYKiaYP8kFXOpamnwM/6wG6Ch8jcAeFh/GSDn9c0gWo2ymX+w8w0SjYmz3jv2qB7hu7AcIptqIrurV9SoDd2Cl6ahSVWuuIGSkegshvI6OfBVDD4Ws+wdVIRX7JnMIJrRE51WNtsDevJ1cL3abAY/Mys61le0WCkKZnAJYK/3dUdnuJB8GLjAxt/ZosWy5beStEN7oD3+Zn4eS5AJ3VIIab7m+vIXZhepHZyIbWftRZaghV2b1EagyF+lPRNQz1yaOBst9f6QtnQFUu/OX72E/j7AI0yEXBJWMroSsSxZKH3HhMI4w4rWnbwnyabv0bsS88GuwjcojkTTlrMl2UuugJkC8y3+akBU/EbQ5s9bZOkIBoSXj9No090s7U/OkotpKUXAVCL5bxgCoBlz/TBjhEzzhMfGzD17Yp/IZfq5DaB7iQBlvf3JvrEJOS2uXH9zXfQeBans+lCbBo7M2r8A8xJV3y9CPp7Y50PJeZeuucH6IYdPCzjnOEb7a3dHQjbbTuE2ayaxPYUQe4kKtRngw5StsQ2vg0TXPqJSh09y6wzPr7/ATW9v9qOJDPGaZgUrdd2bMd9oBuhVej+xeun6pe/Ott7oz5y+Sdqa7wDr7tSXqjTp1/+JMd3Dflu6F5w9l28yNq6z7IqjUYHiN3mVm8ksY8d0k74tXmfGxOy4W+JST8Vo/C3pE3wqOsDyuJR0GDNKdkYAz5M5TmnGAGuNXcF02BQpjKJhvn5JvtDTU6S54v8/a9zID26ZCNr0/9/FKoxZB6b0ammqb170l6reNPbnYfMB/Hz7c1B3/4DxLbx/Bc10zRzSDe9vdfboOmDYzsNiMlfMO1Mq7dm5DszbfzWzfOvu6hdgw9hwZVHNRFfmRTlPEa6O0jmPDNqeQGhJu5SduTNfi+WzkynsS+N1+lVs6Qst44glzyTdpC+P29cCecmAoIjcGE8ImgxFe0wxgTRZTfyYhMLBKmopWdZfRVa4JrnXoKmtcl5Q6nfyx36unsDsAC/WwyM1sGfHVWdkzqC1U+ZxHFaWKadgAwWGSNbj6osVbcFfEdZWLoz//hc9FSMCCg6+G//ZcAfQqgLamDKOl3FGT9u8pNt7AM3r67pfVq2c+Bn/G1QoWRiEBgSSIH1Mj9LZwK8kbaRWNORxsuTa1uMDh/hC+I1tVsh5B51aXu3QwL6OeZbbrWo3rP4oT85V2PfBBQet2DffbKlw/4pzpzAQwdlCV5SldNeNESJC/RhBbMIpRZbuVE6c8X3kXAlrGqCBV2G5mpqOBVNZae+GSGZujaTqs3TBdscfLpLq8MGd9/TWcjZ6kLfgLlxn946eQVn1rH5WaEsm60ifswz5rNkio3MZvn+1dAYyfCYuhpZVDbiElQpqrkOqngTLF0XbUVdVd4BZ+KikuNdC5gWByhp91afFIXFXFqsN9z2yeNvMEn6g+6deqUZ3x2Q6BvYfVuo3wsQZNtXBhrloFrNF782tP44mTaRf8hf4YKICIa1irv/Di87GE92AZRZmDHO0DxMscNOqtMw4Qjh071P27f/tvIJRmuGP5h93f+Tu/HkOq8+c5WSqDCgQma6IHn93CGupSd/E6s1KEUR2V6Bos+OLn4fxtRuXgOaitP8GpPDBr/NCy+FZr4/5WBZQCVaewEfex1gdnXpYhTaYPIYit+/1ljoCkTlpUs7jR3WD5ZIk+cx1jrV2czPbCfu6zXb7B7O1id+oE5x9jO3ULy/eOPbcHD3A7z7OLCKIODdw8FyyoJSohGGv8CEaEI3BsoA4KN+9p9i5c11ztW6FbBSewKEQzEOHdGa2aYCnOOA5w2hptDtHwW2EKatrOjAhh05JPTqQCB+ZBtXuCIC++XXPdzHWlhw/uQKsgNW9kn/JS9+775zhERCMzt+SxZg0uctsR7+63rb4CT/LGrgyMskZbnVLii+l8hEhPrHZcAAozpOCmSqbEkWvhhq0nbhjuKHTqxV45isC7BPEX7CzFX2gvL59kga0OPK1KK+jPWYQoagys0GUbcIAC6ogd6RQc7g2lXseKcR/rjQs7T3QXr7CHjTiT4mhtQFIGnev4B++ThtEwlJbr5CDXv4pOeIfN1/DTYNVI5lf+rV/p/tf/5R9GqNFtM5q9lqPp0kPDpBWgN1yLRV12B0F5A0avqoteM+ogdn4tFMMcOZf2BjfPyGSEwfUrt3O4P8+8FMo7EaY7+D3DjGbrPEYSsXjGQEUB1WYXAGo/8pAJGVcEXAN+tWffD8dBEti006/9eFWQJZpt6HYl2Q/1kmuIPeBR2Eon+e6fLefMZBOPmke4FucpxiGTq28Sj1w/ERnRqwHWs4QZ8ZmFrydS2g4eYd11Gzai8mcgcvjQ/uz71Rq04PBvn17hi7AVxwoChbVVdA18jqMN7yIEVIsW3Oba5xDitqgqy5Bp1+hJJcGTuJZXlVApivdRxxDjOgTs5e7QocPdm2++GcarpkQh5qDLWaeCZKP1AI9Xrl3u/ud/8A+wLN7ebebM49//wz/hBLKFqIoFKWur0OGe3bu7S9dcpuAsY9TPCkO1HbUcoZbLfdrCgBiAyav+dc31/yvvzX/sSrI7v0tmMpPMJJP7Unv1Vt3V6kWyp+UejQUYgjQDDzy2YQPzu2HAP9kG5j/of2jgH2YAyxqrPfBYhiW4RxrbKrmrWF2sKhbJIpMsLrlv9OfzPTfeu+/l41JVrOqWHOTLe2+sJ06cOCdOLCeyk5fBYQaACk3o0A1Taqmu1do+BT84RmCLQ8M81WAd09YAMo+gUHB57+yjR2WqcenUafJnapUBpbMMOxjXuMq52gtsxlu5tNLtfHIdzZU1ZTYcdcd2upWz890338Bgxz5wbS1zqQI7sz2B50Ah9p9ZT5bvoHWePr2MUL7cXbjySvdv/+odppgZDDDwKLrt8c5DrdTdvq2JrQ//+zavRpUOHeg4qHWWADRk4s+6GrfozK5v7pUelIEHOSJlANvLV1wGgh9sYRKSW4du3F7j2NQql43ALxeYWrYM+hckKtKyuSr9Xv7TsUmKtrAcN2ZWn+PRnCP5NAKBjjQbkVVvIRl+Nm51pkrV4jQGKCE/3QnZi3OWP4LBWme6K/R3qH5fpNSW92TaqqTNKjMb4mNiPfEQ05zMZfqr4XDoX/Vj7h8h4Zqk+Pd4wKuvvJxzofd6QdvXeJh05nubcbDD/Ks/+dPuH//jfwj+GgHOTPIb7SkTvnz5MtO7LHhJ/PyyiQzG46UB3jCiZa0DBifZWQyD8JL4LY5eaIJOKaqwdnOUjGyb6S6F7RrHGmxXb0N5k/OPFy5eYKPT2TB7p/INc8rPWRR3iEbW4SejM0xI0m9afxDH/NMN6WX4Ph2WyF/gT9ozfdnEMDIZE0LP0iNoZND8nA0JfRFHOs4POIvmiWPfMs2gj5mjruI8neosMWUS315v2WpMColLXBDx8kt3cxVctFeYfUxMyvz4gaTEH+MHpkV7nWZTkHfduuloly2nj1k/GzHdACt0wH7IUTjZUs04Ywjbs5z1tF/2yRIdyPKv+hKDGKZJ37v6K4Tta90v332PwcR8BOdnrNGtQD/uH+AeHWhniV3KHg2b7z759AF1OYtm6Dnsh8yGoMUjdoKvIxzN4s0d8iunMMV4d41BHDQHEA480Emh8dKaxWfsDDMwKdqrerk2/phBtMIiSyHQpX1DBIjvtJ9NDB3sy6dsd3FufXm65GJ81zVfYwPm0jLrs2ixjx5tYzSjpvC1zfw377P5C9F0jv0JOwfsT2Dqt2NT4Rx7E/7m/36v+9X/8w7aoTvmV7q7pD26eCr9ESsPHUNSBNLj7pvfeKX73rdez872a9dvZUr9gLy2qK9avks/uqaFHmUZTUEqrJkyZkOhLrBTtwhQiG0P/10upbc+bd02CCZubbrjacNS/wPyC07B7ZG5XXB/PrOGGsJZf7jfXWPaeH3TI3iaxHSjkzux0dRpy+3tMpoRGsHPgY2Ddp07K0bEYwSBzJoOwsr3OB55b1RpA/VxDW+j2sRtf2iwsevzsXZ9nsnvCRQ+kZRMxpp0AZ18ZQ50JIm8BAQj+F7YidB0zBTbyh5DM/sNgnxK1ORHwsJJMQ4pPlO2Zhji9GVK4OojZ3mis9DJgv1qKcKo+7TiwfOz7jy1Yzxkl9s2m3EUMB9C7G0qKDlOVWYMf+VsDWQTfv3F//EX3X/2T/4TCKM2+FQz2X4DfAsTddQ9tTqJcfhPSzNrENHynU4lro1fpQrLAE89LIlAiPEcfPzBH/xB9y/+5b+M8HQtUPwpLA2LKUt8tAaztOx5QToJ9KOmYVlLy4s5lvOd73yTWQIMELB2msvcmfp14CadFd0W3oTMvqJmnHOyVoByBDgDVL+Bud1Oky9pRt9pRFQlW3WM+oVcdvjSIQFLMPgDPBQoxOkfPvk2XphwJA4wATe16+MY3/Y3odD6ag4OEsoFD+bTf7eH5Y59+aANJKOUCTezb0t5HkPxyM8KG0g8jnSPS8+3WMML4wtzsg+b0Dzo4z7MuhcQxxjcnGQ3r1Ona2seyaj6GFHIJY/WSibTFckQEBh6v3q0wPZF3L7evY/9ZVxZw6hL6g+uqZSwafTk3/yv/6b7Z//sv4/AVUA5E3KW3cguH2iVyQ1uHvdx1sP1UY2aWHfp5iHc+ywDRXeaH0XgcktrZl4unMOcIGdYF9FYtxgwLjAYtGzz1yavA8c9tEc1fYWE2qjtI5N3o1O0OXCoViucTiWbzgplv4FCWwEcvi69WjtBol5O24LbOXa0K1hee+kMg1NgeO1C95f/7q9ZjjnbvXz+FJo268i03x5W0XbQvJFFoeX5xSXuln21W39wl5mLe936/mdInSXKw7ypNCCtHjvovstU+hsvX6Rs7sTFcMe1999FC/5mt4mG+TGDEY1qbAO/FbDuTvXWso10VPDKZ13aCA3Sxs4aOcCQxMWLzovkaw+AmChnPg5UWLAgYsVjUhltvI443V9jen7/ONawHjDtvc3eFjdosVObo0HzbIhaXNREKrgCca5dZ02Z7DXWMSFoq8hJskxH6gEBziA+8fyAYn083c2IMcOrcp7OaYyE6ZBgOp7GaRlK9MBvT/I/z5ZDi3E4n1k+07FbLpRkazbna3otL/W/8DOO3mLWc5B0MmD2V5hKypgMdwOEcKipMbtBo3J+j+3kVy5dzlrkBpc9T7hhuTNgE0syX48L/M077zCifKObY5edAuU3082oxIgGhPige+31l2DAdGSEqR3KjUxsI2YKDAMTnP2z453D6stpNpJdYFrulVeuRFuVIcoZanrUV+mJ5gUVe1i+mYdRyfdrpgTMBRRbgA7q1Bv/5jQXKE57/OWMqGAFxoK9bB37Xt8J7mP4PunbQusZQRkuYqxh407Ga9SfPiHTTWzZMkKotW2YXPUb4+VYiPEMT9b8maL54KOVOwybLH7wNagNr8EZOFT2C4uDFDfLOD165TIGEK5hUN9/hdw+n9JCmp8DGP/JHJeXTsHsPHfKBjV2pBbs1RbG8f+ki++k1xPQKAitzMkEfpmIciKMHdSQb9CFVspU5z//5/8D9z5/Fy39I2aguJsVzUYnzGpeTnnqTmKp7A67rrW+5E7iDYyhKPgar1lgQ80nN253P/n33+gurtzr0Hdr53LKcqq3dpZL406POiNjWjVphaR8om2scndviBkiVqtTK/RMvoIg5QGSgim8E6FjHfV3DVwBtKElNPzexRbz2VNnGDwwCHDqnnLOn2ajkOu3DAR2kIy/+OVHaO/0PcpwicYr6l5//QqzF1xQf2+tu3H3QbT7x/Qb8XHh8gWsZWHmkY2dCll3GV/iPPj33nqjex8FYvc688ys2Yv2aNtBH5oq/FAzpa2/6W1bWA/r6rd4kPDyL+mqvkbR2acOIMj0LcIJJY2tyxQ6JwBsk/V9ptp3aYtbGBPZ5fajTcpEwDq4PsYatJdELPTT764Lb2W3tv2OqXsJCcfUcRGMEl+NyQId2bgj0M0bAYCI1QCVqFUsOfxG/GnIk+2BUgkZ/qqzAxTUIL29VNCX/5vNHZVN6xxfPlMauyeC6bxcR3Vnm5sZ3NGn4QmNkp/BeskVNiPcYOeiDZ0K9w08ncfoO7CXMDGfP/7j/7n77/7b/yYdy92z5aC4CWcH/GIuPKlP+mQG9uS8nw+/dpLH3e/93k+7P//zP0egnu9e4cL1l/mpoXpxtUwmGyagdzthRq4pVpOG0E/wBhWpieG0qepUXnOaPUyfaR72ftBVGOv/9mlHqRo6SdPknB1a1zAszQYvjQMYl3fro8Yt83CgpdZS+BtkmpwqvmHGHbWUBSjZMizrIwJtMyARTV2aaeXyDGQ0mPiotOZR+bccPs9TmPy3r91lM09eCAqehmlp56WLF7sH99YZDGnoHuzAgwK6cXvBVPWuktWINWu4zDTsBlpTjlJvohrqAABAAElEQVQZZFnWxXJa/0z9zXXsCiL+CkOS+bdclUPp5jHLmYhA8/Apz8kojPimvfr++/gedC+99HLC3eylEFQjzaUQxPGoitrmCTRb6dAloVwlRzzbIsIZ4fvg4SYbg84TD63LC3Zok8ekm2Pt1LKlD5c6tjbZeczUqjTjdHrWaxXw0K/C1o2B0n54N7gTcmFNG4OYDN4NN1fxR4x6R3hXS3RXr95gjfmg++CamvlN0rCjHg30DhbqDh5jx5hjbsfn2FxIWXuPF0mHFs2a77v/7ztc+bcUa2lOpx44IIAQNFahOHRd2DOoj9iB7nOJXdpuItxYuwd5cvk8G7Eek68D5yx9IIiFjWXvOAeJDmLsp2l6aZeXCNyKQl37qWTtEVNvZVxknogAh7bhUegkHIHBxRxT38fm2M+xxukEZhMe3HuUtmBlultDXV9ACO+wtLR4Ek0f/Hoca5+d4Tto9BvUx01nqR24juUo4WgId+G87dhSyApIk8g9vHnYOEmTBhmGfPXvansi2U4jjg67MVMx7t8lJ3E41eSoN5tHmI7SsP0au2wvYgTgHOc8P+UsG7352dXumU+QSWwvnL716W0E9gV7c9r32Zn8ZsWQJuXk33nrW90PfvB2mJsbPzJ9xPrspscgwGEJUeM6Gqu6huEEGT3RmBeumA5R++/2TODn+iPjqn8W4w7IMAOHzzpB0R+hKtMzzCJdi5OJeObXXY8yjAJlDN/w26ymXeU1ji8UcLo+H+tYo9L4VzT8pnP5Mt+VaXBnxyVvp64VMDQHBunnco/wRXbAb3/C1Wf4yXdmgWAeGUiTRiXH9U4N6q9vshkQDU3A1ZTL9Ujtv5Kufy/+AY77QgqHfSAle5TqSW1duGllNNqQjniXK1G3q+990P3qV9ciTN197uzJKY6ZedQmd7pacWhvDj5ruqVj2EIGHx7H8cacOYTlNpe+Lywsddevf9q9xAahTzbX2Jdxj77PbnfWBDP9z2glmiv5KEi3MXyhQCrcMliBV+9g4Sk7d2lneUid66V8ChZXThtntywQKYilF3+Gx3gG65XdvlOwzC4snKbbsGsY1PIZrfgEm7iuXLlCXDZGKYRuPejW2DzkIG5hcbn70dvfJT1X/TGjZDvt4a9oE/XKmFWuCfybfa1PoY0DnxcmuGdwjjVe7StrQ/ruA/ZSgIv90L9YFn/9PgjgyGwBOcYWuUeocOP2IwK4zswzyfYQovtM+4onWyw4cUNkHJAxeDg6ZwXZOY2taelqFUG7ydErp/29Uct05rngFD87kncpU/LbgN94ReAOg9c6jYJoRqOfO3OSa/J0ZGqBGTFJrLY+zzGwY8BF0NCJ8BfrJjOcBUP5Ec/RDb3FEUk6DXBLeDZmTdNRhwA3mec0vIYOY4zyn47Yf0/DlPTiDDcM66N/sQfZjfKC+yywLvXqK69gD/U+RPsoo/msw1DfCxiv2OBc7O3Vu8WIJmozyAfisLGz/uVbIS3tvc1xgh/86AdJaVVGZffQT3/PrlRRh9kGJ0QqrMyOrW/oh0hJOUgkpM9K26caxSuyZVoM5mF+oWmYh09/qUPKIJSC/dcS5z0dGK8ULJ7G75bV8BItaxRIh7Xf55s4MiniyrSyCQVmFwbgAIZR96e3bjOgdUrtWKam3ClqccaV8envRiHX9XwKs/8yEI4QrrgkSRnWVZq3eAVzig8EhvdMM3GDYSHr/dXqXbertS2ZcpyoUfKHNsrr0N8+6iH/mR5BZoVMvzpop85qXQoH71l1KlSm7WYohYf1D40QL+/kpBgOuvmTJRXqr3ESvGmKmrJr4a63+q4GbTPVTx7XN5n+eBrHsEzt+nHIWelWLnH79PUUi9CBmpMY7Qe7LisIn0s8XlahBSnPr99jClXD+a7Z5ogSaTSlqC1odxR7dvhgj/ojDG7fXmV69WJ3984t+v3DCLkTGE5IHwaGzHqIR/7poskFNgPTmEA92WDaBw6y8C6c0uLAYx6hGeOT/KgW0Fz/diMhQtzNUV5ofwA/cgPg/MJOd5O11w9X17qPPrmLUGK6lXhbaKLiW3OE2gV2EKFluy0E9gMO0e6xycmbsGKnmDXmXQSUR5/mPUZDP2lHkpj87pgd5rw7R/YA2eq4/BGTjQizTMaA8Rw7owxpSHzap2LKEfqxKpFrhqcPmkev8dLOwZdxwIiKpgPPYwy0tM62jS1ntdq7zLbsArvrymvMHkh/3lN9kdnEY8Qzf/eCfIZp0Q202j20W+Fl2Az60LhtGJ2FBLP8jZClvtOuRv2JMB30tX2nw1GaxBACyXNcvNMcMapunL4OVTfq1V7G0f/WvMm0LzAV6hSTN3W4/X9jaSOH4R0B2ik0a/fBRx+HEGrKT7bxJGdH01UXlN3+4t/+u+6f/tP/EkMOEA7MyfHe3wUXBjiz7cWBHdvfzAij6svUMu2GzzCmo1Y7v/nIUGU+9PQIetfNHtx/APM8njRehbff36ojI/Hoitamhm5M09V2MlFp3ZH/vgyJaTeF0kO1c9eIFNZMtz5kCcGjJSVUesInY9PqRq09o572GRlHhKv4+Bqc9YwsQ8JZukY5zp3DiPs5bn+5wVQkuCyNgzrAIJ1y1ckU2yybdZtjetWL7nfQat2UtrPFpQ8y936QMKzNUHam/EE9SRJXyeAtSt5DDizRDxs261yw/LLilpZFcJst4tUzwBrY+N2f/DQDpRs3PkZD/YSNQVgXwvpQtHfqdhmj+2fPLnKiYKlbQuDYGl4ksE37K+zuPtyAVla6Uzy3sa7koFGac51SmLSD7llw6+XgRPxFaDrIEGJwlW/y9b+DG/EXf57+0zlgi+WpfPntNCoCH55wDHvLP/7B97L/YQ1h4i1M6+ton4TvrddMzK3dB90GY7SDx9xrixTcpO1u3eLubDataWyE3Q7dtnabM7KhXanfEeJlsxXGXTCwRrpab/es7S71cPbOTW+OXcwjfREBJv4983vA9LjTtuIjlSONzin0ojNprX7Gl55UUMSHJlKls9CUIyY7894WGyOZeXDKGljuYxDI0xlHoVH+Jm8yycmETejN4QlUkPP4rum6RHkE4evGq8ekc7CAZajFn5nSjlyEDfIpzE48bhBjkBhgHVUn3/5b/ybQfH8xTsDHznJHrn9vhBEge4CcX3eHp/B7p6NwKVwLpYM8RpmNXwwdxqgyhz7juL4NYfI96XvYhmGTqZ78ZfMVqQ/ikGnLS5N8FzkK4aXv69lFKwYwks8aj1qQU6JeNnD/wQOODjwixLQ9UeS91aVKaflWrW1rwpkycUfzq6+9grfsT9cLo7z7h44xbI+Rf3vp82+fPM3HdvA5k1aqoEGKejWnJwQN4g7Lq9iC12DMU2/LB09+t5+5T75XuqQZlCAevfRdQ+1u1FDbmkP7qFHso2wme8QZO48D2Vc1juFUlk+nNT3X6FEgBa1HgQxTU4XTJU61UwF5m+l712GdXlRwxKAD61Zu1nJwdR/BbR5ebK+T1luY4Ro5L2FgfhZR+Bm+j/2gIdL77T+RPQ5L8if/GWf75DijkIJljOsez4TbVhGkvCsgBOI+55bdRKNGUlP9ROrbbZSlcBsb2CMc+ShNhqlTaHYOgvOgjAzUNvGpplrv9d3g8akwkU+0nxDP+lU4gZSb3eSJV/1fOwIEVMJAxzv/vSP24sVLsf50Ek307Mq5HCNb4XalcxioP7WyHIF1jfOZ1z9Z7T68/hlGaB6VoEXazEM3tncMSXC0aRXGv3h8GfzUmmoEjxKbzkVNKJ8+S7nh1T2eACyuKUtpZ+I0pyZnanHRNsxl6RAajr8DQ9aVzyzDW7cedOfZLX6A1nr/wQ5Tw291r58/iRaIFSpocw0byrvsZQBDGNU/ykUCGqvAWAtHk/aQltvMWHjPrjBG0IK3N998hWWxk6x3ym/QSJmbdsPWIuvwCuFHCPZ1pnutq1qr+1XyJK1asQOLZkyFYLMObTuQcPDg0zjW3z4jrTiFnpkg4lZeWhVEW6Wuy1zUwZxCTnLIT49g/tJjZe40DtrQ8L1U/pQ3NFEV98w8ZPe4itASA4Yrl89zJIsBIDux99kRPtJoRXh1+BoN+C1w3n+qqw4ogBQjtY788vqV/mnEYSFWKn+sLe/9w6CRkwCpXQ9zwToK/Nv0QuXEu6Pr8+cvpLN5P6qH4HU2qgzZXbYPELBn6NCeq73J1KRn9sTNczu5FZ31T/6nP+1++tOfhDHJyoLvqUyaZqe3HTMNMRVn1ufngmdWBl/Cb7g+97zZqDW0Dqjm+OFHH4IRGDLMRy11ialdR/8aT3CwIyqcEpbBy6xML+2q2VY3kilUmzq1pSDd53iW/cy4KxzbOMNl3X/9zl93P/zhj8KYr3B065fvvUf7n0NrfYjGd44pqrUMiLQK5l4K8X/xAhclwCRyqw6ADIWt9W0CVKE2/M4Hf9KKkkDz+JqeEXIM6sWBBlPOYe3sLOb6Nm+uBqZZYFgX/hewAC7Pth2WaAfX9GRsEbAw+7gREVeiMc1a60k38hm9TIb7Zdnmr1jWVX49DvkWHp1tatFaDtK04Hk35GFSc+2Au2MxrTjP3oqwbY6KsLUGQfMqbcheAnb4bmMz+IPr16M9WtbplbluRWF1gh3KyytoT1wkwAYpoUitACp8j3KhMrS/ogGFSwxYwDMaDQQ44wWJxeebVm5YhBH0K9+xblG8IGDFhXc5L3MelkA2B7F7mHPB2jB+7Rsvd99/+6VujXOx/+JP/gw6r/0+WyBjk0sH3NQkMpyJfgw+DhBcnrGFw/DOOjKzNYwTc4G8N954OYcDx/1jmE5kbdS1a2um8AezefcZeuerweomun6rF7HBjHW0PaB78ZR4+KV/4G/9FLbiwnZz4DaXkZsDN882c3MSfXgejd4+7c8sAzcv7vA+xvGePe+jxq6xfOYMRjdOn2QgzUBxFwMdn376GSYYTyz+zMYqQi/bnKEOc+tda5D2HcCHYQDbXIvbiK/5D58tTnsOw/LeC/fmX3mJMKuHC2zCV4IgxZNm3rkFY1DZXREbnjKGzaRPc+Jh0lUZltN+0/XyO7/JhBNf02kMtC0lF2Fvpfr0Z2k6q+ngR/uZajFOGcucMzJj1KXW7q5FDS7EXBhxNKzgOoFmCMMMHBQN2qdKEOaUXgX1EKiBebbv7e9/F+HBLTiMRm2jSl717BNMPQb4QVgXHltt6um2fDNqz2Ta+41gsixyHv0aIvQj7vA3BqCPnbz6xOYgglsQL7PSTviZpMUDZ2tYlPKogUefcmwCWlqBUZ7mRiANpDuT4O5vmaktpkBWK7AtvJ7Loxfm6Kjcht7AAtXVq1dzu8vq6h2Y1YlcfnCXzS3i2JmE27dLm9UmrgMqBa+7aT3L69lKtVW1YQ0YaJnKNVwHAApbZ6DUbFOHKpJ3XqARLRGpX+Sdp0xGshDuCufD196rRxvpRyjMe/0xEv5T7fH0b+MPfklPebRRmCG0KA7s9h6ZcH1znfOi22gxzh5Ix0RIma1sv4XYRzsHrcWubab9tGI0Rx2LBipdW6cVzrGT3hw68cO7dRWjtO9Zz6QnUosvCZim/VoaS9LPgde9O6vdffZP2KeWTmKgAYFzeuEUBaFJQjtepXaKNj1DvzsLjWm67xQDaC8F8PYmLy7/jKMzn2CZ6BEzWusMshU+0p87sC0rZ0Ep0Nkv21zR6ADQ9ramk3UvLMj3HWBXePGEOvfvESrXi80nrcTfue7mJ3e44m61u/0Zl9VjSlFTpp8xyL9+83Z37eMb3SqXdHzG9PbOgWkZkALfceA/s4JseQzvotgN6vHYqd7wIGkT+wCP7jMTh/lJppXPY8Bjn2nfx4GLNWpmcVbRKt2ElNZK0wMVeGsu9CPPl07w9mmfdNDge3PtXa+Yb1Rx9D8/u6oAejPPsjNOGLpwkLTjtLFz2uDZ3eAZTMMr5bkHbDTzbLO7vr2T2mWMl16+RN9m2ptB0zrCd/WzB0wdY+u45utpc5DSgA/ANJoNaPkTTurBNaBDTRMRJLCKM+U9SjNKOx0h37PTNkiGefueb55O/1TymnsX0emkM8uY9LTEqu2k//TXsGzDWvlDiGfFOZSPaZPBdEirpXn7O5pt8TJ7NRpdw53dxzpq+agORsOwORxvzhopdyqlGi8ZJW37MwljQV8M+CgL/6vdT37y9yi7CLnijjtqK9+8JvOx5MqrlXPo+bTgQYc4lO65PMy8p9ZBOYPXp+dixD6yglRj8ApALRW5UcUdomE+lOEGJHunI3F3iV67di2d2iMaTvd++OGHwc3tO7dhIA+7y1cuRxO9eOEiu7tvsdOSDS4caXGa+CbXHq7AXHUKzhNcVuCRDYW14QpXhbo2lxWo+lu+THTaif/DvuNYYSZ8TvbpQYon9NvkMIg2zvELvA0Kl37y2ectvR9jqnCbgYWDHJl+tC3DhQ2cF/3V00Fnpg5h+Fr+2mUN3KMzTqra9zPY5ClrsKzpX4aF5jvlpuO170QD7/kW132eLZ/6LlDdCOV3wogrf1pbe9D95Hd/jJWhRzB01mJh5kvQzDlmo/aYnXImbp+6L6LdO/WoUXqNWCwygPPC9BOsEy4z8HLqVCauPeD7MPJ9d96ASLVaBS4F93gSYuonnCN6CTKDS/mHS4bCGX6pDCAfaa5peq2OsRFOHvuUsQH9rauCopmqnWIsCiE0B20/IPEpFB2ubMQAv3fsnDt5rPvuty+xx+Q4ZhrPM+N2H3jdwCRstiPaK4MkDe7Y1svetuU9sqRdvb/e3WHjmJcqRNBCDyU8VVLhf6R1sJCf39RHGeYzU8Z+W6He+W5Y4vX++tW/YCpatVPHj4Fpa5M1WHA9P6+NarVsj2VppOJYLhpxd7qa96aClrawTy5j49iNYN7stXqPixfYCBdBa+UEtEY/Y6CC4KCigdk/aZSRS5sNvkdRDvulQn3lRumHL4xgqqpDz8G7Gq0EMyh//A1BQyQplT9Or4rMhFOl5j/IbfQ6Un4G+Y4Cp16GZRvUyh/WdlacqWwCzxAmYSgg018S3Xy0fiPlexZPjcl6NcIxiQzX+1LVglx3OIVG63rg6qqGvTcgIBnZJM7MfAzjGPJYFSL2Z3Tcf/Af/l5v8sxp6j4PE065yXx6/E/FaZ9qLE91T6ONpyacFWhh9RP6ZznrMfwlPn6e25PpOKUn43TzxNX3fxVrXJ7V9azkJgYT7GzSn53Rq81u3bqJMYxXsiFDC1PeUqOQ/ez+Z5iyey2CU4FJqRxtuQCz81aWulotmknPzGUaDqJC2z3+ZExjvI9rJg09a2A5slI21RbJD7+GKWnsUBlTacYlf763hmdTVRmW2pdMGemGPLXcFa1WLCk8pA9HCjzzj3fxI87tGzJdB6Te/hIdzTpYRn7tvTS0CGBCmiC2UAXRBGx9Wh7lApstVv/avgP5pzCTvGAvOZc0crRY6h3Bv9f95//kH2Jl6CZrvEw7znP8g4Re8bbIMRAvhj/BoEotUKG7y67XfWjr5SuXupMwdy8i9y5WZy8WvD2GshWUG2he8ojVVTYjIRzEj+fGnVKXzrICDX8tWK2ns38KKzRh8ss7+JLWi79UexQ+EsyfqmBplQ4gSkCrs3seR8F5gBa8S0eX91IVymMdFItzn96+yc5hjiexg/fBI6bGXUIhx8gEs+9hsIltwzlUwhNoth/euNvdx3DyPtPrtlycCRsdJBO+feKENwObEFH5GaZQtt80l3ItrDmCPBlgOygkl8C15329e1qrT+7PcKZqhyl981vk/r8V1tYXGADFOhdrsQpai11nZ7j84B5r6V4+8HCdI4bRaAm1SBssI+X+O0jGfwBOgUW4YTpJbhYDbeGVoP5O+1U9zaf/9QVNxxvnUQSeAi3Un7AUFK2QVNZdnZ55ihNWi+jdSLDyPfBuwc94TqYQVn3GMMugzMLK1K+mafUbOOKkCngZyzSSQd77Di/RexWb08CuFWTwADHEOoqdmX8ZmUFE3oPqZg//rfDuMYJVGjkZ0xlNE7B6EMbw9h7CkJ9TT0557nbf/uabeDaGO5m+xQ7Ag5yHsUIXlWlFHxc1+y1x+VMIrKfv/MRLD2Ce7dskk+6wT00hEssgfq1/TcdMni0zcJbI4PaDD37FrMJZzOpdZcr2OEbRP+7eeP2NnkE9jv833nwz/cdzjmdZZz13/jwmMh/F6pE3rjilJCM/yTqiI22XAhSonk20cmqyo74HgDlrSb1LwBak0202i47HdWi102fsy3i+1XDg3+LQeuKa8n1O/2yHab8v8y0gSZ+G8b1+QpPjPjC4NQaLWvkqOSWuSkMRxqbN1E0uJXAP0BD3vV/Uvs8UYLQ4knkSofIHp6N6KHisE+H2J362Os1UgmkYhl/i+ez/mdYEUVB89nEaThRqyZ8AeYDpjrIT9b/4T/+gW+UmKHfI6Ou6rVk5rew73T60oeBVsC4yk7Ll5jc0rCXinKV/Ly9hgpLzuWpPqMUc9eM6RcIWEdAHbGp8yO5XjxTdYyp3HUYvTEsM5BQYbuqRrkq5YmIb+MRnNGEbZeTEWU8bwBdeoFC1Hvwit6hXURdaInFcW5WTaZj/CGdR97g9IBsIsZ60vc/08REUAgS+ty/ZEf0nXvyLCoGQ5fpONPt5ZnJO0Oc++OgW09CUYONYMv2FZBlgCXN9VD588A+HkK+g0l6lD4WsfuGXvPjP9jGPRks+PTO74C1czBzsctxxG1gcyEkfThtvM0KomSavxHPBubTcNc7berewwnoXGtyC/z5iR/ZDZh12GIHMnVk+/rOaUgDRCFp3V0rkFlqdQPCnHI1meHO+GXfopr+HYaP3ZDGZzrCnpZ0Oyzdl5+xiiMH01p+OJ3IhFBsxMPYFHy5xBNEzXyarWTkJwxgu8WYlJLhxeGX85JLH2KyYHiB32lA0OxXptVY2uJlXe1X25uj5tyV2Mzq96DqVd6e6fnCPNUaZt/dYCsuw9DG8VZ5/DW9xnHr+oz/6jyIU2iaLqtg4Psgd1Lv8J/LtMxvWreU/yGX0alsJQOJMIjpxhvm099n56dti8BZmMa5bC5qd1vjGLZxZsNrUSdZFf/nLX8awQu4B/myV2YOVtNElblBSUNp/NEygIJWROf3b2sr+4pSXg6d2bvYRgjjaBnEV3q4Jn0T7XeWpc4DlumxzE7jF80nwJ76zQ329CxcttnjhPZX0vf9OovbncLsmpGXRor2Ip3kOQLCO0vwRds14O4wahQyMrpx4je/4VNDax6PRgvNdmLe7RvcyfawBgn76WIUrwo4n+ZcAdO23BKFMtASiT0VIe9KXRaN9Ds8SpNWP/FbkGNAErZfaV9wSqhn4mh8FRCiTZpFjH//xH/4u072Y88Pe75HHWitzR6vaLT/oyHevZ5QHLMgH0Er9HcdfIaJoc8POHIbyl9nh6rEoz3SqQS6zs9c1ew3wa4NZbfUxuLl791F3B2M269DcuhdpoLFpMtFZFOMLt/Trj0rxc9bECuIoy/C8+uA7Wi1/GwWF1vr44lPhb6OVJadjWRo5z4zOmdPnWG/eo/73wUtpxObRMlIhcMr4EYOD2547ZjevMNnWiZYCKVciGbjRl/7+H4S39hsqPNnwBS4VvLVruX8/2GGGELwwaNnjSJFCM7MpwOURn11MMArJEpahjGc/N457ClSElrAUdQKb6W6S0g69O6U1yRjrrNQiwMkgBMbCn+UEPvFA7rACs9INK93e69m3zCjR9Pco4BkvIzRPxJPPPE+OxtPJe16YyzR4y80CPkfmRJe47HRehZfNOBJOT+wtV+E2Z9ttnWmjZdYKPXemZZJTMOyLnru9of1jYz1/+XQPmNtm95d/9X91v/WD70dAyHFyfIFssqGpATF6Pjl/S9c9OUaFT8drnVta8b3RTsV+1l97e985+5JruPWsdIWtFsu6eiOQWtXf//s/BQaYF53wyNHz6TZa6Somjh+4L9ZDHsCc4z50RPuJgyVN5Hm2zzSn0GyNc/W997pvfevbWeeVwV6/fp0dxucT33Xi8JcgrmGnQTb5NIr0UNNrT8P008KqjDbSV+PRtXbIxwv8M8oXkBRf4s5/CrQ5tNGTCI0r2MG9d/deNt0YK+tvwNV4VFtOUUHIkQ0GlkKdqULzYbdoCU9ooe8/TvmmRAeKvvYd392vHtkx2P0J8fZPGERiGtu9Q3Fe/0eCDMnMKNofgcbMr5XnhzyWnFVi9piStG9u07hbCEKXeOjCoQdn4TzmJB4gJwYRBqDpIhT3Fbb0cZm7lLaD5u5RGS8XWYK2Tl7kSrd5Ns4xKF9n57IardO520xr7p50yvMI/dodzVvdxx9eJw8HCfPQ93KufHRgKH073axA2UfoiKE2WEytgo/qV43vm8aLB8qKlPUwZq/pUnd3Ct++fZfLEx6Ep1m3Y9ycZZr06R5PIDOY08/p2lyuECFbGHXZwzcLiGJFOSPznL7jL5ZnucY/2tM4iS+wGVSkpmmnx+Bvj41cTbgnvxRMGj7kBfJkBywOlI3nWu4x2gADUJxIYBqdiKAdXK/RTrS7mdihUhX+yNyjZocwUsQT/wRoQn1K+D6f5IJQAttzdryW/knomp2qqn84TLRbXk1/tLwPxzPk85Z4OJcn+1SdLaF66NPwZC65XBwC86C2nbANaGaVYF6OuNylelrj5IyyNJLw0qULGOY+3924c4d1HqbRYRbPKneUvwgh3//xj/9V9+Pf/m0Gp3UkW3w+PY+vFpNfPHdT6j5/K7eUCkE7ZNpQxmsHpeN71Cf9hc4mboreKpXt5hEcp8nUgp0OdiT/vbff7u4zxXwak3yL3yjm5gX1GrtQyArl+Qs8KSOXIvCMNsUfR+LFbYg0w8kuTP+3yg0atlhp0RmojZGGsxj1uM0RicxQIZG8i7Th2UGmd7RG4KrNImjHu0ldb2ONHWEbC1MiERcc2naNcfeNzFCyV1ON1QuTNLMR/PbZR+ZNlVaxmj6IYC4Ri/9A2I78VBSJ69V4W9CENHOBozIHJ0/kCseHnMPewEThAbtuFUx7/MoMpNOblN7zVwfgVAkNidtO5xYzXbvC5QPuHchubZaYkFDd0srx7iya1VGmib0+bxvNUA1rjbI3+N5XWCPo3C2rRbm7dx8S1zPZ8xkEnuZMfq6PFOy4Qb2Dg360QZgCs5bppDzjTVJgZh6g21126G6wmSg6s1MFxAvueJtwtIvItZ5Uc5RbvtsX+aUU/kzwJGljIrMKF4fjnAqf+jhoaU6aotTgelcc0R9da6WTY1TDM7bYkd7higW0VWlljsVclY9dcHqAPeSTK9zSxCB8juWBXXHNAMidxx1r8XAPKktJDTgJ1QqJMAvWfxoZEnoRl+q0lmo4XoLf0E1/D8PMu40iJ/2LuKeymozSfwW5o+lZkMMI2OkZ04quMESHnni07eoZmBIyCSkjrlbCIGCi8QxPWS3i5NNk4qScrIL6DeLbeOWG9asGrkFAH8xDjBdT71hcL7ugaph9rgV7GwRVQyXxLmfNXM86d5ypGQS0O96853IF4buxwxESQHBt5Gi/CSIUPC42b6MaGJnfXe67vXr1/e5b3OqTjR+mTaRWn2EGBjidN/Dr30exfRnAPIiZ16O21wxnEukpyftwcaJLn+Td4wyHXeXnFFq5hvPJmNO0al1ZralIMBFdfVumgQWJbeW/adc0ADdBOf2vMLBDu0nqrbfeylS/R4SkmWOu8+BkrmVw3ilNNl3RnpKU/EiNTHpSgwgcIHmaPgNZQG11HUJV9dZnlG6kpVX9EtvpvpGjjJ65R4QAU8YXg+ijqJ/zZRrf08npzRGCDg6XWKO8fOVit8bl52toaV5BlrbnucsuY+8adQ3OKWMHhAf6wdxCh8CvEuEyimuTTejZpApZadHq1F+Yb/wb/gxJYHAP9o2Is/xy0qvm9aKBE1iaMvnwYlTLU6CK8/Qf/E5QrnfTHsOu7w67cldvMRBjTVADJt7VmqnvTFFSD9pDHBygQanYUp30A5m7OJDPqfseoW4attedJJ+9Fac4GXDwrcEE7njjZjqOFbGue1rjGBybct3QAeAGt3UtcyG7GhpeEcKebriH3WnrusiGKvclxOAK74soYl5mLl6jABCr1nhLQAFl8ORM0Agf0lWIhzShY7EjjuCM5CN1juiS96FrtGJ4eIDPIZPp38XTyPV++hA98KRBKDNPYUtkYBWpOvqWZRjfmRGNomrRy4Gu6/vaM3b3cfZUCDt+9lNvLWJrWrd1wL4Ar1Szq8pvpD36fXMeTIoTHl0VVpUqn4Ktvbdn07KcCrHAcZYtxq//acO0xvl1QtOIpcHwJKIy3DWTnGelE9Qivo3aWqflcPhpGdpQ9Zyn00prbIbwyIjrh3fQonYhkmdl05NCMrdEmf/P//Rfd9/6r/8rciyGcbjk3wSfZ+Pn1wWlbaeQndWGza/ogz7Hv3FN6PRj+RjmssEO1KzhDUbhX2W9GnytjAbbkE5a2FfxdGDhTu8LaPf3V7HAtfFJ+rNC5gCFYCeMUGaI7V1o1SlZ9yuIT+8v1UgE15N1i66B8szUpryQcN/Fdvg/f6yT9cuyCB/2lTZgknvaFK3eUU77CjMsIh7hLRD/Fi7+2hRny+skG+Ocmt3MtlvgYy/TxYvYyz12if77KKcFsnmJDOfRhMJX2ZmcvRZ8WDetKXmWs2QEuOA9A2fC7KfzPOfZVOXejJMIxuXHS2iT4AT8bGJn+KhHV4B3zqvu9peZ4mSqmXXwXYxNbHFPsxqqx1U0oei64w4DnI0HmBZE2jsWdor5FEffYqgleKX+PY1bZ8cwTt0rF5ombj0YluR3BK3dsAjlYN332a76RoUlbwHHDf2t9QD9BlYC/XlNOwinv3z3wXzo11zy5DOzSA5ciOsgQrFc8OqBN3HU0j3HrGx1xmCH36brslvMMuCZZZeUSe7EyTCoVcC1IxGjhZYRrA2KqWcDkDxojH5UMBXn6/oM8dmE4kG8iQif9Rrk1tfX+FeKHGm1rZuKrSc7iTWDFgja3W6pF401JKpUi7z181onB082vI3pNJCddOEMWixHIzx/d+HcWda62PFHR5E/92gZvDwJHss46N7nBpI7d+5ii/UC35ajwOXJb/Za7ZPy+3L+oTfLpJFDxF8uu8+R+ovTtsxVZlV9ZSxsxZ/t5y99Dpwuorlt5MB7GZ3QpJvMyg1t57nH8xf/51+wLLDQvf3296MRfY4KfI6o0mm58ASJauBaGwy8nut1SL/PlcBI9p0QHNfhoTVceelSd/P2HQQUlw5IA/QRB4IKXK2guUbrsZ4YozcpDMDdrt5uhczBVB4bipx2VUvsJaEC141U0vkBbSX/6BUyygcXkWTVd2stEKZrm47wYkaIkJJ4Qp3wmBWUyepBfHPwIJfC+ARGKM7Rl7yZ5hEX1h89HZ00gwSqiUWhE9E6NXSyxUYatU/7tQrNPoIyQoCpTP85XV58wN2v7PBF881NTIAVRaiHn9nMCP/jrPMuY9jfc6DOBEh7DsCXEDjLR4+TH4IWC0dqu7vQoxcHuKcgtAiuNJrhxp4tjrjc3lwF56tZlzyBpuypB3fSH+fn5km1OzdhydO8WhLqB7Va65N11D8en9uJQ5vJ39ApQHWN1mzTclOFVOebELA2um2kzBA+8/CfKb2H2vrIl93cJs/TPOgWtxMtg09nhne5RMG+6p296xyzxFAUO6xLozU/ndvNkqm56hkJLjCHqpL4T/jTmMkTgn8N3iImQqvV9AXB0BqymOdTMh0JWeO0Rj8cv8ADf3bIflTo6NVyHDWNzj0eTprRbgjCNjQjGlfj8p7v2ic/7R679nfx/IWcYWN/Zkj8eQlcjWIXc3a/+MVfdv/oH/0RndV2ppiMBKvDzADr1+JlJ5FqW4f7KoGwLN3zkJZnYNW2CrokG/2Rhgy/zxT9p+/d7L773e9i6/Z6mJu7Td3EokGMT2/fyLq9phfff//97nd+/ONRHl/lizQ5XhJRpMh8+sp/hQUP+1YNqg5Yqz2VCwfuP8TYARrcPgKhNj+x0UdN1mljGLuDfqeKy7HxCGGjucJ9jNwvoYkdo08pjCUUlxRsGnuFU8P+FDYKcNmfml05n7Livs3tBHHVrnWyobWwzLi0XGW1Gq3rxKZW2G5jivAaxkz2sWB18sRKd/41rpcjohuUPIe5jg1hZ6M+0145cDo4PoWfhlJ2EbwKUAWw2lQTCHXOmtyxMiU/kN8Y7yj4yNV2BWzxCMPsJGi6rh1yuzn4QHgwUPHO2lxa3oStApkz+Y8fs8kSgWxYTERmtg2NjmXDbfy22eW9ccd1Z7P1nmB23rJk4sYttfcobtRdYbuHUBLTMhKvimxO/Iy/xPNYpozpgfq0BGoXwwSjEDAQzaNFbM9qqzAwvMRS/amX4G0Aj1JR+s+sikXZhgApZYnb7J9hsHSSsBRHG3qr0aMHa90my5he5+e6eAY8xIl+LIKsmIJJQNocuJnjQ2MFLCGKEwBdmHvevr4/E2UG2cI8Qn/QrUBozjoE/Kk6tPBZz3HDHg5tuBADNoZ/xz9f+wYdgzAIL7xVfLxxVR8ZWB08N39HkZk2dog9gr+ltWH1r1xaW4QpOgpmYX4HbfgYO1Y3yec06S9yM8j1mzczOu44QK5AryM/BUP720poT5mLHeB/+9//vPv93/991ni8ss0RPJ7SAHDInHQVc5wynl/Rn9DpVN4NjmEfG0/nzYJLHNopbSh+PiacNdeNA0Z8twLS+aoVeo8ZDzuaBkDcdewNKx99dL374Y9+2F374Bq7MO9h0/iH2WnsmtpNjFx8eutW9/prb3Q3PrnZvf2977F7lAvB3aDCWrt0KdOy+dOBZ5T3QrycMQFliCyyazgqTDytb7yQsg9lQssCixtQvCv5E3C0yWXoe0x3KmDFg0xS4apQ9V1xE/zYf/jvNO2Dtc3ukksppzCldxTBTD/IEUCFs9EopK5+4x0BbD9EdpOPOCj6kYHXsUETKNCJYzwLIUymXK5mL8RV1vLoL2pDpjlzdoElHYzQdCdZez3o7q5iOQwrUctcPuGavjvc5xFOt9nEeJc7UD1Xap/2MgnPxzqVqyGKU6fOZEDgOqtWtNR2j7HpKzig/bKRCi1YWtGVEX4+6BSAQb0czNOXgV/lah6DEx5X0UvTrv7cPOWVb/44VtotMo3/GB6wu8cOaHiIswUev9niF2MOCGYHO5ucH914tAHa2DgE7S5iVc314RPMyOSoIMLY6XYHIY2fF62Bpx7e5q9wlhJ1zg41f9uipJMCOcEJs+0mBa2i0Qh925CVtO2sQ/JNG1EvhGObBWllOIAB6UlbR3ws3/yZ9aVOx9H659Hgdx0QxTCHWi0mU09gEpXzzEeZ8m97cFi6oBAqPHKD15Ff/5IqE7cqOB36a/xuMPcIFxKJPoQv5XwB13DyxRmLxNE63gwAp2BqwmMTxlrG4StNwTGo2CBdy7V5KWy3GZnKnF1H8eztQ3Yjn79wLlPIm59w1GfU1kW8YxhbLpNPy3CE/+7Vq92Pfvx2OsrR4NSQ2XBN5vCCv6aL7JFg59E1xlJfX83fz1OW2uw777yDtsCRK3YZi7M/+7M/45zkQvfqq6/G/vFZdp9eZDrRYwHf+MY30rlfe/UV8L4PUz6Vp4Mj1x+d7mu08qJrN6Z1eIL/oJU2sLSpv65+P4aDMim3bBljQev8Svf66y919/7qdvqI8k24HiM0MgvEh1Qt3Ok3hMXWNILnwcYeR2G47cqL4hfRxvgnczdvB2lyNSdY66mg7usf9iGPrH6Q6WraNDtpaQsFUs64W25LAxA1ECotKOdpzQAh56UQjxh0bdFHt5lqVAgtL3NaYOE466LbDMruR3itrJzGGhQmOjkf/xlm/LR7LQ3522Xq1jwiYCnTXdWLixwFQ+S7YUfhm1kUYGuDTdvuqNO5Di6BLxsPHZjwnuWY6GrAze05yIcI3kW0aI9YuYvbM8pbCHOVAIWrg4slBPljrpMjGzamce7bY0TgWI17b8fNaghitOR17DM6G5NpWIT1MbTkRWh9iTPiuW8ZNimntM2E05ZI+/EU8dK7dFh+CSXAhunXAIyXpQbDdAAT13/7MFxi8hfXM47+i+okSCFqfXXuKpZGTMLQs5IbEQiFNOdjF4CPJYnsnWAD4zzmQ72lSwG8iPZ+lHqLq6zRJtfn+GMRhYzniPwVRxk1RMoJJkGEHaLpNl8OgMn8x+0zZAJPL6EJWWMVfLPipxFZA3CncY4qQMytwyZdo4tZiUeCvBEW7UNZXipwBuZNb4smdeXkxe4St7/cZa11k1GqI742UpzW0qaLUai49vPzn//r7gc/+K0oslXsUwGbzuaFfR/CP2CIr2r76iAvrLAXkJHax0VsGntMy6M+f/iHf8TlEA9z3KSm/FwL7weDMIOaZqZOCFXr5FqkNBK6ZiA1TZdfBkTzavmlLFS7/ENz8hYU/Tz7++t2aVs0hnk0DIXPDTb4ffirj4C9Nq6Im1aP9J3sDVLswOKIoyDYdF2Ra8zWz53sznHsZZEd9Paax2568elPRPs0UZ7+Hfdj84kGTbiCOAMfyvZOWFvQcJMqjF0HNU6bOXItWSP5p7D0toW2N8/51eVzF1MnhYj0oRB1uvUiAwovBtCy2F1uMnIQcQqh9OorlxnocpSPKeb7mPJ8wBl7Bdk2gi13tm4X/RxHeLsOLT/JZixhEzBhU5Mlb5UQacv6Za0amFNr4pnOyKkH9TuKtjfPjT3HWXw8QKNVq2+XtmTnMjA4tXwcPrb/mHCWrpCx3fo2s2uPTwI/0/dOSwOnd+Zuc4crXYHrEB9kmllzkgrcE9Tdi2GiSQKH7a7Lk/cDFAd0ZH3wSxB/hHr0Ec/Qi/WtGsWv/XEgbuw2IB8NmvGzvRShDqJ4BRbKdCaC+lqewzAFrtjZdO2fsBgpAT/m54mO7G7n2FVi821/Eg43qIWwBM7GcPRg0NAJmH4WZrxUnLjT8YZpnv99mIslvQhHPmQ7zi3Qv4iMn5JHK2NcaotcNay/jtcKczVyc0rCdQyBzVVQIRBTDtohfoN8W1GtgKmno053MHpRtNqxneEC5zPPnr3Tbd++NxrvSVaz3aAAXoVXQ/g3bnzSvfb6y3j06XwIW08zBfGT8pxd0gvxDRxirHAq9AV10PqEIvpEU2nGkSsX89G1rwp/3jqCOXrsb33/+zXlx2DKM84ZxcPoStDJ7nWUwP+Wc/pYBQz+Uj874YhGBkGHXiunpv223lqbfwquKlIm4rIFDJefsyLBogxGh1/BabEDgfZcMFQWX+av8NfUrLkcZP/BG6+/2n107Xp2epZQFFb5F/DBFKP99IUWeXJcCkFyjwHozbvHu8unL6NJmp2D8kpL6uA/VIRX+Jy4ADet8YlO/iQjU8/0HnjQNzfKpHiz68tHoKnt9t979BdkZQSXVyuePXMeAXsEQfkITbvsZLs0cO7MuVxppzD3XK1nY72lySM10t/ao7rvVCBWuIrtpZdfCmN3aeIBa7pam3I9WjjWsSnsmVvpz01TucGJuhzNOV0x6gYg8WVd3QCroOVfISzYc/p5DsHslHq1PfVzHZhEnHZByDBwcCp5l0sgqGw0X7VfLgDYYNDg5RDeVOiU7N7j5fAiZ9uc/nZd2EvjXd5yqesh0ktUO9BwfddpZrVEywifojwFWbVXwQogJBJmAq0INeIlsE/8aXUyiKiHHP5V7xZu/yA/+0TytGz7SB3z2XWqXO2esPkIW1f5EbIU7+DE237U3h1guF6vUpOL34XDkZKFSWBFvD04fKdzx99GcZcVyDfYhD7y9+l/JvJMbVs549Qp5+nZHAptaWrDgc3gKMORBB2CBrVc/1WDHEo+4dHymvBsH/0QaBjHNpv4TiPyJ4KocGlyYUktE9Tgof4gk7ZMh4g2i0AMvMGrRNNwlIzNauysUv61p3HK5zEaiesuXjAg4+Q/O1VP577Ee4zqQ6Z62pgDFxj9pq6UzIuFGK9CVlk3+p1/77eT3yhZy4NoqRl171PmOcQPmU7ga5THl3yxDG2gtn8pOIUBkWX6nl/VY1xcpagwfVu8nmlbI7z8JahPWJ/+fbrTUlRi0Z52NpmeR7f0S0fGX41D9MroK9+JoiYLgOEZKnlUC4nr2T9H5NLSLn3AdTunUPUrhsEaEkJ/TkbG9KDvMYcnYxE+eEFwKl5TYj1t3+ZG4cYZ/Fp4e072++b79OdEOUYFcOscrQyIPI98H6F5j2nW0DKM3LplGjh1dRMQHj1NiC372j7r4PMIjzPaCMZ0Yewhp4YWYk0Lv873NFf8o3CZDVdh6Mbu653+RVqKq5YQx/5UWuTVMGOEqgMGbRF/+zvfRjNcyF2u0sIyx2Rcl1UD9tz8QzYwalGs1mFPIWzYF0HmXtvoOmyEEEcALd/jfN5DrWB2UH2Bu3xff/01zDByhIh2tS0FTB7gWdijnibhXzSvzKIxwG9tzVMtutpfoSEd+FTA1KXn2kjOGX/qIj1bJzGlQM/5WtZenW5edl2WqeEF1ik1zu9FCXPwJIXSCfzVXJeZXvXWsdPswtYGs+eltazk3bMbXAPoBQkPOCnhGrUWorYxh6hzgGCbxACJTQbeafn49R96FNtCyLU1UvtYtW6Cgb6c9Wjv5qObI3+2gaYO4t5+6xS80+MbTInbn5itz36J4+wdOM5xKX8ONNY49RHtHeMW2psGiflFo03uEuZzODuVI43WgYr4nyNhizLNtZr/czxFVpI/Ia4wCZ8whYHx/qJcq2/Lz3Ke6gS0j1LkCOx9J006YKxbM2QiddWSHcbfpDOTp5c1CRvpadw1jopsMFo8dexkpqTYtNldZsrtV9c+znrLZBlP+yq6sINefe8D1ovu54J5OxFgy/0mwHs6pE8r5zc1rNWo8PA8ULZ1MbvryEm8Azfq3q4dxbVyBpH6V9s3bcyzCbUWq4VJ840OZI7mn9kShGjTasN9BnlKwjKs1odb+pb39HNI88+KO532S30Dp7B6nE1sadP7O9/+Ftai7rBMwhVxTCmiSKQewpXpUp7G9dvdrfiiVXm36TrW0u7D4Fl/RC2Lkfoh6tXeAizpoO2aXi3oW52rXQkjb53++ed3/MwQAcVDf5dnFhCyrp8uH+f+aATXEQxWON27jjbncsFJNNpLFy+lLtrCfqQQxXCE2c3Tng4u3CylcyrZs8OWogaojeQdBJECT0EtD7l8+VymmncQzual5Th3xO4xVa4Ri6NM1x47xrE/eITX08mbZD0+24YkN0ztMwetoKlO7tMBGtO34FxX0+SadwDHtI82mIXZ2RGnhE0nfnbZDLWFIuHMwhazbJ5m4I4BsOMFA9SHa/W8Bs9dzVlndgev2i9mJtdjMYtBKji0rs4AnvAYDZsLzcFfu9KTj1EfKX5bfSbw07ZSQuLUg69xO6rBG6yGLHwaPmHMkDTWSbxYjnjPXbnEO0JbLjNgcBC1z47yDabvN6jP/i4W/Yho3AxGTp1Y+JkFk0c87Uy+N5eO3T54SvAtvBFeEg7iPP11wHymIg478lRQPgV6uqyWpjGT9m3UTJtAOA3ep0pps7ZyT3I9o2xxfBq7fZus3vs8eLTs4n+I0dJwNE5sn6J1aEauCVkbqK0XkcuTIEp56eRSQcqH2SQtTwhagnQDjucMJQQ3WLgF/d69z5gCGmGlz39cjnCPv/pgsOhynVZjfvvHv0MECbgRsXWtFG1Q0VI1/3ybb0NKi/CintPVMd+Gc0Gz7DElPKPUAc3MwEQym+lf2RYmfJ8FVF90D1P/NfPhWK3l4FPBKWQKAHelq63qnzEdeG1rvtpflemOj+qNs2/4r+cY0nGMyTfz1im0vi4n8zvsZODML0LrUF0EjALnBnf5yhRtDoVifoUVo/LjT2iO/spzHw3JnfNnOa96ShOFMl9YkmFGS3V7urGHNx7X8CZcvjcIfbY4KTDhzAygvTWj+RWZKVz64cuvXGEz03Z2UZ9kg5N3GTuj4GYjtbhNjvn4rtZ3hlug3NRovu48fsRUs8f3nHqVFhS+/nJHKn4KaLXouikKq2Pc/rPNDTQOUC6cO9O9xhrvOc7Vn2La2TqvbzyivM1o3KdPnwQOB88qAGig/JwO1axjcMNXNFgKsG75SWMImtwIlHe/1YCpP3A47esgYYGPBY/9qOFSn1No3N5ItEA8p6DlK2q73mx0zM1YDEJOcA3d0pK7q9F2EdJeMKHGaPu5s9fbctzzoDF/bzYDoDRexgS2edohjwpD3Clm/R/eZaPQznWEsvhY2l/hSUwHDGqpgMglUPQ6f4S0c8ZlPxueKCLTwMAGvmpDmO/SiHWyQOL1oNQDz6zRUKFGSBPh+aiObkNEMEh0VMxRtN9tCnpEfJHnFBUMmME454oz/h6GGbPxSd91xhzGjmf/x1FrOgMN5r/EpY4tvk+F0Cx3SOYMIjVG07xavdJelmkJeVJW8h+XKKnqRpqsU3/9iKgPSrgdy9Hk+FxZS5fg4LfeZv+13hGwo2DTc8UYHTedGmpxs8XS0qnuIvaPP/zkoyzmO13ZNmuY1NrUM4/RH9uh1qqOdO+9ew0N2S3sjMop9+tyzyxLem9OeG2GHr6meQxxbtRp+hJnh11rz2Fdh+90xBblcOLykTBSGP0KmOwLI5oYMbI+KnnZ+wzv+UXaX8Zm/xIP9tF5GRx9zm/j1XMMiDVp7WnOQtxw2J76N3r2fegm6F7w+VflDGM93/uTyni+1BWr6mIjK2z3ssb65puvdh9/9DHnUj+m6WpaVK2q8RrrUDc3Bfq8Y6q2u/Vgq/tolQ2DMPAzTOOKHLhacSrayaaSSQp3w1V7D55hrjGDWPIdieIULSDYv3V9wzkQrXRqiy5CHiA4ltk9fS6DJI3Sr7Kueowdql6feBwBlOlvNKmH9N0jaKLHGCwfZ5euQtnlpXWmI7W/u034fQa98mF3JGupyYr4vYXg8VyumyLlQU7rqoE+vL8BzcwxwEDYIVhfe+2VaMebCK6btz6lrp7bhZdDU04TaxzD32PO24rTzJqkj1AvaRiNlz8UK3UhoPkrXnjF6mMtWRArG369dlMB3K4uPa4Fqv5kBFGrbmj3Lktuyg/JY5cFXnTkbo+NWKc5B719WngwBgF+hHmLM+aamnX37/rWA4S5/ULYnbr23l5mc3iPQsBNRwcOQG1f4U0bAZ3vBT5lOrSgYEq1/2yzgU4N2nPHEbSEO2VcVzqID+4BZnCzjaEUBbK4z9p9MqxsySZubmVp8Wf9ex7pFAIR5PkYdle/yRE/45lxYBTW3i+VmMjQGDorMO1shrHrixx5tJQjD1+mPFt5gVNY+5/xHIPU9v3Kwc4zyzXfltdEnBY4AWnVN9m18khU6fsa0akcQ+lqV6l4FHc2NCM4NEzjq3nGcDWhpcXyTCrht7ojAHrf8WMIb2OM5pE0PNV67GSOip1eW2CEtsj7Zw+4o5KOKiCW1piRpenwnnBVC/3RCIB3mSMHb775WuLVGgj59IlSx0Hq5h8v8p34HsR71mulE7An/RrWBjmBa10GWKnTOE7LZRCb1z5cZt0QmjyMLRZmp0rWo4zGZZRXH9o/wod4zzooAhPkpy9l8wxt1Bh6rNHQv1wz85IJf5VGDax+NkBKMxsLs4z+52Po4t3aqH8Oww+99xlIg6O8Ry8G5uNQshfhMckV+hwpTu2jHDF4X0TLsY9/hLB1Dbr+MSVJWLHKhgWfDFIQItL6ThQJjtog3M6yRpgbftzoYnuAwKI1CkxfBddBKhQA74siAv7TPnn63n5SP3kM8Bt+Kq7Iy01Jv/cPfsrZ2TvYbV4LLJcuXY6AVYjevXcX7Zz9FbS5a7RSnJvX3I3slYk+9V9GsC6jySq47I9O/96/fz/rtWp3anpaabp44RJrn0uBzxkzhaf1P8o6qjum+37oYwAADPhJREFU17lxxhuAtGN8ieNlZzln7B23Gp3YwQiFfWBelZP6eH472ip1dSZOXFlvkBJ8jXCgTECY60+E1CVrv773uA0/ASU+1WTVbI+zlrvE5QhLwHIC2F37XHKKGFhdv3Uafp428qpABeoJzqq6YUqt03RqxbaTZ233WR/1gnbNSO6yk14Tk24KVXinbakP2aV+kWdJiQcuCqrtB560Ne19wBGsO1IaPBVmsgnufE8zE9Vd506Ja7wjVsuSu/BYXmrbHRK0rr+2KcwU3APlu05AgTfOeBZfJfaehx4Wp2upquDym/xbBD72aynHPj3wevSB02kSl7BWWjZupROK2GFO43dw+kTXGE114qq/kavB6tlgaM/KDEJMSxgHEhNvAQBCh7DUSBwVOv1V2+kJn6hwrRVNeE1BOSxvlJYELY3FITNi/1g/mcQyxwvUoFfvrCaeBOPOuAazT7/8JY0evbM8p5Lu3L3d/eQ/+HshShlelWcYbwAyhGv4bsSJ75bxczwrXZU0O/qMRuwbtoUAGUnr53t9m1uL0Z7SeMNAe84uVd+CCgqZIjDHx2atvwM+halCIKbzaBfXeZIevMmoNFTghpUIVxiWjKq56bxLIxbeyV917LA0wlp9pd6K2Wiy5Ste26/55VmVSrqRv5mM3MTHyPdFvBS0UzlRXPpgj+PWZxeYYr175x4bo7zdxzOxxRBTJ9qw6iYeSe20EfQpw92BKS4heC5yTnn5uAqDa460ux2+d6ZNceDCd9GZZ5+v0cp+srjw54yDb2bCN0D6jlelQwP89ltvcZHEImY1L7C2t5x1WGeeDtgM5bWITt/KE2I/F+FgNio0mt9sbhtNToGs8FtCC3ajk/dRF7CUxT/zWENj3mRqVX6zxPqu5hFPcI44F7yDB9e63YBU/QC8UXkF68qppcx8nWZjx0nePU+qsuDPNUq1c7VGZYX4iAYMP3MZzF8EK3wiwletUv4CEqTtukWJOAhQGYgaZ2Z5hILv3MHrBiPPF4MnjWgoaBV4iwj4EwyuTnoGl/flbKxiShrBu8R5X4W0ZiadBRAmNVSXV3KkiJ3CmpL0t+f6sEKRjVdq6dkrY/PZUDa4T5wPBfwi+ItGS7OqPm2DWy+3oMcSSV5BXyW2PvLToZMebMTJqWO9hpQ2SGF8YUmH56MIrp4RtoQ1v0Gyr/V1xIzEVdWwLx+CF/gpJHytwA0Kc9ef62weu9Hw+Vfp3E7vSHiJXZaOfCWY86zTrKyc6B48Ym0jeHl+CMTxfXYuv/vuVezufjtTMSE2EQwhinbjTOL/+fP/ojFLwNjOfdmBo1HtF8210j1PLlbfsh18ZloNxIYxiV8y8PaPBY47wAGSqQMWnf1N/p/3euj5zGap+lYqy/3/i5OuWn0VECc5X/q9t9/qrrNWu4E2B2/FFY59q7iFn5ZOIt1E67nO1XBXMKy/sLDCWludW/bEwiA5USttKzdshT8KEfuwcWtGyLJa2zrzU/3a2Qf5o6J+z4EuAs8ctaSUm88QNOcQuO4uFi6FgrNNXpBgmQpZNXm11Caw3C2eNXriaDGrBCV2lBXUCDYH0lrKspwdjGB4XVvuQwYW83R2ZAmN2D0cwrnlDT+4A6ZXlRnOfm3twhuojuuki4tnustHLxCvzutuYCxDbdEpagWuu6dHyzPWFDwcZa11TuHMP60w7XHkJwMdJ2ftI9CsaX06qyccjeoR0UlvBTSg4Xj0BPCdRHsVx7GQpbAjzTZC0zOtZJEjRjvCSJ65FlBhSh4eeYpxDwSrR3O2tR0NLgID69ix8KQWToGLlLEAThsdaNfZWcF0UfLVIId9T/z670jMWPbtLsA98YDmCTcStI4ALNifjSFx6Frlh+9qScbhT+LUBHJeR3mInRLajYtUfjRjwdKnrVRTfyVgXEsxDJWW498HSsblioh8l9GFsvs4EuqYMfXRB4/x2m2fYBDWgBinbxgsQGrXIunaEHuUFuIJEAVKvEliBxV3ElYRl3g3tFWsMqhxsNgS2eXX/rY1wepKvW8DnaevJnH3pdZZPAKwdOISQp1pajrHCqPf82fO4s89isS0/nSNUTFquC07c09b82x+VKH7+f/y8wja6h4wktBNbaYwvnSks3UCy9PaOzFfxB9HxZZdNNHabK6np33W9nSJQ21kkIFtVPMSfk4D5FLvHqT0ixBJwwC4oH6tjju0pXn68yLtNq0mrdreY2d6S6z09UKZfZQKie+Iqutr/LehsZVtSPMLR+pThrXbUeNo2x70qnHvnceg1KlXyxhDTwbjD+pu/658Gr6HOGklDOFsftPP9Fc829TwrHwELXSfMtFU8FB79VjfKy9d6V7hTOnVa9dAbNXZPEOTKawYuwxcKhYHajufPlzr3r3BjmDGP+dXFhEBe7Sdvzqm4s1BYwouujG79A4Yrbkp5AoNcsweIQjUMGrCrYshTi/OIdg0V+i7QsLnsrd1wcjVxl1/VUB4dvbS5cu5MGGddVovCPHcpi5n7pEq2sC29NxQFGHL/dXciSr80iHbYVmjnOtOnF7K4M9dyURPPk6j7jDVbLj0qTB3B+9RrFNZBfNxactp6cDPlK3Hj5ZYK800L4OC7eNbzApgmAIoci0ncLvDWecARKy0PiGi0if6thmd5fab8uSDuZKRdyWPWD+C9v9Y6QlsYjV8H2kljl0z9go787Fr5+ga/dOjQGsoFagTwaOzFnus8+YyBKaPhUqNdovBxw4DHS8HcLBzH5OedlPbc3GTozqu70b7pm7H2H1M58mmJ8Bx+HTg2rEwA49ta98SxsZvnDnMTIZ5epAYNxK0foiYRvR+NyeyG8PwfeiSZspvGP51vwtfCG2qYJlBQ8RU0Nf2KUFncR0YHXXqxHfhdBKv1WkNk5QnXYv5NLRLrFKso03Nul08f5YjBcdKu10+wdTQpe7GrdVujRHb53V2pFufftrdvn2bu0IvjJIX7qnTE9pgFPEreGltXmUXcc/C3bhoMVRYBuB4j/LoI5lXNFSejqRbW2WwFM1U4Srz40ymL+SX3abEdeA6MRCqEvqcv/yjwWpOwjlymY7uv+VOTcKOIvzdeIliAHd0Ov4kO4i/851vdR9/8kkMIDTtagIvw2qDF8aS0XZu3t/slm7fh6FfYNqRWQcGJwqF3YX9TLU6ALUfOQz1n6zVvwpb22DUDrb/oKuO/Ikr233M9OMRNSX64zqDXTXWo3wrZHZh9utorGqj5zEs49TnffZR3Fu9m93VpzktsHhhMVrtFpucstxEvaVD83WPx7F5BgrkrUCuPoDIQmM0LGurCg7CXbvN8oVCVGEfYcNUNZp0dgmzBqwJQYWuGrSCSEEKRnhH4LB+a7nHuRBB1qRxBjVbBf8mQk7jFGrE7gQXDuvnoCbaOIMJnUsj2TsjrUKqav1egOCHV+iFnBnkHMHikhI21CzS82afrf1B0ZBpL3cjR2YzzbyIAQ0HCDkmBAxarNoUNgQsr90eG+AOGHxoVMNLETSY4blX13IZ90RYe6uSl7drsnJuEcFMQmchHYCJS6eM94GT0VL6efhB+n/xndQD3NUmrAA+XqMdEkarkn3UaFZUImuEq1/i8zKdzrTlWsr2PXhWBgOPPkWA5T2YPRTcR5r0b+X7nPXuFEsbKX8ZQTvMWwhG32Io9Rn7NUBbdQzWSegSmZ3Bs2JJ2AcKW6tD8s63HbrPl84/Crc1zHzo19d/HKfAKmLn8DUdx01M5qjw9RzaQ0y5rWGdBfIe1YcIE++zvtUEc8E2lPkWa07KHDupJTYcB74+L6uYb16av/l+HlfpzGm2m51vT0gjegK+wmhlAs5koMPZHOnF0bsXrxfDdvqOdSaYgetnMoUcn/Fwf4//MUTFfKPtka/4eOJPIZhwyL2vVs0sjHP7/G8tz2qLSo9fhG352VZDNxtvxh0hbRRdfMgE66dUMU7Fa7xhFPnzvPRFyUCf6AiyjPyMNAYkr65VRji5VgvTrHpOVbZvj8IStADincK1VDcI2Q+cYvS8p5aOdmDGTktuQgtqTcb06YYX265AgDvD5dVgStIaNvmzXg7UPH/6jTffiCBfQJM11ibaqoMFz8N6v6uC6VMGsObtufcVjue5z+Qml024NqvBCo/0aCv7OBudhGMXbc04LhHV/o8S6ApR29c9AWrPaT9SyIfUjL3A/YQaNbRsHRxAe0rhIVPN2wh+N1BZl3mErxumnGJdZF07/QX+5YYqhZFTwEvAdYoBvGupfruuq1Z4DOFkeQ5eXC5RYFlvBW/b8Gd/0kj/URQB+1n80ajJnHf6mYMU+R3OR/HK6ovW3/hVBkeJGAi4SU5DGW6q8miQU8EeLTphncmXKPzcja1BDTdXuQ7MVX/Af1zNHlhd9tlhNlA62ORKvEfrDIawl01ToSE7hVybq6SZ0AadVxHc+B/egdVZF9//PzHUPC93e73lAAAAAElFTkSuQmC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002" y="2098566"/>
            <a:ext cx="4334256" cy="287121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261002" y="526492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Модальное окно раскрывает детали книги</a:t>
            </a:r>
            <a:endParaRPr lang="en-US" sz="2700" dirty="0"/>
          </a:p>
        </p:txBody>
      </p:sp>
      <p:sp>
        <p:nvSpPr>
          <p:cNvPr id="10" name="Text 4"/>
          <p:cNvSpPr/>
          <p:nvPr/>
        </p:nvSpPr>
        <p:spPr>
          <a:xfrm>
            <a:off x="6261002" y="6787485"/>
            <a:ext cx="43342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Открывайте полное описание, жанр, автора и срок аренды в аккуратном модальном окне без потери контекста каталога</a:t>
            </a:r>
            <a:endParaRPr lang="en-US" sz="3000" dirty="0"/>
          </a:p>
        </p:txBody>
      </p:sp>
      <p:pic>
        <p:nvPicPr>
          <p:cNvPr id="11" name="Image 4" descr="data:image/png;base64,iVBORw0KGgoAAAANSUhEUgAAAdoAAAE6CAYAAACxoJMtAAAAAXNSR0IArs4c6QAAAERlWElmTU0AKgAAAAgAAYdpAAQAAAABAAAAGgAAAAAAA6ABAAMAAAABAAEAAKACAAQAAAABAAAB2qADAAQAAAABAAABOgAAAABOzFJWAABAAElEQVR4Aey9abBs2XWgtXO4efOOb35V9Uql0mTLLbkkS21NdtuSJdwaLLVtye7BtkwHAUQY6IAAgiCAH9DAD2g6CNttgiH8w0SYCKLdYAKb6O6gf3SAgaBpbOwOm1ZjS5Y11fDGO+bNe/PyfWudnXkyb95X7716JZVl7XtPnnP2uPbaa6+19trD6fyVX/78aVni/t7//PfKF//wH5SV7n5ZPe6UlUk3Yk06pZwcn0xTnJ6elpPJSekd75e9m18pey99tWwOB+WYNMONy6W7ul2OSqecdkhYJk260zI+2CmjezdL5+SgdE/H+B+Xyemk9Miv3zktk+5KWd++UgYbl8pxp1fIINKedhKODvkJi3eDvOvy3pm+z/wi+L4/3SaPSNPN/Hw+nSSKJsBWnfU2BqBOnc+n3UmUPenUuhbqlzDXiBXW+u59MpmUo6Ojcrh3r4xeeqFcvrRdDvZ3yvqly2UNPB53VsAJ9bIMCrb8+ztxMIuxrExDG7Qu4Et4W4ln2Zx5Mt+ubcK91+tGPvr1ev0yGAzCbzBYLSurQ557pTdYKYPVjbK2tlY21rfK9qWLZThcLyvE7a8MCFuFvsZl7xB6AheHe3vl3p27ZX9vp+zu7JT93b0yGh1yHUV+W1tb0A30QkUmJye01WSKm048T8pJQ3enp0m34k7sBQ556EBIic+mzWg7aTHcQtsZb7HdxVZtbWnyYVx3oRnNK2BrZdJp0aLetaxWlIQJj1qnCpPvbZgqHbTLjfosyfd+5dpXOl1Lseln/a3mH34RljQRAILLGt6FVk5Lt3S7PfJJpHX63XL37u3SI99VeMgQmpE2Ll68WNbX18sqtNHv9wkbUmivHBwclN3d/bK/L63s8s51uFeODg+jL5kmyjsGZ7a59EG7euc3+rXUEX70cXF1epLYjXTSRoO/bJMmbKHNAgmP4SfKp7w2TzHb2lbtdqzFRRpg71KjydFhOd67W3ZvvQjPWC+HJ51yNO6UKzdulE4fHmojRLvNeGe0fUPjtZyat/eoN5FqlWtbteO8ms8VF9YzYZ2VZlvZ37tEOj09Krt3btL+O+CCuNSzHNNex8fQ2ErprG+X4ZXrpTfcLOPRSTmBBqyL7dsZ75edF79aNuBNh0elbD7xhrLxxLMFpkTFR5Rba98qu/TK6Phi+Y53vbN84Ae+v5xCuyvQJNQccNaYvuv61aN9p+zy4Q9/uPx3v/KFcrDzIkFQalEY6madJd9tOzKDsW5evEzUcTm4d6tsQuR7B3fL+gqV7K3C0LNTRhrqvwrz7WxslPHuOCorcpKDJFs8AYH37u2UzT6divRdhW1gmlvTwWv53yx38bi2tl7GCJ179+6VdZjN3Tt3ysrahXIC/k4RJv7VZv96E/3D4FmSaDvh7q3AJGGWmwjHzc3Nsr62WS5uXwhmqv/6xlqEj8dHCNph2Vtf5Vorgz74IG2QMHQhnhTuXQT3kHQjFJTJCVihTAVAxU+9t+H41vM3HgPB4IJAaFGYXZf+3OXeh+6HwzUEbQeFa6UMUca2t7bL9vZ2KGYqZypvKmOl2w+/9fXN6Ct9BEmvB8NFcMpppI9OXBIF/ypdvCtgLQ8OjeKKP0JGv0gEX5K2/rjSjbr97u5u1NtWPjo8KGsXrkV9VTSCT3/jm/+xQKDgrc7nPRTy0dEolKUTlSnbG2Hag0768JnhFrKpixI/Pg0FPYQx8U4mKPXgbHVjs+yPRmWIUnfpiWtl3AOZyD0papkz9MlnX1c++KEPQVcq+eBXEbXA92ra5YKWzJX0P/ojny1/67/9r0s5uEl8Ba0EyjV1FoevxKlm2l8rF648VY6p8C6N7ChlZ+dm2dy+TIUHEHQ/R1BmcdqDqa6Vo/170vzUBaGDpCiKTrMPEja2B6QDJjwfhFisq5pQHa1NM/86PyyOZO9bPPDGiJrWWrPRb98MvaPH+9HhCGG7AjYaRhBEJgGc06r3Leh+gYG5l8131gYwSto+GVrCZu6OZh15yNAGK8Oy4kh1uBpM0lGsI43NTUazCFmZ6ObasDgyHa4OUMD6aOHHZXM8KHv7w3LPdP2VYMSTE2hQ2rBtwcGQkU2XjtTtwlwZrZ6Gyl/x4j2d8KWbEVpgTlrmQdoKN+0lUNppdg3YcZP2/NuspOVxHCksG40sjy0eCZnCUvEaEGeSdoc5J5OXg+mcZK+ON6AnzaRgtZAUhL1Qlk4RrDQi9IEVC2GqIq0CJU1cuHAh7mvSCPSisDVMfjNi+HGwf0C61WCevR4MD9yIb/PvQTdao07gXSf2GfLtOnJttylMwrgnjbUj6Bn42taripRKJvX9NXNXwiJURqP9MkbpVEE/PBojV4YorxvUVyFL3aOvwqu55/jWfqFi8ZqilnPRKpT2ggltKB/o0GbWaX8XSxfWrs6E0SsRbGuFLA1eygBr2cbF0h9ulSPaOsgAfJ3CSzoI2cOdu9AIFIJ86m9dLVefeaacYG3R0iGjgWK5zztpYwgP+9Sf/wzWNyyw5NuHtoQPCRVAVowqs3T9GROKdwBxKG5j8H66Wj72iR8vv/bf/yINtYJ5OKs6ZbQ0XjQTXESJPlEYrnTK1rWny50X/4hSeT+mM+zdLhsb11JGw9xkbKdUNhgxzHJ0cJikL5KsGvlKDB3inRxjDsEk0kfThYU3JCECFpwAtzzrY63wQuyHezWz8zKqBT1cjmdjk08XxiANrSGMDnYwIWMeXYfZ7Ny7W66sbSQMxMuR7OMqWFAeLS+aiDZK5umzrk8dHHVE23J3lLICY1xRiK4qYBGsW2iNV66Wi1sXyuWLG2V7cxB3GcSq5hqQMIJR3Ly7V15yREs6RzBpGqYT0MnsBubZgZ46J3QwiF9zfaUbR/+SxP3FZG3Ueo8qPPTP/VK/LGYXIlR4F7znyG9Z558D2v415zHfwosmQuMuxq/JKzy+nym3JloEtiZecp/xjsZ86Ui2UcpU0FSejFOF7DaCVmG7vZ1Cd2Md4SEvIN0xZsGDg6Ny994+Sj500AcQ/q1fp7MHDfbLGAtbB6VJUCdMeYWRNbQeeRf0UmtuBOvBJTMO53t9brxerVuO0JYXdn8lTcXCkdmIQc2d4JkqLqODcdm+dhl+DM+0j9bKRQWphXVbcIulhwxo4gQqlqRZyOLxvi4A5Kv06L3TQVJA512E5M7ObXiCyjah8IKcMkLA9eBFG9ulBz89QuCl1FDCSAen5ehgr4yZnuojNOEg5fK1J8sJg0UVL/nJPCFIckx5wm+6q5vlk3/+JzHNH5ch1jZmCwWIH5Jw8ynfCMgHBW0+1aF4CDkBxr+L2XfrwuXy7g9+pPzG//63yzb+PSVBVNVsSQtAAh7jZoU3RN0bdsul66XcRNjaYe7cvENn2i+DNZhl6FIQeec4haomHzraifb0hDiQYO6R3SmdCUE9RHtZwQQAe43i0WcaKPIuIdl1Ah7r5H+0iDm9MieOxE+MOJusxK2ATEdD+UqxGbcjo68QNjiOJOf8WIbzjB2YAxPizE9fKLsvPc9c0yHKarccMme5wnyV84ypj56TEd7tDnJ+rCakGdUFwl428iyCdGJdQXPQmIJVP++hOUvYvBtBxaCP+b8HUQ6wYlxiFHt5faNcu7BW3vbtN8qzNy7BPBndGFn6hsZkloejSXlxZ1R+9wvP0+q0+DGmIRjnMQQ+Jo50I7PtHqOfo8E67xddyDz46/Ae8zQN2ArlcMFJjZGtmIQisVQXlFdfztyN2caxsLaZ4aIgM4PFONN+t5B7A+HUtw1V9axp6/vi3TTmY+18to2mMOHhu84w4bafVL8IqP71Je60dYuO24JBKvC9HT6XtKaHDnQyMkWchBP8Bj8VNJ1zsgP4zsWLCFcE7KVLl8ol7te215hmGJQbT14rTz51vWxuYOUii5sv7pTPf+kF1pIclSHmPhX7Y0yAhkknoZTRpRzB+WzDdZhyiPnaaDRgisaUflXUxEvCJh3WdhZyfF8VF7gMvprtYHvUcr0HH1tasv3ECWj6A/zhBCtiH6uAFqE+Cov8YgKORbttkxeUAXLET3aHWa1qmYtFmS7gIGCxjZMOFlM8+nuta83Xd5vJtvAeAtD60BodhOutm8/TlohRq8W7lti0JGIV2WT9B0L2FJ7qOiJ5ssKyo2KCkN1jem5lMITv9sq160+WDRT/EMiRv3XgodUzlIfj4275vo9+unSvvomRLBO64EaeYzT5XnDFWgk88QrXz9ERzw3PyQ7TdHeEYQfh99Zvf1u5dev58oXf+q2YP6FGJGgaKICiACsKOVvR0sGkx3zJ1qUnyr0Xv4bp9yKLWXZZCMMIRK3TFjY5V2hbaLIYz32JaumXzsVR+J0conmYL3O7mACiMDorKGvivVZvDwdfEDS4OKXjrKOJ7d+9hZKxj9C9XHZYJHIFU5BNKeJmOPpG1D3rJe3YVNn5pAEXQaWw1Wy3giDsQ5y2uyNbpwq2NjfKxmqvPPvEdvm+931nubDpcgHMXFo4ov0hVaSCdIS1sFxgRPv0tTeWL/zRevlf/+EBMxgH5QhaOYKJSgenmA67johgopoNO0y81UVPAqcZ0vmas66htbMBD+0T/PqhUy1PIKRiN6GrcZLR2WV0U6GZr0t/l9W4RjSfNmWC9uiOy/I1TNeOnz4P8muqvCqDDgUtiSYUsIK5V4Wpyxz8CoqYc61bW9AI0ycxvYCifv3iennnm2+Ut735aaYhoBbas++iQ6C+8tRGefOTby5vf8O18vf/j39YTlkMc3yECXU8hhHCbwq8g2d5y3EvGbEMV9qIPiR4FbFWafFdv8YZpGtHT59H/60C5X45TNtgWcH4aRwf7TM3izbhOojRwahsXrkCoaQFMKobBcwyCDZdX2vFlgFBWC1/WfDX08/2hjEgqxzYncZi0REL4Poq2M3CKIGdgIjeymZZ27zCDCXzstCLbR7p4R2njF93795hDQDrYVDQrz39bFkl7glxYjBV8RLEkDVU1oyOB+W5d7y3vOmZN6Hwn8DTKEcFCZZs7tJ4otJfM5lmVHrv//F/9d81q4zURLMjhKcVmrCS67C8+Y1vKV/74peYF8HMqwZBJtFfIm1GN1tTqkWpFbrC9BST8snoGC21z7wBwtZOZTicwAo75NderobpPJt4DKAbkNVAXIkccy3Ecd63g0kghGyMxmaVs+yoB/nXjh3ZCOgDuGmaJp+5JDOcpXeUYXmzWFH+7JUKKhSFpe2ZMM77VLgzvgKnsBJb08jRwX40ZMxFolysgFOd9W/DO5dflDdfrnHNNvGRt0yDp/8CGRHU7Odym3vJMhWqCsQcveZolhEpCaN9GTH0URjs9N0VVooibFdjvojFTxe2yjvf+mz5xIfeWdZRxroqc1GX0AXz2RIDXkf5p4xmT8sFTMxvesPryq3bd8ud/VE50gJC7FgBT5xjlBOZR6rqZpACybylReGOEprKWUWgJxTX1Nc49dJbZ/TFps+Q83+b7M5ECPQ2vonHM1HCQ5jFZcRp4K0wGuG8/Jfnlr7npZmDqZWB/ll+TS9U87nUOlRl3fepn8/+QbOOYL3zEDTj3ZXFaGVBG30tHc2Kcxc6bW+tl+tXLpbXXb9U3veOt5YPvedt5dnrF0mWJr9sSZLT4JBQKB4ba6vlLW+4UTYYyf3hl58ve/CcY1bdOspxTs/LEW4oXVQulLKoGhkE4WRbt1BwpuFV/sRAG2dz8R/yRSFbBW0bs/FcPeqdvOtjDIaEQ7qGkcojdm++GFM0Cpxeb1A2LlyCT7rOIPuVoNke/spLdRFiZWQ757lIUksWR7Pn85K8Ev/F3H0XRGH2WbkD+TAA2S33WMfS52WCFWOCZUvXUbnoDssmg7weuxuQKvoGjfikRezezZeY3uqWEQrYBczFm5efLMfQ4CkC2lIsxzTVZcmlXH36beXjn/xM0JLjxRUEvOgwZtC+d2lcP+l/erd8KjC9GoKzgIxoZBcmrMPYuuWjn/oRhKc2bBrQtkIQCEQAQq72HTMXGUwO8I6558rTjFdkuqw+RvWfIKhPJ0fEcO6EaBNHNBp2SMx7LLWHeCQmNWzzU/OcwJBF6KGaG0xVoic4YW8o3/dwDQG3ZmBqyAPfAydNPkHYIrB9kRM+wGG3l2RFugig9s1VcbhYqPkJ29lL4QE2RQUEM8BUrqAaH2EKwm+fuQjNJZrAEk/ggLwWXeC18RQGkdigiEfb1EYiQ64kjPRL8Gf5TeO28mr7BeMxLxyoafISDxJ73t2+EfRC5pb15PXL5Tu//Y2hEcY8C8qI7Z+Lj6Ar0ll303sJu3P/rgDcxLz8Iz/0/eXJJ67GYoQVaEpzsZ2rh/IVygjM23bI9hA26ChgoY5mZ7XJM/2kXOtO/LgaPFBebWtSZHzSZNwaJ+tt3RedI1yvXOTDA/X2ueIu8L+YqPUuZatgeNX2FQX2hxh12ubnXaRtu1qm5ddLeJbBVMMrrOYTtGSW89lGXSIcvFQYfXduXJxRQCDb16RqYRYHiWvb1p0EXips+rsTYYNRxkVGtG999lr5iU99sLznT72+rJLHMQJEE185hY9wdxpAvhCXuAUfffrF+9/9tvJn3veeeJc+pnQR7QdMuOh58pgGMn3Sj7v8kLwC36ZpXUGTvD8u18472qTJWGgqToWDl7jEZYQBY9KGc7MnsZ4DwNM8zmDEaSctShK7eI22sP0jPXnY/tSj4s9io5gld+PNwWnklmuHLT63oi19BLrgnJXGvLfrbqKgH+rvPRY/YSo/GR+y5e+2FAYe4IcITyeN9DhlK89g81JZYTU6NjJQ17Q5+OkyoNvFStijTsdHJ4x4t8vWlSfgLODCMkgRckV8N04O4bxsf+NK+cSPfqaMHOyBW1fG2y7GpxRzEFWzVFRGfASv8V6Dlt4DSBBNNBcqSGgf+3M/Wo5ZJj3B7j2tBIlFRLpssphQViAjZK8/9TR73Q7ZV7vFiHiHYf4hQDTARaIGGfbIcLOKgt5yQrlep2i0o9Fu2dm9BV2hwYBkzSb8BKJMGgSoB1c7l8j2YX8ym8h/MWllxDIJMeyfsM5fi6lm7+2s63MWJFEJO1gHx+vMG2gqOWHvqEs69lgl5yhfp7BdClwE+tO4adtUD+8V1rbf8ud2BzLdlICsO866h4kYGnEk229GtJp0V3iPUS7Pp5gJV1hVvLapP+Vr0qFOjZrVjE6oN8Q0vSJ3y5QGaW0k2DueezumRVYTqrxRlsJW+lR4BvP2PiVtMVldxbT3SmzgmldRGZ2Nl3qvqSquZh1pFvIgT7PyHyR2xpEC6p+jrwqT92zz8+4PVsbDwnRu/KUBUkT+CaUNEPdoifTXs450bbcY4dLGQ+YLnrh2tXzyox8q2yyOW4GxrsTCF1LI1OplvyfX7ArkDilWpnzoAijoIYtuCq99NODNfpP4TfgqhInfbPHIYPHnUYlgMZ9l79mdGly1ItSmxisepdEYIE1ilfEhc40uInNb3AqKuSuNQ6OMPjBroFY2WUGDGvS0Sps9zpLO/B7j09LsBbLlKszy9ag9PH+PabTCimGniFwoa+cNBQ4O2Weh0jrbTI+hJQwa1C/T9aChu3e+yjtpsGy4n/aJG88g05i/BQl1gFfpQBDkHHF+AWboz3z2n8tpT9cRYeWVDKRFc49i5lpN33QZFuRZvc7eg8HCBq2E2ofbc1aZO1TYTij8pNPaskPyWPzC6EIiV5ILgqONFUbEl2+8Pobqq2zr2EcbOWU1sQuiasWcwA5kCSNE5CVy3R5phYUltBrQMkZYHx7eA6YxNnLn9ohheDSGSUHA9JqN/sj5VXGBJ7Xq5qpaDEgAw+LhfCcd5Cil6WV4iAIvCWCV1cYrWBGOELSaiQ6Zs3V+wJGtLuuZjDg8XtWfbIdoW6oV9QXv7met7RjFR5WbejfCWFpwZHtMI/7e5/4IoYvZkIUI4WqFfWk/8ypuY9QaVhRHNJgA6VyXWSwzZASkUA+6Ac/CUUdjARtl9khnluFUHEN5FNeNeIe2p+1HWfHcvjdtmnVVkOdFzIjb5HzuzbKrSD830gMESBX17wGi3zfK44LpvoVEoDQgru2bXOAymlfaAcf2jWhfR7WObrFKqDx9x3d8G5Yr+jYKVDoEMfkkT4kcGn+a0yJktCB5hdXIn//KrbJ/xOjWVfq1jYUh2r1J1rSv+YXC37wLZ6XpaQFfzweqFv05hCitXXlY8y5PlF+IulMUEBcB7TPXGB5UUfO4W6BcUHmG5oL2RdaDuVcTD1EH6jHPp5v61ro2YHoohauInVZUMd9FqfDwmtiA4zoNhx+MYj3gqD9kvzXrgeLwGslEfGn9ZBHl/u4dpplGsQ2nCz+98uTrSmeVw27IKWiQ6LHQqinX2wlbfvZOeuWjf+4zbBMahnyb0gv4Nh2UC74b2UWapPBWJs1jpeRWiC2ZUnt6b0I72P4VopeuPlne9d4PlDHmYUeaQdApBS1p6mwshhkAyCiG0azXEbb0debpdu++BLG4asv5XpBJsSFwSB2dcJpLZhmmvvBTwDAvcagJOdO6kGa5E9uvPRfMoQHLZ82MMyc7xcmUxB3CY+PCdoy43CPXA1GH7D1W7REPeZkg62p+9dL3cbgQZI1AmgpZe7tEhn+eCNWMSmqBTZ3aLTCm0+wejssXn79V/s/f+YOyz+bxrnMj1DVwUHtgzaO5w2+SrIjnxnQ12SsX2Xc7dBQrDBK7zFphDj3ix0tc4mKRnmr2Yd6NelSfb90fOwaCAGBIDTMyf72cUghLB/78YxFhaw/zrJubnGjEvnGPCpAR17UJ58OVfV+F/ObuUfncH36lfBn6cjtiEo2lEafFI6CWpdm9Nkmhgb0Fv3Vx2uV4dFBGDFpW2ebmdrgBiob7Ox3tguHmsqrL65tSO/FnrGXuvL6zLO5j9wtFQ37vTGsq2Lt370JLlgTcCF4EEhcn0A22wlzsVJtWr1RSXPPDlOPJPovF7rIfv8uK7KNy+YknyoBFdmxqAE11UGieZIXSJl5inRE0+vFPfbrceOaN0GduO8tIJjzPifuzLu0r1b/dmNWPu6tAdXEgAML2BMH57W9/d/ny175avvz5fwwS1DYdf8nk5WzxH2kynb+9cvnqdUajexwVxlYf7Nz7nPzkQQanYQYAIWot0Q3nCUPRo+7Qg4l6kgdYLKcQ1gGblDe3MR+CdIf+E5ksLn+5CzZZBfRmOZ+tUcPJ3x+nCwWjnWFLkgbjJyxWPgq5UgQ3HdUGnFmXiRvwWfTT77MPFdPQMaPa3spJOWTxwwpzWQx16XCOzKj/tH7Th8jXn1q/iNP4LnagxfdI1+CzhsUIQCGG0y+ELO8qQeZtNRV8cSdOEDtzGrngTWVqwp7HvbK22i9/8DyHoEB9b3ndE+XKNnPRtJIaeTI7cEKGdS+s5R2Dp3ssgLhFR1tnJfJ19gjeubtTbt9hvzHbGdxLG3gPuFRSAIa5vOiLDY4n0KguMB5+tcPok+0QEYKC8r3WPfyteo1mUp4btSiTvQZ+o13OI3Tg0wz9jXDSSIOymN9KBUnsZZs4UliFLi5e3MYCtlJu085DzHTXtjeCpjJx7dnmxChCfkF70/Llq7fvlN//8s1y695h2WcdSGw5jMaqDUaSc/jbMnzEiI6ANrrMKXOrcCxLSZ0aelsWel8/6CvoLbJPnmb8yM8RKThyC1Lum+XIwdsvRny6GHB2y9bFS8TBqkPt7fOeVaCrNBy0UUczU38LjWhnftrpzgTexyOF3Azvlf/cJ8ksiMgxJWb/t/OGXY8b0wF3OJpWWeHhIqFMyJ+ob6fHXvv1S/BGZFMcFQwGaIMelDFhPtcDLVZW1lk1fFy2LrO+g+k4FTMQw388BI6UIzAO+Bcp2Tnz3DvfW/7Ud7ydwSGCHgti1sjGmdWNl7kBYkXlIu6iSY08c2ZiBdvXLDTLEJhu+dBHPs6xi1dD8ArcopPhxqXAQA1RL7n+xNNEQzgy1JdAjtj/5Qrb0w4ClDLbRCokSWQgn9GQzjnAoAyYsqvt9nfvwUwxM9EjYsOykebxoM9ryomTqdBrP7egDHMEzCkWNVBnJ+5NN4ZYXAx1yFnR2JBBheaTdNFy4pzXx42CZUIW8ELI2h4530bhjZvWD4KX74QiRIO7H3ifQwZ2Do/Li7sH5XNf+lr5g6++UO6ykvgQpWJMJd08ziwbe9qgD+p6h/n9l2Ckd+7uRgfpwoA3Gf3cYFHU1cuXYyV2mgHtOMBQTcgIW99D6Cp4245XYZzC2Q771vPjwwA4TqaT+K/WDwtQ+CpwQyAgFFYRsJcuc64x+z9dVH5vZ7+8xDnXh6wOdVOGc255yUt4pvHusb3ryy/eLl9hr76r0Xc4qOGEs2zd7qWwncScmrGTf1juHy8n3FwKTXicU0ZdTMY7t2+xh3zEylr2dmLp2tq+xMptBi0h5BPX1lNlOO8zv/CIn+AYs9fWUxUULa+v76OjcgRqj3p3qO8dVhifsBg2hKEC2H4egtaFthzbyWBEKwbUhL+DvjEj2UMspy8gcFl6S5o+87IXrj6FYG4WijX8odZVmaaFdswC3Wff9NbyZz74Yc5FZt4b2RUjXdphKmMabNwfvzOUzY9oZ/5LnypAYCD0DNdb/eAnf7T8yi//EoA4bwggTXvG4frkElMj/JyAGNfFdScr7H17XXn+i19gTyzn1O7eBEnipo5oLToz6aB2xLwOaeveSkfGzO4F41bjGWFKtMO6wEbcu50o5oqVSuEhtM2jbaDf19nNlUnx4ogaBVwu+slRrR3CTrXgaHxN76usQB4M2UPKvrEVTBpjzEY9RrmDHpvSg/A0nVo/CHOJ0mOuKm/T2k8fFspbeBX2MBc3/r4v1scK1VG8Nag0MIuH2QeTjasDRxwEf8iI486ue6I55Yd63TuEdjr7jGBYaY0JsYNixviWP9qSDE/odFbRTgCFMc9CPI5d3GRP7pWrV8ptaMAD5pnLmIM+V1XiJQGEa/TKYEZ65rWcJJq4y9rEvJrminaM/KKAMz9C5LWkZc/E/ab0qGhuKpc0ke0oEnso3K4MXuVoxW3Wb1zApNdfgbER35HZAaMJTi7BAiZdx1iNEGgDpW2MVcujBu/uH6OQrZS7e6MwoWoedJUy1HNflFZaNlZMOVhm7SQy+q+3o8gYDVo2cKTQ5Bni9zmsYBxy797RQ06Lo0egSNB3UCw9dW2CgDDpxFErCHx5IVCpc1bRWZ81veHnufv3D9Mm/GfT10F1HSM6Os3c6CXTvmR7w3uoyj2sG2N2m8gMYlsWYMk35fMK2TV4SPZD0juihVYc+R5w/G8PHHU7nI3N4O7qU8+WU45kVDQoR3I0m/BZVo5kOW+bPbUfxWR8xNSWZwGkKZ4U4sN/7zigy3vzHi9zP/b6jFuxNRf8oC8sOaCDsDhKoCZMwAeDt/hkK3W0YMVknOAMZglKIIrNq9dgoIheNqj7tRaXqVcXxNYgPBrLZ+LmthZKhRk7v6Ozw+3vc5QWC2Rm2oYlNa55PK/Ra7RX815HW6+oDITLOgfx647B1ymKiV8p8UQt61YXFojpJIwWDl5RwZk4TGkQlJ3XS+Wm57F3+jXEVIXtsuLiuDxOrnH+bcTJPYecU7vDaOQuI5ADvvR0gJA8QiEboSiNqNMIRul8/pjOFXQU5Url9CPK7nO0nGfeXmFj/pXLV+IM3B44+pZ7jWDAppI2Uqs8A1RlVi508zCTNZSuC8y7O9+o80tP8jEVbWnAlcQHCNADRjUH0MU+AnafkS46GryHYymgmwO2wR1wnKsCOKYr7AJtPsJrW2m0nLMOwF8rDvhzNWz2ZUdVWvYOOP9dU6rmUZXXIV+m8etYoeHK9OWx9BfdtA0esk61fR4y2QNFr/zqvMgO2OLCYneP7Tj7CtngM6Ro2JqWELfZ+BGWtP5Rb/FFFPEy5rz9E+jFL4IdIY6uPPU0234uhhWEBIkX8nTNS0xbKbiRZ5PesPzYX/wpRrWqMfrd34lu3cvhi5Oh2lmphUSySFx/aiYKyyzZUSUNqTkDLerCxRvlgx/5VPmNv//rKBMuuyYlJpvc6+aLo101MpJTyRPSDbc2Gc2uojWghTkKJRE6RhQZIPAUiyH0wyM+EYcftBax3Jcrio7dk4vnLnb4TQkMDUfObB6Rjw0EA1f8R+6UU+sThZ3zU4UGxYWrOleNbh7mZ51ezk0/mUeCSEMCaiztxD0gi4xmo1sXeIEZYzXwsoXGVbYQ1jHz3Kccy3iMoJ2sMG/LxmzbxtFeF6ajphbz6a22XazzTClJ6LM2+exCgDoqroyppp/dhZ144DwqgpATFdZP5xc0jjVzad7G3me376MUhRWCk2tcvHTAoQIjOOUYQXvk4dxEcs9sL+be1Ggrs7B2XNRNGrF+MuI+9dtiK8Nljum7c+sSCx48fk/TuhD4o/KWEAn3acVH4Br4pQuAztznG7IqZrU+03cbrXG2oSMhMa+rcULzbeLUmzWxhFpKHUHV8Pk7EGVHnPdu3ipNLg2MdLWUpTFeHU9wGXRA7jGNEHiXQmoLWKz9EpyjKKmoBS/gyFZpYZvVopf4ZKIHEAwwcYlLaTDajZQq2fEcVbPFbN2c4dWsHMdyIniPuEaOaKE9DzEZx91n2SZ/8IbY4RDaW7QgOVkWkJK3fTH7Jrk3bWCR9ZnHjLvgp3/MLUZ40m3bz2ddO5/Fd21+AiHj998+ZM8RHgiCX7Y3cnTgARacFenOwQd43ORwiglrZ+hxxFfZlNYTX0mu1K8BaY6PtWhZWKoTF7XvVT8xs9ylf9RdsMVZ07+ip4TfbBBlHoH6yCzTRn2pXSSjnRh1RXFHWO08UXASWznxo762TxzgT4WizUgXJ583mUb5ZHF4i7UcKG8embj+5Bs5X/1qWDlMKzrJJliE9YxjKnsbnBy2Wv7ST/507JLBE0GetBC7WkzSlCEdhWuyivQAHxaXwGm2o3Fqe2dNM9mD/VbsAa18y07lUWnPvPnbytu/6/3lkA3lbgNyqA6s0zqZzEp13XQOMXTpTBcZjfitwIaeg7nUkVkFMPYQmgtEp5/XxIbAeRh5nA3MsyfA7O6wEhkmHbw/iDaiPZafgL+VU6DB9xpwn3sS7jRFK5fmsZV2PpYET92iQm5d6ZYNRrUyJg/v6LA46ph56g5abcxJgSNdxV2T+2O/KXzrJQKCtijF9k3ih0BhDH7z0ZHsMYuVZISOxJ1P8qQxVw/v77FQAZOvdw+HPya+J9uE5YJOFUcpShwqaeQfZYIDtMN49msvq1wXPDuZuVpNyX5oIBfazGPSvjXfWPme/hH4UD/iuCpjD5XwT0jkYEYQhrQxpY+GQcXcLP0/P33ZYU/0Rrl+/SpKE8fmsY9Wa4VxFDzJfEVatqfkEBfvknsIG+hjjInZzyUeN8J2LM2NpT8X4yGCoC2zUMi/1p00WfmgvM6PIThCt8/v3uPQmliboSJQOA/6WpzAh3qZX51xPjHwPk//WWcRwFO9XhEiHj2TysflEY7Q4+QuKqOwtr3N2ZMC91jseorS5BYdha/1sm9Xp+ohrpSYqFqEmx5rB/PXq8MNfNmHzSj2IovETp2fJJaj3aApk8FH3Ed7jEwa4f9DbFtd59vfpwjnPv6zeNLxrFyTnnXL4iR0xn1EqjMDAI7CGY0wTB9B1O/80x/gG31v5pNDftINwYAGoBIQ8YST+LFlBWIPzZbJ6yGHy4M9YSE+iIOgakPEKDiQ2AhZGoYWCGQ7/lWbQ2IHI5YpuyjqwLkLGqnLKKpqIJH5I/8IG4yd5veyLg973a/oZXlNR5EQFRgLpuOa9g77ujwo3LltCdR9dEd8fcJV3LnPDPzAVIKYwFvgfa7wbDfb7lFcG1bbMv6kgRZOgqQazc8ybEsFrszOubMRqwAdcYyhlyNMyH7qzCkEpw5klC72omoBYdIBHbFRslxI40EXMZptnl2o4PF7V65cwrLC3lpMaIZH3YVNGIL2fGoe9HAENgsw8FVz0w67pISEcEnAN6FX0xyJe17c4uMCnvjmLNt61jBpyA7dXaCdoNIvJISjJ9BekIp6VyhyCiMXTcX0ESbjw0ZZS+ELzUF38hB78ErDY16b+E4BULtlpfsQRJUn0i8OdvdY6MUHE+Cujtb9otnwwkVWyDL48DhTeGLgTL7R6pOzZ7vqLCzpfyaYZ2HzfmL/jIs+9KDYtAXmXa1jnOwkz6etnA6jNVGQWNR25xajd/kaMkEh2whhacG0/ICFiN3wB97YLnrEh+/7WDmD1piivHT9BjyDwZxMBRpybjehlsKwCnoWBCuSv/cH/mx5ijOPkyYRsoIbuGpw1sKpQU0mUY54W+6CcCPoLAaWpwjfWUMEDPgJPMhBk1hh3lSt8gc/+kNl+9KThDhyNXuBAFmhPfAuwWMScoWXncQVYNXcEQATXsvJhVAVRCN7NcDj7WKXjkeN8TyBeXfRZr1rWpk5O2h982H6Uj3jPkOVT3lB/tM4js69Zj4ZtDy3abKHf7CAKMTCqJiKRFwoJwiZDnPaHsAeOEV785StEYJWRSMm98GPxpS45Ejhar25i7+I08IERdX6eW8AyKS+h5/3fEj55LNtUwMpd4Zo/GdOIWqY2rlnEyt4vVzR5zyzo1xHHCNHvcTzgwF+U5IZhbgH9P5YPgvD3JPpQRV+f7TPl44GAz6rtjEsVy7x7VJGtZ6rPF2dHvBJLDN4Huap8pOAoanqw2YV+KLQqILVeBgAvoniyuKmTAlkiI/1dZQkVhpf5DN4qxzSvspotoepLNZgoER1pfna58WFyDMthOqqY7/ceRTz+piNEUYqaip0fkhgzJF7Y2gpmbrpZjS61HQveclTmhYKWOM9i7Xo9sXrEmeMB3VioH1lOnswoGYYDyrbMYjgoAbjR324DzhmkPmkZlotyz2v9KRj+2vLgdeK28pzW6E81ty8L17zMSM8+qf+lS9kmmzzmlc0Q1RbHhVtAhwqTZqATxg8HCAsDxhA9OAbmo2tf4XPInSuPjetnM7MXJ8hL3T7KKaSGNBdZYeLx9hSCqwUIWtbalLXFCsPZNR6wmLSN7zlObbyvMdSguWGCThM70QLHkx9Qm5RqOV6a+oacR1Jt2k0IhFvek+M6PNArlY2GXXDzLXfWJCVtXCG4Z9gJfLq+sVYEQb/xA9AEa4K24lCg2F8B4bZgUjiLFJXmlohmKcmZe9RMZAjiEFz8YswAbk2o0L2hLw0HXeZ8BbpJ9j0T1gUpUakqRJPrnTZ2RoiJa7vbTdFHJnHqBt4vNc6V2bZxmf1M6f53No5P9xzLc8WFyehoFDXKEs0ghJHbJanwFHBOUJQxdJ3hW2tV9RRJkM7xfNM+IamDFFXMpUQddkZLQOCW3JF4bZJwJNtw0skzGLPYiHwjLeMT+3V92ME7CEjkJGWEJ730Fxd7BImJIYswuz8FK0UIxKHMPkN44TNDmPdZcKaGVf4PNrQPZgc7HEFE7IfD/crMHa+nOeTYrwe3lUFJHBD8mgHq34fJz6XXSYxaftq+/n8TecaOrLSMrtYuOIz/ipLfmTiKoJ2jSmAoSNalXba1ukBw6WBJDlpq8GqTBL6cOTqnL9fYBmjtY9hyvZ7px9iygKlTtrRYmIPNW7dR6wJMuljntbFf6X9fG7gbupRw5bfk1+Y7uVcTLvRF6r1KQYRNVF0I+soLGG7w4Tq2hf6t2QMLCqcQ/aTx9ZGkKsNQLfIn5J/nKX/FBAKMPDb4nPt6R9yI8fkQ5Ywd70sPoAIYKtCE/wdOZB8N9uPYSat4kg0L62ZfiM2vshjXXknQpZLeV2QpjTIuWyCQJAKl607PmIKiu9XrzEN0WP66NKTN/jObPNRgWauP7YKRT7y9pU4Snhj+0oMDi2qRzxYCji2HIWnz9Js0kjjwU2cCEcAF88hA10Brr/p+Km49PmRuI8NIwYk9MCElSdz5aknuhxDBB//4U+zEhBE8yUFSUV0xWkbUooVj71MCElHpIZbSU+ewjwaC3F41y8FbutOOWTIVpd1GC0mVMry9BhXLpq1x2wdg/QxJ0dNeA5qJcmjO+sqGTfIBulh2rUwfQPpeReA9nt9tu5xVUkW3Jr0cV8OmY0rUiMPy7QzWCLPCq3a0f2Opx3wmPkbj2WzHQybOoWUBB1EqRDzvV4pzESofnZSr2WuDeqU8IAly5KQ/KOddORhfnWeyWcZ3jGrQmOxCgJ27Mpj9sfusxL5QIHLStFgmDJJyMoFcmntEc+UAwDC5lvgnQcP9uaraSye4ahKHrY2+IiFHwnn8hNYMR/XQkUQqETa5BJZ+RN+7YjTkG89vFIM0G42vzTjEZlBx9Iy734O79rVy2zrYYsGp3zFiJZ1FwrZav7PaRQywPlbaTdYNB6uDh07oh2xCIpLpRNxiqImzVd6l6DMARqKXuTja6W9s27yglo3eqPAZl/mLruVl/VRRNY4+ckqdNx1wX0FhTKZPjWjTloBK2+43z36UPAr+6xp5F3mVXnYLB9heUWuzTyajCwn6IK6hrIhv0DZ3uVchGpCtsWzz6ts+WwjeoGfePaGARhF63DvTgzsRgjezSt8W5YFkkfiLSSnCAM31M8z+jUXn3LIxQRZ85kf/4tRbxUCahy8XQ4hbi2naR1fgmanvC9wZqSGb0YMf9opSBN8S/74iE4k5VA8IEq4yCtMAHSoDpuDf+BjnwSZjDbZ45bMzQqDKJDmsv44I1eEgwQbucfHCrpcMdp1xGvD2ykjvAUq7/GBaJhpfBWIPFYo03NS1ZDcqHzEJ/lGHI5gQ4EKmqeVfqHO7XrMo8k6Amc0AmAvpAOMObfw2gojJIjNGM0VBZ2fwsTmn7GTAOhT5eatF9kacxCNrqLjl326CDE/G2Vd2w1t2hBy4qAhTGOEM25z2ZaL7mwnzXao8dqQJx7wafKJbMnUTuBooo48YnGUJr24HHm4QMq7c23GTeE6wS6kJcR0jnKFrzIhy0jYvKPCOVfLqN7PB64xd73NKVOXGNlusmhsgGZrx7ivW8IE7hv/W4EPgYFluGckSd9WkKoUXWQh2xYjD4XsQCuEVgoEiqNNhbLzsrqkY2kKhowGFrQBLUg79oERq83HHFRxhMJ2wkKoMYpnLqxD4EJHU6FbifScWswYaaUz2S9/0tGy6pyTz8N7z9fT9PI+i3W6xYWEm3xIYyhN4+eIeJ/Fn/usSYFLBmz2hwdxs74tT5T3ZtlZwaa++j9IZg8UZ0lO1YvOTSvHQq97d+7E1B9vkattbbQAT37SulTcIQJGdijsO3fKKttyeli1hluXyhZbR0fQzQRlREEL+w4FRCUkpixZGzRG2P7ET/1l1ru4S4VyKKR9VbxUMAWoHV6fUxEMcJf+VGw62TfnzKC6IG5e6r36ezceVfeJP83CiTBNfqTQu1x78pny7He+s3zud/9RWS97xPKsn6x4bLmh4gLq6sMUtj6LdiQKY/n4OpBFRDEigwefSWd8v2MpFp3P0+zg92/7ju54dg/VSfeg9Fl8E9tfAl5hzUYkl3CWr3kwas2zf+ZPYeFXYyv8dRK48auTDwiWXoKma+MwffQ0Xs0t8zHBRHPKNNLZhwgFFrvEPbS9MQJV3JihGFcLdNuKI8ARI/lVTe/EDxxFeVKZsY2v48nw5j4jFMMpR/WZfI2hC9xYPpfPfmTZ9o7MwLtlJX24SE1TX75bnjm5Hy7M/I4aZZJcmvlKj3k0BO0IU7+Kw8nxVgjaUNTIV0x1qZOjk6yPuTXwUN8OwtipCs8vHSNoByyuGkMOmo0vsihql713nkLlF02c+yVqwB85N5VzoUUdddvZGgRFOef9GN94/KeTVmJEzGvTvjKItpNmqquPcWIRni78qX7GEbT2u34P47I9mwouS9iiwTPBIikgyJBqZj0Tz1jG9T/S4NEAHbQRAbRXxIEeFJhBDeYEZfC+hZJ8CbOxVoiBQpa+G3Y7kCUJxheqaPpcZSpc5AHuvbSMSReV1nJ1scLV/fiOcOEd0A6dg/jQJX4JHr8NnNGMIcRVIIUrw1D5mnrloTiIuXg3uNZ5sX1N/fIOIMIlAECYr1E4AAjQnB/l0VYG20f8tOjuzgFV0kpH7amrH2fZ32GLH/xziykTlQ6BtVpN7lmGvllJnrIfgRyeHcFG5aN/TyPHg/72YtPGY/jaf9suVo7jEf3CQVTkn4qNyUJGtBUA+0pT1wgnP/Pf3b0L/J4HZ3AMlwQvXFhCp/ghRrRb4uuUacIOE/WdlQ2+3LNennj9m22xKAK1jSfohvLNV+jiDGxWI3+UQeDG5oXgCfYZTydTvtTa5cE/ySsdfevqtFz0Z+Obq20kD+A5F6NF1NlPU/czgnYW4/5P2UBNowGdRQlkm3Hr+Z4PfG95/sUXy9ELX+LViIlM0xvXe5r40gQsPp13pXsQW5SJNHO38QgMhNPR8PO7pZpQ+uzVdhWemp8fjj7FhDTBjNplFfIhX21Yc7TMFxuiB0eO8z+hxQodeVuHtquE2PZ71OfaYKa30ZLpR3Odk6UarTgAz9Rlj44lHiSCxINWARFmHoxq2cjusnbpIknL2kjIDaE093MKM5upS+LhFc8Y0VtGEy6eAi8LyArG3CpDhpQn7QhdkHkI2hiRxLyaq47RSJ2vZfXxaMgGc6j4VHuwbcYIx20NsYXLDh7lAwejoT4d9hgm6poAR7SrPQQt2qufWdtij7ajpYN95n7ZAnXiCFqYhWcBZiusV6vqev0JdY8LC7N8on+3aELEqsxdZLWs8+kXLrClh8/huVUvR7PQG8qTtNbeypGWDdtPPkAvoC0VtVpBXAAV9KPpWAWb97SiEN94JJilbwhgCR1IBNGTpJUgdusxq0vwHyug17L0hr1CF+WqaeDk0RNG6Ef0j1jsg1CJPaUUbhRZvftl7734tfgGrf1k2jfvA0fyA/tz1m3Gs++T6LEHwbv4i/30fPrzGJO/YjHQClztfhp8OTyqIAc3Ck9owa2Dq0M/KLDOoRTPkB4cgBlH+Z7/DIM0csjmU3iFOv57PvC+8pY3vin2Hk/xRX7yuXRAQZoZDaRvxVOirQnPlybd+bea8/kxCGlr5DWiQMxfdg6v6p/ahMB97GOfgIEyZ1aQiKcIQvbYykjDZu4doalpl2UQ+PnJI+S/lERYHttgGH4wVzVj4+diGRCIv4dUrKz7ySMFNGZETcgw8onHFDKiPULYno4PELwIX3C4WJ8QCLVlZ/2qVjXutV4POgdS4+ddzdGmz8t6AAXvzSKwuZIWXxR0JVZSWycxlXg2TwLc8E9+zlPTC5n3ZEk8CSRER3yWqJsJ24ZAFooxVn4DVrjOuvYo/mxo+mSHSG3W5ymDg9kJWzAOrQ10EPc5nrjFx0UsyEvn2cYc4eKxZx5M4SIH2zranM5Rt/gEo3WUTEtbRt8OQrQum8tjcZTClvn6LfZ2b2KW1IS8ivIlc8/ResIKFvjDPGkZj+gCZ4+YtiYLxlJfXsW7sC5r11dcpLQc9DzLKeiSV1hh9GFpz3rqbxu4b3abU6AusKVnnZEsA1rakcs2ktlBH6bOqQMoXlqgreulQecYejmBVo6ZpGVwx6jPfbN5QSyRR0yXtNLNILz/U4Xfe/a1Nl/L/qMiKm9rXxm/CY+07fRJZzXvRQiSr2WcKacgD6e/HFV78p17ROUFhjv3B6lTT+oKzvwQegxMou8bYF4Vbu/ymuQ3s3ol/Dk3Kz9pXzXtfH3kLe2LQpa4LC+HpLZncwFWDGqol7CLO+vntJfSIkeMtLPPwGI6lWMteB6wI98Oq6D9Xz7i4Ugo2RxPWK7eeJY99Hy7G2GKnYv07KePPJQbzMtOcl72jd/29vKn3/M+8omTHsAQtMZ58TMhu6Q6Ue4S/8ari0CXdy5zVd5kyy6L8Qr8RCDYobJqnCKllE//2E+BLwQtCHDFnEurY95UZMgp7WBoH5pBDPPzcJqcgrK4R2fl7ig2TAmgU3u79XNlnWderrDcPdJT/sAv22AyHNOQp2MOR/B7hCeYXQKxduSzLvKSObwKzlxTACbhak4NoU2dYpEI9T1zVxsDF8417fEdRs1pEo+kFB2cBWV+XD1GeOKITuBpKqcoFJokk0kQnzQRP/CY9asdXgG6eEFXD+WMn+2QyaYM0ban8VPgKhyZh6VNXCnplp/YhuGiKK4jVh+roUMIxJMxew9xiv+MyVbAEp/ilNWp4MkVqn1674BzcjVFbrLdZ5vFNlsyc7TdPNwEXMupHpOz3ssp6fwCKq7Pj/HHO6Qy0qyFLUjrydXAuzTvvPmlq8zN8pWe4Rrfn6WtVgeuMEbQhrJkyqCoEKwVG9KX5tbc9iVNIWBRPJ2THTEf65nH7uU/QtiGgEaBi1waQVvzebXvQZfUM/pbcw/BRv3tj7oUdPMCLAQ3cVSYtfD1wIULHFPAUhetN2CAoMCl+Kz5+jzBarNCP48D8KPvZ7jlPYqrdOr9lThhrII5YbbPwvmxyo3YirPruQe0ZQyM4FtBP9anUablHfKTek9YxEfuue1w+tPW9adYEbmO1co6M4hD2MJcoTz5ns9wTHjltadfVz7yiR9maxBboqiXfEgZ5Xey7+deDgWR1zkZVDyeW0KO+poiuAEu+KDCy0rVlIkDp0CfxBTfiIXSQwisr5QRCPjop3+s/Pqv/nIcim8HTMaqFkUaEjtx7QjVHhILGMwX/8ievDsc91g7nKYgxrUUaHdyhMsIDs3mRPMKHc4PwvspvmNGSScuGOpCtAjd/oYjaMq0caHaE4kyalc7QcIjgejqPV4e8afmEVgy21onHmVFy1yksVdRr13PcnarAgIolBjMxfF9T/ErUUqMhpKvROlBEENw7ly3SojlUUn+ZXa+xk8UG5ojTymUs3MSmnEW/E1gWjEWbUbW2fKacQgzwrQ+hgiPN1gkjWixwhfbLZhCOD7m03+Y+Y48ipHryFHJAMWCtnOu7Rha0jQWdePXcsVBdXaipEfsGFgxVleZp6btByyKGBwNQsB6ktbuLp8VZAtR7qmU5KU8LjMGIR5bacdMjyb3WTHhYdTzXLWQqHzrFuO2+0yNKy50zS1fHuPvo+S7OCe7qOVLa0FAQF1pOvwauIM2iFKPHA0FTxqWZqBD98ausSXFE7wuMD87HLKmgvYN60vFN2TeRVlSKAcmm4qE1UnmCzLjHGOe+aff8w6xOC/rHuwQsvRtrTnyCPlCjoJoFYkRP2lQl7SsUtdusSzQ4ptYETfpTp9W3ApzjZGdoXlbuDk6i6wpD/jm8qlRoWfP3jVaByEQXzaDx8WnQfGUapNi6Avg1R4R+8kRNtL/iQo2i4JSoFc4BdKePwPWN2GpbRi038AwpdWaPOo7fWlizW41j2RVISUEPiIEDhtchw9t5Ry4xxkdsfd/Z+cW7ek+WXmxbadVA57lUnLNFuF4Jj/bTCjEgCL0RAHK29rFK2Vlm/lphKVbQ6OcQLQ1RtCKJ+JucEzlJz/9maArj+CUDsSn+Un3krau0nMe25ueseI5QhMP9uGKJ9vA2TszMrY8RR6ra7zj+VxBG6GP8tMgOUpriMYKDTZBT2ezvOv9Hyi/9zu/ia2QlbNu54ltPilARYjtEiNZBG4QZHJDcC3Ymk5xIt2PvnPcYxftpHYceigT4ptxwHjIF5J0BjQtHbFjR3RRAWbFWBwlZYhdGiU6dYOcR6nyo6SpjZFNfU4OwkQd/NpN0GtoXuIB0IMyaGYWJxlJRhTMgPocclj/YMAqPPaYSp6OnCWD6BRR5VllKxxJJREtyuTpgV1CRDKydQV0uOjXzTMBSdt0HuhjwqjWhW4uVHI7hvO0B1yOaserzKNw9vFJn3YLanYUmp0iFtyZf9MrolP4zr+LtNw76/mkjmqHMapd40ByLr5peoD2HFs/6M2ucJ534qOBdT7gvm9t3AWZ3jd2BtYOKpv4ZnOVmWfEawAAQABJREFU6VqveMbKYH0VCTwiWPmwOwdTbG5zCtQ6X0nhfYhi5YK2Ae0XVhj6pfORtT1q37bFXOvjqNbmc4CndcQPVBxwedrYIdvE3D6mkq4wlpmm6fHh2zbqQKd46JTUt40HM6i0oUJsmMptrZflWFffFQyW6OXXrkYjvt2NwI100LxTTWkOR2jzIXK3Q3ZdbUtf72oSIIb5q5BWoaxiEq655cvL/0rbATd3ce/zQ2aRxcqIhUa5QKbeVIL2djjRjhF7CNmoP9Fod2kgVWuTt7DvIwCkomqe1Jeto5f47J3bdDy4KPujZREGfwl6IZ24+Kd/4qfiYyV+61gtPtGi8tMqwyIfwZmXuFmGn5r7AwlaYZkylZcBZI7ImqIlov0Jc4er3fKWtz2HJrNbvvi534UxMl9Lx4o0ICfu7I31bMtoaA4iSAECAADhX4dv17IvmHnXe2VNQnPBTAggR6c0JIuBPJT88F7VUrgzyjlW+CDUR9yH6FRdEA5rNkc6b7p52GkgG7bBnsR71ulnB8jOUcOrVlTfl95tAavFbVnOppHAFaRPPfl0eemFLseL7VB/RudAvMK8ozJ2FQKT+YS1wXkLQg8hpD3mPbYv0LwLZhG7sn+m0c23rZBIxBlm+MM6mYKOgUrLRcux59EuxCgDBqlWKV3E9gxG636FyBGJI5SjI0aoLoix/e1ZWDoUtuiswXRidEPcqoiJb/8c4XqARY8vAQ1o37XRCltH1svhxlbZ32S/Lt8r9UADj+fMnkbeEtqUuK3/8rovC6l91BSRTVPjmkMNbyHiVXm07jOXzxWG6t+OUf0ey10NSlcV7HzhPRl/0hP7nVFwtS5cYn/jJRZCrbMASjp2L7Q50HVDKAZfjjzyZyaQFLBJLy5ocU6f5NCP8/30b1ae5nYehSwRCI+7NKcy9pCu8gKFX6b2t+ZTn5v36m2DW49Ww5tPrUOIUek24Jm1U5CfFa99hn58iBXrFHO4Z7crfAKP8jcsg06TqUjnOQKcrAdf6/nBEfych6UI0mX+ObrlPSVUYKHWrd4D+Q1+MhUv1qPx86Fp5epz//uUJmZ5WJZ1Eba7CFkXKMqFtDbkamnX1ji1SHtxlGIugIWvWrb49QEXVpYQxpjYWWnc62PFpI2cMozjFSvDpq08a+GAAdaP/6WfZAyGxUu4HHSZUdCn8GW+eulaTZcerd8WCqe+Gb9iR0CXu3MFbdRtSZo2WOdnO5/QbRSNKhLmwPe+//vLza99rezdgphQdVPYKnDVUkzrD2R5AniaDqmN36a1Z/Ug0p5+IGzEF3uGmxIZwka7PEgT4X6+rUsjuFiiR6P1YNhmfcj8ZXzLFYG1tcKXQlyB4X/TiGQwdefXrY2BJnp4tf3bz9Msz32wrEUQJADNHvq7jen1r39Def6rX0bTRWFBERmyCGCdM37X2Qe2zv66HqM4Dx/3E3Nfeel22d3bD7Nsz8UC4bJGqgRCt0hgTSRuSdz1XSaxiB/7sHCdwVHLo/UYWZlP+JmYNvTP/bSeDBV3V1d6OdeEifEEYXh8YueRHdsh1X2ljCw88zLrxFOQGD3B6YJRn5WI0MsRI6Y1tvusbx6VzYM0IU9HtdBG0GVkx0/QHFDNMsYvsdVAbmHpjL5YwQgxQNzkfT7SYoIaJ5Iszy6Dzvwutt2svDNRl3jMl9uOcH4IsaZ1Wow1X6+5tyaqe2YHCloWQV1gj/OFixdZKTrkkBEsUChRZn2/OtSpkWoWtoycXsiWqfuzvYdQI0I99jPoLhs1qhrh7Uqfea71y5qcqY8eRoEeK0oqfUS7NMlrfSyvPmdRvMOLQlmcZZVBKoz07TGrjI/Y8obqEEU5JeQpejF3C87WWYsyQNj2OXRhzPSKn4EbwgNchwBbJA1AVoFT4azAWmat4vQhi2//1ihNZaf0aY/QzcJnqSK7FsIyjh4KNxQfBK0H1ezDtzts5enDB9SJjNdhTY2C8ZTFq6G0TQuI0IQZxGn1tK+GAkSBqHDgBRmgMtIAEDdGx7tMFf5TbOPZvnB5Vk4Ft8l/1jYtwIWnideU3rzN4tTwDJj5NxHP3PrnEZ5JZWpmKG/UCVS7gDoqytD531oBpyPU8FYYHqq7muYADfRDH/to+bu/+jf5CMCLFIR2YmliiCsWCcFg1cb8AkN8kafrKJdwABPJTnT7PB7tw1x5RpMzDx7MAuZ6kREgOtPoLoSNwGUN1hjb/xgTZW/YZd5uly0GpGFYaJ04xCpoUw0lTAF6tlzFgfkvuix35ivuXs6BlshqqiUJdNvxLj7qogpx8vQzT5c7t2+iZByWDUxul1js8+53v4tV3R8tzz33XAjm3/zt3yv//L/wL2OSW4ttAWsc2h6KCnmLncq0YpGA71zWOUr3QUe50oWCHioOODIAlBuFyNN0PEfahpnl3JpNM48FWz9pjdgQBfwEJStHIWq0mvfdDxlH6THq9NN5fbb5uPBNwezwveZoPnFZMp4xb81D4ArGvYJF4xjlSuY+YLvPkM4tk/ckokO+FuS8sB/M9lODVt7zTyextkClzpripzIgDviTKYb5rkGC+PSqzrq1XYMK8q7+TVzTTAkpwyxBtzg/2s5v8bn2rUV/33OaINt6WXhdQ7EsLFWZWcgZy0wdqcyiBP58tYZZNetD3fiXFqJNnJvFqnDBU7u2thESjF5oI789K34TA4mP/DVH0oPItJDYFmmFsRxXIcugc6V6KmrRptBV0kUkT/TbBu1MMyh+jVvdDKdNe2SN+G3imI+P5hXEL3yZujapca1vmx+YrO3qexxH2oTVKN4lkR0WPvpNXd/N2y9SDVBMNLVf5LjKG08/U65czK/M/OP/74/KIfjwO99h4WE0nFMqTa7CY6EV9hYwsX6j9e5jkyp9pXP7Afk3VZ3GbpF/+E37QCsgHvMHGNgRwRTYLh9xt2+5R1482o499r+uDKELBg2s3MiymnRRbghY6ARl4xRzsXzpmGkCK+X2oNBcQiaIf7z50Ur53u/5vvLtb/tOeAvwy8cSo4GfWT2zZrX9qzUiRsdNY03DouGjuoknq0BGobALjVkFALM4ab1gsJReZ3+tZyWKs6EP45OE56cD3NbhIp6w3KGJfPf3frD87b/5JTqTc7WYCwBaxDkRLYBWkHFNAh+VYP7FCW/ibNBp7/J5tSMOaTiBYa+ubUWHjW+MAp4mlCH7qw4gvNMxy8cZ6fQxu/rZLA+xJ0ZshRmyaVmsKfBmyM/6CU/tRIthUwwE0NO3x/YQdaf+aSpJQp9Qh+tP3eDTeLtlE8XhMz/yifLP/OWfRoiw4i7moE/Kr/ytX8FEt1Xu3GUOhDr5Sboho7oQmkCXjECiEKHpwHRWHr8gKu8xmoY4W4RzFkM1h9m9ne/MN8uznJg/o5MpWDT1OQpxbtYFXIe0yxr3FTqUX+lZYTXqwBXokQ7mCq7FRCwqFEYKED7bTnYd25mIE0czonwd0daraMprmNk3OSBhnxOI9tY9xMJzlS0bemrQEO0LvoNR42dJ4sLwKAOG0EQVgiYsfSqNyH/D2akjj5rC3JvnYCDmnwzdJ51soDpjnofHGqd9n2+jLCmx04718s/R9q1olUmEV/TFVuCSR3FWXeAP5qdCN4SBXthmpTF9dgPFZ8CobIgVSsuFUwTqc23naFWGp+DItk/ZZltALsFHYkRLO7qlJy0iTAs0z+JOM7NXfOWqNnKrkAfDrzTQAq7mU9uwqW4IOPNu3u1j93OWnWsraqKkDWnblfguBMojB8mS8ocoy5v04Rs3rpW3vf1t5VOf+mT5wPs+UK5wCtq/9R/+XPmN/+u3y827u+DBRZ/SToXFVkj4XYx4xgV+s4wzYeFhPZLWF8OXVnFWcCs1bUh7okqjQHAOAEpuHGIDjMGrOQRh4Ln4fFPbdRYnHU64M3WATa+wIPuTfIARfBfzcvAw+rbVnF7SJ/Hsi2Pa/c3f8fbyru/+ALRCWgdTRDTfWAjlky+4SvPZpLO61voZblR/F/uZ6QUz4kZ9hGa5WypoM+PlCR7N1xztMgpbiB/m2Omslq0rT5X3f/9Hyv/yq1+kMdgvRjQZfHRwBCpdimRSDhvlrIPzjYxsT2SivG5fuVpu3f4qhAnDZGLdJfH5LVzjcmmy4ihIN454fmZ8sGCCJhQMlrlMjy0EVQOYgCc0+VyZZkVZvZPbchctZGGP5tSIdNkd8tkG9a8K2eg9odUxymOUdv3yhfLu595a/sWf+WfBo2x/jHA5LX/9Z3+2vPDC8zEfFl/EYdh4wibDASbmvunB/RlIA6/+SGQJRcRSwHrNOd8X/bJp5qKd+xKFUZIjWebVaJP4PB4wuphFJjM6YbUws+jO1Y6Zq2Xs2bS9AhT4KD4P+2gVIkhkbQeMrQTGiWdm4ZmzHSJo19aHbPnZKLsbnK4jAyb+gSNbhP5SvEzrKczpmmIi75dj1NJRnSebpZbZmQvgRu80Trzyo38yw1pODXmU+5KWzmxmBTbZCkADRIWpFjiFrYmSoNfQ1Oabt2BCpo88bAcUZl41Z64xGnN6Q4XQudk1F6whYFWmFC4y0qaRIzdNphW/MdI3Iy0OtJvKugqXA6Ij6NsvPTnd4JRAHFQhIyeXACMYfwPgI9/M7eVc9ptZrDbibOtZSDwBXAdtUSNotjuClycVv32+XON8qjg7YppoQyWFue3X3XiyvOe97yh/5V/6mfI0yrYC5Atf/lL5/c9/DrpnTQODjVj0aWEyFRHQBqP9HOUSXP0W4WvCvdmuYc2pcVthZx6jzFZEwbA18NpllO4WJBg1deeCDj0Tf8D5B/31SznfPGHRp7RAPvZ1zcRh78A0fOqWHI/nZQ1Plz4d3+DGPy2SKmvJu+Xj1596qnz4Bz9ejtg/q/Uzc7FHCJuV9WorHs28bYQYli6FsHzRFK161Qjcp7F9WB4lYk8Fbbv/ZWJTcU1zivj5o/B7QCewdpq4yC8ZEDmLUAThAfV1bjZZEM0StaJQAMpHQtjWAxpDQDsXO6Hxh8zzHDE03uBsy301pckOo1rMJn0PxlCDSfNBl4UCK2hLLpXXBN3HpDhmP+0xJwatrLJhGlPiytoGjYdZIurUNEetd62rwOhqBfKF3xoxPF7RT1tjoraBs2xscUQ5Eg4Et82HjD/72Z8CZ3QC5mQlyv/qF3+p/D//5CtlHw3E1cYuBhrzomnmmFHiYN1ufRbW8CHv6BAVejwVuiF4G2GbcGT6wJPacKSjHRNxTeqzZdRsLV86UMiq49qBj2EufnlozOex4txjGKWjFbVdF7iMnV+XacNk3TbSB/8Ji7REwfjHZQ2ik7L4DXw4j+8IdxVtdgyzjxWvLIza4gD7CYrbmKPsnC9y9bpMO6C2bSk3UA3QlMhvwmx4VYoydoVjrnbNS+Igf/XySSS1+o2FNL5ULpVL4hnDtlfte2gXtPkyqZpyEx5h0rVgSY/4NTudaK7JxH2kIkzFppqqzSLwQ5tKxwrEAYzQL8xcgF4909jvBru2YAUhS7OQJ3FD2GbbSU/Z3fCncMup/SBOfqM5NCFrqQgBC6147OIR9BPzs/i71cflS3VluXRGoqjHw/wkjS2kqM0nWZzr5Fvz+Gxe51OIL9tbJMOX3A65v3+XFfjwMQYSCs1VBNCQjy245/h7vue7y7/5b/zrcYqW7XXn3p3yn/zCf8GaDAYjFBBfnBHv8Qqg4N82kbat/4NgYDGOtVj0q5U4FwXAYDov3QnK8ogPvBz4iT9XUNPfoz1o6C7KxIApPhc12U6mDMVK2gAvsWYHYeyq4gmjWYa9EB3CNQYN8AT5AjIkvjcLDhhKlS22+3zyRz4Tioh8UaVak5d9OSFLuKTpbIEKafrXX5X5htKn7VnDHuVeSYdMEzlZrFCch+JHKWZ5mqg+RGZZ2RfEsMhzT5R32A33WLpuz+QZigTBHNfGCrvB+nZZ27oao9axX4Tx3EsRFKDzA/FOQHIP04sjWz8Uf4rZKj5mAGN3M7gfINhj0/QEs4su09oE57l2w1iQMR8dV9HPyFImZU5Rrj0TWK1r7SJhRrNuhA0wn/wP/+P/FPOYxwjan/sb/2X5zd/+f8tL9w7LbczpmsdlcB6s7iz3wc4OiqR4XuJqdeyszRXlUnbMjy5QRuSQjUWbZb0D9qYOS0qYelmUZdRFLTLPQ0axmrfjzGOmAdyuMWIhiIuk4DXUARMvWJBhhGDm2c7oc1XgLMDnFLAy8dzq4/m5miedC/SYxiEdewPz8cYGp0XxvIo5TkYPUFMYpw8LXjMhW2NEbXiZ3e3I+Ze+GbOdkc92ORd1APMsaSZAOZBms4MvBrbfM+ezvy8fp5Y7u4NHFxd6kTwuMrZl6xXlmHXjMp70UX1MV5kknuGP6V8TMd8GdkHakD3uHrWooB3Sl/vQVwhb+6eLEnFaI6Ip6IQqUbRyFkDb2t5aw2TIKmSeDOUcbQhd5jM1G7uPVAUlRopklGCY59krM378v5ZquQ0K4qHdP9rPTSwUQvBHX3XAYLc/Qlo6H/mmt7yNRU7b5bnv+q7yryFkh9Ct+0W/eutO+ff/o58tX/3aHXZwkI6vYE1Yb+D2nx68UUuYddaBNXDZ4DF8Hvwne/eDx68xQ0knsbzYQ4Lu3ma/7DEwUke3XQWFaw5nntlD/YXVXhHTW9Bh0AG8vseuFIa7pcMcbpcDKQbQkKvXe8oH8MNiG+6MchG4nocwxAT9wz/2F9K8DCIt333JDVet4MW9tlHcxU+9mljT8MCd+Hs0HNZCpyPa6lHv2Uz17dW8pyYjA1L7iLGrnQzETUSSmlmQLYKXUBsx9H33z7LC6ZRFQatbV+hojFIOGLF2MCHHucZNDWhEtesOTLfHyVTHLJ7Ks1RpHFa4dVGwJP7RIat4B2x8jqo2aJajNNksx4DkkUxmGVHCQx7JWaxO5iIRqt26vUVN/eR4QOfaL1/6ykvl3/6rfw0ivo2J6aTc5MsXeyFkMYeirChIwvxCpxXDRywCG64zz0HegmW+lVFGx+Bdv6kJMCBIGGLkErDIwkx9fsWE+TxntWb7GmGmtLfnU2v209Qdi6JobrXysds1eD4mjiPbGP1E5xHuqEF0pJjPp8wU+o4Q7LAUJM4oEFQEI9dUucoof50To44YBWnKHB0wL3yIWcp5fDXf6tC2U7ERYlj7NP8aAQwEPizIOI2z7nNMLekjkB4w14jemzA7cAzjSNuAYBspUF6OfqbtV7NtgZJwzXk0sexPbUechuBq29VypQdd3hD/ILSFpXYmGS8QHynAuSd1sb2KfbPb7p3dWucEKOZkyVwhm7U3/xxpWJZ5JwzihHc84kxzn7FyGKYSGQvnaF8tH3Ve9ggL1SkC2LZUZa5tWrf4CFXbxbRM2+MBnis+pk1X07RQao3CssJd+rNOcXhPE1d6nTrC7dM96uc+cs/7dTub9fPzgX6Z7Nk3vKV89qc/S39mIR+ZvfDS3fKf/ux/Xl66OS53756wh1icWBA5gR/pRvicEpE0U+xTInzz0VzDF8jrZV1Dx7ZknGTF6PXOnRfo4xx/i8C1DYOYgGWFdSQrq9v0YUa20TegA8LDVAzong6odVJh2kGYrrA+xXU3MSVBPf2caqxwxc/vkp9ytO8PffovJO+PBiI/aCpomfx0ViE+FtDusxECypp2abpC48sNf3Fo2trfZoEP/nSuoH3wLJbHnBIlIMZJLsujpa9EEA1po1IxNXuQlQyOoImaGvnIaK1t9HybE/MiSXtrHCJ/6Yly99bNOEh+CHftutoWlXm6UIEcnd/00AqXhHdZddr1UAQIoEf+h/t8B5F069uXIFaJMgBK+L7Bv5Bt4FCcjDG/3L59h+sWI3NHDf3QaB0VHsBs7KTR0zCxXLlyvbzANirPA9ZEPsR0GgztDDU9egVlfg0dRyZJkuflRyhtaLuqteZcqampH35V4Ppd0QFM2ZOiPGjeQ+OTT9hmnIUdQjGFb13xZ4m2mIqCTDS+ZwouVDZipIuGXOcL92FqHst4uMZiOnC2r/nazh24M6eZE9ZHc99o+nm85T8oFoK5gXNHshucALW1tRW49rxpF0H5/VTbxsVAxq1CKXBsG4BvIRftiftg29HmMRpS4HKFUuYuAhRs52ZNkIdUMGJSaJP+8WLgfCpoT/nUepwfez5EGaNSsMveUtAWiqXbVbYvX0Mh5ECOcb/86q/93fLOdz1X/snnvlB+/j/7xXLrFqt39/lgCv3k8NADLRxMVHzN559vXy9MZGkKNz/28NJLX0PB36V+KNEot3FaF4Oj4Qbfi95i1TS0oEHTc4xtZc3fQprbPFkgy+FD3Q57a7VkQi/25ThtjPw9qhJuQCpNy8Py4Y98NKYo4stN0hVxzrqgrLPeD+kTHE+dQU3qAZx0rII551JAtjJYCG9Hdoy5zJlHjKO4gzU0zbOxopNFeoUaTo2iKctZFvSH6Iin8bUfEKdpRAQqiLli5ZnvCF4XOQ3Q+La2T1jZdgthy+fiNjU/ewwhjSIMkc4jMdfK8aEmJsugsWhk5+piOfdot/SPGAmyn8vFCtFYkQ6hIDwiNoSUack5eknCPcXEdERDiqlnU0dSTR0w6ajB1CuYg7DSiHH4BiGSUjiiWT6WVPaHeaIKDip1Bbejeb9X6SpeU8iINCMNWYm9usph44RNUChiYRQKSHyaT9zVsq2X79RViMLZHs1jevgrdYlL9fB0jk3aRC3s57lsC+bY1VzVQsN+QEcBZ44yFai5vYdRCSOXMfthB2hSroOJL3HQ4fKwC2EFOOCWznSaieq2m1BO7cCEW84KipvbSfr9/LqT87WucHZU65YDyz1hMR5gTetlrl5aUZLhZzmWpYt6NxWP03eoQ3Y84kfDE782ewBkohlyZjgzUkPrxNM8mg6aO4P/JujMbRZxrg3PxMNDvIWr9xlMvSmcTZTmJo3pYlom2t8XsxILeZemevQZVxkHzqGzdRbxrLOtx3ts5aH9QgEKGGzDJi3IiFEf7ZU4t0CfwQH9TWuDUFbMqAg7YpPc68p1j/KzAeOzeMIIHu0FMbBboljWvCwnymrhHY/7ujjlqBUj6QOPwB/lzho3cBSWOGDwrx5PmSMooeBj53xPdXSwh1l0he1nR+XKtSdC8dSyc0C/+Ae/9Y/Kz/wr/07ZO7xb7t11O1M/FgrGnnCwckynC9q1DlQn4WmID+GU1prESdJHC/gHfJzhaz5Bq6rBGsWmXxjau/sSgxoWm8a8rAeTuP2Sfe7s/3Uw02FhkwsenYt1KsiNn4wSsCw6ECKmvNt5WQStB9cksWjlTMVZvm0HOwbn73j3+8qNZ15PxSlHHMAw/KvsLGUc1FS/hBZVMH3jyMM3+69xg7cEjRoObhvaaCYlRHAkrLwu4kuttb9HaP5U2nhVR7QCkMDMmimBAogKvEHES/8ZpCKbegO+5mI6Ip20wwEGNIcJxAraDUQE81JTsnOvs0fP8J17OxDsfhl21+jYKaAjDen6nKDSo0HGh3ZDRC0y09WuE8zIE+aKRntsHWJOL7mkMe7jomPdJ/yxBincIQi1XJBaj1azU+cCAwkiC3QU72KQCfXSEuCBD+7bc6GFR5V1Na1LiBKTbSSB2Qb+cQ/z0wLs03Zb8G9bDDJo1oYLUeM1lRWLpS7CCKyOSnKLTx7JKAM5OvKkmF4IQQ8W6dMJa1sKtgy1muHM05aSpOSp5i28Mm9Hs9KOo6lDBHefQ1AUtKsoK2soVOvrCFrm9lVCXEhTO8Yy2Gd+lrbgouAZnQe96fcn0Gm1cF52e7s5mMJ9oAgR20CrgsJWS4XtuMxFG4A77yFkQ4BC59K1c/ZIoDAf8zxisc2Yc7LDagZNpMn//jS4rMxX4jfrG1mhGPFU3tBIoqTQLMVY1i3ujGbvMu1DbfMLXSBljbnYWJvANFhnhBWOsM9/4cv0YsyvHDurqZiqBj5SGbHHNn+13LkKiWtx0qbPuQiv+CVKt09Sqb2De2Vn73bMyXaY1upr1gYPmoOHTPP5tTXPmw8BKP8CB+6aeIkdE66g1iLl4KnP4ic/AECnBT75vLJAZY5C4Pdat9793e8tb3nuHUEPoWRBe3ncI1Go7kxZDWw3OPB5uZu15dnwyhusq//L4tY4pq7h+r0qgjYKAxneNfNZYK2mGqYuRhv4BtIaBOIJdCKTtJh2I60p8QsOSkPxAsrVDJ1vbIQFq3FdiazwWWXxgEeyaQo+2j+BaFnR5uiJBs1GIgdWGHfZRnIykjDUstAQWYV6yoKqk85eObh7u2xsXyEd52Ke62pjAXNQTBNRIghHPZq6Nh4PfTO5hKIiURsNeUM9gVtc2amIpDardh94b/A9wVxz69bXGM0yP9JjIpr4oxEb4UlwATM7lB14FFwhtixQGK6W5UsI4KZOsdovo5z9XdrBazQzpq38pSBHRjrhdZHWiQtZWNBiu9XriAoNiaYJChnIFAEql3O16htAK0iiIBxIcolF1J88bVMXQTgSi8UQClzS5SlEtDfK1nBNk6OM2oVYBzlHjBJzdCRsCV/QocjFhTY7HZFak8q8fPQ94/FgBeNmnWeuCZ/iqRW/iZdoruXXPGY51KdKbtKGsrwdU0ju7ypMtZz6bqp2TktykUAA0jLETSg4JAnFhjo4lRNKDQsVNc07il1nW5UL0mwHk9sO1tO0ecye+QkDV6OYBF2Qr/1fi4V/CtcYvTJaig+9Qx82jYdXjKCdmJMknlht12hJLV6x16x/WFKrHaMBqZwNE8/1Bk0G1qDHxkISo0w+zxajWU6sW+dwFi0rF689iTKSirD8TEuPozP3hiZ6NJPD71Q+rL9/9iPiWIpF6+rd5ypjZ3Dr+3icGLC9wkpF/xhzprij2Ql8pwOfSipzD+ygbF5i8dPWBdqU0SqVsV4wYk66m5Tbt1gIBk8aKFwxiddFXfJ46x2Kgl/mgW6iX0aluuWNb3xz9GNpzRwNCx4TssFhGq7BSdMkQjzz9EnCbHjprO8SEG5GTcFfqvc597QeNIFkG6N1iP4xClp7nBWoLqoYL7k3NglSzaVWMyueWAhkGpvX8PFuBK4w49oxIwCc4BfPholwyqWtIS4agvd1NUK0qhM+XLC/x3F87NXq0vlt3ImaFNqSC6bcwzmBkNmCVlYI8yBvTV8sMyiHCPK1CyyyYp8eKztoB8mC8gL6GaDxFSB9BbVd/SZK3Bb8A3YDcGfSpPfZX/I3mxO1dv4sV2iiDu5Hjc6G9mjHx9x++/YLxMql9LGaz/RepPegco91FL3iK7Vdn/HQz0fxzb3yjCDuCGn/NJHbXtPns2E1Pykh8AbMwu8cm9s0HNnGilLfEb4yHhcxuQXIDwz0MAm5wjCqKKhT5JmjWj2On1DexE7QB+8KaUZRfpKtf4ymTPThmvP1Y0Zew7J/MAyTVZrggQemNkXEFCFm3qpT69GQWVhAkV4CGq5GrvdsC4OmVciID/TbZqIPkqBNbw8S/2HipAjJemlx8AQjT+FyZff2Fh91B8+rfChC68SAA0h6dLYul7RbnX03sOYDbeZzvBuheZBhTRC2Wh0UumPuI+5+Hs9pBj9UEXHM41HdVJGy3BmDTVDbUAl7hb/eW+WGV333xecaj8d4A15o/t7ObfZ6F7blHfFBFD75hlnV9sreTTpetFoFvhwZBrIY4xoJXAXlR1Fny8iSsrTgpTw+iLCYpVv2ZDlcFC8M+RUdhGW0jyuMn8c6xdG6Dgbot35xrYOitY51Yy2+smMd7Jvg16zgRffu3CLNQbn+xLWyd/tr1DeNtNJTbvnC7EwfDuuUfdrCSe9KYxUM8woeR3aEPIKzPmCcvAOmhRwEs7r2s36WF1Y9QaqReLLFkBqca3hcfuHn/trjErQCughCvotPIMlwIPGTZIbECBNggpz5EVkpQG2ERKaMNFgV6aYM37QwW636YT7l2dVqpo/GQ0D00G4uXr5Sdu68FJva3fqz5j5ZR8uBBJg1mlMHbcpRjx8qcEUbOTOy4WQi8hod3GX7hyvemIwPzkZ5IXxAoQ0iKnk3rLaPtE8N/SFTYGpQEnClLzAQ1DxHtNbzeY+BL8pTg8/+b7k8Oy8Fbp3rSP4i4XH4A2eJOgwUkg4MLj+eYO7Um856zCKjAXuIBTzgsQL8+xz5WM/wSnzVTjoPX5Ng3rP11uCh5VMf1cDjKz8INDVhXQpYmKaLW9TeuVzwYrBWELdy+OnDELZ0QCoawIrjHNnqgcMjVjaDoGgmvPwajJ9g7MPRVjBDuWBiBXoYrKGEHXmYBYePM6/fG0AHlG/HmZqlqebM1RfLqs81tL43cFTvuDd+InXBLXpJn9VZt2wTcEGFbY1FV2lsMR/jLfObpTcvr8S//svbuYlmhEUHMVoz11TIWBzNugjKOdk1tlG5ynuNawA95d5ZaqeehHnQ/hv0yD20fmjCvGY1VHnWL2kkzPoIV6dEnJMcQ/tjmLlbYeJUNOlFehISGt7rgYVKCFhLn0Ewh4sqgKPzzSAkAa6+JybCp3oRpmKry7t0a6CHapwwCLgD3e1gaUG5h49c5QAe9/NTzciW6pAOTFEXR2m1Ps5bk3PQt0Ir+qxlxB8PuAq/UOnqPRKl18v+VtqaRgQP9svoH+KXi95JXxFgDtvYvR07OUKJFnhxY9ujfK1xilWs7QjYa46smt7jq1ocHHTlyaf4qtNFtiLeog35hji4jm2d4lx+5B/ZhdJhuZYfpXO8L+UISfQPPNv8tpaUd2mu7ZL2sz7QsvRmIQsu2L9+i0G8Ry1lUqabhqMMcmTzavew/NIv/Htlffcrj0vQVsga5AZQPuNErADxE3AExQATlYoFLDRIE6KSEsAGzJGckEAy/tZWYewj1wnEGWZNI8t4RTNlBBG614rzhQbHW3zlZ4fGh3mrMULEmYf5+km9rcAUVlb8OQyBuUA/Jj1mJaqf7dq//VK5ePVGMIboLg1jyYpEbRB8QCQMZ9zMrwZXn1n9ZknPELUgkWCaxopPX0hn7+Jd7PkQaOB+xCrEe/d2Qzo5+HPRl4QXZYYy4cjd01lg3IwWg+FFQU3mtYzIu1UmjxWAJPHwaP3UhAK6zBFOOdKB7RcdxzrQ/m7TSFMYBMp7mAwbvwwjDf7OW/VkeiBL4Rk4MAu8FLa1ZP2lBUey+iucT3h2ftC9nSuuMradeY9To5hPXGeRnHPDKejTLJe1qPWqdaqlLPrXcP2bOMGgea8EUKNwFwc6Kfc818ppLkrNbpFmgrlW8Fopall6nS3vvFJaGZz7aNrG8eg3UQfg0u/NbmywbzaOW3R+nMWKKHya7kNo0KeFNeFtGk648dMFwwPouPPuvGwdrYYFhLZzFOuJUPXTeNJHmFBh+ikMliDCvC2gcS3oG58AIp+XtV0gXL5FxzrjzuYWUahT0KnBkT00SX90BH7nzotBzyP2wfbYrrLFoR7RnZs+bQLZnn0ltig2eTVdv4Ege2OliTNgPW6PqKYUxQP4CL7CatfxeK/sMzp30KOlKOgMHusU32D9AhbFDRSibGI/8u7amD329+/BnzevXEMQX4SXuqUnp+tCXmhFhOfmfv6mSNtAGAhTNmjlCNdquvRY+DWNl/Gq833qasCc5zR02UO0KwFQNfnmSL10OcuB0wuH5V75xZ//62VyeAsC5jvo7QyCjh68nHbS5vlsYof8Ev4shA5G7HqiTIQF0hJThsZTdEQi2vmmFzMcxB2gNbt3NDqvYbS2o98oBbOUc7KsbOLUke2ySsMf7u/HnO0a24BW3PYDYlwaHosyhhf4yIEEjciRAVCkX8FxvtZN8Xt3X2RugdNLWAEX52YqtCgvCDt+BM9UXvMuvPGamThnsWpYTbGYOnJsss38jUkd6WXiJ2rL8CDeqK+jODHnQQ/C18fcrfKgkJUQXBTl4R8aZRwJH7GfeAs8jkMI2y2y7hZpR47OTJp5V9+FYNFF1wIvDeHPBZMOmGp2QaBRhkwLJoKJOBZAwTiPwPshis6KH29ndWXM76H0OJr183YT2leNXxWhPcqLlYHm6R95WhshsvbiGrLJeULuA8zmzgWvskBn7HwtGrfnQQ9dgcxoX9pyf2/kUxtKzTqYb61YxQXvrcd8SfyolZ/valhbDBJbxONq6PQdODIkgs/8zGhkDpgz8RqTSPpTHyiE50yjneh+zjJqOfVZPPvcRZiuccJaHAqC6XiAVUllSOVGs16UoKIafWZauyjOlopzbxGSAQE4SKFpjRVKKmAKUMJpl5yvdWqBZ7b4TBU10tlmkZb+sIgv35su29R4sbbzcC2GTt+pjPUOXE5pInE4jVMfLNT4cTeOqi2fDYUnubDRPuHc5NNPP83KeHgyDDvwgX/yyKyPKSstWL9oByoT/kEt2XaLdTbZ43Y5YqQ8R+u0/RFC9i7rQahQfrQFIGKLFVN525evlyHrXcaxdN0ArUUeosOCKc4AWGGKYevSVRapblA9Fiv69Rfqk4MD20OzcFNLbhQXLvEJH5cubHc0kuj1Tdykz4wLoNEAmdYMaibNvb7X6A90z3KlAcv19EIXeI2PWXDa3Sn/zd/4D0p3HyHbQfAyVwU3piIQyykretFJQUIe7j8dLi8p1EHcvKMg/aL2GRIjVr3oZMeYeDiguGxhthvts6+KkeSJx2m5mgwtxoNhNKaEJpoZRSZqLKIiEAiWEnndsr1xrXzkh36y/Nrf+fWy0cvToKIHET8ZfU6+a3rcYF6gA0EfMwcwgrj7Wy4rl1AT5NiKwIkjR6xCPj3lmEbysGHHjHpWiDTCvOPB54MtJ+JFJo1KxwhCz6pay+mTDzWsosnObQxro1+ygPQUZXOpWy9pmgEuM9U1D4FmnoVFF+W595jXAXPPoy44BqM9tEmj9GIkx5wsbaGQEp/Oh9rGKhtxng5AGjdylHkEHJXxtIAKMBr/OW/SGFY5maUkZXOPEPIkXTAHiFMBH3/ARMGuIo1TfhByCkGtUY5S8ui93BLkFhItDpooPchCilXYRptFueTIXUisR4LnU6NwAIgjKk8i6rsAjnK8u8fTFcgHq+yrXfXUIeiUxXGas6duStuzSlf8zzdg0x4mTJRMs2g/zDCbT4n7hjIAufY/offKn3YO+WyY9de5VSJwHG88NvdaVsRp2iTyDSWMpxrxHMWgBmd2vrV81GC43JoyZOGTZ/SuosCpxKzw6Ua/DU13SWZJ2ZUmIq9oM+nOdrPu5tu0IWAlTsBF8+wUQj6nhcP2cTW9zDvMf0LmXrDon9whouhflFvxGSVEWTNcR30Cd8YnXbhWHfFLtDV+vASsQRM1XqbzrfoIP8CFT/TiqBCClkVQ+3xPWzU5/OGP9zgVKr8py6riyMGRXWRA2RUm86t8MJ+zFkJDHAquZRuqi3qTzZR80/uBfqN55mJaQJYwiT2bHBOJsnPnpRcYxbJXFh7r9hr7NhvqyjYCdMics301uwIKM3Wf0Les7xrHoW5wPOcqCpqH7HCsAeTbqitFCUND3oEHURGyRTjyfwphyIuAL/GWAfIHnxrai6CmY06jkdE5TrqcNfN8vBhAkUd++csFp3tlq3NYfv4//qtlcHSH9nV9jwM6PmHYPXZpuQcZOMyn2clrWv45hS/3FohZyhQpAAHTWoWxPXO5lO983aVy9eKN8vtf2Sm/84WbZaypgCO4smOQ2krxV3PJHGeVUygm5QzKtetvKO//4J8t//f/9ncwL/z/5L13kGfXded3O0/3REwCBokYIhMkAYIACEBgAgPATIlU4K4oreVdlddVqz9cdskur8vl2qD1atfW0vIq51UgRYmUKEZJJCQRRBqAJAASkUROM5gcOnf78/ned3+/X/cEgqTkcpVv9/u99+674Zxzzzn33Axr0tLpzSwGkgW7IKDn8BLjRCyOPjT3QsCbtVuY7bxq0csQ9PGjGNwkY36a8TkUfg6ThzmsbFXqCgWmF+trGQ2AESIvALlCaQwSpQ9y51tx0q4P84pgx7C9oN3D8Wn2QoQ+JliFpu8fP9NDITjeODK0hfV2u3lnopfdo9DYykRn17rKynFdN7lYu451wwppB5tddCkFk2sFkZjf6acLHAQNy3uHY2KSXl794T/55YOP1Sps59FmDS2GwPwc41XjVqX1T7jTRYhiVfo0+MzVe1q0PFel3SXsx4QwizpG617XdsO508wcs7HtSk5FS4t2LSf82KJVgbtHqy2n8GMIkcS6hIPAYCbd80u/9VNoT6QfPCp5LJFa+fAOzVSYxxu4Lb+WxonfV381lH6Wcy2LhtuJQrY0272FUXERHXnQeBnTWLFXgMsu4wmWUNm6dYcoN1VxlyiNOruPW5nUzJWNmr/46prBbZmqEmu51zJ2iKFOiKIcKZ+6rIdwBGopVwiBj+Tqc5Jd8dMw1nNFJdQ+rIjoy6AHz4OvSXnAo6URvPQHw87Pt6M0NqbZez3WJDhgx5fDHB83Pb1QXn7xKxBOjE+J29FldWbH6wiCJvv88LLKJakeUKs+fjevNX0pbWoeDnDkRebBMFSl7qU5jqcTpEapQLfSHcxk0q6mT12nWUyQfftezMSvtTnRaRO8reFN2jFo0PHc1ZW1N04J9JmklfkKQsVXz55Hw8MAQte5FG6LJHh8G/hcQ/W/t2jeGz/Gjzhmt8Kh60xKnIbc72F+T/nFX/i5MjZD4wxhFa9F9Mkzuxmj/dzHPlI+8KM/Uw6jWDhTjFiQJAmuTnVFFid+SVxbDxLG+BCGDDdvmiw/+MbtZRMzzGiTlHO2nVauvPi08tt/dg8CCfFBPsqySzXxTcsUSEYjNTVUZi7RakOAFb6dO88vxw7+QHnwm19FeXr6D+vODOtMNypeDz331J6xSZf9sDaTja1nDx8to6exlpYKiESDq5te2BJcBr4Flvy44Do7j6CQ3Xt3Dd0ZM8Rd496apCl8vW7BFQUp2Qdch0PzyViDpdKrjECu/ndBYOHQrcUgaC+NzgrjU3i3HyRPIZFNB5IfhYEZEWFjjoPsLcvkFAwJu/DszgM1lkOwnzCxnJISWmtFSmRgk6klYp0gsCqTFa+EM+wqV1vhnae4JEgLG/FZESMUI18VaDatsPuYiVy5MHQWFtykorZ23fva7ntbv05Yi3IlD5WtxVDLBUNBGuMamfW3Qy77XiPHIygyBSHn1mJhj0MbK9tUEqlo7aIEJpSg54ImoV4X4Qrw/0FfBnlB+VjtTuC1Oshx7631a9zwDLSxhaAbHOKIxyl/jF3nSTg26ySoNVmXzH60zjCGps4adcjCSlZ5kh107Sxkn2tZUREh0D7nD3A091LR6sd7WrOoKMdr7XHIEh94Jd3I8AuFlTSMU9OoFa95DLrKE+HyeDfOrGHgz6a4o0j6MXv+wNJ77n9e8WSawtzwNbel9DjZYmaqD2OTMC3/9pjAy9APaoHvUvYF3rjlDPDiU2CRzh3hjrv3v1S5a+GI0rnm02Bp/t/r3a5amyecoUMDZLocABf6xigY/Clnt0Oc2rC1rN8qDr0qGUD5jjzvZ6c6h7A8tWfj5tPhC+JAK3WOsGq06eqNZx7SdRwP9S5eKjl+61+Cr/ipumCFV9KOqjbq9+nUVUBVUyHR+fnDzC4+Vn7t//xX9J6yrS/61Iabw0+PP/FEhsWGx6f3l4/+7s8jFIchlP3juA4YSfq9Oq0RW6AmdZjK7d6vPUa6+HkSD/cNU8PlH7/7VWXL2CyzswgEIaP0K4X16C5unfOT6bnEw+5bgC6vu+Ft5YyzLoSR3fu4toysiJKWfdKMxy3Tgl3HLOQ17K85wtifR1ExuEMOMr5gIZo8jDJ+O+QovV2uKhHz4buD+572c5QTM7SmtUQZKSSc0Oi8t+d4nOKn4plF2R3zkBEc5gW8A1eUQu/9+O+9sOZOuIzpILTuDbqRNWtuoG+XqN15G5losZVumh2nby/bt28rGzkE3fFul9WEuUle3WJ2/EM/Xr6jS0hD96+Bx3ibRoenysDK0kxaSygZWhJRkFXB9ipKaJruYyZvpSUL7a38FF8r1yxpsoBwfImianHjByzNKKnCSUxgcJanVxRc1+KaYAJdxmltibEkxdaY620Fd+XYrCn/Q7m030i8b1T9Q+VkMfVdLTT5rRkn/W8nfpKO2c8Yfpti8tM6ZMtJUHYbO8HMGcc5Co/vTT4qR3V54WvZKEnmaal6VQq0SrYaTSq2Ng7rXUPLGcfyjOP7GoXm0SrYCG1L3zzMctCtfu99a1zS8zj+oYurzJzw6piez6ucE/MYsmHN9gKb46BVUulqQNU9ftE4NA4OsbPdAl2rqJ6qw6yASKxePg++N3/uXb6rMv2eX1M24HAcPwCvMM/RG7Z/797gMkRjRp1oC47ZcGxKYXexpQ2s/lnJUjrHmPxlr6nLLbdu28H+8wzjqXDUs+Bo/Gy/mDg82/vhNPWOmOFPUrWcU6Z+65yVf5UbK0GitA8D9xP5DXx+aY/UXY7FOsdnyQYdQI3QS/bLH/l3ZQNnqk9QwZqPy8+effbZDNFZdsNrOZ914+KR8pe/95/KxNHHYR4GpD3/NZVsFQ0JO3idDKIwQ9oOVlCQQwEAkHl2MvnaE8fKJ/720fLiNNYbxB1lfGzLmqHyoXe/PTN8BU6dWfVmzbfmUxk6wAJwLFu5MJw4Uo5MHy5vuPFGxoe2Q+f1CJ+bT/OZPOrJDXhTYMtOeqGymWB2qduCHT3CiRKKOQVPthF4K4FxjtQbdvyYytbLwXmFWeFYnDsGg7E+l/hO169T9quQN1hDNwpDoyKMASwnvBNBy3ildVyZs6bFdxDxWpF2+zh4Jx0neFWGlYYU9piTDM6FLutZ6nQaleu68trXXlx+6qd+uPzMv/ivy5vf9Kay+bTTaLGDF4Ki0SEVst9ol28Vapm/XfYCQPs2w24QhuOeKw2kQwjA96oQvVevpgBT9ipTKlEvu25dQ5sTWbx3/q2FkzCEl8dSAfPsXSXcFHaUtq2Cjo8zdgwsQAOPQy0NK/rsnHktjUepcNcwNJBdo7qKYoJ3K+PBchCHdoGFGZzUtfL9zncMAATMcCrvfpnDA6TeOGB1Ru2b9l7P5lsdqHvvKU7ehbpBPhivhydwAEjvav71ruxhiKpUCeJJW2vY/tQKdhxjZRxDNge60/Pj3RacG66YYziMZ8tGXGv59Q2kvKdMDa1CY4Y8PQv2aLghRQ6YoEydmS7PLngaDK2GtIbt4uLKpMDwq3n2XZPBvk990r/RpvHj6jCD740Wg34rnqVJV4btbiXj2KU70k2zlKX2wFjxWpl4qazpfocmSvLhw5xJS8E0elv5pALq9EqVqUH5qvKZ7S8J2zMA4Cl7FFtaK+A8yUujxerPlo3y5VGjnpv74h5apizXWMNEKGfxC+swOz6t3bSDOxNOLQ9wqZcbCO1jjsxRjK9Jjv3bmkMSHL6yly89falQKQtpAA3NL3oHGllNp6ru0uRTnCWchk/ygS3x92ou71T4Likd5PP2/bu6Q/s629zKnUm56sAlztg9+nT5nf/9vy/rZ/elm9htTJ1VvfvZ58oRyro5jvekMJzttXy4fOFjv1Je86YPlG3nXx7lNpoZpKLz3TsJ35zbKOxbXl+OsBn23r/7drniwu3lvO1MQMIqffLxp2EuwuZfIstqp3Zupu9Ree6BGdWJML7/fR8of/qnH2NpjoLn2FqStNEbgbWFOoQCnaJyWeSIPM+nzZpZJkJRXF2GpEsl67DxzIz963ZFOzMQBa4VitKYPYJydqnCKOvCYDqZgeLtcuuS+Q63KkCVPunyqY81VtIbTKB9hCrhMN9XUigHLYADGNY/mZenUY+XYsbbWWeeWd7/3reWm298E93utNKA99DR+XLHV79Ji+0IhsRstqZ0nZuVWWaKm5da6O/RiWta3RGmWta27KVHKlEUajvNZ44u+zmU9jyHC7T9bK2AKfUoD4DkiVJVEKMhWxlS7qRvugqrLq19HinG5NWrzOR98vYAA8MuLDBey1FuE3PMRp61O5n8Od0nE8e6tP4eyXGCpASwK1uV6v/LrlU0g8rq5CBgSEM71yPHOHEHKA0UDFq7jq1cqsKXW5HTHjqWk1879oLF0jMh3jynzLzz3XKliuWvVrY2nPKMws16Wmcdx8jS93h3ssr1+JB9n0YD1emp3KB+Wx1utdTIi07Am2M/4xi1BKg6TF6mWz0ygOImIWl1bPpIWbu0GdntDFv9NZ5RZs1YXZ0nUrva6/t6l3YWSWDiuXbtY+XQCNu/59lsSjHq7k/qDPhghCGqtZupQKfWCWwHZ4VpGryPcvD7mskNGP6bWMbErnud/EYnxHDvDLHUY8i0+SPHeWily3vlHtOtaZtXrTHqlyCtoOd7F+b7okSNLDxpsQOBSwxHoMOhF58of/w7v1omqAfYi4UhauCDH194/gU2ImF4YCD70WWEY5nujDWMb3qU0X1f/HjZwXZYl13zJja0BmAIokNsao6n+K1WCGirlDol7Wb9zijzmoVxnuQw8t3374Vp5ss0LcSHv/FkmbcpDoCSWoWrq0hpofguxPWiSHnqqhRbnTCgXb7jY8vlbW99e/nMpz+On13gjn/QUoMJhD5LfhhZGJpgt451dG0wTjfNLGStE/dhTRiygvXJFGVBEtDPPi1CcLE+iml1ZWnuKDORWbpAgCW7xYA7J5EQ5ni3mmaN8rIGz4Gt5hly1ZqAZPpink05TJhvTQkJa7yEl/KpSow4ppd/BZh3GPM0JoL9xIc/XN50/RUwCDGB9xg7YN1+2510oTPLmiI+dpAxhi1UYbbuMk2dhGXgruzNy7yTvxlw+duB4VPPRTjyVivQ+mjoDk4tPtK1fOvsRGgUukvKOrnF3a+ynpaKd84xOWCWFUeiYIFL8JQlIoqPLQN7MJry85utpqaUasVRW1JVYIhKIqPQS4U3rNXLc5sY5Xjt/KTn4TL7mH10R2g5LTN2mxzJO/gTvtIjHvn2/f9IixOnF3qfIoNO3Gq5rArXKg9xlEcanVYF66o/fFdlVl/97Z6SDr0/yN2U5/vSazKJdZq9jCkLx2ztmk+LhLDma5llrK1jmsbLyr29CzZWGurqAFuztaWK/kBWndnpxJrF+brW3VaDwwiuR7WHw/Sy1rYrd9/9G+ThQXxXoTj4Kc+radTevQcfaXASl09dMRreVr2tSnuPnDPiTPdltlEcjezyHVmNYWjayL5L7o4cOVI2bmHJC3jH+MWvOuVmIOPOIBv06pdfF8f8fYzMDMQ9wWNDK9TrCqSHO4V0iCU5bm87vMTe8Mips4uX6PWb2rCNYTnO/OZPeVNDayC7te0xcNEgG53cWDafcS4LUFgqSbiUGTCItfm66b878DkkIT7qeV3LvwuJHhOZyjMJ8B1/LIPkEvjE7aU4Q6mn1dbqlDmmRQ+jE8aGjpWnHrq3fOZjv8mGLBjjtOxnHI9GBz1HS/YYk910gwbr6GPf/lY59xz6y501RWJrGdR9+p7PZ5P9V1x/U5mloHWxJaIk8/pd/VDNRonGeoFIxwBqkcpwhhbKrAoMqjoj0S6RbETQlXZVlJXkLcN84keesQBs0SjE80zm2nbGmeWqa64vd9/55QiuBFKZ2q2Y2cLEGR5issYUbWz209T6cLzWWdcqCTm4EdYNq4dG3UNV+MgHpsskDI590mhYwG/D1tOjEIjEv8JUGaPB+t3e+wzVj9n3g/k8xQKmrBID4wCT37MkgcKLIk0IcIYuy1rA+F/48vNSyUrJGQyHn/+FXy7P7mbWN933jj/Psj/p4jzdf+Aculpp8dDJGbEqrfNgYeWqb1GY9fEUv7XSjeIl7XSZCTdXl0roblpZ5gNM8ypQYLDynaOsnMzlhiJuVDKKwo1ZBt01KFS0KmoVuQqrpdk9DNwqv1heTk7BpqDcGRqgh8NuTiv3jNUyPuvGFW4DaaXrhLglaFWXhek1JDQAAEAASURBVNX0WyU+kPj/Lx7Db9DZzV+czZ41yNBLOnlleQ/fHN92nNZlPrAiZd3Kpd0pw47BKA54TcVb+SGVJGVRPyuTCcA7UobMqvTcp9puY2Wy8aAqMSzVy+v7L5LgSzKNV9t9MOU+blUyIiHQSBfY5GP4WQWsYWc1NEzP0jj8PMYcEg8yd2e6ZSfQ0OhYYje6EdaVmlpkBbyDe0cv032pLmfAvtTAA+HUqaE74NZiqZXm0SMH8FDeHG6iPGiRj2PMjzEu65CCgWNYIKEjhBFnDaZhJmJuP/NsdKoHBdQyrbrWKMRRpln5spbNLeZG2T62w7mv76quC1DAFDlHSTUeaqDLRz210jy/h3vy7+LlBCm6+G130Vws999za/niJ3+/bKBxujjd8TF4793NyXEcRxoYVuU5+vzTzzBTaq6cd+45AD9KMjOcejNX9j/4+fL1I7vLa2/6cDnCGOskSn421lNloFXp9F5VgTpbss3JH77FQqWiUEmGZxhP1QmY1o8TlwxpVAs6DJxk+FGThsoKKmGUNisdYaKCc38GSFwuu/zK8hz7/D74yH2ssWVJAYKZwXiYQ4n35uLoNRttJTHWimV2DAttCMs8hwkjpOZkpWlL2SU+aN3koYmiRZoNs+lanGVylPt3KvwKRIVJgDtlEth51YlC9y4jeHWyGEson2TSeHa4dfESn58cFZcaEMEknLSO4CeyLQgfpC6KCDzch1Tr+bd+6zfK//az/1158um95V995DfLE3sPl4NHGUNjotSCi8apZPbt3l22nXkWnDQJPqZD+kmXR1wURsq/4VHDiNdKV8tfPyHRKhVSe0SyTzEwSVst9zZ2ZOtT55hNxuBJom5SgEBTXirTtF5YqsVjWWDSyBgM4moCMkF5mQcvSaZvcMhII6mUayWpMVQZq8LojFjPR51HiJapdUdH6rraMZTC2Iy9JOzwsmahO0oPofLAAf/DiwH5lD+DCviUAcMvwiSPdiFPkUdT9j1l0JWB/vVb9Qg5SM4kLVJzqOOlXR4DtxbPe8p64FuPUfFLiVo5YJiOTzLMQoUxRtf7OHQchY6jDqtkaAdZMU8nhyhTPDd4YpA2pWCafKz51wrFwIkLvzkfIrO/YYQ6dg8vYPQs2dPhBUM4nq/s1ZYwuVCu4ivvnczJL141ToWxhW0Ga4VJXxLztxOI/r0VVj53stvHE44Pu1mRzDBUBXbpXqdNXiaZoDk5xW5Q9Aas5SAU6WmleOQoB1xQec3QcqczBbxq2YV25s9DW+t7XDkBRnRQAgtT5fMquxXGwd/BMhn091kc0xspjYB3niNE9zMu62Y3y7beaJGHF1jOtY6u4OhWOc1EibGM8TpNpewueyMY8Nt3XEAluyY7tNnTKOWyV3FgVXdOlJe/7JKyfcNI+czjv0T+pA4MHeUpUsIELv198K3ymB6GtYVtgy11B19pfvorMolrF/eJaFYD9X8Ns1gZKHxkmuqjKVqy37jrlvKVz368rKOHE2kNuiPUM889vxs+pD6hHrD1HCogw2omHeKxxPFEe6DNctm5cycwibTNfyrWFx4tt/7JL5dr3/XjtHM3QMsaKTG/yx8Zuq7hrFwgMVLxykkApm9LvRF4kCh+C9MhWO054SBeIsfXPUNLueENbykvvLinLLAlGH1+xgQvhE6tDX4uNcgi6cXNZRqrawkhcDeicTadbwdSu4zELgxbhXZbqYhtFY9rcLAw2/GSuSMj2Q1nyMF/iSss36MT/z59BwQ4lVswJv+ECqHSfQXO/TwrY+ZjGEvGo6XPbOx7Hn66/I8/95Fy3zcfKrMsnj5Es1baSxM3FDiIQCgfR48cxXBgb+deSfSRCf06sPpY8kShCFXfNdiBDXGKQQDNnTRDhuDo5CKFRti15M1NgVDJ2i2IwgQ2d+Xy2bsh5qlVRxyjTQsWWvHnqFY73zMz0TsJi6lBNMMITSA0GWCVXtJOw8gvThZxnadLEWqrma4hDI9xWmfjbsnYzUau2zP2W09E/gdwUhZAhfX/U65f4tJOxeNwixOgss0iNPL0FP1Snvz0ZPMkeNTiqOWhnOeSYXGRc+72VLTDJVzOM0t5OF7u5daLLlPzeEUnK2qoZxN6kmh5awD35SNJn+Snj59PucTBZxHiqeFlAs2AqkZxCwO/EWilziIeOlM8jk2rX1wCZatvoZx2GjO12abyvLPPLmfT0tvOGbQORz3xzO5y7wOPlr0Hj8ZIcU25BLGLvTkr7ri+V2Ctnk3+eBOe0IBnifqSnGm3cpB+0JXGxr79L6BKaZ3yXHdhohGD3lu7biPygkGE7CK5FY60ZA9hXExjWEyW9VvOZHnlJqrXmm7kXb2mXoA+grZh06byjne+q+xiXwQ+kG80hE/8DcDeoR5fvFcbvdZd6p3v1Vl+6h+Bcs6KvYbLzM+Zwoj8uy9+in0bvkSPGsafRiC6yKB79x0qs1Q8aVSAj/cMaVkn5I+K1gaSDLqbAVwZ4oILLkgLge8QmArl4FPltr/4L+X6D/zzMjOAb0VEjw7zk2CWCpUgYULDDqbBsxtEVH6pH0xtMEiSBSkntGiRuKF4BCkfqrL00WKpRcMOSGD/rnf8YPmLP/mD2hpN2PoTIYF4btAxCZPI9EcIv8iem8vLs5z8Q6UpIwsbaQ7ZpWwrFiDrwcHaKLAMlS2EK4fYemyd68GwUEWvtrAHMnyJj1Z0K/EWN/JPhWAiUskMoCUBLcC8WrDQxJfMBDWAn4hnHfXi4VnAZOzg3m8BPxUKYybuGWxzkE69rH88AH4aFfv27S071m0iA1sCNS+Ta64xMFn2XB+q5tUxuWUmzHSF2d1gRS09R+hmHKYS01QU7lYJSnLMu1iSgpeZpTwI6xyw2tkBe+IP6MlUahEpZAIyOd4KXIbrnGlT1DWPGrp+ITPpU+mGENAKG3ErP+CxAnZ80Rm0doW6n+44G2fYRaoQ2jVknhk7T1b9/Fq+3/sdfFRAQFyv7z2lwZga59/JiZty5b09GyeyBl2bs/fAMdgcykDFavdxNqTAb4JrDV3GhkmXp3Turha/3Ws3sfmBaUfCejd/jS2JbGjKNB+Q/y5s5nPADLYyMi5r0PAP/CFPEV59Y1e/ThhO5dp34xgyMLd7F7ePhzjV1FbfjVxT6HIje8PMzmgUzJeNG6lcc2wgewtsWVd2MmT31tddW9733ndTqRKT8N969mD5l//2F8o0vTfzLItcYlWI3c7CFgOSpDu0gnMVAPPtiNNlnZtEiYAoMJUWg59P/FyRswy8RmilHUDHLTJBa8gjN6U5sjw0NlXWbqTLmG1tbf1ZMTpp1DGnOStkVtdiG5WNm05niO0MGkDoAcqpyZx5qxOEzNb8hz70j2jxsuQOg00Dbo68YKKqJ6SqhCRt71X/SGm+r3LSqKeflCVheolOvlHvSOA2j8SZ4uM01m751CfK/Xf/FROf0P002LIjBHXI4cNMJmW739E10IE5R/aYSnapKISpOKAj+gnCQTwFY++eF8vDDz+CYkZQIIITUWDXMj6zu9zyRx8p5eBz1NUVcIs9hXscEmZRi9WibRVI4IcIoZcBCJbKlw+QBtwkJt7+rHLhl0E/woTxial6Nq0c9iun5pkWCRXfTe94TwiyTCsqrqVNmFSm+K9hYtTE+k2MmaxlrhMWMuvDhMU8xTDnImKIyASu+RJaWzx2IXsM3xJMNXNoL7O2Cc2GGhaWNDV2f/kPrxU0wYtr9+71Jdxkqoq3hBJzOcq7TCE+9UpWsfS0Mh2kP0bP91H2cz5qqyBrUoGN8PNcI+wHPcy4yTKKYIkWw8EDrDHuQWkmNb1gJE24kmfnb1Bp1cu/89cvlRmV/BL0c3bZiBNmNrALGV1my26OgqKOgrEipiyMk1YsjOypLB6DNocF7VGFXrY6VbIahLZgFuBqFat+rQswdyBMOXBfhCdqb0ooJjpBoPIZGRJGPtQYUUDT/YmFrpXubGTH7q103WJwjHtOFDEN4vTT0KO6FbRpni/1PgDiiijAVWlc74PfxODv35nq4FVzcD5EWvuUZR2TZaYxvQG2ZF076zCFusMw9s6ofE1nBYwgYtnovPvXnutDFxpvu4qzbppwrYydGOdkuXnL3B4q9EeyIXJiqk8igzXdpHmKn+Ox7DCnfLsUV9z1lq/Vl3ZnrryqgTFoZIifyzzGWCo2DJ3WnbaxbN26tWzhCM43XH9Defe73hn+EwdHJv7o459M79qsekgQpCOGb3qUNHjQyy1PGw3Rgx0v1t6jypeD/uLRWt+rSdGw9N6cBroqzPI+wlaJs0cP0R6hZ5APiAkXm1Iwu3iYNbMLGO9ZnkM9scykoEXCzXDG82F6x6aoiDdvZ+MKERH2OHPC6NboR+/PM9HtH/3j/yrLL6eJqzFORzXfNdOhHsEtycYnJlH5hgfw9tkUey4RBn36z4Y9mas8w1fgzOoLYNPAGaf7+fN/9tFy7x23ZBnTsJsZkYz65zA7CU5TaNYvOfNcPUd26hHTcEhsnmN85phszJm7Mqxq1DBDbAV2oHz9a18PdlZeqDlqaroUZ54tX/3Mb5el/U9Bpm4G5koUk4Zop+IMwADLvW37J8VgjTCHyi0AiXyumn8Y6wT0EMIwXgUUelSkKkO1Sp9QzFyzQeYkg83bzyxveOs7aQFZsLbStKqAL4xZC97JVxvWMk7C0V7DdHO4H/I8TK7lNYxAWwB2kcS6CsMAPwTVqnciEeZqWWD6+mHOVHRnKdlDesYqJ41auCJUFYIClR5g8VjhhGfwWvGxE6gqWCGceBDEK7SBrjJ8KkIKulaIhMkDuGhMqZTQTSonKx/HSKaJs5adaExjFBodYEs1W/BxaZV2ZQi9Gw8rALksN+IHHu+k12BL+UDbRSosm6OjbDR/4SsuKFdc86oyQX7zbBVZsO5Zb1SWqMCW7L4N3PAc8Hn0WY4/U6laqWbii+trMQigbypY/a10fUfp1ufuHdiEUWb3nl/SldcGhTbwg2zAJ/+s8dayppK1cnW5z7iTemjR2uq30m0KLfSolCLNWhY9HvWd9Abfu6C5tRZD7w5s8kr4JWStctKnbX2X31en2yqawfS/r+eWQYAHCZy/TtrJvtldxVo39ah0cj2yFEiXHwxe6dlaH6bQnDxJyA7XNnxU8TYNiabhXWlhN16v5UpEK9kML1Du0V0mRhh7sdQpeCauxlhLo90bBIP3qoeEE/qau3fTyXN7947sIXMxHvmeitYGyYrLCrgOMSUN6OBM4zlWK4wylj3JOv7NHOy+/rRt8NFUef31r2fNKTIi2OT3sT/5i/LMC8+jryp/B+4ApVwp+1X+671V8hX2APxd/sg3g5d6KXpLelKW08xBOcoGGm5IYRlYyTNdkFbnesSWni9adE5iCg+nTvDoPxoeGPTjU1vKGefujP6vbKTikUNMw8v+tLHyjpvfU6YmtzI3CD9kzqGh2h1M+QNc9jmgHhrsqSIytOCyDohVwHNS7/gnbz7jGi/7CE+dyOmvMVCxtvw1JpbZCXC2fJT9JR6478sYHUyCJfo8rVf2GqQRCt2J42x7hxEt9/AfeUtTdegCFewyxuKG9SyzhKX5REXVwSBjH2LfzV27dgUwCay6csu6iYU95e4v/FY5+uz9JMTpExW7E8G+wq8ppkEmDjHNs6uMUsASQmxO6qQuiPjHvQqQLFpdiB9Eqp/je2edd2G59DVXgQGzS60IEGKtwwaLablF3Fpnzq3dCO/QXehMOcZ/bM3rIoQM6MfSCc7mzxghFa5b9C0Rdp7Zy4tUuKPk73KFwAYutm7FjZ/qR3opcPH8DrhGWAkfWDucZfYKv0YD+HSXg/BknHef0/UhPbt85UfpkWwBR9Mkk4lg8DVUgu7lvEDYpflZBIwNzq1sUWpWyHHdrb50vwPl7+d6WUbkDwz2/g1B2yG6gsaYbLb9jO3lsktfXn7kQz+W7qQxuu7H2VEIQsYi9EgtTy+xa9hZpSrUeVridcILz8CUVi3FokUpTsp/xQn6AkMdKyJv8KsGXri7vhOi0T53wtelAsLsP3/Q0O0DxzDd3dnIFm2bUZsNGahoHcvVBV/ieW9u8Ln5/X3cv1O6gNGT4RPlpxL1OpULz3b84nNfRlKQ9Oo4b4H5DdDAsVkNEWlhK1Yq1Eo2kMCWKq5aJnxIWubdz6OWm9qnKcMo7C7/9EzwbNlazuoly1qjKgdNWP5dZWua6bUwgEpgRYmY60t3qo9cHcyVBrWSFdSGS08m5ZnBsOBdW7Tqh9Es03GyzCSTnrZu38FSRvQIW7kuDU+W+x56gnd2zptZKL/xe39cdn39/rL/EIema3CTZk+/itNgHj6LEvfWk1SDrIJlIM6pKJCKkADZf4AWm92lLPplsudeGhJM+mE5oCRVtoZZmjOx9jTkhP3hkdUcZEFc5zocPXyARpn7DXC27g4m16JL7bGqsHtr8FGZEubKq15XLrzk0ugseShYpfyRXsI2I6jFq+kQSt4CnvrTx8xya/Of+r6nfmr8KLfq8ouemRqaLp/43f9cnn7kbhoph+E/ejvBd456ZIaJYAsYGeq5GD3Ey3JK3lPZwqtzDDENE27d+m2EXU+9kNRNHibFxcLk7jqu275yG7sJvZZZcazn4s8Dm8cW95Wv3/LRctG17y5bz7/GKpjQScXoL8m10BJGSWqCMkKFFMUu13Suot/evNdvItRspMGvfrbAIsAqbkJddd0bywvPPV/2Pv8kLMx6YRI1hPHDqE5LZyLUBJvKLzIxaoEu4YVZKk1myWl9qbRlHgVoma6OuisUxIWwluwSzCXDzXBo8SjpLNMVm8Xm+Kko5LXgAXcE+g4/8TZeCpsQhpGpqtPf995rHsKMnVeXau+tPrQI9a3mS0gBgeCVNlVxqbzAinIdLafR+n/h6cfSVbJ3zwtlEqMjXb4kJ3y6+lvTrR4VZmnYd+YA7PiJi5PJMs6Ncl6my3HPvuly731Pl3/x0z9aHmSY4rOf/hJ5TrE2jzEZ4NGsE1THZRfRQs4o9di6MZZajbHv8QIzgxdHXB/NeC5hh1H+od8AnPKQIKXcAMy9fCuNeekhUR+iFOE7y1JhV3l7t/VqJTI2zrprx2k5FN4KV8PJTTXk3Rm62qXAIPZ9Opz4qdGyfV39rn8g62jui++wSfjB7yqa4xyBxDlxj/vY91idX5/f+mFqKpUvLUtSzkdpbvdwbelT0WJ8hkbQqVW49hBF2RhH2AWoRs/N/MMXFHL7pDzqn4vg3tNrQaWaoS3Cali5nCeXz11F27qUEyeZEV8GGnB+O86ZH3/C2oGXIIPPNU4feOFOo4EYUbCUQ2ITJE8WQJx8OcL43aFyhB4yN4lZv34DNIJ/MJTddmWe+2e+9OXyhb/5mwzZ2FOz7xA7z7FMUQMxBW5aLXvStnLiQ3Kohc1zL8vuW3uvoXrB2+uJ7qaY2PC2JhPNh7LnhSeZJHoU65wxYvzD5ciF58aO0hrXGLBFp5yjBVm5gd5k8tPSwnA5/dxzE86GDf8KYt9oIPQYevUMjI7r6Tr3qMO0Vjvaydo+1nSJT/g6BCGMQskv+spyq/zSL1u/frfO2GEP0kMLJPoYLejf/MX/WA4+/62Mydo4W1pm7S9dxB6YoLG/bMvbuPCoDR97MysKDNWxP8HIuLsQbi7sm1XOPu8CGqoETvIQswYEFQiYSgXL5qtfvbu84hWXlS3bqJnxH0ERrWGa88N3fJazWl8sl15N1+yi53vSPw9z9d3gM2k25WDhEKgRpRKSXzO3YLg78UnhS9XPu3dJXv+DXkWyExYFJpovIcmXoHURPLHsakJhv/2d7yuf/sQfsbMTM5EZtLaaNk/XrTVVOcY47fgkm1i4c9Qsez9PU82yJWOmhRPWrgrIFOs6+UkPKmnPlZyDKR0zHBpb4iDjHRQe6QKfyt5uzdhr4TqZU9zEFWbtcq+VP4im1Lnx5wzoOMIbx/ChHbDoyD333o8fe67SSRHxv5axlZOui0860nrIs3s5F3KIynCOcYdFxnGPTB8rkxtPA04QTrqmQyo1alKJt0/C3GAyze5ZYayzgdkVB78lNhVB25Sj7N71qc/uYrblmvKz/9NPlz/8/S+URx54HJLO0pK0NSojUwzUZupMlW7tPqY1w05X7nO73B0wMYTCbWOBxnG2fD1GS5A6CC00waSJkCd7BcxFI4m0E8q4HOuWXbacfEVLVl4f43IM0q5kt2RU4c97ohCRMk6otY/rtT7yNvAj/F3+A756rnhdWRmEo1d8lz96rou7Ig7lkrLlm7zSnDw+GFds/dwjDYgMBE+0ui67puCEItlQ+bUHR2PDQz1csuG4ti1cu40rjRjDVvwMT6I9mSepJgsSLt86uPQP3IRvKGaOBFAJWVqqhKndqdx9hp5KVrqOKb8TOhLLYQnJD4BwDc9BerS16PkOTKsND0si2yRWoJOO/G15uzxMmKOzkkB9tgA0Yg+yO5CTxuwB2LhxY3pPhNaK1D0EntuzDz8rGnge5b3IUaUOiVi8yuWIB2qAZ/RUp9DFIrQUGWECP51pVPzqu37SLpVYvPipZKj+oUuNYVhCRxchAOWgx96xnGcYPegZseYjzs4gHmGox/wdVtRo0M0z83uaiVvuY7+WOS9r121Gdkm7quLuThoQzYlT41S0H/jhH8OApmvVNBBc6Zyev2AhLsAreNDKvfGj+3hPr0mY1xjQLvLLM0RbHHZFimVIPOghXzUdYBS9T+Qyx0U6guvE/LHyB7/+n8qBZx5M9/HyMr0PpJUeOsuJRKRFi+NKkBFhxO8Yhvc0Q4gTdJuPbrukbDnngvIaelOH4QH2cyCSmeD89Z36hBcRh6npwrv//m+UnRecX846e0cqJpvJU8vTZfrb95T7ZpfZRepmLDgWIicFU/rOLpYheUkI/5qTGP23Qd+OUImzOtTxMYxpqFG1r8+ME77zvR8sf/wHv0OetkQQVggb/GVSAruF3DCViycvLB9kUJ+xWleLjVHZWuCGbZVdbSGaA/yLgWErx/2QZ9mndJRtHMeZYMUZgCgeUpC+FEjITF6BrAM5iq+niGv6punnytDk4Utuqp6ap2FO7QzXZXLKgISja2seQd9y5tnl0IH96WK2yzdd4GiGtCoIlhmDMhVKwKRbuQUmszuBy3pqrMBYi6ZBGJWHO/w88dhsefqpXeW6664oV19zafn4Rz+LgTPDxtzsAkRAlwNIH5W93d7zzAyeH8NoIa4uE0R6KNICJZyKxdap/GWVbY6GFtZKf2M2Vwnr98r3WNu02JxkYwXi/se1Vet2jKypRpAW2VnM5SWOGXsakpO01Izho145tvSPv1um5trpvMobq4L5PTyzyr+9nmwtrN8pnlO6ln9TPIGbGCeKVmGQJxlegR7SoG5QAX9ndih3KhF31MrkJ1IZdRyXCtkeAY31k7nA0Su7Gqr5WU6tJZvxWVuwKNQ6Bg8/UEm1StYKzdJtrsLs26Bfq4wrPOGD8Ib8olJ/CY5A0kFjO5OR4K+8qzhw9bmmr4gvUElJL4dN1nPYgnSSAbPGGINciCyrVD7cM6xjDw48bkWssVMrlWSc9Ft5DOKWzL/Dj5SoUB4fUBjkBWHTMJll+GuaY0GXaGEjpJH56AJac5OTDPNYpgBfz/3GoCDcUVZsuNPeeoaCTj/z3OiTOhRo4h3NrcbpSnW+y48xw3jOMlRCO/q3cnMClvs52FMIFajs/O3oOgB+jDjgTrx+USvlogK9BgKLHtcqrwRIY4DyGKUuGMd4+JVf/A9l/2569jgrPRtr0JBS69byMjTpq/9MD3m3mTY7zfIeutnde3vDWReVTWdfUq5543vL+k1bQ1eBGc3ByYlmEp3zwSvMJIEWy6OPPkx3/bFy/vnnkxkRKaERmsjHvv3Vch/EfvWb3k/FBI1XtGpJoktUS+CE7iT+sRxOGEGCEYl0k/ZJ4hvViqJRPJYTm16/8wd/tHzKZT/MFhunG9KCSqGYDsw9TIW8Zs0G1k4xo2z5EJYd+x0vY91hXGTCBRkjCrWAebZhld2p2ETBUziWqShmDzKBAAYan9IirQVTj7uTCWAgkAvY/FTrWCJZiDqLNOhh4VqpVYFLt5FMR5wINWHMY9DpfzInQzfXmLrebVXbvqeFwhZpm2jVO1aDqszGAGkR+Z2klyKR3BU0/gZd3cxd4CpcKjDjCqN3OmOx/KQhlRh0tkvYVqp68q5dj6PIl8s//emfLF+65bbyyMMPlwXwhu1Qqighuo4naA3bklURjUPrZVpTti5N2+7DYQQ9VAXGbKQOjTt5iLAKrZU2BRCw05L1mX/pZjqVF4CXsna2q3cPHshMWxSla2vtNhofd0N7BBFl6jfXeupaeZBUnNa2LsMheTL7mn936713n7uwNUzza/dWgi0NiZeQfvCBfGs3XIshzn3Xi4eXwbso8Hc/jE8N/sZn8qBdwqO2Ym3pc28VbBSjPEoa0l0XWSGRWvaqKfIC4QxVmHgHVMbvDE+09t349RljjPL2IAH5JLuYcV9A19i939bXtjW0jfct15C/EdgET+ASBv92HwxiWmKS8iRA6CAzCbvXKVx4nrCezTvFGtlwJYaHFeqwA3XABwuF3xR48ZNCzknI+DNMD3rkY6HSQhOWU+ZZuaIdjiLg0k84mvOR3PFXcMVMNCq/ZzkL7yPQeokliwc4K3befQI63qWpQnm6Kcl64rA6wbIDRrctdY8Cx2WdHT7OUNPG03fQa4VBIUjko5zr1OVSdKlMlve+5wehDZMfGcKreFlV8T0/3OElnfA1PolHPM284pVeV/0qOj69JCdtdOExAPWAhBEaSMMcrPNLH/n35cjBPfA3/AUYjknXRnvNc0SccULsXw6tSeNqH63zhbL53EvKjguuLG941/uQF8awQTy9CuRZZ3Uk+uAPwATzmrBfRPzJJ5/KOsJXvepV6a9eGKJSAsDZ5+8tX/7MdHndTR9yYjZIVMAqpUgDBRuKYDF8346kB7ukTpWeKPTLQUZnb9YNp5Xr3vDWcuvf/CVEcDWUXY1ytoyAs2JgLeAokxdGIZ4t12W6B5fYqEKlUvEwoHhaUYsliohuxxFKZ8j1mEvshwxDuE1dYdLDIgUkqZM+4esEHNJTAKGNjCig6TKXwXBWaj7Z1ZKxYAVP4cAvrbWEG2A8Anc8ZHSDntKlyyURMBYUA8LbcjRFq3y3nBwjEZNJnv58j05mc0azzCmDR4cgsYssB1iYq2P8NITK5794ZznjzDPLe6+4tHzps39tPZJWrTw1xySNIeioUC8wDlQ3ZbdCVGnR4tWkIbzLc6xQR9DeDeT2VLumKhKG1dVbbYnJD47Puo520e5j7u5nPUqlaqvNykXF7gk1CwuO1UwEHhWkeLWxwSbMNYeB38gUFDbTVj4NkF6wCtHqNFIOHcz9oORrQVtoKPfEkSeTdpXdKKxehBM91IqpglS7Ag1lWsZNfOAecw4DhsYEPO0EseZPoRAaCbAHBBhOlV9Ls90bNL63Sz8rZHkxFwWccVgrKGogjStbtvY6yMM9o3cgjZbWKWHpMh8sigbP6rvppPckdw0xZbLi2oyrVsEat9IBGYKp27P+wqUjahSwlZk8Lv38ppzYmhVvXe2VUW60OKVzCrbqi4R46T/Jm3Sjs5Bvc2h0ssvU5YpWsrPMGnZTCiStSxwjmVadyz3VSIAMgj4t0PJl43waIvbgbd2ylTW1zHFBR2o4OThjPYCogp36ZaT8wA030it6Dvh5TCD5S4hAUmliPurE6Ac+NW2UwAM/8ndtYwKj4civyrjp6So/+S0fufko6M2p49LqhpcWjh0sv/R//Gv09wHwpNeKlrc6cZjeiAwBUkiJTytbcFtLdoGG5/49z8Vv287LyjlXvrG8/vU3l3UbJ8qB/cxSJg+dtB6oaPE2Ef7quqgKdFpgYG6LZRQi7t27t9x1113l8suvABAyVkNSq4/uvb/c+ef/V7nmnT9RlifPoBViSijHEIFuJAozFUqyJnPSS0HLaWEwLaBKCv1PJCTG9xJwnWlHd1VQq+fgL/69dMgHEU1ldvbOC8rVtJLu+rvPMd6MGkd5upQn/fkUfmYJctIEUs22kwg345YLTHhyswWtOfvkBaJaK7ARaZsPjSzgowhVBDTvZcRxGIdO+ipEKKWM86bIUeYKDzR1nFE2kGI969WuI5lW3OzK5s/v/rtLVYyrQToBTyrkHv6NSj2PEz64YUiyAH5pGQExpPl4H0imZyUrINBA/POde1pSMpDPlKOfooSQzNqyUznqSX5EX2QW3+Ytk2XfXnoAaKUsD3EGJ6fnPPHkc+y0crjceNPbGfc+Uu687Y70MkhGZ3QLrVa4Fa4MO8zOV3azmXTygWBa0rZsLI+g0PFVfet+BYXLMTrjSmHhUpaMVpUrZcCLXchjdFm7rtbKdQJ4PelHZT+/QPexM88rwuBNetFGlTQ1fzKwzLn5vfrlVuPVx86/fe/EtL52IeSTvqtpASD/bs+JarBYuow1HnEiEFeFvnvhZsKVb3tZSJC4GhdKhg7i797FbcJTlkBB5zH4MxPHLJwB15M5/Gou3ME7PNzhn+ANndBMvuECBlt8tmalY7qL03tgJevlzHPufPNeJ0chux3oyqIHqluh1JIMmyS7rLWHSpGkLoLRml6SVJ7MIs2s5LITW8jX+dGlGf+kduKfinujeT+M/JExY7yaTnWr01qG4MJ3TIeUX9SLMg8u6iTJ1Kmc8CoY1XI2eeINOnMepL9zFrLeGHo0nVvNV6JKCb4PoZuP0pKbm94HMZBDpSz+5lurCGXfshEaaTzHSosZ5nE4YXTL9u2sq50CNuUeeDRQZcqQwV69NeXlL7+4XPbqi1OeTmZSD1RX4Vd12IuUSLJT8jIEH1pZ2UIGjtQBpq2xRX7KbqVjNRSla9Ob0qqm0ucRK30N8WPTzCTe+1j5dVqyU9QD6pVZejTH6Pkcx3DkFRetm/STl7INvY5x5N9RDBOXm23f+eqy8/I3lNe95WbG49eUY+yd6c6CFaYKs28BZOVP8xPJFHPvs+LsqTd33XFHnWlm3x5Oi2/42P5yyx//Spne/e0yZoWE8MsgS+yd7J6numS+Kk8VcJR4TJkE+4f5AR2gJK+RcvHFryg7L7qUDR1kCq21OigvYbV24KAywdKTyfUcFs+ewFaAjs2FWS18nZUGsSX8Eq1ecXPihOyiojh84EW2aTxE/7wVuUYHtJLxCeefznHieuEDHUwjNCJtRc/Nu8PAFLD+0iphvHtRUbY4GdcKswtTF+4k92ReIah4dLDJ0x1fB06F32u1O95ndYjuXf6RTijlCCn84HaGKu333nhNOWebE2iosJbW0EXoTN4FjLkDLC97iB6UfeXHP/yjtGbx55onDeZApgs5J/qggO1OVklJi7SEqIBVwOLv+8muPs2Iy58KTaWkWCqkTspyfCiVCxWNFYrjt2P0XKR1S6uubtbQra0l7KBbSZ/uraNFZOqEz8Cdhc5ykCicugz9TiEFd34I76Xykafa+8nSSAZQs/Jjzc/8IXReeOQvY7MYGE52cptFcQ/+rC2urXxpUidG2cVMD/Mp3EqqtICiUR3lZblZIh3uvjvJ0Eq3yYc4q5TT0gXPRvnQg4T66bV0j7+LZRT28Z+O86k9SNXoiAEmniBqd3rGo+EVJy7WYR6UPN/ll9DDZ8PDH4m7gk9EHFxX5bj6vf9ZqAnfEO5/yJP4h37dXUIkLX4a7WKAqI/oTRphpqxzoGdYK3t47/O0Tp3QxNisukBJQE9asQm3fGLFlr0F0PnHXCXAqT2b2JBiA63Z6EzyyfwBwkfvq1fZw3gzO+e9+S03kYLS1fiLZyvO+JFNasZkF5gtm15YHwcdiVsxmxec0eEYTAdDSarO9R6AixpMGQHXIy88Vn77V36urOOkrgWW8ywwmcp6wM1zRCCTsAC36UQ1IUXJrGL3Tdifinn7ea8ol9zwjnLVje+IjnMym8Niwj94jTqJRyHKpAM+Bj8ysYjAo3pE+Hmu2Ad4ldldu+4qF114UTnrrLOZqDtLlxIbL1OAd3z298pr38Bg8PYL2IxgHUVZSawMr7T2KwGaX0eV3GLh+BkYGplAHQ/bXBX5BHyJP7FESUhmdJG5xLv+jW+Xd8rjD3+DbmKss9QwGgcUn/naWnemHQUxyjR3N6aQ0FLHlm0qToQeCuNjVyjGhXEYb8wMZOg4c+gg1hHdkXSrCH7YzPAyL3nE+jSvKDgDiB3v/IX+PFsBJA8ZJHESJDjUJ38ViE6gYdq0jJvS7AfqPTWlZByFz1mPGdPuQkgKFVlzwllb25YBH4XQm3dh8gcPrd1485sN5YUdv4z5QGu7zcmOid+0aNePlZtufF259WsPlUefOFB276t7LttjcIwwC7NL5ROf+LvyxjfeyISLF8tD33yQGa9jfJORh8sklrEKdwn6in8MXkFCILROx1CEdt01XPNp4CcGTLgJ/gR2zxmeo6K3BWeLWQXprPR0/1nuXFYqE/Tk1Ek6bDM3Z/ey4em/qQuTU6YtT+/1udGsUke2Ce3qQw+qGr6+Jl4NHg9hjOvi+D3sIqN0iirohI9bxK4MhYPIjadqQvwmLRWp5UoyBje+Abk0rB2H9vCFOl4NnxHU7FK5UFZpSx+XcJLr/QgrUaBF46manwH01wV3+QmYqoEkX3LBh/XyvaM9emuJoZ2ES+TKZ1Y0wYk0osf51pErGIYGhseZ7yDY9b1WLCLZZNN7nkE6FWZin/inxklK/QADmaQUBAKKB1+epUyeKcx6oEcC1PgdcUy3ymOjW/eBUMYVm5C2o29NW7lTFhAmZTmyqLHPOzKiW2Td/KG97GPsOCU9NYIaXrA7iIrW9wob+s7eBPT7LOt+bRVuZCXK+q3b0XXEkSngG8PzTyQ6n5nY4WqG9zAJdYTDStIEYXgmjGiYAReWy7ty3PAX16TGvflVnzrJEl8X3cODndocSNEowqRXTcNKVv4YAs+nHvha+cTv/XpZM8ohDnymFmQrgXV1iIvEpLdloY6wxol40aV8kFnFnq2Lsihbd15afuCmHy7nXPoqJttKf/Q+jbFqWNl4A+aOCYdP27ipttQ6QRCsBAhiIscb31Ze+IKfmzXcd9995Vvf/nZZi4Xr+JXR1pXD5Wt/+0fl6YdvZ3mE61YBwjFKEM2MLUsD4E2zORV+JUfzWXmvkBCLyiNdkqsD1yRXRlr1ZpAmKCkYFh2/5aZ3lk0wC2s3MssMtIJ5olr6KNsRZ1Y6PkWl66QMjYxYhh34wQNcVAppSXSwWLnMs7bMXaO8y/RZjoK/5xq6W5MCkOUoagOVA+/1qjQXGAswNbTA5arxKqQCQYbczLbS1XcvK1HpXJ+jEvFzIkPyDP1tybXw3KOOiGc+xuXeu4SlxwuGrRds2WVuORvGSyaFJjx7j78x4Fg3CLEH5Jd/6y/Zi3muvP3G15Y3Xn1xOXfHVhifNCjjbBpPL4HrCm+77evl8af2lXf/INvVMZHiGGM8UA8DzklVKFwvrHTLxe741gPgBhdal3XDi/rsu4rHitSwVXkts254kvOMry+nn87GJbROxpnwU/fstVVXx20ds63dqLWF55itY5ZWvlZGYAyG5J97w1iF1pSq35tbLVPtvaZRiTgYllThR6904a2+U0i1bDoe1ChLWVmAlkPl2dribc/GaeHNt8KceLxZVhofo8iGO2PVCVDMPFYegjPliEK2dKNgtUK/K9fRSDZKKt6ANTfpUXknlWxw4VtFJzwpb0VWOtzBhj/LX3yNDGcq6Cq7TuG1SUO5S0P+mota8kV25iW6AhpUf3AkbJsJPPjNsIbJVS3xJkadJ7dWZwjOQNlZnvJgNUDEXNfBxLee41FjlujWZ8Erkyrjp+70Cx94r5fhqm7RQMvQmHNSkJOh7vIc8sPsb+761xhxphtcTAvX3VIQfDP9hRm3YqRBxW5669lGcp78qJ6j16PDec94LkbuKF2wH/jAjzK5lG1Xo1dMxETbZZorXQ514XvFZ/BbAwYoSEb6yyi1/Hj2fcAFXN9b2TtPiIpyeWGm3LfrlvLnnCU7RSW7uGi9tJ4tMrdQRkwEzXwi01WaLXELDm1Dl/q+5x5jGRPjuPR0bmZM9of+yc+Usy98NTxIGbJUScA0/HRu5lENdLQU+mz0NNZ3Ocv0MM1hUg3glpVwBwn8KpH0TBr412cJ6zKIhx99JFO8L2W9rUrMCoaVteXRXZ9j6vOxcvGVbypHR9ZJnRhTtoz8iwJP+jXd9hv+6vLSr7ZuqapBROtC9AUwzNmBVVtboX1LhnAEU1AIrmtqwIJS/vT3AOn3ve/95ff/y2/mVJ5hrDD772VMJrdCbGJRKQzTTTI0KtEoAGeqEUaFpAs8PJNVBN/KOQIZBYBSp99zdoZTLCacLICFZLwAB63AqDIMlZswiZffxFRF0dEqZgjPou43XSrgPPkjnlqgtmrNn7DAWHE3v6o40EDGDH41asXDWYehUPLuwIsSrqH0kTZJFy8Vni6wirhOWCVX924FHkVH0suMW7jeWOtXuo0y5rfl9K3l8399V1nD+cBvffO15b03XVN23X1fuf8BdsyJNY3SJKPDRxkTJe9PfvLLTDZ4JdPmR8s9f3c3PQVW5nQnY/C5bKJOhAIAZyADkrMCnW9g67bBVMGkBUr3mF17loPKefvmLWycwTGLl7y8HDpnjq7r+xgbpqdnGuORMfEcZm5FDjyun5wYp6LnqMR5Kh3XkI/PMxbFZDhPmEn3WuMNaCjNU2z5AQJpILlyH/TkuRNUHgQ1TsPBsE3RNr6zklQ2MqOekBmDbMnxHjarDBC+FVnpomvlKCAxEDqekXcin5RdlBkR0o1OHMvThffpLg3tatUm/RpPmvapnBWg6fZbtoSGnrXy6SoccYKXq8ECJcChVqiVn8U/k6EwpKR1rUSqYSGtMJOQMU2xEKfm19FBmZa2MTTlafD1T8IoY3kHN3t3vORvadyNOvJMKDxUnlAzBSnP1wd9bAGZEnDI/6buEJphOvmxCJruU/c6DKIsG0djHAWDrOAHvylow3kmTw1znQUbPLqbieGRgzUybGASdZxaw15ama7DUI64DtNjN8+OT0fZYnGG5Yjqo2UEMxO++C7M/odO9BpJb8tslgrZrCY5SOC0LRz0znimlazfxMlf49Koy7KmG996M5XxRmSGCt4x59Cs6jlTtwJb7ezxcj0uyAaEhJCOnU4xvHlZXuF/6daVHYD4JUQJzEkBmpKmKx5M+0t/9Unm5nyKo2BJmYlPM6ObaUB5RKq9VyAnbVNApEP5q8flmeeeeQo5YFtG9obfdv4ry80f+DAb8GzIHJ5h9S4wW4KWl7AeeO6Z8tADt1F1zJImEyolzWmbNqNIJsp++p0rFgG3PqZA/SEZayd8JZgloYAZn1t5gYPEl5YfKJdc+oogPh9FNlOeeOBOBtr3l2ve+kMcIj/OGBsTSlCiPWeBQihdE37vySl5h24AX+8SUFrkTiDoIEhxCe5HXH5Nt6e44p2fFIxxIYiKenl0qrzjfT9SPvXxP2DiE2fTEkemFc9aaUFIW2FcGhYePuAsPTM26zp5TDKQq0wNDFpmpEDhAgsW5NyRg2W/k2ZkJKVXf/H0kR9idFYhMOUzCPvRXPJu2HC/khLYQycYpJ1PWQVFJWFcY0oFoJAZw4R4Akv9Uukk1NJIRVbpYsRkmPz00xk/ApV3YCVOuu3UQgkCM0OfapRAL/AR3qE5Dmug211CzE5vTwt1nlaqyvoYs/3mOQ/4rK0vK3/8sS+UC3aeXW562/Xl1VR2X/ji7WX3ASQWy1jncWgukbj11nvLlq3ry+vf/AYW1u8pj977CJapNF1mM/ZZWpisf8VyFW/pGFpIB+TK8gh78JNeCYcQQioqfuCz6/feex9AiWyndXtd+dsv3820fbagg2TZnCGVOSpXHsBoEAe7U11ppyJ2fGuZhf4LVLyL0jnk5weln3zjMcD7QgmQ9fhDSIegy9eSU1ibS+vMBKS93gnQHgzVD9vitHvNt0a1PJI+6XTFmmDyDT74yXvcMSo1hNzlbJyVBUMYlvJNVEmn1AfzHIS15osP/AHWlVdTDvworPW/gZc75Alc6X2RHeHFLHehpyI9DxpowODa1MxUZ/mJMz6X2IN9UXpzBF2VRxOnLNBqSzOcxkXq4V9wyjOyUu/Cwn9EDB7teCxjrFay9vhIB55DKONT1qlu9ffdOxSJQR3ZqjLWeuyMKy2VGe/JlxTqnXcevGyYhFZZ3iO+HAXIcyaBUdEqYxp3dpnXnjTlTv1bneWpDPtbE6SnRj4iTMo6aRi+SyNby9LT5h7M0DGVM7GlBYXFE8/CSxTVlKXovAH3CHCZ1RTH3U1xpJ0H18+ZhzzFn2PSyqo7BQ5x2MBll19dzjv/oqyXzex9+KfqWyvtZGaGPScaGkkdIELBZTiA4GnQ6WOuLvESRy8xTM8d90pt4TcVaAyvTKKa/vzjv18euvdvqcOhMXKX7STprXGvg2bM1vKmt5a0NSqX0F3PPP10GaMVu0TFevGrry6vf9t7qMv4SN2hWeXMVI1gi6XK80jZ+/jD5ZFb/xoYbMC6bSuZiORltEb/5st/g+UxoAh6+PUeggYx+eeyIKhQs+yF971sSL9r1x3lNVdeISWwBFjksrSvvPDoneVz+w+Vt//Qhzlkm+OESCVxpYIPWjoqbB13Wdg3C9rPvujng9nqQlwIKY8nHP5hjITth5FwRjF2z3UvCa+KBNaNbHR/8/s+WD71sd92eZgZmFusoCXHXbncVpFVtTW9AGJmDTKjSGlzg4beIEIsY57cQ9i1lzKEwEQB8FgrW5nbQsM/ykAAAapzAdd86gOf8tA+90L1GZi4BDFtlbRCp0ssYRS46sWzAlmvCrMhK5tbWfZcy5tUgrECFj+FjVBpgfKAvzh47qwzFofWsCPO1DGUBJWlsxQdz0SzzjPOs3XzunLdq64qt9xye9m4+ZxyZH6y/Orv/kW5+tUXlve+9+3lzz59e3lh75501ypKjoPOTI+VF19cKH/11/eVc87eUN7x/hvKV+/YVQ6/cASwmUlIy3l4TkUpBVGFUZBUgsAUPsXPJQjpMjaQwGNtSyc3ZxHufXsxig4eKtdfd2V5+NuPl/vveyjp2V2qsht2Rr1RwSNdslFmGFEIpULtbPNZypumCmGcBKdylJLyr5fxFUyfCQNuDjukUPiecqjENVIXp/KI3q01mPI2vSpRCdv76fgv78bpfeBB4KFDEzkeYSmNEz9BM4dJnAC4dRvlxUc2XHB8zU5CYeykM+FX/6SSRCFHWYu3rTibBPCF478q2wqLPFZdeFQ8+C760tgNDbLWOvf50NMN+qcxhA+z1ekBzkfdv/e5st8lKcesaGk1hRZMkeCItUN7OeRDvQI+raVG4fIs5vZQ8es78DipSdefvKQBhj/y7uRG6eyKCyNr1FrpNtgTjxfLwDg1PWhJmnVpjyGhtXF5svxkBdsq0iErD4Bbw22WpqATBTNsMuMs2DpMpbEnf0R/2DLtjOWkIMFMiXTT6OBZCsc444s0TysfJSen2MtTy73ehckegxAmMU1KnqzwWpnYIs2afobOJjduYDOejUxOJA/VA1EzAcoX6LXEWttzXnZBufzKqzlMgTws78BYwwptDGAeBlg8YZSHGOfGie4x9ImdvJLwXZBGhoQWqc5hnpT1G8bKb33k35WDzz5S1ixhgFE8zCjiFDFWlthi7/Rjyjd4O1xEGPhs//PPlsnN25mIuaZcft17yuVXXUd3OXHhAZdt2oDQoEyW4gQg6S0hTc8HSCsZekIH13qN5gSbSy64mEASuEJqwVTFMHiXQ7xQDE0ypHYKx9lox8odd9yZrfyW2RRiEeahg60svPho+fTv/+cytchA8uxBCpv4ZGNl4MVTlFae8t5IVQvGNwsolYwC4qOeuF5x8CAT+V6ZzvQTJH76t0tGjKXIPX6kuZbx6le++krQwgfhsiBVvlGMCiOVrS3StSieWHI8VwuW4ORTu4vNryruqkCEQSBkHbtuvFRaNY8asXY7OLaBWEcoFcx2yXx5FuPO31xkrv4l/czZy9T5gwj41rtdN3aXkLch7PrKRYhKR5UScA3ZcrHbhgoLs8JttEc0phBuy8xvstYQ4z25YChpbi9AgEG4smQIwMRmBK727N90rRDGbiwX7k+tmyxnnXNuue32e+iuvYxj1kbLE88+yVKBHeVuzs79g499Big5J4PxUfmxzcx2XsD00ZlylNlSTz99qHzi018tU6edV25483XsgWx1AG8Qx5nIC+TlrGR33cmSIJ4zPgsebdkID2ktyOfSbpbWqArPc2fv3PX1sol1129925vBgUM1mIdgObhmuiplFXLtVnYG8qinjwivejv8LU15lt6hmXRz6ABLnEkl0m+Zk12GnAFK2YxSRk7IU0BHqZyiFHmW9aQZYorhgD4jf6/qrx8wEd44vYvwbgIy4mVa7Zm7YcbYynK0uzxAwbCjbAoyRsU6zjXFUYaTnlqEWS86lV/zUHlOtE7qVD3KDTyBCy9WH3zxb5c0hyeqoeddxaTMWZnUFlxr2ennrP85ysfWVdM/6T2Clz2m0qokXbzmqzySj+FyqpazaW2Z2z2RCTnCaO9OlQfL1+7Neie+z3kn3dyVDfxYT59uY59zmY4GiGtP+QYcy5ENxzJJP/mZp1NCbYG11QeuYECGGPvTsjeOcClbtqQmxu2yZwt2ypxRivjZdcm8VfycoNaVNWWo/1jHMxN8myCiPTseilEnsHknDflIflRgwWmJeyrZXhkBAt/FKEYk8hLaQXvnK6y355PdoY5B1gXHO5U19KYtdvc11m8NLd4b3nAjtPG7hVB1pHrStJs+JssBJ594IemEhxt5JhPKJP7tztugq8Zc81GLEZ8MhjjLN7pNHDHuf/nf/C/lyDOPlYnpwxhwDO+MsF/zpDsAsnMXhkQ1xoSVMkXPjcMz83t2l8PP76YBsIMKeXt503t/srziuhvKHMY2OzpT2vAqd3nZodJclH3kBLrNUnDHlN0xlkEdeYryQ1q1wrwH1RAEQpuvHgOuvvKbB38I5Iu3BK6EcveWBx98uOw8byd7B2MNGwRmmj32YvnDX/2F8sGf/G+xkFC+ZLKkeUEfd6z0KCdeSc/UvVa7wConkqlKT+IkrDAouHrlaz++6Z3IJf0ujmMWjz74ICe3sYaKsxZnOY3HMc8oYAIOsSg7BzbQn79m3RiKnoMEYGjHQnSZGRwBl9QWXoVRZouBEKgqFECe9JacRu5lBRsrudKvj0ENn98gJc58Be9YTXyIMmv4iVD3rADVir8yAREMXZWG+OQVeql8AnEVLuFNl4stHOkrIxoiP+DEfTRChCdO7/pTBS7dMKQ3Kl4YJrHyhVfAiU5yGR+d4dCKb37j4XL1VdeWRx58qBxiJt/rr72WIxrvIbmhsmPHDrqm2CiC1pW77Dz+2OOAY1lDT4TBWe7zbAYywl6k3/jGnvL4t54pb77xTWXPnmfLg/d/E6VC/iqKDr6gq1IH8cxcRShikgOWqlYaJG2AjMr2O5EeePhR9qndwMzJd5bbb7sThTVCHntjALiBgzB6lq8nyszSKhljvfUkcWPS0DpJlzyC35uNDY849mYFY2s4WxVKxI6PHcdLxvwqyASLC19LQ4AK3wuczgDSlzKJsVN9u18q4y5YypuwUYyJS1omh4sSpIqyi0+FOspawFEmPw2znGeYynYE7V4vLXlkgsR65Woy8slqJ55myifpKnVrhvVJ376/lZO6QHSki3EJwWVrTB4Pnyc5+FEmahdpgyVJg79pEtZ8/HOcN3ynMkQeq75Q9urGCOo85S4XFYYbJii2tlY8czWw2tQjAABAAElEQVRdyeFdPQGGMMLc8K15+Yl8hEcYCONRbwYf4d083SfXOIbvxbWSQ0Hb6yMlHJM0/VRQw8gkaWZ/XXhkCUMoKxxYimgFCFOBo7GkTX2uNCEaafg9ip8QtsYdmzUs1EwseU1h9A104BF+Bpxw+qevl9XK1DomxHECV3AhffdotnhNRdoKhw2Fm266CQONTXpMOvm0VIS476pOrH4JAX2k1Qh6o3XlW541RItpyAHHa4o7UOpfv6exoAAuHC6/+X//mzLFvvWjGjEOg9BTs8QJRNG9ykMXxxw0KJcwfna/8CJj1zNl7abtZXkKQ/tdHywbdrwcnCwj8CUwoNa748lGRjbrH2nQNa2xP4QxNMNJeK995YXKlgvvtW45WQLqyOwhM8QXCRX6SZ0Zm7zllpwrsfQ7euQYle1D5dyd55ctWzaX+WmsItbTTpVD5U9+4xfKG9/zI2V001koKJRR1zUyDLOpmFoXqLBIhz4EYqcAgJyPTYsYTFhBVoiqQMkEfqjF5WPefcCJVhNKCUxvV3mRTb4dRT6dltZhuixnWdC8QF+9idv6WKJbcOboNLtLbSz7GJMeQRHZwrJ7OBVu6GHhKfSwoIQZyD+YKMmMh4+wpdkYu08tMx5WBQwhU/Clo8jl4tZc6MuL6Ym7f9xrq5k89QcpsbXMqhD6LGNIFS1y4incIJvuEsItQPsFxmqUDGmo0KngrTAz5mqKXX4AiKDZphUOf6qr4zRgjBJ2zavhPG7Q5VHuslVYkrMwgVGigUQ8NzxwJverX31Fufvuu8smTjZ52cvOLV/ddXc5//yd5cXdexgXeZaDLLaWzZtO4ySpo2UHi+IP7OcYLmCfpIITL7vZdB46PrswVf7672iBbh4pb7v5pnL3bfeUfXv2lAlgSLVneYOg9M3+xMSbQ6iwfdNcoL4M/aKKSLtxi93Frhm88857ytVXX1mee/4FKty7aMBApSkOSzDiGmcyz5fJJffEJi54emrR7BGWDmQLz5q2ZWMZybbyHL7wjcYAHkDpu1t1Slr9hM0elFQ+lokMTFAFedFFx+TpNoa0QTOswdcVjhgGT/n5wXRNyycrV5MTFh65UHDQxpNm1qybYv04p4+w3GECQzkz7ql8XUdbK6YKvekYx78TOfktmPCQXOPhk67GqXwLJPKsn7rP4h+FH//uOX7gQNSanrQy7UoY48jE8qtUpeomYIUxOVqRatBSNpW/eRd+3mM46A+RXTusSyOEu5VX6GXcVGQVSOVeZ065lF9modvCs7CEy/DC2AwTda0+KVN4xZ4We3nseXH7wgUmXC7SUFnk4AqXimiUuaGObDWikhKfEIpHPMU5xkTDM/Si9QyPOCFsCT5ZxvhbpNu9jsXDN+ogaENDODRuZRFcSGeJysPS4ZFuUtJn9vAajntbGplKq9Ud2sTXMDxU3KhHXn/tdWUT47fKl72k35UjMcsi3fgxXDAqkvjxqcRAMWtolx5R8YAppLtlPrR0rKylZf/z/+Zny9qxabYGhp5CSyNq0W1EKUed5dCcPSX2JO1+9hlosibbKdq1/H72ZR6nlT6HXDZJNXaro+xN6tgAX+CRXsCzYS06ivH2V152SXnlJRdZ0Wol8TGIVsEEVCJ5Sc6TuxoPJiN+3/WfHWP51rceZdD9HLrgGEAHArvNpkbnymc/+Wvlkte9pWzcwEbVjuW2BATkJE4yWhijzHbrR7CAQB2mE0HHBE7kTuRrWjoZbg6Glr2cwTmKRbaJLsy5WVoqrKu06nHsbY6JF8fYgGKCs2sZqIjVX4Y9RgqG5kQgD5e0son1DBwKh8LQ8hFohW+UyVc5+xYltgBDtD1fFco6WUqoKjPIayQQfI2rorM1pH9EOKj74ldv5uH37kKwiRBDoI5F8BWrLBa0jAqDLmNBu7ezcRBDblaa7IIlnYFZ5ROp8xuwaNXqSCUu3wmnADuWJcNnxyYUjxNr6gEFttxNx65BjZNhWq9fL+dypNbRw0fKI488Wm644QZmHd+V4YbLLrusPPn0U+WpJ58q5xDm0IED5eab31z+6q9uhX61hdgMiGW6u21NagTseXGp3Hr7N8prLr2gPMMMiGef2RN8oAB5izcVvl1hwgjM+nsSUBSftFrBy75CR5yccs8995Yzz9xRPvBD78rxfvtZ9+t42iJH6I1ygtU48aWgSnMNM5/nWQcMMVKZ+cV/f9K69dVy1ELOB8Lmc+XJ/AKjvCRfytbp1pR+jEEvch60u0GFv2hxDlEROnu1dfQan+hJOWnV1GNo+RjlzF2QlPJlFKO6wBOcxtawnpCZpeP27tCbMM6EEStgD88Y87tLe7hs3cuP8rd5ndAF5/rlZEHaV/lTcsu/rSLKN/0ou9rNzFcCWQmkVKBP5D/DInjmA/godzXh3m9aqFaGtJrahhIqds/ZFQfXwKdihIflz/A1zzyGmG28VuOkuVT6ypxZW7m4LMwKXZpQcskz5ed7xc24w+Bq54Xd13Z429VJ4SCWyFBaufAUFZ5r0U07ywJTQZiKTlNaenXfu/ziS++Km/2P0BJdLDN1vXGgqTwW+hG/8h1pk4ateUbJIhdDGBqpjJgt6xGak1Syr+GUtqltZ2UPYPcZz3aJ0qaj/yS67LydO1MxZ4tZKyBhAtxWKVW4JWXDAcL6bN3vH88ZF9evErR+B9ZB55spOGM7MZtHF2gemfz3//F/Rh73lHmWDzJXuCxPsOrF2cXpCekCGpu4juVPTY6WZx9/Cl4YLZu2nVvWbDynfPAn/hmzp+t51MqeNKdAI8/KT4zUrtIWfr8byt7N8ZmzWcmwoZzFGdzTR9m0qCFtwHGU4tbNZ5YlNoiemzlYDr/4NHGNaiLHO8ic7xZYCMWve3VGGfNJP5XBU089U+Z3LLKxBQWFteMhuptg6sfv+GLZvv0s9tTFQofmzgAepeAWJLRKqHPmHjjjbWVWFXY+Q4AgTBytTsNSsvVTfiv0laDVIzQzLIxlJZtv5mcaRM2YrK0xzj11BqOKODP5sNrcwIAalogcFcYibDROug3TSkSBZ3sxcSEtN1l3TFCgogzI3myszIfHmBQ2RithI0qNFtkxxgStQDIRhErfVpoKWdFwssEck3x0mWBEmYhz7aDEM0KKh04FQXhLPLGxgu2i18BxNmysQBihzrJDGEFngbJ2DAlEaxqIqLQYY/ag+SkoldHEi2ASqXPNSIDo8WkTT5z6PxTFQ2UN807AW5P0mizTchafGWaKnrfzTJYMzNBV8wI7dV3IkYxfLRvopt3MWPk9u3aVy1/zmnKQLuVvP/pIOf/lF5TPfe6L5Y2vvx5+YhLM/v2MY41mGzi7aJyoplHkkW0zR4fL/d98EquScrNMNCykkfwI7cJLIVdHM/zSsqSsqoKv/jWslRkCBGmkw/PP7mZP2EO0mt9WHrj/gbLrnq9BLcraSmf0CONl3BkOmWZrSOMs0YOjIsmEkS7/dIdStqbbnArT0Bo+zfm1tV6kf4JD5jF6CZw1Gqk2OHC5IcooeToMAzQ1CXFGoSddw5GgSjXxzL+GwhNZQB6sPF0vO0ILxjNDR5x5rFGDLEDYyrdWxvKDf8bzWVnq/GriLWFyBmiKh9DmX/UEgfGwIqxw1jkMwnm8C+0H6JQQtvrVM6ZLvs3Pu/jpr3yYqXfZNeFQkmPwZSYzBXbSILrqouoXH/BAPlWogZNE4C6e8eIns2vxsWfFpT4SsVEyexsTFw4Ir2jU9RxARWyMYhzu0iYVO7Bkw3pgH2YMOEKfcUrNNgxXcoi5r0Ev7QQmGZNQ+KXCJY7RL/Bf7vzUcjIK7THSl580L5MC0V32k+Up6FQbMI612tofp7FBzYS+xnSb3FTWn35e2XjmTolAC5e5COA2zl2+9JAJ05thn3d7AzIBCpmz6zz5ByHy7MrKSWvS2wpOOCutLX8BEj6z8cOJeUICasA0WR2lBbtIX6lnWI9O7yl/8qv/a5liO0lnVE+70mVyW4afTDkNEfOvWaEf2KgDg+Tphx/GoJjiiNPzytD608v7PvxTrJelYoZuHh5SeR06dxjZ3hZQi0Me806yccJ/5o5trKI4t+ynDt1wzunWa3oTGEI7znSUbrLTz3xZmdi2sTx+ZC/jqrTUwqldKgm98idfulzynEwlrGDhIOgLKNNplOp5550PE7opO0xFfk9++0EAdUYdip6t+OwWCNQDWUiUICWSFFZ2X6pgJ1SIAFETzAIciOtj4g/cBz+LmhWTm8jLfhZEhK5DxGeXFohetU4RpLT0XJfFzFoYbwzGHKNreZ5ZpxnrjpACD2laseXUDjI1H1knh2fDyMsw6FvecXO58nXXlHWsz9Kam2HJwixdPVZEBzgkfe+egzm0ft++/eXFvS/SjcnsWrt5Kbe0AMSLPOTY/KEAXINXBQjhUsBgeoNYxlFAVr6EXmQ3LHd7cWcUZwJXTgFCaOAY1TitpCUEylKsa1INQkJm19Ff+tSuY71VMH7gjhDaHYlmy4HvtoS0dJ3U4veNbG1p1++evbvLlVe+hpm999N9/DKWiT1fnnjiCTYgv6E88BC8ARxXXnklrcmvlVe98lW0fB9L6/xVtHjvu/dr5YytWxnfZXNzK1MgWKJXYW6Y5VRMElHw5ui+cR1ouveBPUpAHIBTvqiUqC1DjUBQjWuVYPhRiDsl4fhu7UrehSC9rHzgg+8qn/xTJ25VGqrIYmhLJpjD1o0zSs2rbpZhRdCVX8LWyr3S1Ug1f38bDM2nVsaWd1Nf5ErBuufwpEaR4+IZtgCJ5C+tvYSu/ppmNieQIXDyfyo6+MkNKdZMtRbsZPZtde9WTy2ywg3fpiVLiycKFeWsYQFtpGvkZhCB5PDSf4RIIyRdg/KxPO0lndLa7b4RZmU2IAEMXdEFqVQq4cWavzBO2DLHeHCIRlgjz8IPf9iCSxdycBEf/LmkDbekLW/7Z+bZ9EEamzU+0mgNPQBJE541v2Z0JoBgVJL7FDwth1S23D0VylaujQVnets7kROLwN9lNRrgnsNrWqETMmSjxnJR1gQyxoc8rPy70xOHmywwc8lznuengSf5W+FWQOqddOAfN5cYYuwyY7DSJKf1cHwmZ0dn0pQVmzQR3+CG4ou88ysRcFa6tYIUTPKTJ/RPdtKjC5fQVaagZA+e0LXGDNea/oldk5/6dZYZwVPS8OBj5fd+6efYi/xATtOhBVOG6f4d90Qy8+54fjBNDeDnGKYa38BGNQyXrN++s/zQj//TMj/KkAk87tr/5qI7fSEpaSdejgdXalbcWlh3LTvG6oMRekXHaRWPKlwqdd04YwSTUxOsR5zJuMwaJgVNs1WeCNt9qnIedBmYj0dHXvOCGWzFCozhHadMnz7+e/e8SGU7V15x2RW19cFGzmuZ3ejsOPW8hDGJWh3B/CkYFXn1SUuKAnc3mvyhXC3QCABhrBAMuxLlJMgP6UqYPFWlk+R978pTRkhsGCndEuJAfgpcInboK0xKmErUFjEZUyAyOv60et3cwEp2aZT1tplRaMbgQLreXa956AhdOmNMnhnfUm694yFoz1gmn2VqZyaan1S11XbepeeUV0xdGKvstNO2ZgPviQmWATD+d2DfApNzDpZ9+/aV3VTEB7jv27M/+3HOUq520yL3CANpshPM/OFp1vQyJkvrdikVLTDSErSsbA1IA61mz+Kd5TQLW+xxCjlutbCID/1IlAHWK+USYgh7uozpjqYWZ64k6TBW4pgqyRCaJRpHy8vOPKucTtfKrrt2lQsvuqg8jFW5bdvmcunFV5QvffFLjNdyBvJZW8vX6GJ+5aWXMO5/kG6YI+Wiiy5kZvtt5dqrr8mWaDL9ug0bMET2pBJ25vDUJMTEUQpR1ktY5lW/yGgWHyUdlIQPAuGys1kKmu8EjjCJH64aNvrxwo9dZ99+/FnIM14+/BMfKrfcclt5CMPgoEpuDLxRVioR6n2Enu5kJtu1SVimAVRJP3mal0rAux913CvFu3e8MmQA0I69GSxQG470pynXZeZAAGhV8qRfk+nH94kc4q9Eayx1OjKVrCmOUG4j4KQxO0aPi5vGjyGXtuRQs5G11cMzwixsOSavkit5WNI6ZfQ4p6yYP3HFpV5UpI5J6kd60isHveeZ8qEych6J8uMMZCuiefhL2y2KvcvEislu3MwONhMFgPss8jKngY8C1UBwDoINSBXwkP4Ic610a9ev+CiyOYIRPlAfyf/BlzztrUo56k8jYQbdlgo2RocU5uKbIABQB13F2XitRebqhxhRhPEYyMyQBx5IgdbFWERpx+CLnJEm6QMt9jYVJIbQUWjxmmuvLP/kQzeVn/lv/iVr11H+M0fhb9caI+9O3CR8uqcDjLAo79yCIBUSW+Uu24tBucdIpqJRpplpEJq4HEq9BwjE4Vmcc/dVBONd/Rr+htE/v9BxIJzhQxH8IH+4srbuO/y6lrqxT+aUXJ3bMB478Fj5w19j4tMkfvDFELgsTm5Ol3EqSHhKOOuEQeQSvTjHtfexx8okc4iGqOt2XPaa8vZ3/hgYMzQijTHSdZZkpRU8YP0DwMEF0DQMfZYnenSgdJwtr/4+5tIzepls58MDfaGz8K1kZmEalcTwOOvpYO5lrCIXhVsuJ3XBuyLfD2NcuVlBLFTcR2iJ3FsuvPCyICC17YLYvHljmWYmDdM7gEcQhcMiGszQAkYI+K4Q2JKy7FKY4MBHYlXE+/n3nyIUeR1Ms32PxJEeBEMuLXy7A6OQEeZKWPJDQOG8MHsOfDc/kgvM5K/fCMw/hFWqNThinziKMdYd8ST5GN8n6B5dZHLJxAYmniBIc0yqUplpTFgxWWgywzKCN3OAMewDTJJYPIjAsfl3h7fLSVRMbonneNmO07eV8887q6xlXG0dB8/bDTs1hXB4WDrXQSrkf/0//Fs6hMiHymhxBjzY0Whm8Sh5AaaEJHdxxQIrk+vWUfHTna3fQLG2LqBKuVoAERaZzbKzKBBYWw4gxVXHfBy/9t2uyNPPOKPsZt310SePlGuvvYZW7FNl++mnZ3eur9z6lfKWt7ylfOUrX2Gd5H4mIV1VHnn0UYyHY+V1V19Nxfu1VLwv7H4u1vQrX3kpu5N9q2xYv64cYCy3GWayOqADv5WTvBQEW4FXfPmeVhSfbDWscOKMv0I06MLNpJctHolz6+1fZd3gq8tFl55b/uyTn0v5uE+q/Dw+RcVr5UUvSJQlaZmPvJgtINNbwhsETHYqXZ9algN5RzYBJDv7MIlNsWprR6WpR9XZexE8TcK4UVhEMj3e06IPMiAmObhsnY7ZZYzl7SzjNfDPBFe0qnLlv4IWGVPm4pH7cc/JiO+d6z81n/aBSpV0Kq6dPHYwC7Y8NFA3CcBAvrSuhAGtP6IMsK5RYgQWdFeWCEFj2a8NbSifY4wzawhrOBtWP2f0ypfJE/ykHrGoVDvZ72ARasvdyYSmrzy3sdi0QpGXyC6o+C1KhLR6hr9KojniWzbqqtooAQ5ZT5xpnDp4G0jURfytwdBRL2ZNZipbu/nt3p8ol1768vKT/+yHyyOPHyhrt21n8yHO0maXv3l6dByPG52cKIfQ39PwmZuogHl4Ii1pUcXZ9cuUYrrUmcWPYZ05FaTNl1ppdfTKbGoUgfTL2LZlkPI2leZqOfmlS759OO5uGfejQw9kwMlFfb8WZXVq9d2GwTgNmX2P3l3+9rO/A504IEE5Zy3vCMt3FmmVL1nedP02F46Drsv47XvmaY6020IFxPgy6/nfzFm5C0scpYpedpOhnrOs/YP2ouxYvWUXx7siViHqxYBG+HGt38Be/6Sl2ReGVQ5h/VhpGzasLQcPHyPhSRqZQ2wM8LKy8+yt5Ut/+fmEaslVBWQWxq6ZyT62fvVyc2jXT9qSaxabwjPHri0PP3RPueSyV4bROpkpk2uohmBkd92YjxaBLSQcf1XwqlWZgoZYjumKoUITK8OQgoOrENXn9tss8TB5wAY+AiYH3q1grGiTKEk7BlNbEeZRK398k58ZRVHAdC6lkewSPAffo1RtxQ8Nu/+lEiRNaA+gcLVEnWw1ZjcTynGKSQRHZg7EWpZ5x7mEc5rZzanQOm0jjI5fO3M2Ag2YS0y2MeUZhEhEhP3gMaxZTqIYGt7LF+ACJi2+JcbB3/S6VyFICBCVbJYjsTxphHG9ObqVTFOSSOhUkjyuoyvFtXF2jvjVX10artzDYKYfWjQ6ajmLOxfstSgtplgSRffNCC0kQznj+DCz0s8764zCvOLy9XvvL0cOHy5XXXVVefqZp8rlV1xebr/9dlquFwHDOp7vyPj+hRdeWG655Ra6kq+gF2Y6XewXnX8B3cr3lLPPPQccSjnAdHpb1sPsarQM7NPsQrUOvtKl3O1t0cGbthzEyV+dXXM+13A+QTdaT8KsUg0tiSdrortIgzz4M5377n+IVvV4+el//lPlo3/0iXLsW0+UjZS3s4/ngHWeVmJyIayzTJU2u/5TyXeK1wBVplKcPBOsxvIh3xah9RjDAfswWBczTIviQzmuowudJ4dogdbAtTx7vU7wkf6Wu3dx0ZnFEIp2nIp2nLW5DmGsYbx3DTOOJ9fQlbx2qn7ju5WxvGEFF8NRwwl4dKnkenf9ugx694BEfuSvzsFZKsaLjMWHn+Bc4RMf5Sp4EaW3dh3+ko8dQ163jvkLKka7THXSFsU2Hr++gjWdKXf3saWrsWcaXJEg3q1E1CuCm41N2p146cESCuC2FTtEiynnITtTu5tI5TwLcaldxtCHijolQByxFa0OtTx5qLgVZ+6GUGVS4K7hdJOP/4e1Nw/yLCnuPKMq76OOrPu++z4RTTeXkDSABoEYSUggNNIsg+1IM5qVrWQ2a7a78+/a2u4/M7O20mBCAokBARISghWI++qGhqZpaJqurqu77vvMqsyqPCqP2s/nG+9lZhXdgKSJqpfv/d6Lw8PDw93DwyNCRc0+KaW4wYohpm35B32qD9+O3/+f3xUF/dFvHSljjGp33rYJ9xF8P+jv3fIDFJAOCLWjB8e5cXb9A0Va3chWSkldqw8ALxCsiyO8tUx5acniPW3tLYKZutSNO6wf9VpwBT7iBQck4BH6BmfihKJaejOeAfCAoPal0Hn6gIMW+WmNM/dXgMlnPkBDpO8C90eefrScOPhM6e1gfTV4mmEJ1HT/OgY60AdxQAZ/pH3y5rd3D3q5eM41skM4wQ6VR372DeWh1/9MGQeGHix/KsRAzdXUkTsVCQxzipPvCMFB8vUH/y2TtNKYl1Nm1pPzuMlQYuCOLljGOANUZoXE4DMI4r4YoSBhi4Qwlkbzr3U3Vi3UIir66pt0oAgayMUo2uoECmjc4mr/3mfKjl24PjvMBzhNRdIUU/IRDmE6CrsUFF2sMnDiuN+slYzGSt4ZcVqEleX+Q4214J2M0iBSjGuQybbLhXwXIadEAel2cPEh+LXOvAcXESahEj6EQHzv/JWdDrxO0nEhEtNopnKkanspbBfTWcyXVS9sD4apAYZu+ZqRkA3ggfjkvSgcnc5CJnzlnV2vAmL9IyApw/ka8STjiONWYsHWNBmDjC6Eqh1V5yY2T52rR4RkmtD8K04qXYtv6s3f1N8nK0JocWs803tPoD7Sh99Dl2Yohongo8pW9nUlnptJnMSVXql1BwJ0z5695bHHHit33HkbnuoH2dP4pzn3mI1PMDffe++9LKs5Xb6NwH344UdwhjrCrkDnyyOvfIR0u8sqThHRhHv8+AnwJh3BDAFC+nPtm3Oldh5rI54MenH6W7iyxMK68cO4MgiD9d+ydTPH9R2z8vOCMTjht/XygrGbZOTy9fKVr327/MY7f7E8+fRz5Utf/Fa5hrlyija0y2RpFS0k0zL34I4n8ZISBY2HtInPodN84UeNF+VO2jJ9IlAL+q4e18asfUXmZltTVlLSHqbPs+JtPoiOtg1VhLL1IkLKJT3dfTpEuYYWmkaYO7XkVFM1u6KkYUUJnQurEIU+LMUrL/3QhPa3dy8oJfH9CZQkkd7nL2Bv2qHCbQ1MV+/WSyVp/mBxyg9eVfSIJy3aNt65FICajH2fvg2dVPMyAldhYrBPm1aeCHOI5YzXecf73KGrONcBh/BLb7HiBDaEBHfpxhYiQd4Kf9tnLCb0CPRZukWMCFXxkXgop/CBTDOhFNo+ChAdRKfwAl61aqi881/+AsvelpavfXMvDpVsccryFffedpWEy4umMxq3TtYRYU69rFva2Wff0x9aCWi5naSbhcdng5golcYDB6Gtih/rH6XDevkMLhsitaqpKzfwYb1r3flZPyy8U6D1Mm6W3PHD9gw/Fp/G5a/tO584L/PHYj1aczHCdf/zP8ie5/omXCefDhQNLWnUsGbYJEveZHcVIXuJKbYlqzfhj91Z3vS2d5Y77rsPHYTpBOjQerU+ENapKk7kK0OjXN+JrzZYj4qdmyEVBnnNNTbXmaYdmUuvc3AxW5Jab9d169eVk6fPQ4AIW5iIDix66znCOHr0YPaUjfNSiqSkBUUHYSJIoO04DYVJ/BKPXlzZEYXfUxDGCweeRRO7n06shxdpHGZDaGqYk0icmNsgHItQo4yDAWmtcG0HGaa/RazlSua18sIiHCLDkEl7ojn5b8icJHdJPMyZMh2BSzzm4vt0LuA2RQiV9PwnmClxUs80axpYgjZ/d0RKR0xMUqvhMnqsrI+GQ+j5blkvu6l0MmEPfi01TF+A6Qg+13tqQgeV+bB7Ee1hw7s12zSmZXGs+J3h7rq3aMpCH8YlPNZVvCq8zRsiRqAAEPWzZg2CeKoBfAIP3NVKp+5p1+DdtPMYqJ2hTee9zau5O8TiXYolmb4FbvvZw+kfr3/dK7LW2tOfhlYsL6vXrGa++XzZuH5DeRyz8fbtu8rQ0BDCdA+MpKM88MD95YUXnsdTfVXZsmlD2bd3X1nJbjX9zK+cOHGy3HPPbYxuOQwAuCNkEabOgc6CgHiDB2wwxV16CT6pnfuzBtUN7MFRnpkfY75r1aq1WHjYU5dN1cW/zMH44r3iuL3rnVjKpz+DwnDXneW3f+dflz/8w/czX0NZ0MUU67JdbxuOwrvQltgxUVgNf1W7hROESX9BXL4HjeGN4hMKCoQqmloOQq/AFUYB7aVZ81b8z7eS7VBDffC3+OpgQ5bMzToSoO1lvApdaZSOFyGlshjlUrqhPqGDZDiXaZt5vUtjqYx3gxUjrmmC/4o3e5dmTfNT5YgZ3WeVJPAdJZKU3qOUmI3xzC/P5gdzBU/ZYYkyMm0hbrjSKOICARJq5s4HXnsRxzoS5n4DT/iJsNYPgGze1UlJ+OUddQ6XgQi4oIGTnlxqmvSa5jFAVhzYdexL9vVaA+7BBVmQr/WXo80q/MH7DLBq3etbtqS8jW1Jd+zcWL775AE60QjuDzgrMmBx9HkdgpxEmzOvgCC8lJN95clDx8SpvAPbZH0DPmf5vErdOrUAOMUBX0JNrXXhW9YUWyWuSnE8NL8jUMVFaJAamVme6zsjBr/crX2+16z4y2/TNvD6HIuBeXg1hUi5/gLK/PWPcqJnAEVvEQ5csCkM/dQTenUzCgcSYhFEV3gtuQ5UnIa6duVCGVi6klPAlpZ3/Kt/W4bWbkDgUgaNUteSU6J1CDyWpZB1ZC6eLH0eDn8ZfOOnfOEhVYK25N+uvJAXIQ0WJsRk6ZFJNNwaNgg4fXQ0iHDJhAiRwY0z4t2+bVv58pe+xHwCBGYJ9U8tkPxaAWbRAlwBNJ5cyvIqaK1zyPP79pTtO+8uA0tY8I+1xyisqkGTRkvDTDPGqEZX8doJUQZ6mYcomCLx9IWUUrPaPiGdIMcyGvEnFBYegvIxzW4haVDS8Ih4gmAhdH6kaaVGuSoI08SU+Rx+V8LxNbGII8NzlGmePuslWxuqlm5phmi+ELICTwaymBGmpNvJ+r/Bpb1lEHOyjrPZ+1S4RBFlhJnxaG2E9zJ7BD/6xFPxaHv44Qc5nrCf5Sw6XQEufxSy0woYnh09qkBobpxmjr0fJqp3qpovfC34oMjk6602lPACO1aGabYoC7Oz3QKSbel3rwpi85h3FXO13rMIWK/EAiYZpEBq4ldg9eAEt2/vATYp72f0+sry5He+FwcyF7w7H9vPZh5X0QaPH9uNKfkeTIOzbG7xVNnBxhZkXM6wPVr/wADmwIFyDjNQH/kcP34maPPoum7mqPSU7nIXGPZI1tQnjqRFoQ9Ltz15FrXC7pUfPIl+L73w3QEqXqm0t8xc3FaPb2PUeNKm9G0Zi1Ea9+07RrteLv/r//b75UN/8Tflu089TZ378VHAExEa0cIpLu0r7dKLqkiJJ//zh0ef7LgJAu8z6aQ2RxtZYkJnjo+ACcB5nPKSwPjJJMlqJvN/a79U2/YAAUawmg5zV9AqfN1SkvnbCF7n7qw/DI73dTQT7DUZytAMAthe/l4Yx+emMggm6yh9a7TRwtFWL6N2cZxv3sGrVQER4t6pGh2B4BJc1C9FQOsyRF9jOrXv+C8WDrEFzgJVhCuR0n+JoZDN5c14pPePDJtyTFOxjRUOnwm9UOlNpOcLeK9xTeeIUSFW8RArkGUKeBqQ9w0MyZR8a+48+KIp1zpP4DHcBY/rwEvaqYVfQcDecc+O8oN9J8o3nzhIfEatbACkiVmuqHCJEyWKX5yWqIfvatO7PwBwBh/CoIDSEkA9VBQDDILAQRVTCFFWfNfUQ5gjDEUEId+tUqoJbfKsR3+w7XMTxyqbLvzL+MCpLDDEpNuUa8OGQsUnfeIlA3SdaQ8GahlWICC68ZB3tOhZslScsuwVXvMBVRlBOVPOn2a3p3Gcb4c24xczVH7tt36bwxFWEbGJT1qfrE+1eFgB6mWF+GP1rVMb4gtB5FrzOarOQ3g1eUVxIg3siiVuEjSpdU/vdnRLYhm0xxudFTl8i3AB8QoQtU3nP3qYv3H6Kpuzt6XP3c2RlN4WBkeXNK7/LBURBhCUx1qmQ4xst+zYxT7CS+hEdhTMqpTXDdHorbyEHYKcR8BGCKHQ0SUMRgfCZlE1V+6kyYvmb+h8DgbQAkzt1mCOBuzkZlHzUOOtwiGM2PfEmRv1JaJx/SCKa0jZvMvyGRpcs68abm0gmx7QZVjMU+LrhrkHxsY82CxE34uzwkAve8tST/0XQE/qbs52/NzNGzhvgPevfPvr5RIey2779/gTT5bfePvby/SVq3x39M9SHdpO57UIWvCo4NZzc5ItL/sgmMybKgQpx/qrbUV4phNYuISPhsj2hlPM0Ytjckh869kAVO9zf2u6+jOUmXLEUxQtGFQn88IdwMaUf1nG4vBrIxc5OHlj6n/08Avl3jt2gqNF5dChY2Un5tpRfARGhy+Bm96y59m92b/1TW98A+blr8fhw6UyO3ZszXraq2PsHLVhA4L2WMyaPZg3uzvZbATv+Vlsi9fBY7fM1ACOdclPp5HOqHeYgfgFTzVIn4YbCFo2KmH+q495ZhezG/+Sp1wlEIv61Lim0URdv7j+epR550/+3RfYvvH15ZFHHix/9Ed/ggBjmoRRyDRaVUZuTScWVyYNr1G9tl9WIMm3KSF9lQLDIGGuKVv6pD3xlFTRcuRMzhWI/G3qveBN+6hAy8YDOIPoP9DV1U/fYi6Wu9M5nYxyu2C++a2SaHtKQ9wrzlr6FKcAk7CwbF+079vn+e8tvmeYR5MZxWzvmnXk2DQOiLOcFapjZkZfbp6AwJjh7n5ejmCmvWjDai5XvlJznGP0lY35EFxoyZDqpXFKqQoJYGsR0onJ/q1wMvg71Ksw4p/5pt+JT/qXOx7F7G8yY7CsROGk6DUr/6jwRDCZnzRnI5mP87ncbZu0Z/ob+aaNaW+i0Wv5WZ0lPUj8jb/4s6wlv7fs2XukPLfnJCBo/erFYRATMXXtEGlC4mYdwOYZ13XXN+srD+I7n+As/EGIojD1kN54M+xlECWAOPLMWC8z8iXLBk8+KVitWm17nombq1bLqtVvFCUOEteECeRt+tTROxfv6SX5Kvi+EecVTeDO/I3UhLZ8nf68OiIb9BoxFXU0gHPp1Zz5kPK4BRiF8sXzZ7HCTmEuXo9w3VR+7V/9NnwHPFgW+aVdmns9arSRe+bYwJwqmGcbrIIgENpv0oqhvad/8o5WycAxZlo7lJq7o8xrmLjGAcxOpSzv1RORbxMwGjV7t8TTDKMQFEh39zmHyc8t8tJIIYBaaiXU2uaOZipaITWxiXayGGg0G82i5hzZv7ds23VbWbt6LXPFmOFClrB5jlMbXLUczzjXYS7mhKDHyj0/9UjpX7GKhgk+g5B2/mBe264NKsMSJ5nkplFEng0imNeprz+cM67BVvZ702g2bBrQHPx2c7BG4sBPtW42PnHtcCEaiJ5/mhA6EbSLEWCTnW6/uIze3lX6WU/ay7KMbhhCFwB1O9K1aDk28Jl1W+ws3tmnTp7FjMRxcwpW4r5w8Eh55LZdZWbscpiOGp6C1bTmof4n2bhOFnledu66gw3zee9Sm6y1Gy+nD36/nLr6PZuOZLZpT7n3odeUlet3QkQKWuJTH7IEd+JBuARsYajvgzdey/yNEmLG8qEX8127WM6DA8KuzTCM3k2080pMvifKA3fdUQ4dPMTypf7y0AP3lYsXWTPMEqVJlykA0+yN/ih233/6mXInG1sswRv6MGttr6BgaDp/gK0cL5w7G6Ggsjg9MVkGVy9l9M8aNkbG/VoLaAv+I0gc6U6R9iwdoporF0NX0rNenMQQcdQ1tYXeXITPRhVnz2V7OYXCls1bKP9IhLrLTOxoxs5OTWH2qGm2AYzefvMYZ+du3bqh/Kf/5/8o73nPXzA3jeJ4YyVpEBi2Ef0A0VvLlaG0aPXZjNsAfeQnFoEptPOxiQt8EbdLy7LVOyEnGL8bpYP42kzED/3KTEjpe6455gF8OpQMMtIehPF4iIDbWw7w3I3zQC9eut0c9tCN2V6vds/7VYlxDKFSaYgTEXjt5jvZodjIwC3P+CjFIL2dA60MV7poaMcOSMg8MMqhJn68WFBowDmb6k/Q/l3sItfJ1d3DM56knX2cGzy4rgyuGC8rWL7mISYk4hIeGBrHLp47tqdcg3/MsOOZZbmf+g3MjOvW30sebKdHm7Z9U7+FTpSI1Ad8V9M4xttFLmsEJqZpbuB1Njp6HicoLGhRzDpjfty4/XaUVUZTCH/36HVUqANMgv2/qWe9qdRorrUP0Q72S/Bkv5RUtCR6CPk4y3EeeM3t5d6X3cbJUSfK3n0HwTFbIKKYuWXomo0rcK67ztwfPLgZwTkfP0u9l9DG99C/nZ2YpV94fm0X8B4+9FzZ99w5CmYfbpwvZ6Qfy+eSf0ksKiQq/sr/jMZ5b3vJU+cc6nwXrFSMWz/r5j2j2vzOi8TLt4qNGscOKAJqs+edjyHNPIAjZEzmRdMWJrY/qEYKqdwMuWD/hHbGGGw4UOtGCW6yNEHNjzc6tZ0+fiYKU9+qdWXtjjvKr73z3dAzuxFa+8BtWycVfQd82Of4l5rynixqPNv9plLk076DflO4dZuHwmkWBwMeSOFJVJ29jJJ62Yt2YBnA2qspXAJ3I/U4JzXIE5gpzZBkNsS6o146p9qkRKOAfsub31L+5mN/1azJFYBaEYlpvnizV3ARvJGnlUV5A3Ey9MVsYMGWjXikrmVTeed0RXIHWuoAzHARnX+cTjLFtocf/8v3l1959+9m/WS0bNGDxmZ+ldStS0pKYWnMYE1EGiBOomTEB6PzLpIVljVGAyAxfRutGWRX1PrN/JuaWY5ID8GSA0zb387dtCBkBI4yo6Z6w4kFRgsMb4gjsQJR/Y+whcmQCLonUA71acMMTinr2P/3PN7Gmh/7lq4qR4+fKq+//051FtZ/ofFzV7M3Q0Qxz2qvalWc6IHmvnHLdhg0CoY7TbmZww3W2cFETj3/DGVZHtgDvtUbdpSNu+4KNpxrcMcYQ5iEeGjg4tG3/iFIoOQBWoynlNAcr8u+zljrVuPNyvcBmPfs7Hi5cOZkuWPn1nLm9NkyxLTBAAJ0/3PPlrvvvouNKFZy7OJlGBAHVAOwTk1rcXqyhFF2i7rnntvpMOyoxTrvCywTkiHce8895eTxEygIQ2yIgUEJodvZtZw1cZrAVaRkLeCOWZlzF47DiHhHnVdigl4BXh25qpzY1lF0qIjHxQ1zQPZylmM5QpXW9U/QQrGUtbuXLl4k34YO8jT/HP8C4JJ5nDjB2bkHT5Tf+7134WW9rxw5C8MrmLWhORmZolb4MiLxnZRDw823PqUAmzNPXUwDfG2EY+LOPRdaW7tpR3k9G5/P6OHvyJMyq1AzH5kT1UwHqKBKHv6WYWnD6UNI9tMmpMZywDIY6MwTYrQwKGTjYSveoFUFqnRvP7a/6AkfhsV38+SwFNoWBQeB7GEQeqlWQWt/qLhpaScdUAgRGHVOHV3awRnLUqYQuuPQ6FT/dBmAoU4iOJYijFfw/RpKhkewyWxdW2uuram2m7If/8JEuXr2ZBitMGe0xHTCy17xahRUrDTAXK04pAQ5ba8OrsWTdYnDIGZcBPnZU4dK9/iVMt1NG1GenuxLV24sW3fcx0CR/DTXiwf+Zb5WfFPvZJ5n/hDiscvd+reX/d/grm2rNizBRLyifPsHZ8tzey/i7T2E0oPApw8vZxngqRMny4ahTaV3XS8KHKN51l/OwqtzSDz0s2kl0zCvfg24RNkCTge68s8BLEj79z2JDyTvoY8b8M82pC0c0TtoUlGwFg2PbmFMvxZmqpT4afOmLZORdai//VlrlA+kASe+4x4+53OTf/itfML/3IMf8BaBJ90ST5py9J7RLIue1e+Md+3q9XLl0kX25V6u4fimUAVfKWdOniR9J34eq8q62+8qv/Q/vBtEIydSHhYJMutAGYslEvBbs3/L4wJYk7OkKx0Z2ufgovmdD/wxipjQmpE6iVcwwP7uEhVMGk3qGr3EORjNZG7E7HyE9vxuGIWauUstxtm16MTpU2hUV7MPKtDRlIpVkOEOJROVSYm/Krjs0BUMmXK7mUV9Q1w6q6JNCJ2jBBPsDnQajXQMhntPzprsxNTnAmJ36nBpQzejrM6JS+Xj7/sv5V2/9x/Ydpgjj9SGxQD5GdoKp9PwqhI0jZ3nsDGxQckO7E2QwhckNAeiAJ1ZSy2LIV6ouF5JRz7A1RSZ59qKRAYBbUOIC+PpJJWOSONLAJp5YWPlyOlhvvWX9UODZesAwhd9s4d6Lqbe0wiIGbZ7nEFYaCp61UP3le88z/pRthzrQTHrmGH9XD9jo0k83Gg7heI09XJU6xmS6NooSGhVLkkADhe/TzBnCZWlrd2Pl/6YAMSghDqqqRDZUbMjEyiRC4LhUxiUsa1UEyJs+SY2K2ZtUV6gcIhdklYaAY7MtWPBkLh3bN6ctbQDbmKPpu3o9iE27j+w//lsLvDyl99XDh8+TaGMUtkQxGULLreR4M+cvEiHnM0OUwqkDZs3soZ2mLLohCzWXwNjuqr7NpjSZCiRq4KpFUPxJHHzdjXO6gfgEXXmH3Oi0IM/BaX1UMN2WUfW2VL2GBadCdb0bli7rkz0jsWreAzztbSRdFR9YZCGbAOtGn/9t18qP/2ah3HsWlY+8YkDMNMlrHGUprCEBMEKRkqFHsX1wqw0SwIgqHfbT2G0GaBP3o2DlEw1IDxVq9qECrCFoWXsWQ5Hum6Yq5HdG7ceq6bR1Iy9rLf7Ukuv/CYvdZOMXoDFu/8MFmNfEp+agFOO74BHYUhmyTKRG9qpjpINzeUD8alH0zt54xP/gCNCWjkH/aoUexZo9daFJkBENpih3OyajmVCPxMShp6F0Xld9wUYJ70CJbyCduGT0SpY6bb+EMfgQe2V+nfQ9t3kOc1G/1mLisl4gtHnGJahARUPQl2yZXbg3w5he4gL87IcXtle0pKM3GMVPYHK0fqatViQ7tlZDp0aK9/8PpYWppY87GMJS5cWQcP33rUuB1RMD3N4Bl6zS1d18Vv/GXBAgziqk65vTGmRgX7AeRzHKFMja+cAq0ZiunbECjxp84AduORT8UEBzmAcONOn+SUzyHeAD6+TtqwTn5QN1Cz3zL8a3UpCDFG0fQaGlhZ4TJD3GaKU54F8zEs4iCRHomY0kfXAVVGlD36B8YVDAjhU/cwJRumHsE6wyQZlVBlCCsuiSGXasZMHqedA6Vu+pWzD+vnWt/2yOpIknXL1u7GMAAjdtHWsrVnhpjJCl2DeNwV/A6/Bb/lpdC9+tPURF4xSUGitTJAniVA5RoWrWZN3FS9LDcG68kvcJhzhaDO1/S1slbd3794UoHaROUmRT/yEAGCHqQDUl1ZKOOgtEkYTp34zJbEh7JjcIOzLw9fZ+/bbZQfrI2VgbMpcgSee3syTMLaZ7tny/vf8UXn37/xPLDxmHSFI1IZvyUJTSzQdWZveIvgRZFu+mBfIQN7AVD+agLc2no1QG9FGkBQl5iYh9xp8K5HYuWI+Mn9i10BeEHeudGBGD9xn3bYRjXT3/iNllI67cpBRwEMPltV4GGI/AG52+wEnI2i7ZzhZaAnnIu5//hhLW8Zw/sGMfOY4ZnvOVuxnXm0S8x8ATClAwI+M2HkJn6OpAWA39RA2rVuOfK1hNG9wZrXEkXUOokSevYngYyXKJg2/jWmoMfKYP/UtdMQ/iuavreGoogoO8/dyjeahQ0exSHCCEQUcwgS+Bq/j5w+8wGlPK8sSTOrPcYze0PKVdRE+jXvq9JmcFWt6cxGKq66bBe7Tp1E+Ar/NavkKPS8qC/1U4ISltmI8Alvo01bk1tztOKk+TFTTsMtYrkL7Msk+lrq5KYbWnpHRkXRyN8owqVMqliVuKLmWueCv+UqZ3/3eXhz/FpVf/tWXl69+9ViZHetioT39InWSZqgfyWUgCzFchVkTjRsRAlNl6L6gbPDsPFMbWgqsNaIEiZQgHavkqXr0osD2sFyibmziqME9gcFyNH7xUplsWtLnBk9tGd6ts+08H+afQ1emqf/n0zf5eMt8NRXUAmZHUpguDBFgc1lSGvQgjlSbWhz5OdVDyGZ+lYxTROBPDnyn34GUpmgSkE/yrXUU46Z1bLeYA+QXXb9SlsFnunAuWIR5eIaBxBRrNftg8tY5zmjgfC5DMkh9gwsyDr58Cc69KLzDgUPXRFm/rqfsun1rFLz9R66V82xK00O+55hTVHDPsCZ+kI1mhhi9jrBTWy8C2BOp1rOxS/i2dE3+8j15otuu2vLw9cAQEHyDopyd2lD05NXzy38Ei3aDro0jYyS7vDOtfM8rwox8IYeaL88/abDP2D7m85OE0JaNw+WhIa426AP3npPcRUWHOQbzxLHDDLxEgbLEehN/nuQzvbYI/5KhtZvKnfe/qvzMm96Coi4flHOQb+rFbyqk0irfsH9kVYrPEoGIeIlgcS8VaveiXSBO624XjuIpQfVqcgUI9wJVix++iKmMZRPtZtEhKABYjenOORq3aMzxTeaSAFsj71e++rWMevt5Q+NZAO9CBd6C6NpwIUS+Wxc7i2U699VqJ5rPcEHNLlL7DrBWjIyqRyBjEhAchLG+L0KTU3M+8Cf/tYxfOlc6phmRt92dGtu0XiEey7PxbmpwGxMixOTmsp4wavNPQ7Rxk4MVSHobSlMNL7jaIOZraVoE6KL8rq0Rce8jZbtYXicNYTAfwyK8gGdxRlnEyOb8yGR5bM/h8oWn95enjp0v5zD1nENLvcwRcHtPXil/9v99uRy7wB7Iw1fLsVMnyrYtt5fhK5Plw5/6XJnFicwN4T35w1FKD8xzACtEH23bC+Px7u5IgdueSVCpERa3i7Q6WpCoJTjhu/Vt6wTjbUOYv9FhirnIo71HSWojkmEVFBUXjhAkbDHnSUlnOQpvNQJ1KSbjYeb2N23ahJVkLCZZ2+nAgefL2lVrosmeQYjOcED6jh0bYDIrqSP0wAg0tIDWEGVBKSRM0E5awHpRh0qHaPL0Di9pyRGW5l9HtO2UQWhVuuN/u4nAFHiZZNShoiI23HT/KnNjjtI9i/g62yqGpvhmXVes4GBsrTrQs7w39Mxz7hTgXXyPYjk6c36sfPAjny9337W07NrCQQhTZxB0ClvxqaCBXrhn3lLBKZ3K/sGjI3OfxanlV+hss4p865L6tm0jXny2fPLMBW5s7zAwhKpruB2hOJpVIPBIUKG8JTT5+LaWL4ezjWs7S0Hzz8Lk+yYsfG5fkR8IR3FhPAzc4icjVjVBy/Kf97RdhSh0Zjo6tvEt0xFcVdJ9R32gi9qf2/JFDrA1uAyMPjdwB7fA53jef25EMc6Z1G/5mYfL//0ff7e8+1++paxke9p+TK+DCEO93N1nWB6UOqbP0BLAI60EBuHg8k1tNVZMYH7etX0ZlqmdZee21WVk+FoZvsae3xMj5ey14XKVaRJPs+pj97itG1aVV9y3A0G/uKzmPFjzxjCFWZ62b/BXb9TZfyBQU77dVY/79spSJ6DQmuhcslIp8YWdK3y0gdXfobGGthx92s72i/AL8Cxe62j2ZigWgmSb/ahQlWDbtbajrRTMWb79jUuz/wDOov34Cixh05kzJw6VYwf35bhSp70wCcTqquyYRCbZmqeOHWUen5Hs0k3lla97U3nzr/wS7SQtzNU6ZJB2s0yLD1eifsSJFSv0RoX/CaFSgb4NLtukTTQBW+ksA8l2cLXR3Ds3pjIA0SnCk1GG0eQ9GEDHIfCdEEJCeOi9uHLlUNmxaxdm5l62/2OTZubQBDejQpuWBnrp0DZMUpgqV11LhykBrpqOIyGbD8LEBulR80bAfuh9/5U5q9MZ0UZw0onqMofa8Ux7azAfskuwQxvFeJp3bxK2fqj/vRHzltAig9euQ4tQMQ3BuBWj84zRghzxGGWKtHGrZ87Wdbb7T18qjz97oHzy0SfKF779XLkw0Vn+9C8+W77x5MFy/tpsuYyjWmUus8zj7GNzkYly4Oi5sg8nqTEIbpEbDGhipz00+ffr1czVzQiym3lu5880E1ZCB8eWD5Bzigx41oklHQAC+ceG2tYIHJj1YhQTRUPVIPUynyobNm4sFxGwZ86cZzvGtXWUCB164LsC1+VlerdfuTLMhhSse2Pi5fiJ43HOuf32HZzMwxaBKGOal7yyBykIFTehk6o1ULHaDnP1CLMHKgRgaIvKh0HDmHK3hcGH9bczykwNkwhVL+doLzCqsJ0vXryU7B3h6rXpmZYDTLv0ovBM8ZzlCKQVAkccKoFegjSB01AnTnFf/PxzmKFHy1vf8nK2PdW5KZRoLJ4r++GhCfV32kvmN/e9JeI2jXdC6trk0QiC+qF+k8adjnHOJsorbS+Da/tF2wfyDaDrb1oSvNyK1iAtmTdlzxXkw4u9uylChKlvMl/NSCb0CRbaYNu8GPM23s1BOMGNAAonHyv8N8eqv+bz93el2fqFKWHm38/TQcfKymX95fU//XD5j//L75WNq1aUVUMryhBLRHrgiwtArAlf5G+LK4XT4NKZsmP7IJaYUXwN3DmOcqHVY1hrTp5jr3KsJEtQmrduWV82rliCd/4ou8Wh5CEgdVh1P+Xr2MDrPgYVZttFmpdyspkIv9OGvJNH2sZassTDnLORghT6MW0bpPf0HdLxP8HfC8N8P7v5/cI4tz5XfnXr2/nfUdQpR0GnwldPV+ooS1m6p+/AAL45R/Y/h2PTC1gURuBfCFloRKHofRrLg7uanTxyBLM6fINlO//8l95RHnr1z6HAqrzOh9QRnESYN3ia/9o+SWvt8z/u3i4n9PQweQMyxQZAe+Au3NQU4GdzkorfQtyUuhQT3wo2D3CuVg2CNqnfiG9jqe3rTDI8fKGsWrsmQnYZC/3vfd2rSv/GtRCTgkbNzn+VMOqpD5RHencsuqnLSICpo5ou8w5GAw5IiHz4oTBUTK6NqgAAQABJREFUq+ebjv9lZrx85M/+rBxmJORkeMxnMBfpJDvkZBRk/ZpSzJwrBArDnlI7yjvwYCJwEoU36SpzrHGbegc2/lCGTNH+nm4tQwuwvCObevi7ZQq3BfDdVvTip1Hd53ly/Go2A58dd+3nIFvfrShHz14uf/mJrzI/i+MM85Qm8Mgm88xoDuJyE/KuvlXl/Z/4cvn0D3aXkwi1y+BlBg/nGzhquODdGY8pkk+xkwoHp1K0182MKx0TIq8dlDoBXoL1WRB8LZ5a3SLWAt55Vzv0UgRYRi87Xq1f2lW2LO8qS9loP8sQIBwXxzsf6zpYj8o7efJkGIdnvZ6G4SzDFOuUxEUcjfpxulvOUrPRKyNo+T1xCjlz9lRZtnyAwwfwQGbji07qGA0b/Ab+tEjtuMJb69QKJoFD4WAEVZWNytRJgqCVWbV1Z2TFiNZ2nWKeTAe3SYYT4+z05HaSvtMM6XUFJykdf1Qwr8IY9VJevpzt/hgxa5Zl6Bsa7ZRWMXd1o2jgmkZ/mWV+drI8zfKNr3zhW+XXf/UV1GWMuujdSlsxfVAVTm43BdrJDgjx1H5oHVrasr3aq6k7jZLRajoD36i/7WQKfpCWWoc2/VnbW1oWdzXUslw6lH5BXOePQ9utQiwBEEwnvmvwmX4KbNVDlrfk3462gTq0lH4XkP1dAZP+AqNMqRmRO988BX07CDKt0yOOFjJHSZmWFa5g3w0B+67WR3iCsiae9SUaeLHFaxzhikmakd+VK5fLKNug/s3ff7n83deeoIwbZScev7/yL95Q1qx0T2EtK24AU+st+nNRjr298pKKf7ESgQYAHh5iHTTxZ+2z8FDe7CTtAI9UMCjMli0eLUMcjHFlpHpVT2Dh0OnPjfCl2/la2TbWs17OPcrIQw5WmiA9VjTUuFmCBCwtbiLomnqIJP0U2vza5Zu8Arf8WRCsE2M2YAHr4L4KaiNIU62A81mMzIfwD+roHL+XzGOGvtXDQGDPnqfhcTfgDUsyUBjA+/z5Pd/nhJ1j9cxv+o+evOapPIBb20HLqaOsW2cVSufgUPnFX3tH+alXvjb0azurc3sXB1BG2rxCI5648iOtlrrL/+tOa8aev+ZrUJ9aHtre2+91WgN8UFE307nARhnMMTMHSwxdkKfVFCjkMh+eYnOACdzA9UVsGdU5llCI6yE0ug5MZAhrSYjvIBpGZFCj6sQcunnzzrL/4EHm2obKvfc9UHYPfyOHprcaFMW8SJh/mUYjb0uwIlVLFTzigDFNQ1ZI+shRcMbBU/Dv/+7j5Wd/7irrz16ZzmghLdG0z7lbEfJKfjxHO+KDBGqj3EwaplgYIB7+kbp5WfNKliFSX9dvyZ9MxVEVQeZcvwk7lnjmHI7h8PByvO/HymlGSdMsu1m/cUOWvAyzp62nqNzAfd8mV4A5Tqx1r3mNYmpyDubqzNLyt1/7XrwNPWigCzxtZY5bQTY8fKq87c0/h/CQrZCTzMsLgpXQxHfahD9qYFEWZTx5WQVwkD0HPQ8LQosJX1Xmc72sZK/k19y3BbMPc6g4Kk2x93M7YlrrAQIIoP37D5c1jFidS31u9x7oBhMym0S49/EGRrdq4Z7qs37DOjpidzl96mwEsXR7ks63es06RpFrme89GSWkbqJSO81CmOZBrfQUJxKVKDp52/atQ4vtU+vgSJblJdBarCcomXoe51AAhKaex46+xaNzuY5s11GvM4x4BxmVLFrO3O7w+bJ1zVLesWAecTtFOzHWBUnSdrUMuXvPibMT5c8+8LXy7t/66fLtJ8+XIydZq7uoTsPQq4i7sDb1OW2T9oFm0S4VO7KSyuq5vViwzjR45uqVNE2Iho9kM7smS74QcWGxxs13/zQJf4Jb6OvWeK0k8GOCNKnCwIv2G+/zkz+2kab0auqfL7xtp4UAzY+6eEtl5B06IgY/c5UzD+lbhl/z86/PWiOG8Voex8R/Fs/nv2TK5qnv7y6/8atvwy16TVmxZjICM/gJ7Lf8mQcvH5I978TxNAJToZUo/PYOJ6vTd1gN5Y86Mw1imrYh+vWqZX5yhE1pelimNnaOQzNAkfHk26ZvW1FUdmONYtO/fKB2waejWGnV3aa01gU/0hQKXaUZEhKCB8vPL3GuUDOXtgSS8NsYDcoSs/1T09lm8kbvLT0aQ+jaGO1v31oOgrWvo/zdJz9S9uGXs4yNKGYnUTDgg/ue2c0Rq0fxScNTOnu6J2cyYPAFISOiy6WzF8qabbfhFMtI9pd/rWzcviO7F6aeFmsdSGb9Qufcq5IhfAYj/fcN+uCIB/9NsskQeLSZRb4CtQpLHT00X7gNm7sKYZCIpN/M+kFPmXHv12r3BzjaIEJQkUwjqT30sSRi+/bb6C8WRqXIW0Hss84OsnaFxUIP1sroaUIbmiudjbzsKPGUEzn+M790RBHuZTBfGld6YPP8r33ls+XRr34+ZmW/tp2xMibftAFNkgpkBGtFXjLUsm/6TD1sNEMgCdyO2kOGTT2st/izOlYGHNvoXIaqlXeWnTtvZ9R+oyxjucjL7tlc3vhzryonDx0u50+y0xFzVZpQZDSmCv7oAGqMc+Y00m7ZuKXs/t4PmM/A3ESBl9Gaj2Oe+uIT3y0v0DmHp/vKmcua/RkNQ1+OFsjEDLlVmHkB3IBJW8Wjk89G8WtGF3yUWIVDZt2Ghc95Bw7qEietJGxwDlG4oBwdIUHBdebMGfJiSc69d3C83XBGuPfedyfK3SSj1yvltl3bUvgplIQ7bt8FfS4qRw4fztaLnmjkspqNHErgaVDHj5/EHLcWmmU3qxnmeQHQuSo7mlclDNvKS1rhUpOQeQeoqmz6KnFCXxaP9guDmoTmfba9B1mCBOB5ztIS4rosSZPezp23lVOnzsRo4u5batxdmOrv3bKqvOnhO8s6jjYc8BAuHNxkpi1daspfhKVigqmBP//Al1meNF3uvHcD5XLObqhHuNogncNkbRgDdbUzO5WSxkvr1E8BBMFaBW+9p+1oQ50L4/AESirzqfWr/Y9YaXDf0d7ETWhuTe7/oJt1FeR6b59tAp65DN6QtbE2zP0mEQMcLuvc9Ne0o23ZBtrTdm3gi7ACR56fatur5NrnxFMVMkZcUC9/UYb1dOR/bYS50kv0PQCaYU35hbFF5fuHr5T/9N5Plm8/e4r9dJeSopbf9mfTVjzVO39b4LhbPwtAtYoXImmBqVph5L1M9Tjlw78evJtVkp3Ko5vgw+B6TNKBGHmvPHWMdbQumbO89Ef7W0qAUzOfywf+W2YNmQpbjElLPMCnM+8afCykjfn4bbr0EX5Ib6kC8LfZNuTRRG34BuUaFlrMWh7V0nqTYI4O6hap0+WvP/qB8vyzT+LFDezUcwYl58DuHzAvewShi4ndabGauwVwMeCg31yBDwxx6M3AyvXlne/67bJh6y7oSFO5PIi8Gvrllrav/KvizecEKgWl52rh+6fepTN5oMsoH374YXkdBAlBAVIaRx6jnfw6y3gkCtEfBxK4kHNUIn8dR5xNg4waFJrGkh2bFoLHDOCcn6dr2OgKSoWxGxK4dtTSZO7UPKai2sSm9qlelYCM2eCV1xJW3S2HbhUGAoLIJkN9vimE7E5q909975vl03//CXiNzNSrLcV6mmstKQ8v9oco6bDpqESoScidfw2Y4izvm/zabKpZrf1l3WXMdVRkAvMNw0kZMxxm/nzZi8n7MELlJE5C333mB+UIplWdhpzIX4oXsnOrW9h+sJ0zNHcVonqfKedOncJreWl5+b07yyAj+w6OvuvDk3TVSo7KG8CkyRm0iOfAHg/glrnRga2aeASwMKt21Gm1LEPm63xpJR4ZFzWXck146yVAIgil7eLwWHnsqWPlU18/VJ7YfZw9mlG24JrmuW3b1tTrWdaUrmYNq/toH3zhiInLth3bOVuXM3UZ4W9j96eL+AtcYbR49927OHdXhxFGu8zrXmROaxYBtWHdasxqnFYE3a5kesM8sh6WOrYMnpcJUpT0wJ+AqeNTVf14RTrTRkBxt/6T9IM+8Oe0iCPWEdbwRniDMEcJk/gsTDBvfgXT9nnazg0uNLeNM9KdYS6tSyVj/EIZun6uvOVlO8qD61izewNTM5syxGxGccr67PKD1eIqTPQLX34as+XF8vqfv5s+eAU43XiBdhLntFP216bv1N9NmwG51ECtUs9b/+StFUrbOZfnBW3CzDtx7PJ4x3qCjbRaFe7KqExScVFLqKUET7cW4u9aRB54TLBsheAPQ+ab+lYeFCIErwpWQzxvwWXTdfPOPme+SfkieaZHpF4yOq9WuW3p1rt1kuDJS3wEJzVXd6k7efIYfjZ6YbML0yzMknWp1ybxOO4eYlSIwkha69MK9gDW/DHvhJTRPFdoKa3SpeXWQUatjcLL9cquPe7FUtjDCHb5UH/ZzWYV3/z291DNoEOUa5cmuexSZ1SX/aUoESGPM2/oWgFDpXlZ6yUETgtWZYr3oRsaPf1XOBLVaMFDTZnUwVHLqxT8vk0y+lmtJ3clrpTXSmAzeslQYYwVLe3NmnD4+F/9t/eWF55jwxxwD2TpFxfYVvXy8DmyxsoaIcv0jfxdYgDo4BIBPLBqfVmxaVf5jX/9O6VrcBlsx9F74yibNmjaF4Cr0ihNWGnhXhj83V6+b59vjbcwzUs/6/kt7Q2yekJHT8qU6ZsAFEtwdioKSVvRKLLh69iI3cj+HIzNEzw0nVXvNdPRACRVI3N/1AGEaR9x1L5kODnbkAKXYEZ85FWvLfc+8FAZAjnawP2uKI/wtMVtLMsXlKYBqxgnDiXpUuODbt+MlRMnycQbwXWQrQLQh2fegQP7yif+9m8gXrYew+x3azDPENqtH/hdO6Bw+JFGspKEMG6BAGn+s8kXhoq9+s68TRWiBKEKsPob5igDsfGpr7smTaCdnUQ7Y/Vc2fv8CTbnYMNsmB9+seXY8cMIui42Z+BoNIjOIBwD7vWJyV+mMTE+jRC4Vvb84Pny1je+rmxmB6ZeRjkjOl1gdrpty3ZGXuyfSqerM3/qcJrixKPtDh0II3fhtQZ+14tX5yUdfIbYh7iPeUjzMMwxqdBNJeh8yB9bDo9p+smFCeciPa1I7R3BQ/pzZ85mJ7Fdt+3CKWS0eLDAVrZeXAHcp/AydjH5ELuBnT3H+btgYePG9eX82Uto89ei6I2OXgE+rQBLOLP2IrSHM94KnKbIvx8YbW/neW2DaNXzgFXc09F9r2omHeZZ4Zt4smsZy2zmkUfxNNaj2/q6cYWRbMsJdibyvf3Ha4R6GKcXi46HISwHNuPqrDcwe7n0TZ8vD2wZLD//8u1lxeJrZSm7D/Wyq4CC23l0+5pWnyn2sd3z7JHy2KPPlF/6lZdxRiz167FPakVJlqENWymzVAinCBjhSB/64baRQ3pkn/Nv/I+AddRqW9omtrewhyFThpRaR01+IGNNzk3e+d1giq8J0qOhyYm4+Rk6rX1G2MAo9FUvv5svOCetuo+/6xQLEYlcR7rgxbwFmuDf+lTzM882CEGEn8ImAgUKVtA2nrPUKPBZz4Whhd32vnjpPGZaTy9jQwiW8UyxGmGadeerVq4t23fdCROXzuFa4MPyvCiEd81FA5l/W0YOHrBe5C1LEz+B0YYExwbLd12tSOiiPfqzPWBnuYyz1BLo7RT9mg98BxeMkHIkoG1lbhFYFRLFrfhMf27yNn+ngiQcYTRUnJEmAFVYK7w1z+QLinSi0lErjrLwXOtgFpERpK2nGNlwlu+9feaxDX4ipI1tZ65qTeIDvOvP/+Q9ZeTsEfoBVnm2/vT0IDfxX6SjjcF6Sp/BqQqgvKfiomfJsrL97peVt/76u3KKUc4bFpaGVpUhppWO293JotwG3iZ/ywCvlcZ959XWo/29IK7xf0wQv5F9gOv01yUGAQy2KtH5oY4CuBszFaNhYcR1aY4mYRg7QrYH13PZkISR0YHICBNljRaaoI1f90hF+DKqzdFaOMaoNQ+tXFd23H5vufOu+6hSLXsh3EHo3AvJsiIZzEMYmCLtdJQrk7Uj5ifw1obQo9WRNwcgUZZwaKJ83/veh4MqcKVOxLUhKbqOmunQEGHVMOcKbh6Ez7xza95VYm1+1Fu+N3FbeCWGEHbIlsd5GDMSMSUZ28YSjp1gik70/L4XqBMv0/iMAPkqjhV2Z8+eDaG2beY+vHfffbcZYOKiHJyfXjh6tjy772QZWr2BQ6H5Rj6ugz558lTmEbOIkPlQzTsZSrUdpKkkUPLNdo0KFFzp1OMIzS3m3JFGQdnCkMJf7A/lCrdMMoxF9CTwmzbScWgtnsXHcWKYZrR4BwL33LmLwHkaM/BWoChxgOpBgVu/bg3ra58P8a5etRofAuex2Y4Op7sRzMweerEcRe7iBUeUdWMJTVI5DILya8vYeeZDNr+QtqUh6i4fl5YSOdF4wXu3utMZa1APSISqTMIWlSG6M5TzeVp6LG+SbS2HWOKjcjMycpVRLjtJ4Zl6lfNox9G+ZzFrL56+iCp1sfzz+9czuu0uKxG4fYW5a8sEgDB9nGNGh8fL+TOj5cMf+Up5+FV3lc3bOECa0btwhm4UJLYZlwqMtFZpjMfAT3btQ/O7vWXUwzf3Y/ZZMlXYVosFeRHqCKjSAjnxxstwMx7ruxf5u6Bw2z+KjLQATWREQ3bymXrVeme6wsi8p1mCCz0SFGk3GCLYPrn4mHxS7MJ+1fRpRuSZBgMvcWoRaeIn+DJRm2a+Lys4p5kDPI+gVbj04PDm8kZN2YMDg/Sle1Jai4X8MCeRl+z9U99ajte8gPC932uEHLZB/9BBTNDkQwoCtxdk7IpwXVKOHhtGyRxBwR5gi0wOqThwnDljdkhjADMLnFq45NcqfPbHqvyqPFcwUleebcdMD6psSLmhFQsNmitY/Gj/tXgKqIIs3Am15vO/m9cvejON1zx+F0abhh/NMP/63j/8v+gr59hsBTUTftCFo5jtpclfi2iDHMjBfNzRqp4wNMtBIaVrSUz4y1ZtgIZZC9vwpPQBQIXFp3T7qSZ6/4nnuUB7K5DngvS6gGbn3v8jH4TDkbUnBj311HcaTNDgBsg5jeezI90c8uyPBmkCWudj+aZw0nRJheygNoOMLZtbIDhMb29R43a4f4O503RSdyjhQOJVq9fwu5bLw1xIE4mYXHz3BfDJDEW452KeZd9ZD9MGWHBVryAWIEzn/qRXYMB9cQjiuD3Wpv3xH/9xRuJhZG1pwXvDiKX4HxXSCMJLPHu78Hg3+MrkzecW9krYtZGNn4jGNwG/jWe9arxUJ8Iw+VpX8NoG8X1r0HTp6C8FE/8aglrvxG9+55ly9gJHQoEjN3+wmZazbWYnQus6Dm8SgWVUhgcrSz1q2wqToToG1RGPbTmGoB1mxO2oLVsVtnVP7B/+U/OXIVoOeVIm/CuCTe19kjnNY+xXvGUL+x+zUcVRXPP70OTvumtH1nFfwils+fJlGZkeO4ZZfNWqjF5Hhh3JLsryn+PHj0PMbIWIeeYM59WuGFrOsh9OgBKj4KueOkVd58BrnqAnrTLSr8xKr3b7tUJXMVpDQ4PkdY2NKEYvj4ThCvsaHJ5UOsZw2hrBZGxdo6Vz11PaKZIBmLPU38PzVQ5IuHZtJnOwHZMzpR+BvHzsZHnVLhwFNy8vgx3u6atSVfE1i7kSYz3OlJPkP1k++bffwmR4sbz6dRuhF/cAn6ck+0RoSBSDY8nYq5r/wRR4qNMWLjHgovPL0NyLVUYgg49VC+ZGh2/you68b9l2VWsbmiHveXzOIRZaXviWPihtU4vau0hjOhjbTSNBk3AZJ/tEEyme374Tp9KOPCTvfccly2m/mb7FBvm3QcETZZD66HsSQWP9CEar/bO2b142fy5dZooCb+MlWCL6tcwxsNBSsou5d1dV2FPTPxaUZYZtfpYj3SnMxOlctMRpC6+FzY2As7TB0SN8kuHL0IpBaGWinD55CZpiDenAqvLo4wegVYS+gxjq7mX+dQBT5yMDF7iyvWvBtQ8IT8zntGfO7k7x0rgE7506gd9aN2EW2Lyudc0j7QiuW77Bqx8TmgySkVFtKIVapaSr7Gr1R3/4X9j69Rz1Yr6Zfp8j7owZQpH3KahoR/qF9Op+A4s4FauDfYo78EMpfUynsf+Ac+ieK9wG4U8bkF7ajgIDrnz3o0ML84+O9ZN+DWlifdTMvxyFHMyCADpJHd1VRMd5QIDDdOvd5xA9Gud51w8uLJFKuMWcSx8cAbv/gT1LRi6SKyOi0mpVvAoi+BKNz3wClffa+HH/zzDIjzISs+NOOTcWsTF/YfcU1o2Osx2ZW6RBkSkro7TUB4c1Rjx2GqQuBOPGBFPl/X/2p7xntCsTccTmqC4MQobrGN3yb6qZABAqQQbO1AuA1Zb5J/HxI7H8WxUCnup/7j74ReYDOFyprh0ms6YaKcUV7/kTQqO8dBgkU+4yCTVR71zpyBCXI8Nx9oWunR/GhGnxuoSLQJ3k2352XupFG55iNHUGE2wfphbXeqINBXbhCCwNTBlJN4A7Ymi9cGsd8UxHQKiNRqikxj/8p62j95j8bA9LgQnkzq0HK8dSRqB33bmznGM5z8UL58quHVtiHdvDblB6O2pGvnThAkJuBE9kl1NwmhTzNoMceD0AI3Sd9/r166JMnWYU7NxsF8LDHc3cq1fFCxDScu0eu3Wk3rQZ9GS3l7EraKVFW6IqH7U9XAI0ALNdirOTu0DpcazpfAbrgkeZSTtdfUxLsJFBJ2Uuw8ynmW2KzjUGM5lAUI4z5+rUywQjEUfH1/lmOT2sD+yculxevrG7PLJ2qqxbdKYsmWF/29kx1kyKM0yE3Nz3V1+Q7373SHn0G0+WN79lO3UGh30rSlmyodzATK2jjPCryChOKhOnDryjmiCBO8JHGuqGNtT+Oy2/k36P6do7/IzPKK2Z+6Ng7l463Xn4gnNlLqWjMOBSuSWtTUr7xkRH35VHxLEwQg3cSgPg6NYuJaa9/O5+6bF60BrevfznSHaatJSWNqkjYtKQTluL6euJLr5paMu78ACHDn0KmFp3+hPvjGXJ6S9tn4anCMc4SumxY8fpH+SOubgqMGwUgVf7Gvddt98nvzparg5FIrcJjdByyaGkVLt8LctyLaMN7e8WL5VWtcax/ItjLy+gJG/l3NlV+B7IV0cZyV7BajI05KEk4+kLK5jGsd5gnL8VH+Yfocq7mHcDBLBQQOjAgisScgc66EUBD3DgPcstaWOVoRq4+yzsfpcHgbfwb54jJ1JZY4fQmjs3Kue/LOuiTHubo9izbDrxkT/5z6Xn+nA8t3W4dc9yp06kHZd3uYpEBFaHJogdC2oHgnYxh7ov7h/iLNnlCN5+iJ2tNlGAjGubisfOwCVdCxMvoC/NxXD8evc5v4kvfKZbcKVOTT3jNEk9ZF1R+mou5rTgqnRl++r7MgvsPZwdsPe7X2XqaprlPYy+iY3zoYQsrA1z57UIQifjwYuCQH47N1i9fkEKnc0Q9FIrNaws1MeEZmcRYCEUKNPcYB2ocWrDUiBhAHPc1HUYCURExFTY97Uj+LQwWCHKZe5k47a7ygWWq4xcYys83va5lEJzKJV1wlwHF5nO9alxmOMNjtjjpBx+S8jve/97y6+/452MiNbCAJv8qeN88Hn+t7AEHu9hINalvhNPSVqrE1z5Iu/Mgwex1HY8o1U81/RsNA0x1fg1jd/NnzRqadRFM1aQ06TlFugkjow6GrwRs2kL5tMRiJcY+Q1fZteZy2N46m4ud997D9odTApBuQjmqkOSe4LWEQOZwChaIiNn3nOKE6PYJYMQsmVaiTxUGOuPH/M3HZZCRQX1qIu43XcZEyiVfOH5o1g2lme7xUOHjkCgfeV+PI8vXryCFzLbS27eiEbfF49kD2DfvHkzbTid6YCdO3YwKp7koPgLZcfO7Yz4xhHYOB3BgC5fvoKnJiYo6mjhaT+ROhekJfFM/RGmWacNjHMx5h4YadCRZSyuk203rHD9rwdsTFIPhb9e9vDXmJFXrlyV9X+jbNk4AGMobOF3eXi0DELj7nAzO8MGIksGEMyYoUm/rL+rrOgaK5sXX0FRYo0lJ7WMkXfm3sIsUAQQdGM4XE2fnkRZ/Fx5xy+/AdP7q8p7j+4r41dQemlY56Hc81gOEzcZcL+IkXJGu9THfm57d9H5u5n/6sfhZgAHnIFeBYNsjv18URZcV+rifwYTJKoMXIakCLcfV/OuCFLpFWc2rsyKvqmuKiJ03uKHRzdKS+2Iqa6bFxgu/stDqhKugLU9UuG0gyXYet4rFH7nR2DxQZhuDYkALurIUsadETvtHJMFNCws9i3nF6tiizAHVtdmXxpmLpy04yhDizntxxH/zp07KUR6mS8z9NQUbR72HTf9yPaX4NywWDNn6lNpsImeW82r1s1amLP81l2ETrF8zf2NH/vms8wJby2jOASW6ZGyBQfU23duKW94w4MMIKpTlCd9Xb9O/nB580g+DCKCGZuFf+JYS2M70hX2ejWCknRgIu1nHw+vnsuNPMwHXm49TZd7LYGUPzoEDoDyrl/NmROHy8c++uHSxUhPHupGPSrd1yUcIsnfrUMKjVKDIEUxBHgQSpvhiLYIs3FWs3CiEi9IRCrh9p9181k5Qz+o3Nf8miuZW8B/z1Azt5WZFypdU6Plbz/wR2Xy8hmsIigJ1ggYO+0sjl78LfO20axYGiZxcGlRi5dpIajU8j1Y3O/+I1XiO4LMvAjEVWVwJU7p0OG/lc2INLUWKl5JIyJdYlCw+E4Y5oL5SwaC5VIRtD6Y0W+++9+VJ574anl291PMZV1kdIOLN7uBVMFDbKvAP3nFNIcljI7cYC/kZdFIZQh/+ZGPlDe9+S3lDuaJR8aAmzpMUbcgAYbjvcLRwlIbTzgCS1QcgG8/8z54EJkvGsAFhCNM6VLi1yc7BYQhvh09uPZK7qVDSzRSic3fto9E1OBmYSkRuABFVtH0Ld5R1Xkc10xj0hOYWA8dPlJ+57ffQX7gE3yL9xlG+pqrEsmEBItAVckoaYKhVC8CoQfvS6YN/co/sSoWfrIQBp+hT9MhhBWzq0csbt62juPtTpezzKN74HsvneoAnpaau+/CC/kMo13ncLdu2ZrCzvJbZ7zbdu6qy4PA3bZt2xj1jmbHsg1sjHICS4ftWbXuhn5kEg24AUUaD+2qngCQnbX57ly3zjoGlZBhFBbX++rl7AHzzpM7D+tGGr2zrOs9eZwRL04cMgxOErrKsoRFnBDj9owTYyNlOfu0egLRKKcV6ajnVIfm217bGpqXcQ1Q79Udk+XsxNUyypzOoqGtaOpL883vNzomyNNt5tjQgEMgPvhXny+vefie8gf/+78p//n/fH/6oji9gRJith3SEiPQDuigD0FKE4LTLnY0GihrEPJDwLvE/WNhDEShHJaOsGTK+tK9Uy7MgG8VN5njAiV1Htd00hV4EqvQl2Rfz4JF+cCqNU6fkjd0AZOn0kSgpgWgLAqUlYQpgmOFXGvFCc6BpU43UG/q7ui1Hc3yM+/8PdegJloYgCV5Q8gUA61h8sWCIzxhwrR9249sdR1vLl26XI6dOAFfs98pxJwLZ9nd5m0oWChLKazShLRlIPvAYrxYEzj/2GPoaFoq5dQE8VhmUsuqnNLnjN4rg8wILHmRp5tKiOdhzNfrlg2VEawmp44dLps3DpU3/cyrsWLMlFPM2TrK6mZ0p6l5GiEbh1LrZGvIR52aIx+vWOlgsovJ2zZqcaZTaaX4Gi98H5zWmlX8VQVNPNvOtgLPuczox4RGYVJAK1v0Lzl+/GD5+499kJXkOegOiwymYNrGfN3D2Laq+yFIUg6aqGM/eEPx0TJzg+VJ7pzHZG7klDCpnNkeUZ5IL/8MrUoD/rZG1MtYPwS6wsfQwFp//MP/yslVKLtYRXDq2P7y2Gc+Xvpmr5Z+6OoGTnSLmHqwv0AJVAwcjmsWlAAE0kYSrxEAPsDE6RC1A/iNd5lbsGmsBAhB8Ma8QqGpHGmtaByn0BDJMtkFMOIqdqKJyBk0FZiTBJJOXMvMS/6IaJnfdYhoGsKeBflv+hdvKx0My5954uuMbK5lg4PBpZgXVAAg8KpLS3jAjsAYHWER+BJMezB46/vZz3yaztBRNm+/nXlNbHPWI63RllrvakcCH29O240GikGLPBTa1se63RxuyYsIMiVFVDo79akm4frbufBZzqRVE8+yJcxzmoBc1mEnsFkiOEzHb0c7tkHaid/CEI9hYGrIhze2jQVaqxrXeBK+pkCdnRxVZv6caDGzpf5NGWmH2XjWdmFFaLNLnv+AP2JCPLVtuxjiky702N2L49faNSvKzk3rUAxGyiXmO9dv3MiB7dejGKzDWWoVW97JvBVwzufKlI+fOI7HdW/mcK9dw6TLHOq6tathkGxrCC6r+Yy2ATfW3vaW3gzK2BlG9HXqQGxVRQ4MBsZEWvDH+NL9KFuVZvtRRs06crmlpdrNRuDVUcwdqiZvsHkFeHV0OcBIfPKqCzM43MElGUxxZBczRiHd9LVeF+XTsDruaQmSxrs5/m4QK8yxFy6VlTseylyUZmE3FiBj2ks6cqvHmfKtJzm7efPK8u/+w2+Uj37484yOR0o/AnsdJ8FsYIOMNSv6s3uWOu4Y88NXnWO/wrz42fFy9NSl0gcj6IxCV0cRUdjEEXBIBnEuCc6YpwePUfYoPTRPOv8lXpI4nyYPgNEBpx7yS8BPL66kHYzQMzdMvhMcb6dC7o5OY/hN1Kkm20KHJ+iVvnuD+WnNtuJd4eD7lqbTVr6U34jZwMHvJvgpuoF9JG3PXV6DNW1WuiBf51yTpwKIQhRGbuJfz7WVd8E7UAa0rmxYj2leWBo8xBolLVNxsw8oPEdhxuy+bcdarC6rOKrxEmu+h+FB1Mc+JqKaUHkeTWo+gg4urJ/WLZe3DGD1GEdB27RxdfnZV+wi4jTL2Th/llUFPf0sseOfgkt6CA9J6tq/IiqjSbal1Xt4IuXpjGqZdd5SHIlF8MA7ryjFQFt7xHweqSdtRKHEIeKPCTG7Uy93sdJi8gN2rPv8Zz6BEyCKHaK2mzlZTcEqNh4LKsiWHTTTd9y7ISfzsKa48kkwCG1F0CIDhBXVEEEm7YA72tbBXHwyyEQQU7fA/GOA/TGfrfutodKDPAW8QT+9XTfK9x//Qtn97S/BG6oFUEVFueb+CC8cPMw5yTBda6jZIptWUIsITTKwkrUx6FYkkGhy5bkRvOC/Mn2LJYA1269l9BKti+NtpFwKqoYYLK8uIZivjeVklEfsKkjMDDd7ks+gAS3G67UDZtUBvK//+beUDRu2ls997tNlion1y1eHy3KWsCA9aqOApTAEoJlmhHFligO3l3N4NGqnIDz2mS+UB18zXm574AE6l+YM4a5hrqMC+9yoTNxJENKn9ZyLzU/iiVw7goJkJqYk8Mq7eNGpbZmOIPJlZHDe5GC5aVC1Ah7ES0YXNXrwoGOAeDY4chfOOKN5lwjFr3N7wsHjdYjM2NHqeGc72qWzfSYLfKI08TujA3HuP2E1f8HgHoJmlKTzUy+aZJDGexldAvD/g4L4I4EjL/gp9ezFXHeNU6E4pAKg3d/4HALVc2Q3btiEgLjK7k+cwckc2V133o5AHctmKXfffSfC7Vq5Mgwzg041MWvWdflTH/OlMvQsl5ARixaVuXQ6S/dRonWuuRW40HoDmwlC49C+L1cyH3zuLAc8sEbWOEsG2C6TEe5mBOyze55FsDEqZycoTxlxTmk7o+8Dzx+glEU4Zy3jBJarEYwTKE1q3KN4I0sH0q9ON5ry3UVKM/Ps9Yto97OYklmqdehRDopYW1ZuvZv5YA79gC5UwtSep8hgjBHrgUPHytvf/sbyqteeKf/2rdtLLwxsBIvaQXbKOYgwPc8SIVcBzDLn2MloQO9MzcxaE67DHPoXbG6gsFN8ZTkKOFuEo0XbByoTlsYQVP4IrdW7JrEoI3ZQYHMjjmw6MkIe1pOyRGVSQ6eGHpjRACdVLRviIAyWYTmS0Xt7ZGwGZWCmXLw8ylGHHE5OGwmvfS7zo+bFyMGRNSSb/lZ7kLD4G5h530FbdOAI6fxfF8xapqyiHhqXp/Ev8ekvWn9UcOv+1JiM5TFcKnzuA1DN3VSAYP9OPpYDzI6G9QBeh0e4m5UcZfrjsUf3lfvvfgga81Qp0vDP1PIH239RNpsBN9KZvU18ApMG/07m51eyFvShB3aASnbo47CBDqwO9rduFQToVl8Tr34UGWlIWr56Dd6V3BT62qhAQuro3adAUPm6EwstLvLVP8STF1kvnjPtZ98GtMTl2ZF4+gb5h31bN95Zx1uDPN950GVLe8o3v/b58uRjXyxLqPd1vNwViPJfLSJCFVZCPi5dK5wNq4Wrr2cp/BPlCNy4bFQcCcdi3ikLrON11uTTdWSmfDYvAeK3tzxW+IXNcl4ETD/9yGA+C4N0LsDtqUHTbJ/axxaRH/0Avj94T/dB10kiEUor1PnRrzwKX7pG26KJwnIAjl1J2Jcx+33aEBKFgCfcUmL7mmwjuamKd5GRyqYcf0NcEDGopdPVRmk9QTOySyfUZKxH8kuHaEggWQ2x1kTA1Mg7ygMPPkAn6Sif+8wny0U6+TBrzjw3t5uOUEfYpKGhMhqgUSZg3kvZEFxNbhzC/upXvliOnz3DwffWHUYBTKntXN0rXCLZOa5M1suoa6z6ccHfVlgteJXH2t14tPX4r8cgy0zRxmBeXB7FJu76YbqTLNtx/k4TigRb57wlNIVoBUzGKKwG0ECWzL+Jb/J2dOF2mp4+4666apHGCNZIZ/np6NztNDXHZJU/YUWU5R7CThlMMQJzrrIy2fl4P+lThDmF2pe6ZMZANMXh8mG7tNME86/W6yQ7YQ3BfG0rN6BYhjfxtm0ynely9OgpcFTKnXfewVrHiziBjXIYAc4i4Mnzi1UUlzEXf/kye0aDB+dy62YbVNIKp/LcgjIrLc17+Vm88iD93hIu4EW8itHyZkbT7ve957k95TSbVqjQLaG/aB696447ooyURRfL4SOHEPrjZdeuXeUwpr8BGIvsa4pR6Jg9jXnQa5gmu6BDmbbHAXZrSmaet5uRbRgu8DCFisY/Vk7sfxqmfztCoz/9a5o20RvVrhBSoB63bVrJlMri8hef/R7HQS8v41TSfZrxgpD04aH2FfKEDPpoT82brtG2zpXh2zeNKLvmHbRUEead1/mXx+Y7sRqiIVXz1TwESmFU85OOZug47ugkONFvAHrUET6b9U9PX6aOk+E5xgFK9vjuKMtW95QtQ2y5CROTWemxfYl5yZOnzpczF0ezh4FbGdb9v+03lGuZ4Jc/2UtbL1YOC6bOrIe1bNpBWDOICMwIZN7foD22b9tOOwxkNcMIDpbLmGbagKKXjXxUDrDe1UGH9ao0Y103blpadt62lKVnB8uTTzyJV/pS0sD44Xkyf3Y7BayqnOhVLq24fOfWoBDWQvO6Vz0cJWKSrd1uYMVwsxPVH0pP/9AnYRCz/3VoQMfEa3jCL8LrNi1G5eQxGaQ0bTNfDu9hEvpISDRp6/mP808i6Ka0imjKpk4q/iLXesk7XzzYXuAfi9EgPPmTH/1v5fn9u0PLqAzIAvo8ykvlYfpp2CYKWc31IyjVh8sqppBuoNhHmVIxtPaVwXEHghDefD3kLYIt4C9ZrxcH9id6O19T2wFY4V8SIGK+XDp3rHzs7z7GfgX4N3DFygt8WrX27H2uHDt0MBYU8dWpjd+NDNz8eBaz3mIIwsPBe2l4ibxl7LdCFYGT6tlBrKrNXYm+dsxafbEjcScfer1mUju4wtMOYsP4jaaUdwRZ/hZp8r4E4i3GZOBaqi7WitbRoHFMNV1uv/M2ztD9N+UjzL0OX7xQhi+cZN7MeQxzVHsiLR0mHd8lE8yDdGIa6uA4JZn+vj1PU++uso31m2QoEP7JpXDzMkhwwmVnMl4awU5eE6UeCj8b307sF4w8+RycELea4MAUOFEqCpOjFZ1tBtHyl4L3mWkvFAHm+5SlOnE5+vI4uTqXbCqyRQAZJNY779xVHrz3TkZX1J2lJVeZux7Es/ezX/tOucyh8OJb2MMMTQSMXulAPqcOySxt0ba7WxlOsyRlAm/HAZyAolgZHwAqVszsxUNwRdwpTEidU4vL4RNXy2t+an3ZseQG+2Cfok4qD8IlKOJhGkePEYRCFUDO+Z/1dJ81KzGlbczo4wIjSzVaT/kZZ/MKTX5LljJyBBXO4U+yxElTkgqdlg9pRFxWBmE9a7C/2j5gdq7q/poLwQnLovBmdsS6iQ0zTpw8yaiabRH5dpLlRJvYj7qfPWn1xL4A3a3kaMlYZKiPy3yG+D2LM8v4JLtKTYyWZYM9HLHWj+KiEigzhT4oXoVxgP7Xh4f4Yg4VECQdWGY5AtJTT0eO7sbjcnlZt2VHRsA6iAiplhHIgnpjimX5xxWOVRy/zjunHBCo8binP4svhXr6nrQcOqjpFFDVsgJNih6TUaYG04qhBejhTeglzI4fxKm91jiVC4jTqs1IlVxBOWXya1bhyFPmc2FVjlg8J9QNIdCXyjjtdO3SGLsgYRZcfDrKyTTtqdNP38ANrAcryiM77+AEHBgwyGOzM+hjlI1MWIvJ/LjTX4tme+FdKC2Y8m+Mg08Uii7wM4MiFiErvQEU2AAk7uDCNdKDg9vLmnUbcFy7gqfxKrx/dWaihtRVOhZPnT048k1fKZs3bSy33zZUDr2wr3z3O/sxFw5ko55hTpqyLRi4JU1GWqTz2MqY3/m2yLXLopw861SAuIHOWAIyCR3pNCSWFK61v9LOmFh7UBg6sXQIuULWtb2LUVYnoSVpHjIXxPRP28DWa0PNJy3TvFr4bMvU+N69ajAOpcE35QXh8vMf20hz9+RB/TChMHVwo/wVTqcXzhwrPdSTHsl8K+ZiaNGSgk+edMq0z08xdXcEobR8+bry2le/sTzx5Df4RiqUoLQT+DON/YVUPPNWxUEcwiNULuSIbb4N0Rn1pUP49kt/rl/EopnUjKQ5txAaZE+Ix7/82bJn93fwr6Bk6027OSByYPn1R7+W1RLhLsyji0mgRDumI+qAsm7d+nLw4LFyx713Vw88hE9GI1SozgfU4m/9q8YRRikyACoI8VlKJfjbuUGBmG7ekWODOGOIMCLl8uaz7w3G9J1MszLl6lHWfDMuVVm9Zn3597/7B+XDH/5QtMNTx/czT+QOQThkEMPRraND89Zc5LzuYrSQXuYKbBjXLJ44coiRy46s1VW4LaC6pLsZLssnpPxaT78HTw3sQu7nvG+erX7eKWjBic8ygD6YST+dew3za3ptStodi9xs30Jw1qLBnj94GAZ+KbgObBCZYYb5v34E9fi1S8wXLKb+3WU5jLkbD723/+pby4c+/hV2ZnKRu4IV5miPNJB5RsYCESznbY3Ht8ANzo09gWlWM04PJuTUy5dNPWuqF/8bpQl61Wv45Pmp8qmvHWL7wenyypfvpA1ulEPHjrMrFllpshMX1Ml9gkdGOff1+ki8iD1wW/Ot3sruEOXuPJcuXeBkk8uZI3XkOsYm5I5u9WK+NuooiXo6avUKqf8wfDWOOLAiDU6aaOLdtJq6VEaPHDmW5UQS7TRS3eUgmpOXYD3Rw1hz2Sm2wdTJw9G/36cZiS1vdu+y/ugEmJ6rw9DyFdChcCEAxsj/OjTQhRnVHqTnqxK0AyGUeVQo+NrohXJ47xj7um7nvM2lLOOyHRVatA0PLufS83p8yjlIGQJ2DL4vAi5NHpo5DdUCBc1QQedTrbnt+ZJhwaf6eDOe5tK92Gu5v4Fygk8gq4qdUxbyZOZrwUsELc5D1xEo1xW8jCBBCXhG+KI8TbAy4So0chrlZXrqNPlhvYEGetmIfuVKtrjbsg5FGwevAcYZCHPPXf7+d4bYdej9YEELgGZ7+j94DZhUpNa51ige/syFOq8+iID2EA9KD+jyHEcoi3FWW7l6sNx7z91l/wtHyuPf2Jf5uSUox+vwMxhlrfQIS8tiRamSln5NmRQob8uIOKXS7sAvBDWIm3ppdpdHVmWmwigNyh/ijEoCN2rRR8D+6Fy9uANEgvnRpj7Znxe0h+kV+vPtvOBj+r7pXywAf/JOExJhQTp/NVWw/ywG7zHKdUyVD73//eX68DlGtiiSxOkG3k6nCGj0KARAYk4K2dHRYU7mOVKWsFvgb77rD8rqZSvL49/5DgrOOGVbG+AGj4FdPAbetmA+NzDVN/Pw+buJZaR/dJD72WfchhgDS5kG3g/+5fs4PZEpLqhrkYNTB3G02zWmth59/HHKAg4JfgEAnUuXcUzZmZMwqomygvlLCWXjli0sodlaTh54Ngmq5rAgFVmpjTkO9e9c5RWGIobm9l1Gfk0VW2nfCdPECdgcYCbkST7tKCsNRzrvEbxJyw/emV/MH6SLu7rpYvesZUmIauy/9ZvvKh/72Icpm7mesydg8FfLkqHVuJBbqIzXfICbnjzDnJAe1HUeiY7OWskTh14om3bsJC7smaLVwLkJQp7UsFI/6xiTEvkJcL4bRQQ3OCGR42iXGUivMgBZ2xSwmIudyHytq1v5beKEmrXsTZyt9mg4Ga60Ns3817HjeNxibs4So2ZkbOcRx92LB8vu3c9jrtlG+2GWhYF1szayu+9G0R/H+RDnwuw0EkRGS6SrjlFpjIAvjv0lURmCcwG3g3AbZ67B0ZHC1qBZTJyKq3pxa4I1l9iCFj47nzxFe4v/Ma4vfv0QjHJxeeUjm2FYnWU/3saTxNH80tnZD2MRMTeYvx3NtourVq0sy1BGrrhhBp7kmo37l/RzRJ1rU68zyljLnO5kOXOKeXjMsa0pPu3RwFQZmmBVxgYG+NF+9D3wBUa/CznCjwYYYn3skcOHGVm5/She+K7pw3wnTt39SSVnjGVGOnfM4uRlH5tEWdAEOcZZs9LtNPk52nRLP2EbBu5ORrCbXGZGvbawaccl5paf2XOENqKdGak48hI+28l5VW3v504fK2uXrqYN2XheDguY0yhmKgOO6G2PanWwPrahI1wZsN+4/M/lO9N00p6hTuLmI79UAepz89ekvpGuvZtv3tTyxad0Hlw2At0fvg9Ncec/8PGHumQUnt+VHuxjjtUUbYzNoD95B88IXdPMYFmbSzPD2AD4PGpuHA3tIvP0+w+zg5ImSZTJPpySlvZPlUdevovpIEy5jPZmJ+i1VYsT+lzCY00DX17J1HlnvFo50rChB7+XLOtg69hNbOl6rHz4o59jSmMgnuZrOH97dOQ0ZOrOYIzCgbMja5LNN7lxF5f1ufIOoJfOwViaK9/4bT0d1kv/8DEdynqhi1HoZJKzi+3rXS67QvHTK9r1x87tX4PmszbekTAZKlRTWlOsdZSOm5bjuamc98RVEat4MJ1kL07mo9Xntu9kwMSrNq6WMp0qu7mPj14sH/zQ/wtfnSj9KMw6nnZxFrZ4DC0ECuGTO8yUyyiq5y4zRbR6U/mdf//7bL+6jY6D57a+AyjhaTN5HfAIf+DKne/SPnQgHVtHv6moJE7ucFjrcVMwTRvadml///BdOs/0knRF3x89eLB89IPvKUuXU+ZiGas0p4IB/9q/j0EqpmLoxaNMHdQtDJ2uB1xFZ9+/b1/m+iAXCHOqrNq0nvXAzBlpyhLgJp03haaXZpV0dirq+1SYv6k8iCBKCHcmSwdqsdro69m0VtRGrEInSGkQMy9kq6BL60MsFXF2GtiGuE78iuSgkLwWQYzv+PV3li9+8fNl755etrE7kdG5J+PEKcaqCJilQ/CTmPYyhwXj7MI8PTV+Ba/P/WXtxs2YoBxh1BBloFXv5t75lQ7adKbwZl81idq0TXQB5hOQUnzM0PzqsmPCQGfwNj194ng5cRSnATQ9MaoGaAdz32jNcb0sZu9mBKQpVKz512VRkhrWJExxS9jikgOpwbHb68mwjrGsR21egQxPTd1tH//ZQLWtgEsG04Ae/DREK8TCLX5leln6AB5cTlJ5KqXfQlTm0+I4HYz0dc7QMuuogoEMfWm2fPnRg2VZX2e5c+fqMsCuOIcPns0GDTqEuTGEQYFwlk7p8h8PWHBDijM4TXmo8lLMxgq0c2eHEW7XOaBgNaPJxss9VUoNks/Nf2TygEOdIgDEDeXUugt/7Ygui3ILRs26eu4++OCDMfO7MUY/TOTMaeeO15TlLPlxEw2DebiR+BWW6qxjw4MT38XsjjPSGO125tJVypnE2Wt12YiA9ijJOx94EO/qpeXU+ktRuMYYvnU6sod5in7byLZ23j79Bfq4xvmlzvFPairmCDHbN85dSCT7BdXCe9Omq/VvRwX+8p/107LhqNq2DaoCvX/mf5H8nxTERVVavMs7pEuda8QTmaus8Xsh29NikI1vMs+eiEbhws3HNpqDiD5A33EnOBVql1P0r16GEL5Kn2K+FwezmRtsW4hlTsVIS5jlVozIT5Q18hIFkRDoRsQdvwHnlodWdJXb71jPvPuB8qlP7UWwj9HmdRtONzIxv9t37mJ0iRMTUwynzlxAEGqZUUgAL/nbc8S9PC3/wohVcDD/UxdDUAxydODLtAcCqhcan86IFesJO5CpPE6hcDs614pyDaXMpWeeVGNfbjkwspmCyVPUNoiK8LVawiIcuZpyjeglHM29/W1GCjvfpx0ruImb+OYPD+0EX8PMV378rz/IkjJ4l/gE/h76h17eGY3TgA5oXFLoEtGLTL2MXbhSNu7YWd7+P/4uO9etREnqxX+B9qLd5SmRAyipGewETmGusFq+9aqDOSsscFLyTxrMp0HQLUmsa1ChkGEaYyky5e8/8RflxJ69WD1QgpGZfqoDneny+De/DV/0HGllnp5ENr5qo/lXpHVONY0tiHpNdnF98TOfLfe95hEW1g+WS6eZEyNhH3MCVqTOrQJkYOSPGkea2RyIIcOOxsYnHm2keMFJYJTpEWhqZTpA1YZtGtJ6Lwht44rYaOhpbBArBijW7622qBDM7j80uKELr8Nf+IW34li0tOx+5qmMAq4MX8hykMU6DwBq1SbJQ0ZLw45Nwjhdn4Ywm5keL2dPHS3rmBfschEiARINyiKQwiDQytDU7LgGX/2oYOMFcPJR8xIZJgmjR8jqITkJw/RQdLUklRG9C2WIjoBcAD8xyYgSPNqxKm4r84opilHQN751gHTMqcqocKZwhN/DeyWsGzNYoOW169XEozD5D2TWn+LVn1wKZkfrutv7XXg1XU1NCY9ELhNJFn6+KdT6gmfKk+ksDBFsYHN6HCaJfekyo7wnd18Gx6c5Em9t2XX7UDl57FIZv9y0FfWxI03RTp7eoxJhG/ejCLk5hUuFBhCEK1Z4is+lMKwKsgxOmr0VOAHyXQNY07HCTMRGw6G8201OYBLuhbG6baRbe55nztZ5sgnm0BXCpxC2Oj9JGx4v6fIjz9uVtqaJJ65mwNUou0S97p+9tjz7zHc4nelMeeChVzAaZ76WZWaXh6+W+37q5WUAJ6D3vPfPEaCYngFxxvYmH9tBo7DwyFo1T7vrkn1KWrBP6cdQhVda1M7IN0ZO5mH7NZeNVutK/Rvc5Bs4yZ0M2zbLKFZieNHg+4rb2p+q6bISUE1Qy+GZqMIW+gt+Scfdf+gf0EllSTWf+cJMX0frChnq79DW7Gqx8DPep17wAITX1au43fQ7laUCqxB1vl7hx0iYeleBZ/0rPcekS3p5mHia4QQlzdH337+xPLN7f/nEp39QFTxGsZrmXfYzwZIy51THLp8ryzatgo45qYmppykUvevQtP3GeXfbTsufoAbN4FH8ptN4y0vi0melbXmMjFoBO0Y9tR51ITmlNeMuWz4IDU6wHOkiApb+B05ntGZAFWH61FdsZ5gAAEAASURBVMKTy7SEGD+tlj+1ftLhXPF5rnESN2kqYgOxQANPK5zTDsCvZURc5a9KEkrOqVOHyxc+9VE2ZdDlCbpkNO6crPPjNDjxvbC0KaB4Onb8KAMLlNFd93O03W+VZVhz3CRF9l3NsMgHcBdggX8OBkHiveSYqUSKrxsp1X4q7Vi/OaOK8V8yWEGvHw5aEqW1Kdpgijb/6/f9KWvkLuBhHGSG+G7QZy/gB/Pcc09TRWkSrKD02SGrbcaOWTFlCZ3uq1rLYwkNlf+Z17+ZirDsgu0LJVT3anWNoLvhrML54wbEp7OUiFsYrDzNzCsIFqboZb5qr2p+2UkHgGbZNusaGiCe35hHPFuRfKKF1UqnI4gtEocozLM+BMkSo4RRLyGo6SIAeQ5c9kIAeu1rX8Oc54rypc9/Oh384oVT8S4eXMraTEZLjpoqcdfO7PFr/eTd2UeHowOfw5t11ao1QVg4gcW9aACeBk7GemFuIcTADSzUXyKozA7WYmPk0OXe8vT3jpWHX/ZA6XfEDR76+hHA2QoPrR/C1LTtQMYdYMbwRnR/XffdvXyFzQ1c26kTCILGWd1pRnyOcOMyAZE756dm7rzPYtZ4OkDU9CwRZcSmwKe32mFDQsJLkMbtuBXH6me2aSUyaCemWke0XU4CzoXKvOd+2gmhgdou1LkpI6NpC0xbgSuUimsIUq0N3SgFu/dcZHnM+bJhbT/nOG4pBw+fxeUfM2uH5loZIbBC5NOcCOSaTM1SoIn5EdZSc7lBgaZGma74c2TkJu52vjB9BF6FAQiok5BQ2/wVpjbYRSgqo2QVlnF2ZprCPPj8wUNZ27sef4bDB18o5y8w0sbsfw6HHIXwzOqZcscdd+BBfSJLjaaBZdo5Qlqlh9HQ3gMvlFNnL3MwwrlynqVN6zZtwzwIA6efLcZy4brc+x+4p3z98SdRAO1HEIUNAs7AMEIW5yDwqrku/Y02qyOGys6kQ7/Au0niHDM0AQfrhkncwIvZfcZnwIfsAELjIi6jDhWCDpQ9lU5xWFGhYKcUo4KLKEhh0GDHd8AlTjMqDXezZH4Hc6YQh8bh2Wj80xGK/6En02pG1alrEuEyBc1opTAHQ/KuD3mWPKVbBUblNVKmrVdLtTzpnVrnjWgzr0w18WNuVMlb216l1d18EoC/jznehx+5n81wvl8+8jc/SL9zedBl5ttHr18rG/FqX4EQvowwPn70cHkZTphXafMdW7di8n+BjVW24Bn9/5P2pm+eHdd9X/U63T3d0zM9PfuKZWawEhtBkABBipDMXbIo+qFoW3n8SC+SN3mR/AN5m5d2Eidx9ERyLCuWaUmWuEqUBEnEQhAEsYNYZp/p2ffu6X3N5/Ote3saICFHcs38+nd/99atOnXq1DmnTp06dY6yqRMFsvKECpt/24mB9dHSW2PKVoAjZ3L6QfQjpNw1MI/ibbxllTa91i9euJQ3ZZj6nFhRzKUoqnbIPIr5AoEerF+eLw2nXt7iFn/sTXtE/ukNEn3QXtbyuLd6owpwXsosVFw6JvyrEjnAouUrr/+wPPvX3891xCjKgXRuWfZVhjpvaFVbD02+ifzo6hstO/buL7/xm7/J7Hx9ThlLzADa5XGcrVJo/6+CknrrH+lHmTJLdCjHlwRad7XU3PKt/1Japa0m4+o7FK7A7OBkrXde/GF54W/+ogzRzm4UIGWYy0Q91P3mG6+Vi5dP87aUCAMSOU5myFeXfIQdQOGjpu4p1iU1RXQ6+EQOj9WSthOEfm78YpnF0cOpvibfbpwF7r7/Xgpmcz0D2A3J70u8bxOBg1QJzME5p8YHDMiu+hCiyEwOJOk8MseRZ2reDl4LyAzEsoTTG2rgwuYzi07yvhd1yNVb5CNTrRnzGzMfDw0fHvp6+c63v1nG8UQ+f554potXsLNvqmVZaEqpjHXSvZgU3IXnoh6A43rvMltSS5XI1FAdn1au8LSQDKjcWQUpsOZ5zUrHkTn5eU9KoTTZ5ss/OU47jwcWLQrRuqnDVsiUZIIx30h0CmCIQNOpMTQ3E4O3m6Phdu/cHQeogWHWD/GIc23LGezUVCf7EjlJhnXO6xOE8MOEr8boWlIIzVFguYJGo4J+YSRF0DbIdjYlvYTweS4DV7vv7sYnVvw179Q3eU65FUdNkynZohx46R/qNAUnXOZ1On8BmF1nWmCP3MmTbNs59VMcXYbK4x+7o5wj/us5ZrldK3iSBncAJILD4Pm2X2wDdVi3JivLrwNIgmzqFhbqrwNNeuFRBUeQarK4plH2yTSMlorSbvftuvXo8U88Gk9JZ5ZGibp2nYg+hMkznrF7eo17PHnzBmZ8+g8+OM9s2FivMvcZrjvxVH35tbfLxweIiAV9ja5jtqLiQN2f/tSnykuvvgFzxxyq0Eg7pBlpz/Wtps+ElvwqHwHXvsCUKPTLCIOunnnWlhZRWkZw3CCEJV61auvzmLnWA7PBEbR+uMleRq5gX09IyJvjxNbF+1sFoo/xuYxi7cxhGfrRSbCP0HKacI0c1tK4KmsFQmBapCoCK12F6dJX7tvPNj2y2Qcx1vLtmqPrrjkDm2tpyJns2q5x/dylB9ei261tCg7rlYb1bXCmt6gCQepS2oBQ/RJa07Gxd1vBK38oHawJ4g951z37ylvvHC9/QNQtrUvzCK8F1kZV1OCyOCp2E1lrA0cxbig3Ll8oe3buZe2ePdbnrzCb3crMmrXhjevLFd61jzT9L/FR4slZIuDCxxwb3hHuJjm2+CettbQZgduPJ/n4NAo2m6MpxTaIAxXLZRiSnM+26HQ0xLYoHSmvXmUZQZhFiP/zfes6b8Gg67jg+VoEt/Cs/fZ9oaMvvApTpm/WAetLL/ygvP7q8/AB+g9Y3LnRz4Qsbziw5C9WTRnC/Q5+GP0Dm8uO3YfKP/sXv1WGRlya1GcEiraveEfZQUvhN67FS1MfSCrwFCuuVKRj4aCOyIwma6yeXFcq+MD7a37GUuSAa5LDZw4Buwl6+YPf/Z0yeelsGSGC2gqKssIz+6a5fuknL7OMRJx9Wi3+av9yIWDQrt/iuab63f3Ciz8o+zlQ/M47D0BwxHCFwCSEGVwkt27bVfYfIJScIeRwQnHWMURg+jv37y+v/OivaZxNERl69vGVeioTyIDipoLCnWMShXn9rjFAGbjkH8clXlCz2ZxvUwWeC2HMLd8Ne3kfQrlJkoSdEZmH7HwDfsoOcfB7J7OEr339n5Vvf/N7mGZZCxs7Wqaodz0BqmNGZZD4Qky61DnHtpF+y6OzYZM5vCCu6ZmhUX4jXCIABTKNF9BbXeuvgM6fW8QMQ+DdZSLA5NQhBszSLPdkHAAN2fAPBskLEQS8O49TAE+DPdfFcx9BGQYFod3AGaQfhjmI48cCi/AmmZqKgWYxPf466YNeTOLfPzcWT08xaZJQJWeTTaJlXNXaNBHFg9I228+WJ2IbGBTa85jL1qGBinNTBlQGi+VIEDWlVF+17PRPrT9taTOBQ9cU7TOVmazlEdDi5Ln5cuLce2XL0HJ54uN3IsQ6OfXnKsKPNqL9S9gKb2tzrCp4neFJTy6LZDbFbVCcPKnZwRqM+jp3hFkEcO1vcdsyPIWYQkgNWhPkLEJ3COvD62++l+1O0zkogHUc8Y+g9DSfyY0EpcCi4GcORulMRfOSzlJHjx8rn/v8Z8uzzz2bOhTIEyiz7tfdyiEJNmFo41A5iIJ4+aXX+AV44oz67ddQggyGf4Bt87lX8ZnMFsCdLkxxB+7cU7ZuZtsQZvZF4oIP4qV7k9OAFMbjV6fKDQ6gr+9UHMi0r9NGR6nlzsLgPboRSkk2dRrxQrfDXKV16wVvJnHqjCn9X/MFQGhGc2gErbBCS0bTSf8Gz+SlCEup9KAwljYrDNbgRxjsmWEORN9/2y5mbyz3wOzOnecEGLb0zM9TAmbT4IU6xUkODwFvrtd2u7sApl7tM2CRe5pmtSRNzl4rf/Ktp5n1D6Ds0O551gmBUZhUtrtp02a2AB3cu4MtRZwexfhTibpxDe9+3teKpBPiyRPHw4dC4xCjCiENTgPa8Z2xR4NUVhU+cW4U49zzd2aDXM9O6+w1E9pR6ARJ3Jd/IGMoVhqdLZs2cBLaRiyQ15bKG6+fg1+wVLTMMp8m5MxUaDHCpC452SDHYB2HEfjCB44CM/zLe+ZxvHDRfFuW/YZbADSywt7n537wN+XIkTdZaoS2+PTgqGmgmWCetsVqRB9lXRbl7Oi77ALhiNT9t99dvvbVr7NFi3jfKDq0Injmy+pq/ViQGLpshbIZLbzC5f81377zX5GqtY0yaa98B9fpssKWun/1L/+XMgCPZiEmlN8FQTrTvnbjHDh+GSMIeWnj6mElvpsG2Cf1E1nCXVCbhDK0UE4eeZdYlCfKo5/4JKbVHXlJRKuVHbrnPkx6XWww5xQJzXM4hGxmttuHOXmJk1XUEG2+VUXw0KkCnnotKRQkAu1ETR4NO08+EAnxax4Vfx+WWkHVEoMIkiD8vVrRz3k5+TP4lxNL92v/9DcRtv8ZQlkgVu5RlAeOPtNkCzpjykkZDFbgmaOdhmjrxnNX4BY0BcG8VB8Nl0flq9p8W7XtFg9tU1q42+d++8xBKYmZ2wgzeu/mHYUaAzwjycyiherb2YCdKwXKCNWwEmiedT9Z4WLvHPBV7z4BC/NCaXLLxKJekZ55iqWik3B0psz+cmVTxCdtawhXWJwF+G3/8Th5KiOsL3nPmZsDKcE3mrI+7Cs00ZS3Ns/aMttxo5naNrIhCV8E6+8oV2/2lu/81XEY5kJ59OEDZSdHZJ3Hw9gQhr5nLNTsFeWH+RUazo5A5trqPnBNLc3AqB3QQNACQu5+ZnVu1anwr+DtvC1HBR49crQ8/MBHyhvnX6WexXLvffeWE8dPJO8U3tkUi4I6VXbgxOJ2kRk25Fusa2wnT54sn//c59nnvD5meJdiBuk7Y+4aR1kG+9FHHikvv/5OmaL9a5O/ZGImYXLotG2QLSzR19KJgurYkSsctKDJexpzM2bJDk4/IiSebepjTbcbenMc6Zdh7FxxrgnP2YH0UZlEI2RBELfTBtvrTCLrm4DSgJPZ8iZmfYsGowAw9xfP8qlvmc/Rcas9zloRN1HGE4sfRcWkolTN/nxTuO9FeSL3JErJmTGiByH49uzZVT766CEOpzjHLOMk9RPKkvyW6X9pYAWm3Y0Q6FYI0ABaxX3GBxV2s/6p5+4VAqBsHN6KNQLB5thMPlVQx4sUtFR2YjLevGEAnnEhY3SY4CV9RGfavo2D2c9dCNyOGGfhjlnknB0ELPW7flWepVUq7SGPPJFscWDswdt2nINAPOUsyzv0obVnayIlhV8gfIydOzpKVC2sFSdP47x5kjXbJRRevOOWjbHMUYr2SZRI7vqPzoJw6rXtS19422uf5yOUPz95WAtQIWRmy5//GcGBzp/hN2OUWb9WD88fD9LJZ2nSlWFhVVKPHzlWNu3YVfYcfKj8xj/9DeJ8Aym4X4BWuRTQplLHOnDS5srrvf7ZVN/xxf+6FPyAS2lG3B796TvlO9/4d2XbFmgYGtTj2AlLPxacN157jWWik/BF+wSa5n6rxAfZAeWWoG3vRQbzjG16zjrpTAbPi88/V/bcfm+54+A9mGZAq2Wi0bHTgPNNx9HgN7JueaxM6zIaTYPDryHUmBntRyS9DF4hrWPBreQ1JM4DB7NApGj/ki/C5Fbm1SuJwAZVgSnDXFtmkw1kqE0nb241dVG22m20Ftcw6HS3u3zln3y5PPcMM5LXBghucYk1luswHQY7eSmIDw0JA4KI9OZUCIML1DY2vmOy3YAno21jpuja5wKmhLUpLeNxOo984kZTRpQQvrvsPHHBdWAGv/ECCEIyJEAeP8QR37U11JB7EnHtTHFWBXVtfw6R5tKxqeONs4glPqJQOG2HoRS7IKBOGC2QNPXfgl54LNckg7EfVQEMmenA5U66wDLD0PjpQOohnF+b2vfrbzKQLDc5/Aa9tVXcr49rVv5apyn0k7qBGoLSkWUG3HeyvugM45kfnWCPdH85cGA0x+ldYU/tJBHBOgjaoKkVVppyXK8LwOlb4cjt1T+2If0kboWFjz4FUWz4IcPeTmAM8TaLgNRxqQ+rz6UrVxKgwO8hAsBfx6pwFQ9Qt21t3DyKM9S5KCobWGq5CmwKV1Q2yqvObfOYkF/48YvMWg+WbTAgseya8gRr7r1ENNpAGL6hwZuZIUyhzATf+SNt0keOGf/5E9Bb7TnobOI46zwXJXaBSGh4da/vxcwPwj3daIn12I3DLIfA8I1CNoy5T4zp9Zq2MwPXOWcdAkplymWibG0CDzpdeUC69Ousz72w4smUscZlQh/2ImgprxMHIWfyyUG83kXpEqHvGl+sBzxTWTLwgvkMyKIzkN9VoXAma1/QPWEunRzTSXSoKxMoLGehJ3kRPY6QjbONs78kqYwO9z+wqhCahFvepFrhOJxni5BrxONEhHLpwpmuNTobVVB78MIA5sRDe3az7HQGq8BQ2btrB7NpTmfaa/Sq3gh/lc2hYehboUFjJalK6bQzYFinIkR4BMsxwYfs1TrELHmS8SlPaYR9J2ZoTAoQJUsNLBsNE71uCJoaxz/jyHtj4IzocfjTLC0bC4CS4epa6CiWBE2Bl8wsM4asWT6p+bkqT4ysjDWA9gUSuOFdZ/0ZDPytT6Bexng3/fb9b38bn4kzmQtYjc5P1rMI7zfQDCtXhMpNA8s4TmPnx86WfXfdX247dE/54lOfLYOsd0qzWiGjCPFDOByHwu0xc5arEmeK05M3kuqFbcr2GdsqZciPZSyrqb1u27X6gAvyk0Ln8mbk3iBryn/yjf9UTh5+m3GNDxFb8rq7iXdNMR7F+tKbb2JZQHmhmpjl7TRSaAlY4nzmbyCXliqULQz1V7fMzUZmhkNHnTl+OMzhvgcfxZ5OdBUK0FDlrGuC2Jvb9+wvbx0+giPOTDRhETEyMpq+0v1dKhJnmu6y5iAAzFrlChGYwOgA858Ik+hMVejU65/9ayYZi01pvvMi1833z74jImgscMRrNiUgZNDcn/jUp8swDPG5Z36A6RPCvTy2CgfQhRAsL0XbGJhOTOEwGBmOZ3RugGEZ5k+8dbluBGxr1wmaZr0PrFv3KpOhW2wW/6kjD0Vc+wqIWiOJQoi2nd6u1zxWG87Q9bp2fN7nesWBx82YfMiVtWUHEETijF2GWWckqbitNGDIOG2XZdlP789hsbVcX1pgxuK6nUz656XktSwLsW2r7au5a//V67Zd9RdZk9f28lHDlI4UpgiRKZyh3nrrQjnWe45Yx4RqZHYzNTHDGbasHaNoWKH7h+mYVXx9oOpU46A3BTx/0DZaz52qmbu1wu1DeltrnTQohaZg1yzPnB0rH//YY+XFF18s1zD9KsQMJOBM2m0a4tnDG5y5gTFRn3sXOK1o67YdWdtNv2ElOTM2luMeJ3CuseGb2C6ynW13N2fOslbvrRZ6YZRGHT/cdyz5LP9hlLl2G9YMsVeHyyb2Gg8haI1OZGhOZ0O+P4mJW/obYjfBDWbSznJVzmT0KnB96ziyjza3yfJETxyRqFOBabL+Njkb1DFPJzlb3MuB3f3DA1heFAicoIWzkcLYkJuXL3FKEc6Xchfhj5cn9SlgKYZ7NLpNTRXmi/WL+3U2gSE2DJb3GSviUqWj3iOP9xiXLl9lTZfn0rWmZJmz5u/85rt6+NNL3Be3Fa/V6XPXnu3M2FirR2Fi52R2L0wi7EY2bWQGeiUxuDfTn10ssXk2sUlBbQtuYSe3Aw/F50HqAEYd0Zzhyq6kF7+FfQEaW8fBDFuYPa9gUbx0aQYHvBtp+xL7iVc6EMTg2SS/rZfSLuVEyWxqD2K4D78wUxQiM4kv/gXTjrH8quVJ/zXVMm7Szm9843cxrWLFImeW5RiP0oNJPiFNqMR0Aus0S41X2O528COPlJ3E//7SF79YBpz1KuSFNWMsr77vTxzUgEPl+sOSMAcqENUqNh+Wd+196UdU1OS4YSsl/kP/6l//S4wAWH1cguSjMr+eM2VPH36nXDw5VnELPtB1knIcJf0T+dWg2K+MvZqFspsHze9brWHAdDl4cNGeuX65/OjZvym3H7wP88x+GBsNSieAWAbvItPnwe17y+S54wBWtRmdmoaG0PAYoGSN+zYQglfeBPlA4ZBC2yG/g0HukRHVQMKXRB/TgYOnwUjMqpRjoTJA4fCZAzPu1GmQWpBEZKrYSDn57ZOGmPJbBaCr3PuRBzhYeWf5kz/6BqAts43pDIG6MXVA9J2sHfiGCGeCUEuhHjXtFbitA7TP/cARdBVUu8jfruUJgQJEjSejhm0X4kljVGgMYlOTcnap/T/3ajUhnBBS+sn2ShAV+23npVzy+/vWpxYgpj6YzKP22A1eHcgr4J05A7BRifUDs33UiVDKcHMs2A76Tg1Z73MeJLWC0e8WngUYZ7Yg2d7VBP7a36KB61bxSt/5m24O/MBgavP7mgMo5dtGMBorAsqDa1M8ZaBTP1u1VgjtePQEJrRTxwlizr7HO3dBW0QcknHJEszH+5QmOfJq1df5aSX1Iw746MmbTABgX/rc2aohJF2D6lYQQB/deEfLGHXeucR2IsNBerqQQUd27tyR7T8uSRC7EicazjV1lgIcWjZu4tl+6O6DqfrVV14rjz3xSdZ/1iVsoJGuDJupB/WWLdvLbXiznmJ73SzCHoD4X5lasAx+VLqEWfp2NqGASLukNQTDIjPnKfbkLqCU9LH/2mD+y2jsg3i12t4+vP41+RlBzfU1fQOcpc4jVHPEHYyojknqdgxDNyqczg5zLB8ozPozdGJSodC0W71rFYKikNEgwMCvGa2lGxWzTvaC+iY8q9KhP2hT2842BKzlCFdoxfLMFkGSKwqgb5kxVKZf+YATiMzoqNs6pWdHkSFm/Xa2bxsVzIFFYUt/qmgoRIQ7ZVD2E594vBx/6xWUo63x5FcBcQ/1DQSJkbsMD+phm3qMG/xH1haBScOoOf8si4vAmHFFozJD53aUsbSrZpJhb8Jxc3CwG+/1a+XYSf1kyKgTA+vRCmgtVPItR6zoDbL9/plEDnHAfZ2O2tTi2N+x5yUT+JGOxJd5gd+9yeLnzNljjHHFI3hMH4EnCrVPXLtVcRF6Z/anx06w5LNc7rzvgXLwvvvKk5/4eHNaFBnFr3ImuYVL4BrkWAx1KCmsqULN1weSoMoV/K+pvk4ibmWy32uyXBO5g1+uqCsl8+i9d35anv7ed5iTM4Hiw9lwtMW47qW89twPWK8H6SFOS0AAU1KEK/ivMKdwb9YLAfuQFPtwHkvNAsEaTQDDFn/k7dfLhbPnyoOPPExsYDZqA44OUHMMrHs/+nhZuXFHGTt2JgG7O2EW/Tin7IM5XGH7gh6KMqRowA5SWiefsBMF1gartQV60b0GyFbjsiPtg1XwvbYs8tamiWR7WeTJeD+klTwTuebyPavyapTTYvR++8bv/V7Me1PXzuUEhmVMNZ4aItElP3+iJqgB4TGqy5HbMdjNSFkwDBiPDiuZ0dpIMCXQ/lZASNS1fQ4uB4kDuTo0iQdbYzuT+E4zmt8SYoiqKdM87SwCkg1zjFLAc3/LzLvASWCpI0HgqZ8FfUZKohcpJDRHqUhAQGrrdXBRG3lXoPYutmFpBomJBianUDSJyfQL9YhH0yJlLWFa75RCSTIV+ylr2fzWkuS668iQyglHtnFeKQtnZcmZDsBpapJWxXHwYLngyfIjWHNTrLKuBgT+M1CBQMlslqDJ5Y6+Mk6ovlfe5oAIbD73HdzOQKkDTNUnOEwdKbwqat5Nf1BzYBR6E20UN9CA3t2XLk/GeuEMNcKfBsos+w1eQD9SbEzLmkBPEOBCa4EndgytxxENmDdzUMLEDZYhUNT6oJvNW3awyf2H5RH2zV5DkCvE55klj+N97+ECG/VY5v0HHn6oPPuT6hAVsJo/Cg2KjZlbug96AKKdXZjNPAb32L6Nww/YZL+o1zMKA29hGpsu64Bxgb26CXZPX0kbCkhxazB7Z/ARbLwRZgoNq4A6a21nT+ZZm6QhrVce7aewas+YToAKFEsT6I5AM1KW96vSaMf4MYf9Y/KbdnI/cDTjPI/ymP6HofpaXuRCQa6yENrjrkpC9pUCd7bb0G/OmByPmmJVGPTA72X24rBVOZHKdJLqYjbehTDfjFXPiE3Sj0FKlm/eLKMjm+rpPvS91othdjCMY+E7y3nJlwmR6mqAe5xvRQdq20TxzaABQ+kvBUXgJ4tbR3r1Uuf69FiN3+zJS8Z4h5FkDIkWx1XoMG3n8c9NltumOlsIXsS5eAEX9S55WhNsk10dph3j7uN1LXqReMTphwxKlRUT47AOUngPtIM14sSxk6ULK8n2g3vKQx//ZHnkoQfhR5rEKfRnEqWEeDOia5neMmsscnLK2if11TZ/Uzv54u/Cd1XA2zpq229ZGCutpY9hNB3Q4tNP/1V5FcemddB8D6F4DbThMsHk+NXyFj5LOZoSC6b4lp/JD+Td0sc/JLGPlhctIDBmR1AGSafOE5Q4xfE/L/z198ve/beV2+/9CP1NUHSeLHeisY+wXsEh1TjOIogNHnAlJ1hMski/ZXQ7jLoWrXcqTQ18dnZVgG2BAgHQ+aNm7p5Brioo5FYzUTiuTUEx74QQ8qDmDzLWZmwQEmSTn9Iolzr8htjCFOhk9wf/8le+Xr71h/+pnGW7wvw0zI4Bp+dxB9suwjjEj++wHrsCwblet0yQiXWcb9uJQGJYZsvDfIiGfAHGSoEfM6fMxLVZmS5GaIqSefCYP34lulZ+SzC1bQqQW0mGkEbklkMk78HUfFf8VS9O8lBAtFFbSyZLkZlIZJAYIHGRm9QdOGAszGqqIkBmy1TrVMO3z+hEGaKhM5Na5chyBLZJbtbXA9EqVhhUwufj9B6V96CQ7NvUVR5/YG959cjZcvg8h1iDmzk05jna5oyPG5kp+rJDDwC5UBlQUPKb1KzgkFd6Adf+oyL3YHoQdjdwzTOl+OGrYzyhHcLJt2W6vzazPsuxP2EAizCyCAbuCXNo1rKBR0Giw9wGZqeXL1+K0J1kbU5cuCXG9l27caPMwoAVym6HMaBGvC+pt4+ZADtTy1e+8BkilB0pP3ntHSJBcdA9cZuN5Xzh8uVy+Njx8ujHPoZgnmVmvIsQkufrDBjoR7ZszSzqGuXX1gMgSdZbo0Dd6gM19jpLsb3QB0JgitnzxQvsAWVrygDjU7rfyvm+ClL3AuaYL3wN7C1ptCpsoBym4v5bx20UZfDmDBa5RD9qrlSYOasl2pWR/RvoZMQyowRgiKICQ4Y2NeUa8MOZoEICOcxZvTgbUt4ya18SqlYWU20n/d4KIG+SL7yAfqn35RuMCd+TRvgO37ANfFD5gKMKTJcPWhOxdJQ9kjaEsSpP0o8hR7GBEzmE72eoSQz89uxXHUC30hduZ1pk7C/Qd8NsyxrZwHr8xGXWTMeJMV3wHvd8JvZvK8hcmglF2RYKC7xetqOXe4AhjbvVasMg3vRjHP1ISMLMqF1LXWHtVVwLCzzFoWdbKVhI+bGWKviZgS0e197nt7zHD2XUmZ3tFKnAKY/lmmZX3IhLruWU2daikg2MsQzRYclrVaT0GJl1WBO3J08cw7l0S9l+24HyC5/9Mtal2xgLKDfUYbupjlTHbDtTbGF1Vm07DSdqc+XvJpW/TMjqL/76tKb0lQNWgEnYdfKdGA75Dby5w1/4mocYKGd+53d+m73rl4lEhc8Bby0zczVC3+nj77Fd61TyKKeURqbMwOlDcVgT37fAWL2s9FgfCJup/c5E3beon5t8+9Q/doxqMx89GE+fPFIu49hxFzb3gU07yKuwpTCFI++9/d7RMsiAvsbaC8o5TGkYE9Ugg5Xj2tR8rbj+TwXRyrhKxX4nVUKv13QO7yizVlMaCqHSTgWMiJUN28kK1Nq01dz1woHuAz4GLnB41T1aMOXchlBo36F77wPOiXL17EmOYGO/JoLG03M0hUgk0fbRepbZJN2BsF1gLUpC7BvaRB5mt8Cz7BqEeJSThJAdS5Vwu7UUYErsJNiCmp9BuJ2Uaf4TB8JVG2A7muum7ekVBE79yd80SKZR8+WngzaJe1yn033DsqOxmhc8xc7jpffRGIFVYpChyqAcUNH0Qbz6pN2WGTQmcwMZyGDNH7OlkPJcwpYYnTF1Ojum2qyPA5hr1xjUqdD1QdYEuyfLg7cPl8cf3l1ePnK9vHP0QumaN4gCgdJZ4/JEInFhW0OklO/Zvs4OvOs/KdMkOThDUSjaLpmGtCFNqrSJ+2zbSW7vC5swQ9n0hYEcEnSfMlzOkMHqUevB5BFk3BMGZ4AKGu+5nck1NYPfGwXK7T0uF4jvUxw8oFDWC9NThcTVDFtkzkycKY/cd2fZuX1H+f0/+HY5cfhdaG2eA6GPl8ce+wSw1D44/B7bmEa34NU8WYaJSKZC5x53cUxTVpPlSvM5oCNdXNcunanQSPLSdvpvy5bNCMalsoOgLa7JLiI4hdcDNNZB37LKuV7WHRPohP7lVelgCdz0GRGN385gFdIe0dbJ7GaWWfAADmHTjI3QDcCF/mi/M8L1PHOWrxnZYA8GWFHAe9LSPA5Pbl/RcUZLQSdWjW0EhJliT82V8SkOpL/Ivl/4Ch1xkzCKvidd6QMBYUQohjKoU0FaGRtg8tuWt8lxEd7BtzJVtDijcnaLGhZasu2O0w7Ot3VfehQVKSz4XB1M3KH/UXQ2r6+BUNbj7byEdaCXPew36J9xApm4I2MSJW8CZTPrwTCWOPtIa/kHZMBrEk55Ws4Fpl510zNnLpWTBKPp1Gt6GUWGtgpIXQqwnf6UPuFfXFcB4EhY22rz1TqogWfNU3AjrXQSIEdLHcikfvu+4k2IMtt00OYdn+uMxmSCvdiLOGPNo0UYpQxEATclh86gQWFiwPnvBLS/Zcfesgch++Vf+Up8DMzrc4pNw7NNqf0hTKmxPjNDFagY4aHBNoW22h95t/1hW4OYYKFOLrhFey3Lf/a2yr/KnJG6LhP28f/+7f+rUTQNcwotWBwhUd/Eq3iWLVtOiFymcB1f+qrAy8+ty8x/V/rZDJYhfwhJ1McgMAVTnkwtmo4dDkKFnT1bU+OXy0vP/Q3IPFRuu/v+0uHeNBrkoGLUsMGeEIvs++xkoX4SYuxBWx7F6Wi6Z66cVKOQUMjvyAwDtGLqDFocLHyEYRVp5g0q/K4E14sZQ8Gnwru6nUO9RATT8RJY2w5eSgnBPVeaB8mUfDJVmyvsrit76MBth+4tWzh79BzHX50/h3MKjMX1KoMfpFxntGgRHt5sSwwhOKV5YWg0+/Ts1DgJpC21b4RAQp+dIfA5yskSJqAeOnjy+tnSDTPpmSIiEHk6dNrhn3FbAyU4SjsEN7qj7Q/CKLIOKL0O5zExetbmzdnrYZJ5Oa32xfqR8dVZNkMiiFMwgFmY8BKfORULKE6vcPt+mSPdDDm2hAAUp6It+/1cQKFtWaOjP133jbmScZtZ+wKOSlx3wHA1P6NTsOUI86qzY4R09wBOc1TUi4lmHmFy/7b+8ghe7icuzpTnXzvOjAHmTZULePcmNnJMH2htwi8ToY/CpGqHijUhC0y221/Saj4w1pxOk7zQVIiYe8w4Vtjukn2t2GaclS2jCEoHCgKtA2FqIEgFkTEHbrpZLyO+LF6UCVAxjDcxx+J58lM/pl5p2b5z/dYQfYIqXtxz282PI+8dLhdOvFSefPzJ8iuf/Uz57tPPZz/trl17ynuHj2YP7scf/Vj5MZ7IS5iXbyKkOyl7iTXoL335S+W1N99GOKn0Wovw0Ujg7WU8KRylRfuPWpsxpPK4hJfseXDAoITBbsByo5KgEjCM5/wAY3OZ/ZCauVVWhLWXfvM9oxGlNPpY3KsAWXebpCHxYHL9Ogm60Qw6ySkW0qvjcZ6DvFXcZFw6lGH3iketJDhFfdOsRV9FYZ1DUC27PQum3ovQH94yQmAIY1rj9IYF4SrBSgY46/UyBzesMNNTeW95cYVKrNxKUQypQ1VLBKks61NhrOgOToUx3J9Cdx37i1U4dZRyi1OUZfo94zHjA4UsbYJW77i7HD91Ig5K0rdC1hCc15jRawa/Sp8NYEKeR0mx/7UY2CUKSzAAfVUaWdS7GsZvRCS3p4k+h3xgZiw6MDWHimP5XAYqjfOSYsEt/8iWmSj35P+Sdp75Q97QvGdeH2jdyLYtZ4v8XrAAkspwTL9Ke96BkwfWFfphhXCvCwtTWF4IJoQM6MW6V+kLvwjyhtzgh5M8n0RR2rb3jnLg3gfKU5/5pXjuriColzi6Rz4rjVmX3vsm4wasTUBJzdQPXOkzntsUO9Vvyb2m1Yv8VLFXaUx/MRYc3Wm6T0GKd+ZZnnIC+Mzf/hXOr3/L0qA7F1hjh6d3IWCvXjpXzpw4igMXyyjgLgoXjVPBE3/yhbSVIlflipWsSd4XMvNFIeFxC6lZVaThnKb6YluQwRTsMPBLquzM1qIbcHu5nD3+NsHUz5S7H3ysbNm1FwRq+lMgd5eRvffFgej0hYvMhbvwnNxa+nZtLK/+6EcURRkU2lRq4W3V9Zq/EZhrv4FN7bwKUrwp6ayrN67jAdiYsKizJuCkMy2wrvs0dxumHIEgEfI7SPAP11nYp3xQmqPGeojYsw+BO8IZqMfefRPBBxHQoTKRHtZ1YoYNQdoBECxMbHbyKqdUbEDYMrOVKtjTJtYDc2DCGxOT9A1MTq57Gupu/Ajegx7m7doYoNT5ZFVAHKK1L+wXB2gVdhlE5g5BNH2WvuJesmoypC2MpnxzkyFEAtZk5z6DOOa8oEq80kuZDQIDxCks69F+X/jL34/FotPyKS8MHWIWj/LfXgZPLwLImZ5mU29qLlviWm1dQbvIsyXw2c2e640cf3XvnidgStsCkXsZI/SmCDu4vqN87akDeLXPlm/+9Yvlx8ePc74qggomK6PSGaiLWZDOYx04K1TGpVAE1cxAbbtMwosE++CXAxYs1j5ovjNoVRBgqt09DGraPUdwgnPnz0Wo6jF8AzPgUjypmZ2HWdYyjNq0nhnsJDNCZ1NeO/t1tqvHrrGW0f2ZjU5kOWI78VsdxF14/O6/646yifN8b07OYrrdUX79q79aXnvr3XLdbUmzHIwwOVyObj6OFaUqkZfxYF5PmNAhAq1PE9VrA0z5JoEvFLZ2YwYvhOns9OrlqzA7n/GABqabQ9clzjlbiWS0CNNUOZzFPO0YvgmjH2hmsf2YLdUmFLAdmMPjjQ4RaM3RFE5R4MtxIq6lhUqbCt/4MPjAqqFzBbYz4chnshoeU690uCF7gxGobqWxP10v5tsgEkN4ancC1zQzwv379zMz9CQc9v7ybVQ2D4qY593tzPTnh2ZRhDmkgf46dOBAeee9I1kfPXvmXGhB2pUSVvmY/UwfqgB7Gs6s2zYQ6otE3HIJZwoanaPtW27fF6Euj6Nro8BboKEu3X88wt5mceEOBT2BlRNjLCW4tXGG8aHPyiJtd/Y3wVKCFr7X33gFyxWzI5isyrfWEB0gVfYXn5WGtI7BN7EUOV7dSuh5tFH2gEG8RdHj3erlHvUl5cWZyr6g3sqiuVbQBAHSQMMHaKNCW3ws4VU7Dx2AjTpezAzM2Z0Azjy/uCu+FuwlRuGdRYE3IIh46KD/2fnKey4zIDh9j/yTrEtb3g765NO/9Pmy/857wQ8R6QgL60EDrYU0ZOMYrMRZ6+dNy/JW/TC2EW4G86nw0yZpK3wqDVsVuObPuxQ8h8J28eIVLCRsM0WhpxZ2JNAG8NnvBIm2PPv0n2eceBb0EvzDY0i1Lp4+ebRcJU6zikgVHdQJzqy2wmppXtfv+CYE3goPl/klNG1+x1JXr3vJWVJhzK1nO5jhWgl6ItjvT7knxaUan6ntWSHIA5B4Z86Ol7d+/GwZ2bGnHLr/UQgJ1kY81XmETSrlT9fgRsLVMdNiH9oS63E6Uun5GnNpqrTuFm258YE/Vsp/OlahJUSClfVKBGwIK6NagqlMxgFf9bVaVCu4FVV61db6LNPnFKaAEG92MkiyncsMwD7WX/ccuKtcOHWcGd8ETIT7aNISnvkr1DJ+Bg+DaR4h0bnA6TpEnurhmDeFjQJBEhUG1wTpXarzdxVcmWXhqKFG7Sb1NCiIFgiB8pYl1GTMXAdt+iP9Rr8As6mugYAT28U7wQd1WpwCZ1XQRn02j/iCCTIwbIuzdmeA1SMZJohy4f2qoFConQrTsmy6MTMFPcjV7rN1QqHK84YkwaxwChswgDOxgXtJlDA15JqPx1x144zgSUo7MSv+1heeLL/2uSfLD19+szz9zI/KTZQ4Z3fwakCgTEJkdjJLc63cPuti2pw1FBsK/FVJoV7ygoXgLqBzVSnIOq2f94BrRVMYOMyaOEXoeerB7HVc4JmLBUVP1K6uQdY72bfJ285OdutpjDK5noPfZYoDg8xsnelwyIGzxilmOAqjBWZTxwmwsIU2IlMQoCvlu9/7XvmVX/5S+dZf/gDFo5PtdDcQ3OtTtvtoZwiLOotj1SThM4c2jbKBflu5fuWozSOP9hGYLwzUG5qgWxqXToTPlgq/W5Fu3rjIgfP9Zdf2rcxqoU/aopVmhEhWzlb6gVVF0lmi12k3NK2j160EHilcK5fKmGv6/X30C/2/QBu1rEhoMa+Dd5mfytwSsZUjFMQ89xW8hqvs76dvKGOcNc0btHUZM/zFyxwigQCeZr1sAKXFU6oMLeq+VgN42KrR0VFmzDfB6zT74F9jNs14YvzGiiRtpuWiRbMk8GXsgA1gVtgqaDuB1WPMFHhdHPc4i/Dbcsf+1TEt/tpkmwdgzp7KNDE+QltoG7RhnHT3Frtee5O2LgHjOBYaLWyQE/VDR1i6tH4t45EfQctvhWucwBjHOhA6a9WMbqdJQ8bTdng6i1pglugMMEsy3LO/9cNI/OtILl4iny9L35K/dK1gdZD5nlSemXGErQ6e1IcVA/QEJ9kG5TXvd1LXwgQH1xf6jD5wmcEdKNJDxzLCmXy2zfV3Fd+Jm7NZMtuAEvLVr/56GWA/ubzDstT5lsQFP6RNOYzl8IgUQspV/sgLAMhnWY7iPek3SLmVq16RiRK5hn4oT94U739wJ6cVCc7Qjf+uA+DLL2I5+ulrBGnBqdEdJQRSWcda7DLC991XXqEv3eImT7Z4RpUdJ82kS1ahJc+ta3PWX16ZMtqsnQRXgdYW4Fld7M759JOPl7NHjxe2lCto+ftzE4iRCVNCHcgii4y1nWASWzqHIV89P1NeuHwGN+4Hy849HObNGX1YxAG7u2zbdyCRbdRsXN9TI+yYkzFaYQs8A0JgpeoPTRX1vujMUhkU5r6a/8Pfv0VUoNL3WpRQfWbAdjLX4iFEmhyglvWS9cOjnM2Lbf9cXbddxovVPCEdicj6NffQFtugp/UMz5d6mA1hjl5GGNiJYVC1uakz65fM/kBKPHWzrsNgVXPMqRxK8qZb8pqdD1F169rf4K0ikYGVweaWI7YQUZm4jkmI9mTtj8a57qB25ZpUZrTAWM2xmmSZkZKXmus+MWDQRqDS0cGsx/7PakqEqOXTUkxunXhldrMGJ3MVERmQa/rQ8jQ36zjUhZJlCMt4flJgBBzlObwsXwYh05gDLjfFjxKG8isfP1A+94mHylunzpdvfPe5Mk5EqwXfnSYAAsyNhTLgXkiwg3mcVOo2E2d8CF/bzFXdrib+rYMEDqwqTnjcAxvAIj1WZNuL88AgTL4jHnv71sNkxxEeNxAAgyhSzNRhtMY/TnAFGRfMehKh4SlCFElTMFnBKPs1zwL30cOXyvmVSaKpXWIdD0cgFL5feOqp8lcoEtc8MBgUnj9/kQG6QEhNDvNAOM9xVKVnka5DIz544ABnoR6ljbX31bWWYNrhmLS1HTuhK9vCPZmQ68W37WENlKAsV4nPHEaJYidc51iv8thBHXnocoSfG/VZb2ZWIJ243qqAsl/dO+5+Yk2tMnwjZcnAI+xh+hlHAkUfhpax//eiHHnakYJSgejsfxoG6Ixf4eL6sstL0oC84Y7b94N7lljAQc5bRUC5t3iKev2Y+hDSO/fsLvt27xXN2bc8CY40/U+i6Nq30l2EE+DY1Y538QM6gBdcOz6idXIP+slsV9pkLCrEfAPQgkO3tQ2iABnreQ4h6MEHc0hCR7zj/PxZZtK8N8dssS45UCZlaV1QENT+kV/wwXrSAT/NvUBPISR9D3zXYWC0JOPpOqvVGdG8ecZDlRotOozY1Jl3/aNAc9zT2vQD8Cjq3BplQ7RAOru7OXGR4hBIlNkF/VmftdpUJ1CGHpxHADFPzazdJQzfV1nJ1irqFp5Z1tonGYNLTCY27b6j/PKXfgW6UCnTMkepFkyhXmeukMFkJeKb7zYD36KjZgcO2hHE8x38Jyf1837K8dXkzgV/pDdglP7sXJV4ccC42Mze7T/8D7/HbPYmgVroW/GP0rCuG0Vu/Eo5+jae/FSutc72SeOrRUPDtX5poSZptN5s8rYPmm+XH1qmofNlP6fGjey8HeMP4TmRh5sH2MNeh+4H3lzzMwyH36vVUqYi3/W9DtZtOyFeI728R3Dpc2dPlnse+8WyqAnMGS5zmJtEjlFubNo0AkMC2UyH0i5uhkFkemQH8bHs9yVrBfH8Fdl+hzmSF3K5ldNOahLZktYWVcnK25Ww2hx5i47UWUh6QLmiTVxQXgeDH4DLOqL0jG7bWW4wI5nB7LDI+rOmxWAEOPxnOdHYKCezLTSnFSKLqBFqnuTV5Mu5sGk8GjZMDgpl9mwkGAWeRCKRAQsFZtZeAc29mC+4Ly7Ff6UNcCmxSGRwUQ9Qz7spR8WBLSVq1ZZjHQ4+ZkDRsBk0MlT0vDjG9GBa8+g5CZ6saP9TGIVUmIRdDHKAs30FADoWdHKaThfrr9nCATDOWCRI8QH0lNMqIuQlv93rHzXOrFfxDVrAs0PEJG2ISRgeMY51NlpC4B5CUPzP/+Ovl7Frs+UP/+yZcvQ8Tkxsf1kmOMWCZ0DSTw4wbMu0H1pDAfTbtorD4Mu2WgODQMctZzPWbqtUTDpYWFbY1Mwin+fcd+vGNWao2XZBX92cZL0KPE8hLJzRdMAM1aiznQcha77+/hGKYc2OWdAoIfuk0+kZNe+V0M+7x06W2++4M97Kv/CZT3NKzLcw6zF+jhwu+/bvK2NnCWSOg1A3sam3Ad8U+1LvOnSgfPNb384swf5YVmLCtXQeAfNiOzDXfcrpbegD5xzgvMSBLzs4o9i9s3QSa6vAQ5n9zMBDwzIWOlxFbZrZqeuZ7pu0XGe5fQp9TOoxI1ONM7wquHQoQ+HAdG713vOf69Sa55zJTuNEoxCQvlW0VASdNaswuJbVO4ByRX7PVT2DomH9Km4DbA8RX8aBNjDMyJZRlI6bmOM8zhLnsrEzUQiOHnkPQSmvcVzTm/YhKcqg387q6PNsZ+GZXqMrhP2TXkJzPC9sC1PwStPacCyDUcCkwDCVYAF62kUs+OucmJWTr+B1C/T5evY7L09M422M8OUjrbiEIg3LQiKgRAyMv3IwxjX1aboH4KBe2SV/FW+K4zBs2rgCPXg3gomxjG5UhRJld+HFyys8rrzMpSfPtu3C/4NKqdsP1TImJRPH+CI+F5MTlEnbXboL3ZNXvLnH2zYv47fgi/NLLG+JF665zRiiTZQljahguS7ds36k3HHXA+UXP/crrH+ibJPfsSZcvmN5XlU4hTc3bHmT6u9bpljqB//oEtTDn6YN/Arfb9/62W94BHSOdsMHIzb7wi8yfr77zT/GbMysEt7bS6H29gqnl50+9jrOumN0iWPff4GwQidDrT+pRkhXf+TKX/Jg8Rq5FWDaFnkvPZu7aVcPsc+L/hvAZR/myYf8iaTnGaxptV47UVKUMEBNKKBrBc/Czv4yw6h+6Vv/kXM2P1EG9j3Iwd6YV/SIKX24fD9ZZgCSjTNlhoFWYNIiSBaoF1vtGwC3l9Iqv0E6P9om+912TvLzuyYbbBnerY3PWmmTKSYBc1BAiyRFtb8tPwEqZASYbzHa1EFiXhgDI5qTfAbLhpFtTv/LRCNkl1hID0WnTuGkOavefKwBaKaGyGMVoH0Z7OBLrC3DZdxWElM6ZjK9OCWweWYxDnqFo+sNS2jqmW05eClLAR/HBgcqJXmAuEkiT5g/3qkEJAkh+HjHQe26SeK7wjRcU067LaL5OJDdzK4GL4OYZA1vHEHWY+QeNXG1VRiG3nNhsuKKmMOc/RQG3cN7QTXvKvbDdB01/O5C4C10sP0BUDWnCdIi8Dp9vo5zkbMr4/y63lv3HfINHnVMsDecgXfikbkTrvE/fO2Xyizw/Mlf/G354TvAT3858JfQZDzsewX8dAO7azBRTKhMuAA73yoYtfEyr1BeYCQLKS0Av/WXLFG5rzl4FuWELsQ8PEi4NszYBNq3P9chnCYI0TZMZDQDNSjy5sg7g5PPIN7CKwgBTcATMKl10EMvgmeB7T8bNxsf93Rweu89d5VnODjaI9befvswsY43IdQ04XZE8PSzvm1bPHB8ghngIu13T7Jd57akajrTLKliRXsBOiMB3I/gnNOD44+xfHFrCA0ZzWgegbayrMWFGR1tcITWuNXOzjB3Ux+vx+FJAUKzqhmT627OIrZ/tUrUs0C5lin4DjhRYNODydMnI0fp7lK54x0xrMCcY7bvjNb41LPUp6Li9pkuhPrQhmFoZQ5P3LN8T+OPMc7+1HPgEQEJfY+ObGZv8NayGTOyyzDOmI8dPckpVa7n114UX/FS50aGsJ3HuKp7x+lU6Ct8QJxBOzFB0h5p39OW7Mc+9taiyaXftexcJojPAEq3e7N13LqK5cHvedb4w6dsHOXOOXtHpjmDFz85jhO6k5c6fhUMMQ0jZTVFxyTsGEG4SjvzfM8yOdGsK4XKu7LOC+79Zx/7jjDGeSs4xkHJfkdo9mGZcKwLDj0XYSsNQiwMuap4ggFg5QNe6LVcL6iUA6cli8cspYATz5glI1YF+BYn2cx3j5SPfuwXyyc++anwR5UH26Gg8T1TnFTDK7xR+XdkiUDViuu3NMCVt515W45dJc81SVb+bIrNvbV/fKby1aVjHvzkpR+9UN58+QX8D+SC4KC7Dz7CuGVm+9Krz4FbnD5RlMSL2E3hjCHHUg5zX1N46uWPrCp0BU5D436TIgcBjFaXjz78cDlJBKkr49cwuXMalPwQ/qI4XwGuOfD2dwraNfV+4FLQqKx+BZAVGLjavjOct195rgyOnS13fOSjZXlgK2sYelDScCBWy1zPIJnrwEShYONeZRs/B5RooAokAOZ9c/ILpsyM0NbTUWtThDBAedcOqzhRs6HuRkjwUl4R0RKciJzJOomdLHxqJhEXoJBcvkebuogVO7hpK1odDi1DW8u5U8coSciraKtwOIi9ar9r+QLSjzDt7mXzO0LW8IHdnBzEwlw58OBHyI5WvqA3JUTAIrozBb2PZX6abRwArsVZeGbFDMxq5gYCntn1DgxRkvodxA5ovxmUSCtQpdEJh4ZFnRoU3MBNfr1Su1hE6GUdI05w5NU82o9y0dW3geLU82HFYU6yZOqiJN/vYGooU14yfJYczfppepiYtAHeXafpZl+1QtC30w/cByLqIPwlgkcXnUG8YnUo0vJlt1ZW4V/bgtjjviZjg2t8/Rc/Vf75P+ot337x7fL0S8cJ9s32IHNCJ52Y13XX79KTtcGdjjfBjWZ+kNUFzqrJn2/6VyckAAN0FA1ga5U02yFjNJxiQ0wwfAMUjNBXdZZ3Bfitt4/1Tz1pF+mne++5F+cLDoenDxeZdU9xzz4EhYAGQ4WRHjt6rNzNvvTLHEm3nyAv1znJq7JvAABAAElEQVT/eSshF88RnnF402b2I25MhKisVyJkDxw6VH7yOs559hnCTAuGW5piLgTOjC3x6zXfZtTcux0BNsQs2whGnhC0Du9bacYoVm4lUUlKFCNmRUxkGSuMMC0ClJMOBfd6GMvce3nXJBPrNMwisaed9WoKDq7Io2IIRVAGlMN9nylM7WthdWa8HuVhBienDspbxnnI7UwzCN8JnGukD59Z3waUgl27dghUHM6s+/yZ81EGrh5mTZclA72+Z3GyCuGZgWQfSi+OZ8e+KYKDDlDJgzSApbbjJk4/CmYVL+lVr1Rn3VOULV6WwMUgIRBPjTGbZlarOd5QjDex+HiIgbSlo9UUCoRLY+LMc2TnaYPr9CkHOoSMq8Ck/3LgArShwI2DG99zjn3plefxwoZWLTuCOeMYvDZjXL5kH9iCZT2oN/QTn/5AuXPP7vLtP/omFVAZ4y0ckzJ0zLE/+hCGVSlQoYZ3KXgtg35B1KdukJ1hHN5G+1XZwWbGyMDG0fLpz32VGOP3BDd6w2RcaQ4ibyiPS83fQpdGU698tgpaGkeSVsPz608fwotsn8q8fcGbfISuzZIXP/An8bjJ18sWre9+6w85KesaCimWpkwmFol41lsunT5RXn3rNSxE0LSdADwKx1gPKE98W78fLyvdtxW1tdfWRLiah9vScjd824hr9xy6H6vMJF72wAItbN57F5YOeDp5VdS1Wv5cZ6jVagTggynQ1JsWBIT1I6GGUOheGPD4ucPlJ8QQ3nPXx8pt9zxcptmTpZNzB+t6g9v2wRAh1MGxsnQdkwzOUn9XspOy5YeWqnUiE9gs7rYYk0zGhpMnwrTC4yDJU55pzlFrNWNFmW/BHIBXmDyrVaEh0SlYRGSCi9P5ErP2zSWQ1dHDnkbODd17++0JLJA1OAcM8NVtDgoVZgjRtMWDrJtvBnAHg7Bv/SjowvTMdqed+w9ymlVf+W//+18vr7xxCobHmqf5JDQYnvwhzlIIeRldJ1s90lCYheErFbxGItLjVKJVEfElB+eig5bBaRQoZy96cCoAnGndhCDcSuRwcrbZxVrn9QvHy8TV09G6OlhfW2Jd8oHPPI5XNN47AiJegcHh46BTY9uzawtbMAYyAwhOQwz8of6YYe0ZtLn0AVYMaJ59pCO8b3HgGbQOwNwHcNKZog3XEQoTOsIgVIZYF+thtqCJJ/te09EIB7inRbI7Co/RxfIFDkj/4mP3laPXp8ubxy5irsVRRnMlTKqX/nT9WdjhMmwz20KQCbxMOVHH9d1v/NvfBWswaGhj5449ETxdXVOs+7FFA2GokPa85bq3z34RcvALB5Aeu7sGmPUzc10/TDtZhwS/8yhGwxwObthG+0Hz4iRrX/oVTMe86IBbLu+h/d4B/vpY+zTW8Fe/+tXy//z7/xdU47TBb51iplHo5JdUxGEYWIT03kcIzM0g6DdshoZQ/rZ4/CEhHilH06cetqG3dFmdneqROzrCnnYE3KZGQbB9GD0zI/RwINcpDc7RAy6MTOSYVlgldCTDKFt5KFOGTGOkNnCMbYr2un4Jkrlj31M796P88W2YQnEmg9JsrCXAcWJwjhkE9Nwi67XM+lRQtu3YWfrYKrOVQ851LLqJ45Lxlk+OnUYw1lmnioNr/vt27+EeyiEzYJUOj8q7eg0PWerK2KVNwmeiG0iMdsbi7XceBFd6UqNc8BzIUH57yiYieLmWZ1ZVwGwzo51aWXaybHSC/ppl3dQZtFaoHnC+yMxWYWX0uxnWLJER2Zqmkua9e9z+yLfeyAovPxEcVgLxB08AJy15q67xyuccw0IhRp0VKYQsw0xYUqhfuD3MZIC9vbt3DJY9O7bgoAQfwIJ4z133YsEg8A7KvOZ7efL83ET549//Nyyr3Mw6by/jTi/kOJLZb/I4SvVKuATZFVekBLACA/26YXRn+dV//lssa+xOHk3VDi0y8NsSwH3DX+V3KqcuZUhNmQQ0TTBPtSxxA/Bsu9YycuUj3fXqAyKD4J44g2ElHzeS/BX/AX45Jv70P/57rlQKVKT9EN+ArWXHXn+hjHOmbBc7DPT4VhmQV1sTAzyVi01BU36YwvL95nf4auCoz5IhmaTxjnL/gw8SGfEUfKkf7+Lhcg3ech3FcfsBnOyciNBWfR5sP4K2CiTf90FFur/+HinEAmA2EsAUhhJFB5vbx976Ybl84s1y/1NfgtZwLECgLHO0eheHhn/k0S+WC3hUvvvKsxCJGpHIqklktOYm4ZLI5Ys+N7JNP+sndagAt1MzkU/9zfjKgLMk3/VeBLHX3ky36TRjkV1lnMp0xTdJfCHADAIFAqSSAiiEZ104eeig0sMxbTpnOPNU0+zBZJmD2lHHgmBrccYB4diyLhkiW4Bc8+ghMH5v/2A8Um+Md7BVimhCnj4NPDq51A7OX3AFnAwugyiAEMeNBSPM9aJToIIz8S2OQvnUTz7bGThgot04K6wf6C2//rWnyr/53/4IesMDHEIzCgv6FjU0JnzabFtdnx4aHmG2Cry8P8+sd5G2i4tuynZW6QHYo8N4Z3Nt1ywh2FxXE8ywYmBUzqVPgd9TO9wX6ezBZD/qsdqNRj7EUXLr3Dozc7PcgGHcYFuPQRI2MfPpZU3R2WAGMq/6HnfKEGbPuS4kLpaAg2zxO/jwTtCDBnv9Znnz3TE8VZkZdBBcwLUr4EP8subcw7m92+IkkfNUsfF1wLj1hNUZxjMnN7DfcwFhPcOspFNB4iCX2Th+A7p/aBs/dI6SNOYwX7umZxCGy8xkdebZu3d34h8bR1WlTRP8InkXYfjLbGm6dmOmvPXuUbZE3FX+9Dt/Vp588sny0ksvl/sfeLAcPXoUwbMDYYOHNQN1PbP9Bx64vzz9g2dohYEyNpRetv/onOcsSnoVkJj+GQtC2APON7M2u2PLcLxtPRTAWXi/GjfHXKp8rXctNMsTUAD1LCDwFCQeIynDkelpFdFsq2Wkm442v85R9okpgoLMKibZLwksdcaiUw+mcmhUc7QKqFYQ82u56ECb7GIJSW/3Tma2Nwioofn0Jy//JMKzhzpkUs7o+8CrNCJ+T588k1ng5StXaLIHFOgQxxgAx+3otsMdHzl1K1DSFmmQXRA9jF8InH5lnOcZ3tas7Q3Sfwo4rQ0hYpAoTm67fU959dU3bGlmpB6B6FGGegQbLtO2SQ+aiZ2dRsmGPnfv3KmGwlv1n2ND0hevJhVWceGsNtYn8jl2VPb1b6nCtopafTeSHK/Q8ujmYczn0BTvT07NZY1bAdKHiXKUwyg6FnFE46QyI6HJV+dnoXHohQGDpQcPeZSLSaw++nTUflRxAn8KOPEon2z4ibS1yBjauf9OPOY3A7jP+YL+HTPyZVAdHtQKK5oCLYo/+tfyALp6FOfF2hb+xnIkfhDkAO2dKCm+nx0G5mTctMmxxhNg5ALL4J3sCulevxk+5bt1SUwlZGVxprz60rOJBTDgThhwIO4dwyagUHbX5I8PSfQIT5I7OarTKPigfmHuRsD24BTaA++WrlQwtIAO4490c2Yy72jhtQSUYDoVCJwNCoxIbJPI/rvTLUBkoJURVdAiFbnXhea1iKb64nf+Q9l58MFy+z0fY4qNSS0so7tsuu2x8tn9D5Yf//V3y+S1U9SPhyHVQvNVGwSGXj7+kwzz0E5GqKr1qJmKEE2UpkqUijY7n99+fCB8LYA+owKJU2JXc3cGbP/xMzOQlth82U6XwaVvUp8mb51G0Gxh9hkwZDQotVCs4o2pV4tCtWiDI2RmzGxMgatg9vgkFLDkW1yGscqoAEQ3+jzHAuB5pWpecB4Yrx6t1cFCwjO+MKSXttjqrH3BwGyqpuA5GQDEOsiMSoYkXjXLpB6J2xt+KIO3Krz8FG4tATHh8AdskYf8XKvNriPDADD2qtzwrlt7kLXkUgO2LPuKlLLECjCDx1TlPXJoohZhrkFxqwwhuByYBim4ydaWeWYwQ5qUMcuqaceRSsFHZpci0ucMshhpYNJOdW/jYIHbn7gXfwCO9HrxLIEFgB2c2nsJkoB5cj2mpgXXUlifo1uyNijOZb2ukesY5kkkUUZgnpltRKsWQ8LBN/AIMw8ZZNUbXDPp5hEOb2fWdu0Gx9whTFzmyOxLbkT7pQMtDReucfD61JGcbiKz1Xzaj+CLEKCOa1evl82Ykl1O8Nl28cWsq5t+tG8SNlNllmuoOAxbJg10oQVpW6Hfy1jbNoozFE5Mxl/WQ/YKM24DVPRh7qzjVubFhzZ3d9a1Thmo7ZOp5ZuK0qv80CPalFmLuODaWYb2oSmUJ8sy2VajPw2y5qzCsOj0GXp0n6VvGbDC4BzztEPTsebyPcxWt2Du9uzrWcyvl65eKefGzpHf8jDNIZQXmJ3vu/22KA4bWNMdG7tAPOqroSXzWHu+gcN/junQPH0g3UvrCgydoxYZKxlB5NERq4cThrRMrIPmtm8dLYffO5Hx5jY2zbg3WYv3wAetCE4EXAdXiXHrTrAADWhZkN7kCwKeGRx9HKx4L6nSvGQhROJPBTrCFpxKsd3MBDyS0LZs3KRwRYiC0ytXpqAPzOwp0PfNDb1Ku3ou+34eyuPMhFJj1KlOllRw0uxh3K1Mghcfpa/AkmPZSRB0rXXE3+vcWUDfjU9DZ6x3GtddfEpjoRfR2IwFm5T2AonQCIP8g/9ZJ/V5ks1v4M7gAx/518AbuKGRCn+d0YYH8ZoxCLRCdbNsMUgfrADTIrP4MFB43QC86OwJg8McARjaCgzuTbaNwlZ7pdKDa6ir8HDR9oo1tPfdJQFrQslkho4SMjSAgjLOnn5ilQ+tR2FnJhEvfcaKymevytrSNfw18ISn4W4TlE8oX7u37drH9oUJvNImANjqqKghhlWBUate/VsR6k/z+xHjXlYMKsTahtCsZOllxnf+7RfLldNHykce/0ele+N+1mgxYfAxzyNPfa6cP/5OOfzqC2gFrkcqfRi0EJ8akYNghYFqZKFqIuYeb/qvHoMnHG0CniDM7xaxwNbAZ64gtP0dsGuHW5eDUebn0KjEzBUI04stuIEQPbKt1dTM1INtdJEpi4RllxrYf4mTZfzleoCzUgnPmVAV4gx6QJbRSesOtmGCwG/aRNALiMa1NE+E2UL4vKvsMVRzcs1Hwt6ARusJL+sQ9G4H0XlGGBTMem4uQURZn7Sh7IFTc8UWW0EnXwaAIzotrPCJR2ccAlOdwtRIYY7ATWF4zjFF5BuSozwGGnXQWsqoJjer8pdt01LQKI9WkRTBbt81dVqPsw6dcRS0NTHbQbBuxGToVhe3myR0INPTYfZ9dnPf/q89A/4VXLzoLEyrRuqHqPUXsD/i8CQtM9tSUZBuHbTOQmJKoj+dsWYgc98S7ItaKgXTlnYMWLZepXVtvEKbIWkeMGFPy7ytLrNQZmKTE5zuol+/IPAvmAosKwgYZ3sr5RX2g+7atZsTiE6UO++4k/XmKwgQzNC0fyOz6wvQQC8zZsfoPYfuYr3pnQxTZ9kRggBsV/rJeABQaUl67eOQd9f9XPfthV51ZlORcL3Odz0H1T5QwXBsiAeVJd83UeT7E21dTVz7XIEeiwrXljnQNxTas4/ck+x0R29VmeQC9WlSh3zy7X5j92G6JqvQOnr8JHTeW84S79l3tYD4/sOPPMKxepdiqh5ijdRZ5ZUrlzM+5Atz8AW3mrV9JVz2SoWWv/CQ9ydHKCm8hbFB3W512oBTm2XrZet2J8fj9SsXYabgMfQDV4riBYXwjiEyR7AO3MBc6AHyOsQFa1gByM5H3gM0qb9is2LNymvybugS/Ls+HmLBudTYu8Mb1nMgxTbWoTuzpebGZcJYKshRrmuyhdKow7byQ7fw2I/e13LcCoooPSj6OXubahyPcaaiw31XpzUnDlUBUUHqggdRj7PyOag3/Qz9kNd+7mTsRNm0cmDXmpgWNn8UJVWJ84I8gamB2t+kVTniT3Ak3BnFzXOgTL6WvoRBC4cWKOFzRixdSeN9PHvn5eeJOHeZM3GxMoB/nyv2fU9YUrqwclUhSPE/94/0q4XF3RUPPvwYS0T95eiRN+n/gfK5r/035e03jnoQAPgQYugPPMnHjKClxWPKAzvAn+uz8p/ujZt3lEc/8Wm0Ng6jfv5vy8R1PKdwBEi0nwaEELBEKVOiUNdgtYVXfAgyjWjwqfCITZ3OqOzWhgV9aI4gYPJCefkv/7jsuucTZfddD7GBbzNaCaHWQNi2A4+UHfvuLz/9yTPl4qm3AdRYlFVTa23dlqYZyGpqunX1wd+aZGSBwr/aqe1rlCDufdtnMh+T3/nNzziwOGBItRUQg89psh+R2IlW47XrcJpBa0uBkZl84HSiJWHCMCiEe3x7zT3hcnNzTuygjn48HR+8dz99MI4221NGBtCiMBNu58DnYQ7qvkCAhBG8UgfZmvHe2++U+w8eKsePHScY/c4wKAfOn/3FX5QvfemXyps/PVJuTM6XsUtEwUHY0nXRrFriTctr4ysOMGlm4ChIMadKqdkyBJyymU3riInLDBBDm+hgYGqyto8rgqSFSsLcojIFWwhEwkaZsh8z05EwZfbUHUcQhGK2C1EWRZBXrRznF9bSBpkpzrPOqVCxL1QuBjDvdqO1V9qjNdClAz8HRqc9Cg8Yh4yA35Yqc1/tfwc0oLk9ZxmtN+YrCqt1BwCJILC7BjjA9hK3sOh4E8/XtmKykql+qMiZg7BQU14fJ3ZvhBkauLSbYCAIz5jqxBWfedZ1X3nl1fLFL/1yeZP+PD02Vrbv4mAB+vk6gvXlV18tDz70UJyaLl+6WO655+7yxtvvckoWPUIBOrMoJMNQGrMs9il4FoVDp9LqAjO2Tcz64AIx5bo+L905JskRJhTiEI82J20KdfgDvHIfPFZ24jv2LO9zT16gUs2r3snMTyVBegeo0JvC0r6WQc7DsGWQmkUncRJTHp1DkVDz97DzHpj9KBGgdu7cFbjcP6vH7NjJU8RZv8o4cT32PP2LSfeO26OI3XbbHQSUmMg6LeCkbaEzGyNgfHMb6OwbbqWNbSv5BtaAyzPXOd2etJE+16HpzOkxaJQ5FHjcun07YTcJ+E9j9Ip23VpBq3DchNOWCq8nINHoWLYcGdJdRam1N0kg2hR+WtmBLMHtgMMb+xjrBBfZ0EV9E2Vi5ganOimA6XNpTGUPAnYN2rYIz9ZtnPbEofGLbKuKCdVn1ONsXV8NhRG1gBstZZQRJk2FMdk6gVCoss0J/BMAgOf+dp88vI38PZhf221sghnhIixcR5gCh/RgW613dYg4HoJwc9LZH0iRK3mpPqCVeTn8mn4TTBUElWL9JUZGt7Fs53JNM6YxBfZ0Y7G7cBoh+yPqpz8QssIgjfoNRIHR73pDpT6j1IepIxfNH3noakrdneXQwfvLyZPHSt8gMcPnJtnlgJnYpb5OA14wBukTl3BU+IfYkqYa1wl/kW4yPsCBUx0G43LZiDb3hS//4/IHv/dvYQwODgWpWBCBag6aRAQRKY95L20I8tYAZluSvz7Ny3RwQ24MWpFHpQihs2++UCbOnyn3PvpE6R7ZCfADmJB4H0+u+z75xbL70EfKOy89XRZvXgAWAGY0VGiAx0HUJiWIvVyxyt21dbeZ/h7fbdEphpbnt4MRBtMSlzcdnXwiysmrd6NEZRs1X0OfmS34nozPNRAF06KDAA2HYcj7mB5g6iowMr1LMJEf/LlHpVX8r0eLurhEeEcY66Vzeop2lrNjE3nuhvQTx45BUXiTXriE2bGuF+3idJZZwvVtYPbnLPj8pXGy2Gc2yPYIGFUDK/8bXHKxJjmjtvwepqbdEPJ2+PT/9N/9atnIOLyI4vDHf34Ux5YUl76lpIp1y0s59FUjrKQdkWj9dXuQcDjoJE60ZU1jMCeT/awZX8EKhMmvs0MSONIE45Flbg9RCNaBau0k28V/Z0Y5Qxc8B6/U265xORuNeKEea/CdWkalGpWsVZq3PJLKwOjo5nINr+AITsrQcUgm2mraQSSV14UDy7VoNWlMoihSy/0cCM9G/9AA62ywLdqIJzJ0u0RbDILgsWzSkwNUuNIminKGO+6MifjErlfffeggsy+C/LN0Mec2JvJCXtGmvc4ZzYLgTQqZJpDGHALEGW32SSMMnMXKT2rQF9sJVvxKqu+1v/5/fTfA2n8pDfqRX4hPg3jI9OZQHGZZ8piFYTqOamCQbmbtm6DdobT5Em11X63m5OybBfdVUK/k+E2P9LNdKhBubTJG+ZkzYzhCucfVvaSwM+qKMkwe8Rj6W23EGl7V3iObY9W9zF39HWUjSon9PE0EMgWNI1MHNQ+J0Dxo+Z5YBOoznp1weIRcN0rbob134OHNub+8r/lYEG7htVYYHNGGWBagjz6u9VjfhMOanv+aoQ2+MT3rkt66tFM6Cy1TYARbgwMZ/DDBGWZnNMezv5VtLdKQ1sC6UwOxCw7V/LydR7wrwdj3UaxRvFwCsK2sQ8m0GFvVwa6OBUaK/Uvf6hVsQA5ryMxWvus1n/T76re/2nHJ5d8zOTZTMnC6RNILP53HKjIAneTQdTL08GyJddDzY2+Xq4dfSsSnRCgDV7egsZS2tMpjgr+/Ex7facswI7yCV+Wl6wjzOH/pBmMfHu4j6jIUZXJz7bicZVxLo+I3S13gXgnIMgCDG2Ergh2Q9C7vO1uxJMoCi8oyzXZbWDM6f2EszJ0aUlkIh05I3qaRDrfKLCEoBQq/ozlKddRn0a6xzt0YKy9//xtl450Plbsf/VRZIFDBIrbwmxLUyJ7yxOe/Vt55/jsIiwsQiYRhZ9e6rC8oTGd71aYG8PbnP+A7BAaDhjeFYHUyWdKTBUQoLDNjsK18JFabJVnVBX/1MtoNSInmopabWSJzD8rhDTqAYABon241QFzwlG8G6C88+YtlCXOEWy8c2Gqvtjd9QR3drM+6bqAmPdWL6ZhZwhLmOAW32wNci9y+cwcDlVBzXHuovGcEL2Z/LmWJV+AVBrXSeoScv+wv8Jr+Q8BBJAuY+g0s3tc7TKi85fLv/vj5cve+neXSRBczbrV+vG1tf6hAnNvrflnHrcHnTfPZf3ngQzNSv441MjkpMLdwjHFbRAQBD2Qu3k8CPPtBOowXIzdtiykUAZJsgjMwxCMPmUWrUPDTLVUWVNerGDhk1JhMS2u9wGQZlbZSmsXGTDzDGs8CDjJbd2zLmqfB8S9gilXou34qfJWZUq7Cxfa3gwdan2ULzcee+uUycelyOf4mJ4RMXImntwxax7d1KLXP//jlsmPvvgRiOHz4SHkIU+krzGYVMmfPnM2hA+fOnidO8lbWBDcyG0doUqnbCQxe36WQ4V7wzr1q5rMBtAVYwhRR6qCe2kZgzCyYx46pmtrv5ud/4asy4XZMWg50rYJkMTKM1aRiqZLUlE/dbm+ZBa8qMddwXptfOI3y5NobfQYjV6kYZa9sH2teChNnkpux5Jw5c44+uMRe2w3Zc2pfuGzSxVrdZUK9VtwLQm3fGipcheaDF8Im3gw56TKGhOISjHumjZqlOdMAHvoKWP4NdklAhVFUO4G/i/2no0O9BCG5vwzSRpkq3AJagD+ibFme/6OU8X4nToEK2V48YUe3bCzr8fCfho6MmT09hYJLf4SnUHEoFOAcB6HVOIDq28AWpAFnnBgI8XiedpM69arcyHPkzJq44+HtrNtxJP+ULh0eNtjx5biDRlVuDfxCQxGyOKpBTxmz5FNgV6VRlcNRI2OrSmaKa2jdYkNTfDvmMiaaZ+l5qmzTmsvcCi1xU6pxxPsR3ja+9Jz8jONIGfyBqw9FYur6+XLkpWfKwvgFJgSGrgQm4PIfpkZKskCuQ4uWrHJbm55KP/gHPNQUaLlsoOR9rRdOEnQCBVVc0//gWY91c6mogEEREJq27bEIU61LDrYPHFdiEO1JcYggh4zQOnlL4dKFtH70k0/FI/KtV5+FiTfTdxvWwGZz/NF6vapZxkbNXU1WMTUGCeSiE1xkNl068kK5cu69ctejT5Ut++9C4NO5TM9lcn0b8N5D0LqGYMxkESnTrqa6vJ4/DgiTNJTZGu2pbWoRV59/+F8LENm2orZJAotHczi28DoIaDezsLSTvy2zrzytLcPOEE6EK7gz7qdbQLgpWtMxeinOs4Ybb00W9yWSM2fHiI3KOg9M3NnXJpiq+fbu3lXOnTnDzApPUwblCBrwRgbaFI493QStd201m8kRKAaJj4BGeTrO4dEGvJ8mgHYQ08ArjqJxsbZVtWUegFMZidhyC4XHok0vcGyU67/d68srp2bK68ePIx84XWUTpmwcV7Rr1H9g2kJJzVdFI09bwe6ANod1kAs8NG82A15GvISZsDI7UEDfh5hDnxWuMFJe11yaZFFNsnxzVWXM3qn/wvwdBBCIbU3t9IfAyDpAex2PwiRe8swZQK3DKEeaeM+eJWITay+2UwagF+wFzpXVVBpBQnt8XyFngcElne3PGXDZh0npwU9/pixM3ihv/OSHBJ9n7RVOyWpyOXPpWvnKY0+Uw0ePASMKL7Ncx103WrRxftdZB/CNEfKvD+VKxtjN7A2LXtnM3sbRjz2e/CEuYBDTUekktnA8Gwai/O2FbaxXgVOcWe/7kzU6lppX24fktZ31j2PFH23yuq3TLFXI1hlmVUJkxvKVWH9ADtZNnMUQTvAXaWAGmp5gNum6W5w0eW7ELcNRegbwDryx9+zZ01gYulBEEL4I2QgHGfsqOLy4mlZvcodrmWpzK+jhbgL4o9w6LmSg7ocUhvA+7ulYZtN2YtpXAC9yss0wM8jNFLVrF1uTqLuXwrQE+ZHWxGjD4iok4M4TZ0a2bmAm2odJ+CZjuOGRjGHxKtQJcgMflu0kYAtlr2M27R5RM+gxPsnWsjmU4Qgm5jJ+w9WDB03yOpIZ9D89pACm7rrt0Dx8qExrW7X2wN/hr+6M0FPbJQkQUdmhl+TNXmvrgCAcRfat/K0KMoByfPO4TaFAG0PKbbOsee799/32BwVYl+vu+okMEm/eXR3OaucWVaRQTKny2JvPliun3oAX4dDYjYWEf4mf7mAjZQwKY36LAT9+MR6pRs7ws6kC97NPuKMcoL1aKWy/OFLwmkBr4O5lAuCkx615Rj6ztNQlHn23A20tdOeLvqV5AMDCkshkB7mGtkTDF9EcD9z3aHnjtedCRIJcPxVICuC3d/hH25zVup6rJqUpWkegnAbDN30P0NwXseRfnL5cfvr8N8vwuy+Whx7/IkercXIJAmKSWU8iNJFP4lVbayORyCilhhSVa2vnN2AobP9hqWmDDSBVIrMtlQh8GuKnvuQEJp/RlKQIZ67sBtc+ImyjAak14lyEmV7nCrcqGBnHaC6aQW2JYSp1Xhpmg/wE3pYjaOyeBmIc0pV5NtbPY5qYIgj7DPsqt+0oS9N4eRKZaBbhqzCYQXA6s3XGMAlzZ5IAIQ4gGNjziMCIoKLTaUngNdhE0whqtwF+FLiG3yPmLES+YWONdLKEqXIRmnGW7JqPjNkgCOkP3vNN27A2RYPOAFTJAp/gyo/MWwDUFJdwGlBR8EQjS8lsjKwKWWfgC9joVDYUfOLJwfLBitoZZIXC/oD+GmCkGfdh3kq1/f62rgh86qu40fogFupMVYHWR9AOwyB6+owzWWP5DrNuLCyb2EqhIDd4v6Y3t7KYav0W2paLhQD4oeTSy77bB5/4DIE6zpXXPBaPbArNK8yUpjnSawPr74ePHo7nrc8MjjHJeah9fSvl+ImT5cBd94SmjIgTnNvWBj+2NYqCbVjTfvFDtwfn9m/FU4Mj+kcVJcpx5R02oUm1EOupyfLbbvTZrSft8zS6uZ/xSrYI2vQJ+fmdscmYEXeVKapbqlxaiveb0qyMwaxC6SfPyHSCLT7rPCMXz/F+vKndZuX6uXhP4stxW6/9tt4goN77wF+rTQhFZpvCZz+6ZqzwAZr8zpYm7skP3R++e+fmcpATvjar6CaqkvtVCbRBWZ0s9aQgYKggUagwQQMxb7M2Oj1lEBOsDMwkxX3OiWZMZcmF/rJP9A7uIxSnipexvK/fYFcCEDn2gjuYaASs++jIn6UVytK5bAYrlpMRvbTX4+QkvXaiJHdAK+IjdAJ84sl/ER7AkgkM5Tv+8gyUONsVi/KyfENMjkc/NIsEP+CfMNV3wLUZSc1XvV7tk/xc/ZNxuJrTclnrZIxllk0bnbQMIFB7F6+VN37wNzg8Md6IwyD/V2mrtVRIVgv94AW4SCc0EH/wMYTW3PrAIGhwJC1n6cB+5NrfSRCrv53VatGyD+T7SippTnslaFJI08m84SxITWL7ru1s26AzIGhjes7SYSsQhEJiYR4Xb9zEsweOd+Dp1IqbuYcVR/RWRsOPpDroHcT+BDCErYRRm+JAr3WTg+cIAjS18Qvj5ZlvXyi7Dj1Stu+/m7oZYEpOKLa6fJfy3e98r/zWv/g6DceIgFaTlIFkNQ0CKJMaqI+OEzk88vdqysA3f0VU1e6sxxz1ni+tnhPrA3GVgigJBNeBbam2oBJmrchMgsJdhW0I028Ju8KiWUxdTBNOugPT39jYmbJlI+YzAjf0Q+jzCNVto3jb8v7ObZvLCIx9kUAdeuMuIXg3cULFIKdEWP806zQTU8TmRfN3kBlKTjd4fCTAE6oMBMA4oC61M2GrWLcNCss2iWrNV5rxlnFSkckbPKKTI/30Zo7gs8bk463KSdrXV79b4QfKQAltDC4qTuwQ7zkbdDtP6CH5GKzMBjRpR1hxTxS5PiIuVVKsT6Hh+/WbW8DbguF75uVx6rRl9kGUvmSijKa9gc28uVO/8zMPqgJ3k+AK/ZyF2otT2hQzrQWcoi4yu7mGAqTpcjNH2emgdvToEepAmKIYimVpX2pPlQBR4WP40V6PR9yw5fbyC1++nT4fw4Px9fLTt47Rv1s5FeUa+0zpYwSHBxcc2HYA8yrRpzjnWaXs8qUrZcP2O2CaIEFtlYItu9Jixa+4CZ223+JLlNhEFd4QglTnb17mgX0AGrn0Dx/p28dcm08azrdtMwv3klwjSap3gnvKDP3AP7pY7uiEl0QZJZ/e9wov89meHvZ+WruCUhPtLFt/YuaUSVHRElvhnOmaX7CXEVJea7Y3aMAks1CDUci7unR3979taiGkjBY/oak8imqR8oMriZ4kw/cwBa1w7s8VrnWMy6y9sS47Cpvb3TNT9o3iqEe8X0OydjMxkal6GIIOQ/qZrMPUIHNN/0ik1kkSXvdZUjG34EtWm6o1yXLBjSwDkCdtZ8waWlW4nM3pkb3OcUkdWjrsmczkbKNlU4Rr1znwAuVVnj6AoN2AMiDvDM8KJBHPvG09wlEBSZ8IiR3cJOHyXZ2v/OaNzOx8R3yGbmyj79hBvs+lLbRsywQR9dv7vlerM2dtG6VE4VJouexDhsQooHzr1Ffk0tjRcu7IK6WTmMzdmTQIyy1BL7jBUyCo8Nf4ClYmlIpl8seUXJ9zc00y3/uTbVymT4xpLg/p4dtREaWMRiozbKnJ2a7t1m+gRiKkLcAfVYgxH3Frtc7EpAhNmFhN+O2ePYUsDjzMlDyLtRfPNBfMXVea47gqGXBKR2TwalJDs/UHfysYEooZRL7IXc3OfbPyvOkrTdJ4QJXTr/+wXDj+U9ap0KZokFqxDVDTdHvG//qv/8/y+c9/rhw8eKcF3ErR7uxwUwNUA8Wt3/Xp6l+yObhVQtpknRIv4CalJAinDta23ObbrybfLWL1XW9CpGiEcQSiDsVaEo8SzQctWqHYz4zIEXT9Ogcuo8niyM+g70gsXQWtHo0J9O86AWV6DqYzLpNKUA8Mb4A1nAU8lyVgAc+eWmGAAtzDuw5v3jBM7q1kgzgvr4Hd17xhF3jQ+QIefO4bdE9v/6BEhvBQYDMQYvpPfvDWosPX16QMYPIa5MIVwpA77/CT62bAghOKRzN1MNIOGIlrdybx1xUlgf6kP/xtVZrbTZanVl3bS7mVmPJM0Cr+83P1T0BOKcmxej9NkGE0jQH1WavrhMFNjLMfVdMdJuM58JZYvcwMPPz9Kt6whlD0CDcqLKdOnUo/Cm9NFWa3jEDFPNOUhBMYCpbOEjs54Wrn3tvL4bd+zN5NZlAcXefMqJuZmuPEcIUyLE2B4sfDz2/jftrcQBslgmvbmw9PI0xlBtCVJkPPHVb0y0R910MXwmQpK0EKbDrJ2ZKB2OMcw294C3pRM27Fu0BRj6ltYX7wx7V1GZIPNPmNjGwmytPNxgysR6yPoIO8D30aHIJ3BgY5Fs+lqcfuxnt4nDjCOABC76fw+l1iPHewDSprvJTb9qldbUvyt4HHGZWp0sEHocsj3rGhQmG+es8mSUeWpaLUwTgxjxS/DY9iT28aHewtO9nus5VvGYXWHJloCqF+Z4IrhJrVUW4LZy9fuXY5ckfmX02Ywl7rk1kLQNrit7QtMFSb865puxZAgzg4FnpYmxxi+5BerEaCm2cv9QI82aMG088wz/Ali6c8A1V04lS6AYVtWOcsnRrpFoW8TkQMKfDt7JY6KVNebx3dWCyF19msdCC8lluVLH40qaWz9rfft57aNnsmjeF9njQP7XfbqiPhauLSOqQ3+djrr72V7+wyQXGpy5DQCopFB060rn8rKxxHtZ8tq1bg33pV6WC1Di9a5FNCcgkmsDjTb/lNcAgs6Z+aK30kT1pHviWsjeJbhdA9xo4f21orpW3UYVk1iAfKQ51uU09W9QGN/1Y4j+Dsh+B7ONLLl9RmBasyRsJdwWymYPB9eOEtcI7kCgTBmyAAhNCZrlX54Q0+NQUYLms7QX/zKKgQ4VbPwxqtj85tJHWXZ9hOXeaMRNzlN+1Oh9l5BgOoxNBd/vIvny7vHn6nfOELn4vQUZtQ09U0Fe9f623g+LAvwYkTgQy7Apl3HHxUms6spmuJGbOA+VmjRa/J82jfvOE/a6uDRl3L8sAPRJsPhKuZPM/D0JmpITR7uDeIvtIrZ4eCugm1mPsQXS+CU01JQYuxCM9RtUqL4w949hg8B8qsMwb7gJ+GNexkIaMHRGtGVgy5kb0QDB7sBTe+77pxS/jCTQlhqIl+QucMEMXKme2V6xdZ6yFsIY5q63DcMIVZ2xbKkChtu603OQbaJD6lw1YTth77jlfqezaZwRRPYfsMIpZ8eI2ksBD/MHsGYdbsaG+YgMzcErSQJD8vRFNtapZgeS/95qiUmVii9absJl++pEny8Ew0tfkCN4PmqScOsZd3mj10RwnVSYAHPIjdauWmdLf8OIs5duJEhMzIyJayd99tUQ5Pn6oOPrUtlJuLW5VXJlHvuyf7ro8/TtjI2fI8Z9POsRzQxQzPtakZ9/wClTMshabnBGffsYihXdkuFAFD5yfZAzJWlV8OeGfpwKhHjl0jB61HgLuvuxelQScZIzMZk9ktRXXLCOEZ8RSex6QvDiRVFTvXSQ8dvJ3TgAgMkeRD8NoilKZJj8682ufXOcnA4wKz9zh9SZ9Bq+LMfjcZxnEKL1u9bb/3Z8/Svwb0X1f27tmb6FrObNzidoHDvT0E3hmeiraH3idiFRRny8Vn1ulpm6hRBiZ53aaGLgBc6gn92D6zOEvpUKjBVDsY3+vAjSfALE1juQCXdxLmcD0zkF4YlfufDR0pU01dzFg6iBKlgNU56ew5HLxwngSU4Mjq60SmjjmZdX5LDmZq+sF88wgTQ6v2E8mtn7O9VTBmmSZfu4HqLS4dc04AEKTLCNxG16YYaVx+4aEO9jPRtNi9MCiLpr7wXZmH1EQZ8gUu+Nv889pb5Kgf/4qbytOlhZ+XWp6ZpjY0HvM617IpaacqmdYMj7FfuG9/VYHLD/ia4/hb3/zTcuzYCfrf4BgILWauWrxUwlVu4BANCCoBXPtpUwOf5eqYpMPprWSFfCjBtrsUNQhNZfYJf3Ys2ydhq6Fp36zjaYH6u1BKDFDSQxS6un4u9ZhfLFo2TQDeKGlpjo5TXfCHuuyp5YZSJFS2jjAYj7FXT9Zp7ElnW4tU6mBUaFnQLIylb2i4rMdJ5ybxRbtHGQz77mMgzZSjr/0tzgCyBGmHMshvaseh13ZWI0f9+b5U7wM+A02BE41K8CAUdUtbk1lhHVZCmbLHzlwo//v/8dvl137tV8tt+/8/yt70ydPjuPOrvu9jju65B3PgJkCIAA+JIKmlVtKupY2QJYcd9gtH+K3/nH3j2LBfSg7Juixz6ZW0obXEQyRIUMJBAIPBHD1Xz9nd0/d9+PP51vN0N0BSpmvm189dlZWVlZmVlZV1kffqfUuvMDQt8KnS6kX6HS9moh+hxyByP1lfm0riMB81XrXWJOpn8tI7ufK8eewzMZGmFoeCHyL3Sf02LvUwFDuzcVb1JJVFOh/Rj+e1C8s7iOrTSzu49k3jgyB2CwsNnCSxwiDckS/ORgIAc97CCrHKBO0CZmRvVc9BrBJ2uvQ4lQCJ7hDANcf8jfCC6obw/lxZc+4Qpsa6xx4UGWtmQ2r52P/evMQUTCPCt8FPMrPR843fcRZ4YAjp6uIGioNBWyUFY4JQUOcIEL8EGJUAs9QcGfxBZ1FayLAKLJlHSjv4w42YjK2M9JOOKSyyoxxqVmTscqAGoz6p9aL+KkW7jGZOEpP63JdeKfdmFsq7t56ymfrTMoAzlLQh/k2OshOJCYV1CGvASbyU794h8EKeHwauwUe+8n5tBzez0Ov+G//NHxCS9O0y88kNcMN0wr1H4KxaE1wXaYhAGUW+DNKoBlmq8DkyTT2I89oHsfzKSy8wnzWbYPJ7Mi2UufXVhfIxSsMWfUzHKgXuILF+jRoFxuTJSkxrlBbS9KsjosqV3wvvL0rCm5EYL9hfZDxVGaqKoG2lIK45UBBwpy32M9QkLDfaKe++/zFCTwcp1ocCj8qWSoFryF32dv7cSehyi3jSI+Wf/+n9CHmzkVbkV+pONR2G1/P6oMLiVRU6PViCBvEsHoDGVQJ6WTM+PkT/xHR9gjIHwaeOcVubKqW2N7ROX5tg6dcaCu3D2VXi3j6gQnrFUwZtVpHZgLF/gKZEss+BVaGihmys7G4U5EH4sJYq6zZL9DD9LczPNvYbzaGuuxf+vj4UX/IyVrjtZX6GkzTMpjyFQEZYYuBbCGSFiAxfoSfP1xzaoXXF+ks39D3br24t6H3pkhzxscm3SEj7+D7v4Y3Ppp/p+599gevKM2p/Fl7LmZubKX/2p39OqEi3Fa19X7mzSkjWbjZzibUhfMT3refPSTYtj+XbFVntez4Qcvs9g5rBsfIFwpw+fvIw0dtcMrTG+m4tPvRmsFG/c2hjaXqOixctazpqRkGpYENn5Ii80rLhXuKa7WtCYsnXuHC+3zpjFQS5dFhNtJcuXiQ28VsU4T3AC7PRdCCCXMeJydjh8M4ow1viO3aMl86RCYhttFz/4G0KwnHHkvg4fI1TwZa5yt8jmPJCgxAR4Lv8LGO/d3ieZNcnwSylD5H49P5t1rCNl/GJ06xZgjmxI00n3nJ/8Vd/U57B++8Pfv/3eN3OTMnSukyZq5qawrmgqaNRZRTlVdRPHvBq20TCnfb1fQAQTr8LMwJnQL5/32eph/dgMr4k/oILnjEuDcFw2tynPrwr7+qhUTQda1Xo4wZojnddN4LWeQDfkfQd3UoAXgcWYHIh9w5zVNZMHYXMWaNI/RUwmCINotELc1BgJ2CACKUhWkyEML1F/YMpHygchBmaGMdBS0/JtXhk1m24xJA8Po2cjGpu1td2EjZTNVNy5B8VCV7FnyYwzVeOdFtsVwcZ4OBOBK/l5zlfgMtojxCV7aAiJzNyUGQO9bX6jEsS79B4jtAiuCE+qJhrmDh1FzW544cWGFMb7SuRkqllZZkQzLUPBjxAmE2D3A+iFP3XX7lYpmaWyw/eu5XyR3RcI0RiPDXJzHnnLQKOiIPTLLXSQ9WoThZjXzO1OLIuJpl2IyIxC+6W51/5tfLixS+WDz/8oDy6N43nOM5ynczV0YbLjOrEnx1KBmCqIwPaJBgGD+CJHlzGgPcOG3t0MdqSgTsScgpCoYVsQHFWqCGs8GKPFyUwG+4ztJO8aAOUtuBXcwm1MF8pN5XwnaajWxNptZcpCj9oYXMvWhm5o9EVRsq+v40S2MIaWnTe2Nw56vW7peUCocrYl6ycToDpUWc94VX4THfu3A/eZHLyDZVJz2tPyCt8Iy5oaeqtCdO+XpVB+7L4oi7+B95jR8dDj5Y60LdbTiD/xli202VwAuqgv4rNZTmj4/A/zP+Pn8yXD689KCs7xIwGMzs74JiX5BnVZConJYmyQ6nyDeAmbeM57PrmkRECeqCYOC2xxIDG8mKO9mPqrvnfTRbcAAICpSxCj+L1vMHORYYarJY1rI20+RiOlm5QEisZZcjHxK9JHmwK/+CYCEs8tY3Tb5sXPfeXELEtE2xycdqofS4pmPZf8bzJK+/4bt4Q7NoOYR7gySVKf//33y1v/ZBgE9CI1pEueE8f1sz3/5kIgRsd5ZUvfbO6JobOVBjaAm33Nue2APoY9Oq0mKPqKFw4cWpFiSWN1vjmb/3bWAanpq7Tb4AHZQ4pCnBQGwqdLMBc7WIqJCrQWoAcGG1rf+f+tkEEgF9/lVjjxB+8wppq8m5lhVCZl46lWCV5yKXmKF2qFbrYhHkcvY2jJUoUMrwqsdXk3AOwzmsAjK9A7HqkWkj+UYIMhNqARC6CIJBA9lSvZstnPy/ZIGGy5MVJ84r3KGttoVz7yQdl/MS58sJrbyClNLcAP4z8wcxs+ff/y38ov4+wvXj2DNqEkVtkFJQILKLiUxRhzubJ4bNtlkd8l8byOXDke8+Bq4XK91J9bjQkUO/Q0N73xRw5DZ6aqxAMeSosXOa0hoe1o58dpKj71bK/fKruaJYpWzo9wdU1C5OZglb88J+OqmnFeaOKd4vs5Z7RXJgFKH2YsPo3aU8Y3QBOEbbFLsycT9PW1l2BZ50CKUBqSpf1uZuLy4Xc7HtlfR4TsgLDyCzgMv0d5sO52ND8WudZuU5ebYeQmafFwXHFhCPXrDOD8ckwNGULzzYCT03QioeOeL0y7Irv4B1YfT9zIbRtxXJlr+3zIN36JVfraX7Qbi2+1pO/pjp/Zv4+rMw0fYCrzF3yrZ12HSa/hEPS44eflBPnL5c3v/S58iPCsLlTj1FhHJnopGaS1tw82xGuWvCzzz1bbt6cqnWiDNvenhQHChk+13DzfCuVqQjA7cvnv/KV0vmlvfLdv/9PzFG5NypMA1iyXyzgRoiIOFL6S1NfK5rN7MUfz8RDaM9+IsYsz/sc3ft4lfCrGzjXZbtARH59Jn2h2NEelWHyTYjGgvPK/p+2f6mst7S0oVldOqLgin/7HxsiSMfsOd+FQBlx3Tx0Ywxqd+aZIyqdSmIcVtIhgde+RhtEMFK+wdwFo4LgX+FqkMBV+jK3FC6+WJ8cPOcu6aACyZsydGpSCRkjbOX4ICNnR3zJjRaBiWrCHmKEu4hp+P4jdyBS+OK/UkZTRyiHfK2h4t7RkWVXPFviZ5MQ2Ye6MOdrAl9aRgnho1QFvBnIRjqSwfchkFS27Csqnb3wXrf2XIPesryMvOxy4khBO0QdkCDQhPdtb5550UjcWI7sZ8ILwmyzLP2B10gbVZip0isFwH+qYY1sCw7/v5Mf+T0gAI9WKgXrH/3h/872g3fJkwJQIAxes/r0Qfn4ve/x+ibLG88DA3DYFmRRx5i28M9PKuuGjDVmtx2sn/2Dv/Lr/4Y9jefKlff+GZ8AlurBcGM0JYsdcHLqwmV2DkNR1voCTu0rCnxR5XSVYUOFXj8VlRLliZ7ufSgzmwvURVs4fTJKuryQaopzLbImqd6/7NolEyIrWn2RQOiuAeqGs8tqDyer5yeac85dvFwe3vowRKBE983nXv1S2ZiZZvu4e0h3OzYqsyOFaF4IA8wX/QzT5xdYDyUMFe+cfDqlU1JSqgwiKgMEPmCkGiCJ+Yu9pbL08Fp5b+FxeebZF8rRMxfLetdwPP7cmuqvvvXtcp7dM/7g9343C9v7Zew2MP+kt59NEByNnQbnHTAXZNUOLpE6kqz3/FYtJyNl8nTU5Pv5JzUo2HOHo/DzXAXGSkvUdkjzFZuOcttYnTaOa2SNl6zlbqOHdiAvNdMNitjaZC9MHBvGMPcpjKqAUOM0l9ohnAsTerLKqGAdZrbBmpx1NMM6VyYhqB1jelLzAy917qjWTdjEk3CGJqiJAREMnzdEXgaMryZGa8zPP6m59ZKt0G7ei6Sg7sCuYhDcKJz5wLfUwCV6+jVaOV6UjKL0aHZdqctW6jysAqcRxHZC8ca/Cj/mJfGVcoTVkY/Mwl1loEZpS3rhnSgWdC7bXdzsp2h8AmuuOfDHD3PlnSRbE3DxBl7CdMy2hIzK5jdusuzmOBo327rhBKWqamhA4zT3EUxggU3IaVhwwaYOtOmdO3cSpk+BIpzGxDXogPDYFZwOkKm2xOmoDsDTr3bB27/67f+qzON09YPvfQ/ycoeZbTo77YeZVerT6c2RYkjRTzmxXUWP5RmAgT/ACUzgstIf87NUbJDR4qnjY2Xi5MXy4UeYlGEsNSMVb3HDP1AiDmwvz+3zJp9VnFEHmJBtp7LlPGfa1dEAsLi2UDwqLFaZixX+dQTWGruszDDad3cp56Pd1ecSVoA5TPPGDtb0fOfO3eS3vqISxlQSPMV21dvWegAW58IlnPzAjwq+91oaFtafn6RYXgQ3I6xRdSQ47LQNOByQB4KK0SM4IaH4PiKQ/9VbD4PLnT2CVyBkLW8HxGgAEg7/tnzB8r32nZpsqYOkqdZYui7LC++hnwn0Dg6I0uqg1i0UOOeCpXPbypG9gS3cTD79H8EUpyze1xTsoMApA7fB08JS+0XFjQLCHrTD/HIsY+JHfIVW5CCW38JqL4VefM69KnJtQevQvuOp57WOzSnXJOHxBnUMLQF75b7wHvq4ToR/9Ed/DHxOZ6E8gsBB5r8ePrhebn7wkyzd0Rpm9LR9Ra9mS75VgB30ZmAEP+alh/AuvNZwpyOUc+bsi+X4uRfLg6UPYTRM9WwQ3U0+LIMjGaVvdPJ02btxnfn5VfqiSw3hoSm7Vs8p1LbEOK9qZqc2dojQobKgKV/Guc1SL/uAATbqc/ulVkmRyT+J2E2NbRBHVsqGNokmchZ/4rUhZE4ahqDWtcUWeBd/5TfKw8W/KWcuPVPGj4+XD9/6bhlnrsPlJRLV7/y73y9/8a2/gGnNt1mHEe+3b3M3MKWwFJcO3zYq5MQ3OC3wbufWQrl55Ufl0eMH5cKrv8ZOEwR4YCmSgedvEZj83/+H/7X8D//tH5TT7AaSfTPJUwYtw6hJ1mNntX6mtlAJyicKScmTJPXboWxQfp9N3gqxNbhqn0uolZjTPLkdIjRX86SouqjdGlEqrWocW8naFO2TUx2etoldvIpjxBhRbIYY8eg5amdS85Ir6GRCP8IhgzW0zuUhTGVWboy9qze2owv/AdO+wIfYmhqmPMGPxpkjT6AHR2syPtn6JptIBzRgPMBb/dR6RVDbqeXX9Xb+5lwcNV8536rAzdwUHdJoK8KqlSQ4VvCAVDta4CGD1mnNeSspI3OwTacRx6HbplDbotKRDMM6kl+beOhr7d/cPvR4/zVO6khRGMAL9T9/kcD/Dx+U8RFiw9qx0IrWmMN20wM1XTuxa6Q1tdsBY9VBCM7NzVGXLgIenE54QWlIhwlp2WUpqYu0JuCkmKSEk44YEz67lfx3/+P/VL73nb9PVKWhIWmUfpq3a12DE+opdg7fV+BEOfQmDLjWW+GIeXviSHnh4jMwImNtu5G7yoCZyqgr/l3CtMSm2ibpXFw2YNZ7WK38Z3SlXZi/yXY0frpLslQmNZ+5BlnL2QDTTjvE1B1h/m3izFlGsgtY5Gfk8QAAQABJREFUBubTzleufJTRoxGg7BwudZpAmTGUo0tvHMXpofyETQU0xa+gANo2hz1ZhU04P9W+gco/NjS4C9PhRfqOI8EBzLDosfhMdNK2Wm06iTe9xGYPD1CunI5hGN7hvHzGeHUk0+QmvpOtx182Sa/BJRwNfmtbuA9rTzfhKMGXFAt5RChmMwbMlfaZKN4qNMLNP+ko6zuhEzgE3wNmM2RzZGobpl+CK+d6ZfoODmJRktlAf+3zWI/kEaDF0WHu0//sPyI05mm+t23zLHRihcUpqb0mA++0l8IoRzOq3U9+8pPy3e//gDxU9vXeplexRvYasRkWZ29zTXsCfxy++Mpy/NXksZZFlp9K4WjU542vfrWMgstOpmxm11AqOwfFCoMKGpc6qaiGrjnKNpdQApEI4YmylSyD3C8FYUwj7ULDtkkGONRDK8K+JUEomFYJZAAlr7Iv6MAawgR2eUiCekl4doj5eYIhOCQJXn39INlZ9+fRONe+rVSvQoT5xX4cZxCmTrhvogX0oSGfukRQ7odTaKEgC43VgN3Hjhxn5MyoNkyGygphm8wSBKjNJFGGAw+wI8r5h1DhXE3ESXvnXNTslhdY/P/dvy6XX/lyOXH6cpa+bCNNndP6sz/7y/Liyy+Ub37zG9IUKG1GR3wnglPZ1JRrYUmBSlTKAxYKTB25ADiuW6SAeIkvE+J81pJWtEht/rSNIx1HJxVHlqsGbT3MJqRhDG/mmulkHTBuHC9ilqX+PWpevNdl2DFOHB2tQpx32D6tn2DWJ4+OlHG0cHFi4yZoPcjkjG3xMDOp+YGjLlq4bxAzE9G2rB+yt5ZvIBHekcHHq+9Q3Rxd+a71F07n9Ax1x1izdBDJJrgRH5TdJq9AB3CKo9qxlLZeal1xWqHiyBf5UgcoO4QMAPjVSnW20pRp+X7XDc3oDdqO9jISJ08FmAqhVpPQJXnYjlVI1zL93uaN9lpB4gbX3udh2laIqAfgBHY7YLDDO+nggZg2pppPCSgxO79Znmdj7WXW0G7B+By1DaGcMt6NouqmB0eY63N5jp6za5ia9SC3U0oHMpw7d7D4iHM6sOucFSLLLOlJb5P2UveK94AKDJmzpK0cTb/+lS8x9c6uTXMKtIpT6xh4A781sDVksgog+y1vShvQkMHyU3cy32ZkNDk+UpYwcT9aeVrbAtyouSt8FGRxQgLXVANySkbkXfuQpuu0q/2EwgwbqvJEJcCHTnz0Nn7yFpUP5x9Vpqryt0Vs7xmiv+H7gfOYuy05zzW8y4414MQRssqBHskK2B3gfkIELacNbGeZnrvrnCIAiBu/L2IlsOa1dwkPOASXVl48tKOOiiLxRh+VyUtHjBoniDV89MgoDjnb5er0U7ya17ICw00/NmHg0mhV7HgfvIuK/WRDNdeVhqSf/ac/96Su54TmqdsgTk3yDfcLpqtE4dmChoyP7bysy//q/LTemi7PkWa1HHSWybEJ8LnD4IUAGApSypU3ZpR8CMYorAAtLVTgKq7yN7ytgunzwJ6MuEe7hw+AT/mZCqCCwya30jGZ1lP/kswAfPE2J+Rle9mPd8tf/OlfMq+Ndzs0Ydswk1XWlxfKe+/9IyY82hYLh/3Tullw2wcFyKk7MoKXoLymEc3fdrQY/wIoQnUUS9M2ls4RLEadWHwsS8uAvGSQTQl68FXYZWOAqnxD68BmrATBltFqpm6TKpXjV57yvLY/PQMat/61P/uhbZ7+G2Byhz6E5YkpgT7498YWTl1WWMQ5WlBz9aNIZRurzUQgLI73eE30BTC1g4DBpaMpA9urpVi5LjB2imH7YxxFugg7Z1QhCeGNL3+l3CVesjDpDScyRa7XyZnr9sqKy3IsVyFlsu/UyEQAUuUhzlHsEci7U+98F2ep6+Xy577ALg90GjqTAQI+uHKl3Lx1u/z2b/9mOc0uHNrb92DowliTeTfleti/XwnFd3xDsRKcCARJntLmkBttHoEZ2IHbBomg9dl+vn4rI2S7tPWd8v2336VBCCpOoJCRIdZsoSSMMDqSufWiorpIPZGkMLO8+9MPyplJRu4wr108Ht1X1AhFe5pi6SWbCNANPB+3yGMTRwtHwlsEGdnpQ98lwz1VXiPScD+aKTWzvayJ7Sno8YrkTkZzXKt99iIUCNBGucxlUP98IRr8JPUSV2Kh1jt9wUszTMc5wJXv2aFdDmIdFZrC4uiQxg3exJ0CyvuaIuO0FtqC9LknvZl8ryZpRQZ0OHHPhlObE6Dm1XoIFe+//ymF71AWav869PTTHu//w0/KK6+8ltHXuTNn0q737t6FQR+FkWzjbTyYEZf5yyxG8dpeR2PGFy31tUeZhNnyrPfpkydKOXmc8JsPUUQZ4dM5M0dGxxb4ytBqWyjYO3HC0T+CluZ7BaLVqn045/UGd7xbcZkRBR13CwtIPfd9EAMOj7NO9JkzY2Vm7Xz50QdXs4wkQPJHC4Hrg5077ccqpSVIoa7AFntcph7ZBpKHWj5sT5UQk0LaLfKctlC4uo+yozfGLBmpHmOOdoBQnovMz2pOdOVDx1AHS4geU3b1NtYStrI8GuEyOTmRmMePWUusgrLIEsN55t+0KNjHxIR/ZYRJdtBflOLcJYrx8KWBFpa2y427D3IdJ7oySN+EuTLUN5dqyqQFc2F7fprWxHUVspbdvPSLyua+9A8bgiGr0DBORuGISbfpg5lGIR/jbJsUAJB/yh9m+zxHtOJ1nljRjmh1WtJ5Kp9HKEAB9ksITYikufAheTMFS3t57jHPfM6bDcHlm7Sxz6WzqtyEJwS/1rHmW+udy0/9cQQsb7h7b7p861v/kdog/BxZdugUR5s/ulduXfkpvGQ97W2OURrBZQgLmq1wAFZzJl3XZP3Ihrp6r6OP5TpDKB1Y7jJVR/+whVyPbZzqY8cmyvyj++EboRTqoNCMxdFG5X8VqUJBopj4G3CqyV5H1cyR80AY5ZXBm6+CG79SmbPOZpatW1GEOvhudhZBG8EJI5WRXL9+NS/r4EJ3CpLUhBUQWRPKPbtvNBKA4y6aBhmngZhfQ2MyOEMP+bmaa7f3KO73p8su8wrcIj+cDNjyTZf8PsxMczNsyYcZxFFpZfq+A8jpNNYg4HMMCPV+FAAbAvgkChEGk+vscB9JTEuz1xndPizPssH8xEVGHxSs9roOE/tPf/135fkXXihvvvnVKAToORQiYiyiIi4YI0+RGKGaIviTd3LgT9sYtfz6tN5V44u+701+0nrwxF/PvRePVhiT8zvOmfXgcj6/oJBZZ63mAhtls2vHUZgUnq4jMO8jbC6tlcf9O+88elpGWWI1fOx0ufdkrvzkR2+X11//QplgY+jVldny1o/fKZ/cfkAghGfZqADhjRlsGaewPZZgfePsZMJa9tKmeiGraXZA9Jpt5aLSgvCZhLlN0WI1W3HPJRYZqcjkUT0c1eTNtBXfpZJ8KSf5VGres3kpJ6ONKt9hIFCbgh9mkhEuzNh7mrckaBm+hdQRhXNiAgqTgsE4RI/J2bzadrGLUY6EL4mQWzqAnT7CmHvValKBaUGW1D+bkE0s38CTGN+FxaXl8p/ZhvDu7SkC/38BxqYgOpJG3kKg9uOlKoNw04cjRI1a57tBlE8VUOdJDd7g6FRhJ1ygkHsLjJCfwAiOw0x7EcybmJkJZh+tDrihaaF2Q4UeLSUKCEjWua495gkgt/QZR0T22rSbN5vUat52KfEYvFBhR60MlDLKvH13tszjDJU9a1W6xC9ZqODopNRHBDa3RaxWAHHvr/YbixF/KucJQUi761ijNm+ftj9LM7aZ9DtEG29w/phtBOf4LT1gdy6A812dfKSDEydOxhQ/PX2X3XRGEaYEjCD61mPMxbenWJtLf1/AKma+hq106kp0hWkCuBiLQBA4UgRIPeWi0g5Qh7ZcvrLw1OkQ6BnB340SKcyhVkeyIqKh7TYLKxz+IJpDZ5ZOslH9siUov91Ph3HGRyT7AMVSHv4reLd3Ma+n090Oo1l3tuqFJ7um1ukHl/T00l/jlIeCMZIgH7W/LEFX3TB0AyXYKvu0bSGBvZZnuwm3PTdCRjoB98GPxwgJscdtschzceH9OmDwfTM9SOHXB5f1G66VEZq6fwR/evvtH0NLBIbYYg03m8/Lq69febcsP7gFrdF+4CzcRLxT13iHc0cRGg9n+VPgoXYpv9K5W4mOsjRtdPRomdnsLkeJJKiTmAOCVI0/1d+DAEDuYkV/dE7cqHvZGIB6pe62mVVL3tBsU8dKQ8yhh955bvuCT+tc8QFeXfYEzQfn0G4XAxL5SFoCWndL8td+9UvU0Y8d4fHxxUsXy/vfJ1sZFI1mpQ4agbqqPajNykQ5Zm7QHpzaGzZrgDMaB5py1LjM4usd3rUTxdTHuwpmRzIYRBkBDCU6jPt9Wg7F1ZQ8zVZUc5dvauKKBnTULCOXhgA7SbO2CGrXfU19/EM04zvlhS98tWx24yhl1Bao+sPrN8tNNKzf+3e/k0g/mix1J0qVbGhyM5/Uw5ybFqgNUjuYa6MyJ5SOZcNUHNR3/F5A6reSbbRhFrq7XrMyqbazY37gU+OdnDl/ntHiShlgjsI9V90MYPTIMTx++8tTdi+5S6CA2fc/zLKMD65cY8TbX46Numazm8DqN8uJoy+Xixcmy7mzOM4ssGie96fuPy4PH98tM6ynnQXHv/qbwIWW3jtIocz1phMBX5xHwIOpYiAIyPPgA+IXDzJ3TXrGReWNps3Eu2+Z9rFWmU1zX4KN8sZH5m+r+kUXZZq12rscZxvCqWYhmhcmquaoFnlAG5Z6kFTSbH+1fetSI+KIcc+rMLNzGARFUDTz01opu8JvHYTkF6dVYBzAyWpk+Bgv9ZVBlJyjEycY5XYkNvUqMDxlg3eVn3i5Q5+jmDQ1y0oGHnuYU1xj83aZo8rDAnN/LstSgx5hDvLkMeZ9MampnTsidI3ozJOnYaoKc0eujkKSIfXR+mS9Fa0eaUDqSN3CIXIDRNdnWSMOIM6dihl3jFIhVcly+ccx4vWu4U2+TezdmMT4Lu3DsYvR8wJe1S4N2s60Rm3hn4stijVijuVssB5SJcj40AaQMTiAYQGN+GTw9VUsWc6ZWc7Lr7xMXQmCQXn6ARhuchlBsojTpPi7ceNmRhOb4M+9ac+cO4vwYbRCm+s8Jd1cvXojjM+GldYckcq+TG07Z6683qp3m+dRehD80gEYBiaxpAWFzJi+iSncc7HNC9IZBB9aCiGZG20qnRoJyHaKZci8aJeDRL5WiO+1RpmHoR31ZNZyo3KmIjWoko1lJxYATMnu5GVyjlrTulMSDmYMKmJySzt3M3KPXFOKoBh7ov9yL6SjMKDtfea1QsYK+QEph3zHeTCR23AmObB9pvKug+5Sv7MeVKa+TJ6uQY5ihWL6J//Hn6MQLaM0jIXndw1slcWZ2+Xmh2+VvXXadxsl39zBm/i2pORKnl4F1+TslNHhVPkBjl8I8kvn2b97aY3dxAiJOcDOQ5iIddjtxmkWEqHvOL2GEgeuh1F49YuwTbeh092EDra+ptomqYt4oXz5BRwo/5BkwZ1LRx0E8IcPpRsGQFpyet2mUF8lrKhMssXvAvhOPfsS74CTCDHelhA1kclME52JDFwiUNuBCyRCRYVxdWsgBIGJGdaGofVsbIk83BOk97B4epNRWhfMqAetuJKyKhzMw4ydM+AYAuSSF34mKbQkCqrEkV80QIYZTaIOEd55Dhx2E0OXlV22nZq9Vf7pOwvlxS98rQxNnsd01ksd2aMTM82f/PG3y9e//BqmwFdsjeTd5unRBcjiQcVAUAXPo2eaCUMEElaeeP8geU94AI1EPjSYQcNtNgk11eRbW85OqbCZmzXGLcKFiQtjrerhq6b7BCHr2kG9VCXgY4yUnj13qvzal94oY2WjfP1zL5AHjAVNamVjgfKYDwP2SS0HmJie23sBIcuOKDssZGdAtEXMVpb/A5OCDDwJEBDRFOCudirrGdNinticQl7hdlTZjwkzc2W8mA4hXtoOl/xqnVt8pX3Bg6/kNY4qXprKHP2oxaq0+cy2ljbaAP2OclIK8LWMq+bHu7wnY/Moc0p5lB9wFD6AdZByt97zHfuSLfHplw5e58w6r8DUb9+6WW7fwxN2UCcZPEKZU1yFMc5jUt2l/BMnMVkxH7SwqLfsKLC4zq6wUfVEQiYuM2odw7y8Qr+xk+p0tB0vWvoMI8b52UdlcoKdmYD5KX4SCtsTE+6LahjC6argxGHKOXyEN/gKLoEw7YKAthqOU3SukjnE0sTREaI4sg3FE2DlTZcyXHj2Uvn+9/4R4XUS5aunDAf3tAVMSMeVvM8HcUKT1wXB0Ab30o7Jq/6po5Am1iuCJ5YJ4BrHa9flK44sJk+ciH/FGo5htU/vEZEKZyPmtjcQxPOMUpdwdtKpzLnJbMBOP3jxpZfw65jLmmTpYh58Ojq/tzlNfZxGkN5ATPqTPMt+dQg4MFMpmHv7wqViQvpVhFT/E/KhYjJG7lBf3zEj36ip0jt/g0+fcQ6O5YODBNLQp0AGrLJR8VfLqdRkniqTtX94T0WsDw/nLYIm6LGq4+IQy3lcxrSJMqwA1wSvZWR9k6hY0GMvgqQPS5cWFgV01lWHvGsbUzDfU0aowvKb8ig7iiXv2pQZoaUh7Q/y4tquraAVflP2OObbiqnc8m5OfAVU8IwEXXbDpx4R+Ojv/u7vMb7oJMR3DKwMQHH75vvl/s0PSv/OCkF25G8oKHwTIdugqR7MFFwFT1hfVMRNFNbiFOoE7+RNGfIL59ld74yttsLC68IVKKEN6THKC9a94eGBLFmcpc+mfTPKss19O1+QhzSjkEXeOXdM+wIJV1rJbEeu6Z9dbNgwisWxewnzt3uqA8IyAeaHBnfK5NGJRrEFL4Y+24ahy/Bd8+ecwB4ONDKExMolexm5SeLqxzXP+UI1Rhm1FQijBCmdaLEhRM41I7uuTubRh4CoOVQniazX5Y6VqQv9K1K5UVOta3MhUXOKhLXilkXrHLwKkvX+tFPsZsRoXgpcD+S/PV8+fvv/wQv6VHnx9W+gcbB5L6PbPeYt33rn3fI+87evv/56goLDDchGVPIt/9pGlQJb0ARK2syPcwltn+vkJprAoaSZWK2tdtiKBS9lXtZJpxjxuo72usmIdkkGDASOYoZgyM+gwV+4cIGR/0Z5eO9ulh6cZTlGJ43v7iU6H9lBNC2vQzC7KESrOHCtcmMGc8kjRhFPFtfLEu360ivPZFQgPocHiLiiVkaynvknQVoH/rfOIzzKde2UWiqIXoMJUOKWD4Xmkkn9I+5ylg/rlZ3N76sa1GTISzEJ0562qUuNpDM1YteJyphteOkx2Oez2uG44r6jXXGkgpgAJZZn1rSUJFJHgIHEP9SxtqcvyejUkqVNofpFyex6oJNBNhV4MnONtcwjzLfMlkfs4iPMztv0InTXcdhZxHx3AkHihuV+18vIY5H1qS7lOXv2fEzExv+1j7kPre9IF47mj58ksAWjYs2t7jfrCMf59kXuPYMQfMqyO3pj4A3BAT8YgF40sVNjBE1GcVQl83AyAfEBnnK0NOpvNC8jHI0dmSzTjJh7GNG+8eUv0095DC+7OXUPS0lfmYMnYFgOg6yjs5b6hdpfpZMDS4ZMmj6PEHQZn2lXoUE9NLm7N6r0vo5lBY0bGiTwPfe0Aiyi+PWBk23m7I4dPZrR2Sibr8/goPUU5VOT+Uc//Sl1QXhh9kvoSGjw9JlTCU85MnqkfPLJTczWMtza70EU+BNOPuMQC1OuDv3xAfWIV7+3eV9lwd4rbYEsKlF5YA0pyD3pknrGEZT3FJLGv+6BGW4D2xJ9bQYl4vTZU9TfqRAV2gpHigB36Wvcs/2kd4cQOgYaiMLRGIWwpnYNNFWrlgqo89zJx/4BbOJzheVROig6FaE1w1jYyY967ZcoP0w97YdtGwqJKT0+9Q4eQjMSUKWdasz1c+tce24dFPEK8OcfR+frtdIIg0uMDD5x5erH9C/6MxZN4yxvMKV1/cp70PgDqArLisoIQlaY0rfBgfXyp1Ug/VteL/3KN9KWTb2oXHBBecpHbWt4LqSt7M9ybwV36se78T+xrPAKBCdtprfJ7NxTelSNI56cU+86fhdVoQFwZ/3dm5tC6UIVN66RdaQ8fPxkWZieAlKcOHtHCd50qrx26UXakgAmGhi0AgGL9YiqEDMCxZtZbQ7PKYzK5IS/JpnaJp6FMkijaJhkiGpPHqPNWSGYpcm5EwWxHl8ScrRYhLoIrsireeblX/QHEKhrZewAJZI1X6srKVBFjSmNwjPzJlf+ij4WoUsoOGKsPVwqb/+X++Xk818ok5dfK2swOzco2GLh+T98//txZHHi/HB9K9MyP/Plr8iup7n+Zf7U1yGEJtXcmrs0rknYQxwQWifMOwRHQTsQ6wxBOCTwwUHjf7JUCka5x4hpm7ibmubUwDUPWuNlGNs216vs4rPA3NUTQrPNsxB+dpl5H97QZG+dnjIS20FwH8GUmTk/cZR/lUkKkxCKd+ubett+dALv264RXAG/pRm/opn5BkNAUjoEZwc4s01qvr7gc+nAfuQoPiMnmEk6B89lMi2d+L4dia9yT0HpKFbcVUVQOCrdcTPvWFeFi/A0IJlNUhaUU/5nmbAwmWebjGI0y1y44dXOnD5bfvrJB5hTZ7OLj7DNspuOwQxOISw1jyssj2Dyd95slFHsBPVx1KalaIIRrnNuRosKvnkmjDoCGR1Ix6NNlCedibRmTEweKbP4MUyemIDZMoLGsVBFqMNNCfhnP0wX5Y99K0mcNv0x7UBfcYTmKPrkxPFykaU80w9my407d4DJTSvwmCa4idM4w64D7mHuM/Qg46PfmS/f268sq8VMaFSBFsQi6DXJ8VMwhp6x4AyjmCRGM3S8iunXEfoyc9l6fq5lPb1KeC8boB+FJnuo+wZ138Ez9UkYt7iSyTtXfITlUxv0Y+m4xjRnCRs42d3DAxy610ITOm0arqW95rKihr9OidHN6rvgKt80qDv8roqmfVIze4QJH+Vd8UudDUs5R0jOqWtXy0svPC924HvMrTK4gKigYf0fqvA+nG97zpO8Z321OgwSxUPl0DlYFUj5K/pTaF7+6TvGeNaU7Pyibb9E2/UgbFX4MvcPzFZFnIUuUpiVrfWVjwBa7YNUop3Tdk1ycxeYK03Wj7gNEXEndRFkzpJr+0dB6DfbREn69l9+K/RfHa18dwOHp/vlk/d/VIZw9Ozbc8kb/VrC8j9ZSccmaab2O/MHm1TAOqcuwTnlgJfOpmLC4ZceLc8sTWS/fx/AaG+UAI7+lFEu1Ym1rHmfzyPMD+AwB/KzrvkWXNMWDg5dnuZafT3Fu+ivm0soA71DTM2t4i+zWJ5/7Sv4TUj/wKkzFjJmAyvWvVtT8UIOEMsry+xbWCV2CIRGSzCLVFgiE5SKAIEwyYhrtWSKgAciHOlYaTWyu/duUykmoDUpY0beQcPRLh7B66fWklQ1JcvOpTfaE4C1ECrGoQ+Ysj6J7zIqEa2W26674rMstxE+hJL8IdoodCSxdBL04e5HPypzeLs9B1I6hs/S2HRQOkVirKL4ZA7SOvC+nadNIagQZHvnlzs67xbC8VsoS6UkNUoZDfZ4x4XU9g6rK9k72gGb4AwByshU70ujxWzBwDaZJ1hhW7xNPJYVja6zW6eTr4PrlbXdskic1GVMV4sI2WVMUQYl78BKYZpACDA8ZpT0hA/XyzgMWIKmr7RNGQZjC+QHnB6FxznU3EOgVLd+8uS5uK25c5/r6KqVOELEVkrY/fl+iJ5vdMhREFoJX3c3KJmaxKQQjQBtOrL5hwkIJhfG/Y0zF20U64AtRt6Zvw+eRbdl+aEGoEDFBZcw2yx8T5vYSSvec+S5lhPjTKuoaUK9izdqDyYxNJxy+tRJlpk8YZqErdFYrzyOKX+LzvuUJT+O9t0c3jCGmaeCMToyG2YuUdP/9N3bMEUCI/DNHA4+QrRJ0IsxHNboOuT7kPzGy5lTrrVdLA+nH2B+PkafguEwxz/KZuErjDbdzSZtQuVsF+G2lVS40hDpq9QT2hlE+D333CUUgRMIQebncX77eOEBygHLhYiIs/B4ieAbw2WD7QDHxo6U17/wGiPbG+UOXtBq8C6t6TBwADi1qcxfPhC8euk9kg5KfTgTKQzbtMyoQWFlmMFAiLOPjMoR4QQexCsogzQio8BZ5vKY9gBehbWOY0cY2Q/sDYQ2jx47Co1jzub+OnCuYm7fQBlR0ewj8H6codQqGlg8ohPm54hCWCvlyg9ob67Fl/TSJnmQd80iApZjhC1fGrRF65NC1FG7c8V3bt1iWeFy6qbX71PWGVczMG1E3OhePajBn/VuU6gQePKPo4xfRzOnT4zW5shVq03omOcqliqUXkv7fZgpIYXwVHmtux5pOVyC0VtKyzYV4lZHZc7IRfZQk+XaV+VlJt8RD9wOXnLqI38igtQqui1M9S444h2fSfMPUCS/853vQgvgDzy5/KivY7Nc+fADBO1tBJOBeFCGhId/YiVdj/qpOMlnHTnmCf3ffy0QVTkQoINU26fi0bvWQblTU8WV8NacqL8djaQyJh2BWPqn82i2Nd/5KfX1C1O4avON2zo6ZSQunepCsyG62WB5vNRTlufw2r/0avnBzRksMixP4x/dhYh6WGxYYnTj43dw4HtEIQQWSc78GUX73FqB2Ft4uSew7bWn6dAyvrYVmo9DnADviJa+wns7OH4Ml9dee628dfuT/TzslXWUTINDOMlfpFtWk9dnDwHBPKmoxKYNvuyx5pR5JKedg265tF5FgsuB/wLBBSgDOZlrVZPldhdMY3V2mk3m/6acPP98efa1L5XlPXYjIoyhc9SGzuu3EXjbsg+nCm+9Iy6S4WfeOfy+5xK25fpaOh3fiUGTgiT3xYv5cbWBGVKlBp1HhzY0JjoaEUtcJsIYt6yzrZ4EvUG0Gtfa7UDxa2jBesZugJNlmNeSUXcwuTqC3cSM7PuasiQ4HSpGmFPYQMjOIxx2QOcWAqESmTBIfLZPCyXf2DFBrJu36/hF3+Lc+rcdIp/9wj/i0TYRjjZ5JkzWmxxrGSmeP3yg5p4RK3RlG8cagkJgsh38BWeClmy9rh0lLzXvhUf6QpO3DCKc1udhOPm4/ST51nd9wXd9BM7oH3Y0Y+L2wAxdUuIoxPlFmV4/zmlqz86ZOR1glChH5okjzNGIPmfOnAkTXqaNzVuw9E7eXF8qa+RzYnIyTi9TU1NZajc5wUgWpm5ox15Muu57u0vnpt82cAkbp+CwZab1DooItGy7/s5vvomFAxMu8/y7BMU3ythxlvGNEKeXoMPlIlMTD+7fK0dxqOkDzhG2Q/zcSy+wWcj58s47H+PkwfaMKG4CbDn8D+Di2nZpkJ9RRehGhPOSjEyTqFNNLtcZYiPvhZUNQnoOl8ezBKcgvxmCVIijXnDnRgzuzHWErfU0nTtH+5h6q6R7/RSh7dEBwTjKzHD/SEyn7ph0/8GTsi2MbVNKG2JEBO+3fcWMfU7IbTNpyGtpWdhFakiCM5U3aU4hq7mxm4AW5i9/0bvakWdN9j9G1lwYd/jEhTPlFjs3TUyy1HEfoOZVDpaTorxFuTrwSS9uCK9Q9ZkCu1qN6JWO6oAh9E4hcVKFHjdRRLsR/N2Zu68+Dc4T82qtdwppEBI02J+9Birq7S8VChx81KT9Z3mHm3QY8SgMJnmw5+nKHH/84x+Xa9evUQ9xKn+F5yzNlo8+egeFiEhMjOzkZztqkvDoKkRRvIBPT/QoxofwlPIVS/BuFZ022WY/k7jl3cgFBY8wN3BywaV0YH0BLPURnzXPqkBYL98TrppCBwdoo4CKs3nmwyewWq3RThso1rsb1Kf3OLk7fSVDBC/UdWPpSbnCCP7pkzv0AfoBfcwp1ghaNVWZcuvQYN5WYJ8v2mjeS+M1EMloJVle0rxiQS7ZiXbCe7pRj7IY/mtf+1q58p//uqzjYebEfi8T/3HO4Os0GO8m37ZyQY54aW6o92sq4beNNjwwdrKcf/bz5f719wUazYgfVuwINGmBMoTFO1VrcrikGAHpGaVQ+d2l0rX5tNy7OkPIyKvM3X69DBy/WHb72FOUGtjJoFk/209pNHthGsYGEx88hhB9L88P4yfEQ5lIt+oJXWGoGYIlCIOa5S3Lc96FwWXmdfTcVGaIQ80Wrj8cwDwkU3K0tInT00L/WurkhtOajXSSMBD5BhP8dkKJWNoT57hqACwZylAAto8R1sg45k3ymp97wPoVQ5PRSXhFc5XVMgWn+Y56eNxPVtjnvmEduSD5hmuTFWYK5Qi1PAlLRlt3S8Xa3nmX9yrzbkeltht6Le1XnXnoJA2+WxrxaMdIjgAqXOI+35CpNGyyPhmBce77fsGfwCi3bNcG+m3GhcCSc9uYLJInz/QhWGUUNf90pnzjzTdL//hY+d4/fI8pFDxqGVUPIGwHmO+eX0Rwobk7reFSnZknM4HF/Ul1XnGkq+Y/wPy2EZRWYdSW4RzuHmH3HLVpClTjfgYhNzMzE7PuM+x1K3O4z7xwH2ZCR9ArBLg4nKKV50ZtX5VYW1Ea++CTe9kaT0VBJUl89bBU5yzm2kvnzuOdiTApJ8owa3436aMry+KjenS+/OKF8sGHCFtGoqEf7pMJeYus2lYtHNKb1qsdR/MIDLdWtH5AwbQHc1bgylH84CjmUero0oxxYOpipG+gEqcJtqHhFfAhTpzGWUQQOyeroNY86Gbnpxntq4QZAMQRoElWVKHOFeWmqX3CDziFNbTCH04Usibha1Or+NN1oNMegu+sYYG4xyiWfWhPTTJapw/RTlFY+W4L4bgA83XXrVWUYK1OrhBYIKSkvNQynG44XIZlSZ4NiXKE7qFnrX/pS4Bj+1caZ+4RZUUzp3jVXK4gTb9W4eRdA4SMYlLvwtol3P9SEo5YP9JuYMu686Pn1CP3Y+UJzj6TEwhWgEW5Bn+2pczrb//2rxP/XBOr8/19Pbtl+voHZfrmNZjXCkF35EFUGMFU+2vFv2xS/mkSDum7KiDyBvDDN5reKTXPoxBDd7WvN325+VYjraPhCGU/JuU7jlKozlJWSbL1Pflp6MX6CxsPxIzCwhE1w0XOD+DSRJ9socc7KIgvfvHNcv3GNO3GFF83Xs5Mxg4Q/XBnc6m8++PvlJV5/DeQLR3QyhYWR3lPB8taoR7GExBFZCWFB7gGYIE25bLWoQJRXwIoOzbMmaMEs8K6TzUwIw3JKJiiL5dhMBLSOqYeESZSze/wiCmFwKCsYLASKHI3t8LIEVhGetomAtVr3/wtospcZ09cRhPNd6Io85V8KzPnTxrTetU8AdT7QNvJqBajLOWxi8nSTPno+/+xTFx4tZx543exwzOx3XRMcuJ9GsGhoHiSKGwfrmo6OPN6nwc1Ty23JWgZjrYKR/sm2zlH/vhM0/rJU7ioQ2CPH7FgH4LQJKlxxY7rXI5mNR0vXJulOZjeTGQd5q3AqeHulBGa5WiN5OpyopB4GEtInfuOi9nYhxFGFyOebUzIzu1aw1YwZiRA9pLg4Rq2dfEY+GlnFQmTtTO1ebRHibpqjXYGK22Oqj12XDBMHSq4NYeaNzCqMB1KrVKW99O+PlToVkTKnKIocqztJvz8DleAa4VvC6s5qG1XeGo+bY01OdbKAzdwMsgoU9enyjf/7dew/gxnBLtHR3JO0khnmpi7YMo6OmlaFiy9Zh2JbfHxMjv+6CzlCG0ZL/A0CWWfODHJ8pq5vOfod3LyRLl//36CkBxhjteNCZzOUOAuY5JcQIDFnBikAbmVoeErI6l1tl7WaoOb9+bsk4y+B5YZpZ5FMNBmnZvlOfIzDnkPuJxkDfaK9EU/tQzX02oqn5yARqiXgtx2Dt4qmiziU8l2sI36mK92nlrzuExKYRD4eHsSs/s83pmuC99AgGQf0EawqJhIx5rcZRADo4OxMGkFcOMGFZVbmGtHCbBx+/YtRnPMkeJ45LKOhHcEZmmqxYNHmZwNIT81z4wY4U/2hKzZbRitDmnOoSvsM9VFez1AsVmAn50hDoB5ON8mHS9hbl9i2kYLkvhaxfT/AC9bPfG7CZpgbGa90i2jpc1PIaqC4t/Ap9OWDoB2DYWzOBROFTSFrg6lLonS70X8+FynI6PtdcNLnO9XgTU/SVa5Yp8/oATOvDyU0lYSqCZr3o/iKp6sp33ejJpkc8tD44mNoO/Bye8+4W3f+tGPIvSd383UBgOe9//prbK9OI0lTlM2IznzkHaavDwkCl29Hfw07PDQG75dRWXO+BP51HwTfgZ8Ks6O/J3XV1UEPRk1tl+boef+OdwOmuadvuGmCAeXWAw5Si9hGH7TpIxW4Yyr9P3dTuZiafP+I6wwIB69cgd1EuvSQvmnH3yPCFdPELZM8UH7+tLEQZcMOwgOpOMXpVApOTSFyfj8xQuU+yJcnAuTCKrXIaEApRbinKjs3OgZatt6gCpMZA5X8Oh99+71ckrihjAkErVFo4M4fyHhyOgqs7OmwJQCm6M3ggCJgHvA6YbHm0Y2wiEkgEWS5iEvWA2FE6dSrrftbCZGid73ylH4DsTZy40wPFpp9tYVnFIWymu//jul68hpPnUtHS9TTi/mL8biZZe1X26YbgJsilO8V6IIcxdX4GnX+Va/JVkdO2hwJ6bosD638dXQ8g6ZDY2X8vLnJ5GgOK0cG2Fu7mj59v/9d2iKLm8Rd+QFYWm+XCVPF7DXES4jWQhgcvJo+dqbXw6TswznkRYwR84trJUPPr6RfFw/pnmzbhxgh2a+kJBla4uMvsg7+BJm8BZNNGitHUV0Bq8cP5tyv7kpuzOJmyQvoQffkY5SiO0oflSSeM/70kX4Hu9KYW1yJCMDDF1ws0498FXaAUYBgmuJ5lMZRQrjXe8fHtm2eR4cK/2p/IWBmSeARXejM7kv8zZzmqcvnSpP38cRCdobZhnMMcL1abaXA7kez1CA0uYsXsKOznRq0sloAdO8eTsyyVpH5hY1LStMugmVZj95PPOwbLLv5rnzZxP2T8co11C7OcEDNio4ffoMI7fVnA8i4MeJArb2kFFwUwl0sVQ0Wr24oPFCkdRDE1f2KoXeHrCh/CLz9hfOTJZhhRmCtZohxf1AuT/zmL7Fsi1otP8II1jdJtkBRsePFaYhNG0Gz2m3AwzWM55Qnv0ZHxEYIDsCIWCznpZ+1saxdmpmFpwcR5nY0Zuc97cxt26zf66KpXXznXFM5CCnDPF79OhRTLNOcyxhNu7iepzRv1HlLr3+BvS+Xe7deYiJnRCEDVYCon/In4xCFyrfkD6XWIewDGwzYh1j+ds42xzap+ZR2h8x4l5nrjQrBYBb5y0GrnWKg7Inzk6Ut35yA69+7m9QX2BWaXV5zaBTbxnlsp2iZnDuRSnkeZvqRgheRbrluXQfnsm3axurmXKoggHeCvyaqFV6pJltRq6uTpBvdENnA6wbNViPPhrizZCMW3RU+y+ZB7+tVcejsNoreVIVYu6FN9mydkK/87k0xLUolK55CWlHnbn3QwJQ3L+PMOWeFNFNG60tP8ar+O2yt4bCiaSPkxW04wDCn3nrxJTwrCmn8gY+rXCkpKZwzuuATJkhL63RnaxPNT3Dp5KnVC6Z1PdV6kxxIONBcMD38gvfk4eaxF3km98ho1K3BivWV4/oHXj+DvQOBZZXv/qvysMN+rvLhjT5oUD09aAAba2Ud77zf2IRvA/usazox4Bp3H8WHikJf2ikkUqAA+eGSYkEEUuJgmfBSVTSSguqFVCY7J83r8j0d3DIcTRkeEO1MJnEFIJWgjH5TQ3HxrVB0ZsC2lEFhee9IDJnzbV5ypzJwMn3DUYSXd04QbCJgB6Sm8w/bcJU4nYNObmmSmedoFjEkheHNKCZSESBH2RXBk5jgqyO1Xvl7W//YXn5q7/JjkAsNMZle8tgxDCbHkIjSgB7OnQw6pUpWZ5iwbxM4saf/bkmnwi39RCpVRPzbis4ghqeb8F4N9a7y5DwIdYH+3V0cLRKCc7fmAW/LKAnA+fNJHYXv8sMDW/5GA/VlSW8RnnPcHt7dA7X9kV7BydZs9YQpNm5DsyNj3swea0jlFVA0iQgy7WU7TysyoUwRwkDPp04Ppust4nm+Jlk20kxjlFth6QIWT+q7ZrW4r14A6e0iiPnzDmrn9hulg88dfSqoGwKzhs//49v1FYin7xey8y5AJNH6p6y6BJJwkw90ee+/LXXy+XnnylXr3yMtWGRdafnYHhEmCGiF8AgqNgneXkpc4bDCMMnjM7sD2MsUzFQgxYJR8gGyNfJx52AVrVA8O1xnJ221vsIOnKPduxjjtIR2maWEU0wR+tyItO58+eyQ5DfdnQSX1nahYkkAb9o9Uo8ytzEj1amew8MhMFSBBxnFnGauXHjVvn8i5fybhQMK0g17+F4pUXwCI4eR0b64t0uw1VTCbMk7zDKFOiftiE95w2U1R62Z7OuLuA3Nu8YdfXa0esetLaAp7FKiBabbqaBIkgYAUziqCWdO+J3jew8o7R1R8Iko0K5r6/NNIIirwOQm59c++ST4GPm8SzNh+JO/umfQgPYwQV4ackDVFCmAVdkhVvl/Knj7NCjlzT8A6HbzcS384WbCHA6eL7XPO1UwC7P+ulHhqJ8gnNL5+AkQdx4z0wBbA54nQ6Q96lstOucAw94SZsEKM75RuEt7WmGZpwcWpFfOa1g2/uOI2x/ffRxd+Fqpzq0DmqSdt32KqFnhdfpDZUCSdu840XshQm+UNuPGyJDOPhfR4mc8G36kM/4+Y+X+MkL6Gfc25L/4AT0nR/+OCEK+mFwe8z3bzPVMHX9w/Lk3hTOTypjlB/BVq1mycbcqE+oiGf9TCOsYzUR17bpQarlaxFVWddErqIi36jz6dSDawdQDZfa/zS8PoxF2OFV8hvKCr+SQ3NtOlxecrH95GUZbVk+ijO/HTZ2OH751XL55S9hWehkio13ELLdPeS1vlLu371Znk7fjI+Lo2qASv5mJ+4srZbodX3WchXvpIFsUJl2nc/xHp94TSaaOLz0031A8yUIhmh0EvAd5xYtfBgm7q9jAecPKu4/2FJFHAg5gEYIK2g2eq5s+NyzJN51lEgTaMpyg+QLL79WRphs/tdvvln+r7/6kzJ1+245efp0mbr6fgineitTIsCmXPMFBgonH+/TgRQgwY6dBvMt8wr9PO/eWCzvfufb5cVX3ygjpy6B+FGszGxb1TNWzl16nskRlxRAEDRQOyo1z7YOnDTn1sVfxZ9CJHURF+DJ1cXQFQlnmeVdQpVdp63r6Or9G8RdxeHDeMWqQoZrtE7x/KWokDL5eebORBswNAOwDw1h1kT71QN5CMb05OlyHGoG8IKsa9T4osGtwsC1fs7BiQvNHcJnTR4xn9g/dIzlRuK//osJvzFvidPDCT7xqXRYAMqAZKpZhoF1QI1XekjyKDwKOWCoxGob1WTJed7e4ChTjpkt2VTmlSrtf8MnZNR2rJTPM2HiE4tJnrnmhmqE5UrrAYV7wTe0cO3mE2hup1x+9mz5xm9+k3ipTwmg8Dkibs2hTDolgvkK2ncOTTOU3rMDnA8zqnFUu4nAOYkThSbgeYSHDGCUeV5BUFGaZYplC7o7De06PbCwwCgY2nDOdpk5QAEzr4eEKnQdL+wJD2etRrQAv5AzeSUBfJhq7dthuts6CUJpqzCLHryVdzeJ1IPZtQtGSS3JowqGRygHOnQxYA/cA8eEETgY8S0zh5+ODx8InbSIraU2sEDP1F/TuVGbNphn3UBouqHACvPZXQR2d/u2xw8fMTAheAVexzMoEUepm+TQh5C5e+9u+rZKiMt+JjGr61R2jrnkWzduBL9PGNFqWrcd9QIeA5c6e2XJSGjShqyqbuYc6SPtCEYF0ekX15xOP3qAd/cxlBucWxC04hVQg/stHFiMiGX+8mjNuEfGJ8oP3/pOef2N18tP3p/iPnW1H0OLztE6or1/dzq8kTERdYLmqZhNER5ke/G+dGk/lND2dKLh1J+wKVwcSJivPE76cOlOD3vWZuN5lRYEsZ9HaQ681A/YpauqeFkivTjOFrY996VwyvPKctM3qVdrWvdaIZn+QBtrJnaazjq4X3DvMB7gI8RVh2QGKLuX5yvLM+yc9h7WhnloBt4JUA4aMnVlX27qq9Wm0iqKHwh+5sLl8vEH+Nd8Jll29hqWtmIVbepsA8Bz6nAQGLnusG4izcR3h5N9Of0ZfMQTGThyh8qbdfURkX9wg3cSOxyLjlN261isxi6+WC69+Pmy24NVwkEV33Q5D4s5+MH1j8oHb/1j+frv/j6j1+3y+PZ18pB/WF3wLP8EX5rEKnQNjECwL2gldn8CHoTzeUWS1fADCcNG9L36Tnudm/yRaFNx3tN0rNNCO+fi6CgEl9rKzM1DAH+WUbb5Wa7vBdzgE60ZBMmQDOFmpJ1VPGzpxWWMrfA+//WvlbuffBT4XTBv/iGvnJgPZeaf9/1RHzSk9Ca4rwTsEgmDBty6drXc+Ml/KaPn7pbzL325dA2fpPvQEMeeKR1HTpQLX2S+ZvY+S47YvirEUXFi/j8vpWwaoxUwMn81ri28h9VGpacVRqnuOrSDGcJdbGQe7q9ojo5k0wp2hKaAeqd2ujlMX4vMHamRrcL4jSu9SDDrB4/YFUOCUWujzMQ1JgOxoaBVa66BIHxsJyNzaMUweC43OXX2JG+SX8wiYMzneakBwkt+aSOJrbKW3JWeRI3PoGlGKuuEHNTkhbBlxKx2ap9s3gj9pb3MMR/TPsnYdw5S7ZSVmBNwQLy2iTqE8r0WToH7TCaVEnzUPN8/+ERYqQV0KaPs7Rnh11VuTbl29g6j1GEiQZ1kTtPnsFTqoUewu76sI1zEqfv3OiqzPzhPOz2NQxICQ+H5BMcehWlQSIccY86RsOc4/LDcCnicl3XezWtHSXrjPkEYH0cwGbBBwa41x3drrcG5yA0O6Ojp5NbMp7aXUyAwKvC8Cn1ssU5XZrUNoxAv7m26yraVbtT+/PMXs+expOJIVmZyklH1NGsEW9Zhg0UJ5xXzj4CjKBmV+84Kizv6aPp2j9ktRyiEv3ObKuMcd7IcZ5555qcoIQq8ZcOv0qelQYN+XLh4CUXCOdkj9G0c/sj7yscfRzEF2rzXx8hUz2lHE3pq32P51Tam6CS5njg4RKPSC6CmHJXdHoSXo1SXZMj815gmWAUWR5PulbuMYiA6VVq1tuk1Kp+6fPnZbJLyHOb3m7cwtUu/IFZnxEGiWRm3ehCrRTUH2+ND3NCIQkgMcg84rJMpYPFHE7Q4VUlREbBP+rYKl/AoKF1HbR0VqPk+fRVzJt+n6WkXRFkdvUG3jkS1PFqmQsDUyADKRan2O362s3O9KlVd4S28D31wRaPShuCqH5hUwTHclK21hfLgztUyy+Yt7t/azfpZIEoZliUw+Wc7WGxT1/poj0Aj58q1jz5o8EGGftLUobdvGKX0GMtMO5jrniYGPMuZZIwkj3uaXDxvM+WRTyPg6mtAUt91lGvmaXvoS1FnrdxalMLpp27EwB3Ot+GxY+dfLZ9DCVhnByBpWgdGnbm6tpfKrav/XO7f+IgBjQFUGJTQn/YQxNa1AmChANAyPC6lwSSRntJzqPf8G/D4IBLfhmsaSVAFKslKkbGEsF9nrtWIwwR5bxlTmkEWuhCIQQ8F11EmBKDwIA8bPJpAzfVTf2u5vsTt/QohwPnQZ66h7CFvKyfD7sPU2gGD60T72sDBSW0mo1XqGWQHZC7EDc8UcjWphUBUNgadigNMg0Ihvi5COS7cv1neYd7s4guvl2Mnz5dtNhDe6RovE89/pZzG+/fJzQ/LMgK3hiSUHC23yToHKyAZU64NYV3QyIwSJFPejnZGg0LFeygQbtvkmlpW5ZATcPFfhUaLgR2ndhBuUhG9qFMPOsIqDO2dq4yIYawR6lREAnQdWBfMbZe5RhWnDuokGFBbJeLgw8mDKmRtF+Fyzn0WM9nQKIHgR5hAluHwVYs1c2iT2fmzWwcu6hg68IoHPvM4v8wi++tPMB8hUNjP9cTRUUZrMBrm2VxjrbYJZijKfMBHEOn5v5Dybvtc7Kf2KdNyrU9DtXkpdW8fcPS5Jtz9D2oVQmPiXNOnYWX7mHwcIt4xvoTlzv1HaPdsrYYZtLsX8x3vGJBBk6lTJquYxrTuCM3AALGPMXUafME9Vt231iU7bh5RLSJ4r3LuulIZ8hyjPJnphQvnyq1bd+IwdOHCM9kGbpkR8Tim5qV525HqUPeKnbZtvHJsRntS0dRVfEjXPEl/JSqaq4t6NLfKJGnrG/eus/ToNAEmhhASjPiYB1zDSpIRo8t+GF1u0MccnUpT0kJNlMGp/dHR2BAB3p2PdjmSNnchWWItt1GbNvDKXMKMvoIw3qB+Q0SFUhAPIswUsuahYNOHwLCUc+RrlC29jhVkz166zKj+QbbQa72NlxjxL+GQ4ppaG1CFME471D+WOO6Z8heEOd+vEMMEwXsoH/SzzG+i7LrBgR6+Lkva2yUyE7DVFRJ1lGmwCMvtoo9ePHGk3PjkDrhzlYUKq2U7msPiRF+1/RJ4Io3kUhyddhSYlEnX7WHlRfCoYKOR3LVIOpNmtCZ29wsx+IYeth3BIq/DahWufO+yvzAGcqw1tE3oQ7wkHHX7SB2kaJvcySnv8jYwhS6EjR855rqapsEbOHIu1pUK3VghFLbCqIl95em9cu3Dt5lmQyFgnaw8LABQqLWrAlcY/El3lk/iGL7BDfEbBzBADvThw9JVKb/1b34HV5pVRsrvK/+ZSkDJb/h0eLgvNVxmv0YKYEuhjCRgtdx6LgyUjGKW6S6eqUTj6RJBuctyM+O2P491dBfBuyqegRT1sHRjlr+LWfz21XexDhDUBQcvJwotX6XS3axoeC9TScsM7UWw1uLrX8rX61iHGAtThlZBoAB1BGPlrRgV4Zh/3ku+VMZnXEtcec650XA8jyMN7y0SyUZNfgdkbLb5SSxhbByBLj9L8T7/FCR20J9N9V6WBtHAPTorgAw1aGHqZX6rE3friXOXcTFnXRtzroq3ToRLzc4Kc2rZ/pqU8qWChnnYwDJ7GwQVBuQyV0Rggkcf/kOZv3+qXPz8V8vQ0XOMaCiv70g5/7lfK/NPpstN3Nr799jBBYUic84C1SQJqotOLaMzW3GrGbULRnGB+BH/83//Jm9QbzqWfMB3jHMaXNIuvFqdNDinujEr6WlpB9Yz0U7sukk1fPHoO84VOT9oOZqqdtyrjTzdq7L2NImw4iFKlW2Rbkf9OR8jZu8MjlTTdxnRX0SrHRjleSXcKItc2X1CM5yl81pfC6cC0htnSXRLjkEyX6Gl4zuwhLlv+hHBHGAqx0cGcDAagngpAdrbwXSXstpvDpqryfH/6/DpD9LmwGS7+FODltq4CuDpjC2wZC1FHVxyzoUxaHVKMn73GMLHZRVzxCWOcxNav3Quo1xaX4BxDlIfPGsxG7tERSYt01BRlVmHYdPv5JqzBNQfGSLgAc5KQnWK5SuzhB68evUao7pjGRnewttWmM88c46oSTPgGIWStyVZf8Jnje3zyEOnk3JtWD8FZ5bdMFraocN3Yk24emuKDd+P4nDHdot8dfa5Sxl9xznKttvFnMt3iwwSpdmXPvcqzcr8FfSl97GY+2ySxubZwF0h4yjI7/Sn0tFKb2pH4icwD1+bulWePXM288GLOiA9ehgLwW0jVdEvFTgZ4SL0xvFO1qTsqP7Rg/sp8uH0/dC2/iA6/E2eOEX9iLQFD/M78SBPiFWCc6mupU3pOiNHFH2jbz3G+VHkDQ26oXsno3v6nzTIPXuDil+WreB46L8bhZwAAEAASURBVIg1y9OwNpk+9/KL5d0P8T9B6h1ldL1CuwqDI3TnpJ1XdfSsv4UWCueaV+EjYzjS9cM3evuO0h8r3/W+gfAHB1HCpJlFIrnRTytvUzikSGgX5dm25SjzNoawW84NDaOwsMRMb1r30VWBq1HTeJxvaVMR85mUW/IllPs4ALFkpRPr1x7CcJdOLq46GG33kMmNK+8QoOEetIVFBDqmgckNOBgotPgOv7LvUKbnnli88EdecHQ0iKiiDvjR8NT78r1xvHknJk6Xmzc/Zs062yKeYbtQjuEjAkomHjKwSGXM2STVixd4dt6gLI+0de5wajvoye0oda9nqCzt4QR39qVy7gunWWaHHwxZqdBofe3t2iyPWDrqb3PFoDL0Sqbv9NC3bzktIE6ZtaYMqcvSedAgOKNz7tlOKkND/WPlmfOXSrfMWAKU2cqQPFbHEHJr6+KJAoSvxV+YOdlIzGG6vgciZO4tgg1eoenn7h22unJNHQAmmwAkgJSjwPM/v5x4+IUJRFMxNRM1XE0szl8oeNVUO5ms7ySo8yib+6phPr5zo+ysMLcEui1SgWCIPLEkQ4swtPAGBoutQr4CUJUFTNV0LKNR7WEiXJ2/XT76weNykmggR176BsyCxoSZ9Rw/XV6ls83dvlJWHk2BCseHIqXiX4eKePp6j/+ed8CI3KruD/+3v0VJAA5w6zKQ5hUYlmZJR1R1X05J1kZ0y7VevCZ1KpORjzCHJj6GcMJxSYXEUEmyowyDj07mjmwzd7p46weY4HC6MjJSNOogH3hse2BxFB+YgW10fJSROzFBWT96G0Z//sJzCNtsQBXcpXYpK5/s/0nzmu+hJOxxrAEPGWkwN6XGrCf7PJGsViHyu7Or0ZpHh1m3ODlWRhn14msBTDL3SnvpQIfyTllNUZWhHBQaPDTwCWurVPhGPvEDfmrfYcCc7SdPRVqTpOn6w4RHyM5N5qX6MBdrsZlgdLOCR+oyS0HMTSbh1IZKp3jVIchvnaO1PXVwcr35fRyCdFI7c/YcvXeDkSxzpLTrDA5tBkh47rnnsnxFxyqjRfUTRP7G9RuZ3xXew/UJmNJ1KlYZj83JsKN8/deJZYxM32bU5ubgm+vLmIoxhz14Wj5hezxaJEvGBhlltesk4zQEXYeK5ZLQc5QV3s3IoEXMoaN92QAVMk2DqxjJTL8B5xaLYRKp+woe127GMIuCYiPoYKMVwGAemoJdf2zsdU277uKj8mLErYfMy9p1De6gVcY1waOj7p29yzlLkxiiOw8sazWlSOEm2SYWFpx55J/944H4x6Q9gkLJ0A06Zz6dEXsHo28VojZghPxDa9Nd5oWdX3aZkfGNafoohTJzcbjEoEIlQbNxVYIxUdrvaRTnoh88ZMke+Xb1IdA3EOycazJGBHBfj2M2nAjAFdeZv+U6kZ2gH+GXJ3nUT2UY6wHGE/A8gPI1S1xol5agZCPA2E/Givs1NZXXclGJw5v7KXxCJyqnF7AOykM7MN8as6CL5TrGJdY6+PHH75ed1cXSa19MGwipxOYPhcC+ZH+xzBw9qZcHf+s94dBxzT2xO7HIHWc9/8kzOPo9ZDkoo0otlePDY+UGYU8HE1hA/JqLOAA3bXmpU5Onz8UR/6pnN7VOXxAK7vKdeoFRvTr1Oxk7VY6w89kSQlZ4VfBGaNAHd6+VW+/+DS3CFAvLuBynu9G8MeGjXASXNU+tfuab+lh/krwtc9u+h7Jz4uip8sUvfBnFiZUGr776Gp1ADbBCVnFGtTgJc6GWlck4gUxGCmIB530devyqPteEYqPWJEE4yjKG6gbOG2pFah1+YFF2TI8SqbfhCbmm2USpaEze3K5JbFO2QszGNe4kA86UKYKzHoqjXnySyJlX3ijz16+UQTTOGUwEe7ssiSBovyleatzXxBZibOZB88yC+dmx3aQg5YtQhIMmk7KzVB598k8Q9ny59ApMbPw0zlLkw+44kxdeLNsnzpVPrjJPvLGEaZvRZBrBWvkzqZAw20uFDXrQifDawFEl9VJLpeFlIApaz1dXcPGHcdkpIxBxaNnrRWNW84XBP32MEgPhdvYsl9GjdAQaOEoFeZiPnd+A5xLTAMKhhxFGa3EI86GdZAZqimI9JkfOutH+jrDMaAenmSU3J7h/r5w6c76OOlOTiCjqY3vYOKTkYYta0wNa8Er/ytzmvstmgou0fx3F2NrwpSwleTzHJuDg7cjYAPPlvXQK4YapgAM4ObipeYXQK1Kl95q4bm7lmNswMu/lPhLY+lp3j/XD9uN6GSYot25S2yY0h5jhD/mR59O5RcybbgPG/COjIkeOBrfQoUUBotOR62gHmGuSQZuvDlKO/pwiUK/RA3eYEe0Yo1eXw9iBHZksIIycPzxz5gztj2VherqcP3uWkROmWL9XELaVcvRDWyc1QtERze17T/Amdk2v7LwKSbpQgkGgnkJPOHDRZxXKoBXasY9Di2RlPwqOyDRKY5BX8dagZb88Met8dcWTlhlaW9rj/iZ4sr0c+Wtul3fEJAp977Csad56Wjjvaiq3Fvt0CSzHmNd2KzitCOMof4bz0xHONbhPZp6wu9UcOK1xlO1qOvSpkEbRosEcYdc+bi0qHQAopMpoA+VUmtUzW0/jPgQqKI8SnMpRvk6EQ7TfxuIKo81NrA/s74xSteF8KYLInYOOHZ1IuyZ2OnRjPQcc1VJncuN9QqEyfz+KIhzztf0EsLRG6dAauKIZWXd/wB9MIPC5v0v41H5cffuJIdBNcIT5+T0EN9GwVGSct2SUSAWoFseGh7RtVwdItTeK5baviueMDkFUB6PYTsJnGl5wC18MHbxQKSljqsxMX8XTlqVt+VQiUeABncXaITJ/LW+z36sIeWyfce4rEFTepd6pOIqCPa6Dyl84fwHQDcsrLWJdVcijGeo7sAkua0Au6iVixJTEmUwtxXsIwtCscMHBgJ0aQcsoMny8guVD6+fExZfLieewzMD/njLYsA/2Y3nqXZslZvXN8uFN9sclNOkg7WoZXeRj3ip21Q+BPG20Nlk0yTq7dNQeto2y0kXs426nUPHhGD9yCksD+1KvaKnEaWFLbdCO6z+1jVqnmlP7F+QmUlEzv2FlFRhRFWhce2ds9s37ZuGQ3bnaMfKOx7IIIokQy8h8AKD67uHUVieo5E+e+77EyLd1olukinOQT4O4sLsyUHJCcB5ht549OuLrLz1XNkHot/7qjxlBqiSYnwYB8qKBAgpCKKU08AlLHYVSLd9vAMmInutehM/u7FS5+kNGtwjX0xde46bmJ0Z8dIZnXmAvzrnp8mTqCh/bk2j8ZGLHB/7AjDpgXULCFMA9iVmSrcmjygB4piENdOB6v12WgjiqSOxg8C8OtkPs4tF8/No/XHPosXyerDC/Z7zRwQE6EYRs/X2SzsbV4VRxw0piNH6deZzH0rmndCBsT2DrBi4/qfNgHPN5Ck6ZCsBDqEzW6Wj1rILoOZ9IyIksJlEDkful6rmogW5tYbc8sFymAYaHutlr91gZxy12gPmRHejQnWIMJFDJqdYzgJk3l95PG9PphK4DJpLOaElIKWEKLfo+KeeBqT7LvUpkAGqdzdRvq0ONIxTvJygDLzvSmpysu+8o6FyKk9CMtJvrQGUILm/ZBu4HODsJsRG9NvA6VnBKC2NYKFSqsvMNJue7d+/km8uXLmepj17N/QNo5eTVJgV4EJ9aepdrnlcG4anat/cVr1IJdMTfDpZk1PrTP0OLZOM/Gw9OqmKdKje0S4c1k5+bxG8r4KThMHW+15HIOd8NaFUl3XnEAxqvWaVNDhGMQjpV4ZuHjCKtq05k2zJN1ooOsdTGUd2xY5OsuWUnrj2CrqDwCL1KpEzPnmM5Ea+iR4XCOgYPHVk+tEo/OMooeuE+jmu9/aylXY7Vxm0OuwjM4AqALn6GVvzk+g1ipD8or3/+8whmvYsZTlKCo9EjKAA3PvmEfug88xDwKIhQkhmdqzzphX2OACE6SjlyEovCYUtUvwmhFTCEBkctaMPEou5kDtjtL1dh/stOtUzPytMRTI5CabOgye/4NQqFbdzymtCBOcO7Y1an0LzGF7alzVnLdUN2HI9YBkYLAfNcuXvrKrstPcRsihLDPT8MrwVGO3wVqAo1rmtjmWuStBW+yZeWV89p/wb/zsMnzgE4MpSDjpvyRWsfoQlcLmESnzxMnrUlOeXaGlu3SrvSt/yGN2hjFeDuPRyWdt2Eghn8RaZqNnHMZfpBD2oVSMNEjnVvlpmpd8tPGa2vrbKErnOFTQ8UssJMDUSu/SptRN1Tx5b+Q+18wxE529WNMtbPnssMxl761a/FQjOHBcQloL3Ep+7ron/fmLpNOLYTEKKNx0Qwk4QGbNfMWhFr3eq54fVsSIfn1t8r9wDcMxwVNySuNECOPCc/TU7rLMTuJf9KGbwDQnxX06GVCnLNu+LUIpI8pI975BfBzkk0ea4d9RmqzZG0zMS8jKYkobooXeFraLQTk2cZzTGvxYYGa8T4tR74lWUU7VyBuYcFOYKVGGQQNLzgaAqTBAx2n/rbYTGrdOAw0UWHnJl6u8xP3ysXXvpKGZ44X1Y76KA4H42fOIvbOzu33HwP8w6T7hBDBx5O1fxFzjQ2AJMn+OBf7RzRS5vrKhx6KU8vy+095lsRthtrBjdXJYKwgC0ECfNyJBTCwB89Iz3esIOZt84mbkW2igl/By3a0ZfmOTuZc3iVYMXwoQQO7SQ6mR09hqv97izCdp5wftgheWAZOl3URpMgmxQaERTwlyyBgWMrlA8auf2A9xp6cbTjeX3HnXAqgyjMqawtEBCCIO4uFh9hnvTU8eEyeUznHegHIomzCXCFZuyE/KsFN+UIc3tqm9Iezi81QIY0K9OptNbSnZ+0+PF7hYnCYhVzp7D6TIg5YD7E8xsYndLQ6ekUgRmWUDQdeQzDZE3TTKVoInapSzWjN3k2dDCHpaS3jzk3RlExnRL9aJn1r5o19WY+ScjHhXkEJIUKj/V1ZFQVJiEhv+AQuBydWMXk7XUdd+jBHqh5Jl2aR3IC/9K69A8rzLlKkEsWYjrm/YqjWo5fqeVLZaC04hQ4xUVL3xTOdaVFSyJr+o4KIidKY2ASD/4qLnm/yV64pSxN0vILZ8a2segszDPdBRN4Oqs1h3xg1NaDrkIfB3JgqCPZAziFKTRLeVQi1rZz585honZOvQ+fAUyvfLdNGw4hDIdZS7zBfHvvyJHsFe30ySR7667h6OYAwr6m57KNf4tnmsoVgJo+dRpzCkFHL6cQstwR6J3DV8g4mtb6EYsgVgTX9rreHTBQuFgyhgVubp6obYzq3HhBi6PGNE2roUXoTwtCzoO/g3oGoFCkZ96vf8VpxYnHqEGgAX7EfWYfSwc8qrd7ERP6dJl5PIXJmIhTCB59Ohwlhoako/xsD1qd80yJ0Ugt368yQFkAT2IkaemGlHWTe604oTOO2SqV0fkG1roBnPCigIlT8lRRMgCHa4SlyBABX5q4ItX6Wv8omblHztCZa5i38cpfxbR+4tQLZQHz8Dp8kJZhhYiKAdOZN37KLlzvlc1Flu6JGGk4dbUiFAcMkgl/qRe4SqHQp/eREW1dq+LJHuFMHU4cO8Wo+BYjGyy4RETUmXBvAEc3fYnIq1uHhI0jEk0HTHQoDHjbxUNk2haaqlFYNOSUasl2DgGpzNbzw0kEOynfi81P09kOFc7ojXz3GRqIsvP/Mqnt4EGusAUODpQrYvbnjoIUOzelUb6sdxAtc2R4pJwjBNzLr71R/vxP/wSXbtvPBtC7mAu/+1QVJCpuBw2eJGPuyVTo0Vz7TO1oZ+NRufnhd0r/5IVy6rlXyh7ODtAIgSCGcGC5VG7fuA4UlZ1Z10q4MqSmXPL5bLI0f+4MsgORFjYSXsVkVSMLVUbs9+JZZironzJtJENglGnCGDRlKhgdfdkOYwgDv6p5+PIBfAGLP7a3VgIDLUwcZ80nozJNYI6ujWkrmWiaCqGYBalt23rFE/Ko1bM2n04+MzWHdJp0Xm+Sb0z8PgTfsga7ySbBvFc3O8sce3b+9IbrMHtx6hkop0+MoRSAD00/dGzrkE0uYLxUIrgMV+F+Sg041rnClUEhp/WKoy/xRw90maL365KJmh+XlMG5R37SsWWaZGQGmlAJdRRjGwxDfwqM488dz+h2bp6lQHzZ5zwUZ3XtuXlWwWLMX9vGDb+dS5xjyYtWCQV95x55prCUDJOqTNd+kPstQsFY0KfSE4HEkXpp7rT3S5NOKUQJNF9vc+yh34ilzFNKI141edcpJvCZ8sUJDy3fWiDpdshXW0kieqXF+N5vee4oX2FXYaqwyiij9PCGKA+9NGVx+bMpfQ+a80iS7bSwmC93zKTpD14fSgAhnxIWhaVlH2WTCIOMvPfxdb5E8aS9d9mY3E0efuWVF8oJLAz/+L2pKOVvvP7GvvUi5VCK5d/45ComZpz5UKB0dAs+yUuz89aAQ9Aal9j4z9Lm8SPwI8rsH1cB6cxodRnHwwePUaTxvdiBOdlHrY9tCrQVR7xrL0Bj53lty1aBbftS0ywVj6mR35AHD1qaMc/aKxVUOMnhuY2cKdM3HiccqD4DelEkjKAw2DnMRbxC5xW7ubVfjldtO/g6YjZzojrDHcXx7szEOHPtT1If81D41N5T28I2CUy0S1WaVFoQuVZf8MkTzstJI29sS3GUf2lRymdkjPl8nf2jOzHhErYbOBTWKOKYv6c/ulpm7r8Xfk2nTl7oLOEzDlqCb4oTP5kaDXFJFeZPClOgBRp8WN8uTN7Dw8TIxxpgnXcRrMbk72eeOVM29AmVhe4TZ14sSxQ2dftpmRjGOWB8ki2frmUB8o4jMMpgmRmv8hJEqIlG7y1Ki6ZCbjCJapunFSiwAhygQdC66/aYV+p1xGXFRTIwVzMvN5p7MW+EkCSrmpp6idEkxlDp2CE+vgMb9QF/FQoSgkLTYxyOzJzc9DgzfB48mMsh5o2Ply8SrvCD9/+5LM3cE6ggWeKuyaPfHqSYNyFKO2gWJdOAmiL11Oxkr0X067LJ/pT35q+U4ZOvET3oMrjbKYssXdEbsY6Qmzz3Kwa+SNZLgjF5zL+gUmUFGRtzk57KzHMRBWudCFLiM4RHXcVHtC3rnVz4Ix64EEapVGGr5yQqXwS2zG3cOSqJ41BdA8WhqtupxKcOPOP826F8Ncf8IMRaAwv1o4MPbV/YPPf2IfKlTycf84nMuipc9fsDpQ0SpYB0dLIJg0BwujE84d3TsR4ubZdHmJc/mXoKXTqv211OM6/HlCjKjl2MJBHv45xTi8kDHx6kLGanPI/Gw3aq4OixEygXeBfLQCk3LaTwlg5UBriT0Zz15P1kjYANs0XJ1AqjI9oqa743mLMzGEI/VoK+HqwcvKxn8CihAFWE7t6dpv/XZV9qTzqtuTPMEgJWq8SaoyBotZtyM4JtUCvuwgQpv44Oa+U6GSkZ/cjpnX48Z4cYDRtkY4iR8dws0x4sKXIp0jBWCmM2S9dblNfHu4bkFCZHVQnPac2YVlJYmtJ/oSHnkWNNoc7CCIEweh/KiGQN5XpkiPB1IGjGtbHjMD/K62Ltu565WovMT6tM8iQ/R/r6duwzM3FK0YphFUr/aGKsbXjQY1N/+lsXTjbBhzjxl3b3Qz5t2k86sl4qjfFcPnUGGGrfRhKm7X/j9ddTt/v37pXzp58pl889D20Nl/vTTMEwlUK1eXUnjmqvvvJa+Qc2mjh74QKe9Dg9kYfrkvOj7fQ69uc02hKWJft7J3AeIdiGfpAgOEJFtd+AINZTa19M+KEooadA52NpexW+zyaZee7yXU1eNaLMPKlzFCFQLbexb8aaBqybeNMvzT2GPmkbYMkbdjxxDg5NLe7AXHOtEsfz4NQXIEa+0RFsnDlrB/ia3L/y1TfLU8J7TmOKVmGMjJJ/UFfDFgau8BMELPVywNRBPTfob1rflBfGdQYQCgHyth9TnN16nWVqvf0T5fgZwpMeO8f7Q7jTwI9pG1ec9KHYXHv7ezgjXofe3AeafgwQmvxNmboCJ05X7SdOY2HMPTuZz3y//hKO2Je5LXzdTGWJUWkUqV3GWIK3PmPsbvhyFFkEreX5uXM/q0tI6OPMaT65x7ZTd2l/wptRyR5/vDSASfTk5edY0/eYeT7MAhCr835xCQcJaWoRLwAI4nhq0WlcW6c5p037jeMNC7cev2SK1kQZml/CeGkcK06zJflcRq1ArOsj1VDtWCCCjtzBvEevDkjAowPK3IObdG4BMAePFZjDDCsZN3+EPes9UclErOZgzeytR7ZmkrXHt8u1J/dxHjqNIwEm5nzb6kVVMCo8ZMYSz7+ULE8CNDzbFrh2Y3C95zQX+izwiENSZX7A31znptWxSchDT23j6Krlrcm8IQJx0SbfCf6oWSwE4hKid/S6BwOU8XbhneoWZprAaq9pvz58rDg8fOez5y3sLaxeC2imEjhNFayfxArBy5TtzNwButrpbH81z84OLCb0ujWWbCyyhGnq8QwyAZMt3zhiCOcyL3PlaEvU8poWt7D6iCeHUwejzzmEIuYhmKKdbxGGKaOy/ez05u83driEiEsGwqulRPM3IRg3e6pV4ChxpaGHBUL5pX/wncuv5hcQ6gsEsD9zRvCyF23mxGFWxrkdHx5g/pDQi7YHfTGWBjUwa8QH0j8cpGGKtQZbzGfatqew4hgAXea+zojKIOyaA51yMSjJJoK/G2ZVRxgwQPuVTArarCN5GbQUTJ1hsi5/MZKYSoM+A0oKR+qWmiVr0JiRlLQmmPSkN2zgHjTEJBiCv64U6MQvRHPtkaOYY4HJOWrrHrzSF6tPgGN+xAXlKHhtP60coCHvHrQjZTXtYJl+44+K8kdaEVcNfnigidjlZR9fu4l5nmAhC9exHIyUFXAB8NkmUE9+l15N3ZpiXvZ1PsaxhkGG5t8aDazCqrBeoW3OnD5FW6/n1wO92Fb2WenAa83TbrYgXAs4xN0kkt3zWJWGmCZAH6qg+lSBJf/in8xb2FthZx3yPCef/pP6+lgkNin0wrW0mU0KoLV0W4dx3PddBZK7Jm1BpyqS0kHM+ra3z/nnf5N909SW4bEtt7VUfOMbv1Gu35ouO6yfHhrBuYz6bFG+S6O6MBnXuvgVrQcw+ivUMJI1r9qm/y9nb9ajZ5bc+Z3c942ZTCaZyeTOWlhVXdW7WmpNS91qqTUaDAwZ47ka+EMYhn3nW8MfYQB5LmwIvrHlkQFhRoKhlnqp6qW6NpLFfckkmWTu+57p3+9/3pesbrcMwQ/55vu8z3JOnDgRcSLixInjFCAyJ7wvbsCDsFg/Fqvdqp3a3s/SrhNvsOD2InEbXWUbYwo1DdpFiUWxffjZT5Hvd5BfJD7BS9HK0h21+iMCV3PIs8qWL7ZJ7ZcGO70hTSEA67PCS596VxrNufzoxwLoxOAOOBeImFYBdTpWhVgPT3si/iBkyfiASlowBd749n+JOjJfbt/4CWmmIEZKMim0854OcIMkMNBKO3HmDMsTzuDyWA3y1UTtGAsPnGBE3Dj4iFjgq8ADnEeTgATaW43m517zT2URf9XeVuj6fLM8l5y0oCWqocVFBSIdCHU5xOqikf7zvQR6acoDu/MdCuIQS5hUpFqsglMGBxrOxY8DGBOiqTOuJ/CBuAEO2imxCTxXJAD+gjvS8zEwLT1cBTYQ3Y6Q9jlgqIeWILgK4VYB0myf383rEToOMBy64Qe0FGBmrSsH3dQrMfJPPNlOIXfBuTWlOf6hf63fZ1wj13VAsg/gkzCiOefpRrt50T40eEQrWDdWtS5oM3hzDr8FwWFfRz9pvEvRHA5g1lwhUs/DXskTICtP+CeDEnA3D9vbZGqvet/Dv4mCBnb/6fpOv1iicPKAjx4axMCz1nrEBruQANJUjRu8YeV4EprkW2yHfgKP/Sj+0oE8Z7mWBJPwpWAZxnV7xMCxgzXShebaj6t3kOU2G0y5mElIDZ6neQdc8XxSHqrFck1Fs90EIjDdNoOK6RhHR0dL51Anm52vAJYChQX0DStxZuZpBjgVmUsXz+N+XmHOjKUxtCUDDfRmmzzUlNXGIyxlfGFQSDcOl5k4R/uClJF9eCO6sWzbiCztxXq1XztwbhhYtM10xBCBIlrWFF8HRCphPI1AMRWgA6pYsnIFyB5JBXzepR4KUN2PxmA40AifMkLaUBkXv+7cdY4EHMZLuJZ3giU5L9D4h0nz6Hy21qVBYVq3y2w36Ebba2vLZZo51NknT1DwdK8DKwOVPGHSmgoOrQ4e6FU6TFrgTvjVPpZvE1eRPm3gjEY6hyo3r7B+dZnlWgb9DbKDkcDrLu3H87MJrHtY5G7KYD+5nrRa39bD3jR4F6LsAvv9+3fZe/u9cuP2vfS73oEeyuzi+5ipA93JLsVzzj0bjlO3y5i28Q71suOPPFOlQKXz5kBmm9OvQX2j423fq1OwW4/mt3zUPGy2SUFmZx6CJ5UV6B2c+G2bVIYi/3kns4UgUJls/eHHRlm+E1nEOx4qnE41Sm/N2vTuHCEretkdpaub/ZWJKI5hQ/0duHF9NkFQtFVetKUe/s1yMq7Z2sAFDCp7h+AYguGaUw4MePT1IbLrmFzEl97+BkvrLkA/8CLG0377ful1TTFW+c2Pfl6ePfgVMTQog4DcQnINrXezjlpvIpdTu/ekmFdHDCZ+ghGgaWNa6izLjFB0Wea4tbUODPJgxQ9v58XmwEthvHcYBcux1FKs3/5ii0MX4jpTSZeCQCP+9nfJ/dh+tlx678/LG+8RnfXoTnl0+9PyZHWrTE2CUKJAj9CYCcgr1y5fLlNn28ot0mo9n3tM3RBlrYNO1DVQf1fiAVF2ngMVWvSro9HYxlftTvFqg3ifj+nJ+AWRMMDwXBtCz8jUHZhvE6LtRRjVoCiRp8Tg21608XScGnzmZayU9+vQVDXPFCjh5D/PgyRDzI8zyAkrSKdMO6VGVoqrVNF4x0IVRZZamVUtLOsSESxazPAcLhAfh6UQTN43qjFvpqwqJF+5ixQIJN6AwSVM26tloNvPwAEtIq0Pm9oCnL4dNxT47RBO0eyH63F5chL4ZH4XbnMzbYDpqsXCfS5IA4436ozN87r+uFpFFJI2uqDdgcSIQV+QmCpO8nKtWJxwT+JWIDpQmnHKTEE5wGtzGZOCxrKroBAGfqdPYMCUUV/hqo81/qqaBal8W4t/1UDFrz+oE9oWSWJIbNuKWEi2E6S1Qa+G8it8msJF3CTqnIrWmJd2h5c+3IZwOcy2URZfsAyAwWB8jI3YwYF5gvdQJg3woHnB7UtlAdqVB/ivzCCKdg4c1L1F7Wv7Ubr2ODYgAyQqAO/ff5zYgunpadbTLrP36XoGBxU8sBnaaoWgpCEHOttU2w/sCira53ryqbNo/Vgr7Ty3iXIQ3PB3m7ZIg87RLuEl6UQguvxLC6ejoYxWC8Y6FIEeBEvCF9KfbmIHD+kkmZFoglM0bhRvtK3BabpQbbNxBe7TuoNS4hIYd39RzrhEz5gBrVkHIPnMoDE3QJhEiR8E728OYbFQr8/Ms8ZYr4w7IT2ZnSXgbDhlu8PPbz1ESA65A1oQbgIJVcz26bdDp5MYKPeBpe/AufTjcuHCFLWRBQm5ssEAmffgweytqtroexCOCpVKkgFRc0QhX7l0GYWFaSn409zX8S7Rv5a/4vw6ipZpKbv5WOYewZTpL2meT3jnJbxcgHYr0vlu0EfjQt7jYl7KK3m20lC97pO297Dc/ux6uXvnjuMD/cMfeHBPLwsKlCsXEhglD/CBA1ItD+V/ysofadSahMVvMCQePI/MwFlBEOgPvv9HrLrAddv6hH4yJoSnwZXLD2PRUr+0GfmccuQJy/ao357Lh2bwsk5pUP5xXDFYsn9sqrz25e8Tt4LxAr3t4sbvUdHGy3rv85+WFdJDHpPJqRNDyrY5fSfjaKXLOykvNQpHlZOpnj/KMNfBQiWlh9zWly9fK5emL5cbn3xMUBPKIJay8l88xPjyjJ/CrLKkpDOwrZukMK6ql84s1HGg/YP//L+Vi2+8U8anLqBBYHofgCD6gwyudFQXpNVdek5/pbw9/bV0xjOiILtbKIaH1AxXnpOppXOkvPb66+UrX367/OX9X6V2tWatNllU5pA51XRzgEjdlgEZSAVaQVgbUR/xb+0AioNh7Vif2kFjaadR2xCRgrILt5rrr8we052Q/FqunWT5mu0KtBpda6F2Gs80PjUQqgGDSONjdpbf+/YflI9//rdo/IsIBCKJKQlsRitDOvHNB+qN1ex3Br3Gt4Kda3U4Yd4JoqmDLsKHpO4G7nawNRizjeAU4QZIFJ3DVgqbuONqOtJRw8RhErjLGjpJB6gm6lMuP2gDN+1tuOiYm6jRcwymtfcrj0JsEpEHrAX+EJDAKOwtlgMRWxbVcrijCYM6OZxNCamm24EyZm/ahh7aFbWMvld7yHvcVWBbgMpJ/acWyiPyNvV00OiuntZyZoLMLOxJurpMApAN3XDWD7zUXLVpYOQdLzjQy8wG2GTwo1EJJBNHPuJLYVyZkPN6NWXlHABymSsqa547b9OKdqygjWXEt1aMLbEMg5IOXL7FNa26LNeAYbVsDvEijLgWkr5XcC6wD6mDi8n++1kGZeIAB0ktn2O0Hl4LjsRp84gXREULnLg86YiyOG0ctE8eoV1GXe4wnbNK0JcpHAcHR5iyIUsZQDrIJZiPOS63hXSXJ6dJktIRuhFXRrdrYbrZfBf8N0j2LTM0OSBbnRuWG5ijYHBdc2/SAGKh08a4j1VsKce2VuFYLSHbJm51QXscsczK50Aj31i77GpjKsPEbdCvKhX9WHK+0weezPS0ibLiZhamWDxB9qesMR0cJuBrhWU3Wq3wING2OzvPwfMGSk0PFi58D8zit3+NjUroW/csjnKN1yDuc2iUG4HLv35oHSiDv8UP36ZWbEdhzfIueMo85SYIeYECdAml5tLFs2VtYR4ZsJe9f3vpVwdLudnMYLqNCXyGRsSNSgdRw+Do3r3b5d13v1IePLgf/mlFyGZum8CiXnY16iD5i9M2KiqBC7nVi5fBcuVNUBeA/QKR/KeXQttKPQmdb6+DHERprkRm8qJ35U1xksItjwHoFz//eTGTlh6BI9ziR/StSwUjXxIxXQcxr1lH3geH1hNPgVqSd/jtd71fsdpKxDAqPbK38lgHbuFhkk+soVSpmLXi6dAA8E1xpFIUwyEN9aL1GO9MOZE/0pENE3jrgKYw1Fzi01x3T5LfMnn+XYKNBkKj0u4OS3Pu/5Kt+x5ex3tIsFmLHgiUILxNFV5QIh6FBNzV+W3Lr/LAxEEOJMprpUB713C5+OZXWKt3unRCd+ZB7kGBWlp4hRf5NSihzNA+P6JQhLPqdFG8TWl9xV1719bz8ugXf1cefNJfRiamy9nXv1F6h8aYw0Sb0xqAQC3UhOH77NJwwJqkLZht4sp7pDCbK7/6/EY5d+n1MtpN3lfCqiVordbJ02fKo4cP6FyAoIG6GiXYDqSPWqEEYRfJ9BWtnDSOKjTrDwW53RVi4D0jXr3fRR7ONeacHjyejTBeXlpNBpm2CDAs6SAQ1OnDkhgdrPknAUXbbGDLwcbDTvGjVWJ+zy6COC6ff41kCR3lo9u3ydNKoIDP8Gx29UBLq887uCostZScF67lORDXgaO20q379nEVZb4AIrh/45PSRlrDXjLcdBKxaKNMugFmOOVculCogcvMFwC7cB/AIO6FKlGqCeu+kpAPV8k+9PwReKatEJbv2cVanUKQgZBvn5U4MshSnoew4UXMkZSVuAo+++AnGdodmHMLYWYbdYU8uYsy1VoX47OWicG4gQvaLIwKUZAVWmjFNdiKG62DzQTeeHOayxeBGTom09HJk8xhQdxLS4vlo0/ulLmnZE+ifJPNay1oFWkxxNWlYooAdz5JipBp0g7xZhd7DaTVpVvBIlfs/8byL/rVAcTu6bSx4FZ8K4qf4Z5cITOQ61ddjmM9TndYShRCaGeYpRptuHS1VA0gsp9HR40gXg1tzj2dYSDDBUsUou46A4EWnYulEPvIecEA2oA11jPlVzeeA1Vtj7xR6R2at499jbpCV3w7QFveKnO6GwxYbs7uNm82PwN36F5FFs0axXP8JDmUrR/3rQn+XeuOfCqbFKxocYtF5yX3urYZCICd8itVhIRSrzCGhrAqdYOamze0Dy+lFHAiTO1YMccoMQNaxljPBkE1syRp1R6jwL5YWIwCAEFGWXEQhRwZbJ+ynlg3LhYfgs8obSO2nSd27np4eKexJlkyZW0pg55zntmGUM+ZfJ0ep40EqwV39Fvm8KkLyi+f37qeABrh6oIGdp0WyTMgmWtbJNBIIoht5mIdaFFsprCsdd130K5tLHL7Zwf60DKPNdjAlvmqr1//rLxHENUnNz8tjx/dLVss7VEWNnluF/w1+9n+mHkoVulvysxyuPAsvQ8+405OHdyjTw+E0+c4N8hGhYOxNGVrudpnDihqxkfQmksBfbZGDktEDrAMPjxnfc6dKxrz2w7wfYUOV8RW40poUU0AfS79Im0692x6zPGpyfLpjc+ZWlHZ0OtHe6C7KOCwFuMn19qTzezJi1nqA54o51bMB97NlAh0LhEYR9OEwDiUA5Q577cxIMfTRx+1M7+qx259eabcuv5BWXv6IKl4Ozr1ZemB0Hx1ygI4hN62pX02wAN5mkYjF7llD5jhr6N7pIyemS6nz71e0P8JsNIAAq+0Z5yNK/Y2FqGP5eTp9i0/DbQFZody+8elnK4YcCA3RaY85qe9Dc1La+0QN+XKk/tljai59p6BcuXaO2X49AVcHAQyoJnaKzsig6cPWBD8xtf/qJynCpn4k+v30JDvl+9/97swG1YwAUJar++8927Zmb1Rjll0HncBLXSeNBYMjWtAWJEh7L/tECsyNBq6Qi4adKwFCRQXD0Jv0+TQZEtybeMmglLNV/esmGgKDl1iEmIzIYfFqi17n+IrcUkkHCJQ92ona6IuTk2X527yvLpUBl30DCK3sOoty3kqKgrR6Jq2ByU2j3xLc/xT4Mf9Ha2SAYoOMXH57jqBUwiMLuYw3OGkE+WhBWvVTpNA/LgTigxzjPVCZflE8+PMIAOtB6Cr12Gw6iZuEBh3fDaDNk+oOdvpFJ8+5xJ9i4IQHNBngs55OwPOwSrLU5iXTgo4no7bBTpQm5/fhCGwnu1TSJTyaahlUkAEHvjPYCs6aVM77rQOhObZcxNcQLA6oBHqbkRtYCfA4Q+/803e2S83rs+UH/7wp8BFncjcfQSeytU+QU4u/jfyWiJGwgA8+LFiDhWpoCcWncpFfUZhEmWKThavPtSJItVBEIpp7pyv3zZICDoGnUQ7AhNlR7GDhhMIxcbucc2ikJiX1nYa3CJjaVF1U9Ye1mMrwsvBz3nMIeZijS81QMs53joPq6KkoERgOogCf4Sn16jT/laA114GUvDtfQ/dmrJsFFnKX1lZiKKlIiL92k4FLoXnfXnFNZxPsGicW6ZLUGzG4B/ohXcGXW4ELrsYaF3SYldJqdJm1haCK+dwHeCFzekFYenrqwK1wgU/YdU5iGrhKih3iLI3q88GirmKetaXgi/L6GKuq5W17Sb2MNJYK0frXEtPWrCpbpwg7D4/O8sOLvDDbVyfQujAugvMehnsSb1Yw+x+tMJWkPuxymg+wlzFQFTYj6AUmpTH21CicD1jUZoWsqOLgZxYE+fKj+BBByZTxjqPbBTuMdbfFlb1LtMcTk9145FRiRS7eudUAJp9I7x70LSZqm7fvlXeeeta+eRXH0JLRujbexw8s48cySAqfPS/Oz7pjeBq2l7vVbqQoeR765CHHVylD3/zOn0vPWhZe59+kAb0MiIPonjxbqqWmDx0oaIsRBaIaA7rC9PTri8etjN48zJyWoWe0lPepYuXyr/8V39WZjFwFgzQw5KVRpoGi8aGSpSK/RHyQ8PGTFnGlUhnjhdWV8W/uNQAA5d8u92nJGjdOeG5TD/Y9kBA/yx8zjTlT8r24izkRXtsA948lQ4pOB8K919TTqpYyD8pk+tiRnqWT9vJ3HTx6nule+xc9h7f0rq1XBBlXMU2Uw1rTHvwSqYF8FXTVmS0iKS6tAM5iGmf4jXGTrGT3FM2EFFZV0FQ9re7qfehL/KPFYMsXF5EI1otN99/gkuYbYuw6k5feK10DY7R2YhbCmphMF1VwGPltJH54sKVd0o7VtrPfvRj3D+rpW9knFR6aKc0ZOr85bKwNsPCa9Ok4YaEsbODhu22VpHiudi3NTlys3EGi1mn7ZLCEKRwTjpQgSd+JRgj12ROg3gMrLCE5tyjPRcNMdRDOy2PT52DtXxEGJ8I4vQVcNC2OEmpzhyg+ywLaukdK6+/fracYr7uxi9+Vl48eYzQdhE2h43jkLDybfmcVlqu1wz60H0j1FmnpYLDfMnWrrlzsQYOGZT2SDOHxRBU0IgwGkpDmLC2luLVbr3pQAPcwYt4ED+21TbWdmph0DQebTIe74mccI/tBJcMNi601/2k9ggg9YP7OK4tmMddmMR1+sqm8ozozPx1gKUscG/fxG2O5mkik1ashoN9lKtDFBHU4gwuvKh7GpDoI2gIBlxZQsCRTGTs5Gj5d//u3xAxe0hi/bny0cck+H6BFbRt22pCFQUJuhxtAAYFD7DE1RWhw3UOxYJdotsp9EJ76ZEwCF3DdeHxir1R8VXJo4G/dJyJJuh7aHsD+lXR0vVnasUdfq+t6uZUW23hXk1I0U57VR52GbzVw7hVFlH+BtkEfoVo0wT/wIDJaw2cKjqZN6Jy6dfyjLCWdsyEpEAWcp6MG81vcSj9Ot+mQhnPh53Du/zh4/N1ILp8+WJg1XXoFpP6A9xyTardxcOyyzyp26CFr+1/nnHA1UUchZXfCrNM/VgnZTvY72Pdycf7uEY9VGDlNwWac1Sm1WvhoyIYK4cBzFSGcwgg26kipeVvCkrf04uh4FNRa2cwdhBlnGYJzIlY0dY7wDIo8acr1FSWzu8ukxPZJVPSRiXOgBMMiIkIQuijmVxFbGpnIIUYkHBzSuv2Nde1XM0rII+ihYTH3DKvnz2Zh3D/KkOah/hRdkN9VK0SQr9A3w9nmVsndWhMEpev0JeSqvwrXh0wqyXMe9TN0Ag83qt0qBtVunalhAqZR6KAOYcq+MGAjRxxi9AaJER/0BZbYGMzL4nSU3GhfPC6uPHEwDZlH7VRju9kkOZEvq7xFDzIj9QGfe0zjeJAqkKpO6Ab2aTCZyatljaVTvnIl6tMVXGKV4trlmG/qMRGSaDO8JyPc70VnowSQXvk4yjLVC9OLcd+iedHeqckB+OH9z6GnkjN2A1+ZG1grRgWy43Dh+GbJGwRx7lV61KOQdnskISL+Oqb5agHZY99v4+NvGccPGy4nHuQh+JShWpm5hEeLfsf3DfakppsHh/hVgYJuf28RLKPDPKcez9Tl8pbUeKReQGAqkSCRru7UJ7dfFGekd2olwTJ77z7LTYjHyq7Lb34rhGQTg6jRW2RGN6owx4itN79k3+b9YBLJDAfZkF2Ox3VQY5hAVCgeNgvYi7WJaf5See/OrzSPKpQyeBBZySrDNLLzkvkHwQvM3fzvkENuqgd0AzDD0NzzYX+arkeXyw5QgXCUyhHbkmAnvDtsooNEAsKY/XYCSbCdl/NLiLrWsm/2orC4UERCAUHFuDzfQ7LtjZdQgofhS4cjOB0rtVymd/hWefaJCOTknd0myWG7cn2CMyAadTIZeBEc2dQoQ3UoXAVHzIkJ3km89hYFBlVvUfZinxO8reuVXQgpb0KDJ8REoRED4NEH5mMmL0KrBvkaXaD7Q4naCFLeSwu+MDKJb5l1qxPBi/JUcq37vIj+iYuWfHRYgo58IQ12gMO9rDudG0jz2KpmF4umbJsGwyjS1L3pu7A7W129RkeKH/+r3/A9Zby6PF8+eHf/2N58myp9BxhAcEA9k3VhBnwgg9/AzNC8oC62inLPVVl6MoItFexBl47meYITYGnqvnCsOIS/MoOVbEhCxHZsIz2Hh0bpVgtWlyiMKN71I6MjCQS3+QUTU+KgTp9ZISy33aeztFe509b86xWrXvSur+q9JVDCQdU6U/OIrChc3o5dKzF4qEgMoBI4SvFQnW8A/0wR6o7t5IdZfmufc+3c6C3b99FMWhjzTTZtcQH/TaARdiJwotdnojkfqxzy9db4MoCd09S0EXYQdxSsi5glSLhlLYdFKPIMsAqWOVHB1+X+sRNDIyb68tYqrj/6G/pz7lYaTmDL7TiwGZ0dE1LCd0T7ev0ku10cHZDhl3W3IbWoKfZmZm4lrdw7Tp9E5jwPHm87ENxCe4h0Xxyk2uvDvkC+IFX5cn0orESgc/ypD0KgIZwRGJxOqB3EdMwNkj0OTiCE3i/ypaUaUWNk8gYBrUXpIs8ZLBzhUDd/5QHIg98kJ6lfFkw7lC+dctCefEkqPAY2aLF2mqwAqAfZDDx+fqc2wiu4arOtBDP12xT8VXxDu1B6Dts+3EuWVrhB1Ujf8CjymLTAhWiV4e4SZWR0XonB8mwpNenBblnMg09lb5vmdUtzwAET8d1zNvKBGWg/WeOAc/NuyDdxnPyEg/UA2iCxyMc4rbygeXpHbE/5Af7Mw+D28TU+CTXEveC3PG28DR5KDhu9Dnkzk8rAA6Ug6GRswyw75Y9ZNMhg+kacsLOOIbmfcogKtuyydK3VYLYhpny+urXvkZmuhfw00JZw6Ml3cuheSGw8yKHfRrXvgRPe22H1ftguzQVLSo9r+jygFABPgt+wcIBe0nuzG2Vn/3NDJZdTznHZPHp6UsorbgSCeY5Is/vNpaTu9WXjvFy9vI4Be+xQ8l8WZlbYtCDbinViFNdPLoLuruG4gJaX7Rz62CQqn/LH+/XA6ICczJzmz75BK3YEd5VS6vNEtFVgKtJ2UBUnzBJeiRFhWi5JtswRARpFmP5WkcmnA7RWC6d2YbmJmFwk4eIJGbf24ETE3hjiODDpak1qYBL56eG+kemDiVxz3IjJLXiWJPcimu6jcwpEm+/GhxEqDAL0UqoVKg14SCichKNj2IdDBTEIVSArgKAknnHgSeN8a8UzHuH9I1ujENSYSJJyNVMVWkMt3nE3Mfpuwb8DgzWdYgQMt2k8FBbykqrLBcIopnbPKo0Krzd+Vhw40AmnqDjvKNAiTCjnQe4/bcUcjskSBkfSd37CGPxR7XAUWFWeXEJ0hr7hIapcPP+4Ht/XMYm2DJtYaX84pMb5fPbD9lHlK2sELqJzqZ8BwCZ9AjruMVtFLF+dVXXuVsEEDSS+fs0JK3gN/QnnqURYI3SYgs5dymbyR4MhsrgTT/1Y22p7CyR0F4LS2vJXZRcpqB7M9nW+O6AaZ1TXsBqm546h2txsVx97QpW3ALlDrD93OsRylpzXSgka1i+0pr4BxgpT9UnVl5oS8GLxWM97t7k0YQZtNJOucwm0Ffg0exDbrt3sIc3ibGZq0kY4dIT29MD3jb32c3neE0q5QMOUFozR+1vBkMtT+uI8GTA0ZLT1WtS/RrwxIPCydraGpyEa5b+dJepVvpZN/EAgU7rmbfiUcp8/uxFOXN2Cvf3Sub7loivUIHZfUHmIOrTldgFjCrKCvmQHsCrqFy6fJmI7Lvl3LnzaZPDyY3rt7nXGMDkDfsyYIkHW12P8DZ8LG3Zt1orrr8Wbt9xq7uNTaeMoHdpGIy4f+4xfHOF5Um2XZpXedrVokSqNWWT9WX5HkJ9B49BD54Cl3i4KYAV5r64hP6onj7yCp4dXLoZT6U7rvAAKGpYT7RJj4ZeQC0tPR3Lm2ssS0LZox77Ua+AODI1YKxJnk8MRwYQB6NaT+RHE1rqMOn+q4PeBy4DxOx7eUBcdcH3FyZOB6anLDU7ZrDNWlh5m340JWgCXHku6+olIlFOmzPfi+vYPM+70IHtcNCP8cNDkqh8KB7EPQ8gs8EFaN9nfsoy9OhEKYG/qhwX2xI6922Q7eB9+8kj8q6e8TfUXH+BdyaBCNb9PQZXtiJkCeAO7d2lnHWUtjHmZyNzaZdTVYt4SXqZozWb4JkzLF99eDe7+SgD/ad7PEtWg1pojXKUx1TDPYxLZITTrMIZHqbcdt0W/kdy+IeP3S1hyOBqzj7vNe8RzARynt74aXl265dMHp8rE5dxG5PYu01/PEhqPR6icIUEBIk5PvzG75SW01Nl/d7PSZ3Hdm4ITxcq6x4y1N0OtUoJwiHinzqqNieYNMnnIV5BDur5raDW7URBFeG+QNlV64MwfObXCgc5CMtEhgB43uWJCHrey7yOBAQOJCo/Mm06k/NuBMk+Fs3E6MVy+9OPGlYiw6oVNY6c+dseoAMc0Nqx2lrRrFr7TpbSP1JGTp3hvhojsEI8EmyNkLZl9AIwKjgtS8a2EXasRKkweDlAcCPdDXLqgnPu+Z6EDAz7DJz7zDntOZ+1zHqwHFXjEjxd7nWtMP1I+ztkdubyjLjuwOJJu3lQODIQNCCqDFD7MNmFwJe4tD2JWFXO2HaEgVGC0hV6cdlA21+dnU3ASwfPd1F/v1u1Uf4XZGMUDPlQd60W0OzDhbKLoHv9wpXyza99mX7oYS7vWblJnMDM7AzrMGuiinLA0o1dhPUWuGULMulR11c4mfpts4dCLZt9S+vQQRSldLXubTwNWIXbaOYj5K4dIPrQuVt3b7H5nd1YY1ioWj26lLTkxJNziDLoCsty5heXy4WLF8qHH31UTpHU4MMPP0aA6KI0cr+Ub3zja1nyc/MWlid4NgDMw3LiFRFQPooN66yWAULIOXIv+D84p2k+g0ixYPslkdHMG46xB6rKphscdCFAVN7amFdO8gjeaZdOqMOUkS5BCevQHw4sHg609qHaut4iE5fQq6GZzB1SngElbSgkWtgJYuJd3c0CeO8e2/vhOl9gK0CDndwN6vad2wxondk+UI+IUyda+VqxztOqJCiUe9ikYx3rQje18+BmWNICdh9bk38YC+BAGUTwNwftkQ/lWTEnfuRj8ak1wu3sKmT5R4xyTUVilwFe9779wPjA7FEniUJWy37W5VUl2FgJ8WKSDfkr1iS4E39+qIxvBxow5HlYgz9WyiFEeY8zu8vLnHEK9/KO5q04FXfONzO0Z055G7ybTWuDAbeb5CmDuOfNZuXg67aZY+wtfPXKxfLd3/tm+e//u/8BQomKZudRKPRgdcpLAeJQblR4/eUN+9a+62EqgZzwKKgmKWpBoXK+NetQkV/2kZ4nldt2YDwG/3oZg2saXeW5OKjt1bVse3Lw7b96IN14XpqSJ6VX4RNcztKvogOirB9+BD9c8nru8cf+Vap4T7x6hH6Fhf62XV7uQJFdx8vaPkCfs6FAna4xYNAlVyrS29lpSwX42ltvYjxtZdlWyqNsrXgNPBVrEIJC0mgHXwa8RVniOZsansi50o7HuQaPNV5oCHELrkdFhE0JQ3sRoP20qGkcbpHMYrM8Y91SPwvQT517s0xd/gpBRGi9tto5Tr726ZjjCXau4EPkf1mSeYbOQOjMEZHb8ci5MixThXJSgvGOENWxXTDr4ZnXo8FLNPyQGP12AFIAcpfO8poXfZpu5Vvlx/dflcYPjnQ6ZQVJ3LXLXLPpR+AlEglTfSiMS+eFcXjHZQI4IxBYfVgng2UcYfZs7kkNfqFsXRzyp0NkZTzKcTsq5ns7EB6tJPZnoWT5b/7b/7p8duMeQSkMbBIM1KZmGZghFEPoPewDx4IQPfVL0LFyrAvcJRWkz8gU3PNaB/WpqRn5e0Q4/v/4P/3PoJpatrXwLNR6xFHVnLPonKbbfC195w9Nm9aGwLFMh2WZs6lMmBUsPBTEQnziuXGhWuMIIux6AABAAElEQVTAqTaePjAgB4uTPtvERakbU4tilTmwCTZJP2CQGj4m8h0hYru2EaqugRP/JtQ3slEhL22ha0Poe2XpKRlYeFYsv/elt8of/uHXOGsnsnWufPqrz8uNO4/LFi2J29h5PJka3IlNlQE/EYaxmsAw8FFh2uhT0pLBNqaq1OKaX3oeC6xTQRwcl8wRHiKMHHxkWrVZaXTu8aPSz+Ciu9z9UofJCjWHJWc+cVP6zTydCW6XsXKHmPN3N6IeLOXZR3fJlnSiWunUIfUJU0gSsZtBFTwrREyvaZMkSnEv24X1xAnXHTD8OCdLN5QVpgTcgq8ba8sXdtjEGx0iNGBHSge6elUw5A2VTvFfA1h4EJoSEJcZOeAfwcT6hOQFg8BUhKSc3cbA18daY9dPmnVJxctlNQNMUdy/d59AJDwA0JZKit4Ap3pUvrPHMnh4ghI2wHsm7TDCWO9GDbjCbU+bbKBu51EG3c2N3biuM3AAnzwvGfI/eMv18FKFX14xU5UubAiUkuQ8SQNrFLrSza0XQ2vMtb9OcazThy8P+8M6QIm4koZCR1wXn/KA/Cq+MoD4on3CEZiETQB9FnqVP/agdWEQCn+rjDqtpBvZ5W3mO5fWO5maUFkZPz1evvTeG+WNS9NlhE1hltha8hn0NczabnMuQ07Iaepgiz06OxVXWJTr/lSJt75A6kmUhgEMCDcgySYq4CEDHXQWz4JNUImgzTSYnUHrt3yk0mLjIif9zT+nPZxmsWF6AsSzeLNG2+gR7xP8rTdAeKQ5+V/FCtXIFynJZ5V33ud9vQJe4oXM0frbwpoYtAzK93nb50fcHRPcZ7S3cmgYF5CR3E83yNJ1Z45NAU6VLzHA5mnoVwVAw0Hl2YsGROmtEl5ht/w8DMzyijgIXgM/1/i2/QGBZ78w0Pqer3jQGIinQurVeuQap4dppVeZfyJgZgtCn721XB7f/KD0D50tF15/twyeucRcLmVASIZbu1eii7xXSM119Z3vAfRS2Zm5XY465iE6XVeWh2Zk5wq0DPOyZm4BuGInHQXglam43jhkDi3vNJpr6VRaJKg+G+JoPtz47mX+YWWTThVMOkvkJKcx3wqveuRmyoBX6zf3XT6hhmzu2C40ohGsnRUYYAclJOhpvG2rEqVGpyXoiMGvU7c0llgrgujZHFtw3SClpfeB2rzSrYyCkk6WC/EdK9vy7NwU6J96RBjyXmX2OnCG0YUVQhXmQ7TwcbaYG+wdwjpbifAjJViYIYTFQ1rBBk7Z7ljz9EErfdauUKa9oDZ1V7KAgLjmwPSqrSGpCJDMzdCCl/ACiRDHwuXEOZtlXIlGgI6QANx1lSf72WqKBO9GGeqa1LpUiOtWMoRnF/gOHajBgfIBmyz3k8uZ3yvL2/kIk/345//F98rTf/+/lw0s+CocarvixhY2nqnI9G9tX6UTq6ZttpnnDLbZwqKSVk6QstOn9Z44gO4T7a7Qd52rFq3CxnlIlz+MMEDrKot1R1vmXrAVF0jU3Tr7ZDYY0fU8+fZVEjw4SDFYrOwlU9Nb195MysU1Uv6p5MgPChs5AMgop7qvEjcARKF1muRzeUYGB34H2dHREdYamn+YKR7qNruNW9ZJvz6t8NXroVJhSb6H3Mu94ANh5pKgsIOylH4I/oHBHrJu+6SW5Tw8AyY84Yb1W7hdFdDOISuYVNoeM4Ba7jrXdJnzIlNMc8GfykPT9WYbFb5GNbvzixHKWlvSinvTin+tU+M0EunKkGTf2LXNw3qoLHhpKg2ZO1Qi8mBclrQgljeXXuYZBhdmoZK3KRwPxFGmKIYIjLM4/0jPuvCFwbb7rOfW43cHA/URKzaUK84DV/xWyOSl8Bgn0njwiMGxDzMZJyN+My/L9JhtMtirFwXlvTdeL+986TXw20v+YDaif77IUqLbpf3OXbwTKlUqlZYh3wOPZO5gqOvVgT1QVxjy15HNy2mBzaIlvM/D/IAWoCcHMueLFSTKVy34qpzaV/xWbvGRRmy73rMog/SH7mLjY3bpK5XPKLY2vnn4PHA5bx/aow4PaoZOt8gchkIlbcI/oEUwmxzA9QCe5/MO95qyKPTp45Qv4SYoivNWBtdelp6pTM4+fR6eGj19qrx+6WLwfkif20+1Hy1fXmc5F8+bE5tT8Cud1LYEd8ChEqH31zdgkcCpHJLM3G94nz5gjvaLAFMSiEoFIvvlAVMKdEhAsvJe/a0VlOg355lA4tbi5+WTn95ibGWvyMlL5TU2lu8dYFNrtjxzTnIbDXKdAbel+3Q5ffVEOX/ly2Vp7iFZPT5i2cwTLC01R4Wp6JbZLN8GW68WB4TLUiQP3RXRfHRHc88nmv9qijAeB+46N5pX+GN7KVsEYf6rgSlQa/soz3lm2qHoSL3WbXu5pmWagyLCYKDA+tXoFVuV4aVJnuUZCS54goDiYuI5cwYfM3nZzncr7juJtUd3BL0YFwtuKa1N50qMPhbOZLWiDN3FCiJhrXOx1lHraoUY7RHhCC6kTC5EWNGmbIDAuzZfRqlzNLSx2f++zPWUkTp4ENwbnORctUwmCTiIWTBg5ZpWr4cwVS1VbPobgQHVVeLnHvXwSgjX506MsLgdpWsdl800bta+DrRILIcVdrV5QpaxyxemsTp2yDt7ng3MWeMKPo5gFIndZU3iIYFPgUUcGdBDHVSiYFhdxZULTZoy0kHa7dMqtwpF8whE/AAfLy9RB+/T3BwTE6fiYtV6X8QN24GV02/wGO7hdjwZG7iAdS9LKw64Xtf6X1hAeaKPtcJv3LhFpiF27sH6Gh09GUVnuB/L7u592nmWJSbzzOGeYcB5nt1kpB/duhOnL5fHM7PxknSpfDiXbPuwVOxK7Z3ArpDLGUKQ+7ZFelNJ0Bp1ec8Ggt+uc/5ZTtHC9YOSn9/VzVr7mNfFql85UiaDjYOykqap0NqPRsDGuuW6ioYeh+3MH1uW0ckong0a1TowAcEha6QzuDgA8a9KEwcHhBP1OKcn+veJDanExM5RLqmjPJW1J9IcfRSYEWK71mEr7DfgsKG+n4GbAvQuhS/i0pXmUWjxgDlwG1Xss1euXC2PUYAOHRQowrnVyBy+XV+9TeKQSfpvFZqVqx1UXN5nTIIJK9ypRwXLAcK5+XiSUKTdNeYAZcABUPjrntoUIH9Sj20WtkThc8HlMi6F6cE1fOHydLny5tUyMTFYbt55WO7ef1D+/oP3QyN7eoBYt+10wAFuXr0i2bYPeDuBZcd5TsoziLGVEP0DlG2xbWObcg0o0naJStiSYAL8a8ELn2iOTBNB/sC7ZnulT3HsyzG+fJZ/PuFFigMW5Bl4083unLV1ylQq0uIuAxJvSEtmqVJee91SBvCQjo2fQbklkp/37A9BT9kpv44NjYuBXZCEMVY771hfqAClQ++qyrawPMbT1MPesddefyMBldLQITRgOl55TC9bG9+Wo3dKhc5zaalpDKkcOOWknmLLNeatOyAIbGSvMhbaoYwdmKxdJvJotIMTziTYxvV6s14LcuuT9Q2es3QHRae/PFzS4fzA4eZcWWFHlR+T3KBveLxcev2tMjJ5EebATUbO1UoGaBdEf3Wfeq28d+ZK6T7eKk/vXS93Pv8ZG5wz/4IlozYjdGkESLly+UoZOzVC2sX9MnP7OvVzRw2Ohtb5EhrMNTva7wrTFxtT2bpxg3Irg0owdnLw1OwortXnUjvlUUc+vJVJnEpcIVLe0UrIIJayeJP6dUOH2GUoP7QhggfK0A0SNzFh8uagvXzxInOoyzAp07dEic49eUYy+zHgwhLStQZjK9i2TZ5Bfk81wez5mOZVQafrGbnLQZ+AN/+x+hRh0xDGNMWBpLYXXDRwFByHQLykVk17gJVfnNWjqWgEr3a97QuFv3wizzbx3njt5ZeM5KGLUK3SOc8Ngp2ePH3GGs+h8pA1nw/u3SlvXjxXTrHB/PLsY5b2rLLLDJs4I3zc4OJYIRBBLcQyNCLb/mI+GVDrEZpp/LS90EIYvXkbmMVLZcwqNKX39L0w+qHf+I8l+lyfDANobxllHWo/wnSNfLyuUdWKdU7HtHvOIZv72HR7DrQZcFWq2JRcJp2YOEkQz/1y4fyFcuW118iZ3Fs+JifrPMtddrFYHG4s98/+9Ad5bpNOdK7MwdL5sMmzZ7PNmIIq9AaMfgu3bbEbpL3gwLYoMGFyhYvuTV1eDs4+FyOHZxoYqu21LK6gA2ewbvJzc+D2Wf9VRYsa875FUGDgEMfAwh/x5iE+69G40ATOi/SlZaZSKhFHDoBXrlzKevhKQy0EI22kf52H1dVbB3MHVhNMOIDJR8icBvwWLUgecnSTFl+CYp3gSV48IJBReJUb5lRWMshn0mmbGgiHFrBzkvKDioVu2da29TxjdH2sV+cu+ehBsD4HXNQEa0cgO/UjvLW9wqZL2gFLYY00JwK8HZfvCQL9TpZpaL+XDGorZE249/BOmWWDkmeLbeXjTz/JTmhT586XedZQd+MVUo7ogZNPnb/uxKJVsZEfbBNDLruwIQzsdI7699e/gxf/8I6H/R1vB4BKLyKTM+rSOFHuMcBQXurmuvXEipX2Gm1UwZbuNAwso9KpNAOVQxTiudZWvyFVQDTglOkMjKgBllItERjX2XOC9IqSioMl9fKesiuRxymg2aJas5eUXTVolO+oRI4F0gi4YRAdZ337manzDKB1TDmkv1VcY/jgypGHPRIgh3LNMIy1vod8Gs2uZ/ss/0qbEzuj0kBbM9ZQtwDw8dt+NuvblXfexsBE8fJCDio7qhN3QbrMW60Y0QwmLCRN9cSXuJaXGe25ZD9RBEcV79H6COzQ07639Jh1ubNEnPaXodMXy9SFqwRonCSggwhFo5YhuB3WXSJ6y/Cl3ym//9rbZZmlEQ9uf1CWX9xKJpCUTI8YuayVweRo+ZC5nQvnL5R/KP8YwjXi1HRqIkmGFDwh3QF5wqZmEkAtzPbxVzdnnuJh25tzn6UdeZ8/L+dq6SwHzhBerkPQPMnVlIteypkRgJRLSR7aD7Fwed70iZXwJCxdL3yoX6vWQJRjCGGE+UCjRPu4dwL38jhLXBxMtje1Ap3zMxijPy7J53MkF6ETtzZ1zTHAUquaWXVF8U2duqC0IlRG6OAGnLa8HnUAav6u7U9gFO2qDFVdInWQrcpIkCr2dC+lpdX/UEu0jNr6lJ2668CuAHNwSn5SBNYT3DdDgzATAuqzW7PlKQPrt7/xVjk1QGQve8vu4+5cZ16xfa+FpWIoHvMExfiPcmS4rH2WkaGLJjM3mpWvZqvM1nSMRdmENdHpgg+c1Wqx76EHyrVttsAWSQUT7H6jpSSbP3v2hMAJlsSQhOPUxJnM2xogsUzSA12/fQjYC+enM8+4tDgP0yJs6WfdyLsw4+tvvEEZz9Dwd3nuAsqiEY4rJNyfRID3lg/e/yBCcxxrfw8t28jGcQTwOkqJAr4PK3jm8WOsF4KbOGxzXH32Fb/r/BVDAj+gqrRJPkA355rYUAjZNu76Qh7kJERp39rmeni7edTyuBJFzAEH7DRYqVqzVamrkaUUp6bIs7VE/lq3L8A/1YNiWcgJQaLWlxHw/F4ieKxaE/QzCobzkRMTExn4HLh1G+vGX3qxlLW2G8yd/vjHH1AOOLAP/VhsoymRQ9ThkdgLaRN+OzKoiYHbQ0XMZUU7BDh1ilP6zOVDWpauKLjw+hUi9ute0AbDaO3Ks8Kji9jgxcFBcg6wrGvFnM64ID0sJ31EmWJDwJQY7dDQBOkev/3Hvwe8WH3QydziNjEAC+Uf3v9RoB06wWYDcPT5ixfLzVs3mcdmo4Vnq5RKfwKv/P5wZqacHCLwDgVwEMV8jeVURupSKU1UFjmlpIfOzqJdfNVYDn8KP7iiEcEXf2p8RYNXqcn7AhPs0Z+JNfEb2rJtWufKiNBFnuIer8STgGznRtqvMiJM/pYe8yhlR3owGHUQ29DD/q39tNEptXXk2djk5TI6cZZnUBgbcFhu6KZRbqX6BnyUbuVZ2oQSVf009BXLMMehnwsoqq309zJbmUon4Qt+q+Ts4DlzIDcKuouxyOj9FnivHVl1mgyBE1eu0Lest6XcpY8/C253SThkixwNPMShfT2o/Ma1P4yyv9EyX3pIndrKChPSBgM8x1EmzX2BV/LfVznlS4JSg/Rvo8h8V6bhlCN8nDObDzLtZpFLJ9e1jH7vlfXH6+WzxyRpJrpw8tzbZezMVRiGYBgGAvMrM1VNMAVLXkamypk38fEfsAG29VOWg+hHH18nxP88Gh9aJR14hkjOXgKL3rj2dtnBteic2RHIk5BsiyLATg4oNEYNNcQvgdge6hUFQVhwweAEzOlbnvE9n7Q9Hk3GqWXIzVKv9xwAYCfrffmOJ36oE8kmcUZztyBgz3wRdXSi9ZrY/t6tB1j1gEQnOwC75+yL52SzEWZgevp0FqYOy4ZAuoheNmtSNWFlLgYEqlP7NhIwrmvrB0QHhOxaAjqi8XoxfSowtrHCWsG17wSbeiGufLzhU3zLXOJHwVUFuIKkcTTuV0YUHzBkcM4TmEsmE9km+cQug00/ri8T5pu4f57BamSot5xDq78yzjpP+m0XpjxDkMICz7getwPhx4QH8NvCCr8WjQOnwpomC2JQ3hQiatAO7iMI6CMUmK0Nd1SSNnjOd9LRtkclzTIVILUc/jKH/iJrTk+iCV+6dCmRskvMP848ngHtB7FoDYTqYhrAZS337z0ILodRkNw+soOlSOJCS6mHQKiJyVNsv7aU5S4KbRPiX7l6oayzXvcPv/P74IsgJpRJLeS7d1AycUWfP3+uPEGorqJNa/VV5aj2hQIjuAf0Jg9yR9Abh23jNziqyJGZ+Okj9qnfHsEDP0UMR/P75TnXg3Ge89Hm0Xy9+VvY4uZXoHLYdmWAdMPJy+/co3J5VHibbZIetIYcrB2bvT8z8zS/lTe6jkOXwNCJFbmpW9KpKK4jHX2hUZ744Xr+WXWtW/4Mj4aG6jX7XhrJwX2Dro5Y06tyI52O0fdrc+xdi8I+dvIE1/VSqKygCDCtoiWrV0OLe5MN443Sz4qGQC+yvoAlZQVwOdj+/KMbZYUlaBoG81hwWpJr6yx5ou83n66zNGtcwLN7zOw2OODfBjmf5al1UnCegKbdrjAWHB0mJlXuapQvdWZw5Fvcp8/4U/9XHmp2JNeqXKMEzm1TNS7gCTrBvPUeegGa301DwUQ3rJyuco3ymnEYtjjykHfqnKcwSDt2qt9CyzV+quDsYwSsbuK1YAlRB1MzZ6/gdudZZkjhbQZCc7/yn9WGFVbKt4xKN/WaMituXaz9/v4TbFN6nl2ZxlB82JpydaOMQC9mQzvAW5o9hbFq47KX74lcdUDvAV5lpelE9zoOyygpcjc2V7jGVAEKuzTpVOEBZVWBo9ypyo+4mzjFciimGUzJyQhbjnv62amceo7UNgI0JdgJIgIEiAZ6wzue8bde5zRCze8wqyccPumR3Jq84YRxLvJQSEAoSNagO1gz+mhluzxYXyoPbv0CDX20nH/tS2WEyGXysmTu1HlB65cI1Y0EQoF9cuxk+T//6q+Y2309A5A72oyzgfUwwQLnv/RGeTTYWT78x3+o0Fo3yFMS2Qm6fpoDrQNjCgW6uD8jiLxS34k1J4HKrHxJZHXQkdG94D1bTTt5xvIy3HiZF/jKEUzKWymEX7RBtMZVIrPylNmlOo2C0pfPiyZT6MWaU2vuRYi7pmtujuTguIYccN1I3BrNTWv5riF1xxDnx/Zx8bSjne0jfPYpS4YwatEBxXmpNZYrHOL2NBuQrqbAaWHA5LlwKohstDiLO/wLDFYHX57h+QSPiF/7jL8WIL7FlcoBI00E4DE0FlcW1xzctvUwMI9nyL2BMgaj9KDVfvfb77BsAVcarLu6vEhgXT/LwUjYTkKII9KCdpOpzJ1lFMQqLgoeCV/YkQjUJ0zgnn4RDt2negM83KLua195t3xIRq9d3lcIuaYx3Wh7eR5qowm17b4jHrYQ5Dtc0gpVlisEh5ibvXjxIgK3kzmfmbLNAGisgkeiJ3nOBCRtndA6Sp/rRQ/tE6154FB4vXjypJyZnCovnj5kQ/a+MkSKSlNM9jI3207Kx8ezM2VxZb60EPyzhbUsrk6wnGyvjzkvvBrNQUS4g/hUblulKOjcNomYl0zKAO016MFLoVXdgflt2xvX+H71jj/qoVyQ9iISeCdWKrdC6yn31XOxcnMPgW0doCYKmSD5LPiJJQURhT8ByH/6wjxajWWA+PKLOmOVmdaVe655VpgqZww8jOKqpeyLabNP1b6wRV88wrdcEnZAqHX7DO+pLDnX+yff/075q//j/yoDRL/rVlThtVgta9dHj46jABMgKJ8qD4J/4FlDUSLdOM9DvdJiyrfhXEwVjfak/bQFulDxlf6d5+fB5AR2asj5eenJPNoOUipkykOXZvm8nWCA2z608aU3X2dJFMF48PYWg+6OtE0doX9p2nNaK/aESnCiqIK/5iEvA2KeqbCKHdpN+5yqOMI1L2fIz44DRtz7EfeRFbrAkdMWrks870ojji18c8I1phMJtpR+mrDpmbKODtrVNzBWni0xHUNdBqJRUPo0s0ACbak8b52xvAXY9nmPj1MezrGenb7Kcicj2kmqxOC9DJ70mO0fkENAZteLgUzAl0iLCAiNLDjCFQ+eYXDlZQ8JifqYI398OFc2mb65yZTWxuZSmb17G7rUgJEmaBN1phzaKR9la0oG6T68U0t44Y6Pu8svb9wtn5PDvf1Y6WEjQhMArXQVAbat3qIhXOJHbW+D2bjtIx55tp42SFzGFRPeqwI7P2QaTkSOd1uOtvhmXos9Mz968bi0/fxHLC1lnuLatXJqbIIIXMxz5uNaSIGW0ihrYPwsGajGYiGsE5jw7//iP5QjOubpzN0yNn2ynD07Xe4MnyyvEbm5/QD3CYRrZxsUI8QRDNZNGzMYULJICkFQvm0SeoXNSzhr7b7km7UM8cYnLAuxxK2ScnhG/AUTlRAjFO0c3pYwLcZrzm1okfXQmbAdxjXP854JELbRwhRsu8xRrYLgLl1UfBvpqMXjnJBuEiHoZDW0ifKZsYXh2D2CjDbBG8Swz4e8IqnHHK8OeIrjHdaWHjISO1/qHFRlR+Cj6YhGYIN4gVOBGAGYTqZcBoz0KWXEhZWBrEkJooeSuKbb2mCbKty9LjlBRVofwsXSkmezs2xGzhaHTLFdu0hCbyJkl1/MldH+k2UJq7eNJOgjuGldwrHkaMfRSlvxKjNo0Qrq6EguRuAFWHFuO8Sv9TrI5irE7Z6o5tN99933ykeffprrgVq4ZJq8S5HCLKHbP3x83/KkXAOLjplDMiHAsskqsGJ7cRe7/tJ+jeYfzxDnCGgP33UJSzcBHpcu4ga8cT3C0+VoPmHwjDvsTJ4aQ5HAZckLrnm+d/8ervUn5au/+22W+7DJB0uyFODHaPe6Ju3HKuSgVgVIcA3snuRoCNImc/KI/emj0p5ud8WmKSqFWwEj/qRALvJMpf/gBXQYkS5NKPgP4El9CgCT8myIOZrN/JPVAiwhgwhqOdysgzQ/eUsCUzFUr41HTLhCdBXXgs7baU91ZfrDd8OVvGO5jWc84X8O2wkvKciEToGeNnAp7fYhn03h3mviqdKLATtOR/z13/wnFCT3IR0tK3guXOYTVoffnL9zkBIHWmupzn7nAQdCjQK5JW7l8EXtA6tNMgbeUUkQbypLncxFDuKNm2fnIJeRaaF/85vfyK5QJuUw6G5+fj5pKlUu3dFJOn/t0uXk4Z2aYlqD66uk+5ybf877pkl1qgpapV+r9Wibq2u/em8qHkSDKPOTg3cMsLTb0i/AaPrIJHgRacBta+SrKsPqN4ikPnonNMgz9I8DUVouX9Fm16kfgiwwlfeZQ6N/NSSQy8N4JCfOIfu6yypz5u4+1gb9Y20loND4HrBtxXyAR/w1DuFwumIYpcj4CXMb6HUwc9j6wnIZPHGKhCx4R4SHth3igZCKdA07P247MxdP//X2dUSB7uscK8vEwDyljFmU4mPwP8N0QDe0vbm9lHd09wdHwtHidocuaWXqAXfyOh6zLeoZZCOCk5NT5cbd+2mbsvvXjmh9MFsIGtQodCpJfoFKf+2N3/zxGwUCRurIZYmaRlOUH6CUQ0GgjA8Rb5HiCs3h+uL9cpNOGMS93M4m0y2dg2EM5yx2CYM/IjtVF2Hab37lW7gCtsqDmx+X1cf3y+Rrl8s+2sQxJrtbch0ygERTQWNqRQuN0KTWOi8rDSj0GwSTtlaYal8CGzB7nz8vn42LivcMClB700KlVZUOfLYhqCyJVvJpDMJqg7nvdUiO37otOM02Zt1yMyXpBpIga6kOHJVxdSN3IET6aLf7dArHgweP2Bz7DF4PLEQGgX3wyBgcV+ceceUH/DYDCnRR9hj1fCe76cDgBxswO7uVtOxjTaPxWV8+tlmgYBLb5WCVLaBeEoowcg+64KYQB25b5QE2ucybNqfRXnnE/haXfGXuywxYzj/u9m2WU6PD5dqb58sd3K7unTqPW+wsXooLpL0bQbNUwV3AEncXoDZcPK0I+lbrEEIGfvFm2e74A2BUROUyvx3Jd7W+jsrdu5+Xb379m+Wtt96mrvu4j6A9Hq19XOHlcWBtYh89nHNh30Po6EewtQZPaKmZncl5vjTThtnf4Fu4IA4LrFoucOgmX8NC6UIYOs84zuDpmlajWRcR6O8yD7hOINURQS337txBq+4p/+bf/ldlZg43pX1BJ5qsYWiEOVssIC1ldFSBpzZgpLokmBGYIJu2AQ+qmeiBB+kZvlXoeoCxjTnKbuhPxceNRRws9F5IhgqwBOlxriCKQONNfBAk4CDCWoFFNcE/tahT9OJ22mGRfyubCrSh3NJTsTq1bp3GUCBmzbZuOvDhfFg7dUdwWxiHSS9yyk/xnLbZPunMdoED51bbaZ90lrWLVaL7MB9xLi3UgVY0VA9HiuLeqyNeLH46sEQRznv8tmKJAD5cXllE4T+Rnyq2uobj1gZPZgfLtoWvisy7BizKn6trCGnaaB/E+lFdpWwgAxcOvJyBBxUqZa7TFi9eLLAJxBPoor2MnxrHdXw6HpDpqanyhI1ZPEx0v7SwAB21o+SRipRB9hg5NIBXUAtYVSntobKwrE3h3EHWukWw/enh/XqWn97NMyoTUerot/aWngzgum4rrzfow/cjvyQS+sJFv9YFfam0eaTPwJVl6aVw3XQrrtRD3LJTl6fwDpxObM42ViwkSV0YRSw/e3jvRpl/eK8MnZxg+8mxlFUJw855dci39qOue5dAtR8QXU8ymY6kV6W1KLNGZ28AlypIaAF44hGBf3pJONPPGLHHdyvbSC4RvT3LXtMv1tjuEhnZSj8OsqZ9AJ7bXnqBfAU/vO8ROjXz2zEGD67qvrHT5RvTl4iJwZKGL1vxUOm/lcB8loDExotgKR3U0MToJgCrDfPL5SBmWRKbviERV6rk+7ccugh/2xGtilsSV4DNQxIBFyG8iDLSBHpvbWsFiBmQ+iZxN+JbRxM5InVcVxfIwgrcpHPbmAe7dO1LwHJQni+uljvzbLeGVfSYOa1j5nsGx0+wpGKUzQBeJ9CC9ZDMk+neicinkghZfnlU+gMuiZQfL7+FDTx5Lf+8x+86v825yPdlr9Mu/r8sPwWnbAfcWp+Md+TcsL8Rcn3k8iXXCu9Yj/jlrMGkTtJ7px3h0Y2QdnkJsq/8x//41/QBAz3y9GvvvVV20KTcKUb3ZDt4NNuS44hvgzUi3B3UbVd1RckEu+Az1inPx/qk+ton1G/7qNc57DCmbeI5/7kezXkMLglp/jXb6TdFc51nZDAvUK6u3RYsNlOTjY6Mk1FrCEGv5U6avpGBcv/JfHn88Cmh/ebhPS5TkwNsw7hWpgbYg3Kst/zNj39ZOmG6c5NnyijzlvvHCHxX5auFQyOpQmuJk0rTQE9dCmkHKrV8d5K5/tlneD3OZ6Pu5+SkXWZ7vOpiFje2pXkIOa1TEksn/pJX0jie4juih1P7R0tD3DlwRcD4G3gUzApfheD58xexqtlflmkOs4C5icIQa4cXSVphyr51YO0l7dsSMH39619lI4/Bcv1z3FUO8ggnI693u4nGpy2VFgOiYKbdTUtCyO3zQZLbn2Dee2you4yxBtRFcP3M6/dAQ/1EbxuJ3oG3SKFtmbYj7UyP2m59GQgo8Ij9VRZwwy0ssTsR5Xs0LdV2nvvKe1ex/sh4Js4lSjpCcWHaRJfrSJdmhHL97Bb5i92Cbn2Nuaz1DeiQ+44+WoXUqMzWApLCgn4EuRmcjiFS62xlWZB0qeufEz4I8yhc9j1t4H2vpt+Ax24THk49oZ1VwfV6aLsSfQY/2+/LM7MzzOdvlt4zBGKBG/dXPSRJj2vhjTLtYmlQK/gYJDDN/Xado3ctreWJ+4Mlk/rQGkC1rxA6NorflaZcm3uEFb2OO9r858287VqELgfqxl3cMU2Z8LwerK999cvlH99/nzaw8xUK19tYviqBDiwmQ9mGtjeQm6bGtMHiSfll9ijnEKVsf4uCigdPInVtMUdaHiXS+8KdqTZgT/vhIRqXMmyjssHlTZUnKs3vwYvtRkPbXqmJd/y00RbMBYxYBiFk70VWoLRjMK2aeY4+aDliidzcUpm5e5Pt6Ob4DZ65foT3KEUFoApjlGbbIQl4iSM5tNlRzj7RFcyWdPnOvDv4zLIlaKUZ3Oseyd0svdqlP8yPvw7uHj6aY/vXQxT7kdJ/6hSGGclLwJtLvuZQdvdWSQ/KxjJ0DN8q98DNdrLjY6+RrOkNliWMQOvE97BDEzXFgIFskAEG4rKXskJIDaYeTdBFlOfN78Ztvni68QPi57Za8v+f44slV6FB50kgKQzCQE0OkoEhkbkQeDtaxsc/+jsEMWvazl0u4/jjD7BeHbRQldSlklWnF3fjMsR4hMtuAOF+BmJN9Nkp3JBoJ05mG1iTuqikWU96lw6RwBSOwqjlpeCOqw6B7rIe4a1u54b2KGJfIuGLCFFw8Q8CdU4m7eTdlNco003c+3sZ/JBNwhFxx71seUaZlpv6+O5kgHMfTTnFXTTaOwZY/rJSfvmrT8rl6VMwOnDyhkIfGsmA7Jp315Ee8V7ahLBqQyAegpMD2pL9ayVk3mySbhVW/k7t+fuqVdV9mIEWupHlFF5NHFZW5j3bgACrEAmybhoGfW4lcfvOQDl5hkAB3P8ffXq3PGEZjXPV4wPjJN2/CTH3lJOsrT1zimQFWHeT0xPl0eJ+lj2MYum68DxzqqqZMJZbkEkn0RMhB2EXssANcPaQnw2E540bN2IZ9qB16rJTCXFwqC5k3+XJ2qDA/fLcW43rL7+5JB94WV5I+xkUbHlcU9CRg+vE2DiKxMPsbTmPRTI1OVFOT0wSVPWQZU7kTkYN7sZqclB7AnNPEIncSQSj+zo/J1fy2NnxWFQK+ihT9OFvHi4d8xAGczGfJlBwkX1Az02MlKlxNkAAvk3cYMPSHO56l/3o5pTrnPNMshbeb+jXwYEDnMGBiVyXRvnnEbqm0coD1RwH2+5WlDy+s1aXe5AAdMfDzLvrFdkb5EIrGdFQ/6KcSnM+RwnKcefdkXW4VY+Yb8SCx3JfWmGDCxToJea8XXe9xU5Q+BHU2xIsgzOfX5aRnha0lBkaVlRZRS76p/FMFE7PVczod/rIuV+ltyX5xhjJSZaIitfKF0aXa+nmn5mZhbeY0mA/1lFWTjSVcUYH+K5aTQbJccq9WrcxC60YKom4FQwOlaexUdyd3Y9QNo9RxNy7ls1ZsPoGqWt66mx5Rv1zTCt85d13wMshke5ENXeslDcvv5aAsx1gd9eyX334ETgzO5kxD64JtX74wSbV6lK31+zcZlCTt6Q3cRVgvcBvKcLrYsIUj9kDHNiaMkJPoIdeEAqj3+g/6Ej4u/wNLmSGyC0NJZSUidNTpJvFlUssihnyEniEd2J98Vm5e+PjsgtfuuilHaXDelW2/unDVtnjtXV63dzQog9+XmBKxwLEfbNvhEPrW09VF/EQ8rl7Hy+Sw3qFQCwzXPWxO90o0zu+49K91fllvKY95V/8/nfKv/qTP0E+b5Uf/vwX5ZOPP6oGDs+98+3v4r1hrS356vdARQfetnamWNqPt0s3HsXnj2dIjHGzbK7MSUcgSFeckHHUv8AKcPUaUIfWAJZrum3yXDqHc7/rpVz/5/5JJyCIo/3zUqPY1FHJ3UJlQdmYc+am2g/5tJClY3W53P/sF3TQr0o/UamXrr5FaPgECHT92gDrr8i8xFvtV8bLIn7/96/fQTsleYHlgdROEHMJq2YVN8G9u89geokIYpEQwYPIru2qba4ReEgAcCWRRQFO+/HJKmg4D76kO0HlKoX6tzZMicONKA+W0Xjeb5crdTMI9vVCgAopEGH1R24zxz+Fd56nKBc9O1g6R/Rnf/ovyy9++RnLAlZZyP6wvMX2fd63w0NgPH+MwFIJYeaj7AZ2g1OIaFXzI3l6yw7p8Vi/20kQAZxL3UoHQafv0drUHu2XuBQZlNXaMxcDgAZkySzqdqLCdaZGUm4wr7EGs6vpdpq/Frd9VhHaDghJa8AUfZ8/ZY0s3jCZ9AUeiA603VMw443bD3mmszyZXy97/biMccMMDRyXr75zqfzff/HX5eGzOYJSJsu33zqX/LgbzPGuYSHtooQcMOgCetov3pqH+It1Q/32lQkv3J6tm3W8J7AGhDFuMMkAKB2sHXjEo8pBNHhGALMcmYDCwc72NS1gd0yRR3it4kMgpCW7HXoxo5RZnnpRGKbOTqFIXC+Xr1wM3b32GpYgSWU7oUvn8fYYlAeIWDYRQRK8M2BOnpmMoOzRkodXdZWFRpsNbHwDOd1H3fzXTaewNGJ7EReYGcgH6OsNdtLqANxe1q9ngOVvBC1lJICRby3xViwnVE7+4fngbI5yIJzUFHxKm+AS2SLGyACkomBAiM1WUMNRWMxtCmgFLzDVeWvVIzpV3uc5TlImoyXmr2om1XBtkLWkJ5kGOhojv/Sl07GMt0l6s4flsody7eCqN2SVzzqfv/2Hn/IWlVAczQ4MUXC5FGVPHmzUZfyARGtd1n7I1Iu1OnrrIoaSGFBnWHZFPAjCe3Wd/UixlHzH/mw1DwCVuCRIz4R0DVdz3XPaxaBok8W/bTQQTHpJhqPcQElgLnGAYL9rb79V/vZv/44+Hy4TzDMa39CLcTDHvO0zlM/vff1b4AEvx85cjYambOckN6GnftywZt/aYm7Ffaz7Wf6l1Rb+DyPQdmAOhu0QDij3pSIV+ECF3w5y8ga3bWaOyJ2mUuIzaaf8IM2IV2WZgyx1EyDYS5Y3/G3wD3QIX7fTT5kiQx73Tl3EckQR471uBtOlp/fKveu/REZtUJYDNMaV2hOHf5Us0icXoRe+HcBR+iot2SYVG24LB0Qn5asIZbtH2lrbzU3giAJNOduUsYY169aO7j9sjujz5y9jvXah0G0wFtwlG5WrCy7gsseTgeI/xhSWnoJPPruOnNkv05deJ/hxg9rQIFEahK2Dac8eZQPj0+rzB+XOg5tli+kgeQjTFhzogrcjoq0AFEcIhZd/8wDfMCLuN1vGOzTzNx/5Z/+ujPrq8dqh/q4wSMweGcCopnlf3ZVeRdvBAtTthYthe+52uc6i7k72ij19nvW5Zy4k+sxBw505OtFKRMeJ09NoFqvlRz/9OVG4CCFIohPtpoP7+yColYHN7Er8qZ1HGyUkYZFJVEg6cLE5N2v7E1EXKBsDc87/338q7LTHNoUoxR/l0TFa1tAvrifWSCJohbNucyV91T744oAhI7tp+QrW+vw8C9mfPmTnFYiBPMtuqo19ijYlCXJE0hlAw4BXL3CRNiCAtTqcFlAXiFJDe14dtT29uFb6EPbCb/BK8soSrGT3G9xzjAY9giU2gMXvRvFDzhszADzl3s7hShklzH1waAQLtrUssbXUIQLMfLVOozogtzEvc4Y1qru4394YGCGgYwv3zaMoI+vrBKawbKCbuZZVgizXN1GSGAwnTw6XOea+FpbZ9PxoGuB1CxvoBnujKOzTVuGTNbXuVEjsJzdGYBTOYv5R5rKsf5mNFRSIa2ivo+DO9XTOk8mgDpi228O50KuXLoODw2yFt71JAgXm6tSgFaBx0UEbCu28Af7lFd9PxCZ1TE1NlkdPSUwBc9+6dStPuhzECORNUjYed7s3KtmAcD0+Il+tVs0og3MH+Ne1ukb2LN2vXXhq1jfYf5Vzd26ph8JOrq11VqihH+BQ6KrBz+OKHsVd7WYMG2jxTpwM4hFx3l/BJM7qEUKJcmVrdN/ug19mRZObXGHs8bIu3j1CyKoczjxbJ20kAge3/xDu/0GUmI4MPEyw+w5FZ8cVZQ305wHaOPjTVEr96SFeeQHI+Ec/Uu8RqV476UOJ2yj6HfrAfNctKJIGDYIEyrFA210FrXiBrdKn3vfuq6P5m8J5rwVLZJg1qVpFJlJxFQMEEdymXIBtWvyWIWSWb/9btR/R4/Xg3l+Bx3bUIwNgrnGL9xYI2PmUqYwp1ni6Ab15nSFllj4OstRtkPWxp8uTh7PlPNHyk0PMzdN/N1duM1/7LLQ0T2S+1qJW7cSpk4l0l15dGmbwXNpFfQ7/CVKq2k+AEZbfPKRbDzBaT/zLxbiOlRW2l0vxnPgIP6p7mOvgx61Tj3ENM00P758srcPMIRP5u6chg2wdQBFbnpstN2+SBRArr4d5XzOuZaCEhmpsBEOmxNLAn6oXahvvCxXPWD8fce8z0R84d87bOXSzYgVI79JGPW87h9t4DVHaKMMNXU5OTsJLbslIalR2mBP3Fy5eKn/0/e8llmcLWaRlbMDUT378E4w0pkucpkN+JcsUU14q4t3IvTYG0g1WRTx5huEw+wjSZgUCLu9s0QnvBEDou31qcpoOWmOuAAFJuLhWVQ7a0cBlfkofWfhPEv1oE1ukRAsyHIh4pNlL9e3f+rcip97KeX0xSMtparSs5jOUzQClm+lQVQim0gJ2V4kaDMNuI3Tisdt37Twv928vlfv3bzLvdaJcungZ7YSkGAg69ImycYim2ke0Mu/2jk2VT+8/Lc8RfloI5qRV83ZbwKQK5JkuJsi7Ee4SgovSW8iJnCU+DdiS1YWOUNCHLOhUNcMgVm4Bx1nfaXNsHM/5LD4BTiEaPnHhAF+35QBlH+5sN15PMVwXpVYnMUdDAw+6f+7fvUdfdJJhaLq8WD8meAD3Y+8oZWwigAjCgOhclyzF+a8LDbmda7q9hdHUgLoEHR6y5k6C8GlRzLe/JFIjKXVH7aE1q+R4vcUgDCziLVIcOgfaKrFBsB0QU/Kd8qTuyBA55zLHAe6ZTubGzb6yRyL6zU2CFEgUv4Nr8DQBD0OUd4a59Bfzi8yzm7CgLgFa3Oos1+/MlIvfvEp6T+ai375SPrr1pFzEjWwUoYP/KYTj8wU0VGA4wrxia+S0QLbUEu+wf8B/XJXcc6mN+8iaA1hL3u3G9BLEakeAJ+hFSaG4geHdTefzW58TsFaXXJzAZTg2OQpu7M8WAtIeZv2sbFPnZHFjY5W4DEladbB7+JhditgqboV59OdEMeolcPeZbixMUX8KIWn9zOaUn/3sZ+V7P/hTsM0yHgJdJPuJkydJQ0miCzY2uHTxfFzR9pN0JQx2Gt0bvNnfQFbPoWmDZ7raB8pdEsAMDeLxgb4Gu1vLKq7Zfn4no1Z6lvIqGYjACD0cYWzLtl1eoNhtsPRoqIvNMHjIKZ4a1Wr9VA79ku48eV07sFYWWbY32LfFNA2WNFFS0sM+fHSA5dlLcJsrAAyQ0nVgG+wfD7/CK/SdOMrSLIrXc+DWdf5zzZqCGG7FpYk9gdJh9LxJS+gUSqERErJnvst3/VXLtnwzECHzmX7pJNJ9jBSxLBujf+PJge9yOH/oi9Bi5QteEFZhpj3GH1jWCBti6FZWTqhIGbCW9bz0g89QAL85pxytrgoM0NPfekeEtwvLfWcbrw7yRjp9RJrAP/jd3ylbzFvO4nn54Kfvl3/9x98rs79YJFPcIPPczmEyp48CtU42MT0hBvb1M78vvdY9aJtoqHLHro03iu/fPGL5A2qmEFXw7QgO+bDCy3eDRmxC1jhzJY8hx5xfbycGYAFaWdpYIRPgSdpqOkNWQyCfhxiY5p8/LLc/+5h9XZcwkHbwqNTIXRUD68lHDDXwVKcooTXqtXZxLfxNryM/uFPNPQfYqvQSLIasEv+HyDfLMk/26ywFdaVAPwGyBo49X3jOeDeD14flQCg5J0+xwoVuXyLN58ISOcltNO3S++bHzE7KStO4HuFCxkBHkVkuz27fZ5neI9zQ5OqHrzR0VCITo8AbNVbBb2TVaayKM+MTZfrCufKX/8t/ANlqcQp06ZYKaWVSYPHiDsEnQ8wTTEyMl1u//PtGfzjQ8pyNC0qAk0Mi/6eOPM/N/49HXr5an0GvER4+gA1DV+Jvd00dg1DczxAz7IwcgfjIsvJLOraPxcbnLr7B3MA0WoLWIwxC2zrYS9Z5uemrb5SHD3eJ4nsWInOaJt4JWuI2XT3Tk+AAocm8ZpJBQBRaSXEf8e1gaccpoWQQ/zkoNtslgwLyy0PhkWt+Q/laLpzCh5X523ExdIHzBJK5bIWCvK9ws+Pl/AczT7Dw1sq3vvX7MPWLQpBbuXX3cfn79z8kqxSDYB+LtSEozDjeZSClUTsoE/ZN5pAkUPs3FfuHgy8FNmKTHyKZCzznIJzNGvzpYwweRkT2MvHvIOnbBn5AgbTL9/xvi5sY8CVfpte8x/vWKyzunLHNoPscrbwcDmPpPaDtbIWHEHFu85D6t1je9WzpqDwmI9Tlib7y2nkW8NOu+/celRNYgZPMQd558LyczkB1zDwegU24j/e0cqg3io3tAnWiUIHiWuJ1BrCTCCUVj/6ewXISHlB52GYesJMNIg72cE2isDjXLT5UbkxioOvcdYxGhm5srPNOb7aic5BMH8HY+zIOz7fg5uxEcCq213FpHaEUpJ+ps5lcvx28XSPa2CUk4sllEG+9fQ1SbS13boMPlJyps+fKpzduM3Cj9JARyZSMVBMMB8viVTA5xLHqkz8VSA72kg1iCLcdytIOu5Zgra2zdGruiMQHtPHsiO5gSqIQhZtWm4PYIbjapP23ZxjgETBuCzfA4v/fPOQnheEBA2zWuGJ+qgQfMp/qdnduHD6Kq3NbxQq8u0ytn4ASMxlpwTvYOjw2ZYKw6G2JEhf+8hEFMH2KIuq88h7a8g5R6PbjGsJ8k3kyM3PFRUhnN8tygA5d8w41/BroLmmbnh6CNhD03HL5krij4sp/wUJ9R4waa9XHbkLGEWiMyBeuzU7CeSJbXVOdDSSwstfXCIRS8xKvjcM+85C2X8IH3bjByFNSrTod4C5QJq8ZZBpGxb+HPhmALgcYyFdfLJc/+Po3ytJ/Wi33cSt3A4s5BA5xX46NTjBIrGN0YHCgzMD0ofcIGcr55xziwOb7rVLw6gBe5K00lmkr8KOE87cf+z60jyv17kP4Ag+bLuNW5E4/qWVfPPy83PnkJ8hQqBDe7GZe1o1o4lFrGE7iJOusAyslWr+Fc2T+XKD8+QW4ws9cT5/xuIFoxl/4iErwCK7485euEL0/gDU7kPnujz+7wXNsKcjSmzPEPDj/vEJmtm68S21c3yKtbwsyKDzPX8eahqC040o/g+wS3tMP7/0KQwPZyzSGnhD3FM4ac/glY4g8Ado13EBXDueeG22wUIhcC4Wt3BRKVQezo2QmiY2OJVpsA1eeBJq1QYY3U6rPhp5ruSmzcfrrXym3canRjgZOf/05finngl/OHQL8Ec1HbZJBqR7AhXAQw7AMl+hQNUk6YZsw7c8/fb+03vglC5mny9kLb5XW7iGV4rLN/a3u4XLyjd8tFxjBd9DCZ2cflM21ZYhda47twLAEL5Hc/jauhWk0H93MdqyuOxnYtYMGAESSB0Kh9Qi09UzYGve860cobZubW+NABqZ+rA4cdJhtdkynBEQ0aH2SC7RNwnSAWlxZKteuvZ1Akd29DrJqEQQGkbw/s0AUrlq2gVKs74ReeiLB2hBEu+Xyl78UBSEaOS6eAEINHpXxax8n2xPahpZvHWgdRHmGP7ph7WnXcYp9zxXIjBcUp5CulGKLFZSIvDCtfRbGgQGM8ttFOBoctkdQyS4L/bNxAevYzk2cKQtovK5RXGCpC2MiVl5/+c8fPCoj33u7jHcdliujpGlruVo+erhSPrj9WTk3rpY6VyaxLK5OnSqzzO3OGZmOcqR16jphukuAgBb8AIPXHTBNcr9MZLMa+vExafYySNoYWgac9kAP82Cub9zG47NFur9D5r3dZq6LKGAtfVGsTD2CHu27KB6+CBPvUYc5VV1qtoqL+hrrwx8+uM8AsYWy0pc1f2tkkDnLXqK7RH/wOtbtOFafGYlYRw0etJZMaDB98Wp5avYgaMZgly4sCGZO0k/2D6wbAWX/E54rIFEQtbTEv1bOFlZpBtI29iU+gAZ4cXgE+mFJUTuK5wgu9k59+9T7DDfwEkJ/jvXL8pob2NvnwqgWbh9LI9z1rNKCfYukieUpn6MsLq0TDYv2H2ENTtxse5NBewkTeAjaHRslylwXFQNXk+EjPClVsjHNXytC1Pn3p88Xof9N1jMSpctgu88DRoaaQSyBOQo2RkTFb6wzQfsth3TaFFbSqUI+6RkhuAwewGlgmktsjFh1E/s5Agp2cbvvM4/sWnaDKbVmXQ/tfKvzg5tEAEtlDrJNmWh58pdTTxYeF67nPOMAM7+0yaAwynK7lTJxhk1Wzp6GppkfJI+zDDU9dbqMEbA3v7VcJvaYSnmxUFbw+kziIZkjUt+grUWyj+E2AMeuF2ewxmvgvG0z7ua3oODlJXk0nQpsWozhafqiDp5OsAl3o0cwKlqY8unuGQr+F1CenIbp7CAlLn3N0AFvUdzOerl785Oy9PgTppVQ6KCLV0GXSjEO/jgQKQe5zaHs8iR3w39er8N6vS9/Zg427whXOtKbKDoMltBvF4LPZVGSsRszzBP/sdZLVDO0f3JiklSW7B/NkrrdVaxqlJh+4iGOGcNUJg8cJZlWREpxjWxUKG8DKA1Ly0vl1vXr5QArWCWBm4wRjDbM7SuVHbAj46jT9ogv5azwZ7qES3Bk+hNzeKB85/e/y5N75R8/+BFznsNJJ4Y9FITYpCMAUti6ZEFf+BgChFkg5m8M+yeyhcN6PGT+oME/Xzgqa9aLPvPy8Lz5rNTZOHKJn/tot7qRJdZW507UckG08zUKlxbmWLNQnEIklwwevOw8nAbDswd3y6M77INJdNm5q9fKiTPnyeZHUBBaFdPxJBQ4Xa6+NQnBEHJPRNHdmRdlZRZ3G0y2j+AaZ85xCHfjCVyV29vsJgOB1d16AA64miBLoFrYEmwOJZJH8wEtBoUQrxkItYHQuHf7IXPmG/x2PsqkBQ4GLuNRW6ztM5Bim+UgiyyJOHlmgH1LZ3ApTpZbM7NxhS5DSAwr6fQtXJ/wflnDuugx4rOtF3JwMBEhggJQv4Z8r4nzZlv4RgjE9Sms0r/3Ke9Vxq9G+7ilwKhLAMSDQiXV8L6wI4r5KGAUBl7bg37c0F6RqJKyB7wOKBLoBTwrusZPMO+8ilKxy7raPrJCLcIYJ0+TNYZNCM4wMH148wFtPSyf3X3IGtSL5expMjCx9OQE+VJXGEDTVP6EFqoGwIAqYNYPI2F5qOg45/7g/gMG0Xdph73mAGuDZR7d3MzJQus+18G7maeHFpNXm/pTEc9Wi5b3eUZr3cP5JZUIB3S9DLrJHGAVaPPM67QQlLFNDlUHcgPIVADM7jMgzXJuwNke18WtVrNrlUAHGwAAQABJREFUNx0wnXJIBCvliGw9LKJX/GaEtXJaIcx2dQK4OBnAuuwmw9QhipcxAgy75em6gxR0gza/hbJ3mj10n+MRurOwWDaOSIcKnpxz7WZgMf4jmxrwnnQURVhSobZN5trbVELEaRQy3fEIGOhMvVdB49KWQ1JoOiia+/kQhX2TdfDDw52Zk0zKPp6Vj5W5LhfRdT23uMDa6u2ySUE4CjLoSn0OwpnXg6ZMwxhlivv8TLdIa0a+qwxJarFupWNxA85SD98m2hghj/goH7NDmePY9dwLbPjgO13b3QlcslAtWJfX7BP9fARu9EK4Dj3pQaEXM6/tMugGQf59xSaCQNWqJsAKnN008mRvC4rWQPnm93+H/pZvWb7FSzNMFZwmd3IrMiErECh7n3K/RPDUkx/+pKwwuDqXuEi7zbW8SupGmgFtJdQM3FBHrdFac6T+5o/f9g3e5QBFg9/iLR5DlMpDBvE28gbvt/eV+6x0+BxP0gs8SJEryCa2OikHW6vl0eefkIDoCd5HIm+56paqUWBDJeLDPrFy+csKPPPghNK8rzwxtaPwqxjrKYnM4ooc7eFvui7POz3YjbExeZZpUHByTDDlEvx19izTXvsLkR87xHXI3x34iIfILhiXNbDpdTHrlzKqS82e+dUjdo1aXX1ent2/zbKjp0GjuJUWqju4EpmDrEdg9jvQASt9ZWsqf1R4KyfSMO4xXzaNy7Sj/PTnP2X+BjdR9ziBE2j9Ky+onEleGMgoPN0aImMC3/a1N7+M9dVa/te//AuQSiH2khjkS4L3uyLSEwANoiC15k1+Ky8kwDzMX4vwqNqUhCmiuQBj+braopGChsxbjEivwtxHJDBr8bsKzWPmo0w20MlzR5vz5cHHPyl3r39Yhs5Mljfferd09A4iQJiPIxLTJP267HS3tnQNEuW6WNbg7kOSmDs/OTKMSxlhqStPAo9wAybrl6D8zpFGCQKwKTiER+KIcBAPwspAi9C/+3wBpz/CH/zpcuENmMbvJrZsJCH7ELSBTMNzwERSh+7OZbLILESTS73Bu/NhaLYSK9SxJ3GRSiljQmCgKGsAFgnDX/XDV+OIAKIsCSvw8pzN0YXagSbXzvx1JXTKkBYoRhdPkq3TPt3nXvRdBxUTcwQDMg3Pp2462cFCnB2D6yECp9xdw51PtDZPkJLtDFMU849nSv/0hfITknmf7H8LDX6Y9bXr5EBG4UG5egoB3JhZKk+Zp/3Gm+fKHorIsZsIAFMEtwKVdrjQHJEE07IlV6OLTHdnUNJX3347g9j2MkkxwIEDsAFPmb+mXQ5kuvWa/Zvf0BaKrCTGfU4oM4oJl+wLBZ1GWrRdaMAANpctubuKay9XsTzaUDYe3LlTvvetb5anRFOPIgAoLct5rr15rTwgOMzkFG+/+RYW/lrwuLzKAE35NiH9w/MmkHc+0MFDYaXVKuX4nMvTdhhETeO3gaXfgjdhgKVR21ioeztHZRXLUAXWd090MdeNO+zek+dljVHSzcSHSQfpPFXc2/YzNcj7VSDSTrpa+3YVK2FvjxgP/slDuoXdOk4LpDPuct30CGxlAPOI8r8K+y6WqlmSNlhPOoyV5hrIDaxdl1iogO1CywQ0YwnjQWgo1/hBKgy01aQsbOmUNivcpOn8ox6q5sN9+S8/eKBxVBIgupkponYGMwNenO8UTyNE0LYhA1Qa9F6ZUWx/Dd6jHa4VdpMDlactXNerDDbmH1cB00JSgKdzqEd+sdp6iBl/1IHGHWHOnjxRWoioPnNypPw/rL3bk2dHct93+n6/Tffcr5gZYLBYYrHEAoREUlzLshyybIlhBm1HWJRCivCTX/xfOML+A/xiR8h+8oMdthkh25LF9VoUyd3lUrhjAQwwmHvPpWeme/p+b38+3zynp4EFl35wzfz6d37n1KnKysrKzMrKyjozzhm9BMgwKA07y5khr4EbxgrtD9uG162i9J2G56qQ6ZV8gpnvIgJ3krOcL59gEoBD4ixWgiw9pae6mttv6fUIPPYmIIaOHC+qJE4eJmj/M/Y5e0AJzJ3tL1jeRhn3hknEv+J//Gf/MvS2zyywf2u5ef70bnPniw+bLawzg/CvARQ5jl9LPyiwu7V2oVA4uYTnALXO3IMn+CSWJAEKUOLOcYT/CpZU/ghdveCg8w3yyUPOnj3HVrYzzLRxmMSrf6AXvvHk52xtYzbNJKNncKw5eVbakv6sWvmhksxYwOS/s7nc9KDwPbx7i5Co92kPwhWrD6Me+gX7AOo4FkPywYAb+RUw8ryuvv43NOdrJHwtaAxvShSKJRfZNU3hiN0M4un2w3/3byKktpv/+b//bzBbYeKEEe6sA5iIYQAqFHzfQNp7aGNJQRBXABVBmJtF8N7MgrZM2OcuIKeMIsNk/cYfYYVt88/kL5m7BAvE/HQsmSguv72W1fij7P1FrJaQLSzUOQiiV+9/1vzZnc+a6eMEQWAt7DSL5qiVKWifiEmeLGNw8FFOjtmE0d66dQdGucbazhlqgBAQtidOnW6e36VjNCUg2PYZEKVqCYVFkU/IHHEtZQUOfiuA3Wqwxbualsyi6ZGSWtzYhBJk9HzybDAAHhOU/uULl5ovPr+O5+pGhN8xCEZmpXamoNXZhOV2mCRCrh38lp9KQFiIWIIGRyEIe18wvZULiYoPcCWiCtf2s2tt/ZiejWpUszjeJ0+EKoJUpu39CFu+FUrOxlyv1DvYEGth0tRjsi4Z7mO2MjxZ6Gleefnl5gJB9J0l9GBd2GWWoWn3OTP2O4vELUWpO8EM4CKzrVs4FHlI/NNlzIjMZH/y6b3mPOa3DUx8pwlfp84FlcW8rcDfQ8g42awoibbHmdha88HHHzW/9c7LGTCOgxzoDcM5cL2RvilAgdUL4eZF/x1N4qq2x5irpdTgzH3DRHJC4zYq1BO8HGXezpoGLR/hM4BQunzlajNP9J8vbt5srl69iqa91jrZQH/OgulPYVnEc16lkKJTj/iOpYdfpdABV6vwClMLdbYzACHCbiiCDXEII8f0jUNRlCTauz/JWufSerMKXRuPWjP2Imvo43h/GF7QVApaRmBo1P2xWtx2WCtcZvap8rjHVjrX88ZG/GamAK3o5zCEEqQ5bxyBNESfrlHmBloPuyOYHcE7HmlmpGwtHuIQ+nFW3gWwcMq2C1E7q89ecZQh1E/GDH1JW0PTFmDHBkfgJlDXH/O4lUSqKLpXEcJjHiVvCi9fDy0xsIhm/hHw5ElNo0T0GgEXCjmXCjZRKFRKJhBqx6bZk3+iH4GrZ/jzWD8ki4wfvotYCi7hkN+FM3HRT1+enJlszo5fylLVNgrUOMJ6m372CEm5xg4mdmOSH4CP+InwzEhGOsUdn5trLnAAx9uELjX4y+wE9E6/9eFzMEpfVm9ZH4l6pciAlJ8CEoj4NgWw/IUaGCCsyVOn9LbGvufdvTGsOixhoJg5GRggDOrG8kLz7MFdPl+BF7yl2XbZiz/L3q4xmBwdcj55F/i2O1orj08UXN6LQpBn/jAfT2ljvskvrWXnABIoOAXvaq8qygwd6usldOlJrIwoOCz/nTp/CUcnvPhR+M5dfq0ZRaGVHa+hzGnty04OXgZN0AFLGouPMS3fJVDGZywZumQlLrTOCQcYBCbxGHB51j5OnlybnfwOM8A5TLk+zFAXtb0HwvWha0Nh+DJXGrUDUa9j3lpHU5E8jezRi0lT8lZYuhYqAvQiVBPcRCswWbHFZ0WvZbq+774kvXU9S3UPTXsIU5jawx5mGpmC7317kkwQGBCoWTJYRAY/hDtdykxFpm7nxXzb5jWPxOObQBvBa+e758n6NF+uP5sn8hdrtLeIl4wd/yVMyyPHmCXAzHGFQiNiwOkRyCz6ObOCz764Ec12S3MV5uf+ATZ8ii86Hn4DQCDfik2tIKtfYoErcMIL+RYm4dNj1a05xp1VOBS0ZBEv9IeN9bSetZ3F5iUY8Qc//xmzaoVd01wl+MEY5r2nOMp4usgYjj6fXf+Stas+zrIkUDctV6uMYmLNwTU1BFeCHrWEJ9YnZNbv/QK1GLYPYZb0fz9mHSI4khe8Msv2edagGOAd48+zlAL+wfc621S6IBxVj4XbH3zz3xmZ6z06uNRpONDT8nrze7/7t5sPfnGXrT93m68WlppzZ6aaVdbpPPXmyktEDNu9j3Ix2twmGMTpU8eaXzBDvPbKKzB+mBOMywhZ+zAOlaLdPtfgbFnhVKqwpcIcpsATmajrdZUP0ISRjwqRA9yRkhLa0VfmcZHhx/9q3b5fY8rqLGud+Kky8k0inM2NzGVme4FYtVNEBdPJZplAEuvs19PU+Yx+HGMN1pmhDjaavJbwEzh96aUwUz1tpaSCpMq3HummRkTdE7GaFwfxaqXglGNbdRxZR0FT8Oi9jWi05eAS5QYCnmKmNLjKTA3OoyKjM5ImY5tsPV0ttl3ToKS+izSczDat1ZjLtzXDQQ/m7sdaM8YMcQNm6J7nJzidTdAug47oAWwBlq/4HqG/hukrYdOTfAMHF+PXxkKgMgDt6SjnKTW7OGe65i/z1/PUA9crgR2BpP2AliSMppLDPLefyaTDmJl0dnMGO3tsLpG6dKzRTGzfq7x68tIE/SQ+7WstDcbMdW+0SudxPMO1yLjty4hSpUxKB8LgOLHHSBn7RVMj1D3grJU2OEtdQ4kdZDZ558svKAszOXgbYd3LslR2XAIYZYbnLpFpaKOPXSJvvXa52V7jxB9m/OIhw4m2pVGpkD9FLPnlViwFVPpQ3JM6WhfWA/C7wZnieyPT0Ptws9I7wzfe6uBBv/iVpQcEYviU2esDrCOE3KQI3EzBBXW7MIqzk2NJXsMdyQ74c5U+OTpBEghpKpkEEl5So6be1zAWJV46wnTiP0WfYLuHX741iUKtQ9iTJej4KZ/x8zATtr5R8XNhoG+dbLGIwyIn6/kcd/jVLz5vHt39nChUTymDPPSb5GHdUQz4FTrn/QBIfT4XA4LrteAmgXPz5h43pFt/+a+SfeGMViZnR6K5Xf/iF82liyejbSk89ShcePw0nopQeMwiapjROnjZ7RzZ5My1m6gZdmjqeJRR3h7a8gEMzgo0FQiAtnTGA7Z+Bi6bvufYZuNs5em9G5Ki8FSSWky8UwKL/GggPbiJyxB6IKoeNCj0aOqkE6lPYglxa4rMXV+vBoeQKN6OcTirFelAlRmA1aJQDLLI3bO+16zc3mjenb/bDHJ035krLzcnzl9pBsGNszrjJfe5WA4jIJhLM4G335f3HzeQG2EUcfHHxDIwwJoudn5nUOEhaTvt4f1KfFs3X96JwgK8jOgQhwRSHS5c1YliQ0GmSXWM2cCTJ0+a0+fOMTt6lP1+o3jK3vr8Y85MnG2GWF/YJYjFldMzHBC90Zw/953mDiHE+rFdaBbKdifbH3gkG5KAHEkhljx/8SAMh/f1mJX49N7dZy2kzEDiudqYwZoBwT3roz9i0oSRGELSPrMfbHIPTN4tAK5HR8Hj3nO8AKeZxTojunTtSvOM2fsTAovomHKfUzAeXeHEm7sLaLETzU9++kHzxls/wEmIfaJzrzTv/ZuPELbsPWTb1tS1C6nDumyra3k6yiSUKLjMVq00n+s8U+iKipZe7TdHKWPcMqQtzU0ql4agdJwZMUkMeV00xy/e855jyiu+4igzoBkVfJzEPOxY+cGbv04w+XtE+bkAY3/S/Os/+TOiX11svrxxg0AJHO5NkHhNeGM4nugZuYrg+6Mf/ai5ikl5jZm8laSLgvdQSOqi6iSfaVbzhJh+zF6OU9uj1WMXwTUMzQi15xv3ovH3IFANZZeA/2jzOgM+JUiF2yJkPnRR6lNpysEBfIuvMFUQoABaQoBO4SCkKU8aXcYz273YT9mTOMEa9QjWoig/hItaZXugmKNHmFXj8kY+T6OaIu71OEqGpu3HzxaaZZgok25ysQwiv0HowWITrcgoV87+VuE5AieuxYuKyR5t8J14MNdt/vKM5/ZXjSlNp8zCNA+jCD3f4UhDOlx/gUGWjbS0eLzhEngwIItLCp6gI46GWcu2umWcJ90LPYRFybXn2pVAvY5jaYY+iOUH+OofL8kT6ZMRBHSPnplKFOqdJDLRPI5OG+w7V3nX03saM7Lve7h7jgMkpwrKJI4/3z13kTBaKBjwJHnZFvn7Cf+V9VmK/WaKXD28z8Uhny1+JFwG3n9GYIbesVnKwXtYx1jMwEvLBNCYv8lMlmhZCNN+xr9bEbUmiIgKLcm1/FfcK2GLAQKGGXgEPsRJ+9M3uUwvcUWvOHZ4bCcW3lTcEa9MKBzDmUAxFnWm9EQhl0z6gXPm7GtYhjhqFTP3LsqB68p9/UTm3nO7Kg6MmIbvM4l6dPsLIqM9BQYjmLErAOgN1iT2kwQtRNTdUFoEoNzolGh/dHeFv3tF3ifsxVu5EjUSHInRVg+ePFmAWcGoZYYQhwzf+bkC2BdMmcY7v6bkMFTzkXz+1ttvN+cunGn+6J//3zCD14kbSQxJZiQ3cEB69uQe+EdIUqQM238Gh9/BuUdNXxnzAnSvj6YWcPJHSpoZ5PdgEs3hhG1DOgTZmQw5BpIDTzirPhloFuXz21mv8Fg2WhJt1Vzu7GoADWeATth5vt3c/8Vq8/DGl83k7PHm1He/Q/SWEzQWr8+YMhAOxjek4wfZN7aKcN1FedhjFukm+miXBUUaU1BJTsBvezO4eF9Nl/q8aVPk7cFveo9OtB9kahIXjH4OAWPAiDE0Xb2e9WobkknRT2rd25qN6aN9rAQvX7lIfNT3WcIy0DXaNjA6g7EvVJj6UBywK5cAPsSTMAXkwz8hHG4bK9ihpSnYe+JskL7gETDat16AUy7EvX2tM5o40gFJIe9zHYNGELz7mMCQW7THA61h2bRvE61+nSg3estuLj1qLuNJ/PIrF5u780vqss0H1+ebJ5hY/+B332k+/uxu8/N32fpCFKGTx2ebN998vfn80zvZn/qEWaFbODrGp+Dew6ISJQuYO+EZwer4SHK9kJkYYMrkEjcVPGWLAc+d2RXt0y7h5eOrtr/DQXdd912HxNzHOrA8TbxfxPv97Xf+Wg4O0LP1DKavWzdvEtTiXBDoiVTSygxbaT768KNm7rc5vQT8LcLsf+Pt32iW6UeDFPQzK13DkaOoG5oTBiq3fq+9bx9MIhC20G6lcZN5HAeu2wIRZTtz5NoHWBSGMIm6BUelOW8465JG4IDSZ1tKys7Ab+/o7OaMbgHHpUU8yY+xl32WzzgCakoY8GzexMTaw3oqfuCsjSEscMC8dOEsHvI74Ii1NOkSZrnpSUXAe/7chebj+0/jDKVPgsenRYGB5qNAMSYcPu7RljHLlG23QV+iwAI7agHj2l7+egqpUodC2d48c+Ys1hTOnEVwawYe3hnKFhF9BlQOtoHfZZMBthL57hjbR3ahFdf4tRIYllFFOHvjhULab3HuCwqJjvelh6jXkoygJK+V9lVi3D7kGv5nN+dxhjoX5efUDIo+tGcfqOLNsJf2OGvLl46dwJT9DAdP5mo8T1hUxmTRxNfb6y/770WiJ0VeEjBIoDWAKZNxiZ+D9alAPX54iz3gdxnLmIjBpNEB+7L9ECciYBemeLvz3dFI953iKaclk7a+b34VVR29mwmWvIXPfh+CG/w52vaxhp6+xA4Ewu8eP34iVh8c5FEQFJfAghAdAQejOGd9+cWfcwzr+zinaWHAOtF6DANwwBFyZ7udnBAKQa3k+IYR5LeIsxPFVyGxa59lVKIvgSF0iVWgRiSvt+UzoshK3jk07c1FzD5quBCOMwwHdPaKovV5zwABflK7APAJE+ZCN3f3dyro9tGKVmH4i4T4O3H+DbRXA4njtOMzPjpI2ECJc791ka49i0WMNrG0g7adDiCBlIFLDPwvoql7NtS1VxtliuZEfp7y4V+kF2Uy8Apmkct97R4gswd4NQ2a36OosmeRmbYH1fdsEaz/8Vbzi4X7mGdnWHQ/h/3/lQY1Cu0JLRLc9GMC7+kbb07PjDXLi4+aVQTBBms9vTgFuOeuRVVg1qSSivjjzFGNWvCAKI3KPeHO9iUEmjhjENWY5Zp2jqlVY6LydKNtcGt0o0m2CEzwWWYbiu2FN2KhuJG1v5vM8MSpzJOH1Fd4ipkXGLLmB15jmnfAiUf+d+xJpcEkg97HeSbiEqLKOiy5xBudoz7APa/tP3+09YBLneh0JpHZaPpahV4mOA9XU93UBOt2MI4tTn/x4O8ZXO4X2Kiv88s8M1pnUMYLHoSp3SVykkzhZx8TQpH2PsSRLA4YzA6mJ6abswjm+/NYJAZP86E++jxKoYD5yeAFVi+BXLzaOiH12v7fwflNRxyTWHPPpM0qWi/08Isn0pzvIcQpULqzJJvtDNqUvYfwAE21YwiEv/U3f9hcv/EVs4P7RGsi1jMBNM6dP9vcvHWbwBho3Hihozqlroe09Trr8FcuX+ZQjFciWG/fu49AxOFFxmJ1SUJXSRi7Men3IpvwFUSyoY1NSkaR7icEqfqy1gSa28zh+NiD78HcxAhr/yc5wxOPWxyDBpil9bDLQUG/yawt44s6O+YhBqvzNT675QsrFgzY4OqPH29n/6yezmMI8DHicI+dmWyuEMN5e818teSg0qZyusKB5tOcweyxfZqsFWqG29yE3gbYIjLKnsymdxOHRfaVctiCa5QKBB3etpiVPMTLNMAAX2G+668WN/b9t6RBZmz27yM8jM0ifzP+tc5v7lnW+1tBO4jCsD/swe6cM8xsMt8oYZr33VPteu7Jk2doB2u1vW7zeZG6mv3uYHMsSYNUDaCMfitn3GpBGIGfrEAv62xN2SRwxoWzc+ElU+OTzRqDbAOT8cVXv0O9T3jV6GZYlxhbbrVDm2WMSdn2eKXUwyPp0iUqfQnC/xzrRdnAyzvhk0yS8R72wBH7ZJfZYMMBHkPwMh9naU6elMJENmU4Z5ErWD+ZwkIoN/yDdqYOsimngpcWOTY5LLiDVbj4p+ePPi+RAem3yrgHvn/4d38PA/Y0RMmkgmVNlziHWBtOOcy0v/z8g+bZjQ+bFRz59ncUsIxd4HWJK1MCQWSgw6HCr8RUHXvHAyFtx21+pLcOuQO/yA08gc9y8krxwVjIFLT5ALu4kD/Aw8Q17NgqWReCUDGY0L4O+VQKklw7GMa9e5/ZTBCX9xVUFuAHrFGjZhVnv4bT6kEb8lDxAQbXaN9Uc2wWzWsTezgVyn81F1NYNL4IRRHhDWABg+23GkyypXGZAYJ8foRAzf3NJArUfKossrYFWKr9Fe01HccDAaHeOgLOdqBzgCQJVMSoje6gHTkS1IuHGIAHLPo/urXSPH1wj72vJ5uzL11qTl041+zTbkQq+3NZM507Q2hC1kkRJk/Yl7tLNKAhhZj1A4eE5F/NG1nHE4feARbHnBklDG7wHxgdkHzbccimrE0Nc17rmhFomKl859VXs6a5hubpoc/G7VzAsahPbzoEwDoxPEc5ZcI1Szf1lwAUT5QNrhyE1u9MQjOLP1Sqqi8KnvyGIwfO4I/7/iCVsFaw+l59osAE+Sox1BGiIzM4JRszb2Y54wPNVQJQPLh3N4rY02cLrPUPYFUxahN7ZRmVhmhcJ/ygY3ViZismvaVnz8EHTABhqFnUCEX77An1dJtFPHPniFU6u0WYRWeiCFUdmxTwewKX2QPDRBoB4PQF7fA7Mz5w7mjQ3G2vqGx6PzRuW21k135+e518XstdZBS8K/3VgLSf95sHD+43L798tfm7f+ffgykuMbNbzoz92OwxZt8IDhionsWPnxHakrGziOJ09dKlHMN2g7XnUwTmuHj5peZ/+sN/1ozQl+LQ1ClKwinJHIVNGGyZvhNGPVJ4CVs6zszgYAJv1bNzHGJ//niCIxwgXDzAfFOap21aA7alQ8yc28w2gy9LSGVc0PowOMoixiYfaIj3/GzDE+4+xuxP/w3w/gRKzzjBVAzNxmMUGZ2K+uIX8uVnnzWvvXK12ZrGB8Q1f3AwDR28xqxem/Unn17H3H4se0OXMasuYjJ+ePcm6KZ9zjhVPDLbEAmWDwzgxO/MIuU7h1gTblM9N58HhutFvIkzp22sWewoe4rZKsMsVQ/gIUzthmd0zdzfzvQ2nm8dbtvSqU4LT9VZXsh6mPs7tQmTdCeIJE/VcXa+6Tfr9pqojZzmev2SS0RYruYJE7q/sNs8XCS8LKcwRUgCk0srDx/NN1fB2Sr4XUHhyN50Dl05BW9InY5vUyqsShUMh+I34588Ld0KpcJ/FWfLDRTebWDiDoqM5cCZKKcTxNwAS/IQxwbPdeqDn4k7t3D37vEH6Vt56nXf+f+exJW83k/xD1ugNU4nrQG8GfsP1lF49MRmB8ZtfDi++JQ9xnfRlICHrUXRmsNvHO+FBuHzP9RqYaFjFRzp+ZCkaddhom5PSAMYX2jxypjnvjJMwetSIttREE81ibACMRHhzvP4MEB/xqFP0a4HHaziLCICqcuKBUBziBvD3dpitKTE56VeHVZqczgCg5bIkBRSiiqDbuuAMTDE3ipMgC+/+l2E05doz+4JhPFBUHvOLOjA7IG1ISIggwO4NarQcWKkTAg2lHJhnibrc/A7iKi2gFU1hChyH+Zab4haESRqgc8ySR2x5wd/ZNzR6MgXUECApigAChFFGvHMA3739OLV+w7z1i0cAm5/NtBMnD7TnHnl1WaQ0H77rNPuDWAq5DiesdnTrHfgJm/b7D9poBArFPkwn80/hVn3CCUoTCQMzZv2h7kzKNhriVfnGnsQx1jz0iljCS1aL9HnrOPpcDaOB64h+3YNwI5jQ+/oTjOHlqzQiSk3fVV4sNwXCZhaQO1NTZ1uUJfYXY/nRtap42kqWHxKUbG/VHBUHpwhg3d/A69KSpdsio10b+hDFJHnhJjTPHXs2GQzDsOfRfC4/r/iiS3MVJ8uPGU8OAsbStAA1/2ckTm4p3H+mpk53lwkoMgwUaKcmq3hSKXpVQGUgQRxF6Nz4MpkyMd3MaIO9lB8mIaZhNYZtBShwlUzUwdctcJ20vv5zWPgrXwpmPZqKnZ9s/ABQwDn/8nv/162hBxn/fLePQ67hyYMgGJ86AcPWH9mBrXJDEblIP2JEnWHmevly1cJx3eLvrzfXAAH9q2wKwBDEAGJ34wpyV85Ss0FKH+lH5cInJG5tu9Y3taBaAj8sU1qkj2cx6dx5qG1rlntKEwd/BTkftItCNGlCOMWG0bTR9nmADd13MY6Q5/SapyosIS5Pxfc6yUsfx7keoYAAoNYFXQ6OoWjof6fSxwKMs86s20x7N0A39eIa73OeqVhSD1j9TG+D8YkX0B5OoPTmBHJnhEe7zxr8AOM17Pspfakmi0artnwIYqatFgKud8tHqS5b032EQoY49w+FG4tDo4PJxguc8in9Ph237Gm4yW2f7l+ayjayUkCNwwTxMP3oasThBJVCNufeuvugOdDfiPdgQ/xJ01JPNswhW3a4bjN2IJx23eePNaHReFV+Mnjjz6Cn/Q27+IV/853r+V4yH3M1YYVdZg+uv8ga8b6Pmh1WKf/tFLorGhZciw4ZXXGt+KAm3RUHCVps4JMAavTnhHxbJu7BDLQLQucalELX/LV4LjwLKflRt3zW+kmbdAnjAJyd3D4zYeUkURXvUjgiXxCHkFLm0LvwR99ZJ9srTZrrPnfvfkF/OE+ZuFnTT/KGyOACQ2wOxB4XwuTHEmYUqZVctlVB/oK1sNv83mvy+EPrqGBCHzKFxdRblMbbYp1TFmjg/Bg8wp9dvk0viS3PudQilvwX2igrRdByxX/N9Go1tEUT5/wrEyZPg2jk43dOYt2JZUEmSKifUckiFBnCJpcPATbWUSvC9VUbge65jnNNpnLL73c3L11PcSmlu3Rba5xlJYNzEfalxa3f4RTWKxra3OveevNN5s//ef/KwxaAi8tQ5Owq0oS1cmTZ3EkecrsT08ykW5qW8tVEMnPwG4/RLhXhyZrm9s3fC/CH4YdYUznpR9476DXExzAE6ay1YfrzacPbzZ9rEVNUP/pU5c5JACBIGH4joSSVI20bkESYglDklCz7DrF8yn7eE9BptZO5clvv6xoKl7Da9R1LAaEzhl6q06wPWHngNAbmrIwe/bjidvDevIWzIvVHTABWUt89s8RZEtefo4maiOpAIh3qu4ypB8k37oh/PkvHfBR8VGwRNBRgrkKz5U/71kGOB/FTPja1VM4SLGujYl+iW0lt9k3Kk3o6XqSo91GiPYyPcn+WrzZny6itIFP9y4K/hImtc2tweYp5Wnq3wQHhsEbRwAbVnRijIFgQ6ja9tpu9yF7o4OpvulDG9kmabzoLVm723mn81HoGI0PbfPXU42SNJ76rfsUkWqmoQ2djSzjBL4QD9jmM9BPjFX6xfU1+1AhtkiQjjE8KefnEa4vXWpu3rnJftpbzReYlv/D//j3m3/5459Ge7bazNakX+rIjJybHTTiWKWuD4vUJM5Xu8xS9tj2pLLqLoJH4HQPj9mrs5MEFjA8qUwVBZMy3Neqp6/eveMI2ccoODPAJHMqhZqLIpJ2Rrvf/M5vvo5Ax1+B8h1jevAKgzrBFoJqCcVqbZWYtzDJGzdvMltfRSlxmaa3eeudt3P+67k3v8cWF0bVAUo6yzQfE5bT8aGH+Qge92fZv3rjxpdZz3Zt1ChpfZh0t6HvL29jZdJSRhI31i2MgUEB/I3U0YB9qUCxX1SQdHiURlR87Lt9FA0tIoY7HMJD3KW1qGzSFO+I+z2D3KDwGh3KrVuW3SWvgyrqsS5pzacuGSXOOliVIQ+iSIF8n4R3DbH303jcW3jrnz93uXnvo0+asywVGQ9Z8zJTeawho5l9Oy6wO9Jf5YhaNdh4PgjGF1TRQfX1b8PuGotaPxB5TWBWQOZdOWvdF6FpA3lMNQ6qreI5QpU6vY7SY3sPefDX6/yrflUNlSv8h7L28en543/xv0HH4BgzMZ5kcjX6SfrljfDQiFDu8Tv4fFGTSsJR3vfiya+4YrbqXmKYOXgpecAwBaeWD16oTvkzhDPsH/zDf9J8/v7POGLvNoptH0FodNiF9qCRlhs1bO7Fk5MYwFkP5GUBl16MazyC+caZhqYTB6+E6UdzpKHR+hkcyd8Sn212P65JAjaqzBT7u1bQBp9DjHoO7uOMUcghE/VlD2I7OBI3WJWY/2qoFAcsLsP3Nb/+vTeaG3/xf8Fwl1jPYj0IOHACTeeqyf37f/8fNT/+kz9rbn78Lp2BKc5nlGBb/FhohKdCh7IVgpqMnYGVh6K1OSDIxz2Hbg0cCRZxRWcamEMdRs1VpaMP7dQYrPtsal/dWG2u37kTXHl4864mGPJoZjFFy+JbEnTQKcxUT/tpX9atFIQM+B0EiXiMmVM5rMDlo3XhKbM2HXU2+L3Klhc18UW+DSG2DEM1zqeRvjbAjZ6Ny5jFthtmi7RZFMRDkLyZvUgIEiRl+Vz6pIWBWVylj/hdbxJ8AAcjz6fsmEnB57u2BzxL7K02QmlclzJkLwT9CBU18CFCTD55xDmjizdYc8bMjVn7DLM8cTqDUNLhaw/a+ggGY38Z5k4Hm+PkqUO2wQNbl9waoQOLfWcs7q0nMPTBzWbmygneo1YGgcqkdYNaGCf3aKOD0rv1hN8tzb/Q2FEaeCnzDPrJtUCFkK+aKJqPtGkPOtwpQjTSXmkBpCaHOLYcPUUN4WfwBoPPSzdPWa5xJqjz0BgWIOFyTVULhULk0qVLmExnsm/apYCnBJEHcPqeqFYoKJ3KE9xTHsgONEWztg/hybjd3lxtpokQ1seJC3OYi1+5fAUTO3tApYpxgleQZx0cKlx1nDJyl8rwY0P7jeNohv/GMsEUKBC00XJ2IMR8BuNyHNiWY8zw9L0wmA3USx7GB0jpgbaGVbanmJETV7nnwkzzO29y1Bg0ef2zz5u33/w+zj+Uu/dS6H8DvnDv3tPmq/tPULzuEbFtoll5sAwdjyJkb9LX682dO3cJUcmh61iQVhF8Q6zNwwAohP6BgKVJ/8nw7TH7pfqxw5hN4V8A5DkzOWeSgwRiyRij/R4osgGvcvfFGB7I+hiozGXtnj6G4Ckb0zfLRgmhyDsuCyh8xUAf487IVqAk9Us3gFd9xLfdpcVIJy+dz3oR4sI7jOVhn7Hf27+OGXikuY2S4/F5186exNyMQyGm85zbjPK2hUXrmWZe6m6Ic+yh72MnGXWgIlyTOqRTlag69jEA1PiXUrhvykgQHjuYVIKWMqQnpIp06ZPiBclyeH30nu+p/NFq8lMqtGDpWUryMveqzpTiGAQR/uvS1391dyUk+LFIczcLjrE5mrLlV24Ns51VDGXSzN44pAI78GgV3cvEjAlHVxU8/2gSM19PQMLN7//W32he/+s/bD78yZ82H//0R5RH74o3xow8RGG/vbPC4RmOR3m3y1VYsFk67SV8qVvOjCwoD2BMcEg0Hed6nlE4JNQggIF069ZNIqUYapFZL+ajY5z/qpasKdmGqfXEfMhz3bAVrDGPtlC79rHF4JFRqV1R/eEA4EUGl0RL5l9uaZVAL2e40Go7z/WIWfb5jW6MNRdZjzh24ljzyQfvNqvPMDVB2M5cNgluYIHfVmRmASK/+zgYc90CfOQl3fU7U4JC2b1c4kVhSyPSgT7PoBbN9gzt6WUH/rbCEKFhiEffyVofTZXxKczcU2qzxdUB+c9ePMsxcCdD1O4J1BFGa4KehDJfzVAURfsINchirU42vOrWs2aNmX6EKBlGiJs8e/YlGNlScxFP3I/x+hYmjxXTHOi60f6wglOyt/623b+ErVI0gnueaZoya2Zwwty+F3SJv0M8ik8A5VO4q4z1rvSiJy6Mge9RFIqrL19gvRbHBuFC2VjiqLBP5x/k1JlpvC+NtnOCIOCaVakma1LO+mS40ppbQUaZ3eiNq5B0H7L0SNHJn8GvsJX+/C8OHQyU54ELZnLrlv2gQOcG7awB6rXJ/jNFQSOvDKRtftrYXVceaaZoKgBwc4oZpe0TBvdcThvsAKVBp7Bjx48TxYbtLy9N5/gzy3pA2Lc++lIBPI1AXMEzH50jjl+vv/E6hwz8IvVm5iCsvCOIfmec8S0M4niCWavHkZ2Zm2rOvXqpucB4WSaM5e7OcjMOfnccf4wxSXcDoeVxfAqVVUy2Q3g2S38LK09QHqrN8hiLPpoUtPZrCTbwFIQUXGJTuRTc8a30Nfh9D56kr7x0url35zp7aoei0GsNGaQPXrlygSDvHHdGH40ws1UJUG8xCpP0p9/IHE50S6xlLzPLWSYu8DJOZNJDNCmqKRD5Kx3a8TbwW1LogzozcUA/CP5oj220HnHothnLlp5dU3cs2J+elKOpONGjEMIqNpbnPuUo8Vyb1xQeIJ4EiX+xHoB7QweOEcRD2sDbAOfKXWapRJ9CuA6zxefL999vZqhzdIC3IIJn+CioZE8RTEglb4z3YbCEK10rMzR1CUMJOftFpP9lSdh4Lj8DR+LW3KUg8y7tkZ9GyW+LqLLTwWmTubuU/k9ZdBbJIaeWIW12Ke9T8l+VgjZw75g23rTJv9ZWai3jTNC9Af2Stb3vz8I5T5LEvdnEecfP20e/+osyh1HillkqdBKjky9XbaUo0OBH/KpauX96G7kT2UnDoVIAGWp+/z/6Rzkz3PEDbZbpxFiqztpk2gKnV/DsHGHCdP/HScpCZVBhPLwXpkYLHVgDEiLYEZFIzzTAweUgUTPUazT7EEGXUVHwriIba0KUKQLTGwaA8HWILRwxCKN8GKUmHHvuAI/J/+w//y+a/+q//i85Os2TaibDyNaXFiwkXqPp4EBgcZb+AvHCl3/CSUoncJmoKoG/YEg7yKMjjwToAMw90Brhyj3vd/lSGH8Y6sGn604yIE1EaSfwH4BHN7krZCUgZwai9sBTIMjL0k+OXKNgNNuBZnEFAalntioSuJBQXGeUqDwHlBKAy/UeCIh3bK2eujdZ34RXEjbuCSY4zj3Fc3oCHEr0IBxsgFM+0Gfg9bv7RAmgZGenml+MktLre8JA+faDHuK9LBVYvx9hdxYuPswjvksoKfBolwwQAeMaIwCE+XiE2pULeA0/eMaJGPPxMpW2XPsfxez4ypUrMBwsFtvs/cRc/JRtIyuY0czTh3ooXc6xrrvBerX1raEgKhQ0j8e8GVBkfIDOANnthd4c9IGRV4Czg1d5qwMURGBn1McsJHovNKIh3abFouM39zNwyW7yPrfzevoJGhdjjiFN2g5CZ0SG+tuEMe4yJpbxOL6AM93928+yzcOzZ93C4lmYF4nbKoM/Trzbjz/9vDn30uWc1/sAy5OmzODcPrd+28THvpDzSPPOIuzjfda0rr18rbl6/iTe2Zx0A6PuAU8zKDfD5NkmMMIKXqysQWCZ0ulxHyuDMWxj12hWVfZQ7NIW2ig+ZCNfS9RdvhHgNEDw1CzcF5bKLqz0B32gFWIEehnFwec4DlCOwaJHZtJwT49WW1140LzG9rT7T1c5c/mg+dmf/zx7WY/NsG2Ivn+MR659qZVtizZHyFoXOJFcuQXMqvXSu2O6Hb+ByZ/AwT3pbZKlMc8G3iRes8x7GEE3wSHmvczmjQi1Sr/IuxSoOnBlpscgNLqXAlfF0nOe7WvbcrinlHprnbbjP37zATiVvERcozwFtknh8pyDCdx7PED5x/HYfvXyWQQtgp26nOgYRUw+bf/swBNck11bk/0jEGmPwfu3sKJpgewLjwEnMoxvpvBWO0t4nINWSt/ShvQcuEoK7oTdpLDqcvv7xXXazru5mzxQjbEP3Iopg6F/fHz4fisn8sKRP5Yov411CRkBJ7Nae/dIbd0L5q4605buNt8q29anz4h5Ssh27TCj7f9mqfXbUuUj+hLtYYFDe4qjIs43zSl2NrhMsq+Vh/c9BeygnxCPTD6lHSriBKZZlkxcyz/eLK1hOpbA7QiGJIyM/WPs2epS7R/bxvvzBAAbWMC9e2sICtgMHamJI841EFr26kVAajoob1Ab5gxuiU3dDzkDULOnDK2YOCDyrMU8OMqQTCfYyKDPP+lynilM0PI1yezjJLHDfjzQD5mwNuEFOOvDxN0DE2abPoyVwUeeEBsMVI86A3QLkzRgZ2ctke/SVmESUrr94DM+0U746cw2Apnrb6YIqAzaekfANdNIqP6zOE1ELDBQBt8SF3iIls/9LUzNDt47d5bY4sGJNe7vlT4pZ9OQdsDhwr5mOYrLALPcjErKjks/hTloRcI262F7zIQ2OFpukH2+z4kbq1ZWSWc38a6YEAwHlMlfKkcQVgYEl8AgAU2xlcLHRug5x57HQQhJ7e06nqAKtQDKl0sF9TEgBVo9XqaDmLYGcQ7bJlh6L9GqxLNmHmOozj98jNem65QNszuCHJybxXyHgx3BSJ4zm9rEq/PJYxy9OMXHM3HddnP69MlEwApSYXCreGW6HUhznjN9HX8AAuABi5bJ5JxR9EC3zgJ22EeXNoOrDHa+CwPSvwPRhvBy99xLC0tq3xEZtDv4477f5kkJlscP72WGDN145q37eZdsE2avJdbyNEuewF46i+nTiFATCA8jea0wtqRv13LHwbsnGM0x453l85w+XXmw3rz5g7cln+pv8Km3YwejbTNlxk13DrKO9W+99T0cktgOBgMXlsEJtttQv3k3sYRsgRe9du+yZuxhFzu0YZ0B1YN1SqVG5j7KezuYn+UR0pjKo6nMaHxTrUxNpcrnorHwCFY6fPAtjUJWkIw8wAeV0dmkDpSWLx5XCZD/6rWLLH0Q8efZTnP7qy+aSy9dal7/3q8Bx0bWrzW7Z98r8A/jFBdzN7iw9w3P5xgpgRsRHnrgUXAjdXTJPpevCYt1byFsn9Mnizg+yef0JJbhSrvO7szfopncvmYbqilZfnKskxy/XQpW+C08flQ3TVoTNtG0R6hf2nWt9QCfCoV3FH+E6sWL5xmZ/APkFZ4PsFZt6Ef7ZgB4+nEE1JlOuvEkGn0BDnr+dxyHUEAtL3xaCDqaPTrmA8bhn9C/OdMm+V8pb2mj9yzGjs11fhy+myfc78p48YD89WLdMk/u0NtemI4UVc/qr0pSQubKLNv+rL7NW21dtufoW1UYLJhXvO4+vlM5vbK/lQXKIvmrRUi/wu9HCtH/xmNQVTNzWh3WQmn3wrXv44h2G+V4kXxa/sAtZSk/lBmZMLAcYEz451h01+CX/WpTRocxOs0Ig4t3rCKfXZ55zJgMQBDd3J7ZCZTmQI1JAeHRi+DzHE8bZkQWZ2y7DPLKs99cunKZwNnDzYfv/qxZY2+cjbKBMvw4+1ilbU3jCxn5m0YDvPkY8NsQ/NYmh2EDhzOE/Qk3uONN2z+J6ek0kWwWcPyYyIzhzNXLrNexfxQP1k0YbH+Yi3pgqoIfF+GVliMAwESbhMEB1yWRrmYlAv+ylPcCK2/SLjXo9HMYCgSlt5qCllm8IcoYSc0umvIBJvWXGUgnOcxB+77rQUYdcvLoBHSbLSw6aDAe05kGYneWyVcEiPAEKvHZ/eAacEuxcKsWFOc6tiHdfvx/gjuVKpiHQ0i4fTMMTsq0/fzToUoPyhNsCH/rB2+hlU00P/rxH3HU4Nnm2rVrzaPHT5qPP/iQA7M5kQZAexGcDHlgdHsHZjaJDca0R5uHOWbuysWLzS7TdRmJViAdOo4fo+xrx5hKuodxMcfC3Zl/huVDhQQhgaCenCRYOrFcja/NvJjy9pjtPWY7EOtUIGWM+5NaNM7hLQoE9+4yyxEPJNCQPhOvXIAv3seT0maW5QXciDz624Hip5wdVMQkRn+TRUGda+hC2qAC61CQKhZaKkKBVFj4XHwWzShYNMMqBB4/5iQYysoaN2b8MWYlKq2ej2meP/83P0Z5hLFL4zxXiLjV4xlRoV77zqscHn8HYPqaDz78EIHDSUO2UPgUAMLXtlmlUAuQitkk2yBOc8i7jkxpq4wAGDcwQer8aIg/A0MsO5tjZnQMc+XNu3diQt7e5RQUaMZoVu4R7Q0NSzPOaRUmYCH1qtLgkMaabr/MBY3fvfEKzy5V8JaaCYuzFoMZa+JfnK4RsUpT9dQkfcm3wnwUBrU7O9xM/bU3mlsPF5sP3v0pNHiRdWvWTFnznp/n5Cq2cw3NnG5++v5ngCMsCvpQcdtvoskR6T37RbjpIysl6Yn93D3vtFOTbT9rajo1KewqrwqkfA3I/YjDjG5NywhIhTTJZRmbJp/wJB+X1ziPpYQJ9UF2TOzoJatNPsc15ZHf8b1DX+yg4OhMxuhm8gDPgV5Pc2pYv7MkBOwM28AmcA783YuXmlXW8Z+jDDxZ4MScm/ebmw8WWIJgbZ/9wGuEiR0jYpRn7Mq7HHM2t2jTb+qtG9QVMqpv8Bbg2q8iGvHJQPEZ31K3+MtuEHPz869M0JyvpUqkq/is962I1H55KV3XT5BCX2l9sU9NCmatCd2/ZGTylf6A1zp+q1m0z7ICG3SXAh3sRyrirZQMvmfPXaIvWVN//rDZWsWaA+0aX5rK0p/Sk5Mh6x3CD4gIRfQvNIN1FagKDKx1WnjNa//3E5mqjyWb8RPTzRBhR/sVpnsMbD2GeTsMJJIZICWELQbkBAGr9/VIo+EeC3WYommgFbO5vI8tA7ZMDVAnAOa7mYVIgJ+xT25n8wmncCh8AYaynXeG63XNZ8AliR2AlRAcwKZ+tLMePSa5j3dRTIQyeB1L1Lg1/5w/e625cx/fOwapTifnL1wlNgj7L2Hof+Nv/bD5b//pf8evQlwQT1ERtpmJicKQULo0g7J6x+qTOmYrbF5bll+dubx7LsRx7Kq3zAUiaTezGQAnogp4IkboFkG5f/av7jXv/vxPQ0C7OFRVWZA3neoaj6aqwgMzM9or81GASe4SgyZ4NdZdGJL4zop7R2xCGMaKgEEZ0vIwPU6QbfpRhxX7KvgUQvo5feEApBzrxICAcFggatHtbKvYIubk7Tvz9LUDmHeA0fB3G2htzlp3Mc8q1AxPKewbmEmnJx3kvHf7TjM6y6wDs6hEuPl8s7l3f6NZuMdaJINOU7AH1hvf98RJDrRmT+w4Qmab2csGp4Us3FvkmDy0R4jZ2bRlHCPc5DSCfpC9gx5mscS5npJ8ekb4cJhInzoAhYv+dLB46EMJT3pZXGXgg6u0CSYKM/HTzVTsxupnygxp2un89726DC7Fm12rB6fr8mHtjm0wOj8/H2ErAx9BsDo7UgjPzM5F+Xj3g/dyaP0Yp9c8xTnGiE+aAN3f+ZT122XW6E/NzbFGeQeBR6H2H31LJxzSjLDICgb1sQCnMmxPoTp2krU8+p6m47yo5YONEOBkHTqIuZN7y6uLJWBg0P0u3xDzcArT6SbB2bfZkre5jBDE/G1bHBZRkKlQ0aljINDg5MgJN1gjjC1t/2tJyExVGAWOJC14BqnwSXsZZzzXWiHNLeHQN6AnLR618odh2nIKj88phI5r2ZcxJf/xz/+iuXDxCrSx2bz2ve81n3zyCWZmlFZo2GosVc5hsnxT+tZfLRxmzDWPhdNtQsL6/DltsQ+RTPanZaWUFFNlKbj8ZPy4poxJJnXyeBPHGJCNVY33QLhKDOgOnkrUWl7RkadDFY6gR/KP49A4Cp81HKlLJ7uUvbS+SwjSJ82nN281X926Ax09xXObyGlYe7bhDQlFyHgwNKN7cV2+cRtWP23ZRTESJ71MfGpCBIDgWBSAflk5cP1yCq6CpxZH4tDf8WcI9BQjLn23LYFyvRFelez8samiyfa2PMlX0ifmrSd5x1L9RARQVkrlR+d45AEpmreFn4GXan3Dn12SFl1YswxCmNBGeiUKBa9wHZ5FvVoBtKruykehs7/3B/+4GZw82dz87ANOdePowQ0mZxSs4xU1AQN8w/dQJKMcUGZO9ZIXuWbrciD5xo0nzjPHmRONiulPrPkH8wQR4rznAEqho2hNMg81YWeMbqj2xUGEbwYvHW+oNrU/qTEEh7ZhnFA9iCUoZ7K8ThIhvk6DICj4MWs9xCVlMFZ9eVwIbbP7Tr3qu7kKIhUKvUYAIXKNbxkA2r25OnDp9WxoN9fEZI4S6CBMW+Rwi9xo9gyEXrTU2bnTBDnYCPNZ4XBxt1ToSJTj7jKoCjTXQg1vp0ATwXZmmAIgFaMFTjtCjlMQcw35+DF/W8zhFzck9D0GgCHm6lQdvIA3iOrC2oVbV3zHzlNb1typmUIzbEKqUaZl8wecw6QYiJKSIRVl1hGWwNMPcKFHBEl5/kogMh8ZBg0l7WD+HaacA5jUHu87W4lWDXNwpuLamf3gFhvXviXWB/OPyEO7gOfJk0XO4mRzPG2ZwnxF9ZhVWB+FRuZxSunD7LXBu8MwjR7gdN1Lhr4Js9zBdOp6fWYJthWoNA2ilTEI8L5EgDc9HMhMf+oBKtyJ7wpy9FLuIfSae7N3ibsK2TX3MSvPM8uRxvRClsHX2j8vAFdQRmuEUfwNUoZOWC+EbPWtGUAJX+Ky3hVXteZd97OeR53R7GUgVCCTlCnWKwwsFCHrogroTcFuRnDJmHkM7UtHDmCFvft9VVifIkC9VqGRhg2hKR17FJv7cTWLO7PtASd//Z3fQJFiMFP2NopbPzN+adCPITdlZkZZEq7MGKje8H6uqrimq/zM2i4w7YD30Um2h7jMAly9w+ey5OLYP4MD3TqRmkzyNJmyyxGo3M08x+fx+mHy0n50CeHmA56RovQ5HqGXfpiTtC9VpU9kfsABqvJx9ij9SrfBKfh7/oA1SoU6ldun7qvVJ2ATvODl0czMnWyufecy49c292FaP40j3E7zh//Hv0r/OJvXqlT96RigKOro/lmTcHM79xRYJpUUMkLN9h/8Dxz5XuU0B7/lE8AROuBOBBkNsh37IGqEMQMGoB/JZb4AAEAASURBVIve5tb9uzAXaMy6pQ3aqAKtmZL/KWOInQHH2Nazwrr5nZuPsRQ9Q5laZU1vGd6G4sFJQevMuDN5Yex4BrcHicTng+t+1tNdo41wh/AOWApwr6lCKR7FjjMJj+8o3eGJtqVadaQr62b71z7Rw96UazIKe/UlfSsueO4ozmEQ5rWeJNrbvuvAilDncYL3RzkFCHis52tnTIBV8ZEkbuyHNvmuW5n2jQrmoKf/LTvex8nb5fRbQcv73C+BaF/2Mqbq6MJlJoNvvflWM4OX+LsffND82//B32s+IdDFNFa7NSyHA9ikpbcB+j5LYipb4sv6aIde+Fo8Bhxn8JIhLHXYo5pXv/t6833ilv/kJ+/SrBrfBoeRjlTYBujfgQEnRaKLEo3stIv3XjEiALbDyOjB18ucbLPPOtg2wE7NnoKJOnuhWbwnoY7hWLGLeVYUhRxhfh3CNPcZREDBJjFWCEXBILdcipz14etIinbE7wxT6tlHu5Zg+vaOl5CnDuPnbvEZYMDpqTuKacUB495V8wYguQWI2uHeFFGbTp2/1NwgAP84eS9h0ryBJrO+4hmfwkFiUMzi/asJxn15Mtk4QtEyLqtMLyQmBpmmH699ZJI4TNBUktkUrvuYhdImqOuAWUJMyRKFxGhRwsxFBrHOA7SEXVNtGdyXQ1kWFiqJv1zMeew9yuCOl2GO3vSfhCyhDFh2nmGdwJSoI5pHS/VgmlX4ZFM6OM7gNB8fg5MMwUBSEmWEUaMBaiLtxww8xHYLCocKGOxU9Jz2KbhV6TzayyD6O/SR637czD/Xv1yDcg6gF200VZUAcQLjlOkPDjCTYpaFmoPG7tDBvIepWOa5z3Ye63DNO+YZys7pJg5glRPgkdj9J4MVT3HYI5ylcZ2HDzgIWo9X8OX6szQinWaSKDxAmdZTl/0Ka7E5aWdMspQtpkWndDaIMPG370QYc9V2U+6mV4BBAeesSVy7bWuGYAvDWAIMM6iwPXvuXLP8OTGbGcBqrNatQjLB2voTZrTS6hQewnNTS1hojjVf3btXdGm9tpFKba8fmYXM3Tn1BubDGzcXUHRx2oFR0cVh0patUgzS8r7Wi1yTQQzYD1HighPKs3+YIcXXIDmqzbY7wUnEE7C7Do4XH3eZYVGHkcp26OhaSiIvvMKy3B3guM7MkPqkD24AH+/fMi66TJgy+UjnwotMyXsq3l/dfcTb/NZChtLdM4RlA0Yo7h1DMsaMEfDAf0qnJ3JhJYUzH3jL+4cfaRVrhO1Sn807vCtc8ocB1pGDKvI5C5enuQjTz3ayaZiwe45HMdMPMHCvfefvNH/8x3+BNWc+7QtNMoi0eGiFcg38n/4P/wvjSZi0TDFTojwFhbNHfVJ63TZov6GMDhEFRIrU+kiVvMMX9ChTd1Yln3U0ypPFnc9lRkZydexIG45FFdiWSbSOazXGLNLkuy6LmNJ+rqVjiiEVtVNS+Jt5HUvl4ZwMlYt7CmDfl5YBgzy+LbewDH7Is/mnF/dJIp/dZ8auPMihFmS2TJeatFz0D8D0BNAOBk+m9F1uOlZpOTxg6thcMzdzkqh5z5qrF86gmGzlIItlnNm+wCqgUipcRtZyi+km+OZoNkoTZ449FCxo1u2eFt2yTcEq/stNafc45vwoAM1Q88q172Gp68EXhrjjwpgPf6hL3jJELIBni/fgeTYqI6sQaiOS6DhfclP0gLZorjV5qSHY2BokpbF7HuPwDC6zIRqRVJ1VHQHwEIf5D4V4qECI2mRLfkWynAMYlGuBat12oAOJ2yFaTS820u0BURwo33eSfEDy1BmVIsMSqm3v43rNNnFmlBKo/0A2HWnQgPMXL4XJ6+nnLEdSVDwU5h22smAZu/UeaUdq+pY/wiITyeCEYYEPNW/3Bvu2eLFT4pZOmV09XdlpL7WmE3hBUjU+cfouSOBJB0a4TQrNG2LBmU5lEw7vAD1fcb6wn3no+POP5WTjPj/JnGdqswp6BePhmjr1i4n2PyWy/CDhmjSDM7KjvQOr4RShYDbfM3s3qtY2Q86jEnlmq2SMQmXlLjpIpFBM24fARCbJNkKUgaLginYN3PZXafXQr2Y820obgjPbRbGUlN9DDC5j1x7SJ3BpOk6YtOQRmsKP4JjPmWUvnpOBkMLK/GkelAEL51NrXr5JH/K7bkszKSRrj0Osc6rhqoCtwTzee+99vFYxy2JOn8GZRUHqoQ3SQm0dYbtAllrAEZzKQAmvXrvafAlDMqCHDN42RsDbNwEFhhqgbO8BznUPEwDePOJACGMhsj9oUS9cWBpWmyhF0/eq3dUKHvFajSXHYNXTtZBCUqqCEFTJFoB5i+6HSdLf9q+no8T6FRJwgaPtV/vJl5LocxP3khgbmnIP55rc1kTt0pY5cg2gI5haAQpLtwKlxb04gU95alhm9+QPo7RhXvMv9NH+krjMb8MT1z33+WPDzc0ShDsItJQNcj3FrHWaSGawE3XyKAAreL7rPLXAzoc1lkS2d/SeZ2sSQtdwko6ZnGhD3wwAp46RewjS9AnNKvrhN20WJwriODG5ZxTlxFOuhEFkx6TpmE2Z8mxolHfYlk4TaBttSX02kvw6UtkS6YoKkscmxgoIBElkIHfy1Y2v//WZZYurJBBqd2S2Lrxfz56yQps8gPTynnQvFVpGoq2hiB/H4W+OGeW5y5c4yB5vesraJ6yifEZnMOlcqKSf0IplfaO2siyiYNIhb3z/TfZgP0YOsB0K65DuMOLHJQj9ORLTnXYoL/Q9GsASVmo/YCEPerC8edD8YR3UBzbTdhXzLcbtIPi9ewdlkP5ruVeWZIzh4OjIeLQO+4I+eKilh+/MaIOLFFgNETnxtoPJPMd8BTmleR4XtTt4v7SqFgH9lODg1mMryAhS6EgIAdECahlsIE4APdTYaEapRUDII7mZehjE3ThLVJHc5E9LMM6wHciuJ1aHSab8o+/jtIV2UUyQEoGbqoBHggIOCFVmrkYnXBEa/NZsGm2eEiVgOyLbQyj0OCdnuI/Vo72MQ5pOEkeU4Zqw+393MKlV0Gi75gW5SWTFoCQQ24mW5BqtcMEwNRe7JtslO8XkSRWWT88KUT3mWkUlx37BUNJG8jhwFIAJeI7wMLmmGwUo71uMZEZ7eWZb80ykkOLMwz3x4p48cRI4YMLLOJCt4qWqQwDQpxzN6X2a+rwDaHG48Rfv92IiE54+HQWoLOZMrlVc+hkAPZwe1A+D+uTzkead3367+cFZzj1mHXZnewiv0mcwqWWsJmwBwwS4ySxsHw2fynjf8lzPLKKWLtAMi/jBq+aoXmYI++BSxedAZzLphURXhnHpGS/OHLxb0JAMQnQbSjSqAgPIQPbSov8016u1SpY68RgURPrNuja/xZE9I6MyubxgCu2H3qT66jvXiKQ30Jz8Xosg/wqmjDiaNQLVvcIWucAxaQaz1xy5pf+EZQLTJoHrrWMGT+XHrNWuQpMmZ0LONH1m4AVjdgv8LtYAgJXkQCXwSBPU6YiLd7DXAZ37jhWlkaJR2gpX9LclkQRCxJGyLJEW5KcNS93OYKUvzebZ90hltRWslATJzvZljDF2ZP/BGcXUd/tbOPlnefZbl2TqJj3WxaDQrKt8892jAxF0KJVQPU+pO9LVO/xTMDAgxVWLhLQgijJXmg3njo1jsoa5s+9YhX2ME3EGdCYChkWUw8fPVhJL+9ni02aLSFVr7OM2wIehFzcw8W6zfCaa7WKXKaAY9AIbLc+htXQElJxZvSE4VZy0INXSjX1XMzjbGA95+IU05hiU5myO8NencBWBrHJrPp/xLa2IndAzsIPFPAtgtjqkQHn2m79N5mt/216vTRGu4I+ruhbZmrYsBoCqT6T3F0l+p8JtCZIMxQF7KQSYc8AJ/IB43eMsARxTucTassjYH8EnwINS2IgHb0RZox0beLqPca0FLgp+gXVYmXiRtmfZtYAvWSZHAwjYPSyo0ppKdPwyeH+de/yiHcLfyy4ADk5gDEUwihN4lbzGtdVdlmZ0/A09ydeo13E+OTWN8AY22uf1IktcHpizQDhRg8hYNNww40ulTSS4X/7hw6dO09Q7gapNQSt/6DLypQZeJRvIN18xrmLADheziMj61GCwldzmGb9FPML1wEDPJGAhWRY57IVkzM1DKNpS2pwWQXkQpdmFzHejBcohvIaB+lDCcK7pP+FxAEfYAE8fCoFbYSw75UMo4lahELriXcuy45zlGpx/AGcSzeRuHzECjM8VTHrkXrp0ofn5T/4ksysekI5CXXeKeLlP/b0wBezvXMMgNUXB3E3CWATrYHKmxk1gUagovARLhu2Drk8y6GiyY2yftaT9bQmIaxlJyrSIEn6uN0k8sC7qcfM9A1x8WQff2/RPDyavPj2GrRpkMN+PYuCakH2uUM0/8kaw+I6zG+ATHwrfPuDN++lhr6URBD1VhW9v4RjAbOwP7z+wdCdRTLXR9MDvKYTMSTTbl86cao7NDeHQxvEWw9M5Z3R5dQkhzNFlyzhGEdIs3pgOCOq1r+L1DBzGwgWBkhvf1MmXTCxLFjA6B72CSDpxgO4Dr9QoLUECJKmm/kYg+k5wSAMcoO0MR7x1QtbcztFqBqGg8VO0aonSYhQciyDZ17Y9DNR+x6xaip7B/2HDAP/aa69GWIXKAWwUp7DdDQKW0Fb77vZ9YgSDs30GvAqIJaq8+q13uXeESzhdLrFtwuD2Ea9pbejAJssUxYV4yztAXAikdu8nj8+8qJFbP3yX+/x39ppW+dP2gYN47LbX/nbGJV5AaWAR05bvx3eOfqd8AO2YffqzLZvMtBk4uGkZjg+ok1coyzvUVc8CGuXSvzQjt3l3D+uB1izLHOrlwHBgd9+5bOwYa9PzzD7WHrHub6kIW2dV6+xuGMJJb43lCw8zcJal17zjcRPmvTm+zzMUHCrqd/xSzzZLcOOYmVVo9CNxVrqP4BwAXnRSDg1YjklUXqoQ1uwZ3DkuATYCk/v2mwMoOLILfFaNqfwi1N8oH54P7XsSlOPNdyiBx/QPeeSHZI6JPcKG6y7ZXnP//5GytYXZqsqp4ES5ATaM3uHBA2PTzeW3f6e5hbKi/8YwS1DGARgg5OToJHSNr8eTR/cRsmxt7MfBMbwS2ACfZuXTwSndaLVQOehlIqDyuQKP0F9F3dDj/IyznV0r4kNLovTDewaRGeeEnxCIt8zHx8hcQwQKAYEsfdgX9RFnbrHz3OQxJg2Wr1Xi+vXrRFnDyRT+kMkPZZgX0oncM8qb5n1m63SMGn20ejsdBNGSzHjsMD52XMYglZIhn3SNwIOIfvarSuphWwLAvVqLKCDr1Jgyi6lBREjaAP6JLBme9Xj1SynwwUyoN4MJJErAbh1xI72mKiqDcBlErj9SfoYd9/Yx0zjrqyTB0WHUF4Kk7s5pJSULgInmSe+uQe6OiBcED4xNRzCZdsIqcu84XpCGx1vjdJ4oGQ74tKWK8a/r0YGZwcbUJXCqMLgmKiHa4rySup19SpwyOcoiyQPsi2AIghK4MHnyy8CqHYpCzeFt3/CGML9IwM/szTVNcU1ksKyddgM2whlYrF1gyu3eMoCPOpRQlhZTFlfCJkFBxqkiNckoAjO/UP+0Oti6thXAh0WAbVkR3JhxJKZ9BGMPn14UhQf3HjUPOdT9ow8/oa2tIKAohacHJMwem8XENN2cPzPezBEVbHDYvb2eoMIetTU37KsFs+KDVtnPlgjXThUAhSNhFlSQ+c3kLMdnkb9Aa8bglcp5IBr9yCzpteAi9OpL4iZl8t29wx1KjOAVrzuOJQrwU3ROVjo1jm+8Yx6FkH3htRYAlR/XNXdRJjwBp4dYvn2sKf3rG/PMwjmuDjqf5bfz+jAhQHF25JqqpnpFrkAr/CG/jN3ULSOm/MzsVOLIkw7yi/FE1kMYuQxMfpsyZinP5CzzKH1Jg12gENvhTESzr7MJ26an8y6Kq1zFJSrbbmXiU5L1ncPyuN+DhUHLtn2XcqizapaaxFMpqNKQZVqS7VRZ0NtX2lP4Wg0liwqeFyX6OxYhxqIC2yUHGeYmmT2x6DGR8QYZ9zq5SfUKgG0Onl8maIYR8/qwzGwyK0M8Ui5l4DS2uryO4s3aPwJC694I11sIXknJug1qsYczmw5MQzBoD26wXXoFN8QmzvJNR0/SgPiFRnqBKbyDpjnmQx9igOuO3oI38ndbKq1QuEFqcCMPznuWJTAk6zZ5v0uu68rvu2R/W0w3gsWtlqKjFoY8Dc2176mIUcYUW68mp2ayLU3nV502VfSvXb7cnEOZuYFpdxMY5Fmex1y+Jgf4+UygYLOHfFlLDQKPZwNxbJU3VQKM0GnoJle0I33vWMWhly1zy+uUvYbDLr+lI1RkdltMsJ1wlr5l+YZ70oNb6wCraFs+jYC0G2y7DrRaFcRmFFHwp2xTqIt/t+ppet6GTr7/1pvNrRvXKZd6ISaXV+wDHXbjTwLoOni6lEEREqSPLdrahL5LavDmkbnbSXYQN2hI3uCyhBkXJl610elgr7kBKVAkV/n4mzJSn2VRSvJxq622E40pzxLMq7s6wNoxnZOEg9T9T2uZMQNh7OvtW8BgitYbhmcZwm9b67OlkwgDpDrSQeoLEiMeoCBxeJ8Fc+zyJUjpABDtOrUfNTcPHh4kv+blp6zRyFhlahkAVt62x7bq/MQIovZqp98+FsxDdAcu7wnIixRzDsSpwPe4Prsh+AVhfuf4qrzz9fcswecqIzJjBa4zUnFSpkLfJVMomIsWkAj6ULAPaWA7+5M+TAV7Xec3lyFSn3lB+TExUV5oh3bFW1w8gO/giKPtejZ4TpvgkNwDJt5zENjPzlT3mAXvoKEuEj3qNviOGYjijUlrH7gcMTs7zUESE82pk8ebc2cvwOg4GYrZw8QEg0oz2lFc2lhgKWVBKrQHHEDMRNJ2B5JMgH7Me/5WkMEWgiOZPO/QxihKdoR9pkbUpvQ9OLfPXFtL33FtP+RDP2aWTfn+1hlGOlaRFHWGK3Vmu+d2qWH2VU5y02eUD99hbVAhgSAA3qAaPO3g9MEjR1KYYZiq8PMsSy1pm+0WetokLMDkNhxfLEHkc0vhVvstXDKeMFlwIryHtJ2cNL+9J2VTauHD9koTfJw1GjRf2LxnPstNSp722hteChtwqyjFozUZfVb5hMEUp560WgHADUjO6j3z2v4Ip6I50nv1bT0PwduX/rQOXo4gI6/duE4ox35moJM4Ay4R+WcNZW6QGazMUmRlbPC64EQZAB4jl/lcWpuDdhfYZ36K4CpuXduGFo13rnWjJjTty4GAPxQUpk7l8tgsu3BPmLp+MGtB3KLBytvU5RHDjmP/pY3Bsf1VPM/s9p2WnBJUVYb3onTx0+sI2bbs6usSMiov7RuWRN6ihdSYci3AMuplFcpNTMG72HTHGa9nwAcjEhoOlaQMX2CyF/bjeIYQ+WF/Oe4syL7m05Yp7bZdl/fNIv8/e/ZMc4/9xKtsewpdU5a7ScyrsHWroYL1OGVrBRNnWiWMxBa6pDTHinWvEtaTiKehG6aQlCcPEQc1c/Zd+z1kCL96gNlYJd+PfJUa4F3yM3AJ4Cvsy9XCAz9zZsIt2wNz9bEpjMaZqYSPNmxrM0CoxBxhIC0GLP7oINQzVaLV/d5BzN/soexXw4L5BFkUkrVUsUW9dnDNpqycz5HkzyAt92T8vCKPo5ItNEYFSIgkUoNMNMbtSTIBa4+nnlyJuiS8EB95VBwUztVuKyELFXnosxvIdVqSaWeQ8LCQLD4kENum1+tgc+Hc2UTz2YVJkimwgCDaBEOkTnHj/kHhEs50krBYpR3HNQ/5mKW+86P9k3d41yPB+nfZu8f2jzjXUJDPXO+N9u+Y+kayfPOYMvMRIxIVyXoliF+VlLcUETjDpHm/3v72t8KcLZOydV6S0ceZit/ZeuD+VqtktpB+RoFy+xXICq1kK4SCV3rE09IIX5p0dhDMuwAiTWlekuHtMINYX19hNtzXvN93PcrPCOZ+veAnOMDCwPUKCQWPaFW7lQzEiR9/C2fWZ8hQB0lQH2Un+lGekacAJe+Lllsub/IRhy9wXFih/LY//Z3+U4sPHDJfZqAhYJU6+0HLCXSFM8Y2NCfVMjKZ7SDYoUPp3Dp8YvjGCfYPR7jYBut2sIlyvsKu+c4A5OYoTE6Eu0UqdAgzkDlNshZpu51BpwyJkqZ64MExzGoqmI4f9w/KiLcZE7YjByFQ5y+l6nKUTTASJQ1YpE/KFxsBsH3Jtpj8W7grZsYP/lMQn2xL4zuKm/mgJapP/hSvktCmlCaTZrxFMYDR+ji0xDtdypIBtRoKtQ86MX+NPfFoXyB4mYn0wE/62WI0gJm4n1lvnNLImyAjCFUjey0SSMS+cAanUPT0JdfZFwj8o8LdCUx5WpQRcUEDpGsVKS0Omoxd7xMGYcvsqQU2gjYYqhtHaawbzz6R/vK+BODvtr2SgHiJUD2CA/N0SXoxP5AFtpQrGciLxScwSiu7jiP+aQHQnK4SotnbFJO1dTM2LMuljoSX5F1h1pl2jMhkG2xb8vxjHZ5ixaFyz5POkho4KGUPuqcc6y6QKSOjoe7HdyBj0KeWj2Mhvgue7rRJqFZbLA4NECMs1i+vG8QR0dmlinkvDnX6jSwTdjRjjX7hv5lpK4F64BsQiMSLfAK3KOteS9PKxMAmjuxXYDH2fg807vZNFXYBDyQQoArUFKeqLT/G5yLQ1qPSqsloM0wSQye7zGdHhFi85vlhh1OyDDZE6/vk89rG+i3RKBm5SqdW4ZaXq7/yjwgzSbC+pEejzbFsGUD27o0wuOKan5zJJwPTbB1zCTBobksSXv/ZPm9Qvv8CDgiUQXQOJr5bbRG7EBPvdDhQweAh9dZHNmybyJlyfS+JL0Rh7lmfn66MyuC9Nm97Q/gqBUJ+Wa9mTM3lZYbXFGI0nSGm1e672wbWSt27bQkt/vySoXcyLk+5Ge3UH7ajoAuQoOIwWWL3s0oPRDbs8IHliKOkLnN+qBGSkedqmMG3xGxS4JCcXcUyYl9AdMJqEcWo6BMiTpGJ+/Qh2580y+/z3ceB4znUHQuETmPyaQ9OeI5TkXTRpZQX2Ghj6kjpgcV1O2mns7g4WGMKN79wJL/XtJn+7pIlpPnCZbvapCOOfRXLAbSU9xFqOXGEsmTCwYi0Q7GeNKLCu4/CsbamEwwF8bEvLFZaURiaLCsCjOdm02O2o2NzhFlTpl3hdhOFps4dcUYEHzrPmd/1Xr2whaRbltGp0OhkWWONgETw4hltoBHPYbVeGVfMvwJDUpkUTqbV9c09TW87MKiMIxFBKjN+wee4qNakBXn+ok/aNpDBe6UZeQ8K4qczZJNw19s0NjdKUdO8FyFnn/gvFeVP6vSeM1w/lp9xmJxFF+LCMf+A9Vr3k495DB94W2f9z1ChTzkTdxxTZMGLQkZ+nRBVfBcILuH+e61dWyiDHpNcTlnVjOqxwoctCNh8q7Sl37gl/R4hpeTJH+6H9qivS4Hd4roiuwd+i3f62Txey/2Sz9/iADzm0qwhuMJHXuW3PPviufPN5cuXm4/ef69ZeLbUfP+NXycq2RvN559+lPNWzVuEL01rcRIfHmda485ZqmdJy68m8TD2pCd3jeyTL6/mT+HB/vXIxAh47hfvsQ3wYr7Eiz3uRCgWG/I4dpzwjCP4t1ZwGGQ9fQPlRy5vDX5igeBbIbjGjFee6d5ktx+6L1968L/41+s7QYKYWOoQ6ew/Fi4QZb0qWJmdIn8cdwp0Fa6Vp/idyMfQ1hzzygVbZRsU1B7j1+9zmYraSi8zCQnZTKYiQtb4lNS0Npp/Pcrfo4Mjg8K7vGw1wJ1vCg3yvOcAiNAqFIA2azKvmAQ8MXck+UsiEPDSzMgr7lHnM/CkOTuAm8KamJXtVN9Oscl2thq5pKbZWSbRtS/mPwE9vGPlBaMInZgYweRA1JlQpPmsA4WBzs89iZ7y3PsF6aazFBuB1aKs13edzdpmLqsTbIcfYGmBOfpd75DZUtsHQRF3ZATi1IGwiTeks9RxtEYjAe0xw1OLSkX8NXXltr+CB0pJlvSn1Ti0Kc8+cEDaFj8dM0rfUlDNJKpQoE+RCtBQDJJGYq4ZcitcKLOKD8lbfEoWL/lQRv75m1I0NzFcaR8COQyc21Kr2aUjtcoOX0IoTM4GeUbzyUb/OFuhIhUS+yF3bRupm4XWLLcYtzg2iXP7NXiO1iw9VptDX23FEZL2P+11cMJW6X8tGdXXMgpFj2LnAEWgGKiw0j7aLzMaxePaced6pgzPMRFtGEG7PIipkchM0rcb4x24iWctkFzbpKisgs1HGAu7tk+aL5y7zJBB3+JNhcyecj1RU5qKhcNa0sw+TGBJkTCLNWIt+66zGfG4BY1tPXftjDVgAD86TlMjbXeWYHrOnvQpBJKzlZPMvA3AMMW5qvMPHmQmrhAShwa+kVZt97r78xOjF3qmPvtVhqdFYkdTOgxwgAMPjBXtfn2FGa0FePsdRYv+iFJbXQl8Ysn+AFMw4vZ28CWMevfr7FTJpzUOS5mhbmCPJzrlW+4Gpl+Vt8cP2S5FeSuYF+UP+njI3OMgyjv6hLhVDHmRyUCvfhHAmTEMMaavoYNDXpmnRYfyBapK75EDWLWjtRDyQB6TceoteI4p7fJantCm3ONWp/yLCpUB6dDy4zUu75ElecMvYBRnjgFhyzigyEHoUcE4OTGFYrbX/OZv/XbzxZdfIIQYZ7zvOdKxklG+76VdeL3rzGgSBoZ0+tKdKakTqLUUij+XwVRqtPaJM0N92iqhShP5E5jTxrqWhv2YTyfVGZaORuB/e9DTrjJMsghtOK2iTmgt7aICBbnjQ2/jR+x2yKlQ/M6IBXHiKW1IWyjI+rmn/5IWrjoWlpkriqeWHvmVJmm36BmBS5ikl0wahIFyjNNumM5+g8C43mPUpGnOo9WjlvwZaC5+iyxdncWsAFtQB5C/M+OjwrDmPBO5Ej6I0HzrMxsA9mQElmcKA2qv89vboRIR9fWUxvuY/PJMHQgc7L6edRIuhMs6FMzCFVijRYhwEEx+0E4e3jWfBfHf/Fbrs6rXjsFEC55WOZZrBySKMKHyn4O7yrcNdgaF2MbUz/O0wZLIzSN/2/59vY0p12RdvNCWm1t5P89SV3vP+o4k6xBvh+/7GAbp+pAd6paVErQUbZ8dSaW1WqV4K/iEQdzm55G8Xh7inOdpJ7AUQVo77bYN30iH5fr0yOMjl227u/d5Yh9EIoosUWktwKgykJa2/SYueK3K4trstRs/kHlotYdGuI0iOzDFddtXXFR7WqBsm3iM4mAdMjWEa3kO1rMX7Uc4ZoBas4PFgVkCM4FMxDNwaXYMTVk29zJ7JWfGAu8Y2lDlSMwLj1tf+omF6m/pWsHWw371UUJO7hHQxP2XrjP1IuzMn36XcH2D/8Ig6aUu+jRYksap37Y4Rsunon2HF3ymAHNWO+44B56MQ/KurHAsXiucJ3Dasc3m10qgIFzDRKaQ1OxddVhuQKE+x5vKUW/M9s4aNvCsffhQk952s8CWGF5KGSq38gzh6Ly1VQI8aF3rkwcfWLIBIQxCYZxt2zJFeEoZ2hBbosbZAbDK2ukqBzTMzs0277/3EYwPJq1QpR4/35ak3O554EVJsgXmdrzYPrcyWjfqDejBEQqhOoAA0OLgjEjYnZi4zcoj8owWpGPUU05csiyXcWzb1DGio8n1UzpPaFSNj8NbuYiFhn4VtsCS7hKf3T362Tr9x73wXnMG59zzWa65SR4y8K3Ql7ZSabVPvti+1+bkPbtFeqmx531/H8cEbkAGYyZsoUh4lrLCbJgZ4OqaBx6UgFQpEp7ARRnWKT1WmyzLGou/BPf8UgYkKATj9QB+1cFuOU4W5JVfSwJpMb+UKBH81slez+B9KK8Z0OCcdw4nO7yX4DTcs18szhCMfdCLMcUpJPgRTvtWOtB570Wl4I38ihLDv/oZ5rf81HLdJtTrmEAR0ilNHpJmp930F7TkO/09EHkfCP3+O+80D2/Pg4nau6gJSU3WaC4yNbVIZ4yUn77MTNHCFKZkcLbhwPafmoSapIg3WbF7kVDmijHk3ovBIDnasE4IRwPMve4PL5Molcr5BA8wl0ztQQSdDIpouJ0KNHwU8HYeQMfsJrvaAYkAnJLEXELuAX883yw7jMosEg9ODtj/jTg1hMlAhlmDgTaIZN737EzXIPUo9F4RrN/1cdZgbSEecCfieMIdyvB+e+1vCaBLXRtssbkqWTvX/C/M8bd6NPcl6uDxCKPJIGrfcZ3TcpMClLWD87+EKZnPR/azBG1VEmEEdepQGAaiKpO/ln4IW3tXMk6uPCBHl8nyxBNAh+EWEfBcZqJyBI7MCwZjxgV/0g+9mv6U5vQW3jfqE/2mgE3ggVRRUCjYSkDxO/X6DdS2J22w/MKbMLD/AiHE2pyO0R1eqNSoadH4yWu+fUyxtklBmLQPg6Au6a1ojrs0wDqimIbpdTMoajQfG/NlOD437Fufm+WJGT00RIB/28UgjpcwbdMRK+1ouUdM3TY+uJXuUU3En81zmhrmS4hLtpkYSGGApYUtt0vwT0YoLlQgdxnf/vSIS9dk9zQlU584MglfBKtv0ha3XHRsqe24tFev4zAx3tnGY3oDM6N4UCF2W9GwHpqsffKT8JrOdmRqnFpjqE0rsp+o1rU0laWsycOIFZ6arl2TVsj1IvicQTzmyMRtt+Dx0to9IvIAv/xGM2KQYJGU+c0kvXbJFob2+LZvWTyAx3EiDiderapUeP6rM1RwITm4nqcJWWFs2a5l22bzOjtLA8jr+qXx1+WL7F3g00LEs0O+IBxWzrf4Fv7wPkGWNkSUALbghh9w32ddGTylDsr0Y39ZfpuHjOF/DlrpRsVLcraOr413b1JJ8nAV2uXbmZsBVFSKpBcVME2gOY4T4ehyTVFIlRfa9w48xmFkM6STCFqb6nXu8ZCLKKjQvJkDP2PMnjNugVhJIeYn++GnrbFKsjQSX+PQxuT0dHPrFpaUUd4W7eTtcFJtQriDU/tODqxSvMrEUk9yfwtzeBH96h5nZUPhybEnn7NNtEK+AT7ML8ptZU1CvGSNl3HY8RafKpWMwSDy+12DWFsjhN4Ge5qmjoNUHE1A5vfeeqd5trrT/Obf/neaB/fvNrf+7Ee8aFg3TCXU4sxJzS/ai8AzMGRAcUyCcMzjgPE0mkSrkUva0QHSrgikwkPi2gd+kgqR5vKeMkqwTfxKOWG0/sosEeL01Wp9OlXEBon81VRhiD/L8ZgjicDpTFB4+I7wVRkhZupNO0GWHmUptH1PBIq8uic8XPOlOTj3+ZGOo64y1Qgt/+hAB4tGIR1d2NkS5sBbwGKSjNLCdJyOEt7xedfhgujAMOUv13mLdqiRpW0MrAKl3hWHyS8ueaApNPfSdvJCYCFMUWzZ5NH8IbFlNkf2aMjYfgxLqfldk1LhAMKTWeSfrfDDL8qof9bth/ZDjDIWB4+v21+ShWuy1Mag420eWq8EHIWLtvSyJymOQZEmZIonEHl5P8wFD92UB00aGadrRuqnHNva9nYLiwBYj8Mb3EqnZBMvKms6fLxg1M50EGTizPqAL6ok8Mfcy/sOLtd00te0xYMLzPv1JF6EjASwtlHTbH7yJ4coIEhUbJzJuY6V7SqB0zrErJRTzDMoFdfiE/iKb1d7uJnyR3F4On/+DHTMGiMBSFxndd3aej0IZHycwCHAIRN1W4rB6tNu7sUyki6mfH5ni5Njir6X2QiHWFXRTBCaEJw1Q0vgQlOrScfIXSKBaWIUTpdiXJ5ybC4fPMt6Li/5P/dgGpSvAyOtRenfY61zcPhJaHtNQU8Zdtbps2ezdWaDma3BVIqurdFeL3r019GUJQBuROAIPbzjBd1Tv4JFurOfbQ9J4auyrQK2Spi99CE00Mc2MvG4Bh5VxDZQAPzexEveQ1j28ARXlpiEyP9Vbos5cOpNUAkkfBSSXMUJj2//mRRECovgPfQubP6uMZu2OKB8XRKzDD7ZWqK8ZkxkySTVOcboj2KWgUtlNG+19Go2Bb3r7M7WTmIxiBMQD2BH4bOBzPz8D4+gv6SR0MWe/g488jn3YqlJI6FbvkNvmmLB6Z6Cjz4YAuebmOdH2a/sOBcGWWxAyh/4oLzUj89IBXUPe+xXmv378+QlwAvKW/Akm23bJQ/PlrMOZ7StBTx4shxxLZxWNYGC4V5Zx7N7p02JrGdG20GbpBPhSL+awRLST44ICiGfvMU8Q/iO2Bf9OxZGoWNDEEcWq3VTJtwU8GyqxTBg3KR9AIFfvnq1ufJrbzQ//X/+BedqPiICiqEZGbT0sOaosMtofAxMyhRwK7MhEUJyg3ZA5oEPk8gogF0CoZVkLCIV0qH3pCdalHuWnc7sCEVCbYnXsl1LqjJ52zUXmbNMi7syRAeUxCoDBcXJK5OwfHvZA3z7+mc5lu0J70MYvOm/ivbjgKQsCiuG7PumrkHdb0GqMsWBSoF1uDbhOtbDJwsw1dYVXeaQzq527ALfNqH/CuIquQ9cj6IYDfL+Ot6PClYVG9tpsALxISFbuwPgBRQvropE67cwdam7ollhKtOYxmTMETz0meENV9H23ANnRCOPNXNAWottMmCFWysys4bDuDm/oBafQGjB/BdnEnUvdOKShP2QfoXWZI8jOE+4H1EyMbB5L8wLgDjTmPNB6a+0q2WC0oC0Twch7KEVBJXrtcUkeUCGohYJn8xtEgbLKYGhoHVWyHspi3zSUpgRL2CK2UNIFPxizHXEavdBTggiD69kVsdYCRN0BisueORATwQfq4e2nCXEFCjw7XPXBqc5pGGT9cgNIg7p2LYHPP3Ehc4MNEoPAsYCSeLJtvkt/tx7Gucwnnk3AKE86PRx+84dZBftQ0mSecjQ3dt5nOPltNiowClMDE3p3kCVDGe7KizSksLEPJoR5QV6eLoslNqB4RTHgF279J2Yyr0rw9HfQ0VXmvQdhfQms2vHpDPUdQSmZmCtRHag5j8xK44162mSpOOhOaxtxHlWkJp/EKalJzDdjDA3xjoe5piRe5+tshbMzLalOfu3wxVXh8n+DdaDx9TIM8ebdEUfUrfCRGVHXqGlYAATvgc/jLptjPb4zDHn7FaGa/9q+bNs89vuDcbJ2Bj9QqFZLqMWeUf4VQuNk5B9vOptf7EwIONnkUWIBTophVy/QWk/W8yqBYEj5QkDMNuyavdB8/qvvZ6Qg3eI77vCWqTCeB3BJv4dD9IAVZG/aND6O9gyY6MNKtYqmLYz7QDnvmt7BbIff54opIxVeb1xp3VEDj0CiOVJu+Krjz7z4I8dQvXqmJcJh2VBK1oCuYw/gkq4h9jIDzI++fahqi2Pci+ZKVslvMaWNAMfhMbjmc7YyRuUG7RUQ+kczMzs2xmHf6ZY+8O6rQF8xCfEd5AVHp2YesyZ9iJPxIljK7jiD20LvTGBq2w8I4Wn8Mznjrsd20sH9ktEuiff+/y9mGYmp4jPiaB1NqXNWbv5KozFCo+fPIl5h8gYhMtaYT0JZbM5f+lqszlkxwDcoBE1OOWAPD2eQLJixb5as4RscbGLmU2KDImPHAEw0LZXh18RuIVUKdm3/B+NwmKkQFIcYloGk8Hr7BWEl2u2DNyBpFAt4SoRuHk+2mDKq+cisohXLX0PL8IFkL7O2gQxNw9Btft8V23X/MF82iSO0hGB0xZK/BKEefjPt90xAvEdZ81pDUcR7xmpLacIcT8Ck07SDCGDUoMvkxi0QlmjrMUqaF2bOX/+QnPh/HkCzz9p3vvwAwCiLpiUsJ8+dSYzB8NmxlkDYhK8pHwXbIG/ve2XzMS9f3FY6Nsgvu41zsQ8hT7V31z/6ksiE91jq8hQs7pP50If5h/m2QizTol4mWPeRgbGEps1WrrtB+8aW11DU7sbZn3QNR+3X/RJGxD4DmHsemBYYzDXmHjIvoG50Zil+5S/wkyIhqTtPpfxhkPZFupIn4ZCrKdoRtxH+HorhN9q3rwT4R6YirGSNW9r8pNfyyTcdO7kNGPJyWI3eBnYzgpkhHa4ipt49OxYTa2gJP2Q+rmfZQyQL7N0pigzJlwQ7wIn96VLPTX3kCC99J3rOox3YAQoKQYzs34UHS2FRnniU8eWswK/Y2LnnkncD48Ns5/TQzhoE4LWWK2e7Ws74l2MUOXFMKqddevfwxRXDljx7AcRMjOPXtOb076OlcG1MPBDzc3MCMf9QcCDbtOSyMXikO3ieZah2tlmPeJxmWML3wG1/vA87eHBLksuewjVT248ar64/aB5QICAhxw3Ns5sY2lhm5OeVhHWeEMrOOA3M7OnOKeV4wDFAXClKv98I3krz3KfK/675JV7VC5+i6bw4Mfk5wEQ++h5zlQVKrZYPwjbIE9YWsJEztveI3fGqwrmLrjqZSwoTM3rP/Hc8RbxL/+QFxgLWkXMtkeRFMfQANn5zX0ufL/oW0grqayGnsxIEvSuIdKuXuXS1ZAKLTXp+bqiEkemrpQSmnk7bbc+yFXwMmYNOFFr9bZSODX5AwtCe1jeB07WUHiyfRIYE6QBHqYCKC6979nESmAdkPqjgLKk4H0qqvpQACF2QzHubjEOUMS6MZE2Q9uVhBrgSNVPNBh+IqwZA06G+AHZhw7FR5YEPaClxb0e0L6rgC18Uhi44mZgNp/WmW221BWtw4NdUmE8pp72vVJQhEuYoEHqFP3yGMuwb+UJQqKiYenElleDYL1xf715zDFYS8+nGXD7EJHnfw5xmPZtqYFCZKYD7E8kUg0FltahYACt3BsdmCaKzxSFv9+cO3W2mTxzqbmORL+58mXz9//Bf9p8/Cc/an7x0fsFhFiwaRCCNq9oxwGa278y1aAob03QDpxqFfkOOdU9kSgR2Q6+khRSaugxO4oICYeOF/HVfdw0LwTge2pzOoat4oF52Cl5XJ1kZlshQ5M4xbG9Qd9/LQUW8tiZaTV1MBGSd+IgQ1nAr5Ct7mAWw3MJJsPa8vid8y1DpFWnjZJYXDd3wDnrsG3iQtgnOTz7ystXonl/QPD6ROYCQIlHxykPmBYWU747JPE7GijwTDBTeIUyhmEyDnbJxhbUZuz/l7Y3fdLrOu40b+0LCgWgsBIgQJAgKFqmKMlqtdXhtqPdavc2ERMxXyZi/rb5Mh86OsYzERMxH+xod1hyt2TZkkzJEsWdIDZiKxQKKAC1r/M8v7znrZcQZWvGMQd46957ljyZefLkybPzJc3gdunSRbYBvNSdYG7qCY36Jx993M3R6E4gL3vM18kYb17RUNIskt8qAP0JtRT4Ay2Ee83daMrEhoEsqDzGsnE+goGxitFj+gg0/rCAsUmVEeA0SIinRWrPKOUKEA8NUPm6habRHF4BxzLRhWbSOixsz865f/fvuorbxS7isYWS8mo6qhW9zlKENpiuSJxkRazXYY05hKny5zfmfGMvS/ueloVyMV/lwbKVH1ZSvwcyjBKbxUjdZhjNuNMo8H2MJ1t+WaizDMKDhr/p5UORkjj+sWFYR2nlUHPmsedmqgG1d+BxpBuc1OUIi3wOTjRs7lMkq/zmGLVIY2v5EN8MXFm87bYXDAzxseZQytyKhBKldKunW6ikXEVK3GyYxc93XqwikeuUS+WfMkQusniSeLcePOx+9cF7jCwdQ6lz4wodgH/7H/6YHvrd7sNPPub6wLUcMbnOPclZaQ69rjrVhbV5+81/0puRLJzvdVSp9anLftlVrqpzukkejE1RYvA720KQD0+Dcg7TcpYP1lcXS+WaRso8hpXKOYUWoisfygpm5yc75IfTUipyIys7UfCJbTmgI/ntMR+dXhflkCkcEka+SeO3OMeBo3VLGFnlS14xdg0XGfC06qWBxSs8qIT5qxxoMBpumMOortGx/mUNQw9PQ7626SHBbN1xrlqXkZqGS3yoQ+TbVKLwrXORq+QF38knOBIUGRHN6ACe8qSPJ72Hrt71M1yjYto1Dv4Djrre6Qsb86QnoUak8+qW1cANwW6NZMsz+RHXqZbcxU4iYcuftFt8t/wNgLPwlikn/LPqGEYbbnnoNz7CZeBj/B6tY/XMnc7k8uTUPIjDXAr2x9/7XhD0ZoOffP973Ve/Tc9Dy0aipikUbok82GS5AEPPIqkl7k0GB1j2C2zmXkIBk133Le4CvPbRh6Tb6b7znT/sfvTO30SQ9rWUGULx36GLhPLZisjSqxIE/TDPuBIuMTLPSh8lR11LpaW2yVOhGp5DKUhAMxpmUZrEK0UnrIHrC8+eu86CUljsfQ2cnGsueSjs5iQ80vT/XAWnRegCsUaf8OrUoQKQBgKrU0H24HqFw7hjTNQfHNCLI23mqoAVIcAnQlDJy8+8rZTgzp/qKdIIa3Wr4xxuc+jPBtc9kWXgNB7DH/AVextUmSfXXWk4z2ZrbzCKWs2IgCUpH8iDqGMMHy2wEGGeIeZZNvjvkGYamaF5IAyUXAGHc242bS5lUkpQf/M3V7MEA5RpfcLLlB1xUoDgJg324sFP/BV+Bd7GSNhyfJ7j19zS4krUlIUaJT1NKjNbDqTN9MmPNFYsh5pyrBzEZMUxwWmO8bfc3AM5P3uEXiqHogDOo/lcRWvv07n+EMlSGRWRw4bSZqNOgWVoPEYdDZBlG3TAmfYA2GSERSY+KrRTHDzukPnmKrQRcRJ8JylPb4rRJNpA/nbkETzzfGPL1B9IpFpEIYcy4RLPwsHNsIjv1OkFFC9bKShUjcYJzvhdYQvOS+fOMlLliUalSB1Wc4poYxW6AOuQ7xYN/hGMTbdROC8/hsJ3aDe91WRRlQ1OwmNzrLopbvKC//CdUAuwd8ZVa8SvLw/LVmMH+69bomfzy9s3uk8/u8WZsie6l1gBuw5uS7cWu//21z/ozl+4iGHj3cJ1KPwOc7mOtpAzxQES4UnlOVRjK3eCIwfgo5TH8BFX5Sz4Ew4eLk5z7+dRhq1dhLXJ6T4nGVaXr3ZUDJvE8EOFpC7ZsJ5gC4w8cJ2KOi4NVg/UaSb5ZnhtLzR/3jG+qMAl58GhkEhDEd7ILcvaOnAovz0r+4cyJB7+jM8LsLI2xnTlA+5GamVn5EpedaLyNX2m0gyDBy4MOjg4ijhTK4SNzGomCVVipMVerMYCWUWehxsyeRCZ5WlDp15xLU+2SJpAx6M1XGlwTVHgDYK2kvnE1af+1yd/Cy/5KX/UwybiB26pd+FrdZ4cYvbavZbGp2yW3NTFfJi4nHRubnEBDOk8ZIPokRnXUDjNIq9i+FiGGvxESA8WGczxvvDLO6YnJ7jecxGLTffw4YPcWzrDpP7Jq1/pDlAq8uL8pVeooGtMDHOoO0puEUtzmdtWNhA2e2+P7t/oJjdOoIQudZPHz7IyjSEULKozKPYRJtLf295goQVDyltrrOibYN53vztJ5Tlx/GQ3e3ayu3eb02YWUeZKyz/gGvk+m9XRFGfNFWKxG4bQ62S8LuUJs1v6lIKclWsy1t+ww1sYrsh0LqvhlcpIBopOCQ9/Te4/YKjcCx+BH7phv2Es0qsDByugCwC8UxdQ+QlfS1JLFzsZevtCtjGNWBT81kMyx8AmvXPlJ0+dwqfhIdB69y1082gLecBc34FTGQxX6gbFCFncRiOin3w1f+HUaEH5u0803wobuDvUuOMQayvePMk1yIgZHqDgHCmtTPIeMAKqkpfKE1f7p3s+w/MeVBbeZM8ljazFasPj8HLe+dOs6lp9WelT2cQhGWhxggREhQr8HIYdcfEXcmlvWxJiPJDAsrOSmbyMnwJUZcNfeKJsiAejtoljPOmSP69fuUJdGGfT/+00aMcwVmaYmzpYXw6umW8iD+/1FR8N0VzniIiolOS7v0AEV3s9IVZZlh6c86TeeWs8K+oUK3xnuazaRT1TL7MeAyV/fJ5hZJx5ZNUw8pZFcIBziPso2/2cL52ylSaWi4Ies6I4Vjp5ZQitH1XRmGl5u35Aufeu0SpLc4Ev8iRvGiX+KAvQe84Cy8dPHnJz0dPu/nOO0oNPHtz+ja+9nbI9d3a9+/Tzm90yq1K/8jtfY2vGI05iYpGUq6Sh095o6IQPPuXRsDJNQYlCXPUwlAlx0Vm3HaWLzGjEgasjG8qUTuWZFdF9g0Mm8fePdSI3O9HgqIdOn1ygs3KOyzpQrgpM/U/89BThi7yxV+dICa+Rj4ZL8Cd20zthUFLXH/1JEhhJPBTWsJIe44QPvvmfxiIyCO7Wg/gNdK6xy4mbcMRLPa5saSzpb3SH1DXCMqWiB3xs+RUUpbK5SpeOjun5Oc2hseyWlynPPQdGdmcAJ0YuuScvEUDCbaCrPuCPT6NRWVJ2RNR3A2zEKY3EebGNsG5WWp5D5ZdsTK4sCqt/58G7gDtuM2PPN3VDOaDAeZILfLG8L796uZvEuLrBWohpjHLLz/rURiNe4c7zMwuXGTb3sF6cPT51wTaroHaIvMvwmCHOoU1OH+veeOufsVgdBo3OYN0d7U6wEIH8+J7tzi2c7m7fvNl9giVqS3733r3uNr9Hy0v0MJ51P/7JT7o5Lm7fYn+gqDvnaO/DTb9vcUP9f1/8XBQGzqE7naoEozFKOTKBvxdoO/m+xbzRHBa7S/5VamNYxc4tmyoMtSKRj8JmLySrVlEy5h9hhakOM5ai7AuNMCMopgrUOgZGhBM/y2ZQuMbDJR/CZLhIWGhpkAOkvuVpCoyCGQiQsPr0Fp5bIDQ4TaYLTpj3yVMPAKvk5JsWnnCas0Clp+F5QOX2XQWQXluUTuWtqahAuaJQy15OVeU3C2FW45V3wxFygJXgIMBNweqXPBvCpIxiA55lYN5u1VeAUja8ZBsYtAZ/PQ3v/+qngDqXPOI8iv6k9YfqTJjwFWDDHCrPEYFWUvyl056sz8yhEUdjqRpDuI+/NDl/Jg1aumVQOFzN8DCjF/qPAy+L3cyJws4CCRRDcEES7cmJp2XmGAUe/FeBST+yJ2yeySP0WKgOJxGXMIeZiZCRhln2JB5jJEl5HvQYEpv6Bk6Wi3eQul1HCOyqJU/gWzUiLDx9rQd8tfScOvCvBhDD3zTQH35wDTrgUXic7I1IDFOCGXmEJuLnZB7zNESi4uRx4TPlCAnDqZJqhg61GzeOF1GTzzMMm7tVwzlhG9tJD+RnIZ+x7ZkzKNs94nLuh0vclEN+Tgk8Y2GWh1wsoy+WacyvXHmdFaXPuufcmPOcnviV1650P/vlr7o///M/A09XmddQ7h5TAt6Ok/oH7eIDZqmr0lVUDlAkP8uM+mIHA51hnVAcvTzA4fYtejBH7IWgm2zMM0pC/s14sIGw/VxnzYANvFe6XTixwD7fIzlzd5x03nd6/xFrVoiXGgVPdNbLzFuSt0+xUw5TpEZBvsRX1xpl5VNng9fqvlGFVWVnaVuOxCFADkifiz+1XZnw5afs8YiMEI4BKQxd1ft6DyQ7GeC3/OgxF4FsdPsX6IlGrsFNekgobslTGYEOegvJd494kaFQBN7q8aQRpyQMjq7/cEuZjT+R+FVdTWQyMa6aH1/oxPhLg1w4+ley/Mk7RybaCl91fO2GsPytocJvckxDDG3TGJzWz+hCUdIAAU9H5zyoRNo0quW6/HVEY4JRlk06mjEoEBbXyLi4a5qpon//J/+2W7p7u7vDwjM7mfbwLSdl3jnhcZ7pME2IC87CGWNpNteq9JXZ3Eq57VC5RM7GeDf6BGGaXei2ODnk7iZC9eEtrDiU1QxDXljNDn96BmQEA3I/u3Gr2398NwQ4bPCX3/uvXDm13C2wsnXVytpKEKZEWBQ4/CRWRoWxxuH/la9cZZHHVHoFa/Q4syoWy38LJrkBOT1qCI4DjuX7BYeH4mw+IFgCMBTBfC1o9/lVJVHRGlksesencGu4mFiBSYwHmrz6AABAAElEQVQedovWnqZWJCJTvCmk0pWfysFKA7VlafFNSJw048ILjQjiDo6gS1jhqiJsTrw8Oq4a/GGsD2H5Fh5Yvody2EAUzwZIFAzTWBHjAoC8ZWIFRGbADp4Qq+FNZIP34d+vZWMAyKYRMH5PTwqGzzSS8rOHpdLUqWBcFZgThMwP2u2JKENRFPascMXFShM+i4nMSZjZyYFyzre5OMjRBYeImzO69LiaWhdlQSOXLUgQFBjWC2TasPDUsuhxNZUqSOdKWY1C8VJe0IR9uqqAw2UYuaKss2I1xg7RkWURDuiGuIClG9nQP0ZXY7QeZLPBcK89Ag3mxAFIlVGfFiXjugBBZogSdLIf2eR6wtWegshn8Mc/9YfQ8MYIeER+MTonkKuFBQ6YYNQreQHIW2tWaLAeMY9/iziPWDT39CmNlfxDPoS373C1ipv0Ivvw4VKuJrv4yqvdL95/j4V/F7h0+/Oc6HPs5CmuD6T+29D2yDRZCTGAUB6E7/RAyg40a+EYtFHWKlnWIlHXOb6PbTluZ3HUxPUZQOVXoxkODdvoTzBHL6mof/C1V7qTW2kunzzKjUrc5IVSfv54CZgsRqIBHhtheJk8RM/808Cjc1T4cfI3uP+6HjK80pjjoQuNyk/vBKHTKzTiMQjOuxNX+CFPyl3iKQhJ08Np4PAWfuoaMm05NHFKAuGpr1PvCDYOcCHIdgthgD9kYDPuU3nyGX0HvzX+Gi+MnpEmwpOGxt1z5y2L5lK/AG/c9reFtWdIAYcD9j3L3z0MiwPuEd6NUVsynTUaqE/lxKkmDQJGepE35c78yAF/JA/cLWMbfmAhs9/6vW92b/7+d7tbXPH52S//NsydRD7OMHIxzWit6zQckXJ9gp0COwHSrfym2eBCEtfhjO/SUk8ypKsEec3YZG64Z9iHymtLL7Eu32B2WfaixfuTkpiHHcPvWRjDRbrPGPt+JnwswcdcUwTiHpt28iQ9XyBMnuKEFwRzBUvXocRdVoNtQuiDR4sMUwkfZKSXfA9YvFHXYVUFFG8LVBvF4Yzj7Pk7ywroR2zG//a3v9398PtPuz/64z/qrt28zsX0zHFheV+8dKm7c+0aKahoWioWBnAyhyC8gOSFwhl2FlziURlUMQqdDFNh+s//CqwV1gKKkPTC4btpE4/8wm9YFkNikIn54dk7C3OHngeRkNMqB+H0yII7ipLW0BSpZOBVOIpDVVAtTn/HOerOq6I8k1O8A0c8VAwIujy0wrmYTEWRCkU5BWPzlP+k06c530MHwfLKnqKKy8oUFUxgegnC1xTk2eYk5VtIM1/SyMPiX+Etn7RGHbYTn/Q8iQsxyT74t/xlG3ze1gCCH1Yq4WeY21rj8Ao8ZKwD/JFNolv592jQ5LcKP4SABSH9jwYKGPaCHSrcZRSjiIdO0oqFSnXPSic/+ae/9DofKBQrZC6mAJ/0auNnSuPVM0pIaMi2M/aU8qBsBCLrDQv7iFbxhQD+KCDnBDUd91lsQYahXRmMbFpelL1ZjdprtIxETHwhWcMkN/1Av/FVCFBNo09dosI57Hmac2gZ5IBHzssxj099sdy+6Ijr2gv4G6dAyhGQXoNvU3x7zZnTBuJmU1UjBZQJeT3hppQbLCJaZPHSIkPLG6TZhPh196YSfwYL5zzH6X3jG291H7z3UUYNHjIi5uK7d37+8/R6Na4ucGfxHNNOj2monb/ex3hZ34L3YCNKUc7gEFrBT5mVv8qSit1hUxtZz8fep2OhTnEOTpl2emyXw0f2MVS/+pU3O7fHuIp8aoFrCZGvZdY4MFZNB2GSfbznujdfv9rNM889y4K5589WmAr4nLrFVXEnT0eelOPqBanPqu40mZZ7JY+Fm3U5XuCuA9PIgb6miTGuDFM/sq81pBGH+mh1sdwpWupEiLVkUg6ZGxYe3paLtUGYGiHJCf9hp3Rk8Q963tXvwnV9irCVeOmQjx71YN0RhrDEN3wV1/YjU/NUH7glLkOv5tf7Zx98iwsUR/Y0WgEUGOlUEDfwzKFPa53PcLYlHnmr+MreLqNi7gjYlt8ogV2RRK69iGWNKyY3MQb2x1i8SDt19GCqu3ThQvf4+U63zDz80eOnGEm53H30q7/n2nCu0WN6Zwc+ePvSLLDlu8cpTkxsdOdoXHdXHhO+2/3kJz/mxkNOzGK9g1MMO7RB2+QJ+7rnK2vd3/zkl934tQ9/TAvLMKVdarg5N3+CDdfMGbk/DSHXunX1MVmAMEJIpd63MZRB/EsJhNkqb5kEE1wMsOcwLYsKgEmeKKoZgjjImcVRKr3Lpy+nUpw6+xorW9muwdCRQ00rHNq9+pwN6vvcZciWoT2GlWSwBWx+qwy1jbOs3iGpvYcMb+AvjvsoAZujI9weMYbWuHLlte6ff/3t7md/9Ves0+KOSVdzAiiFm8IjnYXEu/iFlOBvY6dAuWrQkjVQV+9Qwzt+fJYRksDEkieNH+Xb/8UfkBG6vKCcVQQgzH+aLN7d2uGCofB0KLGKdgd++c/GVJds/JN3UgRfV4o/ZQP9RneKufHCJVGCebOihS8v+ZO9ktY8rXgrSYhwtU5zfR5yQHzzj6fD9jV3Ig9MZgyc71YCPSUuvOKNT3+FsbCKjiQRrtFNTIQWVL17vw20ccFAUHL96vmUhWMCJZGjLTZW0lOxGBm0teVjdFyzgIaM80aVPY9HDH8ERObrLPpwjtLP4A0ochSj0NLKWYosq+KDcZAhSLH33Xrm0pahLOKJjvlkjyHwYuGaBa69G64yFqYNY9jGe+GBL/g244bxtsQ95KTxgCWfxZm4RAiOUXD2EIBvrDFozsEiSaLK1FigMQTJM8eP8FWKcI3v5wyZ7mGJt4VmyYR6XOWar8A052fcvXpvZYOVwWMsiuNcXBbFjeVoTPJVLompgbAFX3aI83hzlRXD6wzRMjUD350H/b2vfz0N7alj3pyyz9zwnMUYxeyKUqef3Mfvof7f/ObvdX/5gx+iYTyeklEIGm55pyv8/CLPlGVxqvFY2T9wy44jCxhtGrniV1fy2dFAThjue8DQtbcUffXKldyjvMVirCmM+wvHWHBHY/B4/SnHSz5gq9GH3e+/cZmcMRTQR6+8chkdtt3dus+ZyHOjrL53xT6h+VWjY1kb3xIIdjEEffcnHUULL0lo3W5O+kZsVXnqrLOp+7wrr+ZjvWzOnKzrRre8yzC3LlWMwmUArnDVkAZHjUl7a/JkFv3sKFn2RHMQRy6pAKLGpvTpIuf68d6oCSlkJo7iOtav+wkCYQp+NOKRUWkDT8G5LUy9ZxQpVZYTMMwb/K1DCTIeeivzpsjkLsbQAW2Wy9ImOG3NRalTM/PdH/zBv6AjcrR7zOFM/8N//B+7D3/6bm752txGDmnvFk6d6b75rbe793/29+DC/DFw9tyGBw+2MMLixJG54L/50V93925cp6f7Sbd451Z3jBX5f/fzd7rbd/G7dYtRIjqOLC7+sz//r5imrkjXStMxDm21eLb8rFtZ/hyPnmrePJMSSrpZVtapsI5xia5j3WPMR0ic49AyRMUj4XljCM+esMpDK9JGRMdITyr8cxVgX0qrMHV0jIYeYT4xd7JbOLhKAVBcHCB++9NfUeiuwOUTIXr33V91H3zEsn+PRcR6/OlPf5pl92s0wFZgeycu+tBoGKGHOEGlfZ1FFTeePO4ePHnUXb78avfw1p0oexvS3M8oqcLnjwKRumD2CqkKvFRZBKj2NlqRpZYKyy90SZvwKP1UIulVYFu40YQtTEAK1XjCc9WqzyiEYiCh4kRqe2qm41tlbnp/LW4EnMqR068QCAV0l9XCDsFITy6JgAaVXjIFjvk7l+5Ly85KHOVsxoQHLvkIR9QVahuRcXBwJd3GBFMDGEKl3ApoVjaa/h9xoYk4WsIDJ7/giL0zG/Vwjry0sNspVTaSykDFtKxoHI3L1AZCyreNK9hiyGg86hhRoqESDi/ySbkiTVwUgOsSWPSCsdH7Jki4fvvMiAHYqpSTCe9ZdYxcY/4Qiz6iuBLXiznkaVbm8m35+z7Uiga+/MweTnByaHLYkSzKB2DkiHyg3I1hL9PytD5REvrwsxzzvwfBBx5RlryVnKjMiAlr7DGUsYgHw7RnTp/gYIyN7unaU3qZfJ97OTfVjLCaN+UDL4Whsx2neEBLrMAIPBaf0ktlEdMMPYajLL46xQKrlxYYSuU+4BxPqgyB6jMMwIdPn2T9h2cH23A5N7uAUXiT9R3T9K43GJE5zRCs0z8wLnNg7pf+9//h33UfXbvefXbt0xxqL58fLi6xd7YWa1nPY5C1opXv8ilYKyf8oCHDxr7D7z3KaYT64kEn8moNw2IZHHe9PYnCmUGPuD3qImcWjx6FAMRulNX1Gvarq4zKYSg84TCI8y//y9QRt4H97J2/Z0/vKbYFHuFKSxSz+Fj+4GGv7rDuAizlCI7A00lTc4V3faWu93F8j+uf4pL1IaQ1F8ukGl/pJaY0E0fj1yRplDEydMmjL9eKjGdQEIao0wuF6B14ZU/RBPJwDePIvd7Kb+RCPShscw/fS/6s3TpHq9J/SYySHcXdkbopjCfbD+ux+DjKYTvjXLlbAzMiBDLGLdwCMn/s0cJS3Gi3wEXzbjD719/9LuuEbjOi+qR79dXL3cbi/e7tb7zdPWTk897zje7yG2+iBz2nmukHRlXcHjnrHukDr1plceLd+9nOuseU6AGjSJLw+e173We3/q/uycNlesXMuaJL1zl4Y3LMLZSvE4Wtc4x+KOvf++sfihBEs1uDinKAToLU1JfxkX5OS5UQx/h2+A1CMjssRPD123j8LM/F5RsR1gg4ACMkNJRHjp2iJ3yEbQJs9Rn1IG4mjXMwgYoIgQaG7ZaFksl9a61+aWRAGYGoBSzkC+Ke/rLJb7qv7BbsUxa9XHjlcgrPBQkuTrDR+Nkvfsmw9Ep37879bonN7T/44Q9yRRgl1i2zJ26Svb6Tm7Pd+XMvxZp+9eq57vexjj+/9RkMkR3lVCEqkhl6wSfYdqGFainDjhLi4KjCt8FTAIpzLv+23yTPIr+pSITxTA8OkmJBGojw6fLNMENWTVJkqYyE+88Yh5Wvj29Y/0sFFFbv9G/xTW2IcHSBaFz+R0ki3K1XacUMdNPnn9RaefpG2zkzHXS2XmbRDqUFMsExmsLGwlUYh669i0/lEnzV3PEJasFfC9cvU2Te0nz7vHmEdcG0z1s40qUy0bx24YGNc/Xkqixd6KDB4LF5zpPKneINAEkfRTyUp7ACV+Rw8iwI1WcaHLlmeSW856eGQHhkw9q7w7fmoQ8UALMMO96Vh2JFIoV3eIXuPmNxcNGU9SccTEWWPnFIij4DoetXcJ2KsUfcLgywXA11LmmGk8deO3eCVZNbnInMroL17e7Cy6dyDuwqDVz4LHTyFmtlJsPO8hwPe8gs0euOM7Q6Re9ym6G5B89otJmLPcs+3AX8vQBgExl7ghG8zIjLFkrU/ajy6szpU7lJyIZ1lUWYazTAbhfzQAOH5Lx04cSJ45wctc5B96e7B1yyfZ31Ho85lUz3lNPCtmkgp1msKX/shQUxKeQ7P8tiuDwJSuOjcuewixjM0EMnJT04aXLBlh4//cW73fqr57srL6HXpJfVpe5zPsPipzsPHmdv8jo97juf380CqjkVPo2Ch/LfWbxZ9TuYpjQAMPgAQ3GNtsibX7omdz71I1s908D7WrijJ607xuEXJ40DSMqXvhhhDTBfgWn8nieGmabiBkqim9RksjMspU4qA6bfoowP6AEeoXzELtnLm0oeWEnjN+ldz6DeZ1A1YcrvBIb6cc4o3llHL9NbnuMApLu37zDvebK7zCjk9773F5Q9J5XxEwF74srdbowEa6+u8j6Jjv7un/wJ+p85fFb43l9e6V67cqW7euFi9/dMKXJSPTf1rHLzkxdTnOyufXate4IcPnmw1N28caM7ffVi94BFec9pjI8xmsvELVsF2d4K68Yx/pQRM/Su4ZML87yyFgh9sksHNUa0xi6WRJWD9RFMaVPLsO11DVOynhAAynJKrsIuu5wKQApEkkoDmEGRaC/MuEazESpnZX72iFNbHhlAuMrDEgSeimTSFVhYChNYeza+2YuE0LofzYu/nZ/MgehhJnmCyzbddldqioECYWF652osHITFHrWW1TyLWXYowTOchvTee+9zVOQVxspnsljB01s+un6t+wUnJx2nUO7euUMYF2y72pNKr8XmAhixDuairRJgn+HrV692n312o7tx43qOHYS7IS0T9r10qrgcYp9l6OgRh3zIN5pgmF0CptDlO9AlRMGmxwE92NP0phAFhtYsEuMmPS+OEOlUxvVuocOFoV/FAF/i6q9LMujxK34V6Ef8mnJnJiNxVZ6ofGK7DMDeo+JTaeVzaBU34igZWqeOBMRy1s4gI8vANBGfvsZl3lA/8hcFXTDUAGn/QouB0qXhotBSpgDbV27I07SRTz3zThQybLwyb52LINIQYCWLn0fESX/ioejdr2w+4qloRp6RIZPnJ/+En98hr02PQIQO3oyS90aTfjFe+jhRSIkFXNOmESWVNQ/XFFZ7BkeADcMVx1q8VIaC38bPFhOGGsNbPe2dCl+XR+VRwPr8aGi9d9aRCIf+jlD/TGND+/rZ+e7VM+yBnphl4dE96lDHatMlFjay19Y9vQAKZjY8FG6RIk5mKAKUGQp3mQVAng97FCP7gO7rGvy+ufy8u0Nv1/yOnj7WffTZ9e4B6zOo+OxBdIQK4aFMNjkIxBWoNhyPaTjH7lLHwdPe5IWLp3K84aeffZrRqXv37lHnOXWO+mYPbp20oxj0zfVFGL5nQRexYhQSIb0/5Nk4yjSSQY/Wnm0ZZREC46EPlK+xKSbAWPn57jVu6OEiBPm0hVGvDjjPEPb0W29000yxLVPnX750obt2/RancJ3v7ty+233C3O6Jkxzi4ygJeimnBMFCZTXGuUgo72TqP58pM3UwLsHthXLXu9XvyLvRyhPYCQzOxAKMZWVi/kS+S+4N83co9+JlfBzlpUxUDGLx4peHSSjb1itH0wY4aLyZBv467K5OSXaIhDAGjjJ23cDcPIfffP1b3e7NDzhOc6r7gz/6w24OXfyj7/8X9qnPdG999Xe77z/jvAZGoezFqpc1zpSwmqe1Gqmn+Ka8LHuZydpttnw96n7OHP79xSfc4vSL7gEy8un773b7X/tat8Sox4cjH3ZPqTOjtD9/8+N3MrUm5E/f/zAnZf3Fn/2XbhV522fRYNoherY5X8GOBvP125wv4dnlW9Ait3JZDog4PeTISHgj/aEc/mLoT1hI/PaYv/cIRqcpMiEn+w9ZJDmpxYDlnSANoHLtpT2bv08qTssw2q38nK4ZASEXPKnmdp5xsDhvLiCpTcCgAHHOq7rcfpzzk8dtlFEE4yzMGnPxFfFjiTNUPIrwZvEMaSRK3NMggOcThgBd8eVeQbiUczPPnj7bPeDEq/M0wmTaPeE6qwUK2RWDFowGwO6Oxwkq7lDMYQI2Ig/ZL3z92nVWG64yVDrL/NM8xwtigaFQ3nzjKxzIzmXDDHV4HrDnrTrXpCDaYCjA1UuSB7JFeqvSq7McSkxDhSA7P6oS8HQo0MvPSmS8zBHbeiVNFarwFPIS+io32Z7hHQHgkhZqBBZB9ZVvy990Vdl5Jy5oxS+449N6dxlWVyEFjHAdChF2EDORH5XWdIRnmLrHQTx0SUnU5B2PmBQVRtzqiUq4RcYiBnoSo85FCpHK7T8XSWjIuWgl5WS+VDN5nWHZxFbFkJHDxMA1Pa0AMmIjydAin+GrIfJX/F1yjRzyQaB84fsFZzwXgwgzSm0QHswK//AGGP4PLKn2XePhBZgVVFDMVnySprzKx9oEPj1/ZamjNi4myRyxVrOe5Kuyq4sYIGUItnU2P+C4TeXY0SPcLMPpbVwG7+XlnpJzY4dD46fXu2+9/ko3j9H7zW9f7f78+8xPsX3PBk3+O48Jq1M+KY+yPAbIymfztW5s0VM9doz1HcAan/W4zY4Ge62789lyd4c5T4dePffWrVkb+KukZvme4yq8xXv36S1yMDy92VzkjfJbYm+/p+0skZYBdOo1aeGnQ4yipGK0/uSELr5TVvLAMuOff+uO6hR95N5GIVt7+vqoEpWHnqTkxQ6jkwwPM/IxwkjYJHV8/dFKjlrcZgGUese6s8tZA8dZ+LXFqtNTp7hrlyHkz9jaeP1zemXom5Onz8A/66szGDQe6BrnOHfIU5mQp2CR8k0j1XMzUoicS4dTQFk8lLAISuqQzJbn5Up2ImGRM3SjoU2e1B1wyukxXbwRCsur1ccW1zqhLRscjM9H1kDwzBGwBLQpDrcc+c9OkAaTHFQu5bdOmbdc7FE7oiIdPieOLHTzJ5gaZGprcele8LCcllhd7tDtxgajj0zxBU/gKR/b6H/PBtgdY0oM8HYHyKFvA9iah1GYdSn0OB/cvw/f9rsFeq73HiDj4Hj7yZNunVFaFgJ1733ycXSIo6s3793FOFFnQAdlr58newkdIMi7U09QKRnQE57LOL7hjMslMKIc6SWuMsGCKU9T3Mb4yz29yMaeoyb8TJOGVthfdMWwAm6Iuf3Drs4xRnxM2hd0KUELoFwKVYucfzXoBE32RMDVs4mdanORQ1ZxmoRW2n2NC8fORPAUl8dLizTAXr01zYIozyDVukqmgRpbN4KM4kdpq2x2tsWBwuevh7bbY9VyXWLO9tVXLwObI+/gqLK6SSWeoZftYeIrT+6xMnqrywH79FjXGLYWH6EdxRLTWdnnjx/LcNugd9EITowX/sgbw1NoCLcC1ReoVESjkYO4GDV6jQQlfAW4GlqFbsBq8K9aUsKekks2rSIJuVJXDn7rDD/8Wfn99sn8DMrBOaD02BBE6fPXrFwrl0MlzktKTyn/Hi6Poqe+89fC6D2VgWEnbv5UDdKaRrOPI20u8rDi27inNGVQUjQ4PY/EH6Vhw+yQvEPJ4ubqQyuuvZnst+OZ7QZA0WkImW/hlZfQI01WNhWYjV/FlW7i0pJoJMWZGGf8/rVv6PA0MrQ7TCnOxlRk80n8YWVLEAHSosQWP3zm7FoUwS71h9OfJSn1xZes1u7hpSEmB/EoXFSgLFqiYZvlJDcXIGXOFwWwyrLMH7x/m4bxRDd38kL3zrt3aOhcoUn9wtBV63jcpEc2yp8M60sCThrkp2Ee9mHZeGPPfRSYQuvWvXHWUUjbLz76iBXOGM7I0CP2Z3qSmL0WR7W879XL6M+8dA48JlhgcqP7d//qj+Mn3Zv0Ir004e7dB/QST3b3WajEBaDMkdLfhhfT0/M0YvZGaog8hlvwqwaL1+Il5SQuzq06ND2J3Lpf1NXk+6S1MFTobVjGvbuj6AFHA+Q10hG+qdNmMViWVla7X378UffJzevdmQsXuCf3aPfWW29l6gogZosRj+LGSPMmJrc8mc02K6Qzz64c2giDV6t/Max7IzDlD74a0C1cuMqbPSSdsu05764hyBoMcLTe1P5UYoOGMmBhNVkwnWWn7AE+74WtIUOOdDlfG5kzrfrQlfkOoY5usljpGffvoiMOjc++TgAiuICndUldgQ+LUbkYAkPpOduofv7Oj7v33+NsfU4b3GX3iHOlS1zeojw8oBd6hFXwx08cTWfLhrVW/VN+yOWrr1ylHLhLGZjR/dAPE9BVe9ypTOMGr22Q12igR10Kn/Cqo2kmLATcXv9UX+bcBhji1AN/+baO8k7DNMKo6j5yJrN2mEbcoT3wbuaNLaYt2XOtonZb2gE91xE7f/yz4ZXs/JIbDW1rHGR+apYRreIAbnNVpeyrcBPtC39kpE1guXbYRMDgZYFWuAVXcfwbRUNWegnf77xrYbrSC8FU4WuzB3kB0vAuP3rIIVN1OIEVcIqhCFPOs1DLd61SBW/KeWIAxmLhqVJQQIXnvthYppTRBkOUud8TxSy9M7NHaXj3qDCfU/AspkKR7GOB38NaDedg7CcffdCdOcVhAywgW+dmhcVHj2LRK7iNbt7irCRpBPvv9GzxU8kHnnz2n70U4pRcynupKkENzoQZQ6Wfxg/ajS+fdDa+whYBK0Y1hoQhhAIzPOlJ5TMVuZImzRcRL0L8u21jS9pcZI5HiSBPiVU4efrPbGBhlZs4+cMvi9IUYHBIZSfKFxzWcx0PB+4oYp2NRRkTNq6BXulDsVyx/OwZqKQKmllLjoskUvkJUEllWw6GFwuPqVxUHKy5g4PaBmPKhpf8SsPb41kb3o0gX4EsSXymyhpH+viIIuHdOWEixj97XgWOAGrUWScCA2My9Aivd36bbtg5e6Ls6pCe3qCqoV97W47GpK6Cm0cyZkGJ6NhDDxfqr/jqlLAYRDR2eygKe7PyZhelfzAy2/3FOx9zljTDviil/VFW5yP/3rfsKIuXiqhQU97Akt52eYElYy9vhrOAx2drY/4GitSyefZ0Lb3BNZTQ5NwJ5lOfsHp4OYqakshpcc9ZVAQAhqxVpxwZysjQ5StXOrfpuZfVYclNRqlmme+d8Sxttkqw24ZFUowmbdeNJeJlb8TCUF+EWnmBMKbRQR6yqt6eL2PjDkurb2Q76MMoqEgReM40hoPw0BOnpva5mWiOCzXOcmoXDQV8ZqiFBV3r3busNP2YBZXnz5/t/uCP/4Qe+ka3yLqQpYeLnP39Mlt91rqnK8sx6Nwy6dyuQ4gjLPBJb1bZJY/0GEGhuapTlhb/xI1yyOJKcDLMBlq6slqa9+hH4klpdASJXCAKO6vOKqPKkXxBv5ifcFxMh0Tgb+Chc2qPSN3L588zxDve3WPr5RQjeEL3TuDzbGm6tPxyN7Z5pLt+5yY6gYzUY/BWfF0o5FpDZcL1BHv8NGaesGJ3jUZwa8XtUVwm4jwoc+9jCLqjkk+ZMz3Gcb3BD/omOM4XqYuR4jnWlodlafgGq8xH4aP1ygKsOVEaNhfE4ePix6yd4OnQd9Vd6zvfyLFp1P/jGgnCJH/LfBsc1XVr5LVH7/QZC/cO9hghpc3JYTv4AwFaaTRUwuprngWfZ0ZCnUolntOv1hPz7Ou29Py6C/9BgidxQcRM/jFnoiT80ojipmsKxHctiHirHKlolrtvjlwEUd+N4B8F3SKnJEdYJJHhWQpxg4ZOWnbWnyO8qVpB2obLLT2ucHRvqYd+e/WdKwJdmTzDCjJ7wrsoYapXUNe63OWA9BwPR5aFm0IaxMgfDMhzk1Waf8WhG1rAc1i9yyzCcoO6PQU35keZgnPSkybKoGe4Gfltwz9wg7CKKxXJsmenhRWF3MMSz7bMv48yAJWXQ3R7f+D1b0O5fjGN2Fpb5PMwPvhHDghTqPIPYBoPoBE6ougIS8/qBaj1ae6NG+WjkmiGgUGG1s+49avFLQquZT/kzEv+9j9DWvps3TGcSuaQogJeq6GRHU//ccznRUd26a1nfUAFpiFNORkI1aGfckNIbdikfVhPJX+jYimrDEVIXulCJ4xPTwNmZn6H78ZXmFiZ9n8bLeYrT1VmNl75NpAyCn4OzxHHVdxVlxJYUHzFmU48ZulFZhgTxBoHrJOOprj9Zh2cJ6OYlTVwZQiOih+lGUKNCx6NJkJ5V66kh8aPobldL1gmnjsAXnv9DXp7N7ubS8vcdb2eCxfGmH9fYbHKK69cpCe7kl7SxAxXIK48o/HkNhwWpJxmL63na3v6zvbuBgf8z2budpVFOB77Km4e6n+U4cc1DW7+BS/LKBQTAeeIjNhKvXLiiIj0O/0g3TZ0I9TVPZSN9/Wi5xmlGutOcVzsOvj87td+j5X8NI7wOj0c9Mna5i5bdx52G7xPMmS5xHD5A4a1z3Lk6VtvvY0xsdK9//778ICtSBji4hUZTr2y/pAx8KIZSsmBaeErjv1r8JeaGA6UX/B2UaIyMEhR/Bd+KI98AoIyLOVPuO/+C2OEb97gxD/LTv4EXj3S0LgY7XUOBYJE7iefS0NrXXJkYZOORXqICD6c4Z9bKt3yCSwaaeXQU7Gc4546MtnNcmqges7e8I/f+Xm3TWP7HJ6usAfa/b1HqW/b7NteczsOaXYZrodIjEB6hhiNDgNbZ9RZNsoafKNs+5wYZ57e8pafUmP7ZGNvvaBShULge2qXvX7P+rYn6mUdnpvtXtsDe6GmC0+BA3uLT3BG2MARBzt3ZFFOnW3l6cvBeiHr/JmmHBqHV+uVLzFoeKPJ0kMvoVX1IQfeVSqlzAo6Gf4TnErlRScSotJwDPMQDhVYGhfQUSgccnMfYA4qEDUEWGLT6+jhOoQyYm84mYi3+76w3hkKW11lfggmVYVE2aaRI3esIO93HWdIwwUaDvNk4QjvBPKfH5xtAhvQYRE2JARpbW+xAtJl/lF84J5xfvhmNHuOKrpUIr6ViyqzEJE9v8+Z7yEZPKgCdq+yxsE4iucZYWhBwihdhi+si+I0yzybl2Dr5F+UKTSl8SJXC1llolaKnwxVQ8lNC8Ix+gipEIZdj52wiJehTt5tSLWCJ1yIwj/5yKNoCd717jwMGPIhfeWIFjlCnaVCYiUlQMu7ViTuUwbsiaYHs4OClm/qeOGLcuUNSBtm6fEH7lEmfT4ZfjMjnPLc5Fa+29hOBC/KgSOQMjxHnMyTk75KigyppNTiAtL+igM/Y3lpgDLpHHIuZaeSRsWFF0QiLDiZFrzNW5x9OgLhewiSlw0+z1Z+w34tOMUG6BaWnhkyasOdIWuLgfyFb3FGxk3Me0vjFW86rXV5Z40LrhBWJ54VXvLB4wwJza1S9kjyBV1ElCDqjUmlOiAESxk6nHmQKyWtAxoZM0dOdO/86lc0sCg309qTRhFq7MrDjz++xnGFZ2lADnLG+nF6N+s0Yq5o3eayABtA6+JxWr9nzC97td/ztQecJXu822DINtdWyjlgO+rkDWRgDzY91ZFtG9eSd2XXgySqHMpfPCEJ0qrcDphemscIO8Ne3vmXzuQqOA3uXaaV5jjz+SnXOH504x7X982AF8YAdCwyzPnSSy93n370cXedxVCvvnoF8eZiBnpHS0usBWF/siNn1s/sy4e/h/pA+QBlysFGJ3ItTpYRsNt+WHkduRFGEsj7+PK0vvEdXlgnkH2Mo6wpgH+AAl6iJJYx61ecMvuCVHHIIdcPLmEcLT9ZxrDZ6hYYrh+n3nvG9f/5p3/aHWP1t4c3rLJQzCvzxmYZSRRQcOAv+a6Tboy1Lzpx3mJV+yLrAiCBeWriUNemovTsWRKJzo3lMYmOs1G0QbXeWpxpqKxjlN8BDeXq03voWK4nhLhMJ2ksOQXAc5+GWl2Q+6OLuQLnp2w0+ZBP+IY5hPX8kYfJT/yseNFTJSPD+gxAhIFP76QvbYTe/NQXloO1JE9gqQO+vEfboCTp4OP/t5c0UkLvhd4y0KUS9PwR2ZLMCpNbKhaHEw651aTKp6SWUjJcBSH5zrHKUNNSixjSoGB5N69YMsC1V6IQ5zxmLLWs9sTPHmuujKLgvS82S9B7HLSAdFYC5ywtTPH1X3C0vHHqgOw3I/yN1692n17/LMvan7J/WXY7PzHC3NYrr72WAyi2UVbORaS3jVVrJX/jza9wiPWtCKcwrbw6s1CAgkkQiHcK2rBWUZUjXSqs9PJLwyC2Cg4K8TXyf/nlC93tm7dCv4tj5jN3cpzeyuvkfcDCssUsYivLHThYs2YeeMBPmeERLlhZeLd5El3L2F6FpwmdpDJTU2qJPfS5t82GZJtVqJaB6UU5+INfjz4+vStmD/GbOPJeXtg6xLVn/wlMrV3v6QRzPF8MtxzLT/o8kECF//gJJxLR0yojjMaDec4c4iLfUDJj9OqcD5YHloppbbRmmdKYYy5yZekhWcELlD/VOBVTuqz3ObJOq1xcSFdWslJLdGEhf7McdepxkXucQqMr3HkhQtoX8g3H/U71lu+GWxeKLzHC8MoQe3DxXZwsFzb3s5hwJnOTmC3gobFTxpzhRCNOla1Y8W1vgjh48mSe9cH9XBP4ZOkR2/M8zQsFyjCoRuxR9rif5Pi6xYf3MyLkFsDnDMfqbEBX2ccaPMljbNKDURiKpie0QK8R/S1RWRW9ylyzC7tWCaMdr7IG12EnJ+RtM3hinPQRlKly5AMP3AN88dzp7ghnAnj/bhzgJplKunXvIT3ZJRbEeynDkVwyP8k84cXzlzIM70UHtz+/w2lV3rbFAiFwtzwzwqZBhiyDRng2qGuWufLJL3XPCL0z/osudSxwih6kpaKgzyI7fGtgeuY7DEw5quid0sh5ycn/RajD35QzGtLbnG6yF9UT/MYwYt5//yNOPWJOnPQry0s0mI/Ih06E9YaXMbayaOZACT9wMk/BWnWkiWfOMAd3Y9jA7jIS4YXy6/wcOrZDlAvhXTTmtIj0Q4NTBMcXzjE3zAU1EOlQ9dPl+8zpoh9siCsTc8ORhvwsa2sWH7z3cXqFp3HtP8vbToR8z4l5iS8MvsXbN8st771Heedva6+iH3rYBli21aGzLljfeOJnPoOGNsN+BCbzZGhkGygji3iL6nu5wXxs8yBd397gU0L/IprpcZg5MURMZyEpFJZg+VfajNnzajxvUIkisTfWK4UMqzVCLRzxdwygh1dBQsfSA4aipCsFmpyAzdOeMPmLlbFquAdLlHJyP98eQxDibRwPrbbnJk6irAXnUKKLOxTyNM40DvaAHEJS2Q8WhZGVOTgntQVvH9y5k0PTLXgXbsm7g6cMeTAkZd4eTwd4LF4sPv9RDq50dM5HgyHXguG3yX5iF5UVeSwvd3gUQREF/qcHprK3vHb3HTqp0pEDYmRvI7wDD8Q5ebl4oeiHN2694p9zgDb688ylTXHuqzfQaGyMSa+0Ukc8GH6XAQEVt5XcYtlhbkypsYfB35IxXo0jPC93f85wHSSxF/tY9ip6ccQEc4k+1SQO2aeHBUEOM+YeTDL0XFmt4TSskuF1e1a49E7NHwZSuYmR7RzOISnjOmkqJSx25ZcKCw+kx+FHeTAOL2BSZMPtT5a9Pf4cv6jW4b8NUeSKsDgeqZD90wNW5hiWfDqyxB2zGGLMibIDnHtv5TfKh0S7KC/nJS0d5RhuiyG08ASuXPRWKSuCsh2JhjYl17yVR4e2DSm5o0BYcek8qwd5TCIXLjxxUYsXLIyDu9t+PPrUnq/rEWzE7SXaZrmYzHTO50rWOOHPWFkJV5DLakxsyCzXLbZHuD7C+dvRiZ0scjpy5Fg3gpLeY4O/W/CesNVu4cQUi1bWEtdeyAST52v0Wt0pMJZTfLwtaJIzkTkgAB7NTLMPl4vePZDFU4ocSlY2j4LLYw4mcGGk5WnP0d71YTmKM0TIP4sIvubGHIYNrfL7jOW1MDBGzqzrXFpCGhsBtz/5XGU4e+k5JwdRBiljFlMKUDlPAwp/vHzjPD10T0w74Kx4lfQmNHt7EkURZymJpw2ERgctS0Qtagu/GIWEBzdwbTJqnjZjkQuVP2E2Ok13Wu7KiPCjP8DF/DMMS95lrLlqv4yH0kXgAvlyQCcE66Wyo99TFqipPKxbjziMRBL8WZUKG+JbzvqZO6Mlbp8Tzh5z0g7Reu+1uzLSiDJMaxuSgykcHqZOm6M6Kk9ojHHllzoi/5mGA66CZzFatOrJEQyhNKbWb2XduPCNB/j7LmB5DX+Dod9gFn/fbWQLc2Xa3yBe2rmABPQggRGIaBof5lnvwtVlWyoYpBwST5z7OOCY9isxX/jzYh4F8IWMX0jzT/lsQvMijCBrI4Arknypt8F3Qof/GMKvZ4awURUIMMxORTTu4XuzTgYQiB+FTrZNcZolIzKmSjTEiYIDLnk4HGVlyBYDhMuG15gaKDa+zgc7jFLneCJjSPhz5gk+vHGtztYl9iILvCaZx7BhUrhFXWVkkSsgmwypah3r7ty9y1WFD1AMKH7o+eCDDwBKGO8RN95d5u4qPpVFqiBA7HU4VznPooY9DuNQsLXwxT2rUIkjBBWnjfIN5tcecRrK82fPuvc+/DB5bdHAr3GiyvvvvZdhvmkWnHlCzyqW/CS0etrKGEedZVYFQbMRFa9JFmgf5dutFuZi4xze8uU9qNeufZYVq1bu+4+WotjlxRZzco88zB06POQgyoey8KxmG4ORMVcfwiz8oiRUQvgoN/YAbFR89+5IaXSuKI0mcSBb1MIDb0YKf+QT/w6d0wPO7WDokGCU3rcHpAxHMT+d4ZE15Y08jWSJyUsRdBWriz5slO48WOzuLj7s1rZRPpx6tsaZ3+vsudu04NOo8gT3XU+WoZzGOdRkiobBIWvWPgJPGskZflaeNrVfdJbvBNfbvXrlAo2pBpKcsi7Uk5NqoF8MCZMZHavx/eJ1YwMuwIsQGu1qQwbf8bOx1eSW09YBDbM9NNw05e51d7ncg7j24MemWVyIvpuf585r6oUNr4uc2nyx2IyP0FtdQE7JLoYssuFBNC9feI0FjdNMCe6yNWku+HhdZ8oBg0HyF07IW+jBQJEX4iw/rK9imF4gBqgNorBd3bzvpSnkZZrENz2yOzrJaVMsttrnertiBAtk6F25cGwV2Ruj7D1aNjsUgjfRlC/4McYKHOXZ1doaC7NM/UxNvcwQ8nJYGDwsAFwMVeqgjXOGh8HFHt+ggUE+nJeUThvl6pHrZ0Ol0Q9DodOGWeDGTZh+/LORu+9+Y/i8x/ynUzQ7DH+7clddtA3xpixnuQtOvllXik/e7iO/bKRlZeITxzOgy1iBp+Dhdh+/XRGfAxwwfNWN8kLcSVJGMFA0UAOXOipNuhSTeftB+SmfabjjR974Vf0xAo5vkOTFRhR+Cia/Hgaple5yyoPmqxGG/G2Aoa8565eupWr+X+bTwkp3AaYELTlIjTxLmHhKlf/7ONSZysJhB10VFy/WLOPH+UKVMsrAr0L+ob/G18oqYvqElU2fTL/2G4LUN5Ll0wsDHw1/LezCw7SFv5PpcfRE4hsCJb5+JqgQ3pLeWL6bniI2nt++x7+Eo4Wp4goW+fRZ1cpUYiOkVnwVoU7d6rfbD5zLHXcfJ/72kNK4adHxrjKU7R5YrkWuS/3h1XkHgTjMbM9eeVC5ejHDNumd7zKy3zp7WMGPOF7Y3HGrkpmmAkHjPpamexJ1KjtVZC4rp5wzHxIMgWNeDH17TeDj7ScopHHm0RjuBJxlaR4rHiwArVO0oKv0RjbZauHctApllM39lph474JL2Msf1Uzd+aq1KRbFTz+eoViFa49kjYUz2g3yx8ZPIhx6JCh7Lp3rshE2r0n4Wg2CtAvTsuNFPEjggfTGUyH67CNR+YHLz0rt/kn563uGFoNb8UHYGmdgErhuDbFemFXKhGdW/FJepaykgbyzAtGGTPjwGuQyn8RzH5xW1phflzEqN37PuUieLPivHNK4Uq4eXr7qMXA0Kh7QMEG3U/6HRuKYjz1CFU54Z5AwjBNY7k9k7QA4KLt65hYfviYR0Ex9BD9XasIr0QEmJhCwe1kClmXlan0h6Jw60VhUXyDFyI4NgvNijLZgsIjRBspdPJX9DI+C44ENNsjtMklnb9DOir3i8XGPNTSfkgdvVJnQjzhO65BVcHWIb3qKfa49bgcc1XSUO2unMKCUt/TUgG85EoV8eRN3AeDkkcbuLuWuqrD0d9hNMEav8wCdMQV/X7l0CoNXA1ERkgbqhrQCUL5CHvhTtZxPRha2mNZZZRHmFouEnjEcuoX/+oYrjOmls/J4AwPUnriy72Xy0li9MvJEZsRJP8syW3bIS2PYhkjxUJrFPzoDP1fQO2UBw2OMmzZY9jTa+Ar/CYszfc9QMlMZLmyLShUoacrVMzBc38LIh9UCtqFrKFcNAcvR/3xnrjk9Ud9hBIUmbkIxr+wX5csSkMHkVLJo4216foUtYdARR2LfhGF8XdLpEVg++7i+ykkKwjneuETmLUgYcziuMRrUxA6+L0axDHTJsqLxV0ikJSih8g132FHL5wt/jEk8GJ1tUQUWXCsaI0c9E2CEglVZykDeW+48B1NdxrA04op1xgsqPhGEsJ8MSjGIrIDqb3LuMx9gISyHAhpjGiPbt+G9a0nbd3vKmsrl0Ke9/fpTKA1Se+IDV2QMqiZJWsHBogEFMrG+FCriGd8IPA2R/nEsXBvwtJ36D6VRaLdp9GBi4HjpsbyOogCOxhb1DqEHRtgs1HLOA1vZUK0oXyokQamkBvcKSCtwFJhFiHgYr2Dsuy9M6qzYKWv8qV3VCxcIvipN45EmFcL04sIvFMsa8wULDSjvvRQnfYhFWMlGaM6nOBQDtZjVILFo8SrbyEpKHkCA9LjIl0nURvKYd2XKf1GgvllxreiRWyODH+/Fa+gT58SDXvArelQe7gmsodFARWl4gAJRywo3D8smPx7JR6VV71GC0tm75EeYzndpDb08bWRUQumdQCP6DnjE4yfF9S5D8eOnejKtPcdRFPSehpEB8rQ1MHDJxi2KUJjgaTMoXsmHBCkOkllNw0PzND8uVbBno9JV+XkwCE02MQ0n70Io+IUOvuWhNyCJhjf+WAbGFlvTVI+Kd/GjIQs0GgJPXMuZzPhrmjiH6yEQlZbGEbw9g7o1hIdlRxScfNPFuEw+Mo00Tc5lInA3NSARd7d5jLEvU1l27rDwBHdwKd6ES5Fv4RqezvrWWuj7X/+3/5u4LsIqZW4ah9PFM4YF/tYbe8LeIqSxb+MobaZzi49PhzvHYPAujW/OUiZuOGDjKE0akNCRazh7+YgcW1h+k6+Nmr3FUEH89A6lXT/D8gNG/KgjpKm6YBynHOR9Dwv8La0YevhBQPgmD5RCZUVZ8vhM8aekYCu0AZukMip/Wt4RjlBNAGVgMTjMmmiJSfo+jdKSniwS6nvWAQhuyCW/oe8kFW78hCt9lElJVh/TUGOKK8/6n8/4+uef7IaByAideHy5K3wrbPi9xU4XxwncJpwyeAxBbZGrGkomlYp8snLQLwQ6czfENO40Qpnj3Zg/ccz602vXet4Au0cQ3UcRwZemCZIJefnkT4uXWNEG5t6I5FVnvJa+z1ts02BFMhBrBQq/4V8NtZnc9ODUYPCuq++CXb3cSi8k8dbZsPWvJsiPFPFMepTAuD2QwD7MR3zkghu5tfxcap6VcQHKHzJpDXjmX4KSkG0wjGRWBc85NOO6ek+Xisl7NYriKm0V5otWWOFDHJUFfG3fPm0M3COXuS7Sbe+sY5WjzO2dUPF08iNKxiflLsmZ81W5aViAk70uh8pL0ZGHijW4WNlML1LQ05CDsJQJxKfHxLd6yFhWSl395YuXKMvGDGRCBZjqreLC3yBlN3wyLxSKx3omb4aexXeCxTg2sjl1h56LQ5P2KF2tKFpRytFbyJzI4PQrPilXIlXYFSrmKxZiLb49Tnyn0WN4zTlme9CmjYIkvrTIh4JRFEu1CpLWqmCCr1uVRmwNZHmh0+djvqYTDgHAypd056WHz7uSpzhVHbfs+TGiYZXUr/Y8CkMqfJLGvPhjuvi3MtODeUyhGpFc+KseoHdIeUSHWF2Tr/wiBt+RUamDCcUr+WMRiazwTEQyP03sS8rV7yqDwqW+/ascR55Ztnry1DyLomwokDkijmIYQGXybY2UvW4PGEhjAvqyLz8YcbBG3F5es98Y2XFI1KMkdUgYZahgQIO9Q+kChj27Heam84/4KSPy8duhVbqzlB91yB4jDW4aLxLGWHTo1XcZJF/MK3zn0wbcIW/zwd8FQ+Gd+dMomjn/Kzxh+MFD4xpPKQzv8fVUvlrwYwy+GdZOHea9uRhZ1APn7HXpocI/14RYFNIVOUshVCpHEMWPYFPQNhSvQgO+kUhp698DGWDineI1JDJs+hfcIIKcL0MpeFi4A1lBlyRZ1RuptiPiP3laeL0A97f+FDK08SgUzVeI+jeKixl+9WyrEDxMp7/tRXPjzg94AcAEjFakHG7zMnXjZIi2FwSVjcZeHBDMxk8XU7jvaRomHPcMYxbKTLAy8tqnrFbTYs1wpUNHWLM1clkwhv4W+mLXF1ZPTEUpgoI6lStCBMGNzDReRhRI7wYNJZGscP3//lnfhjQnrVJcFb+IjMI2QgVWVN4zb2GpG8RToc3KVsA5rFYJeKSEFMaKqyDEgWcEOUIKf0ScKIUN73lRUMQcagmL+PC075tTV0wC33nERSAM8x9K5jBPgq3vQYE/UXT4kdZsbGRiFVN5990DqT9KZp/FV9semg2OZcXrn+BUEpkdFjDMIc+qBydAcSANMmNvplWKVP3+u2eHRPHfOIdOmEFVpZMXwkhg5ZTYnlu8Ng+efWCFlb/0B3ee7vNDOwZfe3d70GlvIvFViigImrTQUQpGmOFkMrWM44KbqQqP4pN8qJ9xLLHIDX5OE4iDLk/ezUclrLP36BB4SbLxVBzmq8xUukTs/4BSGpHEodzSU4DPNgxUwMRykZ4LmDJKYXxwDyjqZjAfMNiwAiwGkeM+fihXwYJPyo+M8yYgkSC+LnCH8OzBAbhiKO0xJpKRNBVvUp6EtbUMxlfhBrXEBVNh9OmEK/aSlTUbSRss0+McYfHbpQunMewXA8cGQC1BJesbJcqBcsa6ivFo2UuCQ8PBjx2hIk1xpXHK+gLyNo0Nos7yiGFnJMsnnvwhfJSGN7y152q2xFXq0mPtG2fnY6sRNIIZAVv5oD4OpivSgBLMcG3mbskleX4hLaMc4kS65tKTHdBLmsAmin7wTBiRLOs+dJWUIe+RUfEhmrytPwUWZjtSpYx+mSy2vE0iJlUaVZfVz075oBZS5kGCXCtmn5KwyhfODclQH/olj0N6K9AchWn68snZB8B1uHwEI8V7ltVB6r4YCYmoJFX9+5JMXvAqesID8cUdvlvicBIGWNY0cgTaTUxmRXIlGfzFiDFr9jDSXVV5T7NwwTv7tHbXn6+kt+MKxd1N5hw4yWWXhQGesKHQG9/hJAsvVhvC6WzkAcMQX/vqle7YidPsfTvdnTz7Uvd//O//iXzsISmI4gKKPQF6+D1w1rRhl28JLybJM8iL05oII/tvH7HhAwJ29CWBXBlQTOBd40iwoYOnRZDejQKZcP/4Hwbyai8yOPrkp/P4uewdDRzi6k9ioteTd/0iTKn4VjBC8yOO6QLKFL70cXkTH53hVaxWjsrbkJaiPeVHUljuUf7ENSvT86x8rAbGC7U8URLi2+NmiAuPmmt0Dp7SowADrBRKi8kTwFrTNjzm0ZykBt/Biwi10HraaJnIYVDTVk+3oqlTWmVMsj550QseEtbHaWCNb3biM+rJLjDBHsI+h4QrQ1GghDkcNmYPxVXSoSklHNlXVA6dJUAYnsqTStI8M02CUil+0+ClgSoeEgyvrCcYMw7z20vplWnyByehOiwfmRC+uVh2pC15LLz0KDlt+PHET77pn/l60jrf7K9dGai8iKOjDhpp9l5N56jIBEKtnwq3GUrp/ROhDfFJQ5xCRFx5HrqSufRZ0/SHMRZUMB+k4gv/JCWWBaLRY1re3R6i3BVkvIObElmZJMvKjSTCIa+ygaHbSOgqFvUdOTLV3b6zklX741yO4ChMDbr0dJFXTUEUX02Z5KAjv4M3eIhTcEkPFH++ozt4Wj72CuWTDZcuMob8WH/8jdKRCI3KXGSrerAJJ35gQLscQyIDY/DHjHtniCMfKQvR4Ls1DTbM4lu87HFoDTE4VLh1yHJFr+sXuGQg31PW0M9ryBA+cXQZESMgn6brcfJR8plo/Z9K0ycVyKAcXeiosbNvjz6laWZKMzCNx6c6RLjhP8+C1oPWn0jVWVBu+nciRQ+ZMC6lCIySjQCJUse0tipmVMAyNJwyg3bnv0e8DV6O4m+PPUZZD7EeYqVUt4wOsdPHjvs+dcy92zpHT4RiPcQKIp94Hz77z/FjnEm6N8NF4ax+XHl4t9ufYNXozGmEdbd7xuq1UTYknzp5lkWJppl+TgAAQABJREFUbDlh0/bBgScxSZ4teBVaiODbgvYgjV1O75iC2R64ffz0pe7s+YtgSIoICk9x7xFqx7kpHgphnIxp7+UBY4oBUxwu0XE8mof6u9VAI+CATCdYhDN1/pVunaOzdp8sZbvBLKt997kwQEHJIoSWaeUS5sdYUBDSo2ePHtsHPHPTA6LtHVh2ZR0ypBecyU+BFYbo8rNSSFMERH/ek4bAKiaoI4+IfZPwMKGPLJjwRGHIy0D62nYNM2zC7zNwexhyKwj136Ilhj0kQ/kqACXofZgfvQudg5pTniphXRpknt7dWV6kJ0h6xEWDSeoEZ2WK5SydPU8b3gUL7+Sr0q/8zUVY4liVUQoKlpjWtEa89KQ8Q7ExylMwjRbe8ym0IEkc5E4YPvkTi1ukw3NgeD2jC3uMblnWnJBxBatsFJ7iUtUKWQAF49uuOeTGhhnkUKMVo5TGd8opBFapugcxmt+KKNqM8tiHNnGjVWrNo/IhHfEc9rYxigCSNvtU0xiJld4ekeiWHRt2hsAB6XavSeAc0LBmTp04wjRrTQyHzyUvi6KiZKhzpFMxTRBQZWBZgh6wxE+nLNckAn6FOr7FaGPYycpCEfUXaVTakwDV0NmDz6pV5SZGCrnI+xhk8EllRyoZkJ8PfcILXpR/e79wIFHMVmBiu8lCpG3mWJ32GHc+lfw0PjQg5K94kAOvZVzZsJfjSZT64wvykfLQPwHxa/GlqTXW9kxFwXhCN615VE9VBqjJ9IVjNoK892JXhlHqBL5WGh61/x4YRvKb9Mqgklb5VliGkJMjpRM6yDW48Ax+4sE/wMKppO1ZlfcABxfzSF6+EE+XParkma1wfDe6ZXjqrlH1DyHiqITAB2H19CYi354/7xqCLfY/i2cOyDGieeUh33iHN7RRlk6PM2VMfpah+SgHgzS+yu+UpwHmr5POLpe+TDCS6uUvTJZzstdyN+t0FvVllZ0gHpVr42qjmqm1A3ZdsF5kfJTV2BYd+NV2PWCTR3aQkCIdAHHlZ3Eh+rxaPpwz8MbvZK3No0XOB+co09Rp4OxDtx2wjCRY1qAq3jnreI8KPQ6S7lFyw/k+ja5Mco5hhz2kTO8HkBWKF/NNrvKtZyFpDgvcqmWl0jIDK0gkGREdxqtGSoJsnIxpFAESn79x9dm+Dj2JMMehCVMso/833/1u987P/q5buvU5i0ZG2Nh8qrv0re90tz79gGX6j7tZDvo/hoW7tTHGyVCs/jMP0rtK1JOCVDYtv/RWVU7kZBV2vlEBS1UST97JIs40Vkr3y6aRlpGmbMCEQXixyUQV4N9UnHwLWTeUqP/us8lX/fmiT+AMQvv0gyj1Egv0Bb9KYvxUwzwbmPRo9Ek5NF9j6r6I4wACL4b73WJI3wBG8xwKH6AUHAjoXVUgP0iUdIcx0+oMwTJWKiR5HeYMLhZQHy94GOq3FTeNLK+pwFZ+ZZPKQQQrT1aDV2TWGti4UbZUkgzFgmvNaVlJSUe9UDmkt0AaFaJHD24yp71Dw+G9l7vs7ren6qHx65NsCQGPLFoCRZWQ+4ojIyoi4vVoA1+6+UZ43JNtz9Nt41kABH02+m7JISh1y7lmh+lcHaoCmbaCsxXIVbRZ5As0UpNGQ1PZRzmSh9M9E/i5xWeSnm3e4ZFhZTRKF7hSF3yqhCakFbxUQjnJiBCXzvg/jTVTRO65nXClKryVB9JsoiwcCpExZ6IrUIM02jaM1fNKL0NNATxdm5IxbTMU3EqTNQfi6j/C6sQuskFLpQ2jRPcO3H/timXnx2vIONtSxCcU8UgD72cQ41FlUj0psKFxrvoqBy1x4kma+arMeEaO4s17KQziQIAjHpSz6XU+XZXvaJE4u2Ws0lZ4UJK//vKRZHnP1E5vKDRYFcX4fR4tbejr0+I3iC8kZZe8+9Aet9ZgVZ1ShoQpb4MH8U3R6OgT89C3D+vDKaWkTeOUeqZiRI8iJVlxTny3eLVyzs1rwLcDYrvjpQDezCYceZTyEZ8eviUQf77NO+SlgzTKPbIL3AxlB2kKGeDAEfT9vEftTlN/GIXdYO956hlgcxn7/gxPDkaxjFOvqFBUkH2M41NnzmZUaJFOpkdwmpfqY9hZD2fYqjbKmQYaxLyw3mMusrbAqWivXDrXPbnL2df3HnQXL1yIQcLaHRoi5U/maPGqYGCQi4uoEfGXKJltodvIKHg2nn2ftgoxLDlEJ0Uh3LC6606cJUMK24VAFqLIexsONRLWmtVQoaslehcQ5AQ1kpwjz5z/fcR1SkcY4l7ltJ49CHUTfoaNKEzxda/lLvsIz1x8rfv9y69212/csG3neDmMh+dPuqP0Wk9wUfOH+K+i+DK3BXyNidERjg9j3tpVmaGZnC3oRrENtcre36G4UfjwMPUMBMS4WcH7+1YwK24RlUZBBr7oYimW52D4TkC/yRFfXja49rYGTkQU2BelhAiWn39Hcrg+qahcMYzwbZUqlV4YOuRAijLMiGCGDGH70+EhTLjCR/sl5Lf+I6QDNGrjtDCLXZa674WDFVUJBA2cIeRNoQ3jrV9926OzTF2HALrMPdN3I8zVuvANZehikXGGj9/95YfdH/7Lb3GkHEfF9WT1D8GRE/mTJit+Ud60N/n2Dk2PopsAvgeee0D5vi0hKVycc4TtIx5tuAUOaXiQnRrFoeyUF35NxmkWqKx+QS11pQw5EffoRxfVSA8nLIEgRwundznBCNMa27l22W7ilM74gZeqU4+5T9V5SOursOj4plFTEVZDa4NLD4T1GG73iTyTcy1yIzJ57oobaXmApzy2/ZBv1C8+FGFHCEXZLS3a1R5+MouCy7A64RoZpOCP9AAWfZN34FuGjjQRSnZ8I28q4wzD4Snu8t3Vv+6bVsZcIZshQBUk//wvAMtsly0quccYA2SWuutBCgeu3mZvKQohiIYfJjAdT/mfp8QNOcvaejHoLYqLyfRPGskg/dAvDXD7Jo7fg3CMCmlUHlPmKhqcfJUfg3h5L3nOSl+/+/yCC2msCeJGUF83Yaw0+T+efpIP7/au4EJPRxld4/iHfKLp0oCJr/EJMR+zrDKXbj9IYSeMcgajhHt84oSFT1iTE9sEDSPptHxMpiHriXZuXduh8dphz/gGZeJaDveKz9E4HWVUZoeV296Qk33FhGUcxoJVUJBDMup/PuQl/tCZnri4cAf55po7CFzYxVoj2rLgCqJ75JPNa2xJvHThTfgCveNPu5VHT3ImgPjtsc/+4tWr3BD3oNu/s0ieLKYED7Pxl+x5RCMBzzMPPKyHwd/uGNcjPqeD5x5wp07ZAd4dQ2Aug9ME9WJcwXcimR3bhTxcspWPhYbQZy+cREsjfyxglaEERtD1xllRyxne88VncR3LvF/dSQNnYeWyZ+d76TGT2pj8ft0ZYr45F5co4/RmSyg5RYgzcs+99FI3d2ycPYe14tVehYKpstl36I1e7fzpl7qxhysc5HCnOzYNuylslcxZDia/gUWyyobuTMQqUOB54dIr3f/0P/8v3Y07N7u//dEPmW/AGCC+NM6R5wmOfvNYRit88eoA2A8YQtCqLoylxkIO9hHUeo/HC38MVnwjOH1YpeejsYWnijeC2/sJcRiqDYhOIc/TPyaIkMbrhT8V/wXP3/ipzJt1n/3gRTrLz78NJjL1/8FJzwA+cEW/aOyp5SGfBgqlz2OYd5GPPp1iKTxxLLkpGc5KTgL2aIHHUd6fc/vKf/7TWxyzOEsltGyRNeqGDUE7etOiJWcao2pIPOhi3Vs/UJYadt6T6lnI2/TqnmNEeriA577qt8PiMg1Ba0dOEMOKd+FhDu8PVHhI42BPLpdVzM13J46fQHkQxxaMXpB3HnuTzWoW4LBCnMMzfrR4n4Zvq/vbv/2k200v2LJwnhJF0+NrQ2vfIveI4pcTonjqlz21CLcKNrxSQSqQyJqLIuWZvVgwCE+ybxjrfxwFa//Uk9I0Rh3GrtXV9NyYB7P3Zq8/RpAFwM9eZZWB+oMwjQd6nWnAiKLklIInf3HA5RSrfQ+uoLdCxPHUbRsMFTr4QYeIAY25cOc2kTvibD1lbyvn866juIWvPnBeuubXiQt8cYG5yWfwRy//5TnwzQteDa0vBvAVnUi6osJg39vfvPZ/rOfCMQPxqafR80qY9SyNfG/k+B1o+XMIq3gpDKXKxq7iVY+73r316AyjexpCHr7h+ew5bAIwNiI9ZIsneiM9WhBUh1qnbGTdhYJEmYK85LXDsOhYeD5D4+n++B1k2dt61PfeEGXaGBUSRdIpephjdF62uXhh1BPATG3ng/Ian+YAj9QFaLGM+Gdepv9i6bzIAHHhNC/qwczBHEYYowUZLdLwRX6RSfHw0gyNhG/8s+9wTeNqd+HlN7sPPv4Va4g85556ibx6PetT9m2fH6HB9549GmvHYuWLrj19dwRUvGu4eLQ7yRWPs0zBbrCO6YBLbmqnKoand9pi/DltQz3hnE/O85znOqj1B7dBiOEpEJvkcGxPTFG5a1nZyJzhQOmvX/0OBbbW/fzv/g7GWbxlmUbUsFwiOJJvRRC7njduFt8CCXyJak+xBC7WYRos8m1CD04624dK7l9ZnuoewbK3eOz4XLe2cq+7ePq17pP7T8GbdCiBrJa2oMlzlDN6N1mCP84BALscAHCAZayFMVHmN3hQ2U0mfNLYs11b3wb22W6XOzCzlxFOecNHJthRDhbBJEp4B4VnL8WTbjyn1SPYJBkwUUoZ9+N72Cl3Hjc3xTGCOa0Iw+PRo0dJkO0xJPYkIgHJ+2IhNFEmHmxhr+/QqAEvlJzbDKT9wFU98kw+ykPfywMa5V/xteFTFjKCTVlYsVJ1bGGI58hGhs/4UpxhS+EiARRMDTFSg8gnFp6h5Ju7hInjmEcUtplFaMlbxvwGVw0lMmEZxoGvWak9hl2CyZc8rPChgXd5mROcjDvIh6pCWQvSVZQ2mrpsy6CH6Sl8I27ox5J2bmVG44kDE8ZoIM2VvmrKKT04VI04uj1kn+uz5rngfHWVQ849rYjYbh8xf7cQjXlIOg2rC0JGMCS9KWSPRtLj6DzS07pg3bLR2kXWbGxhP+Ki5Q1OlPOlSxe7ceaWHtJbdb3A6uozTulaZXEiN1GRh3w/oGG1oZnlVqqVRdYU4D85g+JjfnQGGTt+gnOzkfNttrV4GbvKxztSrZeGe+esvVtLsB2sIY1Y35HfKHu5DFIqP3ntFXoOJe/ClGyZgb82tOnZE2adcBhdEZSWTRo6L+8WgopeebWe28vc4zjDeepNrbOAh8q7BgK0Rb58Ql/OGu/lIouSeBdPfzVqlGIFZ09Gov+W4WtwgXZ7+ZEB8kSHp57EGFcmoMf5dN2gl2rkYIsRrY4iTmQt9cNX61G8JJw3fsSpnimv8KaStKd+UE9jddgwVr0tOKYlD8CkcwB/zEM4dnKkr6XjJe+E8oRf/IildzBu8QzXuPC5Af+naXzcC6ywOGJOUNKZWh3rL1Nr+E/S8TjODUreW/zaq5e6KVb/bKytc0HEdvc7b3+r+8u/+m/UC/Yus3/5GDx8iaM1vR7vNsfGerH9JjLg2gLrWJURoybTaFf47L+0uowAZdsa+cNh5CragrYQ+aWx3tuj7cFPObYtUl7Vhb6IazqBlj3QTO+amhyyY39pjBFO/Cic5HXs+KnuBKOa97koYX2N0UxwpTKgkhhtgnGTRzk/fG66m1vgCE3uSrYOmk/myXk1erx4Lz7ZxIizeJA7cJ7Dn9kz6GdwdzR0kluLbAk2kXvXX26S0N4/DdA2F0Nz0TEKQOY4B7Pt8XAKN5lKmP4qivfffw/CAJqM/QMmPogaaYFALVetGJlT2z/I1OP5+HZ/pg2FjYYV3JKXWWQkgC93IBorSukhnoqvMmUoGoX5eJmTizp6yjYS4sMvBSNYnDnE+cAPKpNb9jWCk5PyFltyofJ40tHGFqe7IDT79PRVRh4/JqdtrxxydD5hDz97Ie6dFb/mSuD7zJtn/3Qe6+jCye4ok/fe8qHyylGBCHhuJSEZxxGn4RBXwy1Uh0IUSGnzpiEPaLdx9UjEzU2F0uFpy0/8iCbvwco59lIiPQ9ewOfLPquCkA8wdVIiPP/5ZUNhr0vFIK3eA6yi3qIxEUei4irMt3z68v/aUSIpe2BIe9yvQ5MPmf8i3J6KGRq75EpMpAWJVz4MNx7bPGKc0HBuo5D3GQpStsZRRmPjWKEl0DG8IDMwwlylRG1leSsXvNUIgkZGcUhc5Mke5/jKN3PMIQTkPYnhdwzlpPyvP2ftwDoNt/nT6/UyggOUy+9+5c3cr7x49373lMV9G5yWtc0ojHK6y+lD1kfn24IG8Le5CH1sjEUY5DOBIenQ9DZCoLHsWgQPI0ijQRl5mIkNTpSurXSrM77LOODW0DafuvBLKpWmoiXzxvirhOwh+hQnDY56Gpcw/YUH7CgmPA76bWSuz3AF5wQ/1CRx0QeEGy88izoQilQBry+PwwMrlG8RIBi+idk+BvU+jaznYtv4Wyd5kCflwMukxip4t1O6ot9IjmfkRyPAqQHj4Jl/hlV99llhxosTWRAwpnywUc4/y4cg46UBNnIPp14rfYOrjrRBkZzM5QNlgiMf9zEaEI24lmfqoYyFPxpEdmiSf4+Tdd1eKCwJ/1G6dDTqnONa+S7OzbUSDbOjlzX+PE51E5w8G2ECA9Q90uI/z1SbnSSNABuicQQQjmaUIUaU85UQUfrD6gEfgGfYKPI5wwrxWtzZpEkuW2cgUr1h3siv9SkSBBGulzfWb3KG5OAcXhYWTnvjRPdg5QEpCqYN7+YmepA1A/LYuVleSHTQHSeue+k/vn6b6UR72iO0g085Y9vRE2QWsuF0nPzUKadwPeXrt7QeOcpJZshNrUXQqKFEkIH5I/PdS+cvds+XH9NG5FBurY7J7gkCSRx+iDDMlh2Ks5VPQJ47Or9wnHlWKr3+VbXq3YzwU0GN0DhhRxfDUk+wUmkYPAbQBSLO39gjtDLoRDa87KlqxCWw/6NQpuBgkEWzQeFNYqV7o4x3jB7ATOHkkAKHjMUZ+Bn20gqX+B6WQuJclD5Z6OImfGiWIpnknJvWpAMkRICBxOSECPcLq5isACNThmLlWxHgW+YxwE3LPxYqONpIKjQW0qCgxB+8bHBT3tgkKhNZoaJKxUGYzdfVlN5msYdxYgWziDVixlAmTP+FZ2NM/mePsnMQlNkEQ5JbzEU6r5XLpt0zKmG/hZPvzeq3MXCzvz+HSMfhqbyCJJ6UNEJrr9fKO0ae9jo2GDq3UYPa3yK3X48SORh4Bxu+lBHLXIJ9xZ8Knr3LIBOh1xv/aS4nsFI7b+Kdk5EBh1nlvzIGB1WWUYDKM1aTw7s2HNKySxfXUQudw5SmGShLeOtlBlsjNFoYYha8tcNGUiMjacxDBlnuvZwKI2fMjrGOgMNcplgJbzrl7IjD1JTlypMn6i8OfJntrr5BI8u1cZ4wNEOdHDnw1h+uXmNY6ik3quQ6SFBUruSMh0+QA+VEA4yM7jPEavmoSGx8VMbGsBGIhPtU/sXVH64p/Hwohwx3Nf+iJTmFruhcaw5JcxgE8AAfWQ+viFC9sJJ78dAwTYPDuxd521MRbuo08ZGsfO+CzyY9IWE7CgJkQvxLFvXAP9klfpQz/AdS4mk4j8CHnawyTbLkkUMbSDcFXyz/LXuxAGyLg6ynR1C4G0xl5XjOSgpR4G3e4ZOM4Ut6canboUHeUO+h0fjqJunVCA8/DCVeysR0wuxhFFw8ZaAUBB4yTd2y/D2ByjLU33RNztRVHrKiG42swwNw05i0J6krHprOL+VTI0TZLvz1NZIY5z/eyqXrT8RdnbNNb3iKM6ApaGQLQAFqLEcdyI9Rnklps+EFnHP6KY3QBydQcI6EHdCtsxOROjGQOWUSXNWP8k0U0XHyxAZXeE63xEDm/dAZR5jkqwIl5htXv9ItPX7WXbp8uVte5JxnxZ8+pafAjU5x0TB5KLd2DHR2bDQiXNfw+OG99Ng9o3obPC9cuNCt3L8bPMgG59++zKFZfTtNA62zXtkmZd0GvE1NA/YkRtI6T0dXnnIcpsYLeVKoGzsImXeB9kqGxFpGKjcbJEqa95EMDznMaeFrwanc+KCRUYAQCBimsEZJTVrJYYRRgCfDvGTdd38ZJgVZ4Qr9NzoLUn5KLIpea9T05Wou7OTJ08oe+MsIyE8w55ei/I3r3JgNlU6hzTv+EXi8K77hMpT5HYYSPdB+k56AGMoD62asc3JpCsXe+ZrCwOXVnn0q/dmGQaqBE//KIF7tXUG2Fki/eVYlw0tFxb9YdQohaRVjhXaCsso8l5CAy/8hZzxpl+e9kgLvUISQ6d1ceDCEk/7lVwB9d87RG2dsiGxMs4WC/DVeYkG29KCv0hl2h+XTfIu+IBx6mv9v84SusOgwj/AEfsTwgWrxTW8fcC2Wadq7b6GvZSe+poGW6t3Vu5W35ItgAJgmQ8UMycsDvy3jwCJcuQwu5CWK0/bso+yKX/asdMZpK041BFYZhZBnWexCZRSXSYbNLl++3J1YONZ98sknHIB/pPvam1+lPq3lEom795HJfgTE+4hHXX0VmZZK6aFckPN22EHhJe/49bLfRpdi/OGvyuTh33r2cWPQSiv/BunVs6Gm/ioflVc1EAkSE+CFT8qxPS+hCEt6xdGGMXpDOFHz/c1c8tvEPX8bwDyNKwxhgwiYq3Oce7bMVNQaDlkRDc8T28im6vUSsTJELa2WeeoZ+LWGT/zMoJ7JwuophJSzcExjel39TU4FQ7ngB0rIjHB6PWFk0vqzzBs+IslX5UeUvKvBiGOd2/GY1t43vCO961QyCkPmlou4x4l7CrLXaQ074kXGkAuYFD1YCfgLPHky7PySj+o79agXFLhtRhgZKSIFCKJeaDj4N6lcmXfLT3z9xClDwtP4dzWwxqYjhfp7ZGvjYyL3fxLf9gYnff+Yy2gKkG5xAYrzs59dv8FII4awaJHY8oCj9Q5iyr98kofW1W5vg5HWdaSJS0/YLjqyU71YR4C+LHv5NcsNXGfPnocn1VZ6SNEK00ezJ4ANX5SR3OIkheRj466xSNFV4dnqloWApQ5CMyhZ/fzFAUdl8fbX3u7e/upb7JMlvkgHd4Zl6FV6hdfJE9zUAVEOhVnBLaASai0UrbBisowkKAT1OURIFdQwqXIlTgl3NSBacuBLWofSVPgzzvEw3JACxFBIPBa4WOm82N3eWFyA+kfZAKc0HvR8wCmFbr4iRO5eMeWwqXmVOhIHhzbs5VqBHL4rPiGxKaiD3sLM4rG0ajAGJ+0kFnhgaFkuMHF+9uwZrCpuE7FC8gOjCIhvxtWVsDmcMsk83BwN3yzTC0zgZ4gG/hMnCifRey5aXpV1HlZF+aSlaVkUjUInJyxKlZXzIdInbvpreSruWmwZ1ga+7yo4gY9kjsVyFWvR9W/h67wRjBd68kp+qdTEcazTNKkA5sY70bOgDN5K7+FPo8FfT4yC5g8t2SqS80q5C1Z+E2bjSFYFV/Hm3fTZQI+vpUd3I7/ggAJxXlUZ8IB5r/baoZJpiZasElWA4JvhR6iy0gjX+RifWYkt//of64dQUhpIcopwysOnRmfKyvQ0Ng5d2/Nyzlbn/sNzrIFYY67r0cOlzrtcxf0Yc8FpEOVhDt0gvjjhzDvFHYWbkhBhMqb8SOuvsS0r5cVXbEQuIJBJiZA3sNBeSpuLN16VuXQgDeThfKfRI9OkMseUN1ZulQkchr2ACd/sfUtnVn07wsC7fAz+MgWXekR8p2Q86EF5MSi0yW/o8Wc88TRX8UArkofD7vDeeipijF5kyxNw0sD08AhJenWG5VkjaeRF+TewNa9LzqaRn72QZR8vAJAiiSI/+S8N7WfeZoDsIsxut3JeXH5VHOoYOPuretbzp6gEJCFETV0gbz9Ci3hAT/CxF2H8jNkTHx5qlPhLHTQu9NcPHInqu2FuYXExp71jRxM0/pI+klz5trhkQjqrWPHh/uKD6DxxkM/WL+VkgobzOAv1Lrx8PvmQqs87jAiqwlIXq6uOM+Ss3oohZUDv2s6K9JJCT9Ud4TU90OK2Z9FYX/LdOrW6+jxrAVzIKKeMY4fHxn0cg7R0iPwKpimvqg8j3cvnL3Qn5o9351ijZGfxPtM13kLWcFAP2raooyzPly9e7E5TT623cCP3VJ/ifuVxRxb5lufHmRrUuHA0yfL0Ss8ctigT3T5gQag0RSg9tLwHu9RNhfiTTz8hoXOLWO0AihL4f1g7sx7LrvM876pTY1f1yObYpEiK1GzZlh1JcGQ7E+AYkRPAuciNgfyA+F/kPshFkIvARpCrxJcxnABJ7EASadqmHUmWZA7iJDa72d3seaiuecjzvN9a55yqbko04FW1z957Dd+8vjXstddW0Chfgm7cuJFVZ/M8YM6GD0oDGp06UQDFagnShssYf8ny0GB6T5QxK3kaWqeO589kJGBjkEpIZmSFSfMDLds4UBviE3zl4z69DuHYWyxcPi/eoSdznNeM7idOXGmSNFwPIpzKRTyh3WfXOq84aRKjUEpWxSyehJGCnhumVO5ElyO4zDtWt5gZ2KaHN2/PitBhykCce/IDjX8ryfr6/dBiT3eZzTmcIajnlnLTOOIEeQmQHAPzXj56fGBrjQJuoYxXuSQBEqqSOnrWKVV5e2vFcy/X8WqgebRgRkLBm4avAG34jCs5JeMn+kHr1u5xkLMjAbA+7kiFVRYNdSMnmYsneWlOA5pd9ajtaS8H1ASnQjO9xOpVTIPAKIgeefTX7K54qMqXHrL4CKJ0hJdFJ0Rpq87a+Am6ang4owT/5EYHkZkScPou6Gmmi92Y/sdvvclH3TeGdRzPNRzds5/6VMpJg88161ULYPkXVqvuVDWDF0e1GcFU3YThjE4WcDouMpKfTGVhP/m6kbRS2DqlrdfoF3nIFMH6PZZ4IvnpiZwzk6X8tAH557CDakOXTmQas7pO3SOfj0PygQkV5KEIZcazMPmZ1rh0GB+74iK2zZkoCQhu42Kf4k+cUCzGHzTsgPf+7vqwgwO2I72PzKmN5Q/Are7T4YUe8ShfAQQLwNNwGzEVAp+8qbsNp/zYkBmnLJRLOuiRCzS1BsX0wMeuDGnwxY3sUucoJz/Fn/RpP9YdnzOiF3pYvYMbWAWlyYK8wgq9wLMeg8Bz/LUjL3o2Wsh0kB872b6CYwd0RIudRxLygt9UR/nMJLh9ROV3jjPutmAL0qYiq85iU/hmBz1LPDbRxoCSYHp9Ns8CBSByJ0/qmLbwM4PlWIxKA7vL4Ooun/Scg+7IHTkjwBzV0IIF4qwnBjvS9zfZ8GTnRhZ67fPZStN9fLO+iU+GDqRUmfk1zQ0xfu3X/8HwrZf/mkHPaT5feodx/SwjWhb1rQI4zCMr6l9/VCDPmpId8ChtkedBTg8afFHe5xk+h7MimcfBiAbz7LPPDE88+ujwnW/9X1sAUzikXsLomdOSq04NSqYy7WAvTyFrjBjWDg3MbRrKbV/vsSz/9swLjqA0QhVhTBmDGEQl617b0KzSSH5AI3mDnt8Gn4VbDvwCZh6djj2bDT9dhZEZYrwqM5BroUieEcgruKTTKqphy3tG9DyfiNjhA68ViiYOjzQqkd1IjVQaM6UFrsjds5XETgVn5ZLn1Mzj+4H2GvHglBGAuFVo/pCT15lqawYDienlbg/uzuWMQ1U68aTc+FxyDi3+TAXzKUQX9KRRSZnKYE6PglUV3UqczpdSmcqLZASSOLJQwetQd6GbzL0aR+ZkcKXhoTZziq6HXVYFKfpD9ziTFXnCVzmU0i0khiZ+c5FyEk4oXpQpJSIHS6JnfrWBNA4+p/VaO2j5bDzTy2+yTKMESKfX4uxsoCBH59EdoM+z3RAiG92jtxHPf3xGm9GKusVmfFapVdr7dUR7+UN2mWF6OI9VcIzvvfP2sMbrEHay9tmAoVdaN/EbZQUfOgCvoz8rckYy2iKObVY+0IXvw8+hJ0enPpsVhrTaYSwZavXAKM0rpjTmjrA0FBt3/+wYWPcUrjMkuUY+1TjJDzHYd9KhPbIWFmWVkaMq32sVp89MjbO+OJKVnswMcCZ3bGSsXxMN6ovDu6ofXOtXQol4SXG0CVyElbzq2ENaHJkq/+yAxfRiGqKWJi7zlK9ytCjvSNlOOQSarg1k8aS0EKrjU/C9ljZlEF4b3DTO8ol9VEdEuHAoucrL6+DiUhjtJC0VCmaVgb40rvAMPZbTn/pOrNc9zrrmxyhS5wCipnx05hUZAdXl2TAgl2hTONKlovPPT6M15dQZMcphl886roFjh8cbDwT1YEZDo/OFT7Pq9zILVhuPlVi/YrdA6XU65ZNcFyJtUBp9x5pqBzSuifOs3MMTcsisiHyCTX/78z/HzOzSzvDS//vucPqRR4Z7l1l4yCcs81gPgrR7/2PLlNuiA/KH//2PhsWVxxnVCwU7g0dt3MNp5HUGQq42duBqR9q2dJkFkFk7bW/O5432eAw+Z92jYvtN0mO01KmEADTPhx9+OFw4/36eXy66UwuVLo0qHDo+sKeQBTvNCWl4GoLCUJi94ZbAGIc25Qib9JoM5V5lJXimEoDDvR2tx/YW7SG5WcW92/dwQlQa6OQFhmGFvIDFeVUFiRFTdJ4FKPbAKpRRquCCDjqUgWlWXSU+u/eooOSQduTSGn9hwE7whC8MznzmjtqbIqFUjSfEqeDwrLwGXxXadu9oFsIsrfgiNw0u8lpywRjwtpB/r7xkRi9M+2AYrtoWrrMJ6Z26CExiCBqROwKJi59GZBLScNQ3HM1r14YzXlnKrV3VEEKb4BPg2crKYWVO5QJmNRKkka9X5PAo2Fz4W50UYZlHHadcA170iteDYiWSYDXv0VAOxHgzW6blyakK91Q7JV5nxxfgi8ujlRiD1snZ682zbPUsLejXjcjl105ULMI8hDhFdBQSck+dgNY0XkDPLIc9CBDZoXI/VaeK92n9lIGfg1PO9pCz2Irrg73qJDnSdAW5na+7LHZykaAU21m7eYve9t1b9Nh5HYFGpMYDVbljgKFOtHKofCoUP8RDg7M99ZoEzkDaINNOQKZmwaFJxVGoJ+kHRDoM0F2PGiQdeZiRczKIRpnlBC/KS548tHtk6HXsx+lipo133DQiHoK60nUYCGKcDo2ORE/SvBJjeKsr6ASP08d0tOd4fOS0rp3r3kESatEGfeocv1H+Snr7gU6gJ/DRtzak//INBqe940vhXf+UxUQpF8jlEqyPliNv4IsTPBlVKQ3qpSIp25b3wptFj5EZXBGnYEt+0Ait6mnfBUjh1WTzNBl7Ob4WnnWe8nRkA5/UjsdyeQRmA2oAl6CqTsb1VrRJ44MrUROCljLKZAf5bumLoMvPXdsePDwozdKdjxs/ZJelLRrnwAeWoPUhZmloOpcPBTctu4dlcJYvOz6pLGcqYl/4VtY97OH3ITW2XzNQYNTWqQPnf/IGnYZ7LEa8Odzaf3vYOljmS1CPMetRbQ4SjbzEKQ2uS7jDo53jo1Pss73L665nh8dOHx/e+OBDRvbUJZ+7wJH1x9d+bKe2maVycdmcrbBAMrrhrDAyteSuGGQ2bLJQyreTJNiq5LunmBbMVbplNG6Np0ZJrecauCDl7J89ap1IF7iwMZPEOP8/CU0LltLizIHGNSgbQR2Ajc/6BisWcVQZLaJzyRU6ueJINCqfgVyiN7XGblB5viLNgA9F0he8UmGdEgf00FP2HTw4ItY4rq0UoSVR/KgDKy8VjWvlQkTi8yML7XYcy4XKPsF7j2dPHR9uMdJex2h9mdy9YbOqkDw6+8Dq5aUJeIXPTgQ60/E1zBlBS1/uyct10iwfmrjotKXmeEscFbPyFSJl0oOVPR0QeUS3Ok31KJbKZxmugNP/TDc2sImPXkwHbEEuPMnU6OgpHe+DZ0vKP7gjFnASpV5t+xKIkDIdng2IrP200J1Q7yzIk04y88V0aJwtcQ9epzh7XnmxnbFZMsSmxcuhXWcqVHl4zQjWumO8oxofOWhnHs5iuKLWLxkIO687wI/vKpo3jSH5IheeRzuN5zJFvDf5oZRDfXcazGduCAgtICkraPjS0DJdnIUZOAJXu+sPMrolrzVSuhrGgpVfcIiWv+IbuGTKIXqOkg1nMuQwMkE6oTcNEK+HsGDQ58tVCPpTUdVpyx4DUXbS5blTEym0TNMnddwP9M6gYERnxs5nGkToEUbPAyHhxfpluo+UeIEmdklhzvIvD8qWvJlnqNm9tKZKSeMzwKLURSbRh3zCb/yFNqhgvBceNhW7VC7Nj6WMNJNOWsEteiE45aVbEXgWYcRhbvDUt5+JNsX8HOISfOdXSqssZ9JGrv4KrJTypwXhy42/2AK0mc+s2pk2YkjHxUZDuUGMOrKYLkjUk2D+DrMSHHjduX2bR5H6ZAc7FS/WXjRPfYgYkzgBeOhKnix3KKCvuYURb5+cHRZPsnCLV+HSPlCXnP7emttgQEPHgDUY1qXoCvqdsXqKrz6tjJ7gvaDTw+qTzwzff+3d2ARaCW3SVxJoGEVOOR/B7NF5vH37/nDpg/eGRT6e49su+g1noyy9w3NZxeR6jQUYZIMXlY4Q6XFmQUDjntgI0h10oG5YYwPvAwjdB0Del7QcCrT3EPeKEDKCoRFIiET40dlocGCNc8KRadw5NOoYdinIxtSQormqG6cE6o1O81XqhYuXhhd5odrtIpWGs7pqXcNS+bidCFWcfURbRq2T85+flj9nwUquYKApLgieBFvGx7WGCC4NTPiZGgJGVWobSHIrXT0UJcOa5Y0vSBkt+cGFVXao2uadwjUM0J7z1sbBsDZ7D9jQTc/pYB4+0Es2PbC4tNqIWNnsSTJ14ZTIuHJJaz/sMuDM4zzsUVuhod2Rc57DExMOgOd0rhW4h3EFbbBCdpNDh29emqaxXOwsR3XJV3SE3wZWo9YqSC7xdGQ/5axMp4O4E9Oiq6MxyYG0wmPoB09sSX1JQ5kX6dpG5dNWM3IlrxWL3lXk6ism29ioo0wEE+c9w9SuofiXh0aEDYSPOIDFP41ksqUiZvYBQ/FrOm4R53NYz0rC1x3UoWW0IWW3y3STo12axIi8Hj+wGply1WhZcYWlbUJD7BDc3KRxr9jSA+m9wcqjCcrpHPo0sOR72MgGlrIwQjEUC+Nzu829uaXZn3S0Lc99GhXiInv4SR3UhumQpwGSZstRjxWRDW0eyXDOgjcEJ2+SEBqg1TpW1MBzkIp2Yltep0OKzLhAT9q8xKBj8QmM/5TBOVg377BoxnhnDwpfs33irB8ZmXLusxraSmlDmwG39Vj4xCcY1w5tqPxnlTdeOOpOSUtTGix6KiRxbccj4PwlgvK59xeWtAvodxSlDpVBtZeVbp74I4F5Tfk9HI54DXmM5UWQAbv5igA1vgXz1wzOpG6EHtLFaXFto68niMnboWFPT2l8MFRli3zhe4tXhDZZc3B8lb2BSfI95w4/V9Hzg1A+WYwK5pUwGtH7Gx8NLzz5dBpQB0T6VLfkzNoh2iQ3arGTGR0AfJYB2sULH9Awrw1vsyHMwZWP2BOZeqk9EVKvcoUsVUQCNhpnV6PbMzTsp3gD4O2LV4aFM37Uggadd5av3riezWEyk4Be1Bvfo8UAFLajJAkhshtPnL7CtsIo8QQKIrEInHujpcPKXoY4RRjxOpzAJ5OmJMkdUsFrv3ZrOj8tSgb7C86hye40iHVX4rK35KKtGR9Q8WKpvPRgfu/FtU1nwV5O3wxdPKIKTzI8FVq3Ib23jj/KafxbLsFiJaww5HSY9S+jrMMgRURmedfh6WqZpmS6w6nKrFYtAVIeepvTKfo19AkwK1x0gsOKrCVkkpzrcgIae6so7axDfyAzMRmRNhziyqIHYBqlvsZ/REim+MRRspY+4gyc7QGn8nuTo0mLTOFjLLyU+Nifbtjj7EFMdtlyFD5OeBBEJ6fwmw7uZhbSMH30DmAcqp0Q5D+DE5nFXtg+mw4aU0/qZMxkoU7D1nQ2TavxTsu6x6o9Wy54NmtDqS3WoieJcXQZFrAfbcsGzyDIdIi85cbesHZl3aTWZTYntJCmrIObMtqEuyvltYl2H1paPtProAw0KUbvK4+QGz2itYWzD3VEyNEoP9oHbjYdQBd9+M55nDz8dVm50j/vfzvd6Gtv2J724qpiEMd/xIfocxoeeRH3ZCcw6CCgsbH8q6GyklWjGtsFLsChgQYOvL7j78KnrDcBXXWGrWfQDo3isQM7gianw2PHxHXavffodhK6zacNxH7KmIQBaUSZlzLCyzU6zbV0V3xmQ4AZp5lu3YSnsi0B5T+yDN+UNYSWigBeLnKOr1CeBGHIV9FcdpSE9hMcVXg6uuD0eM/A67AAiK6FTxx/2ku9h6sckTX8S4NAqkHuPJXegoji0mWnVVuuhnki86xnkPEWusa91aaKnwDpWY6cLcGGEbyCdJftE7OiPRZVvtg2UTh2aszpblfCzK6ENLQ2tiOen2ZGEVt09kfeEjraCXnBVX7XTgbbtl64OOwAc4eO+LIdYnh1ZOs7wzvseqZf2eENhlnw91ddESqNKZWojAGYTvVwxBHY86RHsI21unOHL9Lf5EXc0KCCOFxBpuD0huCDQRUBPK6tTAo8ioSR9LYaA6YlWMnozxvSazC+GZuOSZtCfNBjZUHZVHJ76HtMC+z5rFg6dFkBBx003BqAT+1iCKG2kOIOyQt9xQGAFVLF9YbH7SLteEDWWCTSNgkFy/ex3H0pNRl4mX4hE24lvavwrcMs8KToWKUPh8dBUsnGxS2Npj41GENrxtzxlvG1SiUH6KTipKeMJCJQdg6p1U0OIVAhIcRKY95yuUW6zzV11Dr2bEtJDjfD77B1lgq+5A8uOjZyoiPwWYQjHPtBBsuIy9586R0mUWDniwSSy+HGNtS1JUIXaLhOucSaACxwJTlDo5YgGDAnwJfl6vuzOL2WxVN9sCKZCzWwwpeVmULKwRIugqIa8AUaHTmOwe3YwR0nOwVP2MFgWRSo1NNIQKCVe98tj+zGNr6kUvuwkzXLxh/qzFHy9owbv1SQNz9KnynFyMd4IgHolOcMj3L22UZpl4qrDh1h5LlpK5+T9ERI05FC0fhs921UK492HZoljbiyCS5CdpUILGkxcE5v33sLJGAPSMkVrQYdb1b0Mq3m5jRZBKjdUGd7vRC+K599fTAdX5etTgXr+seHTotc2PlX8tpZNXI6SRtAV+66cCi+RR1DM0mRgjxZ72rhovWhWNYOZKxsV3blqcqSy0R4VetaovGkN3KsZuok73WCHwJSovycdlV4tI1s8RdohUPbCvRGhz4v/qrRHHokflymLiZ0NiKMpmz022ERlQ4VsGwg5LUqkZml2Tg5msBXPjmQ3567ytkujFGMLxSVGkCWykIYFTpddYcsoF0cWzRIbgqRqXn5UUa2EcCxnZA2PAJxdFI7TM4J0yd4tINobsvqxXx9aJjlPXO3PWVEGZnCR87gyQZMUJhHarEV6yGvgNJ2PHqaN1cYgW7wWp8dNB9xhJ/gVjOdMzACM/wZZTr+8cTxk8M9rjd4FuvCNBcQO2Xt4xJ5cm9phGjLJjCEq4HLAJkFFiMNPCoYwt6jsEPvYyx/3qMSpdLpTEAuCJ8t5RkjZSZBiiqYPrnrsf388MolY7Z0MZDQJa2gy7XklsOMk0B5VvQ8J7acAU1k9MWtuNNLUpj8qaxSWHLyY6bmzLmzATGk3JhwLsBtUInKYAfFjHZwni1/Eo/+TNNOGrqmMQNG5rvF2fiSJun4mJAKQN5GwjjXIeMmsTomnVbpld+CK4afFczbR3tH8xZubcSUspWOP+XgKT1VMzScgcG9RX42dos9mMu4jifw/hY/5ZDFfRiu8FJZtQng+5xVNap7X3/wo9Hq+GF4Q6NlGq3yHKfmfVgXFxWae23fo6aQicf/cJf6ss92j72BsKBThS480UYqVO85hQSsEAkdvzLO4ibwO0UfOrh2BFF7KteCKKIyfW1eV95aV7WF1FvO05JBHIFvHjuyBtFGB1yp2tKmDZj3nq1/E/rtydvAZAq0lxcQwc7p0rFlVobqqNmer9HNKTT1Dpd5oyMReh1cRY/1TyefzWgQlvWcnxxe9+lQBWndNEkeM/MkPCNolQJfbqQ/vBU/pIxxi3c6VHHqVIBqlx2HEKRTWMKWVq6wIy+VX5dz56vyGN9TxHQUX91b5mHB+G6HD0tXRwjkwSTKyZtufzpoQ1Kj7dsZE77y7jRzEb1bJrxXawnV4pjmwxyOJH0vdcT0sdsrJmrqB/zAM5jUeSxdF86HFEr++pnhgy6Xh3n2GTh14vhwnbdQAkOa7ECIMPQFuqRDux2h2eHChx8NN6+w1S5T23vL1DMft5EuH9GVRaZD0tRpBfPdvcs7vMyozrORxR5v0rghTeQmWv4M6jZLH5VzGooMSbiDOAmKYJ0owkrc0k7jvcPGy9uM9ly2PB3G73/BlGX76CVGepTgIC/dT8iehnb42hGTXwlJ0Kjppfjg2V5kPcsoY9cYKshRWY9M9+ZLPuTJKaRZ5+zDZ4iFXnNZYRAPRtnL4QUUR3rnWuR4c3CEqEPcpOeyyDy9Kzu3/ch3C9p1qAGfhm5vykpuC+tG5nZeXNjlVKg0xbhB5BSDykblmWKr1zmLd0CAx283Fp585xEZACB0d/6jYCo7niC6ix4lhrxQEQphy4jwbL7pYP6aap6OnVwXvILTr+NcwiuShyRpKRTkiyoancQn6PzIkNE9EXHilul6HqNT/lU2igiscSIslGwKqfHyUm7LK2Vh+XJopk+CRZV1Dq4zaqesU2aO0LUHdXyUpHTsGhindWuUL7CK9CSZXao6q5oqBRm6F54UFl6qPPaRaTXtwUaYbPkyVOSp/djYl+OTH2UuEOmoDgIAQajslGdsCPiepcO66HS2ddbm1efGdiK0eCRTRIfmYsCYONaptDRowLPumAZFsCItVae0FzsMffRWU6tFu44008bSwrFDZ2KBaV6oV0HhI7IgzaB8HhbkPXRR/wUkPifelCnWFB8W27UOewjcPNBMFqqvMwPkb3TnmSd0W4WcFrWeWu+lndvcu4rZz6VZpncmrDvaSvcRxiufrK1IPrOb34Nr3pjQZ+l/wEacnavJyClykKywQjr4IyjuE8BVjr8Ek2sqmVOlysNDGTvDx034UZ4JVaTa2XY9ljX32mZhbvmnTkCEplYo1iwOMxAPX4w9I9epIofa865Hp/EdrTri1+6ss5bPD/CiKejnv+TWsMbOp4EfvZYWkFh3ZtUH64du0j4pd9f1MHdSHJDPWYxs1gEDsVOnink0tLuzFpllipdZptg05cvnTBBKS3XS1GDRnNe2Ih9nnZATbYAbuPgakKPbam/KB/v2eqBZ6aJdBK8BbdOAePazVFYmlWlF/eIXv8jm0EvDH3/nWxiWKCtYmatxhRDyK8gaJfcch8+WTLseEEqd7uXY4XflhiLShO2vPSxGj9CisV2/yeYYCkBY5uK6gjS4Qo78luMQl+dk9oeECLOVyEbxlveffK6wy40GjQwM4jTOO7NawTSiVbbvun7DVc0IvMQZfNJkCL05148NrK8MlSuvXE43CH+LNIEru8InhAo6fb+SEqWHFulpAdnpvDsulRxagZX87b5Yx+igP6QmveTXQdm5qEbQpmY6cKeOShzTCXXdZOIXWKJ/SuNiw4+ycQs5C0vnJw2xETJrn5aapkfq5Do8Y3+lw08K+WH5hFXxwowTQ8fq+WjQdqYb3Em6FOnQO7VVtjpS2iUISPPsF3Cs/D5XVLfaXMdVVlY2V6ugmarb1AFrt3X0a6eRrfR2NmZ5jOLCK5831fNiahbx8+yQI2tcRo56zPCArrmMjlI/vOzMoLPIgft6rgXdxvmHTKoYclJG8BM/YUPMfd5BjQwENoaYsttMp80yvX7AeQW6swJaeiEkz/ktNykSaiI34kKPuDEw3811un8ETS5glH6wVx7SpTPvRJNuyDdziYvPoJ7NZHpfPSvWslPhK1/V5HVKhreAqHsuQ08757rleSDeYmNY1h1vrHlCToI5otfEyBeH1lN5clF3lk250n+jbpLhyJXyKDjl/2I3R/L02+K1dGgdL38OvdoJmay65Q2koaAqM8uN60F8Q8c4yVe2UPmsBxV6vnb7sSdp+LhEEmBSsTiSfO1HP8IWyKv+OHmpvGzg7ei4l4Kv2vmOrbMp7s2s8lPnfJWLPB52IuN/SRbOoWBEi7RenTh+fLjtQsbgLEIzaBW7Nhh90o5aGUOpeTi6kWVqicKpRPYOGkHvvPNOnkm6CGmRsmnlZcZGEKDCUvjpNRyisG5Cp3iOpDnWYnueigVvao3G37nirKI9/HqNdNno6KBCYwOo05CaNGTQo8MxzmMaqxthT2KslHVEFmBxG76UIZsjanH4JRRh6PQVoGGW3q6jTJ0hL/QiBTsDLV/DIRcVA23QYUV3Y3M/OeaHqpVXFoEgZttZec/IAAJSAYjL6u4GSJnXJ7RM5xrjwL2CBL7VE/A8lJV09kN6FSdJ6DkSpwKZt3hJ+vSPFQcYJUCv6dnHyUkPuIkRVuErgw+jiVeeBpiCthgcZcWnfLSz6SCfRJIPetR7S5/kI70AUuxj6A1A4SqoyhNdBLQdF0GUbIJPnGT1ZB3zfW0dQfJAaz0rqhHugau8yRjaZUk5IGufu4YunRN/2sbhYGw1vDovsLcGoZhJhbYOpmfjKLPoC0zpCjvCKNrySTBoVC4e2VhDcsiXVwlY4OEzUDvFGdmSxzqQBVrI1TyhEx04bSzxHZZ0F1X12+0orwGTtXroNlTWL+hEBnbGPVIHMV5HF/01m4yZlY8yUSUJLBDh0ZOLzVx4Vh3K5Khs8CZPFQPX+J7YhHjAl4VGUCkeR5A++5V3R4FjepGxurMOJY780R33rsZXz+oho9ViNTIo+iTUyLIXG8W8SgZNfvnIhhtsUYwzagnS4qKw1DVgi4ejeBBnPxjFKovUqyo6+dWeOGKIwIfGbLgjnMgDlA2Ot5EJafJYjeAEEkXLboyiI7PIRh3y68I0/XpGvg1meBHHmEbqqPJxzYiPT7Aj9dFxk634a/nVieYbVKRNB2+7/eb7rdjfGO10xunr5nOkt56X1sAq9EnnQ0JwEO9sjfUkNR/bVh8++XAWxsNXbvZ4Buxo1/UBdnRhRsOOHFlNF5z6WtWsnOTbkLM8++cZo3OfCWVUdcFMDuy03Qq1fkY+aDs0dKcyyjDUqaQWsFTecSnfDeK9JHoOJQTZGdeeMAgm4owv4uK0ICormoErs0XGhJgOPuexAdJojIOw+uGrjrw/y4quFb5qIoM2WvaopFqfrqtTEGn0KZneFvcma4ClK3KHBKbCSJPP9ODMBwR7Kr4CYO+IF415j9H0KV6Dj3wYrc+aasN41Ew5y3tECg9h0/g99sWcX+YTTXykcI8PVIdeyqY8sO08RLHk1YEJz5V7vhZR7wDS+BPv9ET4Cm2VL6KixINB3szTQ/FjTFI6rf3cs43PrTw60jYfCCSHVs7hp+k7U6bQaZwQDD3dCPXwsSinEvLcjnvsmlAJmUEJXmEa1+LFEdu0RTwc0shAm/beVarN+7msZb4rvMbnInuoGQpHg6xQRD/pwVOu21w1VNDkiJL08IXX6x0JbbBsQv7LXrLxCo1C1TMoBrfv3ObVHpyaDYGdETkw9OeVNCP16o8ysBGlQZ2BLtnOCJZR7KwLFVeODauLy7EXbde+IeRBE3SlfmFnMF60V2PrZ9FSl7CpNKYlxsBOIwbPpoceztVQU3cSUz9pXEhLg0s9T4B/ZeKIO6/UpGHnS2asEj1xepVhCN/v5XOUqb+Yo3DzB31iaSIYnyUrPoSKbJvuWroAAEAASURBVAPTfZaWZWcAbKEz09hM1yLVlJV0dbfK6xg2Ondu3wHOfp4V33O1KrB89ONCz729xbzJYFVWz9IvkI5LfQnLOuoeBDaO6QA0Xs3vobws6jVFck6asEyT/uQpuYZ24gyxjZbH+1DAfa4tpyP7BEHduejsV3/915DX3vDSyy8jpEg2pUkODWNQ8IUx5Rveiysnh+Onzw6bLtDjc4tb+xsQ5hQ6eRSOnQ7zE/qIVnggIi1XXEunnGH72rmGGG4qy0PZoEjJDBjCaTYr6EnQCYBbAE0U2o113o5KXYNZEOS0HhtQVdkHsnBw4sgWDWolAZXHe912iWugLToOwjZ0Gu/cuzfsUg+dHM8fNIkvHSZ4r+fP2hdCm8VosJwxMFEUEopqJQg0zkNQKNyo/tqNheS30E+BkAEqlhUve6hSyOsYf7KpJAXv+WEsmamlBXgZmI6LDmSloQh7C/ZjzJLl3eDRqVVMYqFPCYNNI0LZtXMQORCIU2L+taYxjSffWaMSgRtlLDKPv85UqLoqW5f/endL52pj65dXRnyjdx8jrIYdvKFZOifBqBHPAb76jW+wowj7L/PN31de/R7TzrfZY3N5+If/+B/l26EvUyGUVSoizPoJus9+5rPDiVOnhpdeepkNvfnY8tzi8PgTjw5X2aNz7T7vgTXj1vbtiZXxK79eIRSakpoOphtzOHY6xyRpkkdtKVJRhsamv8jSikiGvHfH1N6+U5pEZN2cVzoQD60+MrYiQlf0VrId449ZFH2tTpOPcuQNSs5lj6Eo0RIWfZLPUb5OUP/eG4rAbrhyTVHpcb/Up546N7z7k/ekElh2QNkQBd37ycHSPVbChaMnMWbWBx6W2IDkGI9T7IQu8PL8lh/UiODgSxFTeeVPsrVfOx8e+9hOOrmyCK3pAYNTvOYVRLjxGmFLp3UqeDO7Yh5HrDwBovG1AX30kbMsCjkxbLCDjTTYoAYWZ0ojE2kyjiOwvCcWnH6X12AaUk4Iv+D1TyFIg7Ngwp7ePEGaa2RbstH+Vlk4uYNMhLfN2cWUFB8eYRP2c+eeGNbYyODOJb8lDX7qJeKIRxBVRrXy3QiJj1HoVn46DdJhmh2DdL6Us1HGm4desjMj5tNHKMwnn3wyr164850rTp8699TwztvM0PFMbZXtBP1EmlvIvvLKK1nDYWMqXeeefnrYZGvMK1cuD1/6/BewkyeGb3/727z7Thcc3pSNpCXkohEDTuulOuj2F7p73qnzJP5w2cAOD/JR9SMNgnxOhchHeR0J2ptb1frRE6dwtTt1F5NS34BJPYaPjNDxfV/9lW8M77ID4HPPPsu3sdn+k8+I7s6fGFZPnKY8TQqTd8ex95MnTg6bfGauwgR5YBOZkTP+IJ0K4NsO+H5rvQVwhNB22+VQ7AFJf3IoKAfFPuE/V/p1eUDnvT0yvuwIPagnjqw9wVYhhHqmdG2RwGH9ij2VnCmY9kHZjEMqc0QWfZtUdIiJu+CnKeV2/lBB670EsOApVqvlkimMcGHaNJ4gDEzLeDEJMpngSbpbktElgIKVaxN7hpbvyG2LtYL0zAqcmhjBt9FBaAd+F7JZEZDK0pxSCTEsaVXITps99/wLbMqzAqfkQ/HFBwUpoyPyVYVz5x4bPvPis1lpvUzFy3QbWdzv1r8tjOWZ557P6OEkX+KZpaFdYhQRPI3yCJ68niWrB6igZ31mWD31GDRwzQcPYvpURjeVP3HyeJ6PW1QHUcfAdnw3+cD9zbwLZuPhCMXpMz89aM/bIN8atYtnqhdnvPJQdm75gfzS8FU/TufokTJktbwOIX+cNVqNr7i2wYyYiJMuKml6H4EquRi4+jKNOJ/TNpgpJ1QzPSQod7EEk8bc5Dy2mzgHzQpKrEgx+AImh5YL7TaAnQ8XyHB4nwqlXLjp+Qtf4wcIOqQ5dm2qDopOwU4TDSINmM921tm5ycYi8hIo9uQMA1Bz+OEH4Uub79GlQUXWmbbFPnW2wvN1IL/17PeZs6extgtuoRjshcfqdc7wFRETIX/auQs4srhE/O0InUjH8yaNyBoflFecvgKXcuIlb2hxNAzd8qldS6dB7DrCibOhPDjFb6I6Mi3OquldJP410uPgQguwHTke4zu6x+hAynu2gSSvI5u8fwuwfGqP4rt0Gg6kxc4CPCpeBB07U85VB4yURt0i/HBr/fadXd+T36Eu+IFynXttDqLu60jB9mOjatASFukgSb46Ncavtlz88EIa3tiB/KP7e2yNuebIBVyOYK5dv5EyytR86i+dF87ZEQz5pvODnp15kCdlEEFBt1eG2GxkDJ4silSa6gO9K+PAtWzrnAE38jaNQ9zxBZwNoUc8wUUEsB0wbPNqjd8yVvbJiZwi00hBHTdZeU/apWtXs23i2++8l2+v3mWb23PPPcsHzplFxM5ffPHTw9e//rXh0TOPsYaHziKokEBs17oLuLIdaHSG5RQDhHNPn8sH1c0rDY0SiW7XxPovz40f0xLJ78cGDCG48XnKyUGJunWhqBP1cBf6HDQBHNqkDz+B35Rv61hkDq6MgLEFZ83F/LCQNsUSjbQqa37j/C1vpqakXx0b5qwYEuEoTwklGmELCNTJTEIyh2+uQkS/SUr9GBUhJUOPU3AYCrcKROS9vOeCzHmqTJVsv+P45hCCd4bp441heWapnBXwl5bmh6fPPc1nxdaHn/w1DR/Obokl18scX//a1/nq0JvD+bd/OPzGb/6z4XvfemkYXX0/m7nPs7k/e3RBk5Ro4Ixil9gm8eQKe2XOD+ee+NRw68oHwzbJkqIytjCgEfsnrx7nHSyWle+h1OxQJckoW+UZogTOQq6qbOO4N3zr299hpDw/3LrF1mQ8N/A51CbfHf2rV1+FJhww01h6EttHP2LudNmFDy6QdjVfl6gt7faGK1d57sCiNRdjzTl9gaOyxxp6kLYGlT2emWYfG6/0qHxGfHFE9nI1TqK89/mMo9G55fqIvBXejRuyyhstpkeLyIyLScFqfaaQvUVxrnLrVGs84SzfeDQGY/KZobQIO44HHqXJNBfyxLGR17RYinYSa1aO3bCRCTSmHPTCaspqEr6/qeOutHLS5tURGcKrlUwHFZxV6ZJG+Xtrd4cPzr+PI0Ee0B9nDuD19c10aHRsNhaZuqS8uwwJ09Wmvr+3w6p8Fa0dO3rPil+mbqWHt+qq0WO0sDvidbARjyUYJeRTjIvqcAebo3NEYyF8n3ECfNyB8jo9cvBKu8/aysFrJ8oGfSFfncw+DcnOFrD9SD2PegAWWuZx0soexuLM3EjGw1G0MkrN13axT8ioBp8zrJTtwpeOyfcEjXTazUbNz5/5fu/8iFcbwOGuWvPyLf3Adfp6bo59yGlwlYXQtPdLfMHqgJG/nxvcLpWTpp0ge81H2pC5jtGG0F1+tMVZPkSu3J1Rm2X3tAP4nkFn0uYgf4XGTV5cQ6JcbTgMlvHLY85O+IxOp/zWWz9mvcfccHKJ10KuX0ucuBxxO5p1lDu7iiWQ13p5mk71Hb4Qc//+vdS5NHKhETsgf3VAwa4AZdWgTVAPhRu9ogBnyaSDhNBV2eRL2djo2mHk2sOZmcBQ3sWHeXqoTkKLB17krgQCB5zYwyuv/Gk6ieRKetWFkgsYwIPvJ3DF44D94cdvvjnco9OxiY3PUv7dn7zDCPfC8IUdXp2hoX3vvXeHPV7Z+cXHnoj/26VeHMzeAY5QfKQgpGpsP/Pii8Nrr7+ObS5hD0zT3zcFXs2qjHLoAziITGfP8vBd9kKGB0a1Fq6gSS0t86oYvumZZ54ffvOf/sbwn//Dv+MVtr1hlccTV/Cru0x/z9OpymNPprypWNFVHg1AQDru0pGOp2sbQh3xxPGjvEIf18qzOlUdf9FuC8dV+LGcRf0Np9wwm6PDAXCkJNC6zEu+liAiy80xbNClkqbqYQT7bCVXzwsgnHI+RHZKpkZQ4EFA2WKNhtAFFH7iyYxZIcmq2/TIOkGUjRfwvqhMSnCVWjDgg+Hxpx/nSxCXhm9+819QOa4OF999c/j6V7483NraH5YZHZ5m30m6t4CwciwylfbIcPLUiTj6RZ9r4ZQee/Sx4eY1Gq4letuO9GZ8Clti0Ybt6fv8BR/B4QfrMT9ksW2F4WGQDvLyTaa97t7HYdIw4+B2iJ/nWUb1btOlKAfWKo6KUs4uI796+aPijXsdV20kf5CXmzUGt8uTZZ1+9nJWIMS5OGIe2ozX8fo5tbyqgRNQ/lZ0K47Y511Sj7whPZwVQisXsM1lAYzZB227nqGzVu3WM0mnJwEIbYwyvCYo05Hfd+TPURFDECKbjYRW4rhPfmSlE5YVslcPH6dox07H5Wgwxqtx+4QDx0oitm4B0snXjVvc1kJRHQ1lu6LV0GUWPsKfzgpZ0HAYqtdeAMqBa7PwTZS4dJR3mW5NJ8ARFrTIx7rPbPeOpWOxzvShZdxb9TbTntE1sPtioJIp1GPLI+Ufm/brPDSwNKw6UCmQj8iAi21odPcoG1gpj+KVBTRlUWziEgtXnMnvqLhGw9TdyBsJoicfYciLUCyxwx7A8yNGbcCTVpBWugTwLzwAKq1ywMg9FJBOc1uNLRlJJR9p2BdXgoPpsqHYHLR3GSy4MNDs0omsqvExr/W/ZJ2ZGMoLxk6lz1e3TQOTuEI/P6Gl7lInfGyQqUDJJr+a9bvXylU+PCJDbNnn3GmojG/BRsiPcqtXGyhtzrM2aYdplg5zbdBQyLU/R7HC7x02QW3rJOAnW6EC05kGZWgQXQ7zSA03SjjXcky0nSLtrTRggaiDs2XIC+w6HAAlOUleW/fyD22OrnqHRFoTD15rqxtj2PGQDGdi4gi0MfNNhfjgHodQfTVlh49ZGHaRy4Xz5/OpUT8reIXp5HwZiGbt1q1bw0XKrSN6NuZFfwwIoD9rXcI35FD+tdffSKfHXZl2eFSmPOws2nbKpo2etpv6D636nXQe5JtRzR7pI/1TQtGeeqsvVrLQ/OkXXxi+8MVfGF5/4yd0rvA7DID+3s9/ke1tbw1P85jtrXcuDucvvDP84i9+Zbhw6drwuc98ZniXjvE2jzbcG9kdos6w3/F1+NavHVDxRBmZglffMUFfctdH+/aI9VghK0d5ctChbv0WenRjp4vtKtG5Dk9jkDOAC1QJOH7mMgak8qykYHP1YgQEgwpNY+/CZZ3usAUBexgezVcI1TAUuA3Gi595MQ3Nu/Qs57GCzgg58xdmjv50u4ALDctR6urx1Txv8ZnPhbffoIfIjiMskLLyn+DZZ5yC9AFVDk4eX4HmXfay3B7uMfXjq0vSRBRfo6C3jDKLWZQHn+6+8z//xx/R8PldxjtMmZxIIxQJANJ3pa7eupcp5E0MSJnpFBfm+ZA7QO1UBDW46yxpZWSpdlTqog5DwmAMyiI9S+hCQyEnziqpNkbSKDhwRXZmAQ7GWJUHyKAjNTmtx+XMU2zqh0wJRU++TIS+hJxRAVcauseCxiJdVFDlpfWpqVQUsChTblPWX6yDf+LhTzPSXesckomI6NvuuTGC46+W45tPDqXDYB4tT+Dm4jd4uPDamNyXo6yGU1k3GSPTODhfoYqxAhGQdWCzNr7oMDyJSmI8gcT8dixd/r/PKngbzW3qiPS4oYWNprB9HWuWeEfvOuk4C8r7HMxtNBNknv/wzUX/q8T6tWF3J6mRK+5lCzb8aovyLx66vhxFSmzBy6wHBewQWDet6OPDugoss9uA74NDntPYKlXo0uSVuPkMNnZpmDjT3sRh+YhkhwdOjiSzkQZyrSly84YxGnNXciIbAGU/ZRhA6ukUxrmTL40xZ+kToXaRs7i430P+1iFh9C0YewMi7vBAg+eUczWsTjszg0E9TRx2KO3SYf5aGVx8SadwtRFpVTV72IWj+9p3Fzk4TUWofMgb1sIfcZ7Fn12suO6Nd3iikhEVXTmjUmzJg9DUNrYAXuuVfnZhfinw1nwMsV3bAda72xFHyYeScJJynYZAA4bmlBmHqc6jeOS58mg85U9qVEwqaZEBULUTZ6LCJyxXKUpyUXmKlzR0RN/bYcqc8pZjbmC4evs6nedVq06+3vbW++eRJzJnp8AF9jLW5+d9aeuQ9ovc79+no0qHfGt7jwYXfQFPWUZWswxM6JXN4b+d+q8OD7N7dIbkdZvz3BKDhfAAUuC5DgaOSUf2YFS2x2kPnHF46qknoWA03GGqe47FpnOzO8OZJ54czt7dHn789mt5nHGctuCXfuHLwxyzHZd/9KoU03GdGf7N7/7u8F/+4L8Ov/XN3xpe/pNv0YmAfnuUMktI465/goZjfh6Qer/0CDMcVxikQYtwSGRmcn04RXsxQmLOjEkfmmMoYbdH63N0gvGpGOfyXVikEc8d+IxBYjhYgLOFUa7Q2I1ssPZhCKHag7Vn4afcnv/Cz0HUznDv6gXKs2UjcHEBwyNnzg6f//znGQncGt555+3gjKLBZ8irFWWhEA49ieZHQlsep5E2WIAg2YsLyzyQPz3srW0NH125Mdwg/vTiZT7Ce93eAMrhuSa43nzjNZ5tXuGD9NdhfDT80R/+4fAMglhh2nmHaYTTx08Pu8cWs/jBHXN83caPsm8NtzOS/egqvUGVCp8q3wqq7K/fYYNyFUGYhW4dWVUaDZuKqSXZc0vtUAkt6KwwICuqjsk6HiNH5obA5No/Q6ZWyVROqpzV+AG/cmp5eqXMaJwec0akmiR40piWmAMVkcIH8EUBjAWmVWboCJERHt0InNeUcGTryNBG1ZCem8Yknfm3g+a9xSinjXDdSKKEI3ymhLEbjCcjl0wba0foLx08YDuyNcbnlobcYzN5pAE8g7jlP/gqCs7AOS2nVG4aFe2Fa3WgTOJwNAbCHnI0TsfhowWoBSG2gu7WeLYJJ2aDF0fHVGOn8fnb4n1Pp6fmd5jy8zvCxPeR7zLxTts76+GIUpD2+qWtB2lygwJ10Z22IwdnL5ydcOTpNGdGhTjvPLu0wQ5P8MKfdUhbEa5T8Et8lCLbhqIDZSVf95nu2921clOGuqsM3AM59SH6F5aWZZmSX6fRMyAiATt/29C7bSeUBg5SgMsZ+n3UYSOtb9jGRrgovmwIyeO06K4dWp4JpoMmUGHnF/o9w0N0SqRyTGehx2kvsTPpATY02IC6ajmjS/HY8FGHlJef88zoENsN32GC56/MMs3QUUwApJ3rmjpsulE/5I2elGvlTB33Mp0aiSaPHedcQkeE1PJa3+1Y+wzf+pIGL7JXY+DhV1k6MlteOjYsnvH7rX5VZjPfGe44Bed1+G06F4+slOCERx54LJKKbnVeNg5dNgwkpkHwQloJqZtADy54VkbzPuIhS9WnqhM+66Z7FX1YTj9kvRRjOhnE+R78LpsV4YXgCz8hDODt3GdMy6wMt9QWard1Wr8P0qVjrEHRN+ALlvExSzy358HcsH/qrMRx7SwZ32vlMQA34Uffpdv0Q+vlp0oHZDd3eJBGFIx/mRv+8i9fHV79y++zWPTR4Yc//N5w/9Z5GtbvM72/nOf3zkRBAPshrzF4YkCGLRzTN1F+B9r00TvwtsL6GPGe5pmy+pOh6ADCMgsrQxy+ffP8c88NX/vGV4c/+863h9df+xFt25eG99/58fBLX/nV4fOf/dzw1ndfHm5+dH04/eVf5Zn3LdpImeLQlHyu49dC7KkrsFKVzgqDwqgee+rp4Z9849fjpM5/yNQrivljGq55nnNkNSgO/tQTT+QrP+s0bugghFqZdMQnT56EWRoopwqcl/VDAE4b0nLpSB0pKm3eeknIVIT1jmDl0otfvPCT4aP33xp+7/f/Yxr8DRq87/3g9WGPqbplvk97Jz1LRiEYv+328vICe2GyYm5lWSisDl2ls0DFBdzlD94f1hdHCB/H4ygRD2IDuEUvjOpRlYRSDsL0V57xYJGLDdIOX6ZQ9jKqwWXfZfd5hdZUMPjU6Jzmc7qoB3u/2dWFwso9lSGA1CPGDUwVXoFeVIxeyVRkelomIld+Qo8VLlHkddQlPmUW3eEMeuhwxRMHrbzJH4cHCOG4oYAjNnvHjayki6saXGgRd0sM/QhIGRVtGiaVkWcjyU/e2Z0a/aWBmqXRIa0WBmEbVhgbBvie5TutI9Kd3rPCdXz1OGIsFMqQWXr9g+bpPUp7I6sBVM9ep6dDKf4m8lZ51veSU2ZmlDW9dPFxSQEciVOwu9YT+QYXuBd4VsgYLuXFL78drrZjUfcWVmvpSFCmxFU4HQHv0uN2FzI4TiNlZ7Nmh+iEBTQCBW5oB6YzL+KQLztA1iM7XY5u07HCdu3A2KGpTo2yLXwhtP9QXnrFFaELUlLBoT066rDuqw85UcblC5KFO4L8wNkez04NsVlxwY9wlXsqoLIpCZSeLJoSkx+oTP3PiJi8wq5GU7ihqGA6cvAefXmu15WaXMVrD0BqO8/kScirKJCGzEpH5JIuUJm/GpzKKm02VrFlPTv5vE45zopfP8RPCqQeAVe7j/QoM+usjn9eKwv408ZdWGenrjro8JFZQ/VLCM3KqvAFj/i7sDq90NZx19k8yCNBmorn6JY73ydOPu3Fvyab0m0K5ac6LfhM0i1RQd1GIo0+5EeDNcqouF4ts5x5ssseV9Sa+FAagdim4w1zHNAqBzY8KXsNbgYfILKt7XsWDI50zoHnoMiFfxhj8uYVu5ljeTvAkaKPERkkR7ZzDLo2GS1vrt0fbvGVOUfJ5y99kM7N2v23hzt8zF2d/vAH3+dZ7fLwF3/68nDj4lVWkvuYjql88L36Jy8P69du4vvpSKBfB3W+IBbfEuLQi2f0qHz0neuMXn3stsQjsuefe37YZ1b18rs/yv4On/70i8MlvjD3uV/++8Pj63yP1h6Co47f+Z1/Pbz32uvDn//ZXwy//c9/azi9Ojf8p3//bzOlpLOul31nh9NPPpPnU9fvrg1nFm1glZDyorLQ0z52/NSwSc9ayWVZOYSZZ4Np2O9+9/vDtWvXIlAb1XSiynthyGVRCnCHqTR7KjVlqcGifBSkk7vPA/rjj53JasbTzL+f4X0vv5gw4wNxjEmHvfIFpiJ0nvC1xzdf33v7vfR+rbw3Nu8Mt6NnnDBOYof37extBS8ddF+At2JZQead18Qo7LkeRKvQRs/a3h+xZqreNLi0HRtpjSk7I6HBWWkwWxolM8Cj6Vz24LWOpqpHxU6nR60Arwqi0VldrIzVEwtiaQF0nAc48gzXdMr5XFe+S7oWL30VJgnpKZ0i8zR5i7elB3acnLikuNKEYCdJeYTXIjEOUueScmmwwWsl8w846ttpJh2CPUoPcdU7pI068Au/cHMtH4for3yRjTTE0VZcfuMQcWQpB50As9L3Ufokp3j4Q3+pTOjOmQFHUvWuJCMoHEqeTwHD+mAnBtc5BgH60r8dBGUm4VOidTFYRtRoejzVakMZHqERfdku2EA6B1cOrHQhEmUg/SCPfnTW8i0vGf2TpE1UnPBamnEtr/qIjDthEu1hWeLkSRkEDTGeDXU2n7bjuadweSTkfcnEqc9G/1T20lXFS3dmPFq+5IdWs8fuWrmUgX+EEMjKXzoN1hXlUneJIlIjNKbsj2515JdywgBRNXaVP6PAVtROhqHbUj1KI0Kc2FFssdFROQMuP8pf6dmJ1l/ZxBpSPyhTM3Mg7wVJ053n3qzkUQaexZMK5b1B3J56Wq4nNCULeWIj4A0c8yigJMp0XT7st5nBGH7vrFaR4lv6dzQBBiaMJPCfdBK1r/hu7A3bP3aMtybopNdrffCOPtPxs9MsKeoXHtJhpI753viIBGfd0sAxAlLfu8AUrI8S9PvOSLiJ0NmzjDptG2YXWAzrF60Ayuj5xCloor6f5EPs83NP0YBajtnXMyzSZJ2Fn9Jz0egmtJ0//8Hw3utv0Qkp/y2+7/35q8MO/Lz71tu8YskggzRnNxMaLOuKNDrjdINn1PfXmJm4xzoZp4j3toYV2sy7967RMV/j+7i8UoXNONtim4GcnKYTnE5PQCTC0IzPp+gZaJwxY3pNCorv6g1neU+PeZjh3gYrL0OJD/jZrYnnOa/+2Sv0zreHYyzUuXnjDj1/3vn0QTiLlX588T2W0K/BA7DFy8YNNkoZuSA0R3/u+uTioDgNHN6du7eRttpFGeBeZap35uAUo6794aOPbsOEI09SKeOzJRuVOae8pAwjoAkOhTpohW9wFBC6GX26UcAMSnTah0djcXDHWcZ+9epl4pw2dlSkk0NxFNIBxHEpNOCkMaFSKztHaHF6kgvtcWwNZ2Qb7ICUXn9+Rgi1QSMs76pxretJ4cC2AvJnLqf1DrJMWn22yjvJfujKyqPMsmNTk5UZhCUbf5dhmhav61B2kwYr+OS1pXsmQ/HRZNlpUg/lvIyxolPp4ce/NGBc22B2TjSj7nc6jH5WbkqqaPLaCGyLiqItWmFG+8wUYIPCPxrQ0KEodVLkGl9paUTp1HnvVz2cdRCf9auutVp0Ac3WCXFWOiWEB/0ZqQY2vHLOoijOqS/Q6X0eH1BeGB7KyQV82S2K6xH1miJhUuyH+UEGxDUJ5GrCS6OD2M6v8qz8ydp+iuc0UlPRxYO4PaqueF2PBcpRS68dEWezxNLDURxJPhpJ5pJX6b9blTbS4zu8jzsnH3C73FNWrdAJSQCx9WWatg5LXtRPTRcXcfoOpz/lN76CBqU6RjZQwjRf2Z1wOl6vj4aHpcXOoedhHdCj5X/W/QQG8LClqlvITnalEz8XrqDbDnL2IaDRgRPSMU4eM84w6tzasmGzsSIf8tJGah0BOs/sC3aK7WvQbqlrY6w9unjTw/sD2oXIhXjp0CrtlET2EJSPuFsh9B3QYDvAPFDSswhPkiUrsmHqfpl1Ovhw2xg/Yffkk49Tn7eHtYGv7sDrMQZra6xQvnDhEoNKViyfOAN/jPDVN22EbY969Tmzj4quXr02/MEf/Les8l+kHbt98/pw5dIFPjJwZ/hf/+d/D8do2G3IN9bvAP8Ys7ToekQrPXN/iw/Nn0qFdZHLfb+4gIBxNUwL3McRbw93b3w0/MWff5uVmPeHH7/1JnPz9+MgdiF0htZ/hecQszwrtUe3tuZCIpTFsH13786wyAqvE7w/eppntUp1hqkFfU5W+SlIhIZ61Q1IVTIXKPbu2no1pE3YWwz3VSrVEiWVi+iV032Z7Q34eoEvn9hpcISaXCjDXs0Ozx+zkIIeyP6u0wSU4cAE6ACUASwwUt/aXMPhSaoWEJJzHZgoyzIaSk33cU9IXp098dLHReJjhBn9yFyFGmVpPhXsxBgCwwtk0IP0Z8SXVgLFA1ejITdnnbFX0M/Z50mp2MRIR0yUhEklKqh5HkSZSMcK4VU6E2qBAzgagBSngeCaKxHBDtfhrYguERXPLQa5k5HCNgAyeUAZeYtEimAAEa/OeASRFekZ4fEMSXqUIfmqg8NZZUCDUgkcAU3DAZ+3cQW+biW95FEue70hDzxkYY9sKij7ahS0g6LbCmoPVK5FpSQiayaaSubSI+1kszxnj4wZ5TPyaecCQDmdLqVo6BacNqOHmKl2e87y7oendWZUap1xWQd5ZEz46N/ryCr35ImTAgH4dGbWBWXukUYWOE7Jes27fDnUZ+lbFQmvRn7yE7tF/kGpX0gnUvCkhKfiN/jIDdY4N2VghzeypVw2jw88aReHHFDWH4BHztIFnZ0/c/ocWrknOz5AB+fhM2dprschTiH7fFbrBLbIzRNrFUpDRvmA49dy5tGJV1CzjZeKyG9vUM0lXWVP5hUugQQfozldH561X/6zYtm6SBa79wcz068WdXsQHxJTt2YEVlli1W9ByX/VCQFJBffwOZYRNOmDRJpRYXJwl7h2A1SrX0alkQCoClTnIvhrelkeK2hLUCDo4CsbkVDKAzADB9MB5vaFod0yEO7jlxnX82AP1tX0J9UJh3Zsh8O9hQ9oEN2lypC1JqRWfbaRpR4AfuRU+CzP2HnOvsjrk8u8HRI4pG/z/H8RWx7l8Y5wy69IkzKIXwW2tppPEkJeuOIZur5RXm/cvAkN2hidnkUW8NKh3aI90iq3GdhZC1ZOnrKmAwd+OEYMJA/2NqGHN1XmGK3SITj9yCnaEFYv87rXW2/+DTuOXc9AUIwnmc7eo338/ksvMZtLp9pI2B/+igfKP+E9Qp8f/ulLLwOcr9bTKKWhpdcBuryKcJXtyxbwFmuMaLNMnmvfhZtRGKzGWlhhxRX3WydODR8yrF6/e364+8ZbGCeLjxhCbzESjSOwoqh9HUvpMgJXATE/KqDfeaWqJV1hOYWsi1CoPhNQQQd5RoSB03DuuoydOJdd72zyHhgCUHPlILnEuh32a0k+y3L6Wr7i1KFD5dTG95UndJDbYCOc6b12XWRADYZWRohzoXxaZ/J4rVIN0g5KjlgwJ1K8t2a1ymSWHqyEJo+DN1Yw/kTRQ698RimLTOPkhgLTGXuBB87kk4Zx5bXx+LsLnb6CaEUQV93ViNNOAfaDh7aB0anbIFh5jP9pQVjyPB28TxNrRwDddvzaozDHyKcLtWtBWfUM6sfswkrQoyojHQUJsmHo57qb/EpHOa1mo+ob0Nq9NOlofUa7N7KHDkwaJle7u8iK3il2WQjMbxhPI3MdOrEZ7UscfbVz6hR10bP85hm3Z/L1Q1ixV8tKEOrOpwAjG1MrBLs0txB+RBz7S0kvE9JgtHxHTyVNaaZMcNZ1z2ecodKth5UvMgGBOtNBO6tg57i/Z5x4Zq3MZwfJEbBxik3d6TDTWCG+aZtr6g3OEjE4xN94aaeU6fZpeQ+h5lpcZCxH3TkMyPohrRpr5aT+sGtOxZvIyt+MS9giNtgkFr0miuSIbwgv44J1UTQhhyN5K/Uh9E2V7/CURezCjl9Lr455s4HoiRT/oT8yS31VvvJoKQ+vOYxLXtjgcgRcKelgmtrJU/CjC5RQO/YxQFXa1GEXmc6zaDGDLuJ2mSW9cvH9YFGm7l3gI0Zfz/F7zTaGCyz0cnao14+DzCya2SexUAFd6iIdOm7VlXJAS1DItZ0aaSXGVmAUu6ITwaNPEmk0XVfBglwaX2UmbS44vM172K5VWuX1UmeUVoCwRUO7cPZMXiGas3Phir4PL13kk29sOs17kpub93g+6UiWHgX7vy4zGnUDZd81ml95hBW6M8Pnf/lXcAA2nM6du1/oMFxh39LLbgfIH68NImQZ0tw4GBFrOE4Xy62VQUZsaNVAGiuVk4NpOlZEjegVKuxqmBA8pfbBacVbZ5XoFoLf2fVBt8JhOTXMx8h9gA5Bis4gtvTegh8ylCTYY0xcey6nVlXDRSwqQ2fdK79NsuLvR8VDEflSV0gRo85ZJavIdLTb2dL2+MdBUA8JlhlXfPLk3VbyxSQt32UlfY3D0CqPyLyHVBnyx/Gk0gZCeO15jp47SdJQoPgVJ3fyIw+pFPwEfn5DFCnCJ1PoMp9OAzlQUHmYpo24+MezHRpL9spegIuCTNVj4HlODy4rSO/l5zuxjTqKRz/TZ6/VgdSIx2ClyUp66NDmSl4T3NXYFT1Fq2kepX8h1joBygNgLgonjkx2HtOwSSfw5UnZqcO+aK07LfOX3WBNOIORz8913Cye8fmv7/za0RBGFs0IjzLapvnUi9zYCXHUULCoXVRs4/qiO2FY+e14+QqcMxxp3Hs54NhpDJNCbHgCXhSNP+vIdOjpHS8Zxzr03djutKQ5vFIA1JKcYLl2ET67rJVP0npm7NVGVZ59Vac6ODaoNYrtU7fqV5zZAUwbJ0K5q2/XR+SZX2hRV1oRFiwT+pTYhvKNpQS/OO1IEVl8ibvx4lkZZ1Rmx5DHTtZnwVnGHdoEWvmLTx1xRq/mSU5xxzoQsWee7ZkircCozgI2Aq6CAN3k6qHrqQRqDlMbTlRV1Zx4hFApZTOxQ/A5OJkO0tptX+kUfIqbT3kxwCp5QBsA0/Q0GPr0PP9NPDZKvOXq3PRJnnyIwRrhWpjIXOqLDv3JOCADG7KRLTMZ03miEak8ysjCwOCwWXQdirKboVmp+gVOfI3vDpTRAQ75658zQKK+ZTMgpohH7HeQHbtq2I1caDe0PYVGQNOUc02GlALDjntoLj+ofSVf42ebxZJ2lPdZke84ztmou/CgPO6cv5i8c/NLJ4YFRqKPPv74MMuQeoFVuGdOPkbmfbbOYhk2z12zywqN6RaO4RIrszD3NM61+tJXHWw8JRBK8QYKYDetxYR40zUbBRXyIQw6UjGoKVky3Zfg7zI69T0zl85nqmCRZfHkwWewFeGlYf3e3Rj0jFMMDvnBGVgRRgknlw3jeIpCzDEgEVMJ6Hm5Qo272H8MJ3RLrbHy1ODlzmIV326rrL/EK+Cx89AAW1b1lyPZwIlS7QvoAB15aPDjgEXnXTTkv5vyVshOTYPT8ivv6iAQn8oJranABa2Ms9KabUQ/R3mo3P0XpBqNt9Cizw0c4Upm7jE+LjOdnQjzUAxZKq8eOh75tUD4bDB6Hs89n0BMNnMWDGHg6iu8pZUxNc09Z/FUbi4I8i4ODbxSfe81rgpmUlIWJNSiUyEahj8durTaQzaTZaRNWSCS8b358tyGxs5FUj4Tr5GkkMgHDMvKtjzZKKpvTohUmgAG3OwMRZbssuR0NxW/nKxlCoZYdcBWlDT2wLPHPHLVPkTlea6NNs+N3CTD99V9FpupYnr72pgrNn0uq61JU2BHTsRJ4pQ8pHsciNeGwxXnpJl3KpO0OeJ2xAmhJXt5thw8mj3yEwoCSKMvHdq9bDV7Ve7mVV4V+nk6zjz8UUYdh3iIUbb6ABfYOcIQBCqqepTiyA74foNaPJnmdEHjGBf54aEadKmVDMq0o49uKyXJ8Fx8986Fr2+JWJ61hXSOoEEe1V06DfoWDjuZs+jEGQwX3hywpsVNEiCPtz6YftW+iLNR30CuwqQkclSu8q8UjIBmZOGWnMGpXJCxb1BIs7gkIGX5cbOcwGp0CiLBrMDs19WRQZc2NEZ3AwlueSSKXkbJT/joIJrxyuBvXXk3tqEWF38sDSaKm5/+6Ka3xuGQhjfPgskY0WlJ4pYeK1NsWDj6CQ7TgZe6BpF+xrUkRwqrnjeyK5U4qetWaPLYlDsy1i7mXDNkHCNTR9LKtN7KsT6VT7DjgIKiB5t68SmBoh9sgLUrkJXvwCr8dM5v8A7U6dNnhtusonLo7jPQy+sfgFimYIj3o5jXA1jUrNjgz14yW4jJGvWrDEwjACsCdGGNZIUKhYQR7dvX4HoPZWeRB4a+wYvbvuBrr2mPd8usOCNeNcnzFEDZaBvJILuUijD3QejoFVAkQyNBo1JgyW1CAixCTxo7Eqyced4X5itvgHhPmtcTYxNIAxQjU1wAEV2Hr2wopph0XD6j7k5D9BZTHEeDxTOtZ2/KdA2uwQQMq/Z4HYln3QAdbjL1vc6MQegikzQELtepyBDgWQDOSqjWjIj0Mslbox6nzkWhMcWZgFODjoma1fxWbghOks8kNKzsJiGJ5ERH9vQiA/UhvCImNHEHGeCTCdMajdIkfSVbcOAc8o6dMtMxkGYop2aFaXGSRI2Rv9DceoidgFZMtIFxhu3xpMoNFaxp7gqmHa4hQzeEX6biuJn5fZfky68MtCDNvlfri/POlPTNIMo5ImsaBXvFvnKgFORBG07DxbNWv3M6O8c0F3B05qkHELbCPq/adlZhKkPwkYPKKH54o7Gco5LrKH1HdINtRff5VpR67iMN8/mYY5bFiRlBAUcnkelw5YdTVeeOtuZxPgs4cKfOMqo1njzV8IKbBjpWpPA8IKP00wQBbA2gTpzJo34UVXSlsYcLY1qwSJNnXvkiXdynT53OtouYSuTjmg+/POViFGFJUw+dV+WDcHt0zqbZkNeIVHvHCcZGSp5Ik3zS7KjLGYZNdFMwxm8yEC9sdSNtuzZs2Ig2Len5CQ/CqUPkdvbUX49Lh0d++wFeYRkoVXLgOs+BQeggxUZLGbqILtLHjlEKBwtwVk8NZ84uD3fYkWjt9kexd3d0O3PKjwBsDzd4F3mDAY6DPO2u1xVn7npwJTvGyX91XrTJhWW24pQ//R/EOiOpDV33jQ+MyDj1kiD/LQg/i+nApczPPnGWTY2QuTaAfKJDOwDwZLo4SCj5KWFsWTpLXgIljnuDGPXH/s3QnkSGpKu30AIec2ltuRKc9BCj3GoAw1WcqgqAP3MqT2+ND6B+qjxBHrhFTe7j+yxXOLM1JM+ObcpS2pdmgA6yKoSfc9Gusp3Hr+gn5ji7+tn2SpmpT5gvn0BebcWjFr7R0NrQRRwIUCbq3T8aM+iMB6XxtdckSXGCEKeiHOZn3A50hePcdnZFojI5zbzFwiOF6DkLF3hXSh+sPBRgZCIDluWchgM8B0xfR6hmTqoncjW5ZMRCVIiuH2ChAJ3+OFTZ3Ca+pengmvC60Y6dvfHA895nvHVd5TTiORqeGDM9Tp3aHCMERw/uWbrMc4EFHMdH166z+1SpS9ydpEAWNX+WdfOOebbxu8Hm5L7cX7TAoz048h3nebdtmu+EZZSsLDjiC7xE4ToMHaFyk+YeUim4VUXiMq8hMleOJLhDjsYZupJYtFVM0e0L/xSHT3rd6tTn9ZRJwwcc4eUvehK+DpSYKXqkPbyJVzz8lK55eR0e85K8RBgCj7NMghczjU7T2IFDuuUzldgyua/C4nDrszhFGlody5OPPc6XWObZI/qD4Qb0n+QRiA1tHCPLy+2BF7+hLCMU1IkN02iO3Ji8rn0GGkFQ1pGpNMvXHI9PMtVIJ9Ln/gt8r9Z06bfTG8dPncjrK423yAe02qqzKfmKCY2XmxnonHdvsFEEDXjVL22QgE24T3G9X+gIujaSEFb0C840oDbGHFmkA32mWfddGOhZ+Pr3speSpzymPhai/Oq3c+QO9IqJjCWlqEnRh79yqNWY2DlOv9j80OZo/RG2P80zZBBfY5XmNZ5jqUNH5MrKRteQ3aZwSj0EBDiUrw69BztEyi6dOaLjzHAM+W6rjBBqheikUepl45ahq7wVMmMqU0a0GQBxqR+qI3Cm7nt8d54xUDKpY9MMjukUVr9TP46ck0Zkh0E0VdtHXLR5nA8YsKyy8Gbj7g1ooVHFlhxA+FrZPJlRnZCRqT9i9oJfEwRCHnEVTc5EgYy6mIaHTGgnHTPXw3RaG5GBacmiWVBVf50dWabsV37hl1gAy3aM0HSXjtI9Rt87jtyhwXocX2x9NQbdhAb14x+3JRoJNchF5c2MD/nMYJsCIy0FmClofmVbJSI7cxjR9BxaU8oy5jO9cBETKZWQCoYQHx6wCMtzFLjSWUW0OEHT8dEU99nv2f28ffabzp+KyIhY/4dt4y+tg05T6yf8/KaB/ZPZ1YT9ITV+g87eXoIfZ57D4ciwFLhiy69AqOiNNZ+L7vJO0h10TQOLImxkuRAEsgjbueaOs4xrxKbJlepvCgGiDt0v6ZjXhiJC5CxmHaILNlz5xWWTs70eb0SRn2CoO5AYm5N5TPdQIBJQcWWcxFp5k0f+pdIGajSc4NNSTsE4snPbMo03jUim45xuICO5dYIr7GDilpLKQhSyGKdjFoOMe2CUNpB+oWeFxuAmU/U1ldh5pgdEvlngRGJUpOgRZBldhD5TIrAmJyQB/ZIj7Z0vn3MmUvwG4Jp+NBhrb7Wce+WwehYWpWxPGVBsIiEOpyG1hcLT6TaldCec2BA06uzDdvxBl7MypddOZ8P9T7ccgRJqVGRZ6ZGPspFavVriK0dhnqqYWEWZp6pFBo7eJDb9KWrFARvoMtBkdoWckQeyTWWUO2gmfzlL+WlcA8fG0ed+VXHJh0KVp0v7bahiSyrZJO40n+rhq/+SofRkCi5TKkVfZBbZybENTj1LlYZZnocllnJpUCgXPQM7DTsdOZ8ZOYJx5BpY0OxZmuqAd9LmsEU/aqCzduGi8zc+h1IfEqvNK28pTWNAvS3LL36itFBDdsXA4flQUE8cNrDCCv9C4VrKHfEHAXIKJ3YC0Lv0eljWhra/whR+OgLSlHcaQfEQn1+vOSBaNgJHv2AnP1qBr+pAVb7Ok74mELCFzJZ5jx24xqRsitsOm5xlw8A40gAnjzS2vKFReoziz8FVXUONZCKb2IsG3UJ8WWYcHAn58iEdOWcNCdqz/tFlO/MYsQ0ymg6sNEANRk7aX7iW18ojTh8v+Id0MFv1DW7rITG+I+wrJwGYHF6TRWfGsDkyxXb8W+dtkU0610vslb1Lh3+b/QjW6WTaOZA+O/BzTncDOTOHdoqaXAp/QEMbXAFezUiDutBCcoNR5bEfNNV0tWXMVaeaYav78CiBlo4xKituHZ1GB/DYjDR1EF5rFAxO0YW2queCN2tE4Q0hMAXfglSO0xNfdBRuRKp9KgfyhzdsULvZ3eEtG2J9NyZkUUxY7KCI6BiduZWZjec67xJtcdhzd+Tjsvo9lie7FsyvZGRfRxmW0BhQmbHAlJ+nhEa0hiPBUbrGnXgNAAdggvc6jFAsFNTE9TgpF+YXCEKjIyCLMV040QmpPrmKgslXceRHw3mBnt61o7IIV6dGHqffsm9tiNVxCVVS2GiDLRrPsBmG6fML7JbF6Au5DhcuXoqxGr/Gc2J7z/Y6l+yhu2LUkXBTdsCGOakTdv25nZl/7re6wFTklrupt6Cz1wlaOX2OEXr4jXMyTjbFQb3UcKyESC4o5T2iFFYvC7wywogu6TLi+2/VVJE3MuXOeGgvrIAgQUdtoyq/bkwOWORjQxZllSGG/KIjxixFjSUNPLSLBlr6vbMDi3ZO2IlM47QH76jGrxmVczW/ZZEZ7FrhsqjESOVBGYN34go13hRZ5JUX0rQJ5KZkbHxTXHuxcpK9ZJPUFNZJJVNlFLqZyMvzckbBNmJOD+tAw6ty5JovY8fZu0iPoRxkiINopg7dJSi6gaByBLkjHYfqO4QoVacllXXoXKu5kAeDMuxOQ503McAbsDiSx3zNdszvs1Ab257qdLZZwz4c6birQUEW8Og0q7pO4wIs5aM4ET+FSixe9qBjjAyojy5QtC4Iv6bNya+dB0ghhSJwKxfugezHOnTM9memQ8EkUntU9h5c59mrmgBv7NRy8CSh5gmNueWnBxuZ2Kp5tWjzKX/1ry9TJsSLI1nqWgqNU46B3e7NFfts9ykPNP2g2gsN5CEmdJLNnBzoQbzqA+DVfHJB0rQOlLZrY6RJe/cxvNQWDE/UZ4QsDG1ALopOrsivZ4zGLWL2Jpe6S0TwaRcG0+uoa2elfH3l8cefyHeufYa8v0G9R7cUTFlHbHMHi2zIcJJqRON771Y+RLDue6P4WSeAYp+hzXqCNKhXTAAVzdi63SKfi2o3Tt/H/mEqHXSNBnnyA690PpURd8ohHUXjQzs8hw2lDdfRAbnkSXtp/HEah+hImdR/ziZKb73OOM6ai5hXZCmiJtRI2FroH0FYKoSg/SMlrmrAmUEc6epz7sIH7zKibT27QLYkFZ1CGaWGae4RiCyZ0B0dd4RCknNFJLb/lNBJTRo/Sof/ggUO4ZHYiU1GkffQLjVS0WuYXvhbzocM5C/zFi7XJFqpNSIbCefT3c5r1+fApM/j6H3ukTLksf4nAEqH49TxLqN8l3LP8Pmv+YXtYXnVvZGJp7NxmmnINXaoEpa4deL0VbwEqJT1YETIjvjdEFslbNJo+fmw8ECML0C7CCJ7IFNeEI52QhYgVFiAh086PEGkfmiA0hkupadiibDQJl91hiSrZGZSdNHyJB7dJl9XFnmssI5AHMH2BtKK7MTH+D1UK734DJ1tziWCHiH9EOlhJgqoQ7+Zag6nWRZtnKjkfdovkgG2tMWxZk3AYRzcTfj0UkIaylTT4KESx7mTnjRgms/MLS93RtSJX2mPc+DCa9PqXFmsxHZC5+dxF/T+6SGwwp7ePTy4AjmgZ1xUQX4rvPIqMGkIHVmGJrUL/DzHgcbMhlBoHpk7ZWqDxZNgqyLXHkW7TtKOh/fawfhMplRsxJzFUqYRp3PybD7hlMMXrzCrMZFIF3S5wCc2FL4VROO5Tod+HfFbF5zNyjNoRsWhJbnK1lpxcOpYRR6LJoe02Oh49FwFPrI2iroW2yRCG+gN+5ioyt5JLLqrWEvpJ4H1+uGltR7eie4OHAERrb6bPExXJxKjoAghiZ/Ix3vTkp9TZUm+/MiTkTG2CcySA/rBXkY0NAVzYmddFNJnKJ1Bu7imgnfmKVr6nRkq3yT74XLmcMYsoSOpO34r3tm7jEyJ2cF+F9BbtuTUlim7g76Pr54Y/uVv/6vhB99/ZXj9b/iKle/GamvUh9J8AVXHTkN/6XNfHJbwvRs7a+wsNRruMlJepwF3RuHRM2ew8Xr+qw26t7VrhewMsdN+axeqEtX749JpW8RveClG4hO5j+hJk9buJxtrTWbS9qBcjP34YP4uMK7twGnPhvj0XOS2LK2nJQo68fF+X89NI4Kc9FQFqYXp0CMOQkYEdclvARozMo6fXDRUZWuT6DGBoRPYqZzcjBva6bzja6lyAoyeAYqbnWUjd1qYET0eR+M6OZ8F2SiYx0bKNO9dBHDuU58azvK8yO+9funLP89CDb4jy3NVN4r//d/7vYZFihETBrO2zrOIfCeWnjoQFxY3h2dWn+X5GSLBKOazOo2KyONzF4ZZGZ2+yovYTQFCa6KL8iPtFuNXKTYjaFHWNJsidyWpr2Q4GrGO2suKLUXeRhSpOtJU2hg3ciFTH2W5v3DytTh1ZHryUDwORqAeIdKy3an1M6922XNF5nZRzYZrbIarA2qeBVmEx9BVzrworN9u7OFFGDpWDNNPDfqd12xrCL8nTqwi0+LDWYH4J/Bl0ZBWiqT3GB1Wb74EV3xBB/I3S0YV4ZnylEjHgUbNSmGFDy2Vkfzo2bRWrndGrLjFEb9eR/7Ffb93yzc3J/DRSvoOyMgOwhg/9Lv4z1GtI0SwhJ6qK+KtI8IHtB2MmAy9mcwqqH9s1oFyVnaisD6Cc3bI1xDUIVCAPBUa3MDCmEy1wwLUOpsO7DR4psGf7swgz12nyo7bOjj1eq99GpSR9pJSXLvaOCN5+PYVB4NZzSONLl6ybpfuGr7IFtrUB4eyTTlvKafD1TYyMiEt8Hse85NZejL6DizniOTVUTpXzTxh/FBIgxUbsO6SG9lbKmPBCO5QdhCQOh3faOiLpATfaZSmshHkjY3QBSGNrhLEWJdKyeqNWRE6+tQEnvdBqN/UJU/ZhV5OevpsFTCVq/rU1OVc3rjJjBf0RG/G8azfxZ6x5cjENPPKA2dvlJ1pco8NW8+UYbRiPIsf7UxHRMCUN4Nyc6pU+C4Gir+QRiqAaeqLKgYNQCJfZMalt+r/uec+PVx540fD9k2+5Ut+VwW5DwOrEodjz/AxecpcZgN+2yIbX2dNtc8DHl0urfDMk2slJ1w7wfJjTKfPNHaBAXV9RevA2SfSAVz5KCAr3YYzy8V99tEWj8CS07OaCbbIJz7YiKnQ7bX4jEKmUo9kbilztXOSmWN6DYmGK0qJsDqGkilgn+QST0HozHmd6eOyFFOM+lsGK240irDLULYx6m127DD6YFMl2CC4utDnQTgtHPiZRx/l27U3yONm8CiOL7DMLTodbCH+o5XiUao2Gc2eOvMkzylu551iF624cfU8m0dv7TMSc+UzlSibhJOX2gCf5bgfytZYfF4oU4xZzRMy8sYgfFbliGhliVedEVq2i9SijgSNwpGHmzu4T2htsFEwYwAaTiujIboqtRtGRRcNY7A987gUFBLnKjvaNp5zujm4K0d5PkkDkM0VzDAduHV7MoMdnNLRJEPhbxUw+hfwJN2rqkTloLI6HJnUO7i4LPCngeZCPSde1YUOLVX+ySOgxDXglmu1suxQF9MRW8DrutfpJPRkb4Blw9LVEKdXoJ9GAABAAElEQVRKPvva7rvqO6rSsIetqZOaH8N/oEvtLg2wD4kfGtSfTqoQ6rxc0LW/KVxGx9iXtuHzO7pigaD9eu/esEkDh7MFytvOmSNsr41zJJuRE/FZfGReGFEeHjrH8C5IvbhkcA3kig9G0yIGzmVjyqTkbgZ1pK9ojaL3Fuewk+EXcNx1x8n03pA3sCkbODhHg+i1XOO6IxdnPSrCtrBl/6IP86QAP6HnsIzN0zsUFAk94ughkITXWTXPkaCMlGGfKvYxSiQGbONj7eg89BJn8Dq2j8x9uyKNPnJQbdIpTT7/d6pUOfeNSSwuPqH4nniCtsl/5M5FGlZpNpO2z0l8aWzo2CWiStavGcA7gW2E8FL8UPbo2MQAbaC4TosgzZQ5xuOzRfYt2CWz+TdoKPMcnmJ2isbbzwpnKrhrl37YafBFrrfcYAEGXJOwN8OmR/jqpWPzw7lzT2eQsYs9+LqT70H7je8N3nEUp9UkjzaUPEwJZTpI+mlGx6cYbd/PYz1naBhEKqPImmLUqdwTF/HaYTE98LoNlXCd5VXmCQInjH1E3f6tfmmNRIBIAwwmVDgG5LMjCdCh26s1j0T9rFB5VWgRqUA6C6XCRnwDVPZUBqSxxZmQpnJ6qJGFLlL85UDwNHE2Nkh+FMB3bzPdyio+p2WyWtSRH/k3eZCv/bqSNqNfPvc3T0O747Nn88BrmV8J0y37Tj319LB1CZzs5+yIP+9Lgt4eqXtgKjAVGJ6sAMrLv4DqPHrjtdWyxjZ2XPRxm/xF1pST72Vo2+NrRglN+V4X7/JdzkWd6IgMce6crdw23MIxRJfgse0zrvir6zIsrqk9Vnx73Ci2DkSuxBw5+SmoTOuxrZpTmIYDpo1i4ub3XnTAKAMkzn8OYed5Z3hOpsqfRB2K/f24rXRyrLhOy28jmLx2AQM6M7+cFVblDR2ncQkk8VZvWv66TMTUK0459pJnHJ1pwDFvLdaiIYRbUIwrkHxISw+Sq6yVbxpZI1IeHVBHMoVMZh2Oo67ueJyVSH45JZ/yiH1FMQVzrKvUP8XIzAwjnR02ihFNbX0ofVUnawSObkJc6b96iL2ehJNOes4NXa7tUNd0rbfmLb61YXVajVrVedPEU7m4aPaRfaRzXWs3tIesOXC2gdHJgR0PBGgH1pG/1GaRpfagnoTb+OWyQuq59UN8jJB5L9739HWq+bZv5K2tlw2qD/lKHSDNa8sJXbkZxo1s3eY3+aBB8v0JxlbeoQRQIS7AogvtxKBPcaGXz9eFm1E7NBRfyA29Ex165Df2aEEiVTu+HXTSBjwzSiknOyEZ5IgSeNYsLmL/2o5iMc6y0Y3ydDaIsvoyQQmtB72Po8vUBeF47Z9y5PpQXmEcKS8cZerMmCP2WjQGSZSli8ZjN7bUZXvdffZMGGGjfrRF31FlwId8QoOAgB2MDgSkI3wTDYtluVU/IhtkO8cM5QKrc1//wY+GF7742eHG7dtMtcK9mxuxGMtZtbRT0Y91Wu2Bgc5PZKWsiTmxcopFrOzDjy1u8FpfBgYgTOeA/JGdDRQ0VQAWvEo5Y3WiyGwSx2gBiMzWaMuN/JKh6anPBcHfadlOYg9fueQNQMW+SQo2/EiMFwmT9BZx6GQZ0XWCKhEhEGFPJI2m1ExTBB86D0VUz6cOgXzgphyqFZdvfzLFkFElzpq6zdTC/PD8Cy8M7/NVhk2MwcU6jg5GTHP4jVDpCivQqdN0+tnntptMX2rIRJGuUcY0oRvDorHe4whnACjHaUbkTKyUM67N9QPEHoroMiQSIgIHI/U9wu1NHbHTtIweOftNywNfGu6CpCgkcZT8q+xRXWAmGMsDIYSXPoXB1ThLdDy+m7poZZT1Bosb5pmW9xWmChoktPFbDZUOA2EErAL2mJA+BfXwJbYmH3aE3BFJ4YvPIF15TSQ4qrENRuRWo1hwqiMPPSaJXn+S0PNZqaQTCPzFvaW4EtTxlZ0VjiQAPnInt8EG3JkH7Ui7EZIN2LyNLY1BeMG+kmJZ6IvtNR6TkJ/ClTpQokusctG28+oLPNpwlXSULfxzZz337H2NknBoVIQauVpHjHfkJI1c45C8NgSaAK3zypFLNVudpZJvy5U045VSZG4MZeywaLfb7BXuNqnujW685STOaeJYJDi9trGy45Q8ZBG9si+klquQRiVO3leYcOx0nm3AsxlG4Peclqlyk044cI/IOLIHW3Sv7IQhcktz6VHPLAtWpTz4awevpMezNpLHU+TQKm8utMyiNtKkwU+AzjASU7f5gAPxhZo4dIMyIpc09qZxGJRZxWkbNALSOI4ThnfIH6WEV+6N84iNkfpTg3lBb4OjGALNixYCi+syDfLaEhK0HTuR4tCufMXM6hcY2qidemZaUk/GOkDe4ajqe9CEJX+Y9Tpwe18b9N16h52Bj19/g8R0YP1cK6pXQUUol6GbW0Psqy7bLxjQk/Uir93ZabcjAEBX6ufdXzmG3tACM+IyT/l+ivOX2R1y2G6pJ9OEIe99l76UP4T7Z99gEhJTo1YFLVDDdOMrg4ZKqWt/I3iNkMpkY0qVTqLTWH4myTjZci9k82Q3DjStcfI7nDh+hveM5vKNWXdCyebgYagEQIGUl1md2ByN0HPPvzC8/eZfxyEfozE9Sa/n9JlHhq99+avD1tru8MHlyzGEeVbGaQr2AqMrp3mQnis9XUG6R0WQ1Yy8dPgwI/0qUKfOkxXiNJ5SoI5FeCrREUuWd1Msz2vMEv7BJ5+RwuEfRehzEXdbmWV7STHs8dUgHZAN5Zbv0MHjnq8SETIia/qw99uf11bFsiKWrGsaWV7sMDRFUT68WT4VQYqKqh7vWV7LUWl0dcRRyDN60hYsBVf8oovcVwNBBIF4K5a05JIfCqQRTJnKpfxJyVFTzz7rYQ9TKqgjF4O4nGpVngKJgWM3I6awjXJ0LRwbhaoYRW/KNh4BUTR7wX8PgW0eKyJqDM8kqoVCL3Wly4xeiQwIfjwb1FG22QNORq8jniPhM9T3HHpzBmCXBtZGzU6Tr2gpS2VGkQRtUbp6o2ekvHRRKcZqwLEJr20ocWA2pqEQQF5rieNi3CfdPBzWrPypkqm4WmkKFOMoXLXVs7C0xmpQOVUY0wwdXHcewg+8OfNgI7jPo5M9FoT56pGNSoKnftlocLpUWXGbpOBsQEVlveqjKJnLlG0SoMx8pBu0LfWZmqrySEpe4QJ8Wt6RNXYTu5VRA/lTt4Rpcc+0LMI0MfpIxoLnpUVT+xsvsT/iMsNCOTtF8W3Asj7beO+i6+xJMEWXvKPNyEA9yZd2FfrkpV2bT5lntk6elHcIV37CDek1UpXu8EAOChWskpFlvOeHf/Dow4CnrwJoqYi0VHfzKGJgdXq06ZJJ0WaaPl9fqD+O79IOoHsMwxLAUmby5uImz+omjzTwq/M8T93C5v5/aWfeo9lx3efb+zLds5CcIakhtVikFluyHMSCbQQInAVwYCAQAuQ/A0aCIB8tMWAEAQLFSBQnjuSYSWTJiWNJtERK5FCcvWfr7pnpvTvP8ztV9327Z0hZcnXf99at5dTZ6tR662pDrfPq+atXXmOvBof0g5X5L/JusUt1d/gCXMeZ6lZ9M7io0yZ6sp/voWuz63VU41ID2KBKXYFXbuoCBWAX3ZAADwjwZMHwqOy6KlYzbWgXOPgEMtwjfdIXHen8auelM/a7dbCt3x/h5svoyFzA8mNmC++X8eUMa76kkVAMF0pQ08ROsdkbRylQPOwDfvKIiI0Ywj1uhLkN3Eq36LFSVFLPDXUDSYrthbQ7fMKZX8M/DE84TUpCl+kBnWe99SrHR65zHfABgzc+87nh+u27FglYKj+jVpWhjIxTZxoDcAPOdAMEKlXKSLuPMrJ4or8bLZnfK3ThixBJncobKGd/BN4K0AcOfuLJ7xf28PC9Ka/8p9jwrnjPk4iQT1fyiXf86WHJGxrGqI/3WNCUC40NV3Gyl16Plq1uaBRUpgk9U9njFUa5At6fDDOkcMU4IQc3OCGgkOZ0dRzCcWJZI5OKmkqK7nBP3hF+Jfd3oqOTsHR4Rt2t8DKqLc0Z2nvOLtsenTLhhfI1v8+mER/xP2YN1lOdDtmF3A+zOED/+7F45qvXoTorJxwRjrqqkZKlPou3HVFZbwfVabqs15NEPVV31WOwIC9XYDiatTOLkY++6+eiDtYoVx7bUdKMTZyqknpAUHgzicJnShI0uciPTn8ZTmObTnAXjjk6Dknf+C9d1kPNXzlji954Rv7CU61dRYtcoqd/Sn8qxGSFpZjggGN8T9M7o5XaeK6GQuUbY36mx0Y1m0aBETmRY2IvKyzyiDEpOSLAwFVG3UW+8qKFdVyNL9w16gUvrVqe4C3lhsZpIsYw4loRplGujSNll6b4knjhB+6zP4ans0HC7DHocNV/eql284RvYzuBYUdAneylFlxpjK6SXnLTccQzx5Ry8gLTN1vUDU9mW+ZsATuxNuKPHvHa0P59Trk636A+qwvK17RXX3uNE/XWhnt3+WyqDT8IavOdFUCjQKZ0wpOcahMYaci3SLkoNXWVJcWchcBMlHO85PX9fjAhJ+VCq/sMbHC1Tkf7NaslldIYGUIj/x/pOLDCnZGwiW6Sva1w0eRW+CBLyV15SCFg09W7T77WUJVbJi4w4nTn7TZM8iixrIkyQtthY8DdBxzxSF6JUGCibU9oj2//QTb5nI5tPRXSxCmcYM8PcMXjKcfp2ZuWftfw2DM+LK7TS+JvkbVX+1L5Wo+VFDjnz/EhYOC6MC4r8l5vgJu5lYMvgucRFIOnnQY39hijoVORxD8uSEGDU8vBTwpOK5npMoKpDPxaFumg89LFNT4SvMxpOQ/zIWKT+B3eGUbagjNNjBIPafAshOwEx3UDMuJTwad+xfijnPnSOIXW2tjhNLB5spMQv73yRdaNo2gAKjqFKNziQ/eZhhxGkq6XCz98Tw4eKYdqDLknr7y08SSKBkIjYgFCkPYcPCE2WA/B1UidxOQufcCLc5on03NkFH5JgHTql7LS+nCpsR1n725ci7zC0KJFeJadAn3AVYw4G86dFrHwtlEtQ2PzMct6Tl53MT/rlvkeMrJcWAR/iKxNgAIsLkmDBrfqg6McqjD4Ry6ibH0zvl3Gp26Ch1FywiNSM8oHmDNB4uH+cBs6G4XoBjw2PDNFprdcdVB6plzWXvNMjHwjPuxrM8I2ojaAThmm7rleyF/AhGYwgjfqandCqd25pCWNeAQXftUXyymNAQzZ0pGCV4bldCxGUxpDpyxdWjLcNBYb55CfjJG7+QsjYJuyGiv5nkEA8V0vxVD+a3Wy1wK+C8dcVrJp3pjHaEnUn4FEiOaZPxukGjz4DER1beS9a8rI35k95egT+CiXkEBec4UmdZdCesNtDElTsOXKKdvsvGJJfkeu6kFmg7i7Ez0fT7c+8Cdu/gV5wNhgFH0WaXjjj/Uj2BAbfEpH5EL0hEYw65ykqnjzclm2TMETPP2BBoNCnZ7EF3S/COdlo3rMCIyUBU4I8oP8LgmqmTa6K8wMmXaPdmOR02hNHN3iruy6k+cS9uGNG4yALw2XLrxUtoQEC9hv27Y6DqfwWuM76nscxHGQ74xzXgL0X1paH978ja/yWbwXOH6YE/BoJ77/ox8OO2yoyjo0ujeDHrrZS1cznDTkfEo1Ng18GMqdwtF00f3w1Cfsu9Ogisd/e785R5MwVc8/nU2grKdZ5akZKWqt4tqnobQRW18/N3z6E68xlNwdbvLh3zmIucDu3osvXWCa4GR4eP8uo9xFvmJf6lwv0Gug3M5tKc9zJMbFAEoL+GhYNd4rnCOrQXPKyUqeNaO8f2MGhcdxeQjKb+ceMLI9aCy3py+zpnjQikc1CYyCAsKzcnOsXxDwR1eIilXWAWK5UEkMj3l7Cn2FeYL4mcT3qSmPcHQqXDh1xCOmlE89uamgKpeYPMuYGFDho6C6pI2yghPKXbuQC1NTjHgBqmVJvtM/loM8zY/SuzPbk2EceS+q6YkuvCSzSj5N4XNQhTY2TJAsTYByszLy5J8GRsOd3bIc4q0Tf42qO8YneJcxmp4WT2ILjKEgHh6qI/Y3VX4rZRpEw4XLM1qS+MLeUFwYVN7+O/KTgKQCnjQbLs7yXb89aenJiJKwbIiCXvE4YMbG6WS/4DjvMoHWQV3BSfu002AmZipYb+SLx/RppKiTJgx+ctE4frw6Dhp5OymT3cfGVS3OL3lO6VRoohY3uMrGei4+0zS7KUn6cogN65FZRxcB87tBjnsaCmiedhkRGSfE4NpjyYuTtiqreCsMdcL3cy0jPG8jJ3lvWnPW7FHZpgIwoas3VsJHYKlbIZBH8/+irviMJPr0OMCiB8zGacwzopfGJif1LzRHVvJqQrPyVB3svKQBaUjJp+mZMXNULu6W19PJ9+b3ljh4Vx5hAMlHi9UTV3UknbgWMt56EgOSHhjY1pyv4HZhSg5uyASkY6OCV8+XmcomjxEo5evn5xC7rC12tHrA64c7dEITAY/E0T0qvoppp/spn5bzxLj1ZQYeLX9uvSwfppz81jbscEb54sLTTCMzpZrBkTpP9ZOr7NdhwMf+HY+SdZQ7x0l38wzMMpiEZk++cgN8bKA7oilj+dzaMLfKgJH4TY/X3ebsBPljR8W78uYvpxbKIXH0AnHDaw8LWEij33C19bWyHhoSB9PC32JezmQl3BGn6q7OBB5EZrMDjdfe8cKwxrGFm3eeREBzIOOC9jJMdB0niuqh3nTN0hMXG4CUIlRPthVuTJxliIGvjvAeEuUiIAp3JIlUYEYZPtM4Hb2+Rt+f6bzYNOjJ8WyUl3cVWQ91fTTzaUp3uhQyZJ3BApsGZx3C4tJTj6d4HEYX3hoGRxAutKfSQZD6rgvTwyVK4sFn0a9KwMcb2CpPquAq/m6oSFPh9AboRYShoXOjyizYIjlNg6E+i4cq0vArJMJ7y8o1AZd0+WnpIn7iFxzJU7YKqm7YaVH6tW7fCBz5R1JpE26IrLKVt04DmZ2HyK/CbKSceqGhdbRCmplV1tOBEWMKjG4cNNTZeCJc5OhO1nwUutHgSInc0QvlZ3tWchRq4SEsm/ca8aKvpgkvxBlA/CO+0SmfGnl0GBM4ffSUbBgJjWKMJbXZCuz07RKnXe3RQVngPW03V4V+qQT/9IDtcMBoy84FPlFL9MgOTg44ly6ISeci6dSQxhfl4SKdSDzHGUoJ6DwwmktDnJpkWaWrRskL6cV0Vp0uwvCrfZZJWaTJiNdOC7plA1gdumhoOlPSKImGd9lJm8s3OcRD/rfyeocpsxXKjvJztbzhkcjhind0ogMfXAhTNhlVhyWGKAdkNpZRcjN/OBT4cq+cserJGNDCn3ezfuvkn74us05jIolLw8kIShf8ytPKKBqtW5VfeMEa3tWGHYHLj8JJwsqVCIk0Sh7gij8ETLngIw/kIZlACVe46wucAlPybGE9xTQ0y3EmLnqtYgJMe126jxwdlVKWn7BUIpO8pLGwaUeAYX6YwJGqdtjB3CIDCu2fnerQBTzt7Q4NrFtMzRSdSu6JPKOkwteQEmfp0u6BKdYv87g7WhyZqiWsBg4i6bfHlxk0vMiod/eI84ofPxrOM1U9T3FZAiW5s7Injgyox9lDAI3i/MrVV4LbLjjbubYV9vyEsrVSqH57R3ayLHf8biSVf9TI0o6gbYGV3AYtuzzzUXVyNloz2lKKHDln7yNHbrmrl4Z2jm3f7lCNwQHwDiPb2Tk+Bn+UCa0I5sS58OAFppE+xhF8FIJG1QVqlVHD6D24i7kecbIHpJbCkAVGy0cc/ODUjNND+xgBp/OsFE6UWOn9fu6rL1weDjlS0hEI5AGHf3AvURmgPBRafCnSdOKV6oXfeP9ESVe9V3DB+AQvBCyE4l6KKPwb1MpVv8JQwTIKBscGMgonjswht4SSicmELzrZFZbht8cvfzRa4ZOCbRQ1pvE8RRsZS3EFRIlRVPxx4oABxSjC3tGJV6d3DDzjicEiTBvxrAuERKo3xfxK1SuYswuGy+/QEQSUv8rpvXiNUOEPlYZLpPyQtNRlKtfUbK5QyUMa95ChTALblE2BG08IeMbJS7Ikj5HKuBU3lTalgkOHCefgm6doZjaISm7Hy2UT+S1NHsJuNStDBSiYZSXOH2mr05kSayc6Pe0j9NvPcWE7BBw488paPsgsdF2NAxEz4oiTL9zzpR7TGspP6Qd8Jqwcd8q1MRWCrvS/4k1vvmq8DFMO8qLk5AjAEYEnrpk2jaDGJ3QBkTDfL/d1LBtav1eNqc3eiBH/Vqbl52pykmca+Bh7dIPxLWVJs+nARfDksZMdflZohYWnRCWtif52rjeyVfdDVvEepRBnfzL6FDntEpiWk0/6wdh6BkImCZJUmJwtDRHKXb10eQWCk1V+Rm/qqck7HEj66HsZJgGQTxh6lXf9pSDAiZE8i36BX+mNuDY9T05/xKnKF15sqPqBPx2apBNW6YCDHrtmnm6nfEWjw+iD/WQxFBjqTTrMjJADM7wQD1+dUY8Lf7+MNc9S1fGedroa3nQ+Ah1Ykgs/vSwy7OMunauur9K2pAPLXh9pdoOaB1hUujJsvpv+aGuTTY00zOB/zIDNN1PceThzgt3F1qaTKb+ogxJ3BN4613flAdQQzEg5dpqGHViRPTjXnbqGfrqD+oh0VODYKWqElMsE4Yq2CsQvhZjV+mkKzByI4SGshsSEkk7DYjoyDVuPtjgn82XMyuFw/fr7BuVLazOMMj0388BXV9LG0lDEGFCVPFkmL62Lpj0Qy7BECa0yNNRuqNI59nXtxRfh/XD2DHAVto3tlSuvFA0oju+abW8/GdbYkbZKWqdCsF2inEqfMlIRpJ3EYZSMUcn4BZ4KHOZGEYvhejXIGZlLDA+lUOYlI/CDqkgVyqI95YBpQ2GRwqEnLN0xYMlDnPnEk+cGdSo/UabDJV0KEYJlt0sidT4LK7F6lBRMOOUq3HmT2uiEDsgXnFX3WXc6zKcU8UxCY6CVyOrATaXC62Yhp87z0r5GlYSu+1uNbDBSug0xHJALozGB9jwnTelrx7Q2W1T6QoeCpoqtsOf/puNDlHopnJlmGIQ9cR0YWGI0a72/jIJppCEbo9A3R36+FzyHfizxsn9vGIQQ/dBghi5xVC7tz3qBWpXc1XUhixchyt1KZQfPPDwnJ3ls3JeXl9gUwqlpFDAL/h6yID12AkYnPEDI59RpHq3XNurqfHWwxbKWT+xE2+nQLc8sD7vzO8Msn/M7xzGk29uboVmc1Jg5FFrwLrmI25UrV4aVFT4/iFztRN4OfDuJU/hARzpeVobmwkc6k4vMDszwVSSP61QO0XF9gQNOokV+nbIgOFysiAT/4j8jrA6iymnFQXLV+2oMKq6nlLt1GRIkKwq5WFNrRsJw6tzgaKx1ph00aE+QWfayaLMbTyXOwyzUbvU/NrigSnSusqnG6uRXOdf31cfuJhj1FMCOHFAt+O7AxynU6KxJkJclVxoaI3C6vXEnabXFYmSc92lX5fCLLmb2KUtsvi/vUbg46SN/RrvQnM4uwbGn8qFT0sAGFePlr/JhwGe1sCGfYT/E6uoyOsjsoNPdGYyAE8/Bj/TOrDnDYmNtpwDVSvwDTqxaWPMkQeywJ1FRjxyMuaxqOTaavrKlDHImAQ20O5vy6Tx8+eBK2gGSUJnk/DIbdH/vX/1r2rdheProCR83scECYEZZCMMNQO4IPch7YJQSooqZVnrXa2MGMDQyxIufYYHpvxW+g/jo9m0qIC8LA9Pt7fAvDUaMQmpCVZdARLEcBUdAxn2kowwp5hKuC9PuMltRcAqRaGlwTdFGTHwU/C7vgm4wt/4So99le0LQpjoEb+mKE7bO546DqYQbzBJbMZVXLjAGjMAMlydWOKcntBeypEAB5wxd4qVyzrL4n/cPSehJSLtMbbu25vqzpR+6I1frx+Vf8ajjGpRSsmVJf5cDoCocKNWBMMDcwCgiTECZwsaTCpWgwls+ILQYWNJ7DnHwSB7CzTMFp3J+9G+Xe/GBjIVg6QfK7FmqS86EOP2Dc63G4xhN76fW8iqVlRGZ+/6z4V7qQXDH776Cc570hf4ekDY7Ik2nrqiAqbCkb4h3GnK30KSdGV7gu8wadd9lPWK3r+vd4S/xZ13pkIwHDSqZ0+DOQFiGp0a5buxrZO7Z6aPjeRukGGjpkc3yw+KlqXQFX4oyjNIDrwyvVBAHvPogt3kqzI6Jf5Yv/2btyZNXFvlObRIGlqDVYYttxhUgoJXw/MLLbCZETk6FS6d42iG2hsh3y3Ad3Tonj90QFLzlNWlNbz6nz51K9wxvv5dsfi+iSV9+06VO5O6Itqam0xiDwxId6e2jzeideYK899EZWuWFZzZM6pg4hGYbxORMjshceinv49zIf5JVbvldPnGu+IJQ4b0MdaZ4jKCqnJQHj8yn/IjPSBPG25AWnpZDPsD4STubxfFbs+Tr2IZ3DY/AEz8ubQjqGrglXfMIv+LdtJoNPTw/z5nXQuzwi4kdT+3ZLPtqDo8eI7eSk8zwLRFnCzc2HyVtYfcsYHLkTzwVfDCSFp+53D/g+q10OzNSDXvFtyy00VhXWkX5Uhy2HLHRRuAD7htvvJlNsnuswa7QyVvAVjjQykc9hB5+UYYjVv6sR/kjv3tErn7608MLn/4cX1O7NTzdZ/oavV29eHFYotP69PHD5APZ0mtKF5krvI7ka3z3Nj4cjuh4zvDZU3mYizrhiW/Lqxc509mBJA3tlZf5NirG1B3CTgldffX14Yu/8qsUeDL8wb/9N4TBdJBeoBG14niW7j6vM/h9vvSELRiEdyns7p2NYQFjJzEE1V1iIFz2JNAImJdRKohqoOzQRb6meY4rRar+n5XbzoCL3wvktxEQpFPWi5wiotGLMTM0hVIW5Slyn2FXSoiRe05Zp4JgqJUiYFpEepz4pbHTpFJEmAaIzMc4jeGLL10eXuWjyh+c3GDu3/cxZ4fXP/XJ4c6dm6yPzmWt24X7TMFhpBSe6qEdy+YWPbgo7FhWsBmf4hGxhpD4SUkkYyPbXJLo75WXO5ziKx7sOMb/xS98Ybh//xGvVW2x9t5GI0k7ITSw8zgJs1iTlZKnAH8SaAO6jAE+RIfSIYPmMuCcr9waV/O5SUJ5F80YeOICb4SLNOGFRt/NawfuN7DjZcWECE9ayjp9GgOpr8bI3YTCUXPkUHhghQYPXXBKY2+cfJP/3U18YwgAeoNhY++BKlbqrMuQ3NGBMGxQbHT7hrWe37v4SKt1UaPjWqpTa2KormqYlUdG3h0hngM4gAqvPesB4l1qOpIoDX5LKF+sc45c3N3Lf3Daz8wSuLp2Tv2245PNKzSQ1rUtdmEuYCNyFKH5QiPAQMEOEFzL3QbV3oU8vEWn+wJfwlrC+Hlc5bTrXNRYybvwD950vzLx0BSXh3SRO/e+VpkRvuH8xSbAbMtMFxgaTF8zcCU7bQiBQuCqfDUzV08JTHiLV2eQg3ZJXMZ8gtBFLyqtcKte+axBRrN6OuMafeI2w/qkM0aFCSGM9B1pZUfzLJ1NWGqs046Od9VJbZcSVH86H0QhPIB/wrI847wcreXkKfOYEFnnKEv4a8Iq24hy8iaUECfN59gEdJGGxs72IfXJEuqDKOaEx8DZ5qMqJYvkjI4Gv0BvcFMQuKNb1dhO8wma0Qnlb8dRHk3PdKThtSwV1lKxWcW1gt1/jX//vWuZRVlfuxBbkE4dtkqiIAknfNohvdRrNDz4pmGHlnRqaCgvXH15WNp9OizdvDXsPbg/HPHhg310yVk3dUveCkeKrTvLzJZ+4upnGWAOdNDvcQDS42H3iTMU0lIj3hOG2C6RzV++8mIqmoSuYvwuXFwfrrx8hQ0dDMuZ955buUjlWmP6S6N1zO7ipeHW9Z9S0Rrm0WYAM8d+mTOFKYmPvW8Om1tUZmAKN99zBTmeCsv0lAkA8XpHUNRV0HAF/1lX2p5qhNJkvZWRX3YnktRy9jBKJxzfVgVIqzB1kTaVzoruZbiM4FZqqOc5zgSVN0mT9zRcFcMmvIpSgTEwCD4HIwiRyuilzRMfH1Wul168MnzmM5/FmA3DzdsbNKjAocItwe9Vpi0W1laHbXdQA1/lteKms0IvSWFTSvC17O7m247leq4yY3jSqJqu8kqLimads0PiKwIe8p/qR+S+I2ums13onwOfmzdvMLsBbzU6KM8iYVW8tOOCilBBF9zSMAVHYEB4prPkPYra+Wl75hc6XAPyCL8+Al1aWI4O2MDGYHhXwc0JnvLOjXA2riqvabx8N3rj/oN0SKTUpY/HdFQ8Fcxzq536caOfcvI1At+fy0asWN/C2w0bW5sPMQoaPjYyAceP00ePlF0uAnHynWKDq8/isMSsiVd0Hdz67MYsO6qzk5GRZTcUxS3hkFcAuEyhkULDmqlWIznkHem3NPaSlZf6Dwbgq17ZyNj4eRALrGRWpw520UhW4yJHHHVSHkLHbiJPNqO1S4OmDgiTfwwIU3vAOKTDYOPrGuuejR3l7fIOu42fjexD6PHjGCtYmfDG7QXIa0+lFjHcA84X3+LTh8pQHRaJ3kBSa2N3fI0jIy068B4ef+RSCj3LeRsj8qgbixxuksYA/Gf83hqOsXaTiYyaOA9CmePd5nSIWf9U5tmURjbtS+9M5e2KmF7r7wSGfuVpR8SRe+KI9m5d1HXjX3GUBf/qIJbqNJhmiaNgCQzPM59J2J3bt7CpHJhjRwW6ZbgvoCiXrMEzep/n1KT78GwTmLvMjETnXUMUf9e+uAcNfpBwBkC9gRJvE+ztMbNn2SaEj1tbvlrJJiT0k1qQjpw49tcP5ZUuZ4wD4w1sk7M72plFZL3Dbl4/aWlHa09ckfPTJ4/hEXoxYV1gGCAeuchvtNPWlksBVs6k81e6c+EP5uTreKuXZE9MyBCmTxrRiiCvTWTpYb17zkcKWK99rM2wvksWBSmvBT5Q4FLEDh+wN3tkTGReOWqdlXlG7/szbGTExmXjFm2aGzDEdY6lGT8mol99Vc+2ObvhC29+fvitr35p+ODDt4dbNz9MR3ifdeb7j9GF4E967vM3b98EIRvQdTByG5GozwwP+Sj5K6+8OuzMrQ//4Hf/+fDWN/8bAnsQAxaSpd5Sm7Nunb9wfrh9fyOtvcEyMbtpS45JqekAmxgGOBDljRGHOc93LdziwnFlpRKdKn7MWkovYgqEXwSk6wJMhU/Ix/848ogCt/w9dRQjFcvGjAvD/dprrw+zGKcoUbpNprbcKltYRxhNFdcNDTdu3MoMwB2+WCF+4nzv3r3cbYB+evcO33/lpCGsS75WhGBlmyM3MrTp9uJDx6vfs/GIcqXXhlYcumGwLBvCvpDvs5Xe9b30AkB3mwrk14kMn2EE6Yvj6vx5RiaVH94XWbk7KqgqUBhUpZc3mELjUIyEjfKlTBT7zp07UR/1YXOe019wjqB8JzBlk7c3uMZpiHLoPv5qaIs+cdLt8H61ZckqNXvjwaPwy0bDV8rgFiVBP34bofT6abh6R0YdzIEEpLS3Ls266Jny1iiIsaoVWPH40GRYux/tAMzRYXDkuUcj5BeifIl+eaWM9pxfGRFnsmdNSB5ZE5sT1db+p5HJCDg02hDSCCoX9ajhopzlgfl6/YALPjWI+KS5PakLGlbptqO6C3/2uO/vMe1OuJth5L+wNNhPeN1CuZh2j5Gta1zZxOL779qLLlfu1i13jioE/Y1MEQP3blsaaiAkHr7O03cne3KRr4H4zuUJ5djY2dDqumzywE9OXYpMDClayy6UX/y73nfqaydt4wt5rb/h4zSvyCfPA4vyvQs/vE1RE3/FFS/Vn/qQfFIjf/AmTJf6TwfGV+bsfBY8Yygf+h3t2bG14bCBeWznEBz0q7Wi0ActvQ6aW6FGluTr9Fq/dSO+dGgShHwwQeh+2bWSm7ShLchLHXQa18I2Nu5Sfx4On//sm8MCDe08+vsieQ9ZA/3gxk06rcPw+uuvDbcYVHVdLbzE1ua/XNRWXsLHj3bFX+OnB1rBH1xGegOsQ+klQD9pLl++kogsFd7bQA6lvz219wwowqewjR94D246ZTcLioiA/RF0mrFdMJ+YKmeRV418n9haqk3TjswzS3OBep4lPtdswcNZoEPqhTNCfvBlJqe6ARvez6+dZ0SLYjvvng0x9rTIZKu+urI23LzzCAV5Oqzy3ur9e7f5asMTELNiIzhRKVxTYX5y7drwyvn1YXvnQYiQWXllQaOLn/9iHLntPaNFmTZQEzSeMrUTpz/brgk3r6MUCUwPRMFxaW7MYUfJj8i7CzgKboAxHbkG1UPQnaZR8eEkcFEMkXrGWWngQ1gLmBgNqCWtG3ZW3WDFZpAnMNbKsb5+IRVDSCq6029kMWOUJ8fPBVPiQcse68OHDxGSvVlGGFY2aQe+h3vs0clJd4ggt9GHlhJzyrdhjgTCL8mEE/RcdRpxK18pqCjIV4Te0romUdyBHsKcXk2+JtN8X5SZAR75koznkVoBeH3rhIYscqxKY7hphNFIEwxetULdYDQi/jEs4gBDNMZc5pk0jDKKIA2BVDU8vdv7z9QxMJx61ACLi3jYg82HI0gXQ0Ea02pIZqk1uxoNy4oTEfUI/SC9GxpUgTTMlKk+ewoTGtp4B/tRznxZB4HJz64n/W4KZV0jNRooGqXsFmZEtkTFc1cmmKQeWQFDF2W6ZLpApV1AN4UlHxvJwVTVNa3hFTfxG9LhePeC4uh/89Wz4V4AS0enIHVOBG83PTnqrvYApOS9XXANPnilsU0+s5nOBrgaYfGIgSddR961vawlw9hie9FWjZ3wi57IwHyoa6YluTvdnteGKMN7dnqiZp68lTVMkqdKj/gASxjC5F4lAUe/Faq5HJai301EicPf8rUkBky8+nxsaU7BM3+i+G2wjNfGpJG1LsOn6ug320JINj4mnTbBFPAJHmfEhl8BGC1D5FLKwBf9Q4Y91LphJ7TTbQ4TW7b3cdOUOcPuAE2ySmsjWHlSEF7xN2k2XVKWn8DzkJqfvPd+vs5z+dJLvENKI8txiI+w7dlBj3AdUL3x2V8aHn34QeQvz62XvbZZjE4dsaKFvjKIhAZZ7pYsL7g1F90e/aQEJ9NpO2q3O+kz0WumioMlw81bN9E5l11YPnJJkeN8nVW0DgjC/PLJ5UXRMLf7ZMpmwi86kg5oPKxCfNzkpBrZfMjvXfJ1Z1jv/K1zZKT5kGDK9gtHB0z/70Kz0+FudF1kVHzgksvvfO2fMV1xNPz3//JH9CJ3KQAjmx4BvU0bNNwuX7lxhOW02+tvfH7Y+Om14dEuOwGhwoZD5yjhAgLYZY5bI2MPQlevG7hLqykqDMpmIPOpeGXvk/bjfmSKShcmQbwvNa9QxgyExug0iclcCQ+XKvUIVoxqhNUMZwShehSuYtjIiaHB0oMjUz0aJSXK5ajqc1/65eEJnzPbYxS6w33j4QM+z7Se0Ytl10ktKhF5QMUd07335PrBDnP/2b1myfB+WsGCQNhuL7PMp3fMPsirII00aVFr4hoNxBE4wsu6XuOLUbrsKOduRZ4489hAlnNkkZ6bzMY5ladrIo0/Pw1oSzYVpKwKtyqeFE4FUqppqzHGQ2SFGOYj/Af/OG56cwISlca0FYO/JTFv7wVHM6wFpLWSHdtwKrOWVpjBM5uDqIQ+ADPGknRWxMRXMNlsrIw351lXvJO/RZewMQF09JSUxrYaZ6dHq/HQuLrO1Q2lshtpbeDVzcwO0gtl0jybYspoVgK6FimjDgGpsDSodDpmXQtChD7bmXITVC550Jy02oEMTq3hdNOWuObQde6FN3RJd3gOTvIJOgyUNkEWW+pX8OKpwY7MDOjOJA2FSBtYwvOyUXWKOjxp5dWMETja+VSFKNZ80kWWuOIJD/wLWlnpTN71LgGndLxC+q+NXgA0mD08oAizvCblRCVZR0Aiu9/YTvQULFVjOkmHf0KjH7sQ4PwACsoIq9JS74SHMEsW+ltuAE7rTPjWig9MGYKTNMvuugOEkOrtrFP++1lys5i5YZcOw2NsqyfV/eQn7wwXGVBssqSyvfN0eMBMj7NR++zHef/H72DHnmRJcXGXN0pA305n4dTxqGcG80TWcpCfv8t67VlEnvMctjbahRvYMvask17CHHVK81i3xqR4UlflNXINQ8ggP1v9KPtMROOxWdOxdJRqexi45CZ9dJTn7ccczARdxy798Xy063fMuWgvDw5YyoFX1hc7KPO3NjaH1y7zlXtSaoNEyC8qWLE8f3J2ZofKaSVe4FNufJN14SK671Sj6z4Knjw4G5h98uxSeG3+sGIwXUIP4xhk7HGYNgvL0RwrL73AvNpTSuZQW8XT9cqjtpOyCIQJ6YVxtydf0wEkSK8JBebuelV6HBCjYKzMvlwcoygcGcl9H2b4tRxHQTZ2JCI9BSNYFW6Z9b2ted61YkR55erV4e/8+leHH779o+HdHzDCZ/3vCNrdEQfXhjsbTFfQK1pdXwsfxP8A2K5jy0tpVhOiMzDBytIFVo1lGRLDNXhVmYq38szM6QnrxUl9XGto1aFYWW6VXtpJx1WwBFKMHZUsAPwpWOaL7SlNbaFNLlp/XP+yRbQqIR/zk4ZV6Cp2Kz84CTOmk3vJyI0OykQqlVkwgg8oDkV5md4GzDinTh19Fn2u/gjPW/hKXEbegU4get1H+8YLXxJTVvJRMgE2yr0ChYmZcgHIKVe4GxSe6wmTKZOowAcRpxCPmSJ2VOg6phXLXfy+zuQ08hx3dUecs6u6VfZqxORF6Ye6AfWh26JMH1aaFY/ZUF/88sX6a5jcI8KLBE2c4KeBY91dysWZf5SQHy8f+DUbLnwEVqZayeNslzNJNTWKHEI8cIKMYMjYMxeI4rN+Gu/aZQsulgtekq5t8NnZpcgk9c9ny5LPZuVOGuPNKi0TJ966wp3Yesy9x5ndvBUXci0/OJivYLeMufkaSuFpXm1CwZ/AaXmCS4uTRjgLwtBaOGeqV0J18MczdsVR2MJSVsFA1vlXTMndmgAgIqr8jk9gPecneYXRcC39Nr+JTzGNJ/Bw5kLNogy96q4unXnyuHzg+vxNGo1H2MFlGt1jZ5BoyJbMw4jxL//iOwzQsIHiL33k15bW9Lx8IBzgnuC3zLLT48d3huN9GkJneoiTxqBHvn4Xh2edgLTPTsc6KJmkCJ8oOaoHUNuYfDhhTCJkifMq/ltqZrBgUmYY0j64JOOeFMJQEuF1OUUflA3XnpOLgiTNk60nfASBvQMSCnxn5KTdN1926Ii4FKOEfT/40ouXORlqhi34fMMvhzhwWLKQbGQP2BSj37Ux10M0CK7PbHOkYaYzMSYxeJFSbVpYZhPPMvr2dGfTogspoChsEXcqUbSMiotS2kQntIVx6/HNK+FhkMrJVWIlDOJ7ZRB+vqhjpW+KI9gINfkLaK1haiQqv1M4JTwYTHpToVPD3/3Krw7/76/fGTavL/Bu8OXh0qWL7JTlpWZw/t7bP+BIyUcwlqloejM2qlv09rbtVGBc07iHJs1fOuU1zTkaI+igLOVXRq3uIlLv55IJFzpJE0crmMoswLIYyZs4wkajF8EXfJCtrBJYRPYb4SpegOU3ESN+ZjOuuxGJCkgZelWlFtTgS5fE+SeE0ij5XSGZ5iZG/UhuFD6GIjBJFxw6XPKoX8B0pCLsQBZ+FZQS9Ob9T/sDDQ+pExXdqC/iRHxVOfLgN69ZAq6SR1enqW/BUzchk2LkwyRKWPaE5+1oISdPk5m1YWWh+IjZl8M5G5Jar+2GsefO+i4LafNUTmohekinkboovrp02Cx3pCzBaXDFJZVetMQruHUZVzq56Ev7dlAdSdZotnhZcpIP7dm6qWtMLB5r+AlXJI1hXe8q8SS/z8Yle0sb2ILMcwFWnjFqVAbrk50NadawSqnGqzvri04VmWZ9yCW8G8eqcUlq6ngaCnmujhvhBCZ2EjnS1e1KpzP3pC/+mG8SliKA1cviLrINvqE0sWN8eBYxVnrTCitLWuaBfmPqEmqlc/q45agC+Q2PAwt/8qAHSQc8A5qzEz2W2wPbvTrC05CrCXMT5CaznNs7tcREUxcYS2zwQ6XzfdqdfWY7WaZxI5HICUWJ2UH2vd+VCxeGX/ut3xz+6n88ZH8PNpPdvdnMR1ui652CzmcKmPAVpFW36HPQ69DVQxCIIgRMwdH2ozo6U3byw0H52yJdR1ZXKpWpSUte0xWPyMm/SeSlsxuGq2fiq4164cUX2TB2BTh+dU4AbEJLI+to1p33bh4WhuXSfu4R5pZzkbbiiaEFuO7layjv3dkaPKYx7ReMd8p2jyFybekHMdLqKGe4dfcuC+cYGBovGzDBydQ9hFG9Xjt3JJQKpiqdbs5cmQBUtohIWGI+cSpJ3hMzHy47FzUUIFqNLXhQVu8JN5SAZu9EWFytQ6Ch19TW1KgCI2/g+otCiRc515agf50R/dHO8M7bfwVuh8O777yXXptnEruhaNYRKwZ1h1GLC/EytHqXwRLYVBiZKfMYGSsse30n+C01mx/SWzM9ISSLISMuFWOaDbEy5BFWU5jipXmhKfQVb9KMwVtHdrAl8hh3e3bmmAtQ8jpx4DnrLl//IqNSKqETkFv/Co36HTDJb3RVjvASf5SyTUXHX1BbOKDgga42zEAriKSB7fBMr8gITxpp4S/ONOYVBlfKNoy07j7OzEn4UXGVpzHSt9lxwTOGkHB1iPy+uxgDzIPreeqLsMXtiB5il0vkCfVADyx//EiBj52X4tDfR0wP2QIgyEqqPLx0Bav4ZagzSoKaZ/RzxI4TxGF7M+q1JFsvbYwoLDCVnVff42DHuN7HNrrDrvKqTLSD7L6jKRhSQYu6ktjQLK/DVxKIo/XKzrd0Lbjxgz/1vOTTytDwCS1lFu9LFgkOvBg3+Z2r0Y8/a8ORGTKkbmRHOY2uSnbkO7rBreD4K9qFrnLiPzfwDL4hqhITXmXhaU6f9TS/wWMqvWlSzxpuPCZ/Cyu6y5J3uP0eW4TMTpjJMKwvv4lf5E4YEZZQDpixFeEtGB26oUZc5LVDp+bI0vlmvdYJX1cyKn/C8KqnlmdoxTRemT55Sk7R+daxcQQUnO3gJI11Id4AsfwDZhp0wtzbPR4+vPZ+9MFZmksvvMAAA1sI7UcsMXaBubM75xwwQvbTePPsxP4nX/va8O7Nm8Nbf/wf0RUhousUVlPfXb9Llspi7PCYtLnC1bjiQYKneFt5lIX4FhfUIXec+2xZmt1ZdkSW7hScrHeTTr4aXpwCRuNFXm07oq4wQ3vIiPX2rTs5yE98LGuZNVp3iWcDMPFUhSofACVRPFYkp3yl3rUdhWVFcYrVKScGbnkOES2dPTDetILO2lDjHPkMFcPXVZyesoK6SWTfml30Al+21EMaVA3FhKTwrH5MU3iMgQZ1OGOgHhsphWUVkmjvNhqVPI0qZYRhMlFjlHI1Eh0QHv7lwxwK+D//7E+GJ3Qwjvk4wsHu4fD+T37MdDJndMLo6zeuU5HcMOL0ALCUipyecpbBbBt4GMVvwIOj6S2by9dPXLOJYMWLP/HXOWnYnbDKER+/z4V7NbYatgSNsISQfGmxSD0htMHyJgyHgQ3HplGRi2GJmcoLjOr9VkTnp4UL3w0RydT9JOu4p3xwjLK39J1l0QDwJLgaVu6iHX2CT/LLrRbOpNgY2SFwtJedgPKSjL5z7E5AX02SjzHW8Co4NkIy9U3a0mGMuHpiHJejKPU5ozzCreTpuFER3FxlHhNGltz7yDs4Kys84YGtI37xcH+CeBDAVb/6vKqhMlRX+iudVhVpyysqIL+AMeibL2wcczqQOkAZ8tIy3BS2wNKOrwWZ1y+XLHDWae0mhbj6x0yrU30GCfrwK2spc13XGae4IFhe2WN+0/m6SzVmCa2k5IsOjroDH5pM5EfkXqCYcZLfNa7IbJDx0iLN3NN5J941scal6EGyS0PDr6MpD6x6jb3cjJnUGx8NqQYsHn7UMXVAX8+ch3omrpw2pIFOD6g6Vx75Wp1pY+VcOUv12D7j7EDDfMooWP4SA/6lPwl1tCbylKfMPOLPEqOb8KD0TNiEYWtizIUL4qWLxk1c4nnMgTcUEF0OBY2GRmLIk37S2CiYz4072j1nXZzpsIzRxbaNT/Fk5kE6/dvh1RkaWxuh6BNyVE8cbLlWucXGzu++9afDCYdbLHDOgQ2U65ozDlRoOy5eujSsM+p146ObsQ53iQM3UQDLlBc2hmkTPCrGQFP5V/7cJsnisx67691ZL+1KZtPCCPlFmFfLqC2yHqEkgR0ALU23b35/2f1IbIFCt9gkSqLUXeXLg/B6e7rIcusB8rPPHFhSZotuhXKX5A6L3wpeBv49hv7//t/9IUlqOsupLU8yyk7DI4fIwIAIj9W78MI6r6fcTmHCdPOQ0z9WKBGo0lTLQuaYXbalb8QBvwyTiiZapOOuPz1GPGOlIbYEIJlAA75Ko+qjKuS0jJYG/1EUG+WHPitaRkrggJqTWeMjbo4iOIIL+u7e+TDvD67yVSJTHdJh2N7ZUoMB6u5XRAJvxJ0AYChs8UhA/PM0pDFMhLnzWOc6dERoRgxSjRKJByedcHW9gcqDz8Y3jbNxVE5dqIlLHn+ah3uUJ1Ms5m/8IDqujYDlWTnig4MZBWL+ch0+rzrGTcsxcSSUd+hTRuIKrH8+rEYrxCOforGkIz4aZF0MUMcnhYo58KjMvgOpky8asZhg0iovOUm/J0qec1nddTFb6+7qpDDCA2AWnjzJB/BUWvI+OkM20zWyU568Lf4ayTXyyWgipYcEna9Fj1DUP3QJPbFhcR3LrEAgzB/BOU3Ka1Xoj85OaR/VL9JwMiZAD+n4MkoInZ1P0gMu2Mc4DaUdDBtUjYN11e9w+mwWR7eW7AY4zAx3jSEjE+mnzKCDbuakKdLYmZG/xtUeA9dlMcDUX2koXuHBdZ0QP+XeeefdmhT1tvhKnjwan0yLOpLiyrvRJEjTD3Mc/ch0paYx1B6k72bh2JfTrjGh603SE2Y9bzozpm84dBDSIUgx1U3SU776YVh+Kdb6E30znfIwRtyE4d1wLrKGn2Iu8SOEVkoLKg0x2kyTVOJWsKQ9RQCzysughcjeuSuIApy41CEeE+oPl3x8xoEbaCdByQx+yzZ1h85alhaQjTw5ZC02TpZI6xS48qv/DLWQK1lIo7xsdNltu84ggjdQeCOVzVXbwzJhJ/Orw/9+61vDI9oX9WaOd1EvnL+UunSOA/79Hu0eh/3r5EHVjjw+8xNUICB6KL0EWIf60qLykb6wwh+c1aF5R6FEHgFGAjIElHCTwR/yQFfetEE3MiPK/TF7kRbmV7BRDkRJjaysi9Sy4Qlt5xFTx4Y5ra4ceUXKxgtocNsG0d6GPUsPDXf615eUv/XNbw5XeFfp2gfXh3MAcw7annSOXjMvl0oyS0P7wfXrefDduOxQoyHdV3BoksTbqwBwjUooK6++WJtAIn8Kqyl7AIdk8qTBKIJkrsWGkwRZOTw16AlTFMf0NhxN2MDZ0L300svDF65eHTZu3Bi22RFtxhh/cNE4CSv0Swb07tELu7SO8OkBHaFo++6gJrzKt1DxUwU6DoWGz0EFXNzoYC+1V1qNXDoQFJQFeBPi5FnWIAnvI8UmYox0S1RJWyHEArvySkjxtCeJMTIejbKu10geDy4bYMaEzTNdc0KXNUq6Gm0tWccpTAe8japQk/0Mmu74Ldfu4GMSG9nCvd9bsnazI2Wa0gLLgM/wwK/3aEvloU7dSKMKf9WnMJHwjJBIayWPM0rBgkbnWezfGXwTh65keq5yfuxvh5VE8vo5Ln0toiw/U2rou6+sWL8cMbucMs80dnUaZYuA5AAAGPBJREFUoRg007w0BD2C8vBAWogTRjgoHcXHHIhCJkt3KaJmSIBAgviFE1HC6wI+YunaljZR1gQ293QGTdecvEz9pQ5b132fVbx7g1SNTE8PFpRrOad5U2V0bRC05cUGkDa7sKUNXmR3ZnjjJkx4ZHVDJuVsLuRB5T1VRkvRb2PnNB2oCo2RjKKaX47VnV8L4b+uDsN4XR+Ndh1LOjARPztKPV/uPjd4HQ4cUagTFzZBCeXpQgd8ywAi8Ag0LleTTyUlqAOayitXwiPjvEof8PBIumnGJ7B+xNOyk5qy8JK7wefB6V47cDrNsO+EZs0crUHTCkgiO3JVfkdRG8qhglbIgsq7pvd4PXTdI1LJPr/MR96p0J59b9oPeS93aeXc8OKrr1EgmDCyt02QL9b9fM+34wfYzj8b1bDcOBAtnJUPhQuHsmRl0Vb0hY/lTZoQY3bTc5m1whJIWMHVpmR2yEiVk8HSvbsbZFxgefV86p0l3bzNVHKm3BzQMShgSnNljVeAOCN8Xlml9w2D0XWAIwqnD6BCYtxN60voH7z/nqWwHsmGHw0TfxPMjDkZrjP3fv7c0rBD/qxFSikuxhG/j1asVH789pgUHTSODDS9ClSNbafcUJ1cIoeKJOLyIw0wxoPe/9Y229I5GeQQHEXPPtFrV18ffv03fnP4D3/4B7x+swqf7GFwkhAvNj+4f49DOT6Rii5MN5vs7kAv29afcIKINFlUHHFV5cVB7nDpFRUIkFfS7HReF5zpylkpCvseElKEz1/WkWUCrhc3pmueijatRFfKUiJIrawIvBKHPc/AOwM5j/60TPE1hQuYCpeWerTsMzAq5szvJP2YD0/haly/KlsgtiyGVAn85h+e29imXPzKnPzqh42WjYoVz4YhHZsC2X5L38Jf0ox0nErTHhqNXW41chAT+cGvtbaPnBTk38BJkkbNuuLo9Yh1NxsUlxtsuPiGZFRU3N1oqGGxjurEw4rta1WZiYkuWy75mgxCzyibylOvQsEL1lGp6gUrv/rpXdPY71NPvHLaF8HZRwCP02C0PMky/oCDbwdMxVl2GrA0MNW4W0KFF6+FF5k3mpKesJTT7pneFAbGy9GuzngbM+867UOE0DBo4Az9CNdTVH4Tlc9wqQB3QybRYwrT9ohJ41ahidES+99wm8QY1nNWaETTyvDWG6JJuVN4xitPSRjeNshBufAmYgJDeEk7DbjgxRbEADQYZ29NZ6I/La7TKoSEA9u67hkIWS6grrmbNktlVQwpRcB0yYVajhFgitSItt7soXMbm1vD3eMHGcCtnltmyWyBzaUMZnBLHL5/j3MF/vi//snw7g9/RE46dwzO5ENmsQBb+HX4nXBzl5bPOVVNu5LjEnnP6Bx165DNDZ6DFTy8t7TBs/FACN1lGh3mmTI8II0dDN8cOHDfEXc1R521Q+vJWdQ0Ujsfg8P4+g7y9mM+GE/ndHX1fPiXTWHgwqCuRmel0hoFeq/OZ7PJxyPXPOniKZufnCqWlzneC9AyuNCS2arvUY5j8wg/RxzGpWcvEqOTDJ1SYPTMNC0cEn1Th4DpPFOyq1xkP2FqcIZPLGV6DEJ3YTL7rIcTXq35yq98efi/P/7hsPewXjAWB6e9FvmCiFNiO08f0cDeggFLeXVJoO629sX56sEz+mZUTL/LKHKfdc2ItAhvEYp22Ok6YHUFjjpEAi1N4MElhIbpyqYrEkPQGV76nLCpfKQrha6w2uAVgA3BYDL6U9mUUQvx1lCmQsR0nYoR50yFK1OvpK4cyiDPKaKFtVqu1CeQG2+I6zyYKiRe6RrjUMyOn7MdOkf140gev+BNo3LT3BLPKI81y3Ti0NMjGqhuiP0iimk02kIu3SHWvNLE3WJ8f9lnsgJX9gvbZ3JNySuhzWCJXeARP+JPGLm4yvWlkcQTGByJ8vWuWea3/XqU61Z+zad2/aJlwJO2vCbWeKP+C6M+bGB6gBBnLZElFtgNvek8aKM6Am5WshbbyS09rI4J+RzFplzLYrRKw29vm6KFKtfS0IvfoXXf8oiHw0kfCilXPk3KdlbD6V+BhFu5mzZhIhrI0qOUUgryIZeywzBWAws/KFe4lQIwKcs8yVZxEYAwvf5mruNqarODaX5yj79wmIx00qMxBlflFIyiW3+epRk3PUIXcPqB5kPRTJFUAeNPL7XlVbd0yhAbJX+y/AV/qkOfSGQhV8r1e3ADZL6J6r3FjzdH9AkteqKb4JXpepSkdJhcUSjyB8eC07yk1odcqRfu2fFo0egQDc4uje742kvEVKl7+f11ugwroUvd9XXIY5bcDra13e6l8IMRNpDoG3iscOrUC8yaLlABNmmwjhmEaZudYdVFfqDU8eph1va//9v/kFLmh0cbHF3JGcWPN66ruXRgqQewYIbPvdrAViMbcM/8aP88/0De2JDKPg84cobUhtOOYvgBQDunDyjnJCPa9aT3WwHa6H12F+97OtQJu7GpQ/s5r5uPCmSrdbgrx2AsDHFEe8C2bmpDGGFlVuBgSsVW8F205qkKYSF5YRglC6KBOaEnZw1HouatK6NLGvR6lokTp99U3nPgQyvXc3mZeEMIEIbxYqI/n8r7wpe/Mtx/tDm8+eabw7e/fT8M22Fd9e0fvD3cfP8aDHvCortz6h43t8/o9/Fwm48gPNrkJWzgZAonCEyM5wSbZ30xHpCedTJpV0inKHg2jyGmN+0iG8esrxpaK+zowEFhC7+ECx9MSJi8TmMRPOVL5aqK43MPqDzNHiRRSQnvdCCP5hizpVzKRk4dI0eNupTV8kaMBpqoFelj3PPCelxLIG2ubztyoSZlRCdo6bQR0gYFL8NseQhXv0xjz5Lql46B/gUNB3zpUquREzgDu6aTThWeB+U00WHKQh7MRSAH9AA/tTYQ04HkMfIgJPo/LSuguc6s/EpmpftdRq4wFG+Ba+MifPTPhsZ9EB4x6WhWuuWFdHXnzuH+XdvQD1/yxRwNU1pfGmrzM9WWzVAs26hTS2xMKcOIkSGPPIvT+GIg7HBag6N3lgu9pjGZvBOPrM9SL9Obz3m2MMQ0GqumI9Zxl4RaxtzCN+hRZ5xqrk1R8JIyXDIyLJ/FdFRPY+8pZJbhK3Ea3K7HvWEWqLhGJ4qKn/NXqiYuNLZHZeuzepZU7UFZ9PqYemeaCHFMmece18DBm0Dpj7kXSPhL/sx20XAUfPgsD+C1GAjetAFBfVCn5a8zbC5dJc74lq4HjPWwxXGLc5nK/P3jFalv5E2D0ctMysJ5tCMtfzHEB2kuZ51xUOblpqV0FmmAHEmq2yJf9PYc3h20CAPd5ZaGzidwEA1PevNwowdbW5wrzjdlGUEvo8eeq6wOe/jDLucJ2+nT2Z3zEmb2VwQ9MKMOHO4dD5/74i/TqeXwpW98fXiR8+Qfc5TkCZtZ+eYlmdH/yimouPAVGAnXzNG2lG3SnoCnAjESJz+Vk7TEemCXYpMMCkpyCLvOuvPu090MTH0XeZEZ3kMGhrzu55pmISFcAWpQZMwiRFt5Djj9yEq+7zuBSzLUimclbooDQzUS6TmZHzgxltomPbp20ytC6bnr17CdcVXRJoEx/BQpDrvIznd/f/d3/ulwcXFl+M5//jqC5ujCp75i42tIGB4UIUYJotf4EoUfSbjPSPYAjbp56/5wgynup5yNS7YYA81qoW3AKVRDh5iojOEN/lrbJR24lxIXcb2yRUCkk8Y4LG4JSUN8PJxfO8fhH75LeczHF8DDbhcMiqhohPymaDfGCqtxLD1DZaSLwdPwaSiB3ytw0nrQQ5TclA23ICC+rVHouBGvAdUYyofajGYfy0pCWnWDQjWMnT6IkE1EU3YQ4i4J4RGA9UN8eNriDYrDA4nIhwbBzgaJ1J2U4WEFCiU4t4phfiumeBMj3Se8VlUzGvjZjJdvRQo8aa0ApMVvZVH9pg2SyZ7vTI0Lvh2HultmjvAzXoDeDIvPh/ZMmE6dSCOPLspP+etUtwoHG6GxKMwIAcZVu0ldI130CRhp+OWnHRI6mXPKNDSVEa5yTG95NTpeIL9c87130VT/chIYd0dNLq/YUfXwjPoaCzgZF5pBjwbPjxIc0Ct3Z+Uhhg4rR14a93QmMLLMIBWVlIsehC7ghgf8zPBaXDpR5LHbIB/cz3FIuUfHLDshy5w8Fn5Up8qRmbQbNzpxNy24peELjsCIThYG/jaWj9n0JA98NW2euds/6nRqwQyoTpn3SleKItQKG8MDxbI8mq8JL3nM168qCWCxFcFBckAwdgLbtZCdtvCfhmOPBsBBjg2wTlzFZw5Doz3OOd/Kg/wODgKvMx5eFY5hO37KaCREL7EH1i2I5KKuwX9t14HHN5kucPwpgNp6nToDx3tw02/rujRUcGRCGvET98XIjZkSRrm+1pLDiho8O78pxQr/PAdQzYy0eT6D7jE53IGuDXTfzQmbjaSt16G0MaRzxTizc4x4v/FH3wCfheG3/9E/Hl5Yv0hDvTZc/dSbw8OFFdZQLw3feOvPEAM0aMS5a58zcASOQbIT7vMUbPNrSOffaMeJsUzzCMc0DtqEbb3xaz62Pza0Tn9Lv5sbTw7ZaOaUaYw5ic0g82zYrEA+pzUCeN6JEnQUNJQDpikp6Vx32gM4ZqGm54w1GX8aPUXu87QTEfsHcUZa3hmXLFZyADjl9aUv/9rwvf/zF8OsO9ZoQDVJT9gBdu39d4cfX/tgeOdHPwoYp4cXOdDdVz6e0kF4TMPqiU437/glC7JpBNPAieNHuBahkjot7PRCH+GZI3KbyprKwLN3nUqp4VSo/TNhadSAtXqObd/wi1N/4Xk1xPLbhs21EfNmq30aWmCKM2ALdsGPfFJS/fRykzDJq6K1WG4a2woLCyjdjV2WJ11engZmxX66Y0MLd8HfqaATKqm60gLrjl4UL4Vjo0LFgfZ0SLiHHlJKU3c2rGayoppeuqK86BsqFNdpBOrIS1I1/Sm4poGt6CkGHSM27cxnz1ve/yxnmgnfKnXnq3RUBfxoKKY1v2lDr2Xil7DiqTC4kKd1ao5WtU/BZTQnz8iiX2NhTRkbW+I8jSfrlxKrAuAKP6nETxoNZelmIk1yyqUBdfRI/YkxhGedZvGSxmx6wu/dY0JzV94UqS5qnLQBobFBj2630UZDjfdsmWHCUJo+uIFf6o70Ay/ne8MH4ZOoQer3U2iPD4kFXqdfq188GJP8/B7lFJ4+P2uHHz2TFmWKi059TL7nQgvuyRwSwsMGr2AWbJPBOvTGzid6iV3QBQfCS2bxtPDcTBGdq0aInHRuTjn57CuXZC065OXznfVGvdX1TV/K0r9qYAhv+pw0APVbtwtzfkDDPTA1W6M+Rye6jCk7z2aacuJzFhv58JSdu2YxMjNG8GLlHNO0Mgj+n9hhVI8dhVIBLPe73/5f1K/F4TyHYjgb9MlPfyZ2Nhs0wcO8v/8v/uVw49at4U//09drOhs9SBsEWNsjnXzs9cOgXh8TWSngRbWJ1in1XJ5YT9xMa50Sb5/jIIhpbBasSexUgB8iT6+GSmlL3HflXuTLPg8fYswkEggyJ1PBAU8QRLgD2angGFmCUtlSCi/yOudOGv/SYuZuT8t3/nj/rxFrz48UUYiWFSaE0zzKDpjrZ46A9ZT7n3/nz7OGbAXe/vDmsAbOr3zi1eExX5XQ0NnwO5d+f6NGY6XIGne5J2SNLHjj0xh2VssDH9MYwJ8op6ibDxeF4+75B1FJ0wdPfimkUoVa6Kb1kG/kjcLoJa0jMr8qk6z5tVJJIeWxhuErRxmNwJvCV4VoqYWBcBMu7AoWCZxjWQXchJwwg+tZ+DqzePksZ/ORZ2D6OajjvDPjuoQJ7CiQNg0pz+RKuFHQJEuK4jLeNtzJNklE+uJ19KaVmnVmOxiCbD8nfJIqHJXmhKNnREbREUrKIombfrLzNjyALp5jZMiXbGROI966ovIJ7ITUOgKNk5SfjiPhNCXQSO5UWtIGgaIxQAFtdGNjgoKrmZJ20rDXp/wKl5YwPMu6JHypRpXNh4wED2l4rYPzwsFoZJ0/mcow+E6sdesAhOxQoOLIp2D7KlqmGeUjtKoK7njPoSvBCV0CYeu7174NnB2adN5o4C2SCNePHfEeUl+ObGixB+JoKWkwgaXRFX5Y6l2etnDlq+u7oeW1ztGN27LQKsrHxlgO7Wt9dlFpsIeCclwLk9/qorUmDQv8yAgE2K6rj4ZPwBKD7HV2XHW9buoXm2DQdJDcBjdd5R6eqK9lb7qqJlGllHBzWEBCvPV06pPFjmEmofFXOcrOxZvsKTvxjXck7SOkhnrwLawtSplNaApd6oA8TplaLeMbXvirfhhJMLdwttcFcE3Di3wtN/UJCNq/ruOWqZP3fm7RV2320QGn+hEiNKE32MnIBXilC5XHdiBLLjDDIj3MYZEvVS1Er2ppIJ0qkTOvvBNN7r3cZgVEoYUTg5GVv5TOeqe6zxHAq2u0Sa7vWj/tHBpbAwTtyeXLLw/7bNw9uX93+OH3v0fjz7e/+XRryqOOWd/20O91joRcZKfzKt9iP3/ohq+lfDhnZekcTJB7zkKVfoizLp9BDIt91gMOwLRjrDysP0sM7u7vcP69bVS+4AX/1CPrgYqez/vYIJhBADKDO77cL1y8NCzcoiHw7RgyRekTX8wvppm+GJV48REWt4wM8Mu2XoaFS5KZUqZGk9jnOcs00ob/vXd/zEhwb3jrW99CIVaGVXeY0ZDPMELcYhfxU3oUntJ06Ks+wbEUwl7PLAZqehQaPFuBZSxUBMwCHYDes4vBFo74TyEYurA8KuuIf3jos3RWeHBvI+cK8zfMIQHKHl77PHGGJXy6wEn0aV+vrYSKuxW+dEOtp5prlJ7jSmbmqbJs+HuYBjX+EAnfmNqzIevKH7HBjz6Kq47AhAZ9Ha75eDIgWPTw3mvuqKU8efxzOPkeseReMup4V2mw42fBC2rQBn6pMghUlCufutOG2R8Hp/HQJJ0+aQ4u3YiBoyPFQ/isbh0dobfUvSNGAzWN2wuwZPKChMdxuvO4HwDgqNXDAQbWfHR2BB0F+zWg+Hn/W+NS5SYJP8WJs/prbPhH3aopYzdxsLOUKTDvriGaMyNemfwRztmP0aWhUedafRkjqiwbdNd/M1tGXAy0+vkx8IP3FJzwtzWyU8GnvOnYfRxMUpc6ln07lflv/VD8/kXAmFP6nOHKWchTVddqns4IOoB2kLJHdj0zbzU6eb8/aEzqdPBRT1Xpj3CW7Y5gvzE8w1Rw5EJvSj09ZpOreiJb69SzCRA7/QizAkiQuo0eZmqZ2TKdM0+uueZ7xZUSKgBWgmghk9u0+MQrr6HSM3T2VW20DOm1s+kHEJb5jnf2BVC/FtfWmA08Zv/N1nDt5m3wb10tmPj9t/96+Pybn8vX6D75mV8aXuZb61vMeu5D7/xsHSNpx8Ty7dxoF+IIqFdUIRXM3dvgATqzs4zclQl5bJ8WqY/OEPrdXutB2iDu832kaS+T5/RW7EG6RpMeKP4n25v5go8FWqw9o/RmQ3LIpnTFLwCfZbr34BDhRlEYFR3l1RsroieAOFW5yr1GGi0LuZrQIsCAyY+9fRfMZ57ODuf4Ws45pjkXVy8Md3kp+MaHHw6bTCG7W00GWXo18+CgdhFgp7OxjfKLEYZUanbBcYSWO9Xs5deapcxudMhw/lEj/rqSC7t2iDpq397eBi7QzFPZJsjjMy3cqwaKu/5qqOmw0IvSmcYrnRMKdCq20yHIjNzM58hRcA2muKUHmmcjcGQI7fVUQY7+5Ac0eu/leU/XBxlNNy5CSjkNhukgMJUI6AWLoHq3uMgeYaKMSS9y+r346zMCFWcBCobSxaHxuxVHmLD70+Re6eS1oyVgoryz0CZOOQdVn2Iwf7tPcuNLmdIvzo0XJqD8Kk9udIURAJdOYM2FTvwWGz8ZO03F2+KvAwPDHRk4WpxnxiDnIc9VR1VwNj5EZ7254IIYxWtQPNEqld/ZOOB0Qwf0KlccxBZixX0KRWizA0tvnvZQXXL6v/OfiLh6353P/JFIg3NMJxUwucIPeJv6AqFdPhrzvnYoEG2C4JIOQqS1dh8bCCyeUzeApd8yzWMa82XExl0nDOmR5eP0G+Gdt4mQ0Oe4lC9Mrk6ntWt0lsmDmgJGY/BZT3UQK2HBLNorR+dO6YqbgSpNwwndiskBh45lPiPn1DsALFcKsc6RZ+jC79sewreO9E5slgR4dpbCnbvy0A6hTigdE5duOn/MX1TKSy4Y4Sg+dZR7kMDeTFIFXAWbE95Kjx1CO3ECmed4yereWX+doyANAIRhWp0zGj7rhFF4oBv4tac24i5N7fFhdPWsDwIKTuWUPx1GASpYtJVWhjQ8prf9UYhuqKL1ZXC1z2ddV4Z19uQsXlrJt5MXOfJxgTdSdjfu0J7VEbl/+Z3vDu+9d204xFa/9NKVYY3X7u5uson2U58aHj/i28sH8/l4vEjY4ZFmDzDyTHtr2XhksG+mgEjYmXAHaJw9QYD1TNoheZz1/P82GmCAYqqregAAAABJRU5ErkJggg==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981" y="2098566"/>
            <a:ext cx="4334256" cy="287121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186981" y="5264920"/>
            <a:ext cx="4343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Умный поиск и фильтр по жанрам</a:t>
            </a:r>
            <a:endParaRPr lang="en-US" sz="2700" dirty="0"/>
          </a:p>
        </p:txBody>
      </p:sp>
      <p:sp>
        <p:nvSpPr>
          <p:cNvPr id="13" name="Text 6"/>
          <p:cNvSpPr/>
          <p:nvPr/>
        </p:nvSpPr>
        <p:spPr>
          <a:xfrm>
            <a:off x="11186981" y="6787485"/>
            <a:ext cx="43342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Находите нужные книги по названию, автору и жанру, сортируйте результаты и выбирайте из 100 аккуратно оформленных карточек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geometry/image-bottom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AAXNSR0IArs4c6QAAAERlWElmTU0AKgAAAAgAAYdpAAQAAAABAAAAGgAAAAAAA6ABAAMAAAABAAEAAKACAAQAAAABAAAHgKADAAQAAAABAAAEOAAAAAAShg/QAABAAElEQVR4Aey92bMsyZGfV8u5DQzWHmzdABozQwwpyYxPetHfr1eZRDNSZpSGQxtS5HDQ2JdBD5buU5n6vl+EZ2Vtp+ost/v27Yx7T2VmZISHh0eku4d7LOv3339/XD0QxvHc603LMXLdrLnfdgg9/gF4t78aDpKuVzueK25YVUm7xPNKXA5Ce16vz+FfCTercfzmQd7T9HO4vfx14QGck3ILNlfSjetf55rY8Y7ypBdR4wwGzxvqNrRXq4ZxK3ez6pGp8Ybfv4AMr0h7l7JbHssJ2NV6PU9Pkt5+6yM8N0WWtF/LC1Zk4G/9J5r0D5TxL1ThfjUOtO/4JbHm/ydc77nrADpc4e3xB7fVHWm+zN8WnF6R3zhr0/rKuG71G0fb9TRUs1W9zqQA5pYyre+ObvgxuP0L9f09mHX8zFz1m7cZOdZDld+pnXqctu++p51i8DbE7PvL+dpU/zn/9s2Pfdvr99wWeNvp8zbXT766QX5thw9gvn8Ld/1busOP4IlfWd2v34EPwnc38l95rwH+tr7nWsxf3mlADvKXED45IJ+UjY0fygOKX7ZE+98D/jzx2Lls63D3WV7obl6GIPfPrVYKpD9Ciw8RaT/h70Po8AvS/YLrb6jfb5BxyDdJMShL3+FGOiHvBBA69WtkF/dFI28nedrq1+Sr0kI89rjsDghkxhZK/pbMrHivZlGurWnH1fp7tPEPoP/7vPk2L77D8/v8/ZiEf6kgo7SR9K/Ixx/tvUmlbGfakd9WFniC87BRV+DdBnkpnuOXuTTZTMSVQPreP4oWk3yY6HEEYuoTR/HHj5fyV7pb4VT6G6+lZ1xKfkk/qfTP4y/Qc/NRo2nqn46X9sr3OKBrqdOsfsPfL2hXdcnf02f/uBp3f14N48e0oO2IvsZ1RDfb8W4tzM1vV1v1ODpTvmWb3OLWu9X2lfrSJ3zfZKu+vfmTvYE/dNSNif+cp/UOvY9vYyN+U9vzav4t+EgYDt63uPbbvpHkAc78k5j6TxKKgaGuFHmtX7QMF3+f1z4Xwb41L952+rzt9XtuR/wi02cDIxo3yP31l2CDX1vthr9ZbXZfj04Qfgdx9/K5eNhjKb7nZeFr8EjlMRoVw9Y/M4T9JWX8I/xYvt64qnzU8iun/DI8PNew9KQtnW3cYhfYoQuMH5Dn6wAR10N8o7+FP4t/wyF3fRzu/fnQsCh6NF2CMfv409Xu7r+B2B+wD/h8WN6+/KrFIfQmA6wj8knBtP4qdf5L6iX9v4ZsUh8DZpdPZecIlKkepDgp97CcekIL5lZckJvogeqD4wa5qnybaFW41rXRvWAcXoGH/YEU/Bd/5LDorr4G/t8jir/xq5SjHnYm9Docyr9ZuqpXT1d6iiUO0nz1c2Dzt9IeEyxyrZ9Jv5zqVm8Or+NEy8P2o1VoF+O+QV2+u1rvvkm5TXYftEUHtyk7XH8ufA9Lk0787bBhoXwM6DPj9n9Qh49XW3WRWdj0scf++5u9fMztgf2HssdXtMs3VsP9t6HMN+gDxFWYaHH9+2jZ1JvVp9WzfgcsdTn1JtujwS390Z5edTmsaqP7Mb2q/cbCP1Cv/Nhe8jJ5AHxsNUJn+2VwOWzf6Xud6txh937ndzWO96vhnf8POH9CdzzMX9/dZH+9gtqTX1fHkA8EN/HgK4A/aEscxq/AO/0qzodNtze2t7RJvkfbxlHTjraj3RjzXQzytk8xHMpj+Pps7D5QF/tu8X3RGrp99wTF3q7rwj/P1MW+Om/zen8C4NOJOKzvuTIP+11jslvazbRlT640deVNPjK+ufAR+4vv+Nv+luu+TS/yX8F/DsJl+jVa7PvKhW8E+/4Upn4x44nTy8/nzWX6tPp83tv/ua3yttPnba/fc9tfDeYLHmCA0yBIqbIXIi9CmAxkZky2K4ZPgy1j1igY6cf1hZsvI03LgAZRuDQOf4KiNUZZajgrWS3/UI1t7/qvggTlsSmfCOtEK6xRKvn13/MDMEpg1VVaM3hcq4RjHI2gr3fPL3CBsFBgocBCgTeIAvDY7W9w6v0Rx89PwOvfw1//CqPWv4HT/qvVdqNR8CtwW+REJuFoppEH8xgW3O73Mu/tUPwd9MRxtHnFkPmr1PbHiKM/Q4ePGFD/dLXG6LRb/QN0wvi0/meI4aBYGf0x+ZrTtAaMYznIeDvJG+9fa2gGqGH1zxhh/oAz/yfYdL+EmuLkr79kcIsDePgbMPg2dfgqOH+Tur2Hw+890mN0FDfqoyazjkxkMhYD4BigHAjnT92hy3rTL+FTpoCtw9/wjaNym+F/Pdg26lF8v2vb9wf03U/i9NXAv91+CaMpulUMQB8D6U/0Dw2QOIlXv6W//5a0v2f+BxPiMBivtjqMcTgM/7K6x6C3xhCucXKNfqQhbMVkPY3VmGW50jc0sAHb914HHMeGMig0Hc6eFm7CVSOLRgYczPCWNnmk+Mn8KmxrZv0J6axcXkIlbBCX34UCCwUWCtxAAZmPcp9x7icfcJUXv2ZGFEM0paBzDOpu699SYjdIO1bt/BBEpnDsHNq/EHecBAM6AE66cWAyOxPAzgKZMj31pvHwETmwzqQk9SYmESkvAPk0qgEz43OlCfIG3SaOq9Shy4e8F+f+/FT0yaecW69wnqrvSfPeFk8DSY0n3KSNFNDC4YQp+tFAn8oku+fjPeEHodX1x/WvKOr3HX/LPdNppkxPudFWQz0GnfBMQowNi3qkka3rU+uk7MeahH1mvcHxxkRMPMsvj/6lKsemhR5N3XQaPotyydy+iSyKiO6F/iXU+ZjhEi4vER9+YVv4x3dve+EAXjH5N89PKSN9WseoPAk7Wsp4CqAXzpPxGfXkm03fdCHM7suwu8f0fca7to32Qb+jTJykDR8D4oWr9TC43r/Cp8A7E5Rv/PaKt6lYy4fWf2z1tp98LkOvd026qetkuz9HF+P8UAlMcA2vKVnbYpffhQILBRYKfGEpoFR5gaAEldE+QzlUYE0K9RmUZPjh5V0ozpOUsJvHPXhfwsIydRT25ygHPN4C7+Y0XwOgszQRwK6siKXL8o7qcVT/adDX5RcZWogi1O8h+yZKAdBKiUn6qh/pbsGzg2v0FwD5GcC02WcO8lhRy2Avim5vo3W32J2fgKYRnfphYHRVksMiZ1621c8gShGFbhV9/XpMs06/og/wV6x4W7Na2dXFmfmBoufs0n37qjwe0r1mWp6UX3Qr+CcJloiFAgsFFgp8lhS4W8VPFB6HY2eDE3j9/602d/83vJbVILu/hY9/gKPoOzx/C4fwuwya2T2CQXPcnDLhzPJ/HXWYyaDXAf4hmMiothqR6unpRh6MGrL4W4/fZfb/33L9X4n7FXOo/gkR6WoQVwjrNHMXCeU0TjJkXpNj1OUh3eQhXJ7wrlY9atsYInvd0eKPGHox+rlqYvWPOIX/feplne42H2D8/TF15uqq4NTTlSisDmdl0BpjiWZaRZpNPjpjPgNojGA1mewJeH6es0z61WdWibkeUvc2kN8N/VW9I33OFUtfxmxDG2KUy4oL07Aiwx1WRu/j7GeVxu5PqFzf5fnPQEBvQ7e9Z5WZ+tcWIy5rw4GvTmachuR/oV9oyMdBzPMag9gOA/mGiRLr1e9XO1dH4DDejXwHdJzs5iKULfhu0WfhOyP653DvzjRiTS9Dx925qwsZjLMHt4kHfof2PtJx2aJr79K3eZ9emVfTT30DU8Rys1BgocBCgRelABxq+Ar86VvYhlkRuNVxIi+uPwtrXMy754UGJyvn5KVOyGEF50YnmJPOZI011owMaKWZvlYOni3fHTzQaVa77yDL/4I/+Huc2j31DNY+/1PqZB4mCKkfrX8Gn2cVrTLjQeT2JZ6/k86YoJgE5arZXHEES48TWhRtzgO6GNvcfOCe3TSQb6z63TkxKrIrQvZs3qvyJw6ynlVhjTxbD64mxt5Dn1q7+04m63M52wY975VLF5mRmaOTtpjctWNHkA1yOjQ6b4DZl3kz3WwLgxRjFenwF/RNdWZWZDPBoHbHuf17mDuamHYKDbKTXFZK/w7dwlXY6Bp+Cxb7ugPlqy85oc6VseuNO9QR/O5Owo3fRxxr7pzyz8BqDqZ1dtMpWjZdJ+BPKnljGSe4nYuA1vS5OOt1/vqXPrfH41yuc3Ebv3G+67bKHD3S7+ZNCLZfVvo6MYFvK5MTNF87CeZsI55gnckq1sfdbQbai2v7fE7bor672yCfFPWCEbahPJK+m7YtjApnHfWnod5mBwJtxrHfOtnCjggtO5iCdgrhTYuRDtTqYDKKOJ58WEeIOxbxz35ynlZHGT6nj9Xihf7xc8W36+ev/Q/xX54WCiwUeD4FnucAlouEk8Cco3A04XKg8L4mw+m03Vx3RJ6SopSfcwKiC5MM9MzZnyMkeh0UNlOo9FPE7TcqK4IStoaxA7i3g2kp3dLCO4WZeJ7D1ffXQ43b5rVsuShAR3gCV+irjTiO1LQldehKRE90+RLBS3Jx1ikbAY6y+sCWLQXsYrOSoHBv7WYOaqFBG7yzsiRGbdtM5fW0huY4DnuYvJGsS1gosFBgocAbSYE5T5PPGdggSuGw2eH4dRv8v4dP/gP2nK9w/x4i469ga/9z7kcMhVntwmzxtiX/3gUzOU4DEXCRN8InwP/LrdMi3szfRpHmRBujo+iYcu8J3yCP2W5wzTZ0mzVb2w0/Rm7gyLrXsPk7KvwT0v0C2v0TqX+BoQpnWHaTwMHWjQ2uiNzrOLaFUkdHlvD5PdB5FJ7z9mo0O5A3Lergt+jeDJHN+JGV3JaAk22t0z9o/I5ntgLc/gdELM59VgCvVxpTf0g/+BHGzvepI0ZuDF73GKe2WwzFK5zEa7eIU85HuHMVRwVfF365VN8iOmH2XHU6Z4A8qH/lfeL1JWHdjMKsnjfneU7CWf+gvvu+Qb9iNa5NofFKQ9BGfZLQ+rIrmchLP2greUm5+Qpt/lVMHa4ONiX50Ld2/M23yrP/aFDO9tEawgacwhiJNmwJtt6ppw6YgbmqrgUBtDfgOSEhkyQGt85j9RpG0M2WPEyaiOFQh7JbVLP9Oj+qfdRHA5Q6K+kwAPsdbaMD/jMTWMrAOKMBKZewUGChwEKBF6UAvDUsEQ6kLM1E4d278Lz34U/uciWPNc2cBz8Fg7n88L7zNuWtzk1KGJlsttr8klsn3+DUKF6d4tQmWjjUJYpHgmN4shOA3G6Y1b/sEDKi+6mj3RL2MuZc6hkM4WF0b2N4+Te6JccLeDSBBnUnAPFwBsgMxsFb0s6dpzu2ex5+QBzHW7DdbXNeVz2VHQeZH/kgDsBkUvhaucVuL8MKvJFB2aEiOoyE929f5k2F2AD2J/7WCjm32x2pwxrdikmVmUQobVqHuwnkQaJqx6AHPPDXYbrb/Cz4B67O1NThlEiPottUlqtzxdkVsi5ccDcZxw+2cX070vQ6raraDTOfzAcM+s7g1ts4GVscl4RDmI/Cv0Ccu1bddM7j/B3YIW7L+GdUP+JfbFuF7Cz/+fKrT9sefmsek8ZuK5k8B5DJblbp9gDPw9u/P76r9Kct21NWvZzAWyu1aasc5+K20cmozmU4pG2iKr8Ppcv7XdgurpbkO4lTO4lP80986QztkuUlf8I3dWp/mR6EDuwq52yNrZ56KwK0SVb+MknSsZPtV/U+wfW0/U6SfFoRZdfU+Ws7b8X9qM629RQlDxV/I6jjxknD/fmB/kniNyNUv5zaZtb3jEv8LK519F5Hq9DbLv2fe8bvLcjDKl9P09+8bZemG1StGMAl+K3MQujDc/WbovssyXK7UGChwNtNAbniE8Kege7tfzIYmE1mwAmypYnTz8djBjMxeF/2UHFJW8y6vWtnlXRmxvvjlZyNuXe8zF+wCvbJtaVVCUyY0lsu3FEuyl/Op0mCDtv7KW1ePPizdlAWweMAAcUlMzeBFasaUeHWUmuPs8a8iV49XaFZdM0Wy5YcWmHcQ7hrhq4Zw5lpzOtS22O860zfGhf/F8RJCExj3ZpJg6M5nD0JPLcR5J8zjUOHjt+MOm1OgNmlUw5L0ciHYpl2QYkJTK9i0ehfCi8RCYV/PXuNczcRnVYTbegNDsIIm6wExgnilqcoTWudIuCaeQotRcOj13EoS3tDIyke074tw/K7UGChwEKBT4sCjdtqxJpWcMILs90vr7ZMfBl06ET24JBZMeP+jlWjd/8XHPc95iH9GJb4Y1bh/RDuy+oLt9zD8DO6+mKnYQQgMWq1ciJzmjgE1qFxtNjnYc0PZffhu3oq2PX8cteGE/Dh6Z6J67XJO86MopgNCbxGN4kzHGfwwIrZFc7R3Q+yQkTxtmEV5Gb7E2j3X7E34Bh2e11njiPXxqEZEUJjnFtDtvvj9XSebqtfcOmypWScIn8vj87Xu9I2PcG2VerapuLVguc/CXq9Ux8CH7Y2XLO6ZeXK5tU/8I4T4t7RoPd1nMHfwfD1ATHfRyZ+QBq2kmZl6YDesGbVyqghnNUeGljoGLxXb7F/qXO1ukTtSV0KA17Nw6Q3zCNvvD/O+wgd63wJDed6d0rvc3U4zFN5P90rWk6cBL1UEE/fnegzadQksA4dZ+i1xjCmST4Gad6Yb4iupaFa96vbMwcaqczLqmKMamMcvjxTrme92cQbOpo9YPWx8MkjAZ3ACE9Z099HVhtnVQETJzyL2BXH7nCz3ZG2HBGAtN9qfh8zc1Et98/g4DbV/3H1yeb/tIQEt17fB3FbwkKBhQILBV6OAjV5zV2pRh1ByMBxxbbJOk4S5EGN90TM8dS4ZXt7/XfOw8zcHTAAy3g2jFW9QQfYr4jjvfydbCkVHh65X4XPCyRRWDAIOQEszgB2dnHl8gpnnXJarSZZlQVHMIQ/dJnquafH71tR5/AnJ7BGdoFY6UCFd2+Y4BPbCLpCl068O8rby5pXoe615Zh6zFbJ3wbKu9D5HWD3yUDBvbdDh3uA7wz2UakpwpxJbzmkbROdWDm7/iW463DXkU0q5Vi20JFec0it7AC78NPMNqTLTipfBv9vkZI/Jl8BPLAftCNUHfYGNPIUDrZPwy/tmslV/4zz95eUgwObTjI1rxUFmerbhe6j+m2rDOii+znBjJW/o0enZLWsdhodtw1y6aXHer8TSQsn08RSlzq0OjlWUR/dseJ9VK+2P/VvTcj7s4hbOQft3aKOfh9qo07H0FMblrYrJjwy1tmg7+zAa50COCaF9italX0pTv2j0vaP1tJJcDoSHVtp10Inms7IrTZsOYY6Y5gyO5nz4rh+0rNoa7rj9w3a/tf2jm7umcau2O6rfnNmcCrU8aiGM+usfzXam6bR0SknmcCnwwwbX+NN+/IywbUTKvhN9d2nefE78S3nL6vQB7d9pj6DZ4yIN++P++F5HIDjZAn/su2zvEzevO9Djd6dZueBvObYwsUvp33PflPq52t3UYTo4/YT+q5oWH9vrFeTMdmDxzTpzzjy2eJah3cm1JC0N13oJ4SA8eZNCumfYkY9UsW2XfvUTmn2Rqe28zd9oY8r2gcDLVzdDV2qJfdnvMpvim5vUqWfikv1l2rZNm4LtIPGzShu3/5TcZ1CB4ymqDYlWm4WCiwUeIsp8EQH8Jwic6YBUyomHg5OujzP0z/1vhidBk3lmOXyd0kRmcqNKnq90Ck9QiRKE7BTJD++mytS16Gdpkh+mbaKqMqIW/gglDIrq+p2mu04pgk0mbqGPrf5QxHMDGLpYnO60Z+0eTgcyIiLSU0lzsIWR5TlOFhVpPwzWFYJo0Sc/oS2CObU11nLKnIMNJzRtlEwn2JTNTgHuRRlAKIAzlJQTmYmimrimfGpARQDJWtgiJTuBbnSNAFZ3ZXYg3AgHw/eLA8LBRYKLBR4MynQHMPIPhkbA98Nfw4e70fPD/svzMH5Oq9YrYDDc82ZwXeeG+wzDtHB1YL+U7bKU8OeG9+siTZV6+LFzdHZ0of3zvlsJf5Mrs2sI/YzSRFMrFbNIYrjM3JOY550wMQSR9YPkDH/C5tJMCN+ZDWwziudwtt/gJacJ+zqSYyXTYLpHIPeGYRrOAMMxqLAagkS50/Jm9vki3KtZdWcVaFAalgTjm82MShylrGyNm2g4emj1fbul/h1aXcduiS81+E9vpf2v1v9Nde/YetwVgtbl3iZvSKnWT2ccrLdnSW71aETzXp/IKbwaDct3pSGwGq3j/v9LPvPvOxqqMdh/wKpOx1pWNt2ojGQDyi87w6zMvcp0udpq+o3da3EzYCG8Tb17EZFX8bxT7mThQ2YOZsRQ2H4A0ZH+xrbjFuG/SG29NDO8i2zjJ6UGjxrK+qf8+343fy7pOOHcPx1ttjld6HAQoGFAi9DAUbGMtOtE6WQbaw+deVpO1NSsdiMqMraYnvFd8+y2YtIFf+FpxUA+KEczm33d5v/ik71EfqVshg9QZ5Z41iuUdl6vmbnIIny1nQiogOYIz3WA6t/cTo6yS3O385jjyTEWSxLrEmOsyE4gRsJ1zjrhg16IzuNOJlQp8I6tgZztvHzCYzIAWKrXlMCkHQbT3e2wAF8t0XXQqcYgNOcmLy/iNQE5LYbtk3Nar/Nr2n3nwLXnXHEVzrOK87zk+QPMg+n1HZAj3IFc2SmLZFG4nnfj25DeJ4KnKBxHKNbVs2yG81qg8NRVKlFQpzP7fb496b2nTLpBNVOwgKFTCbgu9A+g+PJ4qoPTslvuElbpinpz+Lp5IEtx5d4dnHaoOR9KkRcPTfgV/F/EIcZLGxM0efZZtz6oKFHl67vu/Tqei6w1TtsyX0QLpMGcCKOtEnaw9aeFr30lNX3faymOgTUE16+TPU/l8R26u2T3QP4fuL4dRLetMtgp0HhcvIdCrilcWw4ujBly/fh0Tc1KWH6xk1b7eT9rE844e+1BOCmfNuPCTpOVLSejE0c7wRz6lQrkY/br6Fk36MBtDF6Bq5OUepH9h7mder08k3RzPtqCO9fd7CNnJSSCQvIJ+26ne7n0SB9bYmc8Zj1oW/q6Hb8l++MyzzM62b82X4xz/Bp39vutkW3ZzsWvYij9aUxUydkYpy/XC+GqeEvpvj8v2DSwOyT3IQfWKt5X5/X8lL8PM1yv1BgocDbSAE9hi8UZNowkwgeQaL0JRhvqGt7Ov3t+Y9fHDB/OZsMn6t8K7OfZOrXYB8DfeB5wt80wC0L8UmWKvNWBtrTZ3RpHknvYKS4te87LOpcCs3Ypjrx7nzQwKyxXsXU5UEa+JyVW2f0lhIwFwpCqlLPQyVWukewckXJyOBYD4Kzfzd/aGTJ1oGW/UBo3gMSMMCLYomCGXesK4/EvAnlqu8DkA5enaaXdvx1BWeD0jiA7xrlT3VxVAGk0lXvchxfGL4Cq+rV2+Sg9OVhocBCgYUCbxAFDuRkx4tRY60Q1t515/auzFgfs70XWx6zjetq9dPV5p2/456VwWzFN47fR/b8EKfwj3AYfp0Z+/BoeGjNjpfvRoQ1tn0w2DigRuFzPOAsGTddi896LV5bVyHW+wPoNz9U7rpWxnW2EKsnrv3ZgbaOrLVbqzmzny1125m6bRa226INn/wSefJvOVMZwyKGuXH7M4y6H0LX3yF3oVTQb8aYOwnfaWVp+4G8kSWNKJ7HJqPFdF5/c50PzdncgE/tPNdX1CPMqp6UVZqe84rRhBUl29GVGBgVt38P7l9ZbV59bfUnVnx4hnBWC68+WH1581fk48xkjIMjhp64Ebdf5okz1HLe3SvOnVaP4d3ArhvWZyq/18Eq2g8pbV93kWqhDDg+lUz2/sA+a8SFcAqzaFfX45ZvgEp/mJd/oYjHR8/7/CmCj4JXdKjrrCudhVP9YP/ysJ/t49vdPn3vi72AAV5hmN7P69S/ybbSGKMcel34A/1NekbNA07yAlauE1jkW+9YjcPjDseFtp3LoV5WO15OubxZKLBQYKHAdQrIS2A+OBM2OxyP967aRL7PmSuv53LoVlm8L7v4FjHwQNm/4NeOf3H+jqsPefELp1Jz1cGqjC4eZ17/fG7XrCzsq7yE5US1kVWmG1b/rjasXs6E7MpPtltC6WZJe5RXPu97/uTrHgkwoOeMOlBZ8bhxlxEngPVyLo6fD8poiUsUuvpap84dE85WO7cZ1m6hk7Dq3YFzyRn3eTzCc58kd4VPRbctnhnzs9p0WH+ILMKBDQJNJqGLxC5hG5wP1Qce1g+cxP514HIGM3VyYgE3AVj6xXnol2OrK6YZdOgxeW/Y/gK8OW6B9miur4dp0aAXReZpjZs/m1JrEbRnQsTGnWBcoICDcZ0VpdymTRrE9ltw53GH91X31gauLNXpBv45u5iFAE6Q7J2h+sQhhKc+OTltj98aPXXM7jbscuSKZuquFgsC/O3TpTTrebk7JElsWOwApPN3wzcRWuqkbI2VNIHaukCeL34fU/nH7dGLOnehnLYdNxMmQkP0diZyggypdfpRmnU48+2dgmvl5izsbJPrynKOADlKePx89PrFH1t/sD/SR7IrlRMNpTEjF/4yBomCeb3oge9nI020WaaO0IjxmWOgotGl/ld9+HL7XS//NIXU7O2dPlPUpdGo45ixE3XlfojN1e2uHbvxPn3T9LPOZTsXHNPBm129HY07DmFX0s7SzxCq+j2i981yv6bb3m/Tx7NbprQoGl0o0/pr+77q/L2Q/3MYnT470SUdA36q/KzKeOY6z/EvVJx0rNYua85hikq5XBcKLBT4YlAADvtSoZiL8BRMCi6ZjgJIZuT7K8ycFA8HOZzKAbC8DZNDqBdjK2H4MJAH3oojgCcnsOQRd8NzcW9QmtOa+0nAWSa0emodoLHnsrkVzegZF5hnBwaWm5wLwkAt6KM43ag0AeA0SGcHmpSl8hQ9RVqjXDkk2QdpZH3OhK7gONho5wmTk7NGBpwMnnPXwhzWGRgPRlF2lIEqX+WBATaDVccEGqAbqrP+UvDsp5PwrMjlulBgocBCgbeDAs2gxSAz8hN2JxN3UgzO4HHHFtEDTs3N3/H8NZy+76/ucP6NniN7z8rgzTs5N2vnVmPw8XYurfy/eO2MRrw3eCao7xtHVy684WGSHTh9EXdKNmWZdMpqFxzEA7JkywqJDStjX23YPtttoNly+f7+98RDPxzAoSfb3OlYvx9+Di01mmJEVUanDOHyF8OEwvmUNnujRNF3luZITjX6AuYonpiEjP/TJuoJwEN3Gtj6WcOAs/63mRVPHxh/TV2VgxheOEtYg+DHkc0YyjFyjhiastrFVcMbtpHmb8R4a100qTCLgJq4MgEHX/S+Vv4uXm3gqrNdmcymsVXDRLNZzOrcQB3AraizfXB6udwcU6BNwjuO9fmwA6kuyiJMH15xksW+yZ/fh1mjX2J4oNnS5OmYzeBefTSr2Lacm2fanGUc5fQE8hKxUGChwEKBl6OAck3nCDLYcff9dxEbP2g6TTGnlytsBkm555+Tozi+ASfkuPnvEYXrrOLl3aMCY1mdp/ffQdZ+FxkO/0ydCshj4VW+42vB0fnLGafqNugxOWZiJtuPc11/VlNw/I+zkYlmI7uLeBZzxMf1zDekUCYZKCcTv3/Prjes1PSs+8lR/twGhzboKTlDmra427CC3NXkCL220lUcin7i8tjQ8nvE1sj5nW5b7crl2C8C97kuqcLNcvyT+tp02PnGLbl1AGuPiTznMWkqj88PBdP5J1wCpLYOI7vmrFcf8WhE2Xpakpf/bWXr/F2zO8nI1sHZQlelMmVLP+1lt4XRFXS9z2uvWm3Q8f0LDOtyK21uK+/BVOCxdsKlDnp0bbezTvmxg9Zq0U77c4CsR8YgvY3gHW7H3VbGM5aJzZCMSXMOwGuKm8rz26z+6DhTB/4rxk+MRyY77AP1C3rm9wg4HPU4xduZ4rY3+QAf52/SfVY/1V/AR5lkfemXOrtr1Wtzz/m+4z3V/Qhnq0q9tPtmkoV8Lnns65W2t3U9vmlX236SKeAaPl204Dl1vIB0+g39NvZ6aFX9aIJ3Id/nPrr60Oe+IksFFgosFPgMKXB32SB0G1bNGHwhrUIoiiRM/jiUgMrsteOXPJ8w8TnTU1AgJGT4bu8xSQkHRMLaG5baTE/jzoemWM/edUMWBRDpFssqH5atoFZR3sOe5Tq5Pd4qc0oQeEDUQE4Rbq8UnCPERL7VoYzAmciVzEWwgoTgT5Q4kY/8zo9TGVBx2oFytnM0DYrGFrw1zNXMrz19e9uc0Jt8xKUIlefCj9u2rTLGX7a+cUVZlI7MvCycGCAVvLqKRiojjtwzKzSKOYr6aofyav5+jqI1PJl5K5wu4Kc6mHAeUtdgnLpyIB1v3d5QgzbKsn0tcDTI6wi2CQou1y9geO73/6aT7G2v33Pp/7bT54tev6r/ztmg4cWNP65Z5qo80Omn3NgweIysxCk8rH69ul//Z1YecGbW9q85bp4VwaxyeOWKDQx32ZIrq1fu8Om5IsVeeMg/92x/Hl96gNeKr2v15EpTz9euD6e/Jv9LprRS9ng1Kd/ODI4s9tw8/pQoKZE6rzfILYyYq/W32AbwR8hWIrfNmTqMP1m94zZxnve3ZtvE8eerT0ZW3LIKSOPR1h1A0F3Wfcs2V7rQHAScZtFfLOWMrtGaLykrdR6O4qtemirbPF/hNWdenPPe0wZNv8DpDR6bJpjTMuuR7QZHVjZrmLCPbJWjnBE8fGf1Z+q73mKc2b4DPXAm775L3r9evVp7vjArElKmDme3/NXIy8oSJ2OxCtmt6ixmjKGClMG79YHUn5c6p5uukJrx0/tIDfAr+uSaliG2rgX/JOGkX9T30VL0fAe0bK1yCqHFXM9/AOwSmIvxY7ypF19D14J/Cc89LYRy6sxttN3DsYeTrj5L+mV7ZzkFy400W3m1FsynfCck2+tnmXIguISGKTq1ZxrS30S99ETzVFXTDfeKb2V/0nVfrydlf+szve30edvr99wO+tbSpwmWSDk4E2RSy3Esz+rZ4ftEsdMF40M5WeNLjZLhY0ndnh/3W0yz89TILeQgY/KNR0esfwbP43gG/sne3J5RGdl4aWGhnuZ/+bBj+4onOxOxhuhf38KxiYNLOUmanFmq/jDjmYVJcey6Wp8ZSMlyEuTFzVmHcwgH8JDVc9oVgOI75HCTErOse4VvH6m87vHh6dogxNtV18M3kTEUzvvWAgFMXuu7x/YMenv43FU9W2Q9ofV0PXaD41p4OeLA4hQ6k8w8W/2AKvvD4QpY4UOZOEi/Tj1Y+Us9IvfQDbX5ONGysBBQHIiBeOGn6zRpE6vec48b9EgmDGzQHVHAKVVKmGAO/agtzT6FPQ2nKG9sD8oMvIB0LbqT9vq5v9inmhzulO+02sv0Bq2/DUYB29va1eEpQrvWxiNTfoMO6dbCLk4QX/Gn16euuUv8439O65d2ANC4ZqLq7uvonu9CLctTz6XdUqjaNXp126bH1Cl6Dm2qW3RzUnBds63umrYYdJhGfxFuCJj8DUx9FwXBV+1+HtMyzEuEDrME++/TtuqEsh7aDvvOO5t+PrN1ak5OoCap6YAdOreS5r/W3l0DswhjYNtnnNrqYzljNt83vCkwW7nTpyIehUpdA3iG+LygW+5737cXGNJ+4O15xuOgA58Vzqmz4yAmmpJeqpva0UXChEuLbUhaP52hTnBWz4Qf9BX/lbwdldPLJFXjtw2kiJzwt/7q2Zd8HOIq3dp3mJXOOoH74p1QtJO11didGKw507cz25L80EJZIj9bu/DHP+3VEy1NT3Qq3O4T0X869eZRn/592t+Kih/tTv2bTZjn0GmP0sQv7KNUKvg7hnC7a/pvQjEAIL0tYT9e87ugVtBl3j9KfwtFpA10bDtFNJqk/e0rIci+1V9b/37DCF/0ecPQemPQedvp87bX77kdyak2ryE0RrRXRPpz2PapMHo8AsKTpXHVsBi43Eeg+O4lQocjTJ3NCqnM0jpjlH1McZNsEqZlKOw0snrfy3wMPPLslTTvxdcZYZ3O4BwhMpX7GODCKJwEwB94uhVLVhr7yD8VkcyITB24vRgKiQ4zMxCZWRyS4ggOHbowvwjj2guBSYNKp4KkckWUSkXOXXLWGBEqD0tYKLBQYKHAF4ICxcthgxlFyBMnRhmWqGWyDbcZIrhKBYfl+tV/Id2XVh+v2a1h+wHv/wp2j1N4xRl0niULf91FRnYiAju8tpfx+SFtl5kzhGvguZeDJVocsGpoNI9/bNtlfTHQrNma8R1opNFhzCQyzz37OQOzX692n3ge3S9RJX7K6hoMwhr6dtAamSqU5pzlpuR3rtVudfX9laCsS6j2bdd5e59CIA3/W7O19Fn10+Fs7Atud71VX8FIwl/OTl5jzN19j7q8x3u2pWRl8HrF5AFWYDhxYMuW4m7Fl/6koZQ6uUtJVmMxOasGuRol86fhTQexRjrrUfrXKcJLzCMpcNr+rZ0fBWbqW4/Klb6V3sVHtYPPePLjE0p/ZKFL8oUCCwW+cBTIqjhqnTGpLlbkMis2N6tvo8O8i83YcTHcpxtNXw99lMHIMOSmMn/rNsRsqZxdVG6cSF54bZxoFZnKBLz1V4GnlC4ZX9dK/dyreobyV7w/gkbNeRfeHe3gRj2k5ETaAHpD/y11WK1xALNjiAKhOWZfSApET5DeHFnCyt+BlZrrnPmJRhscbsT7Ivl0BGq3cevdb9N12EKclbMN9sVMt7+Y8Jfu6Ik439fuMpN2lkbPoVP1xYJD/+EbiTN+9x2unCVt3SYbzmP7FHDV2aI8qhvjjOLM4oGVv9meeKLCc9tgAnT2Jud52y4587fbvnrKq874Y4j030xUc2vdDbv6eAZznE1z2lif+fMxkOc8C1uC6vjle2HCaTuv3HayTzu+eEwQT+HZTrQLkyPiPGbgot6d/hWP0WNgPjdtp192GdROpx3QFfV8Y+4oJP9MuKWmpmVxB3Y9+587Lxw4djukz+Yi7cEv3we3evNil/R4PerrTgi2KdXMq17dTeQE40w45+TcNZH1yyRa+4D8uVx6r6svUsRLh8gH6+wCHfu0vJXnB4Np4YnuXKXT+5Zu8SC8N/VltWPRg/6SulZ8tfebiv+C10KBhQJvOgXguMVQLqFaAvjS+0vxPd8k8I7THZc74+QRDMfv58/eA78UZoWGiqvKWcp7Ks5HOAozAy3gWkbwEvYcl6M8x4/JcxxZz85PVMmRyWtM9Vqzuopwj2D0lOWg1lmrG2eHCUJjaojiljF7vAt6qD6LJ3EPlbauRksPaUGQ9hlkI5CzmsnZdr47pk/LryG9nA4kas2Uwbd4er4NQj2rhaTBnsJtBlyieL/Hpeoyh9lyVfmV1quOcfG11jqse/lRdmtwaxmHs6iNWcJCgYUCCwW+WBTAHACP3MQxKV9npniXK+P496t7VqGsVj+E3f8QifWj1TusDN6svw2b9Tw35YGSAH6bWcuND4/TjPu85qf4dF0r/vN1rRUiWesY45mDdYbnETUaVpRn38Jg+B5VfsWTs+3Z1u/+H5E2P4PIP199PLgy2JXCrriB3shs18W0c72Ap7ziT/nU6Fb3Xi8F6Xo5NHiX35++6fJUPHbITOq6JUoT4qiRFQPZMPwn7FLgveXMYLcS3L1LL6CPrP+GLcbpG6w6H3H8rllBvNq9t7pbs40l5xnqRFc0N4wthz8j+Iv6lTe8ncn/wm9+5ptxalFpk0obXYgX/flQXzDHw3QyxaND+kHPVXg8GsgbkqH36WvYRLW6kij9mDTTuWRk2k+wuJJ5eb1QYKHAQoGbKYCgcnwK01ln8InsReasXLXJCsEcjZTxawTrAVRF95PDnN/LO1kFObLzx3pAPrqLFsWJTu18EGXhwcKwEbAibnAr2wG9a/w2zk1WyKFPOXGqOQW6bH4QzrWXXfqKGzqKW8OuV+5goqPoPivQojP4Yx3nMu4saGW46UivjM1EfZyMTAqT/m4xoeuiyY3C/+myOMVoT+AsyFFdCgfwhl3GLGOOq/rBQZi318GL04d1zjfQjvJua4s4bqgdHWYTW8Y+T/Dh0drfFJLQyfV/Bp5HiPwG/J3IfxgK7mHsLU+93tl2FpK42s5zcXffBHf6VRzZodYtwC6nAf4avAecpaNnRtsGrlI8rshlCE9+4453Himm89e6qZO7lXbrh0dgq92nfnzUL5IcvHUyodtuspuPu5e0vnpYn3N5j8p78qPfUZ8suWOVtse3iEKYVC+36lJlHD9XfL5D7GxMSBnZ4Se79wUQZ812Bc6+fFi3KfPhzcUyDpPd9CQfdsVv2ozxI/xuDYOeU3WuJxa3KNjBl3bU2etWyGsmrGy0ReaFqfeQ5nDMX8+n44KC/lJXcEhf40PQ4ZmJwjp1GSdn5avHM8lIGD7JSzKxuMpuNfYooizwUY7Ak9sqZ22ujhXbB3ZT2xXYz/jaJv4q36AHfVxbr7yijgISPceXh4H6ZmK6NLDe0OaWwcchkDf8yTrZ5vUnDfwwC237s3YFw75vT8/0s6kfTHna2/zaD1/y+52BXm4XCiwU+PxQQOnzekNXOBujkrFZHNc4EovBEZV0CsdibNfQMu8sFMN0tl4Y5zFjnKV91C04RXAjcMKBdSQK+6j8GcwDZSJ5eXmO4RIXLDPzyTsdlRhPpU1x8CbXZ+VdqZfCMHlVDLz3qlHeP3GX9gpO4w2X6nFcjunmabmP4HXmmnCEJ40eO4hwkE6bRalxuxZWlMWxL9Cp8txfC3N8g9CZDNIbOoBwHOUxRqvUS48lLBRYKLBQYKGA8qENjOHnkVvwU4TaEOuAA22MmSOGwVf/maHnl1Z/Hr+Hk+/Hq7vtjxGVbE/IgG6bFQWs+mTmumv9FEk665ps3PPqVk491/VaG9ya7gKckskXXj8uuuHSHJFNRmqUbTLcd8pFVwczlM3AVfnISurVv4Ygf4th9U+rL7ldnlsus+LDbZc9O3i9YbWwDmLeaVBzt4ptZrSrj4ihxi3Kw6lKIv6OZF7kvq+Mn8ttHm8Ip2Nqy1Dmu60zeoQ6hA7dFOtWln8EA3C5N53HO+DMXrPKefWP9I//SDbS5ogHjVlMGGAl+Wr8EVtnf4N6KpNF1ZnwGFdZpbXG0O1KALezagYOLqRp1G4OY2JamKovfknWXzgR7kzd5+1v3keHhkXLdgb+o+E9MsOz8b9W3rx+19KeeT/Hr/e9PZWa4b+MYaUrlyHuDLQlaqHAQoGFAk+kgAZlzaUcWZDtk1n969bD8qjIhhcc+5WsiezFOcsWpOP4IWX9HLHEFspMANPR4rw4MLgQilOCHzLWVZn3mRiN8xTZOLL6NCvFsnvVZT59+c2ZYgOLcsE/DuX1H7h69q8T0v7ARECx1X5gEK9boJuuyemmG0F/JoStVuwKEsc14/7I3ltgpeALP+JmG4J/zmgF7xUrrT2aKrLHQp5bhm2CeyZnpDJ5bfUdaOPRH9bxuP9U+5HsUjhLP/HHcQrunvu7cSJg8L/cUy6BvxhPuU6OyzbAHIm1HulTG/uUbate2m1bZ/E7hHqqNoG/kThMc+SJq91tg+inL1iHQzQoC9jYjtpxZ99AN+VsaVeXqzdqS4yCeqb9z9ax0kEHWmKkPdZuIe7K39i2jH99dTmqWn+kLlkkQn/L6ljbiLoFf/G90t9EN3zJvmqfwjHvlXFFHI6xt87rVDQgqeEsndqrZ/0W/s7EyXelw54+aR+MMsh3Nbezmt4/6tIwpN4MKpMUfputgD3WjcmoWdV8gLc0armO9c16flZdbs7shB1pzUKTjec36/RtK39bvB+QW8l3EgSueLe6ZizpGFBbaY7e03bp+3n7JdOb99Pbzrr4SWbnSOlAm2sf2NjuCcVPW5ulfcg7jQ+YUNXa0u+7fws95+fyctBPIQzfYzuW0PpLH66TXmFb1599xVBXbidYpjkOwlvCQoGFAgsF9hQorruPefG7YlAKKRhTmJTMSGY3L0ymZYQoHbyYJzpzP2ds3A9uydNWqKSsWJ7nac6AuBTlgGgysCqYgOtgQ4dtZuXBoJv3k/gybp8HVmrL/i04TQyb2Dg9UfaQeJ430ra40DEKXaLIWiZ/DnIiBPaQju9yVg8DkzVKqyuQIlCoByrtNG9I5ekwSKMuOFLmMc36u2RqaTfMiA15leiZ4etLlWYUlN7OteXgPLc9oQVwsK0IccKyLU0UA2dwOkuOOjhWPxvmtEuCGf6T0r+Py5k+DEg9S2OAjgNOCreJ2QRvz2KsUlq9S+H4dBXEwmG5LhRYKLBQ4DOiQA2yI9tgjPBTuaLnJjlL12HsFidfkxcOyH7Hlq4/WX2y+T9I9M3V/e4DVnd+sHq1+SFjF1etYLTE2KQBw5nZbdVsIBI3n4ik7FdS+Nf4MDezMJcis+hbb09kxq0Zz6QrWDU4K9nZ8d4P3Fo9h6yAroGsMghnJ6Qd3KqOs4C3GBXdtWO1xpHO1oUDNH0HPWCHAfnj+7ZCeLfhLLUB+YojdRsjDgbmGKaUa9KO7BFcWY/cnv2dZFuizv6YrWRdBug9T0TpLEd7buYKoyM3ocU2dJi1mfmJ1xi48tw06ZI4rlmh8185Z3pY3b9C4rNqY7x/j3hogZHbFdMrto5+h6063QJtsD+yAmrlWcIawO+cJKazmKCupI7gWcwYMptRi9+Nq6jpL7YT+ZsaAZ2Iy3Fg4pNQBof++ODlmf3vQdg3vLQurzU8E/6t+KXTpDNMtam+Z8ReF5teLzcLBRYKLBS4iQIlowbkqmGt7MiuJV+B+6O9YERv8qCuN4G9LRE80BW0nPWAE++nHJfwMxBgJSS6U9vpwpWXl/isMhKbA7pCxquu8sWesdaptWNC1MZVcjqWiY+83cNp8rvJtPb+FnRNr/7FCl/LdfI5joVx8yuuv+aPlXQ7HYNKVe0ewuxlpnyfKwirvSv9btA56jjeXT4G5Lr486x2slZWHNRhn78gPnw1vTLEPyeRUw9XWzs5kR1rNpMsEqdOryqTaztTkzetI5DmoUAZOExXa7bfph1GV87GMMF2s9HrLEF8DJ0+03OLze+E0yyu6IhO58rlAfxHVmimXnHOWT+Kbpfc+/MU+0RAxPahHk57qG9Fj6KFpQPOpKJHwdfXaLD80gVN095H2+IF9E8idgoaf0e6X0MG6+CKzADmvtGn4Cb9M34aLq3P5OxUxhhbVpdHP/QbSTvwXvqG7i1tiqx+4MPUJr6vAD3Qs1ddD3dnwbbyV111BqeSv+S1cMM+le2e7Xcel+IKbdpuzNYFfrPVzx4ovGBBjZGJpuPWttGZrW5s8LtpNrzW7m18Yp+udppKqX6afM/8oTNpk4ztFOev9XQSqE78fFf0tejuKQYM0obEEd9Wh4I9cWk6JtVmu/HxD+R3TCpPp8/1ftt4EY92Q0J9R9XPW+xr/s3Hgx023wlX7McDCLmd/FZ7d0duoIKtjuIj5a1H62/ZylpHt3wiYz76wLRwxX55WIep/Xq9D99+yk+9H6aayrPu7M1EICP52/HPmVGeC58zup3cTMrUlXrKSWzwVnf4+VSF1pOnx8/ZjbWt0LoBEwISVx2Yt+noXOLsl1xHjW2S06gC26/Tl9z71NHr5XGhwEKBLxwFkD57Vrqv/VVusk967e6s4tCZkVxLZ2qCePj33LKF4aADxirD1Kj6rDAXMMDTuRmtmPjgvmfgVYyMfM+Qi/HO4VTKuRrnewZhoYFbsjgrsxRoBKNZMrPYmxtCkLBsB244gvssXxWJwBJEJM55vEroTCVVO+qEnoL04H/OqfhSlGR9BiFPZqnx3nboAmzKduZGlVA1INtB23S7cgKr7F7A8QBO0fkg8uiBAY6gaJxmCnZ1mvi6qqnRKRU6yrU8LhRYKLBQ4AtHgciHJi32A+YZny2ZABdd56wvuDgrV1frD1efjP8PDj4Mfm4Nff8+zmBWu67fY2ijkYZVBzsNG8CSH4cpdx7fV408SOs+oIxcmXB4MMfRy1kdbpItR9nnjyeybQ7bhK1eNSCfskb38Qm5Q4iTk9nQGho3nvW3+j502kGvf7P6sobsnGWHUY0towcMy+vNh2yrzFnCrBQZh0+gtROpMDqTS6NOJn0JVwNvV0a66LO4yyH1If+kJMyTUrde372WZn2BfDY98R2Qr5Mkg1jzaJwHSt5jsN3+KgaRlqrNjM8kLbe8G75OPd7HCcz2nWzheec2kjiCNWDFMKcREwPzyOSDgZU5G40HGIbSEv1nC47rwQ3F1KXEF2z4r/mohSTs91cu1f+SrPIB81MLVaYFhqovW/K8Tz/5++r0KFgTHOPFX7rbDu1ury+/bFUWaAsFFgp8ESkAf3ESdGQDE9F2yFMmLDsOlvvEyMy1uP+LcFHH5/4h05oj1XNDOYeWc3/D65pEKpGYRjnhe1MEuMIzs01vHFtOjmLs7S4ihvDTyzKn5PcEruU68ysM5a24O6EMBxFb3o6jDjwM7ikHiqVe8uu57DkDbopqVPbIh9Xue8hkVptiL0k5SXNM8VvhVgGFE88jtgf0iWz9LP5ZCWi6x8I0Tw9VT67uSLZm15a1fYhJaDqpdETFZiF9ZmlbuxSQK9fehjHsM7lvvWGin5PloiNBH+FWQ14BddtrJw84GfM7wGWSHVvtqhv6DUS/r3pcAxa8ScS3lNzQP2cV33HmL87f0R3dBBraCOy4rY17gWD5OkR3TDLd2b88TgQdL8XZP7AnXaLfubpq28J4NbqKmfZoK3/Vq+ff2TP61LUqByeQj43No+Gc5GiddIeCWz5mv9PCAbyqLc7BDhztam7JrfP3t6RyvDGvDyDsahMjFHbBF+hhWmOeFSwIm6DOzzju4/hl3ENfzNno6TiUUPhMhe0jxG4DPxqZ5NnOl9bxS5tNY4rLOB93h6neUzkveGM72T7WN6u4nfwiD6RN6Lc6queUPi2Zvs2YJZNcXfiTFdzyf2nh3+V6nsL6jGI6DdbyGqSuNnMny7RdIIjKWFXHN5TId5sf7h0fep6z9XVCAvWNDOLxrQrVhvYT6863DgOrLdlrAkP6ab576TDvNfaDCj3+4H1/9xCfqOzLdaHAQoEvFAWQRjDlo9CEZGMmnR2TYs50jjI8+VGYMnpxaIKyS4EZxGKQs6iLt8ID4zA7BY6hCZB2/9xf4Ee7FCZB3uvzg8z1FP8o23O+HWDtxxlQ0mOdLavcHkQlW+ekjmzrdyFjy372d53tXlA6IkCd5QvcOJh15p7idxbI1Ujh4LTecdUh7BZGwdl4cS68ea5bYqf+1bR2XtEfWDWkDXeNE1j1NUEad2Vi74zwjTSZhbSFZRq8Hr03OmnAVeUqijVR2YbamXSmr/zcdVwPyxTIEhYKLBRYKLBQoFHAQRx801m8Tjja/gLe7QSm/waL/TIrWf8dW9uxve/4Y1a2/lu4+l+Rlq2QNa7B4uXzDnzkxzU/vcE95d/ToJ3ymqPzNM3np1Ua7nPDxA4aeM4flSPwHrJo8Mis+PUPoRmz+T9my2Umt7niZY3zdMN2y5+MP8UR/GvO5nWrN/WqgV+d831ACTz3A/G/lDsM0v7xYTrLsGed16NFHcKd2q7L2DbARZ+ifr7TUVthhyxus8TRhzb/iXoqrzlFecNqAQz7Hhex8mzl3fvU6a+h2l9TU1ZLbaSfhju3orZfYkz7RAM6K4jtb1tx4g9k1TNaHyLqrQiP/RYem/6ZRDrudhfALXrXBcIs0QsFFgpcpIDyZJCpR+ox1nWykGf/ZgUqOz0hDyJjbuRDFws6eCEPpUzKzg4n6j3bXyJePGeTSVmImrWCUbFjyLXJuUMXgM4n/0yCzHObYcbAw04nkBPCLcfM5n2IbzfYJHogXU+jk8gCmUQ2bj17Frw53iNnaB7rV+cMyyljX05ApX78aGO4f5fdSr6FDGaL14nmvkuiKffTb9AdPEKDLauHAQeXW1ZP5ZxC5mUZpAAAQABJREFUzbuM/1v96+zek/G9aahvWxWt85cdWtboG55frIP5WaH3F2B4xMXIzmduWz2Mv4fu7PASh1Gjz3FVjutWzyf4d/zmZM75sQNbcDtZTueiVUwxt7bFHu8G3nzgn0UW7VzZnBlNnVpXcQJDg110Nt8lXBvMh3+rPo4V4lTiXFydv+sR/Y6i2nFex/Xpff1h0GKWuowcxbJxFTM2oZiDeKNu+tqD3xsFuT3wwETQrSvN3dEwDKS+97per5O02PBt7JjQsbY+tFOtOKz6FD0P66YTqsVM/eswAU9VfuFzkuA0Qt5GvjXfkEexrTPZ1UmvjgG1RVpomxB7nFl8xbUd6UKZ2uuy4hc9P9+/4yMTNbwK/4freVzKyz+nPRmZjJmk4piuOT+3Ibx0Bmf+Gl9q5XsvJdKXcXK370ueA59zV4jUsTVQ7bBYmFd7HT8XPSr+U7nKBFJfeGbOPFYe278ZjzbGQz/n2W85CDFBRUQzycn2dUJzt7W3BMQ9or99KpW8tZD6XmbpbccMQK0cf7mvdFVPn+uejsF99elAMupJ4bicJwFZMi0UWCjwOaaAUveG0BlQZ+g3ZLg9yTSrR4Y0cfnb859NCSyZazHYA7CzupjXNI8KSmdhKJgQWGHAklHlUaW0BmoCNd2t8Ctdxy8DMwye4q6CPSmBneMHb/P09NydhNTf2GZgzYxI00cbAE+d/8INjAfgnAC+EBGHqlu5CFNFzlmy3ls+z+e1zUNg1tsVTwye3RJl5SBYY3iknrBeKggLxdP2gU5RjBHA6yj91RbnldGXwmCBs1BgocBCgbeDAp1nZkDLyhvESZMD3MQZh3Fu0ND1c0xc/wEe/y0Gf2zzi0P41fr7pP0ug2CMATrpXCmSc6GYAYyIUuIdDmwbzw7dIhKKX7+ADPssG0NdKHqFpgwNIxqEiMokMFe0Wj/kI8aujSur1TdIPw6ev3uPSeUjjKCcvXbnCh63kf4NK2v/X+4xkmSVtWf1co+DXsN06TBQ18bqAZhdxTCind9X716SvnNYNrJnNbpxH47gFGwcdaUDaLSPIZ2tHXUUx0iAcdnVRbv1P4E++sHmKziGNbAwy94tx91BZIPBlvuBc6lXw79ml4/voJU0Xe3uFZXEkew2iBqiogtpdLfOM2tJM9CAa/StZqwoanhtSe1/1Qfnb2ex0Rn7u8A6TPfFeTqmUyj+xan+UtOFAgsFXjMF0D9cYYacdLWjq2jbLlWw8fLovA4MlFfuxMEuKCMTstpK1GN+d1vBcYg4QY4JTSscj7qWm1ieCefbQF1I1eUv7NedMZBk4M0qQZyQca6kGGWl/PmRPDp2IvIiV+/Y9aWddykalmOYy/4W8/hf9vDSLoDjenDF8prVs3EKPR5Scszls/WN4qVd4Ktsg41+6hbiWx1Y6mhPDCX3oxwLR8cQTjnO/B2Y9J5VX33ywhNLuJDNiXTqRuhFw7fZmpzVlqYMPukAF/I9EG1fJ4w44UbOyM3K8RxL0m0meU/fjzL5Eu09x8V2YSvZbO3ujjnofK4Y1KlUNJ4nf/AeG1Xv/6OrLLeu/GUihIsXUoeX+t4eRIKX2p78zqzbKyZN6NimjrEnVp8rOl7gKenDvIMGOg/dwn3Ysv28kyOyKp7vL7v1XcPlhd+HH4iXurw6Nts+x/nLJIRMdOWdW6kffIPHOEgbpsvEQejYhcmdK3dEop1CFtopY5zjfJ/2c7WNSLW2bKt/qXMc39qJedUdoKfYmd80TMhxjBZeIawGj8jPQbCtCGnv1u4b+nHOGndyeHt75tc6dlkkn81xh0XPnvxy5jPw3uCo8ClpY/3qKt0uVdB46bOEhQILBRYKvAwF7txepEL553LeC+I1wueA53TGXhle4pppoeUcpLBJget4sW3T7cG0Ilx5VUZRpKYAE3WAVsqizNYzfqcyp4TTzdwYGrh1JnD4tMZKy7Ic77gXHDTNa+LmK1rELKG97A8d1/5UlxgWURJyaq+DWQ3C/OZ8Ie7it+UtR/Q8GIJ/5ArlZJtjzspAqRhVlsg7Df624jEDdkKT83juc1C7IIUR15m/DL5HZ2dumRmamVyA18G6zxC8s7rZu668pYdxn5liDuh0UkNflWJXLu8NrsnOz3m82tuJ4ifpHFD7f8zZieA1gLPGYbu99Iky6uzWPqBpAJffhQILBRYKLBQ4oUCbmaoOkXk7NbCR4Uex0IgBL3V7NR2VGL3u7v5+9cmalcE585Xt9e4/QIT8AKPh+4gKVilgAHW2c5OmGpzk9Z2ny5951+Qb/PoEn9sijmdQH+c6llf793PZso+9/a7k1gxOClN2SjKNHK75tZ7Om3ftbjeg5j3xyGy3aBw4Q9eUrlDZrr8HidBLnMiEw3R7/79Bc4xaON5Hrq6SuedvYKXMmrPmXCPctk5rK4xdkTS6daa0ThsWZevaani88tc2VzZPzS3eCe0auZ7nVm/xNeSXcqatrlJP3whMXKpcncAaTDVi9fcYCbbSKSt6MdqRVHpsSOMKg43bT2L03HBm8OpL/3u2JB/oU57h93GOmNBRjHOY7R3vON/vzkkJO88kswCd5dA9BjjhoH/1c9hACvqBuauWKcVVxQ3LatOOomj2eraVC4lIXNNjGs0q1mtNdKjr/F0vxFRdDwKtfZHE0wf81qBb5d/l2zuA0h6i33A7B1Bxpujx1U4t05nftMVx/AypOfzjZLPnoM2zZF3CQoGFAgsFHkuBYnUxabhyjglm8vecOdjliHIrvKbEypznPbbApG8Ma1rhiNHaSW4bnGKrnfLKMTyhzRRvJSSijSsLjSQBl6yG0lHA7hZb8B9ZrRmHSRwnpK5KNkj8tvJLnhg9icwpzenNxKE93zRM1+17wbmvbo18F7k4zGXyZxl9ZE2gh67iIo5Axzm3cWLfxuMbTsM1ves0xz4muGuHQc8Z77ARcHbuBtwzVqf4Hag2+Qc999mC15xO81fBOX2h6RzaG9bopaPbC2dXEXQA9VdqUzDaakrwoL4pz3pX6P2q6RIV2d5nh5xs58pOLVvPt2Tlbxx2tp06nnYHie/zQQ2msvPywk9lke6W6DbJI+2hE1uHdoMMbbDXZEKEO620yAni0eNBtxNmVi5nYQJ1sN9If3ROvi4KpNaNIJMeIuCi21TII2+qXpmUyPe9YXW/K2VHyproDN2D+9QWxzWh0P6u2Xakr7qzdsF/RqNs30CbJwLcpD3Xgx+J/Eny6gu9fXGEutq8OXwZA3g2Lu2TI1ymvC1P4T9FTze8p7prbKprvmNXMq9wkjppwfEDnS11L13bbHWuqM1l+0AJYvf1bc+mPA77NMdvTp6loc70TNDUhvcOpej89Z5xYUhQ5XoVl0P4LbYmYNjP6Hc6CNOpTIumek557G193L9TyGv5kX9YX3cKYGt0yvcomy1jEccuuoTVzytMciMRbTybHpvxnxN7gVeTluYyBEiGLl1y789zv7EJ0M03DY9K3iYx2NekgdyAvojsSo07/o01tO9SPmIY0w9IZdakJt4+o39gRq/2PZrm8xFq4tkhtvDjrHinir1/8rH3JI715cfQQl4Wf4P04bmRinSh5iHI+VPBnMed3F+BcZJ+iVgosFDgbaOAVtUzQS4sw1FhkFHAnCYG9NKMoxifcPkLI0RInjC7SncG3XNRk9CY57MMqhyho+Lh81TQOSincRNzNZ/iza05osFwjxraGXuEV+j2SPhTieJWwTqIt+VoRAd3BwxTHSvdheuEs+9VkFEOUdbXKEySogkpHaBzWl2AdUN0294DoR9wwuUsyKw4sk46Aq6E0vRzhgtbIkUZko72i5fBsTBoCktbtRxhbNnMhG6DvWgj/b5yLNeFAgsFFgosFLiJAsXLkxgeHnnj2bYG5E8cwr8n+ieIzP9IDEYdVgOvVj8k7fdXd2zvu71zize2Q3MSFBN27muwdKv8s6jPQ5jJtmaw0PzS9ICmYRxXgneKqyR29azmhaYrrDGQrcdvo+L4rMz9CDnK9og4gTeDjuCPyMgWla5WWrE93Op3bBXHOXRZZYtT1W3V1DN4284jssVeVvYCsAXacarfQX/xtXK/hXZHyn0UL3zYRwQO8LbgvtbISn3XrA7CVMw/Hbek1mHrSggMbnestNjiQNdg7RnC47a9GzTerN0ukRUzq2+Tj61EBw2oTGpjW7YNK0Q2bFXmpDQnGWayW5zE4io+rd2cExenNW3bjCF7XE25hIUCCwUWCiwUeAkKyHNh8DpPOON0vXqXJ7ftbWaOl+e8jcenTORNJliNbTXnthtuH1srF4bFhnD/I2QPelCcQjm4odWty5XHwj2bXpkU3eGXOE0/xNTTJod75m3Jr7P5zkUKR5mLwFszyWq7+j64v8cfsNz9KxK+6HUOwA1xpe9l0rb6idsOu/oXOZ+J2gX/iXqK9q40ADYH5fzum+gGOIGdgE/9NM0/K6hP2QmliboeeO/Qu9z2ObpBbG12gBfqqdGr1HO+hg73LQp2NbnlFnzpVfe31GxffycNjhvor+NXnTG7/LRJDRTAf2HzN9Npbynh4TQ6rcEhq0dd3e/KfnGSrnvcHoYxf2se7WF/Qr+jHzlpI9sJz2FVn5rne4n7gtv0UB2GrhBdZ7c7ylc/nYdb6pc0tOeGlb+c97tmVfnIBI9Dp1mVOwf+mu7TB1SAXfXrhBydotra5C9zGlv+A3hNfQkem1WhTrLh+yeLDtJTWML7DEL4nN+Tk0g9oga7JwOOdRbXQIeH6pjv0FXbBurpxBz5Rey9iWw/t/SDWfJP/7a3hzt4wefacTvEpWLWp0Jv/9hb5eVO5OEa2VP8wzRkTJ2F+7YH6lh9PVfqXt/Qm9TP3/ZmWOq3UOALQgEk8bEgRkzBf/crFjrTLiasHAs3zw33L8SYw+g6aMRnU1LFTfjzK48PhtP67JPzTgUr8FSwFDiltO5TPeouQr9ySJM/QzsUHenln9Odqm6V7NYr+ZqCw6DKVbUYJTd4bAdmXo6eA6jim/MSbgVIumrHzFT2jDwGl8COfEb4up1O8BXnpH2InvNy5+lan9Aw7VmGmcGsoxwDtIPENuup95uUMYezv3cblLZTisbTrup1mK0N92kffXdUrvBb39Ap7lkpBnEMZfK0/CwUWCiwUGChwGUKTLaly0lgqcpeOSzuyuwAovlLOaxTEhmx+hkOyr9j+7KvsMOFWzi+T9z7rM78zupOp/AdzjhkoYZejbs6hIXWOHXJoS5fiH9KuKkeTwH8WvKcqWvkG/KXijj73xVFroYdpSfEaru8eMYSs+k5gy6rOJj4tNZwlK2kf7P6ZMd20mwjvYvcdtvopiupG44AaefXkbWLyOgmTWDPannYHpn9nbctvhzcLzpzvesuusRjTLGPUYC2BrCmn1BnonTO6tx2tY/9aJc0rvy1fuhEMTR+FS2LcxhZJbzauIoGwzDnWa0GjDsYeDbbb6zeufseMHU4QGPPugJu/NgaxDXmQP+R9DtWPozRPyn8hE5M8Zs1Y9E0cGbUPL7d07O/ia4pIOqQ2X18W3FGHBsUW2E1lyJwejsGUt1TlyUsFFgosFDgjaVAeF5jVJ7/q/N34NzfLXzbbSd9M5cvxVufX5++Pg4j/wanyz3bPrv6d+32sfBfx9HrecEPFogccqUUMkfH73r3PVK7BWwx4nnmmaCYR99wX9I4c+B1do048LZsn4wjVfleK1CD/w3w5kka/jqxdFx/D9x1gqDjYSN5Osb7EiZZp5zWabqV1ugrbAPNDX9xoyLTn1oa1PHICRxUO7cPdwcadxEJ7MM+tMfqljup3uUt1zX6x8iq35Urf92phcaoZp7q2O0TN3efM2i47fMwsMuJK5mpjzpOyfszyS9E7XG3DvnKoO+g853Vshsc2C4oiG4466pTPc5AVaep+p55fTHK1bGDK5ldkW19PMLjmfY7J/Lp/N046R8HlMd/WI2n4HcR8QdfQF8nDqoXco3eGeevdH9swHY1uLBDPd5zf+FDvR9Ve9if5nWr+HlJjhjmaebvHn0/OX+1u1JP2zA4Ub90pmOIh99uGx+oR/OdsN3ztts92wpJAGQseQzjs3q2Ld3m2onK8g1sn/COWsEr7UNv6t+smR3PEFvnL+Orgb84fq0zoWgkzSLnPqu63Vou44w4f+3PTnSRN8/zVr/uV52++cOWbb3jAN7zwxlLmQP5nN1XnSXEpRrR76exm+Ps+g7qapXn9z4vYaHAQoGFAk+nwF0ZmC4J/DoDbnpf/Ot1CaNjh6oaa1dinl7NnrPgoAjv+bAVegJjPam/MGTwOsx11vrsVaFGHU7S8+pRQZzLXCp0BaYrqJpQmdrnFpjBRTwRNM6ojIFQXCmjABWtboF3kqYEnqqkcFF4VIRUsDOzjYFEh1+rmKvYPSjoR2SbBadCitM7NHXGpltia9CszrjPddvdTCOpdhEU94M0YEWQgw1ntzocaA5r86icgdezaHMbhkuqhQILBRYKvJUUKJ4Lby05sJWnIvuVDwadiSPblw2sMrhf/Xci4Pebv1j9eXCLaLaKXn3AymCcwhjp7jjHdcegU+NJCyV/EG1h9d1Q29/mUjhEAdqnb0mU3TeGCc4xjGv5HyijYD4A4prk22+Hlk2kOyRpSohOhZxT1mUrNla64ljHepQ/tYwthtU7VgZ/smN10Mgq4e2H0PJXyMV/4VkDBjO2s/sJecQ3epvbSdsGEt2/B7Cc6lh0eCT9pvwUcxxKPnOdtlKkx+jwTQi+6hOKco296iMYmHhvf2zGJVZDxbipTtSM89ktJEDAFYPdPX93ONY/ziphjN5rDcYYjqFv63ekw/GbP7fm9txm3mf9uzD5Zz9XhWuG9xbX2qXo4bVoFOyD9566vqu07b3Plm/9fFs6vm/3Br9yCAupwmE5iS1aVpKH6F5p5td5+nlR8zTL/UKBhQILBZ5Mgc63Mq7H6Qs/3rr7BbJNPticqGd425PLO8oIj7vn7NzdiHxkF42DMaL875iHzrPnvU4DDebKTrZ8Hn8ADGUsjtMD1v5SdRCOY/86GsKVj0SJ52N4dHi7sJAlChlXMcb5qwMYuUfUkAnqjwEKuIuhEwPH1hrnqc7fdv4sTv6oGvx48xC9J9gzWnabk9pRc1qz0wd9yPvoSuRp8rwyz/JW1NE16BzEgXvo+0dK+Q3w6Cs6tXBgNtzbNtIp5xnkavYg9Gj0ZSeordi9ZMPWz+rGa3YuAYkb6TNH3vpKe/VF7U7g7WRN7COZ1D853EX8GciT+zg0+yM04nsYmWC3Hd8lCX9+6+kHVOem9iZb+ivXOKaok4sgeh9qzl/r+LL4A/AwpH/Oy+CbZ+VvO2IEh33sWrzvSVrfOARx+iTe2gLpW1sc8qz8nc4wnit/pxlfPuagftZDPdPvSOevPI7nefUvYtDqlEU6rjbPClG26XbbcfuwMNLupnsoXP9WH8r98DttmpZv/wQhHflOGGGHgpFxghNf4CjEa0XcB7e3zgKr0Ir8TmKI05e64eSOwzg86cK3Gpmxh/eZ3AUH627NrF9vBycae+97v8+pA/f3QbbaxG/QCd84gYXjd2k+w0SwStuiPz+/1cmtt31gXv8WNcVVna2cznBHbVP9jVzCQoGFAgsFXp4CanQJcz1hbySqt/Cj8DOZmH/OBCzGXIytnvd5nnYn5+swYZpZ5Wp5CtpJ4FeZjyxhzmjj6CO/ymvixd+yb+S8naFPZ9jK5BNUVhDonH0bZYczfKwP6gAKQaPRzZSyjCgYEQmRI2kblaqs2hWSCpHKn4Xv6TLJXaOPQ+CaF/oGGRUVDe9sHZPqg+sM1nH2m58zO6/VNucXZpajz5SloR86NQdAU4jq3A+dwom3Up7rkf+e+9HW08T5WyMyHQM3hT1tkjwKlnet3cpgvgGus7DZD5OyHUjZI9xGB8KkD95U2JJoocBCgYUCCwXOUWBSNuC9ykSYbGPncHYGgUoI12EMDIYcV7eB5ICTl8Hi9iOMrf8N3ozs8ny/4d+s7rY4L9mi15UBOthicIgj8g54pGNwnSIzu5jXShIZe4JGsS5vUnKPfuyly/Yp2wS/YizPmhF6ndvD7PcYxuzVsVbSpJay6TDUc72PbtBl+UT2GPHMp3ATL9RAM2K4kC47jC1ugbhZfW/1ii2673T27jSOttUS46t/wvHuCmFWGbCCaI2us8NZH5mOPhKnZhChvqmTDngxUm808DLIdL1lj2zetp9qn1nUOfod06yeo3sIuCgCKr3YGF9ibKjXDY99n2DNdPRCqk2dpVE7woL06gUJf0oPW+EkH4f/AXk0/tDf0Bmy3sk8rujafAO97/urHavXPc9xtWFVV3QWcKNzjxiM3IJ63LHFOUayzcYVO9wTN7CNd/QmcdBAxJ8GFevhNp3mbQa2hpM11Rjq1Zo3stpuhXPFgYaJDHb/2fvE5afy9D6bPsQ98Fub7lOev5vnM4XPBfN8jiV2ocBCgYUCt1NAfhKuhziBl2ar2/dgT6wAZqcG+W/btaKY3e2Qr6Vs/LM5oUZWEK7GX1CeY9TGI2v8fdY5VTKqF9KOYhJXdBgcjzpPPde0TXg+xqT46nH8w8+HnFcZ8hE0+wXyCWeku5bJm8Gr8O7C4zLQJBSXxtdzpqGrMj0mQdmViVLdmP0CfD/4dzk8rH+Nbvgz8GfrZ8pHY0n7i7No2dp7WV5VEEKnnfRXjgUvU3f5jzzNitlsvc0uM5Ik9WwydcpvzqMupaytKHXZvK92Fu/ITR08TGpkYpm7rJijVoi7arlMGnGmNOGd+pDwptD0O/pNaO/Oa9Rh5xboOOYbAW+Cs0+UTCHqOittqSF9fOc5ubvfUhccjtpRpso7oa3lrrrsYe3vpj62jzq5a3Vp5bslukdybAeO6MAJ7Artdt6z+Ji1E+sEypkI28HJpWxZPQzUYUtdWEGuBcywccvearcz2Z8VZcU9a1i9jTo4QWXl0TbaxVwZ66gnOuGtpUgf/9xVz+24nXzyEf2II0r4Zz9qO/Xs+5btM2+b+X2Vekv7VNqDazKqUHqMiq1CvbLzUKuf9tBz5R3A8AE4G+yDLnLZ6fwd/wBl1MOB7bfU26rVvX/TJ0Beb0QmWjjGsEnR5wdGAzlfm4nIfmubOL7FwQT8gfee9q3dBoytsbu60yFnGis/uOn1N6/j4ln9wkNmPMwkxn3aAZwaj0JeyGtsE8dT9OPYZutzNJ12U3HMeAxEayxD3cJ3kT1ewwdDJ9IT2m9uP0c/abzUt/Evn7t9+miMlU9FrpM+bRVp17S1dvh5/T+D9g0Gy89CgYUCbzsF7kogl+J2XOESP4dsqDH9pA3T5lleJxN7dpiVNAk/4cJILSOc1edZuieXidDyPBmFkmdLZPaNQj2VuQ3qsQCe00HaMKOrzWwqmI/EO0broutekXOGp4pkc9yq8Ckyiy6V/qEqFB5ewS0OURUSbnNWh3eWcQsskl0LUQC+AjRnOXPGjrOPde7GoFq47IHsVwaLgwJRfPyDngpTo4WZWYW04aODsAx1bU+DK6KNYyvH+Hx30CbbAzXlEy2N9yq5S1gosFBgocBCgWdRYJKfTc6UtDkc+GJAYJcKz5Z3e/4ReR2uzUz3++1PcL6xLS+rgF/dfZdBNs7gAWfb+M3Vq+272AwwSrJqYNghK7IaxZyvED3KjA3bNroFVZXaa3L8fK2C1uGxeSr9VP95IXN8TmWjKQ+l1jxvu9+/n+WfyprhGzx6eToZk4ZnrppW2+x9tjru6svGFT73/wqNAaOFWy969ptnCrPl3DD+nPQYlVeeP8bWkjqS1a1Iq5FZHWOD/I4xFNndzuFVc6n6cu3ltAFyq8vZ36Lf2ZdGSgH/OkCjEiyrlxcideNsf1uX1H0iokYn8hTICY43HZZOdZ/cTWXCjf7KCpNh8yFdzT6nvtLAZOcV9Rh0rUHD5oZtGtlmeqeBk3OJxzWGwS363aC+hEFN5zz9/+4O5/TWs8Uw7uZPA2I7wmNUnwJK6Jp6Wzfr79VX4IOirwFNJ31Crolpj+JnljYzEHx7/5meq74t+/XfSi9dKHPqg9dzLikWCiwUWChwjQIa4925aY2cz3a3bNXv4C0TdzNek4cVH7oG7RHvw86wG6CDjKtftiLizGmy4CKk4oGM7cNetx4bBXvc/SUyFDmAw65MENmN4iKgp7yAFoMT4pDZm19x/Qi6dVnwGHAiGCeHMk1CuIqRCXnoXW7DXTLw1BH7mEKO0qKrjU442/wSicZKxziJdCrN5NlRlouPyuhUWxntzhvKUGUvfWjjUQ5u34reEsF5BGWS78RXWx4liV0NEpVdLWeWohPtBiaMMaFuWy8KVocjWc1br/f94KiAs4/NPqRjce0KeL6HkQlnaR/TX8D1LKgp0u/GzqmjRk3NVePabnS+l77I7WsJTsBHT8+xG9TFCRI6FW0T9Cw1Gf/dHGJLI3WOP3OVLA5gxxIQvO0ox7tqj5uBPiJhGhP8w4usl6sl2dIa5Xpw9T9VsUs+qv3RKXMW8/ZnDa6TBNPOXW+jrHyq6eskeZ0h9XMipNsXuyqfo1P6RJzo07c0Vb43x2Q6xxw72P+6I7H0WOvwOttJ+FcDlRHH2AtpU/uoEzdpyzaegeC0Q/gAb6o1AhbcB9opK33hYRknMZZyonJbSVypL8ks43uaosOTvu1g87gfy7MsV+DbYVNBHeDIAdvnoI0dd9jxxBWbqTZmx5ixs2tDrU5ZmXg+5refVr3A5mmht8OEZ9VFehjqvc+9vmkz71vf3vflTluzLWGhwEKBhQKvmQJy8QdDZ19HaWRexdh8VUJBhvZSocPqAi4KtALGs9iq7OcUVQx7uiqcrMdzgLa8exkGPM/Pi9KKgpeyzlP04VLN49+evhmwAM+VxZ7BEmU8xtYG6XEDB2cEo+CTaW/oRGCpMG8VaM8hStXXK/C7NuogZXS5MSMdZ4lZs8K51WD2CwraNt1uxXnSK7dOUpmArm2lMrChRSlbs5wP3BZeDyRhMD+IJ7TZONuYokOfB7IsrxYKLBRYKLBQ4GUosJelDibDgg/EUW1FnBUVu5+xYvPvsEt+FZ79jdWfPnY1yo9YxfpX5PkmJmJlJYa94Wu8x8nmPYJlL92UCU3GxgCnTOnvlTr7YJouPyLTeaxr11emtPVsIdEvbpA7U+ZP46bV97ikmoBV8bupHuoFGkupx9a8TsjS2PivOMMWMw9bKa/rTGF0Hw3MIxOohuEXq0/GX0L3PtEO57AmevWXBoN4aJ/VuZHx+1aZGnzfGRpa0rzwajEXfvftFRAHjcm7c+3S4bak5vePcJCX52r3em9U7xuu/kpyZvhv3eZMY0jS25d9Y98D7vgh+gV7ycR6wmoXjCvjBt1DJzlO4DiJMai9wpi7Yxv0UaOhWyGy2mrFardsMQ00lSTbye1EXY0QY2lm6G9pKoxTGqg8uzgOZcDSXm0GP9WK0V6jWzMie3ZjKts8FCawAP4eCr7vdEraum+xZQLJp0BK26LuAzXEIm2/PlTS8m6hwEKBhQJjmAh8h5V0G7aGHTkSwgkz4Tjy8LJIT3z6eTQrx5yO2WFkBSTbPg/8bdySWH1ChnZjWLuLiVqJTmNXLe/g6Tkn80YAtyQ7km0bxs47VyyzDbH3beTd5ZTwrvLe4vEkREY4Jt/0rZ9Hz17OucU6QV44OAFJJ2Sc1jiunVCGfNx0OZrSehtbhWqnvSzZy6I5ZvYfbSlxVLmDjDJV/SaOnGvybg6J+4nWljXPi63CFddOEuA4jdgQgpjpFIJKxn0o3Pcxt975HWhnUu+1L7Hyd1qJeCuMebpOM2i8wWk6sBLTfj6ow7mDG0+1xesc5z3N57AO7yv9Q2mz7bMTC/gu1tTJ+jgx1BW6bZUzUY/qaLohXe37W/Qt+5D1sK9ql+r4Xe3/h/W4/lTfS0vZji9Dx2OV/JYJBzkvdd5VSNZoU5Hn+61fbLOfoVtvfk69dKzp/AUA30HltpWOQ9He+Ifof5zv+rO0dKKiuqvbwbuLkBNDyHkjXcUNLZYM7CSU1aE6SK1Xp8MJnKrpeTpdx/lxKcJuyEIvRHcGWXkO9dy6khuMGz1BsicsWou244LUj/psVn9AV3fnBfYLmraABsLhnv+kb/VrcKuOVefH4f7s1J2/2cYrdidqC5vAxcr5LsFrdyuENr4kbsP4xzFQdwBXe047aJpsFopuBXX26o26rf7QkKJPZMLuHMVOC6Nis7ZG/OVD9d6Pw/Cm17RhufwuFFgo8PZQYMadnlOpEkhl4pHBdeZ2pNzeVkpnhpNQqVwqBseMkioUDz1JX/keuIYpC9btWFCeM7NRgMflPADjoVcbBipu9REcUY4Q+SoK7e+hjLe8Aw4rVRssDLGRmhSkkA3+1CGaR7XPQzDNp0GyGWKz4gRBni0qwNfVV88PrADSk6uSqDESJXF0OyEVg6kRHyollQFPV4FBV7apzMxjBt57er5Qu/X+6+BwxdaNawyyqw2zpVHYWls+hOfybqHAQoGFAgsFHkuBOrP14XxdnjHALNOZM409Y14j4chW0eOKM9a2/8gK4L9ffcxuGWvPDdt8HxH5XTj4D5BDtWW0V9UgYE67bSBDyuAgIpGLDaPJUJT0La7JnheSOwXyTbvGECGNupEDUdycxG7Ph2HNZyaLjRh8NshMz51TWodeO96z08d6UG7/jshfQ7JfrO5xCu8Gto7e/oL2YGUPesDgqihaqDn2oWn0Mye4VWCQjS7SHJTGqVi5Aqh0HNtBPH2XUxS96eE1tNGDOifldboN/RqDafqTJiTw7hY4HcJQFvo4uU3XuBXgfGL7ZpyzTacbdy0uK1bs11v7rpRGTQmxcRpna8F3gcfK4h2rtzFQfeIW1EyKyARKz5zjrq0oRr/hflC19uqEB43GW7aqRq9qK5I14mFs52uTgtF/Or1bDJFZUa8OGcILzNpQ/QDOs2Yvq6LBNUAa2nm3/CwUWCiwUOBRFOhj9wF+duf56jhRsy2+QOq80/AaeeRLhC4/4N9rx5/uepGVqDIyxocPyoJevmnknUnrERfk230XMfceCVytKX986aBspFxw3uGAHNY/hRP/tvNxdxFDb3pUoSAZ2rvSz1WM7Aoyvk9dkBkvYieY1V9aK1tcKee2va/YajvHTZimtL9Z+gdvpQOh6po20B3LMQwcHaJ81Jmj07TtrGbaaqvkvP4TmCbT2YODn8lfK/Bdb9gJRN2HrV6jZ+o5mMlKczwpSJ9OhzX9JzI/51+7ElM9Sfnb6/2kAgSjXvaHhr9bDfPPHv96QvUtcGYr9K1OeVeVO0nCHXx6mz2q7NLrcWLr/B03OOH9fuNskzbVIR4F9ZGJLQedixq5St5JqO5E1I7n6HzlGsTUXbpol4MW299Qn99zz5jHOpRhyrFQr1LTt64BfsZ7+3BsvNaBfkGBbgG/xp66ySrR22E7GUVnqOM4J3hkkkfZZ28H8/pS9m+7HS1Af2T19drxTnf+NuemZLCtzwVrCB+jbjv5gCvRo3j3Pngx3zlYn0Fc8HPcQN39HuPc53u1L2Z3LXGacYbQSx7d62dbRm7O+vun8emJ1kuF3gcCrtODDsujdfRqfb1WHasv1LM04H6yL3zeCEDVlrBQYKHAW0GBu5pp87jaoNjO+Pw+r5GdwSHmVHAz2/FBwVaMcQ9luiNfiimm63POfakUKOqcA9gGNxrIDMIrppuI9nMJh+2cATtQxDEZB6rGZGDmUNwz8Droq+eFmB8BqeInNbKSRoU0Sqn1OUtIoJ8rs+JaHc2qIdR/zsTNzCtXAXPvTEduOv4d2dmlxh5tgACcCQ0HFMDirMURg63nxwi3DJi3O4IL11mhGjNDbtVVz9uhHqwiGhlIt7MwpEebk+zZjQmlyYJT205EBQpHcjRbDcNsKSltwX+LQu0mk/PtQ/eG4Tke3Bf8Wd9qgplyiYtdVgLnTBhnM9qO4up7z+xo/bbodwT95sfbHB6XwV3uP5fzPObNNfyulf/c/NdwvQb/Wv5r+F/L/9z3bzr+1/C7Rr/n5r9G32vwr+W/hv+1/M99/6bjfw2/a/S7lv+YftfgtfRdxjOgnMRD5Jc8OlIPWcA7ZQNyLLILGXO/+glcG8PEl77GLog/QCx/jw0ufsAZwhhg3VnElZcMbNecx9XOXm2whFmhyUllUcchL+qeq3JFmVJypTLWc10rfn6tvLO4SSzP4m67FacHQsm/oyTdH4lRo72o5ylZ8G+wpYH0iKSueqHX+FYtwn+TnHWrNJyLGwzG4/p70OfHOV84jl8NSDv1N3QOjNOjq3w4W/d++BXpcBAT4izVgGAT58wsSomRX50t0bm2ATi3nXA6VpXZsVNh2E27qR81Ad/zHF/QQZTzhEYGf9tz6gTwRp9OpKSkzlaX+150i00/kSLiydVnErV+nulkSdfgqVVoQDA9AdxdIRCd2udUQjoZ18MMhVIl2wrkDwPL7aKd2Lh7hT5oG6ReOnNdfbZiHULfZnpNOibUZeUQBrzRyXXO8mfF8XaHDrj+S7ae/ibqGt8INbQ9xKf6iXqcres7XuQvupcreDwfme9qwGG9ow2N32AIyjmX6oAVAJmaHdTpgJqVcro+lr9MGfvNbfzmONfLPb/p+F/D7xr9npv/GqWvwb+W/xr+1/I/9/2bjv81/K7R77n5z9FXmZPJLvJ/VtyssxMCMkWeRfD9PjS+vX9+2l3jc8Lq/MpdLlY/548JzDonBYsy0lhXkzdGnQR4n/hFjtxxs8NpuvseWd362XMvqZOyufPAxk9PoEwRtQJzipjfIJMb3nJmz9MEVydfbd0+mdXLCKw1sveAXPP8J/fiBf7QPStn75g8dI8+dd/OZg3SAIv8mXj4jL+fwLscMbWaOobOILZ9Hrf/HX2NyX3goGRsTi8lEYVJM0IVq/ZnOKCPhKe+bQwPrZ2M7lbPTPAenLDG0Qtrthw+wLjrNZ7RO4WU356qvLq22ktX7rD9rFn55jEQO/SZEdzFOml0PoKL8tB+o92idAMn1tXW2Re/r9K3dFZ7ny2r0Ws5FsLJ9QMwSx+Y8H7EjfhH58HeNtBvXBgw4Ghsdg/lfqP3erZicdIVrXt1qklBPyw8ct6oEyRTMOW5mp5jLnQmxlFKK6fOfiFqLy1UOQ3fHnlwaSk3+baoR47z2k8oTL5Z2x6je5H+B2WceygMfdftfYwrtPsN6ENOkjTs+Ne6Kulb1aNHbuK4p1k7HZ0caB/XLhaeykKVfM+cKR0HbOpwCCMFAFMQRadZL87rSX/jqcoy7WV6Jlv7sT16P2h9RafoX1A/Vv5aV0LBbBmq9LqS3foT1MvXtJGTURy3ZVdDvo3DcVaD0n4bjGvyZZ7j3P319p21I31VWnrcgEcIrdWXbcdOA+kmPcUs9c532Ro1616IH+/gv9Qxej3Hy8mZ/f4LRvEtEvXQv5QGhnQ2DiX0Mq/jX3Cecp3VnRbJts86u/nm2zb/2LUznlBK9XGLdm2JFEc3dtKt7ekKbvJLmLyTZ+eG36rYIX6tdQ/jzj29/vY/LhW8aYMmQ+wP1LuPFVO5kKzkLkk5bqEFayQNufBxVf2zDXhP8ZTL621/MD5miEdIXiv/ufmPijt5vAb/JMNRxDX8j5K/+OObjv81/K7R77n5rxH8Gvxr+a/hfy3/c99/1vg369mzazETFCp08vQIqecC7vknJcPnuWigrGx7PCt/Ug2fUHbKERZ/MurIpklVfQJAYQgPhu8gUZpE4e11iBNYwfncQBkaUYVncUUDV0R1Bev2EhyiqJQivNFaBhUzZnq1WV8Bfjuo45QH7ehLiOwZjTjhc6aPq6VP0syBVNsjgB1c8SrnhLi9SFYTO4P3Zbp0lVoObxU9V9Y4MMsq6dC2hHulXq4LBRYKLBRYKPBUCtyuEB3K5YvjFAZnmguZKYaxDQOcBsQdE46GD+HjOrPcRUK58V3iWEXkSpYNDuENuz5k21z5Ps6rOPCoVUSgckhZXvJI+Vv3T6355yHfvI7t/rKh6PzQvhmHnVTmylTJ+B1aR/pZfw0F/xNx7kLiCg0M1qwMXm01XGtw5+w5DJL3nDm84jy9FUbs1gYOxJtjVJ2gAWv9Q/Ox/zdpK3G2L9iIpmypuTkK5glCPYn3/VkDTGCYZRbvo+EYZME50FsF3+G1XIeGsks60KX4DqPaohlpras0wQATNNFBJYn6J7Rg47mgqqEqmDD5YYMx2dVQd3HaMiEi55vhknalMd/ClhU5VjCUBY6TJLJttUZ1DNA78mrszDaAOHy3rCIed27NyvbrnMs5bFgtke2padsVjv5MUuR2CQsFFgosFHgUBeQ/OlrhU7sfwuOQ35nMLc9jDFh8OuwaXniFd95UNDDklR5xsOM4gx0rCbNKzcxholEObgAlb0avuG/bVmfbZPGLIdl3Lx2cqKWsxPHrimWM0m3XE8vSNhHkzxZ6YiCLHCW95xQPbn2K49pzZqH3ENvGWTBPiFQwaVwHxzh/lRc6fwVl+3ac+6Sw2woQb/PZKaC3TlN1PyYQZOWscIXnu9TzNqhTqrQh+NpPImx15/wLdEFXYXIbxhSuRw538zwlJJ95gRfvEhMJ3OED51uzMdmuBfhyn2oOnEp3fNUh50rMrmtF8ueDOk74Qs8NT1cyr1zFTLvEwXasa99a2mQLats+D0wCnRaQhH4S6DJtbi3mfLqC2+xyqZMrJp2wsmnO0Vb2re1POhxvsXpt+vndWU1OHehrU1tPbd6wOvl+zyP7tFh3TMy3hKM2q0LhxZxr7ATaxwVolV39dPxqA5RfadNr0B8H6zWnpk9lpwN1XfuXq5yLV9S37CdiyLP8hPrlG23ObW2y+/Z6nd9TsHjGj32YfjfxGuuMzHUibdXx4Pupvmw+2xRZ7OrgNmLojXlc36MO+wxsP5WssbNbT/+oS2T2RAzi7LTUvfqCda+BWWj1Oavvp0LUpZCFAgsFPgsKIL2eGCYGN8/fhYX8UD4XATB///z7w8EKjNYtm2XKGRRQfgnjKuosnvWS6/H7wJK5E1KPztBbzNN/xQtB4Ey+tlVfgRL3G4J4zuvW8d4L4mpKlS8HGQyQbQObBAWxzSgFhwthklF5rwKm8n8PJIUZkRF8PCnwwKMcoxfA7aOP6bt/ExhDtsD6BoNp6ez2kCoNs0T9NjPrZnI2t9RrYGaqsyWzpQ8V3riSa1L8T+GcxEz4SaiTt9S3xW2EGToQYTukPXxpZNEVGNN9y7f8LhRYKLBQYKHAZ0SBGIJb2XE4wq91PHmmGdOTGZejP+gQZnXJyGB+WH8DO8tfrnY7VlKwNeNm9aPVO3c4hVm56nlWrj7R0DnmrDVlbpO7kQCRz97N5UDJhqq/7978UHLvZkwnOVo5Hqhn5GeTlO7k0RyK5FO3wCjritEY9zcfcNWAgIzXgOoqlOGTrBzWkL1iu+QBo7DO4nH9e7Y5/h16gIZuHP1uWZh4TGYYdV1RsNmiJ3hGE7pM202ErBdCF/vAIkHatSVsO4FoBPG5ta09yglpse8ayzs1MMPYFbRD/SqvPpWfmmFu+cEIHSm0TR91JW6rQ1th4r1nr7FlJVslTrqlFaJthp3mR/o+wLy2fm4dueW9xsZ6Y2lQe7V5h/ZkdfHHO85ZTJlMJuTYkg1bSWq4bCuJGg7V54T3WdHrU2mUpZCFAgsFnkEBHb/ym68gh5ms5R8TinLevFDnk7FO5NITig0MpxLBRCNXOLpg7erfP8K/4HixGTS4pW7U9ZCPKRNlxPA79If1yLb86BhuH+2q2sb/HpCbrYjbfg9klvzVnVDk6fJ2J//omJJxGyKB2+2Dvw13HY6jZy7v2EVFJ10cWtap6UJXd0V7oIx97S3LQwN0oHp2LrhH3qojKGtpDZNUFS7BnLd/aEImIHm8wR0rZXes/M3Z0UwEHKMnXAJ0Lb5h7opYZa67lAz0j+34z/QRdRcn45Nm1lcaxH2Nq4RrVap0AGswd2wn7ER6bR86ptSjfGWY9YMW8fDvvL9GZ4rTHR2Lc38b/R/O79u5/C40rufqdPC7YNvndc7Dti5So+kHwigd4VZ4GxyL2fbZI2GcMMiWuzXhUMiH9sTrUB+dQj4Vh3bTa1c4R5sedNruBbuNU9r7Wnke/cwE2DsHdshZqZ9B6FqBXfaxlrcgtbbYP+3vjtPt3zzizoZGV/cs85W7xDgZB3vefAe+h6FBG7dA3qBzZiGPWyM7ORAw1XHyMezb/2F4r/Ft7H/uDqAd0DbkCm51BErRP19k4S46oq7zl7GKuvVW3sDdVL95WuJvCnOedlOG5yRKjdLO2ckHUJnoU3gf8Bfraf3s4ewWAA+sFd7HGFT/u/17PobwaT8Xf/Kq7Cy7vc/ppFyLKEYpU32uvtuvB/Ti9RIWCiwUWCjwGVEAKaaBzSAT4+/EeVYMLInO/HTG6JtJMDXh2Pih+a/BOAP2QlQpbG1mm3A15CqUuVXxVck2TLi0x9t/Ze7CFQ5wI6mcMdvq4aCjFea1GL/310KnAfnbWYWayriPwjuj4TUwF99XvVE006YiqhAqQWRG03Q8fHww9HQ6ZFFcmqGb/JNCXnW/gnsXeA+XqlGQMxqhyMhZOZecwCfoKmQxIma7TgdcrBbaxgr7lJXAD2OYsqP4WW8Ub2csGplB4z7vpNglw/KzUGChwEKBhQJvAgXCm/nR/De6dZcOK1cNIUOI4t7jBByoYyxye0NWLLql3p/Hd1fbOwyFW1a73L9LNoy2w3sMcJFZyh/0Drd083wn4TTBoKxUdjb5WLbWN0c+7GXWadvM352T7/P3p7kPY+Zp5/cN7oGxSNqx2jQ0RG/ZrxB1dSlGwVh8JS90detgmm6Tc+FsMx3BrBBi9XBrw9+jDrLlHzPQB4zIbik93GOIRU9QZnvecGuo0o9sO1cdBIm0KQla0IgXYV+tyTXPvQ52IfUOdZ0T/aiAfLbXwl8sJkMu9XIzaA32zcDo5ET6MnS2XTTkJPht8Celml4tPay7DlzghRat6sJuWzUmZz6tnGPsuKInbM4H2pmdW9w42lAGoZZr+V0osFBgocAZCshD2F1gZDeC9SffhX8hk+/gIgO8P7JW/n0l9DHplVSHr+VxG8v4OeNMnb/KnCYrDhM+/JTz3ZERG3ceGdAjXIGanRasF/CKmT4M5vrb8OfGo8fNR6v73S8zPo5hXruGuKe8cPXr8Eihg9SgjMjK6+DPtsM6bSIvjO8yIykf+WO7SOfYoLhnQviOnSI8ZznyIfadBjN2mOgDF9p7auNuqO/Pan8R8a7AhvauYF6t2dYUg34c/NHZ5nifr49oHgbTNX0gpE3/QP9gYpqrGoNl2mSey/SnkOYpzt03/Hs++tL6vp1/PYRIMzzOZb41zrM6cZgOOLBHnFduz1uynx5wK5RHpXOnuWGtM5utn10tSznDRl39xlBtHmcdtGVHuWHFOd2s/HXihnp/HDcv9Y2dQyv8qfqkODjhUOcoq5qzSlb99hb6VRph+YcNbvsHvoc24TGd+KQ/NYTmTrXC5ByqT42ThwUnrmt48YqdAFr95CuXQtVn/p44nL9jnL//P3tv2jRJbtx55lGkSHF4N0lpZnbN1vb7f5l5s7u2L2bMtKMRT4m6KImVmfv7/R0eGXnnc3RXdXegKp+IQAAOhwMBd7gDDs7DzdUxBqyfbvQ5vHe8TxvZ91wsQxuysCLnUMfw65hC20L/+hYdE0fZ5pu3S+A416CeGO/fMjyOEr70Sy9ataDyFOHiBdtYGd457bXGcfQ03nZWX6zx13obHOfmwXnG/PnrcG+9bHNkD3DPRihitvaHJkf4o/3XtFxTR+9NMCXifgkLBRYKLBT49BT4UDssBiIyrjnzSvT54H0H6blgI5wYZlWsORL2AOiA+Ppw7tKk1lPhrjiDLyJe3NS1ICLuXd7s/pxJn6AzSx/hBsGN3UJxoYSwIgevM2gGB7ug1wmwkweVY+JbK4Y9RxbxwjL4TW5TQkNxaDwGiFFcPUnb8X4qv9NbT38KKQqfZnRVnYy703D7IEwysuXA9Ne6sIYO7tepFYwKRfNgmcfwbElxlaRCNjwS4Z+MGoH3UcaqnKwJ3BzekRTeuRKYH7cbziz+yEpn1ZoKLFHKHxMfkfOu6dex6a/zUvpFXVPnlKE7UNWlTiRl8tCF8qv2Kj+9421391Mwy9NCgYUCCwUWCnwqCoRfwldm5dck3rHfeK+exMrk1fO1NiiPmOTpGvdPO1werr9AmfpTDFu/QhTAMIxR+DubL8j5U7K58IjkLg6SDfiHnzyhyivYvHmHcJtXFfDiSKcFdR6v996f5jo+df5jzM27yGO8LeJyM8srXc7fD34cuiWt+PEzv8yUxVchbfiqboa54dVhh6yHEdj9phvTRdZUnoA3mxYj8Bol7CY7JpDj2Mny8T/YBYUyba07cNr4gIvGPXKDRtzA5W+dSVY4R/kZ+Ymy9sgWwRXjpSvcbV9Xgwdx5U+xtn7V4sEDND7LoFwnroRSyGj8taW4WnWqYLxkrD/eVPo28haFKp+7VUxfxmHTdjCVMqRSk3RBFlWxC40Cm5iCU+kX2anosPxdKLBQ4JwCzvV0S4sBePVzrvBcx2MWcq1jOHTsdTSpcWoaYAQzeMw5xNvPMzjZxeW8lPPp2dGZGeC0C+g4eoVVOcRdCWVAdUDlzNk//5+MtRi64i61d//2aHgl8wuiUnP4kd4VpNV/HH4De/otOLvAjTj+7dl5F/vpk3Cbje/V6bA788DRDbUTjiqE1tB/Nor3gp5nFf2Fs8hUu4nrxz3Gu63yF+0tAuEfhXDKlM4Tycw32sF2Dj8mqtsitOj31AHj74Yd2DH+UmbOA+78XBv/Kq3AdFHW6dr74JI+pgcSXG0jO3rub9VJRIpPFszuMw21S+LauM+ivO02sJ77rToGvoG9Hs9+RNEe04Uuout7lvfR48RzkcsO7Fxeg/8qO03VUzXfhup2GmOqmY7knxUwwZrFXb8ViPCkhWfjcswEMvUBjyHqrw7ICFObejfoPu9Tt8qqBX7/yE59PcVYHw0zHHNhh0gdeHzvIDIazpkr5BgMd/5yBEbtylYXpwc9HtO+g4CNg3HT+GT/830ty1NHu6NNdMWdXczc9c7fzu41spvwZ6H7Q9Op++2chrPkue205/EFi7aij+zRLdr31vHYg4HbcYFQ31Hu8nz6p9pZfefmwM5sXFnrrUcd4C5GQ+T2e4idAvvynmiH8kDkPMKxwsW97HTmV5tN6j3InuCQL4N2iyeBneMr8wOPr3FuwtjFZep7pv0cQm+osq8pk9Mg/FPnWv1vxZy37u2+qcAp2qO+G/TDHsMTj0x2IL6x6orCAQJRvdjXfnSrj50C//RPrX+WBmkzzoiX90ihA4uQjQsN7Qv04/piafvMb/P2rBKBQlzR5ezl8rhQYKHAQoGvjAJwt2ZiY0BCiMzgFAGE22Zy/fwS1MyTSZmZLMfBj7iGafRUfh5e/qeFuYaZlYuUldV2LwV3hpvMTabIJG3jgA767iipegy6ZeAftHtUXGg4YwpyQVZXqkyTWcoyj5OoJ2FelAleTXcnqKEL0FkFPNE9eAh/1OECxjzCdOJcq7pqBVgbfxWO5mmv3I92uSXXrXfWfATwzcpi0fWsopyzawGzNJ12ug460Q8OMRZ7RejCpVZWV+sS6Zkw8HyU1BWpMa5H4NUlKMVEsHe1G65FI+U9grK8XyiwUGChwEKBT0OBU77Xk9EoOMIbB1bTC/hzXHj9CYXSHxj+4VPbOhv4z7oRXP0SLvNf2SXsrmAWMenCWGPw3vOwUGbJH1oTE9Dy++Jbu1jauH/ER9+dUE2DwT/n8OWFEx2upDt5P884vx8Vahr2qwnu+fsq5zw5zBxcmv+TJnza9iiAa+IuNzMAAEAASURBVPl8gjS0LlWfzrJx58Xhl/BoVH97FID8vuMu4B2KWVfkszMkZ9xp6McYvNMQHLeHf1z9GffgHyKDoEAkXsNlFnhh0HcpH4DJ7+IAi1UpRp00avK+Tf7lLrklmKqjyS/qaeQnCUecLL4UlOMqLa3SQ7zK8Hs/2Wk5ASzwJSwUWCiwUOAeBWb8RsNKvFHhgWOzxe1zxvse+0+BaOisBSen8afz3uIX5ykuntUr4D55hTeJWkzd+c7HtYucFcGAH68KGLnWf/7PKMTxHpKdv+oT3imENwILHldGmj9hRP09Mss/oL9w/m6owwnqjFqfH4/upjJk15NuXvd/Df/6AmMP9A1/lAbC4fo8OEEeQ3j30CdgsDtgaM/OzeykfZLGR2jHu6bJkDsO0HyN2+f14a9IQ13sP62sH7LFpCcRysjn7Ty0PqMNanlHfmWHFTvED+481eAeFqe5oOWUOZSX3kNcZUkWr2WH7J7dy7jgjkyCQdjdiqnPS8GepGdnOzLuwd+0gw/8NWC9a/D7EaYCBvKcchr12bsjHj1OGRL7GyNZt+M9HCZdI7Teunscb3Ie9RIdYZf32g56r+DxLkKn+iblewxFzAX2zA/W6Iz24vaioqELfS8L7VykSH+qjRzQ7IHY1LKvWL2oSDPcDbaVRj42rGCoV1e3p63Weu1JW97LPPpPxia99SFPYwDWzTiVrPxzxO+B+jLf2c96LNp/j1opybsggTkdhuCEGVGnccBGoY39TA56JcJbRHmJqHG31dQF4DP9a7017qs731Nnz0iPvvMKvvkeR5tmbNMjonVV72r6GZEusjNWjdeXi0UvEn+iiB57vIIs425NOouP1wINSMS8T0NwGX57DJYuRYfzDWufqDJLsQsFFgosFLigwIe5IirCRgZvBrDsZHSU7pG6B3uiwiB7gLyAOSL6PdeG6Zuxs3PKNcA/FiCmHCc35wPsPkIrExPLhCGvY6hrXE6ynj0c0zRTN0HQU3hTQI0rEAV5GR2/TH6O+Yh8GJreMkCNydkD4e5aVsRtZLwJtcrI2zku9W78TRucxJw9DLySzhWJutSRKLbtLGnaZvZ8dusEp86Rs76c6HD4d5id7kCcFMD20k/INJNwmrkH1HjoHSNH8IXfHJV6Bw04z6bOBHbnzqzfHTNPd01PI5zwxzUkK9WciInbRkV8lAZ3aDlBe/YG3BEOqz8oGIgjQt9lZZ4FuKRbKLBQYKHAQoFPSIE5Lwkac0bGfVSn8jn4vpPdNTxmq3u51a+Z7v0/8EYmzCh9DroV3KFg3P1s9WHzk9UH3EdvszvY3QDwThaU1UIy1NPIFsXjB58L/CNTdkrZoZWNxTkr3qnnFCYlmbCO+ab34aWmn7+7cp96z+OF4HPHcZ3xe99eKB6bdhNOlWrKd/G+YY90XdZUjnKXYY5HxdRf3/ub0cOdE1F8G/d93pBXg7Fuv5ULNc6vdc/njqb/HffeJGMVt8b+NQqqv8CFYHYfqYTmfOHVVrfSKOPiyo3FAK7wd8EkroyTBxfie3DYoxAow4PKAnHCTJH69g6g+zLNibLzoZwH+ClYzyuwbQPgNMmn5NxMfb7LIe1cVrtQ0Fy055zeAjwrv+F2ocLv+1yvC03d16/hfJJ9eVgosFDgG0+BaRxwLr7/K8atX1FnPWdZdedggwRjnN2zsFjWUe5Ked0rhkayUz4xRZ7dOH9kfGOMX2P4/eiuToyTzknn42KPVWY+n6/7zjhN0XEFi0ywWeE9BP7jLqHKezaGnmHx/KP8hfHVAZZ5+t5zilnY9AGvF9a3PDAUj+gFSmej9UVRE9154w44d12v2f27h2/mGKTwNySjMajPaSGwfj6ny0VBRpBIPYg7ZzfZsezuOXnXsXk7X7fncQdbvzm9tm8u9VkHDVU7d8z+An7PQj36RHWLM7lBnjXqcwrt9lPpHpAXwH13+HvowUKBJh5NT8tMmU9ocbOcTm/H7lZCnshOdAxTGOA2uOBee/4v8kfOGPXbMITnjjzNf8/5cqU8+XvA5fOBxQIaGzfuAk6ftfxjO3p/gr8RV0K3u5S9GcDJs1TX7mD+iMzs4ojsiO/6znJaj1EHYXd/O6awzaQyurQN3+nKHe/UZ5z5W/LYMfWXdVc7f93NzOLPPedkq3eL8bzb89mSNee3/El/yqLEjCIB0AaoZ6Gdp+v2udWW19+7PQX9XORl9WrsAo7x9xz69We7+jrfN3o9d2Zzz58kvmzP6zC+1NjIpraTizoZ67IogW8qdWTsMJx8R6btD9iru36ZD3AMjd+j4+P02ryfPIjv+LasR48N4pXvi4UX9NjSa9LO8Cg9K81D+p1Dgjpr5zqkcC4c42/4ZI0XXe/uR3MYn/t9FtSENvJM2506jWdH8qIh9KO+1k861Matpq0TySUsFFgosFDg86bAkBhFsgevgXDztQx4xjnwvSDMmUuymb+YZF2NnApJirf/kakJk9/gQ238exXsMPvB+DUi7l0B1nSCMTr5uajnS0oSFj/hRKmMIO8qs5DFpoFmr5GMJiFl0FccXdHlDlmN1sEb8Jn9yKxsm1Ev7q4GJ5ZDGPBMmAMr+eIexdVuCcLg9yZ6AMH6cmbKjgkOD8B05zI4J9gW1ukWruKIkGw7MVFyIpmVl5xRsslCgILyPn+tq7gwEeavpCxqK7Q3fk/Q9X2QWaAsFFgosFBgocCXRgFG9+bF8Dh53zZ8Vv7Hb+J7v0OJxrl13/lv8fy2Q7m1Z7fJevWf4Zk/Z8L4X9gpXLsCVmsXUqHEQ5Gi8yj558WCp/OJeuonfzF9/z1ynER+q/9Im8F/0z4qrCQIjvQw0B6D9PPd4NEhZ/Ptv6RN3OHAMzBcABcXgh8FpMpD5Qew9riSxiC8Ulm6/RPPLgjAtTTKd4PpVuv/zh3pdyjLojBROfQf2KAxKlDm2rODG1+vESaEb+AhggXK68gaiTTTuFHMEfEgP+L6vtJcV/B1GrMcYc3hDmDHsqTTrNzXv7eCS1gosFBgocBLKMCIyLxwr1EF4+/Gs0LjiLHnn5ewykhYI+nl23sxjomMd+5Wc+z2DN0DZ+jiWSpj+r2ss3fTSJdxE1gYhbbIARv4vjuHiveY6jU4zgqabuFVmdurp2DO/MHFaeyC3M/lkynxkzfyCmnvafEYtXZ/DR/AOBLdgfNxaTXo9STE68ksBzW6hqEtMhQewE4XdM341HUAd2IHfiws3yJvrXAbHiV/+PPUSnfy33mlfCCT1SCiN5G1uMP/06S0gTqMNszeAXP31TnfZRHB2vOX0enU+aT0pRgL7a+vCPB23dXukWN0++x9+qaL2yJ/tA7sFbDnWboe0sMyEYDcXbneIRfTJjnDWH3Siz4H+80I6tDW/5wd72uNv8ptCllfSaj+m2WiuHZfs8Agxl/Ljuz0AInQxn5qf2QWYH/i+BJ3yWooPXD0SBYb+lp4X1mgQPsBjZK2YvxdrX7Mz92hIvH42xd36+UZv6kT42jtLgfAXK4V3KcI3S9Ttn1S469zM70HgaPfdxZeXI5BcU3POLKXT9D/NlsXB7Mg1LkD7SjdjuEy//HdV3WXRqMwcIFXZBjP+OSiZL7L6E7H9y4vmULlyzzEusm/bE/v0z/sI12/LmPK/PnenLQ9aE5jtR+azy7gGPe5dHuOuqbu0qnrnlzLn4UCCwUWCnz2FPhwoljK2IYJLQNdDf5RSJ4IHA7uDHZjHCxB+ko9e2CdBLDBFPJs5jFg9ngaZgnYC4HgwcA65RcH1/mNwdoJELByZkMmiuP9nSVJ15RlpaCzuqPe1CtCN5zzEBcZdYZFJkQndLK8a/Wp+NIlAzN0YhJhWpWKwMhZLpxnK/PJmj/L7GpV9vt/gRGqkafO2PXsE5i6zE1janauIOynVEHdprGnc4Skli9uJhf5uE/0fBgYpMZglNjuuK2+Q/mj/Zvct1csVr9oHps2sL4qNnExU+X9MxiKd5Wt+8zWxRdyIiVanN3ICw3Uvvc8EVdu2+X2GsCtv+54Knn+VumziL69aMuzlGkTCcxKbvssRua17qX4l3Z0cklJl/25C3if65cN/xGWby3/rfkf4ffo/acu/xF+j95/avzfWv5b8z+iz6P3n7r8R/g9ev+p8f/U5X+l9JH/JHgDX3Ty24xL/mScgfhayOQDbs7cWbH6X6uPH1yYJGOCrx0wCO9+AVf+31Yftr9YfXBHiovMnHB6jbzhjh5uCeGnsJucJZV3I74us7/N3fo6e5XbW/G+bB53Lc0s7oI3mnf23seGNdEskXf+dNlnSYYcEUVM3zfss6RHHAas4HmE690Ry7qbXGEG9vGtLelvE4HE8+iUn7pAZcAf0m4/lcNz765f5RN3hbNDjPb3u1Am+u5HlCzbf1ttvvNrMv9ptd+xk+zPGBI+4CLuQN/g3Z585aJTmUGZQmMxuKBciDiMzLYOftbAn1KGabmzg6SsPHKvok1ElcG86g2FcEI78D9rQ8G4+j+7f0EhWc030qUfej/gtKx83GFlYuWfomH3287v24JPQcIYcDt91ctUFRp+EaBj3//6uY9fj2r8qfF/a/lvzf+IPo/ef+ryH+H36P2nxv+t5d/PP8YjxzcW8O7lkbi8XW/wssFcK7vtpgU0jouGjHYMJ/Jn7sdjxtFxzwA0pbt0cVnj7mbH4iDHWsbn3eG3jIu/BQfG8QAyP6MZ8BynprFKqL6agrD0/rBlQfMPV9sNrpNX8gwSDVxyPw22U8YX3FS9xaXqKAIaj9xh5xm0/05p8qKmT43PjfMpvufFOs82n/qEH7CTWOMpxmvxHcaBcz7ScBvS1L6jvh1fV+fr0sLF5FzW/8TiuP8Ox8LLhkZI6ZT25Z33J+EcYNUrScC569X8Zc95uR9WPwOu7p+RsTDorCm0vJuZ3v5ibsvRj0fRqxxmj1cBTtZRdGQHC3IxFwvV95s/5BoooRFUN63ygFC7CiP/AHfjQn3CbwOg8mcTguf+fsE7jHDw0ckouKNO4auCm9Fi8Ovrhdj7igY54sKd15FVNQCVvLNmBy2FXeA/0fdGXcxl6HT1VH/LjbvGNT3mqOP6PrSBOFnwjzEti/WrDpPeaMgMkvUkjP65Qf72vGUXEOTc5XwMtCHeWAzn2U5g3HmY+u/VNHwfQcg+oG7JBYWeF8sZt8h+hslD3tX855HV57LRwrNxPcrMK/+20Zvy/qwi3ad6LLqg9/T9VFndLlPJZ/A63nSef6o8mKLpe/u9uj7nKXpesI9I2xsAoEB9HyThPgZRPOpooI/hMP3KeN/fDmnG26/f6Y3tx4/d59FjYgBO3+QbKD5DPfMtVl+yUPF24Yd6X/dqrzfK/h7n5+JPWqwVtqnfMd87ITyBud8/p2TjxlGUdpvGBOYGU79yDFSP6/fYwbGh7sP3vDcv85J1Frwwb6HjZddz0kHDBMoZ+XZzI/KIo6CRLpSa7j/NzRwX7nvXd8YbuYdtV99lblN3x10qE56hDnzWvslH+kFjjx66Hi6+xOvJHsS+rP0fAHvF67eW/9b8r0D5JMunLv8EmVc8fGr831r+W/O/gmQnWT51+SfIvOLhrfiraXwcelB7nPJOih4kHXB70JUjGN+c4U7217xydY5nTSjw67I37hwceF9T3sA/zEvh2IGdX1bXMlnpWcFL8WwGEZJQBrTuyU/mRghex8nbS4GbXjyBm7rT3DsFVeMwMOui5BVtW+4rFXoQulV6bjCuulo6QpKw3xpG+zgx9JyePLISMqtDbYfuP4/KwTjrylgZNW6hV7pLGoL5o5wvea/bIsXAFmxK9hPp92HyL8FlSbtQYKHAQoGFAl82BYY8cFLMLK75Ou+zY3T7z+i3eM9vf+B8u/3/B8dQgYDya/UF4sNfYxz8JTyEHcLbn5Pup+REZoF/a0xeMxOPsQ2l2Zz9De5+gsW39+Gx7HGeYkgaQ8Z4QLlJ7EBZQtJWErvIsFz/cSYli9b0MK1qVY8r642L71AS6BKc2K39InIMC/BQFu13KOuJV06xn6w9sw53f+u9bgw9j/hfUCwr+/DT6NvnkMUAjOxlnyKnGKmIOLhTgXthGupvVS91d9GCYSb31eJFK+c7Uplm1n9NnnjfR8abvZ/RJPnP31fmY/7AnyKvlDN7t9wuFFgosFBACsRY9BMMhL9izGMnMDwRnw7EO2ZdhgxLmUBPI/xlolsxLurlX9wo4/p/v/kdZaJHyJjrKOrverlHkMUhogln8fF2/Ut4w6/IpWHIdxmNaxw+ZnrbHQaacsX5a3D+W+SGXuTd+I4yny6FOkLDNa55v7OCf+k6+cSA8DSgKwmFLQ1pqdAbXLcepYERRX6ZHNJpYjBXYDyIEj5zf/Ffu3AA468G7PC7TNJrEdUDKLdfa/SjReXde84sPuC2Ojuv1bWkbjxe8NHb4C7eVCcm2nbT4IYnM+vA7sRpQ0Lz5GSWni8IwZ+evvkH8GeRQ+QNyoqOS1iW2/R/IeyraEgvQuQf5RVkpd0PKN/4kqny/uGfc1zM67my/wg1+E5jXGy8HwJ7QwLxoBzbW1qiY9SA5vhUtHsJaGDlOzArO2QZc2qHpQtIhHNe55fAfmVa9acG5xwYfj3z16NU4kkw8fSPW2S2349+dNAjTs71VobFCMxc5m06TQt/h5DxQTxtP78v5luMoWs8HKSOc7r39zwvlrFFY73ff3S2bq6Z2knC2GYBMs/1ie79lsGnlJOgZdupt/Tbc/GIvEM6gHdbbzN2db+jL0CD8Fz1xhiA88yROV/rkHa3BrYXvx6v+5rKjXZUj5x+0O3abTtom7TLn4UCCwUWCnw9KPBhbrfs1WSi3jwg42Lq0ozABwe8l4YxSIbxCKufZUAOpMRdY7IvLeYivYM2jNlVhRnUe9C+SPgg4rzO7sJQ6HMVoAxR134yReBH8HkA7ux10dsySug6bL1+h4XMCF4Kx/KnV4RMdlRQJr/w+Tmp89wGl3exAszJbrksea6AwpX2SlWlJ/UXHuXoGtOy5v3qOtRzep6m2iio0B/20PegC2exRAnqyqvgbbEJRRjLm/dfX5Wg6RXF6hpFqvXGhY3tVmeXzPt0Qbv8ex/Poq/1dfWnuLiqzjMhSjhMnz4RJi5LWGIWCiwUWCiwUOCbSwF3yvhPnqmNzpXF7h7YsAt0s1NR+7/Q8Xn2FMq9zY+yY0iFy3rzi9X3PmAY/ojyW9dyrFA+MHHfDaVTdhoUC1SCCs+8Kke13BWl3yO+J897lMbCvsLwpciGL8H/Pk1aoaWjzJKxBmweo/SP8sw4JJnE8UfjBfVyl8WBhYSKNLp0XiNLHugXypMb5IhNFJo+K2Mp/yBb2GdYVLDSMMHugz1Kth1x2fHFTovaIWwvsx39JWf6nPcuKMjqfVKq1uGQ6uDWfcfUdW4xRfBPWcqaNay1ypARk2hhCHe009odePP3Kv0Q0jRM6+ox8iGE6POGz3eSFczl70KBhQLfXgqMMYl55Z4dtB/WnD/rkQqOWVno4twe6oSnvZRKNZo5Zp0EYRG1z8LuPzJm/YHSdevv+MxImOS1+/ck39UHkMNL2H7vub8/B1cXdAGewa/gXM30hkh3oWGw3v4dMDz+SDwlUNPR6xAW7pbS6cmJvLEN/j8DSuFf8O4CeOKl/E90xEfdye9ws80ua+6lTfNTOcarA1n3LLDT+LvCcHrw/qn6I6npgcwQRlW3V//Caze42f649pxWF28ZpN/tULqYev9UP4ispw7k58gJP4Qi6swIkenqdnqePT661ava2kUCGH/39Bc9phWXl4/fzj3H/3aq8zeDnuKMwUmXz8q3h/V3SwYgvmQV812hX+p6GW+ug152aIPDDs8qyEKGp+ialG/9I6E0nKn/4WzmGH9Z5FHbZo/AU+/jY8tZU12VATEkqkc86Aadnb+G7VBq2Q29Pe+O/Xyu+5qV9Prb4KzxF8Ovrp+Zd9g/5u0/WvWyDOVAZT51o2zC2aB/c3GEtcz3/YbP+rKwN8RYx7Sd7Yd3A++zEx2YQ5YN9NH/ql9RtxjHPzInU89nn4MXUacjbS776huwfIes4uwPUDlmsHTX2bUOj6LSeVc7l4+Nk/5FXfV+cWDhhmc4J4QQzQ8r6uvzd/Ta9G8J4vP4jrnYco4rxzBol7i6d/5kg1/wp8D01SjjCGS5WyiwUGChwGdFgQ8tOLQgUcPfHEdXRs3DGBgdL6fwksGOtM1fgFEKoDkjUXFkGIPumwdS8adAd1bEPYeTGJGf4zy/59UsXNLHl9ah8oQPRKLR+CvuwC4pgXvqcJQIzPhEIE8mtyQNXGFq/kQxKGzLDSMf7fAi+ow8wQshFdwOW2Ez6YrgTFmd5C6m5/TS6Cl9Fe9c/egEZaR5EX6zQiN8gQzNt0YoOzAJ0kXJ5oB7KMvKyrMjHt1OMwjc2ibSTHzALbvBeWY144GzLnI+TAS501yvewIurnFCPidstJ3/1vS53o3TfeZ18JdcCwUWCiwUWCjw9aQAamvlnvBud/XCu+CNigcqvsLTfO0OhhU7juDLMj+Vrv8G/1tvf8TzD+F/P8Fw9zMy/RQYnB+846xaVuUf8HLiMQ/l8U3Y8DzKmvii7MnQ13oCXjP8Iy8dr567hE+T9ILPN9wrYDrPlVdf96jUOvWr+u9C1hlth7yRIy6UkRRNqXQrXJUnD5vv0S7IqZEn7TT+6tKG3bW7aKIsVyFD/6Ed9ygP17ii9qdxOWlTngvS3C3sTgw9tuDKVHeJuNnc0s92pN/vfecOBuH6Q6UVGLlFEQl8PL4UTsp5FSbZZjy3gr3ORiN5V8yORx/RQFxutd1lp7Fb+fZOXxlwl8tCgYUC3yIKNI+Ajx0wnH5ny7mnnMu+w9Vt6QwcoxyFzhjaW0k05orlIQtDzPYPFKFhzzFKXYI8W459LzimmRbcDxitPa91w5mSjtNhBeae8QSeXhbmpQ+cHLO3nvn7a6gC3oYYDuv2+b/AlmdoJMixSV8wZv8CzJExrHW3y/MAT1NKgPAkrhpb5Dmc+ftx9z+BznFNMMAs/j7N9dxT4zbJIsBn4dxh/3N2YOP9C8NO6jC9p4q3uk/DuuhfM9rrAU3D45pzljV0tdH4OWyvp7Lc4Ff9Q/nwoCzg4j/kP88mLZWSeJimOfF1cFdjga+Taw1zO8789ZgS5QXdla5b9zTVe1bfq8CeibStxZWFG8ipa+uy4btwJ//A/3E7nJUz2ge0WfAA/TFgZ1eiffSrCN0/MGBnVyznYztO5Zu71acar+Sd4ekYh3E0O3/z7SqHqeviO5z6Q2euPtv62pt0OyZ/wV2Nbe1VxjnFgfmGR7FlLMu44LirF4NrwTrZYdHV2S09Js7zfnVlHUOpejiJ84o+S653CWf0zKaVtBvGe8ej6C7Fj+95SiveBPuwr9J+LMyMvKzeU5oYrL/9fNa2Rn9GAY0k2MAz9IoZ/uQ8UZxnwXpSR5eGpm6ObWPuoKHbN7WwqOav5pxU3gPM+/bLGW4vvh116zaibo6f5Qpbz032V+chphu/dFFp4Pdn28rPafi0+6xtrbT9YQkLBRYKLBT4GlJgcLYSKhr/+WCe3ZZ54SBIyEDpqOezg6SRzfi8HyHpuD9hLg6wHbh3TB3KpuzQ9ZUr3xh0A5a/5wJ75372Wme8mHrgL9OOQG35uGxRyTYqfE+o6jNtm8HXCiHUXUEUZopBUcXZPivdwD87IJ7F8nq6uBXBHUzOAs7ZG+JrgdJ7CB1RJE/NeB3QPDZMDCbImT5BfofCcJxdq0Jxn7OT5gb5eea+nzFB+kDcgvAqZ+GBV9zgYAydXNok27ztG87tK2rC8dK+hsKc/rTfufobWuOyaBU6H/OHF1enOUbmzhV6oIJEmjN/Snwhwgkuvw/WhV/317Pczz5G4AHGxlXSY+Jt39UlY1xaBf6cbs9CXtItFFgosFBgocDXngLhvdTCybVMaYRSaMvvjC++p+lXOejAubHuIlqxK0Duscs5TSjQ1ig2dyoEccvoTuH1j5jW6+YQozAuD/ecXSiPi6ERmO4aTojhsG5LlvG+ykpsym/e2+m4Nu4dNfDsx4fvTXgOY8r8Od5cocEkk1zy8Xl7Vm0qf5QoaTmaA/lkklOkBX2g46J4Iq5cOCutKtMNHJKW+1yRf0yn5lPFnFckLv99AH6dH0dcFLnuPa5ylLM3WeSnwViFzn9g/EWZs/t3JDVkYO4PvPdIjwPvdsiFu4/0oV3B2imT71V2lTLI3QAef6KcVjK2dxpGSnFkvRVV7c/xtoJcaZz4RU5EHjPfVZGtCLj8XSiwUOBbSIEycDmaOObhBQsD3mrzBYtU2IHGfDcjnnMs7yrxFSqNsdNB9slgyuw8jTcvXLBu/wcxuOH3HFEHM8frYSDrYi/HfUa5KBLAHqPv4T/+DwwFGIcciUlcnrYatycRm5JZ81nowTNjKWeFYsw7sHjMXYTrIGiCszyz7FdvyVLKexeT/Ywdbhje1+gK0haM7vIg798QetFZ0eJf4Ux/C81+D3/Bf8bGdjV05YbepiLv/1UmkTcGR+iNvsDzcrd4VFlvNe4wI8+7ASa6k+of2fE7vXtQR14fPCuXXb8Hzs31mIbKimcx+fEE5z66F2/Nh37KvmK77bPjTuPbTzh/GXlPN60YsY/Uf75vT2XJj+kba3a1HzgjeqUBG56fs3bpt7WzjehSbE3ZXnUz0QGMMXJ6Nu4K2XSTxYws6k8b56OiPEvomkn/G2G0sTvydSu8Qx45rNj5qwHV76v7e3cf0793oF7uwt4oU2OQX6Obc4FE5PTsHp3hPy9/oocIiZfp1J9Bgz39SV1f9Fos5XQxAW2QdyYnOKy0Ya2v9ead/tr+lJjxK7tEf0SZfPtuwICenvv7TLkx/sajDbt+3XSRnb9cMAJfjpfvhPszYEL/QfPUh/mR9dNLA+1ZZx73N9XtU4ALb+PUuyIL75SD3RWrPM1Yn7bx23L8qTyfw9/oi0Veozy6U70fesb2wfOqrXOQrTrXgkznihxVI5n8tvKdUUev9g3S5ytLF1fGr8rO+2b6SpPxkxKB9hrjhWgUX6Bajq8uqs7iDV5YBftDvtUso6bf0o4Zy3XvTT2tz6xO0qoaOoTg5RIWCiwUWCjw9aLAh2ZWE2NuIWUSXHqAk/kRfD8bCGtk9J3xXkc60z4R9sNAPAngWYFrRgrJDogngDydxLo4wdDoK0Nz10NPOK4DuaBPhLZj2sa/6q2gJFwNqHIUFLiDsBN9j1lv34Vp9WtwDkwFDZmzwruh6dzXRD7+M7WrSYGkIMBFQTN1VcmXIK2eCSOdOKa9rD/w3GGberwQv5Mia7KfCitYR6ENjdnmtMFF9iGTmGq/bqeT7HmwH5HWC4ly1t4HDMhBk51UuXkLjqPEQddQQ6Eoqzpx351VwbadExRpxO+kDUb+5bJQYKHAQoGFAt9cClyM+8U7WzZQuX0SSJ9jJoxkEhoWqIHOM4RVem2d1P+/vPwuO2g4S3jzn1CgorTh/OCDbhvXKG93P+Y9BmJc7mXlvq4tEzAwwqOKRyunyJvAh3KOMs1Ieu3ScuK1d8YF1ll9prRDZsjzrTRT4q/3zVmbqyih0aZQO7aJQmSInJOX0MfnhDP62E4aUSdF+Vj8Rzknyu0hH4bSwNJusUMWceW+Zld7lu9UPxZCxqrQIZadTdnxi2wUpYmKEGVm3F3WTgCukWcwIPPOIy+2GpVjFK78a89Fw3ASt88xFLO4UBeZDYNFfDt2u6yH+7n+BgC8hIUCCwW+5RTQ0OBikg07lbabv2b4+SnjmzzKuVQvjnFsnA2m70Gzjeev42Vq82ugYZQBhwzOswFK3DKOW/oYp4+viXDMl1l//CX8mAXBGr6iKB+J34pn817LYezVs8MeV9W185d55ltoAszS6UN3jI5bFpYdoiNRLhDxM370krqIb4e05b+tPu5/yy5UDXgaen3/BhqpO7I7bDUKouBnQdxmw2K5rbvdiu+lt3QRXm92H3meofVDjbtXFj5p2OKc1gMGO9ljyVGdJxlf96c7lH08mwrYuYwL3ix8D972x8blhUVEt2ZeF3KxSxzjdfh5yhy4T7SZbl5YCMkvZD90VhhLNZSubY+4SZbwtZvwfgHiJc4Dv8gYflMfMf5ixN66QaL7/EiTtING82/lfkHPvRVeZBZxQOZmI8XWRf/WKfI779Mh7oETT+gbHRF02PyRfqSngXL7XH1SON0Gp7Dm0cdx5zTN655oDzeAuCN2j2chdmprGGUgCLgYvc4BZwyyPgakyVSN7y/fB4tnIq+qD/V9p/P+EwRxjdcBDLgupGUB5Z7j5dYx2juXmuM30jaa1oP8Lo4st+l69vOs8nme+X1n/ITX9H3Gr2xIcfEFi2I2uvE2OFaW9D8ah2fjrQM3zWvTfs457K/QiFcuf0jPBH6Pjuach+6j79s/5yU8eX/2/a85YmnvWMS3mlpktUKNMAVRPiQhWtbwXpqM8WS6EpXQ8Z9Z2zd6y3WhwEKBhQI3KAAXuB56gnN1xZeDqsw0A6OswMEPUIlveD0wjmfT92DcSbwGzixN3HB0XpmOA/J7hQE3hkqVWTJ1XTN1eVXOfDXTLQZ2nS6ySSd7rgRTUSs8hdPXhCNOtYP0T8BGcAl9arWatDtR1k7t8pLyRltmNSMIB+ehEKZdb9X/sgRXTFl/2aorkBU4rIOTrwotFPTzM9fegZ4r0uU2s9O/ROGNIoBlanGdA6AjtS6hRlhJxXD44gOrd3Wx6Zk3e4Tw2rVLL07Ce5AuYU8x6dsSLwREQfA9pjeueiUUAlw9o2kJCwUWCiwUWCiwUOCUAo94re/DP5Bbcu4UDDfHGDAx36LQkNeogNlnUdf3V3/eKdt4buKPYwz+Lm403YGh0iPHIMCjtvJnV/az0zP8T2XvBZOSJ4aTnSI8nu7KildzGPlKPnsVnri9J7yrhZxEdludyzTnWMyp1nlOAF19EErJEZevO76vI8UkW5/G91N5p7RzqLJR1VWNHBVOEjXmphlYm6Q1PEk+oFlpb7mWvGde8rhbmOsGg+8mcu9u9fGjO5p4ps+6aI8tcTz/C+bi/4vY/4Zu0TMUl7BQYKHAQoE5BRgVmJvJu1zANBkfMs45zvTA9Br9wBjfUlyNgzXnJ37zT8wJf8ePHanoHlww43DnAvWe85u2x3LfdfDeNNnBufsB82HObMU4lF2bY+jstG/jmYW/bvY3GL/ixnf9d4DGGMbYK269y7Zx7nLvX8eCa9zZbvQkwmIyjQblPWtW0ftAbr+l7arepR8Rb89Y1tUtEkzJHcWorMCA09xh3mbXi8ju7BjVvk92DFgshFtL/8hJlUfazNsssXMd1ADd7XuUhSxfvJWToDNnFuva1udyJ3rsEwPEyy/g4TFXtpkL/zb0/cMeA7y7THmOd4/Gb1ybSs8UljqxWGCNW3MNjhsXbQVACjxW9RlgV9MMOcB34zutRY30IQ1t7CQ/oBfaUUEoWRCmbjXLewLbcYDf9N3bv12Y8c9AoB00ZvNUu/e4DbyRRzjJ5807BGBlHEIHpetgz8deKUu7kzDE1VBmsPy6u/mX9AeP6nAX6fr3yEe64Safef078uuW+6sLEC91wu0zR8u4cEU0rG2HxuvqM9/CzoV/7mJmHHVxymbIktP31Bm/ouvpt267qDvFEIoRf31gQUJ2g/Jtd3fs8WeOH+2+ceER9dnv/WbU42n8tS9OHTht9rLxdl7Il3OfDUgxAFNndwC7qAQyqPs0NPrVPkWHNbJ6nfVrf67FFbZ7121qy3yXx74RgJ/TH/X7BvFMu8NjYvDX2K/c4OKppOA9V7/vvccZ0m8ZG/UO6gLXa6G/g6bJMc3593o9/zH9crdQYKHAQoFPQ4GbBuCH6LRg1SNoXETIWcg5E2QewrmWIPkbNUfm9x5EZXTCRDmVVZZOJhVJe1I5uMLE6a4heRlXe3N130P+MBTTWE4zyZfUw7QzZqKrERW/AQe8MDXfD8P7q2jU+AAjKDrBAXcmCeXWmfdTe1LU3SAuDQ9G6gpAXWkxCa4V23czP/cy7lZAlHOgNrhFOuzAm9WTWRWeVaAPwFgXmHpNalkAwAreFauE9x85cy+rN7udHsC5+Zr89isFLvrSGqFDAmalWfqEiw5sR9NIrznNbgJdXiwUWCiwUGChwEKBQQHNdvASmfZeHiPfgq/If5FZauEZSraNZxD+DWxG5TV7NFHAbVGKrtgdvFqxuv/w/dV/fHCHlQp2f+4S5oxhdl1lYRk8qs8qll/th/vL8K4h/3VU5ISJ/wNmLruMtMa+T2g5432gfSugRN6wpsocx5Bdw8pFo+1K0aOivtpbZUjLK+VCrfJPCteAOhphjN+hEI1C33ckP+6SoCC9uLCzbo3y/LD+v0lgv32r3GVBS1gosFDga02BiU/ItzCq6L7XRUso2lW6ZzDJ3CqDyvtVNWOjymIWxuxxo7z5W+aY9VxjUwbIJ8qTL7loGg8cH/9L8doYi57I+qIkjsHFA/csoFllLGU3J3PgcsnJeDqN988CVnawzhwztfsrxv+/yn3x9WdhPEg3w+ngInGMRAcMXzESteFl6gPP0twymx7gbzbOXF6vfsmPPpSIt/KXljc8TgpPFtvfcGXHpiH9sW7f/td6gDFuoNfxdoYRThe1WURvxV5RD2kemtq+6HXYba3rauXHGDNjAXoFXBG9G6QZ+iQM2ivkzLVHjrH7TtfJUWK9pHlTTrWxhpvD9p+Ah+tqDY2zPnUXnbe8nPqkbQPiGkk1HnpNPRibcuQbdVbnE73PrQJtB/sRhrUP4K8BW51Q+lER5cWkuVXUs/HUr8YNvn12aR/Y/VvurAGQMUGMqm+eg9QlMA2RdHrXy3m/cfvMt0gfPn6b5zm/yufqi5bobt8YftMnnTvdCtaXBRnZgDQ2muBy/LChvRx7BZlQ/bKfPv2126kRRA/p5h53vWbzEO/nRk3aPkccBHHypL1dpCkv8Pc1C/2tjnFBt97VB13IhPGfsTSjXdPAncAsUqjd3+qt+S7zTvp9GePi14yeC7oLBRYKfGMp8OHCxjkGzsuVLc1QzmgxRasEkrkoACkUOHjqZqEUSBEEp6ymK0a16QHbK3HZ0aK8EeFdBm06BXuZEQP0gMtDwgX+/eLW+9KOAm+UhzAZYWfP6kTEYsd8V+zWDaU3oyCmaRJ5Z+INTQCFhY50hZGwPGfAuKFEi7Hc9J1nBpTbeah6HdMVSXlmwqQLncNOGluOCCPU5NAG3wNl0HYO79b9UZEnc3QXkW3D1CCKP2HdFwKO9G9c66ricI3BNi7+OIvH82vqvGfaMO3bGFU/6KfzK+JLRcVAO1Yo45Jms3MFJgprdrQcdKETTXSvMNb4Wtl0F20o4zy4hZBc0XT6Zs0Ees1EYo9An75LfNq5++e8rQLpwZ/kEwZl6GZGV9hMfOznO4TJWkHKCrvALVo9gLi8XiiwUGChwEKBbyUF5jxi8Ep4zD5u9CBI8/uwSQy2iBqTLlV6jclsJvTwut3hH4j8myhC1Dn9GaPwGmPw9gPuKlkMlQVR8MI6X1iFHbwLQ7Jnga1ZcKUR0LPpSsklHpYhXuJZskLF8Wi6hCt1aL46+OxIeP8iT534ZtFiHf7uvfLnW8Og7wmYwr3kpHk9KlHLGZ3lMkW/qevF+9SpmjECiXJj6uJ1HsjZsmjaekAack7tiGsaXKtHwdor190JLePO0ykTCvEoK4rvRU2Cfst2UykzDz7ZjYByW1gbOp++V0qhOlXiDmbLq4UCCwW+yRSoXTXMkxjfDszHtxuMeDn7FEPecNPJTcYPJmyvIMXZmMXY6ziUcdW5KsaY3frXXN1ZOFgrr10UPeWk3Ixxo/iaVwJCRpCxnF1z7NxcH35JHDoFxjtDj6t5uPLc8c9ca9EVfNjjmjSishvSeXpQGDqI8/Ia7qSjmPMdXlqdzP137P5dYXR3PqwnM3QWwno5tSeKpejSozDyS6a47kWPoScuF+EHOIWIE/fSt+n6XMnqFIrnuajtw+ELYLN7FkJlh67w4UOqX0KXlFeV7j5HgbOg3gp44FPR0AHqxN2zrpMPY3ejuIrpJMOA/6BrA7vWDqcyQ+Ft+uKd0ghDXI7tGK6fwaV28s3SdgF3r53eeoD/BoPjWvkPt9U8i7d7NnsXY5NlDrJwmscA4lrCKYm42vZSTkMpZ+MiQ5a7ZDi+3mbsU8QYiv7edUxi/XNCy4DcoqsB990K+nsEihsCdowNk/xJtPfzNpjaRoAvDx5hUXVRX0Sd0OnV9/1D6sJiNylpx3IciexG+lvlBxfo4+5T0uy3todnMQN71EHaWuIkP1UHDJ26L92j/713l7W3rRg3qKMLbg7o0w64Gz94nrHd0D5i3XgYmrcihTFMMmL85b688DEWbT3vl77Ft7bJR20fI+oThGO/rX6VM341/qmT9Rf9st9Eva+j2o6I2uy2i+2U8741/KInXGejibv0/bb8VUuZfhonZ3UezXcE/KXfOU7ZeO7e/g4edtTpOn8rY7dtnbE19RJpxwYDczWMn+W5h41GWdDg+6pMasmtNc4nNn1X9b77ppA+VZtnvM63KJbaIejfwdhnx3AXBHFnk0MjDcJ6LbL+NSI5r+VHRM0roVQ6gvk7jP50s2HrfadergsFFgosFPhcKVBc4d2wc/DjpwDUyqqXwDbfSWDgdYdumC0vYgQuhnOS7DUPg4FlhVeYOsJkOBdlovAMlwtcB/9zvB4UKIqBL/6sfHSF3+ZPRMpG34o/DN7Vg7rygamVkCaOhnEN/Tuu3jz1F5zLnRGMUtctkWrIGWb3QhqEZux+5ay3ZNeVlysCL9r4KcxGohnXldFj/HWiJK4H6KE7Hemr8X2W8ljAaHMjSrhzdy7nriiIu5MKQzUv3oDjnObeM6UeiguN9lvKPzBROLCSMOdPv7RfifgSFgosFFgosFDgW0gBefDgMTNeFkKM50zEr4gYx0m5fF0+SYAXe57VhrPgDqv/CTdSHERxgIeN/Ra5Zf99lPCeKfwFvPFX3OvN43uoCki38WgHfpT7URd4WfiHwq9lkhiDkXtypcyW4c5xu8qoyXY1CEca+OvQAIyb899+/026nhPvq6mbYmBTuUs07jy0EujKq5OkKuU9iiMK1ZM3y8NCgYUC31oKyMPkEyyc/c4W468GVI8xaF7XPOS9CKSVwEVKA+5u/TeMSX9E513jEw/Hsh+W6YDmjjeNv7ge9hzN80HzIYxHCZrvOe9XYe/CZ3f+uptTQ6QIP8kHJ5oWzDoT8z+tPmx+Eb5fRgTb4tFo/gjn2fuUicvbD78GS1wQow45hJG8llDN71Xis9Aa4/VW/HFf7RnAq7WGccvvdDNcHt1OcobtalsiM0FvXYMf3HUdWanp/QjYC97nfFnOLsYTi55bNmGq0sdft/+z8EZ60UR35m5rDXQaw8cyimcBPZlu9D3K2+hmF1fi7rbU+LtGRtzk+3hBHTIejKIxTmmA3x8wwMf7DXDSn0aZT2L4dLJJT2X7239cDOEmBvRN/jTSR37mO0ywfQx9rafLv64owUj64X/xij4VPWn3o1f008sCno8Zxl93Ra72LP5k3IrhMFXodrqBk/RRl0Vfiu4NPV8bs5tehUjDeR6t90s5yo7BlwWs7qanD9au0Ht4+Y6f3wxtdPDb1wOFm1reD7n3h5T+aF+ijzF3y8ILHrPrGcRrM9KsBvZreGCOE4p+Wj5ifsLQ389SV/zX4q9Y82NO6rhT/XEgHg+M3lNP+q7zyd7lnbiRzO89YZBjil5uFgosFFgo8A2hgBq/9w0aaR00HT9VCmYF2SuLiOAlnDkbqhW1r4R4mc0yFGYUxrYweZ43UWyqzJQ81wWFRunR/Ojohkg4mmstw5Vl8zrx6kE4liNhNXiWm46tZ1iI516FrLthXwb3pFgFCBuOVZriHRlgA0zORdAt0ZEW4tDhGn2AYx9wQsoEO0Zgkrlj19Vnx7qQ5JXo7gXCTuDMeZ1guHoR2FmtJ30eAM6KLytI+a4SW2+YlNou2emksD/q19eu7rPXsdOmqEOfchKZfsXFVXe+h6bZId/9/FnYS7qFAgsFFgosFPgWUuAav30hGZTLCIo9W1m5vDqueJGB4J3KAO7PjGKcBXg7FPL+VuvvM2fm6IXDzzjP9Zer72wwDKOk33BG3Y6FbnuVri6eQ6HubmEVRNso1ykIZaaws8sod7y/Gub1O5czfNc/M0/Ij3vjvqwwx6tKtqTT2Pcq290kd8JVecHFhZ9PaLEpXWuOFrj7TlltCQsFFgosFDhSwF1l7M7a/Yz50S/xNFELjNbhHcdUb77LfL+hON//F8ypf89Y/rfwtvJQ4Fttbz2dns9Zve8FMMdppop0z2plkVQMwBhpXWiVM9e7rLdfdc1f/Fp9hefQagB2x53jqtxo8Myu41Ve0XgIi3wa19AjfMBwumL37GrDubmOzxp4Tvht53v+2nSq0f5foamLzcT5H4GMES0TeCQO8HgxL03dkFdopLj3ZKHagb7jAoIIN8g57kadt534pF0vGNP1OgVv9ASbzb+u/rz/I1Tx7FnA76SzdxoAX4w5ea4E8NUT2QcX3GE8FXY84k1tWu1V+qor+aeoIz5r96hmgYC4azx113X1EWnxJBkmyI9v1G0gL8bFrovz+W1wv0r/Ct0BkD48ATriOkXNbqobWwd2yuac3N69rCG1elW1ddUpWdMv+vk+/FlRp7fCSOF8CbrQjUHt+6hu9BTHd65ezO/7BQTMZg0XD3z4W+BhiLd9aYv0J0u/AyvrAE4xfPOTOsiDRnmMv2t+hyx0EOyRZv39NjW70IyBzBnczHBwoQU7mZ1DuMFhGoM68Se5irFjip4NmbfYDzXgO1bM6tdjQ0af7jfq5Ty+TsMv93opyOajr7h9XkY2+pHfA3Vw8VGOUOhx46RjVdtaX429LiSqzTMuarGuhDE/vFV+0+zW+08Wn/aTBvTBLDZxDlr9IH0637P152dFdfccewXPOUpJzE1fNPJpCQsFFgosFPimUuCWFu519S1pjbzDCBxuckMgmNI+KmqIHs2Uwn3GIJ6sswFbmBnwH8E8ex9cFOTh8MHZ9+JtCKfg+kKmMOpXghti3n4YlHHZVJOGO9KExd4Lge2KNBNJa43A0CGTKe5fQ4OT8oQl80RhKyyMuE4udUNUrjFOEj94kI4w2pzVK0hWhU60fZD13uumgW0mrjsFPAgCurryupgUnMOyXlNb2xZMMphQZ6XfHvdRnINY84sXtvtUDsCDo31SGkhPe5HukIjToK4ReKxCe3ubTQUvNwsFFgosFFgosFDgOgWc9Bpkl/JB+FIp5VALJK5e11/4VHa8wLUOKG7Xv+FXilV3Am/WKsTg6Rt3Puk+7serD5zbuPvojuGfxOtFLaxjVzHKfQ3CBybbHomgbNGGwHLFNoyY8k3xgk/69xiM5zcFlRgTE59i334zL+M6tMcpzvJFFjiL+xo/niskW1F4v0q2FZQLLZS5lrBQYKHAt54CY2zcM487wEO22//KuI4SW+9fLCgqw+Z7UUl+59jTfANzAOeiflz9D6L/DX5zynFulTqNf2OB0wGeGLe9GlJ0fcvi5BrnWo9wC9Kj+DmnKZ7oXHWvMUx3vpy3ud45/zd02ufqYI4yYKsGYrc17rZrl5y4y4ufhyOs20E4GIe2ntvKj/u0KTshC+fXlgP/N2uakgVoewxztoe7vAx5iYxB/3qZ0UI6Asf8ZgTvj6vfQN1/JVa6WKAFvz0U/Skvff8HkZ3cMVuGtO6jo11Tn2fKHLilm3tu6R+gwR+oip7Huo9wJ3jTvEeAxikOY+mBXXdrd/+yI3u1Rt+hu2DL8js/kd+uFJw04u9PXDVQudnhn/lpZNQ4x0Ud0l16HOtp6hcH8aDEnFns7nLPMGZzgAv563g3kDBJN9HNAkxkXeg3uOCuetiHNGqzGSL9lTTv1Q438agX5Sq9FxZoKNTrHfouZPnDdGQLaVN/81ypIHQvDwQYftXrqW+TGOrhkt46f7pgHQ8a7V1MlB317gRlU0sGgTuEzvdAf2N8WrHgwzONYyAMLbpO49v6dNU7KbncrUt1NwCxAFeDN/rG/VhweyglZn1/9MMcAZD6qJN1nOSa3xjvQ56uK6+6H1x8a7M0JPu0wfZuDOiDLgBKX6zFFTXmgG/qwtw3V+qbHd5jLtzjed4xN53gNdzlulBgocBCgW8WBeTY7xfmTMKBFH/6JazJVYphHM8CfsBIB6xaASmKpgfdHZMrGVdcVnD1wLsIUa3UtNwHsAU3D6YX33F43n4D43d1EELmevdjrq6qEmbVobKelXGrzDAUBWDTI2ThXnHFucNrVmKC6PgVxKf/UpbuZ6xnBDHwiuyCAJBqKAQoAJ3g+zR0snl+BIGVZGtcn0Twzq7gMeGCOx4n5U2HOW3mZSlYmJrVZUz+vNs70VRYGbtk56mP9w13xHQb5dGyfD/oYOWzgosJB2c6eMhDdiwTH4Enea78CczRCp6hhBtpd+R6FnKtImOSYTGvFQaEP0KoQx9YRzBpupYwoguSbs9Ov1wXCiwUWCiwUGChwLtTYMaXIjDw3BPe2iGD4TUCgCUf+bpnJ+3HWYmRPUhz2CvH/J5Uyhvyze+vdn9GRvvuB3bM4B4aReBh9wWS1Ber73xXWcrdwqRlIdiGtJp43QWxD/9m57FbriLTkfQMh8KxcRUvFbsy5yOf5eEN4VjXcyBHBUO9eahQjtx3DuWtz21MUKb6asPUFKPYc5Go+4+vz99dYiqdbbNzqJcpl5iFAgsFvqkUYAzIYiSNR8wH9eKEdwkXCe/ZYaci+3zcfRslik/k3F8A5exWjDJ/3mHEcE7OHLf53jSGjSGq+GKVfsRJ3uUOQeb17jDbf8HORwxeKN2zsxX8a578Gv50yovgetBHemH8Xelu1Z20zKk9qgkum7pMSD+mUtVBmBpKOOaBnb/ZNQbu8a7lKP4GHlYLy4bBAXT26DvcrXw4/IGnf+cZwgI/BveZ/CHm4a0P6hL8NViRNwvP9uoUkDuYYw81Du+ERgDWvAW6jevltb/CdG4OCHQCe4y/K/BWmrFtrc1Emy7jGpg7cUX/xgqcMS5u8aiyXunJbKjlbO95eLI9cp6peOkymd3WGt1j/OVbs59Y9kP5ZV7uo3vwSnHonLKDf+1CwB/SFOi6RmNU/7WvEkjf5dcZnRUtvWtzhPoRYUJ7dtnGq9sBY6NueKlRvt+kPaOP7WKQTue0qzeP/468VR/lWXChLu7MVl4tJ8DqBkmBcnPY127ADRSSaegV938CQ8YaF/37ih7VdLgB4F2jq89B1+yYd7z9MaoyF3Ayfg3at4w9fSPjjNxqR8c1Rrx4rsOYzSKUNsrnCwvNU7EZ3udtNHv1zrdVB2gKUYvyGrjdyAEOzitmqIXuJ/2Eb9tFKhp/8QKRs9t9PwXr4fNXV5+p6Cs3qevAT/f3+e6y617drfrPy0w59m4HbeiLO4/MiwGY+gIn9LD9BkzPeDY4Qlfw+g7f14D21kstZADdsZlIjbRts3aDjcSxufk+tT/ExbNyRsZ0xwZGHcaX0Cj6WGt5NPom+6yvvBXXJf9CgYUCCwU+RwoMSfNLQi3MRMYqYxmMpBlThAUfWql1C4dmwuRPHgdwBTMNiOZ3pO40Xkc5t8Ddig/s8VKu4Yo9YUdwozzxT3Evg19CCVmboWj0ZKVq6r1lRaMrIkOTrsPA4dFljm/qD51FzXJYgRmhsycSgfUC2gwhQHpntaMuRQJaAbCVjy/FV1qyIGD7j+AI3D3uoBHOIvCn/kHyBX+6/K40wrgr/jAu145oJppx0fMccJvcybzC0ZpV1dXXwC+G9BegdZF09BdpShnS0bZXMD3Q9hsUHQqcWYWXNC/7bNzWAABAAElEQVTrXwG3/FkosFBgocBCgYUCL6XAJEcUP21DXl2bx86Amn4mB5WyWJmAH/xLF4lyOddhmfAjQslh+10klO+RwjPU2N3ibgrOuNtsUPbvUD6za3i7lm8jE7DAz0l9r9ZXflKZrIvHnCtHxMbJvMoLytvHu4ZlHUPLXMeYF97JhztM9OmIunYZk1x3+vrKU8tN568eyb/n6T+P55Jjjrg8J2WN9Ok/3F/TUh1BLncLBRYKfKMpUOOsY6kK7AMGie9yzvwBl7FR4lL3GI7ejQY9rqv2kIfo1vc3nGH/T3Ic4noU63S3Cy7+6KJhDdXsPN3/Fbl/xW8snk7Wd5jLNS9ywGVuuj9gRNr8lnKYRxvi/Ytrp0vk838OnlW8+xU8GdfJotv6judBXE8Zvunc1jk1uze3GiL1IILhqJmH5J6stdfBPIoV/93HX9J+9BvgZSG1FWm+/SK6jHZXtxTDwL8VvTHabXIOaAg0UCKtzL/r8gjRq+/Rh7hTj+MzNjH+UgfK3YvzwNsSXxbUt6Gv0XXtljOiMQCvc2bujCZIYy2/HG9eVkpSi6OyWejtmb/QzZ3k/DxGzW9jNwyIk0Ex9ZLOo2ajnlN7CVj5LjiyuDC7xId7YSDXFzr/Tm9Q6BpcYT8K9hvyKqe6EWKFMdudvx7fVediazhSlrtR7hz+kE2l/wHPf3GVzKKN0s3N65+Pe57zS7ov468bO1Z73Oyjg+O0c3CzPaR5B587NK19Vm/FOxbNrDa/57ncBldK4udJE2kdB6z+Hivxl/j3IyXS95xL8F1lN3D6zZUPtXFKf8P469i3p62so/RIX+D2JN2XiPpLQTv8eOSOC1+iD8eQH1w1hNqefpsE+3O6mN89dXTHb671nVWiSmfyp8Jrv6+ngD9KNL6dtI/zJ5dZ2fnk4lyHrUE+U+MO9dTgnTqbbtAlxLGs/pZHXwVaj49ZWGWSJSwUWCiwUOAbRgG5x5cUxmAaRjEGXEuSUTlMt7AwV+BlQO9B+ApawsqgzYCdM29FH4bmysCGdyXbS6OOSj3Kc6exkywPkw+jaGYxoLZw8KiQUbesRkPId5dpvP/ClA69MukRjCvvJ8FawRIVKypR+L2CMniCd7sAmdOnmZvgjnW9Ajz0rklcuRchzV5jZTNI2e6d9pqB7DOPs2o5O4FpSCb8njdcbSrMM9rO8j+63dihqNhOYYhzl5xXudrYlZd3dwFDJ7tOjL/cI+LygJuqD/Yr8FNBLY6EVo7n4TV/oGdWrIlrgKEYdzeULnSyo/3fwNc+DvJ9fU05S56FAgsFFgosFFgo8GVQ4JrMI79KKKVCOLlyTuLlafBhrMIqC2uSrhTB/XdUsP149eePPyAepVvkQ87BW/0Cd4i/gA26UOwvmch/j/Qq20mSX038S2Losout9i6XZ6t+VwairA6T3DTVlTd3adE533I9Nxxb75JHCur5e2If4fcWdJ7M23LpJXbVYkely5MAl2QLBRYKfOMokOHVMR93sZ59umcHZM7NzaRMXuLNe6kp3G/avELjGztp3dnpGZYEdwW9NHhu5tpzc/ntuRfdde+aeymwe+lRFhz0Grb+HUW4G5X5KeiWZzHpZOixtZ6u/S2XoehjmIN6VuTqI+d/umgaV717YJYh/DGca7CD0IQDvD6N63FMvyX5rynHM4ClsfD5Tby1y/NabXCbf5BkBN2eHj7+nH6DAdsF1Xhue3bHdfP8iaePct15mkX5ewxJ9I869uJfB1wa1wz8D37RN0yVaLTuXrs8p/91ZudfQIk6gzWGHPGY8++70C5flsFCHc3fs7P916vN1sXsSlzKDH5Hb4N/XmLqo9Ha3YdrDaW6SdZY6oIOy7RvdvtStZDr+HwOD7KAovts7TfsynfnL/0yHt24m/Qnpnv3oJ4SmdRd9oxJtovj0koX0C7Uh3bBL+Vyn520N5Cgntlxqf7JcQYvOX2Uip4Nun8XQKBGjjz2/xtQ3xStQb7O/GW3PMecKWsfhrF9wueshI73u3JHtmf+rtYuLPBqJcH5igw80enKu7Mi3vHR0d1NIO3W2rnG6O/jw+vvPj1Q3FJ/jb70t3g71DhqHtHi+pmFqob1tJ/SJ+M56Xs8uWgq/wfGqWHVnzGtnj6y89fvyjrWPG36NvNdjnFtVuc6GohipgadvfxEt+32Om0UF9/QQfysQ1xfi9houzS49fXHbCT9sahhqiUsFFgosFDg20qB95pZXdLvRIg9MlJXOCr4usoqDMycLxEShDsN4iWsxee/cBjg7xv7TPTC4MohOEuUjgjQ5Qp6MJCX4N3FUv8wX/OyQq0kQenDc5iyxb2SQY38wRXDoubQGICBp83xBG63T5fVz43n/CrOQNN98SaG5sFM0xYIEsKY2mWekVc1C5xFYvgWBuculdHVM4E1gr5D2DBxUFJhMrL6SJ0/IBGw6jhGYGhRq3ot59gfT0uV7qRjd1GM8hGbPLuQSVqMwJ3vle1jYU0nhO+4wYamuuTJij2FlDcsBjity/K0UGChwEKBhQILBb4CCkxyhGUN/ggrboWLsWuUFfXcfBS5ip1Mnou2YfHXIbt6UcwrZXAW5I5dwZutBmJkBHdhoGA86GITDyp7jwJB4b79YBoUAPBR1RxwfdKx84TFbxt+qq2CjxdloIQhb/G2ohofXrYclPqc8/lZugHp4tL5lSMSVBwu4YQCtsUSFgosFPhWU6CU2YzbjOe6v92uf4TnCL1CMc6qrHVwzvyxx+t3IpcwMWTsNUwyD82c69kxyfF98BFdDq8P7D7du4OWOaeGXxjcs6CerY0uLD3qST7p7t+VXjZSyAvVN82buOru2XNat+C/0lWv8IjLzcQnn8Vwnq7bCoC6IF7/Hr6O8VeDUXjqC3Geg8598eQynnJm7vo/M79HFmDuz59RxjnfvgByI8L80obdsxjtDh9w/eyu5YMGIt7FamtW9UGjlV9EK/GSPgavLmj7Kah7bjS016V1t1HSPPtn0JxL0MrO39+R2XNM2aVOOYfstKZ8dW/866Dm4S1BfdgeF+ibyGU/Qd9EW1heitDIZBj41cPxb8tY6q2sN8+hq263415Yt+z2m5al5vQ7gnnz3URzcfC7QHZkQcRGt+4u8NDQO7UbqOpOeITSZTY9Rz3V6Zieehwwlq43f48OyT5kPuvwVQbbvPqAZ0uvUye97dDfQvduo+s47YflL+7P2cW8woOf+rs67oV2SUNfqVOT5DrY94vttnMjhTL/xjbz5zhz/j2N/pO+Jgr2N9OwmIYFB+X2mefk9f1nErqOjQ74rdfucvZbA311kyf0pp7j2U1BGj/rqEDaLUcb+j3ZVw1X2q5efKZ/1WWP7y/jh/Mr61v1cP1O6XCtK2M5i0lO9epft/p+ps2woLVQYKHA154CWp+qEpNM04zhjXUbcCewzcRkTAgNGcTZqVqrEkkVzeDjsmOAFajwuebcGoWZMDwGe87yOQrRpEkZb6iLAg4CaDkzlG2qUkS4yM5NUWiG4nXgHwGj4nMeSxfftCZP5KoIksAyfVYNK5CQeLYTNitSO/+Vq1PDKQSoAg1ls6PUiaOueLLLFnz3TqpnwmvydbtMQMbNwLVr5w5ghfO9wgbLAjeee+TkQsWt9Z7qdgpoav/xvs67JQ/lHpggZucuk35XTyctf0rmLFr2CrRjmwr/iNVhtK8ijWnWMYID+wM/lMZi5xk4EfJacMjEq+BHQDAvIV0QId1VkmXwZUcuAq9Cs/ipXBa3wq/yHFeNH3HKmxv0qFz8TTsAkbq7SjGutcF/7wo9hLbgYts8gjMBXG4WCiwUWCiwUGChwCekwOBX4V+gUUp+8RnGVvhn7yow7sjr5YGNtzIWctzBM+xqtbuL/Oqc4b/k3fdX2xiGPUP4xyiBMQjDs/UgomJkw/uNRmN2o2xZvKVCEu7OT7lL2YN70uvir87bg896XISKsuAALw/vFZ+SE3wR1Sl5qybF74/ilM+mHXlTpvk7iMNLQiSaGU06b8VXnTpuXMX5LEyK6rP4qV4X8R1R9UMY6oi71/NUjWXIPnJOJL0LaXm5UGChwDeZAvIEx33njWt3Du5/zritC99SaMfRq4kYVGpc8e80oryINNkBRo6MZtMghStlz6NdYSRj3F9zLqJDd+1ONRELiUbaSdk8K7WMas7bOLN1B96cO5h5sAvQQfs0jHH0NPKJp8onbs5pXSi132L8xSC2Rqldrj7HPLFqdwNmly9P9X4PJZ3JevbnL4mTT8Kbwjs2LJyS7r1jLGS5AZcsg/mdGsGgnnNydtTtV+D74ffk1+0z5YfZw0XRdRSf7dYBo8gNR/61G3S8pCegY/D4Ebz9Fzy4c9l89A/ypAjbbvDCbsfzShzhVpnBRxxN6BFQOTdX18PQvufgwYn0PJfccg6V50577dXAqVw8a7DCEMfZxfaf4KMxCgRG1QMh+FyBdR5VlAQ39D5rjKc7DO4bDac7fZph5m3codVb3ZoGVwFyPJZHhGn89dxu6+GOxP2WnhbEi7bietRj0QehQ/VFdF+mA1RoAlFrIfw/0kMxNE7e2+ivEyG6PzcFjmV0zL02mNJ4M9qD0iua+ngsWXYz7xmX0J3tNMr7fmpX+3El96+qtuMYoYynTsccGhXxQLdVhv33fHlpBIiXHYxpDzJLzAkPIVq/WQFGvToo64qfBnncgmv85XvXk06OUaFvVzud05Q80FvZ0Te1YQP5GJf5B3dmJ/im3vp4bJ+8/Gr+2I+kYwy2LMBZy0t0Qa7xFxqGxoVK4WectPWnXlCPARjmNf5q1I7u0PS+N1i/vud26gO+M8zeVcT70mHqF1VOuSC3TdFP5qgcFyf4YfA+Y1J9J5OXB4+WczMLfTHtZv2ymMJ6GebfVcVcjmuXdbykQ+X9cv6ONpAWzAGzaWrH+Du63tYPkPbP7Mo+KxJpR43e9lmy2I9TjXQWEjTflGzVSeb1fuv4+OXQYYG6UGChwEKB96UAI6rMkpCR00HWhyuDvtFvCYN5lgFQIxtFWVbOVhGHxoMRe2J8dwocadYyhSnAHHtl23vVIXgjaMA4D0oRQRr6yIDCNbx5SyC/AowkD6i30p6pQJj8nxHynBq5+s9VjRJ7TquX4CxiCAvpG3YU4EUxKO66SnbypeEZ3M+EpDbQ8mIqMIZkmTLCyX71D7Vqb6cRX2WthSh0vyJ02d03NH676wjx4LDhTODs5haTR+te7Ufi4QrO34EfwgRKijprgzqHDq/A70qWLS5LDnHfovvLErgzeQhNoecVml4Bs0QtFFgosFBgocBCgc+YAiXbzCfbF8gOHl4sVgVPKaP3KAPd36v7uX14pgvQtsgP29VH82RBmjtqUMaj5Pqw+iHXH8FSf4iSC2U9ioLtB2QM3qj03qMMO3C+mwaIOidM3JRxlA5c8Ee5Q45oHFst7vEdx0DZU/C+6jhFtUwyRTxxk3IblpRQdurrE/mXJAsFFgosFPjMKaCiPjsH2QXpmBxriuPnyfxqPr6+sUIZV52nakxlZ6eKcZXkqo9jIbDgk8LPCgSXDMV6rAJfjgdaD+NvDJBnqd/nEaOsu5g+/C186jegKT3m/OfZUpqf6IXjL1k0hfF0j4tb5vJqCYrKZ7zrCdCTHmdKW+1XBgfO/o3xF5rfZfpT5gc34mcbYOjB9fOBc39d8FX6gq7fAxAPXsfNLbusN/SRA4YGbugj6n+ETzuchaPx7+zFzUcMsPY15ZQdCwhYqEYEqV9O+0lPFgMYOgrPV8b4u8LV9hHX6s/qr66Fl+N/hOJO4px5zREea+SsGKj4xjSQVm3QZ5TS6Jhpfuf3GGNNpY7HOneKu9hhTR2ig5ln+DLuLds+hezIQkK9zbj7N0e+pc0dHwwjXT1c/2s75IPQ+MTGAXbM7qlPhpbxhU1tdh3C+8ZCW42/dZ4x3zp1y+IJ6T5Zse3Xt0N9D3+ERO7EJp+LL/IdSI9PGWwz5XV+HvuWs6fRoTk2Zpy/glviux0Zk2LQxqjt2ORnkva+ku+TR1lHx3xpz/wlu9Qx/mIIjveKC/ycN8Hbou/0qACe9ZBwMQY0LS4AfEYRA0ddXW+sr7ufpQdB42+fIT/aNjueXXyRnd28Tp3v9/HPqLILKgsFFgosFPjKKAA3kbHMQnYgzp7f+bZWLCE4RjDknJUY+zQowsRl6G8aq2UIP4AxuJqrdnS8mwFNBsNP9GrFqYTxSabs71GonFOqCBslQEdoUXBMWyBoUY6TjtcG98ys4qbFya4COWUDT8Nr5BzijoK/eF0Lt+JJ69kuTGA02GZ1GbReH8QbxgvsZwSpQEcwwX8WeJE/q/AQVsHVrnHE7xput+Ocnxt6FddBI7DCvUKeZ/ogkIfUYD4PLqS7mKNKO/rn3h3EZNpxLqHC5uZkYnKHTvMCbtyX/EL/T+F8i0w6167ijfum1/eBG8Ut0QsFFgosFFgosFDgK6FAKb9eX1R0pbLusGv5oWZgebIL2+DzguZPJJsk9pgKFQSc4dY7VFzlzb2GYt2NHjAM71FaHjhf+MPmJ7gf/QFKduVgVtajYKldw+wkViZFtrMMi5fT60XFsivGv8bOZAC9rET+4mJQHjoJQmuIpzLIMZnxI59J52FSUlnO+ctOWHTqp+W6UGChwEKBz4kCes7abhiLdxiPXIjDuLt3zusZfo5xt4a2V1XC8dkxkXkvHp0+rv6O+98xdrMDrsfiMRRfmwPWfHaM8THysJDo48/gL5ylqfeJYeRyWtjzzleheZap5sHsTju4i5bdtM6T4UmWUfyQGl3wlzMgJ4/yP40kX/D7BdTQq9WRexX+JxnuPri4W8Oos2Tnx9mNFR6M4VcXvvzWulOeeWGzFeZe0UpXYTG+eRTAVo9ZLBhYrX7G73vpM9JAWr0U/5PSQkf4+uGfaFdw3/8L97QzuI+WP0k+o9pZ/L1HNEduWEB3stn/Arga5PRCcq3uXeq1d8cyIl9BfnfO1lmzGOswfnhUlzhqpP3Sgl5XqMPaIzmyAK8+2+Ony9elsuU89PcdOapeult5H68vLNRn0UCdxXymmzyH807PMa55bBgLOqzPAc8wnvl79GzXbdDXecHdTsapy1IHVm6f3V3a5D9+r/O841562MtCl2tlXMnzRFQ2PijDstDDM3+zM3ai+RxvUL7STNHnZTe8XhWVedVzXkt4iczd+l4mf0GMdDK5Gzvofzv7iN4D9VBIf6fzzcdw8ei6FU5mdle/37cLJmwvYVyj+7U4kn6VgTrFxfNeg+/3madQf/vm6J/tITF1I22fCZ8zjVlEkbPi/SDtWxqP83F+BvV6koaxB0TfzA52NwkxTjtSZEcvTTnt9nYxl66uGftiBI7+3LY+7edPFrskWyiwUGChwDeeApySWkJWmKRCcBjFqHcziwjHI27+/lXkaeYTrjQECwGBR3bvOmi/MsjddO1niMDiqqf3YgCNt7AHjjlwHqFoLnGk8Jf8Eb+BY+BwH6HEs4cVThS8Zmmero84Un/JLBfNajHu57B8vBaultH1B1YmwWSE1u7AsYy1u2TBe52VV3N8rxVgnPBsL1bYBk9XCxvXhmXeRplqWuG9JiCQp+8i+MQ1jEpjyhiLHBQY177n12ugT0qhP7oT2LrpWjw7dXeen6J7IGl6Twl7AunGQ9Ng0BQldK2iRZDLyvTaiXQj8xK9UGChwEKBhQILBb7RFGhxK3JAZBOMvHHN13IGMpKL/hR5+EVBnlXg3CtXymYNyinRqm9Zd0a8oovG4Y3GYhQMKGY1Dn/EOKx7xu+u/+tq/2fOSSTjeovCSZbvOcUom+KtRFlzyJvK0ZElomERL6QZQHdItDJDy1aRSxoxU1XiEwNC0jSETitswpR/PFfsk38bVsPh2nhNEGZpprjlZqHAQoGFAq+lQI9VLvxmBoVxYrvBMMHuwT1K3gNz3ZqfvRb+vXyMZ5t/YWz/LePybxmr3dHmmCtOYz5/kf0s3rn4hrkfbp/X61/y06WqRpH3HiuFp2maq26fNxisZVPynRHmvKXjbl7F2zk7hq0VvG3D7t+9O5iBWAZkaXCsg2SZ2Wxvgq0X5it8Sy8gjdyBihEMg3XNrS1phBOeRtwZiTtZrlPayp1zlg8Y3jFee56pmfc5+zcm6JOsL3qwHAyQB86DPqw881cDkboTdTCjbhcAjTcU3677G38D3zogI7jjd8eZ0SweyI42F8G/MWSHMsae7P5l4XiIGrpapjqK9wvqU+x72XWJjLRmEV25prUc5SEuU7vdLlc552hah97suF5tWehw6DNmzUufTc95O42OmIyeGL2a/cZn8XbXr9+EMqDl2v6Ue69/NtDITuqa8Bi3wQDPhoHsvqzV/YFz93vtcp7oSl3krWvaAgNnjIYYRg8Yfj0T1zqVLuwRLYs+7vz1vF+9JbhQpoKLCgyDhvVw9e/d+l7N8VxkhmzoFf2b8rqGe+vG36r7NTi2JyG6SQyF8IEYf63XaLtK8Bn9Hd9Q9UWPG7BfqneET+Yb8w/fYvk2Hojbn/0OaSc35diG6ce0l/X0N+CODDcuj/rIjWzvFH3ajn4UjpvyLvmf8y8DOFoXvzH1sN5n4xd1rslWJbvxt/vnO3xyN0pYohcKLBRYKPB5U+DDtNMyI6GTGRkqY6l/3DUaVywy0DHgGv8OYd+Cb4yoDOBOGjyHTUEsk6ouhAH+SugB/NBwRpr11jr0uSSc6eFqrzakNvML078C9ErUyRlq0gOFYSnpVDh6jgR0cQUaKzlPGE+X1TDngmTKH/Wax7NbNQrLXpGWiZsALGOkb7hP1cE80hamyQTb1bauOF0zGXT1XMHlYriAZ5nzIKyOc+LIIxpRlbOuuvJM5PXWc/isEPtxpnoNvIN/5z/Wx/MZMtFlB7AKVFcV14pMtbMAUUH7VOhyKvFRBlB4dTJtH+Z8ENsMoWm3p6+JJ2WmKj5dKwq6ZWU6E8LNWiO17Q9u7H7egFv3w0v6AfDZYL1Z0QdwlCKcO4PLL1fwapauFYpFimfBLekWCiwUWCiwUGChwDeTAsodJZOW/CXvL1nE+tZK/yEPRNFXVDAmu4WURfKaZV/KKXrdIMLFbLrI2+NW0p1d/07M5nvfQ4Jyd5owkG/2P0OG0PWnbg/Z/aICSiPwkAtV0HzY4hkFOELNwjJliL1yqbuTVWJEKhtCNrLQTKZr5UfOwjPhMDBPaYxLUIZqecqI1G5cUzkjz8I8/dmrxqGjL+TBfrFcFwosFFgo8BoK1FjnHMoFuasNZ9C62Ea3oizMKaPFtXHtNWWZR1hjLES3sFv/ninW31M6Z3I62RvDYYb2UYT8oOZ03GSBr29xk+yCI+ej7kKCB+w1fmX+Z20MR/6TpzF+vmyHrvQBkkptiz38Mzbb30OXf2b4txQV4c4JCxXLuR+OfEC+4hmga3DfbD0H1HeDAONq9XoO3NfjPP5aSUMvhI4lJcUyAddkF+3KM5azq7Pok5LgMUXfuhbEI44nJYQfSXPeQ0t3tq2z+Bq3ye66dr5MmhiCKP1opBpQmn9Jx7tB+B5Fhf4JnFcHjpigPtWmGlMaP69zenX8PeDHPKG/hri43UZ2wBh/ujv3GXjHssTv4Pm+LLo/uEvzAO57Nwx0hV8G7wj59l3JWnynMSx6tMaPaWuP3ChqTUXPQHQ/mkUFRaUtjTf5Pvg2D+z+1V24klG+TRfqhd7vWQ9g2S/oN0UlJTR3lPs9YPyNkUmachvjrXqYbvNrePBOeGRw56/GXw3ZOa4kusFBl1nlu3UqivyVZJaiy5tFPXlbtFaXJD4atX8ELRln/T6Ug6n3pK+a+vW8vKJP+lR0XZ7drRGxkWzs+e5GttYfH8fNkOPYDZ/E/XEy61CFelb8QU8GLCDSY4+h6279ItPzps6dtk7K3dbf834Zm3RL3/OCHicC5TP5k/5JvaJn9IpOMDrbYz0P+T6sI/VL237ky2Hc2qs35Pi/1Nf24r1/uc3ch2vRKtFnf+Z94ezVl/5o+45C8k2Jtz/b2fHdeoqf/p288vN8Y9zeV3zFyQ+i0x3t2vr7ef889hHALGGhwEKBhQLfUgp8aIGgmKZUGANtu1BoBVQPurm+J7Uc5BnjB/x1zjDRba+GYJVlru5pwcOUj0KnFa5KN59lot7CJMJkZBavCcJsLuWtQoUSB6BTLMzHJGE+3rw0iC8/gSmMhmsBJ6u8isGlsBeBFY9hSMwV4Q0Fp+denJ6f/AjonGbH+2LarMDbIJQBYp0IVwo6eTJYp2u0aBgyd9tYUrIKd8u9nTITC4VYXwTQq/7UBNzpLuUgSMUdNBOn9foP4Kyr5QqT8HFRCikwbic42drqYsk4XFDpXmfgfpHtpRFDuBHTtQIuApzfRLp+hNWm10sBL+kXCiwUWCiwUGChwNedAvDAoQQ61kS+iHwxJvzGt0xbaa7IHp1WNm7eKeBxA6X1Gn67jjIShVnkOsCTJmLJlvS4YluhWNuwKn+jkkYYeu+IMhGD8ZqFZsiuLjrb7UyDIs4dPygztvHEogvPv6BswvAiEsMz6VV0KF6UodhSkV2p8wb4UWjxTqyDUNyl+kz5wdO6qFTlckEn041w7915mqZVx9+4RkwbtLqRZIleKLBQ4NtMAcbVUuJjbNmzg/bwVxlHM37N6eL4NI07GSV569j20mAexk49anEu6oFdqXt2/mIf4dlxO6P6A6DAAJ/soGMuu15h+NWQh0Le4wDq/FlhvUOYxmXG+uwm/E0ZUx3vM+5TxqBLz1cvVCMntBMncEeXcJBngbu7HOO1S5i+G3DncOQfrQ+69l6oFQpG3auMxwOYO3/R4exjbNFA0Wn7al34PWpf32dRPflIXwutnHOzW1y+N2C4mPtNYeB3+MDiAFz3rvYYidC/lFGziX6thC73cdtbhIZGvYqss3CAvgOBlS3US7wlHDD2HDa/Bv4/AB9cXBgnbQilk3oL9Mu8Gt9W7MI+7H9C72HR/zBEJeUo9zLX9Rhdtq6H8dcdme7CllLpGxPpm87XYbw4dsJRuru4HwM2ehy9u5VRrb6JDR3X84v3o5/293BaXukVy2CK8ZcjxtyheOzzox3Sxg/qkf58Cv3lT23g1U08XgrYnZ1FjfNvJN/VbVysi0el5acO6kSYnhrFVrob7o8bd7PeeDlomTHhp/QRN93QPtTttJ+P7ynfNe1jsE4afTmTOddJN+nLzyzYD+KCXN0nHhap44HvOvRMx0LnnOC3jqxPPf0EPzLe5hg9vBW67DSszbHA+4S+jsd7l+kbIdHo//eSv9u70Tf3LgjLwlrmUNaZ+tX3Zx3GLzpR9e+9K32OxeMxtbv149F7Dne5XyiwUGChwDeHAoNDnlVoPuiHkfI+AooDrmlfwEzOQPdjrxxr8H3mrf79S/hmsuVLy+tEndmoK3Gz1zBO03DOUFbC8SCcwLIOr8e/hbujgFM7gRvHdXZ6uPO4dnocFYzNlO6VDW5h2ubnLJKceYCA725Vd0enDawlsKyL4QEdKglrTVkdqmJzxe7SkMJyqMRxhbLCd4UCWfh2ffud16q777tw2GjOFhImgovuiDCuFnN+nsW6G3jF6uz1hnNgxBfF6R5F6RqreoTxrrNIPB2a7qCjpMRZGk7e08Vd8cvOY4hzAW2qd/cVMuwzQWn8yHPgLCUm1+4ENlxCuQB7P4Ky6rvwC3DXEBPFrIBjxXpcTw6D8Mmk8c2l3sdpebtQYKHAQoGFAgsFPkMKHF0mH/n8XTRPZNvrebJ6fgCJMiX3qmpRNvmXHU7uIlsf/gF+XQndkKQ45AI4d/ZkNxv8fINXlKzgZ/fVyvOHsyPD3T8qhD1iAsU88dst5xFvf4B4RrxGYspZb5BThI9M6TmKQiZDylQ+cOdy7RgmkaITFzFMmOo5nit2vBtIz+NeeS9+12SlR+CSJ6gt8ssjWi3vFwp83SkQw2/mUoxtGI+2BwzAGCiyYjrKXMdixyV/jG1ZSe1wd5yXPqRBj3kNj+eM8MxHd/s/sjDnH1Eke04gA4+K9fnYdQGcNMJjoKoxmDk5RusVZ7fG29c06A0ekrSM943DgNfPx3n2RUEVkXzFYzQi7Tnzd4er6gOG6yyq7mFc8twKPVft99BBw7XG08NObxUYrsNbTFDjblfDWvRIfN3Y1UDPr3AcMuoy9rD9A/R2Fy07UuFXLu0+6j8aOpyN3ZWDalOZ51Dz7C5M5tZocVhIhUFLzxsuXpcTntfVDGe0vwpzFqnOyTOK9xtwRhewPvwJ2BK6fyZuTGcZn76FNvYxjFZ7FoIV/XXjaiNStobsyYPdrXLm8eQZZbsYbI1ha+eOxpy1jL4lMgW0Af0+ezd992l8LxPO8x+ycYBd5OzE9jzSok1jVHkv+s7p6yQSPxf979C9bPkuVxjmNF5ts6DC+vKzCd475HsQqB5dMCDquS8bDZS5Il2lRHUwQ6VzBwN6N338kF2IehWw/ygTijj9e+CPiPZcGN//8St8LttpKunGOMUZ2Z75G/kyY+HZuHTynTSCSo7gv/L8buRadsQrWx973GlJX86TuIxxwu+b8o/9z3t4x85+Z9vZZiw6mRCpvE336naOPi46wpNCvhHGfnNc6ZMTmE95Q50zXnMkzR4d5XpDHfVOpEfIwQ97vLYK9r+cZ7xTN+wuevSEqZvtfVkR49rwefn2U8bYb8sUoacH624/3mjsd0EF32M1mUdHoMNm0UuOGmQEkWLXwrX6X0u3xC0UWCiwUODbSoEada/WvgWDMcC2gDLOT72a5Q2R5XJFAAz2jt5haK5mciewofGpp+f+zvKkGggVg0FG0BhCxnOwrqVSWKGMTEY0BPvfP5bLxFVGNkPhGoSLuMAi1h3AMabigiVcX8bHDll3yTq5gim+DLiYCQOwIKWLmHI3HcK8EJZQhqCWClJJ6iy8DXWO0KbgGYG705nnQQjdwEfj8Rbhbg+MvUZWhT6VAuI/aP4A1PXX5qV/Rfj/eRacamw+2KdjBPZzuIOvK2wzSWFF4fYfmNQ52cId2B5BTTrkPKKXNvg1TGlb6LjGZbWuukMW3Zi/qe7XylniFgosFFgosFBgocBCgYkCxXDHY/PzukbqQkaLArY030mniFbKGeUg2HdkFa+uUPdcPhebuaBLGQIZA5eidVwGzyghP6Kg/6Abwhz/gRwSZev3UNggW3DupDuCtxiIdx+5ssM4yl5yuBNCCU41udfGNnfIiO5gqXcqOCmLoIvAKUTumZ6euAH3llFH6pL3gCsCBt83DSmqlVZiWRiKpYZs05lhCQsFFgp8cykwRqWMVbolxfXzGuNvohkDvpTgGO18znmThj0MNCyk1nCoQlkj8J559HY2FJ6iUWNUDVDMndk5u959gfGS3WfuUDo5g/4mkFOQ156mMZDysiCI+T67Ufer34Aj7mSZ8+tl4ljC8e4auCkOuHWmMouM9uC++hn19hxJFxe9VxhtBwNwDn3AxfYeF8qlrpfXOLiPXZ1PFSnNhUmeGDzkXRq0frD6cPgVceBv20mzF4d0NnKZ1x/PwNnrFnz7a6JcGC9t38iQ0p4FG2DQXK8euEte0W8wWrkwTNWNv/DJTm/ihwG4Qc8+/K8YrtFd7JEttOrESCStTVOyQC10eAj0QQLgRW9UcoqGxTWGOE37ZbSx7Je0h7RRj+MGAXQo7szUcDrkpQfIvP11cPWMXNpihxylK/oYmgBtn/N9NU7Kql3A3Se6nrSpYwveBNz1e1j9gZ6jq2RpZcN+lWHQM/IWLpF1qY8BOPpD2+hR2ww5LQs4OAPbM3/T3sanTbiq9/rKgjQ0zHFXF4YcjJzsGc3VPozrA/ekTZ7O2/mVsXEt7s9j6tI+pul2TKZP+6fbx7qw4SPfcTa96EGIsTp9sfHtK1VHbi/PiRq1pYX0su91X/201bpbete5E6UdbRfqv5MG3GfS4NwJ3ssiMLXXmV+4m3vyvHGkR4NargsFFgosFFgo8BwFPtxaKTOxESc7U1DYwx0FrEnh0p9rxN4URkElsg5ICONOAnImLCvSsqotExeYwwiyi4RJCIB/gl50cqI54gM+kwnqoUATTZ0GO1fHamAmD/WonZcF8t7fCNUmKMDciKvisBG94pjauBNYY+hYwhbeTIoSQrwW3VzxdBqGoBIGyJTE3R8RfqqEA2c8WId94Er/B4FJrnXM5CZ5nOhIByYOCEU5zxbG645lcRnNQY5u12MJoyonBZa60wLISwJdlph3g1Dv5FX6yLjdxXuEye0ImwsFJOXiotm23LLrec1umw3GahWZrhx2UbCYNV2n8m9Q4ti/R322IJNzTaQJK6LTD3yn6ycn24VYhCtvrQ6h+jmFS4Qs67RS4MbkwTbau+MbpFXqztvUr+VeqFV85ylcBceKYWl5wDgNemtXmnLTbZDuQbapP56DWJ4XCiwUWCiwUGChwEKBd6AAsgysXLmkPOqplDgGZZyStIackZfEjETFt4HRShp5eiAo77nK/Z/YpUYcCc2i9xplplpchmy2/f7qPzD+ftj8aPXRIynwZOJO4YPn8SWt8qYwkeWyywvPJCo5UQxnB4GLCZWjsusIOTrGEYUb5WzlmirvKJ8qr12Gxi2CktklSK51OykcUfJkHeeof0MyaclJLrqDHsinZ0k66XJdKLBQ4OtOgWmxiTMh5jTuomXRrLu4dowdm8nw41zRMAaTaVS4Pg5V2mt/Nfw6Ly446+2/rv685zxavUox1/TcXkGPUdrZ6cnM0eHMkKtjGGNj5t8avlY/Yv7F7jMGtq1zaMZMUjD+moM/jN3hCucK7vHay2nQEEU+ysi8MyA0WGOsjlGJs3VlHMJLGVy8jvvAOioWBmjniOBlNqzbh49/AYYauqA5bioc68trRCVv/lT0kHaAh8F1vHW8FozVqCK32sf4q+HI8xiHD7eRrzQKjbyQzInhdVD9uDO6W4S0wABNUpTxWtfVBzxh6fUic+ABQ7rsxw7awlIdScHveXwAWezU4oAXN/rd/uAxUBiA0TFJ5xiXJbBwB34TnFn+I48M4NM/wLbJIDQ/rixeX++gvYY53YRAM0+WLUUVSW7Q9wi0albnmQpXOvHbeF4u50OrF6CxlQGqjtIanto4BAmiTvD3+XZIXl5PX5HGZeSNuK+mLzVtCiZ1moX+fqao+jiqf4em6p7crfiPkIjdv37/GnisVjqf+PdYIJSqv3evCXO9npCFp/eVWhThgjt0gdFpcukCwKX7pe1fGIiggfzQOjvHxR+X5zlblgrYDp12VBtAnS+Zz/7U11F0rHYrLO7lmYOgtBTIHxbXlOEXF+nopBJNX6n+m6eRsWDX920+/rNIccMixRhKNczzVP1SOXFQrS5T4f1d+MUZ0mKdpq/Ez26T7v4fUtuP8/2RknHAMcDxd4+XnGwGsr3sy/m2hFZ163ra3u763dHH1nvP+qU+7PK3Hq0zrI/DvIaXYVh53usv42w6HX+yoAB53UVALkjIYiDHJPGzPWw36yrFP7JwSS8R/FxISh/LYkq+pe53fZ1j6reZ1p9VeaMMfh56AEj8LPF5uhc/U4+JsTgOiI27fNXrM5eBBnpLsJZ6XjrorYN7xwjHfT1KqpedvIIAq9vdZKN2s6tx1T/m41L3Xd8usw+psISFAgsFvo0UcOR9PmTANgtMIwxpzhzCWp6H9UTKDPTRtsm8K0N2rT6R9zKJwow4euUiXwhQGNGbQjGYMDOElwhEChywMCePnt9Qxs9TQfl+keIZBCuZK/BU+DEBWnvmS1Y1lyG4mN7A4T7Q8dYpm0wf47fnZ8T4C0EmhWAkkqcgnSZSCBEP8qt0ZKJQ5+PhYmmUV+nv9ZPTdwoAq41CNhM/3A5lR3QEpde2WbcVIO0DChyu6I7/RlZxIjRWn7hFz8Zv0EgXTIffxXXRATiuKm0Btur6+r89cdmicNjRr/wMdtlh/Nq6vx6XJedCgYUCCwUWCiwUWChwnQKlYBhC6vUkI3ae5ihr9YKz1r30mw1neylTIV0hWrh0D1lIrVG2rhEf2YUkyeiRJ1t+KDg1/upKLvKdrqY9c5hnzyrWGBzF2hD/kYO2KNg3G91UuuNKY7GKmZKDSq2p/OpzXQ+6n+ZZVPTe466spLZ63BfG3JvGf+AXFJHp3O1zcAfdnBQmXcJCgYUC3xAK9BzKkYzJS7wk4T5WI6rH2kTzPd7VyPH2ekc/ARgHmuz4+hOeFX6PoRnXzy6ycewaY467fzUUlwL+RtEaI6KIx+WtRkjmYo5mZe7o+t3Ieze655HCEFcuGsGYk+8xjK38ufD3VUGYwmec51imzQrDowZg+EHG3/eitbhlLs5C8u3fAfs3PKNPcBcbNZFKrw/WQT71fVoMw3tchWv8FfIbgsZGA22644gpXd2ucA/ryqu0iMDfhnjAh/7Qxn6+4czfFX1eI1Y8sKWPzvvO/H5kv3khrTqR7d+jE/gtOLNoXd0KOJfBTuRfAu9mQXmRHeTqSPSYxpmyMWIrF4SOlGNd7n5A5/BNr6twFziwc9a60Gf8FvNdVQc9z/Suz9ZlZV3sU+4uP9ng8qgo6e8Ygvyi8Te7fzUwDuOi9HhTB31U/vl79Xi2t4s88GjHIgP1eel/PRZO/SE9/BwA9VDHxk5svwXGnzLGjbSOf19ZhSzL/jEImDGcuiDDrofxt74hkhmSTDzNN4LfHPF7j0tbe+Yv37YLdSKc+21cp0Fn/zRX8HIctd38ttTzukhzqtdph2oj9t62cm6gPK1FM8k67Ywmn6ZSN0qV/raDwfp6VWfqTxoMvOffUYy/8kXH7jF+m82Q/lm3y9+FAgsFFgosFHgZBRx1nw8ZpFXuOFC7k5QBPUIbI3nG9fdmsINhyARirKWcCGAUN60svo9+r/yJHTkrq6wycPkfeyUCaFZP3Qfz8G2tKhJff67AlUacyaBCjeeaEo2yT6CZfh6aeXtlQhUFn0Knrv545kwgxeWtrxEAOvd8VdMc2vV7cmU1lWcquOtVo3AbqxGixL2ZawuS/Xwd4Igd2KSNcNWiIjLGalbjmcJzjImZGL1PCP/XQs5OckK5+XdW8/2eJJ4Z49kmnA2BgPTyna9N1yqtui3TDgUu6qbpfs/EpFyGHTGqHcqnefttcGCivmclrhbaQyZJrGAL8JGq5Z3OdPNqGVNrcm8b8IXRFi562DnJcPc3yoFaAdh0a9w6780ClhcLBRYKLBRYKLBQYKHAKynwMjnrlYWcZJPP88PIOleBH0WMIQe4Gp6UGlqVZqIQRj/4AQVtdoQhL2/cWYU8ouReCpjkiHxRO/JQQMUAjPGYHXpl7C3FzFolDXJIjMPIYAfONt6y0M/zusTMfDvlvih2wNRdysiuG/P4Xpz4JSDXbTAI7XGrGvfYLWPW2+XvQoGFAl97CjAuZTyo8WmPG98NRtQ17usPGF2OC2Z6/jKvMHE933zF2KAN4ZB52W8Zdn7DfBEjZUJmudyNMmO8cgfreH1+Ud9xcIz6grHLXaji3QtdGkZn8vnZOdjI67zTLDEgacxzVye7lT2HM4YLx8/XhYzTuKzeH8T9B4zV6iAM8ob7eMYG0/Q/K/4EH/QyWzyJuYt2ffgXDHkuLKpSzrKdPZ5AOXsnl4B/0F+2urJ196wLBuIB7izpxeM9uCSmnevsSBchYcDD6KXrW19UTugC+qOFL6A/jhjlayB1EdXHnwHup8B2V9853Ae4jsLaHqY+RGPvHsPWfvU76ONCAfvzc3Ae434tBVoR+L7uw2Nc1ECV8PIyKweGHA3unFt84MxfJRE/viM05YT7fTPFv+qP8ocL4H4I2TDI078s6+a3f6WM2vmrwf2PiGMseGDDwCbeCrl1zKGNz+XDrlv1qVt1MxU/v7kXjXd2KhelcD42HgoO1C/hCozuR/Nq5cxYxhyNv+u4ybcejXGlPK/PPP/73kubQR/GXXf7apxXjtxrJBy7tItGx5ILP8c049wpqjGeb1p3/xu+8+gX7VefY4DWGTPhM/v/n703b3NlN+40SdbtluVFkq3N9kxP/zvf/xPNMzOPreVKsmwtbuuQ7Pf9BSKZZLFYZFWdu0jAOcXcgEAggEwgVtB3GBgdLr5z3W/5emMkdFAmyjdrq+Ke78xOD3PazkjwMN4l7nnDNPrzkXFeBT/jr20Nz0C/GK0oegVo0Dinatvgn99S/gz9nBaSiTadj9JruL6e41qpeW9SYFJgUuAvhQJKd0bqDyYf3VspEwp5Xe34wVapxyylNW0p5c6+4rcg3ffMGdBJL0d9CZgwolxl8sikv8Zb3Pu6wCcLpwc5LScO8Y+Ck2sWB7GAsymvMEX3ITtoFxK0tRL3EqrPRU2nkc/LXqyFrv18fSRvJkhprneGyPLc0B1OjrGKanjnbV9DeX4uZYTBUUbYFULw5HaEfcIacF/EjaziskqCq8WszLP0VaHsPSdwF+FaOiuCvGdRpqJXBT1l2XM31m8s3hPuJv3c7Rb+GxK032Vcybh+ny18EQY8qWA1fIywW5HPWQ+kpZp+rhX5f5GTci5cWYhnz+L0qwsXGn+Dfgu4y5MQTRrZL3uYYQWsLvKpF69oPW6kR4wwLsvO60mBSYFJgUmBSYFJgT8LCmigxkKCPxdTWQWkXU+rBZjGaq7aXBUka3JwTTHXOUIwlfPwWCtmXWN+o8sImz8ve72Ttbbip3qWcNLDKPFTvGdUirgWV5CDYIc/BZFHPDeMBBM4eW59rmc4gssXT//KESH2zRCJZJ9pUmBS4FtIAT8g9REJa8n+5jv2/VWY35+WNMoLPy0fkvjCAU9wB3i43fY38P2/RUgun+z3xy9gPb1eaX8hx7eRMofDDwi7jyLVUPsUld/qXABbpet3VxmunFJPlOTip8IC5S84HxOGVT75Hh55BTayDfAIPTUYR+Fu6GH4evtAdeG7+EV52u688OUYP+M9WLy99aKUSHtWOD10qpyHucboFUe8xfHSPKD8dZsDU8LyikPaNwCHz+a88Rq3W+FxRkG9k1EK1R7Lv6QOt31qo4BR8F2HgX/6Ta9Zw4Zj8BBnBfDOGHy0gioXT188Gh0f2T+XX6Qr/Prc1GPW83Vd/dz7ryRlCiNLHBii/NXo/geIyuiD0HoN+xV4/dhxiafiYYfiN16zyoKAE3h25hr3LvQxx14exXs0siPDuI89jPM+WP8LNJIYjmfkL5X0/NXggT5ItDjvW75WRyfanUwIXoA84PVh5FqP6350eczaq79nKEaJPFeevxoZCMdn63Qdg6Oe2OkLjU5GmZS3Na1QBfzA6VL+1ffXNb3vHDyt33cFQhpVRqNEFfUq7pu2qWMtT7MM14kWiTw0hgUJ+2yo4Hd+797XoJdLL85LrI9Rhjo23Yf6sHzv/Wp1v0kH+4fIj8gZjRJRkQS4F6LUu+N3vWlkyX6jPr6fAP6mNNoT/sD2Fb9Qe9J7Xf0e81Rl8fSl0S4rkoftt3X+3fOSkG2mSYFJgUmBSYGbFEBj5UTSeuBl2rhZyIcdOuVIeI4K60IoFCcoJjQVU5cLhlcBXs0APkMStVORFoWn4ZEUNGmZy8QZrsyFWE+YNf3VYmgF1EUDi4WeEMvDVIWqVppaJtZ+EbsItcjas+kKxP2nKlbdC0frUjxWLQiNXSYmtO9YaJ3Da9r33W4P11nkcBhzpErwLGgRnmVLNyfMTI5d9t6jdWpVxkQLRIWMYSoiDHThC9xlbHA5aCLJm45O3UljUdZkyxI4inbx1orURZz73zjeXGJCo1GmAFy2f8ClpFZvLoB2CAz1GI7NKGOg9jNycWDZFb266M1j1XdQkZ4xJFOAchkl8JZQyxVeifMwADL95F/6javgfvKGN3+UwAg9dxmfWG+z0HPv4mtpvU/w6fkpryJXGsujWhyZX6voLJBQph8O/5HzhIPk7GPeNwDNNCkwKTApMCkwKTAp8A2jgMKPWuf0fH9wUUiqa9YPLhtcp9RtLsaawjW5pbmfdVwv1FLaC9eApvGgyyv8zDqQ0ln/8ECYZnN9N+ovJTBrldQ3lMnm2bGuYh1UYnaBsgbm/qcIUP+woMmDmSYFJgX+DChQvCGc5JORn5AtHOBbVL7g4eR3wC9Yf14W3q2/U+9qvwJ/P01/5BuInABj3oTJXEJq8l3i2yO7FyMY847vV1Urr6WMwA8X0Q32f00EBfYsNoRyfT2Df5SoCy/II5P4X96rJ1d/8722mhACPlLl3u6X8Hgol/YKv4cS5kSoq3Ce3QSP7AGPAnWz9U/5jLnkVWvu8Kp6wbtX0pW+oHUSlkQJ+dLjHzljD13/Esq3EE0+s70hpS+UH20Jm4xia894cU9I623lr30nDukiznoe9NgyCY99v9Eoz0bwRvG1x4PWEMQSpvINfp7+k8+/FfWr4V07lswJCuhhquevcx9n4vuM319ofLUHlvb1uDvoFb79EtiD3ozbCmneg6gp3/D6eA3T6/fSvY4MxzFysK0ytkPJ2U4R92xPOuE6kHF3TX9Nzw5RnOI5i/ev8p8yNhPnxr/o1O29CfyOh5HXkE9vcul0MOQz+2BHbpb20calD64AzLOiqSLIbRwujLj3azL/fvH8LVoslDuNQWp+nvpe900f1zmv3RvPozhERudRJw22RbOPjge+W+kSIvolpAD5C6U14OVc5e/WvYsTaUAZpc4a/e1csuWk+9HjrffrvNSjV7aZBqjcRt6mwYf9tD3+NecqR+u7vIba3zKVvDGO0KM8YfORQ2PwE3PHW/27BvZVnUd5b1ONvMiBPtzRRo0n/T7E49k1dZ6dxorflYPGKii23T7Ftpd8MFLU5PfHEj16+rg8/JpOFnm3/epcy3u4RaacsZRxbN+aagzoiKUMOsrfyOWV79K2fPgzyHN9aum4PDs07c5uzotJgUmBSYFJgRUFSgHsjZWib/X8lVOmIRccUXpp2esH+sbK4xVo1x9ffsytjwn+qBUhp1jzVerp7zx/L1qa4WnGocowETltclMFZU0vBXcAfeOhJyonNQVoWm65wHJya0/gFZ7F1dyoyzYLS7geoXH6C6vMvcp7cbYehXjSfwWbq9vJ9guTiRY6ZLGrspG6IjL02Y2FVNO36+gFY13T3jDYLupg5FBYCzUWbAocX4FdMGzraA/hoI9PKmy53hMeykVwFkzi/0ibG9txjGEB5YUH4+aicqOVp4tKLRElykUKk5R71uufB8MaYcEtUeIJrBdMLWDy/E0/ts1k2BONCP4OdOxnLThZEL46dlJ4/kwKTApMCkwKTApMCnyrKTDWGi+0odZjqzy9FH0h/+l2Z+zjeOL6opc/fexCXvc91nIlOO+HlON/Vi/kcd3XkF1OHQidGCzPFDBddh4nBSYFvr0UGPyYxrPx4voxxrt/x7dAT07eej8E4f0+uIXwbTv42CPG3Jsoan4HfzR4br45r7NK9d1MeE0UK0/HfwLO34C395sPO33yxL6/acVDe+eBJA2yFRMRneAbVchkf9F8K/2wWmcLyG/AbT6aY/YA1XuWsLAqIrOd0wr3G1DueFT0sa1Hw/g+/aJo7Qc988QduN6oRVoett8F/E85gw/XcCh7OcP3ZsxYWJpIN89JkunFhOIElHd6/mrIRCjw/eHX1IECL7ISZScDkDR8bwKUHm3b/U+AihJbKwO9z1t+8Sj8lsmh+DnuUPzyp+K9iAGwwBVvGun50oZ1W0af3VW38rCi8E6PX8Ilx/s6JPKJJ7m4C1rhZFacK57EnzGO3K72qRVO42YnPgBXkK8laRFlog4pKtlQlLoPNnUusVCiTLs1ZpWJUZGgkFcte0arDF5wly7nqaIN1r1yFDh//uwquD67e+UG751KMwwjVGbn/VaZhgx2eybYXOPUNBacbUfhawS5GECYz+cjf8YQV1SxlHrh/Wq537m8zzoeSV0/tTnW98gJt5dbXAAAQABJREFUjRyTPeLtN2SlWR+u2zPgL++Uck/GVL75hvofMtCmxwv4P4Llx+RtitKHyKzd13izZ25hTJYM0zF22U7zKttV+Vuev1vltEmOA/JflU2OLBze1z8nOG8+C46jf+1jx2vkywOi32HzkGJkwXxdbfQ+Ia5DE2nX9EvW+TMpMCkwKTAp8E4KMMM6YY6JJwybK557k+XGx90imZSF5wLpcyUnAhkQrIuZIGItZvi5TBA9SYz2ePfZAqDzDPwy+aCcPdY+M8eEeyF8SJNhKT/aOordd6AuFiLlYatKFbqgZNSrVO9VUy2kujLveP+Ev3dOyT3cREh8WQQmnIb0RrWMVV8pGxeE0x+t+D7BeOlMKzPrNTyziw4YsVjgybQ/T03XhU7rLGNCdzxUOw33wQIca77jxj2MwdV1t4ubV4dK95f4mZk/9gR23+Ydi+ADBIx1Ks2+issar5vnLjxUsLq4lr4AJOx0xnRovqIrcLr9vRAWtP3smJTZjMc6+xfF6A9cS4hwA4Esvi/6XToOAWnEp7ZRwiW0lPj+O/2usEP4lRqvGzXNR5MCkwKTApMCkwKTAt9yCnz++X69Nn2ZWM/xqPVSVm85Pa2faquYl2HNJ5MCkwLfTgrID2W7JtGHPz3gyfl0/GfYGA1XVbgVh1tfFbkWvhCLMD+P4XmamxnXdxxK3g/vpSftAcUknrRHlG/uohvB+uC3BbXe7qnKibNPrNeT78LfuXeuikj2Kuf3PDVP6t3nT8/z3roSX/dD/Rl/vwJn+EcQCS6XNLkFhmeFv0qU7+F5+lN40e8DUzzBT3qOz+/yna4OSA5BP29Ft7GfeJQvJjqWe4bu9KLVmxNZDPxy9oEX0IOpI2ll3GAkvttq2P19oOg1rhziWnLM9P3Gr689jnu0u9oL3siL9oyLDd6/Kn97r9NF6TL4787f0Nb8fd976ahM5qinKYp3QyaXkvki97N+bTqb76It4o8sZr/V6/RXwEURHIUPnbfAGeXf8M5cYDYujWCGLGxv+GoVwPXOPs+7xtunNT56fHk8uP+qRvEJE97Ka8eQsotSvJbTyBiMGY0XNHhe8c07S3+Bnp6Gm4PythpPGTJR+t4EUQ+hp9Hmql0q3fSYJaKATgF+SwKMpo0jD05p6ZvTLd+dgrW+N86v5r+STxhGlyMkt+95vq/JpqJs0PAaPl0NytGt8jfGUeRUqbfwSn/1N+EGjGtYvedeoi1k+xDlr8redMRRnuv4eE6z00ihfxxHyD0PR9q0NSIe34tksNw3KYFUxiJyWhX4Kn+NisG7VZ6tjevAO++9sm1kuxjAHGmXStFrtpLftJZ2S+qonN5+9BvC/saM3SfpQPvSTY6/6B+U6So79XvPrJXxxz2+dcv7XACX337vXnpeY8fs7/ueLBXOk0mBSYFJgT8zCnxRFpZ+JP3q+qHmb1kY8F1uDunFho8PbJg7LbZUUlJOcM57WbCapz/EHzFlMbFkwmBhxgxQYYtRLoJ3WYwNZO9cFKv4C854Mh9YII3ZCSBCVun4xpQJjnaLh8rVTHYuXFSIClNaaPFm8rxplBtXfigkYbts4OCnGy/swjV7YaRkpljOmt6vwA6OAwdCIIvK0cVmaDjGRJSbwmmYV1Bc30rZkRdcEw5MWsOkbw4sbp5csA28uk3r8pfnMVCgnSwUtihnsz7fwui6aAyDL6wH8LuEH+YAfPUEJjS4iuAdVsMaBRiCpdKttiNssIsIb2iooAoBJSxKpju67GjzZf2vXbN/UVnJyQT8BLCEynn6F0phFWwloc8bYb9W93w+KTApMCkwKTApMCkwKTApMCkwKTAp8IwC8h9h5jj8FSGUf4hAV281eR/+wgd9II/ScOWvn34P3/UL/n5OXfCW4Yess3nhZ8gWTrlN+fB/8GsHcMaLcxMDaGUiH4Bv8Bz1N89LfQdC+h62v+QBimt5x5Hl7kNgiR/tRKmwI2T19vhD4OBBt5MGg+53A7zMaPnRfmis4f3xyVDV4B3pu88fxvqiEpUEGp6z3+fhRzRFWQF1Lrg/Rv9WDoQllqYo1vco7/Z40O6UPYjuuj8usHn8UvUbMh0Uc7sNilNC1ibyWWRiQrsXf2lpGvkZH5+OGAYY+lkvwGj530vrVPDCT7cD73EUwGpiTqGfXyhydrvb6TtDYvwdd2zbpeey48b38UPpnlpWP9DPT49OHKEVsqbNX9P/7iPNsw6PvCpxfir9/UOuCJwd/XfUexmDh80Wr9koqM5LfBVX22VAY2AQxS8KYGVzjpP+llxFBHnUoiHDgxRjk41GG8o0sx+2im1gfNY+uYZYj2+PNSZ2yLL01I6RUL7X9gNp3b4FT5WiesWCv97x+dYrF1zHmaniX/+vbVS+TDuH5+8xkQZtH89sa+apfq8dwLQPGeJRmSPyXmX0+R6mMaNczr+JP6Pf8g3zXJk8Y5Xxmr2ORdl+tF/Tf9U+Q/Mn7LNjfQ8tIueu8t/EVk6cJgUmBSYFvu0UGCs1muHH2JQF1FD48aEuC0ktrXqCqmz9u6xN/NDz0T9qPYhmTjA1wankC9DxUfe8JwmzVE5zX01XnxucmAkkRcsTOHvEJswwC4ng6sQLzk8Fvy0+2/O2rGPJMRio7NXKovEI8+RidUd4XfcSgqOiJuuy/cI8Ty+FeCm6NI6UhL4HF5aA2ekJ66R/YGE66Bq8QuKuY0WjdZUyuqRYzj2xUEBJqZXmTgWrTUXJXCGWG04fU+zZz6n/Vo9Cc5SsLN5DY/aBET/tUdtis6E+Uf+SMqnXVajudU7Iwz5MsQXwGsGA1l4xPtjJBB9YBkKPVSpmh2KjvVKtEkSiLw562bLHkxbT2+MPYEYZs9KSbBWeufKf2tflV5VwWiGy+l63ygWmC1MsedNn0ALYp72tV7DGonR1h3LAw/I1TPKRvYCyuC28ezH/vF1Nq8IlbRB2iDbwk7FR0Q1dNXuINzmhpg3DXvQ8Wcyd2t1tm8dJgUmBSYFJgUmBSYFJga+PAi/xEl8fRrPmSYFJgfdSYPj1FBgEvrvNP8N+o9BTOQb7I9fOAc5FXuhKbeHFz++/Fi2g5ADyfgrJf4dq40tA/55zsIF/SqB5eUgZNI6naotjK/6f4vJaCKoPKCG2bC/06YgyNZjK9VYEp/DX5+hxVXDOFBXP8nCj20Y9O3hmhd0HlHsHQ/u6tyMoulvpAT5ZI/psQ2SxZ/zvOfC0J0RF6QgfLC+cvZa9R7rEedEHNd607Xryvp699Vx6VtQ1FUgoq/VOgxctPvNE1euwrt9tHlXuf6OibstYUX4EMaK8Fsf9wM8qmobBpWEW/atd5rW/RiKkrPz2HgXe8fgzbhIta4Gx5OI+rQy9uJdjtb3B3DoqForCd4/3YjxNDbtdYrUtx739N/oicJb6B1TH3bPkPZXWeFo/ETbZ/XPZPku5R4AJo+EspLeMeJuuwawn57/QOfIn8kfZiTzKsM/8bd2/mDoiZ0ihS5hdV0FMXwYvrjNmeWe24O74RpYW1FZt3auEJDnCKnlsmH1vPLrz0KU3O+ivUwCylyOR59xD1jWHG5GZzvZjXujnk6q3xjxyRRTYe/aV3W4xGogSrvKc3iFheY+SwOmRd30P6QU7c6fM6cdnl/dAO4YEKgN5jtLw6H7MCevO3rEW5uX2m3FKXQffEPBxb2CfJrIAxjHbRBvAg7n7gWM5jAw3F2lhOyjU72bD7nZ6ffms89x7LPpTkbKs7F/MHrh+AxiDbulXddkW71b76jtW7RNbPX+NJhgjA96NXTKQ1zZ8Y5LvgCMcQwLfrzjs6KwyZLVpm23S67XaGeMFFNoHZc9P9NVeSTXP0r5T/3J7pCqX8TdA3OqfW88a4vuONVdGNkk7nesOQz5NIxh6yGvznXA+QQbMVjCJmDg6bud3Lu1gbJCv8V2PP/G7vH6Oc9Pq+ZN5Z1JgUmBSYFIA06RDJp6eTQwnzLlKp3E/k89dlKoPbu0bOwpEaVaL4SiYF2bmLoCvZHIJZJ0wS8npxEMolKyMqHO1yFkWy9cgmm9MSJYp/Akbk7wukLSiVXHrxMRk1RP1NVh33Ss8tVDeGQ7ERUGswzwfuLwIx8b5Z7tHn7EwcGnb3rW1iHIBYV8OpT5n9yXhCt8EfBdZWD4WE8DiM4s0FmrS4qFU+aPkTr9oEQajJw9AHdm3Y9UHr4Ou3qm9P2AyTO6JwkKj/h5ttwBMo+2Arxqg604lve+DSlZoulbIVqGrv4ar3u1gOLFmOwyL7KLb6LerpV672X0Dfnm3WGBhXV9hsLGyjdJZ+Kd8r0GczycFJgUmBSYFJgUmBSYFJgUmBSYFJgUep4Ack0J8mSeUsW51xD60UcIUM8X9R/nG17AQnvwo/B6Rmg7wqhvDgcJ7qbC8nXwuj+sBfsm/hIv9B25hVIvAPvx+FGS3Id3/VDmC9WGkLn/uFkPbMrKukLgDp7sBCoz2w+dvjQalwiv7Zw4A4bU/iheUxv+OYtxQvhqeKxWQgbf+NybHQ3B82nxx/L+AiSG3SqEl8bzHznLvzhPZYOCXEb/KX/HmEM9J2pJ6heXNtyT7ygSCwNpl32LGzWpPz3rc+XJ148d8Iy84xvHi6bfIDvA8beVjlEBvxfeFqjMelR/puPE9jhqU26ch1guFXri9jDeMG9hn1q264kGLUsdtzz57inyOtsQJ5e85YgyBTKiM7qXtemxdw4ZxYZ6MEd5Pt9eiD7KP8/LtEsa9fXqtjgfu+V2j3nhOGvYZGddRJxdxWfABnnRfX3cVjBfD4B8JwZ0QyXjCp31LXtvyweOp637xWP2w09gGWkc5yjuTiAV+a89kxM/xK9cixlecc4i0F9lsvYMvVvm1PcAxx/GXKI/KeY0GqFd5jx/a1+S3r4ezSXn/loNMKbalg3/f9MS8C5rZDgCDmGynF6U+Tadv86lJ25Gpt3w6N5GJs27IHJj1Q9Pnm97eid+kwKTApMC3lwJftIWNTYjX4QhTnCbJBL1ngc/CJBM7Ry1aZXp26wpTyXt+elKshVLmSCbUnQs4mKyabLnRk6xVuVi6TN5bFkXmIRR0cDYUkYsmlZSG4xgLr8C4AucS7ur61GzLuY+Oi5f/2jxhJZUFJ5bHHo9PPr8yAV7iOGAntAjn2om5J4b9Ja13zsRMutl/GLyr/hdgD1h1ONUdeIbxkVF1IYlVtIym5BTSqyl0WucCtkpvFkXCOmIZvsPCcme4k4Oht2Uoi6lsL5GX9K1pjw8JI33c/Qa8QBFv2O2BPnOx4Y13pUEH4G02fwuOLFKyz4jj4QT8Gh0sGUoTwsV9n13YuCdwrBvvo1xhfjYmn9e0g1HTA3y7gfHHJPCItXAsI9fjvSDN30mBSYFJgUmBSYFJgUmBSYFJgUmBSYEPpEA4MBQN8qF4QR7+CU4HZVJxQvBOp6pWp+ElT0/6rDmovr48Dt6M2/r4Fm/+a5STX8Lv/jG81pMKJyo6eUqtYQz44TdhlvTYJILUVm9BvDjd+3SXfSjl9Ujhvev0vb87lbV4dB5QjsVDEqXMbsXkGlHs1Dpre873FQ7eB3fyb+FP3RJIvFUWBRxtj76wMr/xtzDRO3qHcfGfCEV8xGtZotqHUbKH0X4Jx1eqla4YCnyx+xHj5R/oSZRCkbHA1vuMdFKWrGG9XJ9P2mtaOh+fRghlePHdASW50c3OlMxrWGvK9/n6+RUcjLyWPVnxvn5C5gRhrrHfyivW78AaUp3bj9apIginBsMOo/zNtmErp4OTHOkSQuN7ef/GdeQLw3mAfUkzjlTGQR+jst1OTZeRT1jIzXYYXxhq2LDVWxWotmdFkA/F/wJBZV4Hxz/7jpcxhG2xcmnaibG8wmfdymqR++l+wm4fxTtK7B1yP6PMdarocsqCKnfDOu/bpk2Xeu14I79yTORam09/z1io8XVGUEFD+x7z5zXxbXnCWx+51dZQyfkmUBftb7z9el6mfnZ5//3XUhsXG2WeRD/c7Qj5DIX1lI98OA4xpSg81cW3ZvSX+2H7fT8yrtxmzX6tb6f9s+7JU+mv78z32bFIn/FdqzZiNJN3Tqx6/HBE5m7/OI8d+CuDD42obHiPjdvtOx9/wv+qE/2m573zEePU7QNjRAUV/IYbycNIhaX4JaKixgi2O3OAo4Kip9fsq0Z+1jcpMCkwKfAXRwE1vBeJSSeM0Vg0ucAfi/GLjHdc9uRF1lp9cDKYqjtKP5Ql++CCswuzrDNsWtffR271BNxt6msr8zyLDfM7makARnmXZz4wjHMyeOcdiXpi3ScslmDiGysx6yzG9RnwNZ7PHnrDBYcLKcOj2GcCdXm3Xvya75Gk1aazskpWLZVZ3AdXFjWgvlhWNi3vBg1F3QcDhuFoqCFriRU3wF0Y3E1i8EterRzFT/vA7wFNJliFawNa9f8jONIxWazGoMBzGQM9zlm2DtDFEED9FQ2sLWTyyCJnBzO3Z3w+HQ2vhCWnC5/gceX1S5k8zE8vipamjEe14KNvNRjAcn2DErg8tWEaCbkUBo6xVHg1Nie482xSYFJgUmBSYFJgUmBSYFJgUmBSYFLgbRSQ44HX3BnWmO2CDv8HvM7/CO90YIufdSqF8PrOo+fyMsXPVNhm6sVL79PhZ9RNtCp4NMPanjiePpOXXadi4MJfwbtt4aMS+hYeTf6xGEsVPesyV85f5ctHmfCHeu+B39PPoNa/YrD8e7j2UqZegXzllm2R1sVhRrCOJ912/49IKf6R2xpng3OeXym+3GqaLDdeOWEv2gNehHpD4ml91Mha8oU2rxFoDbrrFX8TCkOUv9vjP59wfgRcAVn9Ajfdaj38sUWUIcE3Bz3OeKaMIQrrVZGHTns8DPwdNyquP/2Eva6fGCvUCf5nY2bICW5XI77ijjwA2cABQ+7j4Ze0gPDDKKwvVWK3Yd371DpBljYc8P7dbXlvMe6HaNzWM9PntCVKqJy+8CMtKm9FZMOxQe9fw/OSaiuvu4iQ/I/+6B9b8krlX9+FXijiN8hYeIe3Ox0tBm4DcMttXqpHJ5UDDg9bx437Fvsvyt7R5y8V/JD7UD1jyMD1GtKoREPxG5kR52mLtHwNF78qKuJ/Bw3oi8Xzt94Dv8ELVT5f11xQxBqpzBDAjLEDY22npzbfAO8cumO6v/K9bBC2Bxkkil+9mSND9vmS5ytrRCO0OnZfKGv1++AHzN7Tsce9pw1pj5wzJa7haTkdjPiuuu1g5J/CMG/D5vQbkxqn0V4v6Qe3NcxWD3zDlENnKwO+HW7VZ8qWhY5J+tHvxMlgob7JzifOXcnLT9dy9i3N0/kzKTApMCkwKfARFDjTQLWyqD/WtVh2QciHeUxsp0n3ter7E05RF5V80rcucLHgCrxlCVITxGvQXnpeewQxYRJqN6FSWKwdDCus4k3lomFtDLGc5AQz8OqFxniSdi33xKnCWbACprxkApb7AzFBZ4/dJW8DeOTIhDksLGu/Xi2hgMtEqse03se9V+yyuA7eNUFWTSf65noshtJWJt0tymstyXZYZWVLX9cT4dost4ZT0K7/mq92Tsk+Iuyh4yRtaJ0KOeWkvcJj4FDjZdTR987qpAwLvoStDn1ZuLvAQ1ntItdF91PTtzWgVxG0UeJHGZg892qRX0noHxXMjtl4HF8tfMdNxlKTSqs2lMuxytOy2NAzYO3S1OT6tRcrHrOezT1bAyOH8nyvMh7LRzolZaVejc2qpMsH4EK3XEEXj4PW0KYUwl5TlvG5lVnYYylqHU8qmKVnI2/ZmSYFJgUmBSYFJgUmBSYFJgUmBSYFJgXeSoE1bwGnAUNyVJh/+Jux7+/3uCcfIi8t8wKnFB6mlWhVb8v9z7EYfM75zeVK9a7llCfoCXbY/BLYeBwaYSzKGrJSl8orOeqSEazxVUYgOA1kyYpH2mFPdCv2Pt3A47tPYRgslKsnecfgtSwmb3rBn3n7xUTepZ3s67jf/hycfg1u5+2M9y+w18bEz2EW/dz9Uy/EJzw3dxr/oniXd65WruGu270+fw6573Tp4jFRJYHr0b1c4bGzHVJnlAbJFGL23RtHITtW5PH/Gx7bP9h8J1s3Ef3MtG77vSCr5Im+XDsSj0dkFQcVYMpr4NPTX3T2krqV1+RP/WzJnJPy+gT2wH+ncm5vyPC/ReEhJ47ijkEu3/00xuFaf9pjYOHzg1P1SdEauhARbXNE2b5hr+Xsj1m4dNnGqK8XWP3gjmMpRet9NFzyDq/3nRHZeA9U0Wz20KTfI18kU/p6NX6Cez2KXMIobshfDkdlMH/gPTyndcu7ViVyuoLYj+46pt1+UKjH6Gp6/hrCeqMDAN+FIwQqhak1QMOBb+pbxhlXo3ni57hxn+gDtM/+snGe0AHEPihMi97VJ9z80FT9Qj2A39OGvNdpk8pfvmTI9V7u78ZJiZTyRPYtxvP3wHhSCR+VLzLSffrl1Ddd6kMb8gyYtIPQkcUhj1Q5agho9yhWOZp9X0dHkDNjmz7qIaTS0P3djcBXERnXFVju1J71k89+nrDm1A+upiixMya/w9blvFfD8zdOPTx3PDpSxdZeOhKV4IAy9KgC+OB7b3SIbstX0zPifX8Cp/EdiI4gyl3eDvrwkD239bhnrNLGqAsgTUWlhD4xvtFjWwcwtywgLe9cjQ/7vd6Bftvux2zmnBSYFJgUmBR4jAJnCuAqOj7yueCL7Iebg1a1mMbVh/1s8XdnhV3mQLgiJj29FMsbOFPBnUBuZbtoipNyJh2t3gzj26kma6fgq2lM5v2s1sEqkLG0ZVG2TzssqyVTw+rcjxy7fo/iKjyZESdIGE//Mtly6vP8ef5KWnCSroZaEb4wgeHkmzpegXH22LqBlTEAM/WkcllF/n9nMv8uC0oVoY8mYY7kfjNZNBgS2jEm3uLZeTw2rbrQxVF8aN8xexaLHzD2MGdaGKJ4rdXGRZlHL60DIUFwxLJ0Ax2Ohg0LkwBxLtJpoV64l9HAH7E0Zy8imV7D4IR2tvc8if5r6ZQH+NLKG4YLiicwt/A6jnAkiMgAvwZxPp8UmBSYFJgUmBSYFJgUmBSYFJgUmBR4iQJrnky1kYL8v908Pf0UFlNlpAoY+RAZD5nHgqMSzdNmcZpPeow/qboN1XpA6bQ/sPXNzu12TOWJ2fBK2ai6tI3AzXPiKQ8az8rbH/5Pjj+E5UaRROFS3Kk+fiEt/OkLz70d/p26klfjZpS/+9+gZPsdoVnl9YX+Yg1CuEi2AerBw2+B+bTVc5OQ1fsKpVrq33W/XBTvyzXuLZfpZ2dHlb+/QYTwL9SqgsKeE77063RHfZ0VHjr9zbZSyia2+x8Al7HCVXlZdsa3HqW18gjg42W9QQmcPoh8ILXw7BL/B+oCTthsZTXi7x6zOwwduOm/KOClLX/tha3Cp9IVOpk3aPmMd0gPx42RzAw7XCPD+j42iY8qTYwecBLY4S2rAvuogbuVutUXd29XW23s98jQ2nEEwON0g9zBfWdfAfD+JuXdkmZ+Z5DzIO/ZbpCr2C++v0MudTmu6nPUfVFjIcpfjFU2yo/wyt8e9MgsCqhIboX5+5F+BQLv9dE/lNlP9guK+eoXy9Em+uVmcnw63nZ6yiJnsj3Kv1LO9lT5KCIdd6TLUNZ196N+a6ylXt9B5MfHnbJN5XLK7Kw/hys/lrU9vGt4MWtUwEXu1bjrIub7OhK0rMFE5eJAQ5AHbnA6ivf5BqMWlduZBJsO4km+yGB9z2ibCmAVvzYuY/pFglj46089dwRX2ps26mxDvyrHzX1O+Z7lO0y79EbfRr495NBpxbrfpMnpej0meh7/+hs+MZgUmBSYFPjzosDFHsCjccvHmI+ykxzf53JYZWGnByOf9N6j9V5ybLX+WiZwS7nQEY5Wj3lwL6hX8zlp1CTCMpy9FTIZZcHBwvaiqvVkE8CZwGi3x6SemJjYxdMC8Sj2vhPaBcAqdMdvwa8JzsnSvTqExj41KC63Km7xYj0+vQJ/wVN4jatMLcyiXsAqKLFUO6hwB37+VtjdM8EWc2MhGWn6jDBQm08qqN3b4gRswXTB6fTspbMsUMm/2449kO0ncN27JzDWu9g4v1R0uS8OFWpIptiFPAIBnm4/wX4BT/xN72OmZIrsE8I47xVisMCWDqPRz8ZRaiTLiSgiRA9pxYiiVkMIwUnPNRFHueeHdf8+f5o7Wonyfh5BRrjHJ8fDgsALhebtSYFJgUmBSYFJgUmBSYFJgUmBSYFJgXsoUDzJwe2XEhb4pxz5Q3B/4kWfw1mxjM8f9p2Fh5Q37iQ/wx/PDCGpwuzAnrRbPKiar1cBcuK5ulwfVzxUmEEZMJUR7J+7/yH8GedPcIvw+a24k4+qZN1X0oLneLbITup6Jx+P8DvRqQhfusVbeXv4E5674nJKjfOl9297RHXOKBYxQDbC1+bwI/a1/RH4q3QwCdO/Ew1e4kvNfS01VtLzuEFmgCJpu2EfXWhSOFaOpjcP706FC+Whud6Nm90PUDB/h/Om8QlU0wGfx9PNm2c1NhwL+81vqIPQtxoIKLiyT86Y/26lAPv8pXp8vnqW/v4uXu4qTr8PfGUgF/ib54IuoefFPWtPUfIfiYy3db9i5QrgHFkDeFeo1MYRbC+q6uv7+lnvcXEzOhwheAn7XGHPMSCAPmUscapL/JZ0Ma77vkYY5S2Lkk4PTdrxRNS5U4jXzlnHS+iP4X8Bi7YcYniCEQT9oRfwU2Qpq/46L8LVwGC8t+4rG0VcFIwoTjkmfHLgfMF7euq01Sl91C25Vdezym/fcIzSLwlhzT7GG+REpcA+vc8LgBNa41Y5QGz1+N3wncmespYzo8eOejDG3ALo857EU5R3xHfevWE3eIrW/OAcIQ0H/fKOIgfM+HbcUwSHlZ0e2faN0ST6m/ms7Z+3Ddeh17yUMeFYSMRBZJUqgXm/ds6B3G+lfX0iyKfyF4XvwWiKKOi3nGuOUTJlZZ0asHzgmLqO/BvvDg905MmRU/uR29uPtFeHltF3Hm15hbOmLcpkIyv3e0wZ6NLf/H7/L7+Xb0RwFpsUmBSYFJgUuJMCfr1vpgMTVJKTLh9vF0d+6WthwbfdD3++3n79X5m4MnEPpSlWg7XnCUxGJgcOnyPFCk7c+FO5qGWgE7bJ4+v6xcqbNsJ4ovyNQtFJTU/QxFe23eu2D/ij5PWD+Tsf54HnETxVMGbRJHLmC+Gug3nxrmVkEmElXPQ7IQMr/dftjyXaA7BDP8aAnsTsuWsIlyOhg6RjhZ4W10eS+QcNwsS6iJAB50962FdZMDWd+niq4xD6j2sV3Y5P+ny3Yx+dKM//PrSMQjxMzKrOE5i7z7QW1xN4A5Ozefp/WZRC14UzGO9Kt+kM6sCdPbGOMqiW2f8dynT7GpQTHudR+p1VwAULZ1dUGmkcEQxQxXb7W4ao76zJo/39nI4+nWlSYFJgUmBSYFJgUmBSYFJgUmBSYFLgNgXgN+Qt4QO/2OKBd/xeZW+FkTxjeFh5jnfwN/KsYVVVDghTRQd8FMqO8M55LvxH+Ds9f3+MMu+fYYmEL++YSoDzcckwmEe3Ddr+Cvjgq4dkGlO0q5ru4cnMD362//BD0P2fHDEkRmn9WLurxtu/0sOwvj+Hf3RLLeiqTCK84yP9uMobbzcUQXt5058ACc8xevFdKbKMUUcMrPH6ffol5Oituhp69evbnA26DR6JfAbfvtuwd3EUdMJ9sA0je8LyprgKoT8ADyUq3pvbfcvUCuduwYccI/NRPsCev/7hqbjVG5h/r7fC9jtOx1iF9jESQMZw1OheRd1nTd0Pvv/igJzIsO0o4rP9m7IPhSk3U7ehMpWHLJ6yGJNopKHXYrwYM658B16Dd7OyBx7qBEE/ILvZ5htqOF3r9lsx6H0NWvC02TjU6CnrGKINO+RLEfulzI3y12C++97op+CvsY4KQo0MjFRg363SUPyu7uRbY3hkIyYc42Rhv1pOeWCPgbMSX/FFtw/FuhEM7QMUv4a21nmnFNxNc/Paj3Gd4dQ2+G2ifTi6ZEs52xb5J++7CtLP8Nq/j0CXNGdspa1+p3SwKbmt4zQhn9M+DSuqv2Jg4flX9Sq9r7Gz9KTApMCkwF8EBb5YdFer5i5WOblXX+1eOBtW9vQh54PPHjQyH1uVoaZlQu9JoyfCelyzmxMdZyx4opDk8hAlsGXIPxY1lsgiuYteOb7kPZk2ZDE4vIxVJpqyKOkJl6oGmuH7ut4+kn2hj2QgUynALU94lr2TPZ67WiAvzTzH371fX05aVKnkdcZnEgWXLYAMA7NJOB2Z3J5kXQAtlZxA9oKoJ1dx517hDb6EXMlewO61O4pXG6gs7eyCBfKSnsehYF1qZl8a8yTc8u5LMALXvWGQpIl1IAxYL2BWtDwh7VlBtL2mLLpzD6ZQBbPhjKGD+0hJnzY4SObVT4+PjE/qKk9zw4CxHw9KakNga20c/MbwWltVt6XxCuTZ6VkIoUHb7LHLuD/+6Z9oq/v1wCCzsOumOpakm5Q9ZGANkI4FxyTK3iN7tGS/DCwHxdnb5r+k/6v8R1dqFb5HwdFFN/SjX7bZD9jQUmN/ESshnd7ndWfVs/k7KTApMCkwKTApMCkwKTApMCkwKTAp8JwChkeFdzGiEcrf8goiFzzI4kEb9q65R3gx+A9505YxNB8y2JJVFRd8szwtT+XmYhgM373BM3WzNWRuRRMrZl5PRvdiTU7OwaX5IqFzXjJ2eST2b8Xz97jREBe8+KfHrh7NC37hSS1Ial7b8zXf5XXyDZ6afJZXtiAXqFGyyrEK7/vHUhpgPG2NVU6aeH4t9X3wMg98tiGfN8ef0uy/ryhPKphVYAdewVjkFgvIhsONZ7gPLMb96rv/wDv3Z2RFSZH+okF6ektA/zzclarvT+3TOw6aH/DYxBg6WLdgYgVvb3jUm4mS9nFwto/1VnbvVr1oUQIPWmwHIYobB+0X6XytMqULttvRyTjHy10l1g7P5QPKU738drThlCAKg8u2tlzBkqa1TKSDuunla6jiLZ6zelpvDGOeblpKVeHV7/N+XT28elr091GNHxwY9MZUcbpzHLnvL++aXRphgx17KtN0rHt1P2PbBmVLMRVZ7rUMzUV+L+6+j5VOkOpsNQorg9XdSP19aLmI18R5A93voixFdqIS29CzMaC3jQDLuCigQ3y1qqG+QVFOZY9l8Uf5iwJemRaFObdnGrE+nr4JqaPHUTd0VcNDp4vhPzIr9k83wtwBT9kn2mBL/U0fNBoD+CIX4rE5dsigjC5nSHwIEhqU7K4Q7HFj3/lNzJB+CNHrme2P7pvIBe2fvM+FVYxGdn9F23T44Y+UiBFga0qz8r54xb3QFQWpURPcx9vvQBGce8BUUHY2Pr3+alO3T/m1zipHxt+W/nJMOhYdf+NFLjlbZJjKNPl2P2G05DUGKtvMAQN/Zb6+U0vH9pvz7I35ahs7+gnEOAMn5by0cef2d7aHENA+Sz/TlMjxY4zgN0WPX9q69K+o2+OnNp3GpfObz+ndr75Lq+L5OykwKTAp8BdEAb/eN1OF1jVLfZ3LYq6K1Kccb8soMQcYJ7+7kvmYCJxQkvzqO2l89NefJRQTEipq4BuQwwU79WTZpEWrjNi9CSguroAlXbaxfvoOE5ft4L6T+MOpJ0PhAoYFjotTf3dZDPlcmjyCp5A6ibPMrguwmqy3LNgPscgCpqDvxrtwrUU4EzUT/P5AiCjKH7NnSSmbx1BpBB46uvTOfsta10LOHQvB4Jp+s/7z8SUuS4JefSn9ju41hIK2KIjFNO0/4iV8f3sXyBcn0lTaaQnMKI7FsTTgarWI64XxqXDhepTxiNGAwgv2FU4YKReTlF8WuadSd5+t3r14PGvdi2J6Cx2OR2iR5+f0uxv2zDgpMCkwKTApMCkwKTApMCkwKTAp8BdOAfgZhcAoUnfuv7nVeBduq1jZz0MbeTyVNcdfcDTkrJ5GJrm8VyoOP53M5IQfRgkWoX3dGsWF80GJ+rbwyEf3ojXkp560wfMtvLx0VbEND3v4Z8D8eOwjvOJ/34P2wjvKH/5p82n7/yC8J1y1shJ52sgOrOuR+qTl4DflcfUa27FXK4qu8gRcK0/fgDy0Dfx4z6FswMPa8LfKe2okWPc5vmfyAp4+59Ev8bDtwEFusIVXfxL/bFdlH462XRa58zqsPkrHwxe/AP6vUZIBkbao+DuFlX5fHWtUIq9Cga3zwtPmb+jfMQ5X78U6/9m5NFjyORal/R8hzb9D6z+CO2PznnfwDOijF+Jb71QU+SpM2b/YvnmoL2yH8hAU7glbLf4qGuMNIr39c+x+BSk0pa690Qj4hmbv2PEdO6P5FVx4XqObMaQXNt6ykS15n7bU2P648XMFgyu3pBt18r7rvPKkl79jDlnp+Zt4WZRyoYXjin454GikIQEvxS4y187/Vben6+0jrWC86a1t+xKWGieb6Nz9TpqW94S8Uf46PhVm/jv9oiwuqtRkJcM42v5x+o052Jcmldsa7ujpq6cz30IaXLLazsP7A/7x3Ha/+H6fFlp83f2WhsyfSYFJgUmBSYFBgda+vokgWUxjeemE4MI1E8UjClwWKgkfYXkxYFEZi6E3YXO7UBanaAdrLQET6WRL/WLgsefuLF4CakxsPLuWnADLa1XrL+Fq6cQkaBoTueGJK9/tpU8Vqt9iUFgEMXGq+DSoca2cWESIpyFHvJc/cLuG3+peLQLJZjMzgRuKhcW6ONJXCZkMFWopeT+esdKi3Uc9t7XCDpo/SEXO+Uu91az7fqsgebW0ZX8awi1tDzLN/GnhG/ra9ut9sq4k+O3tZ8u6J5C4sq+KC23OGr91mZvnK5p2PsfuISGwYYSgQxThLO5iNFEDjfdCXMXZVLbVMtVH2qOn9w5LwB1MzHYLQ2a791oUmn/0xYCT4uufK/j041CHDn5C6b/XBDZhZ4SHMMJr4Ff717h16XmcFJgUmBSYFJgUmBSYFJgUmBSYFJgUeE6B4lUVhuONmrClCP1jbPw87/rOwx4+8jrwLOHhjUC2/cVQTiJ7WJQ2pxpeg2+42CNetCrB3JdSz6OlDHUt54AsI2w4uMHTn2rps3Bb8Fji6L3m9UZZvQsPX8LNEfoZvm+nsgpmPHWQ/5S74b181OP0gOJ6u4fPxttsQ1jpKLK5GtziKPwIVIsUfQXinqifjj8HxZ/jrYZxf++7OSAn73J+zwlAlQ3JJ28JD+5ey26jRHL/1qJZLt/4o8LoT8D6Negbhvi/6FeVE1QJz08H1/GN0FMsfWao5O+DNNHOGD+1rZZ0tv/P6R2e/8Xx0oiU7ORwRIF6dM/W6styuOBZOpR2rAdjF334KDBguU+phvruXaxxOO9UvH8XeGMsL9eejHuRSXCV9+O/KKfHLwYYep2i8Gnlb3IH9wLy8ntzVsmLFy2n6W22thiZHDVGwPh+g+e+MiLlWCZlXM/Fj92mosEOwjrGgz9RBLa044B8KZHsAkYZzaoBgWy76eVX+3RkvvvAuHFsqcj+hPLXdyTyPR0ERvK7Qkq7Rh+MJ2Cp0v0/wYvxY7S7XDv2Vc1R7gWcP2RIDSS6f7xUrljjl/edUNY79lQ/tlcsDhNHZVm0Qfw4CQT7w/dnq2xKWWLkfYawVkZ2qfxNka/xx/cc2tpHewyIaN9WRTe33fO6ohnWt6DkfkoaTcpbDWeNzM/21s08+Tb8aDhSe1N/h5bU1/VINIgYqiBjtStLskn/8W7Zl7Fm4SrO4Hc08uPfrTsqnVkmBSYFJgX+ginwLgWwk3kp5VRKMgtkseJ5p1589XUdM0VmMSOz5eTindzlnNkxz7z+yJkSeKKYBYf7MaCwy/6rLEf05qz1yKjyOt5XWkExykb5DQCVawmFPdpiC0KT1YLuHMjLV1nxuaDqLFhaa0XHKrd0gvfg2GXraBNjtSazLl5PhtFisk4f0A/xBF4qPC/8wlXap6ct+49kYeeeRC4Y7k6DVqF/0w3cwjS6aGQxmYUjeBpuKfsnme+e9pdaO2NUS1XbmT1jrMx+G3hmvN2N8MjYeMvcwpAHhotw6SluLAg9XJIz+bgprf0bAowww7QZ1TSF/BO++F0C4NbdSQQMuwPTHe4I62isRF2snjzKC9e7Qc6MkwKTApMCkwKTApMCkwKTApMCkwJ/MRSIoDZ8Ik0mhOUW49Xd8YcIhvUshJeAv5HV6LQ67VtvO8oGwf+5T+cBb8mdYXPlteSTHmGRDNuJ4ne3Yw9XPCGbB2wBdB9bSdLXLyPdfOA6h/ekBaFMo5hB+XvEgDk8HaLyB4iSvNB7R6jNI0qvLbTePBGCE8HAFuXXKbTyuv43nKfv/ojy9xdQ9f+jPnlTecP3JUOE1z8UdQfojdLusEOR3d67ocm9dax51aYxiiO2olJhHQVSD4ZHxsTV6kfbHc/w4Vv3Zt1KfyKTKTugVSc51RUA4bGv3B+3jPJmyN6joZ85Vy253aFA4eWJCKyEPDx7YLBcqS7KzIwflL/QP0psjM3LI9P35zXZ1BjfUSgqjwBXDPHLcxb8UVzvNDAHcvUOv+9DGViXCRygh7Kg2mMV+RVK7DgIhE7nne33R1HcebLPSOKOksow4Vu3b0Mx1/iXTImCZ2O/2v/IO1sVvfyrupOGJIN7MG8OP6Hfey9vlWhj7L0EgvdS5VvtK863hdDnJUdSRogqXvy/8lR0MhS3zkCGsU6bDIlMKvr1WLpALu1xXP0n+OP9yxiLh7nv0PIedJkXYPTjz3Yc9SIzjuMHhghbPJuztRzvUNG8cev+88i4Y65S+Vt9dC+CDeve/B+Zr19g8I9Bgt9uPboxPvL7RHsXg4R8H4fziwp83q3z1LDO786rSYFJgUmBSYGvlwJDA/YOJDITOGG7oOFjnxAzgvWcv/7+M8mfmJWRd6nWSVUGEouveCvitemEqffmfizclrzvOWHRlHWXy2KUq7FWcqKVuUKR50J/LGOvL8LGpKwSj/bE4guc3QuiFirgmpBU7cls/lro3Yt1W9RJTpW9WQwJgz0XRE0rzihxX1skvlBhwXchLb1lLMVRFq0WLVrxUdkLpZ/fLgtVSqv4PqIEBsxBRi/05F6BfV5wqaMzdJ3jmIUW/bKXzi6ZYabtMzhzlfi7MFhd9gr4viUd+bdNX2PtibJ/677VLiwdDHGF7syrI/17nrweuGXRs3rOnjobleqAPBwNf4JXr7DJrpevNC8LUsc3t/Na+JAFEzcOWlljCeoY3LJXSuwRgp/+3/YHhbpuzhx7t9LAMvVsHJvJr7WsfQQ1duAYz2BocbaH0S2o89mkwKTApMCkwKTApMCkwKTApMCkwF8SBVqIL0+jEuzpCW/C//V/w6+gBNbDS2I8E9i/h0JyMsXrxMMI5a97vBpOufih5qfkpW7zRMFCxsq9KDc/gg0ihDIeXBUsuMqvxRWLwqfhhk8OlPrp636+4s/kTfefoAaRp7Z4paqoKWUh1Yex91hg5AevpX5uOVnUA4pHQ8QmihU0OcBvPyd1c37XIF65ZxsafxSyW4y4j3j/bvFK3UmMs3RJ376+XmfhTx7gq6hW8bvZEtULfvQkB7petqpt+GdI5CI0A/cYMmPQfFABvEH24P7Nkt2R6BEClcH/cxi37hTuKtjsHMYM3uIaC7i/Z/pPPvqSPBcAsxUu966JF47IuPZ4bW52/wqawyA7xhTWpzxJ4J6b3ib/qjYIA1kJQpkDhvkdYtiubc/2VOFPj4PlBidR0ttHyi/sSwry7u9VnDJGFuUpdHK8MFJTOnUPeNS8hvjgOYrOyKOQWbjXKHKb4+Z7YGPodkLSZiCoCq2vREQao1+MRGBKF/o85CQnSvb9wb1l+SMKW7aEkx4Z79kF/JSXckXHKt/nwn1LWvokjgfKtZDN6M2vLC6KNg1GXocceZZyJiLvHVX+JjIe8Chc3zOoPujw0vfl9VoeyVFjJP2v8jfvuxEKkGelH3oM9LHoaQ22RXnZhj3SNwfe5SgReW7HPfvAdfk+CuEOgpntXUkcHSTKd6t98Yp15GUeyOBKDT2OfI+zld/Tb7lv+2ipMsElXcO72+Xx2vOl8Gc8oV7GkQ4p2doR+av9eMz2Dp47bu0bZenI/fX6JnfklJF1vtbGz4j6BD0pMCkwKTApcDcF3q8AHlVFueT5VuZMiyFD5gA+irqRaRwMBdILs2IG9ARm0svqh4k2nposjpwDnTSTuSfHc1iPXQWgQJnQtCbW8lLlp/tUiCsT/Fg4vgo3E39AVdb2JlXxieI6IU3Mk4Xlq9BuZHAlBxwXeWNRV5mpJwQadEldtu/OROiSLD71EJXx04tXeJnwncTXE/nrMLOQk2FgL5IsdrInsHQV91uwBv7Pqhj3szDWM9Z9gyCABgHZV0NrM/OcEeUZlHpMu8wWxSfnB2lH+6XZs0XmcxC37vT4rT2WqYJxIGO0gbErPK+U7rHDo3pvpL35aRsr9gqLLo4jPdq3XQ7oCmuKToStMoQV91y01b7Kb2UvlwrmyaTApMCkwKTApMCkwKTApMCkwKTAny0FVIop7IWZMlzp5iewLHhEyt6Fl6qGt/LBq3crIIAt+7iD/z0YRhkjYwXqKjs02BabQsDaXksYeKOE3LjXJt60GgPDUHKOommwkX1sSDdZVzOteLkuE28pPZSfVP7CWw+1DBUli3U03KbVdTqpRABdDIzdZ7mUvyjB4IllW31W0ZyWmt90slNBwX6o8SQ8DE+15otD57eABTvlK4bs/fQTeM9/5tqIXkWDt0AMH6ucImGp7f//tfl0+C0j4PcoA5UFqDDkIH3fVsFFKXhxFO+b40+4D/0DVKWHdXcNnl9L3U7zmUf8SNJkR+jh428YFfD8eswJz7/QRro5phvuKBcYgXDnj3DoV2l+ZN/i4085/x5jxrGOykZZjanRrKv6PRvTKzyQJRzA+YghRvZp9d3Jt4A2Bn9a6Sl/3c23x/e60pfPy6uUcbTVg5kQ3CqDqcB/FWr3vOy6/jq3kcqm/IbotewY16FgNH6htXCa3g2z2t/t6LtvP1IrRvdHlNi7/T/QDMLQ4+xQHqRN6xegK1sKfoYT5tvyZOhwlYuUSxvAXbp8MP1fwIbb0kqcrR+FvAYSKObdx1gZloYMJR+7pClZljFOvyh/RCm/pDzzyv65pIlt5G/ps4Z9mW+B9o4TYQuXeSKhuvWCRaa585vgGBRD82RGrLzi5btF6P/j2As3it9r7xklXk6fs10v1xpltcYVyEf99iUyIVd+N2xv+hz6R/mbdwoFMPLEGGgFLHQJTXIxfyYFJgUmBSYFvqEU8Gv9ISl7iwIpXrWZKJw0mTPCZN1ZBROL6tgowtg74rhnMcGCv/b5cTF7mkWvM0x31jOy1SRW09WWBYxMZaxVg3ctKAxhdCuVhZs5Kr9ntmGvd2cmQhfJb0uxBB2xbHYsKkIHyQMDVPsssCh+Er9Bl7OF0e06xfuIV7HM5BFcy1ITdjoKcHAOWHcS6YXIbXjV/y6p2QNi7Am8PfwAXk3LRCiCKeyp967Bkn7rupqe3uNcRmwPvnrKwvjFEpcF/WpIXAN6du9wZK8XPV7tZ1b0CeUCDWIpfLubz+CsL3rPnh2LJhdJ1UpxNkzSp0G/C+BZJLKIEocQxUU8IYkMcQZTdVR5TsgVGovRoQKKFWXsY5MwbqUs0ugPFPAH6O8u20csTRXgtDf0eX807V+Be6vO+WxSYFJgUmBSYFJgUmBSYFJgUmBS4M+QAhp4/xA+4sfwLwrD5SXhfFDClffiRzVZ3hF+RIF6titC4YECRx6p+B/5QviWMFHyL83DnOrvSFElosd7iy2AdkRrSsQvvQsHP2U9Kk7WfHxBeQ7zBP3yTI9kvPDwjNo+/QJb5S/huv5IFXBakSMUHyi6Jb9Q8XMJo68tA34qVFRY738KCKNMtZyi873jCK7B44nQqyj19ijXj9lDF25xMIfPW3/JH/Z15YwXoLxn2gvu+++znye4s03S8QsUbyoNoMrjqeBXfyK2Qmbxp+OX9PgvwRUlql3JlSp9+WWDk3uUgo8k+yMKNMpnD1NkGDs8xjdGXkN+0OPlNZi7K3Kj8lhmz9bjr8DrN8BU+SuPDljrjfYayI75N6YeT2mDHqa8n9s9+BOV7YgsxhQPvpfgj/dheb+Sz7dH2QT48v7tlVXkWmAXuIJ7lEFncATyfCR593ZiHOlCHZkPXrI4AaiQirxm0OoSasuDyjBC3PyrPVj1XNa7/Ug4diPKVd5z/Puq4S7vAWh8SEJxmH2M93hkx4hGEex42a5W0BiZC4MEDDSOT+53Tehw9sstmRNjlbLd92lXj6Huh6uw339TaVXJTPH4zXZjGKv4zQKjjOe8B6c21PsrdVUc8i3AYSj9wZ6/XOTPIXWT7t02cn/uFJrqMML7v906BpnvkL+W4texXt+zwhfEmatU/NqmhKRnnD4bOvbJ0uUn2nzutlyDn/ZJzx4nvGtR5OMgpAPXVmML0uldUfnLX0J1M2/knOY4D3eb+iW8VuG8NykwKTApMCnwjaDAxymAzyZlV7RMgkyOOxS5WYRxy/nhdQaRySgTybC6kklLQa9dODj55EbBfdPCkqJJ3XyYV5SJha+LFyy9ZGxdVmWBa733pJEP9AxpvdXLdsO+sDByy+L+HjBX8wjUfWMM/cKyT0/jLIyLJqozg+/VstduAk9lqMw1bT3EsxYGR8W1oFi41ALuWtnn9+yRJMfB2BO47hH6iUXTUatdw0Rn8cP5o0mLOxckWayomBZ34TVt74AJ3Q4sXDZYT7qEO+7ZTyn9O2jXY7gXQw/h6GJQHBzvLPrwAj/GOrP6JzTNc4FyL1bMUsg/28ER+mSIh9nUgjLsrAUeT2mLcCkaoMCDfgk3ZDgucMieQyqqFVi8p67HsZslJgUmBSYFJgUmBSYFJgUmBSYFJgW+6RRowe6ePXTxSH3CGy9GxPIw8hkfnQCrEN29Ovf7X8FP4QHstlDwNkZaKh3b4J/kqV5M5oGXQvmbPVD14kq6VWZkeegweFA9f3f/Aq4oAZCwn0yfw4y9AlGcgBMeVD5STyzC3qpATdQqYbwD74X/HrhqRB3l75fQGAVZPGlfQfHFxwMmz6M82H+PlvwTlEdxp5whypLRvhdhvPKAfq8wz+6r+UtogiI1FLZuYb9nIDYM4Shfcc9fFcBG9aIXI4No2jum7knAjMyCctB6f2Bs6MkeL1Rh8DxyDE7vBflitdbFQ+F5csC7NMp3DQcYh3l/Nel/pCJpAjTkQns8NfXAz16tKu+UJ3yWdKJx9r7Ga3+LIUH6JHKKfn698v5M9VOVjnvlkbt/43009DPyjoUE1b53vVNd0bOjlYjrkOP43YpjC2PKsM+km8r45LB8KVP1XI7nr+HO9dqPfFEgJatLk94z/FPfPT+D/tSrzCuySGV8vC/ul10OPDf6CBwdT/k+Gk6cF3qbLe68Z7mvpBE3GtqDw/7SsUPvZttnCHJlujxPFMLRxsjaBEf/RO6tp7nvh+1Yt+UGTSz+daTGHVlycI3cu2SPzq/Hg+0w2Y4azyUrV46KF70f44aRfPNnUmBSYFJgUuDbQIEv3quYjHUrLT0xOVyotEWptWUhmvtDeSfTxizKJOlU4sKLySObpBjIqRdi3M45k6ULG8+jpHOCUtnHIoHc+ywUsOxzTnpDOi9n/YRtBpeDVpniDlytm2PZtODWEzjHMenZ0ko+68leXPWsxZqKcCEHw0FZ4UHGU6XcCmkn0FtpgKTl1AmVaLfM1EHFcix3XYTrGSttXeQXMGl8K+3zXKZG+mIl6mISa6+jIbwNUXOotsrAuih7SXF/6v+ujXL+Z4F0gGGQn9yqqHYPCWEl3I15q7+7fMbCQj/rPlHWvGmPixQt8bSqgwaGHjnAVInf8z2LCp/sxespZdqkpcEAAEAASURBVITTHtv2yfYL7mW/YpT9GWPiZN1eVr+k/blT93O6WvCwE1ZuLfez7wnWwiqCx/gPnvYfsMviztZCe0CmlaEvNAbHHcrz7eF38Zx2salnemh1yZhTxnTCL5cXP2WN+yTTZFN5amiXowIFrtw3KePAbgl9QHnATZ3CH/cvAM/LSYFJgUmBSYFJgUmBSYFJgUmBSYE/QwrEA2+0S57lIF9zxHCWPVE/wfsYvlTOovgzFRVrHiJsx8NUkT1OaFd44+OT0Z5+TQ1fAhge3WfhE5UFAPqCX6nK5HSUKBSPlD0p2QN1sxVvlHoyyVGScRk+Vx4OYMKDIwuP5impPNb6Wd1b/4ZtTL5x1+1/UP66N+cWo2o9xCLFKFTIBA2pv/nqassa4vAKBvB2h/JBT0EMdlv5GzGCFIhRL62kKZWWCvpGjs3vLjfhXcN506QURYbw6fhvyD1+Ed6v+cCWxyz83yJQCJEWcM0neyPhXiNPkJ4YwG/L81Rb5yN953PxTRSqAeYweOngtEANtLOrYsfNJcX+A/4YD0i87OLp69100UIMvFTH+VrWcgaxLpb2cWkYXtX1GkNvQ3fGC0YDezs548yGkNF2NPw+XoFtvtprt/prv9WIAe9N8HbwBmcisGWMLWS1jfalx2TLsSoepy8csg+nz4Lmd4Er/hgOqLySHHlhkDiE5j1eqp7Te1TAc3fki7df9t9G8ciey4IK3cF5b4fSzv3Iq3d+sF/aU3Kc5bLAL7/X5EpGoat9Rq0JudQn2qByMUj53ktPn5HGwVMfnyhXY6JkZXqeIy9jj9kKcdvYlGKVm2C9AuSNJVXeF4dRC9yW/H1CuRg9WJ4/5Gs7DE+MQLDZ+E4r1+k+KFy75HKErkb7y/eDPX8PKLAPKkxVLkYW5lhVwjrkShRUnmaX7CKD5Uah34cF9KMn635KlMB86OkHItUlLDLv+4b2qRAGm6Vfmqr1/pKFNvkd3+FNr6xRb1lbcBKjMZfQvzWexHItB/RaiOte9p5pNLQu7v5dt6sLVRwBDIzoI+m/2dFvUbZTd7yWwcLqaEt5vtpD9AlbzLm3dIxd6IT2EhbftN+2myh7wvayfWZoqo3MHt6YrrUPRENBQdb3zzFme/X6JfLmmNSco1quWnuf4yxC2HHbusVjW+Vv2tWN6fa9EddZbFJgUmBSYFLgq6OA2sPPljI5arGbSdzpUHWuC59H0kAxqz8VsyoTDZ3jQqKtkx6B90Je5/YsmpzNVALDxLi4MjR05uOsPl8o3LfP82TyhfHcMaEetu7x+l58XbBKRZXg0CILEJktF14e35IK50z6UTZC74MKYUMti+9YtLwFNP10wNtWZuG4Zx8aQxJxXpbAjwAcOIQxsJ0qRt2DyvHkYsYxZp41rud9wcOk8ECU0wp0IzOD4vyoUlkLxPRzwTgxhrnZxe84Wq/etiyIWSDJUNre6rPz/k9YbPKEs8kgQziAQGKnpWdKsu8xjE557gK3BuIdOKyyxPhiXItKrlHGHxGIQC+W2tBCBsm0pl/dmb+TApMCkwKTApMCkwKTApMCkwKTAn+ZFCiBuF6R8HIJ99mS389BD3kRjIhR9m22v6E+9h2FN1I4X8of+N8Yj1u3PNead2neT95KfvGvNk9bwiiztc5hwbtxf41v7nwUfyXJ4+0J73vAsFaerqJV3V/+BJ62yIvrsUz4Zw3RY5wOFYpXvKY0OJW+ftY08WnRVjnHp/1vYFOh8RfKVKTFo/zuujbaGiUAYWBRPG7DY1pv872X/bQue8e5MiCN03e/gGdFAfwnaKQn3ocpHjR0F0ejt5XyNAqR0OstuENL5Qzw3IZN3uOxvDkyjpEznfautS+E/QFpyJeUPRzZX3aDl774K0F4fBTW+6Ti/sj7t8HTOnua2sX88/fzpEEPt8BCOa7BRilMkdNELmetd9ILWdkBr8wNivcDe3Enut1nxX1NEeijrGUYmkThi9HMlj/DuFd6pR2L7EblL0YwtOGgA0y+Lase5bqUjev6P9f56J98n5TDuTczY0znkaDE8xffR+VgyOoOGMnQjoNyTDSp4l7R88T5FZp8rmYtcG3E8PzFaUX5YHm6lyJefCuBp8+UGfvexTv7D0xRRtQrGOdz0ij2jTjYRyKClFGZot/9A9+8zI3S34fVz7EzwimlZIR8C1TcV0cLYKZJgUmBSYFJgW8pBZzdPmNyEmEyGQtTJxyVY1oNaaVmWubTurz4hYnqOy7MWejsw6S4T4FMhU9Vhr4/lYXaWHwwwXUIjx0Iqlx175ElyYgs6RYD6VLZPZK0/nMB+wf+mED5d90yawF68yQ2dlH+aoPNYjLWkCyYtRYc+7xQwU0Y/bDxSD+oqDY8los69hdJGG/CfNhJt/upoZ2OZRlGS59YPMA8aJlYe9uqUIcuA71eTtm35wvHNY2F61hC+R0Gjf44YqmmcrQRi+eyi2OZhlt9csLxyGJtQ5/sUHhvXOxBzYKvZV/lu4+KA2YvfKk/CmAWxY6bo0wIv8cwAwCmDXr7WsVTE0JLQ3NxiMcwoVd2eqXnLn2rUpmH7tn8WFrTUYbId8pQ2lpsOj4Lj62W60tal1luzpNJgUmBSYFJgUmBSYFJgUmBSYFJgT9zChRfLL8uJ/Lf4ZB+wFGljDyJHEwJijkZ53X27PcZf/csx3JjsF7I4f8Ep/J79npFQakSERyerI50Uv7W9fVfcJb3RhG22fwQ9hieB6Wx8Jtt7HJrmYT3ut39/KVj59M3Wl5yS5jqHYqqwJO3SmOaRsVX+Sx8XWiytNZa+fMh+VWw7H/M34/A+zs8EUYpjtbcWdcfr7zkIduLCcUGfKa47tlL1K2QNiiWthqnU+0J7orHbEb4RZg+EDeSMglGSHhLFMBuhyT/qwylk4rPkTu3TnV2jvNjty/0hUfVEOBAhKxNeGO8XM1+An9e+MEr5RJ6M6p0P+5RYDPGiy1/DcuLiloO4G1CbB23eJ+qsD5K5z8xNqQvvLdd3Z6sZyAerG+UjUE59D4cCL3NuNFzXDnbIiM5q+P6RXm8N0k1CjDcMLgzRqSOBuNJaxmL43iVCsb5vdXjG6eODN9ZZVpEGtgro8BQnWvbYe2vpc4hDgeUcjsivX3CIGMX2vu0c7wG6SOei7Relb7L3+McBTBypvuVtdAjoYbdM1rPcccO+POn/CiJKi5TvzOX999y3fLBUvrZP8igUHyW/AjP8kSEMEwy405c1mPf3BkbKngJF2x0RfcwjtcvRhA8txkn5S837kqfqw+rfUbJK0cJvJsJwa+cUYcg23ei7RirtCbh3HEmoZPrnbYNdo/FRjd565SqntP113BGm3bIEo2UsOWblygB9CuSdZARPxPHHXJg/nbxblZ5b6NIyztPnos+rwzzd1JgUmBSYFLgm0yBlVazP/ofPbk6AzpJDIVtQmhYx2U95/X3ujhWtAsFVfyqUGMSysTqYvRjFMBLFTlpfFWOaeHlgkB8Xbh7FNee4Tm9kRIORAteFoCGyzqyz2v277BMGnl1hXAD4upRJl7pqiJTha2Tc9N1TNTL9arcldOit3Q1TDULTMMGCyorNOtQKarCteFeAfLsFgAETN8fdzBBNPXIvlF6LJ8pb5+Vu3aj2yXthesfWKmgNjzyzv03qKoXxtdArO/1AoYFtmFNCqahtlwQkRrOI81d4Dd+Q6EcxlIrOsI7B67jy//me97/dQu8wjg7XuiLhKDR4tCC0uDBZHtTzsU4YFzkupgDdDzJ9VLm+WmB+yD8mX1SYFJgUmBSYFJgUmBSYFJgUmBS4M+EAvIrCPm3eKTu3I/2bzEQhheRr3sLL/IqVeBV5LENe6o3LQqDhNJF6VTckvyPXIzpZV5IXs59G5/05typkFTcMWBb9MOSShG99MQVPhde6mBkJ5XWSdZ5nppug9tcHqY1GggbspqoWVG2azgcVyxUR9Eanvi0hF1O6ed1LEBzIuTOoyE1MgMUk8fs66rxr8+aF13nTWHyvkTnc370GIN3FF0xEvirUWPTYcB6+CBu8sP/gcLiN/zBEyufsA3vTEW/oovKuS0GDkc83Dd4NUabs4yvpt0rFTadIl+gjIbVX+C9efgZRusYBoQiNXbDyr8C7vXH9kv1V7bxwmPW0M9HjB009y55zbrv7mkHeRRCqLjGeP+QkL3grKyF+2VsMDDrIfM6onflqPDoOiEY4c2tqlRO+d5WG18FMuQ6euMfInNS8a6M0L5gHOa58D5Xsm8lyvhjTB0Of0+ffJ922JZH6qUNhgxnz2g9L9MGADhmuxdPW3Y9AvcteWsMKTLKtmTZNg55mQpu5FvRC/bYP+sry5Xnb/Yw5lseRbB5/Xtp/Cyw3oLrg2U0ZmgjFbdwQ157cO91vmVtdNB6z4KsocvA3+h5yh6VE8cowgYxzhr/Po5x+SBmnyV7nJl0TjkoT1feq5FOOpY2KFO3z0h+X5kf0jZ+s10gx5kmBSYFJgUmBb79FECbWoxcNcWPux//Xl68t4EyRsITruyYTIehP1Q+weAcmGyzt6kL1bKwsn4n3XPFr3g44YKZ4DJZlVeui48K3WyeD8LbSZvJr6Y628C+JpiC7qIA5lF72VrlaxN7FnwqQM2Mp6kLIPd5BWZCD4fePnsslaIO3Fx4aA1LBe5hs5P5ZEJ3bw6TpOrUi08XM9LRR30v3qXcMARSJnoWB9JcT2tD7xxV3NP+3rvobkWweIGjiz737jFtjzDjKprTj+IPcXqhlBxX+vGMzjKwlnHfCvdpZoF/IAyN1t3AcaS9pshsO+Tw6VoWY+laTLnKaeAapicECkIP/9TCkXFMSc0ItsFRq1TD32AnncFVI0zgWjjbF7Y8DFeYW57DiEbY4l4rtpdxKJN0ov8JhnBO6QUaQh9fIfdiluEFNXBjzAQv8eMptG76nODNs0mBSYFJgUmBSYFJgUmBSYFJgUmBP2cKyBPKYSbqkBGD4NsOKphUpBp+Wf5tzX6sebgzfm1Qqe+t860IKF8i1+K+ufLfh+3/z9VvuCePSEJIX/ysla4rztPxIw8D1uFzvtj8tz/9T8rh0YnMoXiycD/htSxQV+vy4PAS6FW2E3clvyx/rKD8S+jDHp37/ZAUgKUMICkqm6XdKnBPECpH4wInuCitjR5WFKm9TIUixtXGKreG0+fPW1VPpCsQUFZvUKaqXN/ikXcIP4ooCPxOfOWA0YqRRnJ9FLe0T6WgJyjtPrHvL4o76W0/tEepxaRrZA/30LfpM456DR62XwIXJTv8atqjQi/0EPpj6aTQkQ9mjEch8j08zAmbvKUdNdAG0KbrK3Ws+zdZpfcfNn/aq8TDG9XBQHuk7J0QX6kQcMjXtoTFVqamYcb28CPaovLUJkho/sSr6fkCvTLmk0fMgHlgf9anf4fmjGfq0ANUMIch+2r6XVdAvq11USwj57AdB/6eVJ5CqZaN2KYX09I+FVXuQwz+eP1uGSPSwS3NktKv46XkxseGs7V/Hfc6Y1gb/YCcMwYzKrLT6767t74x0G7P31C+bRjvRg18Ep5jB8FRTgVPuvV6Vo6P+K0Rq8wt3sz2y8GoBMrJSk6YwbEaW/XegykyyYTu1vOXb062lXMg2Yj6KQTtv9X783FvyGvtd6yCTJTAtIVogCp/ldXq1VzJ7/U4tY3KhhMKGc9YZZt7DVHMACzl3TZ75O/v/6ltwrHOrz7VO+sorAiKhu/u70K6o/uPd0Y5cratU24ZGX47xjgGVunsYnV/nk4KTApMCkwKfKMpUApgUXzHYvp2Cy8nOxcTxeCVFrJnVhcSl3lrWhX+Ms9kkeBEa17LMFnHq1g4wD5bSHDrXUlloknFNRbQLBJqH1vvPcfVu5cpiz6QrwUBCwoXhCnL4hRv4FrsSZP3JMqjVHaiLoWwVl1STPr4R2q61VUeN+X7Vo7Qz5JHGHzbGsbi4CKO+zABofFZgTsuUCaXxZwLY5gLV0VaN7cS2PGwLLbugJcsRbOir8y9TI/jQmvmITC4E1SaZXgamJ3yzkbY4cJW44gl2d8P9JP0hpYyMIYw2hLKSOrJ+McCMjja7stELhbaFOK/PQFesSwXHsxdxs5lmUevgSVomKGEvcZae+vYSYhq96qGSRkgeyH7aA0z/6TApMCkwKTApMCkwKTApMCkwKTAt40CcgGICBCKbwmhfNzqkYpBKtqIyIThRdQDP8QXmf1mkjdxyxy8Uwn9vHVvRfig4pktKE7NnXgtr7ROzTsZylcPQiJO7RTqkyc88Lrsutyd54OvO+VGGaBiI5564Bxe1joG333KeHbWnrtPZ/k0FUaxQvjezQavQWgfj1/aW16X8mXn7b+mSD6raH0R2YiyF/eh/RU46+E5DLDX+a6eX9INOoeeZrZ3kI+47y/jZLtFxgG9vZsIaBzXiuCr4K/dVJkGRbYo8xJC2ZDVhq4OcLlp02X/1927fuHvZbFVoB7dYgmaH/VcDv9dEIr/te2P1IOsJDB/R/hy6JwodY6HQUOAHsLbvzZKXm9FDPZ34L53r1/2l0UOotzG6GH+y+tpvXVCv99oh3ki82BMP/2CvnPfX8aLApIoTn2O/ALvgZYLtCL4pCB7HecXc0QJp6GJshzeWX63Ah60erGcD8ZYjLMCCtMjzgYHlHRpbbf97F27Ce2NDx2TvE/Ut4tjAoYQ7mFsGGEQOUlVboAPDcAf7+WtHvoYPiSl32r8ZMyO4V/fBeob1zcgv+GR9TluQT7jAllrlKN/zR295X2/HVuF16kC74kQI1C58lHlL44vkfu2zCuD7VTk2VnDvDFen5V58EbapPeyO8sr78PwgH6rd72+3/2dLvqKk3JW24BilLZlT2ZK1ftg3zfejUtff8Z2dFU3j/ahBl1883YaWfDN0OhlfBh0SCodgPOBXw7fIZ12TPbl8hLlzvyZFJgUmBSYFPh2U+CLhINgWsgEFyXw526Qk5CTolaoTEqxIHPy5ZaLH09YPGfFxFVPOwujw0K0Fp14aOoNmUnc8Cjlqfp5plnD8DIZUre4n0LyVkuovJKTfxZqfeP5MXsC653L5KuFYpThocfzvPfc6YW4YW62sbYTB6gGXXZ6VUPPc6vecwot5aksXsBWSjvKelSlr/uwsIAF1ywIVFqz+EEEwFFYXr+SQKf2upEhgY5h5DjH2ja4ikQUkOe4BeoteobejJns4QuMg60FFIuXYjyt9zZu64WdSupY1EK3o97pKqV7ADaYO/q4s+aY8o5VqaXylzYq1HA/aCwJ0+JnbfT9sB2oe0cosS10NhyS+/vI4HWfVpjoZL/+8wx2Z6u21gIf/OxnGPcwUFpYX7a7i83jpMCkwKTApMCkwKTApMCkwKTApMCfKQXkQ+TN5dP+EZ7je7Dc8lvNHMi9FK/yXgIY2Wi3RAP7LVD/FZAoKjE+lgmrfRg5u8IirutWlC8ftz38HVGW/gc4Ewo3PJd4rnG9DagVKktTrUTeb5UOCM2ftngabn/B3V/yHE+9WBMrx6i0wOkbV4+l4NW49wjeu+M/kwtlRJjXUefShqsA6B/ac4HfeU7g8Hy7+x37//4CbtLQuMpM6MtWsAVG922XvuTvV3Qj/4EGRs5wQPGIh/hWhVfzzXoxRlliGf/WnnQF/4y+davaQl7puzX0LcpIaSzPrBF6IrC9wtc3qFvH4qHBS1mJIXpjnK8x+TXg533/DO6QC0RORb/tduxdvf05+Lr/LDhHawdtVaRGydcQXoHb2S6Po78r2pvjDeUvtM8exnnWBYS/6rO+vT4O3NM/yE72eN1vCDu8RUanTMghIv49THxXT+lyfIwnljPdHJNVY/KEPso32Nc50dxs02O0UXaRb8YWr9nsG66Mg74M7Gt9KoIfmw5PyiJRrLF/cQxQiOCmCCeSwrzPjUfT0GO10ydbowlE+UvY5ygZGf7Bv/B0+PB//NC0BlePP/xX149yYFAOiFIez9/yzBYL5W04xaxqzffOduo5Cv5GDrRfdsonV/3Zrd/3OFnB+OpO/e4qJ9V4xUiCGDrh3bwmaX+/0yQdJFBml8zW9ti28zGaLl41oK/73VkedbtfeT+W/O86oYciD1bhi3NQIm8qf+7XUzcV2qLnfEKN2ybeJfQB5VC0qrzxbfxXj+bppMCkwKTApMC3hwJflEerSk2ncRZdUQL3pOYCaj29f1TDgJ96nD6pE0/QHZNPrDDDBN5bjyo1mKbgrnepUzewPWSi6nb0cuNeuJ1vlAsJnBCLKdH6LYt4J8GdXqLW03V12SvHxmnZE9hFLtat4J8w1v2cNr0t0V8woaqpE/JKRfOTk7g12Ig74fbknlWPpbUApzTc9+EIvvTREWVrCG3e4M3la2nkPcBkbHb/FmyOMLoyr63QvBvHszrpgyN79jiWbKnNTKPb2vA1xMgeBbSL1qhdGUrQLowsMNnvKpaor4M5z7HCMVa5LMIMRaTVbkL8xMv4BQYqkHpcuVjT4lCmgLJHrNqBlT15wlDa4Lcky/lnmCThGpobfNz3g/ezGL1b+L2lzllmUmBSYFJgUmBSYFJgUmBSYFJgUuCbQwF5DnkCeUl4cgTkFa2JMMpP8lk8/0iRwJp/9Bz105GwucfdL2FFFLJTJbycbM7ryUzwf/LXKPTcC7X4QvhAhffyY6nDet6T5JWsy+2s8P7VoDl8vLTzftOQ01eTeUnB6zubL/CyVpEauQh82fuS7fRPOY40+M+h/P2Se/CTeIHxk+f8JB1jcNxXHG/RPfwtGQ4ouzAS2MqXKhtBblBbe3Ep+IfSoF3GBYbSu18Bj7Ggw0Bo9DDAi9q7bzjK46Kg2x0cJz+ESnr/2eC31xGFo9uc6V2NjGODvMTxyLD+oDTwD+011Nd4mz2X2WfWtkQ+8FBNjmWbzBGF/V4Zw+7n9Cn1KGPIWD4BfBYy+db4OBW7cUblvJs79pQ9Yty+M4y1DgfLe3Sj6PJIwwm/G45xQlajQD3ukTFF0W67pNm7EV1qe34i/HVy/1gNIv6G9w45ktH5MgB6XPlO+tcJ/JW7qITbGU1Az18VyeSPU8x7vwNdz73H0R7f48iX/jvYqiAd4f8ZK4syV7yffZxtp3t28x1Pu4Q32pBxdkmve/F6bz7rhe49rhkvuzi3aHTjnt9+D89T4W8Z+0dvbCM+KCd0rAnPPlr3Jbe+9rSmL/Nh2qVhlMp6v8+819niz3fCdiHzpH3Kjt2iMU4wPV7TxmQ5b9XnfJ3Oa5pXkwKTApMCkwKfgQKu8Ejap8ncOZHxl4nRSaT/Pm6CqwVkTzyob6O0dUJljxQmm9qT9flETIaT4bEXpOz5GpxdLrrosh0sttinRIsmciTfrZ9nC9qRuS2/6lJLMadJvYC1kvICy7GEPRKPolnoZZWrBUGa1wh4Pyi50BPef6PNtc9JlHlZVJjhNIFvr5rINkBgRNvZ11rYSgMn9T9gneuxQn24r61U6rVaQhPztD09VfbZrA55knFAC7PlCw9UiB7AL9ZyHDuftd1KCS1ChjTbRpN9SxgZGdwDnrAVegUahCDkMksWHZyQzvsht+rH/KTsQeN5GsYCh/Pjnr4RTtZm0BoJwotwxgLH4nrZHvA+F9djlLMwWFpy8m7UOJHhSrV3/6TexpXGqV6OMpfx6iI54KIQtn7bXqAb34RlRuhS+2L9jnaVtWKFqGYhHkYNmN2RC2ajXxrf0Kj7qmhn1n2kK7KN0k4vYDuIvwPW99LjAp8F/DyZFJgUmBSYFJgUmBSYFJgUmBSYFPgzoAAcnWt+eJLtE7zjHoXM7nsoDv8K3k9+QCPbO9Lgq5acZ/wHdxeeCF5DfYFJ5TIeqgfCP5ew3VC2Rj4aTAgwFU6v03oP0uxDazQolJFHtstJuNIv4LHkAyl04sVPMLIv6xrgOG++58ojWVRwBIaehk8qf9lHVywpFL2wOUb7mj/OsdsZCBQjz0G+TcUVRsa7zY+B8v2SgRgFzbTAqcviy/t8dTyj9+DvKOu/JOi2j2fkr+hXBP2KBuxjPaxBoT29TobYDbtpNeCM27lLndlH8qACEgXwDu85GFdpd8rNme1MF/bdhtl19NH7YAyd3Ippixfqcef+uXj+yucCpPYaVh5TMJbIcA2ij2f06JseCwfHlDKCo0by4L8xstaTRg/27EK1XFsqnrD2uck+afgLHtyGl64wt/9GTvYrPkBnvO14UrUu/T/gBNijP03LwlW5zE7DbbeYwjufEci/EPsc8BhHC965fiq5CG0IVRKZ7N+Q7qi0Bgb/2wFEqP6PjI77LZ/w3tXU9LnysMZCwFGv9SAP+oTneJTYbDsWJ5DqJ24CgVxX61HeVXKtGDREcer3g7FTAh2ay/gWdar5fEngqkTBWWcB+mK7+WuqpT+QwdkrKt2Mx9fjr48xuIBWljYi3IaIAlu+J1HCBWkovxI6SYe8X4Men6NZhpUOXL5NW96Po16xyIZUZrvnr+9ee/7293cZD+l36a+y1HDtKEyVMSlfNo1x0aGr60NUj06/3fenOx9zhvwN4mXoM262bA2Q7Q1U1OsFvCImnwLwVh5IW/HK3kY5SmRBxpbK3/6ep2n26yg7umWF7gttGXRYZfzA06ozfcM3Qdmve1OXTLNkkOXcQT7m1yh9aZffLreCi6xxjU1/O9b3Mpa98UL7zvLOi0mBSYFJgUmBbxoFvtgtiwsZu9NfhbdgbnCyr1nug3GviSMMnROMi88sgLBQCh5W9/rkou7MsLrZ24DfLIAbXxmrZaIS3ltT4+HCh5T9YlmyeYFCTkaqF6o+ziLn6qTJs9V992DQCjd7/Wjpt9PKdeC8WowE5l0/Jzyd1E21h4v7ddzJuC/1uFg1gYhjxAUTymQXErZVBqqY8c6XzLd/xqIn1mZwoI6t/eEPLOLBLXuL3C5+82nomsEAXPANYzuWYwlHc7P0eFhtSRhkF+KstiNvcAEF/fKqrPrvHojJ04s90QGICvANocniZcutsjK8hCYu1R6f5B1kf+OjVsX2Zazb7Vdxe6APBLZOwc33xn5mcYgV93Yvu6eRAgv4WD6uC8zzSYFJgUmBSYFJgUmBSYFJgUmBSYE/LwrI88OXygsc3ReV/UVRBlS4y+Yx39niNU8kT8X1Fu+9A+FnPx0xdIWlGWqIByqCwZJPPfwEboaw1US/ircXrE2lD8Id3ij7FONpuAfX4pHk1aodXdtdx/DTquy+S6jXH0N39z9VBiDS78R3obGqJ2CCb5QyYYuFDZE7D1emS1lPeN56dPFb7RXvLQrUnQpI+dLAE/Ya91HXBYQXL4Gh0mWDB6H4Gm3MyFnX8H0Rxs0HjjV48L2RzX4A3f8GpZYecmrF35FQphwdD4TXPiLXCD3OwK1pcvbgwQvlLyWL2WXPYvf/RYHFv7uT/bTIMqA3tNZrOVt9IdiqLcCeQ3N8KF7rmp4bDDwvc+tO5BefUGDv2V8cRWMAL++rJW/RTOWvz/XKNGqZindkFtEwnwG5hcI7nil3sX7lMap59ZRFmZiodsp4VK41paxm1Zamf94XZC0YORhFoPb8Vc7oN4GyeW7Zryp1m8A/sklDIusYoJxJmtY34zp1aZ/vrV7M7vtL7oxJM18Y7nDnq0/ODeKSPkHihbd5tj5Thrvupj4n/3FPXzz9niHley1tpENn4PQbl6r//B4kEiSevvlWqOA+G3/OMSbeHb3NDdWNzPjUr/alz1dj1suZJgUmBSYFJgX+LCjADHf5gfe677mAcUK5SOsy155fZH/90jr4Y2LWIziLBsPxMAFfs/B0XjpNVJyjuBJC9lfNpLVayH+QErgs3E50OaishWGI5ySTa3lQu5BwgXBngo7ZE5jSQo7FGfhrhao3qimKuZzd/yM1YqXHpJ7wH1q9sTi1lifrhHiXjF1bv3ULl3Fh/9rf8SZmuBgqxdBR2QvD/XxVNEv96+mSoexcqQfFrKAP7v/EQkUoWy0otfqOUj03qogZr6XL+1HIy4jRD2EoKBfmUaa9Fz3XAHmvrI9tzyEWjJaxj2U09AQ2ix3UuKgwzYDzyV1JRfzRRWTo+GnzCfqqSF8MMQAn9LaojGc011rmWZN7KG+eYHbE4RNMU8JWcXgtvfKehmcChoIfQ0wbUklGNqHNXqXba5XP55MCkwKTApMCkwKTApMCkwKTApMC3zgKyFPIj8D/hH86qJD8CWiiDIhSsvmeN2B+lf+Q45Pn0rj495v97mfU/C/wqH/kWlzgQcL0vMxfFrdUcOS9K0zp38E/wseoDOo02taXbzmWLELe0G2WfoN32JeQS6WNCsqCGL5t4Q+5txZUdKXL86J3lBB6LKM8OkDr8noetG66LWUayD19If+qjIE9OFGQfcKjdsMejypTm9+86i3aVeQ4Gtb3Bh5uB6VhwJHww4cof+XbNW6mR15qc7clsK7hX/y3UcP2Klz8Q6FkTZ2kb3v/9r27j+IODm7n5PjeQfMDXqeRZ6xwa95buN2vt2QcVb/vDTIht08iLPhOJap8/kfyzgv+NgMFj+8mYXlVwuslWnKzpus4nkh3hUy8N7YbGu8Zy5uD4YdRAun5eaOcqvj3JofI1mhmez1/f0Qb2Kt7kdV1G5STvIxIlNE4jmw27hn+a3D2u1Gp+/Dl0iPjuw/UqHyJMOi7re+vBhx+L2us0UrOX/h+8SgR8mjDVuU7+0a7d65NbvyvoXfr2bX899+r76iK7E32YXb/dB1y/Jayf6xNWb0nwm1cHC8JjewWcfaDssfIusw10kXZvv3VHW2fo9e+8dtlVAvlXQOD8X7lyrFIFIYdylFlgSVh9okwukByfoN+Vv1nv/EXJ6O02c4jxeAIma0OV3xnjbTgmNPhq955YVymfh+vPbvMO68nBSYFJgUmBb4NFGCFdZn42Gcyd8P4oUhl4nYCjLJrMACXpd51vSwMivnMmsmfzLNaovVi6lYt4u0i2FWVkx2TlYrZlGUijwJNxeKYCG+Beu2ZiwPBuF9CJleV1VoBOlH6Z7pnshRn/tJ+J2NDrEh8/jIbC8O/hincB5Jws5BBaahlnik4etJ0eAV257d9wc0FlNbhHPEQzRjp/gPvx6y2paNthcUjfBQcdaEV1Oz8xlF8V6nr81bjt3pc9HIRS/l422KNG2tMGJu4bZ9lfn4R+NAuSm/G1FB6u1/IXou6d46hhJQmVNmWvtELupSvWOFlzILzlTYdMh5kiHi+Iy/Wrpsn6OV1Fum2FXqarpSvB6/9Vn+ohN9gGa314/YL2EotOrHC9t3qBf9rkObzSYFJgUmBSYFJgUmBSYFJgUmBSYFvOAXC98iLIRQ/oMhgP9rDBmPQKBHfwYe+1mz4Rj2sPh1+QRheQipTX/ia8L7wNS8mpRLyPXJ8CLsJQ7zb8Sd/ZuQihN1lWv0igAcfyCtb4/+CF8LL86jSBr5avnXNo6/502s1NH/Js6N7hX7CY3n7j9BAvkuZi7zvRyQVUQj4v/gST+V/Aep/SiroBXxlDG9JY4wkFHP2zfwB3aVxNIbNCd3bQKWJSRkEfy/ypI6rU4Ibpv9QpG5VRuIVqXKicX2Nricw188ob20aF2wT1hbPUxSoactNHK+BCyUpP44aBYDz4QhfriI48JALxXDiWvm33StHA8egNFd5TSSxhSlf0fwmeKlAXnDMdlTu1ap3+AFlqngD+XOlknVQ7w6DAZSmG0KeK/eqkMD9Hp2PiRMuq/YFT96VeGbyHmoY32Msz06lPvascStc/L6U3E7PX5TZtmVFP6Vl9W04latICr5/4u9YQWnKn+9nvZVVKkU/98+aZtAt7UG2537SeshmD2NwuKb8DWqjfO0fyxjyveVfHFeUR/Vn5lmfND0+dwMHfPCsbdLsN+Y295pGPtzoVVv4tT3BG89Y5F6Jypht1vg2pw3ivcb9870rwenun8Kp5mqV2jjqYBhyUE67JNvO6OR7quwxSuB4AK9H7MgsYZ712QJonkwKTApMCkwKfMspIMeR5DTWk6GTPbaY/NPbUyYLRZ+WdoZU2peSdVlzjvIfcVA5V/tdsMcsE1PxKaLogsKJrCa59ZRbYYjBF+Rdi7u412czoTq08mQBfmQSPBI+13VZe2y+T4k3JtuENXERDWYJmaWlHNWEkavJNjeu/SyLCfOJmjh+J8xrFlsAPai0fauyMQszYIeI7GUh8ye+1LtLuOWiYve5tElKuXG+OkT/CD0tr5eoiu/QshcSB/f6YJGVjNrZNcAVkGenPfzA78g+P4atZuFZVnl2lp63RZ8UXS9InuE56J0GaTRQYa+Pe+CyocfOhY64owg2y/Xx2zAc+yS8YA9h9v8D3PTJ/h5w2TeEut0LpRZIMux3phX+2x2W3nraOjahVUJ1M1b10Jauh2y+THURCHgEIwZG7u8H44BFt2NtZ3+otIX2Wu++N4WhBKYMZnWn4aCxxpYeGdsv0e+9Nc/ykwKTApMCkwKTApMCkwKTApMCkwJfJQUUBauY2W1+CNOhEFkFh/wu/Af8y+CQ6vqNiA0WEb6loOn5ZuhnveDikYS3WQyMqa28Gp9XFIUR/KGKBlmegwa1bosDz1K8U+GcPTa7eCvrBk9Vt9cC8s74/CimIAOOf4JX1Zv2t1z/qfhI7oefXPg7hewFQ4H8edLg13ZRHLx3MQSW1u7hqkH5oHWOq5JnbN0lzFU+Tou3pd/EF2PhPx1+Tl3wigoqkqyj0xngvnnlOMqEh/4ONEC5uSX0M56C7i0ZxRG/C4kX/LvcGmT1+/kd6AJ6ymkO2feX6FOJMiavWzltjzz8dd59De36eXkO49hAyOcdoc0PkSkVTEtEfpQ6qLJJdRUU+K+fu3WZYWIPeNGiAItiL2N7KCWXcXEV2N03szeuY/7wd9Dph5ClDByUHkiXSpfH1VgZeXzv8l7Bzx83v2PcobhTPsb428WY4d4xcTfqyRi5lgpxZBt6lj6h/N3s+cbkHWm8zboeH935PA9NfWrIZORZ7stq2GQ9NDX4IKtfq5xwUI6i3KZlfkL+kAQd461sXygnUQmvwYxODOIYlNftsdZ65zd7PWrFGzpoKPD074xDxgz7RdsnkZuBd+P8VvEfwF9P4F9JXEv5WxEMkXElspzPR18s46tK5B1Mf/jccU4b9GK2T3JfIqxoELr0tcf7vrtV2xt+g0OPgfF9sr1GBTSkNcZBfg7PP8+lCNUoQrnfgePmoEe2Y8h2KuvrNjRO6ey++BqPjK80xmiUjEm961X+xpkDtOw/xxVy2mxfYHQM3pt4/qaPG3XbSVr6e1znZp9f0iAP58+kwKTApMCkwLeIAr0CWKHMx90FjnfGJKonbXkAj4Ujy4NKTggfOxmoDKukhZJLWycpFKuuhM4WESPbxSEMQmCowAI7ymz5c3HlsfC1jd2GCwB3XZ4mwlLQec0CDhyzt4wLBRaGy+LpJsymny3X8k7lpf/BO232ufh2vpvAnj9Mm4UnPaFC4AjLxapKzG7L86LP75DXRRO4HV1kYEm3dxXlAtAVoWCt7xFcxQFo7jcby+qE/cI6zz5fL0wuYfb1aB+ZT0mUgFCpFnwJT5N7LLptxKup2mpbalHrnsAuBIGs9TDlM54ebe9ZvfQ3zEP2GjYci/1NP8koNfZ9TO97EaOD2FdyAbNsmOZk0prZsSNmbxwrobflGYsqoKNEx8r4INP2XzDm0CAe1GXoQMaZJgUmBSYFJgUmBSYFJgUmBSYFJgW+xRQw2tFuq3LJkMQoAuB/WvFWzYIveG9aeCb4FPiKI4asetRWBCP5jnvqkMeRN1O4T+QsvO/KA0+j9c+kXMDYeY+H53FLuFmVOIlYJb+0xhe85E2XNoinqfN49B6iF3i/3fYf0IVAZ43f38y3Cd/UdSnWQQYBT/3p+Ctw/gP1qLxobtK8nbpM49f3XzhGacRep8d/ApxKa2UIxbtKicdT188xPL3RulCuJ3w3/Qu/ew3rx+uxhHUhtyC0ud7tkTV9YQjUK2KwVysYeDMmdjhH7A/sP8v+vzFiT193e+6k66v1VYZsH7Xn3dQ7H8JsE6XsovB6/IWmPHc8LmPS/IxfjLqPGF4c8T4tI48LOB9+qSG54/CvMHT/B/pBYw2dCe6UWehskHaoeMVwXq/ZJ9tgCNvRH28bhHe2dNRhbuV7B2RLvgMoFI/xJoXG9ImGBm2kUEpvSB28/FHRazaU708oTTWsx9GjHjtWPm60A+zllLHQY9hjjw+8Ru0f3xO+rbpA1Hv5Eihlf0RtwCCmnBg47TFnEetZX3svqWn5v9l7+y5HduNOk5lsjbyWLFn3WrLn7Nn5/t9pz+4/OzMeWbJeLNkaS83kPs8vgGSSRbLIquq+kg10F5nMBAKBADIz3vGFxmuf9O0YnJsJ3Zi61YPzZtDEBRbqtyW9ayn7jidgyOChjl/H15b9uAH5Lr8yj46TP+ZM469G7qgBxTNZGcTXbIPqpU03TlCMOlvOZXiB4SCsdzm2TimvjzIoMCgwKDAo8B+FAp/KKNqGc/VFzbUwyLwIYtTUgLZ5UfSXx622T1Gq9oCxSbw1Tf/j+5cUHJNvKvo/2SvFoV5OncnaMhv9te1LUcMqogQvRV6S7OsgQ5IXPZLt2+3Ap/4FMu0qgnVOf6b+ocAgrrjVmTufTWhlnMafVqphX+ikQeLTCNY3F/CLh6TsHB5gxkg77+7j4yiKVgrTdXzOFFwyAPW7jJWmgoYBTnpgIZEGSXdsmHMpHLqEs30Fc/uFY3FOhGUPplueYUQrXheQHYTrrTF3/dTp+xJXcEpd5sM0LhwvYfDKyGq7zqi/hOF4vC5M1gzzkD0zoGXSduFFnPvC9XRWbHeJx1mF9Ueivvk1oXSZpCFGV4WavZHQrZTnoT+KAjVj/Kobg/O/Z40R8063symhUEr4OxHKDcbbvhwHgjEe6gqb7h2VPbmYkdNkvA3yaDUoMCgwKDAoMCgwKDAoMCgwKDAo8F1SwIg2ZA8Ev9ruBn7f6LxEGCJXIDd15+nIhh+E6lHjGdGHx+V/AvGXGIWULcohWBdjC5JMvq9+aBBS8b38EDnFbEVGE2IKwmg4t0xFbxNWNFJVUX5XRoyeQH3E/p8A+c/IWshD6BVikIsUXfWr3kn+y28uleO10ptba9EWXcanib1P2Yc2+y0Hxqldl0tv6g8ilwJY+XYt6k/6b/Z1xbi3I5p2nwg99AqrEO2Yqi92211bv3aQqGvkwciZBxyO9xgaMj3COuHOZLwCyuvWP9XTr3iKjIlRj31EjfK0dPk32cv43emZi16/szx6Hb9Lq+Cepj8ChmmHiQJ8IbtXC/voozlhuIXWjqH9jDHlwNpdjkawu9VYtex6tUfxuwI9p7bz71qLg4a4u76z/sEw+rm7mFLXeq4Pjd1qZ/6dlOs/380YUCuyUR1Rx0JYnQL93Du/pYvKu0VnDe5V0rVH7yFeZ2u497N14qixFX6uCyM0zX6GARVDnRozywn//PwCH+pW7B/c4riPDsg9jJmPCUeIIh9rYqXjNRTcG5c6bquFrmdH9LiqKdvEaPfger4G+alzjeZZX+Jr8ADZ99T3GODAgw58fDZcp633iGtoIgX3EeNvjIrOcVv/nQZ5urRzT+H3EZUZ46LhN2PT0cBnV9sWsMGv0am/NaqcuTESO5GxjI15qqdj1aJCla81R6/SwPe2WTCM9mX+3AbBZwT/yiHCMYm7xt8e8av+vmWaYBxTIv7V/bYxXuuzz9/V+/Rag3FuUGBQYFBgUODPnQL3XR994Ofhz8uhf2OcMv6wDICc9qX4pV4MwjW9DtzEwovKvX3sr/ctIxsGRdyCxwW5g3MJlL4Y17oKRLz8YtBLkzsvvwuQ13+KJ3+k0JHhCPMjox1vsw5bXB8p1pe+Rof6gocFkQaO5V10bjhqaM3LHuENZny3N8WJHmRbhvsRPHsdcF3YB0im6BPCsdysTIcemvQlY/VwCWOlYK2gg1ekKYr0GM3cerHT8lGIjeaZixL4Zhj4St8DjKyPW/PS+/K6f+zPAi7K167/42IUrHPc56WPs7fj8r2SvqkQ2su8CVUvPubDVGCOHbw9Y//rmpcWlM5gl2IBD+R4pesZq0DSSoQ9jt+6biJg0j+ODBOe6rNzYZqfTIg0ccyO98ExU3OUQYFBgUGBQYFBgUGBQYFBgUGBQYE/EwqY8QfH1umIcc99ElV/x+AhfvL7H1WUFxSk/rT7fCBCFQOaCupTtBVXm5xTguW1fm2vXGTqZ4zVy4+RSpDH3izHXutD2Uu5GDoAvTJUsfdvnLI99azMLM7KTMCSzjuMYAccqCOPS99GF47eVJpMmaxn6gwmUhLPRNOawSmwHYdjeqb0uYLWwIjxlAjaYwzsSqfQgLmq+XIMlI28+YhkaBa1OIC7BkyHGydtYUlfF0KDy9HzpbU1ZTWy8V7j4yfWCafL8P4sREfEn2PEUKSRfTkavY6BJbRt9HoW7L36mVfmTfxNu70vJ4foHtLnM/TR2MPa2JFu/ZNRmxq6xLnpMu7h8aZr4lY0SxQm22iZXWBie7kpSoy+Nu8BFzfhaLjCOR6nhgkDsFvTqTX52qWy02H0zXOS508McGDxECo6+kN3ombdlg1l1NdGf9NfXzcaEb0/DGrQ4b/0Uam4uZfzuz1jXDdJK+/+0RoYPe+zLc/EZ5+LG5Q+4rC/s9SfxVGC8TguHJryjtmQ/Bj681wkVX6is/l2jRmhfXNCGw2C6iV9cvJrffD85d2hUdtsfUecEgon7yn/jN9mjUGPOSmfjf41uKTN+zoO789RBgUGBQYFBgX+M1HgU3koFpPWeRG9JbuBqYhRL4wwigv7lvpi8UXifg/uC9w5H14ofe+KTsQesdh/P/rd+48PloZEIkuXoy8y05JoZC1vWl+AFnF3/9liRPRwBCtfzuKkdVLGJPujcsx5DWyifYiXW/lJBdDFx2p4uzjfPT376XhQY/w0wnhhX5JdUt34sjUlFQxWw7PXL+Z9fRUHp7oG5u3F7BiMhFW4OiaVh+Ovuer0ueXBu9JdIJQ+wn1ogWEZhsA9Zdw/VuOve7KEVi94gZr7S0/W7ombgF+NoUYCH2A2SOnFJOyOn6Wza+N+mUL/TIVIUmT2Mfjj3bns2QdaxpRzJawphINgo08gdwasjTPn8uFAZJDEH1xkknZ6iiNsMu4I85zpa77Tk1MXRThF84m22UuZNXicFSIRP1xX9h2el3rB4wURL2Dys+HteGpuwA/vy2VGsHA/5QjBGqsLVvCzTSztKj7qXnMesgbwmtYI/Im5nGF2+/yI+SPl8r7tv90zGYkTeqkQ0llAr0L3BC/It+n2SK+jzqDAoMCgwKDAoMCgwKDAoMCgwKDAV6OAMnRkCnqMTIVxZsIwiVG1ZPxoArio0egk09TRo5LFdjS0abLbhBzh9jXHyfShysklRJXcIuxTf4FguyZzKLMpN017hC733tzhgKz8qWGMa8qqCzJkivILpfYUruOcKIGtDtfP7XVgdL0Bcqx4Hnb/D8DN9KU86R+fLeK25Eid1D17nTZdZipjC0ZU5NFO1/7dx52+BXWrNFr0vk5ymPKfciMRhhj5umHS6kURP8kB1gX6zby+6Aq9RcbV5Pja65T04NPf8KeDN3MQOOo9NmNuc/wC3npiM7coN4ycNcPWgsF6IqNVGdx19tcBHrz52LQIlC7ftmlYIZ8OCp8+L+69Os8YfzFAHhdwD0FOUFd4JwA3j7JP7h7482/I1PYrcPw9NFf3BFxaSZNykvZHrZObwK5cKJydL/UU6q+o1Pbl1sF7uXRyYCxd7xVwG/pXFKfqicJDw53penfoCtQRHYkazNoB8VofQpB2/V440cgrTxXm1SdIAGedqQszWMCUyY7LThv8/r3tIGvc9hq5wHU2evF3jIT9ljneQ/OD19q9fsJ/C8QpeH4OOoQeGGGKdvVlk6meyTgw43CiE4doJ00+WEUFxLfzt0biN9w4m/W8cwwYTdW/HQlEMdVy8KZNoVmjeAfKHfW73+t9oW6SzAnHOP5o/OWvIwSEVY8oNAbrOtOBIJG/6ugwNFbmCEa/3kQnraQau7WsE+S5zfm1wjsPnAzWjM/ZemKU0bccDzT+qoflXnBd8e1zJam4mYfJ/X5x6Fj4CwFy0wFFnPN8autUFG1vX99RqXvKsah39W79HuuI8Xmv8Ss6VXB2XYq/expnztC1qvk96a7bs2Udx40xOd6zcqPeWZ3xY1BgUGBQYFDgz5kCGID1XDTaFINWe4HcQ1g2xz1L42mLd9WidTIvCF+qvhg/+sXOy8aXNemBJhgPX+1JVXJQ8ONa8G4Y50UNPmel49VP2sa00ML0nC+3yzaef0vhhSo4Cy/bSQO5oPWoy96+xSLm+q2PDWMxxcsWgY4XfAJr47mpF+R78ZUmCl0wtTGqix+4mUYkoJ94wYOve0uEudIzeCFlNR6Ojj14Nqbs1nCvn1cwkSEDzxAUvEx7lPV5vcXts5uxLHidhr4yq6YQEkcnbFPnKqDTdQ2j4nZECHGf3KMpc9wHKSvKev49AvPUUfYAptnknjKkRgIxbiMEMLwRw1NL4+a80A2zvbW9WecztDINjxG6u4NpYEy15Dz3mm/9FjHZeNcHgr/m5ngRun58ZowyKDAoMCgwKDAoMCgwKDAoMCgwKPCXRQF4fIwA+yMGsj0ZhCKzwd9HSFbC8O8ji/IRsrHRY+61SFF+LHnRa5Ym424tIcHLazqhogDHGf3T7lva4tgbWVlDsg7EIt7hWP+tRTlUnQN/x39E1mN7HozMz0f+bvrH0XreuQftt8BRrv3gokw7k0YZ+VbD+nIwiTa0Wrt5Zi43NMQAuTt8i4H7h8iZGjo7nKqjgexaKbn12hXPCcOsWsznHvq6l6gGYeYv0Jjvks9vtb93Xtjipm6LPU1nImfBXUf3FdPoF/o47sHaXGvGIDOUqUM4sofrfLCfJ+FsQF4/BCaTFkpgWJ53f88xkfmsmcK/6B4dyXUAV85qCCr9jIauGO9NAdsJIj0+snTdXG5HHeadgx9BKvUGrdPc0zf69VorxwScGG2KfgPaz4swupG61/qC39GvuOpxjjm6RzqGbDK18XGjU8/3OdJI6vPUDIGmTNbg6My2dX4Dwhc9Hdpq0GXPdxxRFr51TMmsuA62z90NIokeT/QyTgTN+FuXXUfMSdbQjfncwPlih44LnVwCPnA0mHBwyLvBd8LZ+nakPHuYiwQ05H52PllTeX9k0fK7rdOztl8M+wcBq3PF+Euq7tl1FENwx9e5E4xzwNiim2XttUCbobN7kMSj2qDAoMCgwH9wCmAAhiHEIHokUlVPLt/7J2/S8+MTLWRu2gvfCEgZMY2dvnR8UW4Yt1Obtx1tcYlBSzBhBmHA7WfDgJVxr5jCvANT1xchZTXSccw4lzAr1NIKHKa+1Uvl5z+C52bcC5HApkYxXrlZb/nmZR3m90pfm7bb3vNyR4DTayuedrruyUjKqFjWgdbPW5/x5Gu8jHNUewoDE6/G7EFCH0kdxZWkZCpX5gfnElY2DKMCrTR17OKH+CZtObWdx1s4ruczHzItRv4qELreNHA62P7XaHiDbiusswPHhiCLB3CWb7zPGx3P6l350fpxtcdjXQGKo3h1wzzvIpDImInrE6UxlhkbBuWsaVJqu++WqYLc42Zbuse5ndsm9OG7Umgh/GcvIi4y1+4LAkY0d/a9V66suy3w7fEFXcvpAwHh84+4lRRkSHvF+k5Hvd0z8Hub8T0oMCgwKDAoMCgwKDAoMCgwKDAo8PUooHignEUk7YRxxv10F+SQyAtdXvwgbCLHIVfMGiaJ9Dwef8u3Tq5GJRmNZYcl693rUlnyYOTi4e+RQ35Ke+QSx5G23aySgQG36Scij3aoJcX1Xy++mxyjQdp9io/s+bub/hkjIqlBG03WiN1V5tnKfddEOHbWAABAAElEQVTGoOxl1KzRg/8XxxqtxfEJmewFop7o/QIHXGccgD/vfs4x6Z/5vc8ej1RTnguN2rFNLV3OW8dRp4OX55RnrcP6mNkGSCNRz0pVFO71n/82C5upSWP41WB90Bhj7F4fEwa38tJ/HnhaiLdO1T8BZ9Oafz/rOlPY5vFZwKXH0Ij3C9bC76DJZ1aWkYIa05zLhnuna9b0s71YX12C8r2xu6Y4dwwas7x2Zc28mD/rxfzNJzgZBRhjlxHW/Gl0D97W+uCyjp1+s8QxVpHqfO8cJLvABfHX+i/xkJoVxYxTA88L94f2Hjxq2NexAcNWbYP1sq1nSmd0/dojZ7tjQ/b4Bc9jMqGhQzISWD0kc1F6035zQe11eGpffH6YItn9ftXl8AftfdolwOPU7BF0PqaOus8ECJg2mAyDHBMez7HgXSt+N8Tauiqam5HPqF8CPMxy6DPbbe76mrfZd1nE1eAeU1kfMP5+Uq/t88SIf8bjOst4DCNCd5UAC3VZOBT4WwJUaPQ6hw9qB7/SqOv5Eh2j+kbmrvb89S5xbGJrHe71Y+35e/b8bMNrQwzOp7Wan+NjUGBQYFBgUOA/CQU+HWVIeGmse+Ry9FpZ2U+Fg4PMg4xQe/l0hr0zpGEmXoP46HVfdLz3RECDc1DVCGUqDK+9Itg1RkWUNLBpBJ5NR8ML05TAvkAvIyyp+mQRj04hcJPxwJgaRn41DtY4Anil0+bc2iNwIsByAqR98S/C4t+8vuzXym84ED+aRdDQ+03GkD5D10bLG/iVwH3ZpR7TlhadTVqnRLd60r/AkjbXxsrpbVnnlpMRQtscp6nMT6sszDsCxBZkDP1BXIEET1S94pLKif19BYiwPCkw9zGfNd7+kEbuo0MbOagw1KbOETkQf6X9lgHrUMOIpZ3wiCpe8BB3XjBSZ9+OLHroG7rYNfVeFEaRvUwwztJJYCSFtnhJd8uD9K/Km88QnvEqUKt04fenX9ANDiTM5ymtzKbJOBwUGBQYFBgUGBQYFBgUGBQYFBgU+POhQJOddIr93p59OUntu6BUfkg+e3YUyguKLBhN3Of18/EXu8PhtxhVld+rKNt0A2s/t343XAMkx6RfdT9XIvE0BpVMhcyaPpRxunx0TYXvuUtdwbZeyTqVHhS5eP9L5BuNHzqdrxjdOeiyVq/i2EtZP08/4aTGSGVtjENdnutV3/KN/OlWWRPG1M+mJJ5JpUwUcMmjNZYVrPOw0pKzHl8ttnNulOkx3u2JeGSdLKZPvlr/DSc1rhv1O/0cnQ6mmp7auHdQVqergDvdrpGvUm2Lv1dxzmbfXFOEV+pkz98a86mr6zWYM/cpRu49zuBs1CD6gq2RpfCidUNMQ9/ThfHrYFCO7+L+U7sB0nWs7sOnIXN+xMvfFMrHSUMkuq7oDzqSb4F7p9d1TalXNLBEh3acB/boDiBQdC2Xzdc12eZn/c19aVQ7abYNVkk6W+5dM5L1ZXIJ6iN/m/bZYiTptDM7gunPpZv6Hw3CGyz6vWWDzFUzqrrOwV1dSYzZfV1Ht0f7lV5p+EU/MppMu89K93w3SrZF/kYvd20tqHdSV8gYNMKrL3Ue0UklfXv0X6D9FcfRibQGNkh7UUimRQ306HU55z7TmxlizN5IPtN8trmuzIDJ/NjYOWsPlotWuXr28ZXG+nJ86Kwx2OsMMjF/i+8xkE+gjfjn/aouW52mem2L75pRBgUGBQYFBgUGBU4U4M2AMQyGxH1rJ43BRDMeYcTjZdReqlUd42PeJp1BKMbSoMUIU3pdwewtGP0qQhdQMVr5rbdbvYoK1ts+Y5zNC1yDM15bGOGOYV58DfoybHs2cDUvzm03XbjgXAQNcJv1qGS/1YmoXPeKlQr5bkzAtvlDxzIFjdsoz6qe1gpmAw9M8SuPRVNQK2h3WorU5tjOLmh/jHFW31i9s4uBWXjB72UA3lycPAVf01wx5+IOwzuHiar5iqczuIRnbVPoOqjxXXTMGCLwwJgosSSNsWN0fw2/83fR5sbPDj97jOglzriz14qwNUJKP/Fd6ZSFeANaPw1+ibJVCEEgRzDUCFzpeWDoGaQR0SFDm8fecp2frD/GQt0Dacn1AjV9+qyAMCFs3il1/1yv0Bk9KA0+MmxQkhRnMwbdhbRHRpTTGX3VnHVHhe6NnTBu7zEE6eNsmifGB3OfNGPB2XYyvTfKSsfr1zt+AAau9zpj3+G1ze8qzm8/bqfG16DAoMCgwKDAoMCgwKDAoMCgwKDAd06BLockvS6GyfnwY2QGjalG0mpMtHRevn69F+kyXiFUkQJ1weBnhOq0Z89F/uk8WjJlyXglY/R+m9ApAh7qpD2js/j8Y1oStbxw3Iw0JYEIkVOr/HZLPt4afAXeC+l20zXjj4Mw+40mbWvVr8jfjltv074j/2+vdRoqs6uwR95kD1plyRggLmX+C3AP/dSIpFFWOZZ0xIsOw+hgsgcpdA0Zumznd++zf1/pZF0fcbw2+9iPid78EfKuBtArDZ45JUL8TURBJkXpHgOw+PLPS85brQV+bMqZ/oHznbKbKmknkOPsXCmxskY+a7BDLo9MbSTgdn5OrS9VPva3LXFwjhHM/WdNf6vjc8njGosKP7Fi/YVG1c8z+plO9+DqdlXZ9or1wnf0KhydSqPAVUfw0/r3snq4yOqf/j/UPSB3AN+2pdS6HgL4Om1OfT5whPN69lENDaA7qcNjZCRi1n25kxmObjTMpWwJ7dxknsRfXFgj8x9o9y+MAZovGLaA4JVbd3VgfsBH36/blVa7+5o5TscNn5HiWQbgsxsi5+sey3rwntR4jW7VVPfuv+yToNq0+duO/wPwvgfCnqMPUu/JPOXPiGxp7nTk3mh4MeqUnC+nHR134gChjil3oBD5S7uqnt/98At+r/eK/ec5Z5p79/l1mzd1ezWmSVwZiu+f6HfBSSeCCd3dor57Vvd5UPtZ2PrMp5Rh1Yb+VR+ncTruTqdU//CP6+MzI6LvZwJE+IvuPj2LD3hr/F0YkzpJRqvOtAp6T2nEUPrztV0YX4MCgwKDAoMC/0kpoKWpigwXb4ej6WFgCjQE177AL41Gvpx6xJ+vHt+d+R1mQZAcrIxpalQfH/F5xmyIr/jpDejLToYrSHDcX353OqXq3LyjTCPlONxr+F1MzBl+gOrCFy9l6RIGONyh+PHXhbJej7NVLvFv9UllXamGfMHL1kBfBJPOT/fWD3/DFYiV6YHC4CSyWCZIBuO0PC7hnRiU7ZXC2U8VCTL+emfvSBmzwGgVjpfj2ra/dhxoDT/n1r2VXV8cxlD9DLxWV0FOADCKy7EE8mnGmGlUrwPrUdfX0DmbX+G55tgLSEaRvWHCYAP7pcB2Aibql4XWtAUefzU+1rT7CyN4z3gpauwXL+8m27uOwuCFDpwAQGBQo3pnjHu8ZhX48Fw1Dc5H3ImOs/YB17j8N4wbqDo3ZA3awzPzQfVRBgUGBQYFBgUGBQYFBgUGBQYFBgW+OAUUGxbluziJsjcnBqdl/2V5d9NsloP4r5EFMaChc1Dc0tiyGoFvjTxyBnVV7i/IMzjv5vgqyqXEL1APmooCvwNTmGKLHwx9y/GXyFN/or8uPfXvW4hyvuFasiDDNHW0/z5/g7yEvImFuRuYuh7lDrQ7l8BF8U6nZvYn3oGvxt+cjCHN8TDTHfdVx7AdQx/zlW6EgRPyxH7Fpq7uxu/I/g3W03qH0AbZFn3Abvon6PsH9ATQRjQdC0WNRBUkWYzQ3dm5ncxXH8G12TXbmk7iy8F1otEOw5C6rcj9Wyi3jzWWSLeok6SDbTGwfyYd+HH5A1Kua8RK4upfIb9dz5x8bp4zbIw8ewIbWOc71vlEpjKjGqNfEOBTRaMPegN0G8fdrxqajCNz12kswE7Np4DfqAx8SYPDQ6JldXhgLgwCiWair8VGrxMQceAv60O9E+uSe3DB6HicjDqtLbe6gbjfP+VYcoLycUf9vjDYQH0o43BM0WeJa5/3TkdXovgz/ujNpL3GOO/HisaECK2dBBKGpdZNHX/Bz6xhu3MPbB34NZK2IIoVl46TeIiXNPBuNIKZeTCrQPa77ned8+SYtu34+dWKeNmZRmz0UTpMmD0P3WO5CYh9p69zI7bqYdWn1ZwkSIkhqAF1HLnfOcq4BN6b59z2o4+5r5PttY86vhyfOln1g9BfdNV966TjmDT+4mCQaHl+F9pfEjf7H2VQYFBgUGBQ4C+VAr7BU8oj0PeK+1UQFYtXqS/P/prrr0iZmG5/s2Eie2EoO0NWxrO8nbhmDaI3b75Evf72kpe3DBfdHRAmxbeMXzA3nvR/9tzdCoTVXyKcw+AwwjBHeBJrBHfAMs0vhIVOiedeqjV028oYKgBrGBUxDbkwY4JrwlQxXL0fzqds++Na6iocKDTZHqYMqCv9W6v+dU9AU7CSanoPS68wenjmwroCW/xkYhuT9+QkZl3g/Sltl+ydxNih6T18Os7b76pf9FucHyfVPXwV8vyuEPRtk4eOxc+0UzPODgse8CnzvwCXuQ+NL+fhJdha+zJheBGClsL8cUGZQvQtP1+U8P+cjQDdrs436BojMEz6ghAo01pCrd6kiFElnXor5t7SY91zztvBkwfnDSEy3uAyvAjcMMjZJziev64p1+N2bTWE1q8r1xif6E571gp7kCx4xLpOFA7CVHPflOfulbYr3HEwKDAoMCgwKDAoMCgwKDAoMCgwKPCdUEAjE4a9acbQRCYwI/Q4oGz498hCnFqNBG/DtCJSNeIoYymz/pGoUvqJLLORtXp/azciFDfnwo29RKfp/6SZ38imTdAS4w7lWRkzXaVfon87FFLOHnb/A9qY/hn9QfqhB9F5gWMgnD5y3brgjfxrZJrpY3XmNUuaMtybcAxufW5qtNI12duSSvnXMajOETCDaOErZi9w7nBOaHtk00ZSDlgfpqsmhe+ig3xkRmu9vWTcOJkfjr8B718iQxr9i+yadVBwlfMrclbdxIrNY506bCMciRDfHf8OORVjl07zrt/N3FUmLaq8sq6DL7SbkW1NW74sRK7rJA+s6HHESl2EaDZYbzbqh/amo1UX9SPGbvpnDVsAfwXPumdP60q8D+w9636/x0/sB00UO8iDO/POxdpX12G4DvpaqDXFiTeXhTTT7o/rntGTDvE4lhT9NeYL30m4VSq/nVeTfp39rOOYj8E9QQ+bppkX6j25Om51vJ7vuplMJ/dtIph3OG44jr06p94jx5TS06zNwVv9DGN1n98Y3jGc+qzz3o2up9qdWnzZo4wn9773suvU+5isDzFqd/Xv9XmvFMI6I7hvNGuJyPH788flr1WCis9/nh5mrTQzILrVOfpK1/NmTDxPvH+TJcHIXx0LcDxR39ln42T4BeRmneXwxbPzyw1yu/7iSAAy0fNmr+VP4FvvvHpPMUb0lUaZL0SYV1Y+n02eLxy344refjO2LzeKAXlQYFBgUGBQ4M+dAp0DOOEpM+ubgpdkokLdQ0UG8aGXoPUE6Qu4vYQ1qOWFxO9XmdgTGo8d6VNo0XjpC9/XuUY4RQrxkOGR6eXwWtm8KHemkmr1qj4/YgQWrn+O5z0FGBm/DKJomQZa4bCzIB3+xfeW7sHPD9pGsFT405OWKFS9v/gVgUmmKIa+B/ANMs63fwq60lSDYeujpdcq2hR9z5irm104DuGBi56scuwxFCqUvKUU/TLTMkUYIJPq5WxenKcnSl+PMo+fEXRzN5gKvXAMI39j8ZRgSr2sIRqyVo4ILKGdhlGFoA7/CZReVHWeD3/H8hPePwFfg674Qc+alDSJMTpH/ZLKB4Rrpmw6wPTLWSb1TwbZmgqn/e5tH/qWzjKjKDSYX1N9x9PYe32UQYFBgUGBQYFBgUGBQYFBgUGBQYE/IwqUjJStbpALvkfq508YJ5WZv0iJ/GqfwHf/VLJBqVtQznxVpl418dRFlorMO/0U+xV7oiJfKfOs9ph3I69cLTz7wgHerE4Yf3carA8aFx4t0rGPTflQOfUbcP57zuOwHRn+UVjX6imzWexHM4AGt99Bj39Gxu4Rel57S0cdb5tzjAF4j/HLbHDVn/I/Mv2jJfKvcqoFOTO6IeDuf8ExkdWk9I3eRhkyhGl1Qb3k62r5+GfDn8xZM0ZrI2jL4CXO/nldunSdC4c3SqgHOqVP0fiLQ8CeteAeuhpoladjhTyXw2+Ae+W0eFn8xlh9IB378WdgapQm8J/RI2TevNeEhw4PJ3D1AGV8VbdDH7knvf4Bpc9pcGz01cioY4kBAOgPK7hA3UAbp/07rmsFeMc49mO4nv8ZMhu9TPU4i7iuv3BJZ+JJX+jAZh03lh/ymznXoK6OrIgLThJ5Ow7bmKYXKuNAIu67PRHAGfZXwB1srhdDY3iGZV7cqkzHn3t6H3B1n2jWumsnW6RlmNAgg9mO+XqPX/Rs1g/4q+dFp6Xzkvq2ZHPMe+XUe+5fdHNL9KMEajgudabo0Ooed6xtXZ6aff2jjIn7k+fKuhc6I6qxOUack7xn4tQB5nleej+7taBGevXA6tq/Puqjx0GBQYFBgUGBvzwKfDIK0tLZk3hGwsAkxSwvRo1aOwxk0+R+O3qRYejqlfm1tL11V69HGTXazRqSqbuE0TvwkoJxAm7t/XF64U7d5Ynazxf9FwtWCQwcw9joPei/pKoFaNLPXDAGfQjlAarnoeV71NVYxsvU9LnANm2VsE92wN7fY2/apHwObD4gtcbFRNXu/8AJDbedIRMD/xr8G0xJjZO+MfBmSKYHEm7QKS83gHCt5rU+PXO9ZNzOmWWdWITKvQyS0eCmUcI7XNzE6QKge2xcljrDfNPEyzPGbj0oy6sTZgW4FSkqOBnqe+V03aW0wOQk1pW9cbP/k5HqCNlvEaxltPQKlHGMw4Ckh47udRKml58yZI77zMDKeWU/o3KzfOk89BcnmWZS0cwy2FnvmZgXA+werB3x7k3c6ZF0WzYF9tH7Dm/g2lP7t+DL2kQQqVkD6bULPalrBc2LqbJ1hvAbw7Tp3T4zTtZLosWrMfProPmR9cb3ugY8fyqusSrAdI0SeZ2o43iUkh7MvbT1RASOOHQP69z3ven4HhQYFBgUGBQYFBgUGBQYFBgU+AunwKVccDmcktcuz36931v8yuYir48MCs8/7b5FrfwtgV06lyJJKwNEnpPZL/5/lQJW/v9x3JXJNDyVrKOiGsOf6VzbPov2IRZVWk/t5zEKcWUN5D/PRS4hmlPj2NT2RA1OkUwDousC1EkkajdnT/Jj9dM/z42Atl3a2I3cW+ZfgBvyzAEZERyS3cmmEYTsuMMtQUrZlooOODKhh6Gxci/GvCMGyZ5CueaBCtbpw6+f62dfN9v5y5xETiv5M/gicx73v4FEZmHS/Ri5M/QqUB3Oim9odqqwjWAsVYwGZsZEBOe8+wf+/hrKWN/5SeM2nwX/5mfwbHNHpfiR21x8dxirMayL6xSHZs63cQlv1SX5o5UtnYri/cr2W5lUWRmjHamTo7dw8bF2Klscc54hqHepomnssnT4Jft7r/wLBmAif82Ml6jzbqRxDQAJ3Dt+4l4ycIPSOlKjdq9IY+OeZwymM5HLSTms4SqEW+/CDYiOZX3XPcblPhyjHImw1oEhOifXNguv1lMZmgR2jldvvO3vDt7q2pruSPpGVRL9GZHLGE1zC+NMkV2osn7skSK9VrDVV+HvWPg9Y3TEeBrnBrKZeb9cWxOB9crHaf1fr7i9v2r9Q5Msd6Nk3eLKCGbwyjNLpE/PjYJdNOvPnjjok97cNZM9f8HfwZ7T+Toubzm7xX/bvsYibX3CmpEOZwKj4Xva51b5envHqVERZx32aT+S9rk/sypSnzG3+7UcN7Y9P3b82rzchuIdqwPG98kg8X9URmqf95mj3kp8656PzpGo3+OePxyQnEf1V3ue0zG2ut7aWqznc4fBt+t08/P0o98nXjyrsa395DE68oACYxagz4Fk5cgzUk02es72bE+mRg2/bleYdzmZ9xhHaNrH0nrv2Dl/Wdd897m0Sr/+JLKj+qDAoMCgwKDAXzgF7rmB8XKQgfdlp3DDy0b+jBerTMPdF7icn5V9uxhZC0M0sRdGDEcf/MpZPUfzhqM/X4i+7DhMCZN6Ytr66fPvYkLFOSl5jd7E63Vx7BlLj2xcoZ43f+qXtCvBQcrWnsUy5o1eIXLH5z7gKUY4vN9kSkVNgKGDP96DqzNlKmi8XVUMZK9X+3A9CPc1elJlW8BLw+OMV6ieeJNey/HCkw7PlzDZpDw5GuWcceuhrXOC6+4x2p16pU0mwqbsH7LD2/OTjKLGdOFdLwvplHIPGGK7FplLxjZrQBaswqjw7eC50kchBuU0YUQ2RmAZPYQ7FStB+yRJFT7pps09fUf0kPG1dtKhg2+Etttju49px0wwGJfpf9rpsQz5st9N91C/D2VcHRQYFBgUGBQYFBgUGBQYFBgUGBT4ShTQSEYq5T17uy7IZJENvlTXyAfKa4eFvVMxrJbsZ2fKH/4pA96TRbxmtBcy3kL07x4jxrPyJy1eLwpsynRmPmPvX5xsS5Tssptyj8f99zWI1lH2ajiTZnU/fwNYMyW596bX/bs3Xi5fLb2d30IRX/USOgP/mhPInZ7S8RgdyNMlBp0AoOn3dvvDfwPOz4ApvCfl9MAqPEMOxqs+oYxKRKQedGJGVl5lY2n2/qLZZMf+pjOZqSa2djqnNeOIs3PD64HunOlkWNv/HLpCYy0oZgs7o4e13oq/uAhTmRwDD44Y+4n1gg7i5NbwOL7eJ6WX+7fdn0xXTVS4aWFX9KIP6PDE+43FeVtLgwdt1PFM7pXrejfFcErvzx/bdnX1/FPdhoa6X4Eykb9aMdPXFsZ5i4/91cfyfXRVRr63TG7Mxt3bviNhmmH2lz2iN/M5AjHafPQKX/tb4y9jYS4Wo2T5rnvOcd6gKWu7Mj9qhCcQRuMp48i9lfv1a4/hoj/ulayz6NaI+o1Oy+c2aytrxTXmfPGHvrIyJPhs1Civ/pLnUKsbtdxbb90LtD7kZ3DmLsmzwKhf9ZH1VKuxGaBET3m+Gu2rTt3nqG+DP6eBfAg1BpBBgUGBQYFBgS9IgU93WTJelLNvHF6kBwxbehLO7r0DsxfjKIjFHtgQlF9bPRFzToMqTKkvJ4XOMESm3+ieiK3hh39pHCN6FWYyHsgRGBEAYIVusD3nGISRMBK4okuTSgfG7iSslhHcRncN4edQ119GFYthoo8jlHAcI64pf6wmlm1m8rLnZ3Dy2rYARY9USgmX4iMsPdxMCQKkcivr0LaN7x8z70u8c3+P924ZOY0inZNe+zR/r7Ed2ZMDPOKRBxYT7U0/VsV0LAqGGXQ7d/+rPEFh7GLUlKGDBqRFCR56sscg2+Hfh+XV7gFZGCiE/TWCB+mjvDY755aX+Nmut60aplzmSAUCAswO2k3sB7zoycfc9ZTcmdUN0c7vFyH1UmNYmodtnZWJJxJfIUPvTBlaeujRttbZejG6NmsVfcar8F+5N1lfM56T4LRkTi/WmACeLOUk4X2iV/4PwEsGO+qJJyGN6oMCgwKDAoMCgwKDAoMCgwKDAoMCH0aBJj9GRMG5eVr+GzYn90k18rCVVcZcz/QrT38rWRwQiI44iR4XolP3/x354Lf8ITtu5J86tL8mi5z15HlkLzIgHRdSVc9/D95G5J0qdYleOapH8J2uPnGkjKZTcva7/D02Po05dLXB9RzaBon1ApWbvK4x7xh5CBnQyDuQhtRt7Ke2lYEp07BCuX7Q2miQZcaScQlcp/2vwZV0s+w5mohj55COtpG91+H1sx0uv8HPrZ+k9QFj+37GcNSMyTfJ0MFsv7OOgAstjBhEMuYQA4zZsdhDV8NSTBbIilv36S2IVd/R9R9nF6//MMpxJlPd7qiM3GTuF4g73kfXNzqkGdombTnbKSWFbulbpFUtxJfG8eeiVSW6c2bEH/fj/LfQXj1G3RObu/P6oD0bevMVgynrdibKfjL613TVFqlc4y7croxfGI/Seq3nLIq/6811g85MhxJ0AToRTBhEu55QLK6Vfn9JTtPYlvMFaxrjlnPY9VqXbUN+21xeePL3Vn8XWKYUxvhbOiD0JdLO8Xb6NFr3bnpGw8LdaFlSPpsJzu2wTjd8r/5VvxP5y5pdksId4++rvVNDw/VM9PLRzI8+D0uH9NyafrWj5ytA90qNbFAF92D0ynznedjBUcdBsjjMMHhEf7fsNJL+e1ZSnrUX89dbbr/rztue+TrHRvya1y/3EuPyt4+BiQ/vXvH3OZ901oytsifwbHXArxSX4iiDAoMCgwKDAoMCnQKNm+0/+V6ZuzpnWpq8hUglq+ejKZKzv+n2pdPb+JLhBVuCWDGZGjvDyNmOF5r71cQT62EmfIPba4fBw34dlvjCDXBOoYZBtD++rhavU6gfQ7Z7IoHzkb1XZYGOCkKMfzIKNpzUTdGl4Lz6KW4KDxpBBdiZdBicB0qlrrZim0IN7OCZfTA0/oa+GlffWho9mL8jEa3S80gksPObNZK57jjXXN/vqdEz81AjVhAU41NKsN7nfUjr2FAuwKnXdEiHlRkUziM4vewnrBYCsIz9ssdoenD+nafXS3wlpBdrJfyWa0cnAtJolZev8yFe98e5VWT04whKMoWmJHJfmkRQs18xF45EI1e5hNu5Plcwa8I9omSccz8YNU3JGqzDpz9Db/rmnik/xZ8IkLRVrBczBvgr90oOx8egwKDAoMCgwKDAoMCgwKDAoMCgwNeigHIwfS3KtETp7dlLV1m+yxdfgk/X2Gs0WSJ/2c9zdmsl5b0Sjmrk9+QDcM62TMhP39tj/I2BrG1hk2tcfpdmW0T8Mz213xo/jP4lgk+Z7x5u1L5VlIUOOO66fZIGsaN6j8BnDuwGuH5ZnkI/xgvlfZ1sNTSZZtY/nfOhdeQ65hjga9Kpu2OgYuT5ridAh7B8i0j4Xws/5Ni7zTOCOx+RD9URYJR0/2fWwA7H5aQkzsDt90YPfX7vgM+lpo84IP/HAblF/x5xBC/jYZeNXwPE9fQJTZDZjVqf2PN32f2KewY8icqrPTaBF9ydQf/eV7JFmulrMZ7uZ9ZL0vQKs+P9hC4jqYfdY9t9c1nLgUF7ZfysnTu4PkrvMxClK4sRVP1eImb/hl6NkmZFPkQex+efzwnWstHs0W0wfnVu4p3t5M46pl6jz43lc1779q+kvXcNJgrbLHU6xajHaBHkvZ8tiO25hlul5eW5Qfrq7CGee/QhAmwhv/s4VBE/AyF4HrgPs/qno/ox0blKL58pvh/Q2XifugWaARYqtKKXfDdaHwBAVx/1X+jU+JuyLSFb010uMvSB3scVSc4YMo6ewfElGp0cX+L997K3yzO6d7j21S/6zZ7rZC7QkcX7J85NWWteq2fowj3uce1Hrc6z6Sa3a5IaowwKDAoMCgwKDArco4Bv/hRfgP1dKhPhK2dbKoIRIYM9fBbT4OBluVtovrd2tdBIVXuWeKogeMUyIxCFCTnQBsPf0XSxprL9EgwGjOPsS5JSjA/4Zi8fjXHgEWtaLm8+ipntI884YD6PCjGmtmkMYaJieTmz+yttL6m0AffAYfbpjZCloCxu+n+ZLrsYnAJx6qMzKwp4LzzywNH9b9ynxnpGPsu/7YUfRu4BhM6qrDNHZ6SBAUaieDsT6dynnPA7a35Bm/gRRiiGuclAYGhYR4sGTBbf1Sk5B7j5pdkY/PxvlDdXZteR6WA4p1fq9GQkcF/7tW8uYzoQBcyaOUQo+TfoKKMlTWq82+jfjpiirvvdhJk0HRB772aPa9bQkcjitEHYu0Wxrozp8F585yaV7qRYYl6XGPrdE7nj1dcwVSIYN+aQnzG0Z18g0+Ig6DA2U80c91ktL7p6/ASj0TMRw3KlqAYmtJoabksTkG6N+fF+Rs1BgUGBQYFBgUGBQYFBgUGBQYFBgUcpENkCXvzoHqPz3yGP6EjaZJVHgdypt+XvI8shfyjPmkr5kL1/icZC3jCDVBnabgNTmlGoi5yL0n/ekYqVbWaOpIE2e9Rq/KHaNZmpZEmlsXuFDmL0sTeNp+gLMFBmn2Ki4NRWlAyldKmMtB3hPbhe0xip4ffHZF7SMRvpvo8nsm9BfA3K5fWiB4Y1nfGh67L8GjsPUcDKXwiwbsfT94ztkZeRRS8B+Vv50DHFUqz8xjE6nZk9oXfTj0KaGFBT7xqA++ekWsiGHmKOLAy+pCSejEpFHl73Ek0l64pLZp4fXZ4VyJ2SNmoCnK0fFu5u4dRxFl4Ee8dq6fDr14vP1k7jv04AuyP70E6kAs8SUO62PX/SLHR7AeHhE8EkcMEt+0SLdzlkZA/hDr+tl5eA+1j6Ouc30co7Uieb7atwzSykaSiw0rhFSnLldC9Zo8NMk7sfVdNoRfoIjXVyVy9h5C9rNIYpNDGZ007/E8hVf9VxMvUzzgw7IjZ1Zlivc0YSbDPHSR/3RH172ehJMmZWus8mnok6x0xkHDgrfT11XPtFfqu501ngmFTsrhWzxrnmGTM335tUbx3+k9/rs9Ct0RyDOlqzEGj8zRiYtSyJ7TyDZ5DEsIi+atGhBIeHiipFa5T11+av02G9T59E8OnqPtekJU4/eQ+YRr90sRqBS69ZazzPOXBdWHdH0uHP6Lp0gph9rnM/1230ch12lLr+z9+3a/Xa7/8uhyPex+pVs1bU+ZKZD+cJddSu/9w7IoM+zQjznbrOBFbw/J+bc8TZXFzM6/vRHBAGBQYFBgUGBf6DUkCu9qIUk7C0l30xcFTxd142MjwyCHiLtTQ1XKBCf/lEdIKhKrBbw94UAZTavLxrz1Yq6bFl27MXWbV932fDCbj18jT6mHMYLjtzcx1+Zw6LDQgjp0dWDMDia2QjL+DVIGg/7ymyJr7gebnHGAwDEEOfDO52eqTTiTXp9O09h2HwOuAyZ5kOcINpCI2B/eaSudcLVgFDLgthxb408rXI40dhh9EKyRwbSggdAvRWRUisvYvOx3kbrrSwrl7KeFwvROtCsmk2/ZDRrXbS63D4YNF4LNd7PNgWZYnCddrqTSgz+Qp+7b7JesYb9IiDhMJLopOllcz2K3NxObcn1JtBV0O/ns56zYqRcxy8ruB2dl9xL7h2Z/fYEdY3oKPAdurhbUeOj/uee6scLrw/9OjV21uFhViOMigwKDAoMCgwKDAoMCgwKDAoMCjwtSggB67S/BPGvQmDKi6anCnJpowDH4GJ8IAbw6pO2L/ffT4S9YkTbYxEyAirg3jr7sxAuZGdlIGUJdxC5xNpcU39HOfaF2g2mehpg5BymNFUFHUCpFPWQGn0G5bVDKN0EtLpUfnFuhToPBNFeySScMF4IZ27QfZStlPKfK7g8Ovej6RoNT2xhrZTFFzNp31081ib4UjC1/uxhsZ6nfqJQFUmx1qtnO6ot/qb6+3vnFX2NAW4xmrwNcIwFPLjTC69BuN1zKODQXidiLLeT/8Awt/SB/qEwKZ9OhN2h3Wtn+05dRG2MzgBGTlbObFG0lwZl8sddoBnIFsAzx8T8Tfv/o45/YY14lpWT+Oq6MhfrhB/n48nNVzLZPhaFo14ZFbzHlxhcNjvLQ6vl3OY1+tcnPXmNTjCyF8cNBYNjxp/dU5vlk/MqheN+k/7Q2cQXcj/Rn+DsR38K3CjtQnOnQ69XX1X5C7dbS1351Xu/AJ+bmlc51V+BAf0gxp/cdQ/FfFwjOB6Rr9Gq6CmsztR4kkTjh5GXUceap2e1/E/9fGRRzrHiLHR2GSxSzSzutaOy0VfidDnHEbSpA1nj3b1kJJGXW2VNvZX79dW/YO/ZnSvZlBI9kieTUeeU5VRgY4Y6/p8Ej/+NP4mihkDsPq6MhLfWoMnytyu8cEDWsFJZZ6N3DOOze0CNNZr/I2+NvWqTiJ+0fF5X+tUtWLNeHWWqDGmwfgYFBgUGBQYFBgUeIgCn84EsNeahAkqZqJeRryAwijgsYQHnZ6YdwsvrFkG0XqkvKkXuS9qmd4bTMpdgK9fLAbBl6bGMl6oMwJZPJEVzOhV76t8b/pnnN0DcQlDrkwEYwjOMwxG0osspmAS7kcweFAkxtTmUajBkH1gsn+y4HsXMjlnjKiYbwvzkT2B3XdW4bnSZR1juBSIDMV5eWXGUjleakFCAyjjZs7XddPod5MP3+K7zjMCJ6lpNNQu7q3MJIXOAF0ZunM0r/yq+SpPYuYBz0tTNe11TmCf6mgLNNw/MsAr0BNBbLo01yVC9sE9lvb/DvzqV7nhGvB9XUit48H14XpxTxtQXL7ZMNbVqXQriPXbzy0NLhUGqWVEsV7DM57arokIvcxL9Qq+CLJ9QtpE5SdzoXPApELGdU2qqxkjsPdw9SMsCcZ34HK4nT9+3i00nVCmzIcf7z4TNU5j/vT89xuYwHrjdNztdlwcFBgUGBQYFBgUGBQYFBgUGBT4zimw8s3KAN9tKd4e2RLH0WX6MfKFkZ56y1aE1cdiF4lptzdiCUfTPX8HZTLpQX9b2cZ+X0qkW2w+Idn8EJnlB0gPTS5ZheEuSSizvCy9nzKqba93wwY9Y3ArB1/osP9HRKZfgaeOztbZYtb72sDp89vlJC6J46RzLnuIJoOUTuNxkhdHBL2ALDqskLbdrCdfHkQfocxpZNvxl9D0l+BOBjXwLakqObHSMGO37gNF/UfSqpqhyqhlIwcVVjXmvavUvEzgeCCNskZgIc7d6NTk5NV4saHj491iwIPesyl7MUJ+Zv9WY9xdZxE5maPofF4F2NeWM/jvqA5+nbVQBmvhlWE4gQPBOyN5Feq1Cn21ek/O4Lv7zPpeyDbG1k4JqvAeCaWute7rsH9TN+uHNYDR+o8H7zWjfz1pHf/ENZX4ljSc29A696U1NudS8cZHxz9rxKxfC0bTz0SNz+ojyhilm7l6vrghnLq+gMjcZOsq1nMc0n8JEhwHVxvZ3nKOf537qM+i02TkMsbSma21ahuxdZT87rQWlc158FwStIEThmmrj+ixjOY0nTc4n5ze+zg+Cud7cOhbh37uhZm/RAGvOItXx7+Pid9mDDTL3Y4173gcAzV7jfVoS4d7KHzwtcosZzpuo2N1llCvCVZn64r7vaU8T+Qvz0i3HnS8qXYP95U+54g3tRlze37+vb/6DNT9L4re7URp63jAs7g/u2t8RpZrkDeIx6Arf6vj/WCk3juo0X5QYFBgUGBQ4C+OAnK2T5bOSPBq5eV5zMsV4YN0vmHemkHwHlATKGsE1vPJ/WDk1isisQvLJ/bjHpzXr23gGJGoh2VS0yAIa7hWGInX4vpaBmRrszIG/ubPulaDI/D9O2ng4uCYCOZNP68jdaOG9BQ/XvJ6r0GbxT19xIM+kiak43YDQk4HbxBUMBJGGCN+IhqUoZ1+7jFE92Bzzejv7JMk8y7zLy+y0qoEpdsgJKB/lAiCGLn5d1QoiTHdaz3K1kr36NqvNZjSDkP3AQa2BGJTapeRX0hvK65RmU+Mv6Zf0dCKI4Geeycfaw5vlThHMNR4FIMe98bxYKon4Eo4aFDKmVsAbp137AiP7BeUaPEmoGZ9M0M3i/PEX61ZGEsVHjKfB7y+2a+45rHNz00g9y54L7uG/8vu0/JTxuZ9/r/ow/VMsf+g1+euTo/PQYFBgUGBQYFBgUGBQYFBgUGBQYGPpIBZkuDxNXSYIpdUypF7uyz2YV3J3Cs/6OT9B2QTDCPT7xDvlQly+pWeFCYpyijIWkcM1RPRv8FXTbxaeWWIDynK/8JENtmTmnj+n/RptKeyiXhEUHm9J2Xp4KSMjj7j8DPQJPo3ehCNEO+UdZp+pRBhr+JEeP4KsOw3GqOAVx7EtYCcPpXVlGlJPRojKvJkbXl1qvLcUR+rMqapTf9EBDgpiUlLPCcTGdezDt4zh72tuheypRH1OxFBe0ykdemSnsLZNdXJN/8B/cGvMQD/osmsrINYgHqfT0G+Xnldv+gmDj9idXyz+7T/L/SpDsy5oC+X3617c7Pe0gFO9TPy9Z8WjL9JV43+JHoHgQQQ332AafH+D8ZgEuZZpwEMpxPGa6Pey/XjXl+Njup+Mg4z3xl5/1vadgd215D1uqPG+9G9DqHWqoEr02f3/OUv96x993V8vWVdxyBnhjcjf3Uacdi5nx5pfwvuW89Xn5P7MLs9mA4oceTw/BafNq48UzjPfrILht+J1M/ZMzprvdP/rbi8o926tn0uee8RTOB97V/G1vZlzpiqH1NEq59LNjyeMdm72EAT5yPjFNa90udaOF+60Ie3JHgZ2ayz0B49nns0qxvUd8DHURXeRUYwG7i0Gn99n1i+9L1RvYzPQYFBgUGBQYH/uBT4lHf+2fh4Ea0vIS6s6VvPX6RhLW3M39Q9ZjVE+R7N/qv1Yl0NXFuYVqGNaWKOGJ7KcAz8AOViXtx8UyI81uGbPsvDVKQ0DJqKiX7AWc8yGWXP8nG2R0/50m4ZAwVSXr455TENwvAi5PBydt+J+UmP2Q69j/XEfggfJn7Sk9NvjeQKwxpzRaFanuaofodxWIWLDA1ZQm9S25mGSSbKSQAK9VYvsnWCuLQpK37p9bQM9q2Pg+l9NdpqBI6h1RanUazHZ3N6gnrcYwSV/gc9jzmvQZlBVbSontm94Qapq4e9X6DADB5hanfugcN+wEciXCeitlOenJ90r5E2Hnoa001FQwoaz0m/MJ70dwNP50M1iDNQBmOFBRi3XMCbEebPvY/jVdzGFa9Ap2hTTvNcJytiXaGPitw7EwblCQbZOdbAf1z0FhRI0U+DuCVUcu74mfVECx0NFgTefeAgPFgp81v1bLedUX+fypUr0kXM+I6DB1HeR6KUjTp2X6J42+e+K3xOsMbRoMCgwKDAoMCgwKDAoMCgwKDAXxgFNjLrFnOdne+Vcny+V+MjrsGTa0zd/QPywd9gKILNVy5QdokH79v7OMWdIisALr/dB5OUv5/d01PHa0SFvvdvSSP23/osMYUfylQRQNoFFeR/j8zwLTIKMhx4Kl0EWGoUgEp125psvl5G/vaLypaVwUrZ67hHBsJJ9Yi8PbkdUXQZyi81bzf1Dw6AbEexFytUMXIjq3dH0vkSSeiZiejffQmSnPdEk5k8frBIkRj0kj2L9L7f+392y2dlKY0BOhIrb1mpawZKZpua3mYlr1U2JSl0I68RxYkhUqORkdZGMF5Ptb1pfPcQnFgIyZJG5K+RykeiUt1VV7ojpdKXUuIV+fHsXEZ+tadK/6thiNTDn3/Mt5m6pIDyOD/5e4jEzgc4WWy7HH8HauyrnBTbpPZ1PVInMng7TmVqv6X0tMXqBGoPbmjOWpEmlWlOuOpFpE3vo3+feuz30oQuK8ZfIsIXUq1X1KP3iUUK+Ldpz1hqrXi9079f799eu156Jq+ojLwnNZrqQM6aCb2hkbJ+KNom4FJ/0SEbzbjsSLm+J/LUfX/bGu7X1VhZ5qa/cO/vXhIN3+D3c499C8NniOmecXpIOmGfAqbf5T5w4QSRLfDtcesl9xZ6lhnnFpwGov8LXGgIvj6nKo72jPqPofhULfWYHSe3juNe4Pnufrmi499pr+Q+v9Agi0DDIgEAe9Y8zjpzorGduTLj97VamQdOtH8KvWcrez/af14O6j1xVtJQ6l/0rQIs/fQEvi6NmXugnjUG+DAOI5q5UIFJVA8dHHMfvzAo6ev2/Jzuk6r+EZ9134CHkf+svwl94oHnz56slHuXWeagcDvy3lyIKvfO8o4uPkH6+OxI5YaS4+qLoJ0aX4MCgwKDAoMCgwKvUABO4T2FFxEv62IZ9DKGlc17lhecL9jLl+62K667v66RuJWCyIswVSUipKaQP+bVVi9/98vR6GaUrUy4/evxOsU4aJ2ql863HxnL6YQGb73tZK8qBZNelwhk8QD05XwDzgnEK0fQbgZmXvwKejJ3MmePwpVRAB0M8UZZpxVzIVMjs3Ri/lPtqY9iPgRuVCxemxj09GSrNMRGx1qu4NkYru0153eO8CCzpxCnYVNBTDiO21JMTx3f+rzoT6bQ9Fg6IrgG9ThtAv0tCNfPFx2Nxp4TCazTgmPFaxz4j803MCB8om7xGNU54qgHPhAjcDDqLU2u49HPtnF2WtJ0hnmU2Z0n0hcxtxGcLtZrb93vR+dQZnRmjZn654DAsI+XpfetdO/jXls+drDe7963CrJ/DUOOkI6hWWOz5zoOjwEctQYFBgUGBQYFBgUGBQYFBgUGBQYFnqMAjD5Ggf1EZCrOmMtBR2D4+3h7Amnl2Z+Der02fSk/IBcuRH5OyHFLtsG5kM+uN6adspIygjiC88y+ouzvyoVbLd52PnK6jsJ/3H0+YIDCCDLhLPycjIjwFTjiJo1R6GtE1ZgEbd2KScmuGxreTmfnqmhqSu3dQb1Al7Pt4EHaWvWyQGuNEO6hm/0n0TEok7+5iGfWk9nLkOU/uacoeyrHoPkBcxjYjDcGIo3tfxN6F8ZvlFkzWA0sGpB00uZvcV9XLnQ5+w5BVn3InTrbS9HHxKHhJ+zHbcph13qn+SNjcL57vT/t/nT8LXYjIu1xZFDPEF1H6NPrbHt/77HrUEcNjVffYrRin1kzkYHP2Vq/2U1XN+IOMLHnr3ssE7Ws3qecP74EzpfIgCn/1TslOMD7Vt1OdIBOujjcu6e4/wgyyF7hGByNzpxVpoTm99pd4vERv3UdwICdSHgyJTAfieAPGp2Wm/WS+8cxgr/bgJGdIZkaYtDuYxevrz0O++zF+UEfqDNNImOlLesmC6yPiUuii+aqMhwyDwbLmD2xKnqximP2Pn7gXu5Nvti3umZ0icnexz2kcXtPoMrpfuYwmRA1YnuvMb+SwwwaGe93OS/gNsqgwKDAoMCgwH8YCnSO7AMGxJsKASC+bzGyaiD1xX3/pWUksG+3pRvpTK2MwCBP8vHe0XqPafzSC1gPPuMUfSmLAx6B5c4LOidGQ4PkaQyeZzww7e6lUql0/0h797FFKFuNq3lbU5eqK3Ofnzc/zqnE+GFoZIyz56x9waRK2zALgm8CfPjOq1AL4jEGwqJxMam21SCpICmNC9fz/nPp7OPFdccVhgujZoyi/uYPxvqh4lAY5VEXUeh9ZM9jhVDt/xOMtX9h6h4C1iuVd2AJnDJPCnWMT49PBRUZsEh2vf4D3woGtDuyT8/x4BwzPpg0I231Sn1h1NysHaFvqZEocvfomf8a4emvGL1plFhhNQUrMluv2ctra6UcQDfvnxhv3aMag2vSxngf9jVcGLiitiV94HHoHswznqC7WUGO1EEpbZ173Mfzyn1c7bafrFmY22n5MeP7U+Gjl31bsPkC5sff41scxvGgwKDAoMCgwKDAoMCgwKDAoMDXokDn/M/57q/Ve/VD3yqaD3+H3+nfw2uzTROM9/Sh4U2O0zEqS2sA1PkW446ZhRZkY+SnLmOK06W8etqDVDlQp2JlLbIakdY3uNuolfT0Qg55kL7KWK1toi3NEqWRevonvv9Uchoo9Mi33ufdbxX0gYsMZoT1pPyEI7MGC4pjlSovizhfO7+t2cdlhCLyHGlaP2Pocz/IPU7zaa1oum3Sjl+DbDX3aDVt8pG0zwtRqNmWC3h+n4vIHY8rHV2cqrmlPlGRewx8B4xMEwbruAMH0RZNazvplvIg/HXedSzWYZzMUqQfPhpNt8Iqmgu2y9B35WdgRrzH4OsexTHqJQhBPE+UrSP1CYVxPjs+lwt6U+XyUCd+9+E2cnaf1NV/hbpDom8B35k98aWq90xaoN8wDfFurwwvHd0fFY3EBvdOh3NcrHunn/PK7ZdE1gHetNvf0AfRv+owJGB0BLfmsffDdfB2LS8zjgG7X/DHvtD93ksvTX9ztf+POCmO3E844R/IDGcEsMbfzMsKvuO7nmgHtvUPR3ZSVhstPkeHlglZp9BH6y0IlxDf/5uemI/sN869ED1QgBatc+i09ZJ1wVZm868ZCZHuBjE054y+BAt/2/dGX+tbRHl/OD8Yfo86paCTMptA9lX2fovOs+Zhiq7136G1aax5fmswtWzHW2ey7lY9Vj/3tb+jezTbJX/eQ81BKJG/4KKeOfpB9NILzyCdpxxKjL8vcJUGowwKDAoMCgwKDAq8nQIfaAAWiXo515urvYljnJIlOn9p1a/E4XJNRkaOQ8MkAmBe5mU06q2E8DEFvDBIlVetTH0zDsbi3Mmh91Uby7VOZUZi3AZWUlgLk1Ok7ShGCrgwy+8rMpbCoWhUDbOGUT3S2YYazUB3JmiKS8jJGJLiyEhgmW89fGXivS78Ns6Mx44eLGHGMmAawLDAUJquesLTPHP5CJhO3zgA2IAxJV0zeMLouZ+tf9Oiodq56GPu37a5VxibRnktyjOpmzXa36t+9VrrN4xnRVP3aPclsBW3ninCk+buuaKXo16brLlOiwbqrtB6USfLwanEm9D9vSbWoF61S9LJQKsw+K3R5VfWhkZgUnSx79EnSYvypStKQnPXynsKdJ8//zS3w3GPMkAP9rZmAzZrSbqMMigwKDAoMCgwKDAoMCgwKDAo8JdMge+ap1WhrKFIue9bxIAf7w57ZI+zEob/7MzbfnRZElnwgOxB+udk/YlC/xxitz1vDQ69hsZpHcGPyEXzjDEV3UFGsTFovRC4rsonTW7ucnDvYG2sHIy8uv8NffwWYxwySeQQ6QNNzuSTtfGVA+eYmDPw/LR3K6Qfgr9G9u3ct+OnZGzbVDtlwURSf/7V7jNG1f3ccLyCzeOnNDVobMNp2LSxibTTkRhiRl50XTxR+nhJib3TgX//Sxr/PHhvpy4Qe902vld76XSjXaTtyKw/wHBLtCNO+5mvC1iuse0MnPWR/hlfg6sDciJ/3Yc2qZ9dCxL9rNU7frhA6U/aoEeYk274R6zxvy7j6QsC3elKnAQX3JGlcaiuLGyud0Z87V7o9O50vAP+5SUBSsmuywKBz9/s9nv2XIb2rvPu0P2y7eUZ4JgJzOxpGlCN/DXSuuPV8bxs9mG/WT9Oa4zwGn/deoz1b0a2TR+X6yYBIM4ftXS+cGu2YyJniRTvD7Nc3wD5wofeB+Wkob6SMfDcyf7RN2ko/jxJk1UQukf/RABD8HduL0fNqa9SztdX5kc9Fs40R+6TOColQyDIrPej7zPx9bnb9vz1+Z3r39U4bhMrDkXN+GuQUenp1Dk7dw1f5i33Be+kxehs3008odfgocyrA9yu1Nt9jiuDAoMCgwKDAoMCr1HAt9CHFfedifHqgJCyejDpranZ0UjHeuFZ59Iz0T10F73xeMf5AiyPTMyWnanJu09G5v2lPCTtyP1/9DqGf1DwBNN9GJBtH6c+a/9VXtuN2Zg+6a3sYPSKFOfvs6cDkasMYm/ajncwhulV5jhexn8EUmKB+ZYQTpsGvy1LsGF+OlPNdz/rvq8xNgJB719ZDv+fagTcYx/MSVFFOOJo1DaMNAKODE4iWxt+9wEWlNSJKy5GVqOdgzRriEjb2stJj9wOqY9o07Zf6t8YtvUK3MWr9/tgqNkWAzA4KoJZHosE3vTREDDdTvaPwUnhmDUr8yl+1gW3zFnHMV2tH94fiRrm3liW39MGZQFXa7/j1n6tXQencfd1V991/oRf7ZFCBPUi3cAt41dZkMXaRn0BXHwpCsEHvOHFQ1+DhX2da61cH8cllPp9wmV7XTpn/2n2Kt5NCL4HPO/3/AUv1qQG61EGBQYFBgUGBQYFBgUGBQYFBgX+3CnQZazGXytJwTkX1sqs6/WvPRANZcra8t1IjQeMZe5Ji6NzyXoKu9d59ecxbWNG3k0kFvL0xB6qO/f+RcZRspDPT60SQ3JsP7ZISZVu3EN2xAF1nn6KSGVUKq2bE3TrCRml5J9q7Gc3TnncDL8eCl/YfU5aPE1neQAAQABJREFUO2lwJC31gsw6YYSakjFJGazgGknpLHa5KyAEsyldKlqshN5gJhXxTETqgTTSZZjZVO6HXY+R323s/dr6XZDVgYi/0W/KR8uOaFqNvzpsr+ttbfT4QVuTBzooA963ZD3DAKwRzDWBTFu6jUdB9lnBJCXO0Qv8gVkwuvO3oY2QJFPoudKg1eda+rXStRJjr6tA411mBbikTXXvWeTJkuW9VvCt0W1y/bto2YAHRsHJ1FHpuDeTF5HVRKzvyIZVBk37/IgSogBI/YO6DRwESPtce5qyDjPPvZ+LNdGfH41moV+rv7AmjqyH43/578DQiNroCNp7iGFUburbc+9kpb39XfTVUTj7trN+P3lPEF1MNoEY3pOel87OYJ41rh+OwT/qTUb3k1574dlg9Kyao73r0Iniese3Q+nz1uexn3/bt2tEoynrXP1NHOV1fuDZ0fDzu6/9Wk+sE5496snExa3eNP6Kv4Zgn67CtGQt1WGbC+vn0roe69f7Pn2uWypimefOxBjI+qbux1UtTaOjdEwp0l/6gjvZGHZEiy870z4bqOKatF49iTudxTtNvgD+Dan2ZQfn6yuRv2Qk0DlCTezL0p8zGEp51xzz7DbgATjBt4/7Zcuvfcb5yP3BXJj22T2/3RLtSMCQpdY7+Ob9xjMevbEOEtn/2zmoARWMtAjEHI2PQYFBgUGBQYFBgfdS4EMNwEFmZT5kmGA+TLUMg8JH/stoNV4p1ftrrRvmZEqMjrRN0jXDjcwwCtYrATbN3vmxYRRkjmSoc4rXLpGTRqCGaZJBaoxQOrRSY3oVSGKchk8pY6IGVhkyhUCZEgXgwvp9yIqYbKh46kEpQjKxTp0GNPuQQbfey9L5/5Y0CtoTRQwIBd2kD3Z+xLON6yWEe2fExT+ZNfFzT2CZsQ1+95pfuRZ21LRO8ZQFHOBP+xY/Tk8FH1eOUcQyvjtTTBvtTdqiaZU2HoXX6QM8hzsZiS3z6lp23yDnmt8P0xChLWvE/ZFs55x4j9Rcd4GWE6tQsqLsSUoXVrSb229FdZvSSOOtuGGYdtwe3iu0DQjWwJ+W3+y+R2qa+QiMeHMjMJjOzDG/qTS6STTu5+lA6ijguMezhn3X8vVV+6bORqNBgUGBQYFBgUGBQYFBgUGBQYHvjgJdFljl4a+FChx1hCZllL8iWu+n8POkalWOktvOtY/CRfmJP2X6jNfoMqI/j8gduVLG3/xoH7ZIafRR2gcp/j4hqoAvkb97olKPB7aPIWItBlkv92o2zu8uOXQBZ2MwELb1rxZkr7nSP5u9qqqdjD/VZMWSn3Z2pUhHygRt99N/BV/TEVMXfUJ3FPd6pebNkR+Plb52zFQ2EzE5/wIskBXdpzjrqY/5MXBrrdBFvYGpVX+C3VecSVnNuqj5W2s+cSA86cUfRvUDht8FJ1/hXadcq7tKfp3WfT5b1xmnNOYv9NDk9j3Wh/vm4tCAPKmhquh73nYrP28NW9QGHn+ZOvuFjjHqYaxGt9LXMgcfUzRgg+PiHKqr0RljYispcWf7KMsaAZtfr39kr+I9Bmvus+WAjgP4Rn9q/Evpa2cFdYO+6/VbB86e95SGTufye7tPRyN/jTglGCHrv3LK3YJQ9Paqxm71TRrtfg/IpnPy0gt8PflRxbHXnNfeq+oViSxFt+QcMBl03+lTfZZeRUOqv31+eWC0tc82HdcNduhw+ck63fzixJcshasBJqaa36GnmRiPxWdPlrU/Ok094fkYr9Udqqvym2eg9dqaUXf4cbrVAH7g4+X62pnSXecCs0a2suq5QnNOqqvNvWokOc/H6JbW2hycPwv6la//zfhwDirdt4Ee6DS7w0GQcS7504htJDM6MYM26n3IGPocfn3ER4+DAoMCgwKDAv8JKCD3/oGlm3EFycstqTnwbIpnKQwX0Z0zxlWF0f6aLpZG9sMzvhBlNvnDIHY0YlNGzTTAvuz9k2lfW3P45lI9p7nRuwhuE7CPpPb1ZW3Ebe8nDFKYKU4pmPBuD8OklzM/I0BpWIQZcU9h453DjsmsrFzZ2xBd5XX2nJ2IiMVFmv5hXE0rIvPZZrDw6VS1rzpeo65pF2Ohl6DpjOeg6bYiQGSepO3zyMYwGYOjTDM0DA0gUAyu4LDf4mTn9woCDfvGpoDf0WhgkNZrsQtoFS0r83i/QCEqOIt8g9/svsKJ1Aa+69BQVwYfw+l9UJurrEu8pVPED/q5HDTP1/p0b+l2fdPqdEi/YWSNOgcfW8Zg7pyyf+9qBBZzDOrObxtq/z7BunLkZLogZKSdGI7npLXynnG9v5yLblj2ivP3+fh7vIiJTjaC28G9qfS+HFfIzFx6PxMFHEcBGV5SKW0fBG/q5x2N+tgGo/0OIo6mgwKDAoMCgwKDAoMCgwKDAqFA5y2/Jjk2fSrLHtlOZ//ppzD135LdpxmIujUsssBHIYeRROEk6UUxVCo/KNNEbolUcbujONEiIyhHuVUMxrEd6arNbnVy0gV0E0sj0gTubZAvryiPIZcp+0ijKNz/F/T5J04rvwtcubN1wi8Pm333hUSsLqBkahDR0dkUyshbRkeW07jg7EcZyCINrpQ+X2u9qhODIOeU5497IiVnDKq7XzGP7HfZtkgSuRW/Zki80sOLU2W0w6SFsXqafgYMDKkaD1eadlw77i9AtBPWs5F6CI6dO6Jnjfo1MtX0pWbEMppWyTOljTN4r/0BoZF9XZprfVsiIVshF5FrJ2isgUhah67NUEeVh+RjcDpNs/oO0/iqW/g3ziNvW9q8KJvn5wbXnHjmA9yjG2B9L+gL9kbiK1dnVXVa9+8G2P6lVV8XDR9GSCtpIr6/BG+i7MUx1/lWn9HKvfXb6/Rxrv2sF/pBza9UMGggDg7gryH7LklWfDscTVrirfFRmd91op6k8N2YLdOgT3dfDzfXRwf/6jf3CjQ/LkRgzkaWtghTjXGsU7WNrqVOPWmnA4ffRicbkXnUkZ4MaRpPDUbZFulzWTrOnu/HfTyXdd/0O/eAz8rTfdAz2p3WN3RX+Rjjr5G/3ps4ZvDbMfXxfif4O2jnH+JI/7gRkHXuyPPITIVgvZYaD7UMmHAu3AovEdhGMZO5rhN4bfHdHhQ9fXqre1MXx5/vs2RYYKU5ON7P1lh0hGCONP5OpENP6RNTv8bnoMCgwKDAoMCgwBehgG+nL1h4HbonDIaevOqJ7FxkSGRWZQDCBPTuOysiI+41GE2uHzFOJpKzGc7g4loD6/fjDuOZb9t2GHyH4W5MNn0tMld43IY1TJ+tjjifFd/oXEMI0rAYgYgzprzxRW+KnlO5bHu68vqRuGkEh5amssGgFsZW47VYrnR5HVIJVKatxrgOE6y3biKMw9y+FUfp4B4W0hSmGth6XXZ6rFh1wWY90Q5Wutoe5pz5j7MAkp021xhLAzsc1GXr67+jiGA8WWdGnJbQNJGGyZRoXGh/Nn903B0/95FBsJCzdz/gSNFtLdyFZT/Q27TZ0Nv7Ik4NGI7jpRpcPUdZafUgbokqxrtz+T6p335KH8zx/I9864QhwAb3Jn7eaaynGQHTqqYH2/uIyA8BPFjEt8ZZbev3lP3Af0B69D9G9NrN4BXYd0XKB/sc1QYFBgUGBQYFBgUGBQYFBgUGBf4zUqDx3jGWwb+Tdja8eFhsr1m6HFC/3vypfNLkts8HUrsiX817DWu9n9cgK5QgHyO7HnVcBdf93gjPMtqWzNJhvRdn+8LggwFqmTCozhjSkNcTmfmoDBLZrI8JfDGkftr/jBMa9aSFshL9vFecYfzqPY6f3KIKY7WptaXpKg92HJ75ln7A0DGbFLh7je04ra9G64B6lMa9nvQTpimkdZ53b1dkbB32keFjgIoMDkGetoBJxAit4OixWzgRvUnqZ/dcDr35fLpkjtR3ILPvSefLfq67ZPByTM7fRxZ1P9Lhx2hCcMaY3R7Lsfj3TIHGCuRErh9xBoghlbUcGiSq8Fl4r/Xd5pf1NpmNDSeS+fgtaJNq+OGuam24jpXz1b0c4yTQ8H74GfEarveuY1zk2aKBce+exeozeC7q9GBEcq2vWwPyulonjXQYgBN16nw22tzr9kOv0V/WrOh4r7n2yaTGdlrluLHBJ89ifue57HnWHkb37LeM8dfI2Yy2PbM/FM2HgImTa9nnez2PJ9NYu+c70cwaTaucxrQ4TzGYMg/RmRE8wDMlKbmtnOeKozq1KRjf7aeBS1McVXSYMAq77odgxfxo/E1EPHjXdm3qyHXssd4ogwKDAoMCgwKDAl+WAv2N+8V6Kc+mMuK6L+vE/qQyNAdf9go6zf3U117SKouJvIGeXbz84x3mN3snJPWJAoXMbzz4+HouhFPom1KefjkRpsQjo4HB64Bxr/2rCGZ9tjS0Nu85X9S+yMMRC6cxIOKFgLLES89Xv6lKEI7a9e6pt+7NssHm2qHsQUoP3wWW0aHLnpQ07OuR/WSgpdG8Vj0ZgguftV+AdFJZJ1BlKJ0H8I0hkrkog/WJCXHUd4vMZivxavO3DPMeBghDpJHK6SMgrSt9rNP6aMMLY9gB2SfVVApMpk6JdxyGaqOBwwQyB63dRQafiuwVTrtw3NuX6whaaSBl5bkXsNGozkVnuJ6XT4UBMy7NTSXWo8E1/HOy4xcDsfi0UvPuyqKEDhqCLUbIMlZws+01QevauaJN0OBDuKxFAEwH1x6eu+6pReR4hC+dEbSmQ/uOH5XWMqMQKS9x9omh3qywAflC97XW5cFprZxfoSG4+GmZdVzIPUM6HLw93TNst3fvE+llzS9T+v22rrfeTRt3Meb95JXvzfq+cnWcGhQYFBgUGBQYFBgUGBQYFPiPSoEur6zj6xzrhoFeudjO9a6Vbx4o327LC7nwNf5zg1cFQynTGJFJxJtGj4bTSXZ4HLctXreOlSMmt/5xD9UYSbY1T32dJIHN9eDu/pUaJf9692lmb1dwX4xqbTJisgRxVWkmMpP9BUR+1bn8LjmiLlnD62SAir5APISJMeTT/43I9LtV/umyVukRqFNg+xdtTvNbkb/OO39EFO5n9io+mNIXOTXyuXUx1Srr93m5NX8X52vuak0Z2abRZseWPMe9+0LSY4dHD48X3bH7OuUb2hpl9wnjURzWMarWvHTaSafXS1HEuvwxDmfmOLcUuRr8KEqcRlXvo3SQqK5zHZ+9Ci7RPXj8snQs3B94sgFZwTQQTcdvaG8KYqfJcbWaVJFGXYbPmmzzmMp8eK6KOBOBh+H3sPsluGucFE6jU5uXtXpvdvl9MX/byx3/2o/1r9CwfMPlk4HLe/HFfDq/wryAm/kBmYk00kf2gnZ/bY2qhiZYSj/E3dGUOx3v/r2OK7U3Hxf9bK4As3CZ9iCqDgd53S25jkT5O9c9q1y1oY7lYn1K7+iSNP7icJHocNZ14e28tmZtHfT563NYV09z2n8/+u3+vKXnYiyu+6RMJhU+GIhq1sMVnJ2bT4maNV01ujv0OtE5JbNdn1nmo+Hf1XIdr0v8+/m3fZ/6ixHYZyN6q08Tuiv1doymP5NqfVu//3n/SXueIxiBE/l7hkTBRhOUs10PdlaFHx87HueCFZ1nqlvloZ9CTzrrpMTYkpUv+FOP9anxd2bNuOdynDTiAFHPFwgQWIX9hk6XA/iKv1cskrVSXR7jY4G4VNb7PfpBA0Yqknnmd95xjKdeNSuUC8xrpBcnx89BgUGBQYFBgUGBN1FALuILF19csKkKBrzUfRlmv5kceE3hb1M2TNnMG3GBAZg0yGqg1UBmGuQwLbw4gauPXv3ewHj6cPty1VClQORLmpc3x/Zfezls61FFXBv/my7DVIMP50w+vJgWmqMYBzUQRhgNO/A0hqcG4mfUrwxeMUmTDAf9JOVIaHOLiSgoYaxSz98aMcHJsWSvmm6QrLrPfzp+6IcReCHS25TN/isBUPrdx+2yv8k0KhqBsyewY2f+kwpcOj5QwsHaptbezj1Qsp8LbZ2fRKVuJ/EBmI4hU8/6M7Xx8k3G6L48pl97rDgW4IhfmEGEIlJUl1e6wvLztKo21bvMpAbq/e4nYKujgHunuCbvjBUaVa+uhxLcJgRvmXQN+ce99x5lc4/WiXufQqySSHPaqpgyCnshLZSR8udR8r32+B4UGBQYFBgUGBQYFBgUGBQYFBgUuEmByJ5chU+f4fknImkr9fO2xXOy17blteMotXXInTD+kpJ2dYK+VvnqOWUBI6V+sPve/u+ooSEAeSrRjVcbPHnS8SrvKKwpf5tKmW9Fxzgme/kJmsRKhcxHZNd+wlhN+mcdlLuR/VnZlt4virIS8qPyIAbKij703B2Z7QLC+c8meznGrIu/wf+XaE6jIJH5F0ygb8dZ2R79g4bJ/b8CCdoqM0amBWP69LBk/3OsHv2ljkMj3qSz9oH1gQF4pz4gc9bGFon1UYjglHVA5qnJfX+VcVkP8Y54UJ9wtyvXEnAifIMn8vcnDL9TUid3PRd4R2/0SH+OEZgY8iqFLxHWSYHbdQzCuovQGy46Bs2CRIdnz2nuSXQkzmN11el+BzT3Se5haGtKcHF3bejcftId2M+XL/V8MROC6bct6htAIzoMRtUtubnW6M1xpa1WV6Rzizqxju+pTpp80Y9Ga/SGRmLPZBzYs56MJK9yMRe5L8DTsakjxClj2eGYEf0PLTLmL4rwfeDOP+tIWkanyn09My+OJ6m2e+s+DueKZ6HBCwbmuJXbeu8ne0Nv8OfzHV0sTjamqde3od4NzpPrhz+3IMgaVB/OcT0kv/u5+fMh4cBkUGBQYFBgUOArUOArGID7KDQu+fL3pY7xkiNfjtlrV2GMl/7JS1MWtMqs8ZVSXsIcyL1pyDoQdWnq3bWmtT6itJc1qasXGNjs6QsjD7IwKTDxvtXDoFRfq2dXfvqCby/67MXquCRxjbauFRv6LkxjZNQzDooCWi/y7mEdgUvDNef1LMsVmYyrxTlhTFQu86hjd6AyJm/Ds+ihZyJ73KZf55o5X9i7x76yV80tfM6R1Ku60BBH/hBKilGEKZchDF3vw+rr6MTnY9B3LxrXIE3dxzdrSEI+XIDamOmj3uo5dj8W95hhrMHtHjCxsp3e4tb7jAD9rzDD7j2NQgQ4s3jBMC/bm+IeSFoWk8kXMJ1/hZ9FZvQza4VIaL2dk5qcun20fZY7fRJlz3XHcJz/GXr/qSKBob9exno0vqVUBAJjVqAnstg9edz32P1ckgbuLUDf1aavjGbUfhes0XhQYFBgUGBQYFBgUGBQYFDgPzcFOm8pFeB5v0aJ0l++HQPw8lN6he9H9qxoK2WBjymnkdW4JqJqD7v/QQf/hqypwzYyQmRga55qX+s92XkOyjykl9W4hzHVCL2i2TndupxyDc7Nc8EDiVjaYKg+sI/nggOwpqzsyRiilNPry3m6xF0MyLylPuL417vD8rcYgYkojHzfnYtvYvLwhRhV9xjMdv+MbIq8FjIoCz4M4lQx49YYBxDkyWnSUfnH0AGtADoERUtijU/1+1EE48vx94vtO7ClHXQF18VoWo2TkfnV61yWK/1cVrn4bQCAcuLx+BPWtJHWRKOGEMBa11jBVd69XsSk1WH+dhrEcASIQZXf7l99s+l1gHfOipfypGtYRwyiZjUAM4YFR/tFvc06j41C6+8tWPHlutccp2m1s+/vv3KiG3+r/ks61/m3fdqvRlGd2mvPXPe3jh4BPBLRfAuwRGRNqP+pAAX3nf0968y1zB7LmQPpkoqpK6gK4PDoVNroTyfeehSDM3on98722K7XdXMdaNQtzNOkM0Pwdn0TuVyk2TT6WMqvgNt9Vb+zAEAb/eMBXYk6NIyl6vUq4wA/2/rp+hvbaWCc3HP5SOSvDg4bXV5hfaLwtt2Kwxc7AFnGl2yOpp/n/jCS+QyH3IzqqtC9tihZdX1GAnPSwaWk2vqzz4Xj+u5K7hveDUcDS8ha4HO35sfnpHpBtyBArxa9sgZtcO0Dybr87nAfPQ8KDAoMCgwK/OeiwCejAi2mHTp/I+X0x32EkW1v787ExkWqMWYyvFdKGY7ATMaIOhHmAgYmKN5TGoFPDM0VEM+fEtekgRGuDLff0gkcwoRcx5UKlI6LhkUil2FwRDeGQgyrE8xk1elvfn6+qQhVpggDGtJP0iWlvw7sNfjiKQTHpIFbhsRIW8YbjkwDq+MM9nw/U4TNn9yPuEU6sw9pKF6P0NH+GpzgAT0XDKysVxmrRUFrw9ha++ESxlKaMd6M2/2ewSnR5fbpuB8pGlKBoyMCY5xgaA/CQ4BIKmWZ3dDvFixoEVrbJ0Za02ixXuKdrtNB8Oj35RaG9R8p1oPmKFdmUmIfP/0jx7Zzjlv7/G7HoXe7wFo1RXMeC0QUqPRwjB9XjHZGAHDPMGiwGCEPLo9S/uPwGJAGBQYFBgUGBQYFBgUGBQYFBgW+Ywo8owyOwQmuOXu7YoDZmx6UKDEV0fL+XcT4kCHRj/JC8FO2+Ixv6W93h/kXGEPh489kiRsdRo5vMJQHZ2UvIvQOGDf2yjxNtun1boB56LQwlK+QE//4+Te7A8aoad9kn5tO0VcgB46yNrA0+IqrjrUYZkok2kgtz8zdWVfSlj+2yDJD1aKTMjJh9DKB2a6ftXntR8lrcXbG2dZ1oSFSx/HoVTRIttTBj0lefZw1Rxqilj1GdSPAMTjF+GuXWQe97ms4Xl4HdtDmA33EjPF3R4atyMTiu8rLl+3u/VYXI1ydE34LmX/NktBYvV2wb8W39+vagB7ej+KPM7dRp0YvL8lglkH1yi+/b6ybZKMj9e3BvYqTRU66vBfXl933M13fNkc3QiYBZPQ4kYhf7oOa+17/9O35E15Htz5jT2j3oI0uLUSRBtLpFowTtDcdgV+ta+4bcSGzwKKRsTlpxFljHUPHQZ3UFneP0XtoQDWIQQ3ZZj1/qArk5iA7bkas1/PRrA67PSmFxZagg761VTcAh/aMLcEHrJeKGCdIJmOz1WlubnbbLnz4GKP3894Qb3Vu7OPN+ylprJ2mjhAHUekGVWig8ToR2OqIrLSdp97o2vcK8ePXmuvHkveuesi6H7NVnZnydDZIkETDNevNZ7prqv4qg6H6ywyq4I3PQYFBgUGBQYFBga9IgU+TDDbM2oInbxk7NRiFffpwNHqq1+x7hKFM41j9+z6iqnsBnTxHPTZasF76HMZQ7W/PIygeNIx1xh7BIBzC5sXPmbeWHsWqd6gMvXsX7zEIuxeFKX/Lu1PG0dKZNY7yPm+xuDl2hOBoihNe/no4HzHYOuYyuDue9xUFBPE60rm9zXhvxmPQiE1AHzH8VS+NOfYcFzZYc0a6G2WrcVUoXFXYioD0DE3tqRifMKZYDw8w0mLm/rIiNLm3stGo8aSGNvZztRSGxegquGFIx4t5RoCtyGIjoE3RU40jF16F8/Jk0l9FAESoEjcN56ZskYaJUH7Z5sWZCESQyPFKohjRKxLb1FpJWxN6uk4Vuf2qmVAAqjWWhjYGA9cN+82QLkmMjDyf8CScm5Dq2uop1vo6E+R5KfjrHj3phxqkcjKN844UQt7n4jaHgbV1zZdHRUsJ6jlwOyCA4Al7YO+hveODeTeld82MLZ4thZ9kOCaiW89/xsm/Y5QIf0IfUXXq81n4m/qd1sCu8m6IG+DjcFBgUGBQYFBgUGBQYFBgUGBQ4AMooEwh3/1w6bKTPLkRnn+FnPoNx+51ifwnqC4gBWbngZ/n4Ksl7SIeAJi0qEfS/h6+9//Sj07IJV/qiPxaqUhCnGMxbkwH0oCyJUykVOQNNtaluX/iqIzdx8jhg2Xl+DN+pTGMOUao4uB7MphcArvEe0OjGPYEplEPAzvb4piNykxkZyXz55lN24zlrNbmRx9nOxUD5/8GXw1npj1Vv/F86b0vcWhGskwKZaLCzbhkVC3/gqL4dmI5vF5W2amf8LvTh2+zU2nMwEC2zOxTvFS2r1pvm3o26/A9frg4AuRN957FOWCS1mYDWw3AG7BXcb3oSHzj0G/K50qjXFLsm5C7AN5/ChF4oY06oh8gMxO1nChH5G9l8WQZs0//2iydoVDnXKPJwIaO7GjEMgY9M4vZTPnbOezlrZnaevvtd+5B6WlkO/fkjK6rG39L59Bw3jZqx3VfcT36HKLsFyNQfUZoEJf+VlTvVbifPZYu4PUVdHH61Z+FI9Xob8GBPqm3vV9ZS11nsupG1vVcYF27Sc0bx4vfcawB2P23xZf7nPnrOIdODZu34tqav/yqmyj4mhp/5/ORKOzsfc09kFVGna4XOt2X4Bf6ost1+zWeH0Zi95XStJIr1unmovc+vovT7/gpUX1GirX5IdRDGSGLY4TP0rPnpcZr1g86Q7M7Gv17zL7X6k3RcWb90CTfRpl74Fr1r69LZ6Mfc/jRJc+a6iMBHurQor9Cr6tBG31dDPbgEF1d7qW6JxL5Syp3My+sOF6bhI/GecAbFBgUGBQYFBgUuEIBpUZOKyz6QvbFqsHqSxVfnrwz29u89v/Uy0scGquyvmRTtTFudQyHwAu0XvCmhj5GSJABaC/VXPOF+xFMQOEars8Xtd5oMhceB7yMTTED6S94cyovfapkSKQYikBcNKYxF0p4qtS3Amr9cPT2Uh5mZbpNTG+YrUS13gB6yewVxWCawa+8jvXg5M99YN5U+rhk1BAWZ/d7xYiLQTqCrYxh5qnR8FYffS6dgiwR8VMAR7RIKhXY3me8udOPzCbCCAyZcJyXIwbqCJquzaynVHzwg7GIA7Q77v7WRQqMX/EN/NXD+hYo+4cGWTfSolIvGzU9Hd0XS2HystRs1dlO58s6/Td1TVOtAd50TukOz0XnBMeBy9ZCLiHJKxrbodRej+mODx6p7y72Ao0U0o7ftmVqyvXfgg/X+r307n4GgEGBQYFBgUGBQYFBgUGBQYFBgb8ECsgf93LJoXu+X1cgkqE3Ekkpgoi3BafKOGta71pbz7+1qBuwT+EiD+9/zrcylFw7TqtdVuPM/SL+8v5G0eKUGkMv587a2887i3LEHhl2+jlY/wsyjPCUZ7dG5U7LS1ptf+sEroO0EZ3fIuq5r6tGpcTSXsgrwvOvt78FnyoaxyIHqRMwyu33uz8tpFNGbqy9SUE4NAniNniu2JZI1OPyDxgkfoa8jGsx55yrkqV1NO74vQaaesKTpho6xH3/S75NqUzK2ciXr8F45XrkPuBHSP0BOENnDCtZcmd4inOjb+jDz5syo3XVj2DQM/KXdaupbB/DlPh4/aOKOg3lY6MbMdphRK311vq4iaP9W6fjwvywBdlxQSaOMwCGPNrWnFn3I4t99rXKofgf/xb80WPsNdx2nB7pk7qJ2pTOv6GB91mH0eBkvrYwN30/0sW9Ohrk1DGF7mYtM6089ymf1eO2335c7vZ9b+jjrhl/fb7lgdGfsfU8CiwOuyNJh/KBowBbDb0aTEkhzjOnG3/dfqueYYyn4VDfGqeltWvbLHLqdny2SA++/Li79qxzKn1MnnnXuOIMgfGXOa+AD8biM9/3U58R8QM3+5kSbIMzkcbfZOljTAkJ5uJTpT83n2r0YOVGnYxNrHkvEBhxjEOQ7whOSWv/XOuJ/HU86o+dI/+2RRijDAoMCgwKDAoMCnxdCsCd+QLSqOZeKxiCMdTpiaWhTkPt/GhE5BvwjiFYxoWXZgymfB9j8AIfBQrKtv/OmESAMZo2L+GKBHWPhVPa5jcgc6eJ3nYay2KcE1kYKj0M9W6bSdnUmbETCDFs2HaP6OxDgvAlztC0PCPZ50Jwls4w1K8nPxVEG4MhwwSsI7jFoNn7vwmxMyD17d5IC2tBD9bsBdza9Vo3wawXzmvuI3CTkidMHQxpUn5hwE0EKL/3nQAdwHn7franvIGTApZCLfvkTsDBaNiZyV738tt1trCeOwy/wxfLIMfL8Desf/BYFBqYHwTQXrcM5Vuc+iq87IU60E4vQC2aWduAMrr+BX6bue7r3JqumXgWspYXvOsjB08/44pe3EAppK36smxgvrzImbkcJvRIlqleNEwz9p6qulhwxgbT2iPgAycLlHoIdBNrag995hlnkVZuUaNfv/VdCg4GpIPBAUHfVOYR4K7Q6xaQcX5QYFBgUGBQYFBgUGBQYFBgUOCjKSBfndK/P7qDt8DruCgQYJyM8h/Dx+HvEI9Me6qzZq/TOfT+2/62x/36Y3jMGiqRCRb20zUz0G7R2BAJ5Rxu7z8GnxNs5Q2zak2JpDUD0I/AWb2DcrzjUa7me5VbxfU5HLssvcxk7opB5BfA/PfdJ41+yhjBuOO0pUU/174jCyqTuacmyv0Dzqo45c67HwY/DS3Xyx2YZw2MiOREBDsif/f/i6EXrjX+XKSCdHmgQHNBrVGO4G/mp/nwX4GgvKxRqxlbOriboPsYzmlvJKrRkTvm3vk3s1nJqcDdwOrTXvJz7+zOd8O91ub3WGIYIWdSg2NY6dJ6yeTSpON2B167pEydaM7dr5k7IqvJ/OV+oite6zp7HdZrNVwjR/dp1UkgTuroYDoh0vg1vJ2bRm+iqw8T+0AvpNdGVj9qvHfojcaHZMDjp7qMD7EM6xyAsfSAgS4Rp+4BbIfeLxTv57Ox1OmzT++T+Xd5NkzoPdblALFrH+4a20r7s8bnP7KmOPVI3d5S3dUxTuVl/J0wBKu5u+fQr67zgL5m1kGA9XzUUYQ1PiVQgedFaNB7qO861efy/P44r/n8rzy71dVEj6QjgeuJcWUNNONhnwfvZaco96QZHI38JcMbqcInI95pPev8f5qJ3KuhqfNp6bDq1wd/+qzXccHnEE4j/Ok4E5Rb/528iXDnWZLIX3SF0WeynhLc4RSm0SV6jfYvxrKuvMsG7/utgVrQ9KeONBH9viMYU/aUB8eMB5qqj16cg0TxMy5+p3wh1Ar4+BwUGBQYFBgUGBR4jAK8vXyJwgxo/M2LGuaBF6/MvHvHfNmikdke+Mh3Y0riTdoZq85oXcPEaxrdZII1HMnu2a637d/3YFyDe+0cCIYhsR/f4mUALtp1+L0/LsuUhLmSgaa+kb+hMUxlBqvwyDW5sQ+hc+En7EWYMCaTf3pxOr8pG/zamfOvxqToEGD6JfFCEMl+LpkocF/Hdd7y+q/er1jh0RovONMaIeDF0M/cPZPmKoyetFcgxyjq3kDsIbsYXWy6Yukcer4cZwyyDcmTwCQjh/HctSOqwjftTtaidOPvGeGK+ZYRnA4KHt/U/rnxkjYdj2sdnFF2nNZnQ6h/sb6yZmIc/xN7a/0TSwQBHm/iCDHvXCcacN3bR0plLeNxrtelNJM+odFe+rayKkskDvNmJDApiSqKnTUSbldan+a5N33oO+Nl1hbvpb8FN+Z1j9AbZwvhvgP2QwiMSoMCgwKDAoMCgwKDAoMCgwKDAl+XAlu5pAkejyMQWYfqyByfJmWEn7Az0h354nHIN2rukZc0AP8zff2CYxX1CksbmeFGy/W0ynGrZ8sd0xLrTNrlzs7zr7XfcQBMUud+Xn6OFKFxBBkl8qcgH5VXHJuykl/gSfTanP2VkVeUCyMLW+ethfGGdKZINdUvdMUAhXcu3+KrbCbsVPLg4ZIMaTidz7tvSUVsFK3GZvcs7rR+GNSpIuN1j9FFOXD3C2CRmvg9wxdyaOh4LUrwZqMz7TMG4OUigrYq3f+MzkVQfY6RdjFKmq7clNVlkNGk/DxNr3fc5sqL6FtMt71b/pb5dI1wTnxWXK5DOD9L/cjFpqsGb3CvzGTCAlT0MCWrq8fw90mfcQ7psV/qLJxE8DXts1nHvCcj2yPjs4KSFfAeuWIEU3fBXsULaeExQKrlWo3H2e7rHoBUfttH1o86NsbgMyVZzoy+ZgzqE6C/2cuuFq9l6RlpjVOD9DajgTTmmVqlf1+F8EEng0SDBa7oQ3TY0ICdQInooNp9e7a+a24m9l835fPO6OXoQRu8rLuvgf8lGdpDAVwn9V06ofDsdJuCS51OHnXMU3RwppR3z1/GkzWXydniv6XTZZ9f43cbF135fE3WzFVvLp4NV8aTFNwGNXBUisCOu3X6MYejDAoMCgwKDAoMCnwHFGCzDJkjGR57hy02ChJBqfYKNUWsUasKbZsX3AZRIyvfU8pDDQgKlhosg4jxsTJBeI6ZkjjnCsVD4+X8kvHVs9DXcpgLGbp2PUIlxxXNeBvDp/AHvnTQI9i9UeVyDwos6d/z9kedzvDzXfChXXgDjI168nG+0rswPmEhVEnna+VR/GrcwoDp1esvwqPG1h/Ql0L2eTkJbtWvOJf3cBBNm+Pnn2CQY5DAOsjM9PTgJz4I+l/H+6y3Rrdp0YNOpuj3jFYa4BEYJYYUrH4vmSP3Nk4BRk2unTvvCiwy8HoKIwiRMsmFoHd5Sotc7/TbCkn9nPUSYe64THe9x/vzoBBKFK/MKvDW/gPUsYpPeTbmeF1wnQ40wvPcyN4jnuJTGHMZdAz+NI1XIBD2bY0cVuWHYIHBeI+OgQmSydzN/wIsmWjG69rBO5QD/i6K9FlLp2XA5WzkOdbFRMTtpJDKPS5zTm/0l8//n7137XYkN850yWS1ZFu2LLUke7zmy/n//+usmbHdluS2ZI+6mJzneQNIJrl53ZvV3bKAqk3mBQgEAshk3BE5Vc9XKbwLs257cAmu0gWhdEeaZpheI7BNm137Gh37WVBoB6cKrvO7gBZvn+Os0Z/zvLj3i3Oog4SRzxDtZGynMI5zWWOu95R16jzycpo4qkvlSKvTu42ebZ6u4XDs/7T1OBsUGBQYFBgUGBQYFBgUGBT4c6NA5yev4N34wnI4vlInl5v8crXKKV8afnLF7x752QsAqGeElVGHh82v4euRp5QZ5Opbtz0S+Po2OWu54W0f3R9U+UHH4q2OvBopt/8eWdcsWBZ1BKelzo9RocqXXLN+DAJub4NsipxT8kfVr8g1bi1kOYd72svVsxh7/xnp6pvgrAwDtap6YLf57ey/8wl+RbdWL0KysqbyMzTGkGrWsTi+Njmz5BvlFUrgSnjbd8DeAPRqGSyyt31G1oGen8TTCD5kNGTXyGvCUL8i7QOz4VUg80nN5ayLyiWTfYXhlzWBfJx9mZexsF7AZVkPy0LpY9BIY6kJ6HgHfYQp9RUTaYn3Zt7K3s/WLTxPsWtnpxet3ErhXc4ApXvoEZwHdFATDugz2cF2RNH1caVhm6eSSTus9TcUWfdJhja3Yzpse7S643JOq83bdbuGdTxeZ6I7XlUP0OY7uiui7zF0maFMw6l6k5I/laGPreqoIdkI7OoMHaHvFiPY5/lb2pgKnPWG3sR77mbt++Dc6Pu0DLq8X+iTtVZ6NI2nRP8aNZvFx72u77F38Zf2lqU9o4zxVxh/wvDr/so44zsW11VI47g45Q/1RRW+l2X35r3R6rSvm+8/8Km1YUfQSb2GkddEMjumcrqXdhjmA49ni3/my9uCTAIlMDZq+I1uw2h260HjRT9T6HPRMQVIDe0M76VaVXnsEzrW+Kp19kbX+Z/3jBkSNP7W+KzHZXAGNa7XaNSSavwtozX6yAn8uz621emnrp4Fx4yjnfU5EeP1cRvB0qadn3+9fS6cfd8hzEcCitDhqE9jnUwT1zMAoYAR/akvda/izc6sAjjqqMdbMAVWH4BNliJW/kGH9Tx0/F2f/Xhp876D9fjyrEtXHSQS0ENUczLrgYnnFp7fbO+HId558blxHZZW7RJejmOUQYFBgUGBQYFBge+XAp3br17DNMhc8OMdgwxcxwxD6o/twvS9FsH6ffdH0L9izzRiImrkPD/yzZ/wYs/gZSuNRXrpFsPNucNIGpSLrd53EfrItPT0zek2BjwY/ni62WmjVWPAChGvW7wns2yKI7ypQfIwYyyMsbIzPjJEjKhLXtXwwU/pIONrdRlfjY5ek0Z6hjvdDUeO3paOp3fAkzUwIYyFydmSiggmP2NvQv/b9leuNLpJr8xrvBRVHHCWsYpX4X4FQrvsGmlFOkbowmGBuY+Hr+mcV0JLr3r9W1rXXYWqSQ9hOe140XtdZq7TrOrd/jzSL8IseG1n9j1RCEUwqjlpHV4CtKwZbsoY+zWRClolwed/4qyULTWHlwDcuRb4iqb6fZjy/e85JvVRmHDm1uXp+shUFK2lsaZf58p3wAGFSvBiT6nt9m9pY33ws8q7Cu3hknUE2OH16h7Kn4ksKEba8a7m/F3wR6NBgUGBQYFBgUGBQYFBgUGBQYEfDwVODFAy4E8VOHGiJA+zUXvspYvxV8NKN249BepuZXj0RGaRYpRIszhsP8X0OzYNFsjK+/+JXPmPyDXK+V1wOMpOd1G5WUE49IWMOR9w6MWYVvoLaBXB5dF+msyjzIVhaTK6WtwjTysXfrxovJ01VH/VUz/TZwxAyu6trGXCfu3qtzR2fBqQMehtTOdrJKQDtzy7vqrV8omcl2hqaDpj/NWU1h18+ywude8eiAt4iVv0CeANru77K701Im1NN/5wafOaoTr//KEL2M+sASLB96YkVth/ip53Oo/xk5Hj1L7V6LgnixUR4mW0W83hHTDH266rP2H8/S1/tW5Lt2WNmrvSl2WQx2bPHnUaRKenHkW6I8uzXnRuCHRfJDfXS61Vgxnc5momXfVn0sLXVmRNTxH6vOZZuTjE6B2c05+AP1Hj7vk7oUOI8dcoUkfS1sVFANJUh3PWiDqHFHQ27ej7+RIHcfQ9o14Qw2/SPut0Ih1X60ha1+Sw5nQu0EmeqNmkfeZZ0UCc+XAEqcj3910cjzQ0aIF15bfPBjpODe+nRX0S8xR9oAZT9YuMA9TVs770WT3t+B1nrnfHRSAG79YNulH1uDUm1riG37xnGYN6Up1jmLvj7/v52N+BwmgyKDAoMCgwKDAo8CIKnBqAO9Aw5HoT88Mdg5rGIT1/2csgv2Nf6sdMbzaZl2J7FZA81zRkkSfQo2rtEeo1S6UShllS4NFw1/mqGPFS5QUfjpu/eHmBawyOMs90BiLB4Yx77NHAHWe/U482+BmCph6dGGjDjH/GixKmiErPGoDDe6wMswcjbTUcxntUUU3D8Ce8gos0nRgdv37ud3j/EBZDoUz8npmgg3nC6/cpoWwNVcAKGwB2jJkXUu8wbj0ETQud9E+Za+nsBK5KGNvVeT8UP/eTEq8dCgXnJox/r/DYt+vK1OcqDpJOPEyeQihFlHNwAa8FvPdOy6QThUy5RlIZYaNn+8KEBtdKZGL6c13oBWwU7jQZlfxz1prr+/lS6w88Ahec3JPl89dg81fMK3s54XmZp0468FcDZwm1hRvyI33uSfPkbQ3jU6KcSRvFlU7yZ9dtQC0fvm9+Hq9v9+PZTKY1WglA1hORPCtLoy900OezzdP31u8XGs4AOygwKDAoMCgwKDAoMCgwKHCHAvJ/Mv1h/IvvvNPi+78NjkT/7jb/E/yIUIVHrW1ZwLqY9NehFKHEVMru8Um64kR/lpx+uxPpWDx0IsLIHLTdK3f8zWb3Cf5+jyIdXEu+ug3p/l3lSyV0U3CaZepb5F1lYIUetQmr0ukjX3+xtApJx2pWNKJSkb2aOBQ9RJq15XEK4i3MxVB64tit7PtHxOv/hUiDIy6ZnpSzm4B1CvLeWeSTGqr6hRkj0m7/N3wjU521tYt+sZPhrMpy2tuq45gxOE3If/PhD8h+ytkLmKX+Uwcx4HX5yr1BXcM/R/6uzFRS54RcHfjFORMOugDvqV/QmZs1UHvSItsioGbcGbt1m5Gyw7zzfTkS0XnGKETE5g4DZO37C+4qE1rp897Pb3+7byj03X/LyDUgndH34rhvQ7x9F/xJE+6ev5sD2d626mG4dlG+dqxtrhrQcrbXaPdvm+8O39ASmleI6s1ufdYzFzdrPXITOqP/yXZl86/oWiO2eBb91UUU/Y94Z2q4rQZKPZ44J1JTR4woMWy/Lse2/eprcO/Q/GYt4siT/X41/jIPpN7jz3fZunjmE6ljg2mriVxOWnMDPQgkWeGfzGk2vTCXr6O/HayLtFJ3CZ57nouJPaXRge2Yo4PP5qpIw9rn1+fUTJPoPqkl3s5Z10u+pf4KyNl6XO58kedEIzbjwEh/SIQ57yvGVdkG+EZvqH48qZ/5bXSfcafqiP/xaMFzHAwKDAoMCgwKDAr8QBTgF60zFcU0hTUKg1bMtGln+EXnt8xvmP4vWcKsiIdMjn/FBPHLCnOG51XSW13+IZXx08hZhmCZe//i+8t34W1q3d3KSMqNdxToIEIxFgYxzu27hM/0+xADIt1tVyWRxcAMc3mBaWvVHvhy3M5VwzGpkfEMd9xGKdNn/V2m40kHMsUwce5JovHRtbIlklWv6qKpsJ4tLi7bYLC1GB0bOjRjay6ucOu0eENT6ngvKZEZG4qQjDsEVXgSRsdvBS/w1x/re3q/IixiqI1GAo/eDYbSgmO9dd1zGL2vfr3O9xqBMf7WTJtaHYYXJjepr8T/GsiGewQY1u28+xfagQk4JaWXgqfGb0unUZ3d/nQO06+ejKwH5tf0TVu9L4mYVzhYI1XnXPKAlD5ZsDoXsA+UkdI+c679GLjzLYCrg+LenRKnE1KXUU1PytDLHjKvru1HS8fhfF7ut+9KHmuuZPn7DUeNQYFBgUGBQYFBgUGBQYFBgT9TCsh9+nelPMNvXwHx3svhapXtlOdwUt1NRL3NXyPhqmSncC8y5M0OOm98s1Ju7hmrSTy1fB627lOLY6aGHuS3pEO+RacT8MJgL9rDr4BhZBgFmX6RL07qfuAEGfpARNx+wz61iSwj6rh6C9Bl5G16F+ngZE69qokIqe3wC2gMzgeMqTFuLRCeRzIyrB0Lgz9k8z176c7zf0ALZi/bI91Yd7d6XPAHd2RWIyI34GxKcLfZyZIB9P21cbmT2paI+cfopIxcEYjIkg/P/zlcx5sVG1hxNMf4NWkA04CdifGj1Tlvfvdc3cW/Q1/Xq1GFNadPycq3+pDeZphTp7I3nflvMBCpK2gRtLfavrnnOnM9/Bd7eEtfUj9HZ/WMvPsG6J0L0lUdglHiZHnzm/WtQ/5l+dc124q0dPzI59mnmOjfSgcujTudq24iOdvV1voFX+JCPxp/F+O1KdpdjXfoz3OWtP06+hv1u8OpxedO+gf3F6D3BIhZnQqOHzH+JvoXfZF6mWsF2h/MxJB3G88juFeQjvPZaG/bd75GrnV7/3qtj0MM1+pqCSzg92kyDfTSOGZ3lo56K+on3bMBBerreJZiwOYL3Pu6WZr+QAc1KnVm6kB1phF350j9WdeHYfzNs6AzAbpR19L3Tv8fiECj20GBQYFBgUGBP0sK8Oust5lGOAQn3ZnCKGuugpnQQzN71MAY4qHmj97s3i+w1REKvwjD1H85W7qhRIf6M6xgS4pn+hS7NZMq5TXUFPvnmT/SMohcA1yMVEnJYQJjGQ1ibyPMWfeZIh4aQWVp6O0zmGDAnGHGEg2JQLMN8wbjHmO1DFmVc0NS4a9gJrPnmBVUs6sHp38Cv+rjsudpA/rmS/yOpSJInVu9NPW0NopbHBEK216yRzoecbXrui4NEaSgp/u+TqQI2sOduUfrFg/gwDp298QROLFPrsySHsrOh/gpgJTB05TVTfjJehS0+LXxIXwsHoXOBXWynzCRytLSlD6m9qESZ6c04UYVBZiUNm5h6jnMtX32sZHpU8kiLhpx27q0Hf3VfAqjwzkKTkea0koBnPqzkbsIWXNSJoPbyUZFQeTso+DGm5Ix7okEnkhntecZnKJIQXjj32HX+z9rfu20jdv9hbP/DJO9x7if9DvTf0BlnvmF5kcgrgmfox3GbJ+heDqyD5hCpHsdlwH4WP/Zo04zPT9Ns3PwuU8Utp6V0CsPss/1tdLo0F8fF8ZwrWWuO0dL20s1gd9hLmvnUr1xbVBgUGBQYFBgUGBQYFBgUODPgwJNDmjIdsPkwhN6fcX3nctz38cYO6df38hzRL1ttr+ha6Xxkj9KNr2GTYdw7f7pdWXbZPRJFjAlI41TGFY1nACqiainjU7OSh7zUlL6YqjWWG2Ep5KW2/+8qhQkkfpP5JN/BrZ76jYn49ZPjR4ZM5UbLU5Q8JqUBE2uswMt0g6GPdPjyvt32Sk1TtfLo+PImJG/jX7TeLbZ/Rsd6VROz02vcLLm7gE+kUnAyQjr7a+QM9l6iF6mhnMndf8+GfaFPo5ys/MuRX4PvH+FLn6rq+BfKVcutH7kEhhoCBJl9AsH9QBGACv73UPuKnjwZLw6Mu+JUt+YsUyHazJXBV8+UzrNrsK5cUP4Ii36HJvidrchQjwGVJ/BWkM3ILRbff2UjiG6kJm14JpQBqeXMkq+mxhXUYieT9xx/j78XyLbde7HUFe4t2YZxwpEX/98Z99f1uxBXeDE+wCD9S5GL3VzeXpWDevQq73kvdFPnv2m/3nRU+rkYFY0dJPq88Bhf2VNdn1NBbTwXphxDNixnuMcwLxFj+RyLExd9V+y1BpH12GGgWRv4LlVvzlpDLasKbbCROLNrGl0Ne5bXGuF1Z017Xq0HHVRi84i1+vjQ/RfwTkeiiu6qOjL1HORPVLnE78ZTH5HmJusr720Bk+M2PMeY+lOoymO/nnpWcfRC6ugvx7XI9a3jpb+oaj6P99LW6LlS2/a9H8uEnXn6DLnmfc5GeuMZK7Sn+9bvYx7gwKDAoMCgwKDAj8MBXCh08DHD/iK4ctvcYzCMkQWfwQbSxQjLD9y+YG+wqSkzTs+wsSs2omTePgdl1C5CYSG4ioaDlW/C02Fr8hpQKw9gf0xn8NJkMLow5xdG3PHNUyAeELH9MGx3mH2b50VXQvT08/CW09GDaD6Kuuxa2povcrcfzmEPm1086zjZ7v2hyFfI5p7ySocbcGvmBpp1OpfgRlGCDwSocx4pg17TiGg6EVp5GgXXq80v365AIc+ezy2481ppGw87aRnG3fnxN5AKrzjlQ2NKx2xns+Irt7SccEUwiVbv2m9XFjmp/fHHcZ5cC7ZO6jWvYoEGVvWXp/3BQAHwji73tdjPVtWsb2Lhb/Mh4g5zgJ0m9GlEs1Ma7XdsV9NPCgRFPKMdrzvr7XqqX2Ks+uL5rvZ9FWIRjv38uEZYQ3O0NFnyXH4zJxOg+uGizs8UE0D3dZTraWGz0lnj58owiiExTFgRjCNgdtzUhyxCNfptR6D6mKw1Juhjm9/9jFbq8/jx98bt/scdwcFBgUGBQYFBgUGBQYFBgV+zBToPKU4Ps5XvmJEGj9igEIemXYaQIyYlEHnL+UB/nuReWx6Af/lvry9vDeyKEaHeYPDJ1GKGlqqK7+VBW4VJUX0BxgENNa4L+1BYxNNlDC6weUWhEfvTRr+wHEmJW0i49bCVchThoUT/r4BLzw6LaAh+E4bjdV/HfzvyfEP4ai8FnqjH0DOmqf/A76m1da11nnr/T8Arc9RZECxVzb92ebT4ddAwzFAQ+qkTkJdgg7cR1nuAeiFZ2CrfyHrF/u7fj5g/DXVbKfrQ4BuVZLO4I3hd7c1s5VOvxqzbrW5dY9VBc4HjGMxTmIgU1dhtq3l8bjV/JF7zl8MkOoq/hrKmjrZPUGZgz4nj8CxTsYuNXm2MKRujFbG0dvH+eJzaZsPFdeY+jMjjNFHfP4NdPf9QRACt7qsa/fWtPRry3PqGHn+S5+EswXO8vVsuHZ9qvtfreUYm7la22Bx8IrCHAR/330Yf937XEcHce14X+4GvI321SmAVOamTc67zDl995q73NP9q/aJ44PpnqNTYw4IykhmuNDwAgTGuDeQJWnYTceODikTVLSuFqf0X95bee9cgPmRS1nv9s0fUczJFpixGI3tc33666BTSQzu6r+S7YDfEhV0WU+png+H1PUtXe/0/nfCEe5zR/6uqf3jOTEYQb1kMigKpdHYKOwEsvCeMZrZ+cg6WgXoRc0AAEAASURBVM+H9UcZFBgUGBQYFBgU+HFRAMnAdL78YIVBaD/mawakMQ6xx3F8wBvWdLF7I0NNP5JfvNts18eG7I8tv6oaGymmojYNx06PUS4X3ybe1qOEQW0/wOCrt3FVtCaClj/SFIXSpU2uvP9jyz67YYgTGdm8TU2bDPcSBuaMe+lMtT3uagDgDZ4Y02zd91ap0b2Xto0GQDwwVzHWyvwnqhLvvNn0P/S36/Uuj3+NumvAtMOzEajSOwxP0fNy63tX9aRzfAhtMlN6NtKhe230fjt57kHyflEKJpo16h4p251e1qf4dbgLvLa+0zhp1bzjOiGqG6OjUc5Ookbzq0Jkh7EAfXuQSGCMwM6wKpH5gPDBWlUF8kiRIXaf3g1RwHodR1BWcNODlIlpqx9QHj0C03r+STXXqh6bpDkDL9dfvLuF1CcgzD4XfKbSxjHUfJmyyKjy7VZPya4QegQH4L0p4iNVfgZ29IXRV+Zaj27ePvRfCL0vgv9NZ/cvXJrbTpO0PlL+PrBRY1BgUGBQYFBgUGBQYFBgUOBHT4FL/B+c6MfKO3nGhQdXjiNdrpGpzXgjv9457zVuT/XUZec2ZqPiJmULeO8t+9ROB4yrXKvMSI0GC06XaKLCH1kO2faQrEUagTWc7S7iesT7cax1AHZ/Wv+SKehAlPLkHqoad5AllOk46wZQ+1hkmmOH7UjJTIOpotnfckR0tYbrli1sPcIuR0Z8fQPn+oWk9sVIud/+Dk1GRVNPTe7UgJisTNebH+/YsbItsMr4iyEJR945e7makYkSnYmj8W+NvTcvlGWtU1/SxeHWvUZJ8cvfJLxWZ4ohEcjQ/enS1xk4zaarNo05eO8jhyr/UTouZ/J73bzyGfr9JzP/DXCJpsVxwajqEtcYf4eZ5p0ej+JvfWDFoI4czur4SkP74WtkU6OAO5wON51c/ljw4Fki/e28xWEhNDYtsY71x6Tl6oNeV8Tf58RscL/Ajv0rjo1qlEInQu3VLn3O4gQy/37zp8+siRi+HMcR50fWWqdSp9rVDs9uxMiOofRANGZ0MgkYeIxGcUXRgIqDQIIDmIcEC9BHx+esu5ef1vsCwy8BH6YVrmAM3lHxUpAa55h4XlTSaDphcP+Mw4DOLj6k/T0koseWxyOvXyq9xrP0P4eVwJoEvLCHMe/KA/thd8eG/t5JymfWnU4ARsjm/Yx+Ldn+eD5n5qHez4XN9ffzee+vP6/5Ub/G3LDOzNCY3zt/Z8XTufA9g948xuzoCA0sUj/92DP0eqwHxEGBQYFBgUGBQYHnKPDJqMISktqP3vIjdmQ8FpAwpls9vcJv1Q9h9kHpzC8/jCkLg7u0fN+BcNIXP6wIH3pzZn8MGY4ITQjC5TJX8Hv/694wWApi54d/+aHuRsELY1y3fepYHGXK6CLjl2GQsbOvzm7l9vIRI9sJz9DSv8gUxdO2jIRLg6fo6lzYrzQUB3DLfruglWhqaejfCrdL9Fs6bwesAT3iYshk7Uj+OTQ9r/jAuXjJcRn9rFetEaWSkf18FSlktPh4AFCrQv3sbxuBDGFYZwH3rQqzLCjpYH+rMZ9Aty/v2a8pyKmf1EIqXH7KOPXQ5Dil12unj3zRdhsDvHjheBGDroxjw+cqXgJ3oUgc0nhvVRzoKIDgnAJOIZN4P1roM2uPhqxbmdzdhkhgx7zRg5rx7xHqhHtzXcDI775BCFYl8A9U1mPyGTyontJoEKToFMO2iiLnYdJD2vWb+eOZGGVQYFBgUGBQYFBgUGBQYFBgUOClFAgz/VKIrwEGwx65l70VMfZtJ/bt1BBHyXY/OfrgR+f14ecrragyLdFyEwa1WaOqPHnJufd6UrzQLHTQyMdendstBusliupe62fuIzsQ7XqYv0VG+z19aqikfeSpLlc8As9GKPlxZK1oZSOWdWp9bLz3ewAXdQTso3zY/B/kK6MQleOk0ztKt/40mXyzwYlXI6rypNGlDsePZsB+rgdkONaC+iH3VM6WSpENn4Nyq/YBOf3TDhpr/MWhIeiK+1Pyo/VbG5yXPxNFO2Ncd5/qkmVdr68q9uNM8Y0z93ar4dq9cxv8Lr/3Z+het8jyMf5uTUWscQ9APl+Ptr8Hv99fw6OLMv6qOzBFr1s43ZDX+5j6t476RKBqxNu4d6uO7MG5E6F3+srvNX6sa42/6Ijq2XRO7hQiLnRFMeL3gOFuC/5b8UbjsaydOyBeejsLHV1fxqADv3NwaRz9mtq2ovtsGn6M2D2Q5aV4PQpsWU8OxHknjojIX58FDadV1nPGOFLVQBmDMgwcUPfXx+fctGY/5FfGxZrIb5zz4zNeRuAyDIuc43I1+X5xThwH7/S8ix3Ej2Eg4jnKoMCgwKDAoMCgwHUKfNrrKRtDl/F2eAji4ed+r/VD5w90/ZDXviccYxE6KFCYhhbGqjxB/QHsQhL3Vr+Bz+1hewFRXfT8YYZZmDSm+oMbhk4Bxx/rwjEyEPhvj7/UBUwjUq45Ov9ktmC2I9SVyHGh14cvdRksDYgEBnhgzxgetzvTJenxXN5jeurKAiWCsjNR/RsA2mUn9lp2v4kdc6CAZIS2TFOvNk0K1LDszXWxR2qeI1x4OXcAZfwH5402W4y1RpDuocGW/Ubi6SbxVnMmrKMXnvStYuSyf1bdiudnPEgRBPQqjWGdfq7h02H07+AXvJyDz+Dkt2uRYmocrri6Ci3u1kHdX33GI9Xz3Ne7lXXhMfht9xiBs0fzH4Hk+tQD1spUacznApap836dF41jTFbpAa1k9jT+6q3oGtpqsKa4Zy2deeTpm3KkI30CPBGyeEpO7gdsBD20K0/IBZPAOK6r6ke8S8njOYKMHpQwoQr32Uc6zavuGyQuXHAexbnmSz9jI7sVxsHHtMt4+5u+ac+/eG6y7iw9zRWm8LR3P2AZ+k/sXXRg3ym9Pd0nJWNKi3sfZ3SDHr6JNjueFNb5hFJj3rtPkXj9nu9MVHsrvYXdn4uaE0a4GOxP66aP9aUV+ddz1qukfn8IwWJZdxxXeZz2Heb4HhQYFBgUGBQYFBgUGBQYFPj+KXDkDzsf13Bo8kHxyafXFMaW663eNcwTMbTcpJ0RdCfl/JybK5hLP1x2f8SDshHGXyMPD1FQcwg3fA7lOJrzO6fwT1DxBDle/tfINLNTzTiqmqZYo4nphJX3g1Pjl42JSlnxz/ZoHbfR0WH8E9GGG1LlzuAeh9IVDbo8VkAu4Fo3zj6rz2z/o1wAzjPyx+zev9lDVVlShPwrmJ2OylX22eWr4BPozFRuAvuzjrAYyCadfm3/Vv7sqW3T9OZH9V/9Adu0zKSo3hx+Cy2Uu7hWgiHXwCGor+lQY33bhQQuA1alw8UQOSGTm9nLMbd5VD7s8kz/Flb0OQHa+lrWXLVNmlnnHWdgjZO1t7SyoDSl9PrttC7e+3QszhfNo5dhHbsvNMajGFoWWCVdCi26Jr77fHntWI64Rz7UWK3xlyjJkh2lbWsrXU9Ka3ty7dLJkf5Zq47bVNvss6yzcz0LcRU/NqavTuu367vPh5HbrINE/5KS2XXWUOptjwA/eBQk1NsBZ4/ugXTbW9KxJ3K8vcuqz0JA3Uid97H3c3QoWb+/z/MWGZiJ2aqLAv+GPmPyvNpmfV9Af6l74d7ppWPN0HqP8Xcj/uhP4uxAV4yrL8t1WzOZqZ9RZ2Oa7Xo3GBBQeqaD+rr2/jr2sobw2uNaC+riCATg3e06mtENcoVj+zrSu9NPWh4Ifpkw/JqCX72PT70L272YdYx37R+LMNThFqz1nWOdZamtLz18nHcH8+539oP2OUhgQzmf1J6/ghN39VPSn5T3hz9wxb2LWSvQXj1o/z0sfYz6SZcO3wlSeRill1Q85D3su545MSgFx6UZvZdrOM+Dc5R3lLpE9F6MyWdAveo1Or8EsQFkUGBQYFBgUGBQ4MUU+HQ0KhnxyM9wOO1uWLW3/OLxHQ4lzF1dkQ3RsCkz1RiXZgSW+X7UEEjj+6UzMzB0cG/UNzUvP8z8OJdQKUb8RSC6AE4mxPrc32u45tz9XZMiacWsXmj53KXgqTgufuAZbkaqiq17fVikVdFyKx4RMHODD9kI/uQ2wgAhGPmNoTDeljFiWudxQyuVq8AsykzC3dCDDIxGTYUCaBomtIzUqdPb3PoOY2faYJg19to1xXRFFjsX4vhgKamEytJLSvGnkdtxJ00OeD9cpG2VrdG2pBE2Zbge3LVfrsqTXuP8u7ctA6PoZKk5Fj1H4zWqAdmUYO4tDZOoEPvMWKkrj2nktbhNPDvC6PNR89PxOMfPdtyT8Q7DaVrvf+fcetKoxILlWfTyw0W4PCGmLVfBAwnm7B+l57fjF6fu2dmBFiFdTT5Xs8zw9vd0b133FRIn15nnTxbXKaUM8D4O7sUFJnqOsm5dw6MMCgwKDAoMCgwKDAoMCgwKDAr8t6eAMhzOo0bwbTZE00belD9/wcgbz32EJO/+HYp60tO6TZQi68J326EX7hUzJhEZZrQyKZXd47IyYtGuyfT3IFy+X/JB3VNeJC3q538B5u+QEzCwYgR9VxEnDEwTBiajaV9eksXsD5vPe6KUI9Pbw7My5BlWcdbH8Xar0VrjWF8Mzp/lCVpEPwANWGdJLa6OYMLodKjUxK9ZaOKEfG+kIGnBD9IZGThO5O+RFSOfYozB6DsTWa2xutam4+CwLEp2+sHS1hx4T2S6mkz/nIxqz+gnGgrRc+iAT2YrZdrotbzns8zfI4/WI6MJLNcDa8B3B/q6T9PPOa7MAdL8cuJ4gXe53W/Hzp9R9jgFfCbSvgyRrJMPPcf2c6OIf/BwLl3HBFOoWyD1fbYyy/0b7dVBgF+2F9N4utM5AHrrZREa97HdgvHKez6dRJXq8BCnh59A1Y6DY12VzB33nCOCSWL85X1c782zuqtmX/ywzcmWd00CIYjG3qgTY27q54H3TvTAzpn0d93xO7LBaYDnczOb+pk1ybxEFxaEpcEPXcRJ5xnnR+OvhvlaP3kmXf+OXV0geq1s08cAjgEHPzT+o/9BgUGBQYFBgUGBxynwqTz9bKDRVkNZzIKc8sMeQcAf8F5kPPwR5H9+vfVd88dbj00ZTcxt7L36cgNw7z7MJpwbRsstaVBg7TjW0OePtT/aK0YijEpv2L5zX0MnYzCyk8Ef+EG3KCe8rhj5CyNEfzEE810+onhA049mTm7ybw/lpFsvGIsVKqgvg+W4ZEqsue1GZY66cV063y/OWRuf44cuBxlJPSLTF4ZE5tr9O8LEKSxcop1AWum9Rtg0vRcCvobbDUZAx/VM6XQvz3DbKhj9NmvIfYEWASNGyAbZcSxlfbxcLGYUA/IexcN2kmkTM7wlQ24dHbygA0HR59iyjjpe2TNHJwesons9MZNOWgEEAKGn9S/jcA6z6snyWx+8MORq7N7MeCz73Lk/jbQ/GV9B6fhwk7p66eOZDz6aXrcTQukeo3RQcjyP4kPV1pePc7ytgbPF+z1p1IjCLScJ1+w5XjTgOUwgNALVlPRK3+SaXv/uFS2ulzxza0SPfRq5vgHennRJ8Zg17Q7r7Ogj/hicl9S6MC9SZpRBgUGBQYFBgUGBQYFBgUGB/+YUuMgHPjPmZ3lG+Xn5b3hq+ODdxlSbyIayxkfB4BkE3tZdxqTSW/x0Tv39ZofSfous0SPKkoHLjvMnmAtjQYbR4brkSZxwTQ1qViBFBpssfXHexEXvLWUtf67qLvfXB8pk4PiZFNWRn4K7EhYAadszFp00uSqiYsTYmPYZfE0DzdlHSx9foiU1VO8xRCWi2vns0n+X1y7Q8hYCIZow3PNXp1uMqsiTyYLWrCvPjiDTgNBmlrTNJ/ZKxfibDHF81lg6rlx4urTxaczD+DuJt1HWDVdl3+ks8q9n6nq7zgqWmpUDWc0OpH4+sKfyDhk6+qe+oD4qgGaMUtFx6zD/V/TxNb2iHzOIwOjX3EvFOx89klA530hU6KsuhjUrbUPZZyfsTo+B6jNEhOY2Tg2/oF+yasVBm6jMRvu3ZKpxZT58npNxjAhOnBcmDNcd10Ssn+Nw75k9r3/vPOuljKYzz+fRwdx0wrcaMwaM1jvWxp53me+H0lP1RrWGbkF45T33Qp9NX533N9+u9+i1pGYoetqd+lj0HWZgOOxdJ+iIULg4hq7/uNDqMqxTyO87870Mwbc8s2bY203oDNH/mbEwme1cJ20tVwefwdNId2jPO1pHkvy2sD7q/Qy8PhUrjPo7c3XpCx5KQR66BGVokPd3Ff0VUdoaqrO3N2PK3sXouObZNfcd5zUf3+8K+oJkGKAHBQYFBgUGBf6iKLC27jLwYi7CE/ohM+oPdIw5nvNjmXOv8cdJMVREDcKceFwRpUZdWkFh5NU/kSKAoVH8jF6NkRS8go/GUq8379cwrtanhCmVkTX1iLUwmCFsyJTFyKUXJvhW8fijRYSA4z6v4iQTCztReHScLvUBDbWq7RHmMGAKRWOyEZaVfscrjkPc3+GBJh2Erwdy6KTHHhShvxicoYH/Knqzz12nyxm+GYbjIiWPtz6xl41NMhd8xFDPd2hvhXtFWOKGh93u32nOfMpw6m3o5StoXIcKnbI+fsk6BBbezNnLSA5zkRz6GC9BsUPvGwHMdzxgwUPhyfmJEJXBcvwIcq2vPE8e482P5OW49jKWfN9lfpf509j+He1cW1+xsvRah07c99F4V8kYbflTRoOQKzOP4JS9TtYArZc5dez+0WGeRQQsB7M1lbT0eS8irTPpRF8x3KNAMkX1xLqdjXxOZHdcEFrlJ78cgyXjqMNnPheBuU//M41H3UGBQYFBgUGBQYFBgUGBQYEfFQUW3u7HgFVkFRGR18UIQupZDTk6XmvcvMZhN+72yRHAu8MPK8dvk06XjD6mKsYIYSaqY9pjmV7qXiz2LATkELMckfo5UZ6p7z11BEfJoBzILwK6cLH3CZw2dtOjbiZkFLdcmpvcTx8Zf+fxL0Dql07q7TGuT8hRW43WyqLIodcI3AE8+q2DrPt3miVpif7tjYNFP3n4W6dhU6/ujP7FEDPjDC+FKpr2Fpgr/XVZCLpVuly3n9LZvgs5Qm9t30GXrB9kupl1PE3K5GboUmfT4QO+z1nHpfe3Ho51bBIcxJUISaK/3RIpQQxS4UV6p9BS2VaHCwynX02krCZTVgynkeP7mlwjuD5e01q8uIcB9YAMGyN76GudgvPm3bMizRrqo8euEQgNzju0FT6LpB3mKP34HIaW18bQrztDyvboZHYYI3kuMpCM30n4IJI3BlMOLjo56OBg5HIFKoRcKjrikO+zel6gqXok1sbG6F+d610wea7Xc3Le7rXnlcLc96mq1p/yrPruLmcNU8DX89Tp3Pr2HaxubnJdk/qZ91r9DKi7tI00v16+5OhM3a6D/4bMDlu2/NoQfKCzzz66RHFinFHWGWzxJ1a3wQ3Q38hf7lrXd+qXxPE6Zd7eqfe7+mDGxNpy+8ND5oo5yfyALM9/7V3MGAgmKd1o+635ckv/LbLjyqDAoMCgwKDAoMCLKPBJxmIpMfhgDCTisQQ4fqb5QcyPo4ZSmXL/5KMaD1ImGBiwBmjOje9gdDSiarypctLP0uE7DwJMIVOPPvtRaJXBklHEUCRuDb+whl2YyG86HzBi7vFQ+6/CjDvaWM1sBMYrZD+a4iP7jQS2uMFo7NxbSSFIfFeMUJiNXEr3FQnMyMKw6jUIA4uReo8npjhuZXz7uKrZw5+VVhqmlHlWwCl/QhkgDInNcNdBX/LwlEpdUIknovu+bvVKh+GOoICHHExrIpQlN2VF0rpw6bOvLdsCZ5/9fGQZ9fN1zqDHTSvwGVsJonafdM0w3Ye9goxATG3sDVeH66evUi+uC/DavDiFicJGMZI9d2MkRRBEOC6czvpOz2tY/ZixJPLac9NJgaFWc+dVD9XGSN+iV5+/iM7gk7nAWK6jhh7TIWPWXO/zwnefYCeT4vPuWJMBAHK4v5ip2/bsY33Qi3a1Pq2faZV+IQxn0NaLekce3NuIk4l9hlJP+K0f2z5c7BM89XqNoTypn1hbO9eWRmBp/ijg0/lZIhpWU99x9PuYGaGwTeR+p5X3Hx7EqDgoMCgwKDAoMCgwKDAoMCjwY6VA5/9+NPiF544EC/+M/Lj/JfwwBiijD1tZ86Gdw1UEvyU/9Lbn3xHd4bcT7eQ+qjNGtcibRnK5b2Up79d9nrLfYqCEpcGMfVI3v4ZF1zFVWUAZTmNdtV6x3edo3DgXvjJOVdEYotFvT0raGP5wEi3oynRV4pDcT1bfHY/G0gMJOYOMUzN/06QsTPFmDIknI86tex+Fo/jSViM1WwjtoecGI/AOmakiW4XbZ43DMxmLK28Ldbrx3+xnX333/zF293MtHHUKOJddjkBWfR0v5qjTwZOtEcqJ2DPareD18bReVq3ryurCxcPSF7EGNFhPv6aPryHtT5Av6S/z2fFu8Bot3q4TZEFHq/zqdl5EKc+Hb5AHoe0e+Vnndhqtx3MRoTsXC18qBQ9WLs/fhAPyvDdCXKS5h9H9ejmldSLAnWvmfp99qkmtjgN39s8FSJ4O+2JcNYaiw3vH0eldkiqwsm0V6dilW+vP79D+LZHbGhJfdTHqJjBEGrGMfJ9iB8E3hKhrL/wM/naBjiHBGnnnGQVslLs6ynrGy7DaO3ZsPh3oxnjmjLQ/uO8s77DSl2no+35K0d93N886z+mMXm23+XtUPTiZmF1g0c+crhOxi44qBlNonkhxJ6jmItH9juLCQN5CEtrrSpx10DG5R272v4bS/hO3ne/1rC31mvxehP7/Bf7op8gKyUSAMhqr/ly373r2z3Bsa/Ts6ktP+/s/84NDihH9k9HM0XOzxPozMbnO1Ie7lsg2cVNf+FIUB7BBgUGBQYFBgUGBL0aBskKuwGd/hpzLRPErGG8umQ9/Ef3hP+U8jkKzoGQG/Da1jHvs4rlmheKGuP6i0hkEmQgNzQpYMEziNieil+vWgSkJU0S9CAxcC9/lOcLsnHO8UBXI+IFPpCfjTQqhMPlp/QKk8SADRw3AJVDoNSebJ23WUyD9LE0YAhe9euN9qtegeLq/UQyIRvC2cVaj5z5DH8cnTjD1MMka0cXJ9CdhOB+AGEZqJxwNtAp23wKL/T52Mn0K1Q8A6VUcD+UQwyzH4vTpt15AuFP5ocDlvFa9VL70cXY/c46wOOHhNyM4xCgPIxfHZus+gmTo5doHF/fEcr/cpM3mUi73ubuE0Pk1+/Qa36HP3+ep+c69lBfv2lQ4b3g8Fx+LDKoe5TuEM4TrQyz2pi97T+GZ8HlSiIZaeu5Ppm+L96yOEqyO0EqkrVPFPn2CDq5l0d5Cn4l14P4wzlkmoNd+8nuZS5VIphwSL1w2MEqbRquM+HdodavLDr/T81bdC/cOGRvjzzxeqDAuDQoMCgwKDAoMCgwKDAoMCvzoKRDOtrGUiyL4B8MaxhJcJpwfDxgn5adnt41p/Hfnws+ljy5yP8+XauBRdieqNnu/GnUG9IdY7I6F8oC8OtHKbMETg8ZKXphjpKu6ZRiTuL2tx1dKeHXlfGViUSLCjJTKM7J/2ZU1DUKRDLohfJW/L8rNNMx2S8hOm6SXNZK2t1V+/Qhj75jcVuu/SP38DUcYfyO7C39F0I4jV+8W5RQWpdHgh89s1UMEXtKvpmEf0xHKxfW77m8t9zhUZW7SaR+ImgzuGb64djrYh39tvjqsNRzunpeiKZmldmx9RLYqU+E6ioLiZ+F+/O4QWj/9NPNbJweMS3scgWfo6lqIfHoHjwXMIweMLRGoyrAYf7fsn7tVprX0fvr46+qFzzYu60HCREQSFZksdq6ttOe7PbB+rajbL79DviyaJqUtRmsj2/PcAX2OjqFQ3fVxXMA8mJjBbquBnch1DGE17rV+qM/bRQAfuxhjI2nCs1c0+qWk5WVc6DzqnaI+rK9LuwIXHejRzWSfVtbHAT2E+p6teh9qqKf43orGc/R3BtBsMf4e3At9rUOV9m/Q4X1LlKmRvwf0KOoNs65Tzzl90+DNcPq73xvPv//fgGsX7NfoWFNXE8Gvvk/DtmuJNVzvGbO+uR7UrYE3a2fZEjB411pRJaxp3NJxfR2eBff+Z+FySCQzTkrqziSv+ItUApg4lf7+JdJcY7B/qcj3KIMCgwKDAoMCgwJ/nhSAk6sfwoqIO/6wxRCk8VdmK952sk+y7D21q+2O9Wv4MjvUQ4DSCy8pZMO+VB9V57zN+l7VeOqTH+va0xYhMGMpI+YOD2R/0bOH6DnAxvQa9atn5yEMJmwWKVcCC5iB5fhfUEI/BKs9TJGMqBTwO/sWd/hhBmXOvctfcLR//uBHDkQsJ8Iz3pgIaXJMwPww4+RYE7kr/Swy+c6xBk49XWX235ZFsKxGVUGjKIbqrVGjMRqqTFhXeAvn0pXscSwTFmog8BMJvMXrczvroS0doJBkajQ7hSHtTq94FlEzMKU7jCke7nU9X4990D4ej84dxtrNzH44GEgTdfsQBJFelSYUFr1hqmNQNroVpvrRAg2SSkglCIJlnts4CdS89f2iF3BZV551XE7nJ/W5ZJpryWi6Ir3sZ+cTgWbxZOZ+9k8Gnut7x7+sCRopFEwqkWSqI/xcXkMLTg8c1Dh02iAtOoqwrfvJxFCNIdgSWvYx1aXbn/3ZrjZHR5bbrZa7Cx0vLDaf2VEGBQYFBgUGBQYFBgUGBQYFfsQUaHxj5+ngfxf55mVYv4MnlLeGr5b33WpMxUAZB+cT/vKUf38vulJgjzHFaL8ZA+Bm8w1yhbIgrHVZVwP6XN5MVFjrtPbb1aCqTPSrJlcbwach7R3jb3CPX+ofgBNQf9p83v4LyLHvq0YIHLoLWW8+QxNgavw9/A/aYaxmgJMOrRqBQ38V/s8WcQAf2gffDY6q7EOaVNpdXBDFLrMs6y4Du9EZ8xOndp1h/27zk0//xKQhY7k+/Hdp2L2/G1D7rWQEI+X3vPtn4Cq7q6sooO0J6VWf+o7YHXroDEzaWPQt5fhehrzQvOH5Zn2djMnoXwp1zTS1IZJ2wlCdYAPWgHJ4r97xvUfR2wOhtSlhMaBOOLdvpr9j6Qn52M/t9t61vliANE7LEwbr/UFH73Yt3x1b61Mt66Ffe24ERWt7lBIEbOCAsTv8A7Qh9fCbZ7D3kW7tmb6rv6Kjxj2iUMno5V60nbbWrgj23u513x3/g3tZE5W5JS27qcJjfMRg7hZutVTEhjpBSn1J0dkITd9hB7ICHHY4oUfnVvhlba0HUZe/0Gc9j3l/g/9h/7e8T9GP3eyfWcOZP2niWdcGA0zJDsc42/PxhZC9CrbmA6TRCR4w+prC2mjyPGsgVXqZese7xg9uZSb9ibw+sM5rPsrRIzoWQJXx996A+tp8bv1fHUi70deXuLi+3MtYp6rotdG7VciQOkKNvvStbhQHgklnjaDU8brX07g/KDAoMCgwKDAo8OOlwB3LjMIPP3z8WM4YBk11mz1G20+4V0+L59T3tx2haorxkL15Ikzl4mn1j57JKINbOpz0DDb9rEyve6GKi6yGP9gNzy5wcSXFc/6ypytMGsl5wj7G+ytMuMC7x1eD0Zo+/SU+8SqD9fdQDzr+xdC6xnEBvO5PRtdxEDmMUVYmZhsByCjIVb3gvAC4f3BOP2DOMHAKC6Fbj+i8Dyk1RHGr9+X+F+Xp/AnP0c/OeytP41fzlzRkOz3SnWm9KH+KIRAMM/cd+CPfX0Fp0r0gFGQfD71Fs1g7DaXxjZL1wnrQCOkkkiar9mp24DxKgWf7O3B6Fz36O+0QvvAy1uFiZk8r8kRRy7+OW290/m0diSHj7V43Oj7I2Oqh2e6t18h584vntOO/+6G4X9PGKGBTkCd1lYoByy28GAP1t+4ZpOCZiG6ey4U+BeHpT56fLZo5vd83h9/kGd9uiDbHQF2ljfdpwKPBoMCgwKDAoMCgwKDAoMCgwKDAD08BJafI2xgOJqLHkpEH2UI34ZeXyGbw1tkWCIdbI0AXBT/93ZPdtFAoZ+g8/Pk3SN7/CL46kYrrq/CFv28y00Gj6k4DMDJY9v5VZnnSWBu5yJTSZDqakSdMkxtLi/iWmeL9dBaGcqApdJHL4jD8QToEN2Ei25laW+djjBi1J+v7MS0HZKMVcSDe/BZ4Rnu6+qCnQv29ub/VdWhc8rDOu3Fy1lE8+own58t+Gi4ax2bkyxlcdTYvXYoV7OsDdM4aBkbwrnWwJfp+Qu+g3P9cqXGnjZHVrFUjlnXwDr7p4zmIN2sLLyKwaxd9BHqwT1tTmrvvLM9iM+6mzhtAHVe/+dPw9elb8P1X2rKlW+or+7f7b9q/6EJoQlAH+8xu0WNMGukM0nA5thJVWke3X8y36kzXBe8GaK0OQheaIspJxS9zEtzpL/oOEdQ95m8Yh1kGOe/zffY8xZFejIg0neLEr8OI+kzfd07oD1kchzpS54M93TUA8/5RC1PZIvt719T0pkpWT2Q2RfDXWM86qjXD1w9dluejnAum6MqYH/Rk9Q5lrFkuvrPRpyXy12dKRwhv+DfKoMCgwKDAoMCgwJ8/BRYD8FsPXX/4NfjKBPsjr9gJQ8UPoXuqdkFsOhGUWt1cg+EkEnFLyqP8uCZaj2ZhCI6Ey+/q8fTpo7T3h12+ix9qBYODKYz3eiyCtziUm+AJ7L3DY3wLeyWTGWbNKzC6pphNe+s5rveV0/GJpIZ0jMAwdhVlSXoajdYWGMOgxWFPk1Vem0cPQNOuxADqvhqkipliVJMxcY4Eclru7WG8pp/ekukvTGelrjnEsxrQZ9bWHjHZ8e29yvAqPB/2pryBcSRdsszUPUb2HM8+FH3Swzwbgbr7I4I6RkmGK83KCLzGoB/3745V757rKCjKo1ThFkYVGsqoTm8Y7YJxglcYd2nt+tDTlLW1AwY4uR9RzR5rJcj3NfMWlyNWNGt1y+sXD2OVGaTOcd9dOii+c93g7DgpyjRGS2Mn03UVD033NMF7uYcynAkd9BxIR8FKPBvOwOj7EE0I63sUDRNjdm+vXOfI9OkZKO+HcvBoY1FwBI779h521N8rOICT+0TvVn2kdz86nZYLFw9O1ptToNf+/tfQjz5g1JfU2XmCjjDns/dNAWd8PO/iv7wagNn7sE4/7uQzVVwv/Zrn7iOeEmcX08d7fqy7zXlVGZ+DAoMCgwKDAoMCgwKDAoMCPxQFkGvDd7vlSePVVvxx8Xedhzvykk9h2/jCedbIJcNqeQyWuIX/BLetPPxn+Fx4cPnKaxDW19cyZx9Fuj//sKNeGXzdj3SPTDSR/nlvBBdGo4pUtOE5pHbe6afQg3F2JqLqq+0v4INRrEdmXBv5QnRkuHNYwl+NYDUX3WgSNENG67nFFIY0o+SQl5QRETYZCvdsG31A76N/20eVmvvqUYOke+i6Z7GKfmFkW6PO1/ep641vftcYQrOgZDT1H6GMe2ESXcbCikE8tH6LV3AXfu/77Dh4I0dtcRQ+bFo2LI3eCHGi2afSZsdyYQCdvuLhbf7M2PYZh+aZudcRvgpwa8oiax/xMlK0V7kwjnZrqS8M5LVPO2jNHqgW28eIhBBvYEEvvb9+3tdFja3qKett0Qcc9qxRZGW1OKXjacjSeLWajqAeOYI2hYOziKGa9TxtieBUb7Bqv8iHq2vrw7xXgBW1l3TGAWC/+Vcmiehf5zdyoRALaiKLoYln9v8euTHbEdG40lZPm0+kfdZ4rQEVCtHvjnv0HfiFbafTpxxA37Y2jESd9+wBTlY8cY2RMpMg7rY9zllB+vjnke5SAZ3K9DP6le4cR+9VZuj0rPJHXBsaeTOKl8+D+7VicK+9zBl3xuagP47jbQgi4B94qp/4rBM++xbrwBP9wGnrMvyKnM+hxnXfFxpPzaDHFx+17j05LYvR+PRyzqrNhRtPXDrfI7e2A/M50Pm+A2p6yRAY53wN2DqRmHpbfdTyFJoBotqIW63vDuPadybt2s13Xc/6yvNtgAR6SoMT4vTD0+d6svCePrilmkEiPLO+p6S15u16Zqva+BwUGBQYFBgUGBT4c6bAYgC+Pgg5LAUMjCwaLmFO4pUnYxlvXBmr/mPduLH88MtwaojF+83oRPcF1XD2JUpjWgsPmSm9LcVJZlCGBaHJvYERnnqd9nNP3Y6zt2DYqCvzGEOOjIA//K/iHFtftQ+tgqZGOzkjcQW/0LPTkktL4ZrVgjT4ohRwDg7hqvQUZJwYMjXQbWN8Xxo+dtBpQB+JbNWIHmO/y8OLZSy7CyxwMGDCuCJ+wDjJZAlCGkNL56T3dRdYr8Dac/hZezKYMMjBE2EST8TAW9Zfb3PrW1HIPVlMT1yrwP1KVCrEcAnm10u/R0vTQNOvHtNe3eJpW/vdSrNLc3gdapdidKzQ03jeI7B9+l80YF4LxVuN6x7cbTwWs2bx3tcTP96arKv3lNU8GTXtvk06b7g/diKywc1nTGp2/JduuF7PD3TYfQM5EKoxJG8Rpl0ZOoV8qNhlqK5H+c+irKrn+lGojxL1AXjS6an19wDMUWVQYFBgUGBQYFBgUGBQYFDgC1EgjOQXgt3Bvp/XTEtl0v0/AQwDMA6V75OhOi7rb4Uqz+Ffw8NiVNv9B/KVRh9kNUXnaOvXbW4dAwxcP23J0KSxGplPZ/F9WXVuNXzinry2ugT3x9QArKy5krVWMst9oKYlxSiJ3JaMV6BfM6U095ECPuIReVwcMarGWVuY0nyF79PdaOo0XSnRv6ar5jPG5qfhrBq4BpDrPieTEtG0yukAztJYVXvX4TIfyLXbfwAo+/+qS0if0oGOahAPgreNsuV3m8+H/80SJbtc+niPzH2jy8i1OorrHPA1mgxkzIUiro8n5lAHfQxJn2dSP8coqa7B8tF1VlBOPlfP2o69oae9TiMYu5ZyC2/vNZx4xvbsQashz7WRknXrQ/IF8F7w4yA6MA2mpn42Ahg9Bp8uk8ul31Gf5tZeRoSbEUz9DLj225cbv/Zq1rbGfvWc6CaSXhjnEnV7nbbnPYJfRZ+Cs3v+RhdFpYXOt+bsHNgrz6tf93Lfkn3C+dCRoArm9qwLnFrU8TpnPJMzKbcPMWDTNhbsV+LzUViuXR2adCgwkt+9jA36oYTWHPnbEj0l386DY1rWzxde9x8d3mg/KDAoMCgwKDAo8AQF5Jxvlu5N5s9fRbvx4276YSMUY4C8BOL4Y2k0IpwZbWAkZfwbR3aMBO51P87odGNu7Q8j48pfPAVNQ1uMZFA4EcLsv/eN8bcxau4Tq0F1wos5UZmivjBxvX4uvuND5tSoRT0rlbQ1WouHwlGjR2M8Ov0VHCVj7UHDfqt4sMnIHGBoYpDbe18xRXjcF87JOB9AExxktTWE6lFZKXRsp9exTBN3zyKBT6G6NjQK8oUxM0ZWSYXxNqNizNwInN7uJMK2X1x99/FXt0ZLG9ktI6ow7BgbvXqbhXHuF86+ZWLBrRwDMLQamYogie97xl3eudBhAbscnAECjEbgGIJJQxyj99d8s87i3my7623fAONCvJihc1Ivf8awP7HHUSLRIaLjujCfod8yZimCAK8AIsEg9YTwKuN7XLHnOPU7/btjZj3WlHAw4O4VZrK3F/UmGOfZ6GkdLXyurHn89Gir0Zco6Q17Le8P3zBjvid+w3UiGphUme/eyvqPFl858T6n/YSAOKMI0ePXMR/jI45jvL6++ngvvb8excZ69BX6A8+FXx98+xxaOi69v7o6PgcFBgUGBQYFBgUGBQYFBgW+Twoog8h/UhbeufNpdTk8Joc9cqmurj97/Uf5ukfr2YeRVfDY8O0HDb8YzmaV7MrdlvCZdbiMo58+/C3+yp3gFcX4dxio/jdXcDwle1aNvwmhN2BW5iLpBDzw3BzcogdDX+QCZJFXlGWOlEv/Ezfy39KH28sgnzT4XU7M6VL/cufWVa7RuDFr3EgkWJ8faX8kcYd/GdL51YIRdYdRfER8zhMOwhhLtk1wqcjOvnbW7Ws+1ldy7Fia3KesvyWd78R+oqUHoMbJWnjT+vaF0Ik1oDF9YrsmjH5GVB9BFi1KTruE823wQQ4ZbXv4BXLsr5EhkUNZJ9lP817Tdr/m1TbOtWv1P/lE3t5+A95GArcZWpDu8/hgByfVHKOyqV8/2Xxi39/txixTBhDYu+8Mby6dcXyjROf1B57db5AG2QNaXU+armh5Ya3WmG/AvXaLdeLojdbcQHP3bC3Ni1ePdFnDr+e84+NawPjldlt79gFHvq/3A/cfHPI11B67rmFRfaEODqTcNojArGGhUcdxBYnxJnMba2pLYMCM8XdLim23R4sugKVxNOCt2n2Rw0agvEt9V/8ckjGGph857dKxOB/OTos4dRsrHASSyc0l/dyLhwavKg03aWqQBO8adWUHAmiiCkq6fbLd+b5XL+hzyfttRod2mAnyyW/Uhblaobdef6vLX/CQueF5NuOiz7Kp3A1OUtdbiSl95v1tLcPvAYed6FFP5uD4/HxBRAfoQYFBgUGBQYFBge+FAletH2G2QeGE72uMWO2TQyob07zKBMgYK6B6fzFS9R9Mv7nOfiTZ71avwtQRcjFBHLy0aJSLM6RdNEbl4I8+uAaXCNNr/Fr3MuzhvLgnI4rQZuqmSgdtVCxC48s4So104qCRTAZFxlc8wDF4eLwqoa3n0lwzrUZMjGmZIaMym+FvjV/mq49zBevmIbhItx6t7VztNf71SFJvXmHwMq/gJ/Nojm2NoUhTToFejhrmS5DTUN0UMHb1aAF+pZYBIBbapEcDL6O2U9L/GbDza9I4CLkeMJ6jaDEidc6eJcx1FyjPwFw+lQ4AlHHPGMXDFFfQSjKF/nw/USpFk4wpe1IBdP5ENG/mwrHfUfdkjUBn1lWE+r17FcOsc11YPq955h7Ci7qhnQ4BGFuz1kgBlGeWT/fchpMvQevtmsjzx7yEnKzNA4qQiiTXK5m1/oKSdw+eqTtSXc0IrrOGYJ6nrpR6QRcPgHj2+XoA5KgyKDAoMCgwKDAoMCgwKDAo8AUoECHnC8D9AMguq0RuwoBgBNz0c5TtyiWkZIXbfk1pPKv9ReaEnzflM0a1jXv/hsdvsk0Jg9e7TQpiaakjMgZVnUQ7fx8Z6HrTx+9EuELe+NPmu5n01BiAd8ko9iTv3eQZLRkax0zTOs1tH93girwSGQnM+vIIfW5heo4Dci3bTm126Dl2ZodyP12dZAV4XncN98K9EqLSbq9MjSFmQ4T1YatRteDdRW/dxZtj6KrBz9TPGKsPZE7bLvP5pvLJhcUx4g0CfY06HuROosF3RP+WA74yvzoVv7h/YcgnnZyf8BxkP2X2flbHo2N+TROfD8m05wDfnkcVA7jsVXwgq5cRkFhJdfauItJXEO849OcY2n5mrUpbozsLx06fBu4VX0l7HKKCK9/ffQ3UX/P3E323HyxWlL5m6iMLANkAyhjJBPfxdEiev5n3fvMd34FH/zrmu8/sxqhZdA1cr3V+bRDOg1GcyP44L+x5d02kXE95JX4F8fYnc+DaidGUdTPNZBYg+MXAgKUsdHM86orQAWp41JGeZ2+T7G1NH3htjS3AvsxBXiuAjm4Fx5hEYqurc3ktvz/QXR1aHgPGTaBCsjIQNVsBFFRN/QCy4Q9UeG59nycYhfc98+GWZgcCGIr+Da08P+io1FOxljInScn9A6E9uh0UGBQYFBgUGBT4whRoljMZXkw5MigUfzTdp8ff8LrCb6J8jN5eqSMz7AWEh3gbakzzR5UiE5w6nWnzG0auC0Hul2qKKQHK8OxXDFIAfODjrO9EGUdQROAzPYsl0Z943iUdtAbfwi/3wLtq7UDLvTs0fLKfRTw3HUMNz6G/wotthskwalfjeVJshym0kxWr1RkpLttnMWh4errPsfUYj57BMTrKtMSlk0ZdGFmPj1qPlC0efRPRm3pbH6BBvKWN3KSf8hilfxnAi6WuZyoarQ/ZB0sD9WeYdARj6YewccTxIqA3F/X2nW2nsTY0w/jrPFqOIbt13tZynaw+vR7knGmNyJyiXNl2hYL3M7a+8vv3CgaHff6n9GsbmUe90h0be/mykvQaPnSO+rT5m7MuUPvUmWZ5NsU3nvR6DcewOcOYUvZtXLsL9M9YmHqXlAbRLcqH7OXSDbHArb2S1nO3Pm5j7TRqz9PW/Y4zYI3tPBez6wwHEL3chcmYj28KDmlX13RPAH7W8B/o2z2IrP817bze8bH9vXLEs9Oq3jMamTUqlwPEYWavJd5Tl+iz7qHwcwVUceS1tqWd1/qdul9rpq+F1G43Vl+O21PoB1lGGRQYFBgUGBQYFBgUGBQYFPhBKXDGzz2Ny0fbP9KhTCM88U5nRvn3X8GMYvCLwlq+uWS+4nsbvKf4zM6/ypJzbFsZ1qRMRYmPEXjSIEE/ZvA5LZ639pEPikNO5ipkoIMZgogANlNQyQqcIvucQzmFeecsinnrVN/ZRipbAOnoqRxoOY6pzs8+lTNOioNGNks2o3+iNfjqBIxA0I2/QkwUqN9X6XverzI51/ZGmnE8/w4xUpkQPJHVip4hdrDpWHWdy6l8QZXIjcq2pXM5gOcWw9KBqMJyZBdMMPXgqRIZBbrEeRe5908aKJFdS2YCMyos89/GnxlotJRO1+ki6qVF0T14RzTnlnXhcQAHZ9HtFPD4bSn4RxpLUzN1lbGafZWR8SICK2g9KGO/7eX0SoFRdtVxWiMkeiB6jbE5VSUGODUZvC6dj0PnbQmoU/i/YwD8Hcd/bLS2KfW7fB0AH/mQzh0fI9qhM07fW42nZBKbfW8Yfd50Ba41ZVzRKzWRbTnp8xp9z28Z8fr54r6lP0d97P27X69aT35Ku5pj18ycrHZEnLpdW1t31wAGf9+HOx1jcFohI9mkXrHBu7e+rsF913VokaAHnOTdA9007WZv0O2+8KgxrmG7fieM7b7TDuizYnhkrvqTc/JeWDf8gsd939+DukXWT54D5sL1kz2HGU5SPschSbxRNPEuKKcBsxryvs+8vR3vF0T7IuhDEFFP7RIn8hfDb2V6cG3xjEL/uqnTg+9p56B0WkN5U6QZn4MCgwKDAoMC/30poIRxsWjoXfNg/p7GMNL4wWqE0IQRqNK5yrocmcm3QIu1qTp0q3EwvLNM24uLTOkiofBDHy9XDFBgqydqCVDFCBQz3xhR2znoMLc1UD3hNnjcKm04VveFeG2hQ/dEdZ8gMUToLbEZ/EIg8edvxWgXA+914x1FDQEWb3EmAjjgF/xhbMLkUO9dxbnEu9J1MOENKkyUEbXPbdHmEbDpnTQ4pttK0TtaOsbTjrurcVWFG5+ZH9owzjCfKCsOKAQq7bUe3ZeWczBYAXVt2K+XNGR7n/1mENQPmYcytK4a3Dls8FVWaASeTVEt88zswTzvw9K7vh4rlUoN9MQrHqTQzWkN/BLgFkihXeu/X/RahDrbOBYY9QnazEYmN/qEge+06u3PcAxdOlDruNJ8BlyXziVrVuOve76YFujKPCpU12oBht65CnefxaW/Dzj8QFGMyn4upoIm3XSlLe9j+gDgu03v9dHHV0LIXXCjwqDAoMCgwKDAoMCgwKDAoMBfHgV0Ug7fr7kMPnk2kg9DVHhruWh4zmKmP0ibNe+K3LNlCxxSp7qvIyY7YD/QiXgqQylzZXuYv6f9X4NhjaEMAUen8jp/L9qOW0Mqsga4VmTie2CJMPJC9nbFMJktZDD4RdZZpJToOTr33il1Jh2tOm81Qg8MC4vMVTJzIhi7sSGtrkAKDiuwCpDxIm3GdQ2/Ew4B0jioShOln47pqu21w95Hc353r9TPs+mJ2ft55ziu4HYBXre5LmqWkzrqMDCCYUSdJmQ95dGUolXaOjwuP9Jj0hC7FRJzX8amRnOflxPaniDxrpPZqPs9kb8YrmeMkomI7s+dyyc0XNOq4eJI+j2eiejFjP5W5hXHK/Lxu5BcGokQRUKaNQC5fMf+0AZl9O5cITWG1Lzy4RjqPVDvAlLA95lJF344U32sfreZ62uqd8idZ4vou8XYZLr76BZ4b+hMQanVveovV9sH74Q9Dt8zKcwnHNKL/o+sqDWQDxw7dsYdHSH4x0nD9W62NEgWrM/Xp49CaMr7bFdGx9KHoSfwuvcXOntedFgm1NtfpEg33Sx4n7N+40yg3ii49rm2ivj4Lib4x7/o8tRxpGL79ri3+b7wp8t1yaJSf6kuDuck9sTWKaLo2HBlLDG866ij3tSxqGf7wFpeozCOBwUGBQYFBgUGBX6sFPh0L13qWnCLEZiR+Ntq8ccf9nJ1AYNQGIhWoarxeWTK4o2ohyg/yklPS3ThcY/dpcH7D5Yf7yMTkr1aTW0TwxdMAMJJ8St4hQU3GJpWSriCqdOzDS4uEbZ78E3KW9PLWBdDcoaI12WEtN76ye+Ga4yZwU+DnQa2hh9MvQGmtW/OqTC9UNiUP9Bc5vNAlG4JoH9CqAMW+6JuY3B9Eq9W3fQ1B1NKwxTt2d8jSgnnW2Y9/cLcNe/Saz1UhKwehBgNjf7GSGeqlTRTWH7WPiY6zMHW+aDxVoZbr1oVEf4FsEynf8d1d3rcsVU8koHX61f64cG++RY463EJ53rp+04zQv7JRGqElPEUnsgaRf58qUhdGVadLMBQ4zLzUMoK4F1Zd9EbQCFHrpl8jlej47NJpTubMXQv62dBbTXO5RkSiLTA2zpGZVthzGfxGxQfupHqrL8PBHVUCBTtI7xDT9eBnpZb5n8rjXAAqbTSvDMWBYEQHiziGGHE+q4rhF6Ex8kU8/TxeKlxi22e/fXYHwdCzRpvmgAjERY5ET7EH2VQYFBgUGBQYFBgUGBQYFDgB6PAIbxs49feMsJP4tX5vhX/vPClz4EqPtosO/LYX8Pe/hz+HRkg8FbwnwN7tfYBhjeOr1sMVfy5H+WRf7/abHVDnBg/+/76N03IPJ4qmwAoX4t8+B78la/pIvLDH8GOaMrID167QPcVZpcOa96h7R58N78s2iI7K7mVoalaRedxc128HYt4Ts4Tcul8+P/Bu6I+Z2UlYHV54Fzf0s/fRPxlzpX8dAQwjfJvGPPfcV77bgZTaXATz7dUKHqCLOlaP2+J/HWPYqTejkfu0+wNddPX23Gf91AO48h6RELvNl83Gp/XKrTT14L/Zdg1F2ZfMxMbsjl6DWXtqB84W+949baXR6+4yEBEgzI6gM3hf0AAZe+6HGp4fKs0+rjfs0algw4V6BK2yLw7VxfvnIwlGcOkblFYp4v3F3RUoZ+6D9KZY0A9xJmdNaMhi7OkhD7rQDyCi9czLnVdOoqbBeA/WLu2FT+B+2ScD76vDm59qBT+OsxHP2SUe/Rf1+F3vGudGt2MHog/310gv2DT9TJM6HLtSxwk0hSHCvcuntwDnXfLdsKJoM1rdAo8y2ZUtBTe6lM0WPuOMIKZcfSFnPm07pfFO8icfNgfc40DhM4bW1JxH9AdblmvRv9mz1/X+B46M57KXogux6AJcM2+3ssDfZyHky6+h5N6HsAIOmYrAp2TdPhhbbmmaxZ0UPEZFXeCSPboSRdFZNX4HlAdXQwKDAoMCgwKDAr8YBSAc/xgCaMJ05vffBlHPRFlJPwhxRAShqb3IZPBBe/xSx1jMRGTMXImTfAXZBziQUz/MCyHWTwYOgyOXp6TKU8Whst7FvFv+KYuTNGue4k5XnHt7Rz3RwrtpaNergj/2h/LqKVhC2GqM4eNfXnbU9E7zDPMaJggjewagcO8n0zC2+ZXrzguxqlg5DeRwKU08BzcUkT2CtOkEJt1QJWkqnYvWdpGCNLbDuYr+BWk5z4RHmJwJW0LSgaN3yU80GeEZ6GFkDfA1vzVviXghvCnkdWo4ow345KThA59HDegVX/fwRz/ZwQs0z/LhOp8M5VBAABAAElEQVQW8S4jp/0j2Kk8UNA5els6L1dofoKftDC9DRjsmK+93qkUx/Lsksj47dPRqKRC2IHuW/Y40rEiqc40wAevy3TXEWNG8Jn04kdgmiNg0KakIjF7fzHFz2SqMccrPjD4l9F4fx9PtSxaPdVkVB4UGBQYFBgUGBQYFBgUGBT4y6KAcot7FBKBOG3+Ad6a6KVn+fSbFJMnbUxx+HklAwyWbl1jJh/lqXsieJfpIichC5jRZ4+BkkjlvYJnZC/7eAXiTfZFhvluz96/Owxqpqh+TwleDM6tjMhktSNj0D5yqMDe8upHmfuRzhpdwXOe2fN1+28YbLvs/Uh76pzLlxHiS/bWGLN1799E7j4I72o15wa9h/IRKYon511Bqfd3td0DN6Rxpt30txhdzDpFdrIPg0b23bP384zBLE78D6DycJXgjDytozwy6VfbX/DtFk7SSQPRvWI955/S5nCedKhw71+M1Rn8K56F6uL8s7LvIftuiZ7Vwdv9oZlfU1dXpCa4BYfzlpw3fA/Qd3a7qKR+Zl0AobZ0a+NajGMXYLznUp7FarglO1wil8H/gPEx0bSh/SXA0pqCnqG2ZUMn4lZUPmsx5omvf62edb9okU68T6avNjvSV2/csot1P4eu4sDfaqxOSW1Lp+7KTAamUSbz37X5+aK4N+DBr94z6uh2RMzqRFAR5Z3ena61Hkq/At6smypfbn0/R4LCD8Syfp2Ljb+hztEJIH/3XOc6DzjGMmIz6JNa42RQYFBgUGBQYFDgvysFPi2ep6sRLvu/cK2xAEe2it/Itb3mQAQvXA1MmMwObGcMuXjEKRjCqC2epUqyKz5BBlMD2eHwKwRefoiTwkWhqffYEIqxdoXcg4frMfgj70/7Iemb8bZD8LNP94bgA6ENxgGD6SERwpw7ljBxGjr1PvUbXBFo3A/XvSImjYIO6IM8w0JL+2Ss5UELXnsZFAUpGGRwsTfZlopY5dj6q1IGRg1zMkHOg2lPRO4RIWYFqB3Oje7lDYr3ajQRMtzQCe/eog90zPhPcVlD6+QxJtU9rPx2jWwxdpui2n1bel/rdufHvc5iSAW/yShtxhijNHPpvrJ6z3MHfKWDnoodUsMx9PGa59TsHuoITkalxhNzJ7UxJOoJ6wS5dBc4trUUs+l+syntvmvIaN09c1f7HBP1Gga06vf9eHr7anzlczGogmnWrhG99KcBNc+SQmuNcw2hcHVtutap6gepkiYM23qkJ5K74RsPVRsLZ1n3XhAuZRFObCBd8Ailnmc6cBw0BMNMFyNd161zvj73rENRnqg7T3jySx8UGrLqesc2B1munxbntkpDeLkNLlxKJLrf0HjWexscfRfNMUxzfN5saV/zdlwfPtcWnp3QtDds/Z88b402C6xLB21dgNnt0uvdrjXuDgoMCgwKDAoMCgwKDAoMCjxGgexZmKryrdXGr7lZVo+RYqfwel1l1CqdHzytpwyxlM4jpqq8sjzy6v5S8XjQ953tV2bkF9O4JgUnn8p8MKSB1Oucfl/Dq9Vq46yzwqVGJG+MYY30qaZW3iOzuC9iomSpvOB9Ii9xg/NkxwLutEO5/pmoXyMPNfZ99R2424c4FV4nJOHqeVnkudWNTnEsyuCjs/W3cOX/Bsg/AFUDMHRpw742fwFH58v0yYfTxixBO42ppvoFVhn64PqPKKfNrtFtbgJCKNcHE+Bc4bwy1YqnJrf/gI7/BnbIycAzg5YCWGSQRseagfVgz660erWPrvLdX212kxHWPwW2DrfrMbU+VuDOD6cWMlk41N1Ev+nkjPP9rLwaA3DBLnnyHApVV2M/16302pH5lKE1RBqtrGM9ehVH2GPvrLvIZOhS0rf6gJN1Sn3nwznTOMk+urPR3xj6eIpzfYFhtXcX5VTniGeViN9p7sbfZQUyj+05dl6kQfDivgvL81a1kRnbult5YUzdflvPExUqC1ZhDiUbtv37eeSzpqHXlk5Lp+J+xeButjF0BvtlrqB6HhSQbuvqtDfHhDyeDADK5EalAte5yLqvsR9xpspCB9q+s6jFkm6lC+EdQtTswf2LXd/07bv5+FwXnZY9W9OneOkQj6Hd/X+JZq89ap2MTtf+nQYv/VjoH52Tqas1mPoeVPdEND2fc9YNI816cbjiwzsCesfwiOPFgfev7xnr5j0v9lbLOns/fZ8abHeC4f2SZ5b3Tbbpcv9o9Z5Nv1Xz4btHWrtO/EPvo1NKG12v69wu83Bx3Xn/9aXe9T7T0M5xGNDBO8jr2Ze7rY3oedVZmZ7dd09QaRP1erQGxEGBQYFBgUGBQYEfHQX89f5YaT/wlU4DY6MeukZ7wjgUHynrLzPxtsjsxWgH4xTDsT/cSe37YuatMyGNMc6+D3qTpuAxqbEag1SlEL5gMG0MWfaS2GO0CtOEABUjcGeSG7j3foWxtrE0UchFkNjJHGqApk+N1TLOV4sMTLjHqi9DzaUpApSG9fcW2SPG6NyETVXA0VtcgZF5Izr4XHjj5oUCboICp4wHhll8TaEdgbQxZxcaXr3UmX69wme8KbeRCoWLF2MzNttfyiIUtfP1V1sfJUzJE0q43wFPD81n1mLNT56Fg4ZfnQoctEy1KaVuzd8aoX5s37apPZ4VsE0tlFTTUTi4Nq4VB05buF8pLLO+VdmT4ahQwIivw8MyvkdxK3pkzpn7ib2Sste0zVEiRd68glLdMzpXT269+UnbHDwe7fsKYC+HNu47JZkRVPQI7lENN5p9mVt93oJMcIsw5XM0yqDAoMCgwKDAoMCgwKDAoMCgQKeAxjMNlBj8DkQCVyl+u1f5+HfnScm+ZEYnZAIjFUtOepwPl28/kFHooNHMlKHm5H1avrk9Go0mbmFz2CKLEa2aLEM3JJ430LpMHfld+f5vN1+5jy7O0bckJ+F0w+8bmG8uSDPkjUTykT43W9B0qax/v2l0/UJw1fCiA/1PN5+2P0dGNrOROgrXwgfXg/CZd42UyoRmMnsHlpfx12E5kZC/DM7xq79c88Grn9mjmP2pTU8evZDNHl+j9zvxWXD0Ol1AZ9KCH9AdsAkw1+7QOfMELpHvqc65zgn7mXXKWtXxXlfrCKTc+RJFHceUdL04PpuyN7Q5w/vmM8keuuhyEo2qUS9j7vQ9g/OqAUi30IX3B3RP2urtz9AjYDyNjulWRx03jL84WhyItDYYY5kr9T9lBbwF5EX31KvowE7EL+mFd+qcAlnjbxuj8n7o77m6Foyn6s58RyT6lM3f9l+IzsHlgQ+fWXWfyQ5HxKyGXx+JjKG1z5ypQ3TP5W+Zpz+gV3Q8X2Zdt16f/0InhusAjyTvSoy/Wwzzlamx46qhXV0m68c9fzG8j9TPz5N5tBgUGBQYFBgU+POngL/+D5VrbMobT8ykaIIVhYnwx3iGybtVEl0rEw2jpOFTrzgZumOk5K3Wj98rPDsD6WiIiITRr/139RbjT1wjNHrfPxn4UxIl5Q7erZakzBGGRtrwQmv4qfLcB31LMT2TZRIP7OG7mWG8iE7NPhZhJvWSBLcT3st+9c7jy8MoEsQdY6Ee1PzVXsUnjZ7DTbA2x9vyoGFND1GE00nPQdhf8bkWxdk70oDpPxrQzjY/gR3DSKrxNp7dGr6fK5ViyXWjqVahy7XjfJgSqTGzCyN+G7ZrblaANRqc8R120g3mMQywbS/Nb79WsCODeCjdVV6Az07aEFKwM8p4gVH1r38C1371srQVcxrcYFon8DogGMvAlmHxHIo41WKIt7b0QEHhWvCZdC1lD16udw/VtYf3cZzC7ePzeTiWaofQlkWHMGT0+o79pNwTxnXS2pXR1/VacIJV6GnqJvbAMVIdeu+gj6B65MWxpweOhJc+HZ3PshEUMvq8h2IEPsV9DbFHlh+vadQ+nkmuh0obX+o+2uYhwKPSoMCgwKDAoMCgwKDAoMCgwLsosOLP5DF7Zqp3wbrbSL78sdL58/C+yEPTxv1pNeYodxqdWXDu8cXWu1enY2RfyU6E8XdrpOKsgrxkhsiJ4c977fW3dURIuQH85l8hk/wGGBg/WpvrdLXtWz68FPTg0w1p6+7sJ0bqfwX+78vfuskVJW9b+S3MI4iOLzhD243Zxg6/brS1nfffliPst/fqSuuzyzTKikbUkplJZ2bbFwwIvVp316CdXNep3Db8Ga18yP7KpjIV20jPOcqFfNwaP9RRAANWxZ8ii2L82B++gd4Y1ZG5E3nI/cJ3HadbPXQKXe1FXCN/KfS4rQ97QRONOicqEum3AThfm31dH8exOgKe6+KAE/VkmlyyhMUJfVXlJYdZs6xjUphvN78BpJGcnOf62YhzbdVr0wslspB7pScwqMCIevG2/ZGuq5YvOnRtYaxO9L2Zr8y6dx90p7vmSyNRzQq2j/6ly+0F4+a8O+fvLdEXQOMEALjHOWmTSQMt7kVxYPuKOSn25131GOifNP4ezAhAFr9Utg0ATh7cjuPZPJ7Afe8JeqUZ2mNoPPC3y1ZyRdFCQVO8zzH10G+pk9qwhg9mMOAveKOL4eAyAh+h72WIV666hngvssf4Zs8aSkZEceq0q+/sZ0xk+7xnD+4Yf9kzN572zGPG8MDCu4LBKy/7G5Ld3E2Z35xmai9m9arQOw4v6s4Mzjhd77W+XonNgDUoMCgwKDAoMCjw46WAv+CvK2GSYSA6c6NQt5fRkTmSGYahaIx0+EB5jZxznQtl9CVlRzDys45y+tIPGDL75U/BtYyj9qtHn7hoOFz1HRxFoDOT1kEokwkiGtg9SCZhwcVGoPoIrtLIvFIIEaGjBjWwCqMWL+AOvOPSz4/fhx1jimehXsN6DxtBrCFZrzf/6OOdJQJ70nULAOYR413oFY9ljW7Q4Q5s597I73jbarRV6JXGrhtTiD+Kn/WEBbNtCq60t3NT8xDFW+vpOp3eokn/UUR8hYLj58wnBnRJhaFySzR29vRNaqR1y3P44uRq1/Cud7VrjFWFkHDQOPlwEa5/fa58fhCwvZYIcXF1v1vGTVkv1+M6hTgWaZ35B6eJyFuN3AiwGU+rUhX757pfj68VcIvHN57IeGjHG/dgdG9rEyFZPJ0U/pyvzJlzhRARb3kFItapEdIpt/prVS59CZdS6X/+puiPgBgHCAzxEcKo06l5CcRyTfyXRawQ98GSMTsuib0A/iDQ0XxQYFBgUGBQYFBgUGBQYFDgOgUuMrnXq/8Qd8KYksqVjDpzDDvFBz9i1HkOXUV+pAiU4JsdaV8xAEfeDFva+NOFX70EWUTNbETU70zEJHJSZMBFVnkn/56uOnfeYSDXGfnrljdxxFXWtGK/n0Y3PhxP/c2kx502v8L4qbGMfiKj2N8FWF1+WUNu8sXx0hFX9yHdGEkdA/DzTswLTGVYDRPsKRrDEVF5ewx82QaKK8oy7y7SDZnrO/bSNaLazGCxqOc6NGjj69Q4ju5Wj8jEynbSKzK36ap/TQP30HWd6XCcCbsApPd04VZwIauXWdpcn5ETrV9Y5ag/0tfAXwB7cqnPMbqebB1kWvB1lHW/f9JofSIWjhFEwMHoXyPq1RWUnkXE2v2rNFjDe+AYnEJv+1TvhBFyT+p1o2e7w8gDUKiiLkPj/x+ZJ7IAdPm40VcYN2bnsS6u1FIXklTPBlzgLLAlerbS4B/n90pTLqPvmNxb+bfod1i/OAlEX5e5ckG0xeD5e9fF9c5zR92VzvKVbe4nPEKudfRgeadYRV0UdezfafISNQxsmc3AhgE1ASPezN0vRel0fOGjIZY7YGeqZHSE7sOceTCoQNQsPofqOHkv7Qk4SKS477pelnfi9z2GjgDoGTXuexOiJ61/DL/tHe+7tJfov9RR6Uzidf++0CLpfY7vQYFBgUGBQYFBgR8pBeRQX1yK5Smbj/vs+kPr3iQwGKargXlSqO2eiNU5DIS8BgzFAa/ig8JJ9pnQw09u5EU/1DIsYRYLRyNGNdjuY+WDmdNIhyCTlNXhk8A99TuJjni4r+uWtEHx6ksdDVrgSpVjrd7uuW+9wmXGtu5tAo4VYYu3IQJF6GbEcW0+xP0aiwTUK0/mU+Pe7P47Ruci6E8YacXNaNQYSqlyajB8DD9h1BiNrITpmmVmZW8xMDeDoiy5zLFopKyIYZ9loNNbVY9s8dBrlm/WSQlRrAV5zlW7VLjxIX1qnSF8myoKwShCOXScFMJA5iEWlXm0RcaUlM1GOBtFrdG80suE5+UjHpAXcXLevGEdjcAlEKgkOWQ+XGOOd6HQRSh1sc8t+Kc6dHZfE43kMLTuf+w+XiHkRSiu334DpIzSRZie3U/LudR7GAG4cGkUsn4GeZtiSdfkOA31h8Yzz8KGtDr0AOxv4/danTMG12sWZuGSY9cqacgUlIwmMMIZ7QHf+E6fPHPV5t7n7PNAW2YvY9u7BhAwD3uFRvfaEYJmYA+OT80abs2b8/WA0Tc0Wrd2rs5p5jWJVLgd58J6Xh9lUGBQYFBgUGBQYFBgUGBQ4FUU6OzmHKZOPsy/KiVDtfN38Jodzvu/q+/gYf/InJ/lJw8YVOFZZ86PvOLlXtL27Fa/ds1o7PXw3mSV2hJRO28wrpn+mc7W/Lky7wLrrA/51q1pcuX33cIFY6VyiHuNrvfp7Ht49nkoMH0OzvlkoKYico0lvLWyxB+QDzBYIkcJb3ttYNXqwqdyB3ui6qydyGqdoZHzk23K6md43FoLq3s9yjnfyGHzznTKpClGFsv+km9kgwuo3boU+YNo1B3ptfdkflr6RrpZjm8BaPfWdTnexkD9O2A455SsuXYY+cj1UednlKmLq8/a2kj1kfod5Cpk22n7q5JPedYSAZv11hudQ7y0FuraFqFwr1yLoXrGqLo1C1rwQnekXoN5O0pw53B7f1e+oYPu2aBcdN2T/tk9ljVIIkMu0O7MYWGqzsIjv7/lD4eK2cxWapVA2HWb+6+R9epZArKRpxjuJoxdW77dUuteD/159j3o86QxzxTKG4zAk5OuIa2PGRr1+tmT9gopn7vc167z5/sN/PlT35bUyOn/DKLrdxkY69d9c0NndUbOlHI6FTreftvG0r/7vbr6oc+iv3oTdBU4Z+wO/0Dfvv/UW4hR6Xr6M+QzoNatnAJMYQ/e6PR8J4XeH8LmPY3BxUjkGKwNdmHN79XNGiAiprx/IWnwh25ZA+pvbaPDkE77gEi5RNdO8/eg9mSbmgufPRDiZOY3aUe2hAPRvwbL1LvZtcCfY+BvzrZsGrAdRHvhcTTKoMCgwKDAoMCgwF8aBeS+XlvOGQO9szSghYGQefWHlx9sGb5Vkdko4yKCngxK0ttSF2Y1P+AyJ68s4SAaAyGDoCEyKBnVCoNnFLBjWZgamYnONDQm03OYDfcGTmpoxqkRM/zFR3FN3w0I+GnQVAiW8S+DXcflbUcKjMUAQXYEJlm7irKFyOHoZYA+QM9OFwVJDYAYzmvQfsvot1O+LmHp3BdzKYuMIT3GSOjmWonrZKcvAB4twamtlQm8ZudTfPRwvITFBcDCsDZ4GBV+gBs+6LygkDuRisq1iOHyBN6yPmxJaTDqxLrSg7HhZZu0RxrjZVAbTs/qNOI9q9fsltRJUG/GEK+ALM0X5rw6b5/g3EtwY+4VpGbXuJ7DCpDSaVXWYzoZz6qOh9bL84mgw55lKq8mFSIw2j7zFZ1MnTW8ExDQxRRvwaOeI+n16HSdgGr4SE+nSDodfC41cpPqyj2iVZ7sfK4tjusqXjVvVdFjS62NOn7ms7enTadlluMHnr9nuh91BwUGBQYFBgUGBQYFBgX+IinQ+P/Of/3gNGg8YUcrCniV1xh/UWRni5+GY+Skj+K74nW3ySz1fzf76Z/hjStdMR3DCysT3ivyrKgMjDqcSN+q02YQXPG490BcvQ8M5XALxkTl6Hki9TO8u5htw7d7ZL1VfzfnlPq5TxTt9AuGqbpDJ9jjWFeH3OtlBb9fusT/K5cbnZqoTw0L0gfYD+O3AK+DCM6mltUh9tfQVwO78opy5wfkImmmTIzRz/0vjzJsW4DpvcYcFAqbfL6hj2MLTaXhHj2OMJBniaDdGkXLmliZUc8lyxXkSzRuOBjpiROx0anZK5V+1jKqMl5/Ljq+b/Bc9XRyKO461+sIoBwOzpP756LHiKN3Kq9kvYz1BMLZCXQ1qhMHgBj4wNVMcNkTOzUvjfMMxBOnvh+00k2f/5ExYOxCvzMrg19an2/gOi7wYQ0c0HfNrF0zlWXNWne1bp/VS9j8dpEO6kLUN/wNawW9DA7fpY9at3xLr3IscQsrHUJ8zqzjunMs7Vk+mafqK1D7mE7u5847PjD2xmCtTulnWfvMBPO+woM7WZOgJRamXJ/JtDAfWMuimnfQan1x6fsr0Iw17zzHiK0Dgbok5sGIcCal4djWSdaG7zf1Of3d7D1p3+je6fv9DeLYEzjFOSZOELx70D8VfZ2P/i4Gb+eAdeMe8rXn7wr/I7RxNCgwKDAoMCgwKPAXQ4HXGoAvMlmYH2PM1YAJk4GAsMXAWlGt53SGMcFAJuNk1LCGoW2EFq4HRq+/ZqCqdr9z97vjGMalwwFG0jjpaazRCAYPpkLBRtl4YX7WwDvjoxCcPUBgqjUShlFqzJFNj4fr1g8fx5CblL8ybY6VP5lIhGS/JwTELhB1pt021S/jywAUImH80lYYeiqaCkW68vVEmfB2XIpjhZfasietQqoeqbMMZpfKloqQl346fqvLHDoWrzAe96KKMFMGTa8+il/hJSyZWMemV6NpjjW1MkcPCUj2WGWCGXY/kUPSJYOgEaameBLZZXzSt7fgu68Jv5frCINExjoQPeeL9fSxW9FxBeLeYYzlKEN0BJjxJtU709RgCkmitaZX31+rw/TZqihxIwA0aCsA8ixCox2NbX95jjqE9bfriL/myGGU+Zxn1v2U/hMPbmlVoyzPfUfuOeoBDxutjGCe2NOnlApfcxelB8/Ttkv4afXcR1Ayqj9R3OwHo/E3a4J1n/UlvOv0r5Twjs9yZhyvi098rvvpMDvcYQR+gpCj6qDAoMCgwKDAoMCgwKDAgxQovvNYufNjjRc7kQePtZ4+Cj8rzIXxfwCE9Zt88rntQarMAS9fTr4PgGhVHOXSc5dDcs87JQ+6TZHGqnn7z1R2H02NgtxfCQ1dTlvkgAWoLDonyaqE4QAj8CUeegWqem/tF5EpV699lIyr4+gsfhMRlRipFb2C53GEkSe9mlse9OIYM6fOs9GeyMikOE3mJEnB/XMce9O7332tBC67SEYn8QfgsY1N5F9drTWmrIh2F6gVHIXGMXCeSVU9fw2av+KaxhquZd76SPv6td2dAr7KW8KfkPf22X8UenKli1dPSSDisS7RdSgfVYT1bBRtyhrHR3qwftFMg+R3yIPz4V8ZN1svoRNw2tZF3GtcajJ6X2e4rRssx8q4PF9sq3WYPyHzIm/OvwDGjn+PtO+A7LPoutWYutFR4bdcQu8AbsaIPh+t3mFf+O5rOnofHNKJvDd98mZS13JJPl2PpdOn4Br9vj+YVpu9v43+j6HsQp+rtX7h7rsuqfc7ZI2QOU8dmw9iHkZwzPT3wAD1SVzLu8ZbnmOIZP1udSy3WRwPuLy8WPqciNrpmL3y8cKcotsyi5spzmN852iWfn1+OF+/W8zgp07QbIYxPDrGGJB9JjJgvr/fYppz34kHMsnt0NdF/xYUjjrD7Jsb3Z7Z5dz7lz1zoXcyIzZ9T8bc2uXryvOTeI6q8JLPPt3H3yeeY7e58/fI911o7O9I6SR9L2e7A75dO0zAS/AYQAYFBgUGBQYFBgX+nCmgJeoLls6IySTxgyyzBG86d8EEhrb20lijQAWYDZmtGDx7uiJ/0G2/MKbrNh88jmAjfFPj2IfwYKyNbNUDVyZ74ewacx08qGhdGfMJz8Z40cFk4G0bIdDrwntvWY+1M2R0r/Ev+6Y2i13SQnWG+KSvhms3sgIvntTZO1bmX2B9jk4aPnxySAoxqkc5AJ1kvhGyUjL+Orz82fGjjYIB+GynFkXtQolw0+tchnB61bFk8vi0HfOQcwVUI3mfLKENc2gKMdNQuRa70uQhUI22WTu0jSFShQS4wcFGiFn40XvjlK7UYXhGCOS50ZECJr6YYj01WcPifHNe7VBjsUZyFRdGAuuUIa7i4F/Dm6ObJbiLk/VZW0m9rcEVj2r3WomCpMOreXkDL+uatNTz72iHcG5KonTPR+D2dsJ5srD+dlv26MH4OxtJkP2kjvgWfGiWMT8J+13VG10dknM0hJF3UXE0GhQYFBgUGBQYFBgUGBT48VCg86qPYWRtswxtkS+2m1/D9v7VZh++8LH2T9WKkGBaZfbQ3P5v+pTvBYNF/rgDLXiJsdmLiFSO8UB+9h18+bWudB5GZjNi7nD4F2QC0tOW9fdai9PrC+267ABtcbqdtsgj6hOQJ7oB4bThs2fAZ9jbON+alhY8P0wHaBun7r8B1j8ATd2B9PiA/sBhOWU4t39GvnIv5Snpr5t87v2niwApyrQYVOJcPf8d/ZASPDjn7urDBdbarK6+PXQtfYdRnchfomndU9ko8NouCBiPrtO3gFdXxIM/1sFkFGoM7U1+du2or1jW0KrZxUPxdYsuI3/Z21UDZS2KwL/Y5EMXxRt9WXQRvwRP9QhEWzukuziLq+Uz9HWvatKVkwUsaysPhPR94XOcvvqHfbuG6YOsY0ZbGz2b/ZaXPjt+vY3fOmr8hE8cxHUoT/pydRbqPi7VX7d98bF4GugBPq6bygrXdHu51/BZjnUCYcxEWGffXN+16MQmHA9mgxxes5ifHGQ98wZFbH1W8/6uQJyjvwrjiM7FwAlonT2tpbm6K+bvWPHJvl9VvdO5rSeCdXbs7b6ddShgfpb15Mu59HXqfvIe8dkcZVBgUGBQYFBgUGBQIBSQi/mCRSbuCL5S4cq4wgTJbMMMuX+GP9x6l1m1PLswJsHkxdNPjzUZKPYakgkpw94R5hr+8eoDR2F0gLjgVxKGTNqGqERTE2sELp4CHE11rLEKTGVC461rNzaTMacu3F0JmKbldTQaZRf4Vn68HPGiDUgIJsZWj/UinE3jgyDTDL97iGWMKZTj/pHZKU9JDb8a1b9iv2OYO4y1k9GRdtKNhndQm69sBlMBwWIHc5s0ydIHxpKUwE6g+NwqdV9B3X8/2+z3jI+IYtOTPUK8y3i5XhTMFXLwcnTMGjkVUKVNm3vxmpPS2aMrhboVsY4R2AUJ3aXZFG9CVqND78ylcDvt0w+nXrOOZEBhoCHZyNtKJcR8NY3E4tEouBTpuCodNnCd3YNKI7zFI2BgNJ8x6NrCvaMdn90tXrILmFoXW+ihUOYeQIkwhy4HmGgklFrdt6dsgRY6ZrxG9QKb9oly3gMLZ43t9O/As0+uhwauXfvwWsPFHhGWEpGs4wBp8JyzKEBodH2v5ULjcMPFNFHhPpt4eevtPO9YU9KeecwTFZr2wRY+BbVfq7OLnxk3d4SRsmq/XOPGuQJr6ZM+fHbdz3mUQYFBgUGBQYFBgUGBQYFBgQ9SoPGbcKPhzjqP3aDKaxff64XGt4Uv6zxc/5ZF6/zdZZSUwQqGbfy7XV8ootPl3B0Oj1v2Tt2Qacj9dBOJKG/ZcE5Ek43ulIghjSc9tkH+Vi5VbrGQ9nW//YZBEQGIPKdsgpQN1o3vp0pG3qovsoxNHRf1txPGvj170yJ7kIcWOgr4WBraXAik443Q5fwatxvOkQ+kJTC37PurkSopqht/nPsdGvUuQAp+YqqxVyPTxF/tkYqRL21dFxdbdsgXvs/nU7d04k4lx5aoT/50dlVHsUSjytqf0eUCYC5JfYqVNTBhSNURYHOAxqGXtx4CJJSl9DmJpIWsup2Y78PvgKjsykyy+Dp+lVVsaXrnQFygL+NzK6/tJ+TIzzi+z78Eb9MRc5vr6iE6XFcgF1knF+i+kqHEudJ9Y/wle5SZ1KROba1lh6IGDHVGnHaxT+i3y3H+ul5kixFyuzf6V5zFVcgNkmuQ0ludYJ3nEqqKi/I/exQfNABP/1X07I7v1yHkzuMfUMA+g5r6Md4RSXers7wSPAbykz5PsC0sHE/0U0q8RKMSrazxtxwBpGNrY8ask/IW1snth07AObjzofEUZ+zoY5LG2htNbwA903ubY9dK9CZEVB926uLMJkYWL3VCHd+G7nbBu+HreNs8PYTivUo+6EHVd4oRwOiB1J2lqEepfvPZ1o6LdTL6V6O1mdaYKeV83xu1UDLQArG0qdPXfkokMZP+6r54x7CnuOPQcSN3HBv0Uk2Rrdly1YhfM0VId2+UjsL6S1kNYbn2hQ966v48qzrLoNcx65wZG9tyAAMQU6eZrcjU/zkWkT3W+MJoDvCDAoMCgwKDAoMCP3oKyMF8z0VDZaXiULYu4bO8046IFKtRtk0ZdPYEktHTgKbx2B/5lxc5IfAJg2kUKkw9XR5gfjQAVqpimSj7Py/gG8YTZiTSkUKSzAfXX8GMdiYxwgCMvNGoFphTBaEyUBb+dePSpwwQtFRw07NYIVnDemeoLzV54FrZhe1bYz5jVqA6oCAIzo6fex3/Bu8yphLb/WEQ0tWOIFxl7xGZ5rP299GCRm1ctc+Ny1xhyhTMzmGbr/uAWg1xo614mX65eftWaiJg3S2NBhk4QpuelQrhEYS6MHEXyKoCNBIWa839dDakmJ52PlPicml9rpquDo22NtWa9J3ifa53bmOgV/VuHq7nJnsvI7SjEFBu0iu6UjYF2TMwqZDuHMcM3godm92/YA82wp0/4T09V72bgh8FGAKCewG7n5Rvn+yHffcVYoVMWAf48e/QyrUk6L5uLtHm410NCIMCgwKDAoMCgwKDAoMCf5kUkAd8MQ93lZB3Gcq3LbcYRTCoRl4yog+mPlzhmqd+2+r5K1GA6yT6/9h7025XduNMcyf3leVBg6/sWj1+6U/9//9RrdWrV7tszZZL5dJhsp/nDSCZJJPj3ufeKwk4Z5M5AIFAIDIZgRiAQUIjMA6X7l1Z+kLJyZtAOx6RVStyzLS5b0Re1dYoYvvCuDc74yK69X7W8KAeiT6jvvV0oU30EHV2DJPspZsUxXcM+Q91E12Emn5j2JmJ/DzwrSlO/fL50nUAncc1aPyUbVHRnRNJ6z31n+ehHluY0Uz8/h2dx29g9jk9VnriqCHD+N1PeUJPm3DYfcf4ayT7kj3taZw1TuqQ/Acw/Pe2vgE9oyc9Dez2eDSExdDOc+f+udLk2eL4zXAlTd0DutO1W9U/NmkrbDpuOi5I65/SL8/eYvT1fqfPNf6zDn/gun9D189WZzxbn/jYrhBeHYpPx0+Do84YrFVoRM3CWkNgzY8+Vxavuc7Gel8c3OGJ6O6s6WTdI5W+ww/XInR4cd0sgSGrvtf4L+8A1hlMX4/jxUwwie+GmiU/vzrhV8g1euZ9wvsw62u8Z7I1VuObTvMFdwzXZmB488+1t8U1YgX3ezo0A2R4yrU4ggx8jk2DbulkzfqsWwiY8U3HDNfDvmu6B6PxMSgwKDAoMCgwKPCDpYCWse+s1L4o/iA3YZUf7USwYoz091svY0WlE73PaFfTlui5lpTAerGqgAjHVl3w7cIOlz5SItAhaODVaR/Te9/3wwhQo0gVTu2LP5WJFI2L7VB8I+xyO4osihFW2kU3aNWe/Ur74CaVFITcx7cZgj3XuBnBmUO+uxfwaT8YDIOnBjZMYQ4DfDVovuJpfAobUAhfpuupdMsamKVFJ0zV7nTo36cwmP1EtUJjB6AQbXP++iyXcnCc6+0I4AaVedopgBORPe//xJ4n3zJW0625OPBY6VG0MdZmkmsf2Vmvb/6dRggc8bqEziDgAyNRD6YINwUz+/gcAhN8ntZs5EP+SJ2tNzah0zweRp6r6D9YcG4wKn/akRaO52vH81WR7w+2P6nWxg4upuNxjzBpvU9E/ZdacPJxZU58vjt/RhnkfDJ6HseQef49Y8BbHR6WR6DwSS+Pn/iOsLbR5b47foKXK6mmdT5BMdhFwbS/rTmzT6+zMOOznufO84ULOX6wpO1WXWEJ076C6FalcW1QYFBgUGBQYFBgUGBQYFDgIQp02YrKi/yFrBVR6xEZ7pE6K0SiDyLDRWAtOXFbvzm22SG7zxgU9jgmfmNEYvRG9YkzefeFCNCSK9djQFd2/1dT65IS8z2oimeVdU2vqJIU/uq1bVx7dfR/rj+jVTmqSMiCcf/z2N/VukTNTWRtek8mKXVcnYmfkY8dCfiq1yCrGwH8NqHrNrmd0Vx0fR2rc6p0nYUW6A/z23+DtYysdR3iWI4Ricdrd4+yrkE6U42/6Clz4wEzpekg3/G/C2dVwZHObElVKWide3XhVmHRaVYNHj4s/tzpQE4K5bf9P4GvjtUFPNMlrP7c5dm4Djw4uRCBgdJUyuqviUlPZCdjj+FeXjgW3SScXcv1+TvWryPx1mGelOBvP6MdfKEO2PE8r751Tl17nVjjkK6HPFOsEQUJo5yLNmnaaH2ylrUF84Frpb8a6aiDNni7LVkvfU6vUkKjqcYwnn2ilSud79KoQ9n4Lvo+Q+FTIM6phGEtINnKfs5UGj2rowBf4XH2Xm78UXzgfNsGbkrqXrIAkArctZYdTis+0zbO92lnp2fPzOlpy7MzMWUNa6+TvbjD8+fv59aiqGV9Mo2ZGYA1FQMYpr3Xvs8CT/p+If32tNOI/WOeAfmn8eqKVru8L8icR+r9BBKA+pXhfg8DksK6a7imaEYHfzP7OBqNeZ7l9QQewDO11sO9jFeU86B6MMqgwKDAoMCgwKDAXzUFcDtuyhw/jqZGzd61X5UkCvP+YCvs6UXJj3h+v/0x90e+fuiXH2uNiP6G56MJMzF8cjFpeBU0A4C2lJVAUxde+IwQiqGoRxxrJIrSK47i6/dK2I9BlvOkBWJ8wZnUw+A1a0gGX0elcPuSgmjbpdiPgoyGLHEoRTn4BSVxO5ZzBST9u9jQ9tx1m2PTpUwY6jRGTj230hHEU0eJ7lbZeGese6Mu9dDrON0TwEwjzSA0tGMcjcbKnjWZB5REo8CfFUj1YpyklaseiXLVMC0+/MWjkMOHecZFkDJJlnCp8g9sefOEH9Yw+5j9ludp45/PGx7IOjaUwZRvDNUL33N0vQCnOR8UNnIXBk5TfBmJLX/Eug88n41r45MOUbDldfcy0lDqokmD3/q4jsfZnVY/vORw3WuGCVP5NF0VDHbW4OxUBVqv3+lf6z2UaAPfTxYAZlyO9dnieHSQ+BkRF9AdnLLPVKKlfWjy4FwH+nK/5yA77r2//n1eb5wPCgwKDAoMCgwKDAoMCgwKPE6BLs8p8/F3IWIpmH5mWcPresD62nZfM7LwpHHSLU/yTb0YW2l7TV7fBnXjquMXFxxO216lplW+I4Wv4HVaKi//HfrFL4geRq+NGKsO46En98ebylsfmSN1ImEQsaVhjUX8KXqtuv/j2FIZGI5ZA5L7QqqDa3Aqp1O7P6b+9uzZAo7obkapTtOvwVFD4AfG7pghsTF2P3onwnPv1jemZq1+SncTR/sI0R9EmLo0MTXxgW14iq7COJZsFeTp6eVjha2jzpfwqdm0TAU+sR909Ok8Zx1HgF48d2cAu04Vo6k8ybxj/I9jdO5p6BHe9vw/inalfUbPRTfVcPiOEXJHBPucsehA7/rEo0V8jMrGSI1hUkcA53891AWv8POjcK/UC3/oKIJzdvaxNtUt6wTh7226LJCii4ONDtjg617F2ac4aw99npbaGwfLSDbu3bm0jF0HDoyOPIvhE3lbx5fMb+Fwgklvl7kxoxwOAQRRTG4Rxb+MOO+LO/1/2m34JpG/vEeIvI6j/U3YGB1Z65gJXNi5tplxSMcP0PJmfxs3FxrClT6nGkzhhd1O5wENwCcUpw64haauG/H8sQd33mlZI2MM5/U3uvxuLjkXrJflt9L5wLE/XgOuKzFGx6HxN88mhvfstSzd+9P5Hc7Bd0OQ0cugwKDAoMCgwKDAyxT4Rg/OeK3hdZuoV8UslVOlrQgwL8O+0VDDlMYuutCrLkoAP9AYH92f1mjUee3lSL0SW1Tm/LHnxz9eo8JRSOFHPjDOhBs7eKU47uzdibHIVD/0nv1HEDoic3BeHozNwJY+JJh4IKj4HcOaUcMhJNc0FHIqXOCHvrny/Mfk/iKgqLfsjEdfeUlDG71bEZYt5/TLRYSkoEdLvUpNi+t+K+4fq+EwQrYk7POfRk980LVRqO6h3Md3oI94sEIzaadBut8TctGz+pihTaKYaXEg7faOFC9FL3ZPwSPUOdb7V+Nm9ne9gdrCv2EJVT+igBFwjXKNBy3GZG3NczyNbwBqt0p8dLlDg60Kial0mIfQzjE5z5RMDLW7IF5X67q4yyLU1cPVhYRdFFCUi+zLy/iSO9neqsfe3HYnRUWOLk1jVVHE7A+kwd39k6W/huAsopy0ujgp72IBqYRjBAbvpEuGTrEDn6FxAWC5EEJnnLUfMGnb9RLfw5cooVFAwVl1VlLt4sm5NObJUkGnueN8R7nW2P8no4j14Lc0RKSrNH60pD5tnGw8v9++wFvwaKLzpSHKtGXNk9WXffgs+d37WxOjX+P2w8X2tmOkGYPn5xP7MLBRcVBgUGBQYFBgUGBQYFBgUCAUQJ5CtoqeiKw1dyfPFXXWOsfq8lGuPJfdTyr1k7UsqPxY/fa7t76Vc3VI/Gb+P5CFyQIEnmXeqCjNyM8dwKlg2q/e+W6yaWRMZV0y3+xI/5q9NJXBud/EztNRFNhjl+pjLBEkdSuGPvcgDa7IzUv5iPwqnk0mZvF+fvsN4jFZn9CVM0cQagu/peutA/CdjEhlG5p90oOCX3igaNJpu/DAJvqNfiv4vb57p84YSWa38QFuv37u2N0Nzb2/FajScbgQ52z71zkV2s6JaOPcax2vRd85p8QljrSinfoVjTWAGIVIVO0bkX0SMpSmmTh1vNPmoY/enzq4WZV0OP4HYEpvOTrQg3b4e4F5jnfd2Ol5rlM9uMwxpP4ebYvMTFnX0TlC3Yu2Ta+29w6peHDpYPMgeqR45UCTOnialcp9aDUYpfTvTRAnF2v06ov/4+1LjOrQVsOk+FKc7z7XfY3H68dnybPHSlCmajnvs+Zkqtv5J9BEJ3HXl3gum97alx0CObwiLo7LNSa+Dzz7GCU1rtuu86X3U5bJWlE4cNr9qvX4J23dv9nI2QMZ10zTu3NPa3Df+z5iUI7PUaR0Pu+nDGiGD2YjwbOPrnxQJTTmsGja8etc0Wt99FvnBpEibbXOLvkj2jTrPlz2weF/4eAoOn48YxgfNVjvWEs5KZ2e598nlT7zhDnI+iX4Efm7w2jqWoz8UNkFatLLgAraDOYAn+jUUCnjuRZ0oHHH+TPRexSWfVtcswN33+sHI7Fd8/RdGT5LDT50GCB4YMYpIw4DrV2/Pb4HBQYFBgUGBQYFBgUWCiAhKoQjcPOjelBAS0ojhJpmSFxqfupBk/ryA09f/pCrpCjTLQp7lwxL0IswrFFK0SRRqu6ZI1IKMwrmnvBnsyi+fH+o9P6FqXBHauP0p8BnVKLCH3W6tJ7+C9elW1NbMzZF2jTtiu1S4dUD+7Wt/XHA3rvueWvUrAaz0KiBLlGvnfDVR1VXNKeqLChUORQE1xONIpef+2habSLJNY7S4aTnIUpuKV7iXNS4AMy8hZzSjDmeVTQj8MkjjKpHfF80vHFBXlCglxC0P+Do4B7IpjY7JKr7RtuLW9LLeZdmfwsbsgAA4HISUOmRV1ojB1JaQl3owqwtxEkSiAN8NbE3VxXhCr8XK0mvK4Uuwll2pXckBk5TKU8YgfemvgaHcg640n65LADwd1HDNnh2O1c7lIJ9xnoDhwXG6iDPn20kul6nRhXrLS398M7M9VX95dCFMJ8vFWuet8kUaz5r0AUUi2jAlZbpw2uPFOlokb/kdb1hXQwAFErm/dLmoc/hU32fQ++4eD2D4rvTd33vvN04HxQYFBgUGBQYFBgUGBQYFNimQJepvItc1QxKS90uw/ULH5HlAutcwwLwuo81/OU6Mi17GM5EZe2Qb8vpco13R+4TvtlLNwYgZOlsafQUSMYW/DHi7Ng+R4dOJPikhV5k+LW+8hRw6KTeL7kwDhmZ/P6r6EKLM6302iDvrV4q4o3I1J3RtOgTGEKOqpgG7S5r34Jy7d7+7ctshPIfgIyeInmuVb13Xd0w40Mv/vJfgEkqZY1LccTtjZsmn3oP4N34y4xXM0ZKUyobTY2XM5qG7dUv6s9IzJTW5r4+ZTt4VKOiRj3SVR/IHucwZj7KoGydqnafMI7VdRuzj/0BamqgZJ1l3XBZC/Ly6fidU4v9Xy3d4CUNnK8vGCLNLGYGtD7uq423bqBX+xyBq07WB9Pqho5t3DQRL892Db7GastNPFNj4yNrJq7LGX3qVk/qx3eKFUITsAgv/cfbF7KoJSK14VIY3oPTxnRG9zuteufgyToU0bOuSRxIPWzEdSC2AbhMJM+cfrsmg/F3+iVDwGEFGpZjfAP7EhHvY3ysIXK8z1i3co3oDYcBs4YdzCLgLf864y2NuJggAIyP7K+cDHjWSX3noNGxfy/tvsJB+mj9uUbpvuJG/rKGZna3Q7YZsN+2VgWSGkt3PGezTkIZN+2XZwreXY6/Ar6PgAy9WYsSf56DnevUyzgEII3NGucz7hqTY+tIr3+bOl1sM8qgwKDAoMCgwKDAXzcFdIuEAv7Qm44KoSGGXw2eRoX6rUBwKnx/GsmEK3wEECMiy/Cjwcf9VDSG5bC+wVFFQ5VoRgBQuJzBd6dwZuooDV7Zb9Tqa3xf/eFXiOhwVKCIkNZAuhgzje4F10QWNhpd0AoBRCFsrchEyaGpAiLlYzKtah14ajznK9GcMcDqUWwBr1UkdReL8g3eWRthPKZWToOkINYA9zp+NR7mM+mzy1d3cpEjka7HKOB0cuNjAj89Fif4MviC7IHFjPcMrM/LDQDtVvDpxJb28NyBdMcaRif3zw2oRpk8CzS8yu/SRqESb0qwyp654WHpp8ESZVZQnXc9Vsk9K/KwXqbu8WSarknPd3AzWrr29KVZvFB7Q+Cnn87Lfp/SwPqTDgfOZzz2FYgv++4QL79BNs8g+wAfNATjwaujRV8ouGywfWVFQ3GK4hEvWhV9FGeM8F4FSf7WArrgDmTqxvAPmWcWhHZ6sBsJjLF2QhleFi2oGTbnuxYebHujdJyoYt8qEkYDuyCmop79xK1zdd5t2Gnvsbjzfas+t6+WBRbMLK8s573Fqq9+aXwPCgwKDAoMCgwKDAoMCgwKnFGgy8M6+TV5OTVUGBTWTkuPhNuUtNZy3YVs1uCUosNJ6Uun0I9y6Rp+qSHqsGZf+gVC7I9pjR5g5it1RNGMPnkO7bXzRHZlT9VfI0//wZ7QXtRZj/SY3d5ooxQ1dcJ18Z3oQyIQj8YsaRpFbPnaAHH/EnROtq8ZvSwRteJo9K+GxQb/PpTIz4UbWGt0OmBQTfSvjTX61vcjoJY6jQdEQ7fVMl+Z8en36KCsBTQSns9+56sOp5/36NBcl6eA7z66M3Tdvf0voW9tdUSNE51re346/PX3Lnq8Oh9Ozu//wjf0dD1HXfI45Vzvz8q69Y3jhm8iI11ziT5HxDJwhNTZqRv0bkBqt2zFuNCNNf7O829B8Y/A8Vqrcu25W4D3Mazp0+Bap+GcQyMHs4+reh8R7TCEOvizRQd5U5TPMQCXO3Mh3HEpiKdnT/QCzvJx6bZAcX0iRq+/p1/XUFpZv5+OV4unOl2Zd53LjQDfxTjWon+fH3bv9aHvONYnq9/f8pz8He+3vwmPZC3gnA2BKM90/nEdy+dr5m9K5r1Vlw3vPE/hjZp3ebDKmg9W7Z469D0MGVlf1NnlPWt96ue9D4E5C/ZVCGX9LWn1DcJwjZB3mbPYJmsTq8xfh7lZAxgvFJCvyF9SbbsGJO9kGzazqLnW0vuybzDnd0c6zzram9Z+dn1z4TKOv+/CfIDqxO/k7FwkuEWHCLGnePPddOwYr1m7oja87huZCh8NZBH+KIMCgwKDAoMCgwJ/oRRAulEo4Ic0Qomn/HhG4FFxKIPZ1xu7P+P2rwLI1xJ9rPFJQzAGwPdex3pdOFH4QhFRmdVAJL4xtKH8PKM4AuWhEoET2DEAgwf/D7MeguC3GFjFb6sQxYogFgE+MqMCSgmP1xYPtqBsXsuigbAQ7sQxghzn2dhX+lnESxpeK9yL8Z/moaHzjyilMpa219rdu+5cmVYYfDQmIlDHQG00Z8o1erXbHWejvvF+zd5VCHp6LIpbUkCHZ+/B6fD8dmx6C6po6c2OwTVzcYs+tlsX54+CcqaX6A7lupR7Fe8N/ssKQufbtGwfdc00RzOG7bCRBlFTQccouK772HH0/Aj9/0jmZZ8pDaiN30qSBva1sTpPOlP43P8aBQYemPWkb/OVZ0A8HqV3r8eyEzgVraV785J1Ls7L4iihMRtlEM9ln69p7/IL87XGXbZ/uoiTHKlCxH7A8GecJ/KeE5hAN/DyVkof07nhut9/8buPKzS+1f+L8EezQYFBgUGBQYFBgUGBQYG/WAoowyLfviQbPksU5bQuDz7YtuPG4vw7BuA4Rz7Y9KFqixypLgIpkCfnPQYrM0ThHD0h38/q97fwVgYFjqZf9UZl5Z3OkizAT+hudV3on1DQc2Yz8Ox+RZf/CsC+3vDMBLa6WnmBZ6TyjrTaJrouu436zzWd58ExRCR3iyQNPOhUMfIIs+mCD4I5rQbeGKt/ROSv6Z+jw6Mjf7xg8H7/d4yc7FGcfTCfoeWt3qUvawrw7m73c+YNnS6gn3wGehfyGfr8l/nX8JT76fa57xVe/e5zLXwMtu5d7VZSB+i8Q+9jveg5HhZejdFMX3vnX4eFPGte7/Tt/b6Kd2sXHViY/LEu8z79DKdoM1b57NVzfa+HZF+DV92LVoN1rVvRqr8f7gF49X70V+gA3jqMyCvvBmvoCF4kvIQsTq41qIuzXrF/+y2nPmuMv68HfCd4N9TyHiEzw/7nzDNrVrxE8vgvmDs36v813weescO7hlPfDTrdXxsot756abjFgcb3NY47WXthDcdbGQkHri+Jp+uZwZnfBwN+fjBG0yALjqz9uAbsOm/W68wi6FqnMyKdXU8ycEIjcH8mnZvvcw7ofpRBgUGBQYFBgUGBHzgFvslvaX4wVfYUxvyx5Vvhi/RJuxNPvBJ61mO65kG8rnP9uHvnWoMf8AgofqNcGM2LMayEWYw2IKoZqKIAEQ85d6+b8oxUEdOoQwmKXYDg/IqHc+re+Djf0+fQPLP7XsATHsbZkwVjq9GqhbtClYdFJ/fKiTiiS6eCMFKwUcwqjuVR3AWZG4hcuRUwMXYLA1owXwpDk96LCEuFv8Jr4ZaI2tQ8AvSaMl/t6UPk6J5z25MmeUkZdFVyP8LZOpriSKAXKne1bu71YHXU+rxLlSo9krOfZ1w5KSFOuifSVgFw755D0NY9ZVXCwre95f1vYeuhGk/Hb9peU/tfMC94t8eJoPN3/6aHDKDDPir87lVtKmeNm7s4Lpjuup4ZlbV4M4uh9FvBmJsSVx7u7O+D0lRpyfCAhk4zwrlphzigNX/uCXyiAJ0Kt8VHVIXOplnKnsKMcbdnTO6JotGcZyAjOoHTxpRFgjo21ZEpmA/swbuHHjtSIGno3nEcCHEQENIpDtW6X2u0izIoWvBgxs8zPYOPnqksUJTRHAG+8VfePT6rttOTXc4lOvqNdGuHpGy2WwYJP5x401fnVz/3a6VGBkAZld6OTbpkvyIM8Mf3Tx9fG8/y/mjjsieVEOfGP63uz5Y+D441lv/Wl9kMwkvHvvoeU892MeoPCgwKDAoMCgwKDAoMCvzlUuAoKyVFQ4dMxgAAQABJREFUqvId/7qepch3Kj8XJZrE9TRZSh+1tYDX+usKIvJdP4teseplRp7+JsZf9zFU6kV+5H+2hVEeRF49lfmO41uB2T5cZG50Z3S4NzL5uK+uhiONv8q96omhyTYE2liHL2TR3UR06pefgyfplGlfuCrv+vd66f3PXwpPU77qvDwp+0LW6EylsdzpBNpIHvST7HeKsWyX7WvQFROCp75W9DtP/Xyud5501OTzmjvmJHK6kaq/fHuHrtGZnX7ogMYcmvX2t3UTcSmeURc+JAvRt8Doe3NKe3RbyNsjCK1nuaR447A256lvO9LQ7o2oVXeK0cT5DrKBE3UmfFZwO31y8+JDfBy/N9B5SCU7TUSuZ7/iqrzGtdPU+e34V63TT52Ly/gEbx5+xzHrFqLYxiKNjpHTrZ8ViOKfNv7V9TpUN2Pe5Qlot9MYuXcvWozWXMOaSl/o2a1dp8I5mLpve+4w/omo7/nwG85JMys9Go/0dn3exc05Kxz73ce+a5nADhmD6wqk731n/1wz3slmzlXpy2LdR+B179T5DG3NLGZK3zccqJNhDB3b91bWMkJ76/b2nQL9nFtnYxP+9dLbNxTb+sWE8/gbxneLK1MSUrKFlbyoIZ75dsXBdRO3wTLy940oWu5AP64HjwwcbNuYFx4RiGWFd1147nMFL887ThjubW3WsZm1lwVfoB7nVAzpN+sVRp669mO0dcsAx9GC1QUtj/R6DtFrtY/wkpof/HXWkX+MnD0whk7BgsB73AtZ83BvaFKaYwROpoCGa73/q/ZxzNf6/6zrfRy+UeX3Wod2HdNU89kqoXVVvG60uDR3iz33YofieYBqja6eJedsmYnPQnTAGRQYFBgUGBQYFPizp4CuYK34Q8mPcIw8XuJWonC97I9q/ZCWAky1Vwwfgr1VIj3blz/q7MOB8KJBzChLeiyBMBJZ4ZLIX4SWGIHdLyXaSDcM6lVYQuetLh++d5QoQiP3KomgjpE83xEkmxDj8Urw2ynAW/DkjBD+bopd8VRZcUAltHDwQrF90SMSql59pqJxLvFg3Klc3oK64KnSotcmCxPOdzwDS3S81fzevUSUatxHgZqUPJ2nKKYqOV3ouw/FOdajUdP524zgF3q/TrfypiV1DCmodns9rxGcERZrT587+DSlIcs3LJS8Zf9shW7pxiLGE6U/T87hpBemdNdI6vMX3ngQWGgpPVX25AlTexPBOyFI79xL18WVe/R2vl2g4PlDIZuyhxTPIBHYpZSC08PjO3JdHl8EevenNppgDu+7X8sGf3Uc/VZ4Jy3RRMqtmb233vRoDe9w+ErpsGkbJwSVJPYEng/uP/UIL/XnjO8VrFdQSRvnKRpWnxfhO3cbdHm5k9FwUGBQYFBgUGBQYFBgUOAvlQLKTd9lKVk5etaj3SIDv0/sn4qh8qDjMCjX9jtNrnwUzr16RnjR1+Q2PETVHdSXkjmpyZkagVrZ1OOjv6oPoYfojKrMHZ3nOd2m93Hte9qR/QgDhKmKo+9bsevZ1xqdXJdu6glGiWnwYJ/iOI+jmUFc79ZIn6Rvxm9H0ksn0T8RqWpa2t9xBVhrEf0VPSC6DTQlAjjO7homF/atPu39+QKee1PootOmD3RTnZJfLp1u4ORWVkTSvrO3cumm3hPXVwo4wZt75z5bjQFDng1te5/Pwu10c8b5y7zoTO0+2zp4/xiewAH/KbDUpo1rBfvD/0db5r/j+RScByuLs7zAWsf7/L9hAHYdgBKdW/pYbtNcw6RZtpKmOlGdrgfZZs20AfQVPugnPP3TWkvK2ojRsVdwzngNEtCI6t7Krlv5jun1+/dzs/bwwPJOo3bo43oUgRPwyjQZcd37Pn9+XO8RR9ZIdLB372rSD08GrKSIa2/bLn0nX/6Y+B40MEW+8f1vRjfLin5ekJ/cy5oIcdebpmSJS8UfyIdruq41sRYZZ/tOT59HUXR9Ctr7l7UkrmcOM7gfyBgGGoMCgwKDAoMCgwI/XAp0qbJhiPGn/9Ym7YZGQX5cMcLM7LNr9GsMevzYbiqOHx1n/xGPlzLKK73uNGApDGA41LdR0aC8LRuiib5V0NewyDWEIHE8HPQOUyDoA1oJQVx9tiyecA3HpBzRqKmhmj1PDvFYE89TksbQ1JQ7U36Z7umAwBWjGPjFwxZkCr64voZn2qM87xREwSumb8Dp+azvtqTQPi4qUqWXil7u/SvcOt8oeXgIxrPxHWGLSx/BTyFNvtK7WXodoIGK2VGR7Nhsf+u5Wx6AelwraGsG5huD8vyQYfMId5nHuELDzzOevXjlW3ZGl3oAgYx65bNOvHZewgcq2FLafUnce5dKs1Gr7KtyQekGIO08Fnajq4ZjOnXf2wnjvWnX5igizQOZCVjvf5uGmx/WAybPSxRf05TjPfkGzbM3igpZjI5HHltH8Hdvyez1BC6mkBLgLotHzhfAjUjuitMVHLYuy4VJGyZteTb7nt/tQaBJ4VRUKXNs6Mn8ukeNnqzxtXDPLMbkOF8teQby4buCcUHzA4tRiUBoeFzCPtKscPW8Y3tZ+/6V1lae6UZ13x3L/JwrnvchjhqDAoMCgwKDAoMCgwKDAn89FECYi96lbKoM/4hc1uus5bpnKKbgZrndvusbkandl1YnW7LPmKlpKYtOsFzhoOO3vnbvuGRSI6jUk8o48UeiCI+yZMdnG5J9Gn2nayb4kQb18EYqVI8ZZ7SjRb8t/Lr+ug3v1lXpp15oimoMluh0U4T6TpdO306HbTqrI0zoNRqr/XOPY6MgU5vv0rM7jFv4XL9ndKJ7ZJrpKTguRBTuNl7b0HpdI1DFFeOk+lnmv49X/ejYeunqeOnkqNftUbXqSurGlWEKHVkCnZdNfjuvtDqPEebvMP7qDIBuesabj+ti6rPqyxoppalpc6Vp9ZVZOsft/HyF1ulhA6LBWx3Kdjr4EkGr432ep+h8zJjfDxVgEvE9tUj69+hpNnYd4nq5N2fXW+JegAH14JZcODvrwB+9322hepFYjm1BoI2b+0m6xlrdHofvSeO6/Ho2VwHzME17p498gxDvBveeNYL2gPHReS5ai2Nm9wyQ49BATcpy8DX7WPHrOc+ete00OIP2+inrIka3uxZAtoNsD8Y7paL7F0IDvtbH3Avad6t/uxit4Wm3XQsjF679uTzOzuvY3W8p7SsjYW2VxTpj1iTXLWsOduCefaxNEZ91GH8bXOOxrg4SZ7Reg/iqx51S0l0cdJDhL+9zucdABLBzLYr1NZ2GDKLx/LhorbNOh/N9jeOrEmkAHxQYFBgUGBQYFPgUCnzTo/BKpPXH0x9RDb/8gCIUzPwAV6plDYvdm/BT+r4CRIHLiFENfX7reapA3Ay8iAdiVX/+yHtsmhOFBfFWSAPPGPAUKNcCQRfm+jWqvlQUOozWVBDUqAsVY7zh0hm8c2Vjct9g954VT/ZmKvzPGn30lPRPSUNE2mU2BKIvaBfDksKe5VI4Cp4Kh3oD6vnNvqtvEwZAU4llf43zkRWkm59d0VApUytiTivyVoVdnBRUb0JY3dT0bxSpQrqqhfzheAruMqbe56rl1UN5jJRZb3jMKkC7T3HgKESKV2B1mslX58V78p7i6d+h/MAJjFPP0EQDA+SeMmgq8yo+ifI7BmQWRFgVAYZRxfI9Jc/DDb7tgi84++zOtJt0SojCrVd4Pbs9IVAB3fgUDu13zlWithkTmQB2Rq8Hjxs4bIBbX4phO89lOZTIWzHkh85V8wS61zMXegZDJxbQsrjF/Evxmp91D88dC0tnhANK3wTdjXqWp87Tvy9QQ5swRuGVd4vKeZ/DpeZzB3lnyccnowfG+flzYEftQYFBgUGBQYFBgUGBQYG/Ggo0GTbj7TLVSsYsOrwiW9mmy2l+K/fxdwG7ejj2g8yILG4GHA3Ah2TU6bJtw+MmjDW8W8dHmXg/G1lbxkCxrPLImMULXJPulzSuGlZpnK1S+C51hTqvFvWYGJHRK0ynTJah2m7IXoR7xLa6uIVzMKPFj5Mq9w3dcI+R5mgEeBXJaudYDzpAk5pWQzW5lemLuVx0tg10b3SpCq4RyTWV94m9ijHyqTse8b011luAvdf0YZ123Vc5nXXd9UbbW7d8dsBZx90fEbWevYozd+dzdAvIxj3WPfZE074RVFA6z5GfQoHQqbV7pivwLRqjd8PDE2mf9xiAzYJWawaOxx6O/W1g1+7X2NVR94d/4xq6edYb+KpOOPikkihtB63jNmsvM/uDx8kZvLfeCxlDKFUIeB5d1GTL7uf6HwxXR3udNlbETL17Y39uTEUKHxTXCX/SnAQM1uDSor+u++z095sNwcxWp4O3gRQ689+dm+fwu1e70iZDd6N+4RXfJWXorZYr6h1BuZYCnSdTVsvDWfurETvq22NYzdsR4otHrje5LiX9OWYN1C3JjHa/5BvqZL3S9SVTP/MdVGgPXyzrlKL/fZTwpmPwGXAOWL/irwIfGn7UyRZ8rtUY+Zt58B23RdOta9/HwEafgwKDAoMCgwKDAj88CmAAVuiymNwIw0oMNMoT/oAiuEUA1fCiZIBAyv6g+cHVs3RLOOXuh0tXrP1hVwITJ42FAVx7WJxHRBphWJUVaDhUCVLZ7MJ1cLXOB5Wi4EAHwC1ZiXhjvP9mjIdRNDS4aaAsZFN7/ZG9hBmLBsNEAhPWWPt+WqvRfFOgWUO5fexcmaK68PviLHKOQAVS7l0b8pyB6OjGcxNaTXqhYvQLbqGduL2Kn5jIL0RzeshesDvS5uxQhN239pFo8qIn3oEaphP1jWKuwkDEs9+LTh6+tTtHfb1UfeikEImhUyFels7+QMyJI82FBcSKb05ga5iWMhWhHr5jXOE9AHZdccHvAl6nPPvhwOdGAbtw49XsDbV476/p79iC4QItz6pnjD9enPBgKQcYtfc/Y09foqYZZ9+r6Cp1nA/hgLj7Hh0g/Iyn6A68jJB2Gq/xts2ulTyvwsar8+BeXVFQ9+AKXQHb8bmgk9794D4xTzN7Gu00RkvfeLzy7HUCX+t44/pCOZ6FRDoc2B8KnjTqfTLTAfhc4CGcZd4bBAkFnY/XNzpbLvURLhdWB76XKPKxMMHiqDx7PsqgwKDAoMCgwKDAoMCgwKDAkQIqFMpPyFfKZ+eC2yKzKX91uY3v5foR0kNH0S+EIwxlvwhsl02pV1FVpVfrkPl2cEsWZHGcgLOt0bpt11sC6ZaseNlVv9Ll8smUz+/sV4pzq9GwyuznZCncztF3XMjWRCFO7lNMKlENqrs0Lpw6yufwOg4PfTtWDFaHt9+iS+AE6hRm3aGPWzyul+AAArN6AfjuyAp0gLYaDaIaRvep9tE3r4PavNPnTefUL0lP7T7K6k7MWyfAZsvrF6uZxl/5gD1p3759++I6QFioxmsdXZtDjuugcqfjmBMdtDH8zrv/h/bqsm2fT56JdYanOyCX20f6ujYEP+yNjqxU4HMUlB4xaJPbc9WBFr7URe/74p7PMQBj/oZp1XVMWd2NPRrFe7nydPXbJ99FY9c4iJzdE13tlkE6dYdXfAiaIUkC3yjFj6yGTRjKEv1LpKcGVuCE76ujGxAeveV7S7jOuXRgv2LSPu8IEDj4Tjt/Ry3viE5zcUQ/pq7reAcMqcnapbMCT26Mv32s57AWGndYj+Jc9Y4ksL3rX+xZjFNDMtw5aaGXXznhgnPqWKWhSLEutWOPYnDeG0mbdQ7WBzq+t/jqYiyAe7IUj9OIdZ8YGhNkYhRtOXT7HKY0Biz+9cR1P1NsS2PXahwTz0lwgnMX/NP6q30U/aFpo0WcSlyvi5OReDZ6Nwx0/Nd4ampw8ffd1venzxAbnOO89mew0eGrjQTA+T3QEcbfHt6POEhpiE9QTeYBXKQxThgzjgKuseV5zD3Xj6S77w9XsLmdj47/10R8wB4UGBQYFBgUGBT486QA0g+emIl81AOOH2CUqq5IOiTV15SehiY/0Ao8SjpfSThowkgEA4UD0rO6ZxJSAQWBvkspkVy8pmDPDz7CXAkGpr7RgGkFDXd+92MOP6OIYwRyaaBwoselnoQcxiuvBJCOau8yAq7tQmRwNNITwcyU0lMEypWhsTd69lvcFKiJBM7er+IU+jXaRZgq/Droklub8S/z6pgQhk0HnbGBn1HPoWdv9eB35rNE0JpD0ksb6Rolx32QVIQeKMAp3tQZwL1bMWom75GwnAf/Tsd1G2rjCwx/SUcVPL2m560thUdxvnKvTrc+3edZJW5WiYMf5ihAGrq3aguzbpTBj1P+tU45QbEwMtmFHBXw0Mf7vTS8+mm++zXGH3y5aDpwUl0fWGwQjxl+eAf2oc3HSfOLE/tzzlQUMASjqE28G2o/ML7u0OMCnBfAK0rH5JyzoAAPTAj1RwcIwLZhdrLltEfIGo2eyGZS09k//LhzQYXSR5+TJz5iLM+c4eEOPrPKxV1oKx5bniWuvUKTE1yFwQXnzxIe4cKH4Ra48TkoMCgwKDAoMCgwKDAo8BdDgQv5CPmpi8sX99qou4x17f4WcSJXK5s9oKMFrnqpBgPlOgwkux5Ri57Q8Ct91c5WMuVW3w9e01Hz8M2vGD/GFfFE/k82r0faO76InuzhGQMwehCKg6PNnozc/BCWkZWdG/QjjFTzwShQdcqu24uk94OEJ9dl3ygKGtJNmYuhz71H3Z4mA+iTHwhPfPR+NQKp/+oA+2vE7z+iG3jP+XwVNq2V53UUP/zvQDKymn86MC/M+gSqS1WNgOgtGNO/EPX9nn1yxPF1PANa+moM0zBmFLhGmaxrLB2/cLCHl37P3+/QQzXk+Fyo+3dtjyO69dnoenPXB5u6fLtP4M3BUaOeRnZ5QqO788apf48U5zo6uNG/6Jwdv+D7CIBH67RxZ5AYH+Hh93do/c446KsM4w2WfaeIW+dT9Wlg7HU+5/tdo6QBGq5nPDrYAH3tAzzmrBH9LY+e+rMBA6at7vhdw8IxsF5GpLL7VceB/7vA93yUOv3zHLp/uNnFsu7D863DeS+nfOd8wbdZu2rG3/5GXI25t938Pq+3zOtm7dsXfY+KYBx2dBpwrc7nyXdX5xdBuAbkmFxndK3M+5SGi6P6Xor955lyvU3HGA3wvmdcpxR/MZNX/A1jWzXXgfmuzJCOwfvweZ6fI89xcRlbwcmV8TEoMCgwKDAoMCgwKNAogKSssEjRCIwR1b1jjqKDP6r+cQVBWuEidl8NlfwQGz2ZvUU/IsQA9WYBn4pSNl2yCi3qEp5ieo6mxOW3DiN4Wh8Bwj059IrbJcJWb0gFhyYwrEZY46v2T3/2cSMw7tznluhBTYDu+7vsSbwFlHaJesX46262CvHuLyS4U4Fzq/H9axVRC33AS331cDBdDZGX0KT2KoEOx0neAKghGMMjCGlYV3zcaagTpCR8qZRxWWguAExEKEt7DXiVtpuzTOk5YivBTkFQhYM/UyV1r2GjqneTxlLuB4i82suqfb+0+q76GhLtn7ow+DSjzCiQcn5Qoc48d5hdOajzeNiDFZXqT+GV9GmhmgbYHsEb2PaSnvi2K9S2eqDCDxqRS+1TuJXfVUpMrYRR2chZ+Sou41wOrfiWnpvF69DX+dN5A+/Q3Q4FbRZ2VOKM7yYjyKegu8P4S0P+vuXxQ9EwGn/pf7PzjYuFpx62FXVrmnEVL+dNnO6Xyaj+LMroxQoPuI/z03ic9uOzoqfpxAJd5g1jd9I6nVa7ciYvyI+WZx8M+eC8tGtZFIEmYauteuftxvmgwKDAoMCgwKDAoMCgwF8TBbp85Ld/ymRsEPKsOHaXZMqvAu3y/90GqWDE6B4ZcaehAWda8vysGopvycWri3UYnYND9Ya7xQXyjDpGoMPbvwBWOZa2XFeH6dua3KKL+p1QxHO306BAhib+lYjd6XsXmdMKZ/irH8eh9O3/pSv2/lWGTw/S5ZGxNvDI7e/oRwf0mhgoY+jTlCqeDrrVe+FLnUxdY979GtR+DT1ITwvAA7rcpEKU0r9v49wj06oNYzwYSdtTP6NTCwYQGul7KuhnVBr1zP2M0Q8d7f2943J0MKh+H/+UB/rSSgIC1GUnHQI0MhZmy33AOr4qve9rfWmCQudnv1cdpHu7jFkdeDXoWzx6DXpdB4hBDO6z7d6/rmEs/AeeC64bUJp+7mjE1P1RZ4y/rul0J43X1z42+sslnwUO0Ind+3fnVkSm8PUZ7Ar2sn5gg0saT6YlN3uVkZ3v7knLet56nBfPQWO4Bdaj82f/rYSmvR18yzM4SfNd14V9i1Q5di/ujMt1BOi7M6gAI7Bvx8vo39b45lfv4ZImt5pV1KsOAeCi8ziR4m8xArsuYenvu5ycfWCAdP2BP1cXHU+9vlhnSeOO01mzTzs9viPqGZTfXbvgfZJ95dtvS95RhZ/c7Jjmhrd091J3Cqp3/hpBx2DbTtc+pn6+rvvscYdNu/ZcmpEwwSm8yyf4vwzB/l5Wf3Ochoz8/SN8Bu6uV+tU5TuD/ye/poJavUeexW7UHxQYFBgUGBQYFPhroQASGz+h/mjGEINCgjfhHANE/fDHqTZCG+cRLDVKVVEp4pe4n37+N/2dpEJ1b1UMwBrE3vzT+KKy1oVlMYiULu4MKtG1GM8QGnZEebrH6iHXrPiZhUUB4YdOGHIxHtaewFCoyHiKY7oO0cFfwQdUF0FYer4ubC0pnwTvPOrFq0cjykFo0iIm61hEGoIerkope7TVaMx190JScVscBqzbB7dqd+2waNPvIsBpsNXLNh7GKvE6IPT7W98dT2lDxXgMci3zXfSvNDFbba9cW+OPd6H4HFCoZjxCk+oL3oqHLZyzZrFtaPUc1D7FKjpS0DGCahO6t9sdr9bcyTMuMmkU1TgqXVBkM0+Md3ne7vGI9GL+GI3e66aKmud/BBfwNEWUe6g8VOgHIVylWO/e2mu7HEGEmdKU54fAUcloZ2FNWbxBsI9QLz7g5pwE3gYzoK34DM+7X/Ico/juSTmFQTzPf6rfo8kZhlFCmrIdfoIPs3+SDi7WvQ/PRSEruxz1ecXBAM8U56MMCgwKDAoMCgwKDAoMCgwK3KaAK9qfaKnpDpolEN6XB9fIKUKWs+M/EPH4j6iuZqtRLn8Ozhrm1WNk2cjo86+Qj39FLy70K0eqM1xt1W50nKzPfrpE8/mt7lKNvf95xci/w/QbQCvzKz9bnumj1dUxNqmJ1R/VdYUjbXPgyfNFnQBlzz0yd+/sp9sjKrMmQjfR8Y9gb/fU7kbPUJfWafmfSt8JL9APwz8alY9w7x8VDb7MRFG6j/I3Rn9Cz1hAjvy1due/D7PXEDYwwPcb+NZUys/o+h1K//YZ2mNQz7xDUzOdJUNWr/DU3C+N6kDaRo+HvnwbQfjG3r9SPnph1/FvT9QKqLQj2hCDukaz6WE9eQXiicPMPbywM4rdCFrWW1xziJ4OnJtoM7Z5Zt1p5x66OCuAd2USewKBj1RVh2ffbZ3L39x39qF5dE0F4y/7QGcNKA7pH0HilbZQten7O/hlh9OAISJc5O+M4uEfnlPwNBPAwdTPRqO6Xpd1meOz9gomz7fh2XQ9TzwZw+Qe1/BOIrFjLBWizy9/4O56SaKtsxblehRrCv2ZsOp3XsTNIt388xwjtlnYdMJ3jSnvy6LrNLtWaHCNDgOuh63mqE8ZV0cZFBgUGBQYFBgUGBR4nAJKzdTWuKOBTyMYP8n8CBs9649zPNxyVD/c7rVrBGB+vPVWfC8lLjr3hmBxVKBp8kKJsUhBQcNXDCLgqexDXyXsik8zwlBlr1CAkVcPN6MfFVCNgHWPXhtGSc6YC5naj+QFxCTbqhgNrTEq6Wy9F1o0I7WnzXBX5tSm9r47ED0oEYBMfRJ44mwa2lKM94vBb9XZjcPFGJ7Nj6JdUpvFAacPwcpUTrOKM316cXFobjC79+0htDL6VJpBaRShg8IjfwplYmm5i1+jU6XQkg6ZoLJvIdTtdr8DnoKq0cnwW5SfhgxfR4WmE5wxSbMWmbuDB+coESx4YDgtgy3tWvVO9yPE06MyHmL0TX1gk35pR2qyOEHAM+9R/PVbbwJpM3qu0wSdQoTQ0hUl9PAnPZDxII9nNs9WCnCchyjqRUMvO83ytaVwZ4ymXjZ6wPli71s9bK2Xpm18l3tStRvyT+qCj1Hwttf7nGuJCHhHaeS5sa9bNAr9JU4UYSLJ9brn3RDvWZ+7RCTXu6GwP/08wu51xEuOYnwYpOMN/s419j2O0XtR6OmTcmzvCc9J5vi34CBmeks7LmD3CU+rBz9o17FyX+GD0c173me801T2pNU22OIFe1nuy5NG3MPHay/UijC3Zo3HoyqO+VqxYzDLIpFG4Ot1T+hzDdy4PigwKDAoMCgwKDAoMCjwZ08BZS0GoZwdD2UHpI7If0WnOAl3ya7L2MpfHiu7edyKDW4WZUv1HtshR5/VP+onRyDBzdrqn0SYTfM/Iyf/jLZNawKNrmfNvfIap4BqMt8d9Lo+Wfih52L81RB0dJymzxWMtWxqN0Ud9UJO2N5p+vJ/sx7/c254oTfsEW62qLKg3S+cf4dex4sV+ce5aTxJV9ydYqVn4Yfu1quvgHedKLeiG4gXf3Hk/gV0xLCOsVrHW7W00AE6L+UMj+X6xoHRgYULDuOkpn0jpfIUfNXrxZM/HapX5ZwfVrfAjbUJLhzUn0gxu5sw/mosA1NxVQeyP2Fk7Iw79cG5z9nJ+Btwecf1gTlbBKE3sZeqaaDpiPY9NrEq38KvgcuXenB0arAKfaNXfQs8nIZdO6G4dmLOruhb0trSEa2zk0/1SyN9D9Ed0Tcx+k/uqQw9alw+T/TH+BcNR3pw6Rxs6HMC3b5pFUDyg4YjHO9nopU1JJlpCkCOxtKftzrjs/NFq7Dcd32DFNWz6xJEAQOY/9X7Jg4LwO2DZT3m7LZZy6ZMPnyLXr4jZbWBA8m4FpwafZd2nd71LDqvcRjXedr9lI2md/6DZH+mnLNefCaEsVC63Tg/7/Xr+xT/gpEpS/AFaxxkC9CR2/TgZkOTjlJ9MWA3wvoVnMNBrmvIB0Z0ciMorJ7/dN2f4XM6dPxu491rrfHve95K47zrgjc0dy58N9fAwK2/B3zOKCGi7y2dLAikkO+oK/1tYq1zLDv23j0p63fTyY37J9VXvTkSOOIak8Zfns8aZxANoF3W1Ny2zX1/2fM3ARfQu5WCxUnj7RrpJX+snsze9KnvNf2roQ4O0M/3DRdch0zGxj1rpWbPg5buT+y6UBmvfaextsp51kSle575onhff3QdbL0u1pHsfNjPx/egwKDAoMCgwKDAoEBCBP0hRVxpypXeeUo1iJB8a5hUwmn3G8XiVRojMD/eCN7lVfaYQPYs0UuBiZSltABOCooquCViaYze9UjENfCMhzqkv53c38OmGrhpC9I13nX9TziOIRohuAzp0g+gGnGCX+G7dNOGpFBuJKWRlVF6lMxyT2P88zS9VPgKRtJoCzewVWL1BMR4VhcWtPpBUG+4xbsaJTsCGEJvpdPWMEXpdK6zq59HvITcpgDBezY9NcqEiqvemFXOaNWuLl9deQsPKDAqOLoXlPNqauknSxfK5XtpvvsN+DDOL/8FIR9lIOiEcA8DzkKBUep69YbnVvS6AqVoVPQJ82jsjJKPsqSh1b1zM2d36LOGH7StD1wGslPpMZXy7LMArdpzv25yeky7KPF8xwO2Inc1KB/p8gQ+Al94xjfJz97mPcK+14gMyLvkFIHjGXVqjvnWgxjP97yLjFZwwSL84PvslWI7FmnmXwCX53H3X8EFGjXP/2sQoyDlmT9dGLpW/+Hr8qQ0GWVQYFBgUGBQYFBgUGBQYFDglAJddj+9+mlnS8TnCzpjRf/+BJ9SMtVkj9pPQ2sFqMmIyWBkFCCpa7n0Ll26KrGqfXrY9IJcNOPMT8EVg7XOkFFGT2t/+Azj2h6jqvv/qvci4L4O0i2AkprYPTw/SfaWXpG5/zt6qboFBhTVnwVL9MOysC1Xbh/U3BR+ON9OGGwc84pnj7BvQ8pdcUsDx6txx+xJpn/GONUs+y4faPTocI8m0AfgL1XQqmKoJvJXvl3WV7qeV+Naql89UIfRkIPBL3tSg2ujX9GxzX/G1WFfBXZ6I/Nke/8crUY8jZHss511BOGJ5zOZmdSJdaIwopYU6i0DU8OSe59dWPNQdzVdNSl8NaKu5656u9676ZPnRNNDXyOsM97PxnEDXnRT19TYVuoNg7uO6RvVLi+xtpLoX95RrInk2eK9Wjr8Ze3PvdL5C3piMDVwYGJ9ptJtS/drRZzJOkZEuBGoM84MYT1aXJ+Za7A+cr3zM9+sAWl0d1sBA3WmbM8n7D5G+J6MhIlkz7PnFnCef5+l498orXMMThqZB9busuWcFA1v+dy6zuv6i/zhu861n++W4t8ntUbfgwKDAoMCgwKDAl+TAkfNqf24VsqbY2RcFAijRZsS0D2IrVEef+w/oUEphjeEjFeE+UdHGMVJAULhy0hgPMOQIiuNDkproiWRpTsOCg2RGUyV4oHCk52Bp8K99dZCk7deLNGXF/wUGktwVOyJAmi6GOl4XjTsUXZGaIKLwjA+sxzT3r8+Fs5eKYvCum+wFKygReGl0qTxdKuAC4OaIzgihCF0HkgJJbbZ4zjRqa8LldmDBJQyA9l3tXsEgk8MnQ2nzNEWfnXNSOWkuY4BmEMNdjuNwNLP4kgt9nSv6Pkp7fUAZz/nRIEiYGtcLGsn9x6BU/2473IpdipoGlsVaPu9wmuZn+B5hB0HB07dg8j0Tip7pTA5d9fmrGBvfe70uNRQGc9ojcB4NydtuXQqHrxFKx1BVDB3MRqziCPdWRyo/ZsZVOPjrb6vXXsPfRgPnvFGWMfj84K+ff4KinwjCX1P7Q+/fvsRaOwmI5vFz8wF1j/S8Vrfx+sNPnBDBRaWjETXCzxp6nSUSI/HFssRvFkLLL1PvrnW97eyXpvupcljBx2etfvxa5Ae62/UGhQYFBgUGBQYFBgUGBT4oVNA+U65yMJ39K46y2eX5Tj5HKlJQdw+gRYhXD2h9ddF53Z6/FI+1mlWg+o/IJGq+wnDv88qwioEdqSCnSciATGw4PJcV7l11C+2+myR1EY4E4E1z0SoouekzYJmDXQ53QKzda0Z+nZLaKVZltTLMAKCq/pI6NnpuAXj/FrmucY7vRGljBFEugY35kcVP3rlebsHz6ut0HC4JSNRnKbVmaTmVTw7H25QiDUA1x0mjGQHojzNvNWjEBf+abipM2Td4g6uaj/J+sSczTvSKR+Iqk2ErWs0hUs+z5+JO3Cdc43I5Whs5Z833nVd4rQUnevash60SR8xQUfCSDljWI1jfPhCeja65bmiWv/2UND54LvX89q69OtBBtqbJSvZ3nS6Ji5+ab9udOtYDVT9HMfi/X+HP9WLMVKZ5eqrFGngM8d+26xdzOrlK6ZYHhsznVn6eD3kT21XA9kOh4+D6X11UMk7hq96IjzYLtJ6BW+70tZVaaFujLP93rWgv6dv32uX61oL+X1+QDgpkzXkse6gcT0Z5bj+ked1C8Pr16SP0bNlcJ8xuO92teZWzhPyY2F9nAbasGaT96rvA95fyWTgBFA970mPKe2rTjzv1zshljvPHRwjaMVFHtWhgfUbIt3dUmBKGuoGkzkN3+xc28SBwahw+cP12cYTtRd8e/a4enQVaTD8epk/VjAuDgv/ugzdXUsE99kgI9ezyOThm7b4Hu4mQGFiy7/ZgCSfRTNUQlMf974n97qL/h5aXxvHgwKDAoMCgwKDAoMC2xRokpvCESU//PzCLt5i/OIuhi+udwOm9ZSAFHsihGiU0oCjcVFAX7MoUdG/Qg4laYkT/adIbEIsBSTxa2MKngoXpAjSOOiQ1A6yz6r4fzbC4idu0MfDBY8SNruSpyCzLmIRQyN7wMS4lvEpcPP3SQJZpS3GaJvIW5N5g1PmtLEB/XRBKt6k9tsvhI56HiL0g7uKUdFeglLvaYXC+bFf+UZhT5jOnymypBX3hPtQQYjUGOm4nGAN/FHgBPqEkTqCphNTeL3hCZy9iY26dXwulGQ+Ob5VBBG2ot7O9GSk6dGgzHhcVDgqGLeA9HsK83pRKx6rvGj8Fb87OPTmq2/5vgykppRmUcK0QEYZM5elGKwqXzkMX7y7fxcDNAW8AnxofaXBrcuZX3gKQ7AOHTOKik9xGfCv8ZQ8UXMxoUg6nnhRs4dMFmxeoMsaxXo+gTn/r0kNFQ97HAFK8btGcyebv/AH75jM/7W6696uHXe+B4agVZAC2/fBKIMCgwKDAoMCgwKDAoMCf+UUeFrveJJekVG7PHa/rbpRUoxaddYYpeHPDDW9NPm1n37oG71WPRYZ8U/7/3jbkwr4PXrtM0DFB70Ap9sdkcp7ZU0ALobbRf97EuaiuykMW/jeKa+zr27XyayTVf3HZOXSmTWU/gjdtQyq5Vz9+PwULhufkbPFVV0LAzAGFJ1uo2ucVO99dZz7ea/Ur5suWd29MiZpBC6d1vvnbWy7dc3r5wUc0QW+YJCaDxiAoakl+tuHnwWJ4PoJ9CWSVn1z34fD1ccwXI9PgxU6pum0NUglorbzAwAt5wshdfWJT1eeTK/997Qhgt0oWtYBbjs+nIHPGogO2s1QbTBDDKrS4nNLhgvPazg1VfUhziHq9eqNtaZ1s0fm2LGFN83IlaxZGviYu8z/asJuAnr0ZofHc5F3C07WGK53OmCQcjtbiZ2B8pXhrKyLurnRyqYrN8ugKxGF77rW+vi0/frO08e+Z0Kbonn2LMaILe8dDazypWP1mT/Og04rwVvHgESjNv6986y99Nq8NrCsr/hsanzn/Yzx2rWXE+PvSVvnisCBvMNM+9xoueDseZ/Xk4Zf+QS+l3wQ58C7Jdu3tbW+ciQAp/xuuAWXzyPvjfy+NZp/ZewG+EGBQYFBgUGBQYG/FgpoSTqWlYCgQSYCKUKewlMiQKmph5bCTQxJ7Xc5Ci7ezm+kjzq8/5Jazci1wDt28TlHCjCmgdY7DIFfRTsSV+2/qZi0CGDKTRTNRDFTq3AiaJs2OvseYxR7SlkocHc+NY5iNMKDLfvniANGRL33NFCb7vbCCAg+2S8HT1DxNBpSg7qCfk97W0Lsna5v3I6uzXh3erWqhB/wsAtOJQh3moluptZ577IX30YpK8BNGNv2estqaI0BvRH5Rt/bt4ziVhBFMIzx7w/gI4U0ANtP4l5zvPkRYbHuHOLNaRvpRnuVKZCNwCmsKyiezj2VUq+M0gqjFVXOuDF8qxQu/hBgeavsI7g6GvlLT1kNrkaH6gGrAtdKH8MaP+nebns5igfjmQ8q0s34q+EVZSCpkzusG999bjX7z3ku2ZOMDbOnA3uGmUYMnHxKfLKvFvaLkS8n9lzWoWLnMwgeQb3hf1SouoLRbthnHyt9eKqqZRKs0CPR5d9idFX5oo8zPI7zB22Wvkh7dTC6GpriAOBsJcI5PHp7fmqsx5HWoh3zE+C0xTNbL9RESc8a763rh3/nCpX3fKZ5tqiYu1ZTqX+pNNq5MOFChHRzzMFBqo0yKDAoMCgwKDAoMCgwKPBXQoHIQQpByFWRYU/V10+jwkpOjfwF4JI56bsrFBudneyhij43YaQ0a5Ll2KzLxRsAnrykbqLMa7aimYw1Ox1p1dtDm0eAGZHHxj4YdN4OGnSMVFX3eFXGbHKxXXccQjhlf3Cc0TV0qvVad7zu9e6gG/rRLhFwM/uluvcoOsicPaCr35qjAtSpvMLosodFplYbsIX7ZWIEPPw7NFUP4Tp1ojt1nljw3YIsDPSZVtcUp+4B/c7+rka8GeWmI6lj6XXSCR9ZT+HTsh5HLvCRyDj7Bq/9O/rOnm2K3tF9bMn1zl/Op7CPkZVbeHao598gBr67t/+TMf+8dB71D650KL2f3rLrzzWd4EcFOSjZnDCavRGlvMegPiUDlnjRcqGhUO7pSL3n3mO6yMkMMJ3mdWbWmLozirZloup6aGezY+t2dIKDdNXoRDT1rI7t3Mujl31fwHniQmjH3MykTDZ71oH3Q5yopQGkl8+c53UGKZ9vi5xlCT9C0Rm9d0/E/w4jnzVcZ5CLqvTvdnr+dTL285vr87bWQH/VRG5TJ3UtBJo3rNI/FeSSjEE8OFcTdu2iAkNY28FxfAfeU7LvgXG8/juujrAd+/w8jOMa3/NjYRb95LM4vcMrbhcW/pBkS1/2bV3+nP/s/W2aat5brk0FjB82qnnIweqjr7E4z1vP8Krqg4dt1sWRfhN8EfxxKsmChNerTr0frObaDPhn7cJj63A5e6Z71Oq368ysF0/Lp9D+FKRnyX7AmsiBLfkO4LNE/y7vAPDmOdzjNGJ6e+fAcfd3RKdr/w5MP0YZFBgUGBQYFBgUGBR4igIbGnQTOiIYaJpBGUxEsIIfsEv+4aDX4whBTmEwezRkT2AqRfIu4eMpjB6urJSlgKmyiqAgDvHkFC+FpaYURXhCHmpCTRS9eOUyGIWoeKUK4zNxbUSKbCVsDKXuyRENQOPmkXacXJRK/6v3uIZklakythpB+mHBOJ6m9g/tTEmc4tj1LFQ4UyFTaK/SRtLO/FLMd3HjxxHupbuG+ERINlqn8sNCpH23XtwfRiWOxRNWJbiqN3qnVf8O9Csf4J8o2eZ9HUPilapblxecwcmxSH89VlV6IkAbRc7lS6JsQFOp89kBb54JPX1doJkR0Kek5NlosnnJzoClMsoiigbP2lNK+kOfBZea000Qq4sqKSonppxyD5yZNE47lBx54b7S4vsAIV06qSS9/xa0THPmIpdzpQBPBwsdVx1fOYzBN/WllzRS4TJVHM9Livxxq7AgEpr4vODVG2WiXmvy8EKeWyBW91yIkcN9astDW0UXJVsPdve/ljdPypov4Ree8SgoqeO9ZzE4Ac7Jel49dlT3aHIOY5wPCgwKDAoMCgwKDAoMCvyZUmCRK5WD+Isc+rXHotzNn2LXAyWSWRQEZWKNDUb/gutaN3oAzv0q0oCiPveO0QpZXKfohxG1rSXRyT/FNsneqXOTm1EEkHTr/iJrtv7a1ZtfoVev77qAe//+FhXKfXXRERbYN6Fc3FQrPeCEPO3dMga5nH7KWN37umhy+8JqTpT5zfYzs63Mm9vcRNFTT3JGV/BXbQJ84cneVTiAE/WAvyEiG7q6xys65NHou4LXmy10Xi5sHABb/RE6vrEnaVxoNaRwtAVxA8DVS+osGvdM6/s+4fwaiC0jGLyfpYurrfuNhonPig7QRPAd3t33l3UG6eT1B5+jDvH2t3oxerBGMXS/x3BcQWxzOWEs+2KEJ/O+y7ZPUvNTEa1O6S+Gfh0u0HU1/s7wSBAXl5sDkLYUlXQdnuHVKcbfpicvfNjqVe0PfEoDYUkHvzXnGgyikwjvNvF2jt1w/Iz7MkZSV5dRkvtZ18EZQB0622B1br1B4/6cLeOimxeLZJ1clzTts2mrWftIsfu85tZj5RrrKgec3M1YsCdl/YFgCVfhzscZGFc++lTeX1O5AmB9WWCu9UB3txTIGtdCc+lvoU6M1vCD60SuYIS8js1B3qC1zb9a6bQFB9fBEqiBAV7HDdaMsrbGXNfvAutj4W3WuFxfomR0Du2r4TcADwoMCgwKDAoMCvz1UaBJQg788ic2NlyiRP0ZznGMVzRBINlpFFsVlRtFjPnwEz7/k/sag2gbA+0adhdYVo0/dIh0EGHBlCHlfRrhoikcXRCziyhzXJ+Jxo2ZJ1GUelDqP9mNoR9C5qSxxqBj2l9pgQKLYJy0uS3Kdd1A/OLQrNijYo+CsI+BFWxtiyH+Q0Zgxq4oqNG7lFHmSGXE8ac/jVv2YyRlalo7JcK8ghr1IriJojyjgTOGUlM9CU+8+WvNnxGA9SauqNLWnAWJSkXW40HXfNQxO/2uNMmOR09bI1tfL4m8Jvrz7e038A4Jxg+/YO4UWuV0+D98dwsn1IYYbqEZwvthhgdQgOSBWQWDcvTUzunFx655bk5MQKVINpVW0XhC+RITp2AR75mjKNsXkI4XMrd5MPAkNXJ2Z/rkqG0As57OFL3+ckA/zI/g4aOdTiG7X3FiFIGLMkQjQI9aOJDve/sHvsP3PpdGE7e9hXx3AM/hrGnk/i/d01bIdjO50CAO4p1UYOLIHRrXs/0ADmdV3k0nTlaDCc/9/a7mTi7s0RHtSTpr5fvPZ0Ce0NFDM/Lpe/KiwSMXhOck+17IiNtx5voZQj/S2agzKDAoMCgwKDAoMCgwKPBDoUCXfxCvgpLnL5bIZ/faKngqb/l3WaIPcXmtX1Yt5TGlQ/dQRRdOJHDH+RLO61caXhh/v7z9N7okajWEKbn3ng7QcT2QzWk3E+2J3K2O43j9Uj+2lCtkDlcf2zRZVSjaqaeQZUg5/jD9CtkcmZ4inumKeShd6qTljRONIEb+agRR/1KXAn6HJ+y0PuLX52mtM5x2oKHKVhpOfk37f+NbGnBNvVaSPFyU9y0afzWmYkh1n2L0+GDWYckiF0UcVni3+xXBpw5R93bQ8MuBvZ7j9Kqe1vXQI0BxP467KNLbH2udH8mzRNHCtwf35mxPWb7yHHQ45+1Oz2t/TrkHo//OfX//CC5E18IL6mdVjuM8bX3vTKf+0v/UYV2HUD+bNLBLZ3ghKwWM3+2gqnSib8CWTuA5Y5icjFLmeGqM0vm/z+hG6xcv8UxgiJzYE7rWXuDpdTlD13WfPMuMW9omMpJo/4k1CZ+nVynZn5TrfFEjr+dLqsqDvM9atDWds54hjf3r87oeCGizPvGODmxK9R1/7v3NwLnhIG3n93bbU0ivnsHFLkSwNnAw6jfGX+ltv634nAcX8REb3kjo8GYCcB/wnUEEuVX365OKKxBp+Ckf4tJm1GeOPoK/tOcdUnsui7/1Ot3kC055V03JyGaGOSJo4WVL33O8xkirjncbSD+/fD8e4QfQhz7ojHWzaWKdSScjA3D43RGnGNZdQ0p6cNdi630R/ME1e8V3nBsO9ftUJ5//fH5ooKPxoMCgwKDAoMCgwJ8FBZTq7hR/fTGOKpCoyMVIo4KAgYPjSpnaQZRQ7plHtoknWr/92d8Kb10iC35EkJKm1hQvCk/be+4oYNFOxakpTxHwNNwwvpQIhXX4+mcXoKSDdMNA+o4ArFEJQVpFI0bYki7ppgl+QVyBSQUSGBgAtf3MCKIxql+uOLyIonOj0bvoofGtjFXi7Z+E7Thx2EsEU5VF94HBYJc5cHwa4CV6CN9rP/mt+I0gS/oX4c6ZRxQm8YkB7BFw4q5wiTKXVDKKiBrlXsHLvjWIMzZSWamIHeafAVev/kdK65N2MZLG6/dPLAg0nB4BcVJHZcp0xKZx1onB/ZLBMXz8yvhUc3EyUKl7d641dhc/nHS7dSJPG3HwLp+ggOOZX3wj/V8rSd+sooMy/8bcxWM4RtQzPpQHl8JxjNHUZyxzeJr5jwHYStLaeXyl+AyyVw3Pq3tZ6XGd96A8f7U4D/zlObHSg/S8Cq/foE/7ldyB2a+P70GBQYFBgUGBQYFBgUGBv2QKdLmryUI/yKEq/yE3zu6hahTwAyr2o+NY5D/1VI1BmGf3v0QX+O3bu/I7OkHJnk2P3YLb9Le6pR6HfKuDIzKyzo0xrG61e+kasjd62yF7OeqMi/5bAuwL0Bjb/idgCV2JIitHS3X4V/Sedfedp9DLiFJ+I61y9Cl1zmfl7EX/1TiGkWOnYdKISfgh9xz+B/QBDN5fWiR1RXs33vqENQENfO6jOx3+qcbf8e26TvSONd2uHFMvTs/qbxiAD2RPYvBcfFUH2+gnhnmdqjVYG62svv/sfFnfNQbXLX4HDCNqfYYeHegGXrcuZd6p4FZp6Le+G6ZE/8oPls6HdXb+qXO8a0CH+d9B8ffMlbq6uq38/zVwBmZwBj+e4bzLSLv+xvrHGw4C1S9fF3g7HvhdFThrBBokTQXOWoG3Oj/Z9DspOpb/7dt7UsZrCJZWW+8MnyUR5B2oQ7k8QeT6h18vT4+x84F0Fx+fGw2mxTP1fl7jzzqeSOoMk0xlRlr7/pc3hOX391mKN7Plnr81BlAkArveBxUgIb7gH0cM13EYd57DTovvE//R96DAoMCgwKDAoMBfHgUI2+vCRAkK/exyqCpvGAzZv8GoRBUwU9HOCB+J0kSwaz/1CCT8uMdqiVCF15eCTOkTCFcRABVsPqcEroKSiBOtPKEceBxBz29xoU8ja/V2W3u6KZSYoquEEDzrYowFVg2kEFzo8xy+SYlsk4wXnOh80hM2Mhmpd91bOfcR7OlP9dsyi6TCD4a1eMtxnDS7O/CUjgh32WuUapb9iwLeQjcEx0lvR4Syit4EN/p8bwJYpcCSjtVffWKaVrFHmXEmTQucNMJGu6asCdguXfkqvug3W3sU5gPjnHe/gy4oHQqNIgBOiV6NYHzWJsKuxBUGvKhRk9aHN1J6kcpn0kgYPjkVKgO3g1p9F17Ako+hcVIToxTII+5fkukCp/BbhPRVYw6rvfxVY3K/G71QzZiUSFLwyT7PjVSndBBW4Vn7iknjqqhnpF6SppCaGFeU3xiAbVN9edRLOUT0s/rOk+64+Jvl7wmlbs8CyDspsFrVTL/HJxPf/PU1YNNuQhGcSG0+TaSCFh6LHUaIG0He+bJ7Upcy04AvvQi+GCv1eTiM3t+xH1kMuT7LerXyWZ6qRnW3MeZBoj1kidOACoR04XlWAVVRCsWs12jMjVXptOoj7uf00WvRaSlc8iBpld7/J5jXIlZhTUVSYG+VvFOu9r3VYuuaHsyr69LY0pllfa/ujM9BgUGBQYFBgUGBQYFBgb8ACnT5rGQ9nQSNcJwjCyEvLoLY6VCvXD6ttHFWxislQP6MuEudRSJcWix65EoGs1a2r9FIYlpa9Jal3tKyDtSbny5N76nsWjiCEvWrQVBH3tpTUVEXuAqNkZ3t4Ui/9AftDhoUSJ07ueWKMrsZgBo6pbeq33f81u0v6XAyho5fawoU5HV0S/f+1XkSevb9TRe5Ns6wJ1BWJxqP2wyYqerwj+BJhCoG4MpgpV6wmgD6v4PhCjaH6k20cGueAxGVpT9YRadfacif8JXjHylLPeCS8WmSD6T1GZPW6RbMfq2Ng/G8x3Aqjm51QzpaopR11HUWza5WeiF6cZ+uRoFrfHc6DPvTERx8NZC9a/xF/4+OpV7T8YEUC/wG4WKuue5zybrQDgfuGZ3wTeNv6CeW65lZHzd4F1/Hvvut41QLTx6GH9hH13WoWsuRJo0f2rrNOdrCErLP+WHPWgr7KbuXrlmkGDjwXAWRJr1c4tHv3P0OjVwDoD+hmm6d562n8fUaO3A3MI0mDf266DXXMByXkcrO/29Zy0LPFUF4Y6GrfWXs1Z/zelIu7p/cPTkpEobDwE+wGHy/6MyCHtzXrU7gNz2VPny+5RXXbyYiaDVW19ZV5bCSZyl0aV0eCX3EYXmOjpeeOVpYgH4MVJjIGuDaS0XD+mw3fg4eRa9kWnPPWXnXPcB5xhJ93+bjuIduYVK/Px6f0ZkrF89KNXnw03eeMHmTA6iCLHCIJ2rclPIxCLd3+2REtSXjZJ3ErQD29Z61ZUpbk+tk7ty2vNOuIns5rgL4zKfrePADfcyumRmJbRQwuNltrT2JkWuaZpIrx6b89NQHz2k4cKHpxTieQWfUHRQYFBgUGBQYFBgUCAXUgO6XCCQlEJgeJd5aTcDQsBWhpEHxx16BXLnJdLmTnmlJI227/vPdKn/WVxcY6bvw02ik4IEwRZeJRr7WtwIrglUJGiAEvgueixL8cUTdqzhpi6BFIkqjbEAnU4R1spwI/9XnxJ68GsUUnHI7+6MqNPVGH8FNGP4xNxgTpZTnE/NWKWz5ulEczzvKQYRr92RCso2hdHMAAEAASURBVE5U6I02j93SyAm/oYjuSRmT9NSPNVxqxfiLF/ZuZxouxyj/8gcvm7oohuSl9q0D2xVdktLchYydKb18dNr1W82Xe8CB13bx+jXCFaEXWEb0xjjaeXipf+uA+cIDeM7iCHDZu3mJNHgKDkPJniwqHaTQMsqVv9B+q3thL7S0T43h9M8iT/aoUTnMospW4weuhZx8zPB6vOcrIjn7DoNVijjkfbSGV9cqop29scK/ZgHoyvC67oPHvQ8VF7y1a18slatFhXoAkLzziSVjF55wJdYogwKDAoMCgwKDAoMCgwJ/4RSIbKs85t93UJQBm9j5WG/ghQFtMqWykX7i2eXIxwA8Visytroji+YYgd8wZKUEX3C+12d0XHU1DJSmot2jj6BnLkaByJefQWP3/v01egoGYPWdzJsy+aMytHKuePmHARg8J3QvI2o/RfwNnTReoUsd/gXjFUa2tf6ipehpHUK98O/Y+/dnwCWbUTIjyUcfoadzqpFaA6B6eqNf5vsjeoD0BV9o+83uW2BrXH8VnrAAZZQqRr8Zg+oU5+Jc5qPu97PXvguGur2Rv1MyT5GJLI78D8APvejZOcbg5JqHRtXJyMnwp3P3iaXra+EzjKjZg9YIdiPuKQ++WzTy1joBNE3krw3bPHW+Sh+fiLt92kVoVXvPVoYt+5DWnZ836B5cNKZCV/lAWlv/wfHaw6cU1wGIEj/AK4k8Dco+Ox33VS++E8H1C04WroPEySYIv/o8rGA/dChO0tI/+uS9EyOujiSJ/iUAJIEG4tPr8g3es1vuSetk4WN8mTiqfW9F/PyjyJ/wkOnl3Q6hgoNkBP7cQ9qgmIZ3UopnPTktx8egwKDAoMCgwKDAoMBXosB9iXcRLOsHfYoBCC9PvGbjJItxMqmjktYDL8cmL+kJqN9q7WGKAodnXSmmTVn9GgOKMFzCRfZzAUexKKN0CVRGEnYcg0LS2WiEVTAUTz3v9Kg2WnkRYz6AbQnIGnkljZ6RZWz1RMFa8R7aNrqtO9JIWSm03/EEJtpWIBpZ3UuWyEtO1tWfO8682inw9HTP/JQX3uxeKSKEx94GWqf9qCBn7vEcVjHVCC/dG2pdFl2M3Ketr57FszUR3SgQKKUzhuB3lNUNdeMMRhM8uarh/M09gjAkZy9mo4qz966C6FmzK6cd79ABvjDqdt7jDWuKLwVaZzAemfa7RS2vNx6QpCGIkcBcA6/dTmOuUbTnbev8Ek8Rp08jUvFY1WvShZXs5WsTu+tKIYc3CzxQjg+mdNLDFyMwYzH1kc9NlU7Pft4ucz9t6esQBc99lFS2fKVgeH+Qvh1afdM3dHARZofipsK8Dx4uevT+m2LaGvb9gZ1fleP4zkdp0kOc+Yk3Ozx6tXS4ZxWkoc+IDhgZo1ESPBdx4Pif8OL5fJ2176fCWGjRadlvPvMtXdu7M7i1/gP/I3CfwWHUHRQYFBgUGBQYFBgUGBT4LilwKuP0SNLnMTiFc5QrzyEpF16RDc+r9vNE+BFVq2EVGfjzi/ioY+tIaspiDUIs/oNnImHviqSOHTkZqVr9zv1TI/dn0d1oxFaUL9tZzwDVb+VbmfNuQU53ixj2dlRnQmkFR2Xp04Znp6c3c8agNELhFKoz7yOOyTVvy2g2YB4vuY6xP/wbOP4Weuj8bNQaaDfE7uMnrKJr9AVoN5kqFwOwxtWFUn1uQttj/8ejBuN4ofQ42mUfWLN0Hf4j865C0fE76hbrho8eOzr6zb7KbkuljqEGdX/Up/pd4e7WRjoQ79+gpdG/cUx2XaUP/lG8rtSD74qe7FdNhP17njH7bmWLtme8am0d1SvD1C85M4LedQ+1aMYd/XwF80OodzjAxRGgIsLJDMB6SenXOrrbQa/XxrH6ynqVeh97Ppvid4dunmep4SV1v17RFVwHfPfc9tnT6eQ6rq47ZDQ6UsQg6fuJdSoWMer6CtM2Vydrcavbrx123HzHiYvvNwITeM9Vhjup1etwKA4g5ihnaDsnDfjvcfZ2TaWejZ6h7DV8nmkFZ3de1WDqVmNmOsh6CuszrIG5siafipq/f8l8xjO3wwE/BmDWbipzg9T+PotPqX+8T2KENxsG6zk6l/Di8t1lYJC8PIfW8rQ0p2RO/K3wpKDU0fgcFBgUGBQYFBgUGBT4LAoo8W+XLoxc3G3ChYZMf7I1GBmhqnLXhau0RbjiGkmMqppKp21iaG2/7hewP+OC+ClM0RdCRnnLKjytBL+TbryuOG47DdZ8IeSqyLxpnEsE4EmDD51EcYsXp2BMVWu/LhYojErTVZGOCkvWwzCmISpqikay3JCeq/qvHkYik14oJJ18CG4H95TyfKN0wX1CUsv+Ue7HAy7Zm0m6OQcq7udj2oB19VIMq0aBkhYYb2oN5qFTGghfmjlh1wp0awOK4S7CNPUdb65fa7d1XULL60aXyxt6d5venMvBoY33jGCn3aCAZL7+xqcCCuktzTXbByfn12NhbeCQ621CVKxwAtBzWSUhUdIRtq/x+Qa81aXs6Zy9d1lYSj/S/YFi3eBM/QMpiOIM4GvFP+89Uxx0jc/sAdnLW55knHudHjZ5sfchHaWvvEdUhKmG5I/w4DM4XNatd0eldNM5ROeSzNHeMdrflbLQhvvi8uHiePjLMwUHmd7p0kPgw70MAIMCgwKDAoMCgwKDAoMC3y8FlO+67OR3k4G+BlJdXntWbo2eonHzRxgPfsG3GX5uOR3eQ77LtNbrY+/HypuYLEhTOh9IXfuuARi5OQ6k63bW3yrKrOhsE6lojVJF91QH7S3TW+T/rbb3rvW5EgpGFfTcw06doDkrb+k0t0CWsgycH0NNjAhmXsKoeDVD0S1YF/dqxHuMqofdv0JDdAcg17w9g+ixblK3ovDpKLrT6PQOHXQ+zhpCp/AFIu3C1n2da9Wv/5O5JkU1RjW3gPqUEl5XfQBfcTVTVib/DI9Wr9280bVjNQqRtL/Meba7grc2VbYbUI63Oh5BisuOmz8yaE37n0PWn3OuYUxuOM7BfccQ4VlfHZ401TtSFKtDMXgd7E9SilProyX6P8+m0eA7eLi2bKI/51HiHFFfdbUeu3zJmoPPkY4UcWAv8/Gqwece5vmXTrzDZp26ibw3ZTzO0BcG0c4fHQN10jhiy6t9/c2bNY9ZN3qdKXovV7+lt32YIlyjY4zABnmIV4rfnafapazDNPrKF05K5uW8Xq/vd4e3vvbRY9/L9s38stXehAO8W+6Va0L/PZG+9m09vg0E8T0LrY/bTnE9+N/CRxhfpzgHFdDA+wv+qcAAxyHO9knfjOFgKnMz4CWAQHwaTnkW+7H1RxkUGBQYFBgUGBQYFPhMCqgNtqKw0350FwGQS13AK+2AC1WvVEaNTwpXXEOIjiDuD7xyo0LeO95peJXGCBwjFUYZryP89j1yLwRKbn+8MA48o7M3UgxRIIUSFgM1qMZQKR4Zk+PhmudR2j13PArejR7e+oSyjNXoT4T6aVKJN4oT79sW4fuuIh8hqTqsNL+o6ESbGk29h4DZU0gBin9Gny5wn8Gxz2efX8ds1LN4JfL3j6Sx0kCt4BniLNSIgBdB32l3LC5BwAfWgw/CPhHsQslnsFrqRvcHaozwKhIHUhOTqmrHX3mlO0ewb1C7VIrDfzZX+EcIfVPYZM8UaZY9i2UCaPA47eiIoVY6YhUx03LDUxrJWTwQjRgKYzRnboLXMpzjgZtRp1+fm58xp/hxSrDZPWfa3Aqpz8sFIOpkJlxYMGUZe9bsfgMeGoG/Ldi97bHX7aPOA7kLXkmpJdFMVy4+Dtjr10rNfSLV4eOke5JfmKMYpVV8Afd4qb4ccr1XSEnGWIxIfiPaWXxUfQV5VIGrjed6oPvcHt5+RzujkF2Uc3+oTN3jaPSajp3+pbierAfnC4Vr3kGbWY/sVdREb5Nv6eIfRT6QT6n7XNmq365lTsTNZ/OS95/rZ9QeFBgUGBQYFBgUGBQYFPgBUUA5NrJOkzM57hGaXw/LJrtFhlbeanLcZofKYN5Xl0DWzL6//8g5+kbkvVtttwDerq/cW5lukD1njL9ErWkQjN7Q9YTgQ+9N7t6GiGHh8E+MDMOOeCqjtnHOoTftG5zn5VZ7xFBERqn99C+lE4CL2ndlD7OvI35q2eelDyWGHHXRvYZqjVBoPuBV92tkbZgFYjmJ0H0ONryk7ly6g3oEUX/f/Feuo89lvgQANRc4lyBOrkijIKP+W33ObxirMa67LVJlFduegU7vI7wjr3mUgj7ufO+JTJx3v6IH8RS5TFjVefZT+rU5jx69xxkZ46967IwuHz8CYAYHuurzc9S3eoeFbxzAJQN6yOHtD8zP70APfQ0Us8azDP84vjwzjc86tOqxVQ5drd+Xp7ieIXNt756uPmNEWFvFupYGr9YGuHUG36ohHXy+jy4Jruz/m7WovU4FcqhOC1Zct18GUDce/AxbuM6VdS+M6xitZ9LCJ4BWPTUInQM79lU8yFztMP6/kUZdZ4+924dJ2EaO8+afci5i6rxGoZrK3j2WzaLmWknnBqp0urc+i9dF7D/hGbdh+kPq1zPPWwbe6rTt/GfTh5+11s+tr9CceXdLN9d83nkGzRznMxSa9Udneb7F13umgGcbK4y/XKG0yQkPtTGfjbfzW6p/0kfmFgwOrrtBrAnj75tbCTDnhRcdBQ9x9hnDeQWcs865b4M7x7OPJTg2/rLO2fPxGUOo9zL0Z/1oZr3k/c092zXEOyc+XfIBbxJwd93T34gd7zSN3jV2sBAv8Dvfc/kz8BswBgUGBQYFBgUGBQYFigJdwr6kx4UgcV6lBMVj1J2eaF1M8buEqMVYh4EwSlKkBISXGC4USL6WAaPhoqclHn4VDYx8gRBiGpukdeVOL5qWxLmwlizuueuZuIpnE544+nBByNGwlbTLCPhISYDXmKOwJN69L78Lo+qzCbeqZRFiFRZVvFAUF6G2aj79qeAFJFHJooIphqFAFFmNeosyVpBL2Oa4kzn9l9EtnrTgFA+/D+HVgEe5/B8IlngX8y+G+uBbuFz9pLlKrTgmHXQWPMRZmmtQVLhf0/cqpHajDJoHPNqneC/a1qhk+CVGPul0WrrS069GMXVY8iDG6ZlogRjx4YekouoV/Y4w3BSQk/E2/mDRqXiFudLres/CU4yCz4zJjgqeNJoO7uWsEdW01H3BwTrbJc4IuSWdTcEMD+DYwMoK+BMhvfDydvvNq+3dU+mp9UAWFyOAUSJxnuhckbatLjfDuzokHPCUnvBEf3OvJaK0a9+ZzZ6euqhXsUqxexvlnfJQa+YvWj/0WZ6FZ+enddR5IPCAEZ7z/Sa8xhMP4TQqDQoMCgwKDAoMCgwKDAr80CnQ5CXlpxPh77PxVoZSjn1UllrVc6E+xhKjf3UK/UgRbpcRex+e86eR7h09yL1LkdNFNQ6hi+59q98GFzx3BwxSpBgNSJp0sgaWILqsuciVHZ9b8MXP+8jrGAMTmUZ0V/ToRfZt+swtMO1eZZZSh3C/V4w5UXI7PR4AcF4lxGKk4SPXBDBWZv1BvOPuWi3W819WjXNIx3Nx0rjl+gZO3N8YAZ49XjtFj1VvH22Py/2J3xotS8Z/Fu5Zr86rUcnRZXCofv8Wp1aM1aopoctZ/Tvzr3pdmbHAk1S02epLAoduj8/1ea91vlobAt4U4zp76JqOmExTk5mhOn6NLLXl2Da0I0wMZxjPojCytuHaj9wtyh9eRznrekYfn/amT0avxohaEdxtrvOMbc0n93MZvtLxHd3ePYDLmCqm6Lj9eXfOPrlkWyUMd7usl5j++foy4eIikGfGNQwc0uVXAgmgKMOQqIynvU+ksWsi3UElbELNz6F7PYeTkb9xwtDgTmfFpI1K0q8Vgydc31Of18lcXsqaim3uELa/I5b3ZAf6gW9gHchc5lZc8rpBBm5B5ZvplD7i6rOmEzpOAaBaa5WNr7h6LP3aatze/Br4B65BCa6d4rzfeL7WEXmWpZX9YgAWb50vKgBDfKF5L6FD4dsDhfqt8T0oMCgwKDAoMCgwKPBxCiDZnQkGD8MswaKEUgV9FT2vKSwqQPm98hvNudf7D739KuCvhHzOPr/ouYiyF4Gj4YeAEZGf731HJ3ToYzI6k/8RwDSCHg3Ip4LYx7DVAFmpp/Q+1NtPz2mNeohMXUBbdTEjNZdnHEJi9uv55m3/rhAonCpP46dQZoEOE8rQTk0wxlENacwpOGkYXEcCV4PtTwVRI5pnaU56smVBYbv69att/LXniTyityOCryl+8QCe2IM3iifehtcL8+n8ZmwYEhHuI4wqYEIzU5LH073T4Dqg3On0iUESA3BFX3OLyFAjREsI93wFaOEvrx0NxLWXTi0UlX7iwo57J7XxrGF0cBd46swATD1z5/9oxmSVHpSHJ0sConk2Zxwf3jByzjyXu29EQmMnxfm46L9u9U89hE2dXgs34OBeydEd67nq9R79Lq9j6YoCjffz2zse1fGqdkp9QBl7f044ZadszlXqrIcRmCjdtwkcolSdTMSjKCxj3qFIHpLNgHEx36a3m955bhf28znixAfwgk6O37/+lK7p0a/5vb7O6bqcwKSu5xm77fyz3GhfFcbnoMCgwKDAoMCgwKDAoMCfDwVW8s9ax1nUyY+OpMuR/ftReMrMRpyxaJ80xSzc9yjEgOh4Pwv3rH/l8ziTIt8mGlADQITP0mW6dNsNK2fNC5VW6Z1MQZWS1i1yECM/iFvvy2xfyr9Gqn5hb1V1B7GrtLolo57j189PHWWNEkOWRac6sJ/uDifb0j+Xnji4I+te0N36aP1RttRR/wSOpv91L0qIEBm6waRtl6jVJq4W+wDPSv3M2Pe/QCzHABwHgOrvVvMtuL1f9yOODoYx7fD+e3AEZ/49C++8D7NWJeIOxex9Bt/9t/TDMZ+yR4x/0rbxSp+fczhFR9CB/7M+on6OoTJ71Bak1uQG/c6Brs8bT+b59oP1owPOyaZ+3hEZmVS5qS/F2ryt2185NrOV+/6+GfFJ1GSMsr1ueKbPQL/Yzx/rQ/qKT/Ezc+be1eCsI73XMx6Ois69j+N33m0MV7p342T2fnYNCq7s7742PR9lh2PH7SgZt4hAnYygNdsaawnLusZFbS+4plFK8JIdDV6YshUTWHbn51Xb4qnn6LpqfuNQmDyHbU9rHXHKAL1uIk7Fk8GXdQKN7ElDnGF4j3dWq7MPT7T2n/SeXGOzPnYbLh3WDSrwuMqa73gv4QB/eNeAyntBw7VZAvh3Ws7PT+9+1bOsy7n/eUvR3juTdgnGIeMhz+DuoINAf7sybwudO1/0hv18TYd+b3wPCgwKDAoMCgwKDAq8QoGYZ15peNImP+z8hit3RFDXgKphigv99zsNvGYdK2LMQxJM+tgmQB6FgFT+4Meq4whu9Cee4qeCpnFXZDZlJdq65wlG2Yo+rLTBJcDYbAX7I1guCoeCEAoJ3n6mCdol3Q59BG/7UvhR0Lb0YxVClU6E7aCjR10Jtqn2Ko62o9/aM1fDa+27ezBttR7jNwtKpHOq4I2RTKqZ5lrngMdTLbcOOv6MqSJ1gUG0tA4H8965UUBWaV2N+Ry30K/DQ6kJMzLh8Z6VH6DZjebn4HIuXm4UjRCbtFcQfzLlMYL75P636z5p4JR0pe8SHrggMOulusPD17TFbxGM+xxzv83HZVuvNN4IjRiPqZdYgOp73zoXVcIg7fjKF/34KGjkNt3aO8sjb4kClwcU1h8s0FTs3QfNFNVxVAhgrz5baMPzmrnGo7ei8Y14d6x9bGcwJXb6M8WQxmueqzzz0Ll7TQfDs3YPnIa3Tf2NZ+s76YtmvMhNd3RI9P4jABoNOm8/0OR6Fee0/12vNe4MCgwKDAoMCgwKDAoMCvxZUSCC83co4yi7XxErL+i2yPnqkn+PvPyLpNKdH5UFLwA+cgEj0IzcSXabiWjLqHvItveLNERXosHEfro7DGluy6TzaJbg+5iXMd2HeFEjMOwH+VydL9G1i3fkRfXrFwpX75sd6W8m0tBORFWz/dEqRvd687t3Co6Rim9NN73b5FaF6GeyjcZq0+UanYquHlquefcZ/Ye6tJ+kZVKkmtEIJKLb9Mm6hdSNe9E9dBhHh47jMnp6KX40Et/nSnRg9/5F9zSla0XsPQ/neq/STR7nD37wOVPPnjWISgpxv4Y397J2wJiTCSzZ1n6P07+R3+q0VgDXj/C93V8prgvsYozEgSH9qEtbbtEH/tTIh46rQX02+hcnhQyzGn/yp7gUvxVg9G3wfk/U/cqp/WavrMLo8A8fzKR+zrqKCCea1u+vh70z3DMuuIpi5KwOI2YM0IibeT/Bvb9HXB8wqMBoZd4FWYNcGOqkxdc/sV8DQMCbvaIznjyn8n5b9ws9fbe6ZuWe0DgyZG91setrgx5/XwU+AufJ1Ow47Uw6EbD+5Lqf6axDXyN/s27GGLIWy+XOI+fPRMbvWKTBKIMCgwKDAoMCgwKDAp9JAaTqjR/Y5cd3q6tev4TYMuyp6LnfiTKAeyEJVYGdK/mB1yNSIYU2McIgKKjRxHCs0KCgcNpXNxgejTan9++fFZ5RnFIZo1E6MaKVCFWNkuLTxnrRD0bYGS9cFSXTymZfEUfo4Pxq+HY87+NzWqO3j/zqHECLib2IDghNew3U7l1L77W3irSuDiNLc7hDCTq4r/HMPhu01xCV6MeGl3PxTDkZBzTJ7DZFRAEzXs2JgNQ7m/7TDwsKqeh5eW3Xfs+ggkA7kWYsSjupmyeF1Q2+Oul3A+EIj+EVaVEK8U7FCEOcczKBjHNXHrcdAMidKXXHFN8oABIRQXRCCTSdcwpzvS7n/LDGc9mfhIjUGIJZjHnHW10beYzAUK9DM6Z2met1BzlmTBAwbMnCzJvenwr3CPkn87dBtwK1gm0UsAo4qeGiEKAsy1bh8QWbCwSWC/soQODD/kj2PeGIcNj/sywIPj7ba+UVwK2c0IUOHffOPV6gyY4IWfdtjlH5ZEC99b1v8aGOXqUo0uUIQB+734KT46W3FsIvDU0R53ftn0O9b36LrR76amTnj7vQRwyfL33EiQQ2wv0LBvtvfp25YhYgk4j6Hjwr4SsnQgjU1EnA0ua0PMbrUoidw6pbV9sDdsbPuRfjuPBQrJb56ZhW6/E5KDAoMCgwKDAoMCgwKPDnQQFkNuVFZKTSLxRC/dN5t+SbozjZ5KMXB1ayN7Kt8pl/R8BXIQY35D2jVDWiuket+x1mEb+32pLX+r2T7y15rY8JqTJyow2UMt1X9zfQRt2lrvm50wDQxNotaLaNyqOj6pf/i6pG1KJ1q8S18UYsXukZl3BWV1b1gkZw4AM9QUfWPXuWHiajQZW4lcnpDf1EFI8SchvjBb372M3n80/Ql0iyZLvq10vsX2Tla3TO2kLHjtpd7HfOcAp1T10NwDZXR3L80qSK++7eKb3fxpfu1fm+6+m/S+tywCfR4DdAHkdXmmrWA95+x3614KjeG1oKoAZyVGM6zteAHyHXM2U9dDKMTUaBCy36c5rDJ5lbiSFc7x7bp4pXgkLR7A198e0NngTX2qPWm6FoqvfnNSf9Y4N/5NGlcD/dh8b0z3NfzgD/DK7qgkY9wk/UK6fupSU9BznuOoPMtQ84/3fqR8z3/oBOGIOf9ejHm8LxNKXwOF1P6Pduf3ddzraTGcHIVHYw1TprOS57re8HKcCJgaX3f0jkrKmMTaVMRrDD73E2dhzOx3Eual1IKO3aQtMVHQO5fWzeP8ITUrpAT94djGJ3jQxaUxbSNFB1kbbBy/s+U27/9Dt0fzOAcUt0c5QzaJBWGaf9fEpqX/rPMxsEjRA3KABHcY2ovJelYlvJSuc+Q16jIvjpcP/7+sZ4XfiKZNHPtbWUhncB6Neu0LhaPPUZmkO9N/c6N1sZz2beAP7wcdlRWKZZA7vrMOLNMZG/IaaVUhpOznOem3Z5+VrhvPDCcvOFg0aL3lJ+59mcXWthDVjkZ3FM8SnVeG3WCiPwxd91t+Mbt9P9yOMd3/4dQONjUGBQYFBgUGBQYFDgEyjQrBGvQvLH+SgIKF6VQQiDBEKGikUJh91DzfoKLLSJ5zLeeki+8XZUKFBp+xTh5Mp4lLJRqPWojOghflxKGt1FkDq21dgT5QDBJkZDb8WQ+ZlCScFK+lxgi4+C3Rw6aDrrAt4RrzoScSmpwIjiGcVBZawb6s7rv3Ju3xrKjQp1Pl1oKKVgG9qRF6yr4W23+ymCH0IfNA/CGc+T9Ft4QsM4c6YHr6iYwopIbY4K9IJUzVtOz4Vh+RKjvpHNplYy/VlXGpfmDx6UUi69VdbAzchtzhKZ/SCMKFG0ShuNnPBnzbgK7qNArEcrDK97PFp38ZiWc1QoninHedFQKW0nvDnfst9xSwV9C1ybp8IbhfCdRZZ4mQNDvlkWZY58cgvccs/q8hIe9jpuZO9sFM1SGrZgMQ/QTq/k0MPnV95N1Hh/Fy3QHz+Ql5wTxqKX8dv8bcheadzlA/muZu8C6MKHncZbeF+0unGhtQ/DfRTWjW7GrUGBQYFBgUGBQYFBgUGB75wCyDaL/P+VO19ktEf7Abc9RtU9+hf7qM5ZtEe+K6v1o0Cu1FNO9M/xo6ZraGPv3x1GoX10KWW+K7LmAtE6Td4URiJUu/zrPf/6Iv3S6AMHX96+zL9L1GLJxPfwW3clLr2g45n6eUJvQO4vPPu9D36jg2isnDGslr1/3e8TsOXJxi8H9Mn3nWlPNfo1pe0lnm26uwbPOLj+HnXCqNon8LpVNTgx/3v2SMXA55Y22SP1pE3jl5NrWyfqzRr1ifo0HW2Mququ8pcwOp9ttb13rc1J8AUmutuPpn/GMFkGax6IJ3Rj16Bc78FwZoasRH1qQP6KJWtbRHPOOgS0VL7hFcd1i779Pg7UOFCU3q2hTGxhgqxffSbma1xwpI8RkjTbrEO8HdBv770PMz/wrFm/WEsx45aG+SlBH5/5XmH4W8X+JQfPtFHLeb9NPIfR9ddj6407HTWiFr61vnWZRLm3+C6+p6xh+Uy6zsh7uk9xxuc4+PP9r9HaPaGz1kel8NnWOL8LrHu/zAF41JqaWfAMXGkvrOa4436/ZksrpyDXhqX3tZfaCu53MYzRx6DAoMCgwKDAoMBfIQU+YADuP9T9G+ohsPjDrtHXKMDyA/XHXoOJAosCW0k3pSgY9eg1lQXvA0uh03pRTp2Ra4KC954sgQt+9BEPUnAUX41dOwx4zfe2AXVc4qZAgzEsxmzGInoYoUrBfbL/G9UTYYmAj185fen53afG/sXlTKFyDPyxjQ3lHxCqwAsP1x1Gr6SJ8fIHizOZ/X2MhHbvqeDAcQTWAr54Vm/0lWjHKPCkxgJXlbDjvG40uHsJ+me8Kh0oG0mXg6FTY+W1tpnzdhMcMscqOlEmSVMc2mqctsh30vp+6Xa+3V5FRyWNiFcUn+6VXPgA612Y10rvSwMw8yxQ5xEcKjXR/8/eu245syNnekXW7pE00qgPsuYCfP+XZP+wf3jZ4+lzj9e0ehfp53kDkZlkkSySVbW7tQTsXcwTEAgEIvOLQBxwdVSnAMcYEwXqXsDw6t59b1HkstdQFj3uG5s9+oaWF7Ppjk1JpEctNBreyaedn15FR4WOu6Sw+jXvi8qZURIsauDBqpH8GR6oSGm/I/8IdTDesydwnEvqc/Ju1sInkPdIVL17Z79mUe5Xo/0pzndf8U6Gg+QjjcCHf8FDX0P7bxmS4xzIbACWQ4zzfMYHwKjv3IVnaX9WfwPz/Sl1/V7EwC68WSYFJgUmBSYFJgUmBSYF/r1RYCMTtS64yPFDLmrR+L3I9eRg7bNlJ+TXhn8LmjIXhpL9K1GqyIMV5absrn75iPx2qRMHhm7hAVz26Bg/Hn9NH+6tixxN36VrbPE+h6NDKnhoPHDLo73RtBiskcHVyh2jmKaD86YPX6tZ6SxMFOBwQo5uJR3voeWG9kdouTuSfQg5P0b1xmXhgb5x79G5KDoZ/Skdd26dBA1L/zuHs5275onzOn2NXo6hb7c3Q5GG223Udte5/xhM1bMwqB1eNai1blowkn1q0R3uh1s11V5Mj2t0J7qhvPF0cVKNRBdHI/twzGV+CiZwlxeo+/iIjltE1rpmkjNluallPe/9qsO1t/hKGnWhsgY/nYGz16sMmbaX9k/tRo8ea5xZXyD97VHHEPTmbIe1cQg54We60OF71QMhG5GRxx909MCoru7Mf9LSdRa/L64PbUuvv3SE7fbZh+ehkYSQQK43aWBXv1bn99o1vI8K3yjSPmtc373hXCFCLEZd2+NYaAtrfAT6rufwnGt0b/K1Bne/yX6Dx3xkAJ6P77LbWsELMbBzz722+1tod82tnltW+haMusvv09+iBYJA+N91HwM4+Et2sNFP4PP9Zrr9nh72rDmaHS6ODH4f5APXLoV3yhNfg5tw7ymD/v77ghF+bxTwZq1Sfj0QQLBnvS7rUx8z1D2dzjqTApMCkwKTApMCkwKfoIBS3hcXBVYEkkgu7ldRIlUpq5vuhoBz0GjSQgxpjCtVVAk27Uz7tQjaHwKUnXa/XKm8dTFtkymNFaySytoHkbE0BFMXY2ilXC0lutt9+hi8NLqKmx2Rhhdh6jSiFETEe+AXaToLEabaBV8jI41SFhZ1PiVsZ26AAz00gGt0LcGTcwy72WP2pkCnsR06jlTQx1cURlmDNiW4PkixNHbwCJsW98fhcERBLIUlk+ST2yX0w7PcNFivjk2ENOJyuDmeM7CDh3fQOlHl0icKCGN23OKbybLDbYF/zm4dooCVkb/2ftKQ/4T3t4Za92TC8Ply0GjLPIlTcAGH0FDevqPIP6SmPrJYkNQ9GnDNc51xX2i/zA/P5D/p8oqLBcb23V5Pfsd3Z98XwFd7+Jz5zl4yKHLX5uvoPs2WoSgdX/+Egjo8srfMd20s1frsV5hjXp0vohQc0eEHo5HxzAVu4TP6Pmk97uW99FvzGTrQfOCtM8unYZ3gOS8mBSYFJgUmBSYFJgUmBf7aFEBOuiCjncvPz2Op/HQur51fn0FvGRrZ+me7XyJfEy0X+b3bfSTbdb0zuOeX6cebaJuHP2HAMvOROoY0WfXV82bvrqXfKzI4EcBGKiOYjyricScuW6CROetGVER0pn0mBJn/FRx1rI4HqbCvKVTv+40eFqWf/TuPv0SedtuWFdv0uOm7MPjo136cD//+/PLjm2mV/4BBAn0vKWPB+Zky8DD693hQ/0SXjGFdHfwZgLZxTjWiEZ1sWmXpGP3FZ88C7TmwPbogOu8+0coYKLn1GNSeMwzdps1lH9IypLnO0zh2nYbc1z6/s0hbm8PjOx0s9v8K3sOZYbBTcqNRpxzgz+BueMQtfzSaHTRSuwfwm/g0bmftnrqUryzCFTl0ZpwsNLInKlJj8I13TMfm8GZSDrMWwdZJOvJrWC9HD3A9+9jFEDzo8DyvAR7M8s5xFNcj2bp2GCJ976LIZg6sd6nUvCa60wxoRAHvTc194Vt9qfWn72WOdb4ncIP3b/eCc0vWyjT0MgdnHRS5XJPAAMy6UfYp1sEmpcbiadNzNfxWjS/9FffQSdMz3w0N1wYkLOsSzVPBqPg2BlQDKAxaKV4r5/LzkX4ppteBZQwJn6GOa0xmm+PfFseVtR/wyjBYG8n3DNprJI5z0Erv6x3MJ5MCkwKTApMCkwKTAt9FgQe0yPtRqP1JEAaRpo6mNUHINTWSopnmTB5wr+ApyB9j0FNAQH5QeIihCe/H1PHnawWGBT/3gKVvhcPdSFdyiA1Ov7UhmPewRyQwmk8Esp37v3KqemG5Zojq5ncd2c/0yNjdOymGK4SpQ4zA9ik+Pxb9FnogQA4aRRG1k1hXFRI1UnPZdC40rXF3yT64Dsx0VHglZ+8kFOdXFDP3erace7Q28EWQdn4jryogVgpfjedGKgO4qz94FKB8gpGU8eoxbjorS1JaXVNCNvePzKf7S6lYHsb+yQUgJj3gFcHO9wJOHfsZ9Kw9ZaUNCqoGSf47EvG6Z3FhZ9R0+qxx9ly4H3YpGAJp3i56CveQfWyYw0TdtpLSPV8/Jv2YDGEU+BFPfDo5Hv8VgBhwwyjd13UYPhlDw3gLz5kmjPZvKPsV1Q8Murg6cwwgixZMut61SQ8VuughqoJZThS3MXj/NLSzU/d+ZiHrSFTDqwbmeJ6/r9+e8klDHzKjpOJV/0Jk9B5+Kf6MhvK+8c07OoVQSA9feyTpSEAadvlJz/2hOTZ/rKBsJSLShH6tu/X4LW1pVL+A14Z3V5iCo650CSxp68IBtLerWSYFJgUmBSYFJgUmBSYF/tYpMBaVs5CvXKMBqOUirlf5WTGrZaT7ZNrToY829lfSXMmzgam8fVW65Zn9auQTP6P8kEW3DpZpLdzGj9OlPIIrAhzjt68jsrcZhjyqUQe94M7tm3KeeonGOmRUZO83jAyvOO6qYyeS8tYwF5w3J93nuOV86Cz9KqroKsf9/w467AXbwzQV7GLALLqlqRWW+StgNbfK1GwLhTHniOPpMvddfwHcHdj2Ep37PjJ2F+mkYyyRikbURT8Yc99V7jqCQ0UXqueBo/s/4wRQRpC7IHxQSb3994xfI5U6cohbOlW3hHb3GaikDfwch3X4AONvRUma4vfJpR/Hj15XkYi/A8//D1xgBHTaZb5C10eZawxO+K4Bgd/BDFYvvyTTEkbJjITfGErpTgVHHtp2s/DHgMXzg4Yztoxy3t0SyOrqhNtmo/YTh6Yh/Gjf4pR1CPgXg9guazZiXkWd03nrI2f1QN0tCJmt6jfcw1k56y0+Hu/NmPPorcKolk//1vvm+2mwBUZUI1BjSOWbZt/BHfCOSzqnFC6Vre7PoOz7ZFpi1gYyTOi6Dne0+fpDnLudW528WQ9wa6g9axRGyda4us/6lmdJjGhqDb9v0Y+JSGXdwMqNbtox1l43qPUB4DRPdUVBL/Tofh45+u+Ys8fR7bHAW+NpZbFjjVQeGTzOCPmP9MkY2BNl73d7fE9F59ra1CPYPFUX/OsbCN/6DTTNOd9r6dJ022WbAnDPN9dABr5rZoIT76c6nY0mBSYFJgUmBSYFJgW+igItwX4VvAFn80+8wnxSPCNwIXiXdx7iSzwfkRnSAmEoRmDT/WjU6bRHCkobJe7LsBz4pXNxUdEycpKDwl3wPe/Mh7RT0EFgO0Sq1OPRtl9Y6D9GZXDaIfyVV7DwB86LQBpkC9/RvemGio6m8aEYUU1Koc8V+7EAUUMwxX1/JJZ7l9T8lUCbh2c/hYfYa+DEU/PAYkYWNISnotfwzxpeulzq2nb0CYzaY9gI0xEZ7LOl7iVAtrXofGBEKcoDgrWLGJ2+rJ7f+ysPyafixZwh9EqfmrvNu7ABV4Ly+qypkIhpcTIVkxHAUd5Z+ClCbyBcOHXMMfTyDDzeMHiaCvqY6NtnXvWisTR6xaM5yn6M7sC/ic+gLwJ/qunVrGeFnsVZeOjRXhjDB7fq+2FqLaKAk4LMxTH/LhToUQqh75TfISLGUXYT0az3f+ZMvnmmONcqvEYpGAEifVDcfWf9NnD2rmQSfVZ0fff8iRutcLEkVK2Xrr0e8/AE3NlkUmBSYFJgUmBSYFJgUuCnpQCyi7JsZHiOrfNskGjJRinnc+WCfrntLzic9RDccCLUYLJXnnwUi8ZeuNfaen/IikQEKrtGntOomrKFMW69O9heKBp3SFM8HB8XWfFpOfS0bzNivR1+g4yP/Kvz9smYLsjBItU03tA3xl9SKWsAPiRazH7O6eO97f3G5byenVSJcUq8YvxRN7NYv9ty2vj4aFs2+OW2CoWGJ1K3Kve/7txWBv2R9YzKCsajsbZh/bv0tu4PHfRH0umaMjXOv+JXCkzXePBI+0aAudeRd79XV8HgN6aluekhwNG5jajVSO2agIagWhsITaVl66EP4188a0Sq0cqv8MMbsF4zD/U++Hs70pT+LZlTdEOzoi1rStf5JG3u/tnyT81T0j2jl8oPRkNqpObN4Px6nzHioS9mqy0i00uX3a7ZjLFs8NqStKd38/ihU53RjbLONmJGAcO7OnVk+sLqW9ydV3Dj3ZTXK5Uy+1Rj7Kuo1Ie6fq6yc5rvLzx3wFlEIyrrE2575Tu4xbY64A7jcFu0OEfnG8CcNBHDIysquT3eDe9uTtdKnz0Df7fFcx2xttdinYSOD+8m02/WwNvI3xOc6z2pfyM/i9AD7Qf9k9HN9b+dWdX+gS8VlMozLp0fxnLU+Ou7lzVd7rveMtB+oMdZdVJgUmBSYFJgUmBS4Isp8IxV6GEUsq8JhhGFxCXVsntfRFwbIhvCRJSJCPrci6cbglqMNA93eWcDBRW96lTeNLLp2a0yo+d547eC0nwt/pXuhPvHYaALrmu9z5y1DKiX4BHPv72SOGl3vW866krFHHGLbgbtOCtvQK9JJVNhzNzUMLZVJrh8togPONSeRCh/CnL0oy9tUkGDXUVN80hZ8EzQU+BNamuaRVlwXo28VT96srh/jp6GOzxmdZpUwT2iFCiIljey9HivQKU7hdUU8MJ4V/zmIotC93h0xyFRrqmnQgQY8WCkxzdU6+MvsDF/BGyrgmOwRyHLgpJK2ZsLCxhPmef9wPecriuKjjVDBw9mQsXchQSMwO53nHTXePVmz6G10YdnrmUkuhpl/EVhn31osh/wpZZ5d7cPiv47PIRdJMj+vRpMXYxoD+NU77nwosaR2+9+mFfbJSoZJwwdCvjVcL/Mc/hOGEX3daGAPkhF5AR57wCfFN++6+TuG6W8i48LK//GXKGsHcwq4Cgck3O7eRHCHOLFPecz342z8aaOz8b9hU9pdrU0DPvcFu+f39s+n+eTApMCkwKTApMCkwKTAn9DFGj5R5S258qHG5FqlRcflHMiV402kcVOx95RWG0oq6clZ7lYH6fI/T/iZIlOhqy5leKtux864bUMSae9XbtSvzJzjRGMv4usi9B6rfLF+8m5lcg+ZHecH1syVW/7dHFemIsjevCRyMV9dOiG2nieTFY/XOa0IyKd48pihc4Tw0i3p8nJ/Ati82yFeOFMg5BzrGZKdOWR1LroCo7c3iwXUwjnybUfZ5o9OXVuNaV2jL8uo9BP1ioatz5eg3Ppvri5p64RiuhvJwafmq+KtLRtwV/57Aze0BsCIjyKU/GeVNXqlQ/xUL9X9lcO+m/opC8vGv6I/FRfhvuNYDTrGMD5/3necn0jTrpkVXrFWK0jgOhmqzDnjOfR7RfdqfGj65S+dr0CvdAIYGgafTjPgc96SnPl81GUtXBRU+R41ds1hlVEZzmjS5vuKZ3nxzmMHm8zjb846Vc0rXTVgdhoyarvF+DLS3jD+aQTHbKJ/nXtJHvpjs7CZ+/eO9dVDNAAvwPzz7ZKeecz38zL+6F+Lerg7VpIbcsGP2ffXx3BGcPg99MOx1cZA6RrIS+vOMTzrfJdbVz7FTtptx339vykUr1/ee9P7l+7sL5rFfyNPaJNFb5nnbE5tt/tgiwx+RYEX76vptemdq2hwTODQb6BO64NIDSW/hp/D2a4g9/3Sfvc9K8VwKDGe5dvGe+g1+s6zHXw88mkwKTApMCkwKTApMBPQwE1l28qLSABPsIZgkC8MO0SI11S5ShMbLrXuzl/NNFDzmjDzeNSelpcOnnwxEV3zDHGSEEIG4UDsQZrDuf8tVTm4y4IbhGes88oBuQYWU8x7aqfOopXPBbBIx7RCrTSSJwHZGnbQqpSLedJyZKxIOhqlBqLEZUOqup8Bq9EAEdyRnEAj+zvfDFqetuLituI0A1uGKbxJtWk/nyRDoyfMYafjDDNUsygT0BzvojYm55Cw+IlI5ndg6UUeGBdqr9peuu0lE6UQyJvXw4YgMUhTF593Wq7PmNRKQ4RKpMqL45PmLfmTviOtcarkhZlLcq6/ArMpH+DP5p31g5vnrlPkdEDL9lr2XnDUB6j7j2AGh8WsjDU661rumKV8B2K0DOlFCGVJxVujNxRvgd9uKr58wj8ZZ59l0xDzyKQc718i67wBzVuF9tZPOqtrjLEIlOikZkvu7/A2qW4+YD58r3Mt3Hgyd3PF/BJv8+O6/MYTAiTApMCkwKTApMCkwKTAo9RAMEp+kzLV4+1frh25K/HWsXci7znfrq1pcl34IrxEjocMF687d1Xl7/Imh/g2vrgGNeOhfq92XIwAmdLlw+aP/JY50uj0nRU3u2MXkTGHulL74cz5FTxfUM3IOIzOsIit7decz/Eqmk7CgYut1R6I4r6QHTtnjWFWCTq6RO/PddkVsJoJq7HrBFg2Inlo4X+OvbVtY5UE0pf4YDDtg6/LziTrjqM6Gr2qZrWfrhAS6OqdzsdnXXEfqbUPMiPyaRkSmX1d3WYxYom5P7rPp7BW4dn3q03HXyNjqTLBnfz2CNTr9T4S3ri6JxlQKu1kZsAHngIRvJsdHLNtOrHZUg1HTiMBiz/dMBvnjkDn2h+cDYjWqL8iU5Xz/+pCkEYe3kijtRmc7uC5zk+RH67xZRRy7V+c9/snIN5+NpvQqLvIZfrCEf3/XU9YeCdb8YWFw2lGqxde9TwS5CHa2rW+6sU+rVv3kENp/s9NM86KDidFIMpXL9hHSG8AS/DJnkPHF7et+b1k4bfexH62r/O/OC/Y//it7GmN8h+0HkB/tj774Hfh/EZ/l7EJvRJgUmBSYFJgUmBSYFHKPChBaY9zR4BWnWHILvIKRojvVBJ9P9hzNTQqjzWAkQa+wyjXLwNQXHxrG0la5UqnvcsK/zKd1t4CorlwRYPw+xpwW3xQ9A/sudnih6oCGCvCPmHeG6ioJi6R29TDU6Ob1Oepp+kihJfYz3qYUvErRhGUAePCN8RBldaR7RFUHtVMUWAdA/mRNwGr1W5uBuvJbXTOig9RU379bL7HWIq+0rxd0Txj3di6LTOj97ylujGmWQFRoV3hPI38XEPGVpesUpexTN8RXv2ItboukcJgMNKHzO9r56tCtFX4PKQOlBLGnNUoD0AZ4fiWX2quPEIGKmXq/c/jmAp4CSPx0MWIXiHkvSafW/B7STiFbSD/9Ky8Db6V3LFMMhYXGBgMeDI/jUqLuI1yJn6tm76FiSBim/T0/GpBLuABD2ISPZ9yW7cA5+wWDW+/Cs+mULbs4gEbnqx7uKcAV43F3xcIApHFl4oYQf2MtuheJri6+XA2HwcWnS9wTuj3WmkcNWx/zR0b6g2RmdhR+/xImzRyXdRPqA4BpoZMZ49dZKmm72DvFmPcjz/ucp/0tkyaHPEs/6owZ9UcyRyY7587vcqFejXyn4D69qrIJTu/dF5gXKuoC70q8fnvysfSRuN+yr09BtDNKcX3t9zGPN6UmBSYFJgUmBSYFJgUuCnpMBJFhZknWRXUkRyUZ/rlneVbbqsZ1TRIHWj6Ly4LeUMq7zlH22jmCgvWS/CGPeMZSw5snRWHoFLRVsSm5mtTMr40BG+b0F0tFf+GnJb9Aean5ZVBjwRB0clZbr0xV6rP5rFxz1BNWjphKnEGt1ryLmDLkPsDZ4Bw7h3GBhefmR/yTZUOtYh8F+Xa08xPb2qPjWoRhcBv+gne6OTy9E4OmBwGvJx6HsKpSYVikuzMT+BjO5VOgb3x7TFGftESel5Op3XbQ8lEztfdfcQZ0/2/jX6d/CLM9U0yHFltC0o5OmTS1vBJswDNH3d/4Ir1yosVhy6Rs5z84OfcmWV79TKflRPY7sc9yfdhcY2l6I8HXQcVOV+nZ3qE9VdDUWIYCW66Ns/qJu4JpDx0N+gzXWjX/Fyw1dPcj3BbYnKWAlfxilZ4+fK94XB+tt4r3fOz2oe7WfR63Ds3RFdfZBvIa/7VQfdgbMj6nGcQ3Me1EmP6GFGzYtrnKi5khbtDN97iGtqu1V6/Ns6zSoe6Y2+cGg2GjUR4eiB0jh6V60nLcw8gPS7GgcPnLtfdU7AyeP4ZqYs8Vl5u+fb+TI1cxFixbm/MwP0u8Mp/vXuiJ/7sb7s+Iah0+8PrHlAf+Hbj3+uEVj6+xm2yR3ffZ0U3PuZeWB9TF611G9Ov+zHjGhdmj9i/AVndWYj8fsddXRN29AR/sx3iSCKfQzAUBPHcydo4dkEenQPHk9HcXq1rdczs723PV/5uu/Wu8Y3Atz9d67WGcGFMWZmGIjvlLQ3C0ACLXQIebPOoPGizxd8V5u+s7ynP3tz8+/fqwEKiV6ub94+UfWufejMgCOD607wR/gm/xauPFv4Fv6Zp4sDOK9/sdK8OSkwKTApMCkwKTAp8AQFWmN5oumjTRRV/EddgUXjmgZTBHWEiTLCcplCHYSdeBZrKOL8mH12EbhOFMGu/1VH+/UPxVFDq30quGwE0LUnxyH2GrEUcbxW2cBjL16dPv2KIq38Y6Eiipc05BqarYpnC1JrfypM8cTGKKUB7ah3aWiu5L+K8muLx86cDw3A1Q/yKQsTq5h+C5a4gpvGWSNkIyA6HvmhaHqr9c1npgF2eKa/jvG30p3dbNMPabdTkch8IrSC5hFvcSPQHyrhVQR4aQw+R1IOH7JwRGrq8JJjdD4/oBbzZy05bI+gnUhXDJfFA9Lv/ZynetPQ9qOO79wegfyIgTtRzsHtER4Yc0YHxxhuUc6df1MT5X25hU9hteAWo6uLJ/9cimMi6Gkfgl8b0xbGOE+/NGPBRWVQT/wsBKJ0FB9tYFk3dKl7RVeVFKOY2TsID9w9TgSfK9IAXEiRbQro7AFNhPTFta/cBIscfYdchPR9uJeOH2AaPrNOz5tzXaP+oOV8PCkwKTApMCkwKTApMCnwV6LARnb7STBQPryjRI6kntuP4Ej5iqPdQefalt3uAPFxFXFRXlMeRS5UXnbbkjhAPyCzR5ZEzo5RiijK6Fq212hx53ip+VHRsGZWn13SAZsJ6wEcI5/aw5B7iZ78gZTaB42ry7OPMLjjOXrYHkflHzGklNFHHF1TeEYmtg3twbWMv6RBDZi6f7qO0bjd6qefYfw9aAQ0OxH6A6XwK3o+hyswXEdxS6SkANch/HNFp9Kjc82cq28thukFcJ/00f7u5Qn4QL5VHzv8ilOdaZ2pR0r39Rf0brZO0vhLBOVRQ7V671Nzfr1/DXqZfw14bvcUBwZ1b2gTB2vxufU94x3XKRpn8TeNqnk/b9W/jstDT7I2AF+w9VUZre9dBmRH4zfWEqLHM8bA8Xvy2Cw9hOt5ZZ1g0PfLOZ7vZH+Xz+kMSrVPsfvQSlveK7OO3c2P5x1/9tp59d8O9/01cxn/dsA3Wc9bQMMvjGfHWt+R70EyIC5G1ObtpfJPfOLLONbIYvyVZzS+G4Ax/l0xUx0O/ke+Yatjifwxy6TApMCkwKTApMCkwN8SBTaSnwLKN/9jHeMEIo+yTIyIRqwh86jwxmi3FX4VOBD2MDpFeItwIX5tlNvW5fbTZR2zwrzpnI22TRomjYl65Xl/yLgJCKYvfTv9z1Q/evOZDsd9cUD4a/SMCLYSyj8NgihdSQVMP3htVhpbjU6jSmrxQxmo0gwjqzi6gKCB1EWFLyrul6ygJ2H2Gr2ZW4N/j3gFLv2/62vQmnoa74zyrrq0j0PA4/iJh8V46D0wQicFU/728bIs+qXSpZ8oMT5wHjUmWl+va5Vd51T49/Kao1HJMIWzCvJv8A/wKH00Uso18WmnXpXmq772GB4TFA8PeQccHWPDUO4Y1yJe16mdMeUxY4iCiacvuGjI1WPz/nFVj3lXmetj0t+5n5RG6aJ/jgstVwyLfnWt44B7BpmOST4Rdx095J1496bafbRuuh1RuqX4C/R2L+Dy9l77b/5Y51H4Riu4H5ARxDpTeM95f77oKe3exhrZkxopShDjOwG7GdtCN3keGmoEf9QQfgNd+3W9w725SkGtRhshAABAAElEQVSz8pirG+3mo0mBSYFJgUmBSYFJgUmBn4wC57Jj9MHv7P1cFjq/Hn2LV2Q1BWndKXWA/FdkdI7qOop0/JyIeZ9EW6fRciT8f4D735BONV6U7KicnMjZ0WPLwdWldRwHf+pkLzhaqiuaPYp77tfq71E5c5RVPu479xxtP3RK08EStRpHRvTlGMQ3IC5HQHeFYZBBbt6//GtwjSwOMYuePZ6u38cV/75z7bjD+POX3f8FXuxJmaw8mlzKSVfD6mmE5DUo477Edq7R5V5wAFBXfJPWPfnRtc5hXLy5VkJQT1YmIkDFtTKJcQ/YyvAdib42eOSMWcdYtn/5r2CJvt06xwMgYnymnVmNSm/TcdYoZcbttlTXYObFuL8jnaZ13nYf6FdS+x7Q6zTeJjPSCSz5+0rhmyE/GzFvynR1zShBaa/e7XtxP+/Yy7nx/ZxfpKvGyGN4Av7PetC2j+35Fm/5UF3etM84U2NEO32Xt3Wp0jzWtx8cRzUr2kUnTBSqTuHyRQNdjwsuPKvH0lV9v6I7OxvCUm9t+n1n4HpIUIPRv37fHI/0PaMx73X9J646qHCkbtYaRFieXTKXffB+0vLzBfzcy9q1CvfO3btGJv4jWCD4glbWslx/lH99z4xg3uJX8/d5fB6FAP6+W2RFPPBvnunO3af7wAbqyQaRfwtMsW2giY42GISJWnaOKiPbdgzdd9/rY9+fx0mBSYFJgUmBSYFJge+mgFa4n7Zo8IlHM93GOqJxE0UCgbbTzSwIKfBFWR0CngpchKRvEhoUDIMTXsP2TbcRGhHyKwWPxhpxGfjkqGKk4oESoLCm954CkOeUrxKQ9WZkUxy6Fi7Tlr1DLk9ficWmClOdxshqGmIRMVU1aasBJGqfL1H+MOgZQRkBl2MM9tLnVFhtBSbohzTWRZA0fRK1S7l4nl4qakYlZw4UsBG0s4+utMo8neJzcfAa8Jh/5y/p0zSay2+O8y6Fq+nqkbl6pb3pqNhjJ4I/o8zQL3Z+6SZw4MNKLUZaMBSwpAYzYnrBp8fVPHkJDrgYHWs0QSKk9UA1hc/jxQUko7f38NQBT2DTKZv2uEd2m98Zj3tS739Lx46NhRQXqiSX/HI3nUf9HFw8UjE0fbcOGHqh+q4A17LQqS7Th89pVZ7sGkhVaFRwb9FwtL91cKHNfXFYHDTVtU4NGdq7Nj1noBeC2Q6cxHX7vbPdOf7vYF25IS+nOFa5jr+H6Fut5++kwKTApMCkwKTApMCkwPdSoKSlNgJ+fV/KXUPOvBe4MlP0OVsateUWG2yl4hZB6grRD7h1Jqe1vnNvN6f1MLihR+6VkyPTKr9LG3H5SEZVX0CnxthwfFPv+ye1GY4Yf5Nxx54+gmGdUTL+vuj+lSft48/AxcCiTN9VHjg6z2+h4d+BIXvUunXPlxTxtLy9/Hj8NSK1dATDzFFhem7Yq/o3fqFDImrBcb/HQJkUtAXyts5zA+Z4pGPvi/s8oy/ITzGGMt0xNj5D2Jbz0QFe9zgAJDWxhv+hY3yM0mmN6CWlQ+o42ymVS5eyavPFabP7r2gfPRDj7wvRv9HfuaWR7O7xw9PgGaOqeq70xICWFMUCqaiDQin0uR+7dzWXdwK9DSfzlzdwFleMYvycVW9e9PZ475iHrOcMZ2i3waqB0ja03rY5A/eZS3kYHFwX2b+oe7M25BZamb8VsN+u/kJkNCGf60botDh7VDCBNy+vP62QPn+Wacv3Fzw1/mYti37Dy2Tw2nbB+HT9dw7iMI8DwU6DddYEOMhL30lfwJ+XSlsNRuFpnYaMvBb/5m3fK/nfueFcI7v4Zu0p1D8H+ZNet2N+jL7w+s4MDYyl6MjBgBnwTVS4tDYoIKV5Q046maXx/NK98WgeJgUmBSYFJgUmBSYFvpUCWD9UZJWMtv8gb8+/vv94iGGsi9FPbzLO9gjrim96lGkDiaGJI6orgp/GHIQOlC7ragjVmzliKu0+U04VQelAIZpQz8x9hBnFY/brAAcVQD0fNUrHIBwxWeOwQjXIKtjty2uvBHyNUQpATxThWZwbhywNHGsEX/eFYjECepl+OWsDVLVFz9yPKPsRH5HmK1W1Uco+NQKT8X2JgClu0gyYphl2b2Dw3mGcjlEYwbbxieFX/GLgkmYaqKDXASFdA2LS98oDCsLS+THhNwZge5Ov8PY+YqSUbxIpzbwck5KpsaHrs1ILNnBbDNjgZvS0++/yH4QHP9r2nJy1XS7j3OA8OWFOF3vUgM+LHsnhXxePmCVhBZ+qurQfJ9LKXi3Zg4V3ItHM4XVx0dMSOukEIKzU3oxNPHO/cHbed843XtG1iGGKc8ZIvX1PjJ3dKD0dFblN70QWHN7g+/3/DUz2Og7tVbyKb8MWZ/C8pyd5pUuX1jonyL+OtvEvnM+avrtcohiM4HUvMlNc+56aKh1YPywELLh7DPHucRRve+eGRasDqeE0iCeiGbxdcCgP78blXbdXbxR95H3eARZcjNo4vv4OOjleqBJ2XuG+pw/PnLNFqS46Xu3w1oPMv902f8iPo+/08QnYt/qdzyYFJgUmBSYFJgUmBSYFPqJAZBKFMeUR5a+hE3zU7oHnMdAu9ZGZI0MrC5U8FLEsz8XhXEbiXgy8tEOA272RMUYjhFFQCnAIfYqZnhpdOFpz2yjRAH3oJ2oDsn7pU3/EHKATIXKkcnr0z2jFdhs5toB3r90V1xinlWmPLtiDmchEf6FKoWUbx3ujtLy4VOl+pKGmCnTQ6BMaWNDHAVzO0lWv1YpL2nnJylAbvKKbYvzVgVgdzfno50vXD504fnDEMGFa3cPut8BE94n+3LNNP/dMUGjg2oN0oy3Gj+OP/yt4mv676HcPmHP0mzZiY7rXww//Bx2gi7xJ20PMQK8axtPwg3k6B+76gEX9jjTKu7160YMwAmDTJnQwrTJR1BqnUsS+ecIbm/O8z6n0wc/ah++XqbVfdkSto4dVkIB93FPqfYvxXHrGmM4aAHjU/Li+JBz6a77u44O0kfMruxffAIyRbmdkSmL1efXQXSl69LWhR4bgdd0TzzhOZ9swnJaHjghyK37v2gdI/dxN300bTvNeJfK1Uiiry4tRfU+KS2L8lVbQR9o5AzHyHf6AqowzBWsZlUpdWsJr+V5R6YtLfQP8HoAhiJgVodInsy7De1jrNXYqDxVdvSqDK18dtqjaH+CBrOG4JuS/L9QOH/hu5aQGaMMvLqvhlH83MLIfWE+qrH2uu9CZ/Bf29lvlupfrcjjUeIQfaEWl07F9MYo3wRX+YsF//HvmetHOzG/+Gw3/1nsF3qyRmmL7cNT5nrW8fL22fNzdbMbi2J/k4YY2j5MCkwKTApMCkwKTAs9T4Ifd8Zf8Y4yCRDSfAkilVhHgKlQ9D/5Ky62Gh8H0GCFCRUvBQemolC5bp2qi+TBmaKBBKErqYR+2suP5V5VFMEG4DXwFNT1JTXmrEVhBZls0LCmqKWCSFoW0Wy8Y6GLoAlbrAyUwbds9eC5eyoT50RBcCwO5lXvSp0rkS049Hl4V4VBMVAjde0QFwNRKizH5fDwF475f2nZn0MoUUaEZ3ucVYepz/hD4WmBfFDE7oK1G4xdTLyedtDcVfvU2fazEkK8yEjYyQvZPDBVuUSnTW1/DbvjoNl8XnhrONJir9stv4sPfPYKrCw1LYXYcY6JkURjZj8klD2ekissj2/pLwyFgey3/8b9pm5k/35UX95kNjXzgeOzkyjzmecPRCMyCDWnbdigkteDWuFjn49Kv7kGjOkbXHdHNR5wlTHWtYmvi7VtFZUelTqUhqY40jPsXw6djqfE6pLsK4xaeDhGV7gyFxG9Zxl0G31M49mGhA94hjfOmiDKFVyjxGDkCafmRBpmSn4OD42DBBPwq1dd2QI6/6CR/FV+JV58LcdCx5+/a/C6dn510fSO+4/Dh89HHWdV5OSkwKTApMCkwKTApMCnw01NAWYc/ZRbkpzKulZw2pKCvQWnIhCUHNUh7qL76To7WXUQ2JUyj/Uini/FPraCK8mVXOsW05eTH9D5hoHdmj02dRjVkqH9w6C5Hz5cP6hPI5S7Uu+/rXr3K7DLD3CGMRvcygAt3mzZ9LHpFplWGR3auMZ6O/wKgd7c09BlJa/Ysjeprsa/LetFa59pZ44mu86pRAn0Anfcpx87Bj8rnSaHM/L9Gt1WXtP/u6xouF+6Hr4pW6rkHto16e5OOGtNGferECMplG+7zblwAd3pLAP6pYWJwwgGgtoEaeLZOcNro+lXGD16sC725RzEOCXuctUs3GTAdj+VR2NWqmkrL7P0M3xoFjjG1KXubq4oXMw/ilXUk5xwdNwB8Lj0aGqcpXg/ID+M/JkmDmA4WB5wXyGK2wKsONr+j7/Qz+o0Rlnd1/zvIxvuDI/VPUpijI+saL3EOMfADvGN8Pu29nPRrRBWsQVY71rR08q/o758IX+btkOgGvw0Y2bOO43dBvAvnxdA6ruPortE3e+jyDeiKVf0n/82/G2wLVQ7qrsFJuy0/8m8IGQB0SHc/6OPRaHC/403jPm7b8Pjbi/3qIMC3JJkZHEPjzynrtolUNn15r/uF1k5EXmiON8rD790NWPPRpMCkwKTApMCkwKTAQxRAklIQ1ESIAM2/2wcNg2ibi51zCFYPQX2w8j7GNUxHapIaLDju8QgWoVXsMVKYAm5HrIj6ySqMRg97sL+r1aPwrE8TVWoEJ57E1blGYIToWDFLyInhEWEtQYjBBgGbaMs9f0m5VA9WoI+eDcWqonyhTVYDEIwxSmo8inF3KMsKm0YjG+nYYqPduWDRxj4pFw/DGEOl4bOFHiLrATuLIHhcajBHWIzRC0NoKfVrD20E7qPG4jyNgKxRTGQRgIXTA7iTflHwZdowicZoDXsaboGl8qCxUqNnIm9XruLBpiiMC0MFwxRqLFAkRRLR4JlzaK7gOuZk0/DKqW4B9kW0KfujaDA1EnW/11jpfZFdcelFntwZC0vY70cBL94Jo9FNM552PFsed7U+nuOoEwMG2hf3psU4vgeXVyJw19674X3HvXTBKH08iA/G8oPKFn0M5WU1cm/hFT18L17xFj24d9ib/CInMzaNyq0YbJtdO+8xyivQZofHewyv4UujJzjhf9+JS8X3QD55efktdRyHbOdiz/PFPaA0aGcR7o3FAaIkKq3TBzD1Cmfsvjti0ZHWH7S6/fjKuG83mk8nBSYFJgUmBSYFJgUmBb6ZAi2jDLmne1tktkfkwW588dhSXR+3lS7Lh6mh8VSd4A35UMMq23tcF7o3MHtcd0qTugkeogC45I5MigFDXcO+oxcH9JANI9NWX22sUR+IXqpypSzr9ioamrYKwgmNL9Fhg/9yekob1SDXCvZmfNqbiYpz647xRk1a2ip710XrfA7RyN8oexjRjji1RvbWqLOU0z6X2xdPTsextGSro78QYfm617CyJUIBKYMwaAw96yLojMz5p4/oF7/i/D2sy20v3N3wclY2dHrWgI7u1LrfhVYP3RK/ZOJiXecVXfGAYVU+ere9Vs3aKezm2S2e0UvgR7aP2h/UpVlNUF8bdXteTwF51TNxOj+n9Yq/1bfVa3/QQR3deG17WvvSlazkFkR7jNNvGimNpIaexZOD+c5wWd+ZSxBv3zODVjmt/2fo4XqCfOs7So+3WEN6OQ+yftYkjE5nXSE0fWzMheE99D0dyy7Zsvw2aMxTf3c+QUsyOefBv+H6RD3UyFS+RXyTat9f73dh/m4Ouus9e9TIqMEXvnhj7W2TIaKxrOUhr8A/42CthfWNnWsLOn9wv6elv0VUpiwQ6vJLfgceCyzXkaB30ttLc8v2fYBveL/8viSyPus6BptQrZFOm5/up79DoZrOQzrmEOWe7dRglNfwrut2rvf8GSrqxEJtJyIkbbr+dDjPniYFJgUmBSYFJgUmBR6jwA+7vUYypQ0MXhiE9nqhmS7Wf+ijCHzXP+gbuOlHYc0oSwSORKtq7ESA2gpCCtHgGKNnBFYExOCq5EdpBaauPv+baE7xtB+8SpPi2L4U+reInXWF8n1QisNDugQl2lj9S/ADUCR26IXyusu+Thjxs6frhqZnKCkc6w0eQygCW1JoozgdDwrZlIx10LHufPCrlOp88Jf5Q3A1jbNDVdGIh6xG/FtlCMPiZWo1jJTRrzEQmlpGot2g8i3AoOH+qy6KqMSwvKIibIsF32vNnTeM1yh3pic74JBQup28yTtxc8HgEkznxHH+G794/KYKUeLSexncoOWl5if3Cq8jUeYapI9tCF4BndQ+uaA/+SUOAHruk27rGMUEY6UVM4cnLT6+gJY7jdpH9sQye4D43MVC4GEU+tufGAO8Io31Rm56iMvd74r0lYfFxUUv2v6gR62p6Xg/eFfiECFeC/xxirbj+7lnz6gdqcizl7BptU81RRreWRacWZAg+vxIdoXsk2ZERwz+jet7eMtC1MDxmIUBxhSD8vv6j9wxBVWM//luPNJy1p0UmBSYFJgUmBSYFJgU+C4KKBf597dZarsdI391AMZYo0Lw5aUEVPWyH19wGmRv3VgC0tfQ0S722bioQ1iQ56NLuV2S0b8KlMK2Xtfh9KkCDHSgyNZuQ4MBODgucu8jQMELWroX6X6PgQcYyulB9REwF+qq42hcc/9PjW3Pa5ECV2eWbjrKs6cy6w+fLyXkG/l3OP6GP9dgpK3zfJcCdRmFyPfANqratMTosLtk2Hp03q0vv+iWgMMwUcpma6q1ostdf+buAafxn7Gvsoa+rFE8qovGSO2WPm5x9AfmSD7ScGjpsdTVp34bL78BvmMxpKovQqtr07a0sY57XDPXpKg+4nSc8tS788Ao8k7Jb6zFvBFpz9ZN61oRtMlz57pL0SvBBfDnG2mUs4XVq5Gp/R3put90bJplPUi8NVq7n3nP6ft+awR8m97gV9fdshblXcd+bXLew/n8HfrMe+x76FYBpuH3+6aRvwzu+aYMS2sSvhP0kG8VOJeK7jfnr1nkAXAA50S5s8ZT+1uLE98EcTdq2bXiRN73d+unpPNfkz6z70mBSYFJgUmBSYF/3xT4oVORVgpWVSf/YXePXY1m/MMeYQxDxJf/266QQRkHT8r4xw3cSmOwQ86IkTOda+Dh2kox0rh/aEVkJqK1XdcC9PmfxRAjCMaeiLzQQOFNI3D+L0XFKqFLDaJRUPHeZz+b4R+J0px6DuCsnPR39szLy8/pFAEsxm8FMZQI50pxV4/cHBtW9rziXvDmCUKpe6XGmIlRSs/Ditp8ZoKlj4MSH/7ijmlUpcZXDLgadverEVi72qnH8IrpHuHeaNKDqWVi/FUp/ric0EdlavDrazxHxUv6mLoIYy4KWHDgpz3AL/egV6aj0glhKG2munllTALgYc07p1cMws0X9X6Z+BmjdlK7mVTJt4sUbfwHRfiTDlX6ddCAaBkcVK8JSq3jqD1v4Ue824W81kqT8dMwB29Cm0CUp6OEGpHcipXpnC+XGA4vP+KuMMWn97wFNumXBvHSSh/hKuLhuVj4fjN6UlFbTBxtxKupumOs33hTH2M4TbULP87jGKee46Z605GFBZCXvem2BzUZe85q6oKG06iSkyj9GIv/O+2AZYosnw36ZywXer58a+AiD8bZQieCv6dvx9zz4bmzOnAbBxcVMz9++0JXe6CNPP1kKaM6M+D3Mk4sfjNQ5HEaKR7i8hPwn0RrNpsUmBSYFJgUmBSYFPgPSgHlaxf0S9ZRPjHayEVnZeMvKi3bRCfYwNxeJ9xq88zTbrecu3iPoZKF/AOGlNeNEtMRoZtbQzdowU4gl0o9H1JfKkRHSBQjRqw4Nvu0JOiWFxv1N/Xg6ANQi5ulhhFJiez7qiMki/cVWRapEviNzzj2GBvgJRQ39yrik7bBC+MVTpMv6t9vyqvqQzqXKmVqDNiU7p5bwTGPvInxd/cLcGW7FHEZ9czgI4Yln9Mm9XncJ+O69DzuZ9FASZlWgWNrsv9oQEe3VcdKWzpf9AHH3ONveBePwkIH1JB6/EXp9Mr16PMdDbmd91MQ77nYIdQw1XJ0eIeOOM1WhLc6kDXs8/5Suvuon7URjTY/Bz5Re+je9qcOWnrifXCll4bzI06xLz9IRx113d/TdQzf1WGsF9xVOl4fR/NBGfz/E1HabCOEYTJ79oLwaf4yO3lfWr/2SebVzFbMuQEMFSnqk8ahjjVXzgvXV/G23bbUPMpnRti7FVOMkaRYr0hr6iaTlMe1XeGHjv5as55vm/olAReHl18DC1yjlzHvm3YrhOafHsP6pM6u3T+tl3mXCTCi7l5+wcl/CX33/d77rM859T0vnRDcNahnP2UdPUSSv7vpRvUnS/EqfanDx9D+j+D+D+AtZzhu/2oeXzUKUzVfjayvVFTqyh/9/aSOYx2lvy99/WVHvzP5NsMnu5/zfcLgnnm2fyN+q6e938tse+Y6lzzLt5T1M7+lMkTXyzvyZcjdBrS+l9Tj34+96e53rn/9ABsX4q4lHA0awkHd/ZWNEA//dOPuonlq4ZcNvy73uvI8TgpMCkwKTApMCkwK/JQU8F/z+gd86bWUBgW+yDExICo5DcllqffVJwpEdqMCqRGRiEKFCpFQCbMoVHjL//TEVcpDqtOTtiKWEVq/VLgAvlGfGbsdKxTrCSlOlChDdbr9XZR2FEeNP6XsIeAxrhKWWrjftnr0XGIh9qKEVwptFUqV00GrK+A0tEZBwti6ymxG27axfzS8l47xdqRNgEkjxybNgElUZy1heO/amLnvvEpqF4GycIERTiNl4GwER+7cVRbcxYf2pgE7ImTH07xT8XwAKVOsaZI00CxWqIDIm0fgqHAODvgASD/u2ozJyFcWKGpvLpXJ1UDetW8dpZGpvYo+OiQYCX626HIVQPGMlNbRY68XP3O001lBPMLrNr42V2eAM2/yt/j8MzA1/jpf1+bM+8Ae81OLF4whi0m+zyhP7gUVHjrr6+Jlj8eHwLYd76TprV0I0xP3jTFJ/VaozsG4oFGp5KUFUR5eE5X8XFnHLVX0us7+OabjS6pp34uPimNSEYwqCD7w2t30OIctPRgW7Ut/u5dPzuHM60mBSYFJgUmBSYFJgUmBL6SAsmDkG+Wl7y6rfHZXT7EiaJTGAJGMOcqF4qmM9rWljJPK8jpmamwbsvLFbja0Uga3RI79e/ao/QW4YpxSF4z+lKdf9IM8TWpqjVfBMXL8o7QAX3B9OZBtDMNf7VG7GU/44Ul0QwtlbGnoFjAN98F57+7LioROgn4DrgeNIv3sU0dwJEXt4Y39as30086m0VQ+ARjaGW24wzhpFHDeq1Y97wG78JKV0ZtwjD0cjf5Vfy69pMA8Sc9zHOQDomh3RFaXo/Xj1PW9cd9Us2FVQMAjAz5H6INr3zEdwqGvOmZFQl5rI40YT14Px8U1a0dvpKg2Oj3X15p+1f3MpwZm1zzcZ5s1H2keEt2aQ5+5fsOaCdG0tU+wjR59158YSHCWj3Us1yEcR/ltFPvF74OGeZ3hSakdxwr7HTR/AoXnmvQcO+d+30htv9cZ3fUdn3VhbDrRGPWftUQDFPgGZK3z9tpdQ/j2YwIleC+Zg6xhgH47+NS6k2uN0ts1OnlFvvjG9w7os0wKTApMCkwKTApMCnwdBZBoVZhKQDFdap1rMND7DuOqCkr+bbfeLaHxs0hthSQNbCogevBqoCm89P/zvEwjCrYq5tiwjfBUSRE/LT1RTAufaxGa92Nr3xQNnQhuYnmM1yFCngp2G2e2fQZPjYY/Ax2lJwioArUY2AT4mbKZh5wqkLnnrf2gWCswX5DH4gHpcMA/+y4FZ+hJ3Z2CfgQ6hdBnBNHBQw7LqE0EeT0cZany6ScCF1o5PVtPTKtvi7ibEpiBMI0YSse8Dl2c+/azGf+2seebebCugqsKzE5lhnRG8lCUoNGuPcjPwXjts/IfNU0yypNGcsbm3lf38lXSUQU4Y5fO8IwLKC9vjANFMp7B4Gg0xFsr4JeQCUL2rdKsgkG0NB6au3iP3jLs1bwUSN8cR6SRlIjk3a85w9vU9Mtv7i8sfGqe0PAaMtv7eq+7l5eKrcp4KwbbOn3ec0dH8iI/7i9UKcOZdx0AjEy/N/VxaDaY3fcrp+zPhBf8m4qVCwMwT7pqFJZj4RIW0UHg+HuaGyUujesduEXZBcyVE43AfqP2vg8Y/ivVm5j02NeGRhTkvRD/S1Epa9UHz7bzv23q/Z6L7f15PikwKTApMCkwKTApMCnwE1CghbON3NnyfvxKvwKFyInIOx/J2O/6MjMRDpKm8VRu+4YSXUIZ0UjCn/2aIwYC+koErzp4E2PpW7kNXNBJS59CXuX6QNpfMwsdNVJBS/WNJu3StE/upUPPCTJp9i5FJ9OB9XXZOqgB3nMsGfcAzFcz7eiEHEP1aGtf4Lx11nw39HfdDFrkvusGf0ZL+x1yN2sCyPHJdtQ6+ru299xwzQED5RvpicEt28nc0+xCnZ06hQNC/8t2QBgCM7cLk9PBOa5N/wvwvHWqv/4neMBIT/7Qo7PsAMjwiodtabgX+ECeiTMv6ZSTUpl1AaNCS1cVR3n1mXfBNs5XF+bHPbV5t4z6dG/oV2D3/sJd69oxSyqsD7j2oYOt0aGVkWxtseWlvmtfIUvfuHFs+vqOStODBnb0bjMBxDH36gtW9OkMS3vWjg5uvXSAN1912peONL61GHIDr7sfOU9+v3QK8F27MvDlPQMl35lD1pOg61jDsb9L8/Kl6IcXXcVi/QoHhp2R4QRRBGcd51kbaF6ueWVszIvrMrXlk+8VUak66nNmKUfsnH7zD/25RmiUN++f6w86C2y/b0W/csaOAdUsBVmXqux9veYAkG/G9Rp4qabB2lTspNwe+1sXPo5LZ3rWVFy/Yo/1oOlty/l35KnvQ4Gav5MCkwKTApMCkwKTAt9LAVJA642mAmm0mv+at5DIOdJdhLFE0WkKUdhCQvzOf9yVRI1oNJWsEobpSo325TZS1ShIsQPXg0qV9zWaEOlZntMKUEvlbvT5owYm0aMXRcsXU9bipZjzDfQSpsURbOIxqrgPTtIxyv1X4ecYoU/mkNOkwBG2+Cksez6K9AraKuGcQ7fQVWNdDGdGyFL3TUJ/skgADbccFc53UfSFe33crUjsjQBNoS5CpimFI8yHL8ooNyrcf0A4rXQ7eoYLw/2x4Pfgcw9M6siDLHocFIBj5PR9YF7vJtcYu4KytGGukuYcuAfeuQULn194v3qNIAZlDbYxUjIOolYrpa9GV97Xm/jIABaPvmMslvj+xAt7eKp2R6n30c8YE/iavtn0Um/xDP0ji0/AF5mkBa8er6ImD4Z3XRByHOASfhXGZXpcxkx8LPKQnsMsDsTD3qhriwy+LV2f7sBhtyMlm3sk5Xto6qOm17bNY+cHDMq+awc8v49+n3rh7AxM839uZ8zi5t85zmcNH7l0bvPu2+jqbDwCcdadFJgUmBSYFJgUmBSYFHiCAso36p8bOQf55yEx9MNeVznvw6rKXpH7Wj5SlnQ/VYwocUpUf/qsXLjiUyk+6Yv/NV5W+mLk3ugA1As+K9YnciKNDlpCdHREzjz619G/sZBoEF00ixXII2eRRZkbj+iZGgSjvyibXtBTPgQdoyxpqrOfrlGUGv50y/2gnNGhZGPbbOfiLy8/YmA7kNloH12duYtCJL0/7OEUgfRHG3QjI4ATDafexbjvS8tqn+dFXNW7/kQktc6m6qUaFi/VPW97+TrvSeYBXZu1hkRMJnLvcv3l7rU+vR9+0tDjPs849UaHkxaj9TPz3k11qnYdxMxTvFM7DE06/9b8QJt7S/C0Mg7H4pl3pxG8F8jH9eo7xDzBP+JpGnh54iXGsevz1vOSlNnyog7X7KVs5HcMhdIwcyBPnPPmdbgfYzxqjPnVGeCQ6F9Twvuu1TT2d2Tt2e9IfyuISmXeE1Sh4wdzFlWetpcM6nfjdEdF13pioCd6dhe8XVeQftKEP3DgDcxRuu1dK0TP3xP9W1uPmT1Qmt4uPf7btR54GnpDwz00dL0LJ4Fj1iGk8MA98yzu4gi+7lWcSGvqDNrXt8X6f43ieq/vot87o8a9lpbOieuErMmaTY93LlvQZV6+/p2jg1kmBSYFJgUmBSYFJgW+kQJsGmTUHkYKJKIDqU/18lSA0vC7w4V4d0DpOyC0VvgigmDF4349Ti30IAwNgVmB7gVlpsQ5cBNHhKhKiVpCUzz8MKLtkloXD1jTAdFqr6L1CUXl4vjY70jlBYLwGCXGPTtiLCICcgjJpTBU63j/gbzUPO7ZNwjMDhGoPf8cfouhLxI5RlZSyiikxUMPIU5DqvOnL2QKAmpE0XgYI0KzmBHaxYA9PPtAPsJ1MK5m9//2/DlglR0FRQoenHt4yfRZ6U88mJdzAbwUi7rv2GJY37uoobAJLN19s1AUqHf+iBP40NQ0yUbeHpgz+UlekiC175B3LhUWUPJInlcwVjXR41jaOn8Vj27LZT4ugRn3ynir4Z35IopYmpS3/t9lnsTNNSaxbmo2OOfO4h5ZiWim4n73y4zlTXh6azvGzK/4nEOo9g46UdEcX0lP5Dt2IGVaaKvXJ/ysJ3btS9VtLh3FqP8Gvlkoce8p3luVBSCXAsEpc95UXt+RZVTg4XtrxLdvCXsK++4ynuqDw0OFtuFrvVj5fvWChjCECw8aXWHpedMT3zRiL2+/9s2WOvyxSDEUsxXnNPvwx27qG8F49GI+OldEAdsH/OjntMqKR/Ux5m2kh1KZfI4GQheWiAyYjoW9oF74FtWCCYdZJgUmBSYFJgUmBSYFJgV+Igood7X+UZF0yEnKtpSWWj6NypDxCg5QvY5cHOHsPfhR/6jzoti9Ii/9iCEi0XPqIsq0Cm6L8PYexs07Nb6uEnmPPkML9Nfj6/8JfhoztjLbOa7r9R4AyvJCjV6clKMaTNSV/FvrcvFEETIwoo/rRPl7wBq1Jn2eKcDCSPm6+xemofYibVLak/SQFjm2zHqV1I5t4DfoVVmsNFA7TzKYeEoHi3VHKeG8r06PzIdaXrJgsf+lc68RTTqoRwz16rRNrhofLsJnXq9F/bYM3aZV/i1jdE0FXTSDBbehl5wc1+bvzmwWYzJNNaaqabnvb0WqF9HcPsYtflIafi6kxSl+Vcn70Ez6HdHF1L1DN+H57HOlcAY8Xev8bJTk0SxuAxf5ufGSDyzdpq4Gzs4Rc3EggnK3/x2PjPZ2rNbiZ9PofJ0hNZolvLhSCoSIWlndUL3ZaGWjq81SZcOiumeW7tZjfcrESXrqOG72MRwT1I27YjXb/H6exvLeln+Pb/Cv6cDRZxfHBfFrHEIzUXCc4uvakJG/fyQjmWtK1i2UnZOmZ63X2O7rin2JZ9YeWdPbuy0Ve84eIGZ9E+1fGvFXlcERHs0WUhhTXXfiftYtx/hco+vSuPuo+auffeoYnORNgwT8Vhhc4H+F51hq4qrW/dxP24CEZFTIQArHHluvTYhTR5B7/m0lEwvOyb7nvx9+MyBS9qyud8D1vCPfBNcwEtQR4+8Go1vf1E21eTopMCkwKTApMCkwKfDXp8AP5TXHP/JK5REG9QLkZJGbEGRiGFaw9KbGg+8sCnhdqr9SvIfBUuGkhQ0E6wi74G5EZ/aRQbpTEIwXq4JZ122Qnz5KpEEHIwwRTU0bG0Vr29fiTUltmyjIWo9iFHAZyVAot23y9Jkf8FHRiKSugGY0rwKpRsvz4jw6w3WMYkO940jD9JKUwp+Z45o/lyXCTs6FQjrjL6UaAfPCIkwL56tioeCpYwJ/eB0egVNC+5Y/zsd2/bqUYXCJo4Deosybe71KjBTpdRu2iskRo7Rpqw4qhijKiyJxN6+NPjRu6k2Jw0IcMODrTFkh8+63MRPLLDB4BIUjuBg5YEohjYtFvx5LH608ypbf5FEGYPqkpPtxv5oouemlW3x8jAJkNZUIvUehD4qCTg7Fazy6SZ+BZ+bGc+cdXB4uW7wZ29FUTGNv4qQJew+wFx1DTLA9sqhwTDSzipAKv99Dy8CxLj7+HQM/ZkL8RpBWaa9hW0cEvGk3iqnAhr464PZs5w36uK+bNRpWV2Ic4QHn3nvnz7vePE4KTApMCkwKTApMCkwKfDUFWlZDCNnKpHaDrNhSyaW0ow9jEvlUiA31CgTxUI+K1IrBBOPJ/qBRTb2t8UVvUlceZZH/+8Y9x0VepicUn0qr+UdEQtMrLxLzRUhbOVENLg6qOG3ud6Z4NdpP3DQ6VfPPSZDCGnQjIvBAdG0Zg4Uqno8W8SRN9e7nNMSgHjDSE7Afgrs1d45a4yzO7NmGxroAzDrAh4BPBxEesL3Ouf/EmCt1bqJ0M2+sNYyjDa/i3XO85W30xTeiQA8Y0XF1BjZcFVZyHm+N7xTF9UqHdHDIDfCUV82gFab4CF4/X3m5AMk7OhJj7Id+cZB+aq5XLNczxhxk6XNPlCRptffLGkXjs9Z+fzbqOLWuB6Dv1l7PZo3qUtToq88e7VGDYr4B6JNxLM7775MN7TYd7TCcVfp2uBBaajR7c09qHdm7LHwhf57B2vLCUq8bfnAM/+rk7hZu7vtr5oLSpfMmMBTft0HJ0xH4vsCjoamG6hSd8lktofF97+kH+H3w+IgRUr3d7HputVaO7NA54xJr/qBP8RE8oJNCUhK7juJ8OFcZKcfrJd8eHl99f683XZ84T+JlEEii2I36db0KJ39queYUw3W+Q9TFkF1OFfKtPCtRm4dqbPJNDN5JJc3jwQtfs064op6zBX+N7q7LuXbj98OAFmoMHPz3pCOAk0kvjT+m8Vlv83JSYFJgUmBSYFJgUuBvhAI/+O+8ew6VF6bCKlG0ii2JbNXkWwJOBBue1t4wGggVWD4pQAXCBz8KTykKSuJl1GUbZTQyNi4aMbmvoVHDnMYkhdkvllNaYFQw05MvugHGHPf7qChXcZM2EQGHAAfuGpVM9+v+tlyy4ytH/vj/M2U1mJZCeQDgPhGdQEWAi4I1hEiFZqkodh4t1tZ4Xnva6qlaCCWFFs97vKn8wI/LGpadQq8KL0qT6bB3KqgIvbeMndUNGFLfFMfy3J49Wt3LtfBp7K1ZfFhtrv1q7JVvoDterYfjH8BO+BeMjC0Un4HKXkB0XumqSAmHcK8hr6BuK4vbdZzEv8YA77JYcXDxZo+3qwZCmDWR5JsFplJ0VvjVFhje4sf3Uy/qiuhUaWves8I9RUqojLj4hOKFIvMaXq22pSjdovf5WJ1fFiN0juD9E8N6BR04/0fhsU3BjIKHUbQWQPQ6hwakBjsmgpd523ZdKN31657KRp6bvu3l9T/D1RrHoXneBWlfYFoRrCsRxEvXhTh574131pROA9fUucIf1f78dyCfcYsLfIMnuG9dL/i4wFKl6Nh4eU8lbKA56nz20H1xdOD8P8ukwKTApMCkwKTApMCkwE9DAeUP/rbCzrd2jGw1dKDu5l3XLdfFKVI9CLn8+Av0tV8i/em8ql6k/OTf15QjMpj/HZCVd7v/Dk1WA9E7/M67HHK0+vABbXJ3+BV6gPKldG2ZXFw/J0FGv8SIdSALmHutamgVZBskPoQ+6Goa2eg67vmKvnLoyNTgekpTR9R67bn+s5Kh27haQcGJ9S9vf4Saf0F/UU8cwm0sGWur9azamzXptHhfQw26YeR1jWgaRQZNL+B72v70qsdRY6psS+Lo/BaGISY02Qjjmdt1fKcQt1fqtaUzHv+iTqpzMninabff1v/gXFQY3xvrB0fXEFgX0nX168qgofrqAScAnbvP4J/zvXSzNHk0rlpc9zkSpXogk5Z1ar0BXVaG9G+Ua/zT83LteTUHrvof34Tsq5xIWjLkRY8UD3XvXp+yhbgOugcH119cg5Ivy+hvrdXot0V10CYVnv/RaHpkXSkR1hj0aqsrcMr3tvoIjXtax30dEo44o7+5zoIjRRwq4IVVP30ep3tbJgI1a0S+c2Zc0BHB1n5/q1T2uPo+lFFSY6o6td8l5ibraxB/LPz1MLv9Vx9dk0r6ZvB+Gc7vR3nUjv1W+A7JC6wrJN0zaz5mGtvnO6KhuP9dWTFr3lzvfNWZvDn4LP2Dnt8P/v0wk6FrW6Z+9rxwEH/+dFxwLce/0DXM/QFS4z3o/j6oPR9PCkwKTApMCkwKTAr8dBSof6UV9ExLgiBl9KiCVYQv/51HQIxSgVAQBcN0yxuB7FtRHUJKPHlbAInA1EIMQl/XET/TCsXrEWHMa0s/r6sv/kV4M7rV9F2mB0tf4iZZh7DV9xIRDH4IiXtTde1VKr9YPI3i2HOJwo7weWAuE63qszw/I4H4ZW413P0D9DNdkLjfI+SdwXp3OWiQCF4NjCpL0uc+2Nm/yhTSKOIVlakx7lmaDZ4BgvtLmw76aNpsIzLVMu5CiXchaYnwlES52us1maIQfxeAUd/a4GO0gV7rerDqyZriGO8ttA/fgwfe3/H2zdzJl3fg01q175Tvv3h41Li9PLsXl0Ff+HyPErELHw36OM6U23Mnv+Y7FHqobNhIHnqyQJvsZeNcgU+M+Pl+XIJnP/zxPiQKOCnQ/A46Lr99T+CxfedQrvaHX+T9T+R54F7C4+ye72e+IWf3P3PZdH1mTJ/pd7adFJgUmBSYFJgUmBT4D04BZcEnZKqHqab8NmTTu9oOGVV9Db1DfTLZnSJPfy2+sR0cNNagcx+JuERXe6To8KzpK3vU6nS5RFM+AuXjur09S3TdOGTfoVucgG2aqqegXw4n4CHgn9S8/6LnlDnBKOHev8eD+svWIHc/tOJFYTnHRsBpgDKqVsPO0Mk+JYcboWxmrt8B+wzHT8nh4vwz3iRTVatvNV3uHfvm/UDne8NZ+/Dy68Bp1917Id1VL++VWauM/n1E112hmzr3yD7Ph2SM2tLytn65QnjgjLlJCnCM1kXfe3AWD9ef0B7ZYu2AATjvjt1+aq4FcKOEP303NVi7loNDgI4MHxUMljqfvyWaVuM/fCqs4PoNND3Bx/fNPuRj94XWiQWn7fDGhje5sxTqZe3GNOpZt2St4K9WwB189uz5m/WXfNvG2uPmXTywznSArqYBryjgXgtz/D9lsb/uk389WIPUwWW/l7/5NjOWtWiAZ9uqrE25xtk4rzXm2aTApMCkwKTApMCkwL8/CvxwzKYZCgJ6qCHyEyG5w8jLP/3cw9irRyFPTCOTaGDEAY0ixo2qbLWScI+96WHyRADVyKXAonGoeo5QGwOVOJYyWqnCxFVsUYQwGCskxlP04Y4/brCMVw/ipPF1v1BOURxf9MJN0a+SIvmkl6hKTw3VUdYRXNmPM5GfNYy0euRn+D8vTYKDNIhB7zf09yt0QiKPVbz03iP0Vu/D4CU6Ctrgl/TGCobUsW0tRjyOVEUSByQwVCLsxN7wckeQzL7IRLyWoKlzAZ1vSns/HgmtLn5TqcUjVKOknp7yKTTverc9eB3OOoaCoREXWBpeUXR3h/8Fwxz0cdOejH2DDKfb9kwudzSUOz447Q1aSbJEXPvsdCynkOoqc52a1rU9iz6m26LsX4g4EF3hD7osnuypkUc5q1EBw/8xLibFNUbgg1HlpDE22jWpfASWP5tRWT5I8Xmdpa24qJzs4eM3lAA89TtCwVqrPXhVHk7ve+U8DyM5jg4uoJkC2UjnUij9vthpzYEtujinDJon7h/Nfsam2iaav/bIos9109xukuPRPGoXSujD5Ois4j5eKl2HVyP24Z8t07CvdxWPEt5vId+ZPfvd7OUPlWOdNcChq17o7+atwERpZXQvb6Rp853XYSTG6MJ/+Z5sAMXT3HqMsfagZjwJib485k3TzWnNV7XzNm0TfaEyx4DGd3TTYJ5OCkwKTApMCkwKTApMCnwpBdQnlf9iIHGbD/QRtbpteSjt802DinI+xgxKVBB6KhFu7W9oaBH9eJxyAOYu0YksiLtNDI2U9xfZa6NTVIvHfvfKlHb2hhyITHpE3t2hd5dOM+TzM71o6YH7EV+R2xK9RYab/cu/IqOq8+b/Gks3qAH31V3H4KEojOx8jJFNo8XvIjsLvDSzIpY5w64WiB6KZywaGjT6uT1MFXUB5d6WfRPtOcAt+5WGV6xfcuxoenpIal1omAhq9AgxVJ+zLPJ9Xa6/1tsW61fnGkSOOI2+ut/rD/brffSIYqJRq0fRePU1VeGf0HDUj86KTvZ2/DXsrkFQvUS9Gxwif1+i4QYeIC8XtH8M6jscS7PPK7pbp4wtXcxWA7/gMmA2XgHqc3QeHrmN0Mvut1zrPM49R+r/NdWp/ejPqjfai3xvtiuM1UZMNm4LR1jndNytt5zgoO4Onvusu2zq05npiqts7l9AulXALX7bavWOSRvef1Nr4whyVG+KnsrtnrLoY9VyubXo2H94edu7bzYGYI1n+W4UvavF2e/JvJw9u3o55hfK1sidS50ByEgnz5oFS8T4e5XnKI6tvjW0zYID76kBFkn7/D+YFXCVfOI76LmQNRAKxjj91GGNoOXfAtcM+DtCv4wF2r767QAPxyA/Zv3EOYj+zDqBa1XUz3ecSnlH4d0a32U8ayy3+eOjQQXvvDS+y/+Ail7pk7O+VcQDL8nID3jtedeN/HUvXfX+NbKagVGaH82s4NjrLidcf2kRfr6N9MCayg7aHeDxVwMtsm4KXViTOhDZrkN+BW2wdmeku2tKA7vwFFedCeI9jp+j73t4886kwKTApMCkwKTApMBXUWBx94qhC4GmDF6KHz4awohKu0oLt494m8Y4FQlNNB7zWrbFQ2URgOwQwQ/jSdLdRnDlNEidCUlKJ3riYewpSUph5BsFEiRK98aIMTqoSCiVBf4kZfctPqGjBmKigKF3jGPfQEMjW11UcL8hUdipvJiaJldXaJF9eo3wVpilTlK+nCvKgHi0KHRCo12iuDW8KhSPSGPn94LiEwGTaqXAiK842Y4FnShSV8ZwJ25lOFQYVygXF/mdsvBbXZ7+Fp/Jcjvm1kWCLDrEYN50egwvFZddou6FDc9y5V66cntYh+NHJcoIbXcayg9EfUeR8z15pKhAmrYZr1qj0zW+ShcH2/x7C1zPYXgIEChEB5Se0o/l+w/wkUdQMJJ5IB6npM3SCx8FpRcBbnV/+VnNhQ4hOxYd9MC9jsegtspniE/0L2nlkg7LNNJ38cdlLIqnBi4sJOydI3HJ4totfvEFaLrBHyfeuVf6uvt28fLd1WfFSYFJgUmBSYFJgUmBSYHPUkAZK/I8ckjLjp+FebF9y1cfyDuth3DUAPi61+iDfJ9myoZB+GIPz97caRQgNexu75Y04jmMv3cD1Cj5C2r/KjJyjbTHezeQyxUZ8i4ZeTRYuvevTsERjC/Xv3p30A4Z+gdw1VAdKF8x55kz1wRw1iSK2rWIMigNWf4qTrceoNexBc2e+S8DWvMNMJsF7sU9+CG/Q7s3DOiHl9+Dp3pw9z9o05cPH5l/9ehETaq/Pjr31ndQ6Dw6zO/AESNVKUA+8t3sQXP96fIzDHpkqsqWRRrA6b8tSffAFp/oTGTvypZFrRvd0/iZOq578Q1gL/CjTuvSN3PXPHEO0/vW8c+ACtJTo09Xml8bLhN/3vALrgd8nZVZK9GYdzR9Nai8L2Mc0pPiPsWJ+lUnTZRnbn//T94jv3lGsOtwbhpznC9CJhEXvy3/+cB1LXiV72Yy77nOZZUxlisDpsJXF3BBH9fQrmPLMSmgwbe/DdHV5U8d/HX49vsp3hpWH//Sfx775s2mp+stpnp2+zDX1txCr/ghNM9anetjlUVwrARz3e0/j9GEMCkwKTApMCkwKTAp8NehwLB6jc4RomLEjHFVARYBIAIWBim8SyNk6REdhUGDUcWfZi+Ob8df4QqZT6U0RmCjSPEm1dC7FIxp2VzWigrveJnGtU5hEm+2xZiyNPiiE414CHpEX7p8kD11h8HokieiBi2jrGPQjiejxsOLkvpT+CkQK0QbZbgfxvt4JqrMOLdU2F+IqNyB7FEDHgqwo1CmPsa7WkP1U6gsjbLXK0Kl0cflFS5wPTeDKPUUPpsGPrMp5tGhJOwSLYAhL9Y5n20dD7qd92+X4EGVPQPKnBFVnP1msr8P3YYuvgfg9a6s/WiYDk1QWipiGuUpN07blUPFO0DjhnwAnTWUotAYGS4nxZCrIVJQF/E4hdcOGXpXv+iJGiXZlNv3lqa97/P/pL0KNimk3IsXPPLe9Py3gtOg+3pRwOScoRgxAMdvFMbRvW/4T3VvW/r9cAHMcymst+xBL+8DuPAO67l8KK2waLIFcOtc3OL48ANwWShhsaQWDuDDTCX4bafLsVKMWlYRtq79xxAOf4Rv5Y9lrKl+90+m028nxmjpXKn25eMViaZHgIJ/Gfe9co4s2+9d3Xnst+baWGtHKXuVN/LK24/Bm7UnBSYFJgUmBSYFJgUmBT6igLK9aqdySMs0H7X5iuen8s0qZw0cIseih0UUM/XvPyMfaYzwebft42fxEabGAXRsZXWNbrn2fvXX+HVkGA/elzhpuqcuUXOLgrbF932Tu+4o30Z21lihHkHmHGhQ2YhWWfVDWA0nuvDPgQWe6peiyLMYvS/K0tLZSh8UdTh1huNvgPVndFpWJLgux+pqq4x7f7G2+7aaTps/1jyyFHIJwEW8zysaYQfd0KdMrfxyYL7lJ5SOjE7cHyDnKXRhoAuo0+v4Gx0JugF/C7P56KRt5sU7pderUsfY//pHoOAEzH9qof7PpJ00ff5CiOIrv7Iu4zcg6zEfwW9ecGzqp+z1jDG98HL+zwh417zcMwr5QH7FEQTdMRHbyzt6rb3aO2yjszNGfzOWSdem4ToXzr7j+sz8p/npD8EZB2i73xmtrJ6Ijhfy9LtUffZVNS6amvHK/YorApsaY1qWz8ppT1945TsiX7DeAJ2NRt2WN/kv74u4i5RO6rxLOs74PoXi3aLG11ffeyx+PrhWljTxRt+Ln/i6ZuK5/86xhpqIdXFmnYcgjPAIo7Vs39Xc4CdT9mV83FAHbfLvHPglQIYocR1IyPToG2+N5g2jwLMdF4EtewNvBkNcj/jtfuZxUmBSYFJgUmBSYFLgb50CSiinRYkxwotCLI+S9kOxwL+urnDT1yWCVXqkjiDm8ZcXYWuYEy/614KD9KTXWhlTxWckEEIJ2rtXK2MpsQfBi/p6YrLLDfet+8UFo5UKispyjGbxxOQy9Nz0RR1xKE9ljXwI644hHncYgwrhTYPPnAJMuBqthpC67Gd0E6wCuSl8SaGddLVfhBQRyfGGjNXJedMIpXLVfEWX4blxXIjhc3BapGUimxcDsLz4ZHHOkiIOAyUG5sLjFm9IT/6ygEWfequC/zEelI7N9OmP42L643gJx+ipAoTiCU3k7keKSuoxe7mAS5RQlfkqkvXDwthM+5NU0CwqZFEqirrj5nJ5bwYdLgK0RypHqWOOmSlT3L2YvnvBZm3YU1pvb9Me+DpGQA+N2pqNK/NAj6brrXA+Okt6I/dJiwPJbzAwQyPgRlnrxpnbhu0YnVOM4SjTOxUmnTYahW7z4PGQBUUN/fKNewdpJF+BND1yBzKGB04cV3gXlnlY2z10Zvukge73TgVvlkmBSYFJgUmBSYFJgUmB76OAKhHCXWSpTqv7pb1FjgOixyvlRM6yTnDS9AVeOlES1RV9N7LSdThXwH94O3Ixuoey9stwst3Klu/wO4cYZ0VkSPU05dhFV/oiXJFJD+iOB4xtZsKp1KorEgt+G9l1fTrOhjJkJO0PLxVRXXTm+Y25eQfn4g3Gydy8kRHK/ZN/iFP4xYr33QQfjSAvb//08vpK9K9GSu8pg2eMrRfcAc6xtYwOXjv0mB17wfZ2VcKMYTk8dwe8TZV6d8RU2V3jTUWnalg/oifcyI2h1QAAQABJREFUDdIxLZVZN8EJQcPa3vWCvJu3JnaD0F2nwFKPjP5ExLrbZNlHDKp3ASgdaf/nl78c/wCuf4yz8Ir/fTDuryV91Q1dm9ABWFo3sXy/rvECeip7enfEt0bKOPnSVB7yncnWTFtE+j1oftk+u+O8+EGc1JHJXGCENfvRloGd++HFM0Dbvvj2HMlA8BKnb+ZeUN9ZJEQhTS/FYzFW4xjQ2xydItG09gh+ZiLge/SSdO+273k5RXr5Pp3e/vRV0/voNm/hD50vyoD6Hm/XMIysx5F8OFZ8GoHPAMj3jAlmweG4N3U8a48ZA44D+TfEGZEBdE7CcB3HJOt/ptPZdlJgUmBSYFJgUmBS4G+NAm0BOMMLI6VKaYxIGLn0WkNoPMSAiqCJEUNvzoqCNK2JEq6Kg+00aHydxHACK4IL3bxpsEivwVsDkfiU0Kcip2JommWL+OmJqfetUX0INEMgr+df+Ish76CQCr1UevcgpKx96qUolVQuFGgxOh5IHc2p+yHZ6hBjDy2+hIT2oUCHIQvlKed4+9m3+96qHJwLyrXniu00RLrAoDAoMhreFQZ99mTBmaAiOYnsPDhnQuaosZCLRPsCXyPZ6i0r/v4ZcWskJ/OuEhADnvg8h0vRV8OrCgUKpf2jhOygS3n9X4LrRNX90C2NfA9oF3z+B/jJb6C3KDmX4PQ9xyUVmG8O2YOJiICkY3pzUYc/H99T3Fva904l+w1ve4zbx91vwlML0h/BgfamKHJs7mt8YE9iF8FihOQOoyoIV/mA53k2qsFDKsS7vU4O7oNU3wjhNI07Ils/ZEvIBgwj/Xcvv+Ha7wk8knfJN6m9mlP99o+8WuQFsAsQ/8RePXyjXJAZ8/QOAH1XtDp8hofxgQiIN+694qjxgqJ3or++a3z9RrGD31EWavhvj+J1EB++m6Zf84sqn5942Pou8J+zURHvnJ9kPGB4MShf7/fyE+giSN+7LG74DnCqQ4QPpNsskwKTApMCkwKTApMCkwJfQIHIfJE5lD++ScZQ/lRmchsUz5VzKC1v1hWPxv3UTQXlSnRIjL+mI03Wl7QT3lcX5LzoZBhejGYbUYKl6yIdRgatPpdMRBnLlmbotz/i0KgxLWO2/hbXbd178a/20axx/lVvfvmBrVgii68wlGVX+q33+6xkXTRtMmK96FjLnqS1R6Y4lW43ku1scO/WHq/gHp5RU2DyHDOGoH97/d+QpXEUjRLNPeq02/cW4sXzDU1rNYFUtPtfAt3ta6rFOs4Nba/x7piH6K6cK8vvmecfD0b/aVBRnyu9NwqnSt8G7EUcNzeLrg5RnYjsZ0f2/jVtrro6mc/c5mndO3nTcDltuoobN6N3q99roMLQHzoWQq1XfH4pR3iud7j/M6nK0XviZLGh/YLe+UnoCc6u+xzhR42/cSZ2LSIKy3mLL7iGNtGlMfwmYt05YwwrI4w+Vlp6w8e+vxp8/7ITT6LS1eVZ83AtoN6Zsd4CPPcBT9nyUp9n3PX42m/xQuMgG7lmpBHVb5fLetKNw+DjwBlwXeOQ72q7J/b3dtunZOgyQEI9mTEvpfhhufzMSWiovqveCQr5PhD5a5Yt/lwLOuVf6ORcUDfrUEQpy6v+mcFNPHt90Heu39miNdW+uBTN6TbrPnx/kzVO428vo24JzlrjXuce9ilmjekg/4JPxf5vabo9Hwg3H3w1/jKDNMN4nZTVrO/tNGRbXBuVpP5bROa1pFp37S8fANfoqlr/9vpc07zvz+OkwKTApMCkwKTApMDfPgVacnmPaaQdhRM9GhUEjJhT8bCqUiVNFSgxaLhXZwwzKrX505BgUUC9IODk2TM/wmrBX0T00MWAGqG1hGEVwfQYAVGDC/cVeLaCcGp8JV7bsQA39EL4V1A0LW8ERPsrHNfaCO2mqta4ifElxp4Q+Ctx6z5RQDFSJgralC8aYDWKnZcW9PIM3MUnypYpjh0bf88KqJkLO0RRwiAtdYy8PUCjvUoipQXKPragmYfp17RseOhjbNdzvuf1XEBN/bt+HJ9wVPSgVZQf6SI+l+as6SktqN446TE+PJortfRdnY9K9gswFSIN0qZdi2BOJDD0rxTP1BkK3DXI1su+VSjZpjDbsYBT7hDOey1xXGvb9xNlT8tjDNG/40waSA//PPdPmnn0tOlRl/nNs81z8DEt1SFGYBcc1tLzt94Z7QLDuiioGl4Tseq7dKG/tfHlM2AVr/md8hv1j+ACnd/RZNu3oKCD9Z3nV/cZc/HCeX62+L2ibZQw5ujwS8ZlqqXfctOxfmTc7pfT/sX1CVrYNMW2/glHpGaZFJgUmBSYFJgUmBSYFPhqCgx5A3mxbR/2UFL/F/fVsmlkG2G/l5NO5c6SpSr9KJG/+58jFrW8+x2ykZqe2W2U85X3h1wn3uO08Vt6X+Rs62hEVMY3nS4L+Bnv+zE+R1XhKN+jM+x+z5l6mvQ5LY3f6d3tFZi3Dvnyc2Bo9FlGs614/3nPa2ikIem3zCyOom77pHPxo/CbpsDN3GNQ3bPXq3tjlly8Qbnr3oXtoBeOnW+HP768oUtptO4IYHXb1mubjvfqr70lUgz/GPxeiPbUYJlUuc+Q17UKsxxFN5O3nP8v4qXmSwyOr+EBIqvVsXse08973npHYoiTrag0VMZhGwbod+Zd5c/cEBd5ST3RbXpIkZutxLx/B3EZ1/HI+6xTR/RL9HkmeED1FChe+X55tHyO1oEiajp++z3IelPDHDgvffE4hf7HWoNR31lD+xZ6dn999MUVN4+8Yzgz73Ey3+01/kqZpknXr6PLT8dE/Lqfss7b1OsX57TqctWP732vloYfnNS6lGm2dfoHb/+dOKFv0Vyn7hf51cj6BFE4Bi4/gP+9j8v4mz1/s82ba28U8H+FUFmLYC91Uz/vXI9wmv7KGIvBLJMCkwKTApMCkwKTAl9LAay3l4Wu7iaCABftaRehgL1xlv2ANMygNERWQJzT4FQw685XC2AFrwVcjYB0j5ddPNjw3o5gqZJhcWyiMdJBR+jNHrhtqC4cU/crfqCDSp7pnd0HJlGG4Gf6rFeUyvTGMUJk0z1aQQnDELXoh9Fpr2JGqfF+DrmkF9abW+HbCMgQzXljD14UnFZIS7i1L+gWqVuDlx6YYK5AawRnENKwbr3HS7WTRi4w6HEKLBcH9KaEVnsN+JGSmy9rLmPWR2veZWHGvWmdd+aRx56PGX8Yr+JjhV3SN7chOIsr9y1N7WLkB3+9hRncIcR8e3ltDf/qJlIb2o3FhWPq4i3Ko30UJBSMeHZv6o6n2zs5H/xkOyPz9bg/aAQmBZlR5XuI5JSFtO8ajxvNk9Tau/f3/v/ljH2tD7/Cg9UFHA2YYifxz+nTM7ABTr+lvGE0da9k06FFgRdGjbIM6N1mLOGIaIpeqSpQGKJxWthrgHUv8vFudK1bxyP8vhSQibduFk70yMepISnuR41l/EsL+FHPat+Y3/OnQd732PdcPHoc1B9zuLa8cUbb3RtwpKmONT+4sOE3ydnxb4MzVxbvLmTJHX+KhsvlycmF+Th5XhfCLI/8DWdw+uz7faGLeWtSYFJgUmBSYFJgUuA/MgV6Vf6SrOS9C/LXQ+TaymNpqAykUyVyJfC7+/cwrccfuoX7qe6VD70WJ7cauoTveyB33DH6VQ0ZmTyRbBreMGBGCKOvW+Nfnokjxh5kYSOVs90QKLbKewcSN6qMzEv0dXQ7mkQFmolHBDfy4Q0I9ajk0r26LnqIUYm1n/KAAfyKhLsBqGm+jFuYTEeEYOfmR2bWrWWkn+sAwl5xbPXL2b9egANm0WnUZ9wiBufizP31RuOJbS2FV503foBxnqFh0hUj2y+R3Ddl9oZy7Tj6MoLStQ5pK51koGXo4nWK0ztozEvX2WPg/9E9dV9IRw6srA181P4dwO2NU7qoWxhRHV6lmmmqy5m41jdWWl/AOfjQJgY01y/Y99VIyljSlgFvO//kucwFvrz/uyMpy9k2axd9Uy4ZxZN0vcW3aa4Op2Pxn1k1QX+Gp1wTWNbOBojNZC13ig5bmJtHV0+t75wZ0alDsU4h9AzzGzlbZQNTemYgrruwzoDxd4+xr6Krx9zLTynd7vx6PH7mAOwj31O/gHFiYV3hJVnGXFuwNB09H/2zJuL30i2kNFbvWA9I82VCrPtTFfHG4Sb/PlTkfd6XIipIsJ5mFb5ZB76dfj9dA8y9qyhux9yVmuZe9zz0swePfj8zp2Jq4IeOAqat9jsnxX3OkfeynH3gB9bBXvym+i4s399UH9/fOve3v7Pr2uH6bJ5NCkwKTApMCkwKTAr8bVJATeB68R//KFZGqSlxIZgo4KBJR/HkOtG3CvVRKpSMEYLT5pOCy3WseNKwh6Ck8BLPS6JDxWPoBquKYD3uZx9Px0ER56Q85XwRevPkcz+uMoRueChHUVGAReFVQ+9+zoSqol3hIc6lJInnOoLPIQVMFFKjjKMBqBwkleyIqIwRrGlqT+KqT6ZKsThguNsbeYtgOBZUUsd6y1xw+lBRMRIuCpMpZ+LBKjzLFpe6c/LrfsYqWPHWVjlQ8Xqi9HzYX/Z7HUZyhPzio16oEJ/G7VI/0gllkWo6o2ffF8cEBT+awRPlkPcmyg6GSReI9gf284HuUToudXvxHkjkXdS7lgWNpB7DcB+Bvhs4ng8KBn/5UC7Y7Vlo+BGax2t4fAc+aF6Pqx+N0kfSwFV750vaUEL/20s02UOJ1E9H9tB6eSE9m8PjLO/T+XskzJvF0ajgo7zJy5lzFUpnyb9L7xz3+f94dLEOQ6186h5LzxTxdcz5MwJfPjM1mvzsOwAf9TfpGvzA4GHDulbv7vv06Tud71bT4O7Gs+KkwKTApMCkwKTApMCkwHUKRNa7JUNfb/r4kzvk2xOgLdOaiQjZMI554Br5Upnoi0t0HlKDanxRj6HX+wp4iioOs6b+dX9S9Vr1yy8pmSN1fbM9mcbWSMaSz7d6imptl+saDnQzwm9H9G/2KR7GhJZ/P0VWTUjIy4kIVZ+ALCK1IKZuuWLYZxePcWRFf0Sn3O/dp7iNURdrf3zT8S1jU1/WeVUcnePPzpODQl5/IyNSoj3hg2RGegaueP7Pl78QoXyAjq/qHRq34knwJDywOy9xLn3D2KRhXWfp6C01Z+d1r16bzp002gej0Vv/uVr5mQdjvKxxZYue6PKVdWphowVszaPrKZZOlV3fCvVso1SNoHTd533rBcwXnRj9rTFv5x7bI1PW7e+B+BOZ7rud6FS/QeLJ/aDr828s4/3IFnIHMi3Ix1lXuNYndHb+cVDYbiF1rfa33M+/A0J2vVNDu5H3rPdA+ywdLNMMrnn3XQPFYM13viJpv5mmHw3ad5tMe37bXMvx346s3y5rDTokGfnrd7/onGwFGdxfGfePxjafTwpMCkwKTApMCkwKPEyBH0qxGwLweXMFgLivIRirxGBk1YNPeeiwV6DwTwEBNTARcSp5KhFEsEaaVAz2OW0WIem0k61iefrk8tVpfZVnShs3YwTmDnhVeuMxLnAsMcb0TjwXmRiAOWeP0lvltL9bNTfPYmwDtyh+4qi3rsYeDTxF0k1tTqWWtni8u9VcY2gto2ZkMJ48TL+mN0IeXabfzAPC9hvpdGI8fXMhQYM5KoOe7pR48tlWu5C4vCn0EiUcxRihN6l4eBSgMkJ3ZOsHCs1K15T+KE0YOvcI1ZpcL9FozCSksmP40b16VSDgzx3CdhmBWRhoV/iH8BK6BkENnhb4JynLJIH4QYOMNw83PwtWtGV+RZx9Y1+yMKPyX7tm26A9JT3fltUznLt6u8ZRACzcP8a1iON/hebATv/vaX14N07wDX/7nhpBrGHaPa3ci8h9gcWZ8TSohf/toJei4AfrU2nnOxXja3kXyyDx4G29YHH9bICAWQrw7Cie0CxWHf4JxRN4pCJ3waEi07nNGArcUJrTRnzqvd0Zfb5XMeH7Q+pyWjAvjONSl0vfpyddtRRm+Awl7pgIglKXVaOrWBNsxotXZPee0cyko8bpIOkBnaeMoSFveCGAmkAFNb+paj0dH/jjOimkNI7HccZ3vr5HPquywsniB4p70pX3QtVYiAjO3STHc3xOHkJBi/uUm0JO3nexz+/16Xfn6fc78OfPpMCkwKTApMCkwKTAfzwKIIMmPa8y23kpuWYRX5RIFplnK7us8s8phG0dnkSuVS5UflJuBVgJWD7kDvcH/NJxCm4cNgVM9O+eqD+3Kilp1OfAWxQiKz1eWr4v+R+cMWa43+puT/Sqehi66QFZ0ww9JXN6XMcWWY9ulcwreg5dm2i/AylI9+q5I0MQ0vpF5Cqr0MVHJzfTGhySlcmMWi+mV/5zxD91slU+FpdrpWhWT9V10c+gqfvVlqHYOamxOdzbxXr2XONa9Cfbs0/lca8BC70P/cWaW/x4mHu34TOKGH+phSy93zH36m2uZ6j7DPzeFjwL7xVmXbe6mfrWpW2pL/8GDu4Di2Fl4aHRRjrLjNYf+tvSzdpBnUXfrdMDSqh6uI69O41Q4FoOw9Vn4J21b2NgGSrtv+ipnH8w8nf/e3A2qhZ6MIjSyXx/CtBH6x/N385VFXAKg7BmIKfoBPCKfqO+nixiREc20cRmw+sDwMJfidrnfTkecEZgvvfoTSEX427Hg3rfu+Xjx07LXZNR21Gp+x/JjPbGvC170pq3Prxb3xEzQ2XMyTDFtwNd8EechDtK2Wfi6O+Bb1LzU9YIuMudgWzPfOl9uTl0T88vrzvkSTmba9hDrz4aEQ6v9CwcxgvWK195kq6o4Xujvpe9Xl0LQBenz8LE34ZiPxu8vHywrPwBhQdfhBffzC7H+hN0MH356Tj7/YNGOsskPTlbMIVXpNvIVMAZq1nBKL9Nyj7yZHOaeo/92D8t8s0RFmsG0PpFIzDrnfaZLw3jqvmVtrxXRClnTYq1IOdbHASR4Q/auvoROl9E8H6ab+kLwHcl4H2Z/YfOoI+sBUG/ENzxOdeuVYIz63Bvfgu45bBDvYFfo3kVs66QdvNnUmBSYFJgUmBSYFLgb5kCWh1vFxWiLjFocsGtKBYR3Npj1npIDqboxei0euuVmJRnDecbjkn1qrIQwUpFzk7Eib8IcAo6XrsYAY5GkUa49P73SS+lUKH0Z09XlWLFQPHo0uccIyErFOvRCd00SGZBo+t+9mhfjNV51LBneqP0eZkNpGXZI1WvEXqjeJkSug1V0u75UrqfKpLw9D4sEbno03S5Bp/nKJV6QrswUvzVx4/ansPs+tIcY6OesW/MVfYC6mfnbd5fJxpe5VGvVhYpsr8XSuvpfJ+2u6Zg+34lJY8emaYcGs4Dt2CtkGteavENPkc5dbHp43ewx+r74FyovMCDKN+VrpjUWOHjrrf2eP2MuoBKOix4aI/3qd6mrVheG/8Kz75Y5IkR2oUpufJnvEEovnmPHuDBocgZIb0nKsEU2Xs1N5QeU8oFUX7tYz2vsR5dAOB7cdRzeo/RNIZox2bdR0vh7Ehes9AgHqbq/g2AfNbvwQW4jsFxL8rwhTp333JsZfBN1Lh8ErX2AZre3desOCkwKTApMCkwKTAp8B+PAsoa/v0NlchSylri9fc4JeqIh4PfVueNPPZVeCNXEXX5FkORMjDSXllFcv7hj3iZgQbjn8bKJfrww4Z3VpAe6tCJrBW/VQ68JqdfNkBodvo7xqbj83AcvROFtdra93rPuZKGRlniIEskY80desoweK116+wyfj5TKVEvci0A/WqvXqJe8RUFWd7I2leyOC14tUz/iR7UW1gb2Gc/XTMRXaLRnfjH6ZM5hh+j7mRdRHifwC9dDxjSFZiv7Ke9S9YkLuVfySDeJ+9YGr77MXryTb0Px1udf2NrbTK+q/3ojaYdAPNeuTZTkbSv8u4tHYyuysDqBlmuJ2HQdasioz5HiupXwTr3X4bvhfGFxuJMNgD08h5RzeF6ddIy8+6WQ/5hjMeBoo3pXn9vkSjo7Rh/K4JdXlPnbH2b/rc8HYd816k0Vrt+ITFt84zOTbNnS3iVedZZmvevgjXOgYm7kdWmqjb1s3p14SsffCcbnGOyXIeW0As+0WnIdRODG/Y6leRlco3JbyiRyqwPHcC5ItulsX/fzQ90McukwKTApMCkwKTApMBPTgG1n4c67T2BFQ8UEhSBFfRLj9UzUy8z0+cgTCAMGQVbQkbV9/fRPqvNtd+Bv0ZNjDG1x5LCPH8IbvsIb6tAYwRglHwEIW0o2hwLv68XKvWqjP9fjEt4e9OTApYCZBnSzsakMcnIPg+cH7OHyD2GuzM4Fy7bTqXH66731PFmJFMU9SgTo+FQ0LKfsRWSZkplXuOm0ajOq1G3Cu+fKcwLLr0HFHG9zWs/WCNPUW410iuEtkKQedz0pRALrUyhe0SJOe6NYjTynEk9r7tpdvtUf1T41bHJMhr95O+Fhz56V8TXBRqJiicouBsB29641XcA1+mFX+2RNs8eUhomDy52SHudKijxCBfGx0Vso3wD0wjnA0ZGx8dd/rx5HU48WpneXYzreN8a4Yxzh4Zg1ZlVaQTMHSULMUYysyik8fWIwmG0wekewGC0nbtBCz3oDzGo/yYG2z0pmHcxioOLQ7m3AFvDevZM0sni+Evg8s3a6QlvRK7zF2IBcV1UigKHJ0R5zaOMurCl93IU/EcQOEV0l8l2sQyv4jej8n+fWVlrrbzSfFHP7HP0G2eO7TxyvqVhvz8r0M0ZCwAj8j+eHr7bKoSAzvxvas7TSYFJgUmBSYFJgUmBSYG7KaCAtsgjyiwlq7yXL1ZZp2BvZZo7e4uso9TL3yL3lJx0Kj8NLBT1Iu+VYe2FqNo4MKc7YEQevLPve6ohY77E+FvGF5vsI8AWjsF7gXNh/OpoRHBpPMn2PI5RHD+NZ9MeGRid/Y00tuUYiD7U4vCC160Taa/4yHqA+opyPjIlAnbk2npqhYE3pxdGKYiz0viV7vqG8XeHI2alA74PwhlALhsbafovwNJgzSm4nuggS733EN7fQbcIvf4naho6RZy3e26r9qJejMYPkdd1g8y9+of6cY9hALtx6JTFRS30wKQf/xNz7frCikWiLPPuPEnXOJEKEr3ZyFQMwFk/AGbU6fDrDUQ3jzSmGpl4zL6v6NKMPry+qfP8afMUEIKTOqUOIP8MD2jog2+t4rN3ZUt35xwDcBy10dXV2S2jXVqv5K1nd3L9qHz94FqRkb9xsoAf1AXhiVMDpZ33WA0oqLWbXaJTabKZ+7Wj7fgujX+t+diZmeSk7S9oxrdWnlheD9fl/B7an98h102Ye7J0HVkDMeygGIgG5y9RWn7XjwiCU4y/4BwdeduXa4zQi6xmrrHszU4ADyx0Be3L39AtjbfwPnvecz3gaPw1eONNJxcyRjgcPnTibEr1Svmss49rQ5TBq5VRwZ2sP7vGJ9BZJgUmBSYFJgUmBSYF/pYooBZxf4liYHUFTUryZyk2KDWUAFeKiUoV1zHKKuggDg2h7VtltwjA4mLaGAoGp8NZxGKEMYXMjEUD4sAtgrsKZjX9/G/EqQITIw3Rg/ZhB0nfxKNF+N32xk09ZmNcMjWLBvQvFBYjYJfXpUMtQ56GPb0DNYYNgU/6pK59Oxb/qIMWV0ZBDUUqjxcHwf2PStHHKMhyFrBvr4RYuNAZVxs6vgOpSqixWC9zPYWhr8J42j2Hl2RPuuE0N7pd+PcWaeYr5bugEqN3pXPOUbjLO+L5PUXDtgqwHtCK5JXCPEL8Pc2tY9of3tM9NNIho6K/eX8FEpyuAZKOEoFK0jUpmI0Cd2FH/mRe8r7Z/tYc+bxK9szJXP0X3kuVDj3QpdnaflUIebx8b6gCDjvTYtOX+zMnpdXmefXwwW/66jp+o/ScRmHOXj2+n3SZH8fexXNpkIccwZn9qEIHldjPFMZtMrB4RbP4GEN/vq0qZvS5mZ8Tusjf4XUr9Luy0nBLt9voOTb/aOscyLv5pnvP4lEemGVSYFJgUmBSYFJgUmBS4BEKKD/wF7kY+eI7xInIgUOWaZk0esAtPEf9IITsw/6vRxb5t+lpb7V+/JnyGRGNGDQOyOEkPuXae8pw/nn+vsQ+HHkPEwiy935P+t84hErIrQHlcvv3EG/cQZ97O/weqKTbbcfAG9XfPYruKF7qGtCTLX32GAKTRncj479r99GNyMGOD2mZtLUHIkL30Uc+wUzRBdw/mRTF0FTamvo7hqct2PT9EYLb5/DVXqddDMDOW+bV46ac6CGb+1dPB5/ECKWRspzEn3+XDnDiH+BA9KnlffkK/kGXQm/RkL5zi7D/n7030XIlSc4zE8jiSBTJXijpnHmDef/HmqNRbxRFkV0JzPf95hYI7EAmsrqr2v1eALG4m5ubW0SauS1uutykJva5hwYP84D0YiZw6t6Bo5mwSh9iYoSR5/0qsZ66oTMzDABIHADUB2OY1BFWJljN28U+a172PDe1X7Y6bT/XT6HxcOVaR3OthL5N56sjszog6B6w5WjB13FQ5GPWIZLBivdPsriFlrn7vV+Ze9ZE+BvgOoTvh51rIeq4lsYj9bzgc+mcq5NLU9YfLElHV+NZ9OGnn88C9dh3Ad+x7mLa9awz+XdsoW1DcU0CRwB18jhWaADW2ecFz1R38czvgp/vM95rbm1genuZxAJeZiZM0EQiwV3Hq3W/yphwSCVOxVkmBSYFJgUmBSYFJgV+YRRAmrldjlIrRRtVzETIV9hROojQZjScRiGFOkAiYOzioaoHsMKoEZ6mF1FI1cinB9rtfj9190NjrsZpe1WgMcpPfBDOhrG6BEevFZ4bjFCbHxTcxA/BRyMkiH4dvxbHVdwdtRHRfHIZwzN7tyjPLimqjoTFEtze8IAtY7vE0mhH46N6XH6iOK6aT8cJfRhz6AQuWxSgGO8VyvPRiNn4ITh2vyh2+43zrZKkgVQcP1OKPjUvHEc5KSF0j8CtqCptYpAV/CLUjr7AJ/eJSt2Aj3OdNL7hK2H7eVIAR3PdO/EfzhdpcVDkN+5hFIWk6HEfrnMHKnjAx/OShYrNosDCcw+UhffCN+wlxZ5cW8aY/WLBZUeFpPG5C0tDKbjA1xu8mt9MFQUf7bcogLpj95xehNO0K54pY7aKo3OvAmF71GRSGD9S8uoQD54799HZEmW9I92cD5rPhIsGzlciuIU9Su3BJE2tgKKNN7D7X+3Zq03jrTHbljTP0b0vcJeXfPiiFKmo/WfeFiqnOlsAyXH5/pDtF01z8JTPxrv7ZmkIl+/8WA441/nt79CDKqXI2xHG/Y9/Dm77jtSG/3f1wsj7yNFWATdwdB8fI6iLBvTvfOY50bv3Nj6Hu4cjYWePZbvphaHqcH5PCkwKTApMCkwKTApMCtylQIlNyHM6zinsDL2QA2SZIUtdhXIsk1yu1nWERRlyT8nn1aWXzfCSEtGp6lb/Xkd2MqsNW3rsdMqNnK88NWBWy69/i1vw0AHTbUx0CFViDVID/rpPpGBv0eYwSo+I/N39il9lTs/XbdbH3FpaenylBC/vNSy3N0G2jeOq8Lp369wpysWRwtEHEpWIUdW0tIAIZpmfAaPn5CbIxklCcGybZJ2ShhosgBo4axreBFg3wSO6CzDVZd7jxKlxZCVHH9H1AZijinqR6xx/3v8JuV7DlbpR6Uchj+MYdCg9R7PLLfzHHIxxukd1sg9lLcNOQ1l+pdXtUv07Q+g44LZ/+yMqEFtTJRUsYx96RqA4DqeTUhp5Hd/7ThPabnjW9x86K2CgVD8PlFM9sXHuMQjda8VHux1rJdvf89HZdlVnzUf3ELpxv/QjNSfnHZ0a/Sv6OsZUdVG35KkyCJGTwqNpkxGgJ/2I08Sbe3qDW9+7Oa038Lp1K3orgPfM/45nbLsnutpIe/ptNbXqNBTwzfuXc+pU2nQiahMg4b3H1iMa2vO/PZ9MobpqAh9wDkm/x3wfWobP5QC5zgxhpFDPu6i0f5g045Dvm5+fx+l+iwMtXQeAf+PIYAQtfALaRilvOOhnOGsGRFTvdPwgwtoRyCkhfd7z9/t8XQ2xkWelmWtirEPBI67ZefWdL0y/4Mm6EunVt6x/ut7gTuoJBsm0fC99XzfWCWlSYFJgUmBSYFJgUuAzFPiEBBhRrfrSSKCUk+KvipSiT9fhNxGICkQmcUHdMf1wNzmqGyAv+LJvRR37wYMw+12gMGcBAuOVPXg7OCrCcU/j53tF2kYheqnxQ3rYYYllewydG/AqxVCjq2VNs7oC4uAsbgieQZo28TCk7hCUR82nf2IEjgFMnFRB9bRUcL22rxR99pxlKM7lf0ZRqgTg8SZ9Gotu4Ngt9lGCaeGDgTzRjZks7jdPpfLytUlKZDxgs8cJdQWX+TP61pPL7RYAJwclr0t7Z8y0vOx/G+O4kZaPlB6PCyEaXRHCTU8tP6b0/XF656ccKFSGTHlmuqdTRfoOAG5rZNQDdK8XqymKUKqEK2Ufok54UbWBRQ2fI/iyUmQ1U9zHITVUVNOhyrYetdAlKanKoGmdVr5Sf/kaNAMP00bXXrymVPf19dAIFkh1IDw/tNVpxZTO8M+OSGBTkS8lz9lYAlnec7SLZ7LRyBqBXeBoHAbMBcD9g7wVjLZgocS9njdZ3HLxSH5p3r9AF2hZ98Ev6e7Fa9Vf7lulcVvdu3noszQA5Tk64HCz2bw5KTApMCkwKTApMCkwKdAUiPyhnKVAze+3rNwrCyn/8FmMRUPuuSoH2Ua8MEhgVE12nYg9JRc3+q9B175YcCcq1LSmJXt2D96zDHzrpL7B3ZTEhSfyO7pg4em1bjd+n5bzuiP7BYbOmOiAGgYK9gV8usml3xj5aaO+vyfy0zS66ArlwEmDT+M3OlMWxXH1bYlapa+e20v4XLsWHpRmODAz9zrFFu0P423xNyCeEn8/MAYSsfqO0VI9JYDCVAF1+LL/7m/M33J+qFVHo32MZ0Z/jzWDZewN57TdlXPXH8ikZNYj1wEK+hqfK+1uXRaXMb9x/JeuGH/j5B7+fZSITQs6A7+ab50lOL9Exls43bxHP8JjfnY48Wr41UFaw6T6v0bURQ9dUF/htsD+d+YbR2aiqePknetPzscC68bBQl/Wq0IH+/iv4CmdNfTxzjqiz8A1POJ6AeMx1beO3269RGrywlLd9vn1hBuYXrxV0yff4riNQVLn6yKrDuGn9KqgByOVXacoZxzrOCZbVctlvHXK9e8o9uu6ie8IHLSXLrzumb/q6a6n6FThu1OaHk0G5z91sX9wG7xt6ucDg7jex1pO1vv8mwT+42/mssRB65+Gvj81XWZ/kwKTApMCkwKTApMCUuATBuBjwtWeooo8Ch2mqVXwUDCymOgK4eNHlMIomK38KiR9T1FhV3iJd16iSukHQXiroq8QaeRvF67XHqRECicEUQFOhcOxHMS9rv7Z34pkLXjvKIY70q7Yg0affSIoUcRWQn4Ju9AQz70YztFKtnEtXQvEz2PTeOTX5hi/4rWsQRqvZY1R2bvJORyurNY9FOjnuUbAeHkjyG8Zj8puaKuhcSgfh0YPHgELElWkKQo0lsLdDg9X0zPZ58JTp+DsT1qhDKFY7DJ3g8+Y/8Uj97TZlfOuj8pEjaEkG82L0XObBQ0VJvrLfF0BwmX3wdqZCk1P5niz6rnOPD7FVtVPpYtz8cMIXBQ+U5uHzNznynnx+igDz12cCVQWifrGIO1eX7VIYb1V/W7Xv9C9IseH0pBFA9NOochhjC6D7nrOb8CCIluVv0TfM18uFDjpeM5mHP0M+LvwUcGTbiq/eqpvxd291JK2DR6OEwBN0k5QV3C4cD17G7NgpafxLq7fvgMONG3Ye+4lPaDKUhwx5FGUwyx2VaQ1DSnifqX/3D/9qrryuIs7u+wvjOf8EuXgu+sAb1mYEEzG6701/U/hXz4/bVE98E02AJ+jwxg+G+F/ud95dVJgUmBSYFJgUmBS4JdIgZX8o9wSWUKda61HHM4OktYpLUoiuS/b0N8iL55KNZdgWscYUPHRAITxhz1gt+//F/t4cg+EyujbeuI9mKd9rM+RdQGmESMGAiOujLrMoGt8V8cfmU99wRrunUlEJVlvakuaY1que3zqmD4KC6O//o39YMvoog5XOK4l4WuQnWP0P/Su7D1qZKKOqmb6uYnmI/MLfgOITsG73e/QN/7INbfXATikqWjBZ4xY9qt2Z5t/5Hc4hT8lsx9o0fqc9DKyck8kqDrs1vEDvU2s3aLrL+fj4DKXwT/cDwnYn3arM3GWbLxqaRrW2dXv8FL1oIPrj5v/DxL8+e1dXSw9HFoe8CvY2+xjTPWbc0n7MIyVeG7UiXBm9TgZANBtDuM7xbnPq0Zll8Io5R7KrEvU/qrWcW3pq0U4jcmgYYxk4GuUJ/r9lnGU00XT+LjP0sXUyZhb9Wie6c07xlXeHcWr6z6O237pbHkg4Vtp6/rLsnzXNLSHHh+HzHvRTOdtdGy2LjJDnni2Trk4aDzKS3bxcIFG6rVmAvhA108KcyNRV0+FCI53nWDVwz+Sllj92nTvri3xHsjfEWt8b5HPfd58v+jkXtG/7lvs8yxPSF/p3TT3/F/BEwd991V2LPBC1tjy7ub2T1iktysk/p3YuOapPp+x5Ae0a5/3PY4qWzMAOiRwvp5R7vvWaul5lkmBSYFJgUmBSYFJgb8ABVqK+WTXCj98ECprzw68C5cIugbtr0IrwhSRahqIFeY2aBplXBHGd5XCa48iUYbFYagU57V8jyHHSNuN6VIQ9Mro+Y2CjxGE7u2KwlgehIOOZ2SAdnhUJzVRBLmxkJIFj7PKz1+I4E2z9q7Ww3rbBh8lc+f2AlijFRUwt6YUZn8U5/VSvQtNr1868MGOxQj3/ulUZJW2uvlpDaHbcM8U5MzhFkVZem0R3qN8OoZPFxV4eBq67JwzPSfHgkRARjm5BVzDoIoayrv4pTyJT+aINjpQuAeuc+R8LQqIQE9p0330r3yEAmMksws0GNb38Xp+btIyfg2lepAbSYz28ByEEIA2vg/cV0f+QTHMYsx4IO/xtvfxDteJYreDJqGFWHwGk0Efoxb0sIeXi5bRiq7AdKGLf3hS1/5UPMcskuyyQtL0pulnSqKRUTbh4fAz/Ha/0GdoZt9f7D+duYDj8+0zJV99hq4BNL8mBSYFJgUmBSYFJgX+VinQOsZ3jR/xRJ8819ofXm/HmBLjXBxg/wuGMNMqtxOfMo+fV5WSy4wS3LN3LVg+Dngxqm3B8Z/4KCsrm726fLx9fKDjsL2KW/E8XxhTZNB3dK7f8jFrlQbWVxVSlOKg/PH2e+BiGIrML2xp+4x8KrPU3FYkLboZerXuAF8qyu3iok6//QN6sYag1iG+BHlwy9+hIY19PA8W2ucBo8N+GFm5J/2zz0BZlgv356GNFtLfsaqrcNxrKdHB5VXn6NHCPMBHew1TPCvJODUo8CiEx+o1v2ogrXUD06rXesE1CGse4disTdDz7R193DWv8P952+KD8+uPXzmmr/hudr+lOc9aHJ/XeB1D9fWxx1nCrAPuUbxDd3/q/XMM7tNnOq+Y8Wu7Rc8+e14Hf+S55D3kekv2fXa9xXvXx/dphO42dN1HXtbw60e8xzOetvK7hRWRrAPomG9k9TO8XhBe/y1urBmyziPelUVPGoq/FDUgwbVH1i8e/oP5eiwnxEmBSYFJgUmBSYFJgb8cBT6tTZYeoq+wQg8qFErZHkHT/VKzd61GBITid4VUrYN+MELtjB5VMI1y68BbmPocES4K2AtIzM1EqLpPrYKPhsWNRrvgoFDHYQQjBKSNxh+jczGAJsIPQQmBrj0lU/kTX2v8pJmiZdL4qkC4v42KE8awKKEIZIkE5mrvU6ofoomWN0nj4t6nlR4Waj5U1v2vG9T8DQGbcFL3dN4yf8HDqOQI5ODz0cREYYyV17qgrtJL+Od+a4qcP4MlXo+QcWdIKPP+rJ4aPDWkwUFGO+9MV7T9H4D6DbBNHeQ8orDJNypby8LSGIN8ppE8obEYSFHGY0CGzi73pEno+xjlCn/4O3zKXjQx4GJUhq8zh4Lh3m7gtaatx8EzVVAsd+yHpfKFcb09bh+jT6iRMW1c9GD/MFMg6yXt3mXSw/2AqMDntNS1RK0WVaEjZItXqLMsjaBp9jqCy3qaT8Cs+Uecd+Cx3evx6r7E8gBe084XEKs0LnV+rGQEA5AgBZXe5x+k3oPv9ipavj+yiCAU+afhDbD8LHOi4vLOYto7z8buv4M7eMRDePCCTZzwW2XAlxI2rT2b/wH2ke/wjpdaeWcJROLAlxm/tKIB9zbv8NieBR8yHBj9IF/4RrTusyVrMcKEh/U6drFwIw+bMn9VCoe6sOOeUekxxC/PRPVftFo15LApEg9nh7QqdU+e4j2Is4FR51b5S3kyr1Cbh5MCkwKTApMCkwKTAn/VFFgkDGQlJagyrkXHUpZahEwjD++VhnW9XukEx5AO8qb6gjJjy2LC8xhNBTzcFmWjUS0ZV5R7KOguSqifkd/S7OTLaLuNMj/Rlm/vyIlud5JFd2XJGl8nYz1pWpgGd/U/FvLZ/9V9HA96z2mL0/OCf9EogazY8qGSu3qSRqI9WWc2e/Cl375/mxbMY+aUOZCmRFO+7X9Dewyrkcelf9P9Mn6nVz3vvgNaPRn83AJHna6yIUkT59J5qxnj4Eqp+W89Bgmbf+jbMZCQpjiGSmBE2EWCF98VSzUuV4BzuXjKbX52b7/jzH1AwY6GrdM6ZwVyNzQcce5OCr81/I62dQ2gnL9/Q+2maa24dP3z1n3HXyO5qUFX6ntJTe3ev1lzgA48o2FHrqgjW+qpWR3dJO+Y/6FrmU55j+6y3Zqq3MhDsQNu+hemxfk8L9UN9zSq7n/HL84IrgeAY0chF4bnbZ+7Uj0VH+CogHEy+6Ry2XeHupEUDtsJOHoVj286L2qHJ8wuR8S8jsjhyRDyMLaDo/jh2nN4WntNX+YoujvGX2i8cT/aMErhlGcltPW8tHH1wrd317PQJXeu7QBxNQ57OJQ1ngXzcO+5o1P+3YovuPtOMOgjunVA2id9gfyWRtkejaCIH8nw5VZxNUej72LU5xB5snbjbbONzvI6svhOC3GLpnn/ulbG50P+ZE2xt2vKdnN5Fnyeqtx/f4yKn/45zFXt/wx1ff+6hjD2CvdvXRgbo+/GFP/g7lOQYY2x8UfxBIMD3JMb83RSYFJgUmBSYFJgUuBnToGh+X5lFCUoKDxvEX72ROVtFDyWiEeNM23EwMs6AhXXEJH2iHplYFgLn1/B5bxtUgJHqVPwoZ8IaHpSc5xIN9t0/3qBawhGmeVapWUuw6O1XlakE4LYBgOcCmdFRKowrYt0FS8XK9RKmCqMrSXIORY+C97rds8e28cQ/owyjdKG0KshNwsQF+BxPa0Q5k3v85aIRa4Ep4MKeaHlQ5eiiNlD4OlhK78g1Aa3ayCsD84oRvF8VOFQ6U2U9VdwgjbgscMDPZ6gMTaKD9fDPy3qX8YrRlJSou13pN4ydfFX5ixGUpwYWEgKL2Rv4sv9nl3tZ5C5y17CGO2ljSmvenHkrM3ZBXnSEbifEJ7kH6bGZmzyyWChsyaXLvgMDkW0orV5P7Dw9IZzg++Ex4pzOvY1Mv13Fhwea3lcS7OtyMg3td+P6eZcCtkvC4LHLeTD0kfFVY9/HBQ03IYOzxDiFC50kcf1mFb5JE3TRgcGL18s4s0n7zQrjfYX6z54MRkAMjk0cCxfGc+Dfc5qkwKTApMCkwKTApMCvyAK/DTywy4CUss/t8hnHXCKDI8+hfzc+l61Ur4tGfcWlKfuISi636IplmMocME93n73objdyR65NmlI3XIF3eYlRTk1Ih5fOoDqaPjBJ3Lksz04x8JDJ1IONwJUPIUfeF+lJ/i5N/HYszLzF5nUDoSdgfD7aAHfRPZV+uf3RCrLF58oC70wBn38CyqzTrGuG6gfNK+Jn8efoYM8Kk3JCKQOvPT3JK62U5cODZnnZf4/Oe7T7oUnfmRRet/q1OuawGmlR84xvSZa9Y/Qj3nn2alsbI+0faTOmBP4x0xvW4z/Oxz/44wsGz9aNP4lA5X6pzog5cFnuio/+b3Q18xmOJPnPdD81HPY5yvYrhdEpzZqXsO69y7UWzV56WEcQtjOCGPkD66rxWFbep3joPHXNNX7PXgms9ozE/JCrKG16zxJY+87N2tPEg58Mg/VV/bOTTCGawXOgWPquag6P/23uEPnpF8Hd//WGBiBobocfVhfgb55tjS4g69Li8UYfyF6//REmj1OCkwKTApMCkwK/M1T4Msa5cHDTeGDgnAcoViv53jRrQWLoRjGyDOEcS0pKkuLcvNaIarwow8VICMe8Yos72GUFPuMEa/7dAwITkaSZiwq7Qp/lhZau25dffa76ZXIUo1ejF0DsF7XqiVG+4pXIj4Fzql967EchYhU2tkzVQXJ8TR6VvtCCV70u8ULfE90ZxmA2RdHL+tlbuyg6FDfGg8xFlOnfJuNaJZmny8xLTMm6bM1GltvUOZjr2Drb1xxNdBTMn8teEM/LsbzFgVprzEPZwQjwMvA95l50xMeZBCg3eclKZRJY1Rpi3100uEJfUSsi9HSTiB1t86feyM5v600dL1bv+Jdz1AMtdlTGMMg4zMqvKJfIU3m5dIY61q+pZd7KsvzGsjhKaNdd/DhwSv3Fi4VueC+PJtEDGCMDn+gMNFs+MjeAnB0L1HSURJd4MAh4gcdEFQEKQtfD37j+ThyUuU5zl7GpK1Lmm1vygBVXQgPF587aWwU8JZo8x2K3c49hlHz+14D8zlJV+KnmzgpoN427kvmosc/jfmWzMsAuuljv4m+p6op6eGZMogTJzLAHdEgEL3B+4KfT/Y48OrnqPilCOmYfAZnmRSYFJgUmBSYFJgUmBS4RwHkKRfLdciMbPUJoexeF95X6FGXjH6i3HKQgFpestpxQa9QltTJTvkXA1BkaK5dwrIy6Aih5aJjaLfODMAzku1tQ+piDRvoEunjgOat5txzwyQdAH+NOGZ0JSBUHx5ufwd8elD/dG9QUkCr5ygKP11AClp+7H9dGb8yD+COA+VuCaV8GijjVfpm/G59ky2BnINCsGnwHCmsrXEWGV8jCbrQIk+fjPs6/xzGYQTmO+sdOzMiJa2yc+00qzecllP+ucRthzZlmFG3dmsqcHWNIBGdjMFn65miQQ0jv2mA3brmdcUxiQsfdKdNDNXolWYry/NS9HgU32TJUu9C/0rkOOM8p+NXsdeoTORzDOumyQVv/oWPxjrHeu6bz9Jr3hHyI/u9EkldmZK80/NxOsdfxXVNX51VXEOAthCl01UnwMFu5AmvZy2NQzKh7dkqqZ4bopQzEPF0PSJV87uO+R4XXvLjm+vNlPWseahT78lUlYxVg1ahMfg6QnHd8f7xPRRnlJcb/h8fktkWjLR2f/BkM1ya1lxIRteT5FXXCbZZK/C9WXO/5p2l6U9xgAOCvOye9m9EAFfGQCN9DTJxvnn2eYeaYluq+151JPVp/v0pEJ19TApMCkwKTApMCkwK/KUpoBXrRUWBQu0UoV/BYhibSjjW4FRdaej0moqt9UyTlZQ7nH1vsT8+kdBUWMVzPXzvW8APXCM4aQBCebqYRqsqf+FbGik48nFxQKXJKN/S/AqP0MguwE3NP1RTaFOwa+P0K1UklAalxewF7JwpDJtSRhwoq65CLW6YEplJjOKhMXETT2MaCOfLhTnSg9GxagBHOC86AHuFy6EbsJKeC900HKs8w2fglmjrz6AVHgDuFmMjadhCkyhSIDEE/wMOl4+2GLD37OMFhYHjooF4SrfL9S9dLS9O2xspi7KUCGD3jFXZGi3EJ8/YJQh1LQovc7vJnmJGARsNTDsXXBb+u9bejsA9DhWm6XL+izcXHK41vXBdhasM5DwDpnnDsMzXhZqrSwvN8XA2VbiRsokAlj+kRbhz1eCRQx0ImFsVP4yeSe3k4s5oejZP6UM85Qsist0L6kNew6Ncx4y07HH4znu01Pxto4jiMEDkuPB3SW1+CQ59ZM6dQ2d21GkeeIoWPVpxBQ7vo/27zikuXBa/PjqKWW9SYFJgUmBSYFJgUuBviwIuL29xZNMZM9mNvmX4yiot+6jLPVqGscfUv0YrxrimzORHQ4RwhD3kqEUC9PqtspadkIkpG4zTceBDrt3E8IYMFYdZO2nZMFUvfKkpgKsRittfc4wuE4M6LVvWt49LYI5kvhVeLRMe9YZja9Irm50IOl6sc9RgdSJsZX+1ZaI/yVpTBnORuoTYqunZYdN86BeD/tJvb+Yk9Y3olKvBn8G4cyHRcOrZOpySIhXcTZtasv2KToLpbi7Ro+nLRCSaLvSDjuDa3HUHk6u3daKt7Z+ogiFn+/Zr9BKc0sGj9L+rTVc3eizNw/8x9lD+X8DzWenrqyafPnSeNdQaLVn6TxEPXg+d7vSV9SLqAMYIUA2BOgFXudN21HrmR/rGeIphMmsDPF9njss9vwLWoLqiV/hRnTNrEupEl0rT/9K9Z68x6+jkG7O//YgzANHV2ft3ebxGX+HXcZx74uY+uj47BhrYr3Tmw/gWx4cFzrN4Xa4v3EoL7xobaxM4MrvtW29tVltg9byO32Se0/hbc58ln1eS8DKqq6tjHrPuh0MA6fY1WpvJMOth8sPyHuA4ax/i6lqFz9OLibjC7N5h/S0QJ7eCMjiBZ9AI/KWAG+np92SNqz21XQdzraMJ3C+6pcE46Pun1+f5pMCkwKTApMCkwKTAz50Cpam+aBSdSrYMpipDCh4IrxGeyudso6BiiiSMr5oVks5W44IyVIQShcJvEj527NlBH0brmcbWyNLsB5x+FaL4RJYrY1DSyrpnxlF5DX5bJTcMZ3pIl2ckgpmpuNz75B1DVqKQEaJbw49UDC1NzWxaMAzGta8sdEVJOTNQHeH84AnS+16P7Q8jCo2sdNHBtrAJXrOi4nmJ7Xy3UGwdaFretCrsep4aOahgXbU5eKpkPCj82XM2XosKsKZDI7LXKMkoNXrzAjZ4FM9s0lDFHOWDRZ43I0RRMPaBwWnGA1aZ53soFUw6Sz/yzJ5U0NL/PUK0+xO5AHJeCvxh7Ls4G+jNDX1wPug9bzvC4BF8hPaRqG8XhzR6Oi9cRckK756jcXyl54urG2mYRRDnyohX9rUBYu1dxPxfNAQ3PSA5c7vf/IF2PrvQQUPuWKA67vTyWeYBhUsvW/eQzsIYURnyTnnXXmpX/S+0gu931N+RhnmbyOx/dqYYw4Hul6BcvMbzlfgMjepEMry96+ENXsuQhdn9+8v5B+8Pfio9HfOx+Q1LSn8PHEkRxqz1g4sdXr/oXkIqc2+k+8q+5TiIjLcn58Lt590Zq/OkpPJ58xn2uQ0J8pX6697qldL36o40bV7MAlQYGP76YM+pLbTIM72GMo8nBSYFJgUmBSYFJgUmBQ7yQ7Y9cfsMs998Rha7S0zkr+hqLr7XcWTCKCsleV8HYfQWclv2qdUIpNxatUv+QbbOecl6rX6dw6v7l667n6VAtziOmir2w7SbcdpFihty9SLDLgAanq7RymaMQ2PPn/8fSEjaV+CJ10B1aXV0ED326MrxSWhmFh+hAwk9ZL/9AyfqNGRL0sCawR/LhsdAjs9MU/2h8W//W5qS7hUdoPc3rprXYPV4j+H1IGNYDR10jv53jnTGBueH+an6rTUJ+kpmHdcdNFQa4QdtpYER2pRrWOZmfw36Nk/8oHEQA+YHUYAxBjHfSt+XZ+l+D6UT0TqTDB13v+GjUZW2XCzDX2kCjdLx7wlNpRX47XFcVl88GNGPW33urMejBsLzlIhaniWjqnUYze2uc62Hwtc5Uid++wE9zhTQ8GAcR8azcq31s9eLvjxmebkAAEAASURBVD5frlXwTOHwm3TdA5B6T9Y4OO85rlviKe+YTcy5NiIdx+k47VeN+na8PQf9e48G6/Z1HDw5zPMOL2T/XJyLTU2ctTOcgbcdWZ/nFezkxVFcf3NvYp3EtxrTqSNXZlDh4Rpn13/Vb+Ht2oHR6n+PLqzx19xi4jbeXyBS7z75G9q4NkNE9dvuT+BoYAN1w7d5CNDlg/mrUDyB49wAP+9FXaeJoM22AAQbJI2560tF13pXgF1Sfuv4TsSywSsDv9P3eZ/3XJ50/OXT5uUKpIF8rL+Jf95t0M/3ct55cabg7w/vKINtgleeq0vrVjXW4uHn+fbLg5oAJgUmBSYFJgUmBSYFfhIKvNQAfBB+xV1hAgOKiwAxUinQafxV8FCYVsAwdTBKA0KUaWW/P8pMHPgoxJEeOOlmSjTmOqWVywiE4qfArYFW45hj0aBZgqnVv16AFQOiQq748JvIUE6l2YiuPfTD4oSCPzQ0HbFLGVuEumpTiuyh7ueOYjwLHejfVMVoQirNtXczxrHM2xp2CY0xKCadmkKzYqlKkvR6QZHuKtnvsGsUnhZepZfzZPG3BdhcqC+VNDyo3XNZZYPJHDet221X9S8dpg/mSlrg/alxXD4ur+fG5VLDvtZ4oXgm6tZFJvmJMfWtHNzDR34Z/AceO1MPo8xWFO0jeAx8hlJjhKdphk1vbapfla2ndG7mZU/K8BqHiyoaTzVKL4NqAlz91cAvXbO/MgbpRMNH+17xzjLHDeYwdyrlGx0n9HROlHi9X1JzeY673e1flx2isGKI3hKtHWN0jMC+n9ro2jDkI/DI8ysdMNLqGa4XbjxwnUs/n3kuHR/jAA8XKrOAI53AaJl/zo7LeDf5bguPDD45rvTwmRj47jNdYu0/Ll3h2UefmYd7mhUnBSYFJgUmBSYFJgV+9hRA9ogMFQdD5MsWt18+MCQU5bvIeEor92RnEbAe8inGiR3GiTjK0a4X0a2h6LSW9Trq9u44xCMA+LKyjrwbIhp3pH+O7KbsrmwsQa4RZYwhYzLTkM53OkhWQQpFQgVbQLWBYVEHulKqDlzOjrmgWIhMZ8zuG3vW6rwYXQRAmwB7lI7Wsx+N6UYmavxlfF4NLQrOwTB1D+7AWfwoZt56I4VtjEPZv7THlAFUpZvf1m+iaFaif/TArZGf6ITK+sF/PW9H8Aa+y/01/o2r+rgOqEYDtpw/BnAE6/ET9XvXRrZvRKfDoxp19olE7PE/Cov6wX3srZpth6TH1/A79D7wyRY+plImWhleFXv5NOVMbxutm6ajnry427heYIYtjP1ZLxJXaf7suEcfl37gbwMPNhjWjf6NobJxOcLVPnu+5WnOrafOnlS6BA94vhhdT/DMvW4vLEuf19lj3/aBfr/7Lc/mbzE+qp+zhuF7ZCkDfh4L+sh43MZLA7B6sfcbP2laz0S/N8bpAu1zB4c+YqA2vf5G5xrTaxf9dGq22K+1NVAa/LBh3StRykapqssfzUOa/ARf4lZODPKxQSo6m2QJLgEXAwXe49I0GROYh9h+xTc0/wnQPO2CfneuE7BO6fs3RusQ1y/n2XUJ+MVnPxkPBVDz4NHtIgzLZ/i2Ws7vSYFJgUmBSYFJgUmBv04KrCXJ12MYxdcIQ4QR5YjIngosoySFLTcUojTipL6Ch5VbAOnKr/hFsdLYHCNrRdXt4nWoMc/9NsWF/wpWyEnuCbrZie+/I6zaPzgNYa8V8K9iVXAkDEqFBhaVihiVMIxH018LbOVdWUKcaaw0uGG8S3SrBiDhNP04/EQpfFRsVXakiIRAIEbIFPLpQsixIkEd5xIjawRlDK7bGFzXY3gGKefL+hq1mK+AUdHGMKbHMVjth8VyMVxGIOdO6jIO02pv8aIm+htkaINAvBQrpYPlyuWDTH5umdYtezBDmV14w7Q73vcj/OvFevsoR/wmte94No6aXIPDdVB955/8qXC/1QjM/G/xaN9gKJRdKsX6EcDrJ/Fg1sCI8oACtktkco1h9ZReaC+O8oL0Z6HLfZtIUWWaa3EUjyrCqrp95eh3PEvSTY/vfbzdMUQ7eSiwzrvPX0OQF05hS4/iyUrJtDNtObzaeyQd9ffAie3iwLD7FXRxUYIx+L6I84eYNDYHYA7DvbX2RCInFRMLYluNt6lb9DzUfuwoy5JG1aNIf7DoYDYFl7H6/XMKJX7WYWeeWwiS5zYONqc167yeq/U9x3UJV6/BDfL6O8b+PPDLBK8BzONJgUmBSYFJgUmBSYG/WQooGyjfIk8oxn0LHVoOUue5JLMcpLT13ciO6gc4Gv5gBKByjRBAsvUez89lI68+WoAfw9C/Ibf9HqPYv3Cq/Cglhix1EZR4qYuIU9UzSnGHLqgh4tUlesw7BmCcFnW8LkOCHTWel3r0/pqiyv/I7h+mqEb2xwCofPo1+tEFc1QGamhn9hm3hYmQLW2k0WGO5IDrBVxpV2MDN2Ty3Z69VKMTek9d8DJxW89d9NsLnagjq3/FARY9qMYNjuJ6t3S/67p17FY0mx//GXz/EzOD0W8YGsXpFj7nXeKsnLS6piBHl/LfcwDOQR5dUc93TnQi1uCnrq2WCw9d6+eINtTUEBjn7P9JG+fZ8QpDuK9yIZeug97O//6f4Svhj+t5J9hbFekcpxDWPSpzFxd01iaSerczGxKRqhmfvOjz8upSeKUP9HoN1mYzq3TOOqGLV5fxTI4x+Cx/4NSxRWc0Y9kyxh5/N3v5r7SwMKfR412fcm1kPA99m/vL+8GtltxWCweKZMGDprqCi/PlDGTCf2Wpdb44BZExLmmfkx3AdRoQzh8M3zDFO6b/3uKksHNtgihsx3aYh8JrGdtAs88P6xavxF+i8vfBvex5/g6O52ClgRo+3bIuURkG7XfMRWhceFyPsO73U9Wb35MCkwKTApMCkwKTAr8cCiCxf3NBMYqnnEKHegEiVO3XOfpN6hKPTZ+k/+jaQDeE25eiKB4KdSrlGhYRlhD+qrTQ02KdxjYVBRUSVTE+CK0qKQfBejT98o8wNS5qiFOoq2jKioz0nvgOvDQQW0evRei1TVoaBWfH9apiXxjj+E6apOxdZX9Nowv9qFgrZIJHlNikjRWvz5aef3CBLhW5zXH6UUlQUB/4lMWXjri/XBv9YshXodPYX1HpzvsX8MKjUkPrNmnkhMlcPVTEzYh3Uh9jlN7j9azRP3jdxYe20t6xBXX3zjb6FuVJz2l5ggjsmh/rPlCEFUPlr0LfjZHA4aEHaBMawx3ynsqx+1gnnZoLLT0nt/A4uRev5pg9wUGa6ml7UufqkHxv0H+Mxhpemw+vNrh/Y8dewEm9h+EVx4ElcHxpeRhjvd94zxGR7YJIUnXleaFyVu8eHccCvA70RNa4jzF6I/9nfMIafZ9Ur1OfWBdmeBfIU3l/Xaz44EX6C28Z6WG/D/DGg5BntUmBSYFJgUmBSYFJgV8KBZARvltOQATJwvUnRBG3Knl//w0AfoXcjP7A98uKoldkM2Gy+E6ErcYYowVLT+G6Mm3Lx2cdHwZUaaqR/TAGvl7mAlGiGTemXlXOVoBVxhOvh2RuB6quiZxtylRk5Rh/pWdo8BmarmRaYaBXbDSev/0RGmjIatpY7xn4AMuYzD7mFjwrx8zMhXAbNod3i+Ou+hrP33R+dU0gZTWGceUzP+V4Pgxoi177KCSJpw6OKQ0D9QepdXc4178uu5q0L/jF60ZODkOfW9c8iuaoZ7riSk+Lsy3HMRg+CeOx6poWdQzGUEYUuInLa/3nxpxlMMVviaTEqKoRWENg0cCen+HFxzDtWvLqxqxY0WcH3ZvAV1hWJ+63H8oZuvRodeHvLCICUjxLWzJf7ZKFS5zhCXm38T1CQZq6bmD2Ad9BPN+8OHx3PM3uR3A/c6LDgU4BPm+sA+YduIIzhmcWwMw9OrjbLcXJYVXtpz1suvILzZOJLusNItsFfuG53+1Ym8m7uifiBr930/k7KTApMCkwKTApMCnwi6bAt0qHpVgq1Kk0tWG3lO544XK10gVjYEWAiYiifIJhtgwuL/AmvjB92esIsSmCHMrlToPcTmMnCkw8Q8WREtlfv1kEW4REhVzPNAK3R197+F3o5vlLDHqH555pfd3bNMo/1zYYnPcxOgNyLB6U8VN8pRsCaVIK68kNrVvWcwhXFxtuoxedWVhGzcY4hzcx+xInxc9azhxgyn6pR69KILRKdDcCtWmXudLon/Z63QPRmmvlClz0pEf5jDE+OKAuuicuVzQBVsmk1SFjjw4Sg7l7Aqu4GWGKsilC3WS0vPfjXGfe/dLD8v130MSLpmmDMyJbizP80ymP1kCjXKhsQJMoSnh5b0wR1wsI54Q9po8ISweB0p8d8qzUQgl8gCJut6ZWanty7Rm9RmI0LxDhtTcXcOB/TmivwqABcZROSd7n/BbPi4RGdeeWtnhvb1lQclFti8G9Sz8nfX74DbE4LXqlHnzmtGzZt3nHc6hRu55E3w/VMr+OUWRTwIB7Pst6u5cypKOCxvDCr5+Zqj++i8EZ74rm41kxAtn9tvbuwZUUb0RyHDX2LJOQH91DynnFvd6MGsYj3rGgnC10PGp//0RUnHv3K39nb+EdEeNGHGxwPpAGTY/me5+C6gy8sqjCD0Nbje640zH+NR27QqfhkjS1UOLiIHMKLrso7IdWCx268fydFJgUmBSYFJgUmBT4G6DASjJSaCEzz+YHpY6rkscXaaK8p1RlJiflEF2KVziM4yGdLXpaOkV+MVLqzfTP4CqG7WTYcqoRiZGbFsGtIQXC+deQo7zh8HOKTqJjp3tw6hRpX4WhMmXhHnntDNroVH2LKDqNP26to0alIlMqxZC9mrxEoqXv5esU6IE21lRWjc6AnL9n79+S9bgT68sy6FMgq3Mk3QbJXG93vwbHsYwQNO2lK9hsfbwCc3aIrI4+Ez0RIirn7vc4yKKfO9/RK4OeX7o3NtxbOEMkdYhETJpRC7l8ZB2LXhFHYhFpWAekWn9arizz3Lq4OtIfwFl5v4o8tLWeH5nhZpFOoNPzyLF97tBbNjsiv5M+1zjYqmfdxuk6ZOsOGtJu576qGNHVN9WEXAtoarX+0DCF/1gRI41Ozrl6vtmjajsqdQVxW4+p+wnshYbML3O6k3dxbK3nZDwRPB+Z4UZ0RZ/H8FvXYl2g+3QNwLTPyZQ1gEOPAj9o3H0yilxhMFsMqnGmHc7WpesCKu+g0S5dZuTV+dHcX5+tqrz+LhhFM/HFMRvnX5TQ8L80LxSpd3gIqcf7JXOrUfXfGBPPNu+fd9bd9h/C+a6SeGOe/6aDOjeZs8K7vLV8bvtZGPPQ/ODexPs33z8agUfGqsVZGT5d5mI5eOkgikfBO2sORrD/E3SDj2vzavCGM1hbEd8Y/F0XwcH7bfd/WHPynUKTRo2/Gc6B5cD7Pe9Nm9z+wlfDA4Q4+wzqIM6anJ+kBw+P24V/K9ibPA4LBpQM+ja+weIWXqu+Und+TQpMCkwKTApMCkwK/JIo8K0G4CaUXp6VRlVhWkEKSSQClN1rVFWgUegg4jaSn1KXdW4JKQ39M79rAcd+EJyNsOMwe4EMYS6QI7FqjFK4FXXagnv2lF3SwubWC77ES590DGpRfDVoqXBKJzs976KigI0qRYESn4PkfF75E1ci22YxQwNfGTqLRheARdjXWOSCh2lp+Jd51PBaCzefT+0jbeCHGHxN363XsYZGGcnSc3qNZxSWNUgb7W20qgrnBYIK6oESpTCe6UTfmkJ5WUy401heE+VEebOAYlrdOEcMBdgxXi3re6UkqZxsYrTVcAs9EjFwFcDJjYYHHplo+E4P4hjtT6pePJV+mWXmGa9j0wQzDyom9xdAGmDPW53rAb4f6ZgAyMWmS9e//FvvDRaNMFCq5JcBuJ6nvEeOlPLLMI7fNyrVLnAYCYxBOvzS9BKunz6vX3nCvYCNCtiz31jYK/sBX+nvzuWko4Ye7hu9IWLlw73GEmXd/V4C4D2fNejGgloWOlVmP116fvh1ur8C6tM4zIaTApMCkwKTApMCkwJ/rRTQOXaT/Uq/X0hQ6nyqxNLFYjmRXhooElWnLJ7SMs44/exPZEzlLw3AZOZJmtASmyIPR5+9h7e4II9vf82vUXQvwi1jalg4MCeVLboD+tlukQ9vyZUC8D5zG1oq44PnG9HUcZo2Q5bzbp3uh8PPFJ2yP4y2VDfSIF8GsM+AyppCHFLdpxbj6hJNKa7P4tn04Rdn0/0OOR9dqdcEPoffupU6KnvpbjCqI/d/voAfDsob91BOZiTO77Hdw50BSNjU37vVzQYDZSInXaOAnhoDc/MR2roeZAptPlm3eKTNw4hSEVxSXI/AuKejs8/+YrB8oL/o69KR+dbRmWf6wOcD/Mt/NEyL79BjFyv9Gt8eG+TLewd9b6T7rghlJmFp93IETwCCF8bH0rvFWQdsGU5G8OeAa13QucNUyjzfGqnDMqNuVfiJvuUL3rHuC66D8/KuFd/Gx+NyUtjzm1dlDK29LnE6tp8AdeY7GfaMXBb/OAmJrx+JqfOR60E6fhBs4Lh0KpplUmBSYFJgUmBSYFJgUgAK/HRSQYysRrQpQKPcxKhZXqk1EwopCjQWInL1uIxhDKH7m0psu3S4NTIUpUahNdG2kuVUYIohR8/QErI2jKc8Q1+LXEUnEwGtUQ9aGYloGtjsRYPgWTJ9CZ0Ko3u82jWqqgToXV7498LG13GLXqZh2QhpFEpppIk6qYw5OzXoJlIZvOKnTkriDYYo03rvdwqi0CwAz9s9hqkLASyuRPl2HvBGlyB+FqXuBJLCci5BH4RlPZY3KsURkE/qPnDaHqzOwFZDvemX8dR3HmIAHR6k10HV3LzDT3p5v6F8vBkRjEIkXU/peR1OYbD5cOwqUe4Ti9KoMognbSJ/zxSvc2jxWFV5g8f2GE5VclR03+OKf17/cMX+cdtol1cNnypzzoXPCrCK7ocWd4/Ad0e/4pKoZOnrIlCiHPQaB+wVoNJNr+cN0cPxKI9iV04bjxujC8Nl6LwDdjG+QhdT5rkAcFSgtc9CSv2619abqfVUKE2P53xQ5xreo/GVn1r8SoQ56etC0xj7xePSio44uEBT9+R8oyoO6cqudHPjcvNjyA6NfR857zx4N1rNW5MCkwKTApMCkwKTAn8TFFD/iOyGBIKMv1miuV4/enUc5Rz1n0X8utJNyeudIUi5VMOqshSNIx+vZbgCssh/V2Beu5x2wkQW3hEdmr1/kZXs4VC6v+OrahMZDHTcapAwi4zGdMd4oTSOz0hhpe8qU2Jw2/4eMVHj7wXgIeopfl1PHV56qrsYqYrBUsdP9K/ShzRcQoPIvRxdhN+w1r+Ou2hQ+Lk9TsFpnevuZK/BLccuceDEqY6mc6mppR911l1g9IH6JziauvbtfwLLNYrBSmOWM9wx9twb11Px3hd4iWcZ0uzHuXqYgEAXP7/VQdymSF2IjGI+j1w90PEeItfuOz/Mv9v+MMYynJmmHBqrF9C5GsitUnzrKgqI8pxs4EWNq2rnXCi+yXN5C8pz94wAf/tQp/SZIgtA3k8P0tV1K7I6JbNTooGvtTsdubR6thSMRPpm2yp18r9zVq88R9anH9eqXL8i5fwuGajUVV1jE9dr+D6L26X6tV6xzXoZ7wPfWa6xrN/941loaviO2GfbKlM/s66k3fo7UbyEttd4sW5xlt/hxLDBkUUerix78GHo6S9Y+64kUnlHtgTf5z2O0P0a7G+53vwFN/h3gQjwTZzMDf5w/ken8ME+qf3Fu9t4b/DKqHb/p0e6hnG/1awxKTApMCkwKTApMCnw108BJIefsiBMowGojiiAKSya8qgMFCWgJOouKHmul53GjhZCWihJhS9+NSxgx2MOvBD2E3FLOuryFLZn6qGQlPKklyOCLuemVdq8I3R/DMXli9gcmotX4WSnqkoqAPsYCsXF/vioJCGgmtxFAdCoSapxm+saSFUCh/B9gP3skbjYH/OgYOm0CT8eng3Lc+v5WZV4SWrkRCmIII1xEDqXgfuk7qrZY4d4kGoYx8C2Z+xl/NNQ7uLD9SIl9xoXSfejsdB9fWrR4Xqb63fGHKgMG5lJ+uV4Qt/CoRVbSZp5I22zhr3ggnEcj9jM3yktrX6lFIdIYo3aGqMbjysNLl32UZSOGoAxMBq9EJwc4qX6Z9fgAcdmdHb2xNIrnOc6jS/NtTxzWqwnLSmkNHp7wwtehwGMv6ZDF77+uqcLSst5aMoznEh+PPNV7OTT8GGg1lfPwXKpcbmEJ9dQxHfsBWxKujgZJA350nh1MNoLP4sa8tlv6R++jBG2+1k1efCwhkbaKaLX3R8s2b+yMHEBpu8Hn9HcB6cohz64x+O70PIxbPIsOyf20e/FY9iPAZq1JgUmBSYFJgUmBSYFfhkUUM5gJEsk1StHVfKGulGZmSIVPdCBsgl1ozchP6GP7JTRl0jFB0A8UyVyF3svYjQo/XVI0Gdy5znQyLLKq9HlNKiA9nm1L15BxtZA4FYeH4M2mbTHZTgp7zY/2ft3o1FNlJTd2wDIhZuIr6XPPu7+xc/9YHWiVJ/o6/bRdfvXa7dL5pqUykn93ZamzMVtXfE6VPpGb9yxN/GyrZXwHmXHi4Btj/6FUX1revLFL99xfgJPHHF/xCE48+z6yUoHWvSli3jcv+h6hCWRk8x9dKxE/Yvro8U5BS/0XY2BOcYoOxgpQL6KZ4CEX3RWwIi6VR9UJ5Oej+KKPrnHkM6zki25wuPi/mj7wuLxbx2gNdRrRIVnzUBFdGd0rZtAdBQgan7jO8csUeLIJ7+uoX1XqTdB0pbjuOD6RxmeL/QXvRGUWEuqLFmmqcaZ/+i9KF3F/ftK8RX94KSeVNWuExCowAU+0qpfXOLxHyzv1bpKghhoIf+I5eKXkef+e3Gmu1F8v7oKosO+DjiMQcN1/mZQhbWorH/ooBK8wfTo/dlw5u+kwKTApMCkwKTApMDfMgUwACvOdPlmQQbpa4eCXHvaKpxoDFbhVaAqwVwBR8Fma1QjArcKhsa6VGo0X/Lb49bkS1+m6wK3XRQRe0MIxxCVgM4IeXaq152/Gqi4v6RjXSp48wVFJUD8au+eCMUf9CkyGKD0Ym4vS82eUWoU9EDDCEqV8Y1jegEmHQGY6F3oE5gYwZNOKws9LTCPziLQg4veidKLvUszpYm6pW6UcH6/gJxckz1RTcEFJtsodu6FbOq1Kwoz/cZYrqGWVFBJjxVFvvB+1jt6qzXcBZTwKdG3EcQdL0ZplTgwuVWyN5HMpLETZW8DLvJfLVQxq9CnPZU7avocHjwbBvWpcQFGZZp9gFEcoygA/36gJnzmMyn7sAixZfFpl085XlwfBQ1SxnM0lM1KOSYeKFXSOpHZJ3VHy+Offh4x0jMm6bgjWiNGcY2vPJfSrCJaj1v2mRENceLAAJsFOGirw4YcEsVvUTbtq3EavytFqVkz+zgPftGjPo4ijMdXxIFfGm+vqRw6cSxsEIm8QQnTMSPPaJ6VQ93G+fZv4VZNiV5g8TILWabpdiyZnBOYYxziJz9t9bKPkw3RzGPMsm5eE7c7P7pbirP4sEDFXkgbDO317r7yvB21nieTApMCkwKTApMCkwK/LAoo7ygDIBsoK0VYecUIT+Qa5J1yPlWvMQuQ969Lp2IQGR15aKfMBn4bnVHRM13MVyZMUY5ayX518flv5a0dhjf3tvzY/x4ZSXmRc4Wto3IyrnEvV8Fjj/HnXUc/oxaR2JL8hqOB7QKJ7p4qhR/yIM7BGi/jjNvblATSGq/T3rqrqrNhz9faTkcdT/2lorGVEcvJdtV+DZaerxXNdP4Lfkbb6SysLqe3o3rRQoGG0b+rvgbwklU94d7Hf+L7H4Cs8Y95l3DO9+m0WP1GWdoh936wN7HOw8rgmyhY6us2Fidw5vp27NF6WwsXd9v4q16K4ywZh4KbfJnS98fplZ+S5x0XaxjqKhqAGW85XMP98GHTpX8FVXhfAXpyuTESVx2pN/DqB8/+ljWJ6GU3mDLkXp4zZlrdCD1tA442SxpyFSvHLf1uwDpB6+y0x1ePnrokxkmcAJybOI7fmfyl7z1GSqJqTVPdjtnyacoZ/ziHXyvBGxrt4NdEV+MI4BJBk6L1tsMrpfhOnfvDZ5o9X2sdQIMm5VCxzl/0XfRV19aAa1AEPOuaCu+Tne8t167GXNd6WXXstkRunRbn+6xXuE51WprLvk7PM8jdmWtQydgG3tv/XP7Sg++SypqGRUeec5xRfmQNy7UFo//HY30gbU/OaWffcF7PiH+/XFcxRbiGYEt9J3vbTp79d/AXMWn4nQ4A9j3LpMCkwKTApMCkwKTAz40CSAgIE/E4fb3AdZkYKrllqFFJVlnZbU0vbASkOAwB0EWFGF9QMjEGRbGKUNMC4mXoz18VnsKSiwTiYFonPyqd1/rSW1cDl8Yl6GeU3csLtFAoTYSp6X1QmDSiZn9W8eLDfYVxP8r6e4XxpplepC/GK4ZIFPMyhoFLaHRj4JBVb+bac0vFtubxqzLzPhoI86Wiy/6sppLK/jw3UPFWGeJcrELoj8cq+CxK6Z3GF28rePsxmhiv9Sz6yDePj7B43oUUlNTQZ/0cro+pcrE0j8oP7VHtAldfv9jo5KIGxV5kccEEZU4P04ytq96DJ67yLAqHXt1b9/oW5qUirNOP9QYMD3n+sy8PabvkIRWv4nPmfeF3K66Lc0HxGXY+fI5dVDgqPY7u/+jmhRNxMrWVCwj+2ke3bVhcSqGvWiliKD6zLMIYaWFUctoI6zPFflzI+AdSc8MnrFDseC/sfMaP5qjp1/04dtpmHo5xbRo+jY3PS/rVCabmJI/j04Bmg0mBSYFJgUmBSYFJgZ83BTSu4iwbJ97vHIk6Wn3u96IMhBQc468Co06WpAFGx9RQu0d3in3kS/L/KRY/Yiz4E0YxIvEid+q0qIyk7NWf0zaHcxf233/4FTbqljMP915zJH5/xCTwr+WXKTWjQx7Lhtf7Up5Ef1fH1EgFvvu2lkXXLLPDWh68POq+etrvfxT92J6nHKCHfHkk49J16NlYNqw+X/2S4nWb7D06YZ7Kxqt6jx4iR3/g2KkB2PnMdjdpewOHm7DH+OXB3d9jnoRH41x+Cm/UuwmrbxpZa4pvs4AxX+HvoRdRpXSorjvoe7h9uHF0NPrPM6P8X46oRld3UPVR9WsnwUVYlQa41loaRy6rO425refmGqBHr7seonHSLFvo/Nmr+hYtvedHXmF+4yzRqXTvEok2Xy32K75GrLM2YfRvaA7J192v31nq26yBaPyNg0yccQYe5RXwVaSutBchPuiCtbcyjuPr9bujVs6rawyuTxj567qA3CmtNVD6adpz+I1FOu7M4uf7C0ebej7WfYOrc69jQubfvXRXPOrZai5ew6cAvVsMCtDZBr7ASUSHpuAx1hsSJCNtXXcJLVdIhp/vdjArTApMCkwKTApMCkwK/I1Q4Ied3pEKZBrTENJK8VIQ/Z6ivqjQVB6VGKoia+s5jVATwbb63pn+hqsbFcu4Ebag+Hq8NAzW3rWqNPaDZyJRfPbfKY+q16EcgNMGATLCLx6CuxiNM6jX0g96JEUxkcYblGLJIAYbvBaVSS2tf+emFUhts9FYpcy67KM8KleTp77X0adC2SR1k0oRZfcbEGjj96BN3Vm+N9EQraOnJZ7CO422GrMtl9vk1o2vikoWAh7OQNogCWcP3qTEgQbO2tr1tGGhTMVDnYWBTQyLGtM0HpvmqTBa6Nltbv7Kn1TQKO5Y4Nk99Cgl3ob3xieejgD66EVr5G08on/E0FfRu888ibbdEgWsx7L7xubzhIYeXHzu8GrXi9QoTyPOj0se2NWlA4Y7HuytC24aPVVgGY/8k2fcZ3so96vG1w+Zxq3z6TypqDG2GJcZoeVUtw1W9FGGbxw59kQ6kEZuawQwnsnraJAAGHDq+Mp38HWCdUZxEcFxYdzO886h91fvLK7kedzFK5pFxi2RsvTj82hM+I73xpGTiw0eLMXPKNumDCf1WqJYHqHnQihwHfgulx7s+7ga/O2iiryt88UskwKTApMCkwKTApMCf5MUiGyi7BWZG20qstvrSVFypDKzMpmy9a1S99WfPjSsvv13ZLVf0Ur9gPaPyE63wJ/dQ85Npiqz36g7auQ4yMZn1ceF1oc9LWdZjNQ4Flfb6zBaT1GXvlVan5dk70Tm7d9/B546iNpQ+P5eAtK4H+hcEWjqPOhNpE6NLEtU3wcTjimQa3wA1bjdwqvvdS+uB2yJqtWQtYn+7R3n2c8JfpG5G8Lxr/RIpicGbBahivw0sxHO0iN8L0ag0az7P4Zy5Uw9D71ii6HF0OzQ8AS1jD34FeStaawpl+dJ2pqZykg+5Xp1wNan0+yBL+mjUzOwMAZu0Wc/9qSn3v1vYIqDCFrnUD4n/w8Yjg1niuyjHfhef5yKrqjsslUR80w06E76hIaPwziM5NqRdDV+/O949tVVyqHCCNTONHe5ZbS00lmzzuFciyPPCTiqyRWy/ja+h+fjGOa9+8e1PduCr9m3eiup7CH+HuIcVU7vkp132JZ1oR/Zb1y91AjVeq7P2xwB+PJJ05ct3NDPzayQNQ9f/P1sDhSyfjXw/HAvZbJH7Xg/+oyHL5sZ11bVL+N3DQB4s6awMXV51j1ZB9JpSVylp/TjtzLJaVRXvzUTAWWso4TsPmtp5I3vLvYuUuLtlmeui7peNN4TC75mw/sjuPq3B+xEdJZJgUmBSYFJgUmBSYFJgQsU2G7x5txirNmiXW9/aqlB70UFFo1NMfAoFLZAjWEMoUejWkXbnipGCkYtZF8Y2YOXTPncaZ9tonqy2+OhSrStBtQyKDVOVSP9BjeEdQxtWwUyBcKMxzovLvHy1HCqAQolOejcGHsU338ALz21lQRtsB4Dp18ooY3R21nwMC20BtALZVlkQchGsTEVV+1RK+6nhsUL7S9cSvT4EtXJmEzFZbSlv+ti3/E6vTDuKBvut4Qiy/zVwtWFemt4N45L1jaKXe9WDcrrsd2Hq9JmOi0jymsv4RtzewOPzDWLFKW4wC8cDT3sZqvlZubLxQTnSscQnj0VpKTbe0yj8FlKKqKko9bBw2f6MwXMo9BKk38EHxUf6XKPno64PHjjGa13NAr8wZHhM7QFpqm6MQK7j5TvSpgL/OzrtEAn8E42AQ3G7me2RO2f1n3+PJE2+//G42M0i3y25rVjeDVm5sO08f5bnpvjes+fVQr4pOh7jsOe72q2mBSYFJgUmBSYFJgU+CulAAvn3xz9G7kfo1v0tfv7moROOvUaQRf9ke1E1CUjt72aisp7yPzJ0KTcG3nv0U6GPBrZGx0Aua4yrFySLR+FeakecnicvNUhOQbnMoLfk6dPYeGEyJpBGamc98LT6EM/u5PPaeuzc/FIgX7o3W+k3C3j0JouZ62uX8i41FWUw3X01VjZY73e7O6dyNrodsnqo74J3S6sl4RP1YHG5y7cyM9EKsehfBh37jc6r5H+SE9N6ucP909WB4rV+at8ZHto6fgdb3QxotTNELXM3Tk6169ghH1HJyNDk4a2byux8rsFkHqs6yDNZ4/xe/R4ePFsXeHlCDde/OKsvMW4Xus2dJSpu4DvQnf2eiYafYdhtbI8iVzDezmi5wCjE/MuSEaA0W/eY1W1HBA83jHTrheJqw7Urk2MuXcsy3iq3eu/pWHRcRPnfzMC6BjuWgdl6X+MgfVInRQqgMJ3yXk5XTc8r/HaK+Jqqm0DF8oAXLiahaD2J27HdNdbLuP8WowmtEmBSYFJgUmBSYFJgZ8rBX7Ym1IEA8/WPUxRDPdG8CE/tBfv64wGBxKt9Sb7e4vBVUMi+1W6t4UesdnfQsFdfBAW3zHAkCo63pgBZTsNZ18TdvT5tNQ4gReFVjMwXr4o8opXtYemRkwNvVW/PHrdU0Z89bzlOgJ7e/q+hn5qAArKjFGixaBJPzFolUF8MwTu0FRSICiq+5gKem86oHfrGdEcbWKMk0ujPDO/jonZAJb7kLCwkv1xUOhQXDQwZT6k30oJqG70TDVVELcw1G4wlOot77nlGRx6wSF7L9GPXulbI6Sztwyw8fI2vRtAgdwd1NhDGPH0Ou32GvQSjfxnTl2AeHb+nBvnQ5hyit6XfPQQ57o8UUo4pxdL8VJuJT2VyiqLC+7xOgyn+vhq6BuqykUofTE8R93a50uDMnNPtKajz362XXH127Qf6pi91V0U/VBt+z8417jODIec3F8/wCtY2YPX5+CDlqYg2/6/zIeRF75beqxjTka7Qxq10e9QDFOfJnpFb95+TSAyiy/vRsKr4EDbrr7A9Sqw4XNTUYnLlghcY/pNWedCkDwaHo4BtxAwarnKAnCc85MHyfu8F+IB/I94PPteIIUegMpxBIpl/rsZ9SUR/5LqjMWYDxwN3l205JKRDuNR7AYP/VYbxgd/b4gCNqp4zx5VtQc1cI/JOmC6IEcVx0u/S1q9Fc3yunsIAyut5tB3YZRR+f1i54F6TJuHO5oVJwUmBSYFJgUmBSYF/oIUaHn7FIUWm7aRo5WB1J2UEUvyWaSpG7LBKczjc+UnRAvhtw6UK8gawGwbcEskuTW+CjflLaRaZT+iVTcaf1nor/rIUB0N2krIGsCjx+DxrhyUweKY67Yje/c1XUZPPx5H8jyGKr1yRXlu3NphpDa7E1JrJCqudwTvcWNqdJvTG+O85OOWy9TV3Cf09/SJ3oW8GrlMHIKq56eUrDFslOcpgUSdPc7F70T8KVd7tdqVHma9kq/r1/OW/w4U8Wr3GwhWevsBvXBP5OomDrQDP+GHlqWb2dK2tjLaMWWV4UhTPz0DT2xZQ9j8hjnBidW64UPwH/zYeDUfFbCTb+c34wQqWX/cZ9UMS/KVPRXryPsa/wedlnlp2p/A5LTnbu/ERzfBoKpRHd390GrAWwi3HKwAgp+yPYOIXkTmpf2b6cfH+KHN3gEyydHv6jD9F38cQF2C7vOyf7eR8JgJoz03/8wR0cqD/qUD5fYB2OqoovUP/KCjfwzU6Otbnkmdc8XvrAz4PV9n98eF4/eTNCsKms1qJ001mjGH0aNtI22AXdT1sCZseV443fKM7DD0G1G5wbmfJ5RmfAbvgLCAhEap9ofzuroYOPv00q/rKOP5ci9t31M6XcsXRTf6SDc1pgJRum8y1hlR+/4n6EhqZUeYdRkbeDz4Z8HzEgL3r12ib9HK5581AgzsG7POQcf1WlzTMymsEyBgdL/rPq6ROB7xY/xNRs6q9IVekejrn/ut+WWOXAvz+UokLVtK2T/vv1CJea2/B75v3D/XrH7o1uPd7RzXc1RvGLF3BczS6xeNdS7m6zH8j+l7aF1HWdEY60iu51V0eFOv+nbudTpifcRsbT5L/JdnLbXuV2/Rh3iyOub7MfyX6vNgUmBSYFJgUmBSYFLgZ0MBbAMIbgi5esRt9erE8Kpg9NMV+1J8wvvX1KrxDlx7sakgG32nQQsByEjJIdxq/ODil1BdlOFAUZlD2FNBRgBSOXG/H/ctiUB0Rhb6RrCMN6xRt+JWIuWXcDpuXII8wLmsgIoC7x6riXi9NnYVQvECpwUvIbxGqAtthqFT4TMGetG7WSQe+4RF0TFyuml1bQyXgR3Nl3wqL6iYJQqYeTqKBJZ2Z5PGte5T3scTFEVRI7aLWc8XB247FSJprEBO6qC1l2vuPPAFTbaJMm3v6p77B9qmyhiviylGnoZvfZaeL74T5J3yOOX5azouSvBlmDU/NM2iyL9Fkc6c1GrJ5UbXrqqYochvMXhuMQLrIf3Q89XKr31mP2KVeb2OOe93x7U+L17vdnrqG42sou6c9/w0P43G9CFXqNzqsLJz3zCVtCw+jDqf/qFP3jPuBZz3zoLDOUDnwuJc1KfOz2s+f8V5cfzZ9+8n/XvxPK6zxaTApMCkwKTApMCkwKspcJCDejH81T0ITwOH/47k/5sdocchw+6R7/dkbTGCKtLPHfn1JsjTmy1LAtO0pm+R+3GWfFYeis79q7d39qstmbLlyZYvTzt+5HwNw613/hUcfxcjQcuFj0BZ19GJVxzdO/MQ3Vc1el5Of9ftz4/FUaOKhhnmFofN0lE/I6dKq9bfgLj5NdKp+z57uWnRv+eYXLzS8wuOHzh+fmhcNYqaco2Gz41fHd1sS78Cnvow+C24ppv7X+E15hf+S9Rib08z9NEAWMZxH9zlGqVzaOzbxghVuu7lutevGqmYPZTdBipPY4/3yXm53sW4w5pR6Cmfqrs+8xzJh/8LWqI/M+M7syedWynvYnC3Quak+Rwjs1sMuQ7h+kjY+BpNGAs8osO6vBiHCfkmYxTetXZ3MXqiguZF+DXpn1ljukHfyoRl9K/Z0cwUB44Z+zNz8gRqR1Wlhf25pln4upaQyN8m/RG9qK8hlTWDPQ4K4hnD/wUvkX7Oj7p76cmKPjqJxJFhrJktz7NGdXBlz2+fLSaFsmr3UnwmsEmBSYFJgUmBSYFJgV8KBbTy1FgQMnaLW6hGoyGsffNI21NQz+QtUY86sMU7TwFTZUhhRyOre19qIEOR11C8Q+gpHBXwv6nQ/xbByohXU8DukxJ33Re4GUGNsqU8qdnVvYP32RN2Xe81x3rbZk+anrN4uA6hULrkevv+KQ9qMNeYDU4KsYvB/PNCYrOInp0VGWo/jl9WQmDWo5U+K2LyeNyxGWmQRneJom963uAs7p8rtbcrEbxGbMM8zkE8JU1PxOzd8rAUn718hmKraV1+22buNAw7DH659pgCGOmbdno0k4JL5QGQ4Yko49J8PGtnQ+3r7AGU/Yrcx0mFyehqOYu2l7ykz+Co+NqnkbIYX1FkVNhNUZ7nChS7p7Om44Le6c6xvbrvTPDB8cIlrvbmvtZWPG0rjEQDQ8tN0pHpKcx86EUdj+d7WNBD+Kt7kqdR3Iw4jaG/jdrVX9ey3y56QLtIZfKpTfbu5fnd/zbzkSiVJ4398pGZCdz77G3Hgk32OZY37FRGcn6LdjnwnDHsjNp3XzOfVZ7HnQuSzOnnnA2gG/STlnv2MSq+rfT58m9hkN5XX9JaXPiJEZ7d2jK5VeXZtcrAShS2cAGarAj+cp6xFtz5PSkwKTApMCkwKTAp8AulQGScMbYh7/RIFTcsK1GjLnzqG7leQ4xGjyEXrmWYqyCTAUeHPeQ19RPLkNPq5BXfykHI2zh8atzKMd9IpgF+e/y2tQbOp7v/CmpGeFW7fKdxnQfYU1/VzowzymUaNbZkXoqcBg2afnEJfpAme41TGKoiw4qncxGZ8hixgv0I3siyRq3p1IyMvH0XP+YZg3h0LpSWy1AuXXWcRc0dkaXvbpOy7KUsnT9fNjpxktFokz1BzVRGR+oyjL30y0v43O8vxkl0mjgowJ/RQfluHrgPgfGiS5QObcYl9IydkdRci954GULP/eW7q6uZX8fGR+fbRKiqLz8+3sYj6cF5RhKhHP0BsD7PwfNxeCvsLhzWPJvNzr10oy+inxjkq/6acgd391D9kcjfPXs973l/vLv2YxnvnTrhu+GcXl8q3DlIOx9wM5i5FZXOCqyNmIkPmpyvWxSNnLvsKw0/7kj3vUPH3oaGwrnT55dvFw11Dt+zJrA1EwD0PVal5RVxheLBa6yH8OyoQauVp3w7rj1Y+xMn+RYamwlsW9t+JXCBe64HhA9dr4hB1f2Uec6j2zacw29n0jpc+Y4jaS3u8IQ4Q+/8DWMoznNtTce6HnzwhnO7O91TgSLtq46/eb97MMukwKTApMCkwKTApMCkwKAAWrEGCgUghToOVWxiYFVw0wClEPL9pTwF6UdUEGIiDIPTbtl/VAUeQ3AUWsUapSBxxLD0bcIkgNkPZJ90YXqSSw8FLD6L4O85uKF0einKIQe7QdeH7HZAeLSUh7QKvTRCqMUoXvgUhCZFVGfntKMVSZ8tjSMoPtrZ3XoMWI/jLQYpFM/D/r42bExkqi7SpQyziWSOcd257DolvHbt+79dX9VZb0j+oUCFHkn5Bm1ilGpcTiHCbC4S0WYTUdlUx0WnKGA913fFaPGwD58VPTF9hrimERrFw4WTlDxKjvdg8M6lusu3JssyuqqIvMWo3Y4YxzWXJicH6lw7FWtouiECOB6i9q8B9jEQB4hxfEDxf0eZNsV23gfCfrTIH9KDhbEsxnQEb8/3PTjW0+jqcprP3z8xKhTz8EvBKEcEZjxztYLneyuaKfXct+sdXvj4FRX0sH6WEAXXVnEYMP0yz17eBxA1CmR3vbwXvCBP0D/PiAsKld4bPN4/178Qu+jhbjSycDcorsXh9d11lt+8mHxX9vPinfXxUvOBA+letAdgwYmi77Wi0ANAZpVJgUmBSYFJgUmBSYGfFQX8O7+SHRYZ+bsGYX/InFGkWu54oK84DSMjbX+DVGLGIc0P31XQx7I1iBms1Kehz9LZFZwjkyHJWhU9wW1OzOiyNAuqKzp/BvXW3ZHBY9hQN4nsdiJ/BpdbfalZoYtHt3L7EXUmETrhhadxtE9GvP098P5QtDsmwFWIy9COaoBPRNAymqiXL4a/o3qPnjg5Oh4gv2fPWugYWg0D9aNgzuqBp7pVZHizCYGv5WRa6uKt754zng8jk9X30POzBU83E9+vFJ87n3Ect9/RN9THHpyiQ682AI+9WbHeTZPOM5L3xg1d8lN4M9vx6ua536vr4XDL+lDpiwOd4MFwMois1nDD9Rt+CED4wBFBZ4Q48ftwXpuTT+E3cMgPHUZPR9+HDzY6fptKeV3l6Nh5LONwIqnNTOcagTD6YaCGtswqY94zzr721V+fJlNia6h2CyLWvJJC277sePSZQ3kTXozRf+i+3nfev0y7Z8ZRBBDn2vJLJxuLuDb/iatrarXmIn3LwHpYp7HFT1fETZw06rvFHBnQcCBPCnJpN56dvc+8UeDunR4d3DZVFj546fw39Pk7KTApMCkwKTApMCnwc6YAEiVChIZWBPvNh1HARttqPsTrlX/KGnokfrd3Ybwe8Qa2z4ooVVlVBNLAaSlJpgwweD2iLJs2quq+Xsqp8SLJfugtCF7bP9AXe5h8/N8lf4nSIshCpCgaZaxSaby2p6zNPlvE6YO5qKUMIv8wuu4QbBOvqtc0hi1tWxH+3jWWg/tOYRKqOs8YiqSw3rjc/SwaaVf0CYcA0ShEonk1SuvRHCSoBn3a2Fb752i0LlnV9NR7jIJ7opI1pH2Wv8rDeETqxgis8oZcjOC81TngVskiEXMWJUp83NsKvtNYHpZS4Wol4Ragume8aWhP2x0RvBrpNqZR1hitbB5YAg7wNGrdTTptIIL9bqSLynb2oEYxWdWvnq580zYOAqDsM5zIVyJG90aM4kXqapMBuHLErbIoD/BQUn59YGj8QX5jgcFoAiDfmq++5+Ohh3L2RlNpRHmsa0CQEe4WieZHOHwZ9crexFHU9daVjAuYw6g0BrtHUhxa5C+dFNyfbfvPNPB9Av6j/2UPK67eKk0TOBi4ej//BnIK2/GxrmH3y/tg4MI5mNBCvmDf4GQtMIuB0cAHfG/1e3yvaOE1vZONbJHPkuZaBdbFqhr0oK9zn9qD90jFFYbTIUAa8M4ADfnusSLOhzmJg0MWMWzvde8/Couqs0wKTApMCkwKTApMCvwMKNAyC3/jNWBpOEEWqiwg34G+jp32qRzF77HAd6HDgZ9yPS3ieEnEaiJXL9R+xaU4+rLvb6KwImwp/4hHy2rjd2X4KKdF5Ehkpy3y6CZyrdG1pcMd4bXIlEdX759EznOO2M80hiIiBtWzlJdbRBN2cAbH035iZKhulH1r70yManF89PqgdWA4xh5vtXnku3Q3javstap8DmLRg5DNlbPpjH4bWe56iSI+V0VWdK73OIrq1HtcbC8L5XfB/7iOZwWb8XxQ+d11ECNC/0Q7DC10Xmx4Cv0czvkVaVR0cwuVfaJqcYpFDteQVnreE3RUz9H4g5HNFLtv7qvLfLhvc3CktxX5ztG5daXnP0RX1/gvfFhzeXaew/c6n+q4+wc+rEMsM+NYx/ym3uCp0OgJOoxxREcL3qZTdt/visMPv1AnqxWZNo3RNjI7FO8wC3TToLrD+Jt07v1c1F3ggc/yjIjn8/g1qOBJzzpVGAUuXV3nMptUYg264uo3lGItRx3v4x2HZtKRb2XUAgaMsfbAnbpU+DUfrEB9+rCM664Vdipw+s/D4hzyybtA2ugcLT01UvthX10UzfUT03jVPHwapTsNoQF/C7a8EfwbVWuJ0t0MabxrEhqufs6TFycP17B4jrxHq/gSNEve6el1t5nJ0NH5Y83GPZZZv9lJMPbj9se/Oe6n/AZd33Y+/6zqiSx3ulx9P3aF+TspMCkwKTApMCkwKfA3SwGkIoQIBOGkSEHoUdBV2XvbYIRCOktKWz35vrm0Ia8EQhUG8QKdRWos3CoC12g+hPwWejSsLcL5qxFFPEQZSPoxo0P1Yh3GrPS0UgySGsd7KHYV0axA9lrahU4xXiEJEp2cCFY93HNNL20IJs24rRirYGiksCl0NYotEdQqOCvcM5ZPfyGQShf6LgMU86PxNfDpJ0UBlUviFgFXr1sNel53rhVk9Z6XZlWXg4eLvKqRuSOLdyiazsei4F2EBG7NNxprEbbFw7nTWA6CF1s9dlGedD8ZDcEYl1FAIr2n8QGuT9ihOH6q6QkMbVTq6/k71D/UvXDk+OPaLExoGHpoICQ1mNHi0MNog0yLzR374QHzykkZCoV78KJoaPB824njg/iMedwbgWAUrouFn5jbmiOXhDDqswfZn1HUVXiLl1TiwcdBnRWuR9NkHEYimwJP4+09x4AzOIcLUa6z+IkHNHhU5Lj3T2iSfsPs1VhDMUr7Zus8MAcqpDGeXsK7mlz/dl40cLvQqae7i2fsT3arZK7pywiBDMJ+wS/sl69brVf3Bk+E3o4ZOPJ2P7f2M8ukwKTApMCkwKTApMAvkALKC8oP/u3395tKZKhyEE3kZcsYV7sTl5I/ki5z/2vOdQL9JhyDn+mfNW6RhrO86ZRMFzyGgMX5aVE2lX5mxanIytMaXzofuOn4u9vp/IiO5bSdiKnVhzS7RqO6977VsZcMPOC8NYKzy1fmXx3LqLvo1M/JjcPupWmHMvBHDn3fYjDZsKXPsKTtzSD2WRyjP6nDaeBHf4hRsHpMt1/4UpfZmFIZvXPRUe7C63EyVy1niyNbKUW3WcT4NS2Xi3ehHyrQfmkGfjhGawDGAnWo8sjRguN/vP24+xP6o1vhCHgBXnPT9Y5g9hiu8eVR5XFiXXRMnZ1dhyGYIR6uR1U1lGLG9jngGXHNQCf5cuSFF3WUl58W/WaF6wmcOn0GvzUANX/XZaQr60U4AYhXRZhfgyme4qc+bzptdd+uW/TyuZDEWeehZtaD+H2JQTB6r2s2vq94r9p11mz4TRl8w3swayjo24mq9b1o26O63eYbf8Nr6ts8a65nNo5Z3+l5BTciv/c730OuQ4nr6t6aV78R1WPQOi5oRPf9AL3NUOe8Wsm1FJ3wcTrSsJ61j4UHDlD6/Zg/A4fL82hSYFJgUmBSYFJgUmBS4O2HjYpNFCgEjMiSeHtqAI6wx8K+yoUC0xCfvotmFRFoPK/YIITp2WZRKEbAUWGKFBRhR2OdiqiecXrtIRpRz1L7c7RQnEsv+VKANvpxR6SrCnAEdxTOg25ZfWq8M3qzUgw9acB7ANNE7ooLCO3Yb9iITjvTeLkHGaN+Ff46wrJ+hze8kaiZR72uVb6HN/MD/Z5XKUF5K+01wLtnTvZw1jsRoVVjKkq4RujMoRLsUhDKNRqZIjkD0F9UfL4aae74GVMUDfacgTZGvm6yP3IItWCQg/BM8Y0b4waZAABAAElEQVR19Mg2zXCMvyxMOIdGipZzwnHTa2etaOmxmf2js3eU0erShP9rMlwAEs9w01Kzh5GK994U5Ch68QClfsO/0DSXar5LUdcY/4GH+FbjoMZCFkd2wqYkSluE8jw1UkWLVPBL+sjg8VTX0GiKJBVQ5juDUak7acOdLu2ssJE/NGZjDHfPoNpbp+ej++5WN37lGXjrnYWoD/hX5acU4B5H4zLwpnb2iP6gLxaC9OI3HWAZTu2f8kT3Cz000DM3LjTpdd97YQdevqTZOGPCc2i0cPboQrEjKqV4v+d14HIAsBx1pPJyYRw4z3tSrzs3O/cI2uJpHV4tWMUBh1byTUWeQJtWxGMIL3441HzmyHHaX9PfYwnag38G1qw7KTApMCkwKTApMCnw100B/8aPv/2R/we2B2Xo8+gLY8iUO7MXecxnSFEDrrpfHZZMs+6u5BGz3rwrn7GvZtreE7zXINbHLd9eHJtGHLMwIVfiZImEhegDbaRJ5GoBXZKFSm4th2FkfPcrjaGapjaxz+6vfxsP718ttEuRBpQYCpDZdXxEZt9qFK0OcvvuF31qQCpnRQ0/fJZxcdi4XQBUjtqSQ5waLyuKm3qhOoEO1eKH7qhjKdWU57WzVuTvJdoJY13WsDGURM8ajqZXaOb0DApFV15Dq+PCodY91OFNrbwny0/LyhrqCsIzuqGwY5hB7t7piAquiQJ1mJmX6v34ez0+73hO39DeaFB1qjcilDfq33FUd76M9a7iysnDxflcaNa0V5Ng32cjETFEtWHpKsylfdcw59i/oHtitPRZSB+NnbjxucFHDeX2b9FEx17pGiMwK0mdvUtz2roctgtiHjNM8DGKH17caGCTARMqT6vhSLBu/5Vj6VeU5d0RXNEFMQAvxXkdZPGa2aMW+qi3ZSsh5vpD4y8V8yI85pEa0wLxRQc+mWQIXOirHq/zC+B7/pj7ZN+Kvq+BknUH1qj2yUJXgwptu77jK2LUmF+E6fKMuJqo8z3p9TUCZwsr0WAk7pvs86KDfTlykznO8UhKkHL1hsYrBI95SCjfUfL3TGcA8DYTXK0n2rd8wA9Z4cqo7t8b18y+A4sJc1JgUmBSYFJgUmBS4JdMAcRH907VyKTBVUPvECYxtrgnkXuSVhSl0of3xn2OvqeURGPUYO0fgvIVIQ0DTllV6VaBCGMm6XX1oNXoWZLQN+OmtIqyanSpqZdK+WvBcEUb0/5iaCoPTzCLlPsNuKkQJLJRz0Xnzjmi5Lrno6Cs1gKDCrxCZSuynCqMrwTybnL/d4zbtkrNRhbqlQp94m0eFdS5bPijfvMPc2bqIz0c5bMNxqwoO2cK5H1MjmtAA8fP3iimc0pEsArd1TLmJTQgwhRl10WEffYGtt3n502jtsrF3sUh5yl8u6L9FZxKqSpcNASrBHyuSPPyGtb4KC1iHB+LF/dhSkvGL23yrJmqinl6VOkYfKVi5Ttml0Wy4WV7v/PzGsBzb3DnKGmzbiFidG0ibJ1DFSrmgjTuRkTs3c/4Jk+cd310pXnFxSafcxcL7MvruTf4Jpq8Cyh+VCrlyUqJFb56lI5Hna9PnBvn5FfAHnx17/npdwO/0uQr/H3ARD7rsR+uzqNJgUmBSYFJgUmBSYFfCgX8Wz8El8g6XxZibhMGeaZkNWWqR4r4iaEpVdUt7svbj0CNHNyyVf9izfkze3G6b2gcWNPxo3hCN3TXLQ6n2aNYWjbc0PUhrG5UQjaMPqbcb3amocc8Czv1Kwr0Tcdw5bynyuj3rA3jRwbVmJGUu4vJ8qziAxekOXhhMKmsUkb9PYtndzPwja6PnoDelP11wbKKcL8CWzjovjv2fI7h/wn+7DlM/+pCwEKnUr+MQzf6hpmwvlwcu7ATBOB2N/CokcrPFngn29KoAydlrWNf4/fos3Kr4xW8nXv//hP4ygf35yjrRtTbsK6kY/8+H43qK5i3uv7UPWkw+NXIVJ2rdYQPvuC8zPEpcOfaNQTxHFHKQhLctxfxRYfF+LshuKF4QRqd0Ck84hh0ivkXPu0s/u0IXulAvVuccQrIGqEo60wk3XhW/GRdAp08TjKup72CJ6+g88jlPL+uvfq3y0AJ+ZgP86zTjPjGCSDRyn9hXB8Zz6wzKTApMCkwKTApMCnwV0eBHyqyUGMJwiVCht6Se9LF5jce2Aojes+hiMdIfDyG9sQ+vvr42akhxnPTqiqk7WJUQejBYLU1da3GJ70L8crUk/KNdKpblKnsaIuAZyRwR7kd8FKAek2p/XQ1JP3w9sH+uzGqIoGrL+xMNSUBMRya5tX9lHFB51oZf9pj+BST0/Gf3u/z03oqLelPhcG9oxC2ywjE/GWe7NsPharxyE4EMOcYa7dEUO70IIZQp7DT5qGvQVtRUbAGnob7LQY2F0S2WxUxcBhoHIE04pb52qC07UkxvNmB/w8qjBoLjQS+1OgIwtmJc575hyRJvcyc6BntHipGR0uI7HeaY0+5luhgFAEn0T7BxyjTMtz+SKQp1/h/4Kfjbq/RrvQIPejdl+lfaO8zpJF79HUMZsyBhOQjj4e0eAfj6ctN8NZwaMSofHbA51r/qcTXe5RZnyeVMdNB+wzBnzECHzzFq/6YT/nYwgJAeaSqNKEok7IsfGb0eFKrMRpRvlbkiQ/pZ6XytHV/oPQfhYyZznPT/Z4DYsej1UVp4enf443P/rdpy7V4GHe1gXtO5W3bAz8TiPKEEdjnJemwGR+jSs28T3J08jXovVzNOYpipulX0JH3AYtYSSEmlWJYFmZ9DnDlRTnb94ZZC3Re8S1b5VBv6SkH6z3Qju9wRhfbeKrjqLP7LfT4n+DDGMPLVTtRH6OhabPlrfQF/lkcZW5u8dC1xZDA8Bn2PRSaQFPe13KKkHtcFS0+EJg/kwKTApMCkwKTApMCP0MKjL/qyi0tQ18ZRcS0K/euXm6Y/sZ5r1K1GtGo5KRcUQLgQSpMFNwJwDL+kunFhX+alKyylguBcg/BU7mv++B6REnaq2ft3n6PrKOTMtL5ArTx7Eb8Ci/jEg/vIy/tfgMe7quLIQigopTI2KUeF7pcwfdcPqsoPB09d6Td3e//iJCIzImcpma96CXK1cK84Aza9Mpt9WtSvr5rSEHWTPseS+MmmDP8HKcy76jU9BxzHF1RZ2GjLtENEhkoQuhgUse267JWB9e6WAI0bYDercF/j5Gqove4Rl9L/2tgVl8k1HU/HkdKRoSGPuhtGgWVmTWsan4poh2AHeTcw7VrR6VLcVdDtXPv1kwASJT1WaM1Xtxs+nFon8rs2V81kbXoIJKOf45XWl0b91k3pxdo7PxH7X0ngv7DzE/orsx9z0FFddfIj/pZcGTeQX8Hz23gPfVO1wXMvBT9KEiOjpc2a0QepCrzu2tmQJ+sdMrOP/jHKbejgA+0rMj08QyHkval8zq8SLQqWIeODXYw4xo5jh/E76RVnqtumwxSrHtorA4R4VXoXrwLfFGWNvK2h1zY4WyiAbhuiifXaVS8yYnnXLSfxn80r5tPf1cGgIz3Q0eAiqSVj/PeAbiatCWabJ5t9Uv0YR0novMXjmNA8IEYObjP0ZCG14v9g1v4N5hprIa+pALfhCji4jPCk8Ina07w5SYBMKyRhE2EwX+JS2meHzfr4nfgDuTSnXEG8B324Xom70Jw8bn22wxsGx3YfZ/zTqo1vW+g4xjl/JkUmBSYFJgUmBSYFPhlUuCHWvxHuFCgSHSYhiLPEYKSnre9fhVAvOw9hbg6L2Eut77hS0FNA46pl41WK8PNWng0OtI0xHu9VcErkcMRML8BnQh+9EV6aj3xTBscUVbBU3IsyrQCsoKZ0Xni7ceIXD+vFtiYi+xhouEHGjg1S+n+uk/xxMBpGp8Yz5xrceu5XBo+eSBcPuEf+YNIUxW/pMfVoLouAxeVCC9nUUElyBRjLqRI0aNBrBs/dlySPLDAwahTlYCrdKevKC7gbbvgJc/bRpW/lMLHOj6thYJqajO9S1XUpfvNiIQDbYQUhRmPWxeFio+aPqf93DtnjPBI7bXsnItHq24P0Fq6uMIgP5vaG6XJuXqotCZlZdu5hxHOExVN0BDyFPXJ9d/Mq/MlT6Hc6TSQBQZx83OtoCzbRfjKaGzam2Jps6bDtbYXrodHvC4N3adHw7h8ssIhPGWddOxBSFgODu7hZN+f7D/Q+svnyHfgr+E1o++d50OfXevyb9ElOvnlCg9elW/782CTWW1SYFJgUmBSYFJgUuBnRIH+O89vZBzPv6MgSz0gmh73rPylS59GIORU5LM40H1dwAFWy1Q17sjkW42/yn2URd6r09vfwNDRFIOl0Yo6ML+mOBfgGePv/8YgjcHoXcdgjb3ci/z8TE/SEpnfPT+3bh/UNHgExq264mjmMQ3A6NKePgLyrI59qA9ofnKbHXUTZWrp8MXSuopR1NF9Bm2/CFbj78ZtiZDZy/n4Fp2udabMj5yPs+dOGmqgDgWzOnOt0f3r0fOcCQ1POE2Dq9mW1FnLEHUfxKGGz69Ov+qs6ntOsrBXOtKh8ueOFn3QbGIYqdlaJ1GT7v37AK9qQDMtcBlVzYJneSF+gbf+cq7FzSxWGid9pm5EgAcVn0FWRVwbYbuzRMvvXA/4qYpOHzgqhA/E1+dA3nONhHJELrec4rk2Ij0BCVXlp/+WZvDDklofJJtXuBNXDtchyBJX2cCgJrwZp4+fHtnRozOqQzp4u4UaaxR57YgaV/Y6drMdn9u+JVX1U39v/mKDmh1PCkwKTApMCkwKTAr8FVLgIH1qvFOaw2Cj+BQ5L0qqnpVU45YRpgpMieqifsnzQ9l6Wrm8Tw29GPWOVcEpQ6U42J/GOb1nEYyJ7jTeTANwPOYQkaNw3Af/+RqMdaMgBq02plEFhy3Kknsl7fU2BO8YNsHTw81eJej/gKcKgJ9BM46+XhQcnTsUwSj67KNMRG0ChLlSnqD2WSX0y15OYoa3pMZjp9vTrxYVcbqqcTJe6cHZm8puiuMWF6/VcbpljvcIvm10zTg4+0zpcZQXqMZt9mxGednBy1sitytFVuPB7VNBWqcHI4aNAkZpNc1WGfcGNtZ/lNep+25d+XePUhTDO/zRypPdR8ofsE9+9FZl5ykq/RfwRwH4gWeOuT40cRw+G48UKK1nLhBUPPdH+3kJh3JpXIM+FWngohUGaY2/8n8M09X09nfD/xE+G+nANjzDRuAOvnO+7hfh2MD3EYt88Hm8tpvGAWCdA7+Xx/fhidORJPtRMRfZVzy8eagfEI98QZfEuYLHG1EctZjFHsf18C8Qeny9AMcTR//sT52FNRcD/Az6LK0ePdDbmbY8Z1uj6DFEu0dz9rEaIJpXJO8g9RHwPInceIz+R01zssliS7gK+NIk6up5xXllUmBSYFJgUmBSYFLg502BS4LEy0akLIRMG1kUvSaGo0flMxBTXtUQGIMFx4K7KPl4/dkiHluwUyb/Pxyx968GYHGkJMhsyMu54Ndapl6O1VeRP5XrzQQT/WcltS71npUMV9G/ZvwZ0bXx9RWVo3kLYRY0Tw+U49RTdh/KlMrZRlNqeKQcjfEynL66zNxoU/G14IlTrNG16jVltuwWp5jcOWdQblP1RoRijFRmw+Ja0iPfaXp2Wzk6uoN61r8xz0YxmuFHvrK2ke9nrR6/oD6M3rF1yxaGKy2flbvtf8s87DVgRec3GrBgiYjwPP9UCVLqvPC3xl/403UWM7C5RlDO2bchhz7wb9YANFiSuUoaJmOAeK14+zakB++C89YtrZx/8Y3hmvk3AvhKOWQvUBeDD7e/Ay3mPJMBrFfjuMJDTUlDtQ4qMVbDDVV8UsS58a4nx7vq2TH0x2HCd6Itup3Hx+VLPLoGFb43epbnXycQ1y0WFBtf8VAflyfV7//17UfWu5z/6N5hxuUtMKBfx33d/dPHY95cr9yPbdiSNRBsKmZFXbv4OOsovB+3WccgmGO8w5/u88sNaoazhsjfgl2CFVwv0+nCtRo7MDjH9yUfHVOKAbwxy6TApMCkwKTApMCkwKTA0xRAclsVPTYjRCF1RPBQDTTaDiGQf5izOFaY0ntXJf1R49Oqj0cPh8JYFsURpaohTWF/pHAVlygr4qehWKE4aatBXkEpUt+jHT5aj36SHgqh1t8Ijgr1EmwItq1AoPAlOhAFKoZEvJ1L0FQgtq6fr9Bw9IewHaN3NH2NrhrINahqGF4XFTPn0EhOFGe8Cj/AIQrG0Du+pjw0Pqj00gX4GlxrD2T77TGLk3NEHX5iPsLLdI+SsckYjC51zhue9Z8tzgefRIiqLBsVILwVy/c8CTr85rxY9ChncSbUMc2bQre4lgKRKo9+yYPwSc0Phj+E/Bh16aEM5YPwK3jRQ6OM09Rh6OygQdoITz1BM6+5UXivx7GCc3xIfZ/veOZiFGfP5aQiS/c97uMW52c++zpcoMC6uMTn2NHgvMXxFedDHGjLAkOivjMf5zQ4btdn4mndMRfA2GyhSxZDfI6g6ABVdIM8R6BpB62iSJF+bqtSq3fzus5DtGx8fHZ8xoGzRUneMjdGfK/LKbz0r/PI/+L5Y8Ei3tXN5/27BvDgMQ4O79t/gjLyiIsE8odzPua236cB5/VxL+mz4eu+3/Uf7DZzkeeqny2fEc3cvqtdBHgY0Kw4KTApMCkwKTApMCnw10oB5IRyOuPvPXrNFySWKyNURlOWG3JLZJkrVU8ul9ysEU+nPJxvkes0Ll7EseWclnvWsHJv9H/UuiBVMmB0gmT1UZ5dlYa7unQ4LJjRwbI9jnhexO7Q5O5R42lFjpVlIcRGWTR6S8lh3c+xPGybS0WYyoTK+upNrgGApzKl+tkDOK+xSg/SJe28Qwrv/Z9AEwOrGWtaaOdO49dyY58HxulXaK0WhQM2OkmlAFa/O5HBbXdzXtaAGSeRgTuM+24jlHWOEHVd59ljx+waCpGfyOhl+B868kVQ1G98m9b+ei3Xla8rq5QR1Go0pbfbz9dKHO4DAoNq9BP44EhBavjd1wX+Bde9c4Cj6xtG4HLghzHzXFf7m/PaXTz0y/sIHUoH2Frz4Cc0Wit1a0A+raWjlD6sM66Rta6NOBbfPd9VXEXTuMf+rhirN6xlFes3Le236dm/4uu7BudijJX1Xux71v+uIk6uzOAE0vuUH/FB4ywtqcm7ofBzeyMNqkdvxdT5/i8dog1YIbsXOGedS2eG5X3A+oVrOPxNaYNqsh66VjXQfR1fPjbaUDEvO+aUv1lxYnBtJmtNXMvakU7dOs4z//l7eI23H+tz1poUmBSYFJgUmBSYFPjbpsDKGqYQh2CBMJQ9ZDGyVuQvgrFRZhFMK91y7UOqMKqw7L1vEEhaAQJ6+kkXiEteT2rq4eWn5oPCoTC9d//dCJ7uiaPRDgH2G1Cr/WkVGt3rVkVOoVNFDBUCun2AU0dM6m2qfLeLUMyesuCnUomfco3L4X25OH6MjOztuyfSNN6D7JFqZOB6aqQFIjB1FJTFQMXej7ioNHvd+YTEXvpUsQdTdqNYZQ4i4tKnQjkLCplX+6ADlVpooVrk/EUx0iDFooCC+Vd0iMwR1km7iMExihcEiIc4dIih2UH6oZJ4BZ86tV55lGOIZjElioKKY/A/MNWtCN6qC7wUcWFBAQ/ZrTR3z6rgoIJS8FbrIKMffjIf3h9KDRHn++2fOJd+KAorpTrdXP1SUcaTOErkH3lWUJrjbQqc5SGpuboEonHbxosdw+XWCFz371Kpkob3i/uQGXG+wbNeQ3Jg+ewcyHkfyKCVP1GiSYe1/8HFGtI5ZUOwMZ+Z1wM4n8E9TO3SxE5eT1S+RmwN8irl0qHH37+2l0cpzRseU6/2H3a/a94APmfu6YTxNQszHFVyeCtXSf/g7HO1Y9HmDT7Yuz91sgTIA/az7nc0vPpj/YFb6nCsQVsDMMZtU5s5UqlhqciGOgoO6cv+ukbdy+lCB6/dKrYvvHtPtUpfxd+GOOt849+HW2jNe5MCkwKTApMCkwKTAi+jQP7GK48iu1bUF8dPyW53UBlyR+SWIT88KltGPlU21fCrARj9RtQW9JTfFrmm5ZYTfJb7XleuWZeSoAITw6BGI+XYNi5EX1raHxzfjJ48lD4mw1DSvyp3KpGuZbBRu2FduHWA51GNsLBT3lL/cnzubYmcKxxh8NugWsfjauRRf5ey0AlczZITQ5XyqYW+hoUkNotcs6+WAnOYKp15p2XaddSlTqi77R8Ah46OTqAOcdAvDjDq6Py76kI10HGNwpTKb36kpVsK8e8w1+ftL13J/OWGdMIgmP1/25AFxCbeaNznNw1GoWU1dG0gBilk9AP9T/mwaJku1voGFw74qTG77qBByCjvmt81/Txe1x8o3/1pGNHHzGyEjugzL+blRjHwS5/NywU2/Q2ci/9MTw1+Yx2mYTenfAa/HkDDClv3/Cfin+4AnPnvyld/1Y/+CPu5p65R6LZiTMvEjvE51s+WMOiBcbI3uZHV6nzov0n9vtdQ7hzCu7KtxkhK1o3k5wRboO/vfNe0lpUq3/aVPX6z1kEQAVmljAB27cZ53WmAXIq4+r6pNR9TVIcnqZfStFzqf+9Bniv/Nm1Msa5DQK29ybuiIp4GiOxZzwlv6iQTetdc97Pc/CW2X+HTW6NNH8y5z1bmXicG12PMCJHr4OnaBgEM+w3OMq6Z8P3OOH5ist4axrw3KTApMCkwKTApMCnwM6SAmvxRiZAUmVVBT48zlEqj/mLAUxHUCKzXs4YTigLUt0okQ5hUqNwiEA1jk5F38aReojIV3xXkjHzFkw7ldx9DywsEecd5VoTr2P0gpGl8UpqLIdN70koaEtlqWujQC+pKNBVfI1yjSNlo4MjR54swnCtw0QgcT0jTGGtgi5g5QKOKpjuXHcBND+9oHkbJEqHsmF6ATzyAQw8XImCzzFMteAxEVj/2KefpcW70simswY/PNnQKp63qP3gYhZS2GsazZ620cPADnyh3gzapO+B6LJ9JOwyd2xgM9WZ2PsX1EyUTT3s9Od2DFu/qisZez03BDYuMLjQ0howf4GQKafa42qhYx7v/SbpkjCgW8h/G6LfsZS1vnuNweYQqgDRFWdnrcW86ZxfqXJBgfPeVJWmPsmj/7hP0wbMqLWKAvdzjxat5brzjPAEjdJEmnIKHpC48D7+t3KWS9fJ+UPlnjknhXDg4t86xRVwtPd99zqXmFfCIIgdPbTAA74lGrgjghrFu77Fl0IBndU8EicbnbZ4NeYK+Ats63W8a3f5a6AGs7H0nXFOvyR/NIyv8F2j04TsyOPlMLDeeOFjjSR87nvEwAjT4/9l7Fy5HeuRMr8j6jmVptTPa4+P//wfttWZGlqVVF+nneQNIJpNJMnmp/qZngG6SecEl8AKZFYG4QIOD9u65PzceaHJkHQgMBAYCA4GBwEDgJyLA33f4k/BS8gpb2caHKJQngaeMYV3xvpuKhyi3eVERqGetxMmb3CFS3snUebqceK3zS+1+zl2whyaj8Owwooy8Jf8rLr0d8k98nJXNy3OssaCeXkb0QUZUNqw8PZ9lHkm93OlXz9WKWsQgRV52sKo/8qvzoQv/6l0vTom88nHgGMNqMWyKqSnLnYMOR8SeeV5ksQ8Ub8pBJ2xOGTo9/co5Xf2qv+KtYqdtZ6MhZ7z9Og7zvB5fu97HueU3YhQGlFn7eI4hbhUtfzT61UBTmccxoF1+u8Kvj09KzefPfH5mGJUh3YJHD2CVmFyEx77Aedn8vXPnP7KmdNXeqeypHCOKPj+vVDCnL3NM422N4cXQdY75xDph3cf5+vheae/sMrKrWwFF5kFBqXYssvqpnYB8VsYT5oJyTyJHKQe3DL0vF/mfuWAbvRz05LnXiFtlKu8AqM4WZh2fqe057RjSE/XrkPUc3jmpcKq0V/7mX8GQBmmEXpWSeKT6GukwnRosWn0nujex7516bk45fuZRRVZwXcW/AdCu7MkaR2DL+513tWtBWT+pZyfR6WZTdNv78dVeiaTPFbPAtQMjLeht77ZYUWA3pI2OkEgOKtYZ/6wx3nkeU+v4GggMBAYCA4GBwEBgIHAdgd/mDHhnyiPAwiBHiaeXYYRIlXMyHwobXkNQUGGn551Wnl0CkdGamNnrDT91Bzr0YNTeUEYpFpVRcFJb2pUMrMARCGRJj1jxlrcu+b+FLhlg60ZxKiMnvykmKA29nJQQxKKmoqtdJqPeugoruy8F7deTzO7JAxLlN4JDaFIZ3sPJnDUDsSjycFduTChMZ2gtwsvan+/ej7Oy909K6ay3p9by0CYNWL9qoWsSq3nKgkHmlJ7cWG8y1s6tCgU9z7n1uJjofSa1izTMUymJQrV5RyuUXUnSJ37ZC5iqXOxxPuHfTQmfA8e+MepX6jhdLkEpCvoIH1j02uGvf2lywLyenvdU2iNDnauwT4igA32JsK6y07LrZc5rqHyGcXfRoJTIWhUrLG3sj8+1z5HCYRSe7mNk+CwNB3g2uV/De4Ueynr/wNzfOy/0iM6iCGH7wGN6/5wTPjs7r7f2SHZRjn2J3csn86XR6DuL/3pG9FeTRgj23Mnn3t1agLNJM21r5cz+O0+/t3wXsRARS2nnmXPkXpK4UkC7MLTX2t5nIhjfKzu/77hW8v1c89U9xlQCk/LVMsx+HAe98cui24ZN15+Hun/ru8am5qkou2ggDluwuFXvuDcQGAgMBAYCA4GBwO+HgH/f559vogRmTV7S/SSzOH9ib243GCZPnlpjPhbTpbXzc+FZbxe/frf4mia2tDqVS+Ad8dDS6Pirazu5GjJW22vGgvBon/DcB3nO8Gt2cGsnr1NZY0P7yBdfH/+K7Z37RRJpqrF20tXJzKVOY8eoVa3BaY3AP8ANIsfKx/EdeS4FC48TJVtoh6+MobhS5X98/Nj/X5wrGypfXWFQTw2sHilTlvzvWCsvNrnGji76tFrB6kX2MEVx+eOgsa8yjem8vxnfWdl+3rGd3Qod8fK0jkQI0iux1k5a5WfZV0/6ODU69vDUP/ROJoT28Qeyzcpet+HtG6yrdK021C8q2/2R8WZtQJkdGbgmQL9/+1d56wtP0B1KS9eFakuxZZlzTJd3b507g/SEhDCOUKa3vbQ1eK89qnl7tDmfehbTa4re5noAob53yo3BuAMGbc6fPoc6/v38FnFn96xHA1jkH3FkrUXjduVE99ZWeU/DlPCzjofrbzsV/ci1U/wB6YGWPu82z6Mz2q6flHe6zzzhylX+rq6RFP6phXW4TueR5+ao0jJErffpessv3nHQnbPK4BrXT8YgrA9MryiNJ3h3x4BCOklnk6UuzadPXXnTdxu7qo1xt6FgrBNGp7m35bwgwhjvowPzdP9lJ1ynGWkgMBAYCAwEBgIDgYHAawjc4NJkQPSihYmPFZoWiJ1pUhn8TzAnCl56SZp34rJeo+hWaZpRYIwyTq9D98HRm3CWFFSz1w70fWK5WB6frZudmZ/lf+mw16dnaLwaXRjQGxjcQqvKD3HhQ97se6oAoBBoSjmxe1dCOJoYWgR5w/06dip24706bwcBSkEEBnQv86mCOkwzWPV+9d95sYeO6Tftax2auRPhwAquTDs5deeTTLGLOPGU7XNLHB9JtiEezBeE5lh9ohSLpSpLJBmfGVbrNcOhSw+0JNRYxpL6JlKu9GO9MvpjX1A8Zj8XwqA9PPTMoYTmwpIchSXEXWvpxnWIRyjNPrgJYafH+KP1qHRVmC1L2/3kxdCbnQDqFxa/ivCG3TKMmZbiTUn45Hw7srhiCDiXBK6nmg90vrI419zrKyHTfYfco3mt5lYmdJf3rZ7A3cK7SlyjScxtF0X49Gw+Q8OcLsozL3buSZx3jH29V6fh2ssYZXpHNIjmNW8+1qgkBkLdqGBzyZFxIDAQGAgMBAYCA4G/UwQOhOhEhbS598W7Fo+VvR9RrO67fHWX99ncTGWEf080IGW8eLvBw93kWWWkOt8p54nPbyLeoGA7wq9G3nqQhovsGu01HhM+/scPlU562Lpv5EXmTRfKWNd9VZVV8bJ8tqKz1qARwenHocKZ3udLzwovTppcDZ+5/wDLRI0Sh3u87qKa6fRUruhDjo+A2HCd8j16YL3y+Ri4GkmKfZ9LNniwnkmDxZORqEvKTfLsb0jT/KWveh/y+W3XIyJZ/wmb+62ZVw95PNATDphxUsae2rhfw/YcTu7a7/sM0wmrlZqkA3rErmRwZdC2prWS/X2XxMT5qTH+TKkaWguz87agU5mQtRPDKl96Up/nftvZNE61hlbeyshzUzqfC4apFj/XVhIyPU4Nj64lTJW/cKAhBKY4Ca+t80VbX5vVWFHHjIygl7Jewdv/xsyqec9h1oGcd+LMGmX+Zjkv6n2jQUJfsxLbY9YJbPoc//cQM2oZCAwEBgIDgYHAQODvDQG50il1K+eTJ54MiYwSIX1ihahtsFaXWjSiGNPqEi82rTJj6UjBkhWLkbHislz06Lk07R0UvhJxVKGZYz3X9p94MBLiZf/xf/Bb3qWhI0ypijqtg1WAFrOlKWDpuk6M1FT/M+RRX8esFHvQpEVuFFIKKFqjtrakm0s7hawwfYRYoiOGreJ7Vs9jhMyVd2nRAQhWP1CAG5zHEwQPBZCJwYemWPZqv85YYY195L7CSQRLaJ4sTHuZ3o875HV6MgMg5ZA9nsRfj0v3PDXBoLfFjz4SGQfbED8FezF0n1bDD8kAJyPz7+HFiGKm9fw9BhsWb5gTk0c289iBWVbbx00W3WWfzHvm/pfziczlWWxf6OlGbLIHLsDuDL3s82SoMUKt2afTXmGODdU23E/zy8s+TQpkLB5pXa0gU8DwW0n8O0aptyZ8lLw7qM+zLZY8E0cUwLFI1vuU9oKBfelj3ivtv+16PGURpN0b6IAX7+6AoIqwunPxznkFnXO6e3F/Y6Wt1zkC2+GT/rsXGBgcVOBuxNF66h3l82cI65ojx+NfqMO57JyuvkpN6fkzgdI3aStvX+elApbhkhmHdH0+FmDesVjSluvWXvXGm4N30AfhpHdZIHR88BDJs0h/a+I3uh1Ly2mIAHZfWMxjtdzpqrnQ6yWbqdNRZ3zX/X6aPYnJ4/vHEG4fP/4Itry7qdSmd6eXehXJYOcNlPs1x50DEiy9/Ib23sLy174vkn8XSM7T8p73uaGuBa2LUuN0IDAQGAgMBAYCA4G/KgTgD2Rc5LEaX1d8iH/f62/9bR7hfmcOc75EHgujPFPJEcW7XK9FflP65HnhATV8g86QHP5G3pC05N3gSS7SWZ4TX1f8W+X22D0ZD1/yrSq3ikFKbWmIS8FJ3oyr8mxh/KCTQzE7wJt9xvvXELv/CXt2zsdNdN3kvcxV9ZdHo1IKTcF3GnFpr5ebyqMoQrwjT2sZLlOvkE9y+az9GoqSAz8JpX1ANnKrpT7GJROu0zu/OuUD05Ivq914XO7h0eEHi27GKlFiirZt37TUvSqN/BM5kbFXbozsWJR0XE/77YLXSqrxLXlFJdEuMqqewCbq7PJTK9txbKerP31KO4RywInc1JTURY/ydaenI9d/KTTda+NERRoeKLcqs30ckR1DSFYOQsN8nnrhLp2tjaJVWuTTDaGOTKenofcZv9Z9ztNM+3Iy1YV9nrNGJ1d3PL9HlNR7IyyZpT9XZ+VbNQ/+OJtOSSXff4MKQ/22q7ShRFO0Vd5+K+sLdFaveMf4QOQqPfil3ChaGQ9p7fS2Ki/O+/U7v4WrOFKlazzK+a6vZB2G59WmSXGemI13XYUenuHDx//kvWGULumzJ7Ua4a//TW+AtSriOzS3db2K4OS6EfimMY1XyJSHmwOt17NHLXMyBidlyL2ch1Pl33QgzbXOoYe1xte+V6FNYPjds+5TJ2VsbeSxWk8S43QolPXnZXo/vhPYed9tqNGsMb9OIXvC2GduO/dslzxuX+caUZwnDv797e+H+q13bLLOax/HA4GBwEBgIDAQGAgMBO4iMOeor2Q2C1yJFonxcl14y8nYGioqHokbqrvSyubLUTLQDgzRQQY0Fpxa9alw6VybYpfWtljd6uUaweEn0CYFKOYOWkTmI0NHu2cMvnSgxHPfUj+5JyP6xtSsR6WhvLbBJXxjZyKBrwtuMMhaT6oQjTIwgmqzoFRKkfGcmM8HaYyym/1iI1lYl8p4F08Wc2hebccKr9KDwp1zy31eOWqdmOe+e1wLSY6Bil5+mCcHhOgjCxFrCtRThW2+pO+qsWo+uedU1SWWDZ9ToU1HFSJYwclQY87hPm+reGfu1yuzL9KgcYPK47YQt5756tWjwi9CxtfBUMF6aD+SnBPm/wQXxkdvbd4Dd9M0j1z4oQsI3u4VdVQYz1zlp4//3cp6BghxgdJnybm7Yv3bc+Z3oqFfdWFFBbACbC0f9DsP/aZeQ1kTggrvji3vQ9fejhhfOB8PR/f5aQuuDzXcMotbaHBeuvBpeG4xuT8/pkWeVpWz/fHU32HOK983zlPr6dcfr3GUGAgMBAYCA4GBwEDg90bAv+X98320JLrTg0rByDJGMTpofAfvk0X/b6ARuerrx7/B9cur3eFrukaBnKU0kR9S7lOOgFdWRvPeO5L8VpP53Pqjoi2p4Hi0fvLDs+3h5/2I5XuS8gIyX2jDaFXeMPjJqz6YWp9UTB9Zc1AuM/xvpUfrM38rE/yQQ6YoVX18pfXJlCr40jA0nwfr6rJK+GjmCzKreyfHoDLXHqxv3g3rjnwPv56kol/5yTDVEt76n3wbcWWMf2DM+uUWRR3XqvzN33r++hwxRzP2W+kzHxHJ4p2M/I0Scyn7vJlQ8ORZRzbVm7Yirt0fMw0k3Pv3C4Pm8v5tY/F24hYV+mxlncR1F/Cd1s4W+fpp9qA21LxrKa4hQGczAu5Zvv8XPJm39b5yP2iUp8jUXOS/98Rbubqvy6kA1oj/0XfjG3oyPc+o1IkEIcYJY84aTkVRpA3oitevczRG/q4PkdKPN9AwqhgIDAQGAgOBgcBA4O8egd/mfNAkswLLuSWfwiRewHq0BTIZGBU+KhoUblR8IJCh4Dti+SnDNaW38q7VunWHPrh3PTWz54wX8SJsBJqDcxWHsk8IsgqgoUv6vitpK4mFqUpOU2Doysu6FCtlhVcsK4thhq5gpuKkC2Mt7xM/fdy0giyLcFuJzTXfKg6boi7xh4sJ1kZZpbR7CEf5gxX7DrxUkB4yzlytrNsoCrPqwNPyDwpCS/aKZn7sDMeM8hl7UvAxhFcx6GUxyzHFnJPSUXOrzSW1ZWGgPT/Ng20E9Vwiwb46jE9Z1FqPeFypj/aq22W5fzRsmwIOIa58HlxoSbi0Xv29X3DZK3FSrx71H1hKl3e2XgvVTy2VxWIdb59DlacID1F4/iNrKeKJF3wReo+C5IvVrDlZ9NALeXfAayBKdpXuV7BYqVmr+52LWjtxUaHtvl4Q4vh3elq/5sVrrMlCl31fHI5/Smg8leuPtO+4leWsYp+LQO7t7HOu4cONZyk02U92RIYI9zH+8NlwLvAuc5/qbiDBxfU09Yt6PHZYGTc9+g3BfHTvJo0NpnxVTR+nwoAlNopW++4LrXe3EQF4h0SxX3PipvC3qD/18ozrDWN4a8f29N7uY9vqnfXMp/WptBT4XUjLM+YT7HNjn3hWpuf3qVZGoYHAQGAgMBAYCAwEfioCcgbyc513sPHymHwrGQs+JjzV3QakqdEX5S/eixoDytOFyW1M2d167mVQFpGv6VGMVHao4lJ6ueSlgtdZf2QM4U+N8qLXKga3ynx6qeqP+HRKG/ZR2pDXdhpz/pn+W7f1dvnlvIXOg56uiqMMu/ntKzSisIoseMr0/FG66N7E0gcv6LnNPZPSLz0qVZ7UnrquQmhKekoez+fr6c76kXmR5VCwHg59nWA956NXj8gUh4N4/hO6Mdt5hDby5rmjHGN9RFY7EG1J+GrvX+SvPs8fJcz8rDfo92sSv70yh9GDNFBPK/ycPfecX03Qh0zrHPwgKlT4/YfG4GrFdUM66Lge9omapqFtZGDlvvlkEuNF6n2gv3rIZy2CbboyRzKflmUeGaOVtqZn3/UpPOoZ/488U0bNs63ZA9DH12roRsYDI4RDQsyXHFuGGEsaLUBNrevztbu688y30jtjT2Svj53PltjOE41lHJStwQhv7x0G5CrVQ0eIaH2bMBfLN6a03+uEHqKXleevzxhvAmV38e24sN7i+/DonIz3r57pzPV2f03O7/feSPWpqqyF/YbztJ6/PmvlYV3kiB3z8jffk82Q51RycbQ+HxaZxulAYCAwEBgIDAQGAgOBCwR+64xjZyQvckwXYFEQNLOXqkys1qIIH3qPyihWiFzZGJgzKivPSxk1mZpvSrYTRY/KUxVjMFV6nUpfmPBSIlZ4YXlC6W/Mq3S+U0A566KMuwmlKp9i4BvHmevih7JpuiRN36GYdixYGFBJ4z6tMs8uRGQxwsYVekMQ8prMvvfArE8GraFz/cEx7AKQ7YhxlD/UZb1W5XUtoqN85WeRksVrKI+mkGrZD8fi1DHhtii46dRxV1Cln+zJdCRscS10SJtCIamDUmd8QxE0Z2GEPuwMA5c+UpZwxtWpKfP9gyj629hEEazi0TG63rGz51RSERz0vj1o2ADdesOLdR+6+0TYFmUM2YWw4d61H/EYtT9idCfNx9g5wwLHxyeK1NBxp+zsdpSd0oCisvYUXrbv+ZXkOM3p+EIB/GkYaJTRmST08RqkvZxVB0OU8Qq+88WPK83evOy7R6MY9k+r+d3m1KJQPVGNfj3jFfhs3/dClL9cksaLudgqmtO/qDsiMPUkxNSnERqYIw6pWFTDFyUMmW17hZvt+r6gwL0JdWG0YkN+TNRho+lDv5Yb42sgMBAYCAwEBgIDgb9mBKZFfYmUt/Hz5hReZsYf3OBtli3Lu7vn7xEFi8Zme/gV+Z+JL1wWyPmsrdX+zO5Li3wTMoy89t79TRPB6Coz1VqU0er1QFGsA0uxasmTrNEZskdxbXVP/BkyAB6DKgmr3d5+r99G11Jv13zwnvC/hgFWwRo6pz6slb1zbeJdv9j7F+UlnoLKTq+kGDgip+53/xwFiigkPOrUFkNFVzryN9vqY2sm9i81GpJ7J5/z3JtqWmmGctCkUWsi8WhIPcmXK9mXl/oz0GlMtCYNVZX3GLPJS57O2uGef1nP1fNMau7yyxzaRVZ3zJUX+py4Wvj8hlW5VoAcp5ItaxnOS+sMbWZ4Mdk/pyhfwTShvzEYVlbq8vTNJpRtkLPYssw9incaTncj+GD8YJ/vtFW3lYvZXgm5es/aVHkri0U6Uln6+OZMGpTjxZDnmPlShuq5OX3NIfX45SR+VpS1nv8NY2wU1hqEz+fU/Dj065kKnY65z7SPSYyB30HQvR71Z1J8/wE6DAWOzO0aV5JzhU/mNHjHWN+5qZzNmk2enzfMyWrsoW+NhjRWd+1Gr/BEMgCyvuVBwlNn7H0PSeM6nW8Z94coH5kHAgOBgcBAYCAwEPhbQUANXdKcobimh9ojdLCzJryiCjz3MNUKF/7KGrR0hLHK/jFcqfC6nYF5J3MdcqcvrfkqJNK/IRTCiH79n+gxFWThB90TCAWd4VZK+IIJh6lyr59rjFUKPvlVe7zSFG0cUOjuUDTGY1TMVPApaCX0cjGu8f7E+/CAUBe9ESUOKCTnac1CcX7/9jGW0mEiVXzbZ8cIK0mFUbGRGY2gxvhkgULrWo/NS54IBC+MnQLM3immoQCMN/On9pLGKtrwTXpor1RfQj7FFEYV7Hful4zgRuZYekP6tTlqqWvJ8VFsAWToURjA81XBQe/PtNPmq9B4nmttPKKUk57mpYq3dDHvZn6AHvGmJ0kIotZRdfKrQJq+0c+WpTL2+h0frkDawfnEXsDuB6VFM1eoS0t4MmjhyhXHfm3+FHbk+yJ/hGfn4J8oIQ0o3S28MWU+IfglXHc87u2TFTTcemUzAfI0dgpj0JnczjmVwJxPYb2oR+OB1MfPMs3qdB7v9HzV2h6BdIewV2HIWmfmYwlt++BHa6nDnFgxszjw8cVcoB8hm688rst2V877ePlkH7PwQT0qk1kYMdz2p52cpR6lsL93D/ad/ZDF3xDS2YN3lr8w6HOR3xVcK7sUOI0UMg1FTcg4nueEkwLLvpdU9nMiRzeI+dJrRCyYE9krO7WIXY3O1TE4o7HR18crYcG9Zj0Z2VZfG5OzsuNkIDAQGAgMBAYCA4HfG4HiZ/g77Z9t/oTXojnn8kQSl683UBn+Sx6Bz6RY3VZveL7wFuxXqycVMo10K3F8Ncat5J9en+0s05wxW97nnHqsw71qDwc8RAnNqWxnnJZ7PJH8aPgnlE0HZBmjsuyRZc4VbL39ZdtrPFLP4+/sPvxmGaQqI3XZ9s4Adf5ROBgDJQYjC+2J5qMSMMZ7KnQiC/Z2zfxIKhpVvB31aIyh44L2B6qb5qR8NcaeKtRsQR46kiFQFj/d5CTuRdxabQM6xCDzz/Cwjb4oaZlBfVhWy966WP3T6DtGsYx5oiQpeSLfxXM3bbY65uMwrza09QtuE6OhLnKN9DHe5QHM4aQI7nm3/iKTRwaio8joB+RgFVI17rO5dae6bO8UzPDwdjshZFHfFa6BKKTX9k9Pg7lo3XqkzX2KVagyfLMcjn2WM/Lb52zlcJ0o4bM1knBtRvrmxqvzMUkbs4ofOkSWnCYd6xZ4KUf5yzP1xZhWqF+ftk5fVV4yseOsAUeFftaLPz2WVA9INb9Pv3X1ye/MPSsXG3BiXlVIYp6v1t55zW1egGWeaSNnKVvyYAblgE/Ba3P6vLInzzq+tojRuQYWOqPwLnCIbXpaXyAqWUXh4pew0MrUrpo49OkvPz8zZb9619QwDj+yZYGzwL8FWcPUS5nn223B8pznuT5F2nAdrI+978Gpjz+zA6OtgcBAYCAwEBgIDAT+JhD4rYSqrQyFzAr9luFXMJQHi5DYFwXcExQFkpxYOEgz+/nOJNdn/TClWPqVgtFzGEK+91kIkO1TIUPqJGWxQTr9bBd4rOJeUhFXCxoIvgmrTKMqoad2aDPY8aUQtlcB2TC9V/mj9xmfKMK0glRRGNLEQkykkr5zLRByHkZT78F4MHI1gpNWqU+mCIeWtWF/XEzR2xmmfC8mfto9js4SlxUtjiisFaIMMZxw2WfC2lmJ+ycZf8fbcWd8CA0URXSUjt70ug3721Mbr9CC8G04L0P1+AykL+Yz/5151OtUSimNP/Ww+ODeWO6LFWtm2pbTz3N1ouHsOY3AZpsu1Ci0s69R6pB+ym5Kp7pVmH4cXDxCoApdNTduVpM+9DoUY1SMK5A5Vx6bLyUUOydYQEhHVcqDRySerf2hCLjoyVxRClzQ4XOtjkjU4mVy3OiLYaLAIYYHKi8zXhuwsIokvUQ4CDY+Y1j5JiS1OPW2knHxZSHmk+G4WQA4EhqqDEcsJm0rqc+llVtFN3UmPBZK4E+U8s7Tm9OjDAjKUIb3eRYErPwe/n0OLAgJ3c6DK/Qvso/TgcBAYCAwEBgIDAT+ChHI3/Pv+lsODxF+5h6ftMRFHkf5Br4TOULeq1SCy3zLc9vpfen8Sz83b7sWmqhUY1lCA6vc0puspF2YKe/fYuu4WbKgMoPeXkTsgcKIpOERNchba39J79p5Lwdt1HrAIPuAF6smoJvSxD92phA+F+V0QlSr3o5yrCl2NlW4lqnREiUyiq2u4L+J2Vo9/Zo8KusLhPv+hNZEcaLHkW+n8azR66PZlSZh93s1Z7/QyLhqYJxoROF35xj2ms4K3Tgxv+X1/Pzf2eIFBbCeiVkzsZjjZWr19nG4xudbF7h9uV1QOkH5u/OuWtjybTjl2qNWuamMm7dLPPRBWhjfH4Qe/8LYdB/LVq5noQgKev+2EHMnj1Lmjq2zdoR/1qDCdEx7YnptUvV7PL8a+GZfVZ67lParj3Ubj+n6Kwc8N+LKmsUnRrjHPbTaTLBY0il+rS1wPPIc79jnWXnQbdVi8L4gpa8FePk9ikAIQN7doZTUQCVQro2bczTPMMrKKCr7+8bxXhD5rae+l5ylzXgfrG1eXAJlaAdX19Qmr3RzFNDKtueGQd9KbFWeFxE0M38PwZl5nGfP265darjjO6jGvmjtc7OqmH/3OfCe8Z/XPI4HAgOBgcBAYCAwEPhbR0Bj6dW0FJhkjw9adspcwdxnD1SZfJRzx744EMWhgnhTNlhzFJvXGZnVxp+8mJA+MM8V1tf9lqS6mD7Dgx1hwg6TQhPmUKVLU4Q+2eRFsc6QlRWoSk6YOz1OZQATVqcxoi3jIZaL7uUKRgiJ/kamseYsEpj/+dQZ3Z0hphk7FwgMS3RMuFvIE6IkLStFS4UrStnsWyN2KtIcP+nwdyrA8f3U2+85K9qQiiEEHYS46p0K3lv1loepStcaTUMwV8mOd6//3m9vxaWZokFLbTw+Ycqd1wWIY9Vzzmt0OQdhAwE0Sk7mdiw4g0vLlzG7N9+pm3zVA61TLeuzBQ0o7TyPgzYHsRptVc9/IsQotBn6ToERT+BSvN5ru9fS++fcZDwQlPRYr32zZ0sAed573l62/3rd9sQLS2cW4g6xuqVPSVtooQ48ZN2bCUKAxTppH0Wu8yPPaA16VXnnW2MBQ0lHCayRwYakFX3wZt/ehEDj2fAZ8F2X18UUWmpDZWbhmXZ/qqNhyhKST+GOtDY3nAfMu0QryOKE+1NrHewc8z0LhpYT5+nYyhYpeU7X1OPnOd+XtbHKcHeci6hsPdydJ1soQ5HaY6wWOZ2js7kwLzAdW9K0Zawr5/geCAwEBgIDgYHAQOCvHIEsXMsr9L/zHMI/dNVgRXt5pQ/yDfI2ymKP8hDQhPHsjnDF4RVZUFe+k6al3PEUheHX6Dv7hSZCC3y2kYwM0pTFeytVZria5GvlZVX+/gGqWPyHMdNAOnxdys1wvVrPtRtyaUZVkmfEgDOyNhKJ/GRj726bYtoRPnilxesXHv4gno51xoN2ZYCfTvZNw048GjFCLJHtnO/cVHXGodGBYezu8Ef45W7ErJfcOY1BtPPD4XVvtaKKTa/QP0Gf9TxB37x62tWg1W2Xao9iDZyliHqdKtH+zwssji/opS48z4+Gz87z8QJ9cxzbs5bQz5mfKqoxn4jick7TObbzO/W8MsOy9/RfGBOf4U5f/z0v8dqZntnKyGyvg3I0c7f1Y16v8+x8PUEajS5lGHJkPe635QNwnZecHW+eP7MyHEZeV14kipQRmAz/rKd6ohVMCztknF4bma2W5J8yuF7U/07EKJ9c5pCG4afMHL8xMddKkegyIPK7oZ+jVO00XbblXuju8+z7Jt6/odP8V8o8ieNly3UlcLBGcATfvPdZi8nfoLNxdM4ic7ttmGsavIP8u+C412w+zem1CGnX2n76eiaZCnbDVeu57rZweiz7VxRaYhwinayBhF7H3g75OdHKySl1XK/dP+UcRwOBgcBAYCAwEBgIDATOELjCtZ3lyckBobKEapkSjmGqsqeKVtFYHifptWjYq3ieGU5KIW1zE1XHS98yU4abkpnCmjLMUWdO/UXRKAOGIB66IgVMnPhLLa8XRiDKHikqomDq0tQJj/J8hGRwmuhKnjNudr3qZ66qYNbrFSYz+yGHMT3RcwqJpHAlRgiFUcJBzzxc0jNtp4xtaX0pFCxcoCx0H5mjocHCBC+Z3XYus+seOgh/KrVqTgmUjPILiT65sHPMAoDMt2mGR11YfCPgQ8seodkQ6PYndHSJcpH76ulM0Lf/LkIc8DIocBTIts4B8n5BSxfcZvVebXt5I2UUmLRAZUwi1EnCPXz7eDk+0IHC00WPhBinpvtphjXj71w4KAC7kDWlWZ7p2tqB+dqHsGsfhl7zOXdcNmKSSn3pmgAAQABJREFUZwNPaq1xDdEV44KtwzAniflq2LcsAKnIThh0sbqNyYF+H7ECdiFgz/s17c/rffgYPLI4inU/9KT9u1hAJ/0XC0MdXhVAN9FS+/NVODwL3O7/pipHpoHAQGAgMBAYCAwEfgIC8DIqhf5qUuc5VfSSDkQ4QXkRo8Esim/lFy18L8EFZp9QZUqVhHiKogw2KQvfVzIrJyuFqlRVuQKP/C4WiHpkbd1eJJ5jejfS0uOJSiK/i5tGsHoAKn8UH7iVd77WboU11XtVGfgJ+iZFhy24voBSjD2KXVtQFkzAomuN37ouH8zHrU++ULAmWlDyvzB/ZvL0zuhWKKdKfr5FyI179P3rC+9fFehGJzKd4VGXHvq2fK8jMivrNRgex/j4rrHnZUvKage8k7MWlPF9RmC6rHe6Elqd7HjEKuN+Kdv1NYAp18rBaa65xZYRspyLL68ZrLR0eUkMoDXysPOU5ylyV6Op498LotUsmZt1GSOSTXIX/ebsexM08bx/7lzP4Pl3e7CzdMLR9YBa93PNBFoT/eyF5+Wsna0nhcmuRSuod9VlWdXpWVtSqZr1DMv5+R1Sl7mZt7tE9wLj+RzQYcbIX/FWnuH9O5A6mhwIDAQGAgOBgcBA4G8fgd+y7yj9XLJGy/NuKZd9bhFJtISOBKoSzkMt2vjEixQrV3keFX21JzDyi9a1nRGa4XpPiO7tzoqcHX6eWdTSIMpfWeYDiuiE0ImEyCJG/um9KTOOpauKahWAjabXlS1nZJXyBgErCwgHleWEy1HJqUIV82ytrGVRJf9LoLI4oJLTBQPD/5wWGs5rPj+7hs/Unwh54MFvsGYcVO7s3TuWfweV9iTrscyBL72VYwWuEovwRQkTzXekbUkl3Ru3ynX6nue3j2JRIdU45p8Msd6GEXcYk7JMtSEFDK4zXhVavPZB0vLdxRVnGIDyWU9LfPp5YKH4UavlT/aPps8HBLHdF/M4RLSOpn7r7h3PTehhr9n/wpr4kzmUEMpm6aGF7F/lW6fK58E7jgW0099dPGcRqlC+KdxUe9i2FjEX1Rydt5+UBZ8sLqE83rHXWO3pepH96oVYSscDF4IOCEuGIXYvX+nLXBHb1vdlLWLWJlo8WA1x57ylDwozzuRYMLdnbFnc88l63yaoa49gaUhrvZIN3z7NAzPfSHmOwWLv8wVdu+MfoA2hirY1dmhkzmpw3phq7ri7+S4Kb/GnnAYHeSapLs9n5b757aTKfOVZ5/24YxHgePgf4CodYMKU6HSchrXocBnPOXNkHtT+xXqX0xfTHL/5sffSngc9VX16mji/9j7fLJJq/a518cGFlHmZduxsLQ8IjSKcvzW3qu/2azkHCjfbqHQ+38t0ILXSaUOZQYfPfOv4hMNFva26Xuud5+g89693dm9u3XuP/N49fpX+V8v/3v1/tf1fvf+v0v9q+Vfx/73L/+r9f5X+V8v/3uP3avt/zf2P9+pRBSt8Vedt4sXG3/XGDmgYfCt1T9RreeTxjn5gI8IanLMRK8WQm8JWwOMZqejHv4TPQlAJnyY1Sla3U+dd5rlOZdwGx7SjIfm4L4zydjHMkye73V/LdZ7V/rjP6k4vQL2/4KlCG1XYhT72/deyp1QclNz9MnX+LeV+U07UcBK+ne/iq2xFXrJo7b/LehxE+QulEGU7ZRpDF594U06DRcerYbTkQRcVS4MtH3+g2PhNZRFyRWTgkjFVwsVrzzxr82fGn54OHV9kd5VUXPwBkeW9Ku0nAjJNxd0+mQqCOp6+QQfF/kFXbuWN3+T3VQ6yZhBGvHWAK+4balqlk+tr/FnJqngmIkMcDP8LLZ2MRCmzwiZ3nJVvuCoTCcvxy/FBwRoPb+SHrGlQFJp6fanqoS+fH/rvM4en6l5Z7wsFMLJ+ZErq6r9W27p/1kLNBmiIcQRjrMyqZyhE1/ybPSVrFcxqu4ZrZaEe56WVQvPxhwp1ozP5TDnoGgQ4//v8rFJFA8dfrPcg3+/BT1kwisCvGouOX95xVez8+84c75nn9B992Ukq88hnPt6eZMwaG7f6c1uDJ830InNQajSQUPZDbgbX0HciMuPQn8upf5R4Jk3vJ8ZMHMs4WFwLx7pfz0+1xXxxTkY+Nvyzhup1v2ByvDux9d7qdJ3N735x9jvHb3Z5OpyPT6Lkcce1qTxjyudZS3MuiC/3cuh7xrU9jSaQeaE1/ahsyftTvnhPFc00zLNb26rxTgDnz8DlmpdG39KJ8b1rOPw7n8/taZvR3sfkp/ThTiN3x68G5Gotr5a/WvEvcuNX7/+r9L9a/hcZ5qtk/ur9f5X+V8tfBfYXufGr9/9V+l8t/4sM81Uyf+/+n3POV8mEf4G5nxNbzL/XVPjIxNRvFAIyYjLnWuhqCTlZbMr1NMHsRlvP3wpXRXGY0HgmI9gp4ElbY1hdKKiFDS10/UjnjLt6vvHLkuHYqTvKcgSlKMXKEhrRjvzSwqIAo+Cv+xSXhaAKOBXVvT+XVT93RWZfVr08gWOVHStOx8RBa0y/lcO4ybyrSDd0dfbcSX/eMH6xJFXZWd6/5x6f6z1zzNxfWq/O8uAGn2C2nn/rVfEob0cVZI9ZCEdRGw9L51GbQxsFxwv6+hyJ0CIdjv2teel8cSxc6lHg1OPVPXycN1x+JE3z1IUZvYCxOPeZSerttNOLH++bpIW5jIVrhelyDnPvLh6Wr0/NTY0lnvQYmNrymfZZKo/xPO+5V3hxcyXxXCh4531m+whlzNNO3UqBy0vTalU9I0dC6+3jncKilcKqacpTp/NvrcA1FIk1cBYESnAtgW+ec+tx0ZGoDPFG0LDAHt1K9c4xbL1jOn/n3yq1fs/FG9tzfvqMMCdGGggMBAYCA4GBwEDgrxyBklFYrr7Jt7zaifAY4Vm3yjvyJRiEEgo4fJUeyhPv9yo15+XjmYcsqTJBj7fwiPKJ7XOee3mmUTQ8OR6r0qmk8c4UI9hsW6LyV77R9AjzD28GPypvtv80Ug08GrzafR7Rdu6lUl7Ky5cnXlMMhf+9w4M6lvOPTSkPZ5uZf/74/LSPjxu7nlPMXNNwV4PXyDrOPdvdOgfPa8tZK+tezx8tElIXC1dy37kkfhrSKosoizVMQPOpJO55RlwbcR46Bm4IA0+uIQWQluLXe9uSSnbHtiJ5dfq2ld2Ua77eYCQlnqWEKk/hTueNuSRuPrt4/2bvX2T9dHRT489mgh6V6j1MtcCaxL9/6grf7V6i1rXoW65d5Xq/1/s5FXrfgWs8WU/x/dRlQ9vzI67tIylGCWDf30Qp492nsfwx8ZgbnWT59gR+MYrWi1ajGskLrcuWjWClUUxbl1ze/lnnPmfSjNzrOsC0buU8SJI+DeUxUHDdIY+29558xlut42cgMBAYCAwEBgIDgYHALQSaVuJWlst7nX2Ba4FVkQHUktCQofCJKFoPCrtYPpeAwX0Fo1gPKsh8M3ODQveo1Szt6A2pYKzV6AHhYaeyV4s0lWQIusoDKoeOCeslbaQIR3X4jm/3+VBYrT1O/UVwBSiFbj2mS+EDKtIEY9g95HbZT0cGUYFgQvxpkmovGYtLD9hEaV+elkWLwqAW6jVC5jLlHpa07mFT+5k6yq+mWgqpfaSti7YTeqzmjPOlPEq51aeL4+aYxTsWGrAod6zc00fcJiXZI+MX5lxraL0/VQDjwZpxUGEnEt7jZzWVMBKhFM/Z8k42fxXoirN+vloFF7tHgJOxvGYdBz3BVaS6CCAm11Pux8tTi2PpJoSUyuRu8HC96MUdLeKPBwwm7ALt7t1rqwkr3Wr4olDGp88JC6r0ZO8jw1m7wJLn/iqIF9W5qLBD0PzY0X9Cyd9tf1FDPFwdO+lnrnzFC5dnDlrwGyA391qfLNojANR4O6Zm0eNDBbbGD/0VWfPB21tTxp6x2bOftmGdP2KJ3t4zVyqJ50Jv34VXKQq9vX1/tyTGxOfD/rqo54IEYb6OzlXeiTVi3rscG6fPfER9tvr5lpZPeSiVdy4Y2r505L32XG2nesfRQGAgMBAYCAwEBgLfgoA8xyVrULzIIzz2DeLKe7gp8uQTmwLNIhM/Py8fPghmhPYjy+GxetAotDPpXF8tN6/joWP4lCjfNNrFO8uoNKugXKtUXhivWpRX2Rs02eR97vNwExRrY0ANJV+o9K29TcM3R2HmuG3lr8wnj4kCCB61onhZOZ/mDcjRE8n+wecqY0bBqpIDme6qEHGtCXllAIhMpnzM1jt6gIYnd2zkqS/lowm7a9VaqyQSuvjw8WdaYFzlU6exvT8+61ULHGXZHkheuwzN27X1AitX29jFFRnF5Z69daPIUsZ17lvfE6nPichjllcmKCNZ50DkoDxX3JrJR+ctiUufW9KhjPf/Imf18e0Y9jznpR8+k2afbcf7B5GUoqTk58ozcVk/cj1G9/GqdY2K54M3xyMVXFZ554retEfm6D7Gx3O81gsm6lLCexvCXePn1rkMszjWXHzekGC9Xa8aQeGIXKbBghGafKfUu7TT4DPnlHMcfNZ8D7pV1f9H/6TLfGZ403hT263kWocGC+4BXkYWIe5svroP+mH3Z65hxK7BTsPvVr3fdw/64mTC+8C9q31XAZl/ozKtWTM9qlTX4L2tTdQ7ssY8dP0kbL8Pg1HzQGAgMBAYCAwEBgJ/bQjMOI1nSGvFESqyv4oWq1oih2nxnqF6ymNTy01D94QDeqapTWXm3VEARTCRud7LuHreGNXwrTK3MMB6pRGi1PA9CeGzqZ2tmTo+tBtlGPTISCM4KRDTOMcQ07h7FcLxmGZ/I5Xop0WDre1tyWebMvQKbzL10nOuZBaeWhgwRI34lHLxmH2Bvfcuhr/TwfhkoUXawOyqAMptlXIHPQrBKor8olaqgqkHj6bMX4QFra2jqNvSP/JAp4LI7uMPlGMuJd7dlrIrBCrYOyZazGe/MRd3xGIlb/Dv7ZhBDNxzFiEDbwNxMfTQSbm5Vsf82um58flVKAkOyeK90/15qbVjw0gpVKoY99l3Dm+nwxpV1jInWVioPXG8Jg5baACTLJCIDflZ4Mg+vG0P3vvrT7ZhWZ7PGAT43uB83nZ/h3DnbiKvj/ZRZb6LbNlfaXVAW1WtfS3C6b9jkEgL8X7Y0v91ilxU8L2iIYz7aB0NlyhdThv7s+xT5iJ0qgm+mrx3634raN0aA/HMqtDPsSW5fn88rjY+bgwEBgIDgYHAQGAg8G0IyCD0dM5/TPxDv/3sb/gPFX1bE3wJZY7KbHqC6b0IZ/O+1HlAa5S/UTZp8mOUcspKt/ge7oVfhCZ5HgwZVVKH2UpfrfeZZJuzdsPnyqvrIdr41BVhoRuiXmsxW4VonIeC4rqyZNH2tcrOrlNGPj7ylOM7o/0s37WTxieLGSkRoGIU67YqfYy20NXzzH8xu8WA+KCSKHy+9PU609yJP67Tjd+sISB7VdSzCvm9XnBGS+YE562fyZ/5I/+NDJC9ay/pW6/33tWSCePpG1kEQ10wrW26Ok0N96tV1XtAg+fIy/FQVm71ubBs60vv19V6tt6QLr1TkbFDM89Vr3uO2VSdNEij+JU8XZHXoPcJo+ip2psH9l3jfs1DkDmJtlRR76R9Bc853a49IG+XvCm973yXXSNaukhZR/lnqNZYocb1RC/nM9ITnYptwwxHXmNtHT+B1ox1f+f6bLGuwJ7VJ8NsOyLtRb/KVKOYue9zdUA6KT/HnCvfn2y3nASyx7YODhPG0sp8VL7f/RvPoGs9JP+oRvambPptHSMNBAYCA4GBwEBgIDAQeC8CaEGfT93y2l/32dixj054RgWYhP5USLd+GTcVrghvsXJkX5YIDN/EQNK+qmaJOaoIg6497R64rnLsKH0wkZGhVfZg2f2xkwmDKYuVoRbBVvB62kUp2DxoY+UHYxorURTT/Ipd32dIJlyliKGO4+2KVbL0qwQq9vYFejoDbN+jpC8v6b3KXRRlWSgwrE86Lk4SQvvuDxsLUC0vVZKWV7LW8CeG9jm6YtDMIJQHtosFGTV+UVjhdZz0CRMcmj3TQ9kpKz4q791XmYGib5IYAU+6Oe9z01JXk/ly02/GQYvMfLBwVSiqCdKKnzPjtV8OODmWWPh/EIpNXLuy86xoq+Hej/PQcNSGYHYv2z37xzoe2ZPZfnH3lPqM8BqfPG8s5GDJ/4HRQ+0j6z44heOW+WyNaU+DiQOLD9kXy/Lzdk8UzI+6Mi9PHkLtAWVfPJKz95fPVo3LvMzyWBrdq/oDj3xDi+2OhsVq4YMf8EjoY6BH94669Cg+uHiAV3LohJTuWbykwTmWZwFhV0HSxYedwlsG9D4Ovb7KiUdK8Oe952JlBNPC09FcT7bPs4V3gpbkO7ypj907Ic+wNfexX69hutqemzwSea+VInrHO0/v+yyk+ezkJW2blpQyTSk8V4BtKW33E7NsoyEKbOqq7NTGe/f4gWeD9dOVqf5Z1eNwIDAQGAgMBAYCA4GfiYC8BX+RE7UDPoXtTXoq/s6/+cV/nPjJMA0924O/8B4ugsO8ayo8LYBfrYW24MMiM6G86J5rskPSc6Ip2VJLjNyu1nf9Ru3NqIwED5ioOMhgE38k39/KrjIwxTcZplSZ9yylnBgWX97vTfX1CxPPfdlA2Q2D2/5PYPCX8ItybCWvcESG/rkmB0mBkO/YpqR4XIw1AWvX+WzplOfz03m9JQ9oHStJWgwL/BFDVn47bnZy84BYiIGlL5ovJrIQxq3HL421bTRfs1+vzVN6eLrQaaewvP9XZEeVRF25ataqMzJ4aD4V33KUKF6G/1Wut6sXhRY0rd6H/0fGPR7g/1FgunahZAqYfHqfLwpuulDPsGP828cXz/bn4Q/UrGFopb73tWe9pRPF/Qq/zq9skcP808C+Z+oYt/qe/enVuVGqEcg+vpSDkLGltJNxt3JqidyHkl9lP9GtdplLPHdnc/pylO5W3TNkIlJvXgyOks4Oylgag/sU1LuqZ0+7nIh31lSUczGSqDUH5DFI0cf1W5M00/94p+OpXrhqTO8aVc2Ees+ZBxktvVAWNMLffwC/10gZa2n9RnobrYkihhH0TgNiZOKsJ2ZdzbadEL6PwZ+56PvaNZT+XCfCGmeFeg6+/StrGFmnYs1Buvl72tcdhI0VydCo4n8Hrka0n0na0OdcLTL7vszfTvRoYCAwEBgIDAQGAgOBvxsENrPTtxApBYLsrtaMKHviyVjClUJphMpYaiMMKxAjINXeuxOrf6v6J+4VU1gFZWqhS4vA0KXA15PsoSw3woXerfEULCa453jfrzRZt4KJtHTP5IbBTDCW9T4qROh9qxV5mNw3USIHGu4SDpPj8thW6TjHpY9LE2AiiLHggrI44a2yMOTCQc/3Cm1gEjpQAGtdGq9k51DHZW2K1qJF7Tfb5hL5SxB7ghYFDZXt/Ev7Wl4n5NG9/nEfQSThghPySwFljd6tNKn8s033RoYGLZibIHBWQ7AxX6NvOheXUvI5f0rgX6vgrLbZSauPIj4vWvuqZN+W7LcW5gqIzCVO3ftGBaYW8dJy3wLb58OFMeaaAp1KdUKgVejxNj8jdJPlaqr5NM0fFxAYG72jj7Egt293MKGNvMsyDgiT7n/0TIKUEvYEQy96FwMdo3vJOWVYfUPU6eGhQtxBeXZu1bjGOt29ohNhoAmlmUNt3C/I8rq485tnhPY7Dc65zLuLQjcu2AfH+JRswc9IA4GBwEBgIDAQGAj8ngj499m/8/Jh/q7TIj9X/OX6/ftX21/9yCIbOYDwlhIkn+3euvDsTWlxv70tOeb8FXyPPDgeWpGNwrc0TDZUVUZ7Ktek9Q1pzmtxrJxd3r/ypuc8la11BfDNllFOHJHL9zt4QiIrVS0rY/Ewr4cMoFdyZBjpm+E278dN4vpY+GskH2T0KKvnhXqe+bXF8US7/eKT9o3wo8y7jp01PDy/Mz+U1V1LaHLggte13qROU2hpdJ1xwY5t7a0by2afwzelI2NxYA1mhxxQCsuZPNJ5+6ttSavPhesp4JfoYcoHzhw/8770Yy4/mxL5SHn2v1O9c9V5ZOp1+7uWuJ7noxToymC+yGqdai3/q9foO+s0++xTLLbS2Wlcq9t7GsWq/NXQ11+u5V37vrFea7muqW50jkJrZPRFm9M8UOosY+zyrHWse6o+9LNv+c3zUX+AlF17VLEd7/1K0u28k06emcjLKICzpZs5pNG06F9d/KZv6E2UOmR9Fex73gmQu0v0iNaXrJG61iXN0kgfJsw579rfUOj93o9vInlUOxAYCAwEBgIDgYHA3xUCM+7/8X7PGepYWCKM1567jZdVAJJZy16aCkc0p2Qlg5OQv4+3eb/EnNlre8PiUXeMRbKCM0rNvUpoFUyQh1ChQATXCE2Gt5FJk6lUkTWvi9MnUnnAUTCW1dZL/VofyxXGkhamWitBGHJb3idfU0yrlJZOlXERVt2D6vXkuNX+W9ZFnSg8tf49qhzqVv99YcYwsDKnKu2//HX8KKZi8B3EUEntc+xii0qv/wIDhX0rBxPpQhAo5DojjABj2DIU9u7dZLjcY7xV3fPHnH62pZrD5Bdn5wYLA7sIHrT79Ufqu9bJoiXe5Cgss8cLCstSmDKmoQNKHNStib5+0rb7M2fP6KPhgf4AQjw3jkHoW/ZtTh/0k/eIwLx3vn+iQO6QWd6UvtVh/xaD/tEKuCKsuT80ylfGwP2IPzMO9fj2cue/NDTVzXuAMFglsCPkaFJ8YMEA7/F9rHgZv+XCXaMvWZlzexZAduKg0M/cwwaBfp26c952P5tjwTXo0fr26J5cehTj2ZzxSV3WRmp0uEf2+YIm950LeqvyfsgCFNk7nCm7+QvrasPXxXpZgd+Fp9b+oo6yvhZnly1U/rIASXi+vfOd8c+67KLMllPx1pv6EK8U9qTTShp8j773rj0vmWrQ2heD88CTf530DWRY4Xz+evx0ZRvaG1kGAgOBgcBAYCAwELiPAPwTfHBx2/JSC34qFXjtOS7o1P798p1vVtzoqfgzeX8W1o10A68rv9Tzms9jy/Ry/V4/73Wt/8ovKo8QiwmZ8QveSyO8SRakkvKKO5W+rJ/yCpZgt0Oxmi2GcmxH4GU3ps4HLun2+lFFeIwjMZBEDkv0re65S/2dt+6/l02Kv+MofvDGTR42n1GoIm/Jj9uNiaf37p2EHKvkGlkM5e9BHh7vy2prbS7dqS+3lX3c97eUKfH0C+1byi7zuB7QFG8HZCt44D3RtfTAi3y1zJ7z+3O1F1OJLo8fr0r4bT1Oz2WKnvPar3ObsTUCU8JTu3/tuxNtuB9pe36WtS8jI/VRKyWqI8n4Ir/ouRg55qr80EsuW9hw7pxj/u00UEBu0nD20wchD5uT8nra54FxzP4DL2fWNVSyLYs0WTO19ONH5nlvXhmNykvh27x/Va7PnsWetf8qZ+b9iaG3CnTlXD1r4xF89n54Ab/e2MqvW0O5F+3hyy2jwNb+C+2U99Ru3mMoK3fsk/3F87zXOD19E99TvqnoykG9C1du3L1kG8rBPEcYbsdTXRna9QCe2Vrn6ZVokKBczRoS7xsp20ZdL/+uX+YD+NR8813I2onR4aA/IbbF2flIWPePQ3mm0znmuu84sfXvD7TECaBo6l75y78D76J41DMQGAgMBAYCA4GBwN8fAm/lk0qRJyODYiEWtggyUaR2JkcBGGYonnhyQzJ5xeh9C/Qwt1FsaW0JPeXVqRJIxQct2r6cVRgwLSJVxNa/ouebaKPdWCxKU/apCTE02dtzWAwd0/dSVbAkTXj1fHX5uW85Tdspa+2yJm8ep5PCx5ppi/HkC5xKGRirURSjO4WJiWbzPpi68AUaWhZr9Vz7v6pcvtVH6QYTw22pUGQM96yMlNy1lPY20hRsK29ZN7O4krlrW/PPSn30Q0w+GC9DN5v/iOTv5/FUZSoslEpxF1A2pvQBWqPElxYEi4wb9PhPyWTC/LzOPCeRXMA9QqrjQft44NZz3TE4L3d5Rnnb8MP4GBIrwg8ZZ3LNZbEJf9tRWUn7LNAcJitzi3jv0WTYcK2y9QJ2rvhf445b88s2NJLQQrcstIv41v5E61ZaVGLz3lMYVJELNTW3rpfPwqaLZxqlEIKwLIXN/wwGvZ1PStN+FOLODXG49byIkQtSDSvfk3dxI8vNxLOS96whx17py81Gxs2BwEBgIDAQGAgMBB5CQN6ET/jE7/n7LK95iFGu/MejCRVUlFfw23Az54qAR+tayy+vQxuwRTv2N02o2znPc4V/nmrifm1LgxygcrXxa52/Xv5O5R45QOkWD2C9MMPDPVK453WMVVJAo3LUpHy6xxf38otf+i0nqcGz+28mdLZGhsHuFo+5qGd5Kt7KESotG5bLLFvPlT+MQuT2Mh99G5Kb/O/GmuOZjswCnrvDH6G3ZMDS5mysg2wlH0mfkX+QvfjustP2Wu7lVIGmPASmKtMeTtLnXrDI6noDvwO/VRpqfsajuhkNr2abX2QdIM+Xz4XRq/y9KXTOCz9xPL0LXDNyLULHAmWke0mnA7HrOHYZ/8ln715z033r51l0nua5Zz0n6xVThnYg9jU3DjwrB5+VyOHLfD/jXKMNDbB5T+mocfYO8O8TtCKPxxtdGjEy/30TGCPXxsNaYwBl3Txn0Cr0Mf5uf1dCq+/G7x733xeR0fpAYCAwEBgIDAQGAn9dCGzhVjdRvI+npAwZzBgCfjyBMWdLKCwE1tqVV8WOHnl8ftNTEQFUXjOKp/Vmbt1bLzG/ikco/6oOFVqey9iy/6/X3d+W0EK1B4fWpsDBuWya3qAK17HIPWM65/XfPxaRJBY8pkR/j5/9nF/3s+rWrVpnwkDuUbYewMm9OqOAZTFC5teFCVOv91l8ZFEdq1iJZ0EBYd09VwlfdWDhIpa0waBac3xjHc/evHoSOo4uGpSjq3Wtp2v0dfrTbZGWj7eaWN6LDd6fMYMv5jjdltHvzTjfUKodd+yvCmZfCmPg+pkKGd2WcVail7z6q3VzFn6gw31YY+3PhXjVpqMKF1J+YtjTjm2FePe41qLeLLX4cWNqk+k82V7G10r9ECJq94NxTz+t1IZo258JiT6PuJjrNbIq64/s8bRPGGPojjJaNMiffNZxSs6D7jFgS3bCPXWyx7Ghv917K1fxEJkN99n4prP2gjacwz7rUb7+Izpl+kIIt+zPS0V96eGyPLjbJcpnP+IvFxqaJzOEBVrJa+msfL/Yf5kTfQ9krXClxT4d2Qu417SLsltIaLfh0kfXhbx4CbCQsFNg592ghXy/35u5+psFAnNTdzBDIMSj+3j8U8aWRqGlo121NBJyoge0iwQJS/6lJTECOw/KEXfoKbKAldxIfUxrzBhjw+gZEpsFNUN897HMozarJ+e+pwhdpSJcD+p96Cl6e9bNWLQCEYYP/8J8JAyf4b1D/2xC9Yrb783xXeT9Wzz91fv/Kv2vlv/V58Sv3v9X6X+1/Bj/3xeBV8fv1fK/b+9fb/1n9v8YHlfJCL4NnrrYOXd9lFGxL5d/7a//5a6+HzqD0aGYjOeoC09H5SvrCF9qnsbOdK6m5KJeWL5HpQWRiowOlMtFk7xbbHkXBE38f6+wV7X47byfHJ+yj1615WWr/OX+v3Cs/CoNhOBeftGeNyMvqPzVI5T70rVMyhdJNLNye+LLahCAysGQH0uvLatnHt6/oReeLPeWrSzO5UfBv4ZEDvwPlIYXRM70WuiULvKJQ6U7wLVcetbGOzd8soareidrxIkKM1UU5S37zZ/esqyxuFe4Wo035ect2nNw6R55DXylIlcfCnd5ar1/jajFDAmf3saD2jMXco36+8RYo1h6YhwpEcxL+Vp+DxMzLZ0nWqcqWt2ed/rlquMxHMUgMp/bREGfpb1nutfVynX+nehL7RKzmDowRMXje8eYp8bpeaxMK9TmxtQlZQC8k/W23LmHbZ4NKbPueTo/m9+5eiwuEz0e6+lfXp+FZPWAlwDzolCpLYecJ55nhPlGrjn+mV9pbfjl+b1sefneucxxeaVjFJmR27UWomODBs9GWeo5TmVLniqanRN7xvcLw95P93nOWJgX+jMhnORP4HdqbvWoIPN50kudCAqG0G/N2G72SO7znYWIGCF86imvY0B/b1h178f8aLXJpy4WerQBaBrU+46KV30tNuUdoOe+rUe+1ZHCiAhEgfu0Q/TBd5E4V11+n2ieE/Xq39cuX1tn/1MXpS/KX0Osu8YpdokwiMLXuel6xk6Z2uveJ2UY+MovuU6prrQbp8u/yNGr+L5a/heB6SqZv3r/X6X/1fJXgf1Fbvzq/X+V/lfL/yLDfJXMX73/r9L/avmrwP4iN767/+tc0UvgzKtU6IMJN/Rq9r3VopVTw0KriIj3pvnnDM9LjV8UPgcQeqBDq0atbE+p2ESZd4XNEjgVkL6Ptgq9ivCpl1/2GFXJYmoMH22Lkwrq0KWVdrPKrHzv/LafYKDQrtcnCwslGGS0OK/7WRRQUUjo5cKprPBfp4T6uwAXpljFl2Pi7zLVWBW9Hksb3q6GB2L8nEvnY86lh5Jj4hjoNS6zrvelY9PbWqmsCa1lTWu4Xq3V9Sh/cl6DhQtQUXyq+PfZSfsrbc8viWGmj8sdWiTrfeu80bhBRd4anvMKlsc+Lz4nWgCr0DaJ97Xkvf5peTSqOLAPMB/38qpxvlJeHPuHLI6jNH8dGYO07xj05+NKHReXrZP/zeo54QOl416imcwjns94AccC2sWxewWX98Wj9YsFQcOblzWzgt/9+eEiyw7DjIpe8Oj4LWkRP0fIcXCOumhxazzFQNppN+9vn4Pb+a3/fuLd2qyir4dYv1/LyDEQGAgMBAYCA4GBwJsQcOE8fOSCj3tT9VWNkgTKo/D6j1QsTYSDdU/QtnD+SOn7eeWPZPDkd/QS5Tw0es1P8U8crKReVvw0MP5ncpcsclCZEl728nelojuXbAcFZuQS+NFmQHin0Pltx9coXMpM8f69z4eeV3DtrEfaKu9LGqGNF/jFlCVU7V7F2rye+fE1WtauK1PpNS1+8tLP1tPqjtwndvDRjPl+j1ItCrRb86SVXfnxqYh3LTQm+tDDssZKpWeXNNhW/sCTMnz/ow2gUEPRpmKwIqpZ/kUMz+jrJyr2WIeB1gqr3a7fmabdu/v4gYJ6k7za23vu9xjlv/13fur965rRrWRe54brYch0KH8nQ5BvwXFJC+3rnZ5IVK5PcN7WLiqn9Jlct2PNAWPpWisro5C69zO/XTtgDhjxIV7gtj1/tjjO2kh/nn8mbWttiS/zIGt1tW5XuaDTsWbMNSivMRdr58ujz+Bau+PaQGAgMBAYCAwEBgIDge0IqIV4f2pCn9a/UfyqQJOhx+JYplML87Ls49S8Wh1HyTBn7t5PFo3wD0tlGFuPNdmL5WhngrXYNikcYX0bBlnaOtPZ85nnlUQ9sn9We4CeD5TRtbcRlu3ioaATAU0LahMelKHDY5nd9+IURZcLFI7TAVr0lORbRrX2rIGKeIjavlPGxYN/Ym1EgVUKVQxVmltE9mtbfj+pvxSvPzCW1DobJb1KIhekVIJzrPdoWSLb/yAIleSJwhVacR11/6kjZSa2+o7QeE6b40IBBDkXqD52CpKMz5EFpyjMVMiflzg7Y/5oqeoeWnsZfa17HTfGtKg9y716MuUL5HpB/ztYsAdWBEyKXCjsphLcA5c8e15TKCU1ZXaFcDrh5q17aefCFWPrPrj7WI13r4t7Jet+jZeety46aHjhXEeZy1zTtje0dovjlSoda214d4ZDw6L7gzDbB+ZfPIMdd/t7K3k/A6anO3SgENefJbOW/aEyTg1PyYjRcKsvqKZ9adYoogTmg8p0zp6a59ITtwYsmt1DK8p95m3GrBrucGQdFpziCY/guDP8FYJlRVDw2ay+35yPVeXZ91GjEsb1aGhun+F49Z57GkwFgq95aSvvB5fhFkr8e2MwVdYOGsgacx9igS7S9rP6s8w+zgcCA4GBwEBgIDAQ+GYEwofAW/gn+eaf4/nNcEoPEjYvv71ovBfxBju4jQVJXmmNHdcTq+SE7XVXTvl0FYP/C373z8gbP+Ay5bV6PTa4oL3zbiHEjE1pwf6/8oiyO8VLnlPa+bxe89ZfvRrlGxOemkIPow+9O0JeHVWswJcnZG3jkU80dDmLaXBO9inL2pG8pJ54KM+zp2nv+1reLdeIYrTXU5ExP8KnJ3rQlnJX8yjTKd8SzQbZNRP9Qp66Wnj9huOv8pfIPiotp6ly+wFarwv8pG3ad5rJ05we1/M/dFXJVoWqY66yErqXc/lafZnjznufDfatRa7tHpjXitRLhLtb27CilldZf6cHvQbMyG1Owe7LabbL1J4CI7xpuOEeyhjO+nTUe+Dhp+SyiX7lDDf3S2eOoqA8Hvkwl+7JYzx5eX4jU+ohnwmzQl8wp9FH8Os0XvtlXUO578j4uz2UtJwn5GTmXDltsM4Elnvk/ywhtIwTpd9B3zkxnClrO1eZs6wBGY1KnXvJy0rx7PercXjkc9euKLL6voLqs3G7aOg9F4zkB73lrWzEAshpOO2i9DfiFsb0Ejo33HnnGL+nJ6OWgcBAYCAwEBgIDAT+hhH4HgVwZ2iy2A8jDheuvLXTqtC9UiP9VtMyze5nlGtcVznxrcnqp/1MYCr1UIQxrv1sCVEbBlj1p8oWw5SqVFSh9w2pM6VaB2bhAGZXxdbUmhytfCSeg1HWqIziQ/4zrjy5XvuKEtg9SQjVGyVdQq1Jy3kqq1euZ89bsPmUEYcmFZ2MnwsmJ/rPy94/sy4TXpdY8NZe0Sr6+jR1FBAFp4UFBRaELi3ZLQguX1Hc6rUpdo+OWtVPQdqkPAst1rPTatb+rqRM8bTlTcqTd7dTcNV6ViEKgeqpKW0h+0BfpCNCu8LFjEabXCbpdl41wePgXNn/W+FhlVEcWse2VPs8aTBBX/RUT73S1dOGuoIdiw+MaRS/2dcYYpwq1tffF73K6bfdSzmVwCwGJbSec8JM0mGnljTM6UtGsrnfGQrPUICF/VkEAOtaS719hEwMIzTE0AOle5rHaMViDWsP76UsEkDHV4RWvap9ps9TzSmv2S8ppn2MVvZZ1LB93k++Q4OffV32n0tXE/ldqMh8ctECGuLlzbPvuzDJPB70X9vivgYZ9SKvbC99Q3M6Ku0dg0f78hIBo/BAYCAwEBgIDAQGAhMC8vbyAY/wFFPhDQf+jZdn8+PxltT4AhSCWVzXG+wqz7i1vp5v3k/akVlXgQTPHL4kPIq0zlOjx0tndJTUsZNPhL96gC2cV35+3OtvJCiTHqRNGXZJ1nnJyzPqKsRLnjRk7QH55EzJSx67/LAYDn+od61bhUSet6WnALBTyuMMAQaPpQBWmcKFjsVlz25c6WNVCiOVWkUn129p6za1ZR9R+iT6lLKFyfb8bEy2E5ykDz5fXhw5axfjaudmk182VneeTYrkrXmmTfH2rsg/deHBuiMDKAsqm1s3azfXhNtN+BUVp+8y9/X9s8t+us7P+fNZOc/may+c+eHaheOrrAqu14bhKdp6Q/y28srin2xBVXIp60VdZppl7XlziQyulSSiVMba6E7zzLPjV2lsVQUC63KNSyeMRAVThuzJHCeM6w0GjbxfynmD+bNG45vo61ScfgFRo/sW+c4wyoZU1vjjNFuhWWV/jP1VqjY5WjpX5sup7u86El8V6s0TnPdqmwzQI60q+p2bYMp6Dhf4iLkf8R9pIDAQGAgMBAYCA4GBwM9DoK/4f0+LMnIwOfHsREH4hddbWE0t5fZ61CnYKUzYfLF38byETTqxpN57T4pHoxy3Sgz3AXWfVhm3XIM5T0gf6VD5KwUcZ//L97R/UUuYaPGRuUUYkOkm02cYSNtXOe49aVK1KuOuEs5cMpKFLwcvpe7N6B4w2TMI79t4+jFOeuklhbHGArO3RFguqSjFr17VMuF474ZWKM/Nnnnbb+iABr20j1FEQw9CU/YtpWXFp9pzqVHB2KUZaXPB5fjHWEy7t2gpLinjWD+crBUaUJaqIMseOHoFIEBlsiJsdiH0op/BSwGAsWrhtB9ungL2VivRAwYIhmDOHmRW5F6wn9MoeOUyMWdq/qKMRuA7YkW9R6DSoyF0A8mdGqhTDBhNnonsNXZkYeLooph3oM6Hdhrj27VFac3i3QfzWoHOBYRQsGVRp+VJyPbdv8ZA4wNr+2pcAtbanl/rRHrN+QANexT67CFdPeSyd3zEWjLnNGvSvvNOBXRTANsXpX0Gv/YU7yWv/6Y+xiXjynMcgw6es+xTRbG+EFCLCK2ezDOp5PliYcNwXKWA5pkMvb1vLf/GH4tmb2cV6tYZgxgptL55nYWE7+8MN+GwDWdonv0cMK5sTx1o6o5hgPPbT29bOmx3pIHAQGAgMBAYCAwEfgoC/mn+gj+DN/qWv8GRd+yJf+v733zPtyS9+fRe1BtMvryV6b+zKi548unexNVNV+YHepYdkQvDayJ/JMpKGuqNFD80LzMdh1fzvkpqt17RmBiDx8hNcn3Ltpc8zqxucZLvXKQYJCMLHIzSpLEuSp3CcZHxymlRQL3hX40Ao1Ekp3zETCVL4dp/5RMv6Ziq914YVxUcKKbxbkv4XTBUVuPmlPWRA2ULZYbdB3vqJrpTLz2nZX7c73eM/fW+v3WtZDkNaYn8s2bQnb4sy/d6z3+nXDSxF0NlPWVzjrtceF7iylnWR8QJKl2PCH7IWBp6RsZ/HsNqkfK2AV215ZayFzLMBN298bGnPQ9zAuwOX39B/nQPU2Wffo9sD+BXtF1+BzsnYIx8/xkyS76XipBMdzq+8QZnvu7ZSkyoVEQfIscwvsjq8UBPE1Nn6Uofucu2N1/JfK9x2WVuKhMiD56leTsdI6+BYZSAhvhmvGOM3Zbg3oDfnISiwL4jv/M85T0EvUbjitG8Al3ewVWqy59RVioTRtb3/VX3zyLlWaf0kvr9yvXad9wsNPLx3evsimc15xAXx4JulcJ83n053kbRQi5mjc49yB3f2vu30yGNjlVLjea3zAOrzJj1+m3LdR+fMd5dmceOdxnGJPQ8z3WtOihP++52fYufkQYCA4GBwEBgIDAQGAj8RASKi/vWBmFFZSLlMNmvY7IsDNdO8yo78zH8ssxTUzh+F00yXAm/Il0wmrEIVvhyQUKFqw0rvmrRZ0gXmXsUoV5u3zl861cbhuyzKfMrPdViiT4wjCzKqADeZ3GBkNDg1IWh95ECHQEALAyTrfdo+nziUm1z+kDDEQvYfHIsJTK1p/yP09ax0ONQS14Uj9nnRTwKkwxho+NUP+MVhZah104C2anUKeftI+dkx97eeIzCknlSIbB66aJzwiL0QDP5o/A0xBpWzC4E8fVkslKL6omuYKtAdqKt47FaecuXMNoIfVmgmDypLTGvZ62GTrT95JP9g7VO15K1l1V4LRzWajhdM7/5mL+Es86+xN6cpE5PbiVo8flUCeu81BL9qSQNLNjgoV3P0Wme3K5OLOhDn48aX5yNw+3S87v1zEqD4d4Ntc6i0TxDtZRrlbc/S7TpsxBDixLq7+3fu6j27DRlUWjXoqrvXVNvS4raJ0Jznwtc1kgmfe95LPdosqzJ8fDT6+/te2+kgcBAYCAwEBgIDAS+HYG+OJ6/xf5N/o7k3315N2UtUzj5Orz3jdevnpbHGW9/r8jV+2e825yPQXaRPvkslTNTvs6vzGvs1/ovMprKix38rQaGE08zL/PAsW1P7VtOpaw8oNuRaPz7xBhRXylZCK+LHCn6MeTk95SMsNT7BAwcn8scp5xFX2qhLv4pS+PBOkX0mmV99DB76ib8Mzy6SvQZTdvqaviFtZQ2ZWoV1F2mtZZb/KYYnHBYbVPFKgqfg59JHu/ttt/Vgv1i53vN61oE805ZL4rBnueVX/oXIwFVtRolqKxsCkernZ75W21II3MCD8YvjA+iIITcEvE5uJq8d+v+SsEo1JSJVFSy9pIxp47F2M+VjiUjQU+8k107MfqX/W7Ph2UX5YuuJ+ibSAaT1I/cFGMK56dzaa3Odk0aWE85asDh8yuJN/FZq2siYPOB+IiXoaprKybWJDTeDSaX75AoLCNnMxeVuSVjNb2HvvOqC0PVvR/I6B84GXy6V3mImBNCPscbWbj2egbPizE+r/m7z1wrjCFIFMDtGZOmrFU47r6zZ+sWuef9eb++m8pR/0BgIDAQGAgMBAYCA4EzaeD9cMSSF17T5H6yMslduNkpmMhE7xuzlGMZwFYgpWSOLpnU3Hry61SbTCSMWRh3GbMuHJmjtWt4px2KPIW7vs+IDBu0nup5kpCzYoosCqZ6+mn7iLL3ID7lqSiTKDJicdQCPklFnFc7Zp2RfI6y7smoZa97teqFqzDqGLrv6h4pYhmOqZRILnq4d5FMLnQmTG1EsFD52Bf97vMlPSMUlkIxirJ4LNJFRdmMWfK1caLdlEMgTzguLV21DvX6YwRc5I5TOGO/VwFv6DnHxNRgv/Q2gCbyqWA8sHfVl+GoGL9DJGbnTR+nqubmt/Ms87M8QLNnLB697onV279ZPjdR0mNR7Z6zpdD3Ys2metb68VpNzCUkSGfkUU94leDuyaRQZjgxF0AiwNzvkxavx+DnQgTj6cDQv4QPX2t6dq08UJ1TCvcukoiB3iBQdneAF88D75t6hsBQZbaLLSsQnJXS8jgTQSMAjUJU7vMRHs4uF9FmxJ8d9oZ8jmscI8BCw3yR7dQ2T2IWg7jC4t9x9yfGUW8DcBfLpDn2Hp9KtwyXPxkzLjuOWtuzMHaIV7al5/VdFr240uvy/f1oEo4MoIPYP9Qzr6vX/2jdI/9AYCAwEBgIDAQGArcRyN9b/+52/mQt+4N8wbKK/ne882s32zoVLv4aI7kYU6q4VCYLW5pM18yFwzaT41aPrKDnq3ZK+buDZ08UIgpX+caT9D6k5fqKTCR+8jEog/YxQoXeRO5BZpjzMrNyXW7oCiw5ydupxuf4+a9kg05BkJ7OH94uPLurXIlnbYyt4SOhj5rPUu2xeXbpyok0d2ygSVlNI0nH9kq/r1TULpeCWn76iPdfovVQf58yt8uu3M24SCOfyC7w76xD2N8+LhUpaaXsrUvB/ZNVAZVq8PFu+UNbynhhZ7f0vc2lmgdfiFltX2fkZ29djsotgq7da08HCr/jF/soM+by9w7PJLN0Whs95zVBRR4Ax+XfKYsHMLK+Pc9z4zD3wVktf17b9bOaRzsMlJWLynDa/WqVe0809PL9mc3clT4u7FBQG0HtgKGyaxhc7Nnf+luzybrBsoWprogJ15pxtlmK3uC5r4f8gUhKjm+tnwjitbfYtTq3XrddknK66wZZO1Bmr8tr3+6BriFCtkgKXedvhwn7VrifT/NgrdLN18AiClPXFnjXR8bt7ddvnlvXEvFS3jMn9f51Qk/e6Gt963N8Mx0bMzLnDaEfRxHl8q78TXtgT1/2rovpSJF1sTYeXB1pIDAQGAgMBAYCA4GBwO+FwM/jRGTMZO7cr0NlhoxmGHVICKMpk4pyKRaqc4a4M03fAZECv1ajCA5RLhHGKp6OtiU00KNAgqC3V1kS6e476LBOmF/CeukhrbWtobBLaThvT4xgNFE+RYBPGBmZYT9vTDC2KqSzl44CfQQY8XAQ5+Ph2EkTDHsUgipHORc7meCXGe+mGMciP/vpUnONSw4uv2TGY5FbYxYh9xXBVPotj6HAgRDI5S3O3FW+vMnEo+BzLscL2LESk1eScwNBJ96vhjGTBolwLObjsWij9z3jAx0RWHm24u2eTiwKzE4zdvQ/Y+7s5FmJkrDar5zeN/XfOrv2bVjxPcprlePT3HhgnkQBnIWcPidt6Q4GZ8SY1wUlPbP/Cbnd8O/M6eC0JjmeFQYD31sqwWm/Y5v5cWMMzqvgzHbAC0OCPd4iLhgm4uK1fnQJW/w//0z7GorM3p3WdWsOcPda0uhDhbLvtxiA9D5dK8D148F3Te/vtnG/UV3mQRmfWNf9MbhZ17g5EBgIDAQGAgOBgcBjCNzlaR+rbj23yif3wJSHuMN/poLGZ5hVw8O9hp2v8tJrlDU+Jl6ibh8jf9dkqi386cQ/wlt/sa2GMlH69wb+SHJTn7gZBUgPYHlxU/Gzdbzhm3p+wzv5M0bN0Kis9HKSBgcIY109pyfe8MmKwTIegM3QcVJUPlldFUOORG6I52VZ9L5UWxWGVwXPvYaoUaY/ONbTvKKeeHZrXOrWOFuei6Lg/rc0MidRpO3wpv50D9iEJL9fsudQzsyeyW5nFBm08/49xxt/lYmUy/T+nGSB6+2VEl8FnLJx2xf71fl3qzuRiTEZAMN9ZEjpdM3jXkLtnj2dkR/3f6ZrPr+O+71yL96fZFPk3K78PWu0Y8vcRYNb72a9amfvvxdJeKh43qPQFEMajNZdcztL0inNyv8VEe3l981Z/Y+eSIvPa58PytK+B6TT33p2Eu47f/M63twaaSAwEBgIDAQGAgOBgcDvhMB3SNNTVxQeuv7ixOtyBDN8QCCLLKLCNcoQGCYElAOMtYUUA02yUd+XUAZl/92Tx6ttHWDesgeu4cagL/uWxoMSQUPhG9I6K/cqfWced9mvVm/W37Jf8g4Fle2cbKBpLR7T5NHaEMEue/aSSw/dSl2ALMpKUdhurfyc7p8WPHYs0uxQNn5ln0+YWBjyg4w3VSv8nHrvAoLteo0FAOgoXCjflOWlLDVbR4zjWTq1P7vIYc0brWTtD6HF3DMagfuAYtU9cN3PWcV3L1+9po10WytiFmJYxKn2bbvjw+GGVOj1niJkhn69kXlkFKStWMwX1UYoRcA7ftrmP5APy2ssfruSPiHYHK8NNBRm1UDg12MVQVyFnR6wR+Zpx/lqdeZx4KBjH7x4slxwMIX+Qq4uzL7beE3eAJzXXsgsKLB/kXNkD77Yrs8KXR52DwefKAfHuWQo6IPhxHiW9lfmRa9pwkmrX6DY8944Hnl3qDhFQLyHZJ8fbXbznNDf9J9fFOJRbDvHpolaLdf8K4i8kvmmgYZhp9g73EgGUaCiRBXeq+msf45lPSN7TOsPMeRgPPb/Dx+swleg/Gy4VSkwZ39r6dbq2Pfose/RPY1Dr6SQ6/0v+upex+LDsu6h5WJGxkVPBN8lzBk+pmmr3/a8ZZGP9vOOzEKInacvZ/300jRyVnORQgnt7/RM4Jk6uoADAEfD88+eqdu1XFQ7LgwEBgIDgYHAQGAgsAUB/9ZrSOpHpZuRWlKu8xHzStauze9fHhf/YTk+UaryNz68ltf8Qz/7Y78oLg+iesdwsJ9uNdN5oRmvcc7fnCroLNlpL9DTvYk3CZNnvxWD5YnxwoS/PhiqNTRC26ytqqE4kgkJZSVkHbda2cvrx5jOnOY4cS+d1e6ev1O9vfvySxdteUnZ1PGBpt3/DBrKAtljsslYRdf690QnJVWiV3hdG5U28HUvYa72JOZGo+n8X79++Vs1R36Vbuj7Ia0w/CevTUqt9OmyrroSWUEcMLpWwRbmE9IueMtrFUzXO+7yspTHYHYXhRGcL6QqM/Qc6/RNd6cac3A2Rj43/x1aK0LYMWF1aaxB2Ws44X+qqt/LVlTw/ccjXqFGNgKrfcZ6ykGhtRpOda0d9RJ6obuP7l5v6jzbjq3jQ2rjMj0/jW5v9Tl6dEA+nR/y5qXc3zeBriITOUQv0AqeGVsJ4ljD3EMiIzkvvRjJld+eajxpNTS6h7XRytweaadc1BXo1DWnKqXP5uHF3d7A5a9j3pK0JpIVdMVoFgNefU87Bjylp9TLMeVczaptpJTdeUZ4GaTWYEk/z2izilObpwofPXJAwQt5SuWvjgzSmfUUXyAm+8M/1ZRZcUPxW1tNUTbbpEGJ1S5I6PQAAEAASURBVEifw0HyPfYe+qxnkcDswLv+NwxUylu5NUq2vKp5JycyQ+ai4dyVV63jNE/sSa7UT9Et/Y7HBc7J+vBXQy/P0h4DC7dAO3yxrsHft6wJuDbA54jHtw4me/dHTyvOEAiGlmm5oS80PEzFKDAQGAgMBAYCA4GBwEDgOQTewWk+0HJrLowYggVKxoR0nRRSWiXrvYnwF8vKn0EezBjs2TFMmt7AevhBW2PMPrGY1lMwCmGFKBQm35tUuLoYocCvVbBeh53l9FdLcNlIMULJqXdnPExhgieukkvPpsYkV6juEy1dgblerePk2Bn6WC9PLTdlxZF+rO8FxvuYlRMUb4YXc//TLCKtU9EXmKRFT1OFXkM3I/VcKbDxcjzUmSMJK40lOXNlPfX5WuPlcMTTlHEqS/F+f730+tUa7dobG0y1ZEdZlgWDyRNgvWSuBn/roG0Vh1oCR9kHJluEj/n4kd/FlMkLdkv7C9KivM4Cjwsnjz1LzslY8WcuuGAyqTIXrVw5jVDu2JQA/8F+xOW93kV37/XPZR0+X4eEckIRrzf29Fxe5r15pT0PWji7H7LW+RVa3Hm6bL/PXcYvCx5EB2CRsqzyW975GN1seHmTBQKMTfTI3usVEotr58r1lL2M9JRZ01ZfL7Z+J6sJLvb4XNjP3tf17OPqQGAgMBAYCAwEBgJvRqBW9t9c6bw6+YomE2zmm4pvNRSwRoMqgG9zJ/P2NhxPfYaPinej8p8GfvJVd3j1M55L3lqDXL1B75TbQNYpi3SIGvKgsqDRqnKptRF+9pT79hG8lYZ2CasqilTU+NDb5a7d7f2UJ/93lL8ozovcawU2XkcmQE4pfri3sbHoRTbLQ9QntDGuB41I35JQMLI/6U6eGeP1kxHuY/S6ddJB42blGSP7qHR7aEzvdMa6NBSPkrpFO7pTZH5bg+48D8ibtdeq/Xsjj97nH3QqBymPRR7aLK87h/8T/MVP72nTG+mrChff0qoBrnI0Rh8VvmmRRzJOD8PO9a08v9KoMUd7/r6VVnHotCprd2/aE10hOnA5ztJopDXff9KnbP7dWIaC2RfmCkR52Ll2c9Z2f67afNRIJ+MNne98XmaU3D90vY1nyvVK1lSUoyEGyJyTfvT2rr8n5TwBlllHul/zyDEQGAgMBAYCA4GBwEDgOxF4TAPzLkoQfGRNtearvZJgiqNY1cuTRiLwy0x5ojJ2wbS+i46pHtuCAcZiVs/OsrimzUjbMM5RvOBtm/DQLmLIWmsZ++4ko4uSSb47wur/grEEp5zrqYfAiElmYJH5dC9Yvj+yt4z7y0AT18P4W+bZBN7aIvNFcqwQABXSsHAvw1DDIClQqOAVDS1JxSfU2AOOFWy1vO6Ch3U9mGTuW/377Mul0q3GY6ppbW6AgZbuCdWLYKP37jU47inNuwesZOgBqwfkTsXhF4ozFgHaisxEzvxA4+hDxgPcHE/3BdOTvKf0b+vcpgcsWO0Yjx17tkIIdLBQEgvs+3WU5TL0gstOIwc/LoAF307Q/d+9/VAAixLZOaEw7P7Qd8o6TUhZLHEfa3A44n1QiwyzZ+kWJtCrF3PtNQYGGhwoVFEm83VtLlSz9e28tn6E2x001Pqf4aR49l2AUaEcIa0rhLnU6LYCS+ahwOJcQxUXJetarubu/a9WS/DiWVZwPPwxfWpP3VmbobH16yDIGB/sPwgFvdO73JBp9t93hmPpO6tTdIOSWb7a19v5qUJdD3OwyHvPOUVd8/oChu9j2/D3hNON1m7c0npeIBi/pgQuLx+LtDnd228Y3Khs3BoIDAQGAgOBgcBAYDMC/v0tHgpm7BuTjNSMmdrUEvyRHmwYyCVaCjxC8Yv3C8/5tvXcxSeVt6N8KIaV8NUqQkreWi81XZUvgSeRJZMHc49iFVidH3sYy1X+RhqlR6O/v1C3CsM+SPd5/onWHCgXGn1HeYyyaU/e95KHu+/9SzGSHqIHeWZoUyYoROveU98wuwdo1BgxtILxXbnibkNGgfq/qRe+ubTnlGi87d2yiwxtjGK4Kv+fjwaU1DiNX0OhT/Xp+qIuTjWQ3qlwY8snaeqet5c5n7jivNTAlHl55PnRQ131mUrn8PVbqiRv7Yet8lz6HB9SePJH59/1BndGIvphFCLH3ahO0jmvf34M9RO2PhuuM9Se3WdFrjf30p1EK2IdxDUA30aO4vWkfAzeGAtHZs/zez33u+/E2FqjFN9NODKEVkHqMpVXXLTJWpNKVWTAg8bttcblb0Vgezdl6/VVVCvXtFyn8H2F4b/0iTPzz/WtHTQaot9j3z/X9O8UOk9vnRzS5nP/D9AhrkYuhMYogYvOCtffDRNmb8YZ9ucEjrOBwEBgIDAQGAgMBAYCPweBGWfycxo8tQJjpzBCuK14u0a0kKFWINUzTstaFcI/icQIslpBqgTRGldBieZljkOD++homYiAKtf5bWSJAUy6ihg+2Ys3DHqo4Uuh0cC7EIAC7IgQaojqg6HbQtMtgcQ6tqYudEkLeBh2J2PVlb/WAzb5eKw4BD2NeVchZXgmiPTma4mxOULDURq0pIX5r2TdnU6veNwGJopXFzwQ1BV+EQDKd9p8zybbAwssZXd6QM7mpoq60wchgPb8JGGFXXsbKdiQct2Fk/M66ubat32ibetUoIwQ7/zoApJlxMRPa9NLyyQmUVwyXxit06LFMuOVc/srzTwjGQuxyKJKw/xKsbpsno6Jz5Ke/ghO4FZ0OFfupL6q53OBEjZ7MufZmLd/o/9W3zEXCwTjvQpsBbd4tNaCnjX0sbygSOyz6GD0AkMFQvdsHhQ+YtQ+FxXMLtiflNUD2LnqgpcYXW8/xhV6oiccuJSG2lmlzxwqzLr3lgYNNS9q/jrfF8n3ZJ5r+j49h4s8D5xm/H1mg4OC9UgDgYHAQGAgMBAYCPwcBPybLw8156Pe2PLEC3V+xd/7ST7ogHLoIA+fiEeEfLWu8Dy3yvc8t9rp91qfkS++MIKLJ9ytqlfuyccm0k+MYsnQ+dSVvA9dEgCSfObHbrZ36EOVkLljdmDLjcMfuKAcsgWjeUPz/P2Y+1HQKA8ol3ldPPmdxpzTTcmymJKisHKP4gNYKtNuT50mf01Fxw+Mox3Xkqf7PW4/TJ91aqKJcgzDyyjVUAKd5Jfefljodt0yLfUxyGnLm/UP9yYuBXDlfMMzaFvhp1lDiZK6ZItOyv3fTgPyJTJ35l/6rTzQ792v5X4O6IRW93ze7ZCBNKhmDmxOyiKG2I1CUOleXL8htbmiEXVFbEJW4plfTV0W7L/OGOVlFf1vkJdW21xcFAWV6nkv7Vmz2itri2spdku+FPdKeedlfcc1nm/CsLW1/LG1yLwaAWTvZ+eAStVlglpD8zsfkX/vperjvVyv3C98j1nHUME+k12zlsj70Ih1zsn534M2l557/7xC7yg7EBgIDAQGAgOBgcBAoBCYcS0/HxJDuiZMcMK5aAmLIoKFiMn+MAIwJIZTlZH6XubUfU39F29krHLdScY9SeKFi5CiF+weZq4WCVDARcbsbPT78LNVlWw7FiUqbBWWhjQjWrYfL1xoiRKYrGUZzv4yXMteRLL7L5JVYl75JKrk0gq9rB5h1KM041SP1gxOF9pgivHeLoFRAem/oLHuPSU2tvFWx2h3DJdVlqEICFgL1947rW0Frhw6R8Ahxyx2GJcs+7ayiEKSYtNnzPzreOu3+8AeEOK0Qs34TF6kvQbbniVoUlHsvEkoLvfiUVhVoW6HQvOizKz48tD9wILDD3vh/k56rEsP4Yjsr3hl3C/RxpaX+4wdIeAqfLhhhPUoqPYvSyxbF1WK26dMLrxg42WN8BOjjdy9LNSu1MKdddAepBwyiQ1/jLe2cyt0Z9Cu1qHldxYqE6IK4eooDVriQ8MjEx6cApeCJtbcH9kfzP3R6uqcgJpHvXppFzMIwcPdcnsXg5xvFprwL0xz6dYiFpX3RYUPjEt+ML87in08TjXRShqxHeeBiwrOI8djDbd5SSmZJeddxt08HlsxgveBPc0Mp9YFbPqW8FXcTUr7hsS3NB4VLha4v5jjnzp7xgd/Jf/ofmr26y98nNsjDQQGAgOBgcBAYCDwbgQm7gDeIdwDkU+OKoEnVmL5F7jzClIyld5A1jyvDERnYq4X7SWOzcvqM8pfeTW5lSVdVU+xf73k9bov71AGfiqyBXy5xrXFz05AXBZpV+S73GPV0M8JCcv1zR5pV2ud8XnILnrAHbMnsWF44YseDiMa5goajRbzL7SKwfDE/0nEOp63xjh8KGNhqFhpU76qyDy04fDOePHbEZYcr2o/Bqlg+bn/F/oJPx/DUum7ltbG2rFEKjbMtbw4Ht2H3Z+ogChWyhveS3Xzstf6f9nuwX4FO+hzzHle3KpWY0kjRSmWdKPfSW64eFZsT0Ndx0UevivOe3tz2vq1B36lz75bv96fyKjhz6cqtvU36zIq21okr2P2d57LGq2e4GFzttnrvt2HfjeyXLBD9jiiAHbtB0DbG2mieO3Aaea2XYUh6wx9/+lJSFor9eA1nrUDz9++9w1D7jJcVt5kxq7KXdVG1mIwuDi4x/NB5a/vlT7/HqRjY/aOa17jPAP7j/8BLk0+g9a836WCqeF8PULfMQbNKlVrf+LMG4axw3j7+d1I2Eq2Tqu3xNHQ9InKFeMU15sgUozphStuMbTu3r/Iic602ie6Ks+j6SNFsu4+E3PhTV+dZvdNP/I+jcND1h5aa7af95Z7/rI+6Jy07ell0Gvov978Dkqtd6SBwEBgIDAQGAgMBAYC6wj8dXAfMlRay2lFrBAeqvjCKy57w0TJEu6KXsyZp/VOPX1VRk3uWAENOmqfTYU1VUOGK0UAirW34YoUWr5Tfy4d9DVewCpfm9WjAlcXurhKBnKppFYo0XoShjlW2bn5hq+Gd7NWLsX0lTFQqJChDR2GnoKmtySFFfCwX3o+aq069wQOHpk0rTXpKxoNKaaVprQkTO5LDLdtIKyoeNMDFQHeuWFbKjjLGpwzFGP9w02EmRJk9BL4cA9ehIek2UJJXbj/rTBUif6Jgcpk6k+a5kU7bznz09pyHeTA81QhsqXDeWZaKVM3Vr7b3PR5jScqwk7Kz8dgpVjDyecrwihC30EBiucoj51Fel/WivdrzrMs2oF/rKt9Rp9Lu4TxNqSXiuRu0V+9WUeEPqq4TTh45gAYGOr8hJ+l5iWX5zM6A72Yuaz531k85JnhHZN5lFqu4el88n3pc9BNGmb1bjm07Xygj99d3mV6IuN9wUJc0TDvR6+UzBFoq199Nva7j/7250YMauH10RpG/oHAQGAgMBAYCAwEHkNABsAEP3WN1agML3zDIYRHgU8JD7qVY4DHwqtqhwfbB3xR8QcbyZCH7J+7RcyLIk4vURftkzou7fTmj1vx6BHonrCWe5Ifm9o457l28Xoz2gzXlX8296tXSBn4/d/28JeEAi4+r997ZNClq32kwe2S3Dc5hsHy39bl2PqZ5eXseurtm1/l8R/BUrlaZRXKb9vZmoJLy5xy0qZ8pJGoibYyya1TGnvqtPbzW7+ML6F0I08i48qrn0LkUk+jd5JlqEpWOeyymGT+254JGpCdai/TuvK2b/qph6rRjSrstzX3dre0gqJSeT8KahWYUMvcO8meW+q4kaePK3jsNaLG+FNjj2Oen1uynH3w4zqM7xNCU0PjIZtPS92rz96SZueJdRZ2ZTjtlkcYup+N5bKc55RRPmP/5EQN47w8lKuutRLvuhZDZuVaPOn3zNdSlFa7zk0NQCLfse7m+sEBOnU2yJx8FxEb6wk9rhPpqYwHsAbRhfccJ8ZB+iJrS+f9ZOl5DfdLbM3hGhfrJv5N2huuXnr7e6zwzDsxf/Pm93r9S8qW5z3f+B0IDAQGAgOBgcBAYCDwPQh8pwbzDsUyPgrMMtl+VGTxE7ZNxknPX0P3ynDJAJZg0Fktc74/KTiVT6QChkyxit8w+yhIotyU2cOytnKxt0useaWfpIDZhZu68tL3UUGY+uNxSt0KHip7xUPrY5PeyQpPhs46IpTUQobCRqPpJQpOrK3mzUcFfi2CsVq2vfT3zORdGlEeISweXBDhWy/J11lx+1rzpfbApU7niorUhgNnK/hrcQs97NcjLY5j0TQXMjLpUvzel/hr6X5QKX/A+xOl+9GQap8Ksta5kpwTpjSDQQOCztfM6rvdrTx3v8EXxaPCecbASg2dlBUGH+VeW/9dVMh8doSO7h2d8XSOuOg1myt35rA1Hyi7x0Q4+1exP7TPiAGR9OCfL34sWp+dQkXmLUKUodYTKonFmjkds9ynQ55PSM1MkAaFwizwIOgS6qyeyVPuLUfSrPftgYWsWoyx9jl+nvfEdbAOhu1Z2NF/3xpRqE/9n5fpZa/99vb+ES8F+qC3+rQQuSwjXeLuO4EIBQlZaHjENvcy1zJCy4KX59O8LFrLExnPCRXA7hmVhb1qrwr3PnltlrQoyDvAOdSfq9n9LYedlrO8G/txVmacDAQGAgOBgcBAYCCwjkDnN7zbeV/+1spD9tPVgsu/x55vSfIF/dN5iDvllKHgpXYHeTP4ERRZ8limXTysTm2H9c2d8694fHLpPj8qTShpVIKkCuv2SJoX6YI3Jm+MGNniBWPlA1sWyV0/LwMu8EGuSKSXo16s3XsQ2q51ekFunSqPwVcSYjd7107y6QnD1WIXF3v+TiMynsafYpdtaYBQyKb6Lyq4vBA8LWSd1I8iUJmq9/SywP0rejamvqN8NPQdlG/K4DRzJ91wfJf9uV+3Mnc8FaPsZ6xbdJ/aW7i1a80rU6dqdwWh4/dfHz8OhPXuht0TPffpuJ4DCShdY51AD1CemwNyqV7KmxLYSV/WOyKTdfws3fHiMM9n70e7fvFsrLS4yPOJbO4WVjsiD4mt6wb5ndF7jmXRZ82uz3whg0cGDT0r7b16KXNZRTN9xVu2tulBsRp5p+Mxx4Hj0M495UOiGe33fwZR10sYmzwfvdyrxF0rbyOsiyjDxZiC9qCpPGr9bcdcVGF+NJoZ9B1i0MyTl7lLmT6HZ2NxrcXN1+fjnzGjcp07kDk/MIB2zc+1hApDXQRMa2AYc2SPYry+vRMsueKKzFpav7qW85FrgsHfJNaTPjCmCb3BB6rBT7ldPA1RXQYK3CxCF418D3WLRsbpQGAgMBAYCAwEBgIDgVUEfkdOpDftLyxdQklp5SfjLFPNdRcBFBCwENTzthQMvRynb0yxcNXCWgaU9g0vFOEbxjP7rtpWBAKVPQh/CFc79inqitiyLjbTN6RYgevtKDZzK9cSPlS/yYxqhR5mOvuJVj/eS42CtApgvV/Bp6TNUxMy+FDhWO2zN0q36DQL2Ob+KfszR4Ydi7IuoWq1Bm1zZbUy6XGsUK6FHpTnkpFxXi1w9eL5/LA3//nx40hYNoQn50esjzM/rlbBDcOw/bfQkvktJo+mYKh1PF4L2QcXgUNBLgrouRJ4rWLbU4HoQlWFrcsiRqxVH6PFpal4QjMOUZzeDdl2SU/ocGxiqe7z/sCzrbEDCmAFLq3AK0TUZRv3r/A8I4DuCQVdz88tGqTRhQDmOPMwXrh6GSyV6NS0LdXzm36z2LnfIQQTQr3mxq0aCvsIxHkemX+rguatOtbuScNyfkpjo3NRJG1mzq/fX2TfdFrq9a34bapyZBoIDAQGAgOBgcBAYImAPNdDCsVlBXfOs0BefOednIvbjR9VORB55nt4AhftVdD4OfGQN3jhiUclj/IpMtfeiEccJ728hya8lOORMamtPmpLjt7/G7QtEJz4NqNVRSHU67jI+MAF54vKOhVjyB6JhIQRp7g8wwv2uYcx7296e6tgeUM6RH43QtF/Ren1epXyuCpw5Y81SNDkVbnbdB3XGEPP5M2SIzWWRXaZvJOrlvd8Oz9cC1C+MzJYp3F77WWAikEsNJ6vN2yv43ZOaFTmxHi0Ii+pANySHAPXZvhWwR/5txwDtpTenqfasa18mNs7jDvi5a9y9Wpq8wD6sj6y/xM1EIbctZKzdZurFbx2I8+fKlRlSCNaSffK+LNuE9ktc1AFsIbU9NVn+MZcfo24Vto20g7ntLnPXsU8TwmvvcCWfCqmXYeLrHvVMPotlK1XMtHrcwXJjH+tSeLgEMsK1w9KHj+6FsIzHcMT53fe49ffDesNjqsDgYHAQGAgMBAYCAwEvheB3yp8zvVG9mcentfzPXcHi075KpRHif4TK0SUnGEQP9kP6B+wZFXJau0KIwrrzRO4+LFiXL39ZOr97/08nWPNp/BIi+7fqgVnyeUw1fxTyIrHowIrBMbyW8lE2mFsT/W8xgCmNG3r9XfA+1br3FL2aTkJg5zxUW1CqOMI07YPNdmfl3IJj3Sdhk7nNfg6Lt6PFSvjsHOxRIWqFtEZK9sDkwgg/ACD+zDJGO/2CCLZK/RcUOvtzutfo6Hnyz37Yn/VgWNledz9K00iiBtCyiHJPJnVEtq4vHNRAUEImmr/JYSKKCwz+bh2H5/QOY2rc4D6wNg9knYsCuwUAmiv5qpiY6uz0RTLdBaJxGRP6CDD7M7DS3Gyms7633LUkIJ9vOKr/Q8WJVTIzx2izR5r7qlmaWIeZ07rYUEZQkRVOO01AKeCZwfpmQpQDBMUkVWu2y/HOXthidO831NpSpLNsL87BmwX61+fL2nQ29+BPU8NxbOLuUZ7X/R/ryI8BgkYZDC+XeANPZQ6npuQ///svYmyJDmOZelm3t1SXZVV09L//4kzMlOZWUtLxTObcy4INbV9fZERGaS7Pt24gJekGkAA5JJP9p+ivczL0ZMJsp8ammjFa60q9FVb0Ru/nlGR4K+nAX3bh9TZ4rru5tB0pOI+OAp8XYITuFF/reGdYHJyo+PTyuOakr10cDFxstPzO166f47wHCW6mCY/qazQey/3/dl5jJGqgDhAA2M2lsxgcXl8WlniOt61cM+4cvLu+XDcPNbRZQCpvwYeDPTsu8bVoUbPlzFTXEfg0vdlHfty+69jzOvfMwKz/X/Prfc+7bP938fw95NDcS7FSKjAcsJdQ1aZhlNFQce9VLvHfo2jUIVHCK8trxCloecr6X1uvAQlqn+Gqtq6xafy+O6taSivy+Ja8mD9hzhrHmz9yuuF5wg98HvIEqGNd5sklNFqPNY8qTgpEYYRo17lubbBaG+Pt64yqmywocr/IpfKR7bt8Lyur/3dSaDyye4vkAEfRKbKFu5UXDVujKTyHMt+6+IsISSe1Mg+yE6n/GDTe05L5XsmP4itApir7/z4M2ionGFPTgpzBSqIPckqDOnJM2+hklclJ7n3r7y38hHl0gcar6rvheQnj8rzdzzMqkLK7mUwbV4lJjdWjZDx+9lJhrlFjlneK/Mpt+lJbZ+0nsp/nNO3ySdCqAbKhz7WcoPyYQXlHrxXkaE9NwJ5dw2qkfLeqfYoNktX8qntZCgtdajSHYteretfudaYEAuJ0CCCvpf5GKSjJOZdjBsq7YEvPM/rFqa1elSV+YMlf1VUxog+OMZv8qQLjfJMkr5h7soFrICk/EU72PZF4psADrIO9FM2HWePof+Pr9pGyrmEGv8VuSTIJSEXvpVmMXSlMihzIFo/jrbTFemE5aIfvH5W9t1DX7yqnQ+iXwaX0EO+3Pj9lLoN+9PW6lnO5bhHdpWbbt3xjSfmhHTtXL37x/woTFlVGZb5vW2+T2BMWRvnrYpo5EoNLphj2PyFPqJi1XvTc4ymHlGPiCqKjx69dhOjegsKYtDQ3ye/6jz/gv7UwzkDf0f+E7yU3dsg2/mgAexCwah/6rE8/JtdTP7vbwb9b6Lg2f6/iWb4mxEx2/9vBv1vouDZ/r+JZvibEfExXum9GgwywiwptHFkeVcESxhClzkur0WXFVZx9ilG/0C1A2E9GHYwyE5gNGNXAu+IHzoVCFFOO4HS+wEX93zI9GNXAx+9pJ2siOLplPU1jh6mCtJafIvT55s33qYoaPR8lY5eOqiYZJldhTIV1oVPFGsu1cyTT4RMJiFIeY4HaBSAK+XyEFjOyoKZtw/Fg/MFWo77h4KVVr0IT1FUwfxHmD8r9fjBAoEW5C5L/TouqT8UKLwpeOgFW3ut3Wtz26X+VX9pD4tB3JnAclyF9d2eMbPfK/xYtp6wp8LOOvaFawVSlOG1h5pLVt2jfZ1H0ftF+fFEsB0yLozzYD6pawl3eoo7dhZPjnVRF64tYWs/VPDLMm5+t14MA3P7p/u0hQ5QOQtL2zApwSyTYzHeK3uV4Ar01GWJc5b6wQfWjEmZTG46eSk+19s1ym9nD94uV/LsmxgmxGr9Qv2NMsNEYCIwEZgITAQmAu8jEH75QX7pldKWn/FTeeVGZqHpf+ARyjKbUU5f5z9u5PLAK3lnFSClAI5scTOVdfCQHif/lbfglcLHywMph3yCVvNQjhp8ffAQyAVMrh8IyDzZCzYyoXzVk+nPihh1xFBTzLIKkbL6E017yNI+Zz1J7GpaeKyGb3+HjwxO5KmcrALO5Z/RwB6UlTx+KoxxEZrkucv7N22f5hAP63A9qHA9GIGSB3JivM2z9O71dK+9kSi90p2T4FBx+VSwPiXPRZ5UpvhkWLAqOjWsL49vMXy0b6pe/TcOV75yvH3jt8u669mPobTyUOYPbtLZ/UUloAasOCw4r+RcBf3g+wPl6+mfVROc/zGc9k9lLJ4pt2fuxLmc0ziV8qN/HZu2v0be6Qe0N9gee1Wf0MEcoGPFbcScZygyv7m9u9L5lvS3nocxqkA+Rwl8+J5UfTIXI556VOf84XHTNM3zRGAiMBGYCEwEJgITgQ8g0FziB7J6P4sISwqUBFVsMvdaFZfgCsPocjHxNiOOwva3MdXFiGr5uoMe9+DNXsRYcqrYLLtgGViZbRlSBU4Zfpnc72D+xMI6sy+xFFCmqicelHXuEKxKOe5TPV31nja+8T4Vaq9X67/RA5f6KmiGkWeyQStRPYGjB/eMEnofi2kZeZSEWhQPcg5M9HO0JW/b3QuXxMYDN4KkQo84aOqdNjHfFiik172TZeCxjEVwtE+1UKaQ9iw96Zfpq7a79RQLJ4U4oK0tv9MnUkX7CfWPOTWTRhoYQO8e5ZlCg28TpH20Zz+6ek717BdYyGZCSi/SKv/eZE9ZXaN8bY9P9lNSifgcDvY/+5jCOBbj7pOEYtsmLkvdxv+kBtSRrlJYxHPAPYnZN2fLhBzH0mxB5XIePo0XsX2R8jdYk2df6mR8Ut7VW3qy8Tmqr6qMxnI+3uGWMDrrSfpuq3yvFEzd60lrdpYq3J+6YB9a9iSXuu0+WJ8y+w8TDVv2845SGSyC1Hml8kSjA5dCixe63yAnVGx/aF/GQJVz/2/VynGyZU+ujNetwrc0NA5i0rXnKUQ7p+hyYn5n+v5+Wddj9BxlVjM4r/b1hPPNRGAiMBGYCEwEJgJ3EPCH1d9xxT9/21/5oW0+QJ7gNPiu+Sflob4+xOvUhyfjKvyv1METwgvVSjm+u1TOWerVgy7hWjrqrQypAngv74tMEJ5ppLsESfPlyngor7L0MzxvefsWhV1qeU1CzqV8VlSeXiY9/KerPWWJWxUK5BG5h8zkeY+wuJG/ygo9F39kaeWiU/mx2r5waf7zlI5r90q/WSIYo8OSjc2na30t1a3nyhAYPWYVJ+i9UZ9bufQ7lVu1V2htjdOejf2+ztDb/HG36XGEuiPOVuBtD8cKfPEPl/u+Q+PS9hfydCUv21Wllu34DnJn2dM3dsgvP12Rib2UlUefKoHx4Oo7eicrj+nhvFWePAvvtLnfG3oR8wZbVjzSiEI4063Pyjl5QES9uncbtl5i+yXnEzaRH+80yEk2j9+arzKyXt+ucOQcgmHdasfflyhX8Vb94tDb177wbdNUoWX1R6P/nYYUzoVIY1FbMbx3jkIMMdzP/t2uHsY3cIl2XJdK96G/yzjr+TFwdWU9DRWUWbNinTQ2DcRDAbzNssr/AY4+Vz62E3Sc67TV97KiX491403KaGAok29BHD2cW5OEFFBG2M7/ZdUq+matyrbuH5fKuPf+Upr5bCIwEZgITAQmAhOBicBnEPiNcSIKlzB3Kvb0dJVJ9RwOVeYW5UwYMJfhgdVWWbQwjJ8B5DiXAY/eyFvpUdljmR0UWFGAslS1yumSle4zp536qXM4dycs9PZT2SMjrRq4mdSRmxarLqmLorw8Xj/ZxOalUGTodoKWtNelejthoVLKQ3o+SYs0qESlXcCklMHkr2Av874+jBpcBi20lZM2HrVsthFeCCnDvkH56RcnbZEsxWV9QBq0ZNlohPU0X4SNFoyepcO6DgyGkcDjOWBIgLJRj8+9y0dl5kJaHwnGG33BcREPXBWG1mM9aXAlvzEBU4K/BgsqPmkfl8sKruZD2hGPm5Mg1pavEFZe0HvaIZ6wJ3ifJBy30uV4Wn9DnDSp/b2qzS615zo3DTEoW2WtfTB9wPdX6rxOevHa/Bi/6ReenXi6llu9aU/0H4sHeNlzu9Tf6XJ/F4s8eWh75BsLDQrmLivXE5yHqE0V3+tUlT/xgL+H1yGH61e2qf3Hb8Un8rte0nwzEZgITAQmAhOBPxYCqgHrN3ZzZDD5DArNA9xIk0ly+Ljwtw/8lofvM195QAxYlR3k2xcuKMxGdADNv18v/R590APf/MUenWVsR04rXrMkq1Oa5alQnoRHUhUqbR7Phqat6nOe2nI1sFXmbFnvCfmg8UYhtN2U16otvnmKvz+n6vAET7fB757Jn4dID11ltReWf1ZxeW48+VAWJ5HAFFl9F8/ua/iSZOlrJ8mv3ur5p2Hmg161F/PXc7pWjip+fT2XcLXgB14MWYkx/d/YvmULnspzUf42HekTl7IafZH3KvZ/2WHsHuWvshHv+riU9JVnW4ylXfrXeRPkTsfQQ8rfjE3G307DA4yNtxpet3PAK4TcSlNypd8hvfuVh0LnZWsCMhoYjnONDQyao/k9/YZUuZ3iFhWPvEs+tFHaGvk5e5I7R9aKe9svYZwBu+Rl8OPbUvLyoaTIf1Z/hNP7fv7a2e+n8qQG8s6BaOBDX6VPFIY9HpSDDc4tObezltHz4u6fz9AtrWLL2MCiv+RiMfYbUPMUmYvDULpWg+N7PcNEYCIwEZgITAQmAhOB3zgCr0iv31alCINRJMDzub/qTuFX78o6VCSqFohQomU0l23hmue++2DIktDIKvEI1NNPq2zyV4FXSk1OMtpZslSGVqU0lDTP/UFazKr34A0mCEJ6WRY2MtSFQPblVQBQGegSWFEKfpIg1bh60CJAYIG7jyetMyIq5aGI2ZEvmObskQJJ++wjhJIRWvbsF6qS7P5Sa0S7EzK3pICVZYLAAu9L3RE3emFCxxKGAFTPVLgiLMdr0r6lva4TVEvspy7a43Fv3RRU0i/IQrI6p/QNb2gDaAndthUCrbT+cF8Zl0+2Yx1SeXMzVP3J0/6ZxEwY0SaWuyPfrZNnRGqPytPMFJDyUoWr1s0xtHDiBEJ4qeh7Oxww1gPUCasfeAU4sWFbZDJHwa0xOcmslZPVh3mpJzmW1gp9uw372hpfoX+0n7frEMt0iv1KX0Q4czlqy+ZfrN/H8mdHfWEZmI4HS2Acp38KhfV1wtHJExXZCnOHcXO44jGhaq9nOUiBWZabSzoneUTPGBUrCe78KSUrIyh0QAOC8Q5PAcdTwhEWGWnBx/baqPjGi8U9nR15mSsZ/c7mfCR0/aQ43xCMSBR4N/Tral9z8W3FdPrTQM3pZtxR941Y4lFu29/zQE/isz/maRlOXP53c+b6wQqc5TUfTAQmAhOBicBEYCJQCBQ/ovK3eJRbPF7FPUauuYT+nT5+mzv5NX+ysxKSk/fe60lIWeEtL+VL/OZvOMezFv51C51OvpuHe8xaqqvmGMK/cl74m/E8LxPhSjnhL/AiVA7Y/H/ElGd2ct/4lUa+/uAZW+VFrLOMlAOP6dYlv6CkltcZha73oW0v0KazolReI/rRqeJ3+So8VH6gRIKvFc+q5yH9tdqFP4vCBCWFPLWHFMJXyiOvebgjAu7cLPRR/70r/uxd8UcF9Z2EF14vtXCZJOQDV/XaZ/UgaMzSSUuMC6lvPLLeyINfOz1Ele9WoftXHjUOq/dnl3KfAE8DqkxVsaZB9VVu9LT/jfyaDxZ7PaZ/7PVMbvlC+RwBzvZ5JaROUgQXbgO5F3X4b+V/6niWbePa53Who8/F6ECFMg27dl09qt8LjV4UpUB3xhbLHYq07Kk7Vk1T1Ek1ch40tgBL25bislaKoqLcS+cb+IWakz9g6piOET2rhfldcm4lny6+GWWk0LRxHh2ixifGIeDnfIAzCyqAM0dAESLWqPen8KTkp24rr8rVPuY8jEb/ewxnsjJWN5F9hJCugJzull377E2MB7rfwNFJWsyscc6rJEjSj/1Rag1ejPGde/8i44pvZMhuZ+NATDzlxfIn/XLUwcS1AsJlkppmsenqX455/2nhm8kV+ig0Zrl/5/38Vpnetq3vjUYJMejIXJtzCr6fYSIwEZgITAQmAhOBicBvE4F3+aSP1eogdK9IUuiIl6/CSXFVKjjKalTlmcKtTNk3hzCpqtmG5bMer+3tp8DqUltROEFP9t79PD2HCQnzVvHqBIEWnNJCaO5XzDhqOWgmKbSuXBjoivqJvzLtZZnJJECWRKN9moZ1AREkVI6z3FP2p/lge1FPhcLgsOBhXxlBLI6CYhmKLZaW28f6VEG5JZ3TuEcJb9yQPnugOhmCUjyTL6vooz1q4qifW5b9eUzSZFnz8e6M5k5z6+xUhRNaTrh5nFv2nqeWBvBT2N3UslEqHStI2zN4OGad4KDsYGCffCy9imCX06ajpk1q0kpcpCR/vLgRSBcltuXZF5lcCQYKt7dC1R+CicS1uGecOPHocl8og2+Un9TpOk0jZUewduLJt68EMTQtfZQlpRWQWzBvhfkh1y6j+58TSyhrGYtJM/qdQ/LSsDzks7oiTZVvfyoBvTySHTfr4F0dh+WyHYfHsdYpHr+u8bvlu95L2j+edsacCEwEJgITgYnAROAyAjItKmD4fddI7GXZoHmAy6UU79Rxmke6FpfnzTtgULtHaam8EIVBkpDP4Ge8bZ7I66v8zSq+8Q7BvOSVS8Fa8uVlGelY5iq5VPkz8p6rLKEEfg0/cenQGI176N7omScPH02D2J3E6aQXz4X1RuVV+Hno/FiQDpTnKDDLk5XbFBdG+IVSMPSTRjwXlUPW7fpCZiT5+vFfv/wVBbC8uLTeouseprY3Mn80f/ZHvRXte/59Joxy0h9tV1cpUj6SMX8mnztxUaj9YEnlfYxYxRJOPrJo13NNt3Xrw3yVwZQZ9TpHhotisN93/7tT/r3X/Z1xG6/0S5cp/u8Yi4tpHcdZWL5zBR5eIxdEtnTcShP5ZM7lVhsT7akARo2Z9PItypZRGmnjkBDj6PSC00xN51H4xSuU2+Pvx3Gaq9+t42h378TOvHYxTvhHkEIBLFwJy8W4l0ZldJa81+BbGHVg6LbhttuizyPh+6eUoRyp4t95Bo29odW5syVILzTGM9kl8B3HhKQddXlw/JGLOb0YDilrvshxxfgPrStMY5Rgm9d8RymGXyxyJpsITAQmAhOBicBEYCLwKyGw5r5+pSLPizkof9fvihncxPMWi0D5fC0q5W71bpRDZRIjHmqwerEOhQPLvkfrbD5ybf7s8+HEQbwd5bpVUKio0QNP5ZUCN4yjXKCkacH9oXCMjxg4NYJAhCerNG2cjIAWLVdh52GgpRdaYZz1BlV1HU9gnvHECMZ6ORQ95uNEilaZtgnKZjDZaY2a9qgycs37LAXtElrQ6/HFHriGnwdpJffP/lGk2MqAg0XVCxworzyiT+uqnb8CiPvUggnW2BuU+eWlPEq2Lg8KGUlB/D0Csx7REfjAgQou1XCPIkNbgi8v7DPE3WXvYpe1klZosmzpXyLevojFLn1Ob3lbOZNm8f6kXlrZjozOyk8JTDYRN44BTrr9xPN0pwJuKALN8KEg7RwKl05AIFyqwJMg3zwS4v2fMYQQ677OqY043iYicwGptR7mI9WW8ZD+5WhYU+D1FWRJnNLc40vLd4V5PGs3jPd1iiW30Ufi2aJl+E7Fs3nwTeqlrCXomb4EdQl+W5jM2SF0bjUuiKVxjeeOUmf6id8bvpE7lm7TMyNLWCPUVw+skX+c5pG7MtjYQYOeDztoEAd7xWnPjMMGz3/yr/ow+afOTpRK2xq9e2WLu/VkXDBuxHEXTw6fk8+reN4rdr6fCEwEJgITgYnA3zsC/IaWh5uc84FP/ZZqm314gJH76ve7+DZ+0o9IkCYNz+TPNUosHqK90prG0/t+fvcMLVlRJTyVxnLyqcW1qIhoTsWlkvXYXJzSlozlQeQp5fE9VLrB53Zl5I5O2NW+j7i65HP9QgR2LkuNh+0mSuDjDJvGzqGLPuCo9xxyaYxKh0FyZDJ5wSFHd+Jnz+Hr5M0Phq7hf1/JRx4V/DTGVXGpMUKMiql98Y8j07v8I/GjJNSzUQWrS9sO+UFQDsA8S2Xib/BM3kdZhcJKHtT+etwkj+WLsmij5y/8erq8HUIl/Xkneyw/Y9EeUUiD5U65SxydG8mSuo9kY3917gKem/7uykc79q51rqBX6cp0R7IS53Xonnj6fB0HUloAXR6Tzn1qbfeMuHMwHTMZN9IWA/sgRh2R8Td/iUwQOaTbN/1yKeCNC3ogBWdva74HymDSuXE/Zb5FeoKm7S1v6ZfiIAaOW+d8xE8DCec3UCDnXcXgwYfDwJ5v0BbPb1dfylg4wmPVTiixN/FWdXnqSjtyqPocpfswqcnOduR7uav93R1PNS/hN9UgrS6x7xgGR75/roDgEOnvXKJ91x/b9AwD6WXeyr7gXEm6onMCrvRFG/+0zR0/ow6jOwd1r6vrfhfFM9+JwERgIjARmAhMBCYCTyPQ3OHTCb8jQRRoRxnDnmqRCSN4OMNVwajJnLuPagl/JmpW9ns4LsUCLf3Kgpelcl1KR+V0OFNgdCKASQEVjHqufX6/W7LPkkzWDwycHIi3YyuafT4wkJHN8l9aWKokH+9UrnwywCxn6WMtNqOkovzBAFcxYtbtokClIDXoOWO0XyWM/NNHtGylfSJ42a1v9QO9PFGuuVwSAuYmtBwR/hgxixA42sby0yYq5x8YWsSJBfzSj1+gAUrTLeyf6RPgEMtUcWnsb1UHAQshfYuQ68RbrLMX6JaLWxks7yz/CwFYT2DHxtP7K0fxqXWwxwP4HUpOPyuvBMYmSmyRfLr85IcBg8sP5vvSgulS0OEiY6xprHHg5FO8I1A+l3w93j/SFw45Q7iW53oAayXdZawjrK/r/T6rEpRnhm/3kVSfa78l10ysOEb+RBf6Z3PjuNef7GuO9/rGnH/Ll9xvX6TPmgdW9wjV9f26h8HtLOfbicBEYCIwEZgITAREgN/TZ3mSp4HzN1xF6jM8LXFRCrhvrXICDO0o9fXf/3M+BIkkzBkGfvHGfIRHHmSE54MnVPnrikbyq2UBNyK8eQrfBQ+VrYZaidQYPJM3Mo1LVKtEP/KweyaPddyBEc3j/qtZ6Sc8oXFeoW+kEz94/eyr+1Z/pJ9pHD7k81qdy373TN+TpuOQ5tAIQaWq8vRdXvw4fd1133XbJD0FNVQWT3BLf/rEWHS2AbmaPqnB5lOh+7Q0ZZ7FOY2ncrgZOcbFiWGmYIlhQmTMGFJ0v2qMLmUlPmwrhSGoRq670Oi3xTQ35LNLWd145nZfuwjSzqfQb8AlRusxLrCcCzQu3QtFdb5zyr0a4jpntby8Ueqbr1q+19ijlb8XGk/DDz95WZ4aBX8U6emDb5b/SPKjce18B/00sjX9IIbqow+Yl7BLKMb8oVVP9NTRONeOR4h4PE62fZMQ55QINa5q3qpykQ7nCJzr0ehfWX/0xdT1Qj+phPPvRGAiMBGYCEwEJgITgd8EAmgtb4diiG7H+dTbIy/FITk0/7hx31b+bbR2xXK4vF4pWStaLH6/El/GrISDWGtKWDwa36DQ7GD4EAc4yfz9wgTFLz++UPZlKWro0WrbiQuVFrX0FkzhsnS16a+HZ/BtfDbW0YMytPdWYRXlKvR9SUZkD+lFGEQwcfmi8gD+L9Qzctm8SpzrdPWbe/RZezHWWj3tYvEKUy2cKPcR3Cc1+6c4sYNnavZoQuBiYaV6/yA9idx/7BwWj8JtG09evWDpJ/SPLNU2/pbwppKOuBzbWHVDR6zOGQJ4AkT4ixAHPaW961Iunhf8EhfitXTW61QcVLR/0Vcti8Ng3z0L9hmEty1Kth3LHdln9LRUDrXFDCN53Vz4O4ZJ4QvmmQSxj3LV+0Kb7HwizKfmLv6e6btaZuvFCx726ctpiHoxWD97lwI0luRYTmf5rAjV6wTHOHSfThvZnkM43Ee4p3d0BddZ5Lr6jR7/NflTApv29UwXkE4rXetg5IpbWTSylLUKGRfc+9TD8t1Td5P9zni7qof9qNs/OXdfZwLK/Xg37AHlcmHxDDe35f2qwKuXZfXu921rezCJ56SHFtuZuEyfp9R8GPFocYKPshyHew0QnDyMoQXL6knzoPsY9WuFGx/b5hhU6O3r5Nz/Yjj834wd+5TdurDs+reBf9qAfr9hmbb93glc20VDiMdKXihygJLE/reJNza3Gz1iNLixvkvMXFzvH8fx5t1rCEx8X8Pt7yXVbP+/l5Z8rR6z/V/D7beSau2BF286mBdlqD1LscY48+T39ED3mmc6PK0rOYEbAT4gBrP89hvTPuS/hBN2YM2jynE44V68qDQWD9ocm3yBPKY5nVJwkq0RK8iHcaVHYfbk5M5Vpb5c6hY+zYx8J291iUZ5PYO0KdNYIxVt23gGNnhNDTnk0QXsjgg00tEDeBtrST7QtsOgthQQ0noc7zTnU35IWsN7wbu6wlAvAdSGuCfZVZkmOgtVUnn4qgyTD1OB+dfgV/zf2r+R+MekjhzXFIsT99HbKaFgwO22QHJ7YOuRHMknHqCJfTHTytv4vpYnFb+f/0F6eGDyC248W5d+n77Kttvcs0vqaoyZbVnqddHZnrsdebw7OmkULgXhp5WPUf4yV7GlEXp+4kse2XCjmhXh+K9jw5CZCbuNW08pVzOulWVbrqp+dZzWu8bXGsbrEtx+ILv8FEpoWZbmbfrOsjhC9uxt5UteYPjlH+QK50bKs38YgUtHt9BJ/TN/AG5+pcRQ7LY/GbORKah14vtcgu/RcoG8C4/SlOI4lqnWO13vX2m3uOrzXCWiZ+vEi9Di0t7IafY/5xFG/7BHpw8Yzbgn4a3fV/s/mEZuR27eZsKBPp9ywIRz2fyLot8XFeh6x2sgzbcssB3oW0gj3w6ZEumbp87ma53Ji4rXdj6sEJc5MmRVcGGKhL8FYGHranaO37FSHQ91tLgZgv2Isb4ejw41uZnL6iXfIoGBrO2Wtv9yRQo/WDWzAHGpT75X/Ib8JK7ewCRKTQJzYluydef0Ow5v9c/fcb0n6YXAbP8/dk+Y7T/b/4+NwN937YtL+83XUcFbhkrGVeEYhgvmULayrEr1lkMJWpLl99UGht+wk0nN0qTSolDcXJ4WzVriajGsJa4C4HcGJzegIRMGnA2DxqZpg0ey3q7lEcyEwPK+or//txj44BDloXisw+hiQ6hQsaVlusqlFoLXsZ++Tn2gwfxti9Cg0NBtciFHFVUu8WSfWSxnO5797NmgEr7SuXxU7UU72uNWVtBcGNhfaCP3cQKZV0IJ/NZZQc8+UZ7Aj+blRIKetxuVd/FweJYO+wEBJbZe0Psoge8Ib5Vi/BU/6addgoXj5xka/Eb4fVCA1FjECRexeCZ0eZxVoj5q9W8fHOPKsnfusbQHf6h4Llj+oCGzBQr3tseqX4xxdJyv2HvY/xHwURhfm/g5Tndyt3wbqi+7pHt9P/BElgbfK6mXtH6cOHTZBmKu8vuVcWTS1TdT+ILD6FvHJc67icBEYCIwEZgITAQeRsDf0sFjPJzm2YjNB8DSXjXgu5Qnv/3yXOE/pfNFHmKV9akHcvGILv+sIgQF0tdQIq3SXL6UFnCTP8kSpvKnnw4sfyr/mD1sYX4WfuyZclw5RYWlxpxuC/RM2tO41Hnwmyp/9yy/qwxe4Y2MU6/R1tn2hRxfzk7lnP1NBVwpt4pnHGS+cdpHfqc/blAEcl3c/Ct98pcfv7D0bm1n4txF59HnF4hc9w2NiDFK+Ome1AHyUTDl5WlPDH5r+55q24/I5Rm7Gs6ap8g5djSoRebW83PIC9dr3t8oMEKW3aM4r7xWKe7msYp75zIGrLGOgDbHT4xv78mgA2cNbzV8jdxJ++rdvG6fO2W//DrfIvqmMmIMZ8R51aeqww5ZDHk448Nxgpw83r1c9t2E0mFfL3mwfnP0/mbcq6hOvyPOCifpyvePPqP8qBH3rxv4jjQwwdZVsOyvqKnbYsI+57cwWGKsE1qd87GeM0wEJgITgYnARGAiMBH47SMAN/bbDooBMoN7rWdV8HEdhgzhVqby5459IlH86nHnPqxhLFdM5cdrR95aL25hbBWKVUJvI4hoy6pQO4SwMJIysBxhgj9OCbw+eevdm2WHoCvKu9qHdxigggvMNsyse5goKG+0fA+z2kLiSmB4iURaKHtqyQRznYJl8lVq8siDclNKlEc+1wMYJRFCk57dI5IR3wgqw90TmSxogxQV+2GVvS1MrrIPbbQVwn0ty1UTQqsYT11GJ0bZ7s282f4VGhAa9i6fe2OI0W9cPWgfr3YnGmwj/iEctbzxFBH2RdtWK3OXz0UorD2zrb/HpbZeYzOUr/F6dbwhvD81lhgXKv6YXNuBgQpE98Zxf6/sO0f569KsW7qHF4R4iTu+UABvf/zLEACluSYmEum0Hhl75DIy2qL0jRdq9uFlYkRhnHap/sffq/UpyoynH0r6EArxL5dQR8hz1BuST67qz3F9/AZYRyytsR7eMjFTPjCrBA9c2vaxJ3bcxgIdbw4NG24GEqW9+AYqnDoGsGa/ZHV+M5vVS9Y5AD/qtP+X9Kl8YxcA+mKNQD0r7wtqkHqsMnz60rz7O2XiDO6nc5kJJgITgYnARGAi8IdH4Og3ef3bfRuZ/Javf4qvRh98AbKJ3l8PJUlexNT7ro1V5cKg9dK0+uNUnxMZDk25IxP4xaOcxZKnPOMToS/8rMqW3noIAq+GZ6g0LmXCv+32/0b+rCIjH31Gw9XCDi+yHClKoa10aph6i8ZDsptXMJG1vPKfoU95bbSxfPJyfTOH8fKQTnk0hp5guqVzlYH3I3lciBPhCwVhlPrKLMR5BbujrPVNVAGkAeb/fFGRXt6BGqNuVeyPPac3C21KGoVJI3NEwt0bpA0MmfVGrz1KpZl/EYI7x+6Hfb/KFDpcLWmPweqW8eBKWh8NmfegXD8CzotEMYr8vx3GpJR6O/CeMbHf0+/0PHdrnR6bkftup37lbeZwUP5mBasoK++MH73MWaHIvX93riiQ6KnwKL5wP5XD0mVfIXCkUdJ3haS0uwb1zqks80zrtrZHcI8SfYsMuRhFL32w456M5eX9O0SO/tRw2P6MKb3p+UCtMradNZjn26JjxZjnS4RP0LEq6f4lDZgyXeL/H8ALD2Dp90hgLpK5jT3t7TexDOf73eHctWt0D2/m1URgIjARmAhMBCYCE4G/LQLNp/xtqXiodBgvLe9irepSv7BWYcqw0INR28a6VAbT0GzXHea9Ij//N+WqcEbYhB4ZwYQwjoh08S5VCQmDznVPg3xEGL9ErcwzSwhHASRNR0EMUAYqKLpckHsUR3l+FOm1m4U5VzCjTbTSTfuQ3TXTcydRXLLaSRSVVIs18GskHKUJeaH3AABAAElEQVRSWEz5jYX9gMmLhXlfxY4gqYISxWtP6MjpvyxYWpbY20f1MPi3tEf1wDHMzPsk/7xHYK+9gN3DyTYydB/OzVN/Yg3fFsmxwF4P81v5OtGjAQMTCirwk+yFMaQAR18oy3LL6/Jv5DX6UgR8aHDixSXDBSPLnZ3g1oCcjan0AZX5Kky11CUs/dSbR4L0aqSgEhcDgS2KVB7VsmTH+HnXRwrT65gJlR+ZFGBc3KjyXUp6wiRL0IlF47hKucal+z/CaQTqa/XufrhOu8pyufQ9efzc/In2KEvo6/1SFKzsOCdvru+VsRR27cI6a1Hvt92RUaPjWuz5fCIwEZgITAQmAhOBSwj0b+gFXuJS9Gee5adZZZ5ykZP/HA/9/sszEJX9JLY/WG0ExYviwzURIpEf/LPeo1fupGQ1eENlpmhhmme5keHgZVxh6ucWXgjjvl5id8X93cjgsVcasMYT0xWdXgpgj3LNJardWuai3PNMvs3DkWO8BrO60pB1F57+iQzJb69W3yV2VQjGQJU2STtUHzC3bvu77Q9vWivNuH2O8oa4HfIxr1dCyv2pgk0MUf7KfxpeYT0dB8pD0Jb5AnIrGaeylNqXKB4axBjZRpmO7Niy9NGYu1bCGP/GdQ4jcnNT4ti9lq7ovv+XdgYvddFRVjoHEdmSdl/kki7vNLdD2V9sL+We07W1DfLU3U5xmtfj93EsoE9mhTJXobKPXxxEB/p2fOuy2pVG0668ZaUTvuH7OnL2m+p3TW/aYMrcjuMqsC5tL+1Ng/NlzklIn9+7XzNIq3NlGhs476MDQNM16ADjjGP74dE4vtY/vpF+vk0aKNT3SZm7fotSYrCt+Z2aX/DpZRoPPeQbaZ1ZTwQmAhOBicBEYCIwEXgBAU2uf/NBYVtFTzzL3CdVpRaWyCX8wKzBXKq42uCxJ0OWJaGyNEt8+T5eP/cpyXKrWqzjoaeSV+tUPYHj4xhlhVaORJNWn2dZL2gbzO96b673CZSpBxeVXioTUbKGgQ09vOLZJoKMQjdClI8GThFyrjCxRHsoqOTKktjui2zmKr75Z3sdJkpWWYUeLSvLi1tqMlF0KhiskjxymX1SEcIUyMxb79cqA5IQ5rLHFPTVGSFEvRJt5R46+yjQa3LDCYnNK4ImbZ28WVYuE00INBsmYrJ8GP22wkr4sb6RF/2jJfc/kc5JID2ZQfCi8HmMRPejXmrPJNlHOJNI/0EbaCChQpeKj0mD4xzqroqSDkABjy1KzB1CrXuI1di7lOr4WbJXSUkn2DrhQTvUnk/umWbHIESIOmDQV1Gu8rpHbPYvcyJLr/70a04ZV5xXYa0ANq8vlL7OMe3YC3drX3ByhPFpD0iw/PSzy4KbcWz68hzGg5vJm41tkn7l5I2l2L5F+RpSdxzTuv+Lsa4RwIa0W1YoMM4z3SlxbQrLIj/bcIdCfpOJVcvm1TJmiw4eMTni98d+9pcobX9kMtU3IwT7vrl/dsJzQ5p9vDSwhtZrJt/iQ9rud9WuPKcjxfghFv+nlt6HdPeulq7PpNZmxz7ETq7QJ7/GigFr3O/lNd9PBCYCE4GJwETgj42A/IQ81VBo3QDj0u9rP1t+m0/Tx+u3jTCRR+RhrrNZvDzwLhrJasjrsrtrBVllcIh3WuQj99IRPtGVpODlwpt7DSMliRVWhIY/9Kk4+ZxjyCzZCiM8II8XXpLro4o+Sm+XaXyvNVrkkMELyP2c+wfCHl79x5e8rnIVNYsw9kDCa1E01qXRo9CHruwBHD7+gNq1pBefQ1+8X5Gby7tWxTL/KMOVZsSg1gjq87qHnOcY+Yh21ANz46o7XHcfPY99/0n3a5Vr+8htyGNiENnaOnd73c9LGaSCxtF4XoJfvM/JxnctPzyTZ+foOZ6HjmM9FKNYZbnvRd5+hE7iWCVklMPS1N532qUCFvd8sCFs09FVSvGn4UTt6ns5wyrbnmBwnsfx+oVXqF7iZpZTXSbOu39afswcU0pwjsR5JIyQQ3vjYUnra9vQORcUgqGTvuc3wmgXwjv98jg70OH/TrlQmZD2XwK4uABAbQ8NrexfG9qY29izBHnoJ05oXNp5pBbTDsv3rx+8eIa2rOqFQJslqjWocOw7p5CtAcSz5hccY3tWsnP1qtq+aE3Qi+U/m8wGz48CuGVMabTgGIPO4OVYwZOf+b+apwBs5/cIXC29w+/I59o72c8/E4GJwERgIjARmAhMBD6GgHzL7ytESivBIJaXKJpq30mZMS2ftdyU8YTRPGVyP15TmT8PlBN63uYoZnGvlbNMJBbEKqa1IlbY/Z6gAlxBGiyyB6iKTK14DdXEZS0KLlhgKjDuFcQiCciEfyZE8a6VqcrUTGZcy7cYf63U44GLkqyExXdp0VCAMtMOWrvqAapS1mentFhW0aG3azyS9Xo19ExA3T3+13RIYHsEHxX9pbRieSj3423x4KJwxbQHSW2b7MEb4eOM4IfpKMUx/cF2UPizTaDmfgCPFKsQjAeuyw+fA3c/m9RRy3fqrUWv4+Oh8kHJMcvhRJBe0VHg6imwlGqbHUIL8Icnow+QQy0J54SfY3OMh4v4H1LXVdHgBOBmj0cKOLg0WCt/17Ft8j5sY4XXGuc9Fv0+vBjAIcYDtIVeHRqaVFj3DfFoen3utd4GLnPoZOIBuZG44vTNwLtvl/PqeTwLKL/2mVqXvcReXVBe0r5R71VuXu4jhCuI+y37/f1knVRn3k4EJgITgYnARODXQ6D5nj7LJ3w6sB1NLUMqz+HxeBnhfeFzML0M/+CqL8WGv/d7vzZAlQ+svWKVTwzmPfiV3J/+sQ4G4qkIjJyiwsV6dd3W18Z9NkgDeWiwGTlBvkke6x6fdaEcjVnl2ZVjJF0+7O2gHKHyVz5eHvoFuhYakBBRku238rIaCavEavwOtDbqJlN2i/y25HF84XY5Lh0bw9mlTY7jPH1nx4tMOIwlKGNXWrUns4I2FKxfOxRbKpFGkKu/V6+Oe/Mc5TTtrRydvrzGsq+v5+B4+Nph6BujSuJd+jas5IDrOV14M/LKPAxynHMgrjwWhdqF6MePmnbxQ4aJEW7HeO970LlcOrdHrXLONhp8Zdh1b+xURV8MIjDWLg/l9bu+/qYz2G6d49JAGtloh2yr0cxhnAyMHBt8V2pOiDFiVZY2/ibazPbou6MBvHtoO8ei0b9GNR2g07ihkW9M5gnE9hLmneY7z3yb4jjA/BhewAd5W3qqL9ZcijTe7oeHOYHvpHfmPRGYCEwEJgITgYnAROB5BFqj8HzKXzlFeTrKdMGMRcmipaCTBO7PiQCkJaTLQKv4RVmzyzKoKEJrFuF7qI1wpLKlGdZmChtWaMGrU5K3Lm/j/iYJxFsYcZnJd4OKJz0uYVJjWWn+MNosb6xRuGGnt60TBPwLtdlrRYH+/fJjPat0AdY/FUTAPtazKkNd8ocnNREjMVVe0VGewoWez7WofT0oXLoHbDLBMlMvVIVtqSgP2wJD2W5pMosTK7wsa3+aUp5Xt9Fi/VF8Ku94PVOiExvxHHWPZnBQAC5rcgtch9FA4mKf2Omxyh5E9BeFo3h6Ln1lne7y9VIv6LbPuTdRFKnZW83JHB4V4BcysK6iRb+FjvIg/VfOPLev36OD99kz1gLoh07KaJn/Q+UhilQx1QPgkSGplfCPL4XGP1G63rSOdb3Kye5qoK2ZDFFw21KI7f/j55+JrQcyz/NduJp4vOj24JY8zGuXtFjY8889nhPEwzAwka6q1/BmyHfJ/dys+z+RrsJBSB8PHjnFqAVv5J9OwqnUdZScAlFtZ719vXdJss1fuHByaC10D7rvlWu9Ukfb3Qw1BqBPZLJIYdjnXSvJOVw7vrqUtNeCzb1CH3lv3S2LEk5peCT5jDMRmAhMBCYCE4E/CgL5beY386Ix2GMg5Dfdn95rIbyCP/QawH3Brxlx/E5fSxOOCl4TY9k9/OaelWpceSVGfcnA9Kd8ztXMrryQE5EY8lEhoiJTZWvLSf3uLLVlyzfJ75Feflg+jO1AFl5nxfOcJT9wfOevlieWYYBGtmzZ7f4ClchxkFoesby5hXklrvTQWsuWqmyBVhQtelA2H7ZEfeLC5XZrZR72vHRbk+wRq2wDfZ3PHfqWFWI6vpjtkIk94kkNn37SxLVHbpdgm3VizkeYFz9eshKyo7LfSV6rlI9dAr7zB+F3VazG6FIUn0AyNBJfxRx7Om/l2ZUHQpv1skKVnzWo8Fj+Yf1JIJXS+dP5BWW7JdzOp7EOX658HIPxTyj3FwKOLlxhK8bErkKlfJ62VE6saL3yU/eoQkO5W6Wm8iuyXxT8yn7Oq7zbwFXu5b+2eyvT6UusaHbc345TZb4Fj1XpO8jp1uB2G5jLc61+KFdFr3KsXspb5yzEpMdH5KG1rOdcyNj7129yyCr8Dvgf8j6+eoXCC3UXTx0zXI0qY4nyQ6elGd85H2VVZWXofQA7U34urGkWSPCMY4L9QJwFTZpRUGPMvvlirNA3ndEx3G/pRJt/JgITgYnARGAiMBGYCPxmEGgu7zdD0H1CVHAolLvfLN6VniMUwKyF2ZQpVnCTRaN6xfXez/aZGObZ+XIurz8Zcz1OZWKlbwQZ9CgXtYSUqWxuvSN85lzKcPcn0RqaJadclmg94RO+/8Dc7p3IkJSux2fIqFzwOt3BMO8UyBcW+bzeEehgtmuJ3k8RYDmy5Vi+RlklHQi6KnKPJg+6POOSJgYECiooHY+sVDvevbP5GIZAgWDtpMmePYzikatQkXecjjA3XadVQAYP957lvH3J6pzsDLR3+kCEZw0PRhnpB4lx4w910JjCSRqFoMwWGP28Da9lUntzOR4QmGLFbV8wdF3r7vbfGjvxPM3Mh9h6XAlp3yEA47WwQ6jMMtYZC3fSXszSNNKgBbvjl+t7GNi20LHjO+Dkyj57MYPDQ7ifEiFWGm2g0I7Ft94n0gBd1vVifzYP0/ld5PuI9fz7wfFB/1UJ7DixcyXc7g/1LTQi9IjLUb+vHB77uy7PMm+X+1ieM9ZEYCIwEZgITAT+AAjkJ1R+5nvC3uWfw3f0b/UD5YQfgC+At9vCd29jYCZ/8+EwtKgqaVQ0HDzN7pXTPKt1aj5wrWC5l/7B98iz/4Viwa1DDis3PZh24YWkEd4Mo9/i0T7T1juUvvLQ4aPXcu2j5K3jwTtGBlYhFH7yARovsXrhJeUCrbNyHu2kfKec8jKPSVadVjqVwVCy2TefDcrdOZgPKNxs1w4P1LmjXjqn7o415zec6xhKwKUfXEp0+gwaYgyhYlqDCPBbZLzTuO/dZ/UeZV9lh8gu1/Kj/Y6CbVneqzVebWuPDwfw1Di95e4yoqDNs2KUNF0qU/xI99N5DgwjImNdivd5WquddCxA6R9Z7Fp/4nlWZFAGbgW/9Dzfn1+qReboKCtjSSNo5cYRFrkVk2pl8yiA6YttbNPxfq1zxr3tp9GM/dS5msN3PivbQVv6Yer1K7T1r1X3Wc5EYCIwEZgITAQmAn84BL5B2v4shmcWxGYPw7aPKelgynbsERNP0xKLFIR/7lzCBeUHPKh743w0LAwsuWJJ7v40mVxA4NvCOCo2/EycwZzrzahgrkJPr0STJRYXS16nAlCi3f8TS/aohMiLesJQ6/n5xRI2Llm2i+KohQS8L73EEnOjZa4W2Co7lQmcwCH9esm0+4WTbJRvXGVImeWNe8+AxBYBCQmJPL23EA8JoPZcavm/Yc8q39U+znqHFg7PyqNrOsq6H6UbeGutvkdI1uLVnKNTtf9wbdDfVaqNqOW8+w3FqzwEQOvDHsDJjmzMD4HapraepN+AkfXaUkZ6SmNu+cs+XQj0vC+LcD1WXSYNWtg7uOc2qoTjv0f1Xr0qT2RbQyWsXvIYJdAnygPXNqhQ++30XT2vOggcfVavh/RZjRqsW7Vfpzg9Nz3WVPr1yt4xSfPf2Ddnk2WVVGge+vqXWRIOFFUp6UsYT7iUuuN5H8W4ONakXPePdX8tgwdwNE9BwxBB5anK6OyBTZV+So/tv3wT1iVLSYWaM7Q16Be2hcsw2x7cS2FbUHO5hCq3+vDWzZiifNcDGq8MBGCnbYwz5iNHugMWS0brC7OB/to73DxYJjGW8WVk8mU9CYUH15DnENr/tM58a9gL2X2oD8tXG99MK92CvIkuhF28NESBdkifdM/z2qOaC+gSD0On147bCTnoIE+Xzl6McYzW5SzfPR9eD9ar+hLlOHGYB9S9Xjw/X3q9qPlmIjARmAhMBCYCfz8I8Dsbg0Z5Tvk5ziuWZaln8Q/L7cLfNK/SZ2Os4xYfxW8/v+teh60iQj8vb85Dvn1VbIN8BUmjGFI5yGoryHXkdMQPdprnz/BvKYgawyeprAnvKasiX9FAXORFBj+TSHW9zRYxyivrcJl/PPBD67in13pCwt/LJ+9dZlneVr65VOmnsc/vt8grePaFR0Smc5ldeOXFq1Jwj4k9z2Lh2w6vkp3pkE02yNBf8O9b5Yjw0WKhgeMIg//s29Nz8Z0+lYtTsfInrjiPdlY+S7ANKNOy7WvLSjun9NPPfFfG1rU0tbJOlItRoJsD6UebLljk6f0/4fgZJyp/HTdlRL7qK53FoOsgR/iisLHP7VQU7f5M22iAbHplwdSOmwU90hS9ne2tc7PaplZRudn/M32Fc7KQIEwu9Tomz+7b+8i1yD3rIlOI3uGuEAQv/8WIk6bUyT+HyN08SfLgn4XOlO1qbP+Dke24MV9X6eJ0hEGj4Htpp9Tgp2eoHrYdDnS1nNlvXjpLAzQqW+1ipK8ndS1NvguAjM+AEmBGEdIH4KTdfWlgy9hdfxyJ5bxDh03kwL47nA8xDs/uXQVX5m22yqIogEu2OqAjrn1n1b40dskhjVXi0lXIJWFdtSMCXqHQDAYFmVtC8Ztl89lCKQ4HfoPJF/yc7/mxY05AGZm2drWCCHOM5Wu/GUfkfeTGbdCgR5Jp771GKfmGQjf07Zmz+Aqt4/eIb231YfvLMT7rux57HyFxZjIRmAhMBCYCE4GJwETgwwgMLvDDuX53djLgLWWgICsPw1pmqYqWo4OZe8k69knioUVhZB9LRpVtWluqeJYllDaXEUKsGZ6dWbJnKeIq973EeOpCXAh6vO5dsoayw7BGQF7llHjF7MZqvJn2VZR3L8VDxV/tByxzfx4kyz1hyurSyQvo/xj37GQKfpgw8aWIk4Y1m9702FdGO8Ra1eV6saoOJs+2j/kfytB6PkviaWWtF2wmLjhdDUw/IJCmr2TfHJT4CtEczwYnJhRSVPCWBbDll2Lufl4oD/2HoUCEzVjCP/upKJpr3zWUoCotI0A9g6nq1rLGr8mt52iw7/e+b214UePyPgKJEWGVesSAwH14HTOPhfKAdgk4xqFCbgTcQ994LJcRi0mdbRThKuTtm9rtkFeskc9zcj6ijA4UsO17nBeB9TkMD7mbjjHKxEM8sg8vLlzRxo5j8HP57kVLm+82+Yzv1IWEdx7Zp6pfHc53kszXE4GJwERgIjAR+CMj0PLSN2HQCl9+3CnhGR5PfgC+JgqYV3mTO5UKLwIfxGosMabbqQx/sKzghvqKfWu3KDFKWX2nvIdfy8Mpp2gUrKxYPNPDyeUBDa4ypZely2hrqJfnL/KayTCZUldlh8G/dll5/0re8tHQmXY2E/N4sA1S5vqP8glKoxhkltd0GSK+ml/njWJKWSdLKit7QWPk+H7/2BlVEvW0TV2NS/nzgwEFoPz3lr2et/TJ9MdFDrDcGxgs9WHvX1cJS9tKH2mWdM+M3Xv1sl8OT+rILMQ/wfPA0bd8br9gTFAn5daav7hRp3sk3H1vm7PaFsbf240rgClbdbDc9eFz6ZNW5liYW6jvnmOu5RLff1ewnaSVlbkWj1rba+CztKFUSpv7E3v+TprWdV2Xg9xO2wfbzGGs35mGe+enXClOGmnzw4pR6zy/81rsqgfqTW8fiFd98PSdNNLWtnPa2zp0O38nXTPvicBEYCIwEZgITAQmAt+HwJrb/b5SviPnIUiUR6d7hGKxF8HepWZUX1k1rDnl42SMI2jLuH9HoBAZRT1OUQbHW05lEbxiWbvCSkJDljqON6EKIYVDWXf/fiooCCB+svRPWZT/O/mrxHOZKGgAs1gHy5AzUbBX4QmNeywxl0mIN0kp/S2e0OCtzbdK3VLimbHel9b3IAzs3BfG/YFUoKPM17Y8Qt9bdJAH9dLaX8v1WK/nTFlanl4Neka7FxmTHlHcUYfB71e9ria88gIENABgH16tmnfBHNzxCD8oddft3wKGbaMwysES0iVwXini1mP7HILVliWW0hmxRo7VMIMiffREGD/LKhM20LBVkNP7VVoObXcW/+RBeRuLIUvI7bE215MXz/wdg6LGiAnW9T/OYOPgydhF4AWHXfqHlrpOmt2nI5bZpNkw8acXbJady7i8n7bzLw9YPW/1hHbZLQ08VGqax6EvebXO1f7iGFC4Fbvqg4z29D9jH9JycyOMXG2LGCZYNpmn7Zhk0itlNbmbchODMcDKCNkD2n3C+DY6Hvf5ID1aNskNlOUXI8t50Sd39st8v+wP0mU4z9N2iidH+pF7MEPDyfivtHf+dvnS4Hc+Zapchy7Hp31khonARGAiMBGYCEwEVgj4AymPzW+kl98W5FM41ozyvd9l4uod6CozP3/gzeiKQPAy29oo9E1K19wY19kSBI9C5Izw3hEM7xQRHguaXAUnSsHmM/p8J/3d1+IlL4ssyL7EP1V82Va0U0Nw39NRWjiiRNfDW8XlKPge/iPa1ZOyC/tebt3KRIVr9nNV2fVaUCYP32/leuWjCzS2zHxciu2pxzQyjXRYZZWsGteCX8l6Q144TvjwnXKqe1G7EtQenlU5Wknl8SB9xlbm6e1fxM1nepOOkPu6XvfSfn39rPwm/nrT6qnquOZ+xVOLzzrPoqdzhF9WGSg/vXNvWD2p5eEXyhZaO0W+G8vNMxdIDFH2KzMhMwDjSkxZMtqulZMZb9LHa+hzCeNN9p028YHGJfG7F8lT+YVvUOZImCthPkJphwJPci9Uq5/pzf1/QA2ZlO9JvM1NQspKe5L0U7f0yQ0yaOQv256rOiyg8AkZKlOH0Xl5y/ueIL4n1WpUq3YV7b2/zDCJIW2fvchd+e5kzqXneDauVMc2Rc5PaDRRnr9QEvibsveouZ9ayZZvpnTG+9f5Q8sWEdbz05liK43/Kao1PuizhxUGiDbDRGAiMBGYCEwEJgITgd8RAr8Wl/V5SGTePWRqYwmsskNlmwpE/6JoGoISMwrwcjz1/G3BUl3Oq4T5Vtqp8PTwbS0xo4CPmIAQHI/XQe1nySpMnPRoz9PKf+DFzU4L0rHkTeHDw551+Agxo13i+WrbgMCyVFKJKbZSBScGFBgUavrdePXOKQJlK7c5q6SnTMnoo7IfdChMR1nlJIDKcVvtnWB/s1z7BJbqsXg9VaJadh9dFulsHyYjsg+Vj1OXfv/kmX6wZyIn/UGBfxGmG/8r+YkFCsYNk197lxTX2uJROo7iaUGr4lIlspNc94OTBTVhYJtoRf6PHMfKzhr7d+oAtgrDezFQhHu2SbseKK4zyZZvyqB/wfFafSgsfY7y7QP8O8b+Hu2rfClL4wQ9FGo/YN7dGyqZXHSSzPHXZb3zDcQwQeVvlMBOlBj8e+kY/Tz4jbLv4pUMj/4c+sF4bB7Jx8rfA+Aoq3kzEZgITAQmAhOBPxYC/F7uXAIazuHRcMwf30m1/Mb7O/8Mg6WSCI+2/Z+GbETy5rduFrnmN65FtK6jvlFkuhQvfNjRSiyDL7mWRZ6j8kGZodJlLAR6M/ZjL9f0q0Rqo0L5xUdoWpdCfOU2t9lxlSkVhObRxzrqI9emC38lLcgukSGVoQyv8lvSgyI08p0yHu2yUlom6/WfYECawWGuX1X3sk1UXipTIVOEz9WYwHxXdU8+R6lPbqzP6CNmjMylnCGPLd8pBQfeNjd3/gyapa29k8P/OyaqnMQw73HcyXD1uun0kbKIstBKXr5X17w3Dw7bVbk8Z2mrmprz+0EjV2Qu51rok1ECpt0755K/++6Iv0+/4028QtlbNwp+6fvGAAF78WTs5HigKNt2t1dpqVw12hJcC8VvoDdtV99KjeUP7X7abt1HkLGVeaMEPpa3T/td+uMDdX40igbOKsFdLl95fc+qCb9Alu28hMyzOE+H4YbzIkGu69J1WGJ/04XlVN/XqKI8wO0Dg1DGVrYPUHamP+Zbk/ga9dvm9uOm+ZtInNlOBCYCE4GJwERgIjAR+AYElCB+l+FINwcft8dS1P1EdggeLqErk6wSb4cnp0LiBgvrKH8Qll225yj9hxDIsqsyiXjefSEEbqJAg3EPo9iCr0yjwpsKkjVX/CEiKL/qhvViBJX/gFFVeECJhxJrAz57vW459iwjtdc7VYFLTCChGfV38an01FFG2UkJlJl6AOuVWV6IXV/woOCy/rTdxKWW9eoYr5xTvvveYK2ZJXiTZ1n3HrxPZeQr97I6p81yr8cnXq8IyC7z9Ho4CAjJR6GsAR6ZjuLrzn4SIVgRCmWbngcRkJggcvlkulb2zhmi5jN0ZQkjMMiyVUxm6RtM7TmOKFiyDJk/ER6JkgkRPWh/upSzdNCfGrglxclFC/M+pohYmqf+3GfSz4mq6nOJ4hgepEhVxECFsKS1/9ImMVhQkaxQS4LQf0NgBE+nhewLO/cH0yNWDwnpH4JevgnkdD1IjUsw+91A+br5E3cIhJnYkWDpIOs65br6vs8o3zG4ZTLjFyeXyiglBCWmf27Qz9taYoxYoZfxqzU9FtN+2+yzu9EO5iKlHaThJ+W7DHv6XvoPgi6RTNL17/j3zlWM7cAkI9bSe73CM1YL33X6tGP6svg4GcGYhhat56Wr23md5t51pbGWeuM4HqwEl+t+di+T+X4iMBGYCEwEJgJ/5wj0b2x+6+Ux4N+W/Q6pe/MoDUN4CX9PCflpXfEz9fTa38F1mDa/+Wsu5FoaosYrTF5sKLM0rHP1pDDi13iiS3krL1wK5CFvYFbw0F979sOkTsVHcSGthgv8Q7ADoN6v8qdGkPA9cqsVfU3fJZoq6/O/FbdTK/OoyNzFyxY5g/vas/g85fpJtS1y3DBorlWWwA/FiluOjmZcJ3n+2g4SBRJ8cwoMkM/nI38crJU4kHtVrjbmea5hwgjdJrltlOpdedwVDcqzcrv77X/RRsj9FFF9Vn6XQD7pRkl6nE8e5Y959PQHppn0R+kruQ85VRRVLDetlfMh+QnfbnkaeO5cnUilkfLGT89SVPve1mpCyiQHmp5rK/Jy3CiLjRXGFoLsO9w43qvuXUb1uaN6SN+ieLN96NnpOMS1vsGv0o/USzG3LtxvmIxrjNEXt7t/YUxrmKCXrLSNuYAzLDtXejJywpfKVWWmGCv3u8+da/wUPdb3p9+ggWfJOQOHFFkI1PyED75QaEIbe+vG4J/WPHTbUn4fsE4Gb/xJi470XuOlKq3CPIweqvNrHDyi0QY75nT2eNaWfGZke2a1Z8d7pl1HzndPvbpVKYE1OrJPMpYGQOmb9LMyhHYugn7Inf/9hh332yrue+g0b/pi6FL5W+PefuHXSM96+2GWp3YP5e6HytPCaZxxbjzr6fw7EZgITAQmAhOBicBE4LePQHGFv30671AoUymrCEMZ61EUmjDIMmt7LN9VdEbpmkmHO1m99ZoJAlhZlyZV8fMDpfMO4Uc6IvzINKoUdrmuKBhXwu9b5XbiZpdp1giu3ON5GA/UeKL63gmTjifjjTAJPhF+x4RC5/aJs+2SfZBol8ueiNIy6MlkkIolJwo+g43CRnmd2je0fEaBCdcuA99M/KGeKhZVVCkUuM8OEz/xnDjEeP7KIUZhKsHcg0zBW8Hj0rFkLh52FpV8WqSLh6GlvLp7/K80mNY+qRKXczC/lV+1SwntKP224OE4sl8twJnvI4F4qS99QE/k0Q63BOWUHgGN9kha28TynfwQm0eD/Y/c3Ctcb4b0/0fTjngRtu0Xtf/ST5WQGV936OgxqPEB9a5x0BOWjV3h/AhFNdGnZTXGHMML91o6m6iEVfq09c6Ej/37vZBvapSw0OD39FI/Trsp1Vu3Dl3vvn/sfIaO1uMg4ETY2pDjsdxmrInARGAiMBGYCPxREJARUDEhr9I8x/26X+aPL6Xzd7745np7i6c8Te/vuMaoNe1+zC+cxl3fN1ew5i/W773mnVVGIZe9RFmydeF513xJ8y8mWYcAoBEx/OZWXgfjPfML33yr3HUmt67NQ+9ft2eRHzc83j4LHfBD8oIa5LmS09kWG9fqVwVe/ht8lJfg2VRoCmR42cvRbz6lb8i3usS3+9aqSD8KF+lb4+v1uJcG4rulSsm0xc9Wu0Ci7RPaV+kv5i8F9tM+iE/e2RIJmcuwyOsPt7dlOhbAbCjOa04i2S1/Dnx5PXponK3qlJWpaO/CsfBYMn/gQmWWqzGV9+oJTg+kvx1FPJ13sR9r8D3kZ78P0ZT5vkKXfNR2UPWFka4KzFotasRK/TvlJ8+18tgP9lL2O9S03OrrX8hyu51j1lWtoI8GjMezQyTfh0/Sd8hLJWWtAKUCWFw8zgvcsXS2Rv179092HuqEqO5vfT6U8O5VfbuyzRVjKHNueP+KaR81PqBaj9plHkLgKu27FDyffhh9ZI6FuZbASR9NN9WLXy9qHQCYL1rRGMXx+K58HsfnazFTTAQmAhOBicBEYCIwEXgGgTaBfSbNbypu78URTzMUrs0Yx/sW7izLTul9KsOmEugVBdDDNYahxBNZprD2vmSfGD0OmYDZYEUe+2QUwFoYqireszfqT/a92mWf14cLuR9xMKu1TBZVj9LZfZIUVpgw4H3mg5KTHLqKtYGNwhoVsA6Gdy0cy1MUD0rqqoU6JICNSnAzr9ZKOVkuKj6CCAwu5iUDzv6pxlsx38Z9KERI6pij7VF82l/C38fqd1SSaCX8jXvwUthqg4LOJWfzfZKe3qu0PJEdcuBg/gMPLnh2LgSVB7t918MlhN1PVsHvueA+Ytt4fpuHgqEe39aV51eNIqTH93oWMOmi16cK2IwfJ15GA3J1OzixohLXpdqGIIUBRDxmoaGErgs5pP0OdRWLWOc7saAAGSU2l4vUfiEP22nJR8Uz+15lYkILf9tgy3RFesOFxBceOXnlElzsw1RLOrvH7e3+oGX9FrfbXQwx9Fx1whPsn+xDTY3fjv0OZbxesIsVf789Pgf39BcmVDRmIG0J6Id4h+/A4dnVK7DM/mt4pu9//Ilu/P+Sp+Np1U7UtzCvXNKrbX/i5PvH1buhyjRnj0PZ7+Y7008EJgITgYnARGAi8CgC8k8e/g4/+FscniycQfGXGlzi/rXmxFruWD97lKKOt1f56wT+jlWQUBpuwzOOHJv/Ci2dYpx9xvutcgCGoFv5b5MlLvKafMdId5A/H6z7qqhd+Ld/J7dSZIaXXL2/d7nFpblWV4In/ZIvPdB1L+3Z+6U+VBV+TXnDlWai6MoyOdVeZ+luPUie8r4YkH79b/KEZ3yaZ+ty6+wetllRx5WrlFmh7RWZqMhWxuQKmTd7lsIjR97pOnUf6fu7Z/ws6XMqt8oD0z7R9Ju4+sixp+Pj/WaDjOwexbVfKbw8QpTjppYELuKqP5pn5VvikTRoCKuMrxyuNzx1J+mp+Bdqrfeo+3b0i4epVOHvVjUs664B8wb50REj26+smXxGno4pye+x7jj4ZVGe15hoOsjsc8HyHd87xjdjW4PaQ78sWpfCoC9yej4ArurGntga1OK9epBDUquRZN3ePlq/G1EePtFm4LZh/Ox0GnDOYKsMKlHr0GW6zDpyIQr+jAnw/gr9/X6d5puulW93f6JfiWm1b9owbe4MlPMAf6EOHH6Ps8ez8X5FGkf7/6R/7rK/u3MK9E3GrqZIzoXtwNCl+bfQ60peM0wEJgITgYnARGAiMBH4e0HgV+S6fgXItL6VYdPCNQLOYJRjdazlsda9awXEd1Tf/BUi9DbV21OldIVa9owyZZKjkIEelWDf4HnbZcY6/4gWmdlmaDlH2HNJ6oFPJGKitJC2ZPTiRaQ7hTnaJvtJtSX+hfzERS9LBR0U1c8uU3uU4yJQgHdooPzFC9mY637QKRsXlYMKMgpdTF487aHQ+Z2ewSH9wX5qsH9eoiMv+WNfofwoHVHgqS19o11cCjhjgzFy1AeW/tDlrs8qbx0nep7SLirvW2IP7bfoX+dDXWMd75goq9q87f62jrq+Tn0P49iloM+8w29iIu2ELdg7McMEg4LenpmRXl65Ijz4lyXNMmEQOrq/3EorPtZdwdeJIbGXJo9HsSNqQpfnXsAcGI/cDIyBsvhX8X9j3N3M5PSlVtO1N7UTE0cTNMuYO03jvbT3cen9M8+kwbqrXH8Ww2fKmXEnAhOBicBEYCLwe0XA38fBg9zk816sH1mraH2NL5UHkuc/BHkyFVueX+LPDllxhbIwxo7yPvJdyiHNQ3F5M0CbCkEN3ZQDwq+NBDf5zZuZFk7yZWFppUuFDfJAeKdHaesybFfojJwijZ8Iwzh4yApl8Dn472ezb94eXjkKwfDMz2ZyiK+JQK3mhHJGRaarWr0abMMcQxaDtu1WL8vj/vhw9uSlUXfJOCgHI+t0e/q8rx/O8Thi0mMoocIyHquOHUOf6+78b7VdVibTexXF+Y5zlPxGvsmzn+d280lo1EhUHGsv5Zvxl5fy8uLudwTlamTkN/Fa8r524YdLWQ6Z9m6bO86gRweD0PdGv7tGzqXn4hlMWZJYmSuGKCcyX48xe599jjkWZfzHv3OXCn7mWfc/Map23GIgXavc8Q76d3zfVKJmSyTn5WK83AbML35bniHxYtzR/tmr2Hk46+EIlh6VvtIHnsH/Ygbz4URgIjARmAhMBCYCE4HfJQIvSju/nbrq3bgE5Ic9TFt532oNOaxc4fU2O73+3IMTxUmEsyH4rZIv+bxwsaZDK2UtROXNIxRGqVlXO0xetc50T5k9gscei04F2W28kyWmGeoiYp3v02RRRixBEeb1us0+MJQZxRE0lventCouIKSj5KvlbcDuE17J1tFNRynAfDcKJi5H5/LXViYAlQBgLB8GF5ddc1IDYWavR7KvXpETZOrJ0yWaykpcRZhWqO75osK7wzHmJTyRhiWM9PhUKNhAR00+nMbtPC6f0xd4pZ7KrrpFERmLUm+o/y74pPaVQerpH5+5jzPRnIja/xNxVZ7ar+w/Fb0El3F94dSTaOlHymdO1mX5KseHdblVH98VbXqP7l0W2+WvVOQnQNyd0PVH40pM89MTXQUsdUi7UJG8q4y0WPcoK/mupO+Kzuxfnb7q0nfkKRC281ko2qMolEzjsAyg1scup7VTkYt1unv9GMpSPpdHf4qO1aOtnshYOGtFr4HHwGcV4+QSKilD4TxL17kXedqePhXl5X0MzdDeZ7BW1Zf1BqBf8N24uoIA+FYgFfH27ksmdij0S6kPJOkPxjLnO0EMKVPva78l+6//BTGOLZcckz6X2+8yK6+iDUWtMbTud+yt2uuekcdFy/CekN3+K+iDTLwO7tA+X08EJgITgYnAROAPgIBs0dYlOPNbCc+rxjFax+Kni5sQiPrdz9N+2Gferi7PUCvFLylhYYrPHBPmq9/340SWVV5trkCz2fwTdKEoiqeaMsIeDkKu9JiHOM7Du9u8ijxbeMMdK+bAM3/Bd2yGsvCwl+fI9YjWyneT5Wlklv8ZcuX/papC5KOUf4/GkWBdF3kjygt/y3UUIW2Yx6vkfQvwkeXC+2uYiRfjT41EoUmlnslrCd6KvHVFlkvhhE874nPjAYfMiNwYvjUYndb3Sr6UpVhnsD3lN38iu0Tmirzjs0Palk+i/FvqbgbLDdfcyadCR3mxKrt7GKfipailToUxL5Mm55M/kYWX+D9ZiUtlPysTgWm1cSc40NpP6iweepHynnyKYmmSv/dMaNmO9/Eah37pFJ9FLqqYV/4Ofjp4KrkyVxBDbcbOkB3KGz2F8Uea1u2EfzhL/ETEoU9v3DMZ+g5lk3FZIiw4LakXbK6QduGxvLze3sruO+c8RGXprOIotZSwatqMx6yEhRyjbBTP89rX2SK6Ly3ZXCj38UdFQ/KyLX66zZPzABJU0vCaNumt74W9RWRK9lXmaHps2Qp9HrekeDWkzhTgN8zZCucq9spNwBkvauTWCo0nZdGOG7Crb8qBlkNbv0rNtXRVv2ofvpXMK+1ox40eyvzubJFxnXNofPr7kpWznH+LIlgvao3Kj3vttRLff35of1eycul8v0tirJF/9U2wi4G68jItbUNzeOq+uJZJfT7DRGAiMBGYCEwEJgITgd8TAq9zqb/hWios6mlXFsIydEMgYxmdDQoMLT/PvAi/oz4RoigbwSvKw15vNUpNGXboQFiSCa1lhiTiwLx/hKQI73KpTtSYt1M9p2VwbxSFoSw1pICh8HYaj8evhHDJ5KUFbZY9G+1xmtcoTy/PTfZ7lTlvYec08hP3wcD4KqFsCxWYKMNa+L2UFdUPx4/yVU+AshJ+f7jURIZ9U2WukxqXJAgLL2Gl2kA8yuuznl8i+P6zmiBCsGFCTG/U59oXenZONI3+ytXToccDY9Mxcd4PT3OkjLSdZVVfTH/QI1rBbRGET9Ot703b+dgHrftfg//uIvbrtKfX0uCkAJNaLmeXfvFgn6CZnXxJ3+vv0UuTBAqjlqmVvRMtt6dMnfxRkN271FYMCK6MvdOqXruPFTwY8C3LvlSO09SjvyuX+rPPLLfa8FrWjz237uNoifyxhDPWRGAiMBGYCEwE/kAIyP98byhvwku/+1fKhX9xS5wtClZ5GJiiJagQXB/LixcuNJSLt2OUv/Ie8A3yTiqc7gQVLRoMh+9f0VfJ3uVjTK9XnJ6Y8OOv8kXiGENW5VnC2/JaKVhLPsL4NrJiZf3aX7BGgb7d/18kB/M36YuHo7KL8oOYmd+bedonnBPQwPYHRqGvB2mxTcXNDqPcKp/6Tjh0vLQz8oZ9Ur1/heWiHxyfg01j5MpoGoAqgxzyPU7w5p3jChnxR2QC2/uBciLL+AmArsilyOcPJHuL0pTpylrI1JkLGgVeLdf5JI2HawWnom9g/3b/u1ITZBvVzpG3WfbbPZ9rsSPa8yxU3yvlufMKl+KcJXrzgWUg8425rIwjZNJseZbvme89NEwZ33QdMsRRA5t8h+/03zcpvJp8fDddyau+n8bsxsdIQi9vvzHBsZ9fzW2+mAhMBCYCE4GJwERgIvC7QuBvxIF9H0buubmBeY6XHAK2+6Ho+WeQiXYpqiypi+X0+wJusr36J/IPQuGmFW4I+w24Foc58KrM/qowpfEMhfJvCzLrsW5cCwh1rTLayRiXX5YpriVWgU7d2TskhdE3A4UAlH7xHnUfWoQqeGvxaExi4Q0u+yxti9LVJY8+oQAegJYlNBiw/8x+/2fqCJM/pE3Z/FiFS80iQNUESym6VI4vlI4cnz1Ryk7B4q8k/Cvla7G7bouT/KCjsNdalT14VXxGYB3xnqWH+Fv64AZBdrv9N2q6Fhav1W39fOyNTD8pxXyhdkL1zVutbLcsxbzdUH48aM+jay3cx/ptbLQVhN1fyn1w9aB/qH/a/6oeWkRvsOTeMibb+3ddxs3rRSD0G/OPTGn9I8Ji0XBIt8ZrPO12YvxtWf5KS22/T1e9Mw6ZnV3pPbJ3BijfMsaIE2s3Awmke4z9berOfnikaavsm8nPXpYi1/3xNBaxX+70NOIfO3ilLL97fRwnv9HXjyM+dhdcrf8FzB/LYcaaCEwEJgITgYnA3xkC/ZuYX/pRt372oaqGr/A3/ZwPvP77X/QoZ9RWGkNRFt7qQNcl/u/w9tEr+R55HXkWeDZWgSp5ovnBS3ggBUTTYp3knfQOe7S8O/Hkv4niXqfuw7qDB45xcvgY3jSfeCcbX+8lCt7zJ0rBn/Jiwc+2eJXHQtZQQPrS61f5xP1/yTYwPJPnClN41J+uGsSSsPGhDI7P5BUSVrjIX8o7e2AIGVmfR9b5pP8Eywfw3Lmy0eafkb1ZYemgWR0FP3qyTgIlfRq2Vn8rZegqjzFeQu/q8fXLyreMXjWUUB7GE/TackVLRqbzMCjzIfNi+KrcVcsrS+u6nVbXSfPqH8aXe6q66oB9cgmn+R9oM0ptU/PvtAH7wiIfZ7WCQd/l78iS8ZMXXa7fAQ0TNF5VpjWbfremta6V0V1y/GsvjYyPBX/eP9DHzP2VUHv//k/w+Z/0zZ98NaDDMbSUWR+m6v+srgR9h3pYYtfJ628IUf62EthxqEzoylQHDJWx/Za7Gp/zLSV/S4v9Q2OBqoNPvj8UHlkZQyOFGH64R3X3Vd47J8HcgN7o2T/++4maJUwEJgITgYnARGAiMBH4VRE4cGq/arHfXVgLYwpkw1oYZrgsurWmHIrFtzSbD9ShGXWYyj1WhXoAlnAYiQNmGcYzS7SVwrWWQ/0OhlgOXOZXC0xpsHztgE8FBC3eOfSSThC/Qet48vpJ5tolyrT0dWln6SCs2yBV94+CFcLB4q3N/RCek+blP0wbqHi2fARiPZKX2iV/hJkjTLSIV/n6P3gKLnqcdpu+SIP6Zi3s907+xDPBB+Y7hJClnt020gAmKj5jWd3K1xcJSDKMIuIBjJDDcmXrJXmP639ahu1g+QilTJbs48V7GufGfdqa8tL+Tkboje39jTQnr2wHJ2s27s3Gcsy9lPFJtOPbpc3E0skQFe9a+Y4xIObXQrfHURw/m45ZjSVst+rb17I4PFehT7/PxB99L8YH5vVsEDANWPQIYEKILFxq/QzHrvdQ/sbC3n2QnYBESC/bB8t/kIYjLCyUyZP0SSZUMlPT4+cUT/HxW+LzFVad31PV7/SO3FSc8xMd6KmyZuSJwERgIjARmAj8DhHo3/9vIX38lqvs6t/1e+UQzy0i5B23WSpWwzFMAk9+vr3v416WN99HGadCbvAKi7Fc0+55HbyvuG7N8wND1J3HoGeJmfoudxcuruUvn8U7eED3Yi3+/0Lyhx5BlDIDntQqLsX1eOniG5kc0d+0jvjwirVKTfHH50zljXz7lfnLD+IRWvuWquh5M9gskR0xHs4qUtL9fpB/Ly90aXyQD75QbFYbQ67JfMPayDpy3Um+T49LTV8xzkbeuO69foLHaGNlfKWc2rZF+uTRPxzS3s6v1F61JRNYRvetE9pOi2c8LN6/ymffFaCztqRyRS2NEpznOGmbo7J956HMiNykcjBW5Ea6lc73XXevnwzL+BFPvVSdr1JpbSDftK3593ftFyh0b2e32PlG/Cz+LEiHZeIy4DfdeZuL2Biv5sE6/jLnwZtfJaT9HRHVT/VW3mPs429QycLOj/l7YX34XVuw/lWom4VMBCYCE4GJwERgIjAR+FUQGFqnX6WsX7EQGLgIOiqYXNbJGQY9bLFDlukLg6cHrgzrUER+I3VZetf9qLDQdE8RPZGXPWglbSgZFS4iqHH++bI18rWKKAh6UGWWqaIgsFCBI2M+hBleZlldrE1X60xdy/DJ5zWLIg1acO/2WCRz5T7Iemw72VLCVQCJYi8er7TVJspi2wk6FX6eFqCbVLCv7Hlg3zDPEl4KB7FoQavTMEQy+YCwOJbQVVh4RS+e+tr+ZJ29jamXe+VswEBUQkv6bbdH1beWOuZ9lMBaA2MBrzATHKT5eug9VqNshO4oCaFh5x7V7Oe7cVkxjkzCkWctM3We36JcZFJH79e9HgIuiZV2w0siGJ2nO3qC8r32OXPvn/9kLPwn6cTX/XhrIlBr4dAyEh7ydZLLHsD4tR6x4HXPLsbVUCIf4poYXOwrwmoIfUyEkLlp0vYaZlB2KZFv41iZmB9tMiYBxO2H3xC8uVPOzaUF9UBxfNvfXIJaDxitkM0Z4q4B7+ujQNtRUXuIgqxGLfst2JiPdcx341CXtH+eizlL1HFsfvkTUemHZNJewGvMj4q7ceMk7m5ZFtx2YayGslW+AUZ6OKIEBiuX20u7+Px0vN0oMK9G3dKeYm++YuoDv/ucX/4+pID5ZyIwEZgITAQmAr8vBMIb+8Oq0aJ7MsJfuKLO+E0uZqM4h3sVO+alTmP7m+vv8Di7qkwYxNu/vU1HGc2phHEi3jVhykvMUpoP6fOz3IE0yWG7vPKGVW6Up1wPqpQN0nwjpE7moHwmj6uRH0n5oyebNP2kiioMmm86zu16/qJOhuDmCUWNK9BwVdKAb7td+myCy2FP4SotNz9YWpmz/GDqKJYSfC2M+l17Lf+kXBA+jUi14o681TPBShqgCQPNWlZ59BOQq+A5iIz7a6eOp9Qob4m8sYd/dBWlMLyrPF7g+eT79+HZVaSXcfDmdsdfETrKJn7VWGNi5QC9k+3VBuccUCS9QFsVZC5ioIzkXEUtsbsLv9tYVsxD/xnIWqZL7dIfdm7/oszzE+WW8ubTPHeXcXp2dB5kxhovGKSKwEHQHonW9A7slP2si4pzFJi1Xy0E+7+70WmRL9/TTun/Svp4zTO2DfXMq0GTlwl9D92sWrb78Wci+8J5I941fcuYMv6oo89ebfPkp7es7a2zgt8h5WMNUarQXrmqtgJCaQl9ytP2ROcY8sFqWlKXb/qjs0D6oqskQG/m0xo3yxQPx5jXZfideZc8aABXuBntG0P9RPl7qFc1sutWnDWkVn52TQHk4xhv+NzvDVVaeTN3n0w+30jnzHoiMBGYCEwEJgITgYnAdyKw5ta+s5y/Ud4woDJ0rUBEAVEWfjxSMYz3bSzRv5s6hAFF2Ch3I+y4JLWCYRcs244ySc9khaLvCBEs9H7V2raWgsp+tF3WIrDQJaKUc/KDCaSPcrsy38Vo6wVagp8eBBKxgMG1goNCFALm2gs40T7QZZe6Inz2vqgpvvO2fINTU/61TUpoOBcUjfdksPxIEy43ZF84nWShVNsrbWbepR5ur9NSHDatT5ad7GwD+kLqruCo1esjwUkwe7KCn17ACqlpvBWtd/JB+HPupowwHI/2xztp8rpaQgVyvI+hQTqczGgl981cBpZRHksDda9xMCx9zyYAOrcq1zZYgjTYXxgnLt+epayW7ruKtyTwgudgV8ud2ebi3mUfRXzgpmnSmMV+6aQLJbSEejEHy1bxTVu7j6/XmUS7GPmJh+AfK3Us1TUcWeO0ziX4D7pzHYrXMZ64bowdA5SZ8Rxx/Yk8ZtSJwERgIjARmAj8vSHghLy/jW/wiHchaR4kjNDd2B0h3qpOvsO7LSxTvxzn9XMVmjeVmidp65Ycwt+paF3ztiv+Qx4kfMhJBuEl4G+zSpTKVWQ34j1FQ+d9IX+5Z3m/bL8iAgvz+zj/EgUeCkGVwLWEsUaNcl6Ptne3ned1gB9VJnhYHlinPb52S6FtlGzKvrboaVnH8e/eaazpqk3KC4lMXS/gezefdQT4d71q3eKn2uEZGjuustuYV5Cv1sjRunYfWJf39LVlqPyFPuisZXPNpBDw6hCansOTXLnilbJGy5k3ZYSTtHdv13Qoi9UexbFlXdpGuq7QFrkXzLI09Xqc3i34hQiOL/siOG7duobvT7C4RptFaEyijI5iP7QaVxnngfB2+zv/onG2Z2lf0bnkDX3pc4yNjNl1ezxA4yeiSF/2+XYMnc5djTHqSmtu/eU5dK7nO1b1+gQ9t/Lg275nBbPIzK7m5udyGFOUXO74FUvo87uc34JbGc53E4GJwERgIjARmAhMBH5/CJxybL+/GtyiGEY58yB6OxovDCriqNa+Kk0ifJcAtzDYMtefZvzgJTdYG6o1KgtNOM9Y9DLRwNKtcqK1nOx/R5SEViYtZPk/HhB4tu5hgwX5lhmDTayftZyfQAAAQABJREFUyxI2Exxdd4T3H7E8VfRwqbJ3mHS5bEOdtb8FDTycOeMVbUXLc1AvWISJUfGU6A17NSsAq7gOHXl/oOdZebYmxvRi1fNT72K9YM1Ub8wDrTVpIamURb+J4Eg/0vtWYToxebe2ECX23dCe3Xqj69lc+9Gq+K+KK3IGlM5p6Ys+lw73AuaIAp2+e4CiU9w8N17us2T5LkWnQlkM9A7tSSQ9ci8Fn8diFhrc72kDHXut3JdguutEWb7N6gjc0Bd3TphgoZ7+l6qXd0XTuWSbC/LNBIvjRe9XxzCW0VyZnxBeTrfORQKsJVbTWzxxd06srILtvQ7SdCmkXRw7Gkl4+B25FrnocsJB9DYKwWl7J45q/F0q4vKzQ7voDb1zzy2U8WUBPiafLifMU/1t7HNZVowx/oM80sdvpLn+ivrwrZCGWl6a/kz7bP2ujIGsh/shcO3sUD86xfoQ8fGrlCUmNX4eTzhjTgQmAhOBicBE4O8JATghfnt7JY7j38XbvNnjKBQPVctkrnmeQ/7NpfRPffIOcyY/zxYe4T18Ci+2zoIn7/ySb+HLnMzf4gG8gzfdqAA7yT+0XPmzx4gtq+KgKNCjLTJS+JRBFXlJr+UYwrdeyev4sZw9CXfIDz9VyCHPYIB3zK/eqTl0yOPKM8YINHyn/OO6go38cem370yjcbBKOL0dVVDbcj6XpnX+3N4I8rhiuEe+/Ql9X8hO5jDYwRspL73qusBb4zH9A49uZUZlrn5zfdnrJcZ5xuBYqyqptGRFJXj48LHKFmnrax7ep1kZn/pmfkE56L8Wuk5jvnYP7so3jpUYJJiLCl3k1l4xaJEPL5RgszG/sGXLmR3Y2aY1Ho9G5YWEjz6q/sh6ZdCnslLlmn1T7LuMbod1nuN9vH9p1+xd65gljoo50vZIUKp6Lxxo0atW2bmwFFew8fWC4ejzQ5Gp1/nW/WA3/1oeopm/kcgRL4Rdqt+rFPvtkhzoZGUlx4+rfGmAcviej7x9zncuhsSsprZ3xQPqE9SJf01+f5Wyq+nEKv2TPiqYNFy+ad2AUqSC3xXDQm8a+Wp23/LCMQ1eG5bL38dgW5lZ7/z0XIqURr8vf6XnMv8GicffZV5VrG8hb2Y6EZgITAQmAhOBicBE4NdE4JPc669J9+2yZPg8ih2uc4Q7lat6nspQK5gqDKAA0crWkDR1+fm/cpUKjFoZqpBG+aPSqMuUkc5yqtClJ10//yQhi6Cj4o+JCBR3WZ5aJUpY3FEY9+6TvN3/aQjKPpdx/0B3CQ1iwWSD1ubuIyu3PYSuQUFOUeipoEJwK+ti20k63g3ibhuIAUIsszgeRcOlOvoM5atCrspScfhA+wT/MeFS3tjWbZGcTio53tFHVDiKR8V9Bw9w0II4e/k6XqzntfJXr2hDLed/btiH1/A0FlVGFP/LpMuNcquU8bfrC60q8YOD7dHP1+P+KOEqPXHpf1mKD2WsK6VV3S/Fv/UMoZK2KE+HO/QvGEmfXybL17rc/q8gX8/z8uE/thf9ASW2kxuZZFvKuZaJE3RMGFh2VfxaxDvPB84K1mOfKifR7oU9ZSp419Ftdi/Vnff5poiFxwwTgYnARGAiMBH4oyIgL/KNv4XwWtlS5Gl4+b1HttiiXC3Z65tolBeUp5W3RYnzVEDocFuayIUKIB8MLitaqx7J93kND3WXX7tEgHKQcoBYfoZGlR61Qoy0yY/Km9k+L+QPTeVVazvLE77TzoPPDE20aeiStg+EHXIuCiG9LCs8U9fi113iOasYyU8vCq4P0JYsNOTASxlZXKOE2vLnsbx7fKqU3mW7Hukrml/rc5fK7XYFtxi0O5/iXML9UKsPsQ3Qj79AlUtAD9ruJ30+RsaYfUaP73/i0Oi3ab+cnWa6fjt2KKdrrkT6ut/dTns5x2eeKl+POY8oxFdpj74XtWR79T/ncpq+VfxvuxSf6p8qVmNIfKEsZfzsKZ7x8Y1tfKHs40f2UVcl+EcOvknIjMqi6a/OBeDlHS9lx/Ayl3Ccw7ybCEwEJgITgYnARGAi8PeAgJLk319QIRBGmbMeaGGMtaRUGEI4jYCv1ar7qggBgkt4eoU5GcADo/qsh+cZmGP+4aA0dFJC+rBk/il9Kny12ucxVom194tKORLKn/rcV2/y9rv2xLNoBN8sa7b9C+Wh2IzimUKiSLE06dBaUlAQkPVSRpDMm5jMCusBo7y48qf29eElSh9DVUdreHFgrxUVrwjh+kbqlSoJ1lkD5yx1Jg4KGJZPu+hh+Iygs+A2yg8R/NmP/V+yRxVCivHcn1WRJlb9mVhhgiCCaYHvsmYq21yKLPvOdmYPnC/hJZR63SpoJj+K2WJNnfJHnvXeG9tCXOzBClwu/eskF1hSt6WeiXX+52yZ5FQJq2vwrLr8FwrdsRdx6Brtu25n04yxYdvsv1CI/5QW2tK24/3N+SgaN++TNfXG4tYltbSg16Mi9Q5dPBtVOOtlFpK+qAU0/WaLN0mWbRIXLdILp6XfHdFftulmbg/cgt0Gj4zN7p8o2xJ9Ngru8teNkWdF2dbJPMZOrMqdjAO7LB3lxB5haY8eU9Y9fQm6+f7EE/2n9a/21GsnnT+pD3+u9fWUAha2g5Ma7sm8+VlW4PaVrsZZv6Ov2+Z6skukfaedCQ6lrq/OWiAvCxbfURL1ccJvxySVe6p/SZftVG9zzneYvuO+4+4dHaMbJo2yJGJ/5CrmY3+By74T6shHb/IfP/+S+gDKAf/HcpuxJgITgYnARGAi8LtFIDz0Ft5CfkaeBN5SLolfw1Gn/i1v7uCV38niN+UDZanlaSLbpISRP+92g+85/LTrf2i5yltu30FoJql5JGNArl6di1dwsRGphUmuhY4vBq7GUvukKjvAi5waui3lHee28GAxLJS3a54UfmrQ0Smue54Sw/ypg0EP5ATS1/KnGJ3Ct29Y9SbyVZpm4FaoVPxg5WW/I33iKiexF6wyABsSu5JQh7TqSV1rq5URY4l66A9VL17s5MddFUdenjJTrLKJhCfnLmacD3T1i6Wtudgp17J9T2QmCqm275iPnEf+qQ+8Xbxs7WtcwiufVLPwDgG3FJDWQxmBv/zZbFi5Jm3tPTTa72BskcatdULzseP2cDI+eWQlK+VBjSrFzYSe3wjSF3kNeXMfDKGbfJUZsmct70uByrPRT9YtpMzg0NrBE29UvCEX/EBRnZ445KMmr4dg3z9ylj5DPFMtJ4pVeHnk9JJf7TcjrOSvkjOgOGn8jij/sK+z4wHMRM2pBhuZKB8INc9hfgKiol+ZMfMsA4eSjyyUtlf4czwRf/PlXBByyn9jPPC6JCp7sXEJA4PGfTytdxfHS706/9s5iGe93Sgftmwznmkw63dtK3jOXzFed3rFY8iuMXHkar4H6bmU/zUAHMnPi335ifT6q6Lxtd9yDgm34SDCt4UFX+LQzPyCtDC26lt0qC9PvzkcqJFmjRRKXtfIRyrtD4yKzOfw7fObHIr42wNjtGXVqcjtV99M/Mx+IjARmAhMBCYCE4GJwLcg8GtyY99SgauZyrgtjLhssEwdgomCeZQ03vtYS2qEAj0rwyR+IyQLPTKaNRGw0BS2WQFXxpolatz7NgRy+mQILjLACmkIDy6/FIXaaSHioCDi8sRacX9elCBjIJcOj54oOcbfpbq0hi2Lci03FTo+QAs4yPwrfOoJWt6g0lF5QxnPOthXeBcJTSFCC2IxeS8o1LWFbJWvmHGjbt1/bRetwqMIPsbreYqspcpAFfJrMedKTt2HwaIU4oydCIId/4E8OioIZ5LCpd3cI+he+VqXLxbmlKOg7Nh1DAc3+8ajwUkqhHyEv3jD3iv7NNvRTFlJwOXZ9Go5mVw5TZLvUei37w0P9CwpzgTXUv4T7ZlJRnHgm8EyXDVGLPXQc49oSNs5eeZS31W+4+5K7KOk129M7fdkfEfzrbge2wkXhe+ewDqbyLue9PKbEA9mqdsT2F3ObT6dCEwEJgITgYnA7xgBmJP3ftTv1z0/+08WEsWG/OKQJ75jJj08cu03GZ6q+dX7NQIzDT7l7+Up3+fvLxYZnk3cXuRVrE9ok9/i+gMYltpIeRTclAvDo96QQy5WjIepm/TVcsAbjBFeD+Jj/aAnxootn7xA1xkRGqJqrKhsq8LYMp6RWzpDlVoalStDiJs0fyrIU1d/3LosudVufv+RwR0FV9G3V86JfGHbjOMDZC55xthEmfiJ+kOfhsdZAWmRfbqOHyAuWeQjZabUG2VfVs5ifGuEein050yc7XcYQ6hcfapel/J96FkbLijj1kpj24yfJqozEWM7gzQqww3Zsdv1o32wyxznxiXtJQ3OVXFcWrEORbpjIvhF3mu6n+gjJ8W/fAsmysY1ZwK9kFCG1Yfx6xxIIf03oO/lis2EE4GJwERgIjARmAhMBJ5H4Aon/HxGv9kUC0Mse6cF5xA6ZFpVYmUyQuZbRQhCCYx/GMEl3YdrlnwpQQFDxVtKc7LBptC+FMHefW95vmfvFNQ1Iw6nDwTnC2KwyXmnF7JWpDLxKJBiXx0PgrJz3UDrHm8Cl2p239vyqvwMg2zeCQoVeELGK9m9ZCLpWmfbBKvgKNW0egej7T+gvBIZLU3Fruri+dl5kMSPQlcvWHCmnCz9Vq1vlofQmXOOl0X2vIFGPKiTBTE7yiHRA1dg4LJwW703sT6+Wr5ZRfi3zSiXiTSXBdvvmbCxXTRo0HL52WAbSLj9TJfOSEbgnjIeaGf7qXulZV8d20waFAxvhNHuta+R3qv2QdJR9vYX2jjtfyP96lXajHGj5fmPTMSIpYYEw5hgFTeXA0Ov3fO4cFPxjAV/DEDE17e0cvqd17eCdVYJjQful5OOfj/oI2PyZZ1SNI1t3nsmFvRYzZ7ATvIwOVF7MFP4A7Anm/ypHGv80h/0Tt85KWD9uz/4Lel4JkLohc7tzn3o/oNRpvc97YC3/y7m98Z5NvidIB/6gpbh4p/lDqlM2fWPavWYX7Jf07U8fOqilkC0LZkwo9Qax+/n+xQRM/JEYCIwEZgITAT+5ggU735Mxid/D/mVhU+Qxwnf1mzGcYGru+Z85HXhDVS6xYBSRusyn1ZeqassHr60DOQ39jz9seewiJUH4r1sVAy536qKAhNvETaaHb1bzbPMK0XYybyjDcJ/+pwjqyv5Yjx/pAD4p52yGsoMPRn1Ejzweeb1SrB9kH3dGilGmMilj9BypajwzzvkOPd5hj6zKr/AKwluPY5wpWfmX7OHbcnCJhDVQWTzlCve/nqWNQ5q1SsNaIcCeDTSut89JM8hd4mbsqirR/GH4ykG/gqpEuQB745s4KyFS5rL3z4lIAQTFIQ5m5eygOFT3wNbBPln51ZAzBNEsQq1q/5zXlLXjSShi+/IiH/pyyW17wWwUzaOUQJtzr7eB/JsqxWF0OM8hF7f7h+uXOx80blobZpPtPO6Zn4LxRNZkDmXrGyVvrSiz/Ee4oeM7vwNhrwi2pXq+Yh1zh+9zryVeNqXkGW/mK9yZTTn0wjKYbajc2kunR3P+FaiM4ezrMyV2N/9p7CLIv0Xv5d+193Ki3amk9YWXM5/4QRh20N5991gypvLv1DfTffMfyIwEZgITAQmAhOBicD3IfBpLvb7KH07Z5lBjih4FdhUgJQSsZbHVVCQwZaxbfbv7UKvZABbGatmy1cRLPMMI52AMkVrRb2AFa4uWVeOmG+donSjbPfhDQ7iY70LowhnCmixNte7ES/c0/Vx3yLA8pRmoCHClssZiUUH3xs82y4qxqFDZZl0RnhMhDf/0BYo5GL9jkAVlv9M4mtaeG3/0OtUQe1TQuDd8ruKTYfDdmAyBLG38LD89Efx96BdxPcuxmCh8lUB0L6xtR8/E2xHJzYYiyr0s+z5lU+SEyxHx8BCITnCvRNjnbbPN2jp/j8E/bJEJ/6jEzgjngr5nX0zyzDrVXC/7FpWTvrxanjU8/pqVTIjQLnQoIU7kzBZsj1t53j2WAfvKTv7b+O54HcwCuuOI13ro5/fO/dS8vYJaRp0jWTmeAjjfWjkzd1+dkh5/cp63cf+evr5ZiIwEZgITAQmAr9nBC795n+6Pv5m99R48wrXyjCuv/dOsLsHY3vX+lvtMX7/P8IDSINeZ/8BT8bBkp4Ph1H+NopLjdlQY4Tuh3O4ElF85IY8t8deHtWfpzQ2Ghv+A6y227+oZnmW316Vm0tlTWmTty4j31J5FM3FB56muXZfbVxvoTPyLAr5aFQ6v2tpfW6c08M8NZRUTkY2W/hUn78QaOM99KhQrX2o4Zm3KATDIj9Co2Uar/jMjfJi5Afpa5rAlPy6JqZ4LpBYmRsjBNs6Mo19U9m45Z9bGbb8kTTIF6xwVHK1lewxdyuDe+9GHhkbGlwqC6tIVwa6X+voYgFI79B95H3THELn0OfDm2evqo2KJlTnYFpt3s8v5Ad2qAX5pwJTudR2VR4+0Bi60l8q/ft0rnNwZgM6Gd+HfambTunW8Aao+VNj1vkKFdQH+jr2t5zTxW03FajQYz9F/o+BgtQtuICjdDpmlW+Pfiu+hbLLmS7jXSNxv5nKpius7H8xehmrC+RD4Hcf2sdxOeP5dCIwEZgITAQmAhOBicDvFwE4oj9QcPnRWE1SZ5j9TRhZuVqvFWbcmwqmMAz1ilH8OERwlzCfMslR/FKULH07HUbBKXOtVyLKOSIX49rC3Zv0lH7G/YsUVtkvC0bdpXi1MNYC9ovi3F2zinN/XAQ89sTZ/fwzJSsQfSgoQEce48+uhQUnNXyYF0tBto3CsHalei56HfiWGK9fOFEUz4GdCjEx0QpXRRpALHTYH9jhSAGCttHT0UkYhbJ3w9Xyh1Xtkn8LLwoukbAcvvSRxJMO6fV4hKYDvvtIPF/sG6QiuIRQFd1lfKAkd4hL5gkR9hKXd5Y/4kSGovxH5s5qGXKSQ3KWUNNbg7FXSymPyTurczE4aWWP1WJby15oZ6zoeVrj6iTRSR0W+vRmwWNEg4v9j3+JfLiDoIM37OVJtqM94KQjEyB4qGdZLnqGndP2Sn+h3646a5f9k3bUSjrCvDBbd5KJYRmlnNTh7PbQ/+INgiJcb+gNkz7lzMsoTrnrOtT4tcwsf71jDy48h51MzN5h3cdGWftq0LOS68FonLQZo4MxGiEbsuL5a/VtXEJWE1jyhqhc2089oG95Z2zCSXvVw0t/R980PvU4GLNcijufTQQmAhOBicBE4O8RgfEbuPCs47fxw1UtZWbxWYMDoAR/x0c4++329553yjMaT3aiM95ilUfn9cxZmWpRsj6QlzzHoLX4XhQFGt+i3IgMFkZNxuwFHE0zeJqwYOzfmT1FVbRm+x3pezxfoZJHc9/aZQltsQmzmBK8eyoU3y8Pqrcj/HNoNK9uoKeyG5FFjn/h++CtF9IeV8Y3f7zZgxWer1+satMrc9Ueva/QVVBZN5Vs2WcV2myFhrDP93IvL0Hq5tLPKoDhpZeu0m0+IOy63Mvz8N55AHj0HTRqXKuB7+ChD3HsWs3TLwDXawDXj3TH6lS7zf8DT66HI8HKpba540/3vQfGSSdJGsutcRP6snKSKzkxjxAAq5xlha8lLalCqgazbWzg3MahXzQlIXWkex6/LtDcrGOdM6Yh7dAfO16dq02Vq01hGr1rlZWKquy9zF21s/MQHwj5/kCUmfq9oK2VoWJoL1jitXyjLJEvL9+OWj2qVpGSvjVGycom+Ibg3MgPVx/AyHj/peL/T3RN5qkIhQfIGSdzB/+HepSC2mXlqz8Yq9pkO76pB6VxsvnYn/QhcYhTxz8wt+FWYi7XXqtdieWG8fuDLdCce2jP5N1wcvguuj5WwZnRRGAiMBGYCEwEJgITgRcR+GMpgANSWXjWUmFy2DL6MrEwpll6GeWfgoLeeSvhJEk/+ScMMOXL4OuNF451NAcTGSp0sqcn+/dUgJ5FGPgQIaFBAYQyVDRH4BhYrITOLBHrxE0mVxR4m6Z36LCwEah7rG6jPBMDaJC2hYYWHOTotYKvJX/jQdl5vHVWmcw/y+8yI+wMYTdCiwVAx5AsVADvtMY3DYrT98KV8tMRFZg6lPAUOtIXoC97RasEVthKA3bkJ86WTxvE0t5kY3IhwpPYXw/7KJ+xrqV8LaZbkLqeYv2m6hPsHYcKjPHa6Dp3u5vmAh322/Rh+4zW8gp0tsWFuGZxFuxPhBgisAyUS1mnb9XjR/7u9Vom7FnSr/bB1SPatjhMbCTC1T/SKs2kSZ+zLo/S35kSH8m/JrZchpn+oGI5hiwdp8897kzjxF9jNsq1XxmCqxdNS7eJz05C+iLPXM56ePiU9ff/z967bkmO29q6GUov28OXNfa/8/6P6OXu9vLeTsWZ3wRBUQpJIcWluqqbrIrUjQTBSVICCJAkbbQld5tFsnifcZN4O/SX6W6uG55Lld5E6Tc6Ah2BjkBHoCPwm0agfEfzO/7ysiI/8L1NWVPHNGCs5ZV8YNCyDoGckSE/1uX7nbcfPubsX8mhpgEWKe+sEE0Zx/ILe4Rq2WIvY6sSFr7TULGS+sQtJFyMXnJctcEweaLccJrXeyRluJST4SDnVHSgEYuV5Dsk92eCjfk2EjazWLPOIJwY3c1E5cBYKb1o0KzaaCJtvd6T79q4mRkyNLIxhn2Vsxo9obUWP9NtHcuSxTJijRjakDlXZeSt9HlfeaOje9Y0sn6243iO8SgMiiJfHrVGuqSyd7RhTY7GHK+uA/E6z2Y9OToRugdH/3RemwiY3auHdbLTXdFwPSPX56pgqiMK6vu0z608pGPi/GDccLoFu3mAzCvwC6oUnPeO6tr9Br64tw2kZ/5af4v+EP2DZFGmrE/dcThbr5muHv3uhB/4/JP6DjooeVGHYKrT7I84aOgc3HA8oDXbaXenPDWfl5yIL8YExOuHZtR6KXXX9dQXjazGRD60rRZYeisg+Hcb5M8U9yUs7RERjmxLxPZmLE+OYR/3jwi0Q8Z7hKWdJqJ+efa69ley6oeOQEegI9AR6Ah0BDoC3xECrTb+HbH1PlZCYEcQ1X6h7HtpgVSCoQ1ZUl4s4OJpjYcvCug7wiRsxhI5yt+GL+2lw8xfggVm+NEJioAVBQRrhOkmfcR+4q/m0jKDT4q2vR4NUCjyE1GMWzJssbdTKpU8fIYX54NCwU+KIbOzUWxYDthGWGZ2Kgufk1koDnhu43laldxynxiPB8AWtnheoyA0RsD09g7aai+F74tmG3o/6Y9/6BGKrCssop3+u5G/tU3qulWa8rrgxtLD8qhmMIL6OGeATUZF30obfKDclTZmrMGkzT/TcCz3vSey+oqNoWCRPLZxt85RyBjIgn8ZJKVYptFwK0XczzzgWU4Bdfan6tG0Shkoy2ogPUNAPJcHv/Jm6cDYx0pKLu+BunTVKoHZTd4fNn4q79Ezosvjnb46MoBn/n5W69HME+HNYA979AaGsyzuXNAe8M6WAViG7JHZ3MaVcmaYY0H7Hb3/EcbvsjeWB9l4H2aaM0f1TWZjY0gHyzqIkTxwhIfko81E9eh3rx4/GOA5ZvKUYVHVn/e2fpBeT9YR6Ah0BDoCHYHvGoGU104waTH2RHy+2TbCSR9hpqi+tPq13+91YhfvdavvsXUH9Iei3zh6ygPraY/fFR2vZITMI8MDhtatqX4zouRPOSSPSPZg783LwP66WS6er4RWplyT79rnKQsjn+Nsh66wNDqu0bjJllm1YFdUdth+OCB/ZdmQfTWTdfhZeiBEwTLls4MZuP0hM/9RKyShw6YR62D6WTT4In+1M+Q34TXQ3pCLLZMT+UG93PIlBlXhKIcEr+Akp8vUmdb7RIsFvBX+VJ+jV+di9qDYa+oQnTFpLQ2GcL8ZhCPyq1fRAUs59+JoXK3JJDQGTflTR3F7oN3qmXS5oRjOwdE69k2mWS7KQ8jruFr/G/VC94gZ1NK71B5xAmbVpgEsF2TSEO6xBRBX279+/qL40jnsSA7PZr5mmWnqjSdOrtZh0ZHZo5iykldZoUlnc3YZB8H5XsvHu69OfLmO87Vgfs7g5gSrfzyzGKcTVhzzjG8M6PTxWWaRVkwMWqkt9ib+SffQ971IeDz3nXr64hPKSx/X0fo+Op7OS4VHey/69PA/QvgfxnLGhPkv5SrpXoPiLJd6AZ6hCzOmoLaphuWxLrqEvhO0QWb/st5DG17Z/lq6/bwj0BHoCHQEOgIdgY7A94BAyl/fAy/fkIcU7BH/Q6lhBh/G19hjVkoXygzoLDWal3CZ+QaxWLZMHuJW2vTMecIPBhX2mmXGa1YVaV8RoFdookTasIuBGYOfri3oZ566ZV7Eh5VoCczP4pL0rTij9OLdygCOeKB6QmPUSRsKz8Ik9zttnz53rkyNgcpvQ/AKzllmYTGi+HqgAy/tF+BBoVfzRznJcmd9cMSXldnQtI+/iAdmrmfbeRQJ6l4/448Smvnt0VMc6oOZyFa2SUcg7ZH0jqyoyhfPcIy3DpmWelipC+KUtqOGo4voK8EDD88EBjc1OCelP/pgmxYwjgZ4VnvQP1XM/UTmnzpjcJByb5TzPqUSAwUdxVxt09i7IgvdQtttmPP8YbDHaF7qXWcPB8rjdoBzBPsRUy93QuXnTrxDj5Wf30/Zdg4l6pE6Ah2BjkBHoCPwQyOQs1ffW4ijMkr5Buv7jhjw+cns1WI0eCmD+a2XrMNsLs9mRZY8IH+Zj0zPzFUZgC3DvpDBKuPBE7KWjqcC5RLmohMGUMl4Z+TqzbxC/vM+rMierL5DPpbHNhPtPEDqRQeQkd8OtML1YVqS5ak/nFIlm3oWITK1Qx7L5akDph70JQzU4Wx5KrkjR7nYuiXk5sYYe57YSgrKF3qd69nN+GiZC+ZqZziAhox/NO0KK2u3XC846qq9SNYGS8/s9/Lu9KVoV2tJlUi3S72i87wtkE/5yWkixk9SL72XqcYhMP56pn4ZB7mX5KnnYKbA6nP0m5wAEHebv+AKdrxHCv5+WtI3Md9zKjz1DuIbE/u4r+OJEz+O1FfeKbyPDznivINj4SJ+B/q7eI4tksBY92m71vWF49M69zt47zQ7Ah2BjkBHoCPQEegIvA+BdSnuffl9R5Rj7i8CK56NFykzeItePHDAklMh8CJzvyPE+ISEei2JxLYjowxgF+11JOlUWVItCNviSf+YHznYE7gshdUo1uFh/wiHKBTKrZZPnta6GGUIHyQwGxcGQ2wFFze4RbIc1YBHsvh0OjH+rP7Lvq8un45SbkZ7w4qoeGEJ26G4UIdBi8xQ4vVYfI0erBEm8hC30U33nw9RoFBcpAyiMBQlATOhcjY2LA3HYMIHXqZStj1jvGL5DBdt/gyexXWlaAWGvXaEguokmkIxwH6iuMKz0Fg1oFcqOon6zyXuRjBUe2M/aM9Q8CyFHERo0y3OjQ/oo1yxDLPqgwq6M9BV279SEMiOWegot18fzCKV4gb0Ncwuyt28R/4MRuAxr8EdBgGXdQFQZowBNALlF44c9GxQ27telU4zqj9kUCcMwjjeEr488Iey0C7UR/SXvjv1r/XkXyq47aS0IQ3CMcgXeyDDmKgsy7FOxqUh79iHlyXPmNvMjPoor+mU90buz+XlzRRjUH++aA9u9r5mP2dmuXs/L+UVvW0j0+VtFT8UbWboy8PfgzxZgCjPlES9SWUGdzu5XP++qLOo29x7a0q3fhZtjjT/rRKxPBre3Yu+s5603+0IdAQ6Ah2BjsAPiADffOQOOSVqFRRvHRMi1awsR+WIKVF8r2cD+JIfbByZyXbKLD6+U1KfobUo8PlHpvdVK3vx8JkQ8kHO1mKP2A/Jb8iQn+zha8NDyh4r+VgehHXo/JdmrrICS5kVKskp6c5SFvlpdq+9WHsOZqIXqxshYyMjadZeqRDLny2Nel7wdwKVQ3IhOqBXiSE98YxtTXDgJGhStpBNcbjVyjfI/n7EjEJRtkx/gJy4iBmMxA0DNQ6pFtzdBrMhRl2tUwyebp5ZH9HKODLUIIXzH20YJN3cCtZV/608z+lF/QZ1713KrFrpKSEnq7w3Gd+7ge6l1bKQmWVIohrhKelw3XaHM/3O6VTP1qNoi58QBzuVCb3A8qxkWt3eWp3Iq5phzLcuEfph8FboQGsWltezh4sL2oZoopPCg3Aci3O6JW3ulcBMS0KqoXGtGtQqUReNedD+0C3opqHbO7bxZAWkilutV5M78EftEAM6+qiNv+gzekcqI1ZcMpbCNEtdzwyS4rhdaXW48v6w/lfKlTy19XuAodUoQYM6oe2IxyGM/l8qb8xITw4jOSvEhZN8LqtMj4M7czjLI/mc3Xz6Qm8tvYvYQ9fjZQOAlfdFoR29E8M+Ti7iX+9k3qn1faKyuVRgfLpeSyZ7h/JOsM6rfEePzYArbVb8ljxjbIuV5nSfey0vNG1FTQzdLPby7M86Ah2BjkBHoCPQEegI/GAIIIH+TgNSPd6UGLkwlHDODzgk7KLISuEesM6+OYyj1CF+GEz8kxRahFmyHmSU8SxLeGqF1ZfyJaURz0gwqIaTtuxFIdHSWbFXKvi8KhTaVg+U/4CHK96ZjUZZs1JcY4PgzuxbjPYvEtNDA1dO4JDGT3hL/oIJ770DD9ISYrku7YHr9lKZfOxkmb/zmOfdtgvOvayRMAivXDyIweUZPFDlKT9tkbZwL9BGrP4LDuWPR7i4ibqL+/sUSh27XeMAgBH7YN4MlmSgyKqDC0sQY5g/2U88OKBBnXHAcKnyu+2ttb/McO3IewOFl1kQZ/qH8nGZafdHMFvLu9yj3MzCdT0IH/eV5tksqYdgdIc+R3unvhftbRb/wAVFoR6Ylc6AZTFAb6Ys/ejpfDMD2r7bhRtE3u3HjkBHoCPQEegI/AYR4Jtns+I3KNsZ+QRZQoYYzw589exfaLc/yW7XWNLzkPyLnGTZCCOADOfIbJJWXiaHVDlKPKJLWLc6K08iR1O3GLTYH1RGaslUwacODwf4kO4g+d46p/NAXiW/B4OLhtENY38G8DwbSp2CF0ZWyaQ4Aju0suxZsiX+RYY2jP1TWQvto/Q8RoCczGpF8Ha2Tncyok26rpm1SD3TduDvaB6Ky0pKzL70DGDwf6JOb1iFD+kUXuVHRvSyX+1R7tAvYrUz9CvaNeV9pI3cMBY3rEuo/EVvtUM/YziMnxwK6PPwSIng63jJDpFfi2SDP3o7utIOFjyybpg8gd0r63aNubznzHURkwMuxfibT30U9jgGMDMeh5JwXEj+8jhL8caLcAZnnMrvS3Bz21D/gLd2dvc3w/CNxe2kOwIdgY5AR6Aj0BHoCJxAoNXWTiT70aOiVClYKEQgxGiDUgIcCNgI1wjlqQhIoXqbMhC8xOxHvEH5h8KCAihO8FCXcgAnsIOQzcy5UAwd5YV/5Plq4ViemjbmKRsLyPIyLbrJYK9K+ENN+h/x+qoADlIwpICxx00UWIMyKOsUvg6o5DlCPvuWyiNWmKRHPU/bMG672LfR6nnui+pZFa6a2D/GbaLEgp1UaQbjpHYjA/7ovVsZHHg8zPPHmznaYShdS7rUS7SPC7Nm5c0fOJ3ggT5AUKEYzBisLP1TN9QOx79LP6dPlDjEuwlRbyhatN4P7UcsIqoT/OLVTm2MvN9K7HErr/XBszcZwIjBrvDIvslUz9eUeupBg3neR5jZDQdxoI0bB8V3+wdH6MO3G98KA2u3ZFDF61z7TY3UhZ0I1uLlPVqR6LvwKrPyHr60hy95P6iYhoe29rwaNUDlATQMu00odK+e4vKlnOSR78Es+hHLd1HuwleT7P4paVQEL/OoPFV/sZIB7QMcow15NgcRa0iMwUFxPKu/PnzoJPxBaIPMUAkS6dH9EMGeqCPQEegIdAQ6At8tAuVDd5C/nOGacv3dZJaPpCvNQnzTZ7cWF8zQvGJcvfzFIg35Zd6LqOcvzRPJmAUneUfyS9UDDstPyC1a9UX7/y6WnNnhh3KHvLMeqcUFmeYnlf0XlbvcRxjZFSuTdpFxVRYvtSunPu9pisxPqOWPy2N/kbPQdYusK71lGDUzky1kzFPL+zGKEYuZixgumadLSDpZloh17y+zXK0DXTVDTytiYaSO9rKgd7h+pxzDMTX6iWVETnfrQc/RhxwUGf3IBkL0E9ob/CGrB80S0ThmqZPrfLZ/1KxF6VHUdeh9ir1azpYqOZVrtwdmdEv3YAa1ZXmeJTcld+Kt0i3PVw9Jg/qVM4L6DLNsqZuWG5LO+jd6WmKodnf50Kxu4YZmG3xxnFeC2+Fp/shZwcZf6MX4CTOUBzmtj6VduqZU/spj5qN7zLC9aBzoypiBjZym6D8Nyr5+iT4hIqxihvMJ70ivfjZluTgTT8KR2dMgHjOUF1HeeikENA6VK0NFi4enyDT6Bfq+xqdoX3QwvVdqBLdB3c9AHELiH1cv+eutEL60DZHGAa52pEiy1DFjS//SM/o1M5LnbY+YL6nbzLIfOwIdgY5AR6Aj0BHoCHxnCGDd+Z0HBFEpxJqBx3K/sV+M7lkwRXGQ4GvdB6VZ96UwvydAF+9TJGqUFwRUfrrWf3jz0kbs8WkJFcOO0iBIv0yIVn4SjK/MYizGM8y83ltWd5wPMxttfJMy90nzOWhkI/3dAAaI5BjPMOCwFHUuiUviNESzvBzxqJg/cVfHwIMafDowAxlMPYsTfFVOWDNpeboqX5QcqiENtAw+fVxQLmgnT/Iwy18GYJcTBnaC64VZFsLBAzww54a7k6h9pHIWpcjHQfUsY2oq0jVmKm55o+YB8srPdUa+tF3q5UAwDfFrQDXww368Ut48m3YLSvNaaHPOIIzohMInhfrCQIOWAq78HeDDZWMpZA3syHs4+sEd3JdkbcBE8c2Z0HsYUDjKTRvLdq/BJaWd7oPlFgh6dBMwgrMntN5nHz/pyCyFm0j1RhjJabssm02/p0/zy0Rn2pCydlmYlQ8t2i7lL+8IP9PlWtDScB+sLnC0zazR8D2wh+dzfG+S6w86Ah2BjkBHoCPw3SIgtyrk5YUhao/dw4ZfiFgu0nfcekfKBXvU4xkxR+9vgzMfDmF8k/fkofs0HcP8cBa0nA/b57D0bcqCB0lZZpTsfPV2LoWmxbKD8kPlZSVDMfYfjHHoBV5hRfwegi8xEg/Sta4yXtnB0voI8s09Ipl+hScbBTH+IpPp59miRT7zM9LspV+jyT1m1v5RKeHvmSDwJX97Gw/JhLEyVkMvjejNrfunlIf6RK5FnwRB7p0ppzDP9m/s9tPuP1XWbbBcLL4kf3/iQInsTAc9o7u4fP9Re9P+q3aipY3wS04OtueWr9l50KEPe8a8+UTzvqU7f7egBypQRrW10O3VT92EkzeOt3Sc7swfaKLvuH55H2JcFZYY6ZtgVBSHUA3BKol1eI8FwbOJlSMxlyF5X96/d13KmfqreBzkvG3Dv4zObGclhhsixOceP95v6PfkXfI3jrp8U/Anhfz0P1Y7A8+GP9qo+Qn+LsxAr9gl7oXXN/HYko26F6Zqn3Pjr9jU+857xEs3Dj01+Wsp9POOQEegI9AR6Ah0BDoCv20E0Ih+v6EIr7HsjxR1hGwEcCnaCOSDlzHFE1mCtxV4L/6reDKKFsH7ZcsPUwt4dyJbazBj9DJLoayymygKEkvsWpRWnAvKAD8bbXT6YGiXsLqwDLU0ooswuGLIZDanByCUnz1iJewLMyvQGIE9+xWOHhfw5/mLpICFj1jCijJOS5OlYsm+Tl82tOHdqz2ipHSE13OkB4rP9JLn4mBwnQpblEJmQ4ZRWUZQ58V91UvqPsIhSs2sZRke1WZQOPEc9kzt0j4OZu1obf424jIjFm9kjIM2uiuala2kWpRJbsvwyrK7nnXrtoFBHGaPM+J90z4pN+lQNDGE4pGu/eW4VfOm5CVv7tnCmG2D+ChWGrgK7VHnR4Iy+NKwjECgTq+elfpXneu+7t3OBJ7KDnXSMfgXe0azz5eMjxfNvIBvBWMbp+Vvpo9ajIFAjLB4qf9L/Y8ljJnREPnPkt67UKYYQD2oiDPDZkBpdvUqrsrNrAflPdjwTn1SbuWfhdikw4NSHt5pOr+wzxmzwu2QkAN8EwHvEa0+woBDGIHJW+3X7Vh5DkU5Pth8cq9e4yy6vKvwamdQhWeD36sF6+QVTimb2k+k13Ndnhv4msoUZ+LbS3+pLtV/2NO9LiG4jNqvOwIdgY5AR6Aj8IMh0IoEYYTRt5xPf/leL+UdZNqUXUm7fH5b/JSPQkYJ2S+/37ex2zvJG86zlxE5BgMr8qBkHDJ+9hvvgirHIo/W7XNsfGg5WT+f+EP2QHo3Q6YXJVTZq6y7RiOxWT4rqVNmsvFXsqRkIMs/loO20k60Jv6QxTG54XQrw4t43a+B/afQikYig7x4GiVr2iCCUZXy2rh6j0bymeXQUbxdmEVtPnUNnCdDtEfSah6mnbGFm/Rh/Af8rNR5YlPl3V1ElNiyJmULHQ2HVoy/XonGZSbO/RCGQhVMab48MxkH4Gn4ZOIraEV57tEl72wsnFPPLEVe7qeREDKp/3Hu0PKNrA7o1KPajMtFpKTNeVOvBUvungleNUgvkVgVKsouVJVN5D1/v8Af90ubU1lGZl/aGZT7CvDp51y8gj/oYvwTHl9hWMWJF/by/VcRKRiYZ0W4eIznZ+NXHd5VD9ZLFDfescFjrGLU4g//RwJpqCvRIU9m3Zc+w1ZOhNl4ktqXx0cMF5MD0E1x6NU4RMXrET6c1e4fV2mNgYPR58ensGRfXb9D4Mntn/xVHtoqbc8zlHlnBV/04Rpc3/Xq5SfmGZ4Yv9PFoLxZBSr2gKYuGb/5tzCE18j+WD99OaudYEegI9AR6Ah0BDoCHYFfDYH3SI+/WnEeyRgIEL5ZghWFGI/tFFpRbyRQ2ttVBo3FskCP5HYvDcYKliKyUUYCMyoHSgoKiGcj20gjnjxb7rXVFyqIygwPViTlie0jg0DmpByRn5W3jDxDWWrpXrmOPE9jMIZDMAhvVwyRpT5QiFT+HPCCi/8o/xEliqWpbbQCkydxYbAAI7Q9ljUz0kprWwIUHvFkhUZ1pPqJWcEoxU/mTTZWTqkNPOGZDUv5qYONUBVpPJ4ZQMBo/kSwJoW3bME+6c9IZntoblopxAAnJREjphXE5vm9U8rNkoHKNzx1KT/5EJa4Zv7zI4biUW3kyjJq9Ns23NP2jDv9D2WbmbicZ/4toa3z5AXvc7z4/6IBLNrEnZDlJl/eP8zKyHyjU94hwOOSt+sKrMifdsCAw3aAPP0uyixjLYbaGU5Zpm0a0xPeG2AGN5/+xawLMtGvKN1TfM7iZn3nUQ7KkL955ANX+e4G9yz7su0cINOjdAQ6Ah2BjkBH4LtGQN82GYeQeUJuPMYsIp7FvEPRW9niUAJHsqyOI94gWcTyG7yW33EyOzH5rkuwwFGRVXMsIyNoHA2S0ySfMcMWRztK6XAcGEUv2Eypk4j4QmbHIKdDNZaUx4cOlAUHNhyS/2we57LZFpGWp/Z8iv8lg9eI0cv6nY52Gt3RMaak5Qy6xMdh+I+qXVYLOiDrltTbB9GTkcYyMHqP6iLb6qlqqRnAJyZ+LQmLbiSHhJBFg/cabe+kGl+/ZPyNGbZBZLu8yfMe2XiW7VWNxHtlq7+4r2S9bVHI5/Qn5Hz6AXoDjr/0CwJxFKwTxOmzf9GxceZAB7/uOKdaD3D7Fw/Kf7TRsvRR61mFk4fl/K2SaJzE7xyNB4hPDIDLgL4e/AVv9NMYbyljPy1eLa8toYf5pk6oMwypoafjwM5ve3iJtsp4A/o4fbbUK/w8zAeJ74dYOpsVHPT+Qae80enhBfx4h8CjlqlGf1zy1fJ8P9tzMZK26so6v8fr1EZZVaqMHZm/MrZno79zwPGYtnAuux67I9AR6Ah0BDoCHYGOwI+MwK10/COX5hneLbRKgB0wuLFHTSzxa4HXxiwMWjIopLD5TF47acMzmb1Q4QGPT6lakqepqEEC7iAlm+XAwnMUBeKF0qvox8xA8ouZkN6bGE9KzUQN4xAGTxQn8kZZRQl+HQ+uBuvEKBHwII9Ne5EaAeUVOPhEfz7BQnuueg8vPNGZCbui9GX8e0dyYSbsVXl6KS0t33ZBcVA9EKgD0IkfOHBfbUUDSRcZoVGSQsF8TLGo+X8pfy3nNX78UwoK3vAFf+evLFeDjOMsEc5gDEsxpyK2Gnf95sCMjS/VLfv3fKHYaVCBgQWU+VneicGcDr6/3s/Isz+3B0jmqfJK7Y9qlyI5qMwXLeOcuGeM3f6XfZN24DbxNyWDzzZEfQXdqNP6VOnZy4g2zwx7+sBN/jXyxgkFUJ+4evat2mVilrxtJPNtKavswe02L6U6ELarxV6q6Znz0DuM9uh+WWbeqD9sKbp+p+ghLhd+5xU+/c5xP5zInz9Du87BX4gt8G4Jeq/uMECnI0j7+Ni56FvhJy+hZwP4695Nx3josToCHYGOQEegI/BuBPi28UtZ7A3fuhnJg0YzyxCSW+Sk+qmtPKwnIAcUWQj5OH9PIyS5dBgkJ37+LBTg70AoMs4nMhKOtDbESFbynpXwFm5/O9JKk0lin7e4VoAGMrNWjmImGvWEbH0rjxJ5JSg98pjjS5a2PFsd2lbiH7wVNJFxJdtidDo163eRCbKusZLOIwzHaihdxLu5RLeO3/JR1CG6r3i0M+KyFtbwLpgviRV503uC2uDGtizorI8ENVrJluiCAw4H5p/OMesgpwmnXB7SsdoHGLqfLMu5JN2U2fG1ClbZX1cteB45dZDZ3Xv0M/KUT+gU4tHbu6i+S3/JmPMjPOjnvobREsM0/YCSEia6cb38e5S/lXTowF8y9tuyp36UWZaovoYv8waf8KUVkGSkpt218UsTX2by4DXvJ3RKjiqfjam8E2hDMLloS+LP/ChN6KSh2ymiopP+HoaO+fgfCs+7UfujX0fp0sVgXevO/KFrqkzCzivGLdve47kfS+k6jKiMv7D6Uzify/iPwVoI8h5h9vkXq2uJV56wNz3F66Ej0BHoCHQEOgIdgY7A7w2BN0uQPxqcKAUSsr3cMwa4MqDA4IUHCmJ5odkyPS8vYsMD3p4I1FUpJDOMNSgN6d36aikWJQQeUNqKJ7aFet23sJ1KCAoIRmAM0vlMly8N4VnK/MSrrao015UmK+UeD3T2oIqwEuchvsIIPHpPYspNWNIWVq4jYSCDEwMMNs4TtVFOuDwTZINWkEEM5QoF1TeWed9S9PLL1Att9oCGM8rwxs9BCiWnNuKCOflKcccYXsNdpRMDMIN+2sPXey+dbZ+0PwXyZckwYRjLX5f78XT/LwZNlkBm4Mx9ZSrffkKeKi5tXzNKYjnt+ylmMTwIpnpSHXjGgZT8yR/hXhngU4r0QLmp97NBWNPm+NmoSzsofSLvc7wJ1BE/nqnNsxR8mRUc928SHLoRbZEBLRxn9pK4h4uDJW+6XuV3jxY09N52PcR78rbP7qXvzzoCHYGOQEegI/ADIJCGAMtl9+XD8yVafpOPUtAHH9nHS5wyEJ/hhTxi4LFc84tkB5w0kZl2BY1kIo7ib9DMNq/WUvF7DX8x44wZmUV2tkx+gjZlM37aikhGdGbZPm/0wc0PKQtjHLyB11n5XEmWAT5bfeO0zJYEWT0mMYM3sHu0/SVNlc/1rBnAnonO/RP14PaEToMeItzsDAx+z/IFH+LNWMmIppm1Q13BimcngsYsRjkLf+kXdXoi7ZGo5pF2Ih7Rb61T3OtngXFsMYMu9Yg+c4S5Nk5py55JHca/9unsvOix8Gf9nhUEHm63M8rbF+jjLFOf4zqKCZ7W0dRG9WCRlv7AGAgrYmW/KGVcxHzLpd9BGEr1/qHemfE9C/QJxijgjTpuxglm8d59QV9Ue1O9x7ZtTARo+rjHstCpxee76/jdRe30OwIdgY5AR6Aj0BHoCDyJAFLn7zrgCUiwaOsljXRRhNqLNiAKL0Key4ihwQxmYloxHYoC6GvdellQniw/bEOQvMa/4E8GTvHm/XERyhWwh4YiuxTKuX883Ar1KqvLJOFegjNzjkcrAFL+lPf4md6rYMNMRy21hEe0BOswWh7Pm5hr+SeFUHzURCvGyrvI+uROYEADA/QFg489klmiSopI6kkPwANPsQ8xZKScC4eLlX/N8OVZydutBoVCSiRGU5bdvWi2OMtLMXObQSkvGy7cDthiXZ40xtIUUVa8H5HbaFFoyG8luD1IqR2ct5ZrshFWyplnRFKnK4maWznrMuoD5wfyVrmMn/ZRonIphwkVXkifirRvMUAQ6NiIrDrxMmGKdi//YIU84yycL6SwaR9qlp9yExA/e+0lecGF2zPZ2RPZxsfkl9cd7XcdDHhkf+kLe/Gy+Zjqk1ks0N1a/n1ZLuqBGcwskkYLYCYw7Zg2FBhDd6rDml550OYGv3P+rX3QtNQcDgU2ohdQlPJYUN4ustJ7OTQG6HBmoOR6AI++oFy0X+jDLQNbmoF8/bt4VZw/MNMBA7KeE38WnIHuTGWZHuO5rudffy/LcDEwxeCjKUW00m7oOdRJtj8PYPkZ9FVXrSIfKXf+kob3NEfeC2q37AfM4I5pQk/5lbx3CPVHHYGOQEegI9AR+G4RSNkA3WTwdw9W+fbpW15EhpQvQl+IouS9uNr+axmMT3/RB/im7gfy1ifW+ovOtRTnFcOGP/wYPsRZCngpNxQ+9+nOn3qGnr7hlijG/3x8adUmZo5ekQ+9xO8e0ZCzYuUiZrX9VTIWcmHIMV+LIt7VaRbyOMVD+kEn+MAghwwt2QtekQgDi1ZmCszaElI/rPtylcES2Re9y56ZIo5ugaSWIWb05lUep/KHvF4kItGhLgfJol/obJYJJSdN5JLA7jHbVrQpZnnDp/iFM9axrfLbRCbyaMsdz7wfp04DBfDB8RNjoWZ2k8g6XZbnFqustymn5sx1g/zOqkgYBFVWSEDXDoJN3LVT1Z2xp/2rIVzlGM7qPMBvTmw8hLeTAJIixw90TvsbZUAfVFb0D8jVbkKbISQEvnAhFE+42zn330ryi3j6v6oL0ret4hZzSGSM9afORH/gRzGUd+hdrCgk516WgaZ96wpNdxmyPaF7Rb9Ufcr4Rkzj1iSwY/cKjWP8NYTKqZfCF9/W0823HlR5P7i1fq5ijSrCoDr+0Cpf3nJIpfH4juJn/hO/7r3OBR0qy3jLwd4d0OYXOgrGX+r9ov4DzRhbIkf1UbW30cqk9DawU391Wt0LDVuXhFq2uHztX/oMEw1U3+YF/Z8c4E9Z8yJQ+4hVwuBPNwG1okfcEl7Jp/t10HX75FT0PRal9z/jZMzyNR+8f1W/H+PPYpUKj3T597F6zNT92BHoCHQEOgIdgY5AR+DHQ2AhDv14BXgpx1VIRelhwKIoo8WIFnv04A2JUQQh/g3BPCC8ophIcWI2cuZfs5Mg7oEVKVgevLBUXp++7ATpmLyHUMgt4NtTlRxK08HzG2MjXrcrityzvGDMvcoImAraGj2MrSgmsdSX+KoYrsXev4chajJGUWKVX4p1Dkqg/Ewh88o7tAk8pBlwYFCJ58/WjeoA/N0G2rwzz+WRPKkTPHYZfNP1Trgpr8uPEkfdS3kq5Xd7nJV9jygKMp7N8EC7OBnMM+WWZ7uUX7yMK+53yhM50X/1n0Ee6sJ9BRyO1EXGof+h3IqPk4GBSONnNbTsyXyI76wv3j0aaMJb/FC6wqDLSzlpJ+JdbY8BxFiGOctV4t4cqG8GG2T8lvEZQ6z3wXa88xiQjAGgaQYQfJU+YZrtn6RPvdHfmnaej9roe+dgUANlVr7G8F75a6J+0hHoCHQEOgIdge8cgcX37YyscKpkfITzdyRhw1flKWSSI6mPxsH89CVnPfazjRWCkC8UGgNB3Lj9G9IAspqFjwEAAEAASURBVEFJg8xxIN0tpeWdlF10RH7DmGmZpsiwp/JI+VXcWqZ8FkPkUu39KyNmzFDm+pkg7OTwGvv/It8pWF4r53HnxF9mY2JIKny5bpDnoPcgTcv+0kHSkfG0PB/5wtdVS8gGb9F6dPF4qP1CJMQjMxenGcpnyApwxgjeMoOVyqSs/Iqebxzhj7ao57TnnTaNfhl1mjqcGwgEXh+EKfpOjM+U9rKpf4Mb+p3qteg7Zmgz/ivYhaeYLR9LkWP8LTpR2x4yKxsvo92ZzzdCl1lOR3RH/RN/OHfgV3DrfB391fgxVuW+VXCfCL3+DKzyV94NFznLeHa6lyenbRI48j5hdjfvYoU1nONJ/9sR6Ah0BDoCHYGOQEfgd4FAar+/i8IeKmQREL0PqURKezl7Fh6KKEoQRxQiKakWeg9RPRZpIZyy/8soxe7iJY0kjFcFACGbwQH2M+K8DDRY4D2W1ZFYnkUpJWlgL1ZmRLKsrjBI8RoaKFthaEO2Zs9WGa7MUxuLmA8E4QEGH8yGVHkHYT86P9EqOnjdr8eez2rOKKgp7D+SpRTWGqTYhserBpi+GDTB81mzGsSVlSGe1+iUV89xDtD9EQOavKRjH9lK8dwJ5Ue5vv6ko+pb+/DEcsjKwm3ylpxqSzf5sR8xS1KnYpZxeXagbshXwTOfNUARe0HjZUu7K+V3jPkf9xd5iLvNYnzU4NyNUW+eZPPKezJ5yTXtw6zlnFV4Zc3g0Hb+M2JqE4Nms34ZA5YIpLJqhc2i5kXsgV3oeyYLhlScAiLGrRKcKTmCbQTjwPvCA2TaC1hcxFJZW9hzX41auJOVPb6/1IZo/0zn1R7Th+pNsTIwA5Y2EG2BgQTaI6Hhob5zuEdfF07DT2JX7xvPZidF6WwkPRRES4Vg8OA6ygngkyXB9W7AkYP0pW21pGLGPM9orzgPkK/KTL9+OMA36R8pw8OZ9oQdgY5AR6Aj0BF4MwJnv8uPsKNvOd9rf7Mng+Ek927QtLwahje+viEPERc540WBGayS9WPfWAwrolvlma08EExSnivyAWkKlMz8M6936azTJz0yG/LbaN1F8ptnUK/HX7+rmbqeSSvDIPKT9J5YySdlmfVU9+8yq/Z/JU4yY1rYKcHdetwjKkfTTxkuR2aFovuA4RHcZNhClyN432Abt5WUI6tvecY0upzk55AYHff0H+chOtKfwxlReZ6RJwuPbrPIxdZF4BFOsu89057REzFcST+4/k3nrPgjus43+xp1vhKMM4wonmeHpqP4s21kmZfoofx4rAFnUvVp2maG1fqGh8SF/glvrCYGv/ya9EnnmSPvJvHBHrCs+MM4RazYxrjIbZjavHQN+oLq1XOZPdu85f027dN3NEM1VrRinID2rfwSjsQy9SO92y6syIQzcEJnJ9rEFm7a86e5mxOgrzArnfqnWaYSnLGoU4/NaIZy5Y9+nW03I77x6HqPPu5JCOLz04M26O20OVZh0Oxf48TYBWDHKAlcvRG9Nxa6k+4IdAQ6Ah2BjkBHoCPwOAJIuz3cIIBSJaHbPwwSBIRMDMAYdXSORJyCup+/+g8SNYI0yglGVZ1LAEd+DUU7hN5RxhJi6q7/vvZPUYZQMO1hjDclShVic/zCKIqxUYqXlZO2SbXnevxoGFR+/WI2qvK3wrcgZgWEpZRYAkjivgYTpkGnRdydyzD2LbEkT8rNj7ahste6p4xtOaXm2uu8KHe0k4cDdMlLgyLGn3YwYR/nhXgqj74kTymYXkJY7WTGb4l/90A+4EDZ6QOUnXsEeCq/uLHyF2VLPLhNoBQq3E0T0epfBoRoe+6H5L/EusZcP0E5ZC9it82C5XrMlbtRvlgWWXnP8F2JfnOLjsqQB8uka0lujKGwUNvNTQLdAF8wZxCRwQmMtlnuEr8MlpWr+wcNJpG/24PxI4+NYN7Uzy4/Rf5ux1vtFzo7tEoWDGpd1Q5GDSCNDCjsld/tQ+WtZeQ9+2RwVwZ4hWnkJ677345AR6Aj0BHoCPwoCNTvZ/ku8432d33rO/2KgvER9Yf0LrHUTzBsIXOwpK23ozDf9+WFuxkQwYIU/CAfoqfpSPD98q2POyt/SznE11XxJ1PAStTTtzA6hAHYM/bseFh4O0yLekTHDEPWaMMqRmmWMhV+y989ujbeYfBGd4QGOgTyPL9jdXqThXlg6Wjanoy/NtSek9Vm0qMNntwJQ6Hrk3umDx5n2g31z4+yMYdRzoQYBoXj2ZoIOpBBJqWdwV/DS3uuaKdClUXFazVaqt6NxQFKtPnSFtiqaXKyVbnN1wzhG4L7T4me/QgnaOpA9etVvvL+DcnbGzlugP5u/ZkaOPaeus/fMjuVW9hhTB9U36F3kt2E05SCMtA21FdVr6HjNfU6RXztmd43fh8KS+tFapMRFv1Q5VBvFYvCTQbqmK2f/B3D72HGS5tyet6n7odNnfue2oLjoaOW2bVucw/n+kBCeOIHlhjV5TzB1k/ZrwSfnec9dkb/SPweyKon6Qh0BDoCHYGOQEegI/AbQuCc1vYbKvh+USRkS2HxBEAGCuwZijELgxKSJac+MxmU6/2Zgfu5rT+VeiK6+Ah/aJkzPHAx5FyKEoHAO2q0ZRhREvSzoLtO6fG7DGhQWJQRCdH2uBcG7LMiJBhw8UxUdBIrrlJgGWTQ4ELI4Y8L3SnHM5wiJpSbjKAs1cQAiwYGUOgvvh+lQ7Gy0mR+ize6HiWdiHX/71SPKndY2kWXvWdpDxjA2a+JJhDKG2pkBHBSflKWvW+0ePR+Z4r7SKj4qVxiRMq38tcAifNlNqjKrtz0KxgnG6W+WLbJS7PRdsCt1tExbpw/WUipQkFm7yucDQbV/Vj3jaW8a/SEl257NrSMf9MsZPA7FiJ/UWEZPc+CV/vnUoNNRwz7GedC39WMZEJbFavtwtgFfyOzEC7/8Jji9UvpMWaDeVSz6zlirv0ts0jUZmiVHgi1MVzKfFFEV/MvxN2Oae/2XtYedeIr9u7FGHwusAT3RTPHvQybB2J4n5RCLEjB2sgft3PyV7+jj6kNxkBptjUNqri/Lwg0l4E/HuwE9nDWoMznT6ZPeerM/ZIGlJyXOlfMdlFZjVmJcPLgrgue1L37kN7XbpS6p+M6/icz6dE7Ah2BjkBHoCPwLRCog9h8LfmGtz9d+nn5Rr+CH3+8oYccoGPmvyo/SEaJj73kQ+kBX8iJGI343iqt0iATsIYPFOH8XCAVQfmo+HaMs6MaulGu1MPzjMf5ShAv1hW0usmHjUXiteCITGBk+XMyhDyBnIaxULLTKJlZsmtsB1KAOUQT+UdyMjqOZKY/aJYgzoOW2UTG8tmMzj6SgbZK6LKBDeVHfkOzQq86GdwGkOskD2No+yr4+f5Eze2lIQ2XWTPW3fws7+ooWflL+9jGHrvQEcPwWc22mdoJ9Wet3NxD9yMu7VH8SV/h7sXL/eqeVxDSjTvyq2I4hEEfA5LqlD6gxuf2l22knQ2biY4c3VmoVzlJIBuLnzDwr5ULgrfl94xMrTJ19SpL6N02aSqu6gcmFdqVopICWd+XfwPD0O/QadGj6Hv8kpIyKPk4M/+RpuCySQcc/kdlkjMpupTSmGLiVhK0pU2qx/grBKhrfryTNEaC7u325fvofcscpHtIn2NkBYM+e1BPe/rqzJnfol1y8+E+dm3s6fxKJ0R/xiHXK4lRX6oMY0jp4Zc2Lx7VH3D6Dt1Zt+o7l+fvDuCJvotzh9ooGJK/+1XmrTgYf+1IosM35M/NS8hZxxR/bLn1RX9WHwVBjOvxvtN7VNtn0S8uTjTVb5aiHzsCHYGOQEegI9AR6Aj83hBopePfW9n3y2uBF2VeQmT+qjIqoZ3ZwHjuvjtYcA2jKgMDoxQDQhq48BD/kAJ5xdNZxkkL6zOlh9jPBhRyBYzA/qGs6CeFgAEJD0rYACulwctV06x4HryS9LkQzdQzoe2JzQBG0m6bMIYqKVgsVyWlAM90ZgOHwvAIB5Qb+jq63HgyY8Qs5Z+RbO55cIH8WdILleSZwIADSjeKH2XOH5o0eS6CFd9y33URfKiBlLCSJh/dHLP8yhPcUfayTqvC15Q708MDAy0AjyJpD/cyiJVxjhyhYwWTfZoC+5gRe6YMqj/ag/rHurF6ixEBhhJuIyzvADA4mi9tJtoN/ZQ2eWVgIgfytrL0ffjVAIUHBciXPXmp86N5L4i7nrTXlJdFu1cH5E2d876hvlHwN4I96+8PRrgJeDYQA64MKoDLViBvfiqrsX6wzDPy6v/uj7Ob/aIj0BHoCHQEOgI/IAJ8I/lW8y3N7ynfyld8L1s4ynf4xLfY+oi+95dBzqpe9UTyuNi10+Bh+anlYe0c0yUD+8iEkkl1djggCzBjdUAelFxm57DDqe9GDOMYPOWKRSd4M/VSp+LxD+JxlAPfFedfG4Kzrlu56069k71+YafjgrT8ROsZuQgMke2LyUUnuk7+fLX7x3Ih7aG0rdFGTOqT8tC+Cci9CqfajdJjtLLxSg6ronX91L7HrKaDHA2Ph8sNL8KKPXZPyf/m+sCfmLk4WG/HMA8ebd1ukQBneFN5KJcdwHW5ij/x+M1D4D+/d3tFe4kliz22YN3gltZtOu4U/qy7qEzG/Wz7WKd8c1dsDjjH20FeS2pn8/G7Mctf+HYZ9P6w/oIuv+DtVFu74WT/htrd9cKYkXQhjQt4DKfNrxqCVa96r4UOBt85hkB9vDkYHxz70dXAsjh4kC116DaK80i+f2mv35A/+KiYqaLB1H1d/LreMamDWYxV2dCPE1L2jZoWQj10BDoCHYGOQEegI9AR+P0hgMWwhz0EUGDkRcgMzDB+yRiHkdEKB/D9Q8Jyo7QhYKawuUf3yDPTkdBvoRUlVKzI/dRerhJ8rdKksiuuwmNUfFrBP5LBmTjKTVgwszT2Qo60lyyvDZ1SboyFFHlmiaKgWtmuGtmZDB03vG1VZhleB9GOGbcoHBi1UE4iMEMR9ciGNgn8Iy6gpDEWYPJsUB2nEdjaM/u6ElwLcVr/ij9mGFy0b+2nZt8+GDyzXOSvY1FqlD/GRGmRKnsog+tGzZgRcQWf8S8ajMOQB5+R5gw7zNYk7VCWowqPYAZ+jgSMb+yZHPXn9lMN9/fTu/zE196xHyOzmDGEs6xgUdrvk3B7xfh51V5lVqqdv32CF6nn9RgzwRXPMwbUjjwDm3YMhmCSSu+CzOyyKJ40RSn9V89wgALtUfll35ml0W0qFS97vXfG8RflpmWs1Z4YMDjlUJDvJfVBY0BbUB+O/BeZ+lL80tY0c+Wipccuyrvux0vR/R460YacP9724IAjAvkz6HKvP57Iw3zv/KGvwnsPHYGOQEegI9AR+OER0AcNuezFxss5LMhDKRPdfo+Vu0PGKJc6IJsil+OEKeMRsoy/v+UjLFKkRTwn2AgSp4f+DpLtMZRdtLLNyJ6sXq1EBgkISSYOuW2LlORRr5wUhjf0uFjGeCpFcDld2x4CuUM6nfa2lWzjJWWL0dD6yy18WwyqbJgsmMmIvMT2JTj3igA0CoTHZM9lFpRJche6LPVqHUa6hGW04wySLJZcFY9l5urEV7aKZd6L65R7lbfVRIxJ0m3AThWiyMyAVD6SRQnU7bqe48fNn6KHE5mZv2p/dkgQ005f8VOSlI2b1OunsYftaAfYkFuvGO9K5Jbkevr2LvhkSrEgOugz1CfL14YzgxxFGxhD/21pcF5yVRnYI3bAEcKzk3mmxMI3VuyB8vG6JfUyeDsjdCetImQH1hIh9EIupvLM0opFz3jV8yxDU6xZ1IcurItEM47V0FgdTftR23Apnspz49FkEDN89ZyVsaQXs0/sI/xlWTZK3+Q4nWJUvX4JS3Qh1RPLFYejL3HgmbvUF/XK2EXpD35JPleP5HA/iB85xdAuR4y/WsnB73I79yu1MB3UzkJ/jNnJMSseNL4Ff+QzIT6oo7DVwEV9aPB7Hd2SvoEDM7qrVhSQvq/er+c9dAQ6Ah2BjkBHoCPQEegIgECXi+60AwRclITweEzlWbAxqxEjHwZYwygBuCodd4gefpzVI8WWAQUMeRhQqvJanqNE2sCS3pqZ7nBGdyNaUcF4hKJpIbvJo5Zb96Q4eLmouxTPRkDBIH/NgpZQP7pe1migWKEUaPDERum1OI/eI3959o/aX1iDTaPXCG9wqGTxO5cChWdqGgrBqOJUI949CQURzCk/R/1s/CXftbx1uwZUH9pEKJy+/QAP8O0lhDXQMKovHA/wJ0MpXsRuo1yfUxQZDsNz38viUf949joULMrV9kF5Ku/Agb56JigP5c0s3Oh38E4Z+B0MdoAoPHjFAAzHZQBnhQSDXnXgC6zp77l089m8k74hp08wKKu6yBEPnAluQimb8r0OKNEMep0s84JmlFZ14P7AgFeWfy1/EjMwIiXe75oFsdOXiXfmeZpAT9AR6Ah0BDoCHYHvBAG+ZfphKTonTh3m30ZHxT7/DYY3ZE4ZErRkbIRXfXuTnqhaLmPGaDH6lZzuH2Rss3EVWeiIE999ilMMVYYMrHa4tKMbMurZIJ6Q0Swvc3wWu+ABp0lmFI5yZMT9MWQwjucxcL1i3G/1ijPFtIVTOpLKhpw3MlvaMja6dvxSBj5D1nKt9SwcGHEG0J6wyJzGEh1Z7cfPj7UZdC90/+AP4xL6gOr4ER2qFqS0Yeio/WG4Cn0528q9Dq30iZ8NXcw0Vz+wo/OzbaUyWU5wmJCM7rGFRlZ3/su4zbVxphyqS+vIzbNXnc54oE8f7c9olOh0jKMUA+ureFqlQ32Xn1bkGmQE9vjEnkcD+q4M+95H/CU60CpjGzfVhtS3BzuhNHVe2jy1ypZYrAgWeydvkHn3bfEThl3Vu9so7ZTVEninqF7ZO9l1nP3q3Qx1+h2BjkBHoCPQEegIdAR+DAT+MHkg/hgMf1Mu8RzGMxeDm40xmk+qeyhtnzak4F/7NwnDMpRcmemJYhkK3mtwRdDOEuMhjfLC/pksq8byPOwTrLu4UaPssqSZl77B6xY+UPr1bKYsJb2DRy89LPLwITr4XGoUQTiUISI0AgXjRNmFC16kYMRePPqjUCJx+kSIfYRUNvYJNR2rIjrTlW+gFHDKBbzoV/FzAlVlpIyrvb8xSICSQaDkYQgN3+q0ocFLZK7nYGNesh0w6PB34REKnU5KXJE6yoZS4Ckcgw8MjmAURNnRPZwPKiFdNwMTPLaHsVKGEZaZBHg8TzzwZAEPt5pAflzGzIqY2aD8aVJKSZvwzAuncMSa1uhp9uzli0gyPmIE9h5SkWOyvV8fWX/Krc4oZyBGNFKBrtmC/yLQT1xCak/t0gOTcuYQhu4Xi+gVP2hmudmDmNkmDLJ4qXX1OTGfucVyU0tC03WyefFgI97fDFpixA7G3YJL/wSLOoNF7Yq0noH8JWOs+iE06Ou0p0uucwa+a4G2oCxiBo7qinrHO1790jzw0O8Rla/w4veXCkZU9XBV17/1rvm30qJkkw8808az9LqzN0AhQlF+8Nd7ioEkGcFZqcD0VJ7Rs+rjfUW+gQrl+1lR2Hf6v3Vzyk8JzwXjrtkBIhH7eGcfPUemx+4IdAQ6Ah2BjsCvgYC/4/U7iJNjytZ8g1elGbOZM223eK7yRhMhpGpkP2aiYQRDj0BeQAYgpNzd3ELX8IxkPrSSSyWXwJVXqkHYSxkHOgrMlXXYkx8ihv+GHC6KKusgfkZmP3qgX/SaacS78iQyE3x4dR6WgA4MgyNl08jPKZ9WFppn9R5JSmLrRSoVstXItiGsGBXo6V7NQeeJYVBJ+ZCr6ZF4xJgxMNNU8krJO+oS3OYyWFBa+8vsN7JHXoUOuoN+4KZr8qZu4TNo6rAXUuaUTOVZlxj5XeeiTT22xVzQsT6Q9xTPMwlH4f9JO9NerGx1Ir5i7+BoG21dRouDYaVxyMzyqJsCEHYcQ+dXbdPEjG87fyqaV6uyvtbg11ZAoYyqIa4Eu7hG/pfedNES1fSB0aBJlgUyQlu3cWf2d96/kIGLjK92yKo8zFSGlGtV97ydUu6brfvR7luSZTajyuN2JlmanhZ1SF8FBuVhqupnE6MTEaKX0JzmrVI2ceUZoOhQ//XxKf0t3jI4NxPAsA3T9Qhmbmf5/iAeu+2WOG1fKu+FlpKLU25s82eSwhAdWPqJftdP6pz3kPIpCYfi4BD9kxrkzaM+isOBxjG4Q1T6cdtG873ZvFpmLLZxZw9mF2qJdoKBH8ZmxKPavGe70478HzSzTqlJ/aT30B8oBHxhROd+FOpYzjM2di7a9umqUH7eQgtjtf5F9TDzV7nrZx6kF7rt0Za5p+O34M+5Kz/nSY6XcO5wHYvBQe8GZidfZfzN7Yv8DhF/r0UNTnroCHQEOgIdgY5AR6Aj8GMiEJrWj8n7N+EaATJ+EixtfEOJljhpJUZCuWfVFS9Eq3HvZAsFCuUKpRRJmGv9fM0tKRz+Ua0oDK8LFqSVJ7NvP7Q8UXjPkr9C44V/YVBASzHFvq8YnODlVc1MdDTQ4NnYDAJ58AIGmqBiY4zGOE6+MUDRPH/y1AqGyp/78wQuSTTLmXWiOqqe/PD+TJ0UmijWtQ1kvtvHUPAw+klRxlP2dIg6tqHXswikmNZl5LK8O0SlrVm9BQf2JD7bFtBA6yBBGVjIAQTfh4cNPhwv+4mw957IG3FXi1Di0r+8BFxp76txt26SpqTz4FWbP/fnbSLfN0ntykAieGP0teb7AA+ZjjbgdkCeiUvm1ByNK+898pVziwdzMt+W/ybNkVO/m5jVwhAd+evHcSXEwKT6ugfsViIcveW6U2QGG132owl7vI5AR6Aj0BHoCHxvCPD95jucv3fwp++9vs/xHT5KH77yO8s3fi7bHKWyGQ+5BJmOmV3e91SywymZWvwoPs6pkyyQcs1mriceINNgakBHUoBfy1JxeehvSWOZGfkoZd1DiZeRpvzRmcacVWj+qBvKnr9l2pVreBF/sd/qcubqSvwDtzxjD4OcnVNlvKv69rpceJek8cZIiWE1ebybaiUC+eP4AG/MdiSk/OyLB/5AhV/gGPRoi1lPOrpP75B2e0cPxylUsxxZPtsGwp00Tz2infArbfoILRvzf7H+sOsgeoTWThzcGjxbvvZn8NsLGCqjH0R5KBNle1code06l95j/Zf3In1uLXBfKwjY8RVHZfSfd/K34IG25dUH5JiAvn4TwK84s3scItvxTcQ33Whwg0/r8zmmwbP4XtlR3WNiwt/vgzex08l2BDoCHYGOQEegI9AR+AERuCcx/4BFejHLFiAlSCLwMiPOy8pghJOib4FZgrIFUQwbKIjvgxThe5CCgJe5+RAPQzF22uApz/tpeSF4fqUAHAI2OIx/0N4qNgzBT9yPI+qUvMOv2h93/HvgYeWnEdyfrB78iDGGRT1IgcNLuwR0JetLqoOxzEbwHlDi0npzRnzkWAZiBrzUVXZ+A4Zw+FmGVmdzm6BtoFClsrJMcOwaD/nBihezUdUGUMY0YHIbEm8UZNokypKcFFiC2Eawk20027Rx/5fyJW+8gu/TIcpVnuQf8ta9ask4BmbOB8qIB37g7QEPVTQe/vsDJsLBBkDwgFeYYcAFHtpK0uVeoNx4FWtgA8zxhib1vdm/LUkvR8fMGPNwLG973HtAkf2vMcYya0ODWzkTo81g85yyywivNKwQEOXXIAS4GM+19lOIua2V1Q3kbBGz3bNtbWa48iD4HupS4Jk/S9cJCzWSef+c8nCt7bC4kllzS3RcTuiRD+2lDVDvoSPQEegIdAQ6Aj8CAnyz+JbB6/u+XyzBa+OvnbSm7/E2QuLFjl3IOMgZGDoUnjJgBon2L7N/Pz5/khyEPCa55pRsgF7ArNp78teR8s640oUYsazR6gNn6wfehB17hYrPVdHe2d6ny0zaCRvkIMlauYWQabR8tmXZO0fi/aOMj9prdZST77MBeVYyKLItcvVFv2gvZ/G/ZST0P5ETZeT144G88wdGhS/L7ff0jXu5QE8/y/TUIX1lJaz2GeJjfNfcXnRQzTK/SCdBH0YPG6QPpQ4e8jQy9f12spL7dAu5vMygRa+2wbU8BdNbXOEPWR/dWDqyzj1Ecq+7TTmePGN2Mu3xTzoyQxk8hRBdsfwmgjBBCWhjMrKi+2imsufcnmofE8XdM+qQ94F/ygAHVFagQiHOUM/LPbWLeK9Jz7S+1cTNNO88Sjcevdy3+rZ0tehDTV9UWZiZPPDTy2naB/qdTC1pC0u3S8Yy2PeZ8aaMw+psvEtYZUv1636Wz/qxI9AR6Ah0BDoCHYGOQEcABL6xhPkjg46UGUYTDFHhCalbFuK1vI+E51hitgx8vK2oCLZlfxiMwVJ9arCxjwEElJ1HFPxKaeOEvKCrWaA2AGOUa/IXPqEogkExtLHsr5fv3SB55raVKuVnYxhCPsskkT/NuGnKCP4ejEFrDeVQNxZGpjMZi4xHY4qmQb42CFIXYZgLagwwiSPxGT+UFTzR/yTuMACDC3XzSEjsqXO1Q2NKOcGDZ+sBlYglua8eVGIpZvgoWO2ku6FmLUsKPd7w2huWRZXaAYGb+MsbbpsobVKCgeBM3qZFOel//Aih7Mf58i94ND+qjX6qPooR0rOij+TvNGAlWsx89wAa+Wdbyzx061CgPZI/vB9sB7RlLaUN3jEDeJER5Vj71fITHz4VUJxZys3tgUu1X1EmTEq0L8sf8o133XQ3yz7dOXwmZZ1BmuBBbckzyUufWiXCs1I+nh+psxs6WUdR/5uDbjfp+o2OQEegI9AR6Ah8TwhgsuAbzPdMX0eJEfxeG0TY31pkfX5Hg+Rblq/dlc2SVn6X8/roMWSSkP1TFjyY1uJEwS6TpOyU16eP0FMQbeuEllGLvBVPTvyVcU+ymWev2slvq3yJ3VY+i/vWh5D1Qt6LWZlJ4wR7yKzI8SyhfeNM19BJTLfktfpc5UOXQodyO1vw3ZA8dCq6GBwxomO4tGreyo+HiBCJOqUPiD/JyMx7DGJPdjT48xYumHHRj+Hx8+NL2d3vw4kNjVgceQZ89M14B8jcmuwZ90fql7IT0NnJhfpudNZClyWWI0/iLvIhjmfoU6/wB7+vDhQUBvPY6oKJ0zJPZq5Kd3V7Y+yAvrUVN+qj4rkkdega3hIb9euBbbHo39xXME5N/uhm6NQe0xB/b8HNOTd/Cn6+Q23z7lHf9vubm/AHzuKNagQzOd54b10eRwfj7NsEYRYOBfAZzuxX4QmXsbWV2lt9l3wblnouHYGOQEegI9AR6Ah0BH40BJCceziKgLyqRwxQWn4pZpYi0OMVLIHUS0Gj4JUBkzfoPRhbWcIIKfjK3pwoulbQJKbXJY+5J37k/TszWh4t4yJeO8OUcxQYK8Q2DGlAoRh1KDX7I32i2ChQfDxI+WepnfsvUBhCgYI6SpKUUxs0U5FRXgrmAL4w+GGsFmYjs7eVzDqj7qwbvEg9D8yEIAzs5UN6/QOBi/NHyUVBpg2UfHVEQcY7NrCSwW38m87lPfspw2mQc/yzf8gXxvEOZrAJBZt9b6xqFtyDJoboeUbeB0tpbPzDmGhGFOdovQCcNWIhoD1xwZ+Z3uRN05vnVkpW6xuvcO7pdeN+wh49pOAmdXk0qMxp+PbSwLpeTR/tIKgmZ6jfmgWtZY1RxllmCyxnS2wlvzNM6Ef8qFOWgvt/auM0BOWxVe6d4jDwcxUGF9FxHe7EdR7grrZzlcf/9cosarVrlf3+LODEIPDFEYDyXrTnGHvx4qXPYIOrpVQBxSKQZXj3gx15653DjCBmH+vhqDqoAxlOcf+Pa4Gi6N1E+ZkVftVgwsWe8XqPJvaFFDy4bQ4/iSH2WefBVJcl2p2DysyAJWX3ewgPfA1wZBu6k7o/7gh0BDoCHYGOwPeAgL+JfAi/Ys/LyRnuldzxjeWHMJC/A/T9/eZbq5+NwIs0C3n0MV2ApW/lZCr9CznOfAYoi8y2LpED0qCFbKBf8pVHJyXeIrRxeZTySjkyWxo56aqVea6Syy2rV3llQWvjklVirl4mFgMHAk8RyGr8lH/qjXoSstv8uY02xIA3ZEiT44/02BL1lBznsgq/NP7O5GSRnWFIxouwfI6xy06V6LTLsi7SHrikKXgerGYoD97nuTGKzupiqt9Wv40sPA9Zp9piSLIneoLF/SJ/5nnKyvfYaul7b17rz39WzcqAxbhBQ8D8C4Y8+lGJMM22Vd3huKl+QDxgq7Kz6qc6WyfW2U6bfLZOoSeK/l08A5WtrZDTQVWtRjpQxAkedcvYcDSiJFW+jJGQnto4ihM0jgXl5DEP2iEY6ii+mZEa4yNBJfgRHi6T6tJ7A7O8cjjPR3vjfWWmre+kwZc0r+E7aF/QOViBy7xIE6srONEJ0S31thC2o8ZU6l7Ybq8uRRTo5X9hhnchecCn/ko35B7vsla/TP4+RrU7jPt+d7gwTvfOPzf9hwkF6ju8JwecKXiRMQZCR9AYj/cm1t/LF2XroSPQEegIdAQ6Ah2BjkBHYInAOyXMZV4//rW1CRQbjCIYkPAODoNvLC0mAfqEwvUQICGrK18MSFKc8cpsA/mjoMv46cGY9tmrzq0poQWo/Pa4DEUGbcvsMdiAEiXlkeWZ4MWzFlIpfYYP44twTwYYBLVEbZ2ZqdsVfxQU/bRM8NWGP80EtrH2sSaPIlKVEeehkpJ/LX8Uyk0ENlRWfoTBBmIZ/ViCOcNTWCT2GGKp/8gnSU/H4AGe8DRn5iV1EvsicxOMTgSVG2Oo610GSc8oQPG6G8Sfy0vbFA60iYcCPFNe2j39j/OjgbxpN2VfMNh2WSgPv53gWQ+KTntXW3O/28V9ixZG6OybzADgfbFXB8kX+FFeHA5KmV0W8qHu934tLzgGaNBJ+LN0GuW/X3vEIM8zWLd5zs+jD5J3vJ9wGtkO5K33q2cSZBm3Y68/SQx5SvthkGMvz3Uq/W5HoCPQEegIdAR+VQT0SRxlQPDX8C2fMb65+iGvHZZRYUSyleUZvq/tN3cDrVP0oQE/RedBFrE8DgoHgstReMRAbcMH6eDTSHJxIsCLePCP9NINdO4ZhpaTwPBsEF/SVdAVwllT/G5ZoSwPJf0V/nnuMsMn5zLaWE8VX4nbafxFwnIw8qtwM2/kvRaa+6v58DxlSo5cv6Axiy8vBSzD4CgjUThpQ7vhR1e7wToB7V+YWa+Us3eth5O0lhmZP3Rh8XaRDiRHVJwqrZ8dKj75M+agHwZg05fOrbT5iyyb8q7iv2Ssvebdgl6Asym6WjojiGahZefich75lv6uPjDiJKufOGqJvubcedLv1KbJ2O8ctcd83/B8ta4xDhcnCLc7pbcuIL5d37pchDmei4dHLit/6DpsfYTTrQyVtS0lEXjGeYR+Gg7GAR19rKnHjP6yY9YPR/LhvQiWwrXimHF02zzSVxM78C/1zuNvEYQpffpqYzo6LBMwNMYB/37HsS2AeDT28Nb+vgWDPY+OQEegI9AR6Ah0BDoC3z8CSH09HEVAwiZiL0oYM27Ziwe/zTqggDLh5V3xTpfwjCC9oWBA5WyI2XMItZ/6xzGUGtNhJjLyuhU2zczUOTPsvHysZy861gv/MAtWHqtSHEYPDMiwRtmlnKXh03sjGzGUCpjDcPcEJhXLUAIH0QT9wQbvqWie7ehL8mRgRR645M+yzZ65C3akPB9cDJLREFTWizyLMXuTE4Hn6B9TPMqrGzZ6wgdtIwzkGZ/joaDy29OV9BhgPQjAUkgafIMfgtugUYnr/GsGUfDIn/IrmNk4PfaX/FVeKVnef+r6s5R9lQlFnLBbt/QdZn8SH2Mmyi58gk/hBxqbAeOzHmIAvvxTPOD1+98V9ykZNNtQaCstfuyxdDuzcOkvKJAotYC31SbEN9WnQdcLAw8jBmCwpxzTItjpPd7mfHOuerpigKaPeCCHvBks2QoUGI9s8P5febHL2UHKL8ZbhroAJKt9i8J0X+Wj/XiAUTNwMQJ7BvA+BQ81X36Wt7X2h7IzhTBk9nWtsv30U/6cMZjEjIIYFPE+1q57ypn1JvotSc5d8fkcOs+HzKP20+dJdgodgY5AR6Aj0BH41RGYZgweZyWcWRlQD5nWwgWf5iPBDmk49ukno1aEPB4hsBPHcqW+/41R7rjc2NJFBpLcV/njGTyuyRbJe3kGD6shn6PbIMshXwu0QzLtkqB0KclYlqctdOo02VhETbkl5ZjF4zIjksrTrDjhdtHPq1eJN0myy+g714kPxzQS6ZSMk4md1DePwGWGJTxmI9so7A2R5oZ1GMqjtMYcfQ/ZXjKmZ1pu1VtDI0+VPlaJQofVzF/92DM2nF4zUhQ7+9chuX9KGrzhfOkffC7xmNOf1S96g2aYf2gFJvSH0IWCeIWhzev0OfWAkVJ8adWqgb6sOmeP4QiBZV5xr84+1jm6FXsTswer9QYxnzUb6V/xF0MpGcOX2KSe7UwaXLW80c5YIYv4mC0Vu/x84T9Zj9Od156xLZgNlvChxoLeSnDXoRwEX+DcWxx8qfRZxUe01/9lHEJ5Wa9Fr8Q5WAgmX9Qe+rGB5ogjSfanGdKvZ+2GIvmJH8aa6Duu86xP8eaxLu1NrPcvjvpZr6f7502+/UZHoCPQEegIdAQ6Ah2B3xYC31qK+w2gJ6ETBRZDno1HIYSylJaNUgjRFqq5/8pAVfEr0rl5QPCVUM551bQUh2XE5HXKfqfvDShjDHhQVuVbechcJazbIA0fVavIh08emZEb3tCjjWhkDj5TyOXNvK8Ny0WhPFRldor32Bn5U34NmHk54j0qKjsKC56rNpYmUA9gYv6FN0tZyaAds8BDvb1ftsRH+bvt7vG89SzbH0vdySBJME9JO26t/iVbvIyZCe3Z0GfKX/qTnBlc9g8tYcz5os5X853dLAqkPLLnA4GzSBsX0d69B5L7HGU+UO5KTXExAjMIiSHWDhP14coJ+OhHG6ONq6/H7GOinsk3SYsWAxHKn6WovST2bafNyKVewZu8Gdws7eyhvAtZ50/elF99Yi//ykn2l3rjiRMwOFtvT2TXk3YEOgIdgY5AR+AlCCBDIBe8K+S3lmOeH8mL7yp8IV+84/sqGYhln20kQeeRIbMYU3a5Q05zwOyJ3IMTmnicGYF3Kaw/xGgivQfnvFF6gGdkIlM/LFdTr6EvPSbbrbGJ3MisacnKGAwrFmtx792DPxkHkd+fkf/IxkYctRWWcLVMeaadLfls08If26sgV9IGHw0YfVtj16N0lunkgInjKoZVHIKNwzLO+nWsQIXjKH0AeZx6pb1l+15Pd/4u/RjjKtv7CMu9flKhxzkXPQEDpnTC2geeqYMNzt3v8hlY8r7hvbMVaLd6bpxejdVWnvADjqnrgUP+lmlwjMaBHH0aB/VvxCN41LbD2FV5Ly7Y89jGyBgP/UHtreqAi4hvu2zaEO8fjaPwDo86p271oxwYp5t9sd/GTifcEegIdAQ6Ah2BjkBH4AdHAGtID6cQQOhEEEUIZQagvOV1TUC5Y49OhFLvRyPFoxFfT+WSke0cygXGRoVUdULh+sUCcXg880QamXUPFIrCCwT0Q5BnL5dqFK3Km8lu/sn4bYTkiT2NUEhdRs2EHf4QRD3Tkll7ZoklmJkpLFzkkR3LKE+oxF60LfX187r8Mo8b3ocBr2MpJsKHvVnZdxi10NHMA3nCCnWkHwqt0x9TtNbKn7QvKOHMzsQzW5lc1Ba8z1PLH+dih6fM/vyQ4fE6aC8iZrK2BYHogRA4uJKVr9oZRmDVa+zfU+q3yX9S8pj9CStqt0XZ8+DLKRfZmA0Lm7FP0C+asfDfQhXDtsjK8QGsHYpymZ64cU9/3XgwxjMbGqPisRD4asDIAygMfjCrQdhr3yLyjWKUOq2KrWgXfrKYA4MB41+URsZUYxcVlG26clNo1L4tQtQhy5/R3r7U3sA/Bki221K22+i9vC/EL21Fxs9RM5mpFI+dJG6VAU5EF9Jizu2QQSkNsrCnFPxe2A/JRvBZonIRfazWB0CUuLEUOMuS/QxxQ2QnbxrIIjBEd1Ef+9L+TxzxEnc/hnGFlSQzCmv8fcpB5frJ8nK0X/GldxOzDKijunqAkHKdc8/vWE7AW+QbrLJeZ5muXMSe2JSVAUxmNzBQpYGNhtZKsn6rI9AR6Ah0BDoCvyoCliMwePLt9xF2Jjl6Jmed4NROjBmfT7EFDsmmgyQWyQteslTf3f0QH9EwyCJnI2uiH+m0lcXWiOw9V76fyJSks5CEIUIyI3zp2STbrBAudBH3LDuNnxIzcPpjBRLoqUwZxxnMZbhYnYZ4Le0mjomIBI+hY1rsMeobVS5K+a+l0p6HfKU72jfZMy+pW/+Q05W99QSdzvgAk8JLuV+vRWqQUARdrxD0yWpV/5JsJfnNSajLmOkKH/vykzB2eYgJL6VumVmrB9Z1ko+IUv6utJeCdUQQXXMYTqxRn6JJIUtby/Zc+Sv3aaE1iGblj/Zgh2fpV5LLB7Vf8phmqDbpKgFOgtehyMauOMnYg2TDUfuIom8Qgk6hoXxv+XK03T8eH7DR978+Pr0ilMoLvqUO28RJfyh6v9uCyjNKd2SWObomLg1OW9LHrFuqpsG/4tZSb85n9QIFdEjKre2bjA20SrlFy1VUqgoq7lsc5Zxx/ZABGAO1mEdb8gxl01hgLzo39QuxI8E8qE6kQ6BDsbURMPi9RZbgqWD6MhZ+iWH3DfhTnRojeCshcc5rjvO+1j45ck7bps0w/oIzgvQN6WmDxkfQnaxzwyek1OYYq/AYgkvAWFIU4mF8jrBI1qXdM1aDwwR6PBMGGD+h9ojBuILHVKTvxmpvbh2RuuD85YIczPRUtGjDUZ86V7+52mGa8SShi/OIsPrSP6+o5k3NwVffrmwPp/LrkTsCHYGOQEegI9AR6Aj8PhBoNIXfR4GfKiXKFD9EUHt744mLUUaCsZQm/xD4bdxihtu74JVCZcVNfKAQ2iMYD80MCMVIwRibmG2pwYQi8GeM1x3hRTiwXxLCdyqLziDK78EgDwhJMSrG8pfkjyI+4oGP0I9iTLknZbMqp6nRkbcVcHIvGgynDwdUJRRfee7amDnlfUsS8yFtQ8ZHG6FuY5y/wzCPBlFc/1n2PR6UAxh4hriM0W7L53PNdFdhb89ge3zfyXeWDf2IAUKOZ/oI/S7zYfkqPKYp99GgtK528sYIjYc7feNgyD5HG3OZUUVPBieZ6iAcE+60RWF0ZaRCeV7xsr/pZ2d5EOalDZB/9pNtKrxn9H75xMP/DN5Lill31DvtjwESBhzulN99GuDuxVvmt3F9qs1t0Oi3OwIdgY5AR6Aj8C0ReOe3y3KyvrP+zHLkm3s08BWXXCM5Hz3otQEjThj0Qt5DZsRQtSMPgNMMqz9J0kDeQ97BQLiT9jDzkstshWY7k9zS5HDiRUTKBG6v4GsijYF/xChnQyJ5PBrEl3SHkJefoGMZOuRnVtKxwWbXkn+EXzCDJ/RdzV6dLf2MzJly5wFa1ue1bDazzR1e2JZlzbLTqPU/+tdx3jwT00ZqsMMQd6ZvHih3ieK+6xWKVNdbfQS+2594sWHTs0SlH8z63QnsD7GpcRXrbX8RD2VcY7PLoJ+Gg3boLYwTPKO/3GHQmJQ8bLlU2zGWMJj1nTQKLqTRzNURh9T3VGlmuHFUv5FDdLwbC59NTK9uwPvD411g962YpI2RX9YX/ZvxE/Vv2AQ3+rWPBXOf63YPHYGOQEegI9AR6Ah0BDoCmwicsH5s0vidPkD4xPgrwVQKzxWDkhX4ssyv98lsl/RBYH1d8NhMyusDyoOUDbuzcpPAUR6d17+Jt3/pCl4QlMXHTEEj7mMhxocwfmMAxTuYGa4KZiFwqXOgvXwbBkvxgCL7ImF9kJLgGcDaG4nZfRhX7VdbBodykIjBKe89KqPl1cY78fFkYHYje0SxJy160fjxV3n60g7AJOuBTOKapX8vMgBfNZvSCbzsU8Q7NdYGSQXnj+Fb9LxkGe3QbVAsZfk1s4DAnrG2IV5on8rTgy7MLCXtg0oddUjb08DaIKV8n0rT/q0c8+phNgYDLeJjP7HiRJhmjEuxV7u+XpjJShmjnPfalblgBrT5VVoPqrTOE7TbzA2yDd/Ohfaj2RSajcts3vCkLnk3ydZPqQPiKn95XbMP78Ve84v8VVdTaM9pa+prOFvYgHri9d30+UFKtGeja0nyq2lpfzjK2cSJ/OEVMPTMDg7ssaQZFhjvjXfLW6Q49Jd8WA59UPn9bmIgUKG+1NaoEKOtmLU49+9lv4gmT7kizdH2dz+HHqMj0BHoCHQEOgKvRGAhY9yRnx+aQWaa5Xt/+FsLXzKoIldKJmEWa8wULWVPmeIOv/eRavk6KgeIN/LHCGO5HNlcsotlsPs5RoyQcZAPYjZakw42VC70n+vws2TgSZ5oYh08RRApBqMD/B2tX1aoUoWoNiUlw2/Wx0GuqoDkGcoYQ/mVtniallIKI3TAkX1sJUOH/F3q8wF6tRhKG6sboQOKxyLX3VZaTVFOih7o+KrLwtuFmeYQsaBYytsmPc0rGZS2aP5oK5L7LUu3hBfn5EPfoQHq6Pqc9c1oc9Stzmq4FL2v3tg6acpx0WxaZPtYDhinU+ql8O30kcMkK8NP1B0zzD+0QtCMia08H71vXpkJqnEG7fNMfVMzS/U1+0bgRXtTO7OuXQyZTZkfZWU7HTqanmKc1gsjZgGz2lNAky2p7qts/VcrMWk1qg87HTT9y5m0tbqd66NPPOP36+/CUHgauDY/znOMI1ctezSnR9Lp3eUXr9K6manu9Y1B5x54p+HUYsN0qVcM1Q5tGcqtfugIdAQ6Ah2BjkBHoCPQETACKY92OB5BAMWMfUcQ3m3YROBHSMXbXDM9ZRRGWL0ZOHgkr5s0yhvCVg6ldMCHhWHd5x4B5ZJBGZboxeiFgP8O5cczUDHAyjhGttaAzIFYDKPkyDJD9oZtmlzyG1Gf+IvSJQXUhuhUBlbIWbnVYJAVtILRSrRzt/BQJW8GDDiXxz3KXvmF2hd5OVuMftpfyXVjTToU6HN5trFRglRmZmiuad9uH1lWYa/6t7MCs9RtgFWbhbGHgujKgIiC7aV+VwglDnFMPshMiq6Xb8aYeAIDyuM2rHKrzDGLoDCf7b5crh5qnOgbHhAk4iHP8OLA4LZGnWdbo1z5W811upn5l75pHLiX96eYt2c1XvQ1ga44TX+6TTHdybSZT+avI8sjU3Ur1VfSxyAKM83twDFRDb6TZnt/69xxaYd4c7Ocl/LPuPlucpzEkzKCD328xOSYv6O4Zx71CG4PN/xKpZ90BDoCHYGOQEfg/Qgc/NaLkZS7zvNUvrUnZLJY7hk5Ln9NrvU73dw7ccrXPxwUdWZ5K2TsIFHkgRt64FS+75YpkDVYcaQ1rhQZoqaF1tqvRlg5KfVR9B9klKsMb0uD1ErC+S0JXl4ViFVZbGCdP765EqY47Nlp7+Zh3gAvdAPwIoSsk+0ij/HsyF+MbVp+XDrDiaaxIFzwdT0iP3O9Hs7yh/EyZgge7yPznOElDNOBGS0P7LJNzGMfvxI/1vMQsEPmnevgB+i7DSc/zITnx/Urg/hM/RjdgOD6Sf44tqFci41YfnwRL2X5NklzfrZ+nVQ4WkcRf+gN9JXryizlpM0xyoCeqJW6ynLqDRuvP2XpfPW5q5Z9vgzweKtjoG/lD93ZDr3W32HnNv7rmUyKqjwtje/9qPNWHql761z0U35F/9rps5n0tUfxKDzp37G/N+Nrwsj8wSO8FT38m/P22pJ2ah2BjkBHoCPQEegIdAS+BQJF0v8WWf1W88Do+W8JqH/WPpn/JSWZmaYyqtm4IUMwSssV46CClXE0pkeV1CAz+5u0rOxISLeSA30pIOJj0M+OvNacXphvw4SXp9USRjYw/+f/s2rq7CSQ26lUvA0YG5k9aAOp9gt2rIbII6eUXbS915MUAQzP3vu4lhVvZoBRNC9Lp3MpPLEMl9KhMCR+J/MPnR4FBAb004AM+zXFUlhTt7ISKtoxOwAvdfhhFi5K7OPB+UOLEylAg+odpRK8yZMZv4T4G2fxLNuA2qnqJPhx1FN/nL9Gui6fOD/gza/BIWU2yOBPnq4CHYNPSEe+8GYPfRRP9uwy/mDC7wAitb4ghFKv2RcamIpZqeLH9ZFlnPLlzGg4PRyq5HLQYG+jq2fQkzc8EEgfyEXb1qXbCnF0n/2kmCEg/tkbjBnI+ElHiHRZ3nKzOeg5yjSBgRb48exb0jGItR2YYBKDLfRzlg1TWrGUbXyeMvnIuxN/ozz1PUgJ/gzoOcAX5DIeN4OGB2BVoVfNsqeuB81ip4KZqFJzAZ+DgXbK3srX8a+i8YsgYBlzEqtv0oeo2mwKbt/gBV+66UHcqX+RKsIy/7YcGaccWQaSAWEF16MH+sqzfugIdAQ6Ah2BjsCvjYC/qXyUkQv42CI3RrBcnRc6ptzHLct/+f1s4tw9JY1XBNG3NL/nVd5aSe2PNPwhQ/xRsp+cPImWaVeSTLeW3+vpSZypvKJjgyo3mDlquQtZADkgYq3/nWgzIzm2XIFHeMVAi8Mbsz3jfI1GlT+ah8t7F+3ryV7Jo51/0QNhSvdUAcnBumwG0ZBPeO69f79YDYb6RV/TGkYIe77yIeoXOVGBXFSS/YBhZNDKRBiYHCYZNWStuLssU4lcDuQHnyy7ikOzVi/C8HaofueUor1CSzQxmI//KzIqSSlIyxMp9/kqtN0vUubHQKQ6Fp4YiCbcdxtKIcSBNgFWMibpPPRFdHeMwITA3qd7fcIR8k/U8ZSG+tUvK29Gp6HvBKSlfZI/5zpeJCszkxUd3+1DZZOhkTBCqxT1EHal/UW56BfUq3RSGwR538APOEK9hFm9l3xdh/CI8wN9VKf6k++nqR5EsanrYzxmxnHMmkTvoe9S4KFpOJW+npi7L7UFZeR9kxmDIX/dI13S0sXLgnUnvaNZOtt6Ydl6CySNh/CbvZvNE7ozq1mJIylUQ511/TK2FoSi/HFT/WX8P+rbOK1HfdK3mV0bzg8YVhlXSf5KORYU33bpNklfFG9f6HziV/c+3Q5j5bfr5X/EH+MA6JTiu3SjrN+2/b2Nz064I9AR6Ah0BDoCHYGOwA+EQJH6fiCOv0dWLZDiifi/EqQRmjFiSImSsDraU1WKXFF+3sO+qtGCL/kyEMFFEYHFAwMMDM54oOE9DJiqZwB7lmAqzRp0sNKD4iMMbGwSP9bEXsSIFV9rdiLI4BCKssrvOinaAFllPGZCyxA9Gb54+GxQXVtxi3Kj5FHfrvPKC3mIP4x/euB9jIzHMw0j1RzoYpzj2JTZ7YDrxAMeIjD8xcDOWDT8x9snPGhQwnvTUv55XolDHsmdFGGE12CIDXG8hnQ3ec8jkXdDlJt9kGva2aDKRuJKn3wTf/hOPDfS6XbEgFeVFW9vh3mZy82dg+K7bqTUakY4y5lNxl+ebYXgNfadLl7PprMVv72feXKvnIO9lkakX9JmcwClTRXnDEQJKwzu1LMHypJeHm9Tbd5p8B81IOYlI+u9Ugf1GvrcA2twh2rmqSPxalyeHQiQ8/uAQYUeOgIdgY5AR6Aj8B0jYLkGw8yxsP8936Bh+YdvLN/Xg8HfUQbmmWGLPEVovs9x48G/MihZpucbL1lvKDJPfvPv8enygBk/vvXIMMlbspTXi2PmkdFWj6QRT+axRLAhh/v3guKkQ7CXs8U4mPjdSSveLMIQbclnXqcxM50NC0nL4Q35Vi5vbscptKhLz1xNnekgjzfEuEGZ+aErY2ylFOthl6+aJGV3NEoZBd0WH+AvMbN8KWOX6SftmtkDJwU/pyyyPkYtB57d4zXTgxltn9WWio61g13J4ORBvKieL/w8m7okT2zcFhYk3d/JC8gJAABAAElEQVRxeqY+0cUWz3cuj9XvkgAO3nrPaOuYD5arTivzIhrtwC0Lw6bfGYzLiE/fvIf5gtjpS415SKfD2R0e1wJjIoHX/xNfOBMT3s2XsnC+aj+uS/KLsaGZTmWnCioSrlSnfpfrQKT6fuf6GwX6i3TUi7YYYHLFtC91Ypj9Qfz8Gvx9Ixh6Nh2BjkBHoCPQEegIdARehUBqI6+i9/uh0yhE9ihnRiCKh7QM9vf0T8L0iECNYIpnstA5oSMdxJI8lYU9haUkSrOSH2lRdsgR41L+EOj5wQXK5YsDmGg5bHzNPzQrM8qtU9hw4ImaHF7L9V4+e8WRfJfl4hplB69hBZQz6kmDQ9fLP56uD3sgKwvmATAYxMwCZl3X0ColbjOK53sMmDHowwzaR8Eogx6q08FLkWs/XhsTRXsZkg+O5oO0tAt45fcoD0qqWSODZoBHuaAF3huh8OGl0jH++ad2672EGXxR+0heN0jkbQZDBg2KXGT8HrV83ufA/s/knXWeMbeOiouCyWiEQ/Lepuc8A5jRv0FMR50/5UvuvNVPvIS8DKs3bTfzLUfXGxjRh/+tkuJgQhua87hItX1pnDVQMcIDinQODui01EGMCYMTMy2Ut2YhXNi/jX24VPocg9k2Hm9n74FZlj385DPEIBKDqeA6pWnPY/Arn5V6PthWMlUe8QwnGxwRplke2XYyVj92BDoCHYGOQEfg10SAbxXya8opb+AlZdOzpKXfYJTBuTRkgFYW2SaW3/Uqes2iJg2kOWYV6hrZQ3JPmD5nke9cYJBBzkXG2EYQZBux44Ymcs6NjIPRC9lXMigGJiC0o9xN6q0bIiog4C9WSKLc60ajLQr1vjNHfhFPgIvBSyu9WFakYI2cZPmVe9y+26SEuGS9WNEq6yXSnvtLWtxOWX2G2ZjIuxPqsHyfl7UcKbP6hyqH1Z8o5yhCqYOFlLeWrrkHNsYBIyE6HCtUIQ8XkJqo0yn5ElYwcV+Kpy6TjWqBYfIVT/f+FrruKMj7YWRlpSdmOGc7u9w0yqB5VC4PzFV4YeB9YDGw6tyzLk1qBwOXU+3exmlk92h7aEiJyoOtOQrR/hUOzJCP7YvSuJq5ZESus164p3q0bsXYjJ5RFK8EplilWBvwkfjBoPy1Gtb16896J9gtoeY1EaSxwSt1WWauim/edRHyWC5feKBt09iZMc4YlU6Uq8DwUtqa6U9fwNAKb7ApR42L9uqG30C2xVe33x08fvZX4anVB+ARnuKPjuA06aA86aEj0BHoCHQEOgIdgY5AR2AfgW8sze0z80M9taAMx4IwlTTPfsWjEyGbALwadNjwBHWUV/1BwbFALMFd+WPUiOVrxQO82tjEIEirksHfK4MUCTCQwjAqf37Ou2aBAI9yoXzrgEV9+PyJFRbhUJS7wKMlm1jIo1TGVy/z1Sjrbcxz52TIQAkKsLx6NYgwymA2bmmXbi/MRIaHgoX5eKQ+wJz8GSRQvj4W7q0slXMfJvquAxtbGRxTIP/8xZ3Df+0BzkwIBp3c9mmL90MYezN/sDuWbqIMz+QrI7AGu84GY1AUXqet7eYYJco6YvRXXbt/FRX5WGqxTXzPnNGARh2kvJeaMmtAQwb/EacTK/T30mw9Z8BMBmT/2vfCVnzea/o5z7N1dUvT9a826BnAKo1pL6KBrfEt9/1eA++nA33BL4ynKXUCHYGOQEegI9AReD0C+a1DVrgR6F6Y3SPObOg2ZRYZ+sVJ+Webeb7NGCgIkgvYH5OlqS1b+ubBP1AAt/KbFAPd03/rTAdJZbRWTpe8f0UWQ+5vaWfcQ0fKKhkY/Fzg5+UqeIlVYtjTFiNTtqFDDDWR4EVM4VSKnAp/p2X0hpz1C3QjMBPtp2RX6FIuKjKWf44Wc7as0dbCgFz0FztTN3w/fBp1iZxrh3CvPkV+R4LiGWt0DGb+xlK8qdPiwPi65W3hE9ykkcBjMZLe5xLTITo+vGU/iDLfT3s0RouXePO2PbH1zi4F63XwJ77QTa1f7KZ4/qHqi+2NWGHsYgf4O+/EUr+B/fPZ36egDkyfg0+NSZnP1lkdAnoPhYMBehdjWbzbXl2n9zmlLfLDsch9ZzaGhrMC7zj00R46Ah2BjkBHoCPQEegIdATOIICE2sOjCKBkIE9jgEMglXBtM4ourXiLLsqfZ70iyBINg5ESVU9gKyqPMqB02ocKUZn9e8IIqAMem1bimIEMg7plQyPCtJR5Gc3CMxohn8QvCtoDyMoWZR2ldGk/oRFXWw1cDfYwZW8rKRh6HjNAxduz5S+sp0JwYUbtRQa1L/YkU/24gCj2KJLij3sAAl4yuuGrjCrxUBDvVkFQqIw3tDRDUjQvH38V/T/oeShPzsEDeDyDm9gD9WP4SWNUpR7E61If2+cL2q59GZspBcpaDPjQKqCFMkdgsGu0oRjM5QbgpChSmv2JEZWBImgdrg9whC6zQpkFIozd1pSP7sdTkV7Ss9IL1+RNLNWB2kMM1IlesBs2bd1dDxrqISLpKYgGCC//YRDiz1HLpgEXG0HpAhsZ6WkHzHCohvNMF0dDBhnycj2TL1hjeCaO7uPxzd7S6VY+yzbpzW5G/kJBPUIPtAyzl8RTXLfPNu48PR7aGJ3Zi/dyYZa9TuED/hwyfl6X24tDzIANDOseeQwOeClzkSxdIgeZKBo+4EBLPcPDQP/ZarDJT6nvRfYFf6gxe0ie/e4/9Cb4Vz5jy7/6lfmhhbLnszzCeQ6TkHBo4+c9jolHey/OeTdfNfvZ9abBjh46Ah2BjkBHoCPwayMQchDfOL5f8ZGzDG8JR1+18t1LkSOv4TvvHSsD301kN2TX8q2s39R1CsGbIg3MIJPco289cgB717ICjmWSmjRopjyRt4t4sYibTykD6fR9hjcZvy5y8uPc+zxO0VbPUoa8FmMWK6UgWELxS/+klEg3sLSrO0VuEN9ZbHhL/vJeiy+ZeplZG4Dl7Kp/yKPWMZZiSBIiUQmVP/YKlfwzeBUXZBHxWOQlJCHCZ5Gv2vznMnXgG7HJHJ2jGFgpK3wBfkbTqfMvfMHBMgR/ag2Q0x876mGgVnAy1/GyoH7c/IkM522RGmQ2obBPJgofJMw2Evk3pLZObUAWX6xgI8MgRUEXp24Lp/WwRYL6D9mS9g9viXzD2GriBHTlofrD1fs1gx3yPcsVa3alsCSX0L1X0s1uKab6lvf7ZXUn6QfW5Qo4ievULlxZQUH1k/M1ZySbC/fTek1dSyPTnrVs1XTbImpEn5C3MbO+J7yYaW5HA52rvTp9ttsVGLOe51TXrtArqVTqBNR4HwjbuKt7Iu7+ctsWyQOdKsdb0DfhLd4r5JVpduqRaCcCdT2ix3gVLhmrBVRowxORrDdKQ1/wCIKZVbJ7wE9kHjpzVbBiAyuwsaeu+ARPllU2GorAeFHwxLuW1koJ6K9TzyDzLMfdxnKaUziJurZe6vcO70WtcmZHmehBF/op71+POenUhaOK3wzi6fL0BB2BjkBHoCPQEegIdAS+LwRSCv6+uPrRuEljh0Tl8AaXIc5KCwUJ79/Y6xQl+l2Qo8iU/Ivig4JkoxxseKYhs/00aGMe3sCHlTEMkKF4oZzdeJ8j0OPFy89Ga5h7YQD3MkMy6iJpp6LHEYWGesHw+CqFAQ1Eg1XMgMZjG+9ZKcXzAOYN7vZc/4vYoV08GygH+bNHK+0vy3tLN5Ul56v9daY2cRv37h0GO6y5Kn9hH+1tO+8ZPUFmpQ4eGMRhoO5QiDp0VPc9XXsGsI475b4lzWCR2sCXjPXGgbopmuRt5MUd+hbOHMzEZYACnvidCJTfTgr0CfK+0xabOBfKKWUdvG/62FEWNIozWJNnkIq8m7a5SQOmcTBJj//NiHcewD/DDyq7sWcpa/LXz+WM5HbsiBE633B5jXc8f+4veancR6v8ucx66o5AR6Aj0BHoCJxEAKMKstFR+egkeUWP2bAn5RelQ4a3A1/zzT6f+14KGShwjkPeOPvdxxiAFVOGtJBvmvJJpnhYbjK76BnhOLnH/f4zZB/JPTYYwSL6AsIIctADIWVfHTF8jTgCKzTi0wmiyEVgr1WK7KRZeLLc+Qh/8IQ+SBmR/ZA3XxCsxzHj8i/mM7Br6vluFhj+kaFxgC0G4MTxbtqdCPQH/wI/5FyMU48YqGzI1LYrIqhf4IbRbtoPdYePvUdZTlYf0lYsA7P5C/29ZPEMXsCZdkbdEuAtf77x5B9RhUcrrOAJf3I4qQrssh2216pT9U876r6qrd0tDf0Fp1h43Gvf6gk4nLq/n2mrdxm4E0E8ua7pK3KWLrzOEnnsAKeWYjy3I84sxvsuXNf5DgQ/6jucjK2nur3S0uCNMRbi9tAR6Ah0BDoCHYGOQEegI3AGgfeNKJzh4jcSF49J9snEWzc8JJlZqMEHG12lJOlZeG9r8OAtAyYoSxijEJLl3emlttg3B77gQ8K0FGVcTa/XX4If3XlpkJB+YYaiFJyLPVxRKaUYWUNEQdP1qBl88Gh9LRWgPD7DDTSU24VZwMpTHs0xI6EohigQVRmk6at+PLNAPJu/Z/IWASmc5IQXdezZ9Kl2gGGrYGwFJmqn5uT9VzW49YyilW2Jdoe3ufcVVj1nvjoLniJXQ+A01A378MoAy+AHHt0OZ+uC8pGGPcek/PK7g6dnOtAkVUcfni0tpVP9o8ypNhf7f4JHfIXhe8AQa8cDPMRRxOHJtbFJJvZ/RcnECM+AAeXnt1H+xLlSJCfKzMARR4a4Slurxxr55gQe8eqP2eN4t8Mzv1vwwDOaLl7sMZvF0RjdU9sxa/oTtDb4X3DgASRFZdm30W2AdPym/LM0cMVg6pW9gr2vlu6wf+8djEm2FVx+txUM8FLoBwZFsg3OU/E+jdkxyVH7fO1e+3ztnDTq9ywt5rZCXazF6/c6Ah2BjkBHoCPwKyAQwpozZraTRcuXs6Fvvr+7fPsVkCMOfwuRRZA7kE9Sfrj/Pc4ZZPuz3kKXsN7kFVowIIp2kaOD2eXf+K5Pd8sKTJIzIi94vOUv5IspleWd6XI6s6BFPSCv/ks4ITeH5IbYFDLaFP32rOWPc+2drB+As4/weWfQLEtgH3NM//3xhcFQslo4Z865oG4T/z1+bdiXgZqZl+ZNuOM4ey4U/qgzDOYj+jEUCsLcF6Y3+B9pf94fVDJoWRb4SJKJd/CiJYTx8mLHXRmB0d8J2QH2AIqYO3+Zuai+obbnPkWRT+l5YIZOJ0Nm8uW2K0KVr3OlXjJrfeWKQfDvIql2eISc65J2r/qk9yvNlTYsKrwNjpBY8rF+TfmjntxnMV6WvhuOq+DQ5lZ40b1RK3GhB1+s0wK8fqWttXllP9h/D7Upts7VzuHPYz3oFPCdBsrso9neWJ8LR/ksGzRJv0X7dff9rrmygpJWraK+Kr7kQWvQO8htTkZW9dcjKy68jjsolfcD7xnaletc53J4IHi/aer2+k/jh7bfQ0egI9AR6Ah0BDoCHYGOwHEEzmpzxyn/bmNixCgKh5UVKQMEZnuiYHlPmkkh8LOX/ElliaPyZ2CC0SKfc0SaJl8Eaww3WkIWpejlgfxDifgoCuWo4ycGaWV3SW98eZbDIwZzZlI6rChoZ9lDH/SMAZUzDJuUvVG0KDIDB9SNPO/HgQEOluSGZ2YG8xyczobEn3QoTniUw4wJFmITH2AxeuAjZwAww+EFQcqb25jrmHpeC1LSjQPdP9oDy+VZ4YPnOriwlnZ5D6woI+VH4QVblpZCvSxtX3e2gxjBSK7ljC9S7E7N8nC9UhAGHVRu7xNHmeCJvnY/eABEjgAf2rMJr2I7L+jsfoj6ZkbqRX3aM6/BnKXf3H6mut6jFYZ58as+whKPlOZYEI8eMCyYP9RmMycwY/Ditr6yFEZZZQv+qCfiRhuf81xSzG9mRvOj4jB7IOoKZwycB9QPV0IdoPE7grKXNrfaxpLrFUKzW8IdMh5Vz3Y8i9AvOgIdgY5AR6Aj8OshwLedb7O/eUc+rGdY1bcSOQL5zQYLPoh7gfz5/hIfvpCzbuWGPQo8q9/z3YjkAW/JH7ySf8l7K22V9+Ev5UEik07BMkScVt3gXrFL9JAtkTdZ6Qf9RTRJe0b+chqEH2FXnehMBEI1p/2TUhbLuhlT95D/WQVIvIVxc71uEv/t1gQfyKOSaS2XJWfki6y0DMnP+n10rHCKxcCjuDPD3TLNvevCteS2Qdu30DcgF2Xa4qOlWeJk3bGijWcTikfuOWwj01LaPxcNtwt4VF2fIWk+VCjrVHN+rTtmnzvaXDYZZRSAbVjoxwT6zFr9xtOq2/hdJAcDnL2rzE5aXZ4pZyE7O9Q6KHdVvxe2KkJHEZ/zmc8tr+Xc7zP0Qeq1YAdo4tltRPS9QrcoZj+Y5X/2AiysM4cuHf1D+WY5ZnhyX3yhr/p54e9sng/Fp3L0PvCKW3L6xpm3DfBjR2j4KyuJzXifIr8Et4ncdKa6u+od7y2A9O5GJ4TrqFneu7w/4E3tzu+QZxvblHU/6wh0BDoCHYGOQEegI/B7QADtuIcnEFhfRgzDSAimeKwz0y1mJKKMs6SNzGPau5cQ9336oj+tEoawjIGIakYB0gFpWicsrZN7xnLndQGfTGWCh7yVyTAE4pOLGB+zBIpXtI1OxfBphVJRrIS0St1xzqyHSSlgz2UGHC6fP5scy9RNaha0gxcbwm18RInlHspH5J3s7OXe1j3nzAANPVN5y9PdXu1SqHK/5xyg8NFajfylfSTPyJe9owmZ/732MfGg9FJ2wZd9Uu2pr8Elj5eZIspuoFCVN10zm/TqWcoM9Gh/VSvPKNz3FKugNeUvvlUWZrzj3XzRgMeFgZnPhZIJL1WppG/okmuMpx4kQfk8GEjnSgdH0mGY1IzegT3BxB/YboTgXsnFQOyTrL5pIzjtF1w2Epbbrh8UVOXDTJAPZjIr/UV7K129wXKJWMs6p+f8i8GXGRZR/6XdGr95fK6iTaiOzRyDL/+MwRBhd9Vg4lDzjbZ0S2F5R22FlQGEweDZ8PBBmZhxUOJayaZ3ULm07wCGdwf9HEeH2G88Ec088nqdl2iL5A9Z6hE+UPbpRdkbpiqEHe+r5uypZ9H34HPmxzHzbO+tn08xVeZRM8Av2ovb78qIX4q5nrjf7Qh0BDoCHYGOwJsQmL4/+i6yTLC+jYNlTGYVvipTfQUtEyLv8IWfvorrOfCxRk5E1tI328sX59YdfOdJH9/7if+gZFm48B0yctzf+2uZ2kYKyTqIH8gGlkcsDTjpLRQhn/gh/MGvjWVtTGS2yBlNhJDXnLcxuV4GDKv8i9lykmEa2Ch3lZ2WCX1d+HNE1S06EDk6UTl3vMBxRqxmNOHsqPozWM7UffSu68/iDXlcNEp2h/F3HuQtniRTIldCx1odPBdwci/VFrfkZXmk3j5GZEq1Gww38FbK8v+z9y7qjuu4tW7ZlaTvyc4+7/+E5/v22Ulf0p1O2Wf8A4REyZItyfLs7rXAKk/dSAAcJCWA4IU1dPy4SzSvO90jnSKJcEP3bnsnWxZ0Vpz9QOrQFUre6o7GyzRi8GasmqQ0PyKDoWOToGW4S7v9FBzRL5vzElrk22W1ToWyw7F6YWC07MeblWTkoO1TwVQDbaetSPeC/iPnVk82pvOsTPR+700sZ5z7MlSStoUkU6tzj3w23pnIQe1hkDQ6urBcKY6w18Bb+HqmuQZneH/YwC3aJPZm1ItbeoAnvDbKN0SDH5kNmrYBac8pY0c75FNcbVXE4JEYpO2WMVCjbkdo9Lon55wimNoPDnUfWzuUnO6H0NMYuM4AElYlkx3vARasOqVctnxtfX/vldnvAvVFRJ8Hb2b6yqJBu9rTPyPHuft29DRh3sun4hcChUAhUAgUAoVAIfBzRiA1zp8zBh/KO0o8I4pHYxeFdnB0Dcr+yextdFCs8OVHZ42OBJ5hJMMbB52XfR0sZkd5+4/5o5or/+Yvg8dGV+te4jwdLchieVKVP8PwkaXi//DBIUre6XhotC0fuaTDi5HjLJH9C13lEnE8OxiML9iLl5ezlQFvDEIW35+Rlqjm71mwtlJJfzS0tCrzYT8rZBl+STc6wHDC0aGAA/KuEdZ3jD3XyyyPjL/hmOWK8a3f085ExwUTygb5MOZivx/PdNnAboji8qQcKXbqGp2FC07nIcH0JCBHFvKc9XFLGUQc122PSGZPIto7JdqFzGt3azy1WzV4ewS+Ojr2vBfoBHL7DkfqSHfnGRjiwB7axpgefIafZKPzQEC7fD36n/xNAtf9vfl1Ru7wcycv7yU6bJffRy4nJxVzMHYHGMek1x0T8wfZujiTU8kyeQ9NHtZFIVAIFAKFQCHwN0IgP3L63p0ZTJbvc35Tt9AnPkqBvtfMJPMgLAj13/zXQqZO8TSmv/HNYQj9Bf1kLX1sRYK9hV6DfPxC57AtkDrCGoHV++STH3JJ/7JDejXy+gPrXMjHD9kIy7pPPFv7m/LE8x837D1+z/F6ir/1JvQ87a1rhwxygV3DT2ePIeXoj4plWujjzRa1fUCcA8FlBh3SI4tsBgaZCj7smMGpt4s0Ti7sQ5xyTS7T30VkObIFA0d022fYzZK7OtAmcRYik86tFweNHr2n5Tgju3zZBqfjXE0ZX+YfuxrbhXJt7QA5X6ZbluD5XfBjILP2KLaNmG1lKVXKRHkiFzJN32mBF/KLLKSQ+Qy5zQYMe/kor77ciaT6xsxkHJlT0XTvk0FyqB7GbG9k6mtR8gUX4dZsyrCH+/xkvMDO+I23TjrTYH36ZLAF2Z5nEuiryHduw/WMspvwqItCoBAoBAqBQqAQKAR+2gigsVY4HQE0exTsNC5SkRXcHsnaFHAbnoqzo2PjqagDneSLHPBqsyvd2RCKsyXQ44v28zzNEBn4h5Tsv4PKzvBS0DAjz/TjCgmY8cfSt83I0GFmr5Fqd9A4aY+I94hkO+GhDxYcGy9TlQzuwMLxKaPMjkNL6qf7/2jUKmDaiNKs0KtmZd5+q3uaudBmFj/SVJ1QR4uXIGuzHcAmnOZy7G3uFAq5yTvuVO+n+gNjDpzJJ8cIMVsgrzgiA8439gJOp2z/fMs5/IW76jSdMuDpEbw+D4fzIhUZcMz59N7YOEFlpIbzejH26k1XIRXtTWUIvZgpMo74Xk3IA1cPUKMeaDatZ2G/qgeJN/wgwHKAYKc8+FqHl0E03AFBG5FxfgF/1Ru3DWiNZTYhRVm6GpOeeCpnllPXEO0cMZ3xc9R2Xi8fwUl5Zwb0s2y7IwsKsfexZ5ksE9x4F2atbmoAwoV967y0Yuu8cf7pZJoH6gvtWZLEYR7hwDVyCFTjeiB5JSkECoFCoBAoBM5EwHobemXqhEE8ZpSdwYhvcPuIDj36sScr1HPVmOCkeNY3SIKuhr60oqNEgn1/0YVST3XHvvQAtvXgF0vl6Ll01ZRhhfoFnVezf6+eecngTqXZGRLfuToU+7FqdiYOHOSQwtTr06/0LSBG40XP9MzGQZdDwOSWR91K24jHi6Hh7/qBXiSbyzoMfyjHJf1pkZB4qXwtD/zbsrvYBJKBVauYmRczAUd9fsDJPBfoujw1i9Xb/PxFecaBM8Zbs/fW6bb8XHH+QgfbiVmDmiG/JsPIbnYmZ5zkYUbmlfLUVa5wM4u479J1F8cldhC/fYJ532Zl7ibZkO/i2fkJ2tb2lvG6ujTPhctGbRjbz20keLj+NJHnknt2MnXhzsxpZl2rNmchKnmWW7J61R4y3upRGN54zyCU+QoX+CwUtm0B2UF3zUy+0jY1gCRyP8cir1e5bn4wYHXV+/mm9/RDSjClDoQkrI51uzG7Nt4CUTd41svUnz8pvwdez25g48mxip0JL94r/JwB+IlPvnMtq+5pBbGr70W9eEb9nGfiyftde1LfNbjoRpsGOw8EgoNk1EoCXAtts3y7fp0jeFEpBAqBQqAQKAQKgULgHwYBNL8Kn0LAynMq8FJsWU7LDiKUWimwLzoy3hcLpR5FmV9Trjn6h6JNx4iukdPxPlEdkr9YmS/HFgbjAxmId2bQaFYZWeQt9hnFNMtfz4eODo10l/ONWajnBNze7BGGM0+juMmnsV6hTweGOzLoVHujDFzfREKW8B1DWJ0aOET5hXH3LHd0qEw7AsJwfZZm9sz8mf3Lj9Hr0UEwi9VdZttozk474ykj1YWWly7y4mnkta87jAKHrnB0/VpMtnATvhjq4M/5hjDICD8M078Ia/Kc8mT+FmiRNn9+3OqIZ9VQT7bIoDgYx9lJmvLkcYHt6i3XUfKe9Y885DmpOnlcRxktzjLvqufkN98lRN0VWlnR9nJG0YZyY7Y1jvpOql1cHyKb546yfyBQNwqBQqAQKAQKgTMR0Dcp1YnJ9/gcHuhKOJqsK28h6c54HEBpy5z8zRx0IvQjdNg/h07Vy/ZSR8ZxliscrejcPb095+SfgbseKHlc+wj5TnKgS/eyHmyZms65QYdaznbkKWwhBiUezyP0Qz+nLHHIIdtQmZfZP72LLM0BTB1Qvr3VzRtaYGyDhL0CXewQZGwY6ux4kNNcTupd9kTHDAvSdszbmHVEfYqNo2C6OM1/+e07zvS21G48XP/LeyJW/slBmutx33+i8rYTnbLmPTOGG4PKPSgk7kX9p9yoZ7w3GNguGd+pbiO7J2fIiOOX903DdjE28utNy1LobfuviHZGXVtk2N0MGd1eHvZQzmiUazdzOnHPx191dLvmvZh9IRqUgXnpgSyULQX68UL9qtwWn0KgECgECoFCoBAoBL4cgX9y5/2Xs/3pMgw8UVBlUEpzZXkpG9MyyGNmpBR+9HFGqWuJmztGzOAwOhEX68jwx6jViHX2w2Fmo3hjiNjskNHHXD7bVjxGRo1knYSJsTJ5sn7R9HNMWI94ZYS1RuRjYlh3lxJ/ZwQvxohnW7IfMQYlj8WfR0njADZhDEIAw579bsDZoAuPMMTghdHLTMK7RhgjH440jwjXvRzJzPjwrSHKHmThwRhVsA8n1e0mGWR0B75G32Rj9DQdcMw8/TfhEo5T9hkj7GqfdPpg2GPMq1B/XP4kA/+3zgHdG+D/3QMQoDzKwJUiKl0YXjeN7HYtwKlnw2sdg9zf2EyoSORRuLtTUVS8x7A5m8vsD3SRjA5FGdGasfFDMty1RBZ7KBNypqcvFv6MHVSUI852OufIB52A0TG2kGy4pRpvrLzLmfMrZzwOVYxh4fkUf+MNX1FRvu3w9yxm1WeyRmehG5d4GKCBrWlzdaGiKQ7Lm7nuayCA90rTCPtop4E97QF2DsYqLi6aNc6ez8xyuUl+KMHqkntctSRrh5vbA7WV99PvREdLWav8PZMkMuGk0R5bncH5qruX6x/FS+1G5XZX/QbKsX5n/U2hKed5AH0osZ8eZ+xlrJk7tENuK7SDophj3FTZ+v2hGcMXjRanjsRI8IydRwh05y31eAArC63qH8d57KflPxKqs0KgECgECoFC4BQE/FlCj9OKQTiS8jOGHssXdfhOoe8dDHfZBFcrutJdzACqaH4/rJVB1k4oTlpA37I+Ldvl8gOdBV1TOhDPB6GkB7TznKHlr38+z2OXZNTjyA+6s77xFzlxNJsPK0KKgY56RuYdkFMhgYkrYeXYoU9INwlWgVHuW9uixqGl70Ty/VFbibPglvPOGPgmvV77xcIttKFGFUIdse40VA09tg0iBwv6nvWlFiltjkbJh4n+MSnrkAvHU6APPuiM2FE915Ea9LM88i6phqDTKF/sMhxaBOnz0jfhQcyxHANT5uI5DMppXOY9o4MNymBcyo+AvtvYTrCLp/6b+HfSRbZc/5BT9Q+bTfqrbQR00lY3+jxi/S0F1y/JhN5+sw2KbHAjP8pv1qs8LhF5uBdYGEPblgzs1SpQktnUoWUhx1yN9T6IwZc6Zbw9m5WtZRBpxA8uKVa2s5FiCtXqB3rtEHSOY496hA3xTavu/MBW0i05S8HNM/47Yt9b+kunf19Uz26yObhHdpAXOYJjJM7y7UgNUrw6yXK8g6HLWc5AHaHlNxOyN7mynCKXzPjFbmSmudqBheJJ1iY467rln6tRvvGM+69CyIjtRT3836pDwhJbyktpZ2pWB4C/fhSf+4Iki+T6jmx69sPtgvi9jFxHXeol5O7u4JnS1HP2+WXQDnaieCOWzlMOD4DQ+9Z7/4q34ZWMPwxLw6YdOtD6UwgeDlGeqvfuE4O/ylv2bFQ71TBhh2168epqYgNuKkf365wmxWHxK2EhUAgUAoVAIVAIFAL/MAiklvkPI/A/lKAeLS6DxE5YjqG0WvvGELPD6cNF4BH78G6jO31ssgCmHTgYBh8Izj95xhjDMZf5b7xsHEnZ9xLIMkRl2J0WjDXdCzKg7cxL60UyDIFzjCO6CejwyBHbQ4SdJ4228hEGOt0rGo1sJyqket4daRtj0bE2YuCbXaSNp/DG2WwBGCWNU3RuXPa0JBNY2YiiTlIO8AavFXn75PNzpQ1+jMLGIH/Gm8StzC2DzqmPNlR5lmXG+XJwh8nQG0JeZu1tOdnCXeSgc0T10Z2aG/Gnzrrewps802EJbqLl+vSCjtMiDnQUl3eCrfNn6eAlbPgR3KZpX0cD8irwTvIs3OgUipv9X+K1uES3I5hZz3RqcB95wJHf3qD0xpL8vw4xu18dUE/r9ms6QwyXwxG5Bwp1UggUAoVAIVAInIQAOsAnv0l8P+lEf61nDRkavpOaNWgdZ3jy/slAG1Lozqymwow5dI2N5NGhtMypV1tCnzk9IIgEwqY5GqTjei9OD7Z9pR+/YGLbEnchg13lALa99yLNq8fo4NqD00MNUsd8lWbluZ1N1g+ll58RsE/Qj7Ou2FY5Rhg93bqrKxg00T35vdnmrMeHjFfZlpZ3l4hZ2dGp+eX1LiLLkQc9HV0fW6/p+tz3s+VkIQd/kSf7Ejj/dAA/ymNaJhO7T0+pZ2ELUM+w+9M5qMuPBxyWGnzrsp4xc/tR+bkPhPaJfFmeX4Ef8qgu2qZV3c5249vwRzbeQbJdLxr47HPiE75KvuAW/Q7zd7ZkUNne7NBP/L5YriZeHQqBQqAQKAQKgUKgEPgpIIC1U+F0BDoFVQr/XbP52GOTo4OU8MuFWXMysXEaeQRyGgUnCmOjDgUfoyMdsM3Zm4aAZtB906zT58bfMZk87ln582hgGUDez8UGNvSk6Ns4YgQ7honMDcmreauNWYfhbvakxQkr565MB+/XJUcwxk/MshRrhriCCzLYES95bAyngRY0HkfmbhcGI/WiZYHDCc1sCbFzmVMmYWQNZq1G6nokNYYuI4mbYyv7N7b3w0A3DThkJY9wyfwIGe1VlFHGPd7AAb6MtlZ5aPaw06QAkNoUGi/l+6oZmuRpWM7poYOBuH3Q9e03uoEh2tpK//jlueoP7U11/aLR81c59alRW4NntrT8e/awR5NvTS3oqLvM4P4hzOlEY2DB9oITI2RVPaQD0+0D3tEeHosh2ge1hv/fMeDpAHS71oEZuQpZE/pZEX7Q/jADIvhyQ/x5H7S9ePs606L7IHaNrtrWLbC+qO1Ql7zcOW2u1e8+3fI5ec680D6Vd5bKf9GRCaxuuktEGwZLjx7uOf/kiDCvK1zn+8gR6k8hUAgUAoVAIfBhBLpvUX7P8ijO+V3PL9cxYeK767TQTqJPiSkeerK3s+lkfJpmy8NGSxkiTzGQjhU+JKNuWDSevZQR+X4tjUIzp0XHeoKOD/pPh+UW6SIOM/6k30k3xaYwA4TdHHCfSbfRbEF+drCS9kEv3kpQ2FgJ4ih5sOOsSyHUkbIRYnaC4hhkICbOQVDs6glXutXve6xb60HysW/yzfrcLrDWaSLXMFByOVrOQLX4sygeHIvDULqd7W+dxSpd6MyS8XB5kFy4Uya2aZseT6XdSBO5WSmK1brunvWLPNCbloFuHAjQyjpCP0DKh8y6lOzs+brOifne2JNtz+Tt2TogK0kQCpuAcsk1sWbSGe92zxi3/NmmJ38L4VDbX6CjW3A2dC63sHYfY4KZbFpWlvKy1EQ+0j4fKW+6g03rn3DMGcquBwgvmT2Tm/4ZsKOuzQOyznCfR3n7WrIho+tkwwZg1UbZn/vmQc6yxfgeEDa2p4hcfwuBQqAQKAQKgUKgECgEEoEVDTkf1/EtBFBS7QhBscYBK412MAal5ErhRd222dAMM9t6bzGdJ0YGRoerM4WlcZHHxjPxkCENfRxuKNfWunl4TnC+oAn9RtvGT/JBBs7/RaJhACDDkhGi27sC+YYWgZkEclTZsSleA//kxTHKg6V0MZIHx+hbojQZMF6cfwxZfk+CZyMnNk/irT6KGmWoh9G8rZmTb5G+dcuJBZmGk2dMMLND8SiDo2K4Euesbzq7gu/IC/rLwXVUyyBfvBwVI7mjAF61C3fqOJKMRI+2VgcKxmLmwWW+zDPuIhPxObJcueor+KmjaHsAR2iQToxpZ8iyOcidq/Z5p5OQH/W3sSdrbiYTWvAjg/Ckk4F6Fk7vXJp7mwMcOgrw8rJ6OHM1i1z8h440R4g/cCRqLGwH71gScXwaZ0f+4gC+8x4wbspTy/+cljvJeJd5jTLkp47p+LKc55S4JkcqK9cXyl/lV6EQKAQKgUKgEPibIcB3aRZSp135Ls5iP7nku813M49Pok4e6fto5y86CgEaBL6bY3hwuI6PZmctvRUcaPDDXmLgJDq7nluXmtKfERkuvbWOls2+a1Uhr366It+Q4NXJBG9k1ao2tiXQb3W5e5ax8sHMS9tir5i/ep7asRU3RQY3fsyGjLQLNSgerP21/oSDlfLdhvkjqSxTyk44aRnv0OfiPsXZYiDqzkCOkOuobKSDKToeWKGf69r55tkgmc73h9DRYyAjTuUY9LyDDvXN9gtyRVkeAGmZoe0j2cLYOD9wuIVTNdqJkmRdX0rtZ5KNZamxNbKCuRE8Jtje/h/TRhlQFlQUbFfKHFxWysZlB17UNdlAxCOd7S/KeXclU5qtAfmQdSlIbli7D4StdXingd1S3Pm9lbzOo728Bjv6HHjnZN9D0uYoYSwfdU3XYGc8demQcfP6Q0fzbGUGC8uBTAy4oUyxbVWWuu/3R2KYR9JUKAQKgUKgECgECoFCoBB4iQDaa4VPIWClFg0VxRplloBxjeEV+2fF7Fgptmi12AsovjIobKs5/ht/zB8DSI60O/u7MBs29tVRz0rwlAHAXkDeX+X7f8oHgqGA0RBhPMs7O44D/8w/TmCMJQyRkTL709wdl06HUPp18lZI/EAfR6BHodOhJMPQ3SYt/zkKP8wc8o6hIUON58j4joGRnSjeU1Zlqr1SyTuypdEdfAMVl83td6oejEyXDMIk86GEm0PMUhANdU65Q4LZxDq56HeHoOpYztBMR3fUQ+XXnXvgQD01ek/52vE6iaE0JBNBLyml2Rh3OXRfAZkdBuz/SwcFe5Ah56t0yd/5ERHaD3tUebb9/Tc6Fy1RyXzqNILrW164hbq4mTV812x9ZrR65jaJFbaVgzkpNoaqOiM8g8LJX/5xPSC55WIJPuohs2vHpHnuV4Xvqy35Jm2Kdgx2lJucwLkcWZd+pDSeJX68JRy+K4GXM2ttsaWnfgxlpIiGhRsuI/YY16yYK4NJxniN4qYDpFzdkBvcGDFPnpb4mzlkhdr1D4r2u44HD1ui7u7yKaiDnX4kYSl6krO3sTsIdahQCBQChUAhUAh8GgG+pf7+8z3ihx7Qfcv8rUUIawtNGr5fe4PSmxdHdMNM39PNe93R313+oGNMTce5fmV9skv6+hTe5AVd/c/ffuj7j5XE8tTorRnQB7rLvO2j9SLp98yyvdj5089m7PI20/0mRPJiwDpvgJXkSYcht23TpVMl4205WslQxAH4LYkW4oi39nEONV369g29U/aTgBgRW0i2eqvJI7vhJjtF80E7vXmsZ+tlGxgPz7E7rpr9y2BKVr8S+ZvtKltglmK3nC47BjkyUFWpFwgM/BfzGfnAPrhLz7u4DCFC3vO3mPDlTdtW5JH6ZzsaHJdlTGKpf6fM3sMW3Vf2OrNxNdpgKYuZfNeR3Hkv4TYAwcuQ204ITJCB1uerVv9TvtzWJ2wryWVi/IkCcNpWFm6Hfr5LvBY565mObEfjvoIZHWRrbTjkIw11nxUDGOwt5ubPjP3DgsyYLlzyjrn9u+oQtqqeI5MNFngik4bIeiUv7Rcue9AYur12UjXM8t1nLl3+fP3WH8mBnNjTlk+cGiTs7c374q5vgHETVsN+2m/xPJIYu49vSgxAB5aL32cMWFB7uOHg18EfAEX1FQgPALY7dSgECoFCoBAoBAqBQqAQeIYAWmqFL0CAkZ/xk6FipTUUVxw1GF04QNLBcq44WcTwZUblOKty4GMDoc0EZkR7M66G52+dBP/IO0q8Oihk4GB0cFSu2w9UMFQwAs5U6uEvejYcxAue5qvbGfJa+Wa5qeikUBpZsp6ReVgcEspUoZPBo1gzz8l46ch+xCoLG79ZdkvxXt1LvjjUw3jKFHTW5S/vjcfmqMZZ7bIYn2w7ozwJyR9HHjJsCzhyyf9dS/jRLtifOYzj5+kx+rOzgjplo1EzD6LjImV6ToOnxLzjOGcmrTur9pQBqSnjNmLZnUtQ3R6ob7H8NPmWLJ6R/EQG2qp/xA5jHic4kjjX1O2s30TZEOi8utt5Tf2PBPN3EwZ4DFbhTB0cXkae83cCzBigwiAN5Uttdo1/crkJ45sGTEiavHXwCMYNS94XFQqBQqAQKAQKgb8JAnyP0AHm36L593z40u+UsqezkQZ6BltL2JmAbI3Ggn6x2Z7p9ZPhHH0RmfYE8JLDRfvqojugN9gpPdDcQ6uP2+RwHmNQnpQjRQAHeG4NWZ4hZ6grnO+h8cgrttyQXAwyRQ+SaLEfaq8PP6ZbvkNd45dy7S2DRjUxx8bD9vBqLqN+1uuSlFPqeC31i4Nks72qQQiHAi5ZdPRmF1lG8kw4mN9IHBSkv2ND3jVIIpYu7h4+O+0x0+DfmPH4vjwPLFVnce7fGMTxyraYJJYskjFm/+qBbY71uru/XHtmVAoGmdAn0b1n+ijDORghG/UM3Hpb8wP4DXwZWIytwkBZZFzCQvdcrvT90Bayng1E1k+yPqzH2PbE5US/CjISohxDrnZu+xz5wGv2nCRfEsCvxxE5VJYuT8o03x/RV5YivVfPkkodC4FCoBAoBAqBQqAQ+PkggLetwicRaJ0EjM720rqajeoZqdg42ouVDoswxFBwUcA/ELA7cGbhULnJWSNlOjoOkifC4HTU/p92Fp4vR+b/phG6zPj16FOMJmRTuF4xmjFUmIFJR8s5Ab+vjQfhj4nhEbk2fBfo20lMLH6EPMbV7r824iSAjJirOi1wy+Xo26Q153CVw/OumatevthG4ztloc4O7znErGMtQeWeFp0zqrzhnjOBB3lk0N6/aR9eRip7TzEkPCIDwMtw8+xnzebQnmfLVGZ3LSMjv+mk+b2KDjoYp1vkoF4pGXh7Bsmf1AlIR1EavzqdB8roIVAP+QES/LcG0dKeuPDz6HrVZ3cC9Tza++CBYouD+5fZzxe1RzpqGJHtWc1OF7KSx6xHISEjzfXMNPSe0UNLvUf0QSBR9Ez1v6iv9/fxrtCtaEcRCZ4R6ExjdLvyrKXhjNlF7xHdPRJw9lPvL3K+U950FG6mZAEzw32rWirfZ9IFRxc90ZLksyT1rBAoBAqBQqAQOAMBf+s706zXH86g748aH7YjH7dwHm1doWWvuOg10jytbzCgDz01dR1o9c7DB9rD4NXUGvj297pASwGea3rYA9ExPXoYW8lYz4KXlegdGNoJQ7kyGw8HF8x2pH+QjXyiY7O605/0y/zu1XkgrHxa6Wl6F2K53o35J1aGLJNn5cFsvatsiKt0OrS6sSwOygdz21G/UP0Qjmt2HJwarIMe18qcfU6ZqWu7COxsW0CYfB6Ri7RdMENsB+wO0bQgEmatvhljRbW8DHkdHXGsABWOw47+W6eUQdS/qxzAOC/pg4hyDsIq/Thp+D2Wb3vQ5Eic2+XbB+DzNkyyf7xiFgOA01jtqTfcwi6hdmn1o0lZktcTyrPnOZwLM+qf+yu4CYb6OUzxQQbqnFsAtlyLNR4y3XgnyKzcn0V7eel3Iu8aZCQ2dMFFPzCU0zxWR6NfiPZwEl9R2hWQj4FFxrHJhk2rMmUf+EDOGdhFtiIXAoVAIVAIFAKFQCFQCEwR+Btpe1MhfvpXqP2osHQgoNxqFq4cbKFs50hSHT+u38ITGSRL+wX2YuwOiWYofMgIcP5tfIid+E+MYltGVMdWJcOyC/FO+xv5DwNIRNeMcjv/MPCi3I6zp6wxqjBg6DhS54PzTQcB+Ux5Og7cZ/YvBrCNoXcrhfKADJ6VykxgeK4F8ktdEG8tC+49k9eibrrPbHMMc+V9Ypw/Swx/8JET1J0VwmOtnFbJkGf4RqfYjV6FXTQoGzlf2TN66EFaZdY9AD+wZrkvRn2DN/cOBL0MGGHu9vBSdnjwo21HHbu754Z8HAk4cbUP85U28CyIPu8yLdl4//Zf+qmjw0b7szSvnrXyVt0Hgef1VY/dEZR1mvj83glZV45i9w7vSlsIFAKFQCHw80Wg/4a9+y1bQVG6dXSop96wEu/hNt9EBrd97tvIii0hG8ybLvAgx8IN60ghnwi0cJacGmAnXe7OUsa9TmeH7kYelo8BfXK8Wa8TqV26ZeapO5IeOwndnn12rWO/U2cCv9C7Oj67TkXDzjFoSS/zErhDgeyi9BBZeKOTx6BV8pl630PMxRthf0Y5siz1W/r5IgduIlfT23e1E+UFXdb1n3ydhBki9UGr+1w00PvqgZob6i71ttVTr6Zk/R7ZPiQfslLO2B+rg3ej3BlY4IBdbedlu467H/xLGYMd5fwsYPezZzhOfX4fxGwuRnOQs53Pgx0/iIF8LNGu1QPcTzEn8kXXw/ti5MfS/7ZnbU+P9+usECgECoFCoBAoBAqBQuA9BF718L9HvVJLhw1tm1m3NoYvGq1tJzDOpatMCAwJzRS0EiwjQYo7PsJxk9hIfxjKH9Eh4L8yRC4XOcU8Ojln2WHgxZJp32QUXujgYDkljwzGaHkzTPgzop+Z0DKKyDMOTmePP860nrEHDKOTcaJJFDnC7DQ9IoY7XUgow5ClvpT3q04lhfpNGIWPGQf+GI48oOsJmbT8McvQXv6gAdzH+Kf/Oo7gqxG2d+1XevnNtx9yzsUMaByEhA7nlEvG7406oT20yH/Si/iv/ybfcQktnLAsqUVa8hz1ImYa68r36egKLOgEuv/QgAD4y4G7l7/JiMVFeb1ioOt3pZ7pH2Znzjx+LFsK/U96LmfiDSc4S0h3+CB+F5JO3CJPtB/xoezhK+PWSyq7Lox83dmi2G5rAz3yTgAMYf/jX5VW+2LbgPeD1T/h2CfD+o8TlnoOT5G8qtLd7MxX8jTMGyXDzvlwolPJHXvz/VLnlD30QrYsh3FkfkvIe4NOSs/GVQcPt92AKOudwTO/NRv3f7QiwFVlwb5aQKuQ/H0BzsogZXX3ctvU8fb+GjpHMmPLckzLX3lUnb+rjVxYqcDLujFzXWLoN+bZ3HVfrRWB7nqnGR4GDUzDPM30KVeB6xiPT6I6n+5/VN4YFV+hECgECoFCoBD4MAL6nqZzy044Pp2TD1B8qwZ9fSJOeza5x8X8u8v3GcLoC6RZS0davvdd+itWjPRz7unc38z2vIsVCbf+HdJLM+RTLnmu0jfY2uGKjYCtMFE6pjpI6CUBEium2CmDrqU00pyk73eS9bpXf74ka5/vhtH9Kj1YOoGdTUCoswjwWMYxtvCIWHdvZ8LSwBLvO47u0GviaScnN5L/ipzWh7ySDyv24BglEfqKbMpuJDGlPA8zOOMx/FiFiYF3FKwYOEdD8mn+Bn12Id/MebxIZ76yJK9015vKkJmlUwpzqZavB1mbfAzm9AAE6dTYapfEJ/FqZEZ9LmwH7D4gIlcxIBWnl56B4RyjGa1lyRbuOp10UJWzZWSvXc8YF4gp50Iy39Jz2xmSKWwy6sMA/lqqzffd5lW2LP18ufxS2VZbwc6gzFsfxYSYwWoygBM2GPq4ypU26eqmuyPOY+qhzMZbm87cloVhDPyl7QtHGzJRc3xqStQvTiQfuNKnoQGo7QUSsjlCSulE7/+BV9YND0aQPU2bznviwCpbIRt2m1Y7ky0V7wvqnWqs44Jr5Gk8duJ19Lq7O0/pO1Bd1J7ooHDT+9poJG60A9mKzDhHPn8SPOAZNsgX4WQEk2wjTtmpH0Z2PvvKI2FfrjHgRu8N7G8LAmZ8H0YyEX+8rrNCoBAoBAqBQqAQKAQKgecIjJre83j19AwEbKyEgzWM0DACWIqJGZfhoKMT44Nqt2WIGXt2kKH5c09mQPClSnyoWpi3jE4ZHE3T13kXMHxwgHoGLMsAnxnIpwwJdeLEaFeM2qUg/DFI+Nkp/2ZZOE9ylGEp4yjDUMXwHgzAuQw8I2AO4aSnPhwNTXbyjfFu5/4WWlEfxv13D9YHQY5xybLfru/uSNjA32KzrJeMWPcKbOUf7Wk0yDG5mZnaHO1U8Y3Bxij8PYIa/jvqAfVcHT/MxnWd28hziGZW6kBgFnB2JhmHIcbyifje7zGzIZzWDY/l2Ot3sarhTf5fBdVveN1dxnQkrLWrV4R43tqoo9JxwXtxgwyWdwv9LXEAn/LeWue20Kw4hUAhUAgUAoXARgR26CobKXbRIH6EAc4ZDZm0I7Mjd8ppfG+tS+Renlv1RfPPb7b0Bjk73g62VaQ/cRRWoeOgWy3p7lv0rJAP/C72WpBmS7onObGMOSv5HVoNL+lyFzm2rm/hl3Kge+P0ekcfzLyP8l3l1PrOtkkHAhLhCI2yxLGUsh4g9pAkdPUrtjxOLbWUfUGyWH9X/TpVrl4KyYTjFxvb+u2zd0CPDfZTrOR0Tnn2MvXnYBY/Bn/IN63Qy9HHzXNwY3AzNuaruJnm3SNlHfbJKzshVmSiDTzD+l155unVPrSKl/tRKGdDOscmvgFsCTYMOKCv4iuD+0aoj7Hi2Wi365b7pWix9F0g61z+rxS0eBUChUAhUAgUAoVAIfDTQWBD7/pPJ7N/25ygwEoTt/NPI1sZHZoOPivCGi3szgakVFx3fnxI6WVWJdaVDcGQy4PGcfrong2pgf9Zhgt8MDBwijFTkPyzLy738qc4OF3v7EXclH47LnV5ShBN0WOGQex3g4WZvIOBR25rNCoOMEalWl4/eq8s6DojRxdmSt7otMHoEe+hzM1E13QwpUxgQRPFgDzCn/w2vMX/qjKFHZTI3WqwDOk0pbOAwPWBzhzT+ovrVeztpPzkbFjTzXyR5zz3g/YnJc1j/+z5uZ2RmsHqPW01m/nyHR7zsMATnFRPPNJdgxFcbq63YMDVGGI2zXgdM2aYFUunBLOXmSWb5QmvJRkyfcoS8ZibQIfNTbLYBm7R+hHQOQKfGcI+F96Xm+KL/7CE9PPSTubtGPnD/XtXRxttNPYgHst+4K+owT/zlGmVywbT9PmM1eIlM8VpK5S33g+MSle9uM3bySQto+3pbDwjwJf80MkTM5yh2uPPdYVCoBAoBAqBQuBcBPj+NL2UQV9cLupF73DlS4mOwXHrV1PfROvm6OwErjmmzsL5mwGb44ajiVVb0J8IW+UDKmZcoi+A37MQ+tWzGJN8WfdoA0cZ1PdUh5tTHeVHH/OAPtteLthDKvXAAbnQb3GYUw4jqyHK9hNwY8UdzVD2oMOQzzMDF4kslbsEQHfGyWp7IWwPHJph5+mxoqS2CNntelXIh2MLnTAGpy4KtnITecO6QxrAso7aimEl0cbbImJbGntRdc80xePKLOMslD7XPdkRx7ttXQYJh/YbsTLd339zXAAAQABJREFUGK9Pvesc56/bRmaao+gOMs6pMQgXvuEAZnWwWInoBFnmrFqtYBY/zlVQSyknNWZiM1OrtFqABr3ioJ6sVvBA/7wb9Nt4xTbsWBdvHhF6jg0YYjthBfIsy/OVPBlvTu9JOni7Lwm7RW1EK71x9GpWSY7kxONda1mn9L8Kw8iFSph2g7Pa7afJ5ocpV2AX8cGyQiFQCBQChUAhUAgUAoXAOwj0auE7dCrtJgSwFlBsUb5lVGl5Xa7TSXIfOjAolg+quuYto6k5B8MgCIUbkyqWo07HlUQ5LbDsEHzajFAMy5TBuIBGLFN1l1HAElDn4TAaFO6csLHNUtRRIj4a8tYk3NmFcYIBdVZZkH86BaLcH41FsbJEdDIpyCi6yYjDKKYvcMsk0EjY/U0jr+Ee9HlOPhOToB08wpFGnbS55fx39Paeunzho7o/nPeorxFEPv1cDq1MiOp8rKVZuN9Gh4fPuaOzEHV6K/h7dr73opIoNvansVavKGPzVl6dh6xDmfdMOb/O+/BX/XenjU4x2Ft5uWwonySZSfwcenRW8hseHDwRgaH+QzfCOn86/BSHTgjCUFZj2niw9lfxnE+e0wlEh250qPHeeFr/O144i/O3xunpfcu/p648pVYPC4FCoBAoBAqBDQigd+uzpwGIT793GygtRvF3MhWZPC7GnN1MXSBnD/JN3/pdn5HqL5HHMkErdabmnEBf3BTIh77X0lVi9mX37R7obyLURYKG6A54IR862N5AmoazdBkPBtwC21O5IdB+1vNwlveydc/3iCv87lq2mGVsjwfxtnOJskMH7eVKqkflQx/eaI8t4gdf5MljyvPukfKFJvJhM1J3Mo/Q7uojlw75nGf5HP2ZsgS7VmcmdJxw/x/XYdqvnKse1LyxfI2h8Mo61tkg+4XYkAL5WF2AAQgWURZonCwnlny3O1vEgJnwdD6Xo551lyXSsUv4eUCzeVJu/CSDy546ijzUf2z9rHO6q3z1v7PkMp1md/HtiJWT5KhmK6nF4pZMXqGKeph17VRpVoj1wtBeGHDCN0XvRs/s5znY0QbAdMRuhWDdLgQKgUKgECgECoFCoBDYgQCaaoUvRYAZdWHw3WzoseyWBPAeLRgXUtqvUnrZl0cPvMdRU+yPiDmfoWgvlkeGomhreVxGXzJK1KPSJYsNMPHW3jEYLhgTGAirg4T1dFeQbh8uRkYTM0MylnoOTHpjWMYBTiAZUcBzCv/c60gj5n/YucSy21AXffIpnDGHMD5cQh6Vihy6sgAYJvq9UR6MhvcMay/zRfmC7yyIx0087iyN5DqC0zjiZN/MPjwoS+WT5a+ZlXr7ta4wtIPm+JfctzJQHfFe0XctWf2NwQKB0xh34xlYKS3LTLEvr8fgm68RFpGebrvnW5IZ5x8ZNm8Mwu0hxWVGO/NJaWuX2z97ebv5nnIPVOlkEu8reyZ7Fq9G5WNF6z+j8wmL5eYn7Y8FYGS65CYfBpu05CPzrtOlc/MnDukok3Bo6kSx1SnS1b+sDzyJWbeqN5SzlvZyPV2qXxBaDS4cPRX/H7+R2Bjgf26dCDGPI2PQFowGbUJyXdURE3vkje1qbC/E2RKUQzNgb7LfSgxm6/OeINApzsMRg4vbNPeU3+sf1W6UZoKpLneFaAMX7QPufbtdd6PMd5GpyIVAIVAIFAKFwEYErAOjd6Er+MMe36KNyTdEa99gdBP0Tx+fJUs9hXTIhB6ZeiPp9et0kQkl6wSTO88v0CW81yP6/rjH6NNEA4+Q0yueWGckVcreKAxxF561KI8H9Ar0HwVOt4ael8/BiVmDwk57EhuyZougEUcA4z7M5PejeRxdW6dH1yMCaeZxnPDFHxIrbZMRHPs5qC8Sd4+pI9gNMQPYqx15taXIC7prU6O7NFtOUz4GBco5SBYTtkzeY573Ho4qy3QsGSfozgk9JHpyI8tIAkHGBYvtQDvJZ+3Is0FGMtDdh4Pa4k2z3z1bdDGDRNobsCGVRu+SmDGNc59BEuIdD3ToZOnI82qwjHZs0gawW6gVir/W5klyNIjmRX0QthGRz3jyTujKJ/n6iDyU5+/1Q76G51H+G9J58IbaMFZQOFgln2WdYeLqCq7Y7diAnPMXGVUmXZYCZz9++0/QxWmO/adVt+hbebD/kEUD3703tZzTXtFA0VzeowjTFZzG+++dKeP0PfmdxTuCmb+x928Ubcw3p88nbL4Ruw4yizDI955AlboQKAQKgUKgECgECoGfHQJYKhW+EgFruqiz0rgxXKSAcyuMbp2gxQ9xPiDYhLaMARt4GCbIhHHCOZ08MsZ0frFVMbMO3hALu5M9sHDJ4dzGAGW8aoY0YnDSYewjzblBeRTvu/cZwyGKk038mwg2hDDAneWGRT48QRB441CNZdYY+Zp5z5y2o2XAdcmSe4rXZg2n4bNZFJc3sckj5c0exNAj32MYRwnjyCP7kkOFdaMOeDYmRwLybwzwyxL0jFgZdK7s5DHznccZTeJRWeyEz45HjP69QTJcle4HnQTI44LdQAS5kEE/liHWkbq5Im1HL/ERH3dMiLc7WXq8kSHjgcVSgDfcxHtSVtMOhMeU8BVPBpGQZZeBjuRjc0jZJDOdWc3pmskfEWy0WdHghrMWBzD5hY6euS5v5D/ISXz4q8NFg2OS52P9Jx5P+YmfeGVc3dD7ayNfIjuQmjSvSzri199CoBAoBAqBQuBNBPzh8hCv4fPTaw1vUldyGEg3sF7Ctzm/8xso+zuKHsa3ke/shjSboiCDdBrpSNaNLZtuwW8Tj/Z9H+QDsXbP/DOP/T0/2P4Hh4pnGfaaxZPkvc7R9C87p1leWfqMbaAnyePRE7lTp3P5oeQhVwfW8JxHW/KdDq1Y2han24PfKITa9he8PGhUsi1CFmVuYinrUzmRT+UquwUH4V1GWpfbFzIljhIEXp71mDr5i6R7Hlv+ru5lflYFTbkon9u3H+mQs6OVZ6sJ90g1xrUtgbONNgztLJhX9YN4yNPiZ75057yAPPqpbbAE+dB+XV7P3oCtTBHkI3JBuA/UPWx2rU4GP3cWgE2Hoesz97DBaAfTNkAx9ClcLIplUjq+H3BQ4+SXc5VGnMWchJEP+1ADM9jPfLSsMsKnj+QeuaiHDBYRnhSx2yXg8D7jGyXs/OOZfhUKgUKgECgECoFCoBAoBE5BoNNcT6FXRLYg0AwHmROKzWy2SGTbYVCOP1k0wdejf8X0jvJ9k2KuUekXzfy9yBCzko5hkxbKlnxtjpMafchBMjCIX8PDBt0z428zs4WIjMX9iyZds9cYMqiDYdGA5ClGXyuLKKAFettv4fy+ygn7XcaNy3+giWG0FMBAxpLLZOn5nnvioT3DrnJ+s2fqUp7TwRZ1kvKPfZr7Zag3V4mGaczskNP72x9V1+TYVz3zkZ6wp4HO0FgGO5bdAoed7UKO57tG1rNXFEt/3xr/p2z7h1d1OuGA15GhCtsDecOQldNb9exqJzCpkR86HLu8LOZLZe8ZFTFS2vVAqZYC5Rnhh6iKb1te/apZNVmmS+me38NQp8Mj893JOyTUPcke9UV8te8ZbSuCZiVrxgu/w+EBl8znjCIdx60tIS11O6WexdxwaQqtrnWyD211A4mKUggUAoVAIVAI7EKA7w06H8fu27OLRh+Z72X+dOoPNdevdK+gkVsveCAiuoD1gTPkCvr+K1FuOICZASyHSTgf93y9AzOcWzHT8Tz5rtIXL5c/aXai9GbjuJM2My7RH+3swAEHhjtpdFA91gnJt1SU8NjIJzCLOjfih4z75bTuef0v4cXKQY+6Grpo/5tkbeHCtgYzQ1W2rIo0yrcQefVW5gMdkWXGH+VaTfriAfLFcu3Cj72J17TOB56tDXJfDjnveS2bEPvw5epCL2TqH4/tF8cg9gTlnCFxyevHI3Xe5aVHi/XsMcnBO8gmW0urNN1vKm+NSPaqS65DfXm9lvmgAMvJhnLDnoj3H30ksmpsY7iNDO0MmzrK82rnJcs/Z+NE7pD9ozmgfG9avegmJ7VwnAfK8qL37EUO4HC2TmNk28y78+u8f+wIc2xTMNHgfjuBEw2sa1Z++Kv6J5gBzMpPlHtf9uO7I/mfK19SrWMhUAgUAoVAIVAIFAI/XQRS+/rp5vDvOmcYCykgRcEFIyNR3DkfHur8A8HGDQo2Cvmcn0bj0qGi2XfxDPnOrC7N8YyC72xOFX0xM387l5LvYIzx9I3gLMEP5xwGiQXQ8VEGnnnZ4jfYPSTFKcny2x7tSv6X+GYqlvZtnUabPa+Zdn5kVrXyrJHJ3gd5/njxmvzTgXXA+TrQI4/CWc5Q8/d96vm2+nRhqSgZtNE2sqwG4k9P7hi6mpl693JclPXOYMzFU4MArt20iG0ObJZQjzzfcMg6bMuzGCq2fhj0LAXuH5g9yz84w4TZNPBlCTI6VZ/VL+KvBWaC0PHBqHx4vwoY+LQpfkd5djycFzBIzHhPPQ8ezPI8ysanMLcAG+NXtEKgECgECoFC4O8XAX8f7aR4/S3Vh9cZwenG3rqxv+7ZeePbzjeeg3QVOScetq15ylLppSNdcCZMVkp5mmjHQwnGTD50ml2BfDXZ7BjEOfjokNlFMiPbcaIL2y46binKTLt0tGNV8uVA16U4G+9pLqvEwfnLSkPogODwZkj52KboYMDyYYAB8lHHVGEOUnpMRrleWCXIOvKW/CZvOTkZkMoqYNbT8/4jj2N3kh56LHLt0WcpO9ri/8Sg2SR1TJCNqbB1kDN/82TtPtmgbrHK0ZcG7KFsJytYIpccmHcN8rbteYYdtCOPfldrBSbbzIvpKNf2+2LZLI7f8dGngF0Zgx3AjB99BMyaxk6nbJGzQiFQCBQChUAhUAgUAoXAmQhs6dU/k1/REgJhe+IAlQ0jpRc1l1lyN+3H61GRVxw4dGhIEcZYfSOsjSaOvXzEwp0IMRe5rcWDNN++33/jUaShkOuWZMVYvVwxwo4r5ikPGFxkDLBnqPfFag5G+9hkDFzleGOZpdvltzKmYtYqSxZ5JL3+vmO/Oy2Gt+h51oFmP8csX2ZPKjRjN5bL0rJt8MXAl8HJ7FWMlcH8s8FKouUw6cxqdClbp9esgrv2GhVzYTFPLx7C+ir6zEK+uj4wahci3I/4tx1GnJfzvv1S7GRkaYT+3TMzce7GKO+UAHzwezL/2Xuu0sEm/nctpZwzTe0XVYK8zrTz41hOlDX0MIzlUNQIb3ea2OAj1bRemb4Ss8cry+bF0mDsCU1H3Hb8A1bN4MCRiROVPNOR1Kpw5mMud7Q6RkrriTvGJK8HQ7SYr5pAe34Bs290CDTe6qQcl9uOXJvipBwlY+IvXCw3dZAlllu5j7iOkseMbt4dJFYOrn/QxH5Gqyu/0H9RV0dKnFE+VATxv/27rjQq//v/1f3I2OPsccmsR5c2uCAcsf0S7l359nldlcm5UF7Yw1nY0VbBwIFZ+SFHg0MY0U7UfjXbmpkizFx/bFMt+dND1Bjn+5vegd/+EHTyPdxwzHad77OnJOthIVAIFAKFQCHwxQjEHp+NqZ1MOrfu+1yQ0Iuk/1j34dvalo/tdSBI9N/y5ySnT9t3H/0WdQU6MWgNnUvffutd6Iuhg0wTt6tMi+4o/Rwt2bMcRekxhL4w3kcfIczvx93Qr6Er/Z/Bh9In0D9GvWs5XaQOusNsVfRX6ZwXKX5orugMqT+M8dfOHvkEZlDSijo/cE4rv+jTLS/evqWpMaO8y/RzdSOvygMrZZlD6k5pZyynVrwWwXq6IsWWPjiBRUX/0fn1xwG6ERJ7XbV6kE/yOOrlEReK1It9IewaUrlO2fmkfYj1j5ndCDbKtI9yyEdq5GOGMjYSemmjk/ppiuy62nNTRNtV2Jbh9PLKW03PzHIb6O0Tr8khzFyQyCX7VbaP6TnvEmyVODLRHhk4i238P86lNfKsGJnNYeWhnQJOogOScPTABvCMMo8o/XniR3yc0zFjWkJ+JoBBlqdOsJ/5gYMHhbtMwybJ8gI3VkC6afCt7V3b6yk39TBgH+KvSj6mWY0ye+B3tY1LlbVkG+xVnQeKokl/043ypa9D+KnPqQ+9bdrfP+WcNmFZcPRLRiFEAAvki8EZqnOSLQbdkw9i6Gkr40Ql30sflRfWFQqBQqAQKAQKgUKgEPiJIdBr1z+xrP0DZAeF2E4NFPJQyq0NWx1uSjJGxqcC/O0AbrzTwQJP88WoZfafZEEDt7ypgr8pVKM1zMzEOPe9ka5nHMhZaAfQYByOz4+dSf4hf+SfmZnKv0ecLlDU7FuPpoW/DPb3A0ZP6wCS5RPLIy9h2sodoxPj3XUirdHjUrhjRvm938ORGt09T+hR7Dif+ZF/yXMotHocM4DBmzwv5buj7vrZOjGMfWDXxXh5Gk5u4cwMXDpaDorvUf6zMtjSiUf5RscmnTyPdfxZBqBvI97LLlIGG4TPuu1OHngz6+EFzk+EuNIB7Jk11P1X/KmzqjCeMUN+j/NFJAaAuO57GWzeQ9Bv7YIIC8HtCRlOCc95ncKiiBQChUAhUAgUAl+AgPWRmZ69yrZ97mMlIDlYBz10NcX2B9btpB9YFvRBZkGii8vpYt1Fp6nLPKOKjiDd/FTZBn7oL8gUcg23N5+gh0g+BrDd0F/OCMiERqdBhXdWeOnwOkoenHFgenDvUSKkw56RPFrZ6CwNzNJQxsbxlf65JDuS6Ce5bqpjNztY39NLH7lIrsE+2aozRjz0c9sm7Ml6ijO1ly7zCS9+e/ELuym27Nmbtpfj9bkH6DJIF1vjZeWhv6LZc69JvxkjMST/yDazg9x2Zixan4qLc+n5LPqZlx5oonIOx3/KnhxkC3qvad63L0HOROcdjQX1kH4lBsEzSDfrFbLqN3ybFM99PuexL0qFQCFQCBQChUAhUAgUAtvW9SycTkcgFHOPAtVQRsatY6DFyG4cPYzu1h4usiAuNvDPVtiDvw1CHK8a1X9lH2AUcjub8jkZZ/lhjC3Fw1GKQ+htoyby644ezZDEGWm+ohv77MAXPsq/9l71LGgbA2BzTgg/JqN1/6g8MbOUWYaP4a6l7zBKLizThUPOTls6FB7jbr1DuWdyyt7XaQf12MLXBhIGk2buuozkWLPwfRlt5UzxqcNBBup3jfxlJLCXpWs8Ies6KXI+DvyzXggDlxe4HeFPuujoY1YsefNsBYu/Qg9ciIeM6hzAaAwn9kr8ORRePpv6q/g4gD0iex5p/TrqCTNgqHsMBsi2uIE/PMFJnRVXGd4ehW86yssQ1unY+St5fWxOWGOWHaQDDbUWVah+NLRnPIg3HYXeRxi+rr9Z0brEq6cGX3mWDIpzDzBmsSMvvLvgH85mzWz3jCHVMfG8WvZZsr6ezx7lZXQG0UmgtkkHmbEH/6WQOLbR7sKDOpx3l1Ks3+tSud6tx6wnhUAhUAgUAoXAewg0ncDfxU4/2PO5XhUgv2donfwIeS+u1v7epHvFzET2EJUw/h5uS7tGc7wfdHCCfcMxga4i3dQqb4o5Rl44Axz97DQSZruwep0Htu24fvuTeMjRii2iq624DcJ64Oivlew3IadlhM6mDA5k8sR6tzDyLEMNtPOsWJXJXP+z/eREz/IpYWxXodeiV4fjyPgnw11HZozjLBclVzXK5Bn/18SxGJDNdihFbeFwwm0MCIK+PNiva/rjRnqzaJbPNjMO/icV8AGHxAUbLJyZ+2c4z4RZuKT9xsBdMFT5LsRZvIW86O4ewKqUrboumgCLBLbf9CBP7f0bdorK26sM0EZmQTJhh/s9cWOfaba5oV/iKwL7EmMH6wc0bQpqvBPgH+VJ+4zZ7wzMEG4LjSmxPF1qO6cp5wXs3HfD+4L3LLUWZ7bss80V4l1pkQngkK/t5y2kaN1hm0ffAHvBW6Qm1+NKU+/KUekLgUKgECgECoFCoBD4eSOANlbhb4UAloQNNOnFNgKl9crgslMOmVDomf1mJRnDJ4wMHp0TsOqgi4PrrxIFfmlAwIsR3ThAMc4Yba747qA6g3vmBSsJ5yr5jnujUSKjwR1O8Mfo1zWYnRlYUliGZBqfi6RbObBkdcycBbejgbTkmfQYr5y0Zmhsm6HE4yGAg+K05ficnmfCzcl3lUnI7vrmsocumMKXn6g34ytk5Ebjj9HoOFkGB/ibl+qS9xVedrrr4XIY6kAKuBxtvKt4TpN5DuM3npNX6j4h8h3nS3+FUTNc45jpluIu3HP9ZsY1SwmqzLeKPye1u5wpp+hciln8R2ah8E5AYEz1OC69h4alyInLMtBqVziO+R/xX2FMvIXg8kNufuwrhwxRnguxoy6rE2Gs04uxdtwUP+P+VR1NO0SrqIVAIVAIFAI/EQT0rXnQbw9+NxcRye9i6m+LkcabfGb9vUX/1u+w4jKSjLOeP+dylthBx7mZtgTkvY/bbk8OWA2pHxCf9K/STAgsX7gcREfbtIRjWocnascikWYv3dD70PG5HnTtxRTPb5LW+iP2Evok9kgINdpMSWIbBt7aA/sO3d626IZ0kzqKPqaALWJHfhts6Zv6s0tnzUR5xCEth5vLlyP2x5HALFtsFf3QDc+oHymG86f6Zzt5T1uVHPYENrmyvr2FVwrVHaGHc3XX7H2lcb1qsoFdq2enYicxw9bUwF4GYauEXR878af8JBfvCez1G85fyfXxQJm2QQhqJ7HEvN2W5pxb0WTfhVcycB37uGAjA78XsNP0jrFdPT4yfm6i1De9N9znwKpQvDfIW4YN7T6jHj5KRrZfUlux41wihN3IctRtgK/z8lqWx/fdYaEqYSFQCBQChUAhUAgUAj8rBNAYK/ytEMA4swUkR6tnY0oQKcWx7yVOJwy3MPR1ElJaQe4V9zeFH/aAkUGFgaClyjDDGLlqJV1GT+xHLCNXvH80Q7ANgHW8dyS4o8mLLiN7f8iAiX1HY5GgoIsxoNkHfqbz6O94h+UsLVjSaaHfgEUXBbwVYjlqubS0H/HUKPXjfX/oiLAzGcNXbD27mFmOMizt5IUceR3LGee8ZwHbdJOsbwBx0UhmZnOyBxBG411GmfeghmpWM3CGv+ubzulAQAbiY0S680L3X4TsoHI01Z2b8n1lH2DPLP+F8hQh+U7ITfJPPaFN8Gv5RzbLN+I0SQ9Geu46JtzYj/ebZnSwpzAZDajX0vaUqAOKR0cKdYWy8S/o9+WkB2MQH2bEMirc+wC7wyJM7zGSZHkSru6AhZviMUADOdTBMMcLiTK435F65XJS59dNMmsvO3ceuoMALF40pMTeDlg6PPQe0LuA2Qq8ArLjY+TJ/mJ+IGF1zqnkzPINvFrspJ2JV4/CTvl3XVHZs7xZzBRSdhbEj3vUCb0zzeM5tqts84FpaPaO9vSKwRqivVn2JFLHQqAQKAQKgUJghsCgu/BNRw/BkYmeM4t3+BKaaAY6Wufk+7WTPt//nJ2HwoTMbwfkyoAuI32SZYP1Td+S9dR9bnzwPSsP3UZOViUOh0IvY88reb44ulyggeOQwYo9vRdp9XiQD9wVOnfRTkpOHjQGfYf5heixoQMnL2bKjToZ8q7nO9N4RRqVLzO8sQZg8dSxslD2od+rDO2YRk9iaWqVp5nIpWedVbdXwzq2pPXKP2wDhO5PmOtfCzJFRP5K81a9Ct0t5eJaZBLPpl/75u4/YIxOimyc81vPjx46eBUhtUevhoTtB/LSmWlbr9TypLHtmDJhM21pWU0+6pJOL63v4TI4NKXP68FYz4gPj/0hxGn1VPj9cB0UcYv5iKEdrBaKZ2D2V5Wtdl7enq39QrYUnsXr9sUgBNoZNknISC9JBK4lU1upiHjuy2hPP3MAe0AhIAflrF//nva7TO2Ao/sceHcYSKcJx3XkRTc+F2i3tt+QJeulZLb47Z3mPhi+A8w8j3z1zTPfTdSdJfvvc8IX5UKgECgECoFCoBAoBH46CBzT3n86+f87yEkqw+jCNgWbTBiWdGyg1CvODgNuX6YwHJpBg1ZtQwFjIX64r2L0sOSwgYEsyHxOuDlfdAKx/BszNEVeP5T9VPjhdzEWzBiF93n8bbDTAUUHWXPQ6aQLzThynt90KHVUnUt3yuGcgzfBOddxZpC5/MGduoATcn/+MarcWeN8YHiJhztt4DXlB+4Uy1DlqAsO5J/uLD0ktENcbP2L7NCLjphtHYqNP52R6nAZnOTOyyu+KTudGvon53PsH5X3X6XP52Q28adtbsm84jQZo8OADkXy3fPmvL9Ofv0xn4MdfLeWP/Wpq9tbRO7Z+jx50/nBDGbeAxlGOaJTCH7JhHrNqgGq20P9yXR7j+LDqHHzHnkuUhneX8jC74wAzxd8z2BTNAqBQqAQKAR+hgjkN4ZvVuoE+e09C46930Nk4nuP3pXf9bNkaXSsG6D7h0NzH59ukKrEC3tBmPX6RuoDu8WelYGh21seYJZ6p4YCnuXdw17BOW2ZQi95VEdT/rWMh2yeXXuNQaCRu0yXx6X082dZZ9H5shyX0u2/x8DbmPnb65076di+wrZsNsfO5KvRBbr3MfWgStrIjpD1yWXJhcpxkz2zg4fbLLYKsm3Fj7LFZqAsw9GafQHmPG9P8+s94ikuS1TTx8DsX0Myt4V6+sM55UjsD72THvKQ5awBCeLp2p/vm5TJfQjU/RwsGrl5IPWxGxKIvgH/5nUJibF+mfn7w/+yTHlv3GMk9MckG8sJ57n6tBgUYic6GKnvh/rGgBb6I0AXTF+EkPtFpHpcCBQChUAhUAgUAoVAIfCAQFiPD7frxtciIC1c/1F+hz1jbLShnIeCjpLOyNPzjUT4ShHnv0bU3m9SyDmmw5DHHuWMUYEhmVWGY54T51i4er8fZiTSCfQ4uzYcwRiIvxID7aNlR/A5vC2xHVQ4qcLgzXKI3CzlL3nn8Vi+IxXGDzMqWf7ozzrG6NflvVZlwJN3dzZoDx0MZ9eZffyjXJuB5WG020ad03d1tQMujLcYFb2PN/UFOrBlVuyu/jB3jmRnZMMeQ3FXp4niX3EAY6SDwVL5ruSJup/465x2afz38Ldh25z9TtfKYYVlf5t9dO343sAP2TyWo+FMR050W/QUN55LZvYht+N9S9tzZ4LmK6s9X2nPrmMbea1Ei5H0ZIqZKt07yHJFose6hMwHGsiSDH4J0/521JclOnWvECgECoFCoBDoEfB35VPfFuhKEfCvZ7rxnJmJ/uYSf7u+so069FL3/m/PnnvJo/vma90apY9v/GA3bWP8JJZoCq6b7R8cYNLRw9P6JM38UeAUM3/RWd/QQ8hv/kQHSlfsM1h2OuQ4S5MHr0KTj5Va/GN/07D5XqVcfo5OpvTNMR06H2XD70AYylhOQc3wZvWnQb58lpiAwTO9DMDSOZdpdSvsygOykaTRuVzJHzZZzAzlESFpr9pnTd6Yrc5M4Gifjzps0Nv1t8ujcRF+MXAVnIKS5dPpo3yKY3sYm5QZ09gNOOVUkko7yPcMb8fe8Ue0PMtb75jsc1hub63OsvrRD51bHhfuDmYHojqvqoeyAbxy1KxOD3aWbHdmTN81A/5mR+YBXm8kwTE9DtZJQtTPCDf163g2vAT+/Mzk5NofqX9R1lMcVZDZlvOody5tI9pHT6POC4FCoBAoBAqBQqAQKATeRWDUEN+lVOlPQgCDSz8MMTpcBqdrKNAnMVkhg4WIQh5G38SwtgNKXS468js1yHbxnrRXOUEZCUqYGZnh+NFocHifOmIVw5KOHmYrYvQ2/haCP30TwchiNnLmP4zSIeqhE/CmEyxnQUBzjW7y7mXaxjSN6zE2HVuU854OLrq09DsBf0b9Bv9Rotdn8Af7lv9ZHXmdXjHAmaWg+46STQmJREWFP/WAsFZO8XT8S7sibmvT44N9Z80BTxlsD8lb/Pd2ZBoj5IaG8u0l0vsOzbkcDRdgonxZ6ludSEM4hHlLrTrHbIvAf6C4eJKdhRPeizG33CTvhHle4279LQQKgUKgECgEjiHANzP1iWMUXqfiG4aDT9/yzQOykIlvXvvuvfPtXhWw6SYefMkATHSNrUFySf+7aPZqoJff6a3pn8ULHS+XeX0W8+kz9FPrqA3Dp5E3PPRANA3lwwFmnWxDmtUoWb55PCbjqGthR2BHnVgOxg75ooRXs/LkgQfVehnoPXXrCcH+EfUP56/tob0yBt7UsXAYnoibZYR+X7Yb5WPggwdloLefLVMP3ihb4LelfDR7VVtl4cz8uiA5V1YeGhziRirfr18pGyggn+oh/SJuL1Nk2P4oHOqtX+mjZTrl7Su/07MeqU4iY14Swd+jZhdv/jYt8KlbhUAhUAgUAoVAIVAIFAKbEPin5dGWm9JWpBMQuNg4TRMXRV4dIXYyad8jluaSQRbjvqXoa7Zs+nBSV363/Kb8laHrH6ST/0p8Ytmj0NY1clNGrnbckSxh4OSIe3cqvYEDZmAEDFZG0f6nDOJ/E3/23iSEtUA8nH+xH7GMmWbs7HcimmiSVb4wnIAWI+SP+v3SmAf5dI7GIkUhym/t2LpqqScbyo/DqBuDFwdnizxrWWsZSewHhZNQJSx5hH0DJs1JH/Omj2FMRf4Doxcc/TjqCzwYCaz8aZYmy2vfb8xqFZfksURMyS7MwmbW8jfNpFWI/XW383caosPr+39IjH8TTUbRbwu3O3j9WW0D56LSaObC1sCsjqvSu9zsmBSGWwczeKY6RaOC6Yzt5+1P+x3TgSoZY29rdZAxqh7sm9Bjh1kbdJGZafX7Zr7MnMb5+Tv9NHf6+/8nqtRNSEe6vjOCKsSecK6aGszhPd4YOa8E/FiK8EJnosKVTuHFQBsTfaqoAl1dtL3Yu1n4ky+Fx9nqlIdoa3MucVS+teyYeDE7hHfb3UuUkbIRbu8T7iwF5055+d7eP7TX4C3qLntiXBkyI2GUF/Kul2PM3FF7avnb20xNbxBI+FPumvHBCgnkK6V/Xv4DgTopBAqBQqAQKARGBDo9Lzrw9W3TN4Yvc+rVeRwT7Tkbv+3+Tum7ePP3kG90hIne0O7d9J2/6jvNHrGWi4+q/rN4qE+abkJ09JB3ArO8mG34DeehdJnQjJAv9JPp9zW/7/r6ejUWbUnBLEzniW+99BUlgwY6FgENjJB7Svqi+5N2TN4yP5KK5p0Bqfm9D3IZ7cmR8oMnespvhJ/sONPTrR/CH/l0I3KHfEH4sRwCV6hE0LV0EHSP+xWdjnTYg5Hefxd0HVzZ0yD5HBm6lK9+bZAxUpu+HkWcLHPw08NgpZMmEwOFOUW/o+wkCzNG2Zs1UNejpp8q1mKY40+Nirx8lyys+sSgXzHRTbBj9jNSpXzNMutkCzYWS3hg12HjUJ6+1/T4IX3Db1E43VySLwTEbvyVpI32SmkhWexvukYtyjSW3BVWNwY9NOeXchvtK5Frx1amaxSn90VfQtihemPf5F9IOmpAqze6+oHerzybOnkHW2IgvBJj42NfXVW2zMzN/bkHfdiKNPkI+ZyMpM69TyZ/HvEjKoNIQ4+P58IQJ3orZ9eBRvhifnqEbNgQLtO2epTiYNOt8Z4IcuAilvdWG77/q1jwPlSZmT94RVkiGVnH3nC91PG7MY0MZPs8wP5pErcFbGi13ctF7eT2a8lH2SmZ5VGJhQi68d+6jc2WdY13QMif8g1Rn3Ld//Di+t0G7rstI6N+tGPJEAOF6U+QbMiE/MIv2+ePvn2mkHlU1O50v3CVohAoBAqBQqAQKAQKgZ8hAs3K+Bnm/O80y54Bi6PEM2HT7KKY9MN4s4b8KeFRwDFK9bNqHUZCcMNIU2dBM9zOk0A8MDSbYckSSsEf3qne62hDQgcbtDIgzsKhdWa5o4LOKBtJa7nD2PuFjBM5LFdGBa+lXL2PESfTP34tz763nGKSf8c72ISdVvl1p1vMfl7m2N/NeqiOt5t+rROgj7H9nLwG3kMnzqbEtAPhf8v9oDcl6iKJL3mnPj3BuUswOwUD2uHeQB1WOZtn1us9NMg39Z42iAx7QqtXtKe0rDcn73khA52GeW8NB3ULqz3TuRAz6jHuSZvpNjOfRST/r+joXSK+0TEU9XtGZN+l8SKf8N2XtGIXAoVAIVAIFAIvEfjotwXi+U18JQnfuvyu6zh8s3EefCDgPBzIoh+80hF43r7HHK2HQwAd54zQdCXrathCo3T7qDcZB/z2pV6Ojf6ITNrCBPkc4HMkpHw4446H0PHQs9D1NDvzKFwPIjT5XtaHh4STG2HfpN49efTmxZvy2ZZX9bXjPJznbwo0Sy75zAOdeUdQ+UXfA+39rDbV8we3lC3ae9gzWZ/7uPNz5PmETHM+/TUyMvgWuZ8E29F/C/kkk94x9M0Y15mI4WBtfSrDO2MW6aOXUcZ+T3vw77w+ghll/9Xl+tFMF/FCoBAoBAqBQqAQKAT+bhF4z/r7u83WP6pgUoIZCW/nr2aYSrGPAbDNCJGS7Jl7zRn6GaUZYxnjT0YDxjejNXW8sPcsxiEWvjpFvBzriQYFI4HpO7hclUct83S3E3o0uoyDnGce0YwjzM4wUmwxHBVtc4j8Obo7b+b0MQaZsdrweYt/kz87mzwTAtqUdxpEnBPyHkd+fccZz/cEaDPSPvLGUr2+vrHHskYUA4H+OYxFENfwvjEyn0EC1JMDHYPiwb5ezKq8ayZ1BOoXzsUHhu25DpSHRwQzOxzZ4T0vH916FlSHLrQxloLGINUUV2a5vLLvgyTtQPIhN0UnLKJ96szXS4yzHOkkQ9422pmBDCLyLLtL1OBJ6Tg8ETrliv5LyeD2xOzj3Dlvbogvc5vcpW4wExcH8Gp+Wwo9R9K791vWKHrDQNvJhInLhMPKBXGVZ/H/ppkNfj8tts0ueTBUGqR4IwwYQ4ffHrnf4FtJC4FCoBAoBH7aCPBNGwY1vvmtWkWKbxbf3fw901d6IsjDNxszMWRb13P6dNvOcRriyLzIpkBf+W4ctn1fmcOILna1Tth0ksa299nulTdWOJIM0luu1vFTX9mWJ2Ms3YO8hXwx07HfzzJn30HR8j8hnSu8WO8QVtc7ujo/9F7KJQL5TJ2PO0O+m6rYoukQ+eEvtiT80el61Pfg57jkVbP3lGuX5x6dy3VgFE5n0GHeNu2i1T+Oqc/l8aleR7o+R+SWa+U1sq/zo4E8ipb1WPGhbXhAZM9vnXbwJ30b5K0yvenmUF7rSXc8EX3r+9hUDJZFZwbDQHRdUrVFYX+h3l/1U4VC3kfIwPdogFpSBD9oUUlf0DRwsp/cN0EORMP3SMtvPVd6+GaA9lS+LC84M/vXKzUw250bH5UF+o8h5rebuWSQvAnxYKM37Pwu/yRWM9ngZ8ev6mJzUrM6FXPNwYmVz6IfIjB2kc5I1GUhUAgUAoVAIVAIFAKFwHkITLXa8+gWpYMIhDKsEcEe6Y3DKJV1igplWsenxu9BxpkM48GzIxlpPuOPA8iO4NbxYCM4E551pGODX8+bawXlG5MhlqmSE87es2b0RIw3/2KU8Gv8Vqll58QJzcfOX8oYAw3Ms7w55jmC6DzL3p2G7/KGNnkVft5/mFkF8HkRLINm3x6egdvo29JDBhzJ/HYEOjQ8A1nddZK57/h6ScV1Gqx7vHucn1EAc5W92wF7YW8BrKM3tK2+bnfPX52mdXz7JznQ5UTfUP9Z1ttLe1O/6NRxvslv/l4xnT5nCWi6NumxovZEHUpa3dF51bU7oihfxXa9daIDfwL3eAfS/jIstYNsw1nOr9pz0npytCN4ideTNPWoECgECoFCoBBYRAD9IXQIf1MX47x7k28wNPg2xxf7OUUit3gcFnXN7jv/nNjKU2SChuwc69pitNmmwc1owZSeZYKlC1kPgt6bwTKlXoiudERvkHSmE7Ig2y791MkaPh0d42XdTXKBWf9sV7aRjwRhR7FsLDbV8YCsyINOy0/BslEeR8oE4RhYiY6HC93C6nwM4Jk1YLgLzwdMUq4sxyPyDBzaCYNWmx0g2XaX74BN6Ka4ux9xyntH5GUwRBO12ctR/zqagwz9vZCH5Z9djtj2D3g2uu8eXI8pE/H3alox+NeFatqdXFzb7qEssY+xJXieIePm9bvHBA86VLTHttHHCIyy7kuWT2G2mq20i5AqZU1MKFMw49jwXqXzqQfIpy2m6DdyW6ZdI6d+YGX5sn1+SoaiWwgUAoVAIVAIFAKFQCGQCDRPXl7W8W+NwOWCMcSobBR6DIvm9EUwGyNNeR6MIJT9VPyJtC9MR2BDC9OaEa1h1HjPXUZ4mwXKO0EzJpkJrNm6ZwbPbr6x1w6jo+WQ1J6niUM4exn1jyCjsZOdKzkid688sVRspIpx8OwDzF5D4uN9lB4purOODgoMK+B6I8QI/+yC0V5V3zS7lRGz5NE46NgZoVfVD5aBttyapeD9Tt9xxLuDDzyZDUCHXMyGHToReKQwljT46+d8t4eOseNPM0jZG/bbhT2XZQCSB+cD+hrP7PrPrQA4Yb58Jx7xMRo1U4AOto35Z79b+hK8r5U6Ohi5fWFPYKXP2dBjLpBD4jU5hvsezcyeULpzpTNij/EqFDHENfr/m9v5k9dv60jIrP3IOkC9u/+7yop28h8qNWYjxwyCbAscx719KSNKjzqmduX6QzuKsovOLD1+EYI2aZiljUH/V3V+AQK/5UDdvl7+oId0SgnrG+35WYplOuNd8k6708/vgfFJnEWZDbWVgQ3OO8uVI3s+j9ib/kaFUVTxZOY7dXdXmW/iUpEKgUKgECgEfiYI+Hsq/cdbkurbzveYL3R8lUdt6xw4wr2My+/J53pkZb0WSVgRBl009O74eoZsISfk9nxTM23YFrHPKINd0Wj5rjPDNSmP4uRZ7K8qGtgdN/Qo7XOKfURQMqhjB4T+47sv/6R+aVVGf/gXe2aiO0Bsew5DR5JcZEEFe7+hp4wh5crj+CTPAp+8imPcC/tGSywzWDJ1UulUuMPHEGUx6n7jE84CWtIwgPJfJeJvlT325wwaKVcep6mnVy4l1VvrzdaJVKaUH7rRpAy31w/4Bua/Vjn+Rts7/1Ly6SarQokXs5Udh2JptueD3YferHjW0a6yp6Qjhx3d7g/P4bUvRLZYSl02mvZcvUg+7FHsCNc/Gclr9a9B7HgMuL3f/yw6afclRhyjvMdjPnstq9uHcVK90/7EyBizLiMtMhjOvspgxysw85ftj7wFk/6y9y7Fke3DkU79gz79O1FU+7U+n8Qz/w0L13VJQrm5nmFz6Zz9Yk8P4oNDWuXjWdke7Kotn+DjPxwbX+qYz8EsZDJWxlP4ZRs9XcaOILNrf/wv3ZDMbgjIFoJyafsWOxd705VX8fx8+tboKJ526neI2sNd9hp7UfOehqvbh2TxVlvX/9KRFcDi+6SDQpR7rowQ+2KfJlYRKgQKgUKgECgECoFC4GePwHbr4mcP1RcBYOMVQwRtmI4SKfVpdFg5VpFlnE+IFFaueIq/+Vorb5wwetiDFKUeQ6N/doYw6YhLo0qdCQ5jNYUjHUaYOtFhEDHO+SvqniVJJwsdGuYyI809ykDGF8biGcHlKULmR57Fg3Lo7/NsIg9GPp1zb4aBJx1X5PlVmVIniRcYjPvB7pVDfMyL/L7iOadNp8s/C6V07M2fb7lOPLOct6QhDnVR2Hs5qwOzgN1xAYbUox35HsofY/mflJKOT+EQ9v5DW6BtRPuADwGcmdXSOlDMX7cGusR5EVRe8L3TuaS9sAmupkO9hNf8Rx5j2evoKCHV0SDcwd6DFl7QsEytjjmPO7DuSSfAvtfA7p/XeSFQCBQChUAhcAiB+KbELNZDBJ4n8new6ZT5zX+aIvUFvrPouHxz0fXQe1owzbzI731ebzg6y0rn2V/oQnsCcjBUM+SynsP1aZ9m5EImMDtCFNwkD9g1OUddTLe2hMTXmAed0M2zHFOuLKstRMc4dppf0SGlP8pRvVu+kVRg5RWE0CvRsdC5erk476/7xEvnyhuOI8nnARG2M6PMM3avko2y93x0jgzX1O0b/4lcSe3IUc7RKwNxo97heI3BCVtoUbfQw1lxaaXuT+Ts87WFfshC+4hZ1EoDvfy5LJJm3m9lZtuAQQbS81X3+H0miK5pc6R+LwVk7AOyghe/lHsep49/9ByaqoNp3ycGkzJJ2sTlJ5kWn2e8DxxTrnw/qy4OwWWNTJ1cjp/vjSHmF5wgl+oknIyRz9o57zPKs0IhUAgUAoVAIVAIFAKFwFch0GmNX8Wy+LxGIByhjChldqRHlqLAM5pSji/2LA3PzyeKL2nOHSbcF38MjtUZeK9z9irGRUbCRR0K3z2afDQORr8kOCALRho/OoIyNOMiLw8dMZrozOA48s+OBo7sgXrDAcZI8N7wmpwfYi6eLMFFPsjngnFMZwvPXR9idsbICVz2BMpYRhizUpnNato4GBlxr8sw26YEjQn8xdsO8N6o3MtfpF2w4gk/5SmOcduPptzFkxtgA/44IvfybzyY2aGfyc15+Joy6H8ZiXvsk6V/OMEnZc6zJ4H27Jkrf1U+/0cpD+DlvJNnSmdLerDS/xvdOsH34tHiIWfi/UTqySNWKLhodsa3H9R93gdRbozYjlHbiUl31GwNzwxZqk8T6q8v6LRk2Ucfjf/rNAbgSUlvobAcZwv+yynrbiFQCBQChcDPGQG+43xDpOdZp/0kFlPdBBWgUwMGxjc5zdCK7GC1bs0gx9SxY4Zyr5eFJjIk33VyQ+8Up6DHCjQbklvvBTNk0rE5Wnv8oHNMrpjBGXv0IhdUdgYwQy/24Ez098RupLNdPvKXeUUW8EKHU1m2+gKtwI14Y+BqeiefNXrOG3ViWi+ItV2+4HGRrcQv5BABy7YuATxWA3JNZk+Gvt7HX7RLnNs+x+RrtN8yfeKVx7y//Rg1izZCdU06eYQO54t6tWxbniGX99qVTh5hhlUr2/ZwxyFkGwdtcN1jMraLFnOoR2ai9ohc17aiUMi6g/2GqBRv6vC9/YI8r0PilcfXKfbFoOCoMxSS2q5WI/NxhqFpqiy9chUzfumj0b9He9Axv+hP1qEsbzDifaGA45Xfl4SOD/V4XpeF71X9K1fbv5IvPyYt3tiOoEN7SbvyS4QvJoVAIVAIFAKFQCFQCPzkEUht8Sef0X+0DLKs7Q0FflDcKap0CHKeRZfHs3Mok8bL7GIUpVIvXu5wUacGM4EnSzedxL/xwlkVy1FhxGR+OzlwPkkGlgCObqnz+AdvlghmlDbGYB+4xlyVcah9aBlNf+ZyT54laSN0xSQGH8tErrUXrwykt/i3TjgvEyUHcCz93ed3dm7+OOlxgOIEfpM/5E3zsbNmxnm8dC8CjshwQh4pf9qXl24bOsCyjo1snp/RFqJzbz9/nLGtA+E5k4WnyEndwAX92Lm4kKDdot5mW852tB579QmGupbN/qa6F+1/pZ4OBODFj3fZcPP4iWjAl9/1lQPY7aTl+zjHWUrc9mdkZEa2LguBQqAQKAR+Xgj4e/rZLIeraisPvtUs0YlukbrG1rQb4/FJdhAv6/vwHG62Z88OfIHRAZDvxIBOaJtHuugecQYR0AuEmxzAF1anmQxOHSLtPEHfYpsPZmayXGpvE+4kldGpc6foME2HZYnZ1KNNOxkdOQpDtwnq30E9CxLCyYMtjxXkuuCuF5RJ1L1dSyQrrZfM9vZK1PlPBDBrGLr9wuMFjthTDtke2+UJhxjEPm9M2I7bbBePddCgWS8ZrPYJgh8N6QB2+TIwZ41bYGW5su6vR14j8sZ96p/eg0s42rZl4gC/1Qy8wXtL0lYPhzoYadwu7xrEftW7zFso/a3k25KHilMIFAKFQCFQCBQChcBPD4H0KP70cvYPkqNlBZ0xslKM0Y1lkNjRdqPTQw43OTXuXn5Ve4B++09FwEF6VkijNmheLv8lwsghZw9OH6a/YnSI/11LWLEMb+xBe9yYfch/M1guGGLeP1QOVjn6YH0l78LhjvP5/q/CgVmr/0c/sMHYAQdkiXxw9SpMRjmbgIzTKwanjBSN4r/ZIIR+b7CqfDCa5QC9f9MsVPG8yJF6xNbKvW6AGayh800dBHT44GTN/bwMvWL8sPOTHLJEl+rD9TdK9YfD/O0jo1gp5m9/1r5bv/920/5ggaFv6tyPfYwZt8wS5h/14Bj/wF1uUC+JLMez93xWfiY4C+Lg2v1Fphg7HkuU/XpH/oWZR92LhjOOI1Z7Pg+zNcSGpdl0d6hD3tMJ9tEmaJlIZcf//f+RuP+vMPhvXWf5L9e/qOfkhnqk8r38SWmUX9q1jPihD0ZPp2Hetqj/0KENRDlYWv3JOkL6rNcDfrqB0/l2/aP6XNnDl7rGLJdoK8yqSBmW6AwyKRLQXa7qgNUed5ZlwCj49ulJd1d5uX149rNm70qovYMWgia86ZyWzMz+1iCRmzuQx/wOcuok9ljjfYnAoLRcNn2a5+fKs/i67A629+f062khUAgUAoXATx0Bvs98xv1pYjBdfpvarECGNb4bhgGc/tontfVvoL+lbYCnV/r5zneW76a+uVYk0JcIvWz9uR/O/sz1F5GElr/b6PjSv7RCCPvl/vA3OjiMPPI6yQIas8Kk/+ifvsjxYBZtvHzkn5QmR5NRKukq6EnW51A6GvlJ3KcXYPYvku8XsldkH4HYKMyQcry1IB86WXOMh+5CHLCSvYNTR5exogqkE/+eTltyFW4uv8YWfMFNyytffgg9XYccXdplOBuB7iC61C9wYgUhdLwxpEzc6c/HGM/PcLxJT5YsrLY04CdMoAanq/Tmh9B0wcizZGpyMdgz9eHQ4uNvpF+g0xGe2KfWu6l1CKZIYMupBw1EIldhHjUaefQNsMWZ+V38rRNzgzDHzjmMRzv/MiD6jlOQdwrkKZdocC8oKR74DQK/iL7zsXH0hueyX67CXG3LgzhhqP99U0OEED3O7vQD3NUXQT5aGQxyJoQ75VmODu7wJPB+aVv8IF/WYxcwbVE/2azsyX1TP8TVs81JH2FSb/LmqUfJd/t3iUt7znasSwNJH42Etow/ZM/nW2KU71RRBmJJX18vzZ62fauy9hB9iXOn/PxuY3C/VjpjIESzHUNCpjz0bVOEs0ENPOqkECgECoFCoBAoBAqBQuAdBJ5bP+9QrrTvI4BBZiUegyOVa8g2RTqNkvc5LVDAEJKx6lmwbdnhibElI5POIo9ynzxYoLXnFlUS5yYGDPxlKBiDzD+8Ig4zgG1cnMke3jJKYva1DKtkO8+CyyOcd3udWXNS/bU7UnBCXjPf/VOdg3kL5J+68DZ/GWWBtzq/6MxwvaP8lzKfrwwsuiiLt/irjHHkxX5wM+Ov5fPxgFw4Fd/kn+0r65dleeS2eAdDFmeuMLAYi5GWbkp288PpzcwJcD4S4BvtYHvqLNOjPMUJ2cHNZU/365b6F+Xl+vSuQa8ij3ov7BXo8PrSwGCTr+b5pRksZoVAIVAIFAJfg0DqU5/ipkFf1jE2fvNxKOD4wEmInv3u93oxW9gNIu3OfnROLtARtobmVDj9OxxOzRsDMAfd94h+gXyjnr41V5N4nRMYpy+GCDNaR7kmsTdeNH3RuutZ9U4y2QGa9etduk1G6p51zI1Z66PZ8YstobpP3To1hM1hG3QvacnCDMib8dpT33dmoOnmu1K5naeevivl08i0bbfvSSyshtDfJ7cXLsJGYmUqnIYMjF6IdPIt3nvf0fNxVM/DgG2Tn22T/MMh/DWB116sfiT7a/EdGHY89cz9GF8j1oxLayf0D/VlpvMYLHJ+XZsJUJeFQCFQCBQChUAhUAgUAgsILGi4C7Hq1hcjkMoxmjMOFxxFHNPIyE4JjGQ6Gj5TjNExQ2cIzqowwsLY0YxHieDlh4b9rj4hg3BgFrIMrBjTDg8ZZoKFEd0xqluC2ChLTBTlrRA8gqaYNMxhYTYyXdP5aNnU6HYAAEAASURBVOMrbr7FcZo484wDmCdNnsXjWXkWq2ZIMivAjrqJ1TaVcLyal/kReVSnr5RvjKJ2bl22zPIYOQ1n7rwarlQocxm6Z4unY3x3xKhu3VmSitnkN826Vnn2exGHM5z2mCHbZl7r6DqwJe+Mc2bvX/LKXlu0ZzK5lNGO/uyUIgpudELghP3eZv+OeRuTGNEWf7xrGvvYKjF1M99B0NW7R7OJsy0ulpdyGkEdck671cnfks0OIGjEBADzdJ4Hx1QU9pLandll0rvr2zKZulsIFAKFQCFQCISOBw69nnECLnaqpr6yhba+rXJ83LQyybAEtD+bSeN9mfhiX1jdRs4JVrnhs8yktQhbZMR5xMpD0jsG3SLTv3uEP3oKOsoBfQHdQD/0MfTp0waneaDiQZkGSFIPCxnPqXNgJMyMV1928MrfIMCLE+JTEUKfjaVtkfUxmVdFMiYznmCv+OyRHHo2mPVxelpH5CN9S9f0wNSj89hzGM9JozDov8jFvaHi87QLLX53Z9OpZSItTjd+a/R7ao2XHbXY+pJt12CMntaz8+Bzk81wd58Fg0D0rpGI/JZtB1DKwcFtEPozFmc8s2xamckD2yEo4VpZj+Sp87KDjBMYY4cdLLOR6I4zeBJmjQM5qYjZV5QDmi3nWjswoZP/0AizHoFNlHUwQb78gRl5mWP3lbKGVPW3ECgECoFCoBAoBAqBnwsCc83r55Lvf5B8okinscGSyxhBBO5jmDD7DgX7EyGVcI4YO2mIaS+qNHxkJLnDyM7DNEpOlkXOwXBASw7shsGgRy5uUIUxds+uytAWj8HQ0+XAm/MM4gvv0/iLp/L87cIexHQULAXy3vJvQx/+1AcweLccoLsjJP/BUN7Jf+g8oo7hXFzL85JM8Gr5Poy/8usyhvfOvLv+0f721D94tJ/bEfXMFVvHLQF5SU++MaxjSeWb2iB3H0Pw8swRY531eg/Pnir0wIo6F0t2uxNHy6aPHbl9fM6VxmXLOyTPuzjOT3e9eBr5iEfU8/wtRu5uKp/unYMvNM4I8CacRS+o1d9CoBAoBAqBnzoC7btxqt44x6zx8Ddv73eK79s7dgX88jeXq123WZAxO5l7cxnX0ku2dCC9rev2sqHT6Gc9hXP0BmTYpydNnb7zPDV+0M1fu7V6GGQIPSYdZmvorNLxA7CjXCnfpjc/T/D4dKizouE8SKeb6OzQPhZw6HvmpVe2QbdXSJyMQ9ya/M3n1jHBlTLEfuJHOZ4ZyFv/20G7d8y5Tq3UjR0kF6O6fGQXbHZKRl283bWcMYNgh3Z7rIYtypQ3B1ux1UFjkg8Xjlm/3PeAnKNtmO1gIdVbt26qe/dv/9LeMUJDMt60RP1QD5O67W0ueEY9A6+vCbEseryfkS36Y5qMduDjfG3vsK8RacLFy2XThumbSrvc7RcZka3Hivdrfz0hVReFQCFQCBQChUAhUAgUAicjgKVQ4e8SgWZIy9Bg4Sj2S7lov6z7/Tcy3dnDU8r1TftgylEYo9bJBIo0v5aWW28HFHkMLxmIV/Z1kXEEfRuaksHPmrFuXufxZwby7cd35VTGDPuHasljcjYafyxd/DvJ8mfJ9QfdH/O9NqLYIj790zAkS9qn9Zv2H2aawmirYrCE8QUZRjQT56K9ZG/uQOKuECLahjBdHgveChxk9F4u/ynW/0u0k197ThRDrrpx+43iMmpe/N3pQVlt5+/Iwx+W62L5KOHNzG5lmn1il0LwF/7sF3xV3fz2J4ktoVqny9b8uy7BACP/+/9VxgTcTWVKng16X7dGScxfj+4H8R/lg75GvsNfexqvhhkOYeSCv2TVLPVd9U/Y3tSO6GpgL21yEaPix/qbcnhsRV74qPIxJOLd9sG9MINZNMAySotOgUwUFZH80tnKTNjYU4v7vEseeWbKx6Pi2uHMTAvRUR5IHxyod3JCD20w640LSXtXxzvEs3eu2k+ctdV5hySueXxk2u4MGVI6Rujnu4+ODn7TkOXrGe2SVaK1NsmSmOQ55ZumG6/WcFG9vFFP4EmdWYs3UqqzQqAQKAQKgUJg/F7oO+Lv9ye+H/q28T1Fjxu+c/nN28Kv+9buKrL1b6op+nsf32t0TO/NOtBP+bgBnTU5ocTy1CeartY94Ck96ip9DL0T/WRn8LKsyqP1dYkZyw93WC7pOE+dlA0T2Vg3/az3hbI16Hep57wUNe014ya6EOtEe5l+EgG5pPvY9kQHakINdY3Ia+XHs4XguoFc+lmupNnH7cskzr2vqKIwo5wyY9/fXDGr3/t3tzw9W86NnwQbHOjcfJHHSXkrPy5rHNOS3dlbyiN0jwaAa85f47ihgG1jNWe55QVHpRuSvsjjVlEtD3ZslHHkfMz/aK90rJGNPcLl1AydXadNrs31fqt8imfbReWLTc/AenpeHoLxYqb0fwkmrU5mG2Ah3kPC92+kzX39IZvTfT+UE+2gaxfUMX4H3l/vSpi235U6SL/Et18ax6Db5HQb4Jx6xQ+7kNDl4VW7igT1txAoBAqBQqAQKAQKgULgAAInafcHOFeSjQhQRMzum+7/xEJosUdNM6o2UtsfLasIRo5+/o+jieWb4no/zR0pZOBg1NtBh5E/GDzNoMCwtIP0xA6hQTx4dJ1o5j08jJOBv8rBxuHs+d5L8xC2NuAwjsB9Hlre/SzzP1js88i7rmPvY2abM7CgN8qekMllwJfweZLMj8DPGHIlfqaxlOc1QuSfH8bwnnSNnjuMMJrpyEpjtD17dhjkBPeU4VmCfEZc2iyywpfOFzrTGtYDFhl/6Uhc0kPrn4VazMQPx/A0Pvuz8eMf+OIENi/z6+r2NNmTK3i2IFnjPSDKgsHvg3w2OWbdbI727JjOPIvK60CcjCcZnFnoJu01CuBEnsGa/HL9RjDfT79z35CvkhYChUAhUAj8nSOg79bSB/s0qfWt5Puav010sSq0/28/c2tTulmk5Dl83+fPt3yL++99pudbr3miuT9x3n772HhZB0QP5JqQx7h6/Rf8YlWU0GnX0jd+m+lj96C7oL3ILdWpPKF3vZYsEstGsgMz43e6XN56dRzKFE0SfU6O/Hd1quRp2dCtCD1GeR5Ppn/zmY7o/4OeB1479Pkp0dlVAo5snOf1HvyQDz0fmd7UQWfSxSWyoBdTxntsYTBDrtSNuQbTDIlvXr9xtK2HbA23CZ853ZQhjy1/Ldquej8nvXqtcvXMVS2Br3dgtLPMfx5bHXO/wHs7cq+K8eLBTbLhbA17S3KBo7FExibfx+rZC+HUNsIeDQwjdsPOdYx6xnUf5tf9szovBAqBQqAQKAQKgUKgEDgTgT2Wwpl8i9ZuBFCSp0YQnQzMBPYsVJRqGQGfGBmLqDEzVMaFZ/7RDdGMuOG4O0PbEmA0sDTVhY4VOmeYOTmGMPF1h84Dzz48w5gIDowgj2WYRdMjzNU9hu0vGDIE3lEOGu46fZiR9hwxkrN/YWCUZQ/j4WGjekZ+RwGvWsr3210zWq9gSr7A/VnAoKPTQfE8I6AD51myrc+ykwBc5sEWOniBycLzefyl61a/2DMMh6w78LoetmHkOWlTlgkdXqGNv8tuS3kIY9MSVsiuDpsYSzEv2wmj5YubcFeHaAxUgN4c/x4X6NtlK5604ei6I7t9sn3vEGjCg9+K/Mqj9+Alz57JD0aSE1EtXi+j7j0NC3FdN6DJb+G5GAW+iQ3x3gzD++ZNOpW8ECgECoFC4OeFgL9ZS9+qE2Dwx5xvXf6SJvzWv30sX3xDrra1A7MrV77oSXDfUcQYMnbTALALuhaDHAcG63IFE+RCj4g9YiMh+clv+j5RprHRn5pzznrZK1mmqQNTnINyGt1wHKWjULeG/M3TbLx2WWLXha52s25KvncGyxED9my7tetn9eGRA+UFNpLFg/iwx9CbKQNk2oubkmSwPNgR+g2Y7S1fVrhBGqzCieaeXLpjYrhVZgl1AHtnBXg4wSmHHfmxoDzZBiFvW7GjTHu5wIN6cnIwELQzyhhbMfFf5hPl2CBXFK5jBuxy/ON3kSPyfJWMN94vfsfo/uIsWuLSFjUrefL+Oi7BvpSuSF0S5NQl7dJtk/rFLytdF/UrTptdFCubSQbb5mKc71W/z9q71vIs1YP+3uk18StQKB6FQCFQCBQChUAhUAj83SLQa1p/t0KWYImAHJJyoITxrXse6asR8ThYZFCx+NinQixnhuEPh67ayODUzk2ShXvd/TMF8WhWjAY6G1YMAnW6IMnpwfkl3/AVfXcCzLjYJoM/HT/nhRhf3HcYWJhHBjayWjmcUQc0K5WliZk5+jLYsKPTRvxPqH6D4QjjJawfBMp6R/6PCIDhrHrlUfCajWvD+YHJixvI4ErwIl7/GOO48cXpTsB4PhSol8iwLcQ7hPcI9XqlTm0jpVjPefPeiHdHEqTzhLYE3+28kXOUNdLF/ueZ75X3QmMbdfl5nJTw9ZGyTr6vY1eMQqAQKAQKgUIgEDiip+zBLr+tedyaVg5f6dGxvPJnvm/xDUffOfItlkzSM4MGeTtCYxkLhnqGjhC6xXKsZ3dVpp+wgdDR5GQ9Z66hNGQ7p5/l48Uz62HIwypB2GNnBupc4gjdveVLKUqmtFs22Q9b5afN5uCDnW2jOebChtzKb2e8ZodftE2SQNgcqPPRn5DtaWfeNnC6pBNQccftjF4ktKNwg/35gsyux8LQ779+AMcDAdXJdGY+PPv8jehr4T1NOS2VVdpXyLKjIpwiOm0k5OrL3JK4/4Ty5PfVciFBhUKgECgECoFCoBAoBAoBEGBIZoW/SwSa8dsOdm7KWLtc/6QRqr+S0SZjFGNPxorGPSsHUr5tFGA2x0joU7LFnqzmwPKxfxAnLe0jxzMdEhd5/O6afXi//VbOPxy0v9fdEHjfLMJ1Sa+3qKLMGLizH9CN/VMxgMLYCNtSuEgy9kS9at9eL2O8TnLTk5CfOZLic/+L8/3th3hcyZ/4NaP2fsVpl/x/Kf56zm+jYy3phFDQCvwGI/P6B+PLUr8R2vN29V1y3Ol4uv9Wx79qeTyWZBuoSO5p/JZsOIxONd2yXaY8y/j2jFjlw891n7JeCin/ReXieiB5Y/nqjP2c/9WdZslbfDAUtacte/tijHvmKLXNRnfSJH4Yv+5Q8B7M6vyR45o5y9T/bUGl6+qtP55lrtQ3pW7t6IFGytrJ4vxrX24llO2LA3lboH4ZUaVz3ZbUlkV/eukn5fNAWvVFGBkDZHa9m0bi6RBMWPGow3qP3NjzmHt06ulAUw9UKYdItdqH5ud0Nv1KdeMP4hKzS5LXUK7thjuaONdgjov2hvKp89rkA9sB17HODHu8tTKJ+iisuGYvLIXr9//QX71/FoSNZpjtk7qlHx08jddcThP0n1GG8Z7OnI5lGCU3s+RVXyoUAoVAIVAIFAKPCDx+H6LzHh2WZ+h8ZwZo8j2XHqRvHfrTkg6Y+zWOmiLJ+BajAaBzI1dTAnS2Hh7zl7rZQxr0DD7IGvjGti76is6iPNJK/Qf94ipd27quUsltpb/QmtOYkdxy6XxDMf5tSRJxwCpC6MHoFbqHfnFrz2wvZKw8junyzvx4MVaaJS2b6nL9vfIdeyanhrbNvkKf1eonVjZBW+VrHVY1gqKmblAeT8Jlgm+zNez4/avoMQsSJzDE+rJ7nb9gmfG6tJ4BnPchC+0MLd6gJ5KF9rxlw6vaWOak2dFKMj7m88nNxYsw9dB1pW9quxvbQr5pEBfT+Oag06LjY7eHQ9M6OfaUZM/6vU7k9ZOoe7LLZYfTdmP1JgDRr8NqTgmd/CqbOtokeGBncXBvQ4u+ht+c2vJ1DDhAX4dwtN9+EAJ3HwN39Y64/h/JIpu2Rcg6P6kSj4l33SHXV5eFSkU29FX2DKUVIY9cNSkYtCvcvJmO2k7UjRb9gwfwc6n8+Dfx/Bdz6nGMFQIkG7YYqywpsFpZtI/nbdyRD/6JcoWP3iWtTfg9I2mHZ343CGnFuVMfhzoZde6RNfcrFAKFQCFQCBQChUAhUAh8AoHUrT9Bu2h+AIG7HB33b9OZiijadCphInw0oLhftTcsRtAQ4E2HEbw/wR+asmRsNGDQDozHEzuHThjdPlLszmRMDbNDMUwW8vgx/nRIhTFngQbDKcULw04lYLl6gzBjHD2mI3+Ybb5KCDyiXIL/UgGtJn54QP0e9sV9eLpwA0zMUh0fWh58f0B+/dxpdMRQhnngTwvcHVym1DHqFr+9MognHY47eN/cgcHIf357+c1zCHbinx1xs8fQn/DoO+ce6vMscXf5QKc9u3j56y7iyil5PaWz2PRbndmB+YpYdbsQKAQKgULgZ4VAfj8+mOlD3/XQY6wPrXzP35YYncM6LbrO1gBeCnaoMeD1/GD9wnIdpZ5lquNREv8/e2+iILltZO1WZmksy9vMXd7/Fe/8tmVJtirzni8CAYJMLiCTWepuBbpZJLHEcgAmIgCCmFWLlzCxxhs/YDbfVqTX7fLKwa3yJV114HYj8lCHB2zeOVa0N+r3wY/c0U6EE7I9j9WcgMSVly2XkhfjwYp2f8S+XyQ6ScD70OQ0k3A7nt2YxO9/aXbCtuM2JgLJ6u1vuxAvFuCnfG4ovzObDzD1uKNdnqZEjLWA49xzxw8P7ey3DP4Mj+VDIsYyXtn+f0udk3cikAgkAolAIpAIJAJfDwLM3GX4KhAIh0Nnm4BlEjhW3VGNpPPuKgMQGNyRX5dPhaBTzlo5eGXfUa0evMjRvLFSgAnoMhCAG+r7VEW5p5h3FHanjUno6vjYQMIZ/EXR9kcSLZsEXnNIC+7mlyHTWt41tVwfcjCQwR2TsKzjwIl6dPtcTxyuIZW8R/VXCxJ+/ha07z1mYwpgujJhx+Qv+1F7OMofvHm5QJPAtsqgfdGgkG5PyKNVv/ZWvvFnAlgvKFTse+QgD4HWA39o6rA2ZAnlzwKtMtjCKlxWDvOJrt4BKJsYlb5Mel+06vmmVd5Ln0hj3nRuXMcHVHge9RvAqpqixiB56Bcx43bh+/BFvXkeo1Gyx/Ucb7L4pD/lGXgSr4U2Ah1b8aQVHrRhhgMocyk4czcOIfdjitcP9PxpMAyYaHbCYzKjO4RgbzhkJSF4jDJt3FCQgZhYzcCg44yMG1QyORFIBBKBROBbR2Dax7T33n+9BoG2T2p5LnFDFvLJjniwfZbK7IyXfcJXamxlshkWY1tkTK3ITKduMIVs2Dlcr5UdU1q7c/tG1i6Th6J5mKphBnb4Q0V2GAeWC3bRrGxWZuw/+OpHgDAwmmI9ElMGmfg+js6HbR9xN/MH70BY2XWj62H0XL7LpdixjXaLl4GrK+PZzHcAt2j7rWyLlDYSoGGK6rQfe+oNW5d/tDBqwILZjCHnhgibya1cjc69bc7ynSXLVFjRhT7krc6QT8/JWiCvGpd9XKvkA8czV/4+skcuPwxB/R4QBp5+f5VveWN1sqXL30PWlwckWmAEprX61crASRPntZ0tlXuJzBJkJA9MwI2D55IzejiWusiQCCQCiUAikAgkAolAIvDJCGxY4p8sTbLbRsCcXE2MaSDFJ9zC+nfnZZvAszlYocnnVvXJqZEjhxxMBK04K8+yNudBjgQTPzYrCa/iTMg5ZyIoJkpr/NM84QeRoned5GwI4/TYp8uIEwbm3OPwnBGKw8RE9ODpVcLhoOKIuv7f6VNMfAZauJjDXbPuvIAvujMJ27eyNvC/StYYStvvIIsf7cv2GGOCUJ8pngt1cANcdDCxqE9jef0T1xlQ09pVwdkcVdVnPFYVwwWn1eTwzOydN94XjTK00ZVggyPorInsC59GDsYrZdokGyCFB4OP4DYNIfecHPAFK9qsyhdMjaThougqTtCZ0lcG/Rb4s18KTbPo3mjWeNqU19nwnM7JVwssX5iAlEXQZf6uG3nQg/NBfirpoIhGmYAmKkMikAgkAolAIrCFgNso0Wdt5e5Nb/vnlX6wkmvzc40NgP2OS/hE3wj9aptxU4KJJD7YG5auCLN91nmFfWsve9nLY8VlpQs/JaB7kctsP+yhXuIoFVijBy9OCsMoLv3iJTUlHgjQLvJZaecXmBC1ZV+T118KZvUqNt5cu4PHej0Ye/5QZ2YzYsOF7jW1XECvLxhnyXRhayHJd1UbrFStnYiORSzJV2THTzG/ARt4TbY+uca53K+0ag2Z4lz9g6ZEpBHFRKHhhZy8LOjynms6gpm91ih+winaXyPScFns/dqukIe4ivqQ9awrycTLyX17i/PMKH/FzIVo2/xZYg10ACwOf+IGDMGnBKtX+dY32hcBzF6Im/GIP7R/fp8JzbNgb2Qgj+Q0+fzMp98Jz/3+GImNP+BWMAhfzHxJxSOPtf/S7uvY1QbJTE4EEoFEIBFIBBKBRCAReBkCxZt+Gf0k/CQC49VlOCMY2zi7P/vb2OzjibdijigOAs4BDt35wQYbzEEXfxn2+B53c0Bw7+CrvVB1vl5+cTGrk9k4LM+IhUOhPbFsQpJ9Vy2ACUE8gObj/5Kf9Hdd4BTBN9J1eTiIMBN07/8rcv+v+EwfG3jjCCncgj8DEc/yh69WtL4DNPs7MdE2H9xBxtH+m46/i7NWWpgDNp9/ORa8wFkn7adsmN6YmAznk3T0agMDXwrCxfhf4M8k9HYYt++S//KTeNO+GNjQZ82ifaOPhUYG7cnlwurERKT2cHJHuOcZEF42IIOyommDSOyJxV5fiuO/YVj0rfxNiOYP7Z+9sdmTlnZHQ5yRtSlRL7V3MnzMUbZynmKPVc00joumVpP17L/bCnjaJZj9WgcGh4GTkEe1J/EMQbWtu1ZdsH8zrNttnm2vpspg5YLfnY//kQoMfP5/yuh8gi9IEOBpHyfTyxHv7NOt+4vaKitJDIDRXnnT9mUkRn8cA+Xjd4A9r1R3N9pNCXMDo6yRd/loywId2RfqdEArKMbZ2wUrvd9uamtX2llPW4vyeU4EEoFEIBH4vSFgfaI6Lus7zIai4z8aFnqohf5MHZUYRRnO3HNE4Br7MvKVtNb+iaxL5xHv4BU8mATAb+FMfz0lEvk83rHCnqHPZv0kVqBsG9k57mtMy++7D/vKv8KCrc4XWPiCiuSWXQBXwvpEXfT72L0cRQeVN/mlq+33GvFOcvT30f4N3GQtaT/PN+3R6iv6VHsPmI1IjW48L7pQCHsH+YRc0c0lhVfwi3OQGddHxcvyCy9sZdly7D06tCPKtPdB6/E8yEeZ76Sb6lX+w7KOjXzYbYRob8hgtjsy0cZULyO5PPuev1UOnld8CvlA7Ju92h5CnpYRcWaXypeifemfInREC2sz919X+VTE9oaVH0QclNdDsYHBS3tLv73JZhZWXo8q7Yb1OomO1LF88h8//qRtsWmH43YVpKq9XvC660tj5r+WDOazbCsX5PrP8MNvvH3v9VtLNu1NcebhCidb/Wv3+sOL3q+QqcrABXLga/xJ/PDD9ZtYeZImPA0z+XJ3/VYUX+T1E79iLUHufA1OYyPGj72JkdG+jkQ743ebZ1IvhNvnvCVv/JBQXGG+NXha/k0EEoFEIBFIBBKBRCAROB+BtL/Ox/RTKPIZtbs5vQxCYGxTlXIUzDl+XbXGflTuCGHQlwOvxFYQIIOclHDST0cDfXF8wpHlOgKe0buc2XA0q6cUGQ6eoQOflteUlDBH58p7mn7w3gYylnnjr499dg2k2Ewe+DwZ4k3/idO2TJV2B3/wJ8hhlnztYIDHr/31tmsriM05X8obmLR1zDUroJ3GUsk2ngG4OMx5tmcq6rmcaxtvS8Z1yKFHobqzRSbKrQbyhawNL9rZKs8pUdFYbHuDfEOp4MmzxMpjBs1oL/5sWQmJNq63oFPOJl+0MQbGhHv9/Rk4xZXTcr7gbPtBSWafgIfm0SBBxbv/N0e8NutlS5aQF33i2CqT6YlAIpAIJAK/bwT8lSfrRYuZcAoeI3sh+uU4z3EwCZoECWN2e7Hdnuojo3+EPLYFh+JshaauzXZvWM9eOjhh37JxAxNw5/oVyIQ8yMck8Bpes0KqXJTBDmCCOuwmx2C//QsfaHJAw+noolzj90X8tn1914wlX4piexGbPDI60z8tj2laey+Z8AkqZkvlBvna0nPXyEfd3vmilNnt4NgG0Vpti5GO7Uo9ug3bUnjumnYIftiYUArdClVr18S1IfJwDnmscJvpnGvzs5menOK2Rj7kQrZoZ2v5n0gz+VTH9dn15/qRYmCGb0A9cj+EsS8yxJ9z5c9u0IrfHPOra/3y3PHVNTD77ABmyDhXx47bjS2EbKwA2QLLMYaknB+iDTHuwwRwGXuxeo+2RR73+Xz/8MHnPl+epJgIJAKJQCKQCCQCiUAisIaAvJoMXxUCGNZTH8qMbWlhgxHhJIQTcLJ2cv6vcoZvDJhowMgnW8PR4DNUEk5vgOKM88b5WcEmnuWRXeWQXTRpZ8NoWkZo/kZlIu5ieRd/Wy1gb+giwwucb7A25uEAFV3Ne6wCPX0ht1N8hK8dIlcGnOIN3zr+VDh5fLSBo+y9/E34gff9Q86bMRLui1XqZZx/cQLNEd0pA1VlgwVi1PKaDAgsUaWI1TYDS7rYRuIxR30bHehbGZaYWjx04pALbuXs3fzVUua0g7OwssnQeJbb5birFEiEWZkE5Wyrv2mXA/94QhU5BGF61YqJi55VW91ggxt6gQI9DMQh6/oVrZS2QVkNShruzhEp5gODAOVzbzynHArRrufLzMWKgw1cS28bQJzLE3HwYJUPgxVcg7l07WxbQaU9e835Xt1tfF4nAolAIpAI/N4RwCYowbo49a70OTq6TYso330WI+vTdA57YrFssQysT8Ruox+dZIbWJp1JmbiFlpUVjTp5CBCOQWR7OJvhhWwQwCLR5Gq8WLpshD6Q2YqgduxlNNkFV9kEVkVbhR7S0QXssCt0PcXvIf9zEZjiYaNuT4xJGE2uXoWdvaAoG+kCAVNU9s8uWWXjaSXfxSZZ29W/oEgobclvOv96/V4k4+VAG7vcwFsThnxBxnzSIzIsieqyHW37NtklrJg0vAlob127AF8SrImHXpGT2JEtO4OFPcuSRXY/ciHVXHimRufo2fPOM//Ab5DRPvvMCm7lQaN3Peeg99oQ+OnMM8ztXDBchZe+NjR8H2Au49lxXhP2nM4+HwWf4j+dzX2dnnjbyyD4fxpzYSX1CEBkI085rxPL1EQgEUgEEoFEIBFIBBKBT0Ag7PxPYJUszkVAwxb2WR0M7OJE4SXYQA7VuuTJPCsFvDTpImf7ZqsHuR6cOHP0zFs5V4Z4uZXJJfS+yxHjTeHHT6gxBQ1vBjrOb971M3a3VucGU4NdzhCT0CcMVN0NS9wo8TNnq+G1eMlg1Bm647jBF13jWGRaEuAL/2fbHxOETB/Cd0cw3J/RP/SM8w7elpVJUPj3BHQEY7SEH/ruCVNswL4fdyb4qds7z7E90y5LvwRNfi7rb88aBTJKbvha/a7l7UlDZx02OML1coiV3gzEBe7LuXtTwHudby+lzJcIJAKJQCLwrSIQfcWr+gvv1+jbsJP7Ay9Ous3aX2ZfTu9vvd8fSvbjwEtbV8l4fgiZdgE2iGE+l/Qw+6Pf9hoITK+KfWT24NS+m+bdvscbom732IUt1WozqU1ZHeJ72XWb64lrcOuyG7d4gNXBOtwifci+C1kkV1xu8jmSQW3OMOx8lqydRhvb7V0dEHBdvqF9yffBp1f7+tAeuxF/gOG+IqPnd6kobZ96pI29sp0t8F+pX+SyFdOvbWQLghENHgT9xvCCToQyJmTyxeBNpOU5EUgEEoFEIBFIBBKBROA3Q+A7c+p+M/bJeB8COHlMnPCGLG/vci/HSU6MzzXyKa0fNFCi/XOUIrelvim+j89Kbk2qhnN20SSwrX2Tg2J7paqYr2uIgRDeNOb6GQ+4TIqJjL9IKv7vP4svb+P+t2GAPJZLcrgbzF9WDLBXlbgr/XAoqthkGdpqf+G79oO6X7Unr42yuQPkK2TFhUln20NWayGv7IV7jL/pSlmTX7qyH9hd+z7f/m+dh8ll8+eVL1YE+GDAXyUagP1DuvNG9f4Q/G2lN3v6Mlmn/X741C9tLia3mYYfB90LF/sMcxHO28s41+KdTQyqjSMA+x9f2Fc3QjibcT+cfb8odNZbyHf2SxJesy8IDGWmV6wAYQ+xu/Zds2dLDu19cyTVG4jhwECW5L1f/9eeA/+0HfhwLAUGF1SMyf3L/2qRzP/jn0tjZYOFoaw9SsSRP5xqG9wjD78BanNA1Lx48NEWomwJ8fvBbwSr6fHXb9pP/KKVFJW28i5N0oZU9tyrri5aOWQr75VgK5wcFggEy3KGo5jdf3p7f/9e12rLdni+e32xwvW3lf4TCuNbnjfF1MFhAAjsxvIPL4SQh99R3uXn93NMkbsQ/zHFY6wImYp+9gk+G/Rw/vE8PvXbs8Q84xOBRCARSAS+eATCLkZQbGP+RXfjfevQV42VoR/ZE4Iqqw11rb6J03z/Hb0bdhy2JH0ocmBDhHzO376QYWIUO3xNpBAB5lHG+ke3MZDFJlKEgNlVZmRSCN61sJXEPkEm5LEJTJG8yJYZ5LNsojcu57Edf62Y/thLlT8aTlgmre0AlSX6rLwNe+J6/7NK/tnlvUpmyACBVQA4OmVdPATL28YSoXK2B+rb30VL19IbUpEX3twTSCeUW7vmD3nBCrsEW8Q/r0w5bshR6tOuTVgim+Dp0CA4DemCHyAatBJomZ1eZHABjWBDZ3rvSS6f6p32d/uz5MRfI28c5CvXFl/k9eL6S5uVHOVLOYYT+fWf1hRhqf4ifekMZ3TnpQOeWfe1sRmjROBTXkooE16eqkzWrvTJYOF1s4qjLfMp6Qgu5WXTv4j847PLp7pl72Th536Z5Kt+g/KLb9RflDY8tCoZvndVKv+UsdHLcw5oV4WDRNd5Ub7iE5rDYZwLOcNPcglgviKEZW7/2yXuFeMBRXIfDV6/rDzXsysc+bS6+wQGnZGlpSMrTxJ+i8NLa/Dnwn/PjkqwXC7UNhmR7/aD6it+m2n6qjn5gO9XJsvZ+3fs59fyB9vXsmSeUumr77AXc276KhyfgL7qZWIbcwAv+he+CFXamUFGfTX1F+1hi2GmJwKJQCKQCCQCiUAikAicgsBx6/kU9knkKQTk4Pkq4GJQMwFlDtELqzU+w4Z3psMGmKpjhjZY+Tow7OvkE/EnBUjbQBJTbnJ+6oRRSx/3DIcbHMzraBOfuja8cRT1tvIyaTnlcvbDSXyKYS2sOrZPr9WI5Quro1IPy7n6UmykBl07BwIsG7yfa4M+cOEDhvsHcZikPljvpi9YD05qH1CRi7o/qDv124tzsIszz5o50y3vbQzcOYevDhzzp55Z8d5y6E0kPv0ML/G0iezOthW6Ppx50mLldav/OGO8jc7gM//OCfBb5nkOj6SSCCQCiUAi8HUjEH3067Sw/rxMDrQD7escvf+0idb1jPtTiwniEyXYVEf6XZ+Am05m7RdmroRkwhY5bO+h4Mk2ADYgtlEzUTIn+XYcE5hMmuMXNqvztgvWHD7RhJ+HTEyQYZNzX7M8eXEWfrStVwXqdw9+gKPjcJvao0e0Pc7lYespbrK9ErMQYl0+t8mZxORQ22L1ryYO+R3jeG0Ar3Ks+i1q7/IZfI/dV8s01Tjkm6tbfx5v9jLHZ9TlVDbuJReffrbPPz+m3/C1TvHxHmlnTCKQCCQCiUAikAgkAonAfgSwzjN8VQgMVearE91RcsccJ0DpNgHFm/1zTsMZygZdvR8r4/7KMRrYIR05GXwY5D2DM2xYYWirAXAswsmOya+4N4fdZTiF75SITdQV/vCMo+Y7Ue+qUxCnnj3wZj7HYyhvppMANqsO7mPpISaIx3lIWb6CH20g2slyzvkUtSYGAFTZON3D4EAHvVZP1RFvKsfbyvO8hlgb5OIWp1UvFsCXWtxdkzGJKln28A9JeAO+O0zahq0yKDpv6e2Oufb/vf9buv5HTVj7AUt3jsd2tYCC8adtiKm9eBAvoShK+gedoY1OdYv7KX3iI20NDfKoLLz1zNtLF20beCiq/DbZzRvzPfQfCEwieAOedjmVf5ItbxOBRCARSAR+pwjQP/jBvqWYj2ZCvgQN+rUd9pq9PPbES3NrOoQYZh/zoln0u/TZgckCgbAtzI5o7IqF7LujrQKYoPBjd/m5AmH7zaU1cev1H6CBz2PAllov35bBNtFEsMoMNlib3nMtOSBjqwyb+uspupRnZKMdkc9tt6vw9q/E7GzzS3JFfMjH2Y5IKOeIn0QPt6UOrb0PsVEPcR5SnrwydjQM4RCH2beO05g6mV2+0+UYMxrupvJV2Vr5kN/l8oLz7X9IW0sfWC9f+bNRGvdsNsenYNrIjNSt5LOFT4l0GX3l8Za+9pAaV8ZI7EtMp8iwRoSXeFnZrt9n+71u84Ib34hjjIjfnxYxdNnSp6WV14lAIpAIJAKJQCKQCCQCZyCQFtgZKP5mNHCY+MxxOOUSBP+JlcA4qO61v0A6+MYh3jFQAyfxvWnSl0+OmVPwShlMWZwKlPbAVLRPRzMlrTdTm7TI8/wZfvBtHZqgShz1QZBjJJ9sayLO8/b8hS+DaHN8m/K0B3Ok4+3/Ju3Q5VjX0GlRL1uJrgFFa4OHGA6FWAlh+m7oXEuEY8mA4eAQ1+TNC/iU+t3CeY6WlSky7Cpf+MZK3Ep7jH2Nnr3gpQ8mQXcMliIjPK3NONZ8TvumT0FzdAcb+CzPfcAOnbX2r/S7+PqL/mDOcTDwqT6bBO7o0tB59tk9wlv8ajsPxY/QyTKJQCKQCCQC3ywCZXKQUxzzuu7od+nLrD+DkvrvnX0o/TNbN2ArYzefG6I/RB9sUuzikDfOPRzdpnfVoNUec+W30ilDHrenfWXfHJ2eOHQ8GzfssHVbaL39NHJjmzBBIzF9m5Qmbdel8MJO1Cdn3b8Bv2eDy0Y9rNqJq2zAiVdF97f9VbIk2vNK3e6tX16mKP6H+ef6LK7Z9RA9IxTsS92K+E6i1CX1uN7GdhJtsk/la5JmLwu+5oNoPMP85xfLZnIIN8Nw5Rm2ekMWnknaGNg1h9F54R/zpZEPTKcHfOM31Z8DYj4/8ByHjHAPWcCpYGayf75kyTERSAQSgUQgEUgEEoFEYIwAnkqGrxUBc0QQHicAh1POU1mFd738oP1A+RztvzTBghF+YhBfc9n0GeT7VQNHon/V6jv277mxJ5OcKvskqy5vF60uFGveAD0l2GAXjoWosUes6a0BLPvMmaKMD9LhlGjggxN3B/nXVaGiYZTQ8fKTrtmv6G8Sw5CwVAYxCOYLmWOpfYK1H6wPzFnSk3+k97vo3f4md+qPosWndFuSOIgKcqTtrXj7LBMZwgmz1P1/zDHXPkN8To79dRudH1eZqx3aPrwgw5vB/yj897Nlherlu3+oHWtvIdvXt1SmSD3yDfrifxc2Nz0L7Edkukda55l2xeTnx393Fmiy0c60D7f+iAa67wmlfj/+Juy8fqO0plJL2xblUZ1HDp2VcL+xj+9fVF77gOvZWw/CU/l9QEMrgfVsVdK0XwvtgxNxpZ01xL3tUz86goiube/oks+eQcXZMymyPEd3/Ubx++V7DcbnwoLPWj0PeeI58N8A6DGItBYkP78jrWpr2ZfSDCPxk75X2/eKjK1cSwUzPhFIBBKBRODbRoB+ErtcfQL9nl6KtN5hsd957FcHfChZ0q3vmvYzUVbEzUZWp2T9U8QPlLjy/pr+HntJ+zdi2ynebQvKTOlTam9AdwWbbIKmjuh3TcZlPtWWRirpcdH+knftr1sxgO5DgF5PKHJIrrvsJL72gu7rtOfoqtRNdprhXGTDAWkMNPcf+FLSuPzktkmUrX79Ufl1KBafys8DWbDZ8mfIYzay9g61Oq4cAvOo3zXMIm8pzGQmdo7V4Vq5ymxyUejZs6AX9sDuInvVch2hJ3H05Zo32ZH2GVyavr1NGOjGeSLG4u0gn31FCzve/J3SjilndT0Q8K9wDfd+JWyv8o0vqkNscL4kNCkX9bfbM4cOgDExyN6wb/hjIV/UqUvBM2xwqJU7P/RjMlo+lc6kOfaR/4Tzg3z4F6Jrzzv0C8b2+zLBG4OcCUOrNtIUZgWc6ulZt/8WmsrICIb/9v3Jz4ap063PqmT2rZ7+o/z4KJKtyufcZsXbFqQzh+S5aQxhHgRF61m8/lPptC9ISho7H8UHGv3Bxnj04tCFg99m481vk/w4tfvLm8ZJuI4EkUZO+sEMiUAikAgkAolAIpAIJAK/DQJpif02uJ/IFasbxwbHHAelkMYRC6czzidyNZ51EAf+g3PF+MdNE7LnryiYKoDucTh/eDNkAu/XORriWXWfyFTib/IinX9UyCTf0VubjGXYYMB7RMr4g4kmYJkUf7bua3nxM9oiCcblGPGOGyvTtL+I331GxzLghFde+K+TARsCE4FlP96qgyV0/IEv+gatjiJkoapNxlb3vT+xRd/KsshS73suGBDq5GvyoqcOrnXcNfl952xpPfwiD888q4m8dcYgbqTWc60P8bMVJeJln/quOfZd1BEbdEb3rWcOCUPKfawydyKQCCQCiUAisBsBjCYF+sU4Zmn09LvkecgX/dos1ZlIvpLD6trvdPZ+eybT8aiir1sDYddEv4tdQ4iz303/soXMRS8U8kUhD1E+clJ+SqO9n0sPUuxni+0DzSOB+kSukK3QqPWyl65ktbJxXpZptf3UYpKv4Ob2nBKCfs3Te4Eu1KGOB7x7aZCv1I21DXDzZ8Jtzj10SlGz0b2Oxy/r7qRVs4d8Idukbmu+lQswrnKB2wEaK+Q9qbS9+oxtFijFaO/Ih1zRfjvL7soWtEP3gussjYK1YYZca3lnCfRH1mez8Kx1M8czZCFNh2FWrk3GuTL9osznLDTNRxKGra9k7Qo5OIq/NpLjFfLMS+mxyIefHXVc8hrGyCK/rvErS2qeEoFEIBFIBBKBRCARSAR+QwQmlttvKEmyfgKB4hSYM/AEmQNFL7w9z6vEOlgJjBN+wym1TxfhHJRQHZmIeOYczVZ8i0OHu2lzhEQZ6ZgI8rvBkXqGL2VxCgnBG4e6hJGO8G/CKK2JP3SpFddi73vquKNVyRgf6czAGUjozdy7PgscqNR8Oy98L15foXnTG+3Us+87zfnxcNcvsCrMDmEwobEqN3XCABXaSmdWDpfWYJFdf2gvZXCgTixSMNrcChFErTqWdkf2GrdSdiNpmzs5fLC06rzJl7bDQAIHKylYOcvzDIVYFbMhWE12/oZTo3okT6Os/ZJoA7CR6+B5NJiIHJqI1oqm2QloE4TfS3Q+yG+2WPzezCZmZCKQCCQCicDvFoHSP272yTsBGtFr/QD6dgXSR3k8evjr/eWbfS1miD3/CuOoyGS2FHzXA5O/Zk9I/kv9wg9fodF9OdYprKWWyYm1LItpoYcyMAFya2199CQ0eTxi9Nft9zaqzR802vQ91w2tahtNy5OnyTdNfrjHKFT+4m+Zi3fUfrJyUf+ljh/4dUaYTJE3aMb9wXPIZ9g1NEbP0ZrcZZJ85D84nWm9h8/acFm/LPi7P9Kp70huyLPnsh/rzA6kPsgnGR/4z9A1rGn33vY32xc0e+jOsPIoKnm5Add6svZFu3/2mVwUZD3B9MR/b/VlzCGeX3R4bAdV/nXqB1Pb341H3l6HgRf+ZPEpIwquT9ffQdGzWCKQCCQCiUAikAgkAr9zBOast985JF+n+ky+unM+GOexAtQHUl6lF1Z9cUbmnCQNkPAx4FcFn4TUYI4moh+CeZH61Nip/KWv6ekT3g8824gX8L/ViXYmYaW37h+DnEJzjoX7U05yUGawTMH44Xz2hDJodxL//sEq2oHL+Ez7Z8L7pk+cB60ejR/zUA/LgwyP+dHSn6U7n7C267lc63H+yT99bnL8ffD5QvbWvXjaQAefh2uzzTxTbfLctb14wIBo3zN/sWfJdZ4jtytObY2BYf3tKuarf7qydmbq49tJLLMlAolAIpAIfPUI0C/E8SplZI8a6Tl7cIknfbTkqjbaa/ovs9Flk82aqkuilXhsmZj8bbPGS4dtXNc1usomw19gdZpeXRT9rpKPmbA1bGJ6SuCA3QR12WD38nLlbU81PkrmMVavU9mWMi/Fh20GXgf1WiKNjVjb3mKm+QRTC7xoVyFXnOeL7I8VkyP1UGSDH/7a+eEgbjY5izwhE+ezMUPbvfIhA56PznNjCJA8NRT51tqeYeXYvKYOtxSi7UnOBV/G2r38U57K3y7Q0Kcytu3rt5MsOScCiUAikAgkAolAIpAIzCPAq4UZvmIELowUyMlkEMMnj37S4s8/6A1fTcIo8v6mvYDffpaZzn5AehPTHCyMdg/zE4iRunXGYcOZms/HKsz7/b+V/Iv8hB91Vv6J08UH6I4E3nC1T5Lpc7V8yO729hfXj71bFTz9/e1D+/Tepf/bVfuNNrw83bKu/pnu3SQiAho9tM/u5Z+6/Zvj/6bVpvhD6GfOI/CzzxX79f6s6zH/VaZNYpWzDCT43reqaduHmP29YI9Q44nZi63A1h5RkvX6/n+Unz2fBtkq3YbX3OWFFwtoX9Li9qY9rYTv5e2vRpc256uQvWRdcWnxFKN2tY+W4TGWb45XGxfy3eyT18LacB8m8+/v1gCaIk07op0rhU8HvmsfL6t/tVMfKCLf0P4bAnbpk4LKQ5Yr+2eL0gd7OUf9TktM7wvGCMx+vJLf6gdxS7toS9T2X9Txnfh+tC8Z37WXsa/epsSgH7qFDrEH2QhdlbtqYvdD+3wxCbz2jHua1+6b9lO73LQXsCkfXUPwBZC4NgHsT/CPmItWm9/ZN82eDQ3OGdSi2FSXUbJ4ZWP/KvZwU8YLz9CkbpZlH2ms51yoXNgPTfyv/xEVf9pdF1Gt+DNoyI328Fb9vv1a3q5n7/IjwZ4pKcPDoDZme9GJTqvvEbJZJhFIBBKBRODrRoC+hq6BcJ21lR/71KmN7KWbfN6pQlGH4tX3RSoTmnN2htMY/3Vbkhf1sI3MzDNaLjB9pHMYl4o750i3Oxd4EcttKe9nsX/tBUL5K27jUKoYAXMEiLO+tSTajCjauVyx5vbD+nLytPYAQnm+UnpIN4GZuBWl+79lF3MWZEPG9SvJdJGtYPtf3mUX8oLrlU9ol2AvDXLt+CzRvc3Ygl6Xsk+U5hrIfioEWqRWbYvAzPaI/UF2CPUrysQvhmg9jxm8lOxgbCX5Aoay6I1kGOmyxqdNexcN+S/lmRjka2QxUNsyRT7zCZj4lb0qnJmgi3bhPshQZiTno3qTmKEcBvhVdiz27Hxo5CRDi4H5H2ViWljxGxDNtG2lRrfU7zyPuVj4IievNfNyRCvzTH5rD2pTsuvxl2/yw832tUnzjbIz5LajJvLVZ9x5mR9Xiahtyo9+u/yi51DtS62LKU2KbNZbi3elt3UhwvVB1W+A9lAe/KumrL0U63v++ov1qj/Uoq5211dDt+cSvVRnjN9c2OP56j6v/d5V2WlPjAHgV7l/1/r2/I7oG2E93PbnsfYksfTVgwu+PV/aUhuMcRKbmJZctmeysFJK/Q0LZl63AJohEUgEEoFEIBFIBBKBROCzEXiRlfjZaiS/OnGFA1G9LA1UaBISI/zBCj8NMgz5OKZE5QEwQLLlpE6L7bg3R0j8h8m9trB7bHMrCNpch69xdMwzXKLg/K9y4s4KPpigyS17870MMswRx1GLI0Yg5/LtiTN1GMIozhttbSU47gxAUfCZID4bvCp1m/gud+ivtu+DTPtksElC6pchr/o8VS7bF4U3/FUR2/lLjsqXifdDAX7Slee+57mLNmIjjcjZL+uSeL7iHjl6gvhZ3a63pR5KPmDMoFhX7vKb0Zd3NVeFDMadzFcJZmIikAgkAolAItCJgPogt4FrZ9RZsNgLnbmPZONVLOxVWekHimM7P9oSYQfvJmi2Bnaz5NGWF47ZbioqQD8v25IJkAe1jtoyIBXbqzwQ3Smky7ez0Hx2s3+pv6N6PZJ919Y0Prn6WLePuedi3CeIrWk8x7OYDXwG+Ya4/ivJVvxCs+f7C/bllJrveumAFxF2hbPs7C2mu+WjXfFMnld/qyKGfD3+kR7u4TfixGdqVUD9uvDyuI6lgF9qk62nfCpgictaPFgEHtNn+JPqcU28TEsEEoFEIBFIBBKBRCARmEVg6fXW2cwZ+YUigGNnE044UrwVyqSVG+Uxd8V79x6mxvqZOhXDH1mCv7HjLVXizuQ1poWesAp9I9WcKM0IneZbmhMNIyad4chk7F28Gd5iUCM4+9mdOPEfRz95pxUCIngxWcQQniZLIdtc39+RcdmR7BMEGkNgdSUDHFOshxy6svrmPWSQ4UWEZ+rAca4TzyNGSzcqA+i1PurFUoEm3vVlQIKau+Fk28pyrURmwG81eFnaAW/o+wsCxPVO6PIMR2ivI27p7HxrKhO608ZYE9cveEM70KorVcByTxhh/1gw3gK/qxGBEW2KvaWXV1w80hjHtPqrzel2+5kPLceU9tzZihP91l2tXfTW8R4OmTcRSAQSgUTgq0WAvtj640GDzRVuQ9aNq7At6LSj48ZuaPvDJRL0f+STfWj22mBvVNvu+S5S9MN4KHKFfRq29JJ4WCHssWsv9bk+sdIsisR9tVMiYenM6lGbyNR2F29ss7EzGB7oEcBMbevAPrDcqgfSldewkAch302WUCXvX9jZotHoEPLpjFXiX1Vp0utlyFcjdlzIvirqH23H4215duhXpYw2hc3Ftd8flaeStQvzWMZR3Xdelzc+Ma46PUeeljlYUa86N89Fm2P2evqsxTM4m/mZyJBPDaTyWKnf0o6cY9TpM/x7yvqq2vqQPRQJOahLta/6kjfPZ2Re0SmyHDzbmEF5wMYv0/LMIkAc3Lc4H2S4p5jVF7joP+0vJqmtffEsFhlH9bqHQeZNBBKBRCARSAQSgUQgEXglAluzGa/knbTPRAADPIxzm2zi5l2uAlNYDPCQjtNSPZgTuUNbAysM1pgDID7tgJJNRLnT+gruNrlmn22C+pznoTiT50SVKyl4or8OnPLZcDb/4LeFZsgEJsjG/TOB8hxbfAsPcxA1DIWTyGeze8uV4uOTeBrGoUNgHffj3HHHpLxPgMfAX6R0nu25aniYDD1lGRikHM+EBhq7y0GbcnFw3xMaGWt26j2OufSasVxQr23dCrv2dpp99p4BWz7rht4MCHA8hhhA9FcjYKJ8NpiwJGfU9yMtjynlbLCdvDxzOux3Qbd1MGpc/hafjOc3kjpayDcutXQH1hkSgUQgEUgEEgEQKH3RrF16FkLqP23Gln50qf+c40V/RR+/1rfuodfyoFzI09oAiq/dJHnmeEc8aXFAW2tQS9ndE78VF2wT6JczIu4MJoOV4wPEEshkgmaE9jrits4qY582Ri7wOiBYYXGTn/cuW4qXFU2S46REUfIYFYgc0asI1Zx43Y9/BK53B/xMq0PhpO0+3rTVSZXtKV2RhHXO37lU4lHlW6JrclCuhLZtRdzJZ8cP/0LSxrO0Kh/1Rj1yvD64fNj/Id9auyEtDivy8j83bH2z93Wa4mYviBCpI9qYyfdysSoDw08rvPnts1X3jYzE+KQ0vxEFN+Rc/Q2vpE+5iN8XewEBH8sCciFH/H4hW4ZEIBFIBBKBRCARSAQSgS8NAbfSvzSpUp5DCJi/ojfIteuWJt1kmJtToIlX7V9616urvFnOJ8YIw5ush1iVQsV5h7ENXmgfn4v28WTvGnNa+IOD4A4/jg2rVrdX5vXKFE6Gztrj1yaR2H/U3feBiPZEtXmo97+7nEPKk1fw1Z5K9+8r1j4YVNQXdR8s0l6uynpv+B/HX4TAmj25mFjUHstrDT7jAABAAElEQVSmr1V+o051CJUfobif5mmy91wis606vvysFZZM6Jd9caeFla8OTGgf3jfVyf1N+yVbG/HM+/WXw/v+DxGGntqTta+W8bAqwXzSSDccfLCkcG4LdVwzyKQ6ZoD1Lt49wXgiJ3zVLsNHtnhFLdYDdUt96bhq32p7iHieZgbJpjTaPIaz2saNsjBnsADH3J993SwE6chzdNMez3eVRY4pn4WSo2ieN/he4csAnSgFBnanpFI/th+g2hP4XrVstw5alnzDCVw6AjhogJAVuazMv9iPDcO0rND3wACG8wfnf0o4/V7ZSyroqzwtlh0sPb+6UsrZgGRw6imceRKBRCARSAS+JQS8v/N+O7q+6MWj73te39Inmm1Cn7O335FkN9nLslNMxigeZyhuGOs1K31ftRUkl/WhrIL0vT3NljC7HJtgJRgdpWM7YUfwIpni7AtGEtLmuZW8veK3YPPACpf3FxgYXZfrIdNshNcptgQ1iXzQ4hpe07OiLCzJQf4IMR3669tHsf9sosfAbfNF/vlztbFuf5TPx/7Erd07X2YzFsDxNWwPZ+WuFb5Z8iFDlc9s0ngqHrJ1RBSsrW1p8leTTvFCQBSOdmKsInLjXJ9ZeybwIxVCzNq2Pdrbd7nWqdqTZnv/S/Uom9aegSHPs1cVvw9km8g3SzzapRJ5qeAdW/eJCpzlMUSafDwT2NNvPLsdvAyvn4QfnzQeaL3iqtav6uWKb2RjJA0n6tiEUPviWp+IZ99rnm+r39oG5KcUWfe0r4bT7KXj9weJdX37EGGanrkllS+SiDHM7SURl82INXn8t2iWxVORtf3Z7wv9Rvw2hTxgRpvjUJz+Z0gEEoFEIBFIBBKBRCAR+LIQwIPN8M0g4MZ3TPSy8tInXeVMmLHOgEAY6GcrDV2CrzmOaz/zV06XBnP4zKvLMKQ8fYVDZJ9pkgw4INUxKZS5l1PFwI1/ijpkfZpzcXjQSc7Y4gRhw/8Elk4CXXEA8bI4TwZ7qkOIk6Y0WxGg/cV091wIjOMcTuASVUbtxP+m47o1AblEg3gkp97QdTuEs2/t3gbCqIPtcuMc8EPPwJn7zkCbQ2S1u2MBvjp6R0VqfcMz5IQ3ckj+Lt0lMIMehnHQOCI9PGHIGRkUqkx+G4MJfKNAmUo6PHXMyRp0vPjjX6Mf/Jh8p2uL3xroFjlKyeDvLzRQv0qHxhafUn7+VPhPdJ3Pm7GJQCKQCCQCicCzCJR+s9pIe+iN+8XHktCeC2vlSFM56wd15isbIzLtDddztCb2g+mm7nnSt7pfMyffJK6WEy+uzV8ock6ybt3aZLRkNt8q7BWjt1Vymj7ljy0EHpyPh7tsTlaxGq7PkKIKDDcRMTrINmec7ZGVyXz8UsmHbXxIPuTAZgu7HBzPC9QvLwmuhtqeIhcyKTCRSXvvtdu91I6/+maO9v6l7XndbBWVLCYrWCHjs/W3xY/6LS/jGquCy2wx2lXIp/OZs6mz/DzS5QM/PSGz7Y9I4WV+Ez7EbKYVDkeTaHN4RKzc13gF8pnvOdDzLyaFXxNygfFGex1IPHelOqq/L/Lr7RP1MRnNOerzZe3/OfGzdCKQCCQCiUAikAgkAr93BHIC+JtrAbgOTPS5o8dQgM2P2sQGTkI4CmuO2XFQ4GfuiPkmmoo25vK1WAlqKciFDMplAzHHeY1LwjAOnN3xhCgrom82CcqbxoW/Szomc/Su0cWRHxNy/mUS2viO0/vvov76S7AS4KoJsdv132oVcuCedM4ucvKsXWnFZnxCdzpxFo61TbSZY6/64DwHzpoqMSHXlrPrqMOFwpSr+bhoCSyUmY2mnZZ2ZW16NpMi5+RR3E0/seOmuETA46vc3EZ75hJ9Op9ZwwympXzID8mFUKVnAtgmgRlkIHZvCBmF92iFzJhOtI/AlpW67Ac8DMyO82/emc7kEn+b8NfvzaX5NOCUQOQ/2izm6MULDkYbHDjOYjBlmPeJQCKQCCQCXzQCdMG+jEv90tCfWpespKfnPMwmEJNJN1P71wdw6JMkB7KMyhBPiLPfdf+ds00sDnqAUAJx4r2of6Ujm1WTcPc3XuYacAsyu89Bw3SWDMankWsXQYg0Mh0iM8XZ77X2Tzq7z4ZIx9qH5DOZGhlb/SrGbeTSNb5UEwqOtX3toiU6KDSyCxdkDJYP9JUfW1FfluGvT4hFZlXrpC7ifh+O1kgGoptXpS61mvUu34gvz/iK5Kl0m4Q6MuhFaj4PzERbGx5wahOb68gXwDRJz19Sl5LvO3w9ridtBwbEhwz81tj1pNKULcTbV28w2A7XK2MRHsJ/HdqzZKF9afLXxi7sQQJr9BnkGu69Hs6TEw9dX2SwPsNYjvkCDJhxfoRtKFB/71y+IeHZq/LbwiNiPIoQVmGq782vTD3LP8snAolAIpAIJAKJQCKQCDyDgFu1z1DIsl8mAjLIb7zBqiB/RgGLnere69xSdm/ANedTz42HYpfhGO6lt5Xf+TD1jOP2EIrDKddUSWc3eXjjZMUx5a70Ef9p+pP3hjEyOAaL1Hhbl5nIjWyL5ZsE6vWmAQgGO/rDo1PbXzZyIjz1u4evstvb/M+0e/gdBY5J/2PtHoyf4esOOvw7dbffDE38auL0/sYnqLnW6UgQrQsrv22QYOuZA1uOnfW6JBcDjEwC20DJSTSXeLXx1kS2dG0L5HUikAgkAonAt4sAHWgcr9Fy/1ddS59I33zUrFlTBbpmNzAhIDtxt4CyVK/Yi/SlrQFyRl/Oi23YkM8oDm5T2dYA6UjDnp6bMOsoOs3iuCHfs8FtfJvUtHo4g6asUezCw34YbWA4WhfzWW29PPKFnnHuoGw+nuTi/EzT2mD1rq9oTScHN4ooGbw0oXk+WA+s34Vdn78BSF6PnyFXCPquyfOhfiO2OdeZXJdvn4/b0Dlwab1EbXtzBJiYDr/7hY1sjrXF8TyofvXbPPwuS2qJwrgLv1/U5WfW56KomZAIJAKJQCKQCCQCiUAiMItArgCeheUrjiwO6P2mt8g1kXPTXp428ac3Sm0Vqjne5zupTAryvvONQYz7j1oZqoEWm4jBaVC89ozFacD5wlkw19omuOzqIOCa0sUPwrHFATEeuCE+wHORs3wNhw7Hij3FSlrsIVbf/D0kAc4YdNFbq2LZ90l7C915Q7sEX9WoG5PtB+ViVaK7vpxZSXskIDcO4017zF60B7E73ThmTbCBOPDFKUfOH3TNABigHQnoG66fuNsb7zqxT5u1O3jNBVZzICtS0kr6+Vd8VOSmT0zdrtrH+U37Ht9+db4z7OxlZBuQkaaGO21OR+Ncb9V7pCMzbeby9qMQlH5a0dsOsMWnhF2M0F+tgWIcmoi8sy/19R86q66LXEHfy8VfyoMxz5J4mrzsMf0X3f9BKbQV9Ij8IrcApfOXrB9/ccyY1LX24O0t+Ae+Vq/UrRJuWl1xtbpFnqEtD1wXropupPICO6JdqHhJf9FqcXT3FzS4bpRQjjvtUvvx3j/Ye1jpyDoK3JdnBT4P6W1m2qOeBWHP5Ptae0NvfjtY0w6wJm5LqtGpjY7rKqWpoxZidSZUbUCXj82N9YxyeU4EEoFEIBH4dhHwiRq3u71PO1dXG2gvBtlFk6yTLnWRGV3UO33jTXaU9e/en4Ytw2eWl+yKgaj3xUO+6J9rj6h+lz00/yO5JJtNAsumeei3h/xOG7oxiRT2fbGnZm0dl2OQa3oV9D2f22B8BYjJFPXNO7tnq1MAlH0xvNjnMrt9MpFnyX4wHCKv7CJWzmlPW/y2vTKFxtHezNY1rLBeQ3/lWpIlCEzOYEWbMiqiFz7euu01IdLcDvJBi4RlG74pNrq8s4XQRXs43+TjhRHb5Ght4ya669ImprW/Lp+o9qaG/g1+M1RCBKxm8L3hA+qa6TCUXC89Q3A1Ss/F/a8m35At2hCc4npItfaONKXuqUPCzmY/ENy4usjXGfysCZf67EsG80e0itt8IvmEJpf8BBevcon7Z+q1EuN3Rb95fGJ5Gupvn8mhNob9LuZRv5G/yhFyTlSMfIfOPGwf36td+xe7jEapL/fdJM/ln/ItaGq0zajvmVZW0w5JMlvI+xfqSvBY+xZG5KSS9N/vkElXljBLJiMTgUQgEUgEEoFEIBFIBH5DBGYsx99QmmR9HgJyAGI1rLsJVDUHHsuZXksrcnFI5BDYG6E4d6PAoImcsA2nelRkxw08fdXkQiHjC3/0P7Pp4+1I1y2n6xV6b/E0KIq+J/G3wTMNwMQK8wW0S3R4gkwCt28Or5daTLX9hoLmYq5JgvhKd3dgJ0mrt9FGSt3GaMRqmcdEe2O6Dn48pi/HaFjJnqG9+ooi/Iwn09b9z7s/shrI0rN0OFibdOzs5ZPuZ236e3FAAuMtOqwAtoGeqMMDtI4UsREi8O7H/AibLJMIJAKJQCKQCPgkT7FBu+EY7IPuIrszuky7JwModshe6hGw4FTt5r39tPJbH49dcaJtIZDKdEqPEqt5bGL6JNmwA1nBfY8ZslXOW4lgjR2ObfZMsAbyDIGVso18u9ogtmscK+SfSqLtHWlz2MP45OD2yuD1u237kk/BToxTvFouZ2cMzS+I+7UzdflbhJX6td8I8PqtZAOP5vkIeJCL3wk7PqOdBeM8JwKJQCKQCCQCiUAikAjsRWDF2txLKvN/OQjgKOJkq3ptTxa90UqIT6PieR1yJJ3M2l9WFF7lEODbsdbTnWKdjJ/kQS4d5vsZoZOcmTqg4/vT8ubu8PZuTGbFaowz+SO/mMXEk+4GvoomSW9gP4bnH734tB4rQWxSdtUxBPvCM86PQnXGSGf0rTpv1aHe7LYVE0OtG6ODctC+rlpR2uK8KHjh4ZOgyDGRYbHgXALteSEs6MLqaF+FAfY9dT7k8bfjNRlrA3CD429tina1KM5Ao7yivSD0ED3QasoOyceuDJOW3tBOQof6+2CDZ0tsWhobeWwlDc+cVv+zfyCf3zbcRWOujsDQygyyLXHYjLffWuUa8TmB7ibjzJAIJAKJQCLwu0NgZIMNfc3Qvy4gQr9Xl7PpekRnocxq9MDb+z/sLOJg1KRNaDzKSV9fjpisqbJNCu+9lUjmn5g97sbT2E/oIFgnf9u8E/sEeeNos7XXkW66BUalXJvvJdfL9eF1RXoc8wJQu8ct6Qle8yxKbMgR5xJtuKk+5fN0+QGrPNrEPbK15XRdZLLYkQ04yff0rZCP9lNpgc9a8Pa+9iyuld6d1mIxKlzwrc82XwMrsi+WGRE4dkN9tL93lQq+eXuUBJMlMH2iTVQ+vReq27btmNy8xOu/XfX39JVYrYnayjbK1/yGjeLzJhFIBBKBRCARSAQSgUTgS0Lg8Vs4X5J0KctBBGSM4yCYsY4TE06XuxGshnSn5yD5zWI4A+WojgoTv87fPpNqDmA4WJsE+zJUpw26HMgwHaZgL9yLUpkUR54TZDC+ciINV9GziSAmnqa8iYnPi5VkRDwcKIz86BITXYoZsS36gb2tnj1DZ3TkU9ZiZBOqOi86hspmAaG8/p/DHH2kt81YFt2cwcpf5GQFsupdk8f9AfqUpUTB2q5nKNR2PpNmBPTSgfD3j8L1yg0t8sYxR3spDqwJwWu93oexEeVHFw57oYBrkdmsX2NW/qgMdW1l1C4pP8En+I3hjPbc0uIaeluhyFmfa/h/p2eB580+8GzPRaAypkZZPvvGM6QwkdUjO/7aM0aXGr8t89w6KGWWRCARSAQSga8eAfVw0dm9ShezhcbE11jySV9s1av2Oxj3v2Mah++s/8RGo9+mXx3675ArRI77ltcN2bBn1Z8OJdsce64LBZNF12YDUx75OGFz7AkUCtuGfv4EF9pkel5T08JsridqFZyMhqjZNTpOZFP8XtRMNv4Y7SfsonhZr7apJ2hVodAv6rRGlvY7R/8Rj2orN8XPuwz5jtQrZVWHZ7axB8WOyKcWZM8eZTmGwG/C2u/DkHPvFXUJhsXOXyoOVrV9LWSy35OFtN3RgV/It9TmeOp02HO5m8kTBUI+fpN12DgH5KLeikwhW8sJkTMkAolAIpAIJAKJQCKQCHwxCJzgvX4xuqQggQAOgvmKTEqyCi4MdRwLHeGEY5yf6sggQHEWLtr/y65pYuLJRKH4+ue/kE8TM+zj9CT/9vNRF32C6HLR/sOX7+WK/EkQwM+AQDAF9P+zeP5LskQ8cUeD9mO1vc1wgNhHVDS1B9RV+y67Axv6Sk+CnCf2ILqxh9XlJ8kY9eLJu/9aPWvPqavoMNll+jb6kB6DOaa70m7aYwj+te6RoSmzKkTJZ3XGoAJEiONap5hAm6NhacL+hgOpfW1nV0XPFRzieNPfau2q+rPAns5rspPmGF9YDXr7q+7/oQO5ewN5oaE6hG/sUftQdwOvR8rs6fS96l17nolOP/fC9519gNmP6r9M//EE/yO3UUxtA5LP6s1TpzTA1uN4PYL6ZC8ztRXTc1x2RH/2BiwIMRmqiXd7KQI1fPDF/3I/oGHPgz2blCcH+1yJRrThRv5WFzhZHiPFHsIqedWex1zATzx8z2+tpqa9DCzJUXAhktbl7YVoD6FL3K+dC+3yW+dtc0pvrXymJQKJQCKQCHwbCNAfqD8KG7T2xWdpR9/CMfRvTnn+6yi1f7//UXbrn+hdrcebShOTL9P4vvvS39GPY0PIJieEvRGrNav53RAN+d5u9PnYdtgPB0PYCsV2YKUoNkPY3MjR2h79XKhTycbXlLC7CWFPBE+P7fyLfQGdQquz1Hw20VK94ls5Pd3PygTPhVBtLXwz/CR8BVCTkmZ8u5xRj+v295SHCGiP2H1lnEbw07eOJMfPbk8G7lM2u+4L/mYnSjbqtfoU6Npi9VhH8Tlef6H4x9qmatsyzHYJNM5MfUAj5Lu28oyztnfWvmXHX67yh1WHl5tsemuolDcULfvYP24pdF7vkY+2qDq7ah/nu/zfy9tPYuIvE8RvTvwuxLlTioVspf6sTUvvkLXJHfVU25e1+X9LKuFlv13FU7GyUf+FbkPn+CX1Uejx7LYymtxKNtzIE/yPc9tdMuSx9sdvMv5UaYP22yKZzJ/XC+HnVNpuEbNAIpAIJAKJQCKQCCQCiUA/AsWS6y+QOb8WBDDMp04D91R5HC/SxfiKNm/SPsgA73AiXtH8is71DV5GCYgj4ElziK85MSfyr3qKV5nsguNDYHUDk1qnBTBudZRqoh2H4x/MXHc+j+s4RPyBs+krLrWOl2jAk6CzOZFgXnCPdmLpvX9K/RrGDX9oTY+od+oa3kcHFMPhHVCdETba2DRJ8VaeFchH2ht6Ucc6Dgd0B4NlAjFAW3PQpmrdLulWcy9fGO7oMM4CPw4GYOpBFuM5ETTqdUxifFfzSE+uCcL9ron/u3BnbGJ9fKLwrHSchP927NE/2hp1zZEhEUgEEoFE4HeJgPX9L+wHrF+d9JcCOvrXOcz9KyQu03a/OEdhI85sMyacsFnGsoVccX6gZH22v8zo3+14yLEvIvpzO/PiZUyE7SPjucEMwA30QgDbphwlZt8pyj9j37UcW9kifo/90pQxH4r6m5bXi3Riw7HPPlKBdSMsmM+fqx0MZuN2NV+gJzZ0Q5m555T0yFPoRX1ztqA2FXEl5vwT2M3Jt8EpbPjT8Frit0c+cPPnkH1jpyHalrevaerRe7Dbwq/UtWG11b5K3qPiPJSj/XEoPNSzeL28fTnr5b/IJvxGsoGB6s98xbZkYMM5QyKQCCQCiUAikAgkAonAl4TAmTNRX5JeKUtFoHXgMeDdyfA3uhlieZWRDl0crjgjEPx1YiLMHAnSIw/p54SgaG9BV8e3lSMmxIrDdQ5bd9LCb8RhGzlLMNHeyPZ2PnzP4X1TfbLXsu0DDNZl4vsy96a4JuPsM8iaCL1f9Ra2pIg3n5HuWADXcsRKl1VC1A6662xtgbL7Ah/w9pUcar8Fbz71a2GEObwI8GjwtjyK41wHcSxj3x+rW346e2XXqtpraXN9HIZctN9mlSwJoTPX24Mk4Axv6d9TP4YJPAOvAjDM9gToUNR4ipaRifrYQ+hA3tCBouiu35tL6DOtb/Iq8Le3Nq3A6h/0FUXT/VzKq2wzMRFIBBKBROA3RIBexPsUt/90HS9BnSVV7cPoVNv+ufBFgja65Vv7Jfr3IX+bhetIOdYnyj6zF7uwTeGzJMwcVzhzUO6sMGhzsZXAkgeROO1mowL7C60oEgiPJ8L2sWja3Ai3Nn5FhDbJbFupaKs05a+UNNrTYGsGnm3BtesDcqyRUxrymFkcAm7kX0+WFxw2oj0f67kfU5thlHg2q81+ioAFe2j1YE+eaFdIS2NvQrF5Lab6x036gUtvGz3yIRv+qq/85e4kEVakZpTju7f3q+pp8mD572TBC/FNmIJXtIUWrxUuzyTd5Cu8G793r7ngGe3pGeInlK3PR0vLZON3K9ra0NYX+5+2fF4nAolAIpAIJAKJQCKQCHw6Ali+Gb51BMyxwUgPQz0U7nHYIm/f2QZ+9FlkHwCa8mtpDM5CG/v8tX+WmU9z3fR28d3eUJ3K4XpfmIg+PeA8TvlNmJSJofkP8E3ybt2arwre8Nzga7RiJerz+FPHBD8Xp9lilv6Ip3Tn09wWDji33q7KhLcN5vXoDDev874BFBev/QtfBi18VUub0nltAw9H2hu46jiA1SCZ+GqCvPdzb46xnp8bA7l6hkzvgdr+K/Tu1b23HW9Jsa++79KV5+dmn3Tfop3piUAikAgkAonAb41AsQ+6xaBfjKO70M6M6kvNXnE/YGdhSVdeWNtbcCl/NU0He6bOzy2VWYq3iZliz8QkzVLejnhsq7s+zyvLoyP3RpYT5PGXFuADaOB1glwhNjbwZAIukvrO2mZH9ihYuc/RV2o9V9HPsOO5OBKeWVXewQ/ZdMy+1Dtb3Ovtpi2WzAc+3NhniT9G7pJPslnbCjK9fkHkP3Z+5wXczTo+sa33iolrx8sHjEXYuMBMwTLRerMvKsykvzyK9jfPxJ5Hpd2Ht0PmM2ZsIpAIJAKJQCKQCCQCicAXgcB35zlSX4Q+KURBIN6qZXWoTwziOONsae9d+blMw4VNf2YbsEkmOSzxZq3vkavdxnBCdfjn59gT1G79Te4qyfPVx4AFml21zy0rRd+0b6o5fuYE621V9nhiElITYh8SicnIuc9Q9UryHk4bYNpgifY1uv9gjrc+9ozKCiZJIYlMmoR9+0Hu3H+sLsDosBsMjnL0L+9lv66P/xFNUbMJLXEuK4HrG9p37cP7xp6yNALkM8GLbP0n2tdFf8DOZDffmT1bXZOpPzjcq3YMM/FW/Vx2TbgpvxoWMnPc3v6tbdh4+140DXt4hxMf135PbnS+Xv6itvdPQDMaulhV+tpMvNJ6397/oXbzN2s3TGqyUmI7lEGPjx8kKnvrKhS29oKCx8z+9ephyEvPlD0zA8ZGxvSeLWqRd5OfPQG1558+fxirp+MN7cdnX22JmoGX2sk7eycr2OS3DULZncXxx+Srd+2F8BYNMLre9DxIjjt7TxfF/Xch7rycySY8L2//opQS+RRk1Kfn6fsrrGAfbRFBrK0OpQf9+U1wWS939iWTrNZYo114ex5LOtBZvIrfBWV4xHixVCYkAolAIpAIfCUIxEtV/hsffRVnfWVFvQldIF9nmfYf0f9EiT51S+6R7eB2zHXEA9vKM4V8Qd/tc/pDZJOMxU6M3i7yjdejRuzjuXSxNcHsMPpTDnXChovshuhFa8a4MBvBb7zLlH8iYdxeK5/Wjbx7zqYQeGFH8F9/zCnCdlQ89ohhRh4Fyz8IY1mJbwQ3e+LXvyjOI93mJNP+QP3TLq76Es/t+pPsM5cn7ORoH5u2g9lk6MgE158k7n+JLvJNZES/assWXIiaViCqkO9Dh4Qwv0022FBcVhrpxqPARhkH0K5Gf6byyYiFe4Qt+/kafIwnpai/sPKFn9VhUOs/hwyoDwb2hRh8IoxsC55jIB8llAgYJXhuRdiLkkPCpdAJOzfy956D20XP0EV1ern9WXrLHvZqrWQe8fO6v6sB37TPbvwSuB6lsLCM9j3oV0l2XSzJxyjDCJ9oyIUq/Fw22pauafdWoMimOJOtrfcuicaZXD79xtmzGvXLHrbGtPrF/vuIH/cfSf6TnWld9sutOvT6K7+GKuoh2gh3NbKk9Z0qftb2vhfLP6i+Brq1mo28+Mtnvb79Ym1gyAV+x/hvSTnIV54PXsrhYeEZKcF+RnV7x6+WGP67ijx4kBGGq4jJcyKQCCQCiUAikAgkAonAb4dAtTN/OxGS82sRwADnwKQvxvgLbXIckjjgNztIEiLJUcBZODsYf1uFrOkjOeYxXDDig+OFQ3N6AOdwn5aIi6/xZ6XDWUE8GSQJz36RrPOOAaLFbJ0JYL1v1SS4H9cbh7xtXz401Sksg2JlYKG3ROQzPe35oT0dfYAOtnfqdbNNhaRzZ9o5g7Cct0M8P7SnDw0EshL4cDCo9uitAk/rW6QtdX21Z2JdB3SG79EBu8P4ZMFEIBFIBBKBbxSB8+3bASg6V+tgh6g9V08UXWfznL1i9iEvap4Wit2Db6K9Rwf78QiDPhuqj7JsZ5v4LV8q6iu0kGuPjbVAoo2uNti63dQWWb9+Vj7kiBWtumwmotb59qRKNrMVD9StPd7I9rKHSbSRa4ffpLcI7IVN2b03rS5Xg+8B4Yk8++STVOL1apkadWCl9sJE5bLfq0zW5ptyL78Et5DJMZxnKdnst+usZ3Gey3Lskmw+vvPc7+ky10xJBBKBRCARSAQSgUQgETgfASy7DN8yAuagTp0tVTsDLHprnFXBHKcHc6bM8xLpGf5afcBqZHOADk7KzctsCpekhu/UuTPRwKEc88QOxAaWC85alSPkjPwHWFFkBjvmu6C6TFkppRxSLkgK9dVgk2bKwSpW/xSUfy54dtK/UGJwr34CepX6UmJopck6XkGuITSOcySU+4qTcLc6D/wjX9/ZJpw1IXrhpew9E6OVP3xChz6enqtpy3uKjfKis3iPZBllKDetfGD8LG94Ftzn2CkOjjH5ypmXCvzljYUCq9FQCx3gzYp7Ytr20hJghUDct3mCRqTtOaMvx54ymTcRSAQSgUTg60WA/iP62TKJaf2t90Cn6IUNqa95jCy3CQ/6s6FPC67I0Nrcz/RvQXN6jv7TOz5WcO7iUvUQ3WorT3nsvUcm5InOOGTcSyfyh0Zxjvij55BLNoouJ4smdxAt7c5KoGPR0zCdkon06Zl8LVZebtSWSp12aY9IyGEEWvmcbt/fkDHk4hxxfRRWc7VtzjKiWRyrJYfEChByPVuPA9mQA433B5eltoP9BLZLFOy65cMm1nPtK8vB+Gib2BbNctikr750YC9cwyswWSrfpM8+N0vljsa7/sNu2xM69htYJlrj8wCTLK+99afcYJwyKrL574XnC9+Sx6E+EtNyeZ8IJAKJQCKQCCQCiUAi8JshcOZr1r+ZEsl4CwHcMwaMpk6tnA9zcljV+IJgDgIOFQc83Elov7DK5PNds2nFfThJCPQtHggDZXxaqThz9vky3fqwlE9+n86f2cHR5OScWsh4rtZVZ0hbAPcpD8WBhWGiU/3MVSmy+wQz0aSuA2PF4NYuB14+QIblHJsptW0N7Woo0+rNdQSw8OPDPrd14NPbVq9F5yDbfUZh+GtVLd8oVjA17Grtj/Jam5p7Tlv91mgojc8E2qr3HWVMQH47KAt95N8RqoIU7qhwRg3Kalx/hhiwPhpCVv/s4OwgRiFt41Jcm4jgE2VLhr0nYwaNDp330s78iUAikAgkAl8oApPf/WqrnClu9Cv0VTritrCIvm4S7anFTqt2G7E1rhB45jSdnO6mhbTC7kxZ4B02DHKxZcfumYliD5wmF/QIsnWw6+rEtEXu+2O6gVvBbq50tcHmEufikE9yUQ5T9+ngftYF/GYb5BoDyWDyc8YO5UC+k8Mh2ZAh5HqBTKGitTt+UzqDtW8qLo7HcvH78JiyN0YVuke+qMuthrW7zS7JzcecWf27hh9tCqyoy0k9ntL+l2RbiEeGyheZ9CzW+4UyL4kumOE32gv7LYb8boFVHGMBzmtfY7p5lwgkAolAIpAIJAKJQCLwHAI5Afwcfl9+aXMc/EO57HFzkTFPlM9/ManDnQx7i4zBiNbQP66ifRrIHAQ++iRHgUkvOWLsHYtTdtP+vP45qJP540DZQANn9jDVmb/ESU8/szsSzR+dj/OPVbAi0gR9Zk77L6Hf9e0PQ3w4lzYQpei79v65si/qieGivYAv7PM782hXJ5jpb/ZA1p5ItictGBwJ4Krjyr62Wv170/66tsLkkdZoVYP4fsBS++m+aR/f/kC7LDwZCLI6LhOEtF8LXteejwi/H16e1mCU9mj2esfx7w/vxoOW/GNpQ6q/zs+IO394s4fc3130DtaxKvbt8m9NGv+vxr/+h9Y6BMNguH28CjyUQnszvKO9B5YjipWE7y39T42ZSmZrxwDgmPV9Pr2hb23tP5X2HEfi+Dm6WXtS2Y+/Kob6nctdSc1eDPVNssrzxYNmYDrS4+t4cLA4PaMX4ylgeV7imZ3lshQZ8sZ5KV/GJwKJQCKQCHw7CMRvfnTM9Jlx/ayWhbaRlAFltrvTbHp5iwgpHjkqhb6Y/tDs8ZJjbz9XbMn4CkvYd2YPq/++YVfqKx77NFfuD9lmtm9naBTnZY0edVSMyRd9vrDSXrvW/6PnrtkJ+FJGdojZjfs0GssWukSs7q+y1+vLoqTv1NPsW/k4N2xRyTYSL/gFzbgP/mJdeQ9x6Pur+SjDC5J1a9xOCVtOF9rb7U+CXXvYtmy6r1WKerO6O0ZhyioQudy+E2z+JSxrw2o3YRtOyzzeyxe4/KjoX/Qoqn3ZdkNQ5lPjJwXasU3AiaLZrzN+3ZTV5Re1oh8lw69qDo4XPxXR7IkJ/adF998jn9oecs78hoR/7L8PGoe4/B/l5etNINT8PozKnyUhsqEpx+jBqGq6HNqHW/46X7Kq/lbJMV+qFn/+AhiMif6MMIA0OHxoO+4PZQlJzsIG+uuBl8Pxha73P+unXOMY1v4oQ1t32a66tvd1aV/lpebPk3Bd/kxNBBKBRCARSAQSgUQgEXhEAMs4w+8Agbs5p3gbMs+ro1acI3OSXgWC87y/MfnD5BFOoP7i79gstGR4CX/0RCf4D8FXXuK4E6c3g3EOxb/f6R9oLV/Bu2BdHPBxXlwkggmh84mPoQ2UtDq318a0/PGBjzoq0Cbtug49dS4DkptYWn2je2l/u/hFZjCcHnNpERfnaG+OeVCI1K2zDZjpjez7hfYc9bhVqkk33aO+7bWIPipWrwz6cohvHA8YhEZxhnfIKcxtIDP4N3ItXhZe9hwFncXM8wk0ERt9ijqfzzbEFp7oeErQ860XIpaeBFhUThXXExhHO7fzCfSSRCKQCCQCicCXj8Cos6F3ieMs0a1TdTtghuQyN/pgDkLk4nxWEC3rQ0cA7CBebJPa93O/x16ZYWW03PcY69yjd+QJ2yWwm+HTHVUwMvyP4tQwM9sKjJZkQ4fQoyk3exl5kVG25imBl20P1qPVXStTXJ8hGDJpQtUmWA/IZ3CDE7KcUI+LKsFgqW5nCtnzt47TeuoMzdmoaHNFvvrMzmZWpDBqXsJcyuXxz0hIWUKp3/r7EfGeOv5b+AV2cR5nOvmu4PbQdEKWX/WS9n8WXtI4WZRFcmBImGLHbwMT+TrNYFU0oGCGRCARSAQSgUQgEUgEEoEvCIGw7r4gkVKUVyBw0WQrB6EuHGBigpUAtlqUprDDyYRQbwjH0Pwd9v9RQeOtiM/gb87L1IFBBgQ6WX+b7AHXFkvxDgymmJnzR37wfzbM6Gi6l4GcxlGzN3tV39Ym4vX+p2QIL1ari61uz9JpiskEp4rrJH5arN5bIyz109ZRzbB6AV4MZ7GKnYbM1CLHrhBtZFehSebDdUV7B6sdulvWqN+JHLO34OGYGDq2Snqd5/CbBEHltdfKYwByJ77Ge5DBVxGzkliKtG2zwXBoPegZB5dDiu52BHSg7NHyO1hl1kQgEUgEEoEvAwHrKuP3/4hI0XctnM2Oa/oosejuZQ73Z716eF/N11K6ZdprP/WKEnTtpTlsCQlVDY1uIsqIJnHsKdfmdVzcLupHpqUwf41x5itYj9sqDeViT19lf3EshWL+LiU38ci3F7u23assJKzNM4l/diiyLataGLYytdchD0K+KiDjHvooQ1uPNvcquaArueLlzqXflod4eQUSL1Zcn9JuH1QMzPxrV/bFokU8Cl4PNF4R0dYJdRpfOJrUb5HVVijzsCHijl/U45I38o3GMIKi0u03lHP5TY2kPCcCiUAikAgkAolAIpAIfPEIYCVn+D0hYI5FY+Sju/k/OCCvbA7wnHfgbRLSnI2z+fOGqlZZaiCDYzmg+9n66zNgs59Xm0oRjuo0/ti9r/RG55g8W6JT9MU5X4Nmqfhs/KRdzeYRM9ogLySc1d6MXg9vF4j2xoBA32eMZ5VQ3WoV8CbGc2WF+2HMwe7JyrLBmL3PGfXVj++j1uX5ehgIeswZMTyu0ZYj7ti5yB2DVKtEyAu+T2I84uFtbRSVN4lAIpAIJALfIAKlr3u1Zoe7KOwPZHxFwE5AsIO2wg77YJf0xf6XN7CrmGcOXfbaTB2szKY6ItMS7RPqVeLYtjzP2plFRLOzNcl12NYGnqi/M6EKCM0Wp27xg3bUcWMPD27eCfiHXHE2mZBtL+1XgBVCNWfk6pbtk2SqL4DKx6sTrI3MzaWNDfDp50O/DQ2h3Zet//lYtz5mIR/ensPA7THfbrbdBXgWqNulZyJk6iaYGROBRCARSAQSgUQgEUgEvgAEWA6W4RtGgH1tIlzKZ6Bv7Odphr07FOz1Yp9j1sTY/eYG/5LZH7T2nHmL1TjZ/IqGYUTc6IvfBzzxJd6V42T+9e1ZmMNDe+lcY7UrCmjvJwarzH9Vug/1PKm/BgaY+MWhvGh/L/YBNoWlW3CANYF9eG/aX+ft7WdUdxyagQXLtPGn1pP2WyNc7BNb2v9J+wDfWF3t0UrR5Hs4cyYjmVmt+8e3K/cqZ/UAkR3BJungYW8Daz+sm/Z1thWfMXDm56EVKq/yX5Xn4+P7t+v7L4f4mohyjtmnFrR9ghJewddylPhyzUkYXFj1fftBX37jhQQQnJQhXwm+R5Tf+HU0JuDTDlvC3dvUlEbUTBsPb8Wzx53VBXlqBQXL2bPtTWWvzGv/4dtfDT+XO/jMFnuMlPhowN+1FxSCKi8S2D5iN/bGdbSseBn18rq2GP1pdY04zlozbc+a9vS98ulsx81TvIx9IlBQ2HMjTPk9skHDD60WUFu5PTwXISFUIjzyjzpj0h8eNriphu57kkkSB8MIXHiGeHYZdOE364Fn8Ok7X1TPxlc/ML5unKeA+p6TvY9m5koEEoFEIBH4MhBo7YOQyF4w0w3noUca/+bPb5Mx5A5a82f1TRhrHOqrogsLDi2Ve2GELNbvfPzR+jf6tqH/j5Lz3GZj5/pGujbrwZGJ/lPbLmy8JId89JO+NcUP3tcbmSLTHJ9ZgSaRlJONFTqiPXuivhX/xuZViAvwJsUjnrPZIVzwqWCJZfgWucKOmBRfuG1rRtdX7TuKvaF65B8S+rFQvIkOSoad0OYfwvmmIk3GpgW2scO14+yrMWUdaa/ki+1rCwdN3NLGZkLgM5NUo7CPTaUSY1/NqalzF6HVkGYv7mIrX8sk3YI8Q4m+Kzi5fCDHPqesom7D+K5NCV/DtjWyumOnVgJ14KG03rg9dL5chf/tL6pVyWb2s3w02eFrwdpTBb3YsirAOtgIdmX+h2KOPl8UVf1ebn+WOwN26D7fVuB7A6EL/rDkF2YVqVn+g6yU3RcKPmJwsU97T0oXfi4Gv1Fg9LMkVzn7rXyG94TXw63Lxp7T7/jm2n/a/SLhaO1aGPH7xI8Tcun3CmTtN8zkLmMlKzg/sNwVMZbvIhlv9GHIhm9kP5oum8VJjvCf2t+DVyK4S53MnAgkAolAIpAIJAKJQCLwgEDaag+QfOsRMuBxdj474MCYE/PI2Bzxx+hTYmxwhQklc7DmSMr5Ci9mLvmZOJw4HKfVAP/zHkMf8JK+m3wllA0CVFd8VcquRKvjLX0HSgxwqFEMEUeuKL7QrpbJDZ/dOtb2GIzSsTEYs8jfvOWDetvgQD/GYxloZxzovyOE439o4KFt21z36M3ALc9sTJjukHWaFdkN71aOaaYX3usZ8+e7R+8XypGkE4FEIBFIBD4HgaNddK90Zs/uZWLG0oTDyf2i2SdH/Is52SaiHrxlcpWJp2UfYIuwZIsJs62s3enU3RGcuhkcyyibyybDTpEN20eTqzqO+TiDvYg7477N2ZjBoz06YWt9jkXfspPWYrZJuzu9DS4y7kxAPp7bnvBbtHdkW5cPH85fYvYp/B5Nzsrj4w7z8vlvVZHtLIa76Ug22hxV17Z3IqpPePbzuFvILJAIJAKJQCKQCCQCiUAisAMBPJ8MvzME/K31Yribgc9KUYz9VwHhvGJy0t4mLawYILi8/ZeO73SoOZ4+GRsTST4A5BNLg6LOV/rXfZDPwMAfK5+EdScOJ3NuAIrVjQyQvN1iUvIM/ug36FgHmmyCNhw2ZNRRVkQ8zbVxEM03XCPY5B1l2znAwepfdDNcceTfWF3aF65ldWZf7iaXyYjTDo46bMV1YNrkm73Ue/Jq36w42Po0WRQvtWRDVBE3nL2dDffbV6wmuPKMmR49E8Ho2ralbR6OzTifPefoDm9IcibM1XllV3C1rHt0beojBqiMzzKNoc3CnPINDeQ8HCR8yHCYRhZMBBKBRCAR+PIRsM5NYqqvmevbehRYso8oa2nqoziXLtSia5/pDOjplns7z3P+X4RoJlImMm3zO1niimP054FKe96WyutRZTZsiHVKY3viZhNPIrnbtppwKTLd977UNyFjt1plGwEfcd/q5ig5dy71WutjLk8TV/OBWduI2usm/zOXxe+d1M4yRZMtcnOOay/iLWsct0ysN6Xg15Pd5HO/iGfx3HpsBZiTaS6uLfMZ182PorHjPuSaq5f5NkWJKPUaqYOvfDBWAwc36q++RFPy1OfhNZLMU23kQzbzYRRn/i5fzgLLOTznqWVsIpAIJAKJQCKQCCQCicCXgQCWZ4bfEwI4F3z/KBzZOkgVLs8wCHAOLOEkhGPGPc5FaXrwtyScDGTgJpwPXZ4Rqq7wnpv0YlLOPlqndGQImU9gDm/w1iT3cih642TZauBn+BfsGMyxyyVaHu/zv3pTn7xPO5oiYp+ChlaLI9fzgU+HwXo5x3y5IZbS0tX4QmWufofcQ92qHJ8Ii2bZZtm8hqcO8DLM5ngu4Q5xMa3P3SazJgM0g+ca/abIw6UwEu+Povc27ugKTz4hPteGQ441SpEHzH0SeHvgE54c8J8LQTPS1viTZx1zG98o2Zwn9FseW/QpPA2ATLkC9jQ57xOBRCARSAS+IQTYrsB/75d/9dt+JVTf078s9YlBa3IOG8U6uZBqToZJuV23oocNZrx2yGf59ZlRXg4z+xem0Fpj3sq+hZtvYXEPu7SQrf39Gps2zey1LV5tgbVrcBJG6P706lEBVf2mNZ4baVYPyhPnjez9yWdgJrxGtlg/9+2c2O4HZbT6o63SHne0+U2hoCeZ7HmALve9gXYlvLbEOaOee+VrcTJfGBl79TmQD9qmPxiu+HjmW5xdd73yIiTtTv6vLhHFzyGPzlW+Xppn5pvIxxevVI+2qYG1HfzBPe3yTNmSViKQCCQCiUAikAgkAonAUQRyAvgocl9luWKw22AIji/3OEkcf5TDgdPxjxJ/soLmNED/Z/HSHsTGV+dw1pDhxE8hD9IXna/iyx5gb+y5i+NF4OwYMAHMqkTbnWjLebaynX/Qlz2XA+tSbNgDDhnYa0erV8GihJAw7vvORVdpcb2zl9cvKqZH3AaItDtYoe9n53DHQb5/L+mEDTJY3gGhPr6RS/yv/5Sq2heKOqbO7e1mT2/52+oCa3d/Uj6VaVeOBLmVs0uPQ8rgkPYRtgFE7SksTbRr7HJJk6kkm4w/LeedS7F2TAMRX+3h9naX/DbpDE8O6Ww8VmSw/OwNzYrg/2gMkHa5HRwzrXSmXm1/KyZko87Xyw+5JBcrzlHBBorW5Cw0acNX6pJ76VvaSEktp4FDxcFSnD714gMGPH//VGtDZ5658rAZroVULac8V3Slmwo5g0/cR5mI575Ji5EVw0u/cW//1qF9o5tnLUrYPsMSx19JQC5oBq2WPiW2QpSbMNoqlumJQCKQCCQCXx0CYXcs/+Kv9SFN2mz/WuAgTX0lVk8b2G41QvQ8ce9n9fk3bJUm4zjD5K6RZ5Lity0X5bX+G5voX0ou9ozZQbOFB6tFeS4X2TG37832Xuc6lzoXF722bEEmKWT7Y38w1xq5W+nnJYxYcnLgL50RRMtsfWxzTU7jczw1CSx6st/NJrM62CMjehFAhUP1ZrYlcdAlfdrSSNsRVK8eCvLWJqAbNTFDa9T+JdM7bQo7cCbv01HIwkEIHPxu+W/ID146VH9mm9dHq7xQKwJM6u0K9nyjKM/rDzqLQAcN1wDf52dlx75Fl9ALCaZ4t2mk9wRoSBibVFV5a3cT+aINtnWIn2G+qMqjy0vqMeQXgxt2/vf2u8IXtpaDBOH3Sl/nslzIhXwvCy4LXqvVDbKVBhLtxM72jIA1Ak3r7WXCuUzGcUE+ycUksH0i/qnfrFfqkLQTgUQgEUgEEoFEIBFIBNYQWLOO18pl2leLAE5FcSxwNDjMycAZieYQ5xOUHPEovIxnkcF4wi/4v8IDa/gaee4ngQlEcxbP5C8+pj8DBTM8GxF8P6Am4vAl8gtb47c8eMMAgQ8SsBaTMifVuekL33V9mYAzZ9fq/xnMwVjsbCJxWV/lGEKtC3Q+ontgVXA2nSf6zsWZBJEPGgfev0FPG1Apz8+gVf+VMOdz65eLXjxQqZBolUBbrxU/SmxRiPTgIr3roMxavSu/1etSnbZ0g/aMBjGyQpJNAnMR9ce1h0rB2hHYiq/pGXwi55Hzmp5H6GWZRCARSAQSgS8RAbocepC26xnJGbZBex5l2LqB+t5AH/TY7+2lspyffvKgTSKgNIWm8sgY/W2c5zhG2tZZZXlxzUKch7txTMn2cEIuHdU3esiwP8JsOHE3W2N/8aFEYAZuOkZ22ZCr7wo0kKmg8rS+gRmyKQRdv+v/a5+lPgOrKcsiX90Cp+g/zbZ0rwkw+4qN6dXgtpR/V3ypT/sBKc8UfHowDHmMX8F+lvdOfSc0fBsbYRj8VuVr/cEz7eqJUHbr9XqVb2Nb3cxlqXHCtn0Ge/CtZZ+5oF4kZwnxMqqfo17iHLk+8zyVD5x4qUDjGHpJpK4C/jS8PlP35JUIJAKJQCKQCCQCicC3jcCBGYhvG5DfjXYY7/UTPoMzcmEpAT4nxwsCb+Rf9MYt7yrDxDiLl6+eYGUiMTAPB2iQ7QXiiKToi92VVQi6uEk2d87O4h9Ahk7TlQTOn72I0Zk3bE193T0XQv6WClgSLw2LWD75i8OHXJxPChPnMJzcRepW74N8i/keEiiDPmVCO+B+yLcQYYMsXgddAywPZNrBDcf2IctMBIMTvAnu+EcGyrs+EdOOT3j1kAclOY7gpWK2WpqVJx31Tb0w4UyovxnESY7VQULXw1b+eumDf/sxnWfgckS7n88zRTIa0WN9LJVfive3/fm+AHKAd9BeKpHxiUAikAgkAl8nAnqx6uZ2bEfvuqJi9FttFvVHYVdtdCVhN3hvA63of6ZSRf86x6/l3XPd9m299JAH21P5zdbo4XMkT8gT56AR+sf95Gw2kmxzzgYddTDJs/fW/C6vy+nq36i3ILltokkYy8R5qltQ2ThbmwKHDSw2yDwmI085rG730A9daFNxPAv8VMLgMY3futfUL36icKuTwAX7Wn9xXzDdrsfC0+oCfQO7LVkiPepPZSXEu26hcn6Q33Dl9w1/9Wr/XNYJp/idIprrz1oxKqBvesH0O/k4888DOAlbk2kic3Mb9dhdb03Z1UtrF/yegJ9jOMpPE482wPVrKnHEcnQzKx+YxSs6XLO3tNr+Z8s2EjRvEoFEIBFIBBKBRCARSASOIHDUAzrCK8t8cQhgwcugb501cwDOdrQbxWGJb8a/Wzt5Zp6PEl/TJO83nHYO7WUjB8avi/6IZ87MXqebglsheBiDlcysQF5JPpBkn2raHNRxuXij2yrmAJ+2iA9oaTK20zu8aDDB3ibns8RPBfTYwniOQbS7ubSOuKPFec7qs7avzdOGeZHiZs9Ph4xzWcpqd3vhYy59FBfyCV9rowwCHAymc/ucrdO6o6e9lLGer0canq9hInajhH4T4T1aIbBRZDs5cNzOmTkSgUQgEUgEviYEol+zTvIlgrvduqMvVD9mX5fRSkfv+14ilhHlw9TY9cfDK3Bjkm4HXg/CS6Zqpz0kPhHxDE4NW2aozpilkjg2ndlptzcSLFzqWTDcFpK7o02qkvuZepwyfE6+u80QSp7T8GrlY4I1fkva+PVre/5sYo62dVL7emCJXPiq+jXp8Nns90p+iv9uQewVz/hYyJ6vabk8jD+8CqexTMNd0f+z2Q4CbFzNyYewPHscun59FW7ImMmJQCKQCCQCiUAikAgkAkcR4BXEDL8bBHDeFGxyo1zafqAaHGJJqD6Remf/HNt3U3lt5d9z1v41BgHM4fH1cG8fOM7sf6VP0BYH+soghlYf848VAc8N2rhuj3/hzx7EfxRvZJCO8Ofa1Cz4aBJa004WFytlH2mtxzglJq/IJ62YxIqBmsBEfHwgoawDJT5ePV4nv5DqXJnglvTiyqQqTi7K8dYxwiALgypD8M95sQexcAcLF3rIsHIViEUZqz8m21WXN5b91k/wCVPDeCBm8gH/m/a6uvykOvl1JNeQc+mqcBcNay/iZZOiVailch5/FT4328NX+2ZJNocH5PoDLxYYmqEb+LVhet+kXYXRrxWUqBHKDwpEk7FiCKg2chXN29uPemaV76ZPnYF1Q3d0OeVvbZ62wHOuOjdetJH5gCQX8WW1MG3DJmOZPEbc0NmKzkswxA46Ge87vL2dUrxJNWp2z8ARvNin6+Mvvkp/ok/su2iFZv5c6vMkYZEXvbWfnJ48bzNNmfit8h0W/ZdoUBRNIBAvKgyaOYlpekNYjct++WhkpXz8rjAQlSERSAQSgUTga0Rg6AfezYjApqP34rd+SBtpVu2/UezkxsuO+gfr+4rtVvqNab8ZRMJuwA6j77686yySTI6QFr1O9EOPsgblBR2qbp7vxv6x6qfNDjN7ITiERPNntl3xnpa/0Jrym95DJ2Tjei7dY7GD32QnIdOHidOWo2xv0Oo3FcXqGngH3y2akc958VLZMElOGu2E4PnM/vaI8neZPi/vXW5/lmyyY41OH+YD+UE2a1XyUdwT0V2QCvGGQitXrg9fM6Kd2SRh29hG7T70GmQYE0Yi0pg8JIU/IUyUJX6pPGnT4PL5HraST/jR+vYEmzikXdnDFDINNOK5G71UvYcBNSk/jKeBf1ufMXYkwi6XPPqNsPZuuOzXb01UbO34Qhh6foCBZLS64VPa1TaXDqprsLKfREkUXwKq7WqN0cE0fuvcp6fVEKif4ttw2QTzxy/6bTBfV7JbVUZbEoa1Stu21hA4cFnlAxQHxqjEbzCrat94qVcR9hsBfgf4HC0yL59q3SoNicASjATWBM+jPLNcIpAIJAKJQCKQCCQCicDnInCedfu5cie3UxDAig+npxC0CaLW7ZikP823OBDGgoGG4qBBF3Gq53Vu07SBFxt8cZ6+IrjhXfTynaxo9AAAQABJREFUQSiEO5P/DM6F33BqMR9ij18ZmI7vKmnqQxls0OE4tyhpA5aaiL3f2fcYGcBxGUveIudw3IPK0bN0WdV1jq4GNWzAdi7txXF1QGyf0LaCXc74/Xb02VR9GO89fMtzaw/pUb7gGe2hj7et2LffCHg+wxfe8FRbqwP0xC2FeH44Z0gEEoFEIBFIBDYQqPbrRr6DyWZf7ZxF8f6uTN4c5LtZTN1kTP5u5n3I0GcLPBTriWBSaideA9liq5it9CW+Ky3cTmlvVN4wLT3o/8SV+ZHYmU/QcIdQBAqROsH4DE0ve9WMPv/2h2irTym2ztZII1vwWs9uqdQf/q29aPxC2VpROtpeyGQT5y8XyzHb8uf4OeALSj6h2Sr06uuo0556Baxn/Z29+izIF6vdeQ57RN/LNvMnAolAIpAIJAKJQCKQCHwaAl+iV/tpyv++GbXOBdexsg1UsPJxBog/2+LHidBhzqreLsWpNzbO82J78YqtInGBPBFZXh1cX3MeWQldBxsQ7gn+NgAV5aHV4qxbBkpQHWU1Eeo3LotungjiNdIBzEW/xMXCyOrDmxzia6CTt7CuNI6IEkRUi5NmFG89O1USvf7rG9u97Gxwjswz2HbREF8brJoI2FGWwQ3Wdt7ftJrV5NDKB9Ojo3B9vqjr0H/Aq4fCUEl9uce59uhLu/QBpne1B5C2drRX3JEAofcocv6GxspK8qf4BenAOu79bD9JFRINDerB4CV905YLAs/P7sAzxeA7XW3BjlUHQXM3vSyQCCQCiUAi8GUgQD8Wwfu0+JIEsdZXRvIpZ1E0m6xQDvtny04r9smjCCFhq8djrtWYkGE100KilVW/+gyNBdJj9Mf6Vfuz9vmLRJTQlnW8avm1YnNpVk/DSjq+RDIfWp5zOebSiYv6nCuzFIc9QjnkWpJnqexcPKDqsDpFpjj2ykb+sL10DqcFiiFmSVbUjsBqeNakMgUchBaKT58ry64/xOuociwU3x+NQoEX1xvyGQPluaru5I94iHO5PfMkVtphWFWBPVvknH12kQHZ48z1ocpSuT2BLxzo94QVybNB8his/vL3cv0tlZ8luivygh8BZjqq/z2iUDAzpwTcXifLiK3dyO+p8oEl/DmATSu5rY1JPo9akN+y559EIBFIBBKBRCARSAQSgS8QgZwA/gIr5fNEwhnSSk1zMLiWZ2SGfThqOB44I2cHmOCA6RPQxZHms1cETZXob/DnXDwNEp8O0NJhTn1xYtqJGHNkmfjB1SGcxb/F2QgPf0yWuBU/8wjP0pm6o37BVng3uj46nvA+ob7NYQx9wQ8Zxg4ssY+BWI5nZKBNwVv42QDFI5eHGICIFaHzgj0UGUXwmXRwox7NOfZ2PMqzdKNyrHxmQMVxAqueQPvQYTy53iN48AAj8b3wKebOYG01+IbO47rtogRehntHbvsMPTrSfl320GC59EYOyFkgH8eaDqRHu7RCB/6oPDzr7+sBElkkEUgEEoFE4ItHYKP3eUJ++l5snNqB1T5xmWhIs9bHzZWOcnNpbVzk4xzXbfrW9V65tuiVdLMVjsgzoR+2CtH2ElqPvGt8Sx1aFZKvh95EprjFhuq1o6LM7Blhin0VEzx7TMpZmhDgaLAo9ptlb5rwfHHK6eBLQieHm+ww++KQ7N8bnw02Pr31ULAyv4rrp4F60O6GP/KBbS7JNsmDE78JOp/V5h8kaiMQSPLhO0Ro6zXi4kya+WNEgNdWxUfBg2ee180gGUzmOKtAV7lNwtsZeF4txJn6a4Lhpbj61YIefZryz16OcGjrCjmH+6rGs/yyfCKQCCQCiUAikAgkAonApyKQE8CfCveXw6y6FXxGVk42+zbhRPI53re3/9K4AgMCrPo7U+bK1V/QNb7hCPnZ9rKSA8weQqzGHX0i+mlRUIYDh/m/ZqhJPpsUAxNkRaaQbyb7ZhT0IpNoXn7R/fcRoTNOFXw4E8ivPUotn25tsO8Yf5eeFYe+ShUevqeWrkTy4c1n9L6zF++PYgw+R0LoQXkkEElrQNrLqOJg0YUD+0CjnxKFt41nlXxe2vOu/b3ZHk6eg1Xbl7efREsYm4dKG5rHLwZWfJclreM1x1tyF8+2i789I6Ifg2ZWj/DrKm354rljSIqdsjZDDFyAoO2N27anzdKqX9URGCPm7Q+ioT2xu4MK0jZnn51eIvCXntbOfR/g1ZLUB41HWJf1s15+tlC0v9nEUg7F398+DEfy617kbRywFHt4NhbI9UU7j6s9X7RH3RvvvtKZKxFIBBKBROALR0B9GhNLdCf2G2/24ytkpvPe6Oce2NLnbYUpzQ5bJEiaDfGvuNtxxg6AD8dUxqk8U7Ir8tW+faCxt0+vJe9/knmgLwJhJMhopIqXadVSU2GLZYcF87M0lS1jMrY6tNcPxUsE9CWA+Siy12/4CrSHZwJ8RcPkwW5f1uEQF+jufRba+rPyrNVFTP3dS6sR2qlASQfYvWE7o7OC8fRL+zvhE3V+09d+LrK7qcdnZGk41UtHXqtrTTb88FLfNcfkomBjfiKffr78WzKdXH8TlnZr2PC8trzAtb0np+4NV9oX90zmk4e8rwrGyPnao+G86mOiZL7aFN8Xq1KM6v818lkbUt3e2VDc/MwJXryMf8EfI15H8UWrjC++MPnE09mKv0HpWFic7kPiiueLZUryiUAikAgkAolAIpAIJALnIvAaS/dcGZPaSxHAS+II0z6Yydo3Byruzz47TybthqPlAf9XNM+i78jhm/B1z0eRJ/KHX3hNI94N7nhZ6Gx6w1v3D/XSytpzHXULn4EXE6A+CdrqyHV730N/mqfgCy9bXT7mO8093B/jy8Bc/PO3FeALT+ToCbHaG/69ZYJuwdbqNvhGWu+ZPWkZ7Nmjf8lLe4o21cuOfLX9QYc21hloM9aGwJdwQGfjLb4xotCld+Dsq0Gi7Xr7dUlGf9fqI6rYzqHHqPSLbsB5Tx2/SIwkmwgkAolAIvACBPiNlzWiUxznMqG/L31unLsYINfeQN/Y0T/apAWTT+Tdu1oz+kRePuW6g59y9QWmeJjcO6I7HOir/fCXCHfIFnVjmECrCRYXtI7KJnrhKzSkD1/ai6alDkP2kZ23hzI6cYBd6Cd9q97oXu7n8FGqBcnk9RcGm2JP8gdthe1VNnd96y/qo/BeOxlWJb/ZsGuZj6Xd9ZbBnZefe2x7w7D8Luz2X47IF3U7LTuHIXH8JlCHXM/lUfQZofrNpc3VtjLHV3FWj58gV+gW8plc8VyQGPIhU3NEuc86V/la2Sby1XqU1Mq26H99lszJJxFIBBKBRCARSAQSgURgNwK5Ang3ZN9YAex9W6UZjog+i0UUDvxFe5rWtLP1xtkRTRwx3mgnhHNkPj+DN0jCQMLJwRxr+EO/8K4sxM/k4dEIB7EmvvbCBhQARTLxJjefAjvDaTZ90UWH/sfb7PPKiL99Ppm3kSWD1YlyGlbzJWZjLT86OM/ZPNPIQwMqtJMIqrOoW6u7iF87F7zrYNVa3qU0Vjg/vFO+lHkUf7UVylphAs5P1XdpK3vrqZXGZOCZWAhabX3XZxAvrDbQlwMYPytrMxYKbEWDfU+g7SKXyzZuvyvyzpG21TPwBS8di20OuvahQPu7k8sjZ3uOnAovLCytTH8smDGJQCKQCCQCXywC9ttOX1L6lFcIWvt1+sK94YVymSjIdEQuCiNbrx1A/o4gUehjsVl9ErGjzDSL7LKrrfzl2yyEsYxITahfJfHbvr+yUd9lCvjXZxZws7YkcrXeg3TYLlPXfWqhTO+j/ML5gc9CvtVob2e2Ej7UCj1WyzWJJocmf7ExNXlY629Cx8x85Vg03xqS40vqVROsfDlIvMz8HmfYuHNc38U4VNwosDM5WtZCsVPqaYH2rmjknEOA+Gnbi3wbuu3iP5dZz4b5rlOfvs2LLB96snnBYCVEezsV76J/0Bb74VdFmGmsZX97XtFhdxLS8Lsy4Mdq6fl63k08CyQCiUAikAgkAolAIpAIfAEIvNoi/wJUTBG6EBg8EWXnRk3jU7yRcMOKAMHTokdCdanRm4kBAP88sZe4yfni8BB8Cw69RDvy+cBG8FkoELpvZFsoXaPR787EpCbrOG8Gw77VfbPEbAbn67zdeezgHW2ucYlnifdGhhq9+XHKG8e8t1jNt5dfFITn0bIMYcRIWNDbe6bOd4yC+TOj+rSBkePdBxOgPr3aJ/C4TfWVeTaX6/oslSyfCCQCiUAi8O0jcLgj74TmiEH4pF3TKdnxSYLXyOdIyU45ApnprAk+2WY+/XtmvTK5eVgoSQZekucZEk2d4o/c5B9wnLLdDnKZfNiGHEeCfIdQ8CQ9x1Jg85qg4+jNO5XBp9rM90wG2tqZ7e0ZWebKIltnvZoa+H6vRcyl5LnoketIvc/hsDcO2bbq9TNwWpIb+R7xc7+LOoxjqXzGJwKJQCKQCCQCiUAikAh8DQh8h+OX4XeKgCZxrhftA6rABOFNb8Wai4IfEr5Ke205x3+OtR+1OVtlK+LmiHNvQhS+7MmqT2Ap6qp/t9veT8uNZeTO1GHSivYuRzFcHXsTnHSWMyreBkF0afsPFzLHdCyF2e9Hwfmw8u9n8dD+U6jOp39tD1tWKpCPPWx11ufJ2K+XFQKuv2Q+EK6Ft2EMmB+88S7attLUCbJytQZWd+ofnyCzdbVKq+mU7wrSRHR8PyHpcGW1qKgK++DLp6OGVZzwR3e01R7EV+1jpSvHRaedv08+uAYtBBbPtUGBkkZdS0DlZ7+32INJtwqr/KWTreSk3dCObVWBBoh0vbXCc/h8Frqzf6BwsNXwyOGI2MXKH29TP0rGv1qdXYT7NCwNNsLF2t/9z7r4p64ZmJyWdv3RJeh4PaKr/kvPzeEw9GoDPDToSMu+fWgPtvdfRFu/PTO8bZKZZ0GCmbwIeFv5NF7wamg5moMA9khQ1/ofPB/5I/O7tWNqwnQ3Qi016k2q2EoVriLNnhwiRsFiG7yuBezV9jWikDeJQCKQCCQCXwwC6m+u+koOP/1mN/HX+srSZyBo0xcdkdv7HvVH2GniN/Q3Tm3NPDLZbupj6e+wUYowrUjRry/LNt+fYe5YoM/F3rEbztEPlvSVk9ncv7KP7Vg+L+L9qxkaszTm5SKriXaXz3D9qRSnPx8o2TtvRf5rYwt7DmTxFXCeBZ2EXOhrlJSz3EOrhhn7I/aYtfxWfyIPCwha2dCzUvGLoPX/s/cubJLrNrLgyTq2x3e+/f+/dPfO2D5duQiQQUFMSqRe+agOdWdJIkEgEKREgnrNkpMseEv/ECdgrG5ccJzLctjn9kxHVg/8AIK4x+WSQ7xRlP7lJtPQkJJKjGG7YPlmA6wbnpz2z5rYc5ZOnGHxtTucdSV7/r3snBJXGB99Y2yFMZPVZcEThbCdqrZOLfsRX4rx4C+4SYUdlu8kPKVgioAKhWxB/rkiE82RstnvAJgUNrfm+Kzd/fpvw2ZrHBMJZC5HO6kNpESMm4Eb0SLyax8Aj+Wymo0r4sN5zeOkXxajIV5z/vxP0EhsyEebTMjQ1r/z+cuF2VZ95wA+a7df4MqOVz/vQp/btKPC258bmP6YPLCAJZy/wNq0xG2k5n0I711wXFl5zrG4Rk8jT6bYTyD5bVtmM52PJ6NH628VegsfCsSDLVdxwgUPcN6d8F+KD1i0iAExIAbEgBgQA2JADJzKwDSSO1WtlH0OAzao99mcKeiYY6+DvHnusT0PiRoqrrQJPxH6JX9TYGMpFvRwuwHotCQPOhF4rS0ODRwc4wHBGSZ04Ne4b8dswi3Y5cTE/RsBY8dfFPJJAZyOjtiHnaV2DCMri786bL/tYtUnZFbsnJ2FY9eP372KMbGzwW8XBc8DdboGyfSkSZqebTCb2m9qy2tKN+TNZm6XyqXjZ3ebWlKrdDEgBsSAGPhBDPT6sTNc3drnApONqTC2KgOUM3CcqMOvhl4Uhh4ZFxlnuEktxQUn+YsYA+OmZ48RV+DDP1xoxUVWXvxdER/Iym3OLxLtrdc05js2ru1B3XFA+MVDK4f68/HjXv9WsM0ujq7IvSprGB/4xflqB8+7fENdjNYHMPG3y9j2Qs5bD9+zuGrAX8CXYi7E8C/E1oCrJDEgBsSAGBADYkAMiIF9DNQfEtqnRaU+mAEM7BGo2e+GJ23jRJZte2CANORD7qwFQYXpnd0Rm4M4jzXQNP+T4eCOfMifsZgePLWBO5Ld7zoos33Yx13iQxeJzsAEHeQWdu1X7gC37ZK3zxaCOHzLJ10ENudsAmPpoh/u8r7Zd4B++VPXqHevjB2Gl9vL9PTvpDZ9C/f+x19+9zGeb9hu1/1Ee/q2dsOJT9DXXfLd7f7kAtp8t8CDwM2ersb0nhfdNMEHjvmErbVNP97MhQ4GNE1/Sh11STTebtiumVhymVCte/mVuO3as7upRRoIlt50qPgxH/WOHN9sT3gqHfJpwTeJty049nHHPRoG0bc04NWI5qs90eKvUEej9eOmJbs17fgxvdWi5MWAGBADYuBsBtAvmE4fr9l53fvgs21AH4zgt2fp9XV7dOYyfpEVY/Ot/fABmyNF8QSiL3twYVxgvzKemsYbWem0GomJfEwXceTton9S192KbS0K1zjq/Sh72XZqZz4WhIs+vELalsUKok35GNqe8MRYc2+zb5oFqK2YsiJv66eCmRB6G5l2l4+n2I4oT0xcTx62pFlq09rbaiyxoNnl8vnA5hMwbPanf1H0wceo78i2NzRTwPVa/cb2ZThR5DJc8AnnDuJJ+Dx2m6rKMaCdo8551mKJBZah+KSlhc/mABwf3uRFoFjbzSIeN2HzeQhPclRqxIAYEANiQAyIATEgBowBjuJExu/OgE8YIDjKIQeeiLz/3fYx8Ef6FQSloAKBRQp4YTvbd3PWPEugcSYA2ECoZXZx0Zs+u834BzbPtks+wWntb2077h/dpj3ooV2s42K+lit5ODUc8Z11i5sKaLu2B9uU46mIa+TtXNBmF+u00lnkjvk6PdmdJz8qM8u7hhUU7OI61+NqO1q2XHJwjAFD4aLkLGxg4gTHjQN/lIEe/h5zqxTyznWV7buh/VAv1y3xbhpsweeVid1FHZnzcgwtCj5m7K7nR1VKEQNiQAyIgXdgAP3JWv+1EeOhvq22hfEUsdV9F/aPLOjQcOPbVj1Z3sf2uS+OMOD/nv6VOvzi78LYhDKL61Tu5jeJ2oUQXPBwPIsFxjN8vBTGw7v04lbOdHtkuPVvEQM+NTJ9bmQSwzD/jqtzhiFdfJryDm15/BDb3B5twJXjsz3FF8tgzIcfBHhMLApXGWyTuf48d2u7r1TWuyX2qjPW9oEBDp2MpWVyBJ+3acZA5MwJb2k8MS3XbW9Ky/HFOjwRQlMV29kSPnIU101FFyXW+GAmYwFXOA5X50gugiW1YkAMiAExIAbEgBgQA5cwgMcstfyuDCAYxpMLGOhbjGZ7dk0HT/chWAEp9m0dfJf19m97Gu4/lmR39PpHNCF51gJD9vPADIGHXZTJePwCtGOx78L65AmCEYjvtF+X8+AGunAhCLZ36rWS4wvsIABtHXq0b2t/JTECafyOLCDMbHo9/8s24evfpuu8M9Vm176dNE3oMTicCQ3v+J3fNsmE18uliRc8aWubQW16VbSpzHca3/74p+Xbd5Lttv87ngDfUCc3U+zfTC5tqQPV5SBj7Y/HQqfILJtlTA+Oi2/Dffvj76YN39WGk6zPWSnfma6dpnb3Zd/qu9/gL/bHFj7xjO8W+2SgtxmU94M3KwlkB7VTHVh7uP+XWbU6QqCfM4Cc33fiGsX9s2x/2rkAar//bl6mb4gjLx3DvjX+59u+AejfXQbm6vgGv+WYRRse56YNAPosB98Hg13o/vq/ljCiFwUhh+Nn+4K5VrSHu3GN86kvfv4xncXHlKy/YkAMiAEx8OYM4LztT/6ehPNw/1bh4CDDcXrHVwns30X/n8aJ9qYM2/LxRxhqpP6uob9gsX7UvycaZE7z35DBd/uxeuJTpKQlWM6bVp/mjb9Zxfrq283GZN7nm2M1tsE+27/Z7IMle8Xy1/9n+jDGMq0+HnhEUKfwG6xI91EKoNg2f6awLHno5hd8a/7ri8B/opy/Belf7iM8nz4TA+17loJquDBtzurEuE7PQuLpX+NrZRw9bIiCd4w3MYYDVjAKz3uLyXn953XgvFdyNd91Gg6/EdFwYGxYLeSnSs67hsfaEtoo4va7j59tDG1tE54dXiI+3AhxD2P9rJz4Uv3lWNXGtXf8gAs0n8VX16GBurxZDOyAAAo+dZXuF+A5wk+WiPfxSxjLsepxL+oQ3Nkvf7P5lPpbQZ7sGxarn28PyjHXk/bLsQhuwJe3g6CMfoUkbYoBMSAGxIAYEANiQAx8BgNpNPoZWIXySgZigFsG/Gge9vMBPyK5i5ZiGxehQuiDwLjYPtm+RzmwlX+1eg8Mmbjvos8iW7CNi23dMB38E8OitsEM+Am7cCz4XZfOkSmCQX/6oc7ftA9b/NFmpYDZTPb6Dn7H9kCZxTW4okKsYbO3RBkrX+z3ytX50EPb3K5llvZpd09dw6ZNHOBi4s4lPUkCzkeXnp/wn7+OzuHjm/rqdUf/UrZPyozwDXvwl8tB+253C9e0q7UYEANiQAy8JQN53HQOttzHzMY+7HM3WvgOfQ301b+N6ubixLl17IF+F7+AbaY44JylD+w4ZxgPAdv+5WYXCdNnSYDzmK6EBfUHPbaOdbADog8hkqbF0ktP/rKAtyZ8PuMgT9Q3rY0vKD+05PoDNh8fHlKWCkMPf56Ceh1cPGZCG8fveP01rfr5Y+l4aJawugMWxMzAhYXrtHfu37XjNVpCG+cPDQHbT1iG2pxhcc7y+gmw+iYyV34cPomrJqhwPPD89GXt6eW4mmCVKAbEgBgQA2JADIgBMbCTgdZjiDtVqdjHM+AxwH367guCKqTZ3b94uvL2heZyVZACvQiAs1EP/BnVIX1jcGwl1hez57cnm94y0UAMKHmFTeiFDfqF/dYC2yZH/lsiu9JMYb4AjAkuTIg8zltaXeMJYTcOAJhUAOY9C8rnn3OcdDgEquMjGhCz5faF78rCPi6Q48J7b1Kjvjhv7dfw4g50LLgzHsvk50o7Qpvzbxz1bLrKlT8jdRyL+0Hm9TFN5sT8zjYIdT+hB/5lMjvFUjb54LpXiHJ+ssjtyezl3V7pZn7hvZk7JfpkBHeBY2u7NHnHiT/8Ud/K2hvsFk4nXfWTOMkusO/BP+nVlhgQA2JADLwBAxhc+FNUdk73/sVW+7qLBWfQv25QWMazUId+Jo5/fHf7n1nfm4s/QEq2xpRHWfTLW/vybOWhHLjCtyuTvgeIuVi0PseLCrRxsV1BxauWM31zkU17ZsljGRRaQrNJoQknjGm9tSzlwU/GAw79EeHceCmyaw1m8dupy+vz/sef/mTr9hHeOmTWOtfr0lMueLIfsMGts6pxMmBbO/lyMBlf0EcP01EQMjZvApdp2/K5FCtiR1B6onyvW8M4zYCff+lxKsjTZYn7vO6OszEMqwiCADuX2GqRitzmSxHboDfXIwZ/iKGxNquOxezj/IljkEAcnO2Uts+M6xFGXrQtBsSAGBADYkAMiAExcIwBjuKOaVHpH8KAXTjziZMyyk9++S7Cl+uaS3qVlAUc+RVIE6GLYdMkcmhrJYBB9GgRkL8aaTl822wdHOPVcP56uKXShfMlgb3pK/4WlelVzdiNr6Ar2ZdupPr2lzl/1Rd3xw2jPaXXao2XmST3tnNUWj52NjZbXPZOT1xvLOgXQVGn+AX7kzODW+bzlkkes5Vejziofk1s0GW8FpwTFGvqRvNuvPlgtMBpcuawz0ztbWenAZEiMSAGxIAY2M0AzuGDHdhuG3lMsak8+phn9C8cewDcKA9X4hoZ324i8riwX1QxXLgqlS+wHFd6hga0K8O1p3mtmh9tBy0lV3Fkba5cDWzZXUkzSIglvvH9E39l74rsrizwtYMzrzcef6dXYvaEvAHfluMWeK7ClKH5CpgM24IpjwMRC+KTQnk9/P71aGb3dsa3VB60LmBfKnJu+kqd+rlqJf9cINImBsSAGBADYkAMiAEx8AQG9ATwE0h+ZxPx+57A+WWTFAiU8BWmGycrLAZgjJLiX3xz6CSv/GNYv8yu6fv+ZaHc322Ni0sW1tkFGp/OsbWbg0xejtnHE55/ekCPb8bi6Uk3n3Xf/Yln2McTsnga9T82b4N7mu0brR6wbQiK4gXtzCdt4oOqd3xTuUzUwVvodq/9YVS/Hp9x7Vp940laW/xiFy5mm25cgPYnXY3VmYHgl+NKRY/89faCP6hAtwXuJzupppEHASMXK8su5gs3lt5c5k/rfvtrw+0JEHB9+7+mFhVmCoseyhMDDCazeNoYbQ6vREZL/AP13qnv6fhhG8WRg6fozc7KhFOy6qaTda+P/2MwUe6v7vHl7d989Iuw+PYv2pn5e/PviAF0WlYgUMLW5MJ88AKY7MrZtppfKDWLaD8o9ef/WBO27wDjm7q+pHabd7qrpNewGsnwJ5gsZdMNKWkXdXE3H//4/n8sYbpJoQg3NmY3AVgb8NpH27AG9stuy6fnjaJmwurSj1/4B99QN/SVJVqomWelpqpIiWhf8APFjMdbaZdTGW2JATEgBsTA+zLAftV7POtE/DSfuwLvy9DHrC087zflQq+U88vNT7k/wRgdS929oC/Hq4u/MW69/zc66dKvPvRFa/iauKYCPv7AOOD2P9ZNmq8+tgOg5DfHD1+GoyzI83zzz+HXHNX7k76iY2HD8WDkBRz4/ijsoH+FPLkOZWkpji+Qnd5AY0UeiQ2lxzcx4v7D3mbz/fW/phSjyswH9ZO3BZXT+NIEMCgONe5tgHpC+ce3joRM3wQvxpXHWxbTWFvC6JU+4x06XBrqmdVYo1Lx9LShtILpJtd8UDSkkfTlb/mZMv1CnTmQ3gAEnBOWSWpwy9oA+Pu6xW/Xoo1AJ3Dh5yPCBYUm5/BzlGL6nPPg0jZ+Hs18Wx3MjhGgysc2pFO7fiyHFMghXgfIdDMm8abRarvUhlTw9OAguJsWvmGJKT7eNp9++evFLdXHz8w9b422erNzC47j25+IW2zD68WOOFvnGsv40SAh6dIpL3B8HqpJU8KXuMLRhX/RpGO08wHnWxLPf+XWPud40nr2VqrcFIeZTefQ1uDK27odGyaSqhDcxaXej3naFgNiQAyIATEgBsSAGHhXBp410nxX/4WrYoATN1Xy5bvfOYKLQdLlRmHAA0NEPq2ABocHJmxw0echEra0fQsuoOGHJQb7c22wjZ9HtfOsQ3se5fU1uFn4fNRv+GnK8kRF3zAlkt29TyB7e/Igdit/4PwMv+nH2LoE4WPilRT4NZ7Lt8Cq7O6u+euTYvB9dLEpFlzkPmGZX2BeVpgma1GfW+u0rfPL7zpp581TW+eGuYT2xIAYEANiQAxcwsDw+IljF/Tp2L54cRMb+0fHhRsqbchyNsQynt/pN7D51Zud5ReLYXx2dNxy5tjUsGSuysWyRezPzABHuT01LtzvRrJ5fDtZAj/TxeyNbX1Sc9EW0AHT0bY1AO8JJgZQLIs08CEOxA9xdvqBqobgstaLcwwLz6Fnnwt7yO3ku/zWqdSmHt/I1lOqfDEgBsSAGBADYkAMiIF3ZmDLjP87+yFspzGAgX8MKNFE7JcnbdLF0NOMBUWwiWUenCFAwROGuEhU7p5Pggf/4uIVbdraJ0PSfpqngc/2NIU9+funJyM6q5/+2wsBQR8Dv1oHMcX0s+xCJ/TbXfH4OdX1KSDXt198PsOu2SO3QwEueLeL7v4kb40tcrK0zYuSeU3bLt7ittYDkPm3CwNI7dvx6nf+YX9JfpT/YNMnMMFh/kF9dxmqmEnLbGIO2PmbREa30hM3qGdgGPV3VHslh7bg7SGnFz/W7AIb+C2VVSndvounWvyZAH/qe3t5lRADYkAMiIH3ZQBjq/6TmKP4c98TbvCajx+invP6qah13sfH/h7bG5bS56IHtL7VHYn6NuhyUZa1Nft2W/sDiDZ2bz39u24B/b2NBwLOdfmR3PTk6Fk3zE1jY2Dds2CsFdtJHivD5+z3cvtasEe+wLnHDgtyq8nAhN/GNrWqE5kc33LdLZCapVPE9jXHtZmfRZMYewKX/dxeEhzTT2yLyg9mABOPB+AcbG/jNB/El4t7nIYbtR/xpfOwEXvDm7Cu5mvJnXndPkoBV6j8R4FrUtykPZlczpOJPzzF7RfLDROeXtYiBsSAGBADYkAMiAEx8HMYyO+j+jkOyZOjDCAqQMCUg6USlzwhEIBNPB3r7w+rgznYr9PO8NVsumt5XfyNumEXQmdxgAkX6ERQunLxySdTTMQX2G6Cy/kjq1CvEOeE2awo6t0WmjrsMhVhDd1ZP2wsLRD1NmDG/SLZQJklXcWRRYGcQb+tXmDTb3jYwznAR19RzxuWQ3bNDmaOuhxHPokPPqMtIo8X0W2zt3gbYhtGWerrFWQ+6hg888f0pbXZyOeJVGZJbjQdeOFvp67Ba3m34VYfW1hG/W2VVZoYEANiQAy8FQPol7wv6/fA7bHXGd6gD0bfMrhwDMgLeIPFkhhs2eL98Xif+I2bOm3ci5s6MVo5bzFtfqGHWjt9+oPh8T75jivMQwvahP3OeuoQ40Ov3nG+5zCB2xXYGvEHuZpL7duD3q24Kh756mCHBV1V/j5gCZe38S34YNt+fowA0Jlc0RHjrIz5N2LDmBR82SuXr1kmbDhmx9wHZ2e3qzXvepyh/sAP1oYrv3lrTeO5eTzWiBP85AXtys9XEy5/Tf8VzYw26/XsvA88wIcLv3YR2OOigLcuq30xIAbEgBgQA2JADIiBj2NAF4A/rsouBOwTFRawWGD5ZRMW+Qu8HjSlb4NaGOXBCS74nB90fsP+179tYsi+A4ynQP31yykAsekidxzfeF1+bfJGbhiAwZap//KP3dgF6DKJgaAN9rHOgdwsYNpoD2U9wKJe010mdFq6MFH2T+Pj3/4aK+ccMHZjQOWtRZf0lWvgNfm1Ii3YTHN+YRL6NirxSREq2rs2u9ae/viOpzlwjwWYsHBtm17Flu/8YifXOcSGluULiaCxu8Du/f8YZvvOrU+idEtMAsQOzv1CbsqaHyvBV8/G0/VZhbdNcLPluLYnW/I3edN34+Bk7Wi9n+ylVLyCLAGYvk9oGCxpkS9M5tz+ZTCB1c4TR5fvf5oG+z6f44ZubEJ3WCMxtkfnOMskyc1/OfmNV5zPvvO3WZMKiAExIAbEwDMZuOU+1nsB68xu1mH5jYsGwruKutvz/pX9L9bb+g/vD6EzdZcPvaz7XvqlP/3NNd6VZRzAxCeSp77WS6U/KNtdiNnW3g+PlJmU+rga/b1zh3E8QE35x7fgccQE5VvGM5BPgPBt05vzSVQY66Rt8PfFMQKzm2vD4rzmcQVkSh01C/QT7zZeKYM2PFncL/IoYRd40F7t35fhgYr46Z/FsVetyH0zMrw+jbd7/NZuLTywD30Y2/kCsjPhOeX4KtVtS0/bZ9Zfioed6qF6b1mYp6W2ZHjMRV70S97amLxbp8Rl7YqNcq7+8F5Si2+JmyrbyauOXsP1hfrzFtWRPZYNjr5wUfr7H4YtMWfWbUnH6c3rKfNk7erLb97Ep5e65B4DlkvX+MCjz6cYrlJlgIL4FJ/S8WPJ9k9qX+NOJO7ieQmnlxvmf6zD+I4nhnGlkhQDYkAMiAExIAbEgBh4UwaWI6I3BSxYVzOACRNEJghK7M5UBiYwWyIX7Fy0mL07bOa4pD3TdbJtt4Xwkb+T9TfVIYKdAtSmCBIREHpQSEIWJQczULdrfiIvLG6bT3iG9E2b9JPtifYrW0UnT0tn+Ax/B5bYztH43G/iGChfROBr49gp+Wsb8PdIfYPPWL9L/CKdP+Khz1vrmvaoZ8faTPucJtzvLtneF85TJyzl2BoxXnN21P6IzaM2VF4MiAExIAauZ4D9Q7qotj7yoOwIqg197GwcYza6V5O24IhY8U1NlN2+4GlChBLnhxPwN/+2w0olCijy0vYRN6v6DatdO2gLbR3doi0BjFd8zNLKHEkLWLptY0RflvEK3TFeZn15uwW29aNmA6KTRA3Ts7Btch1chbo8ydsHNV6vW47VDeeqB2M7ErpxWsbjdYi47AmcuRsWR5VjNRwXsF9+GU/A5HTnc2M5Fe2gpV8EcV7GSGHHkduVnxuMu4CNYlqLATEgBsSAGBADYkAMfC4D8dG4z/VCyE9mYCkSRcBgpvy1RVhbsHBoMgKw44UcBEq4KJKDNg9wOeFhthGUODT/g8K2xPIpZdtfBmdRZ9RATMCF38HlgS8EXAjG2gu+f4wnoW/m593lDvrr9MLXHOitPYJRguuDNr3Slvil38DDBZzj1GR2T4+Cox3as/WsXoCV7Q5YFsqE4nETT9p4S7FiPfiPc3BsZ1jT9gp3wO3GKMN1RDSwjWKuB7Joc8b9Kcc39K0sThDs4Rl/a+N+jHd8cFxWxH3vyK6YLlmuB1wvLWbDJ0JYN0tyW9JJNut4S1nJigExIAbEwOsZSP2GPyl3CRgbRJRx72SAT/M2xxfeJbI/w449I2erKMvyk8bxLX81qL92FheBx8slya903yPHnewGt6qp5b1/RiIAYbxGYBxbj4xhwZmNO/3tQ+TPkqpllDt/+4oRhDFNusENWIirUrq2+zAOW8ZGNahvLLHOU8rYX1roj3xRgZAmz2P6i5SPvWgFbR3b9nP8I3VWNC1sGC4ngR4lsYkf2p7nex2ba+m4psxUd5RmzoLxgWQzgieo+RR1LsE2Np1XgiVw5G1iwjNgaIcIvMw/1JMvxMEDF+k5jXXH/Vzi+pW9RYfnk0VjV3PVMOztLh0fqM+pLiELzl6AKcIsxwXrMrUrv2HFoPn5i1mxnLbFgBgQA2JADIgBMSAGPpYBjuo/1gEBv4qBtTv8n9BsHgKPh4STHbeIxwPYBbUlWFrI35vsbjGoXlICIXB+HgcI7uavB27Zhj28YOsM2wh2e37WGM5oZ2Z3+HtttA+f7d/XXr7BrV3M3D47SgC2pm2uQ1ZzM/F799eYNwXGEr2dj4kWKc6mlYTtG+B7erXhevm7vZbsbhPQ6ckatCn+1svtzwW3VyyjdXuFbekUA2JADIiB92dgQ//jouxXzhg/tdlJZvB365gO+oDrHGwcx/qYADeQYcx1ZNy1Z/wDl5YWVoVf7HHWliQ76VB0Dmcw5K/CPSWmMUyuB/iKszAxtHj9+XjOxnT4h1fOnvra2YzrCPVHynZZYJ1u4y41cQC7FJzp31Cv21zoMvO5AiAC9cq6XfDEL+J3ZBaKHktO+NLN5fPz9/z8qQo9xrNKiwExIAbEgBgQA2Lg/RjQE8DvVyevQ5Tv8sXkAP6l73PiLmwLUvC9HSwIWnA7+/x21pR38C9eKYegBPbtb7JVdDJoSd8mPuVbPn73uRmwGBr+4ptYKeSZB0UGxF1Od/HPA7Yj3+/0snbxDEFX+t7YXHdx3TaA6+bfC12WifLc5jdWfd/qzm2a3yNa4K9fBMUEj5W5//GfBCS3E9pYXJscrw26PfjpwhO/01xPRITX65lJq5eYumhnIcN9/bJvzdnFwvI96yJLDLTAfXMRth3plskVswFx4wqvMPe2kr0tJjsbXgY67BjAPe1A8e2Ta3i6ovE0BPiFThDliHP7xTel8pIu3nOPa/ps+ybrOryyYcd+SIAzWE+qbGdakq8mY6r8uJ2yqq2J1yoj7brTjsAUARe24U9a+K3FtGdgfuG7dRn//X/MNp6eoD8oB0D2w3nKFn+dvG/Vf1jGRHGhfzJZC0KL/aAv4myItZIyjlaW63W7c5/bskoVA2JADIiBd2AA3TLGVt4reP9h/b71D7krNoipf8GNYGmxdeljcj/iGSUxy2HFPtPWGCBxEOV9WxLzYYFt3v0NMSnN/wKT47Ixnncr7Fsm+1BHq0W1v30j6YlDez6JmHLgi41MHBKUGD4bk7KvTTLV39D/OSMGnN5B0i84eBEiYnnyxv16zf4ba9PodqA5vX77jz/scyMDy+Q/XDEM5ryPmTCGsMqMXJA0cg/1t1K/DWM+tsKNauYL8OHTIL5EBuhHo7wl4TvJqMGv299s+79Nh41nG6LRj5iNbxnXCzj3b/96Y2XMM5d6LDXP9z3j6Nv0f+Wnf28Yl+WxGOt1CVfSluvOj5WpvhCLgfsjC+roZpwhbr1jjIkEVznFJNA/4Zt77K8pB3d2Q+WExPZRGdnHI/jcto9jUb9QCu6CxnDchFTfTNQwYp3jrmX37oMXHA+IP7xecYxFvx2Ecetr4Le2bScGf4NPOMKRc8WC6nTPbY3q9SZzlbFRB1Bn4O32Dz8H21GWcFXlcUwivvNX6MOPbxwHabnUhYDPG7IfE7CYcOMchbMz6hRZqU3GRpkw6q8YEANiQAyIATEgBsTA5zIwjTw/1wchv4IBiwCnyatogCEK1zHvjG0EHEtBx1U2M+5pNuAMRwZ1rPk7qGKTWLLHaQ1O1CyqsKA/TQCcwf1SvS5Zt9PTGXWCwBe/DYtPKpj8FyY4Ny/Gbr6yvetGBUy0lFfCgTNOHPaA4JjtyfTyWc8jfkOW8j29vfxxPd82sfp9t5sR7Dwxtd+Ad2Nd95Cdn4+2yIoCbvxw8V2LGBADYkAMiIG9DJzZJy9hQN/F/mtJZind8MULSUtig+nfNs7CRUi/aIELFw5tL7ZBo08Xs/FBuVhzgnEbH03jphP0UcUO2mO9+VtdcNH1+CCWiObrHfhSO8d4bVv8MDe8tIdx357j1dr57uNvCctC+ibO4rh2Qd/vkuznONTv0pK4OvzGpiX1vfQS188F083/8zTtiQExIAbEgBgQA2JADPwcBvQE8M+py+s9QVCDeNUDdGzYgostZ03o+IWbdHdsUm7bJQDNwRT2/RvEvCjGCyfcTyWH/xbsCMiWAzY8fYvFAyTzf9+FQVcx/+M+L9tNmOwirNvHk6V4yqSQMtc1tGc84c54TLT4pMaabRMpE0+ob3C9k2f66XZbNoEnLF4vtHXAblCZNis7JT9gcnqxv88urlnbtKSVt3Zi2/lIKZbWNtLDClbH9ujJ2CQP2z/sYXtr26j5MLS4+Oz1ZeqwLsfIEnLowC9wuCTaSnf9wD49BdISS2mwkX084eYAf/rXnqq53c3219/SE/LROHko/m2pzagobmcfShuHP3U9RHltiwExIAbEwFsy4I9LndEvNLzz/mdr3wAs1ses9NtrXec05m7gQT/lY4K0XtPTKo2uO/Tg5f6+9MRZs0Qz8dEuOCJPHDc2iy4kchy1zhsKP9peUPmQHNrISt08FNuRwDqcPcFc9Fgl4GlkOHIoloBC+JR/WGEoY8s4R2gNaEvAhF+qx6k88o8sqE+rW/+u8zTdMfEDeys2ePyVuIVt7AimuizbRQ9HKofIwIlGsXyjaa3x+L4pr9uocxE0e10DM+vuivoL9mabPF5niY0dB9lIvzIJFbNcp3753o679I9yV+KJusEb21nLNo7FdAymUuR5zzk12tW2GBADYkAMiAExIAbEwDswMEVE74BGGN6MAQR0NvD3GIpBAyAicLB9pLdiCIgcWqA4BeacwGDA7mp9tgh4IHNmYMLgx9Tm4BcW8Boxt++vOIPDTghyDi7Qni96+SOnuDAbeU4egur8st+D9lgckz/YxsQI01pre1GVv0LNrHtFHKzsHFh+Y+0TMmZzzT648LqG0F7eURY8289VzPnNDFt+vVBuq8/Zns9g2bZPHEEH9dV2uA+MXPAaR9u23zQRxrx6zfYPYRyreH22bVftaF4q2prnJJKQlgHU2bN9+Go/Thhgt+vnTMG0g7L+SrwpaXWLNh8a0JpvUWOQc65QP/iF9ChetuEveObESMmYNhzbtPu4FW2QZ+hjXT6WUIoYEANiQAy8IwM4h9dLPMfXeb39XNbHST3ZV/QZoc9/6H97eNMroMnY1gu/69p9ALIu0szNaADGxgLhjaxN6U2JZZyytz2gXPYLMIdcTJ9QaeJ0PGgz+AXdTeGRRIyZwJv9gO9h/NQa90Yu4BD2iSXmQd+RJWNzfFEP+YGtFj7IWp4PviGD3xDxKLht8QPAMBT1sBWW1ljSzwsowF+QP7rpujNvjs0rdUUrMESOKvwrJfdnERPXLU0ZB/zBDeOHb3Ro2VhLM2yLMRgu/eZXwzt3a3rOziNnaHOo59Lw0ra3t1iHr+hfzvZZ+sSAGBADYkAMiAExIAbIgC4AkwmtAwP4nimCAPsaFoIEjxFywIBtD6qwxvd6zwsQbjbz8vVlwXkjKOcFMXzwB99a8zj15ODpy3y+3f5tWnFYzC/G4kLoH3/8w2Km8/wtF85wQcmf3kSwapuNwBG14fNTtsbSvzCY5GZ/i94ctN/+ZUrh68rFLM/Ht9D4dKbxYBj32EfN3r7+nW2aR7wIPAMZd9Dm/ssSDKc3QuNpgZ9YqmwzmHV+MQnwj5K1uuHlIIE6x+JG02b3b65DTLB9/Y/Ns9l321i3oSw1h6TUmmHK2rh/h85vOBhtb6gjk/3zf62scebc1qd3tKKVxduHtQX334B4g2shpQ60Iz852Bq612RZhmtigcNYUJbbntD4w4ukkEN56oAot2sMcZ8yWOd08ORt2/Z9wgu6lhYrx2OmdZG9tJul8koXA2JADIiBz2YAb4xAD4I+A29nSb0Pey//7nwZa23xlP3TljJBFv2PP+1o2Awf8QSJ1U2O6VrdIPPgqX350/6hLzR1G8b/aVxvYzAHFn3NffEKusn+itDWLOcLhTBOwlc5bdxk2Lbytmr29r/GEcfOWXK0bTg+oEn4UmnwZm2Ow66sEvXtN1baPuqvzncxH5+g3myc6PFdrIOsaHAV2wi1kLembddLSRrBfiqVbvC1CKGMxyizbw0M3qr8OEg2knV7/XWTH0hnfM677YNjJGPtY3jw5lqRcM5y/6dRAHzB/qpmw+//DCvi1VXZjZnePlAGPGCsPa797PoDiofF6wWpf7P2jZuyEeekW6PR9onW26bXk/mB8Toq0H0zibPr7wFkLwFzDDaDYRekb0YaXmH/tIW+G0HfVr/4tBPa0tTuwRTiTcP4RFhP81+GxIAYEANiQAyIATEgBjyyFA1ioMEAIgD7+UWoRvbFSWmCCRMn6SLWPCBhqGfBCjYZ2JyCCcEvfmnxYNJsIOD0BXz4MsnkhH0rD2pz8F+2J1Vu33ZxSTD56Q5PAru2ULfgDo4hSKbuR2Wwj4vvc/4f5UZTUK8I1sliV6/zbtLAuWeBAbjrbRkXgeNkmiWv6fVyQIofAuPBBZjdMXC7zu+kEXLTHrdK/TsWpoZ1xO/1aCE90gDZyjT5jWXYroPKBARgoMR0rS4ABuyQs19T36qCKdN5w8RTzyaLwB4aJ/exZllgx1Lvp9SUDhn7wa7jhiL8lshGjk3ceJtalplswhZxYFuLGBADYkAM/HgG2MeyA9/qMMuX/mth/FHkaAD9zaxDZMZJa+tP/YY69qtb1aa3m8x7xb26aHutL6bM2tr48npKqGKVNcdPa6pmeeAKvtlv77jIy2NMhAW65sx5cv3HytAH3FQ7W4jHHcttai+2meK84/ptu+gEZiwBx0zG8olpZdyVdOz5y2Nhbp8tZrF+CybgH+R9D7wy7syFCzdryoCeuNbk9uRBNzgDX+RuTc/V9deyjeMVFy/tNlm/eN6QAY/OJblqyLwsyTB5w8PacJZj5RmA1uo04/G2lbE8Fdsz/JcNMSAGxIAYEANiQAz83gykq2u/NwfyfogBBFL4pdcC+0VDBIiHAwRObgBEmpBA6PkLTxYgHuGkAC9SevwCHFhQdmFizPMH/jDgLqJ4rsMvU1pKvNOeEwhrAVRRMr5B/qDW3ULgim3agyoG4yfbhmoP9mIdWNKME+KA7eP271avfjHdnxyBvsq2pcwXyhgve+qbM2FsR3PlnT363hFbzSbuuRBSsSxZSHdn22V/3KXtT2sk+ZG/PrdAAzGYHynsdWycgzdQP7JwMsNli+FccsnDlmKT9WOAx3WLu157aelFWo0rygFj/C2fU1JdGEjcwU8Vs+OFiSNr+gun1/CN6JKMGBADYkAMPI8B76y8r0Tv4W+pycZ5YSlLDEDaef6fjRNpBj0T+zOmja+JHSXK8Kkqjif+xn2rCjd2YXPJVkO8JOG5XX+9awRdcrdslN58S6Egi/oD51xYn+jjczrXFBlZo4y9aWn+FPBIwZ4M8fXkRvLB3Zw/MjFmBS1p3prSE6VHR0XTcTDdctryh2hjHpDzR2wcl0a5jduzC360i/UYU4jNPCYm5ctD1Y3Aojhx0UjMa21fVX8tW6gD4LOngEPsiPYSz79T3bV0XJlm+Dx2AkbyOLfnrcn+IBauDpu54Ol7PB7AIbbDUmKYwXYYimpTDIgBMSAGxIAYEANi4HMYaI9QPwe/kF7OgAUEPrniYUuy5psMJq4AgCAERvirbdB2FcTUYjv273Zh526vZfJ167tBPolz0mETKO1Dha/n+5tUDgR9PjsHvw9i8Crd5Hiixu3vtU17XPfZThKwB58P+L0XMgDsmRFFMbRh/Nt44RgmfSlcHwFPZRvWpY3lMm5+a51tsPcgyvp+yJgSAhzwrEUMiAExIAbEwFsxcFHXlLo8XHW6yMBuEoEHv4Gx7IONA+O7B10hoVxUCWkbN2+4+Itx0bvRvdGPdfFcd3WcuV5oMHdgTLek6fBNBUuKke6D2zWBF+bZ8VBigBEYV9ZfbT99HgdP/t6Wnv4tRV5x0KBee3VLvgrQJ20YLp+/WML3Cr6e5LrMiAExIAbEgBgQA2JADDgDegJYDWGZAZ/AQLCQAoNvD4ixj0DCftg8vMxvYf72+Ruz57qxtp8Ho9mQBTA3vwvasr7s/v/6FWcb8Xwng6XUl99tj13YxveW0iZWSMM/rNOne+yVwsDpQRXytyzpTmZMPUFlctc23CAS00QW6YCAfxcWdz2Xb/fYpj9JC/nti/tu/KYLWVYP8AN1XjDYru3/afzfEWx7wA3ctjhgW39X3zfzzMc/yRa+LfQ3V59swvF5/c9KwobZ/vLXbtvO1vo2f75cR/JjAj1Z+dW5iPeNfPcVfwyr6/Nam5Q0tvxQAXZ46xdi8d0llLNXYNt3rvmEw8x78g6+oRO27LZ2/JtVCvK4xLb3Kytw41aPVuwe81G3WGjHt+OOJcDU6ILjA755uzE9vl0rmHn4oJmQcJEdbc0vttsxmF4Bb3BWLmJnb7z9Pk4GpVynwq0m7h8ADCZMF9OtRnHwW7vA4eDfzCoUElFUWjJDIjmyNuHtLx93OOaRFesslNKmGBADYkAMvJqBXzYs+fJ3z6RrEDjHWz/HU72tubncobb6ilbauq9T/wa5/EpUGseNjD4AWtexmvud+m+qRP/sN5hlwzf/5vCUO9p3YTTkSyhKX2z4My35sb4glvMSLh9HeZ+JZIwaHiUnZetb8Auq0Cd/ZTBpnLpebsoFpjzOwFjGft/lsUSMmxPmNMaGXGfJ4wB/za255ViMnOjjVx4fuWa6/isQGDZhzcWNNI8lMK5eGV910Fl2vgiX7d7pq/ntTzfCnvMBTdl3bJYKtoI+5kMiFigKcp627w9M/LJ/Pi7EGMvipG+PI6xefD/Z/nKOa5vAgXz7WXyYxqVzHPiGalrqsnO52V7xFW3f4iAf2wNOtufC2E4Qfe17/INySTZJwT8kDbQlquisPf4FT16XUJ6O93Yx833WvoBqAx9tpcup2U8/Tq1u0MbY5LwQ8vFD+3OeUNcAaMfhstbzcsz2l8WoMPaV21x9/k3xguEzMf+8VjX/cB6YrKm0Odu3Y3OXeb0AAEAASURBVP3rZt9NzpXGYzQdgwaaJ+DTQUihGBADYkAMiAExIAbEwLswgGGoFjGwgwEEVrPob4eOpSKxWVpQiSCmBDIeOS0VPJz+bUESfggyU2BeqWSQeYrv5M/WHtensL6ymHZTxNjMOpbohgdUnFXfo/YCpBVaglR/c9dkl7W3Q9zvAR/au09g4D4dTjgNuOltN7XhvvRRCfPPJw521GvTdDgmmvnvk9g8P+yGF895u5WooBgQA2JADPyWDGAcedY4rU1guuELeTZG8YX9dd59yQpjkJcYXjGK8dBxjvyCEq143XLnHdZsa1y/A6YKA6ohLsMXudCmWH9RwVnbRxpsbFtn4WnoqblriLwuqccfwL/SgRV8K1nX8tmbO7myvV/rmbSLATEgBsSAGBADYkAMjDGgWecxnn5zKQacDKgQwVwZxeAuYvyyvXLRFdWAICXbJxwkn7F4wA/9+LWUR79x6NhFOb84eMC4l8cTxfHC89Jd1LAPuycetn5xveXr3Cd8i9bvBre/xy582V3rpgPPMaw93VlZ9xLNKpkLPu7l+vm2J1nwZAcmMMfx1/X9qH4spc/vXI9xbU9Ke/vyCSs8Zb3UJuYl0XZv5ieKedFdk1j0m+vaRtj3J7h5zNja21NYB9GRzdTO7Ljy9mYlduFvWQLG3gJ/ewvqMj0pNDyXuKoSx9WI3VUlyhQDYkAMiIGnMcBzNtdzw3gylW/5mOcs7bF/2jq2w41h/BEL10u2Dqaf1idPOGqvy/hlEmlvORZwhzFH6pvbgkup4A7L2ZwBC5faO6YPrF0NsJ01Toi4Bux3RQybj7EP8Ffq0LAdUDOHCkWsW+bwGOP+yjoO7o7GeDMz4B91aT8f42+tD7Tz3N6h91RsUAhcwAfusB5YCp4z62/JLurVfn4zBPDFXyhTzgUb6jwU37dpnPFYmOGrtG2t8qr4pl3g4c+5AnetegWoZwLb5IWExYAYEANiQAyIATEgBk5iQK+APonIH6/GgzwLEGYxQg7G5oknUJGDT58FwsUvM+rfwmKwZxdL8e6r9A7WE+xFFbAFkwyy60mECUMWjIV3b/srb83Pm70aDL75q71m2nIg9wdeOz16MXCmoLGDyqSfWLcCw1jsnPr22BimUYVRfWObr/iyFwSnAg2ZkSS+EgwXnvEqc/+2GgoCx9qCYJmvjluTa+ZlbnHsbH762Pz1QB06eiCjccjyh81encaycZt8Y92zb/k3HKdoo1HHnm3Yw8J12lv8y/OSHTf7FvCLpW2vPHRT/IKvJm4X2dNEXLucq9QfMSAGxIAY+GEMxHN+3G65yf5lYz/s4w6U3dr/8+XKhiv9b4Aippg1iA/9rfe5HIO2dEW92IYM9A/aQJHVZbL5nft//9RGHPeslo+ZRpJ38rEeoT/uR/mB7cIR9PC313fgsDrFyscgk+8DSCYR5wmqUB5jtZ16Jo1py8eXmSvozuNNjtv740HggGMcV9UGNu4XDIbpoV4busjLLAuY8EMbx7q1sP238npp1hbKwBKyZqOJo9YDjojJG0MtcMI+seU67WoEPyfWX9eeHekWHC/VSiqO3Mzp5rirC6Ar4HMTWWqG1NtmRD7KcdfkJoFybG4qJWExIAbEgBgQA2JADIiBn8DA3lnzn+C7fOgx4JNQFqR44ILpm39ZrGff3fWrkwgU0XwQ/OWLtD19w/n2lKgHbvyGqkGwO5LTN1STxWFVWwTdXwvQYBuxWTPGht+4KGyB+KH4LU8g5Ccd7etB9m1YC1s9PrSNxQX2c8A9/FTokjLoga+GBT55PZv+h8kI2LRk3hX/eHV6ycAsvczHwOwiv7MiZceDViuDolgIJe31/+LbVmi3eNI6GWflcd3XsUUize/gYjO4RX0acvd7+v7vFn1Dsl5/5g/JIVks7Dhs56F+KWBrHgMhaXGT+jgdc/u3lcc5Af7uWFyflXc/UN7apLf1JV3mIGz6xV+00a120RZQhjeUYBo5HZekkJZ9n7x5G0J9okFaeaYXv/0gZlGtxYAYEANi4NMZKP1S7uPQ1w0PH0b6BPZf6FPQD6FM3Ykvk4jvEn/f/2ECAIUfyscbGNcw1HnEYirKYjJf/6/t2bpwUTIXNqAHum39/c+0tr+z61+QCG7Wfa9l56XGmJOtgL3XxTCl2/yQuqwjl8GqNV7wvrzlO/2AcsPRKpvHEqnOwBHGfmk8MXuDS7NswAVouV2VizU2Dvr+WrI7L+t77odtxbG636SH8RKw2Q/LAJYkOP9Lfv3GTK87jKGMI9MLzENPvxNDrrvUTuZ2Nu0VfXgLDsaO/qVjVwFvialwuqgcDqFEaJR+HOW6hJ2dvBlB2Wpeg0hW9iIeZqAMMcE/pp+0Lj7BDn6t46Bly4B4g8htqiVyQlqhyf02fMTLese+b0MAWOo6PAHEooo/vRq9bQGo1yvsg8dqKXiDD5XI+bvAZ/2DK7a/5C4b8m8WW4Py83AD8vl4pFEMiAExIAbEgBgQA2LgFQyMjvBfgU0234kBBC0lyLMACwEEJsA8GLuiGeUgbjEYQcbNghr8ziaKASQCfnfwbAOP+hi4Gsd4qgE+tf0621mEhOaj1+0jrHlK4nxKS+HktD+2hSAZPqanN9bLJFnK1PaZPrpGXYJfmyg0VYlf+LDPj77VZK9MRHgd90vNJXBsxUncee7jHicccVPG3hszwPPGBb7t8m/JDvzu4UC7PVp/oe69QSSup/bRwpfr9VR/W3aUJgbEgBgQA+/FAAYPGP+OjHuP9k8bPPduKd2gOR83VTrYV8d1JbK4i4uafnHaJLb0f7i7cYivRctTRsBdxpGOJfTlk/T2rS1+NbVz3IdMw3RYH8bL2VDwfZvezA3LN3HvSEyD6Fxw4n+1/UUzzg3K4Qfeji7UMTJ+hC3aDmvEQr146BQec6XOOFjzH74R55rckTxgwvmNDa6nC5jiryd/JD9hYtsqx0St0uvvap5qo9xPT+u7da9XpmNdYxrpP2L5vduxLi3+fVCDFNShLVE0peivGBADYkAMiAExIAbEwA9i4Fkj0B9E2W/uSgmMGWA/K2Jg8Av+2WyJ4Uid4IIPf0GPB285KCrJMYCD3yh3tv93v1N9PgdBu7b2STT6X4Ad3CC3pv8haKVqezry2+4itomB9A1dYNq3fNkTlOkbebBbc9zSCY7JM9ctubW0zKFNXsJ24rfPo18I9AkR6E4XB9esNPP8mNnDl/k6PBETLWdb80YUBTrbsHvGsdUxE7PR7tj2ykRxr67ZfrDew28EgG3ay/VMPLWYi8JeOla/MLmtRQyIATEgBn4DBmLfePa5/wR9pf98h6pAP5n7VR8HjWECCyNM4Mk1Pr02prmWAjb+Jov7hk5bxiCNmKOGVnA9ZKwnLI5btuBbN5FywVuqqcWLcS01ZayXx2+lXZg+tF1vv0lvq3g/jfXIeh1rS5Ne4IrLznF/VDHbJm9Yjy5pvDmXvgIXOduCjaj2lGHZ3hq+pnr9spjI40eM+WNb923wlLkq7aqn+6x8tN0FDhybtauI182OnAeO4svHUjmugj7i8RMeeLOFx6DLpyT9FQNiQAyIATEgBsSAGPgZDDBS+hneyIsnMFAHMTm44CTP6QgQ5NkTm3bRMF14pIGVYIsiu9d5AsADyHoygEoZ6HHN9KPrxC98nftb6V0KNCuxS3cZPG42ktvQpvLg+YzTFeozcbvK74NPsH+grncX3XN8ZX45EfLgy0iCAX7lBEBrsmIN9m5+o1L4vEVRaktRg7bFgBgQA2JADIiBT2AA46ut/f6z/IpjEYw1zljO0nMGFui4YgzF2DDydxbeg3qcfuDboefyC5o8DkZ5MydWY+QdPvaKYHy+aYzeU3htPuN4rq+11tO+VK/5gnmvuPLFgBgQA2JADIgBMSAGPp4BfMxKixhYZOA7fZTW81PcZcGC3+6dXjU7hRTYwuvhbHXWhSO7QJjs/1ku/SGQwve+MG2TlgkBU7at+crcXGqGHQEugiP7ufM3+6SW2bOg9wtywHcwGI38OgJc6DYSb27Xnrot3xDL+DzdTH/Bb0wkAN/OxXT5C6HwvSz/+I9ZXqHz9mVcud+4axmvF9623PKTkvfZRAZmQpaN4mlhXwAscM3NmaoGnO87cRpmn3Sxi79Wn/Ycc5aeWlKjuPFh5WDEiUF9oN5TUkueaY7L+HXt7gKsYgOvaLS/NM8C3TU46hxfpe1SOcqEJbedkGKO9NoP6hr6qHNWuuzgBg0slcWS/7CR7RatZcP0GHlON5SV9AcNs4S7n6dy+5zljO6gXnEuQI3BaPYn2i/8UqfVKY4J9xpge1yy3LT+yo5uLznp0JYYEANiQAw8jwGOO+4YN3EnmEev4AsHKosdWTzzmy4b37o+X2Occmx5GD9CXcEUdceODunZg9n4wLBirDi6eFn0pyjjI6FS8hv+ITV//HfBuknUOUjKukx/uonPxgsu9lcaNzAfBhYWUuDdL3bsh39YMDa70/+CO9RT1E9+mOb7EbNhjbsFT2khJWXa+DP7Y2UdUv6WrY+xoC/7PxVIW8Tie8CLt/aYAk/HPvjC/mR7+kpuUjH6l/wFVqbXVC8pmeGDkJXGuM0qD5FIjGWi3iV17fRUh8xLTybPtaWxt6V5vZDLJOPticeg4U3aJr5c7xL/NLqy/vqyY8HtmmYjcUJGHKlwwm0ifpxAqv5tOA5X8OzLMixel+aIj7ut/kCU85Y0En+77W+xOvl5A+/GmdM3qgI4D9TXqJm2HOoUP9RdWqb6TPu3cp6hxInr4jsZ47GR25rlp/6BsanFyi/j6kS/pUoMiAExIAbEgBgQA2JgkYE8ElzMV4YYqBhAMMGAAlnWhDxoYHBRiZ+0iwmjFDxlhZyB8ADrbNvxsEDwz4C3cqZgONN+4he+zvytTJ+7C/+2apyCyK0l5/KxLc1zHvdivTzmbknZxO8WiA8gEPwfUXDk+KJdrLn9ALCRgPaAdm9lvI3jPqFpIqZR4IVJW33rQB09posc6hc/LWJADIgBMSAGxMDzGGD/jzHL86w+z9KJTjVuVHieHw1LjieOS0/0tWHu85PebZwZ6w7svlP98bzw2lpnnIkbhXiT7EsQlXilYZ0X8xtZShIDYkAMiAExIAbEgBj4WQzoCeCfVZ8Xe2NBlQcLuCgFU7ggx6AU27hIVN0tbSnHF9jAD7phxxafPLCAE4HNDc2Y+Z578E+++OXxLOxlmw9aIRDzjvqe+E13OmdjjuHB8HkJfvEelUmOa4Phwl+50F/LbIPj/qEI7hj/gl1bu+7IZaUT+X5REnii/VHOIZfKbefXynk7qzAN7aJO4Z/9Ni/AS19XuHnQS1nYzm3ZZZj+UKBKMDn318re8AQ1fnvwV2qv2t3NbwtQrGv4jP2aN2uzzivSce5BHaEdaxEDYkAMiIEfycBDP3Chlw8Xx0Zs1f3USJktMnmstqUIZJ03jNtyf7q1/Iq80wS9aWNFci0L/Td+08I3tAz36h4XTeWTryeMmfyJa9Yr19FOaxuoTTa218iPpcfdloZ+WogL+sKVhOFzviK7S76Nju+jCdbnvE6jRH8bdXdC/T0YMkx+MQ7+Lvn8UCjzNeE5Xn8NG9Ux0JIYTottb7jQmiDbs7Vd+8enuMuTxiz60K6YceUa7Szjuy3UKXAFbNfUX8tHHGM5ZvY6MXyzw4LH4NS25jf77jn+WjiUJgbEgBgQA2JADIgBMfAODOgC8DvUwsdgQJCAgIG/GPQgbRZZnOiV2fXgifphNwddt/9kPDGAOWo6Tm7Q54XA7qipWXnaMi7hr7tEn2eCF+yYMQ9Szd4seEe9xuUMPPmipPv4d1NObmtb0e4Z2yA0/xCBY3N4gd9n+D5sMAmiLnxSYQs3kd//Mj3kd4tttgPY3UCU1ynkwzGEtHdfCsbReoZP4BW+7m8XZQJrA8XvTqXwiQExIAZ+KgM+9IRzfuo/uW/zfijr9JuMYGet/0ZfH/pa4LpkMUy7ujnDXggbBFb6YpNf9d3yd2Hq4yj9Mm/s6uGIKjG2PO0KT3ZwK4cRT4nXzmqrJJ3rmbH5TqxL5rTSmHf0BmKj/u7jZcOGaih6lzYanHj9mfzQ8bekdyndPgGDz/fA7CI4YuJxj337OR7mLek/nv7dbbs48eXFbxANmJC16BcLHVvDxHR8NnRdbP/R4prBXHdbYqhHAwdT0I5aGHGAAB/6EPy4xG2maS0GxIAYEANiQAyIATHwExjQBeCfUItP8sG/WGTfoUoBtgUO5ZtUmICyoAExxpaJkh7uostDPpOOQQy27ff9D1vxKUXDdAoGBkDUF+1WoIHRsxFIHVwQjIFTTGCQW7/IFHS7vbB/xGTBDgeCj46Dkw/BgKebHCajgniQGNzkhCW4C76U+l5Rc8Q28WOCw/mFbWJZsWlZ5YkQNMWBxefrjKPZREUuS10Dag6IjPt2wEhV1Gze/m1p1q04AVX9VtLtXbS70CbaQv3U2K760lmirtzYyPM5DpLejoAT5zxb18Wytk0rqLPvTfObjd05uE3KJSwGxIAYEAP7GbBzMy8IuRI76e/qY9YQoN9DR4BloA8s/RA6IPRPGJflzugoNo7FfIyIfg54BjCZVFnK+BIp6EvpW5GYb7QwzziP4ux0uY55/e1EE76Aa7igwn7fGd+3vZXmYYxWYyM/D6bAUVa4la+ii/EHVFW80W6Np5TFRuY5yCR/7Fufrm8mPL4DfU7336yZmY37P8xSsoVxLjmbjXln2je2n1nZ/g7H3AljLV/bXmqLrL9avta3ff9uXK1rrXOJBd+4xrb9vA6WsG/HNJXA+Q0W0N5sKXUdbRGfyaAdlBtT0V5x/kG+yXsbsc2Tl9J0L9K/GW7hyHz3c13miseo85H4vPkboMAPudpsbXuBgmOhKAjF+RXzJy57ZftawKBkMSAGxIAYEANiQAyIgacyoAvAT6X7pxhDIMPfM3xCxIfgBMEl7CLY5IKgiz+mnbWG3fwr0WfUjeAOwbDJpDgvZh7Yztz65FcOKmfaTjUWNMMudAebCHIfFsjYD0Ej6Dm0BP0tt3pB7GbbCMBx2mPdblGQ/d7lNNqI+Vr4ChxvgbBJFsbI7157KAfORhfYw684mvfr8it4fGIC8iN8w5bpgmg0ieKbFvI0UKi0SRpl2RWfFtR6yRsnoqFPixgQA2JADLwrA9MFLlwo3H7OX/fLegQfcw12Zj6myBhKv7luYV+u4ZmNXzZqgTvD3Rv70402NosbIB/XPwJjHX95vAHFW+oZzoIvcralLJ1AjINy/DF9x9rrDZwC1xkLeDNcQ+1ta12i/QeMO44v1h20xEgxaLXNNVy5/uYFTttzfNlHXjSfKffjP6d4bMl62zIOn2kc3Ent1PGBd8PYbP8el6Ke7FfqJ2ID63F/0PygGPDZkNmXJn+Des4TS7y19ZGna9tU2zZSM1G1AM/lsa1RJqaV+mWm1mJADIgBMSAGxIAYEAOfzIAuAH9y7b0Ie7p7HgE0fggUEdwg0MDvquCPQbCZqIN3mkfWFYv7Z0Z8ssgMICjyABn+2xOPno/tE5dZcM0AM9gYmnwZwZOnSErQlwPGEjfmjRIIIrBHWhEYMbIgY/4gkveqpY8Lop4Mm4bXfcdT31gy/osmHNIEg9nljIP7HdtiQtH/Oy/DiZVvv4t+uXRqcvbVKxS3J0Q3T6yg4Ny06QjtaHViM9fNVrtu88HospPNHNQ1Fqx7upAPn9CebHV4gZKsyNs929hhxSsKYC+fV1aklCUGxIAYEAOvYOAZ/UDwy/ue2FeHvNmm9R0uizGUbZex3EzohJ1eP9ww4UXQt+H35kvhrfEE8BB0jD9QX5knxgtDZRtCrNNIXcHYkG8mEY9hgp57ujDH0fZI63pUi9K5reVMjJPjhdfHMnUKLNtvsz+1nmrfv5mMNDhLLyuZpV3HQr5MaPj4W1IY03nusGemv23bdSN/pAZyewrqeOFzG+dBwepmbHBLgsCE3xJ++nv0QjDKUxdMWp0uwbu0/sz26mKgHNsSuFj4V2mZS+xF6WPbPAYirsoq26Ljr/KOGVdpMSAGxIAYEANiQAyIgTdjgKPDN4MlOO/NAANSW88C+Cc0p5m9Z7JEn4NNn+C5wmfawprbwW7ZhO0Y2JWMJ2zA7hW+j0LfadvpQpBrvPpV1VF7VpCB8miRIsc6NLtov7vaMIA7+KJ1bAN+Hgnq99jcCfXBoZ22H/TsSei1r5OxHZ0s3uOiyogBMSAGxMDnMuBDC44DT+6TCiscv5SEDRvAdCUujG+O4NvgyrDoUTzgK9fp2/k2TMIOwaO8wWRub0fGU5dyfuXxsIPyZpEz6qGp+GDi6HnkXfEfdH9z8cxX81jYG4duBqECYkAMiAExIAbEgBgQA2/EgJ4AfqPKeHso5QLY3R7CxEUl+4KWPxmJbQs2bNs/dWN37E4x9NE7gMlKuAvY7zruXaBhuX1rxw8fv+3nfltQac595SdBeee1h5oeZ8H/7KvJT/5vsF/4NVOu07795DwDAxJgI3H9lYO69N0ypO0Lem/+RMDEZdnKWOjnpN8kHMMGvx5E2SZyeyGJxu/tyx03cwVJLm37kPNXosFfLEjgtic8/plhJUeuaKh88d/r3fD696YnM7fvGmfK8/p3H4jRfPb2g/xRDnF8WbuHMrf/ZSpQNiVNKNa26DN4AtYOXzNVlSy4dJ/isci6TAXveGUiZPzVib8Mdq7PmV7sVLodG9NRxn5s89hutW/DY1+1syzD853qdDJH/fB5baFckpn4hl/oHpE/93F6IgH1YXbx84XrvOurumzMQz0CH9oVysLPxG0+vC1/vfxcm/bEgBgQA2LgfAasL7Nz9S/0x63T/BkGy1gFfQ76Alu8f0ibD3+beSgb+/le//egNSUULAv5ZyU37UTM8/7ZzXoZpFtFlFc0Y7wQy60BTN87BU/pm6emBzpzvfLpyqRhQWfBHfBZ2t37azYQvLlloXwLXsHAsJzjntwWZmWC3Vk6d5Jdjk8wUvJYhtknrb8LD1S44elpjHmcKvqCHeDmPnUOro3rm71Rx8ecGED5r1N2hh92aTtzvqX+mqamsTLaAuK2ElMUW7ngDEtT2RMTyQPbL/cBge3RK8/26zFqvb8Tth8PsE87tEtMgBJxxeMPZezoPlx/O7EvFSs+LQmckT6d31J7tvOQBUb4h33/EvW31ZHFsh52uEm0U0sDXzNOz8AjHWJADIgBMSAGxIAYEAPvwkAYSb8LJOF4fwZyQOaBQgzAnoG8YY9x4SXm4SsD0JYBM+5B5pkgoi4E0+bzLCiLHOAQxm+aaGihXE9b869VMuJr5Y+mZW6nKHSw4Fn2B80VMdjdc8rM/JbjJdZfUb68sbV6oibn9pCCrG2U81ynEcPW7VlbH2nfOD62Gnk3+T3t6t18EB4xIAbEgBgQA89g4Mi45hn49tqwwcyZMQXGgIfHgXt9WStX11+9v1ZWea9l4MkDbt4R+VqnP9D6QlzhMZaOtw+sUEEWA2JADIgBMSAGxMAhBnir8SElKvw7MoCLWAgueDHLtj2ewB+mXcRLvEBUnr6DLTydcXZQgztl7TCBXtjlI4aMf4u5hUBrFwW46At7KAy9WXfxG/uW775m2UOcw4lcZ/DPg22k0UnbJAaXQ94Ji/Npdv27XSM6s9/EOgIh3gFe+GPBEZtZ1u+MNvmoj2q6a9gBv7keozwxrerNdRKrI+pY3F6xu1imzoBta//+5DPaWmfxp+D/ZvON4MpkhzHn9gf1zoUVJjeuKORHCJR1fiEzbDBqqbah4ww9ldreLo47/yb0gq+98soXA2JADIiBH8JAfipr1Rv2U7HPuqL/QGfOn3VT2DywzJ+y3ajI+3z0lRgjYEzyl/0OAsL4ARTmcRjxTU9rjmKEHvDPOuCNmQNjp2KC40TWLXUVgYENlsGa3BgGqmRSa0w6oP24CADgR5yVxlwPVWpnF1wbdxhH7bpgaHge6m5Lva3BAy772fjO396U+f/+WvB/TdXpeWgUE74x9ay/s/hZsgp+UK+oU8OY2yuPz9KevbjJXlZ/bmD4D5BiydVsuMhXSn/+X7YzICMqrnmOCqh2HX+hvDbFgBgQA2JADIgBMSAG3pIBXQB+y2p5d1A5YPRJEwZmz8CMAA8B5xQIFqt+8QS4GNSUnJM2FvR6UL+Qt9tyDMigOwZvUPo9vUbMTcNvWxD8Xha4ZQweYCdzz/1LDrJVr+8DCBCQg7vNnKFuUNCJ3wjAfLAL7Om1gxuL+kxHrufhosAI3mDXfs22gfylBfZ4TNkxt8flJdVr6d7GgMsM+vEFYeBYm2wyWZTzGxg4/YJy9C+mIb23wB7KsPySPGxaXpPbpTIh3X3lPrnmvtZiQAyIATHwsxjo9SlbvLU+wy92oe8YXaL9Vr/I/JznfRQ6f/5G7QRMfgGEelvlWzhacjmtXFCBTuA6d9l+4Rf28xhkNmZYG7OsYTY+ythnTe75ed7cQLlVb6jhnUDIT4x5dqoqxY6jKqpO38ix2yjEcuytHTtHQY6CoR3D4riuxERbWOPc0MOYMZVXwsfyr94mT+efp455Rjw4Bs88/o6hUmkxIAbEgBgQA2JADIiB6xjQBeDruP3BmvGNW0xQ3P74QmzGOMICte/VizRHKOFEgRnzJ3IRVMG4LX7xBfsIEhnIUB4C25cypwaV9M/WnBjiHcge2oV8h8D97WZLCZ/fsr3soafTNr7ik9LtL59MZkkE5rsuRoEvOJst+gVS2/dA35J9Msq9tR3YQB5kI0G2e9ZCu9RXfCIGZmxYFx3AjAW64IfvjP0pflN8vJ2hqNfhjvZR2tuWsuDQb5gww/6UNfxFnW3hMMrntkHXw5rttRwrIe+yTW+T0I4KDJXYPAZqn5d96eNlnf/HRHm+OaIvW6zbfB+IJMSAGBADYuAjGKj7oGeD7tmv86f9L3/bzP2P76Hxx/QNym9/Y04ulFccy8y9n2yl9JX+1PtJk/d+fq5ldI/jlWgF42os3/6UJvFwXWuOJWMexgZLZaLc522XmGioDWz1j2MqK1fG6Vt0cByGMjYWLG1jqZ626D5H9m5P+377eDG2jxY+5mNtZEdfzuS+6DXufCydsazxjzI+yLc1tl1Hy4djnHlbw/EYhvWMLfz8wXTHzWMO2J6zlGMBOFgneT1jw/kCpuu4annM85vnGa4ZpoQmY7KV1/fR488t6Y8YEANiQAyIATEgBsTAmzOgC8BvXkHvDc+iH4+EQniBfQZnZ4P3gJMRF6MuGkE6cFwYBHowFycaaPt16zsm2GzC6nbHxShwcoR8lOcv++QBdg5em9yyPrL8kdUavwyk62rfbI/thAVjewntmNmzNfmN7YztIQTQszKPO99+cT2l9yw+lt6bskAceV1S68X2tCkruFafS/YOpaMuq/qlf2uTWnttwhQusPs5cIHfru7Y/rrCEhADYkAMiIFPZoB9Eny4ol/qcQP7xS77nzASifhcF2TQn6dVT30733SsDSMKnnbpx1T2t8T/KNFNgc2CqWx4Md5s2b5YvaSZY56AabNfS7qPpJOrIzqmss4Nmoup5eh3yt26ldvFaTzleqQ+tmXur8I7l6emKcPjN0VkU1/lidVw/MWCjj+0p5h32vaC7UX9T+Cp2J4flyW53ihXPBGHHW+VtfpD+6hDv4HmkJbrCju+rW3gOjjSLAbEgBgQA2JADIgBMXAdA7oAfB23P1xzDtzLHc0MIBCwYRtB6/hFsS1kPUzKeABjdhHke7x4RcCMoBfKqZv+bkF+haw7bIqB5wS+oa4Eq6zHGndO90kVFEDAfdT2Vfy2JgNyHTp1rfza37hvvhNqaQsxf20bdu2peW9HRclaActje+uIDWdX+jgx5hNNj0qAEq9VTq3MG8ejUDPFS9r3zlImJ1Sbos1EtDEsbFemqDlRkeuv4E9IM+CkYvNf03HljSyb8aiAGBADYkAMvI6B1M+wV/IxwOvAvNwyeahGExUu5LbHV/1xwbrmZAiDizzAqCz3d+kB1txGqbT9xXHR6PjLxx8YN1j5Mhbpo7heIvJj2OLuHuPmnzOEGAEXL2/t+t2jel6Gejn+m+e29+Cf1UEeArZlllLhS/ZpSWRXOvBnX7xNbQEHprf4vwtgLsS2W+FrteVK5IjVfllvbSZGo/m84G8WsORynM41levB8+Tz9/zNSlBLfLWJ1gFn7YHJ/oamusyJ+84POFzCt2Rrz/G3pEvpYkAMiAExIAbEgBgQA+/CAEfX74JHOMTAKgP3+y+/Pnm3CYj72PvoVvWNZXIyiuuxUk+T8icQX3Uon2GXvHL9NOaebIhR/6jZlvzWQH7UVkfO29iobdYj1x3dQ9ktLoYK7hSCr3smTnaaUzExIAbEgBgQA2LgSQycMXaNUM8c70S9B7afdiVsK0aM5549ptuKUfKvZSDHGx57tJH4PIDdiIC5gHt5mrote03qWkz0rm0cuOxctQb9GrKkVQyIATEgBsSAGBADYuDFDPwNA+grlxvv1FwwctT+1foXYJfknv0iuHPjKD89sz38bft/2Y3WmDyxwAtBhN9lijuVLQ379hudd2jrNx2txYI8PIs4iwfzHcp3rMPdyrd8Z+79/ldLUz/NDwtGSFkH/PSkrz9++atf8wSSv4YZKnHXrBW0u+In//fcwW0XuWnHj8/MrV38xuJZ+c5nIkyJZc/l8KfH76z+jb/vb+PRdH+5A1a/sFlOEVm/37UMPyFrP39KAnnYni8z/fMst5M+KvfIL40W0/nJDPceiV7Xj/4+mGjWP+oNP+DFOvPbuNv+NnvCwZ7ddZPWBouvqU5MSWf5ldoEJitg0+sVtrlMnqYUcplw/squJik7DmpxqpmtTcjrz170gHqy7eJPOFZmRRZ2vD0Gum+5LfKjgDgyp8XqM7dPP07c3ym3u+XG4L/pLO0L+3Aa7THwVuqXL7NAHuQSQemv7eZ9bKWlrjfybbko5ATbhiuYtOTCeWXpnf5tLr99r3f8btc4L7F6fJroUfufrn/O1uNez7/HEttSjvLfs9bDf9T+p+s/yl+vfC//KP89/Z9eP9fjZ7/SZvI796N8opVSq/1z6L9mY1kWDute/dfdD+Rjb+Xjt6DPN91okpr4i/3f1L+6fXPmG+MVjA2rpY3P4gPI3Y07B3iz0RL68jufhTR9ycbkP8YP1I/1hAGqZguwkGBsryyTfybk41UI2zeKod9M/gpcpM4e47Qvy49YUKbGw/FDlgMMw3T38Ql8ycsWfM4J7abybX6RN5fL1vLKwSR/vc4Qp0F+4oroZ/zMlaQ9jhMN2+0bHDD+Ml2W13HPvk4TuAACv2kXWPIP/DusCVsyPBa3LeLPuO8cODfG9l6nXv+GBe3J2xWskx0k1bgSOv5dtA8BYPA6jTpyO/J0yy43MUeZzJnHmOApH080autfluZLLBbyxzZTPB1l/UJqrLLqBJPiQTPqxx/8s+0Vjlb5McNtfo0j9yvHW/kkQVfxNqGvirfpdAApxFhcpi2mHF8T39+n4T/iOjRlM4dP/PCb6R4f4TgBIvcDeP6aWthBeG1+MX+Q2lnKx/kXi53XPG7D2TgYzm3RRcqfdAy066cIdTfa+KZi765/Qtre6vnXLjWeepSfnqUe/qP2P13/Uf565Xv5R/nv6f/0+rka/1H+euV7+ar/dYZU/+v89HKv5u/T9R/lr1e+l3/18Z+jkR4M5YuB92AAB8TdJjVwt+/T7/jNkwpNJjy4i5FzU2pjYgrbNhY6KI7AMASHB7VtKr7G74MicP3C01eelHiA1U0wbn22YgfHu212QZ0sEOsFfqId723LZx9TA67O2iF84W+grETEgBgQA2JADPwUBj5m3DFKeB6fNC98jOpoye0Y07XUHE3j1TDqmY1nmLh3/YLx2F6oW8vVvG0tf7r8m7Snpl9xjN8UOClx3Q7nAXxegDelnmR5v5pcb6U97Y199iNQSTEgBsSAGBADYkAMiAEx0GJg/fb2VgmliYEZAxbcYIKhfAvHAjaPfxD0IM9WJ0+0uMoaA/Zpx+coYP/MBfrMN/cVeluBKQzz2zmQObJkPW7PHVpQBhzAtiazULSZbHf+3nBasEosvtaCsGU/1DN+bvoo35HfLb5A1hucrbcs0R45bNXpms6NdjOfNzwZg8WK9+dWK17Rxmf0VPlJc/UXMqE9Vbnn75q9G54Chp+wu5VXIGKdzJxFxsKSeXhoszts+3kEdYsf9GbdLcs857TytqZRl7u8YnOrXsmLATEgBsTAAQZSP8I5ffb89ZO/BwzsLIrO4rGPPBWXO83+cARm6HPZHwMi+7cRFaXPDbpm5dg3zxI37JCzln57Qi5XcH98lk3CTx8vQN879d0RS8tXtuQF6kqdMa7hk8BJV6f0glJLLm1qWeS5OeCJvwzPUnb7R/De/sk71vbrKfW2RAVYs3ysy5h/ZJu6l3S0bd78jUJ9V5a0bk83HDxkuS5t07RVnPH8h6eFr11QnyscVriuxRK103GsK3w49tgG17BHddoWA2JADIgBMSAGxIAY+BEM6ALwj6jGVzqBVwVxciDiqIKOmHV4Owel1eupDqvtKoBde40SYyvIXx7gIfBFkDkHx90EJQd5SIzY5kU27tFCqxjy1vJbZUbSyK/pflCf6/xBDRx+EH6Q+qyE4Osp7Qv8PJsjtNvgx6wCWukr5wtMUpzWrmdAbKeB5QE3sTVka3XaFwNiQAyIgZ/NAPuIsybQqW8za+yb2L/XfRTzo+Ig0xtD++tdKU8bUddZ27QxoM+5OmNMw0EFbLd4WsPSwBsvrKwV3Zy3A59z1MD4MN4hB+OgZvHPriaRceEVx87ZVu7HsQ5JztrTLof6ZkDaMNXkx9YXwXHA0J0xeZ12bQGXCYGvldc+98k4WyLzFdRef+E3GGtteptCBrFx3RI+Oy02NGxH23H7bLvSJwbEgBgQA2JADIgBMfDuDOgC8LvX0Jvi8zuALbC48eJvmRVAMG9BRoxBzvKhTLb5F8VM6182f1A3YbNfAtv0HZvTzMMn/BgohyDvVvw/x1r6xiqCtfwEJV59nbn2byCdY2abluJvJoI+O9/Amuu91NM29a6O/BZbWUfU6XkQxMJ12vvsv+CwvfgDE/SV7a8tWqVCOP+ct9bNGlWRxm6yHzOoJ2LO27Dj9YXvlP0zFIqyIdk36zycR3As269uC3XRof2W/qGCy0KODdn5eJhNtAD/ngU+Wzlv1ueev/agURkxIAbEgBiY9x/4TqwvC30xh0ZLvPGrjOzSk9zcxlJZvwnRL1iibwxSeCrPFj79FnLy5qj+ULL0vVaW2/Q9iG3epK5SEHyO4MsyPiBZIL/o7G3kcZGL1bZz/RYVa/nII5ZarijYuGH6ZhzVemt8UE8ZYIkNY6PpBXH/rqjXvdne2waKT8S6YOwpyRMG/yYqLmoC317fjmIu3BxV1C+fvhFr9ciBvbn+/TXxUXPAc8o32pifZ9DG0A6wPn/x8ydUN5oxsaTjI2H2b1yHuqNb5yNLGtv4EhbH18B9FZai1/3H3t+sWlE3f/tj/gluqz2vLuA0gK9q5wWwNsSAGBADYkAMiAExIAaezUB99ezZ9mXvkxnwIAfBxN8XvLAgpExKLIgcSjbbDJqfGMz4BdgS96agL7lxsr/Or10Ect94wW1OmMMwORedZx3cg+YcKD5oyj7PnkyG7+cs8e7tebBf6S+zrPC+VEgldOXuEdbZdhu8sU2fBR1PWtikwFMpKpMxjXpp+ffE4zfRGo/bo0Q36vCoSi/f4O4UvVIiBsSAGBADhxlgX3a4/zqpP3rAQ72hj6KMOz8whoH8RRd6Jv6Jc0pZ3sr94llPkLp/gZ9lwyEHeGMZYNriQ1DV29yMD3WasZS6xn6dBsPtuAI50zJvI83x+STc33JMF3HVt96Q4DjrjW64m9UbIF/FV6rbWKcNgnIS2ziwkLNl6eflAM+cH4aGV18Ibvr48vZtder9Ec5PrDPbdFzvVG9N9pQoBsSAGBADYkAMiAExcCEDugB8Ibm/h+o4CQKPYyA2nzi4ng9gIZ6I41zLXzMfa92wf7ZtBG0jgZtN5pwyUQf81cRQmZCo/EWg+fQom/yifbG+gWvrBE7WAzWbJ3CPtG3YHWsnD9Q63/AVOqiH+1jXi+Es3+eGfI078leXzdLe9FAOv6pdlCLQ3VpQeCmvJc80lgE+/phGmd563bde6XnbWpJe4mNJfi29wusX7uv6WiuvPDEgBsSAGPjxDGA85sNChHBVv3Gq81v73GDcx4xHsR2wH6Bcu+kVYSZ8oHTQVOQLvsf9qJq8LOVH2SPbHN+YnXJRaa8+YCbuM7giDoyRMj7clNpbYiyzMO6nlq0RRds0x87t3OVUcrUscTyHnm4ZZ95LqzyHnwUvVs4fjIvupT2ZjoW6XNC+L5nnXTKwYDPh+2VnhC287oP0WAp1OmIXx/alNfgITSliQAyIATEgBsSAGBADL2VAF4BfSv9PMY5AlYFk9GkkCInyJ27jFuAXmj/Rkw2q4PAZEysIqy0w9IvJOkUsVwDaPNr+Vs5N3icSntVAz7JDf5cZecjBTMhWeh6UIMFsQ89ZrjRt7E1cOv/t1adyYkAMiAExIAbEwCMDpwwoHtXuTeHVqL3lf7tyZ1/YPDoovLA9uepWbPwZlX7PNxT7q4PLhXPwfSFnn0HNR6D89vpjXXH9EdAFUgyIATEgBsSAGBADYuACBi6/usMA4gLsrvJq/T3cr7bfw9fLP4Tf7n7Fl2nTRTD73ifvhi13yVpe+VhOD8m2fL7i6Z6/e3bjnd+Ag/jUI9Zz7271eZ77X+bxFNDTruMxu/dvm9ww/6c5oSNBVy57x8XYP41K++YxXuUL9/L3mtIrku0LVj4HYmsS41KgYt3+rP5L2V9/3G52d7AH/PiOK5Q7qVnr+Gqmf6BY4s8ECZv1OitL/u0Oa6uP1P5mAp2degKK+h6L3cH9ysL2tyIyZQV+nU/4CJ65lAkWJuTDp+zieMtLlk3f4mZitcbx6PDxB40zrZJU8vnuT5lW5eKut6ucABWkjvbjHfjEz/MAjxOmR731di1TdMBg8do2l+oqAfP6gDjllsRr+3GfZQs3dDoK5W0c776gHU5LPEdMqdMWzw+lSXgWdAGwrUG0Cd0gSDxT8dO2th6fWw1/uv6ev1f717N/NP9q/J+uv8fv1f717B/Nvxr/5+vn+b3qSEKXlOqAcrlGHvLnNVWyZ/0edXA9LzPtYXyZxoGpH4G8jQ2yLv9ECfvl0ncEnSXNupYCZNKexn3YtzJ5POvj/NJZ3TvPjWVbjhG82S/YDJY2b97/QJxh+tk/djTM25856/5+2wqDmZv1r1W9dvTNswOnzEAdbPC1MJnLTHgA1DCyfXBNO8VGwFBkLI3brfqlDlvP+QkZZXPSj9tCbze0u3HO5uNn472M11EXxn9pU8Xg+Ib5mNov6tLVWVlrqeAm+28WJn3kZEox6dye/HjJZJnSDm1Fwyp/3r6CfcMF+ejyrYGpKHdME/9T+tGtrxyfgqdUl18+sI/1muzW8QXPFxYhZhDrTK3ys+hG9jmcP/wV1Wbqz2KO+EwJoPjxgLTow6KBfRkPdUVbXBsMPzdBPbAAbAGMxNOXOb9my82F89sEzXk6d36i784cX19+q8TV+nt4Xm2/h6+XfzX+T9f/av569o/mf3r9XI2/x++r7ffw9fKvxv/p+l/NX8/+0fxPr5+r8ff4fbX9Hr5e/uUXgHsAlP9TGchBXAnIuP9T/X2xX5hVYEx+ApRyYZMBZJ5wPEH1eSr84thRdYiY90wcMLAnQVvbN21Cz46KC5NcRxm4rjy42enfIVA7+GzaYx03M5UoBsSAGBADYuCHM7B1bPPD6Wi551fizxgvnDV2aYH8qWkcg7+jf6xPrrdgPKM9bbH3KFviQM/SeaAw5Becy15jA23y9Xyl+ss4/CJ/A6qSxIAYEANiQAyIATEgBn4bBnQB+Lep6qscDcH37A5Zps+fjLsKxTP1IpRvhuYMCj3zzODPdDm35LTlLVBZPmybbHoypCW3N632B7aAp07fq38q18cebUZOYvqkb3HLOcUTuCCtWaOLRdOd5nw6eKNd12q4Yb9853XPBBHKA3rkoIYc8txezi/uhvy66Gzf5EqZUX8px/WoLTMMrKt+zcCFHdiKdrBN+0FsbdPbRRSgvo16ogptiwExIAbEgBg4zAD7NFuXfrLu9w4bSQoe+sJRvewzR+UX5Gr7HIMgfXEgvqBr13hiQdcsOYPCWI6bxDmTa+wUTOQrjgNX6pS8lPIN3WtJe8u5zsw9tjfpMVIcN/w6ezHeHAuOiZ7uFq/Bp17xTfms102FkrC3ceNsE8c77FytfzOkwBk4KMdSSKdOHge+38in3CVr2Hu2zRVH3q4eV7AqSwyIATEgBsSAGBADYuAlDOgC8Eto/9lGPV7LgdmtBCVXBP3P5pE+vCrowyQFftFvYoppZ2xT77qv/jozwzODdNg8bUPRuv1DptBQdwFfwhfT15DBJ8ja2ic4sA8wV/haY8KrIs3U7sX0+bFd611QWPxbyD89OeDjxNEpGLLecj7rASc/V9Rpz7byxYAYEANi4DIGvA807cP9QQ8J+4ue3An5xA5Vp+E/AdewCnB1El+Ri2h/KT3KlG0ONErCoY1j47NsGvXqPpzE05JH5Old29EQvhPb0wJPd7+rNddFHH+f23QWrG9NvrjNbIWzWf4Z+D9gXM+2H/l7xjkh2tO2GBADYkAMiAExIAbEwFsxoAvAb1UdnwzGvjsTA9uLXamfEp3tW1B9flwdg0o8YYsA0L6lVPvJiRDPOPj0c5nEicEmccQ0m+uJDsftGt/u/bm9Wo2bhM+ZkBmeWnhhP5XB94vWbS0U35gMG/gBOYGTW6h6BgbYed6SLtbDx72+xYZV6zC9bPvPc2luCZMbBUPGykkQrucllvdcj/no3xoM7WJmIxYPMpZ8I8eRsije3K45bQopUQyIATEgBp7KwPz83u1Dh/ubqDdurzvnfTmHLpXo11Kf08JUvnNPJVW/WV4bOoDN+0bosbDS+0+s7Q0rzcFg1pfHi7Re1qUfLyl5YwBHXcT30bfGsuan85H73JobcljwMSEqL5nJRYpwHUUHttP47MAYgJw5LLydBv4yBgl6KTeAaVjkgb9gb1jJhYIzfBFbbBNn2c83WYJn1EXm279je5aJS/RcwcUlQBeUvho/7PMHiGhnz8I0t3XzjzWj8QX73haBS4sYEANiQAyIATEgBsTA78qALgD/rjV/od+YyOCczz0H3ty/0Oxc9Szgn2ft3oNOn9zhBAKCKxxCIcjarXykoNlBEPdGi09aGZ5TYTnPkWM4zP03cv4ToPA4KJOSX6m15gpbnCxe8s31xfb+ZvXibQeTnobLsQIf8O7FCaJQlhOptrllKfzvtb/FmGTFgBgQA2LgaQycdn6PferV6J9hy/o7vwCG/rMMPk507AwfRsYFa3ZOHfUWbtzi3vFZ0YIN450Qr6gCt0V+BsY3CAIvwzFzPOyM4qNcKHrKZuLlm+eJB51LvF2F5wHAY8Ii1kfRt0yJ+K+42eEtnW6BarUhSxM/LbKUJgbEgBgQA2JADIiB34IBXQD+Lar5SicZZEyBrF/sZeAVg40rYbhuYuEamLh9hfHJ56S9tlfv78BAHkNRt/qyiRQCMRSoW39CkhM7lnYCrnSzAOvNvaXRx7VPMiKZ8o8i6yn4BrAtbKcNvpNA46/L7rULfSjb8a9h9miSWzyhnuY4oLXmAvv28zngfX7ev5LONI/Z0RHrztsmEHbKQGRoafmHgvT5DDvQFfXY9un1NOSshMSAGBADYmAPAxxL7Cm7pYzbif3FVJg3XPIGzClnaQt62JctyYymQxevPLbKDNhpchjL7cHb5qqFsJ+2rou5EXFbJyVtjb5+jba2gp2ptNtHuNNAVewqO/TDyEObAX/OYcdeHCs6UujplKk86u6uHJ/tstk+275jxJPcVy2wR/6usnGO3vUbVU+utyXIpc2McEZMlOX+kvIz0mnrDF3SIQbEgBgQA2JADIgBMfATGdCI8SfWqny6ngEP0p8R1F3vysda4OPHH+vAhwHnrPLTYOvq59OoliExIAbEgBgQA+/OAC+QvRVOiwWedvF2wPF0F+6A4AeLHBoeonBW8Jbt6YPr5cdD/9RpM81X/PimKQfFgBgQA2JADIgBMdBhQE8AdwhS9igD+C4uZO37R/a78W7qctfsVcFH0nvHK1rdVrZzxWRM8OWOVz+bDbfrFCEoNAy3FByeb974hZ3v/K3lgiXZc+r5vTYTPO1a3Xd+na4Z4PXWtE48OybL49qpsD8Mkfu1TkmWnK/v9IntaZZ9S3ZLmlkDkMJNyWhsZGTGZ1p4KrT9WP6rhY9p/M4adTTMNJMobzbdFvU1hWeJN293aGeWfLM/317zM5nZTvHFjkmIGp+xBFSkZQkDsWYx6CtlWLZac0INhshvNBrFm/xCwOzCjpe7p5XbBU6eayAXcRNrTlu7SYO8ECtUxYXpbPQxr7kdbZt96m/KTomPxyn8hi77uQ7qncpoSwyIATEgBt6MAfYZDovn7dg/RbzMj2mj27nsHWMW6LfPOuS+8s+lftZVR5stXEyLcqOY1uX8CT7jh/Ae+j0fV9Au1ktYKGMiKEOF6+Ytl+U4zusWqASIJyS7fYyPMSbH2sB4n50/s+GitBvKnbk5a3NUnG3i+87gxzExj+utuBB/mF/4tqiPiVL5if5aH8bGkKU97JpMb+wYxNc3UR/4RbtWDyVeSKXvxfe5HHV7nDrDmOo5SlN2fM3xqcXCjgf7NdZkZ4ofg3bnCQjuuVzIO2WT3v3Nq2Su0vICh1N8ACmW43pe8the4oM6El+25w9A4/hCDrDZqrT5iMO2Szpkz17m9ZfOXxkPeTH7qXlXuM6G0tRHm9X57YET8yO296YuJYoBMSAGxIAYEANiQAz8VAbmo+6f6qX8EgOnM4CAi0HX6crfTOG7+nnabNI+vh9mMfep2V7qxX6PAv4QmF13yiRiV1ICYkAMiAExIAbEgBj4jRloXGV6uBh1Fj1745O95c7CLT2fyYDazWfWm1CLATEgBsSAGBADYkAMVLcLihAxcJyBdN2H9xY8MViaTTDQ7rNxwC5/4PJ8+/G6Y2Oa5XgFtjQEbqP9IoqLZPnp53MvjNf1WCzmDbNb7grP27XI0H7PTlRCWaSxfrEd07G/tIQy4LVUYkhfKnpCuh+ftHn5RVpwcsSvyCn1cF2T0Uh3fs9wErojltr2CfvlGIt26FNMO8GWVIgBMSAGxMAxBpo3B+FczfP2MfXt0kF3d/ww2G/4+G1Qtg3KxjEB15KMp4/w08DS9LUht2r7pMzoa+m3T9J9lhpgxBO7b7HM66kZQ+zCmdtcqIOke7Qt0ii44vYZ64ArtpVV1Zkj82XyYc7bavHhzMhN1B/Th5U9RXC9vUQfroQT+GF7O7XNXIldusWAGBADYkAMiAExIAbEwB94n6gWMXAFA88Kyq7A3tNpgSACQA/sf7KfPR7qfATIiY9xVigZguta7ep+LM/t1QL9TK9bii3g4gRAuSh4wPZqW1qwT3i71sB6tt41/2kvycS3KuO1go9L1BW3HyWHUjB7VE/UlPob0mBChhM6Rq8lU39v8m9UbhSm5MSAGBADYuA5DPyU8zf9OJU16zBdL9cryi+xv2JvNWtgzEG84XW5k8qB8pNwZ4u6WuOkWJRyMQ2DlXrgE/N/h+0WL/Cb6fX6Ak7QVh7GgbR7gb2fpLIcZ3X7J39cv4vTwPNumMDNO2J6lzoTDjEgBsSAGBADYkAM/D4M6ALw71PXF3saA7RnBBvPsLFEWf1NJ/j+Sjw2zxYvTl0058NrX0nhgViIAABAAElEQVR9rG+b32BmXq/fsd3iteZvrr9VonDOSYK20MZU4Jhsz78pFjDmiT+6vc0IbeRvlpUbCSa7i/qcfCvv3wmzb4QtCnYyMmeTf7XttD//BljUGbhgcqyHesLL8vBt8HqZ7COnoTMXcD+LTsgty6Yiydad3yDG97k3Ldn/4TLRN2DL+5GTNV0zOZTt+bemTHliQAyIATFwHgPx/N7Q+nD+bsi8VVLdvxztc+ryNlCxb9BOD6BW+Xn8NA1Vq/zM1a28VeYa8hbHHxnYhK/mK+GZxl+GfxI+DeyEr22/bchkgcXATfjakrtT2d4HfU7jt93W+gVtbEhfSyzSL/VEibr+0N6n5Rnx22TtHbfW+XHEbHO+M+fPx8uMD2Zy7+jrEzAVDiKvcfsJGGRCDIgBMSAGxIAYEANi4O0Y0AXgt6uSnwbodwg64GMdkP60etzmDydhuheCGagyeN9mxma4rm5f1B/r19Jod3ACbNUt6HL/aQvStMc07iOPRpHGfKS/cCEfqxAS1tQ2kj+38gRN9O+ZPtFWtL/qxGAm9Q6Kl/oelZecGBADYkAMvJYBnufP7j+e7RX9mOz6PWbT7s6tR71tRaNy7dLnphoWXk1c7Jcz3iIXEMSx0N5xbVFHXnrti3Kl4G+0scbNAi+sIw6ln84Wca1hfzooM0hcr7AdbRJHix/mRXnItdKjzNXbsG8/ti2YO3z8n4X51dyc5Yf0iAExIAbEgBgQA2JADBxhQBeAj7CnssZAK0BrEfMOAVoL16emIaBb5v4rT2x8tyaoDrqcVKaAsvVU5xzX3sCT5ZZ9fHSDsiz7KLE/5QqdO9DEyYUdxaci9IecTTlpq5fPcpSry3Ofcty3+RFvmyz3mJ8kU/qtOakTy1DPpP/crajf7J42YUgfov6IvJcfZbUtBsSAGBADz2eA5+nKMif+T+uvK/3VLsd7VfKuXX/q1K7+4und5TeAtFQvcNESfXnaUr/7cmBpVJ/HGbuHG6XdsU7O8ffmAyBDtRtY4vdcVPM6ized3ssT5Of4P7d03R6P5yvitwk1OGFNIHWNo7W8SePrtl6ErxxnwXOe+0OSNsWAGBADYkAMiAExIAbEwDswoAvA71ALwiAGxMAbMVBPjLwRtBkUTN5cO/ExvYLQTJWndWcgtCMGxIAYEANiQAz8EAbSq5sPXuU7gYvfbfwxfbLiBPJ+GxWfMl7/bSpEjooBMSAGxIAYEANiQAyIATHwhgzcbFmN8i1/FfZ9+sjTqtxSZk//Url3Se/5/+n+9Xhe9j/eWVxrmS5ancfPmj3Yn2zWaPbtJ3vF//qu33xn8OTf2farezdgv9yNHG3F7T2eLvGa/f/m6QP72VbBAXvr9id+amy0y3Wd39qnLa5bMktptZ1qf8bvpON+/zXtNLY6p1crQTtcZyV1eyq6IWf+Ocfwc4+vUJbbT7GT9SILupk+q0tcA871fet9Uzf506pffwV01l96F9qD/aWlYBnxm3xyvaB0k91Hn8vx/6C+9r+D46F8Xa/1/kOBlyQs+z8Gp9U+xkq+h1TP/0/3r8dyz/9e+U/np+f/p/vXq7+e/73y78/P+nn73nlE78ZH+RaJGD2v1zjyfu6/hj+5sYjDMkr/CiHi4nqtIPIiPtse6Vd7KpFfYUrtbcLUbz8RVzQ4589zZray7JIfWXYa/02YopUevjsrLtu5faVnbMnnenRullqYHUCNp96PKNe2yV9a12/8WcT3gAv2M4aYt8TvGiTPIy4K1vtMX1rXfNT7S+Xm6cvnv4TndvszFVjyM3JBfsp6buv8PWAMvAFjwdPi4zFt2f8xtNPxEXB40Xq/1kcsXFt+wR5kl3gPIuub6zhm5/9if8I0+bduZX/uOr5yzO03sFryvPpfNfO2mT3/r6//11LT87+H7tP56fn/6f716q/nf6/8p/PT8//T/evVX8//XvlP56fn/6f716u/nv+98p/OT8//d/evuorUqy7liwExIAbEwPswwAmAadLhTGzlgu+ZSqVLDIgBMSAGxIAYEAMrDMzGH4tXG1cUfFgW/E3XhNONdrfpY8Qf5ongigExIAbEgBgQA2JADIgBMSAGxMA7MaALwO9UGz8Zy+zu4p/s6LN84wU/XgB8ll3aoX0+w8l9y5/VNfGFfKoYWrMc9QwVOl+o3N19vuptGjMfzjFKPj6V2tcHLqHH1vDL75Inz7k0/eUD3g9KWR9VuQe5x4Q0j8ty1FPLMZ1ydf6T9smDmzsRk3NuSmf6n+STzIgBMSAGxMCPYeDca6Mv7nOfUivZRw5fn2JzzMisLt8M341Pp3L8MuaSpN6OAY5lA7DVsejvcE4IXIxuNjmL3C4GUKMWJCcGxIAYEANiQAyIATEgBk5jQBeAT6NSisTACxloBqIvwjPD8jtOHESfd87gkcPWRJvn0QYnG7i/o86hr2Vnh6qpCPHkV+BNGYNbLD8o/mlirN9Pwy28YkAMiAEx8B4MsB+J/TfTgDCmvwfi+U1PLXwz/O8C+tk4OP5pjJ8iP01YLIvMuN0UVuIzGOjW2TNA/BQbaNNq1z+lNuWHGBADYkAMiAExIAbEwPMY0AXg53EtS2LgRAbqABgXAuu0E82NqPrtJzmO8F+X5YXdQPxp/MJWbC+2fVT37LEVU89v2wX4q5u1/dbE8KqCV2c26msGaaB+Z/LaEQNiQAyIATEABgb6j7oPfTfievh6+e/mz5l4at9b459a5sF+3UYeBM5L6GI5z9RnamJd8AbQ3vjwai9fbf8M/8gpdNX+WB6PGbXNM8iWDjEgBsSAGBADYkAMiIEfyIAuAP/ASpVLvyMDMTh+tf/vhOUFXMwuhnICaCcOTmZwcsPVRH7j9k4bPrlcT6js1VWXI76N+pt+17o/eX8nL5/ssrCLATEgBsTACQys9R/Iy/3tS/rRYL/pachv4qNvKHxw/NS0/0GJXX5a46rI3wf5+qOhLtVJq/5+NBEnOBe5FH8nECoVYkAMiAExIAbEgBgQA78JA7oA/JtU9Mvd5ETGy4AgUIyB48uAyPBHMMC28iYTDC8/fj6i0l4A8k3axws8l0kxIAbEgBgQAw8MaLzyQMmhBPF5iL7XF1b8eW0dvBO/jB3h8W9+A8u1lS7tYkAMiAExIAbEgBgQAxsZ0Oz1RsIkLgbEgBgQA2JADIgBMSAGxIAYEANiQAyIATEgBsSAGBADYkAMiAExIAbEgBh4VwZuttzfFZxw/SQGnn2H7tq9DfEO3aMcr9mB7jNttbD+dPs9/1qcxLS9/Fd2Z69gjvrzdnlC49f8pu/ut3ArOw3VngT7xUYU2usfdXTsL/n9gGUBB7uXBx6y3SX9hBfXxeaCrShbtnf6V8pXG7e/qoTebsd+r/jl548uAAmIATEgBn5TBo6ev3u0benLWrp29KOuhn4F+2f2r61+vegPfrTkQnZ7zBMFAv6Y/LBNf3NGz+5D+SrhwZdRHJUevqq7Tq73gffBZi3U2t+Li7oq3pjMdY/HB8xbx8c0tLTu4FsqVtKP8lMUVRsZV4ufB06qorPdi/HNbLV2rrJPW+9af3vwXc0VMcV1j79XYIr4tC0GxIAYEANiQAyIATHwTgz0Ro/vhFVYxIAYEANiQAyIATEgBsSAGBADYkAMiAExIAbEgBgQA2JADIgBMSAGxIAYEANiYIUBfQN4hRxlncnAi+9E3X0H/ZkcSNfnMMD2+ib3yGx6auCNWH548veNsAmKGBADYkAMiAExcC4DnzpeOZeF87SJz/O4fIkmxBGMKV4CoDJKLG8S31TotCsGxIAYEANiQAyIATEgBsTA+QzoAvD5nErjOzKgCZR3rJXPx/Q7tquZz5xIOrEqo/7WK/RONNVU9Wr7TVBKFANiQAyIgc9n4II+c4kU9mUP/WiFgXJLehbTqefEC0ldLLS5CKqfQRsPvFhR5kFLK7+v/feWiPz93kwE77e02S2ywcRHbtLXLecPlnmGw7S1Bd8zcMmGGBADYkAMiAExIAbEgBjYzoAuAG/nTCU+ggEGbgSLAK5OY57WYqDDQD2p9TtODNYcdCibZw9MoBzSP7e2a+/V9neBViExIAbEgBh4fwYuHH/WfVc9Pqnzm2QdwVeXHejvawxdjLWNWsHafl22ga9l//bXmlLlRQZa/MX832o7t7dbdhrHY5efuo3+ToTVvjeOz5fG7yP4iLmW/Z3qUb6KATEgBsSAGBADYkAMvDMDugD8zrUjbCcyoKDsRDKlqjuZ85MpuvpYgv48mUKe6wntS+l9tf1LnZNyMSAGxIAYeBUDt/tk+apPJLDfnCwtbB3sy+nLqX5ETLyoEuDTJpKO2iVPs/FFtB/sanOQgchfo/4GtfwoMbazEafObN8j9l4pQ1+3HMcsA9xbyu3xk7autrMHm8qIATEgBsSAGBADYkAMiIGNDOgC8EbCJC4GxIAY+G0Y2DJx1SSlMwE4qn9UrolhJXFU76jciilliQExIAbEgBgQA2/GQLd/xzgmXth8M/wzOE/E2eVtBkw7YuA3YCDGPE88Fn8DZuWiGBADYkAMiAExIAbEwDEG4kj1mCaVFgNiQAyIATEgBsSAGBADYkAMiAExIAbEgBgQA2JADIgBMSAGxIAYEANiQAyIgZcycLMlvI/spVhkXAyIATEgBt6KgXiP0BV3s4/qh9yr7aNirsDwVhUuMGJADIgBMfARDMT+cw/gq/uzd8dHzurxxRruqzkjJqzXcEQ5bD8TF21HfK+wTxxaiwExIAbEgBgQA2JADIgBMSAGxMAaAzF6W5NTnhgQA2JADIgBMSAGxIAYEANiQAyIATEgBsSAGBADYkAMiIH/n703+7Vl2fKzZuZca3enu02VG1QCbGTZBr9ggWxkyQgMb5Z45Y9FCJAA14MbbOwCI5A7sF236ta959zT7bVmJt83RkTOnH27zjn73Ii958ouYsSIX0RmjCaahkBDoCHQEGgINAQaAj9wBNoewD/wCmrsNQQaAg2B7w+Bl57VcS79c+NditS5dM+Nd2n+LX5DoCHQEGgINAQaAt8fAif695Gx0h/KfrfzRb3G7oUhPYHbC+feyDcEGgINgYZAQ6Ah0BBoCDQEGgINgYbAeQg0B/B5OLVYDYGGQEOgIdAQaAg0BBoCDYGGQEOgIXAVAnOn4QeyCNUPyvn7AeJ3VTtpiRoCDYGGQEOgIdAQaAg0BBoCDYGGQEPgXgg0B/C9kGx0GgINgYZAQ6Ah0BBoCDQEGgINgYbA94bA3Em4j4nvw/G6j6fVPuZm9156Bussq43TbV7Fa/veRoLv4OL7zv87KGLLoiHQEGgINAQaAg2BhkBDoCHQEGgINAReBIHvwwrwIgVpRBsCDYGXR6AfFwt/Lfw4ELi1Ll98hcEfB8ytFA2BhkBDoCHQEGgIuETx9AMOfbyHfqI1X9LY6+8l/ICcrxt4yNfL8tZkvO+lwd0l01vl+7sw0Yg0BBoCDYGGQEOgIdAQaAg0BBoCPwgEmgP4B1ENP14mNB7U34+3lOeV7ENXxnv3QfuOw/fTdq4vZ+W3Hm+F6150zuHDvK4JIwbJ5PPEyIANw+U1Oe1Jc4Jmxa8e91A465bv7vf9/n7f+Z8FVIvUEGgINAQ+UARqPzbvL+7x7d/+ds/pf6BQfXBs3wvzdV1eLycmeCfkpTMQXvNyRuQroojZDz1cxuOtdfZDR+MO/FWZuh7vQPIeJF66rd+Dx5emUb9h9Wh+4lJ/L51/o98QaAg0BBoCDYGGQEOgIfBhI9CWgP6w6+8D4H6ucOdI9bUiNy6G7o4WhrnCetAqoNHFPOXr3iPnd2muy2pV9ShqA2X2/F4h86z5JO1qWOomp9XQ7fJ2CQfV+dstHhZJ/TmSH4S5EO9K7PAQWj+nEuwwlfU1Fv7nVbwTlRsVB5+ty3xm2SvxyDJ5vZjdYCp5jtOr/2zSOMSHLFvmqHcuek4GbxxKsMVPvAk1Pc/OTFaokFACHKYwYXiokcNjxM/n9V04lW8lW/MJGtyMN7g+3EvEuq9hOFm+Sip5rOnWx/X9h5J3/YbU4zpunu17P9dx1vTyXsWjxth4DnNJ7RC2NVU7NgQaAg2BhsDlCNTOzOPmd3bjWzwRrvHrjc009e5c3tzbTa0j7p7ZKZHIgVbbPNX+ykT7+dslN7+T/c2c7pmy0kREmVb5Y5jkkIvLN9Hac1LgjEMt7CUZFOzmlC9JPk/nebKQZfZ6u7/23ukg3gQKxdC5PIkbF/wRkEImUx2SP86luZaTsh2hp5jUfILP43Rq1dRYSaOPdjFv+/X5pcegRyaBNxUYbQ4iYz44KNdt8rUu46X5H4xvBjaomtFZjatWnODCU6RXn/L6viFyILtz22k/Ft7K4dZWdbI0gZ/friz7UHEsCbMdcRGPS73fH6b9bNa65enEx1bMtY659eDul/W7PG/Du7XT81EYAqwa/+6MNIINgYZAQ6Ah0BBoCDQEGgIfMAIdoWojH3AxGus/NARSn6tKSD2OqcfxsDoUNRzdN9TmjJZI065XNY9Jd4wHGNWqwlsjXHjk/ZmlUP2irKE4Zs6448p1jTaPX+9dfkyFVAOLacWQ/DiflzfZeCy68zOYoxxaFUXZNuWp8s/LZ511/DMPlcyxr3XHcZ6xhCNQ3/I3y688mA4H868wxdGCLUnDL9qL+da8J1J5IgxRcBNe6HA3nYG8xp696eKyMpKP1n8BMsqV+cR9eesw5Ehn9cjxaRF+a3ErpNfp95+NONgXOtn7r6Bf86hltfIIZSZ2F0fv1XzLfnozvA/iSypTFoqLVUeZuzIeiEEKEaZ3s+Y/K4TF9ldv1WPcTAiSyOzvNgjyObu3QaKWodw0q8Uof3AcGM/2DqxxZ1nlrYJNLWVX00CtZlbeX9mIPDKHoFSNPnPjmQM45GGIeqKaF0+zXNenu2kzg5ptjVnzjOZc2fJmFIB2U3keXme5yXHNaaXSjg2BhkBDoCFwCwLb3UhKOmuK9Zu+vnPkbItY9iG5Ukammr78cTnrBjeJ1gfS4zz7j+woggI3ah++mfD4VfBTaRM1JXPllNrXH0s/y7HwtbCf4nyr2Nzb7vGO0d16RtKQn7w90Pf3OehwnslcPt1KTeIy4KuyUCAPGb3eu4C/aA+RblkcViO9cZUpdnKPG4f4S5wqE0aVuYpryhh5L8jM/mSaLgR5b3Mt9tSl7XMuq0SinQqZkdo5JX/j2y6gGTnFn1nEretJ/SnYTjEjX+WXrQRThCtOijw6jq9S9Oze51E5mPzHSV5d0w62goXEdpudY/LxmsqBM4nN8eU6S7sNRk3P0/kj0nbKdVGH7xP3OT2fXNA+ay71aImpgbhc0TiSt/p0zgj3fAj/9W791uXA25rmfsesjaLFWW+Rfx6CicJs5WfNfE2ZvNyCz3ml2cwv61uuCsPR5s75Zp6X27FYdRB0jZNtGf6KPrjWjWuMdmwINAQaAg2BhkBDoCHQEGgIbCLQvXnzpojamw8UrIeBUcDlt/m0XTUEjiOQemy/ePVap41N7PVi9fxqsXrSQTYs3rzh/PlpsVyqPBXDzozkue3v9WsV6BKKQ2woTrjVsFys3henUYny8NiRJ06b4VvaNgpyv6XgVVJntn/en5p7zLwcF28XT1/rrMwyvXn7Eec4InEUDR1OvYH70D63fBPxAyePr99B+93im2/SCKRLam016xav335Kfs/o9r/k91z0aExZVJDvtgaqQ0Yqny+XlqUGjExYmIb+cfHcv1o8Y4R6t3zNPZ5vfUU0N6xWq8XD47BYDb/hSkcZtMJYg2Gu4Hsof0muwKrDErHscU4uPgK6N7SfWs7k6fVHH+dJYSCMdCTuVl+T/ovFA1lKazvU/KfyVSW6Ruy/oX2+Wzw/2b6Can1SjtU0UduPueAWfPW06B8w5qxo34sv4Z3UHU74PUzIw4Q95NKA9cni269fkegb6C0X7969od4wxmEJjRzD8Cc/HfwBOs7qb32nyOvNOzIZvubc+s3v9yF8rbBx9QQ+D4u++2zxm29qeUg+Q+yjd++8Acl1AaKqof+8Ghav8HM/j7brr0hl/SadruQ/4RtEVnDGQATazmqgPodXi1eveH+GdePROJv0KR/t5/GBDCwt2YuP5DP20+Jp+BxatAfwSWNIZBJ/iEkeuNIfxMJ2/mbxLWxGGywUvPr44088BLYbNOT/WdzHxftvn8LMG8ZVMrdOhsWvKDhtWgvoZAUNUvEn8Cffvn/NY74BOK8dVCDvztDuKLPle/WoAYdrHlSbbpRPfJ87nlt+6nRFnuDcL2hbhFq/rX8OONqfhkBDoCFwMQKT/Ej/n84z+h8GQzFEcTHyjX544LsdH+QkXXtJXX+D8g0d/OwxkTLGKD2fk96+iK87j9IJw5dd4Yb/z8gHxje3zZD9h8+VX41jH/bJ4puvpZU/7370LuWfjb6L+zL9TP72v5OM4X3CSH810JE+D5SBnJ/e26e8X7x6a7KvYBOZkPS1b/G4Lzig8PGN8tEDZXkHHeP5WyPy7p3y755A36j8YP+eqGzF4fnwTPlfP0P7c/CCuVLuiIksIF/75JsQ5WDhmQp9WCI/IT9+8zV9dQgPIr3m76MD/Il/yB+Pm/U/IkOvFl/RNr6J9hF1t6f/l0f525Z/gnfblnX69DHyz6ewZQuRp4Kd7aTk/wwGK+ppxnKSiL/LxZuPkM/gpR+Vsb8t0eCZf1F/JD1Uf5KY2n/QSzkkBgL2ny6++eo9MuXb0qKj+WbbMK74Rvun7cY7kK085Tdkt/Fb8Ff+pkzE3WmfkihtTJwPhVevkIUjKEhL6tViiTz1Fbw5wPId7b+LwaFGIi+UEUoetG1fD8iXo4MHxidwBiP0PgflhjxJ/obt98N7lbfA8ED7N574xfsc8t3Hi/eK7bPw+FFt/7V+fePEhKEDK96fJdysaEvw0nfflpToOwWbfe3bSPX5Mf5s6W+Ur9Fxn3t5kz53J12nW1T++pDBqX8wHReJE68gsR+4lziZ7zxUHo7V3zz++lzODP3i8fXbrM9vfpO35M8PW2Q5Ur++98rw6GPjl1SvD9b4bL5fhYTJC37H8DH2ZvunwJGxLaSnfrBfPH6GHM4wz/e1bkxlkHf0jtDT1O83w7n5b6bavZrzJ3e+SLESBLrTYvTdfOAdU0ePN55m5XvB94k+ZljxbtK/3NK+dzlqdxoCDYGGQEOgIdAQaAg0BD5kBLqf/vSn+6V7SqVzrP4+5EI23r97BLS1qJS8f8IxNKDErf7i4l3/1xaPr1TYHxdffvt/Lp6X/wBl5v9FeaIJ8j+SzFitbe+Qk9ao78N4NUuE6rZypsDw8eLNw19ZvO3/Fnfexuh49dhvnn6x+Hr4OyhF/wRH3TcoSfO063OVpkvzH3Aydc9/ffHxu78BIRXGbvHlb1DIGOW97L/AB/QHGI/+gNu/4InOId8vHHDb2uOajb1nia3mjm7x7TfQHv7q4ifv/jrXONXKjEFf6hWGry+/xKA3/FsMUf/Dol/9a15qygwQ1bBQFdXtjGr5Ve4nBVIABwwqi9+jvv4jDGt/jvoFW7Ca4kBIh7DlWz78avHU/X1ml/4D4uAMVWkNVVmaxOHPofyN0GFY6inP6ol0w1+gPv8aCvt/QP5LqGf48ss0HFheHWgaZh8x0PXDP+b678LHr6O8JfrGQfw3ykdsrHLwq4nmcfFm+R/z+6+g+Raq0J4aqCf1F5nSpjWV4JRc/cHi6/G/h5lfRL3qvIXA3rCd/2rxZtE//Zc4Jf8zyGPEI4svfoMyL1jOSg7sdARrMMYAQf1i2lm8eU0GD//X4vOv/yfK+s/jnkuqHcXXEohx/442+58uPvrob+LI/Qnl1uBssHy4lb/8Ms+j8HnP2QE2hQcGWoz9v1g89X+PG/+Q8n4d9+XX/Gv5ghB/8j1/RR7/Lnj+VdrHX1p8++3rxUMxgpunS8Lbri3ZEu/96r3ObU0+4BztivvkvVz+G4xaf5f29b+R7JfkZ6p10MbVUY8rHeLjR/D1l3hH/hbXfz7KWNvPV1+FV3hKaDH9kXwy3oYRBr40LGps/eaL/wPD/n+H4fPfhEGxzJVZ0/CMtvWw/IyxF7+3GN//OeJ9yiQmDbRSsTSUA8PNgBO/h09rtfKU+S/D+P/EgId4txjAsXr4O9D91/ktiyxIF98QuW2hIdAQaAg0BC5BYFt+dHbhYvFn+Br/+4vH7ncXT45bM8w7l7hO597zM7MQ58+i4/FLzvcb544OvE0HCgSXf0Qv8C/oe3/FEYdUep6luhGy/8zeUJm2H//q4uPH/5Y+4GNkO/vXbvHFFzhryJ8ucSPYZ0T/6SAmnCGyWON4bn/zqOMAfnUS9Yt/s/j8y/+VPup/5Jx+3Dilb/G4LygHvP8WR2z/e5T1b+MM/vPkxYDAGUNf/KY6djYpiJn93xMAK89MINq3ExUXIv3fn0D795Evfp/++zfQtQRyZozkz7JtB+/kYCqcc09/EbkTmfztX14MS5wi8DflRbwvv3TA3G7Y5M/+WQzfozP8c+TD/xla/xT+cJZRd443tQrFowbxz/or/bcCkxGtBfSfoX+zeNX95wwW/Uvc/4Q6ROa0aORk6BiEID4O0AsnlwxtBZ34X331h9D7v5Ha/j78/DMSIt8XBE/Vn+Tm7T/4x5E5dL9Hu/2vF68/+QvQp/7kPerUmpIP5TN+MTCTQQQoUUpH8Yymv0QOXC3+4WKFftf1yMFKz9zfLsEl/Altyr+/h4z8NxeffPRXwPDrxRdf64h/F7nHAEo8uylBwscD2sB72hc6S48e0D3876T5R7SBP4L/1L90EO5rQ2JT+Qs5eQ/+vjvvn/D4MhN5GD8mj7+8+OT134aXj/hlSPm5XMRMbfhTViUC0i3//uni2XcO529KgCkF1jwP6Ue1fVUeSw47h2+fkTm7nyCH/o3F23f/HgNj/xR5MYO6MFj5y1qlKA+/QKb+e6DzT2h3ORhkX92ZUc3b4yXBpmTQyfr0/ieLh2/+m8Wnn/xZ2svX+X5yPwI8fvPV5+DyJfX2j0PW7zvq0W8swXw39be4Pf05h795+0djBgAHfUr/HTL+n16sPv8v0K9+zkD21+X9LNrn8Lj4/Jv/ZfH8+PsUBB0CXrdRqPnXupwYu+Bkkz++tQ58QU98GP/DxZvuP+G9/9PxDZWB1fjH4PQHfJv+EdhQd9gjRgc+6MnfEyp/HltoCDQEGgINgYZAQ6Ah0BD47UDgYT3C9rejwK2U3y0Cr5giOLh06zOOwsXv4IDBSYqy8ubtzzB9oSj3jmLVuIXuVZTSSzjcbL+pyIwYWoZOxxIzOL/B4dx9Sg6aJ1A5Maq8fvg5hq5H8vxm0T06knbbNHE+B3WEriTMc+nSv6tPcG6/QvHqmYHrDEcUtu5X5PmHqJgf8fsc5d8ZCdcrXhqLNA68evOweBx/iiL8M/J/FwpiLc4zet/rt5+RP4akjpkiGJ76UCDX5Ttk/KgxHmMGYrmKtNQe+faUoxt/tni1/An4FqdhUYIDTZTOHvwflv9i8a11gZFkidLsbBEaQyUftKaL2Uktg7NnY4QzuD6MzJZ4/gkGOGackImK9Zt3P5tSeW/AUPowYsBc4ZyjvAsMurlP2BRt48QZOutgfbylOThb+x1z1j9moji4MUNWHTnnONTYaYSc1H7qUmPu4wNtmvgDs1Y66hg3X02w91jzt7zM58DoQntZ4SzEQKhB66N3PyEdmZe2ovlBfJ2lU8PArJTF6peL129+hhHg3xKbfMu7dKx+jeJs7odXP+e9JO3i05Ku0Mbp/PFr2o/5R9BszFWh7XHASfuw+FfUh4McMARieZW1+i7X8plct7qOdWeYPC0+4/38U7yLP8VZj7GUutRMEaYKDTCRB0fGjphPLL0MHhGo0we+G990/5J4fD+YURwO4MKXcSo8jxhyRmdgY/gdcMIuaD8LZpFU9D598/Mg6ftUqE9p44G0yoMV+a/A+vEdAwweMSrS4DraNHb+jWDeOrJ1AOhg7/s/wzeQdvugocjZOYlPhwEfVqLs4mW6WRHgGePvq/K+8OA9hmKdBg4q0AneQkOgIdAQaAhcj8CG/MhHWGfSAjmj734K0Z8sXj/qMKw9Q83Hj2/ee3i1/cy+stwj3YMTZOu1pw4MxHGlo1R5zAFB8748osz+PDzQ59I5DQ/0cQycGp9+Co/0A/QtOh8/Ro627zLUY16Vv4pchOirS7x6HQ9G5Axmug3IZ2/evmVQFQ5cJIHaf0ecI38e3sKfK3qs/jSDKX9OOmUu8itpPn6j/HA4IL5uBFl0q5El/ax03y8/Rc7Tqawjr1JdJ1EG3A7Z/4KH8m7/U+TB3+UcmeyZzIw+k7s/RmY6Fip/kUy5tf8W5zuOZeSmcDiuGMDJKiOGfZhty886C132d0S+7Ic/s3j1kQMac5WVoLfFTNDcbmIljo7e12+RL7s/gSYOYyQx5ixSl9yrAtAWve3LefuPNhIQOygQmWX46eLdDB/rxTjr2sWRqQwTIVpyyofMIH1GJnyPnOewSDkz7MMnHhz5U/mLOrV84++kY84BdThd37rCFPrVOghW+TkQ2AmkrMbTL36B6vHPcCIifyE/LotQd0w+XtM8dOYMUd4fijdQh48MjB2efx71Wd9F9dx1cBhp8oZvmnb9BTjRttFJlzDKcN4EadY+b+NvwSxV+GM29/j074DX71D2n9HurJcMb94qDxt4j61bvjOLxf9DGeCLG7nlyXV1J9VDoeLz+tVPaLG/t3gaP0EHYSAEdUxuwYsawes3vv8OcvlX3KPuaG89bb06gef6xaG8jt2v7SvixOBpnPLoHyNO8h7cHj/6s8j3zAIGG+HRAesQTjF8xbev511DywdXv+PHcrru2cRf6YP8RshbN+A4Z4DSYvU7i0dW2bJdPdIQn8d/iZ6hLsbABHUxv8fB+XX5t1QNgYZAQ6Ah0BBoCDQEGgI/LgS21O8fV+Faab4/BFSG0miiqqnhxZkIjmBF0USJ6XFaOpOBs2IeuBevOnozvwGn60P/xyhCOH4wBuh2HBlpPWIQwnLBeY7EvlfOqWdR8P49ebBcMQBon1qSjzMrvTfgjEpkaq7iowJ3fhBbHUD8hx4zjCnjwMj/lfSnfXm5zT9zNpi/tprYc3lmYIiHZ/7RGKAzdWBE9qLnh0GtQxl11mwE6dfapODYFbnmJgZFmQWGqPuq/Gei/X8nZdryoNiap0squ5SbNJMGdT0zANqWIsQyZhrCMBbsJ3/4LpamCs8zRkhHUvfD71J3Diogmb+NUOrOwsVsFBzOGpGJGGXYib+ReOuCki1Z7tBZCRi1nLHiDN9q7LC+nRkjH1kujTYab32fPiaN3lIeGvGMUG2EOs07DJnWlu9nzrQhB8sUOa2PkrZdC5KO3I7BDh3GzA5HejXQTnVHtHWwLRo0sODE7Jh543Ju5KvxJJ5ZDi2M1eNK7ChnwVDeDC6DPMRMLWer6BLfDfIQbGoQBZBBYxuziLwbc1VKu8n2yW3iS11sTcv/nWBrotTQ8/vi0ppcR/vcExs6aayRC2Zv802IhgVuU6ssFSA/+4y/UnUwi4YwDbwsGMi59FpoCDQEGgINgXsj4NLHOdMQys7wLJ/2lDfOyS17uYy57kPDkeJASA3zyEsu0emX/NjX3O4h4tg/07+vcEjj0uFnH80TeAu+Co/G9TrSlXvpsIuoQas+r1wuF18gpzGgymVukenkK5wZRzkjo5KXfVoM8GTQmtt1wEE+i7/82S8M1Kc7xxGM7NuVexbL3yDTipdButn/h1xCvoeCWSoTZF/pXwb1KQeMyGUsj+ogyCnM5Mfp3nRCPEEluLJMDCwdle2/ZqAn5XZ/j4p9OWbs/X91bqVcQn8fuoCjA6wwZ9DC8UaZUqqZcbpFVPkSegvwWbraEHKj+pWxQq6o+BymsEUw2xIYs7EHso3poO3gzYlESktB3sTR1pSn1kFprLedo+85ELHAd2kzWBMsZ0kH2QkZd2Q0prL+c8iqlFNHL6G29cg02iW6CQldRShW4onlehmISiXcQ46Kmc1QijdZPSgGUQK/71CVVefgBFJIfwz+CGfv8tfw90sSODOdEslnliT+3u8P8jkDJUechrEaATpwrdIJMzLLlYacEU+9CStOTgexWqJ7hng/IZnb2qAvPX4BP5/xrjOAme+jtRtA8E1SF1kOrMq0/AJ8t1ZbuCdTQUv0/b66ipgt2ZncLuEPRzyKby3X6oVLZiIvXJI6K4wYnJTzu7MVBPke8E7abged0ww4cDCq9owF7cm3vQO7lUvBa2vx/fUXL+t96+9lyteoNgQaAg2BhkBDoCHQEGgIfBcIaPVvoSHwIgg4syEU4TB8aaTQAcNobWc+6KxyFDx7yOrUmyxtN3FS1FqdM+GYQUGK5ewceU1AQQunFfuPsrkYPHgjH93jr46aBY6tkSWIVcqSdrqMUKfJj7K7p1soisa9LX/JBKlYg66UPVTBeo7r3fKFA7U6RH1WjUOXl1oDqUaBFUv36Y4KAylMpHI8o0fdu4ydo5WZLomjT4MWzIRhaRbv1Gkxio04Ykf2EtZY4gh+ixVln6WPUpkFqrsj8v11HYaxrIhZzEOn1gn/g0cI9eS3+hyDEw5HLCKTYfhAcp3fPbOG0+BIpKCThrwDSTZua0oaWSo79/+1nmxR69H60VxLoWNwgSAUrjSeuJRgtC/3gTo7UC4d+1YktLUXROsJ2hAp+e2QMy5pmH/OI2b1h6FhJ9bOjfgeMGgh9g+kfYRJEYvQZnbBQaSdzopBLdouBo5BhyjLvDthGusZzFj7U+xIG98fC2B83svBGf/EMVYt1lH7b1DZ/JMDL/h+acCl9NbZseAqAL4xNcwNbt6d3pvSzmu8etRYlskxMcVgC7vs43nWtO3YEGgINAQaAuciwMeWvqJ3Sh+/6JXCiK7D9Vwah+KlEyH6GxzL3SoH9mTPt+4fdlPbW9GDMENupH93dpq8TP3GboKL7uQgyNpv6ii7rKCuxtIjjzGMi7TZA895u4xasq7EFBwh661wtsZAKu6EXGY/eaCv3Ci4GQP2Euc282SZXQh/1G0OXlvHPNz/V0zKMWQUB38p5b3HKcpsO+oiXaJreifPHLgWvDFgD/k0ZzwGqyWpcgztIeSpkGgPkwSHXAkE9zRO0JE9ZafBZYdTHX5CW2fXasRW61PHLozGYLw1H1XMm+q4NN1AifOy5S+pbd/VoXk4y8ueKAMh86E3PkcbcMBirad8J+q7Icc67py17KDDYDPe5XX8y/I+EDvyly/0WVYOYEkp8uJ6b8OPiicePEUEB4IwoIB/uUw894PfA3ldcdsBoh2rJzmwIgfL6lQ9QEiecJK75LKnOqRDLzgQ/fbb8Ma7qbfZARZl+MJENtlUh/8C3hk0apviZt6fot33JBo4MrYDPPqPcg/3KcO5DshgGWYmeycd51Ok+/KzQ40Z9QxoHxeu/KAuYHsWO5zjLNk9uhw11xGibZ6vf2ai9rch0BBoCDQEGgINgYZAQ+DHjIASZAsNgRdDwJkKA4rbqDPNUeqMQtZ5ssBh1bHkLIsUc47TK5QWlfXbQ+x5Q74jI4gHnMvutRRzAkLRxHkYzlnz1RhTLBg3Zhv6PI7YcXRfNx2VzHA2P8j7C+UWh1fMhqbkEW5U9uvs1xHj1ipmcNRCFByDfhrONA3dWtKcHarCiSpOfsm+eUl5t+5cdndc4JTE4d7piI/ZyRdyEUYbyesYpf2wp146wHLmaDVmiEUYpUIPxymJc3DhMo7dHxL/EqMPcSWEkXY1/CHLTzPyfOXgBdeSs4y75eRmhJjLzkydgT1nE2xn8J5nJMz2Yzv9NW+LTmuXJqYcNJ5az9vGyriGVY07C2Ydd4uf8jtf4XfZ5RX0fU9G9nrG6nd5sE3zHgWPYC86h9HWMCa+xrNFWrxiAi+F2W6lcwMfSUogLYbqjpkquboAufqSRZjnjss+loPPWTsDS+w90J628ygJp8OUzXQnT2xrWRfM/XApwZhtTZl89+YBViyOxjN/zu7wKxjLdsaD5LXmMzey1fZcyUUeFNzBB0uMi2PgbfqausZsx4ZAQ6Ah0BC4FgG/vfElZ4BiLKOL/Bb98rUETTeX8ewX7EOQR0dmknbuncq9rd5jKzf6DWbi5TLBGv4d3Jj9R5Dfip2XUFxHiVvmG12kPGykWcsz0UfxLMq8GWkjxfbFgIPpMVaqqGWxRGu62/FPXctnzLqDbvfa5Y2R+ULGQUAJvo4jRoKCu5F1zOGkxkE6MKNVrqo8JR/KzntDqXhX+YhgtHJu/ZGy5KEsklFO/Q3ZJ+QzaKL/OCNzYECoMmKsIxwESn4n8TOeS+Eiv8kO/Kj3rMtWMar06nVkcuBPFmSEZjgxCw9rmutkIa55WcoeTXIDh5R5cjWZdbqrzgDYdh+yHkt5L5yZ6fK2bjnCL9rGPsK1DRe+qjzmZX20L9ll96QGxq76g2Mu2ssEDqxtZKTD02B5PGNAgoMSOY0BlA48ibTn1FUQOuMPvMkEbNoS1pSzXUyOfJ6pqSycUcpqOT3fJlfaUe60Ju8ayvspcmEL0JHJqk0VHfMKHT4ydfCm2+mwbVK8aH4LxSkeEk8q14eNtl2+1Q4acMb0wi2ALH/Ny2PEyRWFxsWfcO236TYezuU++yexwm4S2wCgH4ZNQT3H2frslRyDXOlfXC4fvvymt9AQaAg0BBoCDYGGQEOgIdAQqAikFlCv2rEhcG8ENCY4Q5Wl10acW10oTCgx7s/FknbpxLl3ptBTKTMvl/FDCQpFnFud81ZROGP51pi9eMe8McC4VLEzgMPYUxTKaXlXnUbhtKpK2e2vn6Yay+dyUDpG9a9tBHhwn6KRfbAs/X2Co/vLss8HCaqAsr8sDuAly3vFstyhjG4zeJBAPigKd+cyb8ziXFHGaojbTSltMUWBZ3lxFWUNGBcFjRORxnwYCc8yhJ3L90Ip4Ct1updmPGMfXwc1GPlcy+BEjPaD8WV0eTHfmVKWMDpIO+hn+eLZxIsGC/e1ZfZx76zrieBZJ46sH1327azYm5E0FqYT1vu81+cGrZbOysFyuGGEOTN9pFn6HaFdbxhxt+tbHDXQ+B2gzcYghDMz2RsN+rEXIcbXoLs3UmYZjmHyZxCKHEzfgQNJDt0W4Q7j4JJ9xaf9tg9FbvcbAg2BhkBD4DoE+NjGrEwH711H4Wiq7GORR0MWOhp1/TD6efcIZcUcZYIksn5+y5mO1ZAtLO2FslmVb+yDJ54upLHNe8hf0lAuUJZBlg6+lC0Kr9tp9l1HPbq3qqvA0FczmzGchROf+xKdumdiHZE1bMsa9f7x4xD1if7DrO51maQ1/x2n4dPcGqS6zW4qmMSgWFu8soblvKQut7GY05PbW4PlZLsRB5Q6gHdeD7aZfb/IMttSYluKeSsrO+ktu4Nc36Jr1Zm2O5E2b9AGnJXuwISckgsNHcARtrHcTHr2VdSpUqo8na5PtVf1q9BBrPt4F8/O7bKINFd1QrePqXWz2d7EQxzgw8Hj6EWuAKC++6IBzHyv+hV8sb3N7uAC2xMOfHTDWH55emdelKtCnLIzGGjBAPouBkL4HhBCV3QgAYOs3WM8BhG8ME6Zc/vbEGgINAQaAg2BhkBDoCHwgSGgVt1CQ+BFEKj70YaJghG+MdMXR2WMNMaJ0j0zU5IR8M62UE1dL1+mkpXhuhG+UEORGx4ZFfvEb4XBDYew/yKoWIZyWTK54bDBHzrXyD5FLjutUj/NxozlqCkd+2l1KG/JhwpaKpPXZu+yWSrpI6N+zXPQEWbR1vAV0v3isWfJqHBMMqP1grBRPpx9K5TLMMjp0B+/DQeeo5BV1TOUM4sXM62pY2fFcplPZvVQUuw7pBOTVBQpjReeepGFs8XMQ7F1cEvDLY4yl0RmJu7IPm3xbB752LntAtIdw77dc3VcoljXZkM6+VqXVd5mfGA0cxbws/s8O3sIPi4ZPR8DFRh1v+gZ8Y6DNJYPpryrOsJcPgovFkHntpjEGP1gQwehMyN4Jkw1nZH3BSJZm6N7K8esdWYwhGFtlsm+dHFPI3a8yZlflNclnXW4rsO6/bi0Ji3eP/EuupczNGiz7uObGDu3RsZnmE7n8pRpnS2xjAZCfJe3cwZBpDPfbB+1nXgnDGtRaWC683ydV7a5SEGaeS3nPb9nywCWd9m9i617Z09v4wybzq7OCR20H9rQguXk/CZRQZSIdKUdb+QpqxaTkEsXFiSIFEtnuydbpM847W9DoCHQEGgI3AeBmOnFd99Bgi6v6Xc9lpG9D/no/+J7z2ob5uLgp5ipte6C9ubUhzM6+erY/9RQuomN+FXelpzd7DzUfib64JofZUUy5KcUYd+YM5Kjh7JvI+z0bZVodNgx9ZRIyLSAl7Mfa4Ry3NOPbsVYX9onBv7cctDUM/u1vmElForcs3ZzLpMLX+BBhHW6jTN3ZuUZ2470PXsmP7F0tjOoSbKvLPPZ1BtkioMx8/RJcc4pF7olCHqMrSPlls2U86vNPOGdNgUFosjQQ+yvG+2uyiXzxEfOQ4wKOtDSue1BqtFm5wmLPDS/dfRcvlyhifaGXO+C18p5h0PSd8Brbvdj60meAP5wshNPsr3SMgMvpTrougy6e2Hz0HrxPSXToDRv7+s2rjPTNp6Ir9DN3P85U5xg4OzH8uG3QjmUOlDus/xllv5mXumEFU2X6w65m5UAjF7+xHuUsmFNGQ/P5maKGA1TnRs96PljtlrK9ps4KbeXOi3kE8byHUBXj+9BOBst1ET1DifkC0Z+X5fxfjo4OHGpsnksW21OYGo9h6PVQbg2J1/kGT8b+teN3EX9Rb4MgOjBrWO2eTjOk7CQ5rsAA/JzQ/u+hlX1pCg8ikW3wpaQ+99wK3Wu1aAeB1++LX6/jV8+0dfk19I0BBoCDYGGQEOgIdAQaAj8+BAoWsCPr2CtRD8EBIp2GazoKHGJ5NRIco9eRrKGIjrT6O7Fdihr5oVDtjhbkjQGAffSXDFD9O5BDdU8v6VUHrmOvNMQ0uOAffXgssTOxr3Pq6czdsRh6AjpwVmOGEy44GfIo4aSV8vf5UpnbDFkZYQr/goss0XZk3cRs3I3HX67BC1rmRG7+/CCO/AdVgqwLMaV7cShH3tTFmMkPkaZq3GmZZJf7olnXYnb8TrTFJTBePwuwboyryGNpQqjEIXa8cOcp5r/8RTTU40pOmz7X2MgYmBAGGClcS4deaXUOLz7mNme7/ZE/8BJtFkGLQwsN7dpID2QYN/tpTxSv+6rHU3eP/mebUa3jLYdj9ZQieN13DP2vnTePxA0CmG8TbPi/jiBC87hnm9B57J6YnpJe9gi63cyVi6Idnhu/WwRaZcNgYZAQ6AhcBAB7ebL5Wu+tvb39//Ouh3A87Orp+SAqIOMbD3ocfz2rpaxdf8ul/T7OZtN54H96LmBuOwXG9ttgFjKRw7GumVcsX0xK8zghOp6+86ZTDHJ8WfwGEBRh24FwnKuo06Tm/iCLfPvGdx5CR8k2ww6tPzh3HJg6MkKFY89P3mIlZVcsheeJk/PSYKb7GxfMZt76fY8DFbNerRezw8h25XlaEO2PD/pkZhZ3zG4MbYQwjEdZReXIyGgSLlvNXy9eF45+NV3757BTOBPR/PcC30wi+SHEQ1grO5k+y51FnV6okwH6R56wLuI0zy2kzGfmPHvt21foBwx8FTHsec42Ctv+6Lfci90ON4BljIecWauZfE1UZHKQSXiK04cv4PgTOMH9w7vXzPQw2/Z/B2wfqwv6i+Ope6+A74yC/JzgDFtLZavDz2GAQg467998jtQZwB/Zwy1jBoCDYGGQEOgIdAQaAg0BD4gBOaS7QfEdmP1g0MglkPFqFMcwDEbzkIcHc1/bSlR0tAVV08atFzaVmW2NPU4ogCvfsazOzb/cOCpHOrs0QHs3sNz56jzLJwBrEHKH7NFw1lL9BuCI+8fXCIrnMDkF+WzXGslP/aNYzZs5H2DESxHiRflFyNP17mvs2U2v/rjdB4q3vN7F51XpT/zDcUbmsKdP88d5e84/6xPjw/mGw43XPEYT5P38zKutJ3dOazA1CJOYeNiultPhpgBkNjHDNH64IKjgwdsLeeEaHYbERODjVt7L4ynCYPysOR012scs71qMBJrnx+jVZ4vMczwDo8dy6UFyXmbh8RW6Jn5b7tfMoO8Zxm1GERQ4mQdbearAz9/sEU84zgjKDMDZ4270ablw9+++iFRwMkf8o7kJc+typ3uHj6xnTnjAyq74E/JfORgF/cdFNdh5WwaDWqbuU8JDpxoU/TnYpZLytr5DfEf7azOjD+QtN1uCDQEGgINgXMRiG86fQoGdvdajxmN56Y9I559bc9qNDk48IwERLEntkdDytubwNmj9bc3QkldqXjsY+aa/b59tSvyICfjbF3ouLsoKGm9WTx0zLSlPwpnSchdEInjZX1dldFH+0u3UmHvz9gLlP5vCnv79+lpOXH4lYGZjjqAY5BYlagu5Aka0rEPjm1PGCxXHZshO5nNmSH6cldCsk5cYlbcoy7OJLARzZmsOslz6deQkipO1ZF4FlaFaAhf6CTsZbvsdcqxRzGrq5wKVT4JfCwWs2wH9msdx1/HLOlT6c97bsHU4nAUDrmnc7Rj8Iu5rLXc28Rog1lvtHN1FdrTS4TUZU+/n85GNoxLBjgwg9SVYQZnAEdrPVSISHLlHwYpsgpTv2BlH45D0Ydsz6kf+o3Ln/jmYIsVcibPj8i2VzJTklHOaJe+o8rlH9NWGMQJT2aZ2frFy5AzvW94TSqhM485iNevrr/UPRIvMeOdg0dX57mH7n4mSxktgGFtA+orBrLE1lbPaIrMm/Y9RSlasiJXH9908ZNf63GN5UX5tcgNgYZAQ6Ah0BBoCDQEGgI/SgSUEltoCLwgAqnYqk4tVHbDAKJ6xWxglJNnnUe0Qo1Y6QC6JyuYkp4ZFYuRRS5WjLgfmbXaMQO3G1jeKRTie+aHsgX9kX1jhxgFv6l8jSrhA/vSFoX3ZuVM4AiDS06XPZJy1L75OmJahxjFxHlknjFbMpxQproyMCI6ZjCEY0uDoQYM86u/OV35kwGP5Xz++JJzDWWxv5H1mW0q8ct8/bsRojFVo195cqEyrMnpKWbr7FDfyGr7Qryj3IHJ9tNzrrNMaWDM8zW+e67ri2N71tg5Bfk4FKQDjmDqDJJuyYzuaDPGz3bl2ekgHepYg6YGriMY51KHxCVf98leRbu1nc7LxFObTPlt5m88g+ltA84uZ2llsh3iuyKt0jY4q8EcewwoHW12HIxTgjPYrwixpzYzn2J5uiN17Oxxl2cfNFSCTR+zCS7LsBr3LZXLDLKuPWfHcb4shxa7IdAQaAg0BBIB+77tWV/3wyb6dIz39rXZHx6mnT2lfZuSiDzR/9kvesbxVPqkbHmO/ZTDXSWHwVixUsWsf0wC+/+GzPHArMfXi4dXOHHIIh1c5nVjQIYIZ+vyjyFKH1/lm3PJxuAoI6fca/kTP+9VGcLzcwPpcax0yNi9TunQXZRAdCzuyhsHqTJAbYiftY88HivoHIx9xgMGCob8livGUGzCNeWrWeEE7N8uHh5+RnnZmifaXBCtEXaOtR2u2yI61sj2MM60rXL6TqprblgueZIf34PzZLepNTpLGmd5ziS9Jv/9aQbaajoNcUWfwN8ljh3+EYF24Cz3xOk4xvtzPnE33hmduo/UJzpnDGoBOfi1DY7llzOiRdWBIDoQHcBsYBCGS51f0r4z4Ym/udBzvjUOpERvUG/xA7IBg/WdP2fkxulmhBP5XP94ZHa2g3+CR/OeBZcQ9+0dj+gbs+h3Pk2tp2MwNyM14E/3r+1JPQ9ugyf18RYaAg2BhkBDoCHQEGgINAQaAvsR2D9sJh2qWQAAQABJREFUdX/cdrchcBkCKnYoTHWZ19XwzeJhiWHAPXlVpMJqhCHEaKHhaWhJhesWvdO0mH6gL63cazSUc4wGYbRRV4plsVSc7hfUX0NZxUg0DBr5UqnNsjhWHWPW6lMisTesQ9MN5ZAXl/11JHI4Y9lHtcPAYZljX1XIRHkB1l1VnSG7CmOOSyJjFLgsm1nsNESKoTMbzbNjOeg0mNZPSdZflN2U1rE46PzSQWg4g4HAjHjCox1J1XcYzY8ZGM4iD7DNSydg5pE583fKs+RNDCnEr7a7uHfsD0gtHfGtgVRDHxlqWCSv+cyP9R5UPuOfI7RZRm/EwNcxy/USI5jcZhnKrHWuD70HiaQzTAWCdmxb10H4zBLj/f/HPUETcyla9j0BI1CUKwwJOoAz98Rzfr4nrXHN2hADGjDkMLt3updPdv7aLp21vsIBHDPlqcvcAyxnANT3vyacyj/l5bdjxKVKmZh1PHZvMUJjnIVm/+z7XGqHNqChy2CN+fYtRmaBMEo+QtCzXsGswFPzOmRvdvayeOaycO5rbY0fD2Es5h2pXxrziHqONgq5rarJet2sicghHtiuHIBhKQ21juKi/WkINAQaAg2BqxHgq2ofykC9kGl0rt0prPsJ+037Je8g06wf7OTkXvd+60dkxZGBP7nzhd/82ktwNu8/Sp+yMQir3tuhDl0HKPFv5X67zJBcxQyyOcE9ieotOi7/6WBaIO/UHilSI+et+7Xsg2uyY8fs1+ytLaH9N1tEVKiOJSzPTG+IpYKlgoyf8pn1KGb+rugzAydp/AmY/ZqfjlcYUy68YJncdKbpuCGYDpyCmzMhN9k6ZBtQvlgxyKzinSuDFCCIfIkPNuQZZMYV2+O4z27sKY1ctUzP8jpr6VasC+9eh2vPtrRyNjn7N0e6qwpHDus2XjMeaWfOnE3hZ/d5jecx3wvk38jedw7dQV0oED+edk7n2PmAozCDjkzeAZxyh+oz8IIXHYvOxF1y7mxpnYlZnmM5XfcsVn6iDoI36yvyz/af1Zfn6ku2xHD+orMMNBqx6tXzXAq8VvZ1bEypkox5mjva6uonfKqQacWx8JfvZ6mf+MagvyO3W43J80Tu7ie+Qyv/uDQ7Oo0zbf0GC1xyxF/lf/W64QuenzcI4X6MwgvfjUHbxZL31IHscqbjF546Zpb7ISjo3S/bRqkh0BBoCDQEGgINgYZAQ+BHg0CTFX80VflDLwhKpcuVOQobZVNjg0uiju4BVJwax4xhF5cuNEYVImfHYpSoyrmEcNI9PnyCcUhD3x0DFrowDLmcng45VbEwwJXXLM5x/qLEqWLfLWigCiclSnxkVQ0TaWCMpYgxPAhJ8FQzDudgvTj/qIrpfsOdTryBfdqszSBeDAobpHR96RyWseoG24hwxgXEwXNkWcBF/2XkLq0cTZ8Yb7cdn/VL9piirtchEVhfnzpz1geGo5g5sK9sm+nD2EYWHcvoLRb+Lg+JI07naD+k94b1tP2j9Gk8skylfYWxhgEGOirj+Wme0yAmjZIHZ+cH60QjGzMMYq89jJqR734KuSS27d50zBLB4Jz5c6uWz6ezV0P7y4b9qbTZfH9e80ycmYkUiQoO3NkfNLj9irzScBOmEot+QTB6Ovldxp3lCE+8xw6ZCAONRqUrgqksWhxj9j6GxgDkOnpXsNCSNAQaAg2B3wIE7Gzoz2KVBbfoeIEih9PIQWXFWXQki5QFdKvZh+hgSobm/WP0DbP+8gi5A4/oRxzE1yPLhWOa68z4QPxyO/og5TqcXyzN6+o20UvdxMssS/roDieig/4uW27VWXEgphNa57RVWgaCzahffqo8xsxWZ0lCOLvgE33/vkxiWXHktJG+fLUSv2uD9YSDDnyenl0uG4noZuwloAz3FgSrDHmcvx35LNqqcpb6wc0MTZnHYAPlPMo5vTnqU6FTTdF2T2RB2cv9pOMp53cLSnc44pQDGYiYes5x4ubuW7xiFYDnFfpMOFqPp7nlqe1soD79rsW53x3wkIe5XO0Q4S6WgJcnA5L5/aovScZfa5K8VZbUzajCLr6J83rxnB96+zB+uXhasaKW16fqepbL9ac6zK1TZtlOA1t8F/LnjO3BgSAuJ36P78pFjIIX39kcvM73tn6H1E/5fneuxlX0o4vItsgNgYZAQ6Ah0BBoCDQEGgK/NQgo1bbQEHg5BKrSplFpUjAd8cvoWvaa6oaf5x42cOAMu3NsT2cxCyFHMC97DEgsb+cMwVTiGHGsYtexVG5divksgicihSVE/jF7oNxqtNJe5+xbQxhUikLd9Q+4L9mzB5XtViNjqKXk6YjyDPVEBZpczT9+Gq00WOgIvva1t0Aa2CgIR3F1CbrjZdABS554pl3KEEAqo2cdNSKZRI47DHALlg12Ga6OUfQ99egyddtLD2pisLbT4Zz5JwXvnW/VcJ7pgMN55czRAadheHilsS9YLpY0py7Gkf1w3dvqEoe37SZwhY77qLH3cLbZfXntu4fDe9AQ+wajiWUsywPCxbEQ7TOiOFO8GlmiVZHsWDsRYeOnA3gxsg9glPdYGjmhlBgu+3CsW5/kQv4xu5Z2GnXNtceNpjK1Y+hP5zj4GUASjlj48B0Lo9VkBBEH68P3w3eBJaBZxjEM3paN9iNUAVdwkn8i70g5u1lPyds213efsZ8jznZ5ORp42zRmk7/O7lOxKynjTXFrHoE1364IGzHKvXZoCDQEGgINgWsQiL4gVhSxP5LC9AW+htxOmqTm4LzSb55JP+S23n2Jz5Rdpv7xBP/RT9I3uR9pbOlxqQPBzpP+337QAWD0iyFu1P4qELiwn6Lfz1mtDhBzsJ99JxIn908FpVtnLjpYcHBVHJxfJlv37xfyMmVoOSXEjGS2sYlaoIzKW6f7/4kIJwUvnTguAQ12IfWdW69zUp7jIFstmB2JjHqP2Ygx45H27wC3nL1LGXPa+XbO0/VcTkN60ydFGuTlBTMkoXNcN5jIHDyRvoMhnZXqLHhGdWbcjTZ2KLkvsUsb+3PgcQ78OxT74vvwEMtks4xxt1IOtT1sUgnZlnu1/cYbGRffgBO6DA7FzUTyPP9t0rvkKiROeZK3aKuvqA/f0c3vgjzapjv33R7cYseUDjS0PNHaL8n2YNxoKz61PgEqnMC0r5DZg6dNvkLXjK2NdEqLiWErTt684190VR36sTQ1WNUgf9EWXbb7V+Dz65Dp6+MXP0Y9qHe8JX/257Y+Y5AL3zlnxVNvvbox2K6xenGuWgYNgYZAQ6Ah0BBoCDQEGgIfGAIvLU1/YHA0dl8OgaqYuM+Qo41R5BkJv1w6E3emaN2Lgaq49jh8MEi4XyfmDJQ4FVvyG8xTJWpLY78pf18njTxPKPe7xoZUYV20ybyNe7/Xb6XiF2XO8qRC79+aj8YZZ0RUhyiPJqXa83ODy6hJVcNhnTVyLC2xdfZHmY/FO/XMcjmzQKdhtp/co2yejrJOhgTqu8fgETNxKwaUvbaLebJ959EunEnyNT/ynJZ72xe53rMOMHoxuKAb2Js2kKrPzjkW4xaGWZcZzHC6fRojYrEfX7fQEKvhs75vhcyRg4ZT20K2mSMRNx5VTLnZv2FG/c89gUx1UG5Eni6yNLroXYoZQ+HkrJ2inH3iPnVhqFmVpdBMGYYaedsO1gazQGI2t0Y3WI3vzr6422nLtQDF+8S+akscwOw/nNfl+c4hSxvvmeWslzvxzrxB29qcRS/vwdSZBFq0hkBDoCHQENiPgD1hXSmFL/ut3+udTCRY+uWz+z37DdLhlAj5bYfmbTfCYcoAJWdI5soYlxTavsc+GIfJwIDK6Btv4af2xcpd8qPcvitHn8xBuBhM+vz8wP6nd+gjoZe9rG4rtz5BltDTGf3xSW62IrhKkCvTvMXJ+hpH9dbjsy9lyoG0Oja/plW5akw61ebHs8mViKmXzWSKc+XlKSP4ekCuw7mZYUZrinPhiVj7n4Gz3QmH9Cbl8q6Bjk7yWIllM8KNV7QtdMklzvzl8lPq9Ljsm0gU52eZ3dpZhy8WdMnz3QjdC+yomnWQd98NfjC2YsDEM6s5jbSlcJSHHK2e+hIBRshvjPxFJZGZ5yRn4bx3Ba+oO+tyN15Eu+sf+wAHlirbb5c/t1Ry9u/oIIezv+H3YpCaXLJH9xL9Ut02bCh+H10pwb3J1alaaAg0BBoCDYGGQEOgIdAQaAgcRmBbwj0csz1pCNyAQCqfLunE0mDoceqiztzUGBJODRRCDV2ho9bjDfmp7Wrc0mAzdn+MroYCGXlp4OMfypOzJdOhcoWRaQ9vnUptLLWMUYbZsQPGq2n/JeLHbEsMGGkouIcym0pxYOZIck5WOg6ZvhIzfzGC9Tq5MBJpEOt6nZLibTAtwYo508gTdajSaxkxXHz59ItYLM4919KYkCTDqMDpKmbpojT3LNMbyxNb5zxIhmvkA8dKUz6dGapLk51fwTX2deY6eC+pvcxAXMrqDOtu9Rkzcn+HKv5DHlHHziAIpb2UvSY5cBzCCavT2fo0A413MWdjb4pYdlCjIIagbFsYEyhvJN2bYvNmddoOGGE6DTGR//52ksuziZHPNZjarh3c8FE4Np3BES7dCZfNvLzqB96BsLTwnjxr/KHtRBuG57i/m2Z+RwO5e8UZt1swC8jZIzA2HDCMBOqwGyZ2ByzQLmOPrWQiDO5+E+Z41T2WLc08yJ5LqWvgyiDQ8F9oRRuEvyiTOPK+hzE5ZvHkEpwacsUx99KeU/e85FfoGY//wWPuu80MHgc2mIcP9gTnh8iBvDsyf0W8zVIElxspt59H+zGG9eiF/MR0/+2YG2TaRUOgIdAQaAiciUB+w+2Z8hcfe9Le1wlsZ2HfQ39rnzT1VfuZjD1YgxEHrjGwa7Cvo8/m74EuZz+hPXejXDEYUKcGpAecrfRRSjeXBQcl0WfTbzvrltMS8qSbZAHj7Qvrfizyjo7deOCDQ8P+e+JIvI45zKKzlIBqrfXorMxNFTdki4kg0Y4GeUu+WUOEemPJ5YGZm/TiIX5G2bKcR8nUh8G/LYwBeshp+x36azxqssNH9Rvkfp3kIU/Zvs4u3B6ypA0eKRMNhFrdEydvzWU079TrRAOHNO3ce4cpHCQdD2yLfTjYbQFgEoP1nM0q+rTT8u6Ew/ooKWKzes/Yu2RvDvw7Gv2Chy5d3IP3sHrNYNPPqFPfU0sMv76khFodYhEyu3oMUWK1HQeX2r5L3EhnoumdkcAF7cu0BPOM1ZZiBu+7eBOUWX13lK/VjZIqWMKPM+6jnvgmjQ7qtS15R0LxIMje6Y9vuW3L2ayuGgQnYhN7F5mvvLHvtFXOMtlPLHHuYAK5DPzuxMU+MllXyuv8cwbwduGN4NIQDExJzKaK20fuBe75LXIpbyulfIOsM+0Mbo+kbcW2Ht+/5O3u1fcCpWokGwINgYZAQ6Ah0BBoCDQEvjsELtcuvjveWk4/MgRU/FZPGlFQ4FnKSwdMaH+peXGuAnhfpUpD2/P4S5SkugRYyUPFOoxD91SRpKUzmeXrlo6k1nlofrOAAv74wAhelbQrlPsZpdmpxjKV5Nmeqj6VnWJMcLm5vsPoVB3As2dGPStEfdXyqCZrMATHemsvEfIdP8PogDHOuDfUbyz9jMGr7o+739GYzGgg6jGyjYOOyWIE3OB/L7O7N8VPA9s5IbC2Xbu8uMbaCz+vvAfp6MQYu5wve3Y6cxcXjhnRONodGR5GgpPtq7R9jEBPq/fsSXdmObfY4Y3GkIRxLvZO3Hq4cem7jeGCv+OgAdy6uuV9l/80GIVB+0R5R/c6DIMp6JDUfRgvD1mnA4MMYgm7kwSyzH77CtonUxyOoAHIX5b7cLz2pCHQEGgINAQuRSBnpeU3/vbv9Xbu9AXR55zZ74RcLC8OrDpvz/ntHI9eR0eM3AA7Kx0H1fFzNNHWw8npdUs/vkUz+jddPvbXZ2K1RaJ3tiizbJ/xGknJcBuHymYGl4A1XEFt0ndcqSWdX304voLgFX/kSNlLmYofFTmf/XuefDLPNl1z8zuXnCc+tlf1kXu8PYmxzvdl/xZJ7xPK6QDWfD/P4005TYzUxe4YJl2CcuKcHmM/5+N85aCLbM8ipG56RSu6oBAOWMXdC1uuupW6aU0ur6kX1UGWo4NTQn8tXF0lH1f6R46h56gv4GRlEOf+tsJbS3seVup7DnC4R3s6wlN51OsgZ8Byru5TB0uXhzzzKxBDEqi77z6IgfI/dWfd1PpBt88l/OXoeBs0RgsNgYZAQ6Ah0BBoCDQEGgK/vQg0afG3t+6/85KrvjygtHjUAeo4YMb6cuWsv5kj5x6cTcYz90L9grwYAa6BqyhOK2c/4LS63KBwhDnydGlk9wobVnX/snX8quznklyicOvrV9JrjFjiNOzZm4hZGF5qbHB/qU4ndJTZ2ZIaEdk3V++XhjUdZpco1hGXtBbEH8G8pJZBftZl6mDCWQ4D+7QOI45Yl74zYRhPappTx0rPUf/EjXzjTyR0VPh6ZLj1qxPTI+0Jo9GycxZIoVEduVVxPpV1xJNfDZGVBrT3BfJw5rEzEjqWBu5idHvOrtkXffee9DUwMOul/xO2OnMPNdsS9+tvN1FU37oKixMYOlH/tsc1VHtSZ6kiZ9+NMGpYvgNlPEjBB2Xm1N44eTMRlKE0psYAAqfFhiEqy598r4lE+4oy5POJYzDJornkts/WrTBTlzLEIA+/LxqUXCKNJeixiE1GL+6s20+mjL97MI/8yEZXrjOuz18Cknpkr+yjAwnMb2+ouJqfg0Y02vntso4tY6KwN2m72RBoCDQEGgJnIeAgqtgX3tj0F+d/388iL1F+4frh6Pd+u8/i1lZQPnW26IKtLDr3rIfEPNV2f7mV/OSlDiL7xgdnM0LYmbwxqO9kSiPYGSq/e4rzcc5Y3r3ir32adGXmsv4te8onFsigPMwUXeI4H/k71H1Gr+BmnQTq4Uj0jgW9orABEIPzxk/gkSWDw/m1zuHas0OSw2X0kB2RLba3VTlVytr+Qs4E9872UITyWHXpavmklCocl8iLzoAPBzCDZ2M2sM/PLHm00SonnZnmbPBAKLY92U+3yq9V5VFm8zwmkoJN4DbP61zdZJ7m2DltzmZXBwPEylB7cFMiZ42acLoGuWirxwhf/izaCjpS78o9zLDtWb0n3k/5Cfm3YEgcZdxYWSp0EevOlniqNV7O0zxFLuv+SN2gq6qv7sEp41d+5qlf+px6BLeB/oAvNZn5bVTX5Ttn+0O/yKbj9/hlcSKDFhoCDYGGQEOgIdAQaAg0BD5QBIrE/YFy39j+oBDQ+bd8YDz3A86YqujqFHR/s1BqMI7V+3cqmaN1XTY49sdRL9JJx0FDxaCByOV6MXrlElkoVbfkH9o+o6hx3D09fxGjzjdfMK8eWDb3LTYSjC3hiL1eWVNHTxOZfLtPrfsd15HuPvG+SqLldZQwywPzc0ZEGAWuyjpryqS6G9NpKP3IZuuPPFDfOGFjBks4+vZG3Ep36HKueKcSnO3IfGrgnP2Xncmzon4fXn2MbUFOTVva10FnW6VRjhFPg60O4BN8226i7diW2BP38bNiqNqiefDSMtRyMJObGcA6gH1nzgna3J7LoIo6s90lJPc6NyeClba1aTuZ8zBFOngS7c+k/MJ4bovw+miw9SWa1tD6fZPX8/OPfCIv69bfoZkEa2byG+CgCMIJPqW/ryzBu2ldyp1VDMZ4h9d57JzFN4E9ujDQVLR34nAj8tv3oNyzjC45bTkdOBMBvHYMiEdotEcNgYZAQ6AhsA8BP+oaz/3ZD2UHkX+5vDlAM2QEZIno5yR4rEfIDP3uO5O1d/BeyE95/x5/oxuDhZQxlHGUdc4PDuUMpyGElMP2r8hyPr2MSd/mICf6VbeLuSTU/pqekgF0yrv0lXq1S11GvU7YX0KZuPKkDI1syUn5XUYjMKIOh9U7KDD4dFn68cvIbMROx2utt+vp5RYiDMoFd/WXtTx4vI1WOSmwDyVg/sb4Hl0b1rKgg4RHVy8ay5LBl5CUfcsT9W7buh6jfdmOCMGxlHdRgKpete9Y0ydCtXwyWM9rjFuOls8clLND4+a8tg/pzvPy3IBT1gHRPpuWWJ+/NxHpjn8cnOEKSeiFftNsxFE/pZ6mJqSeqo7gc9vlHVk4QMqlqWNbmZidDJbBl7iQoJ6L053b0QF28nbkq4PeQfPoOZG39awtwzrkSzztuX3f9n2Ur/awIdAQaAg0BBoCDYGGQEPgg0OgSYsfXJV9yAzrhnN/06/Q6VDrcWgscZb148+4pwNHZfiOIRQl80SxHFDsHFmsIQdrxcivx7DmfrxhvIhsVaZuDSplaIvsE5SOQ07VX+Pn62b+n2HcYtQuCtw678vy1WBj2lCKcfTp3BrHL1i+ihmOBcY0DsGP12Yd+/C6FLParDd0KhUaXF0SVDxHZhwP7D2UMyPmRoZKCTx1lIXS6uxf870llIKFQUP+10Hjo3i4x9UzxyfsGU+Ud0W9czcwcPR7xWad8sBZAEtajUehXFOWUMQPxK+3iZ9LhJHW6TqV5fr8yDF5Ix/ejRUDCLpwPM8S2J6jTc/ubZxq8Cnt75x8w9hT2rxLpMevXG/Q3X8xxYQnZ/BrcMq2tT++d3XVytqKTb4GByuUAQsx6H+qw3Rsisf8V6lWQ5DtKWaD8B67x+/x+pGY+wlqtjbk30pTQ/v8V/Otz7NubF+mp7wxaESj2eHgAA95dS9w98TbzDLfv5pnUsl7u+feMU9nRbhveS5NlzOAM3b72xBoCDQEGgI3IIBs6P6sN63KezR7esyQIewBN/ufY8n6Bd98HBLZv+7vE4+lP/6syFGuchKC4vHY66fwD14DSy2nDJnSgPKXwRLGz2h7fhFp3x9lCevA/hU5SBpnBzJy/8von92Own08GWAaWAfuVWKpx3MpW1f+qIFYDaZwdVQWO0RbvFj+dqmDzsGih+Idvk9SZv2BklvpxCC6xLrKv4dTbj0Rk6IcDJQlZ/++gqKDZokbmG2lKZe1TuvTLAeJXOkEuTXXvrkU50otj1W/cZboqEPOZdDVn3hL17+Me/CvZejZTqVHvlX3u1egwCHeu+KSPIWCl8SzHpT7dn/ynZIm8qB6adRBwcnz2qY81vOLeEauJr4tdMVM88GtaII37kJfnjJ47ao0c71tfl7j3ftY684loJ25KkNynPzlefI/osu6D3AOGTUd3wPKkG3t3nwlPeXxMXRGr0VxzpfOaPVBt5Py2QQm5y8RLHPmEWWm/Y6j8r/3eUL7CAew+zb32BtsPy00BBoCDYGGQEOgIdAQaAg0BI4gkJLkkQjtUUPgfgg8s8/oFyimv4Ykygo6VMcyzMvFz1FkUAg5C4Xn3oqMOhTKUxiGJr1NhxVGBWaJVoWKE4IRbgihtFsOFfxtWly7jB8OYJf02356Ta5Voe/YU9Vlp/mz38kZGDDrYECBxLimqqiye0voLCNLFedebVJKqhPNqEdmsWJRzb31blSYYzQ4y/jG/spV2eU4by/FaFJx0eWnQSvD5fm7T/XYkafWnjPDiJEwTJcmmfN2Kn2Ni7b/vPoKGs6AOT/fNKbQ9lxijX/npRVH8lhqROAX7ZbDmSFnYNOOwD0MdScgDq78g+HHfcnG0b2ysy5rSauz9RgL1QjUu7wj73CaiiuFfSl9Zj6ZV1iRSlvZF7veq0a8ej3l67uDQzZn8R97j9ydT0Ob3wPD/rjSrbQz3uZfuR/Jb7l06bxX/I47nzdTt6uGQEOgIdAQOIyAg4n4ri6RQ0/0YYdpnHqiHFLlwtofnUpjPB1X/krfdSrJxc/JIxxBVU46k0B0WMyyBa/YyeFm3CifMhC/2P4CB9BumcVjf4g+lJV9RkaT9W7v4gDPwK3ED/nqEgxLXx0ONAfIsc1KZF952N+X7+WOhIOyZPTbrv5DO7gUr4JNOgYph4PnwiFdy3QBPxOT67KMscQ4y43j1M9Q6U6Rd05y9aRyW3kqHFE6yDi/tHzb1AMvJTsI8W7qzO+RG+v2HdvRd6/l3y1VdI458Ph0eXZpHLtjAR2YB14htKbztcqMO8dCqmOgZR8rNvm+yRO/aJslwi2H0JFArHcpY2dNf4oT2KWDS53WNjTJo5mZAxu6cGxeqHNcxavDA9wH27bm97BgUGmFo15MaN/w5EpGhqrT1Wgvc7RO4W9J3cTLXnmTT7BhMHBn3akzfWchy7/gezaov9e6jPx5Fg5g9Sh4PqZEfGf8towaAg2BhkBDoCHQEGgINAR+qAhcozH+UMvS+PrBI4AShTI+LvixvNtqhcI8qNTgEHV5UxTV2FPsDMfMuUV1jKy6ebVF9GXUs4aL2KvV2RUaK14iqCPyM/+wD6CcD2ix4+pj9P3PeHR7vklbIwQOoQEFNUakl/yiTDrmwJa8RhxHuX9WLewV+c/rhvJ0/a+hjKI+hS2aAB+GOWdDGicMjVPk809CGVcpR/nGmFMdarF3dBj89pPKPOuzuKoXR48amZYxm0WlmuV7wTXq8GiqfBhmoc2Mz0iVUURP80jHjFHpWL5snxVXjt6rv0yWf81zsB042OGEg3AyOEkXI4KYaihbzutyTnz/ufyxonu0ZB2U0c7qy7aVxCqM9gp3Om7DYDFgUGHv4Z46dJnyzbKuCRw0/oTBC+MgMwUA5Wgd2QJjDzbzguPAd53F1pm45Izxeb27coFhRftwyW3jHLa5WCH+eE/E29MDIet596GYxS8eOXvEgTKUF9zX93fTtTsNgYZAQ6AhcAYCpS905qlLbPqFrzLLGakviOLHXOoHOsi9lOrMzExT+6x63JvkgptDdF7yRf9ph6JccSxMcgPRkY96HHPKSjGkkOS3B+Se0dVsvoEu+1rOCc7ynt/eOI8EbC6xek1f7z6e9NG1THHMfn2v/DQnZNyaLhxRrFrEthzKSolQxake54mPnSszzGUz0x/7zWklGlFlOs6QhZW9u2isl/JR6c4qjRnTXccyyyxRLU9V1jmGVconmfcY9cXg3sHVj3Tib9RezfDiY6x8ImZBjiP1Iu2kX7HbJZv73jrzV5x0ADug4J4B2Q9e1K8y8G7TRlMnA0Gg3fwlTjp/dSKmQ9pCbdVdtLvD5TpYAirD5bsDFzFimeVuZCsal48PmqZUDoX2JGsLq23JLWf8PW1zczC7ix/An8t52/6nrUzmZZWnWBmL57A4MABkwFZQV7qZy+EX531WAgYbyAMz9McYXOG3eh16sB3Hz+EpHcCzN2cd6YXOnOu/0PnLDOBYrhvcAo/4Njk4xe936kAvxEIj2xBoCDQEGgINgYZAQ6Ah8CNAYEvz+BGUqBXhh4tAOGtQwl0eedDRpArFMtAqqC7V5kjqY16Sa0qGcWTAwaQxKWlXpQ4nGcupjjrMQpO7j7Fik8U9KqKKG3sfLVyaS6XujqHXKFSLt5euij+mujDM3P7q67jrYnS9BoQ9ZYWH+b5wxtgfay+zuzcdte7s3+Xn5Mf5uUEjQxgPL89dMwpaP/+f0zAirWNh/jyMLMciH3hmswBPZztcGtzbWgfhyZLKZ+VVLB39HzNuxPVoI9plKehAL5ZOO81zGO8CV/fF/RX0mH0QBj1c3ziR87wa+Haz27hj3i4PGPV7PG8dwLEnuEtLUkTN1tcFzTEi7J5cGq2O0SEj3pP1+3Es7mluaBVE8pvlvnin47cYDYGGQEOgIXAKAT+mDpxSBiXEt/W+H1h7n6EMIDq3jw0nazhNbus3slC7f12G2BUqYhuPS7r9gOZh8fDATL4YTCltebyFT9PSNyurM0vyui1y6ZnpjzsGdnasspMD4a7ga8PZXPQHV4KJGdwcrgqCZt8tPycltAM5WEnI8K74g8Nu0SELQ+t6WcZsSI/81eP4eujcjgd5KniUzxPvQJF9dBbjdmfLlS8Xz0OZIVmemcNtAR7UDT2wmpC8nh9oS+gosZrORp2eT+FwTHFzuKYr0OjOFa9TQcETfHrrDbnw3iGcwMqb6Jn9m8VDj0PfpZapi3y9Zzxyz6XWRXOkLfmLWa7RNm2f17bRI4UKJ7Cky3d2iipflTfzpS2xolW3YCBI4XyK+hInob+SL/X5+PBp+fbku5bZyRuD1ocvePcc4ODA4MrvSzC0STMH27zh68F3jTpbBwcKO/vXdiVu1ub8+TpmO2sINAQaAg2BhkBDoCHQEGgINEmxtYHvDAH3VnNptzH2x2X5V5Z2SqeM+3Tp+MH4U5Z7ugdTPU6SUB4x3HQPv+bc/YQw8qG4sZgqW4K+xiDnK6DSNP9dmfvkkUERixH6KuKpdleKKtyOcnbp68xTpe3yoMFFfa/uQ4W2DBEdaVA1C5ZxG5ZzJdtyouzHBne3OY/MN0djs1ftCmVYB6Jl5/9maV0SrYyQZ0myKOlFxpttXHDfMXBgNexzADsiOn+bCrDlFgdzt449bHKZNzf/OlZdY1/MrvDo/riE0LHj7PCfmM1pHa909OuQPTMUg4LG2M73QKPaBl6WxZB1OS/nkni26eUDyz8v0+CTcc/9S12tHCRxGhsNH87YXfoD03DYBk/u0Xa8vGEmdBY8bfXbxR8vVg+/pIyOXDdYf3nmjN/5z7s2sekVixviQLtib7gBw43p6x6EPjZUZ7LnzgiJ5cqnkfKkF/NoN6Qu7bq2bbGoPJi+BmckLBk4sox96Zwt4/sEHRvHrG1JJ41XvJvs1zevr8QZNEqeXte2FbRqZuUYM5c5j2W2+yXmJ969uN6K2C4bAg2BhkBD4AwE7D+KTOAx+oLSjxRHH5/nu4Xof+g7YvSRX+9ZX7E3E1bJ0LWXfRt84TSRn3vxNLBusyvxLHqcGtGbmJ/bMjjgLX/7+HK552fkjYHZojnLsMiZ0ZdRPiG1bEfKt92XWxPpotLB50w8tsBYcW6dRLD/PB6MYZ8IAcqBHESfbDkizEGbaPIk6pw89hyrrBF8sQrMsNLR4gC5ObGgfvpPECttLGQVQbo0mC9YI5T0DEhcvWclpe5XrFSTmKesk87cudxzOJcsR4iYsPPA8ufjE6sxhXNujxxXMYJgijq1borsJDbM3hYjJa2o0WuKOTFsjVasLyMUspdJ0U2GjlnJpR2sOZ4yue4kACCDHufvyIpOrhwgi6VtVblu80ju1hUDLVfdL6k721IJE7ZyeB2XFndA35jeA/S/WGHL2giSa7ouqxz8mhc8dTGr1fatLG57kpq/+wWXQJe2M1hXBaf4VsjDVH6yJs6DK1mxOtAiZm7nyj2mTXnaQSL5uxd3fmdZhwhJngEtLJ2dept5iELi5kxpVyfIwceXtcdL+axLq49i5mpJHDraWu5pvtlCVjjJx5X9g+9sYnxpfi1+Q6Ah0BBoCDQEGgINgYbAbwcCa43gt6O8rZTfJwKh9Kk4Oesg3ReqK+GUDMekV/7uGFS4VSLZq7bDKVuVORt+z6jyNDCZ571eBelgREMpcxZDKPzcmYccrS8O8nanEAYJDQrS3SqLtwzgrwMu48Sdm/7ohF49YcxgNkIaDPaRIz8NSo5CN++q+O+LevIehj3yWrE8YBpRTyQg31iikGWzQjmeGRlOpCQ+oGlAtJ1ajxhJs77OwQ9HJsuvLVhS7yIHcDBlm7A9Xt42rOYljnb3idWAoPHp3IC9hXrE4LE6I5Hv1PwXdUodx6x2jRC1wR3OXXucxudxLMsqYoXsacPVcKnje9P5vU3LuuHHsmjdiKM9ZjlUA8h23HKt0SiWAdRIqbN7ZoA7kGT7dpbMNuBy9eBM2zr2Thk/jVaamG4Ntglxtpzy0EJDoCHQEGgI3AcBv6ul/7r9Y72HpZlTNZwhe6Js3YrZtbE6jv2y3/x7fvehyeDIFQMyR2VkV6q4JMSWLSy1zL8ozuTQulx2WWervOUgP7eJOUMWWSecznQ+xiy52GZiun3DSZnZ+qSscrnMMGWMTOmM0V7ZIeS7y8unvuI/hAD+PS+ei/w05XHlSUJlPboyUdIPUuG4PkY022PKOQ6U1EGmfJWDP5V+bgslfciY4uX1+e+AbeiZmaRjDMC7jZPd1NSnS/LiAE75E9nsjDDAyyqcmxe+bydpgw2yoWNMlOeVOHu+HRs1EDjOCCFnpz6qLH5vfmb5TKcOraX+YpBBvgXTo3oSDMuX+jpt6crvQCV39jGwUa5nIARydnzF4p4yd23nKwZ+nk3xfhHplpxp3rv9yzxQ2U/PX9Ceyrck7B3zCO28IdAQaAg0BBoCDYGGQEOgIbBG4HxNap2mnTUErkIgdRSNYDiAQ9nkHAXUUa4qXCdtDRfnmiOHY0+xlUtupWFCx9GzSib7ly2YTZehGhfK5dWHdBrmPkG/wSDCHl044/zF7F8sLR2/486t8zPX8GZR8kUuCnzognnHsqpwxzF4sLzwwuzNurfS+bmtY9Z8Q4VfYfjhUc6mXscJrpgJO7gksctth+Hrhk9OKOGU0VkrUSJyoKw583eebz3XVKbzlxHdU97kX5T5GuvQUeNRzLReOOOYWQQYOMccNr9OIq3yE2OBCCNdLEv8EeW+pl1jYQhFXlS3g/j5q2F9br5d7P/rCHYNGetnNfbeI/HEMWaSkLWonQxBm5altSlMJQym6JnVHg7RyvcJOuDbD7YdR/YXI3LQ2s19/7cB+uSpE3bByP3A/5hzNPafdsaT+0hrqNQJzGW8L3F68E+t9nTmWj1v4Zj6xdHvN4yCl98WiaAtRsVwDG7zskjX3zYP2a65Dx71l5Q1TLlPZcV4K7922RBoCDQEGgIXIuCHmP4k+o+a1P4r5SW/xJcF49c09ajcYj9Qr49QDI8q8gb8DCvk1CV9VcgEc7pH0p/xKETfXp4Y3BYOKXk7ozOMrkc+kOtiFQyXzrafIv0NDoiQrZAlx/Frlq91mdXsnzkpwX70cEi5Bb7oPBVPolvewJqbIbfIe/0dprcZJ/cA7l1l5xyM9pDti0NaJ/CaROVj+1gJ1PtemzPSQBRMHQI8kJ/4w90z6q2S3HOM4WnFKbd+bN6GOQ95p+KYcooNAl6QqboeJ3n/NTLObfyUXDhA2zqL9xKaQfZ4O1in9YySDd/SJHC8R91vPr36SiEOvJQ9QwaMvWsTJ/MJWTyOlACe68+y6Iz2XQl05cnfnYLvgLUR8ENXOTGvyXPKZzPPiKGTFVnedmT8lwopK9uOXc3Acm/ykvnalgTNd+09fMtTkXijDGt878snpVd/wQEcOuvM2RoYBg+17RE3QL4vB9vUbEd+F0eMJ+KVOrSxxMifNg33t3bvZnmr/BmnhYZAQ6Ah0BBoCDQEGgINgYbAJgL30zw26barhsB+BNCkRpS6LvYDVlnRaany+RJNUfoqks+Mkv0c5Q4DxUxB0riWjmeNKLePfg5njjlOipkzgB3FvFbK0uHj/GeV4PV9kt0WwhHHsnkYFsbBGQYlwIu5mC9IwI+j1HEi4QyOS+GJB3F50Z8wFEB/XLqcd+axQcCb5edI9Ji9GAp/pNyIeu6FqGkYUNGtLSYxPUThFSZcZzUYLOgFmMs79Td0LEWmYSuMt9I5I7AEt0t2yWUuI31GmqiI5E/ns+3jolkwUY8uiaxRSsP1eThnLHH1PTgvTS2NezwLkw72V68+Jd8yQt134EAwehgOrY/S+GR9RRqXl5w7SMPOdoSlnoEFD0uXLXwLWpR5hmFmH62fU4/m9y305w7g/Xwea1MOnrAtm6+j8g1JxVLshvzWaag5L8yLO3HPzczDevXXQkOgIdAQaAjcBwG/rnxXQ17BJbL/U359VhKM/vUCOTMGLOEoGRhYFWntnw3ZE+T5LX+hI9269+eRPns7F90x4YwY2GO0OA5TtpbHK/mL7V/cbxf5TpkreLuiIsA6HKVVkAgBJYSUUgz5q7/tkh24ZtnecHDeoicEP646xIC16OQPlW2O3zafyFvKSUvQBp8OB7AzEq9tr3IQMpaykYMki/BRoUs05vxs4yOuDt9T0qXeenUe5XPqoOgY2ymuu5Y3eJz0xkplG596vxzBqO/RN+HvRMythOdcWm5m2LISjEtAhzOTv+YTmILl/LimyIMYfHgM13XsS8+yCs1834xk62uebz33jXFw7aE2eSkXh+L7bupydtBmcroZ0/aNphV1bb05QBTeXpqtYEJnK/K8s+BDxherghfvnG1IWV59bu1M3+T+Ja6sEmvJrQDG2P5lVoO+aw6W8VtZ9dMLvuMvwW+j2RBoCDQEGgINgYZAQ6Ah8MNFQOm2hYbAd4gAqsw0m0EFsCiBGrlC2bovK6GssV9n5z45zBw1t3Du0PKfl8yu6Bjti7I5hLGNp+nNup6JUL58rTSAoJw509nRuzhoV+Gk5RGPw3jmSP5S/OsyVC1UM4Z/8lktvkRR/FU4DR0xPFMTC3lHXbPHUexBnKOoy4PLD2AW+zCRo45KHYEGsV0HDRCMSbeYGL0eFi6JfOUnR6tAtA8MXs7CCMuK+a3p7Trt5InnOETTmEhdXKIc1zJhZBvAtjqeo3xhKF7nbT6O1hbzXsMc+HSxdCP7XXE72I+E5/zREPEEpa8C43NSZBzz14hNeQvOG9WxRWi9DxhFIzf3Oc75AlsRvazlLcfAmhq13NHSqIcxlg/UIVpx8clu0LazxKqx9H3kvbMd1bqrPNXr3dT1DnVr/TCIoxs/BXb34rW+S54+K/UXKeLcnXNZ8pIZRrJofVVO5ziZd85sqXmVazEqaSyDhqJ0AGv8NG/DrMxiFYF7MVJfI03ei+ZLPvVonlMg+nb5J+qBvw5gIk30p5TtpCHQEGgINATOQqD0F/Edrd/t/D7rdHD1j43veXy76zd9OwPvz38+r19tz+0DlD/SOTb1pz46FIIvHYYsMSut6MPmNA8lPH7frkbXVY+DKHtvnQjwFvfmHdEmnSJyRTzljHDirD6Fs8REF1KGetxMf+qqk2bIc8qyOFytkosEJx0zSDKxnQyzk1fbWFUMT3FSn5vestDfBvY6y+c0fVbbTU1z4qhTzhVp0El2g7Tn9Ddj6Dgr/znYnqi3cPzM5drzsM+6lAfwQhZbIXCMOuUQ1mMAa/ABL5Z3u91tyx0FAl17A3IrgqBsks42dSE+ppuCVCwPmIV854OKUT16bzcoP43ucxuPypYxG3W3m+aSO7FViXzFSjsO9HQ2MPJl5LGei5mSYdaJ/HThWFTK1rl5Cza73IZMGnglbjqlfR/WAW6qDurNikfEsT1VTAXPdPO0ayq3nUnzFZQ/iZWw5rSyTSZWfl3m+lZ8Y0q7W5fzvLY+z+P4OfR8P9UXI1Q8aiqvrTPLYN73zh+SJdj3OLBDPcTcfKNy1nQO3k59QX7QNfvP4cRz41uGl+MrMml/GgINgYZAQ6Ah0BBoCDQEPlgEmqT4wVbdh8m4SrIzgFORx0CgAyeW6XU/zTRH3btkKlAx4joMEihKKLqqcYMzgKd9WlWgvHt9qAqssy/D6emI+BVlVekuSlk4dsgilw1zCdn7vIJjZo6t5BcYIZxtqDFiXZaiHsasxWXPnqmh4GsQWMe59CxQxKixmgwt+yhkzo9LFH6U/vUSVvvinrqnGuwIcY2Da2daYDora6Wi0WCMUfAu1zszuFXDR4149Eh+YPT0jHMd41Z3EjBR8R+GhF7Hsw7RPcydyhMD6KjTORT7xPBokvowDIzsy1eWNj9dvZW2aNluCKcTZTzx5achxOO4cgnoM9tz5OEfjZhpqHPGiM2y1ue8/ZYMtw7yrhHOwSPgPBmwZtG8F/czr2H1DXvCseRlvC+O9t/Pb+VhRmnjNCEi75gBXDHciDK74DmzUC6uS1IEm2BSj2GMtsxRScnFLKN22hBoCDQEGgIXIWD/zLc0+oL9/cFF5OaRo+8p/b+z/uLnd/ucfPzwu7yyK5g4w/DOATYYtoaswMAv5PIcwHYqj+Q7ZPWV8is88l8H2M1BWJDJV24LgWOzuBEvIFscoaxyM7glRHV2bcsFVSaI+2eQDyefdSiDtwQdf8WhH0sGK7vso6c8UX/7n+sE662zWpZ90c64p5wTsFuJlhP5ds3SOW0UPmXG5AzoWw3qdDWdZbg1ILc70G5gEETQLXV8FJ/MM8uhzO6s5LxSjrpfcBgFM4AZRByh6JdVdtw+GicHXniiPLhG2mf3Cjk4VtxwC1Jefxtho81YV7P6mt4JE20n3KBy1YXt/2HxKYM/WbVnrpNN1BxIa860bXSD1KWmhy94Qln59oQ+4bdso+j1XfRI+/tOQq0TM0MvUsdxO6WiI9V2HPi8YFv6ToraMmkINAQaAg2BhkBDoCHQEPjOEJhLmd9Zpi2j31IEVOA1WrhvFYaC1MlRulY4B5nFp1GJCHcFpy7V1OE0VKGcB0dIP3Q/Qb1yj9h7GLA06LhUGUqshpThPWV6z96qtUz5uvXktew+pcwqwXd4BUNxVWvWcOZMVYwLQdY/RXlVodXoxGySnhkIPXzelDMaaI4udyYn7r8oohT5RT0X6hoUfIYRZ3QGMJjnPlCcnhUq/x7DzQhuGAbC0HScQDrFmfHcgbMzvbd5O548n2KAtWyxv53tdieUMk/3dRgvcTKirINz12Mgmp4dP2F+QCj4ukOH0eW82Xd4q80eo6AxYMUewIvYl9ZjqYNjicozTZOxXzXWoonfWo/xXh4iMn9vMG7GDJ5Dcbfvp0M/7yavviqBdzlup9i5ZqZ777Lmh3isZTChBWN/uljykpkYncu9ldtxcupPycOWGLRiBr/LyLuCQDbzfDAnpHPcetGhv6/9zOPunmuUr7+oT991nfxTJe2maXcaAg2BhkBD4DQCdWBNftPzI25PVEW2LmQrHQP+aqh9/vxYn20do8/Ij/UYg9bIyb6H+ykzbcXfuHSFCuQX5KYcJDnvazciXnVRHUMxG9FRboSQkQ5QE5MJl+jnc8BWpLSc9ksXyByb2ejkYJZb/BxE52C0yzo5ecvhd8iYyrrhkNvMZboKfq2/c4LxZoU/J8meODHD2cGugw59foHXnoiBYW1be54HK7oS1aFsudF6oXduedY0Uz9ydqFyjIMMrE3pFVoHcdrlb3BFFwaDWm9y15U2xY2rQwykHD9BHv4YGYo2wv65Wc7d/HczUV+gRcNX6CqUpbbf3bjX3LF9+l2o7VTsNsNaliXvmP0r31l3+99/8Zv/NumduqrlSyewKz5V3mYp53UaLBvHkxd0bsKYqyLlgE0HA7NqT7QxyzoP4BPs0LbRY1PHnNe156Sk3eds5vmzOZ0zz8MZLl9myk/9PY6mz7xS/vaaeOEgN/6N+UruaMg2IGTRB8VAdewUs2+GeoXvw7iSnwz1m16v27Eh0BBoCDQEGgINgYZAQ6AhMEcgJdz5nXbeEHhBBNzTdMApmkuX2fxQunDOLV0SSh0slKy1QnMzK1r4inLraHlnkE4GE5S4B5yDfeeM2Hu9Cmlk6CmnhrUsZy3FWtl9XDIKmjJH+evjm484mGK/Wka8T+XMcoWxQeVx5f5GLil4p/LGUsWOZp+FUJK9Vkn3SF4uq4USO4SC7b1rgwTF8bSxwmXa3NOp73A8xyj9a8tMntF2rC3zj0IdKIB58GMZ5m78nWgDGsKqYeZAos3b4rf8mrQ68+uMh80oh68wSOEQ7VzK73CkPU8wJmCgdjnvy98Fy0x+ti/2qXL2e4bppN6YHRNHXKO0CcrIL5ctn0U587QjT/M9HcTSQSD+yD/e+evaRGDrLOsNh/eh8rKk5YolvTFEpgHpNKf7Y9iu5Pc6nvfTbHcbAg2BhkBDIAaMRd/9AliEHOoAoCoDHuorSt7G51vfs4LIq8ePkBVzsNL9OEs+nnXSMbBtvzPqQG4kWUsX9+qLKi46gs33CjlEuUl5acCJo8MkJKBK90BZLrodjF2UYh7ZXVkelx8tHh6QDaM+r8HONDrabT+Wd57DNefiA2bRLq3YWRnP0YkmWd+85Ud6hamNZz6/Jrgs+Ke8lTi/QsY7HzO5iO1FWN78JRxjidTWoMej9SHvDlFgS5k6O/0aSE6mQe9CLu3dgqbWxb40UYCKpxezut8X/9Z7kHcQRM+Alj62i9lHEAB1lKuL+F16aZ4mFsiXwT4xcGELMxHqwvFKHAeQ3v27MjGxe8I7pB6b33/7gFJfUVX+qYNK4e0u79suC+1OQ6Ah0BBoCDQEGgINgYbAjwcBNckWGgLfCQKqLirkzsZdLr9iL06dpDhMvYcz1OW0HLMd653eg6OYvaFBQs1TRakaOuSEn7Mluzec6Zh0P7T3GAqIf47hYw9/4VxWcdWZ1WMYYK/jbqVTjYB+lsqbeXPpkk5XLQ8cyXf+qCgP5D2gEL6inM/wUGc/x0suExoUyXcVyncwtEPn7BsYimKJvZ7R9QuW1A2nGlhGYbkER0ff+zfwVIGOWRk66sy7RuR0b7De5qHGT/ziCeVx3kKSm92Ph+SOIWGJEWQEZ52ELjEsR2noTfoq14dCT3r9e+aso9Kg4TM4sZ0YKluWMwI1Ec8wJjx/tFgto0VHk57b1krkncOIpWq0rfKODOxb7SyPdah5rO/Mz3ybNBU4kz74Ply0ebI4D3x6ZpDzXhaON+LYluo+z2HLnsqb0WwL7nm8NGMK6qj5CZoNSuuLwGk2gyVahcRj/+oS71QZ8Db7DdHgVfNzkEkADol19YJJkGRvLTB1gMZUnq2yTG14zWo5yzoXC/91z/zkNxLks8COW+u69r7tzlko1GVtN4XiOt52ZlnXdc82l37LuN63jYWrfv2+bSdv1w2BhkBDoCGwF4HNPiy/0SmfuQoHSWpnspG6DjKa98k1gs/q/UKvfOv9bis3rJDPIo79Q3YX8f0+7JzS+cVvcPlPZVUS0fcY1uzlddyc/an9SsoisweztLF8sH0tTtO1Q3cz7s5VYdzepy8jvXJFl+yH8dqsC7eT+NQNS1XKYz4WIipqXdpTFHwesrz7JhesuBPJlEnODrWcpImBae6RHGW7jJfN/MjfAZDhTOKJ/CgvFf6msk/Xm6mnq0jHFbJ38DQ9OP8k2yTJxdv27q+2qjj3eh9v3q9BfcOk5b2IRlfegcCqxrviCC1njA7WfzgyfQeoi2hz8lXrIet2OwdFsuCNtp1y3v542+nOv7a9O5M7ZUHlz9B1ggBn1tEslOZEmVgVioGdDraM9jhhPYt806nlVNZ1wK38qU9UgsrwnlcsQjOEHwcnIvc7eGLCtaa53zFqLEZ36GjlPVD/jv26Mw+bjzyoYY0M1FTnSl2kYjlvj5WvWpZ6fcFxKm/RSbEXuJpQNOOQtxPLxEv9Yr4tT+ZTsY00F2R9UVTrzD3DQ5kBO3B6CDDZfskVv+AsURAfI9M24zmnLTQEGgINgYZAQ6Ah0BBoCDQEZghUyXp2q502BF4WAR2ki+Xn6Cku85aqS4fBputcivleTTIVoShJKL1qROQVS5TF3fJH5c9fVZ7mzy49tyzlF9lVLSzLmNRqHJXve5W18MmyyKunb1kqTQeihYa+hgh+AYHR4try3iM4ml2l+Ddh2Ihlkkt9Vuq1hBWJev+6Y6VSMJwKtY8aSvDk/avl1cBR8d+X5ti9Ytg6FsVnYs0PMwJZ4ZrEwHHYwLuHGMk0KoQRBGe+S/zFcmd7ou69Zf3anitUeyPtv+kebvFeTnt074+3/67lpdQ6ZKPSuT4ZLKUOeX+c87vOcCFgtY6PZAqwwRWZhB2xWuWOJDn0SHgdUKCxZQ11be1bqSI/YoXBaevZRZfS56cxqIWGQEOgIdAQuBMC5ds6yQx3IlvIxIAoBwYWJ/E5vaN9S/RrsWoK8uK6o7kLc5ILBxt8ncdPZhu9HH1askPKSxKfzTnyVvWunJ3GiDhqGGjogFJXYbldxlZevBfwAhXogRl0z5I/SnxSZqjpHFi6tfJOjXLmMVdDMjJ5MDB0dN9k8fPWOfBYvMgAAEAASURBVNgrrPkzOgfbdg6CvV+DUIbvGQTRL5EtQ97axiOyP/An5Uu1lJcJypNK+kUeO5DNmmPr7uvFt09/wnunPrF+cjf+QsZEB+nQp6dllg9QV1egDeqQHsbf8HNlnJcNIeObxb4mEu+DuqszpJ1pq7Pc9++lQ1Zcz3Y9y6VbBtX8Sv3EgFwHh/8xg4pfHqOaex4tv/X5hsG1rhzgDOoMoXl0X3FhHXpXvW9ivsRqh4ZAQ6Ah0BBoCDQEGgINgYbAGoEqS67vtLOGwAsisERJcfzvMPwSxf6rogei4AzslzrcaU/cyn/oQmslztHXKksRwlHmGc9jRD6R76U8BZ2qiDkvM1X9mC0Y+ctD3r2XehuGEmabdiyv3cXocg2GOpnNSgXRWdY1iMkBa0WNcsZRY0/vzEbq0dnTjoHfDet8K7z7Yu2m23fHEvjTSFAdstZfqeM9SVZEl8sVhpoocTFY7Ym695YzCWIJZ8rZ1eW2zK/+plSWal2y2KOYFLGvWpkpM0U9cFLxkcXYV1kDX9TdfmR3yBB3wHrhfm4rfpXeTrw9N8JADVhd/0f80qiQ7UdsD+MbcMovcXrbG7+YxRxg78lodktTY+8evtzLaknn+SxK3D9dZRg+Yu9jKE3tolIp/E9txPeR9uMMlYtD4hAOfdqVlMR6E5+MU0lH7mDh7N86mzfjF75qxEPHgqmz0cmM8mEC0kgVy0AeStTuNwQaAg2BhsB5CMSHlU/rI78iMx1N6Dd/+7edYKt/iU6MAV3ICIhp8S1XkjkWQnJ0pRhmAA/0b+O0DHTtOzxeH5QPZCX7zHAnHJUZlIVCHiLJ0kFIDLpyZYqgEf3RNfyUssz657UcdQqh7bLr/NWJ6V6ZbvvhPruHeCr5bpPYvrbMUOzYazPlEEubJc6o8/PtxFvXAbjtJkOm3Gon8WjOs+e2ycqvOsx7ZpOzQszoVi8X5E/s7ZD1idwFZt3oANzqNK/Y13y3U+Z1bHUDNgODT0d0j9y7Gej5J+1bgpPTHaDgmi2OKrStSXmzTvfxx706mHBgKxX0oVihpsiat/C0mVaMeD8nnpSBrSk1jvITA36xSg1S+crVkvrfcMN6L+Xh7C4hGqhfDeVo2r+z4OUENusv86mYiROzfxe/xsH+BXqczs11+7wLT1tEcq/p+Td23v45F5eY/fslUjqzW+OdkU95LiHilLj13k1HK8l34B1qwZuouSBHntGG4/HXsPI57ai+c96EVes2T+P6bn9qGaONuAoEDn3qs7cPCCzEg/cu+EldeGSgUK7GcDcuGqGGQEOgIdAQaAg0BBoCDYEfGQIzqfpHVrJWnB8oAqnwPeMAHhZfqcKgVGFIYrT+4D6xOjruGFaQUz/TjKCBQuOJ5xl8qMKrIl/vlUc3HKIEDolHhVUZr6HHOaVhwOAyvf7uG6Ddf4MSiMFDg4m5aTQJBZX8LKY/g6Oa71Jm6RRM9zjVQkE2O36G4CFPL/wrBfGiHnXkU86z+S8K89V6uk5F8zwXM6ohR67Lc+7DFbU+KfXcPhaiqKQgvy72waK4Z7cV8NEZijFg7Xo/llm2weT3awxBzOYG2w5TlZVW6+vYLOapjjWea6je0w72c0CNsOz0eunM3Vhh/xGPYyGwqUbS7YgiL5ZRA9QL/8B12FkJYDvd8WvbUhroxc+fTB5itLafO8we4Lvi3m4uOVjLRMYtNAQaAg2BhsBVCOCuYpbhcskMK76r8W0vn/La/11FdpYoZQ+WNaXvWZUOM+/NIm2dZh9jP65T4oFf7Wu2It5yCS8xiC9oSP/csI+X7GPPpbAdT+wdyBjyq/JH1MR2rGPXVprbfrhnsjOAj+2bXOSCY+Sglc2AftvtMYw7Vdo56efEkzf5S5nGwXqH8Jrf35MPbShX3lGfmRiaZ3b+eeHh8eEdexN/Qhln+4xOVOb8TDc5MW+eUbQuZrQqI4MVNGOLigRvnuDC85xl7nLBcz3qXCI5YJMVkZDfD2N9LrUSb5IjvUZvDbx0dwcMJdLsYHzxIObgkt3O2ETGvrneZlnMT6NtxYABBz/gBJ4tsTyPtz5H/tYhjQM46jI+eDdX3Jr87MxWpK4fgyadZjv/3BRcM3rhCftA6FwFw+BvRu/203U5XW7cWbYrHPqDmJU8U++BcxytT0/VAaw8f8336QKOi77ne6SeMTKYRQd1OOhjUKjvHrOSmbmdq0pYljmgF+TVojYEGgINgYZAQ6Ah0BBoCPzWIDAfivlbU+hW0O8TAZUUFPL+SxQaHIdh9NEooiMW5RDlS/vY7QE3byiVKnYSRJFytCxLOOk7iSxCyTJfXoOIo6J3qxIVai66mMr+H+EDduZoZM8fn5mVZSQfHGYqdzqpYyT+jeW2CLG/cqiE5FWU6hw5Tx7cCoU2Cx+83PJHp6TGTA0tVZU+iZ4Ghhr5aOaVUmI21QuV536q/z9776LuOI5ja27bkZmV1dV9zvs/5HzT0123zLA9618gJErW3dpRWRFkhLckigTARUokAJK6sYW4Vh5YITadTJ9EAQPnIkF1jNLsQLzyba5neKDwi5bpwafmVeQL4sKfa4zIbPeogtoIacAVz3G+8G6CpKCB3lhxolUevwlbshBn2kFfMTOh3GflkPnNJCPabTBk4/vRzw+2XcP5Cw2MDiRSMh2RLbY8JiZXw3CeQXmM68+R3uc8W/PBTmbhFO1H5m3Jw/wPO7td1vm8vtPVoTIZZwSWoIO8KUMYJRHurgcBg6XnaKywmLrtZ1U3kPNiYwx1E7xZLV4H0oKmDaN6TvwMun1kKt/VhWhMhbosZkFZte3gjW+oUVb4caOFhkBDoCHQENiCQPS19AmRmo82MA5MJyvjpJk38hbyJU2+2+mDeFdnH8nKWfoPvcIXX92sypUDmL6tCBP5asmSxw6xuqTkLT8DAV36k4XgMYOEpg9ivK6kA+dc3V8tkOnHXym/eLs/55oVm4x7NIYe9adLJC07zlFPgCvfAO7koWyFF3Hd2GGGIn27QZccmhDHDjeM6KIilJ96W4Gqpgy8jAdZzXoTbcY51KVXg3cJi3y+Rl5CxoEP15oke5Eew+dzjA9xBwNbi8uRhVSxjTGTFeED7zH/lCN48eXb2IlHyTVJMZxQ+o6snVKa6FpwB6bjoTjZPElXVCzXGkUhLHAZW16u/22sKB+TEtkFKHdh6j8Ps186dhViPP7UjlU4zG9l4F4PxTqHs2UWmow5yXeTk1xOO4/d9rNezuFnGF1W7UvvDD+fC3B5C3GtAL6w0larW/ncjC4+JyAbAICb3h3hEhcUakcvLGk7fNuWNm4drxKpe56ruKOntCuLFZrIVc8W33XmuaSO612z/FkldCO9X9BAS5Uf5bwpH+8KegC/O9jZ4Er7zVXJeptoUvLlJp2NSaG09+752PFi2iRJS9QQaAg0BBoCDYGGQEOgIfC9IJBa3vdSnlaOfwsEUFDKikopxihcYV7Qyas6+FaJrDxB1i2dbw4za14hdSQsMTYwDA0ckeiNvyhjMrBcv6DIYmhEbZQYig/DEquetWUTzskTQzjv4IQpUysdwbbgyzHwBYwEgLjjwbDaYAeNuBpTg5O5Gec3ymvlH2ezVqpqAkHv4B1zHF27jjHwTss3Sj1xKem9soG2s9xOAlUBbaxVVq1qf8Lf15COFBNMuqhYT4BRLviFsQ3ZV+THKgFGbvSUt2Pa0X45sdGAWAwIGAMxugUvt6JCApJr4aLJG8+HHMBu0+vlND1wvVJODL442VkpUd4JG3iahp2wuXJlVD/g4XZDShE0Rjj0Zc7lmdzKw4z6P+ARzgKMNGtYgyeTEeA7kq8nue3M+cUPI3cLDYGGQEOgIfAmAuGYi+/t5qcTiFvpb1e5lvzZL6uvU8/mXPSO630PvTHjJfVT6hO39MGrIr0kkJvDKyT3jMsYZ7BdNn3fSYFxsRxE1xvjAXZ34YiTc+M4ohMDN+uXjy9XOUqvC2UajAu6zK8nTqexJqsk3YeTBJnAYE9fLqQ83pfzi9PFvNDNH/zGQeOIG6sjd+yCMyZRXbPK8OPBhDI5mRhLud0v8S+ZreNQb/w0vmFM7lWbPS4eih5uJAZKNNfGV0We6mCWlkmfGXIT4k8vV5V0/ynE1bYubP/MzlVmZiavtLKd6YhD8UkbcvsmKXlm8r1S2hSD0zDeW1vGh+Itp++TZ43dsXZNttgkziARbkraF1vZxzMwuK0LvS/d/gQoOgH1l89B4jjO8ta1+BT9B92F7byffDfcnwFA/wo95K72jWy8jfmMi3XsT5FnXBjcv+goHIfvMuuI2pXgihM435FelTym0a4bAg2BhkBDoCHQEGgINAQaAj0CxULRR7SzhsA3QUBKC3oLv/g2ptQqO0ml7FihPkuKomDrG1UPzXb+YKUjK+dQNhVYeYzCTEwo8mc8EqKhmcv3rzi1cDrLEQs/K7dR5jA24iyDHwU+yTghShQmdMJiBLCSKz7ou7pxl/GCskZ5yXAgqJKuzEhGdBk278LXmBaFOimGAYiy4QBnhQGOOjIhT6kbXc0H8OFXghTvi1ZyP+5sWYYBjFDdj4jRXynPrHYw39Gt1ctCG+W6OCgjC2WaqzOVT235yxcMCr8IG5Uz/isPZZ8P3epSV2IaQWR8MFRz/Cp6GCbAY3N5KR+zypmWIGzvWhHwYgga8y2YqK5D3qAR7VsGlNLOubcYdP9ykTP/4582ZPQG1sVccbNqZzhy/a1lTzAYMSVdl1bYu0GqPBhyRkk3cHWSfG5MSu3Zq4AlwRy9QKu4E1KWzoBUsBszL3Lnc8rR4rqMastgnLTGedt1Q6Ah0BBoCKwiwDs7euSyNal6I6+koj882D/EeCTe+tEXwwFiMtjTaRDKIS7m/96cXn2H5az7Yc75zfQf8yRLnkyAXPqpX3GXxOViCMFZXcg3k4/xn2DgcQuFZMyjVW12/mq8Hr3eRIb5qJiQxf2j+PS0vY3wVU5E/Vhl1wfhsLX/VSMLHYN+W1vMkpV625S/rl+dewwKLvomqcZNUDoeYo0j2/Le+f4v34zFAbZFLrNFv4hViTcmKDz/qh9jchx3JwbLAw5bQtHllNSrkrXlsle2djjVz9AWesM0FLtfPaxnwN/apS4Vr9/LOwPZy4/7D+1AZT3Uz+2Q9jlXsW22eYoh8uRvTD/KwYQJ1Rerf/Wfof/2T7iMKa5f46BGJxq0MZ79xMnPhdqj9BBFmuDGV+U684kU1h3EgIXGj7sm68oJzHj+Jp3iRtvWPc4JN8l5E06J50tdT9B/O4rCG4Y8wQGtNo5MkidWcb/NpRFoCDQEGgINgYZAQ6Ah0BD4QRCIke0PUthWzD8KAih8KC8cpcekWFb0u6uMffMYSiSarWepiyeKOCFscXz/jceAyLN5M9ubH9wUcMoV5xiRV31zLma3++77f6xIqwy1Qm1Mk7TwVmBFKas3Tgli9+T7X/B0yMJW1AusV82svvg3kaZKvnyKAoxzHQcwRoL1AN+rnM/Xw2XO9gG/LOcSXwqsPJ5VzipvFHbSFyCWspZ7NsR8hVdZM9Thu5YZHvrZAVwa+loW38cQpCBD3sA4s5o38AgDp1zIA8dzkWWWhuTzympWs2D43YLtBDG1cX+7TvU8X+JaFspIOyLuSFuMlQEyCZkvbXqOcb5romzie7SMpdiuJTemMrljAo4W1RBoCDQEGgIbEfD7lL6AiWLZH3B9YmCMxG9XSBno1Q72jQv8vJJNEyKRqvT+C6nrW3JBaMwcjtbEi/tvyqi+8aFdT55e2aoye7JTzXfDuerS4/kiVu+s25D3JQn9NeN3jU2YbNhNAMx6ecmwHMHYn1XTJXuN3HLG+q7kkcPu6+Pvmlj4rgMYurQtxi/oJqmfIFn5MYCZGrNQBp4V6zOkRb9ifPy72sZBfJR7GESnG0DBg5DHuJr+SxqmM+KU1ra9PN+INFWOaQKLsSAG/dBnhNnGgB7w9asmInuyLAJtKctG4i/JknZI+3KbCHDRba9MtkwLaScJ7I3EdYkupvesV6tW4+GubqQr8arkrfQyEXUvv43p/c5n4kDUqXMJCpoeTt6vVJUbkAXbSPQzkpW3NFgJm4e2XreKafk+u+4+ozyNZkOgIdAQaAg0BBoCDYGGwLdGoFmRvzXiPxi/NMA8pbCkPsd2dqh4KFXWXYwJ5iiUVmL4vavQwCMCvAkolRcrntAXLxS/K+ea9YvRQgoxOjGhszvE5a6/Vhz1B2PW/fFX1F2HpO3Z1hLpi4wndzuPYMovlfZe9si5469JyWBF2VAUubaCi3lOeIsvs5w/LszC/qtWIxzHmW+ixT/NjIaPAqsbKEWUAFezY8UPpzM4s8UWBgD4YnrcF54GkS2x/iZnI/U5nx9DIP+i+jHUYLRUBjv8FzJ2JJEeOUWDFd0ylqrGdD1RP50BIxyL5LzfpaD/VL7FxRZrCkYbEWZgB7879yTj88uvEBE7GbIwPjoEouVidGDVkpygF62y1sqEJ4a9jasxaP+02K9ff/Msd4OGkAWmWEVR2CV0eo69mF75PBuetqxVQTzHSElZZoMBULkefFtP33MGU7fZmRylDdd3oc/6fQw3sd0jXAs+mb6TAeMTZeQZULlC8DCg1ERfzod1TdVEGxef53/pimdJ/9Uur+U9E+Xmvv7DihO9dx5yOrOKwM//C59hRG4RmeLD10ERUa+Uk7vdnbjf/jYEGgINgYbAKgLe8UJjET58ECta9T5lPKh+jO+0MrZ4uE8a9gHzhHOkF+MacjGqdd9JR3ATp82vazHnO56PW/SlZlr62YEAW2UrmSieBWOcwvjvf9WD8DkE7tOnTI/JYrUb93H0FVz0eYsHu8DQd3us+SrL7Cq5HC91eLiXFHWciHzXUuM10d/TvVGLMRkL7ESm8OjHiC6kbmQ9kawTQPF1oP+mvDpojMKqTad1HPS5x++1zOSJEPnd31sIxmNMgpTrXIB/lXzgPhhbOWPJ5/Okz+iFcxxVHMFpuq6cbcMfj1OAhB+O3CWHu7Gk3GDHBDiNR4lTPkur8dRTY5xuO9oN/NeSWF/zGFY8o4Gad50v9csoRNzBwehxv3Zg+qcd9x710TpEJ9KkTljTWjtHBJDnyXlSh1801v76J3FTzejeVe8O7sGDT/04ZBvUZ2DIz/eSveI2BSF9dx5Zjv5NiG5i/fhd8o0evrzsxqds+w1Seik99H4CnydyF5mPyjGXjxF4bGUsvvkiTJzyKBnA2JhYpqCWssfV+38Dq+AUbYdyg4COksXbmiMF7QX9S+3bExxsu3if/zYKPF/IhUzlnUXd6P9FSuL9Lp3yJ94B/CzoNrItVUOgIdAQaAg0BBoCDYGGwA+LgEaWLTQEvj0CbDMVM6GDN4p8rMT9jCaZih5bMqOi1zxk+rv9p+LkbLOSVSwEb0MCnd8+fv/9f+TQY/VAygBvKcK6/ZBx78sVBxJxGALeCMWhFtphWa0wRU5lvHz8Wfr3n6fuHoqjLnGtLQeZZeQAvuKcVF2vJp8jhnJ+F14yQLEKZUu4XPW9urJV75qU0/RklHB71eoUthFP48V04hKrVmb5VL9ub9TvNnmDgBCVpYbV1Tb4bWkeGAtkOL081ZYf2tLPxrOgtvUvW6/daarU0WzItpxHsVNyvlfIVsw4ZPs7s0R0Q0YMle/r/e9KT83swSfoRn1iHF1Z4W2LT9D3ypATjKcPniUmUoj3ElrR2IUI7wC1o7eD6xmD0DLXt/k0Ag2BhkBD4LtHAOdMOieqPoj37Fuh5Fcn9dTksf3vft7v/KKXO/Vtb2IaW1w1Pr3S/xKQd41L6adxTj8ZNzPpi7wn9GvQ0ES5pz/tkdPIoL0n4MQpZejG3Hvyj9Kqv/79d43jv9arbdcwGtHweFF5cGprckHoH/ob1TpKvHaZvN9z/s5z2d7mPaSqxsLhusNRljLOc9l0B31M2wVfGc/ioN4zPtSzy5j9+Yx6C4kOAT4SFd1Nzm4ccBr03m45vh8lm7mM1dGl7tJjO5P2eDSlVT2utX+/3xiz8+ye8fwuS8yuU9frr/rxGSDCuK1JbjnKI/6MujKTbX+oC/HGBuHJAWIPijcdkcROc7f1byiX+QkP6epX7BMdXtSV5NALxBPaz3reRLWFhkBDoCHQEGgINAQaAg2B7xuB8Qj8+y5tK90fBAFMNMwF1oo4bT2VhhAcdTitelX0jOaJwiY6aHOs/s2Z6yAhBfkhfs/Hf0np+09JBH8Svh/Q3a7idbn+VbqafvAtAb07Vqdi2PhV52V2byY4fJTBQ99OY9Xxky11VTqw7X4qIeW9fPxfOZ8p7xl8hRdOShyjE8GmBSVBgX7akPMfxQ6KbNTN/kANza7EHZMDbH9z6lc5G8m5M9hIQh6c3P8UbuBaDDi1gcV8aK8YkymvjAk3DFhgnEY/1XtHT9GzATl5RoSe61GXhgr6SwEjtpyRWmV9veDkxzi1vcw8k1rnrDzwJStM+6dRFzMBuVhBoueHb8hpFTDSZ7ubyeToMD5pdc1ux2hgEc5m4XtlO3X4YiisQ9SJC6T2dlOZLjIKXtmq0KBuKV9NT0Us9f6w4UXfeXb9TuCcUcYRCfSuG5JauEq5+yQ2QkHBxlDeVbSvZNKna2cNgYZAQ6AhsAMB99PxzqWPzn66vLp3ECIpfT6/fIfTx/DTeNDv6x3vbMmV/WisFN3fX4lxH3LIpSPji8tFn9LQd1JZecu0LXjNh+St/vbyFw2f/6/y0OdnOedzRpqF+7plx5ocwA+27ZU8/HYHywL2FAS55sIGmZXVEzU9gRMHPvVGvjxCe4kH95GDH6MrfWPUq5rJE0BH+9oiS8FeMvAd6UsZ34vQCaEuT9bxVrJRDlLTfnAn1ohQvkPPEOX0OJLvEmsyoxzn3qypiBUThqeeoxh/u4qs3/0zkHa7UPp6zL61iMlTZXFNZZE1DrtoIoSDecVpjNNKJvjqh6Q4Ey96wGgJ8ZwloZL2lEPWX893vg6QStIwOQWUpuA8RaYgwremb3oGLg9NPgY310nIGSkCpxobRJp8JxVczxCP+np4V6qYZAA/6tnyySnsN7l1VWF7UGc9JiftQ5J85RlgtyFLZVLewEiysEo+ZOrvHePVcjUEGgINgYZAQ6Ah0BBoCPwICLRR449Qy3/IMjLDn+2wwpmGL+VmJw4KtS7eUNRni3vRbHB/pyqVZKW0IolCigMJdZPfWYEVx3zfFENW4VmXS0rwQ1vIsvrEDtK3WbOO8p8fX5//n45yVNrpXJXVxeKR1/bA979Ib3yXIfkxHLCFYHGKmsfojzDGLPSUU/Ih3jhiw/E3SrfhEo5hCA0H93KWp7bZk1HBqzR/VXkp+4KcL8QkZW755YkD/9DsdQyTG4ITYRyVofSQgx8jn9rPDWclRqOtQeW9/fTx5af/o1zlWVrMSvsoP7XNL7IWxYRyYTXLtO82aEL+WUoZUIT10w7K2cwjaVQf/g4wxo49Idu1ZMF4b8MqTtFxyPIV+iqjvzFoXHHqHwtBjXaMISsMR1OUWKyej5kN2tRpvgumMqzE4Xxm+8HEeGBsXMnbbjcEGgINgYZAItC//ZmwxYjU4xTdjnc2Y5ZMe+RIZvpRTfzxe784WtZIeSylHsar4ZgmGePD09/19Ls3TRbUmIbx20N9S0xqmheQ8RDOh+vlPzUW+j/qyxhjELI/jqtDf8Wfb+0+L9oCmvEWY7U93kPnZ2yCy+YEeUTFegiydA5X1emORkHSGCvwly2t0TMIjOn2y+jmaI8eOsWesayZzv9hbGy622XKqnGbkNdMo20Va3v+eWHKHelHN000+HLD+SXx9G9dL2RMhwzIoyM6n0JI9b5shkj0XA8a9zGh9q4Psc41CZ4pZHYb8LnqTM+Qx/aKZQR5XqB8qkdt7Xy1QxMU9KMNWuApTjwvyEfe9/GZ4hBxCMFzyUrWmGwNduNwdZvmeZOeJaGR//T33pgp71e9M/zT2Bp+IJETPREiPh2lWNWh75NmFtMXBvsj/HAhBRMh/vzx000TeiVnTJSlvnheef4/s872i91yNAQaAg2BhkBDoCHQEGgI/LERYPTfQkPgmyBghQklWMFKuowqFxyVCp51a0dZ7Uw5QzlWE7fjT9oaCpONOak0xT2MWFcbZ9DozuDpIlmBvcgA4RnMloHHDd76ScHzt1rlEAWN+IXSOa+sK9laUBmfrOoAVxUlZzPng36Tgnv1tmqaVYwS+Ua4qkKtp7oeY7XG1UbLJAr9+GFgZQXwg1UQKm4YHDPdziNtSEbLte/bhgIP319ktJThDeV+IytkvF9lFFV6WgSTFfxtOgwTK1Qw+tyV/yvf4dVKa39fUBSMlajkUafzQbPyvz7+H4ncb+dNK4m2/JoNGe0clHEJR/eD7/MtWSjAsDyLpuZrUynEza1j5C0yqUN+2W7cpmGsOia5nl9W8XurbxlUYkv3jsTwxI1ABiGeSa1afzFkQLP+JU+o1HIT73SxFZ95Wp6J8rneqFG2mWQyCHX6ZrDzl3cWANDWM/SGor5sYbDx6rIsWybP63KkjdTtxNQVZyN9MVbtmRaQbNqxIdAQaAg0BIQADgnetwQds7vkyC/GYfU7PZJu/hsESn/F91Hpe1aC0/DyRwB2l/hJsvD2j8A4KgLHPC9Rmw6R54tYXD1JkHEijhki4KPxQ8+uo5iYEGFs5Lx5MtmrS6GT7MOIy/M81nHjc64lzc3wMLqQXkA+nXns7Psrf9xZQkD5XB6OdZ6g5/uk2RzUyzLW7CapTYAzQSvGS9yI9LgjWfXIdsbsUsIkxuuLszRlfCXocbzTk4YRJWMXCjgo5GvGhZjgL8xY1Wi8OdYZuCf5fa+Olwwa93j1q+6R5eEBC87XGOdS6m1I1XTH5/DWJ0W+amKflzy6gYhwOY6Tdzy5z0+SkbZLj9zgdzxQDzfhxWreD+mNU2580sRkipDTfyXDQ2NdJjzHuK7Id1yUmZx6j91xsr7u/lM/w5GZQoAPek4ZC3dYzZA/GO1m5HeX5NIKYCYx+h2nlsyEjWjfkocx+fV/FSO9p2pBngSjtpXHg2J02agDqOFidn0wjr/iBI66ezLRpbxrne6KHiY3OU1SafLXEfy0E70XNTH+Kd6xQ4LqSszZseHJ5HJL8mnMG+GGQEOgIdAQaAg0BBoCDYHvDIH3tKHvDIxWnG+FAIqX9C1t98YM7VjRiX7FajoU1wyoWWcEmjmqOk5DflbzyhGjACs1WT1IOu6dGXD6KFhjDNo+lcb7xLihMocyjOIZSd/7i5NbmFqrhdL4EcdAU8pcKdhHeYYzlHrMVRtTlFChQVbGTOpY4b2Z76Jmg1w41Exw5g9Yf5XB7WFjzUyi2WjV0bU3tFnhxmHZBeQYtdGBgUlGUjn4rznTfZy2ozM+AS3RVRmvVyZJcL0t2EChdnSXQQOj45Qxd0CpM5DBI/lwXH4WwqADpdK+olF//PTlT1qxEQ7RETIknggYn3AA17hOJBtHvRiqMKzq3THAX5m68iGNyuVrtdePv+l5K0avMe3N16xJYdvpXAX1mtFOeaIBTPyyLt961OVof2p7RIxhLTQEGgINgYbAGwi4X+ZdqnGKXszuynSVveFxyrzloSuKnrCWPWJyWKPMejicTL1caznW7/d9hp12OH48SMDhMe38rWlGCRhXqA/yIKC+e8K5xldXJhS6H6cy9vaUGntoBWQ4/fqyHpeMMQOTxdAbsv62U6M9xZiMWvzl48s1J3y+27r6scR2aZZSFpxfxlXzeYbDWcrDbz9G8xy4w3bj1Kc0hq1NwWM8Jlys6wfLvF/vMn5zud321b6KTHO1yTNFYBzYrW7NMeoOrF8lGcUglHloq+wrq6YZD4NbvDtog8MguexsxbHJ+Dvyv4yfh5nev9LkjLveHfV7th/7F5lucmzepE/q7UdrOrtFZSGi/UKdSQzoSzhaaWcx8ddOfFZr6x15/Qj91pOKq4bvZvCCbXI44SgGz0s49AML3tHgpHrT56Ue+vxSCw2BhkBDoCHQEGgINAQaAg2BrQicoSFv5dXSNQSkzfFNHf3zqgZWHzDTVwYlZu1r1eKFlbhSt6ThlJ8Ob4do5qzACCdwOKCtSMFHBqPLBSfO2epmzA+/aMa43K4uUZgDkEerG+Qsez5weutarF9XBOwtOHRFSIq9v+uUhoYXMuKtb2oFxi83t0dYEZWxDmVUDrVYURIlHBCxHDiBZcy0k7+/y8zv5QA9FF6OlI0jbUOGyw0OvItXaMJX5ZUyHS1B2TcF8XF+5dPpRW31qm8do/9fVSbLnqtNTDnqdUiaGe6s2KCOkXs9QMU2Bq34iJWqlFmxg9XVhY7bTs8XmWhtsQ1iSbN0GOQ3Z6XuK4VyYoytbB4T1IK/Z+c/ZEi5M7FBs+VtnOhpjTPGd9xURn2TtzcCjVOtXCO/yhsr+MXXZa/ydOUDe37CUsb4uww6jztG3XeCnmlvL867g3peCjz/4s0qniKz63QpC/c6+fuEV7VJfs3202PSzhoCDYGGwG4EPJ5QLo8Pok/PnoKeZTZMvJcn07rPpw8shvro2HWtuOQ9yFiPEXT+YEJk6YMHfRtjAn7R/w1IzF6UEonsXezvv2uceNeWy/SDkvPiVZazmcuN0p+7XMgKZvFbzjmHZpFfNFjpzMRAVknGuLDGYpl63BUt1yOTObeGwn8yOfgiQ9bfXnmEjvp7yuIxlBxyVyaLaRwHfDjB2DHHu+bQnlZDPRYL5+aV1btTYWv7zLwexyIoZT4WvKqZEZjI5O8YpcwF3rQIYVM+AOxml7cXj5QDx104bIWyqnELxvNEo00mDclGW5N8r87VnsYX8fQYmijpKziBvXrYBZnCGvr1r6e1dsZ4Gof5lV2lWAXsd8coV8HAbZJtzS9/lUSxYxTZY0yeZRzlPemSp5wQ8tZEhYd3k/q7UjCJmRXT+vdmvdUcxufGwbJodT4TDVynfSraD6uRr16RXCar85iQp0/2SWfCg7L7+7//pefgF/nz0TMUj4P89t9SJzRJeO4d8ElSNbINgYZAQ6Ah0BBoCDQEGgL/vgh87kj/3xeXJvknImDHq5QWtn9+PP4pB5BUKRsgfpWi9bPiUXpQr2aMGwdlez6YFZ7r5lA29ROPG85ftmazAh1xB1m8ZsPgV/ikcYWihdFA5ZQBKBTJM8uKcWhhZrAZ8ugH51ehd8bIE4WjMrYRA7/5cNOM9C/6XV2/8+mm71QYqf3ctU3yluD2JsU5VkWvOeqWKIbDcOtLkxaOY5C/yw7UaZ4XcH2wQkeGWqG7CzJvx7y/fr/a6aw6tNFlS0mrNKqeXBV0lTGZf+tBxlCcog4VrfWMgxS3L/ru8RfeHX2ZXw1MMtbBS+8BTyBYekYG1OcvfoLvDQdwlqFOS/mJLzKBrXDpJazTbj9nm+vrlZUxUHqX2na+LWVDoCHQEPg+EVDPoT7zNUy9119TzceU9zMDgG5MS78w0zdWnTyOL3a1sBOEMfGJAZpML3tqF55+t5gtDLK/QZ4835JvSxro4UCkf57BZ46McZNMmoCGE+ycUDB/wymacgRS5TujGXmkTgVL0MpxBTgdrIduUKqxBKtFO8y3tfloqgUjjak0Iu9Kds6JysU41s8lrrj1YGexkuW3UtdzHEkhudBX9dvcSl1vTDyuS7FthLxZQimVMdVUuuz1PyQf49L5wHeI74//0adm/luJkKvU5XyWt+5Yr7eXuef1ih+r7f8qPnK2nt6epsV/aEx+0xj+p1tMtkk9PVJLVlb/a7VtTDh+lXia6hmxMVHkqYnxfD6J+gE5tqdmBfDX5/+r9kdMCw2BhkBDoCHQEGgINAQaAg2BbQicpSlv49ZS/XAIsBKwDjg+HSf9GcXzxnfIWI4gdY9vKqG04tjgN85b09l7zkxfHIE41OyThaN4XFGmsGSwEvcGX4xie6kvpQ9iqPqwCec2qhyz+XWUccMqHEYmOd06m8wSyal7Jo4CDxMohjHGtLvy+KoYLXBMgvl7gTqyc1Jba+OwBLyLZuuj51PgYR0in35miwFFsM+KELL20nWFcP08cP7izDOfPlV9xsx7qAQL/bVQOoLVYsh6kKzwwHHnLKxYX8vbE+Y7wDGDmzJDp7+3dubkuSpDpQBlaIRRmNxgWYeQmW/PUfNfNJs9Vu/WaapzO3gRqQhFufxg8H1cVgZo5juz4XXMEucxIMgrjuVcB4x1nrEvrJlsAf6bArxrfJTXocgZBqpCKeNUVgfnxSEaBvxwjEb7KjlcD37+Jfxd7dTf0EseXaKpkzHOVZqHeLitYwgkHTLnUafegpD0gU8YJcdG0lLOAiGpCWnITIMh0PCsxIoF6ppnC8CdvP1pCDQEGgINgT0I6P385KWq1zhjoZyUxjuW4LGYVx4qTfY5cat779ZdVt4aHumTeElnT6gc7q+SieJHtFn3xlakd63k+1k7TFzVzz3ITnfzwjDpDrlGHz2M665Ew3S+asx2Y9wG0RizucxdwvFJ1bdJGDDjfzohUracYjnMXclZl7ecexyoMrNrCFuushqZLarnx4dD6t2Vdrbxri+UCdlyjNAlGJ64DI6inuqgsvqzMNSdQl1nEbP4N5xX3ehKadVnWx6ygSO/6NN9wh+wWBmT4GR90hi0jJTxRIdPYprHjujMCdj6cziUU5MMLn/Wr56MN8rX0c16LM4pBrlXxv0aN2p3nNjyWDqA25RoFPhG1DZcMvLxXlEqcdZNYOZhz8tzIBHEi7EnJWPl9ZN2RFvfwG1LErBmTM33WHFMs6vQXPsKnmDFGRNe4cC23Yz/iI9nnNhhSHyHsVuuaG3oWzfp0df7n8wl8wX/goTrMnZQemonnCef7+nwpMK6i8z+1tHjcZH1eFVYsAKad8RdeBge5IGldHO+bfvx8b9CR/WnCr0J9MQ9cNNtPyOlLEcky2cM3a40UH/GxbuAVXSt/0gXkpyPJ05yyav0IJSBpvApQWXP9yuTM7xDWuoTFoC2jaM82sunyfEphWtEGwINgYZAQ6Ah0BBoCDQE/lUIVKPdf5UIje+Ph4AUVVu0cOJhPKAZoiFiJEnHpK5P1mpYAfz4nW2crG32sMvwgSMWA8j5AV4qo8vSa4tcYhCyQxhVb3T/PTlQCuE1Vx7i8/cep+Rhw5RxtXY6SxSMMeuEk3A22cyN3jjyEK+n2g5Gj7mQzQeD0IdWAN8csSzfK63A0LlsONiTn7Te/PlQU5aJSPlxovKMYDiaC+N6jucIw/H+wHbe+rG9dhpKdhEJA0lA3dfXPAlhxCQMyjpflfPZyx0M+WFg6pOGI7i/5mnLlSEYmY+VL+mBLfXLj/Op+qFA/EijM1bJ2Ojky0N/zFFw+T1ZtkU8RKhlagg0BBoCPzQC2eHE0f2Fx6KAond63j4Fo74fWKert7wcAPTfX75oVxwGigoxVjxFGBOh12Ky1xXvUA6WVsmTS6HDaUsfH1m2/LUTz30pI7vCa0tG0iATOgSrWSH0dkga4JPlzLg14hONp8hHzom7awT7+5YFCltl6bMOz8CXOeB/Vhvj28R8QmN7cFp/hgVnFDsA8SmPMwPy8ZMD2JMht9LGCcx4jN+eEm2lD+5qY2XC4WquIoKdv8YrcuDYPDOELqQy673h7yavlh3BmOAJTinMZ+AVpUT3s46tdw0TGF8Dzy/a2m+apKnnbTLNa65TYnD2elU37Y2QbU8ISfe66xNH6JvfPggPPe+DtpK4bH5nf3upG8eGQEOgIdAQaAg0BBoCDYE/JgJtBfAfs16+Y6lQrMKYEqtDc0tUKZ5WwDSzWitxwwCXRpcT4JASdZXT56lvDHn1aNE/9bUxfzVpn4FhpzxXZg7zozysUEDRhUYYq+yQ1nU4/KYUY9JuDRBiFrWUVfPo88VMal0XI1ki36c4eobpIb7lbENCKqgmlwo1F5Sb2fzEHSunjRzOqvrUNlhsF/i0wU80OyMdvPrg5GAO3sJkBEufsDujnkiv4Hx5lLEUwwQEzYt13NxTzU4WhxrVDZeZfLE6YU1v7+9jnGHVQKyknZLbbckyhLzkvd50jkEjy8D92VDKWe5friqjv+esLcaI04r8bmXPZBlrwpS18O0LUSd4Pe8KxQkrJWAC/hsD9UDWNOC8ZMvykQgTehSCd8H7AZy1c4C+IT7/LPWgYdp6+rtmlA+cOKZ826VxKdymdIbBrGexnUhL2RBoCDQEfnQESj8e7+MYH7iLKP0S3dhgODPGK8cHM2OPSK53tFZIMmag/4meSG9+nby+u+kP6Ce0+u2nn5RF25J2Y5fsF/MI9f39R8gksjrxRCid3eCxp+91Px+UsvuBXoYcM+T1lmPkp2zH+mb64OtF298+/6wSaayFw2ark25SwBpnJXCfi5Sj+Mm8EZmjDU8E1GcbQNyO7Ww3C3njVlW/HuOIPytuvVKyID5JK/PNyEpdezyqscvjVzUxtpjNMeNMnglZHx4vavXvRQ5g/dhzJ9vDRPIDUbG7ytP1yDiYZ2gtID8YMXZWMQtMa7m23Od59WNieaTLECEc+zDE7qJP/BAsh7c1ZkUpWgwxZ4fCu4wNkfMxbhtc6z0Ed0vhd9KUHIB2InB+HpmYofo0XkggWaRPef4J3BTPZJeHVpJf7mjmBMa4n4GViZu+wdA2yx/abh+Z4lvWyKaftpR/aIIq7ZvnnhXgUZs6KAxrO+LO+6t3RVSUSXLuS+GUiPh70ucxbJQaAg2BhkBDoCHQEGgINAS+cwRijP2dF7IV74+GQFEsMZrJWYlbLALGEbbViitvtfW26Kho+RMvzcC++tuxUupMuyh6Rd18m92YgJngkE0HcCQgGoX3IYXX36hNjW6cf/e1KHuWeZZ5SIBY8AXnLaaUYe6JKyvE8AwD52sKcaSeK1X57nIbmNfkW2LASkYwviHdb7P7+irr2pHrlvu0tNd0iyzdRov8TB4YWZN8Z6XucNKGok7q7QFDBLPhCY8rbWUu71SZjpRVbZTJA3KsR32GIRa+87xrmRAQg522NbesG8prPDHWYawtONckF88LfecTBjZ8jbFImn17w6F+Lbj2sYuMZm+yTSHGSdraNEbJQXJceQ8UmU2xPp9lMbgBNfhEO1b7MM6DJO2iIdAQaAg0BDYjQN9RnHN+t+rS/T7HFSLd+GApnTY7vf9NCbIvmEsLs2BIyqc+43DR6kyH3X1jZJv62/eQ6n+KY2NNsp5OAgKVyLU9b08lzzwWFck4ipLKmZPeMs3mo4hcb3/Squn/VL/Y6xGb888mzBJm2WcTLtyIUUfW70LC6VseZ+sWY3vqzOPtlGsqC2OLtfEF5VEbYxKbtoEOB/AUrak4aDNuYywlneqqbYQ9dlzjOUVrKY5nkxXAS2nqe+DDTxMZhRMa5XkBvGI6JqvM/b1d6TLzQWNw2rYw8g5Jkoctl7MwZ0oWMuDShSpueMnlnXWmpQveuKGpQ64om45+z+TxhLo0PSijj/wkucAtuHuSiNjGeFasdR5SMKlXvK0bMMHxBDkmYVBdiqFle8oB7GeACcoKft7gS9tD4nDco6+TJ39O+1l/JEPaQ2hHgyBMYhJrYDm41y4aAg2BhkBDoCHQEGgINAQaAjMILGkvM1ladEPgHQRQqlBapKTfZBQrjkOUPDuOyix0K4CKsQI9Vn62sEdprBVHnfNN0qe2Kuvjaf75Q9HTeZ1nC5+5NCivMojwvdG7eKJCpu8QhfMuh95XjAfamtg3pFGiEKO6H5bBSit8ha0xlpJomqWUOn+IZxglSrnRuo8G81NmMNNKgOAJMWiPgnGl7rknYytg6P98KPJ1CZAThVjZLLIMFzI6+bvDpqn0KU/Jg5JO8EH3YhVBxK3/RVZ+EVi5+fTKC2JxxuJ86+9nusEx68OOycXCDrIVjh93PRtPTVZ4fGGL8FidkWVyvVYkO7Rk9HHTM+8CwAT11yiMQVHmdI4CdGBdJBK5+vqVBjE4gCVNtqts9NOJFesajbveFj6aRpRhNlN1o64nUCiBuqnrR+dhHFOzkWM9tgjMxFuOiXAeaW7w5hvetEuBIx6DNuF6pw6yHpAJJ/BEoL6q37j8UKDOzct8MEQl3Ql6Laoh0BBoCDQE5hFwH5m35TDk1O9Wxkmlr8s+VvHuT/KY2bYcvRL1N/UCIqYOlO1Pr6Ujv5YVgmMyjIU/HnL+Pv/idz5v/gh5HOfYdu0eAzGU3GPsqyZ7GYfsO/M4RQ/eCQj9PM6jCBnLFf3UWqD4OZYhrfHWMRw/8Mkfd7cFJhbyrcyv958+7g8mofGd0Q3CzJHPuvY3bkHO6M2lHsYLU+oWLJDAqx4lD6VS7Tt+Gad+nDEkDAWNtT3eTucdKap6Q+61oAEG+lAEjS2FV2BeZ0wZ8ljudfnIwz3RYdJgnoNTjmVKlmMH0Xb11bgTB8+ZYNmQRzrQNb4lO5PyQLRrUrSpVFbma0UrZZ54fkDW6CKPdoC6833k59/UHuUEZtcWRY8/WXJAoC5LtDEuwUaOVtpaV08hS+gtkeUm/l+kW+QOADlp03Dns0f+ikbk3PHX36wVDQUmc+MAfmqVrcethW4+A9Sw34U6uWqMHO9KyV2qPvStuKYcbwW3TcbtoVNFmX+WbPo0kd/HscI2sIGTxtrPf6gMlCW0COP9lhDrmdkFInc2QjeLncNK2YUnb5PEb51aS9EQaAg0BBoCDYGGQEOgIdAQCG2h4dAQ+MYISImxAsMqTpyVRUm0Io0hDuU11LL3BYNO0Ed5s+HEDtJUIlGycOCgnGbc+1yDArT1v6yyMHWXMemj1oXziNnkZ4QwMWEYyjK/UuUOG2x5dvHr7X0xVopxruMA1jeWKfBLSFlAQIq3VhyQ7pjySttAJacErFbVTwaVCK/1F0q7kmkrr6cMNlaqX+RbikB2/YrB4inDW3BTCSTHlgDOGCeX6mSSDkYTHM8q6VZnX8gGL1qCjBq7nITFtEJdstV1aZOUc2tZAedOeVVD2wJ8aK8yRhWMt+WLVDFRhHP48TyNAjRNV4L5nRKO7pt5jtIeuMSIRP089T3ewH5MJHFADpXTvyLlgfJC3fXhuknaY57tuiHQEGgINAQ2IcBEHY0P9HJWPxv9Ou/YeEu/jilMs+tXNnAgrR125b3vznTt3a37WpXsz1vAwn1Fyb+B5VySuo/yDjseC6/JMqLGaml99kAC+kY6aUapNl2SN/KrbPSNcpY9NTDMcdsmIl0iygFmcjLpyBjorWDMmbBFvw32+dtH1eM3j+FidL4v9zD15cZERJxRGqOB11xAXss8lyDitTeN0mkFMEd0kw15nDPxSH1G8sR4vm5hy7y33Y3ncvNwMonSri+stqXOzgwqn57fy4e+zf38j8BslnzUt98pakOPm5y/cpSzr0+4Ed9snxN8H9qNxrvSePw/mpA4Tq86DP2bdkS96Zf1epr+LbI8lrQTrbJ9yHEO16wX2sxQD+Qun6Ep9SZ5jr0LxGIxIEOM2Y0Xq+CLvuNsbtdFBvTLsnuPX90VXa7HcdXtt07RVJ6sTPZ7jDpCHnCELH98wkULDYGGQEOgIdAQaAg0BBoCDYFNCJyvgWxi2xL98AhYf0Gh4SQUGztTvGruTHRQ9Eozt7aZq2NhHasVQ2FmS2TSnhmSHlt/ocAx919/VeS8g9Lp1R6wTWMK5wcDHDxbWPm778MWWkNDHYYVnM69JCXZ7sNNCvKVldXUpcjBhxUPXvVgaqx40LeWXecosGXmvJT7ofI/xRrEyFOOwUVbImNW+6oS3I1g0CkK+4BMrrZIvgfLa9kpntTyUk9rNhJc7IEvshPIG2fb/xal3/W0jFeWHh6x+qQYzxaZkUs/G35IqHYqY15MTVjM+HKTlU0XrySJ71z7cVspL7UR29Ahg/6X9GlYifsvrBQR7SGSB7442rtnPbNQV64vUdIRenw3t67HTDo8Bv1hXHXV0S0rnnUr8a9S6bQuAWXEMDlKafmGuaauuufXvPO9Af0WGgINgYZAQ2A3An734vxiG9zoR15o+H1b+pHx+Uvi6YiLHa3Rx02n6GPdR/mSFazqHRlLdbezX8pjd2PziVcH0i+5s82+qOewTgi8NIbLznoiQ93rTdzuooZjBJWW1dKUdtxHdjnmT3DLXTTpDefczd9oFZldE+Bq2uCi8RaOzY9/aIwZY6I6xaZztynqT2MTj42K00kA0Z8Pyz9BMdsbt6gyUfJqRK0ojREHSM+0W/LMBXutws12kWxsaWwGW5pBJROcLYHqrYyu5jjuj0dGr8jUseAY4/yKVCdLeR7syNM5DnJWt39CiN14/kPl/ouoS7/oePRnGWWpaM5K9XwweZQV92rnLwXJHO8dn8ZDdVn0aPSu/NWUraMR4eeMSqcWe5yNtzEn0dGg1gpJZUdb+9C3pi92aMIr2n603cCNtNZdNLE3nhInm/ljZGfubY+Ot58YMwGI8uo0dKeqXokuE2U63U8sohTbee1PiVy/fNzuN6EnR7gnEcEXzlse1P0cW46GQEOgIdAQaAg0BBoCDYHvG4EYeX/fZWyl+4Mi8HzIETMw0KDYhEOFM35nhucdda8YmEaEWYF7KUaj0a1jlzawKKsL8ruU/6KwjZRqeJ61+jcFZYuxp4wMHc+8kUcp/Z75rzK/E6KIcpszQ/qB41CHlUq7qrxXfdvueAgGGAo8e90rVaGWhswhZVLzksNoc00j1zDJpivo4OD8kHECc15IsZ4V49rjyqqUrTl6msa1Ktcem9FFK1LhfSiofSAthqN9UsvMJb43t6s9OeE3XX+r8ouNjUtIuskmEnx4Pq7ahn2PlKuyTCZAruSyScBJKsNIWrR+o3fJME27agg0BBoCDYF1BPQuPXPsN2ZoR2n17h9fd+lJw0/9EgcGU9l1dGlOOCmi4IR6lvHTPjZyGGo8dfGuJifIIxI4OHB345DKiYP7ZCpyMM7TeOucoLECO8xc+WwME7fQHfYGlYJxFJ/wMF703W8Ekbs/+TTItB5zhPLthmzHJoNGadiH5SG5Do7hBkIXncQDfBrqT2oXjNNEu7TbQfL6wuMsJOJH3bEr0RkyDZhIDMbWv4p0OIDruy/njNE8jpbw2nLZv4HO+5LjrYiraF/dzrY8PbxnKE1itCXPTvGoE9ebMLv+LNnmn02SPWjXwsm6Tjdu3slzd3Lp4HpnTL/PqDdpGNJrvnlw2ykrk71zUD159Mi76JuXoDFsCDQEGgINgYZAQ6Ah0BD4gyEwPxr/gwnaxPneEEDtjC152d42/KNStlCOMUZ45jcrAg6WG+VJ4XJDgdN8YuwBun6wbTDrKsyHGBnBMITdeRRkhkIRTH1YMe+EdMDxHddwVkom65EwwOmFYUP/5BANRziyhtxH+KI0s+VvOO7YZizCuDgYVGJrYPG1s26cYht3thDEGWpHswxk1CgGCDvk7uKOo7kuj86vN2GsLQQpO9jPhwmZlN/wKavMTR//vPy3N/ujfl1p44pjq0LzUD4bRaKO53mu3KEdeSa4jCaWBbPXfKBuMXgwKx9no1rdfOKJO3yn68GWiGQT1rSRcArzvGC8JS4yIofTcUkkD45WAQTOkWbwN7GSbBFEQfQI9688HzoBv0LfN1b/0JYxKEW7tiHOdTOd8cIEkK4Z6FzPPAsX6lbRn6ecPa3Y/pm2zHOrfJa5COxyOSIyUF9gosCTwXbTrATuwyv9uDcTn/j1BDacJT9qK3/T9LMueZ4ICaO/U4b8AorJFAOwnLL9aQg0BBoCDYEtCHiiFKtZ6Sv1PtWbdUu2Ls3S5L3oQ3nnM+5hjEm/qKP6Id7+sMLxaZZdP1xu+Cbv95Rn3E/ktSmRaVsQH3J63Kb+zyMYJgsqJsYKG+i5k2ZskP3ZNtZ1Kjt4iiR8/oH+kJ1A7neNd4QVpQ786lxr55LHsuHQYfQFlWUZO3gnSDMCQvsYAABAAElEQVSevWvV5uP69w8+A3yREgFFXNXbA2NAyUP94vwSQ6s2okKYnjBZ0c9xBvkpHnXF6l85hPr2NSrjoC3NSKq6Mx1lDWc+WwdXfCez5f2Q3WUSr5AD5ybjkkwzSWAlUuiq/p5Xti6WfJLHDkOP02id4fSKZjfiA18qB1yVXi1Jp+y8tPeJnhcx2oraAGP5337VjkZ8B1jpxTfacz47I9k6kiqXxrxX1SltK2rNQncp3jqhnVGHrhNav94fhNKGUirwQ170i6guMFIEBTS4yMSPuMwFoe0hsCIv5RQd05MzU05g6sdRFTlSJEtW21qnpCizbTKxrojsOlV+lRVnudu9BZB4aszoik/0Vz7UDHbGL579FDNZRVvMqzOP4K/JD1dtAX3Vs+mHLPAE05smN/DWbqEh0BBoCDQEGgINgYZAQ6AhsAeBY6P7PRxa2obADAI4sYrmXFKE8/CJEcfaIErQeSHUJRTHV8XJK1NRmENzPY0pettD28eFEvxK1itx7ag8saxWsDGWhKPwlWsYMb6kgeA1wY4YKdHAycxtFXbaoNWTs0EHx9XhYKuAc3/9Cq5ZnxzrMMTTzjLPPh/G1znWz8mbs7DX6ZDCxj+VtzcfrHMhhanzeFC+0iYxQK6FxB8z75EV7bTT510r1jfwmpZFknuF9zo+5I9UNKD1sk3zU+zASAXFGd75bIsd5bNNZZbo+TfAdkaynczotnmGOJ5DcacALXlDoCHQEPgOEOAdqlGYxgafY8yHPoE+buO7Ovuz7K+c/5w/lDGcVZJGjg2PwXeTZiIdK+Y2lmeNvsjgEPuQY/Px+F1O1xgtp5xr2Yf3hfdZuOFI1Bjz8fWfZYJq1uWQ4/IVGOFUYtcbHMBHaPQcYuWvxtoab1N/7zfacBQurczsuU+fMSkRZ/LxMWNNl3EgzwqTMZigymRRAvrMlhDjyPv9/vFVDuCgtSXf9jRI58mRRbLVnFnndjjunQa6Sr1PYMEY96+3sZzs4efOePdkaK/9r44/do5YTPC+6FvTfg4W5POkVu0m5RIkbsfYbshlwMSLyS9MAIqWNshYHMDxRhrc+fwL4fTl9vPH7arV5rIRMHHaehIr2/Ut6Zg4E2X4fGEah4ZAQ6Ah0BBoCDQEGgINge8BgXVN4XsoZSvDHxIBlE/PtEW5l3L8ZLWk1nTauLRVuV4rmZVImnk29TAQdIYYz+7VbX87CiNNplsjvH4/nJPM2P+rysXK43FA4WT1CbOiuTehgI6zrFzn6l9WU8RqE6mMIssv7GKUX2X0N48o7/FgkYWvFWhmS6sQLLgeBPDXL1bMkgQjmGY1v1VWmKC065+MT1FjpV4HzOGX9QkAYJ3X44TL1xhM4Hct316L7aCXaJV74Ewdg5LE3mfUpJy4jvu1GeP81Gn+KEHcVyRBZR1XR9xY+qv2yraHOPSN1VIZZ+iojqNWihwzyTL6AqY21rGKRC5vZctfpnk9Ipd+VX0+tTLDK4AGiUs6txLqT5go3dOGnUHC4QV0K9rDm/VVtMX59qz79ixgJMWImQZA1esG+uDIjxaQW2MGdyar0LZaaAg0BBoCDYFDCNAf0F/5Xcw4JV7XHOk54m/dh4zPl7leB+/+5bRxl/4k+82QYJgr+Wfs+Drjp4+MFb7qd1f/99TuIjc5W26aDHX1hK+ZMdSAFPwYvzGmiYl84zGJk4Pnhv4t8IYmpf5NFHOcrFFPwuC7W/4kz6C3Jcd6GvprOaSyG1/PMEpBfernSa3seER/7hgfR4lfL19wVB1d5Nj0WILy7gap4kH9KT/6xyPGqNXNhVPwLRiDi9rSVfXmpm56R2WCWKwGp23dbr/4ucSZC8VoK2OxUpbQMfIujkQyhEwZ+/7RJSvvisBg+dmJVdLWHCRLrLQNpyuybHne9shMe0DHYWxIvaKZveIW7zpukIz2lC0SXs4R+Y06ce+EMp43M77PjX5PgA8BDBIHjl/13DNONtIW7ew6FPE+mA2y6GdGKUsm0bUcrg+1QQLvgfqXqT7nyPMpzLTS/HoPu0jUl+SRTYGJ5fvfkZ8jaaPaEGgINAQaAg2BhkBDoCHw74FAjsL/PaRtUn5XCIRjS99UlcKHanxnZai3iMIYgbMmlK23Co2C2ymZKLppYOC8DijNKFwnB5TZ69+0bViuHK3p6/HzNmIY1JBnLFOdduO5ymudFiMRjvXJIEwo60OGn6JoTybbENnZn8BZW7dhWOy3zRILb+fWlw5jazjbQ8HfwGIiSaykxDDnMgq2WWquf0jAF4cZKWdTk3A6uGpghIFSxlORWFO+7QRlVbSMpd6meAfbaAnwo/1STo7rPElzkVEXB/VThlpMc9p50vJybz4kLkzEUNtRveXWZ/N5Ju6IDCs3jM9GnNny7eOqWe3ss7g5hGN8AClbSMN/EDkmWHDEgGp+cT1OVbfhl3uDCNWR2/QSU+qRGkXmMEp2qSeM5LX8L45w3ieQejEMD4RqFw2BhkBDoCGwgsBD/as/QSKHE9vOnh/oXxgvMO7cQ58eIn9nSRV9Olvs4vzFsUF/ROj6owVWOB8YT8QEvhijz5VovR8eMrpqXH69amwlmch7n1qNN8zyeuW+lJIE5q8JtsZkfvW1xSG5BZ9p6tBS6Bxzb6rcjAdZAUj9nRBiO3JNgGBS3EF6TyZ/6jvJNxS2TS1pgZHw9nMoecJZKCewwGdT521BLZrKshPxaImWOY0nf+YYrT4mhRjelYklA4RLu8iEbx8pNG0LHUfPpvWGeBLGz2K2ZSYoe2Ky3ntGynlSLoP4tlQhgciInCd3e6ycZJNXuXbb5r10L7pVSprp+2Ni3ce8cWaZpnR/ocKzJkdrV4532/dWMY2XdEcmSz9+EVcmEIOHMJN+9vXxP8Jz6zOxlWlL1xBoCDQEGgINgYZAQ6Ah8L0j8KY2+r3D08r3GQhgZ7uxclMr/3CM2ghnRmzDpO/e8E1cVFIrPAclsDJZK5icozyVXzq4pKF71awdKpp13hmRDvKts1l+lDS+RRWKbdzGiMaPlb/lx413DZBW4INDbySyal8iOaSRQAZPnM++rm7vOrU7SyXD6IIxQSsldIytigvehR4Ku7d1Y/svO56Ra17BL9lmDnKiUYyLVlZ7JUQk66gZ2+4qsPZHYp1phuZydFBD5n9K6iiby9yxgXb9E1tdU+6nyvso7SpwWOaVdz2RX7wuUviDJ/SnQzYdjqwXfdzF+PEXXczkMUbVPcvHtfjhjO0mSkzzm4qluT9sSMSYogtV0nJ5C3+MLDidi3PdtDv5SJO/5IojVd/Boqxl9VJ8G5nVXIVmJn05yhgn0fi+l98x3f1sr3nsbsyfmJeE6CYWZHlEw+8Znn3o8a7TsawAhiDPyOD72KSSXP0rb1xmXSc/CDiQhsK00BBoCDQEGgJ7EHDf5HELfRXvUfp33tX0K7yj91CbT8sYJUZK9AHsWhLv7Gt8DFZzrUq/8ULi3He7xyKMz3C2smLTq233FlJ9usasTzma7AwuIsZuFtFnPTw4eynMRAR9I5jQwzOpD4e0RpPu59hFZE/5SSv+VJqdfxPsVqOKPJkOOqalePpz5FkdX2Rmkmc+He0AxjmXIbAKPUDn0J36ZXKPgbiAJs5faELjYFAbpP5ilyLqkha6Nl6b4qUJhppw+MRJZqz2tqeeJs5oHo2u+Tz+U2X8sx5NRaq4WwP6pFdKMoY96yEWc4/BXUe3fuxGs5sIPGtfVT2uqaqaYpw6keGMKMsm5y+7DhUsa7KG0O2YWLDRKtKndFP2Z/azxrOzA+ia+Ogc2P0OhTLjXupEk2x4b/g5zfSFHzC6qmjbTquIqil5bkHJU16fSeG9o58h6St2AquiLE9g8BAjtja/a7VtN5n6VObTosOCCTAPfypJeHliOhOP4414kZ70vLKrWNWwpkm12IZAQ6Ah0BBoCDQEGgINgYbAAIE2ghzA0S6+GQJW7nIGcsz6x3B01bZf16tmfRdB3te3pMwVJTOsCFxbLe+LKiXw4i2RUbbOfSRsNMChls6tThbxwfDH1ms4gVMB76V66+ypGfnBM5FMcuLpMmIk+GWPXSUJjI6BF0aXDtdaidY5xpAwtiqrnWUYAXASjmUbkZ68LHnY4k0OZwwHyyGU+eCHAWI9xzQ9zGU49Gg7UsBdxij7dPrEhRaQW/8tpX+lEiWVsRYHqcrLs7D2PGBE4ami1HcZDq6sqN9cZsknI95T/GILvVeZ1mJAifLif95uoEBaDBxguyeEI5gSuy2pbT0xnMyWl7ov9b+0+tciQJPfWhDgNh7NrCBw9qjJoEcbKmHmXePnRUkWuStvfCs9ibVjQ6Ah0BBoCOxBwG9mGdqf/PxvT+4NaXNc5PEC6bMTL/3QLIlMN5vgjRv0kIxJ+W0ko4GFHWtK/tC2pJ0jJ7u2EZluzDeKn730FtRyAGuczNrPHIdvGfMETQrC+EpHOyJnOa3fcJ2V3hda0hfKGsn1vC8poCOQtIrvnU+QDMmGM2jgSBsm2HgFVuyjw7hJIgLhoQA6OO6Oj66DbQjgSXySK74BvP9zMR7/2vuouptpn4eKWTKxGrPGPtv6+OixuoukNuDnP9zs7/Beziu5PLmWMX8Ey6TT4VgShNARfpOOoHdAF84Fyw7dUgEhR41bYgJz4mmKwkfvJE8IJ/PCc7z9vWDSC3/gXbZXJtUAAmRA1/t7qb/BzQWaJ91yIdErJGNZ8Q8ssWqbHb5aaAg0BBoCDYGGQEOgIdAQaAjsQyBG3vvytNQNgVMQwFXzuP9DjoxUT3FqsPp3j9NqTRQ18c7RUhQ4O4BrZY40OH9xxk45ctZ4zN+3EvxkxYX4FQOL9TpifM2MbYwc4tvJOU9vyx1U+8fjH6KHg7QwVcaQBQpytF9+FdY6kkLGluMBvCI/qxrhUc/W5ry/Jt0XXaNwE47wxfxSvqkFiboauR4EtStjGvWL0dKz0I+whS5O2Iecoxi7ZNF42Jk9YNhfpFwP6hXjH69afnuCiAhQZtA750r7AHsXTQ0rnK81z3zGxvwzDUdhKwJPVgXo36H26NVMPEc4gglrYJNKBqmcILELI6NiLvCjbmOCAWypgOp+pNJ9ZvVzQQkxpNbln0if+aaOLhqA8b5iUsM4f31N5eD8xSipeNcluw8ol+WZYkAcNCId7Ho0KS/3+hhdtNAQaAg0BBoCGxGI1bhf1F3EOMYTn0pexmfuRjbSmkwmIjEliZe83tgQ9Tu7vLfdD0zkdB9Bmnj/xzHTRZ85dOuQbirU+TON+tuHHAgae+9dkcgY6vrxq8aMv4oZfd5aD5T8nXT6jzrku1YhMu5gu1VkCkkDo8U6sLO2dKAee5BnsUOdlqGO7fpnUI8+2y4zkcaRdSh4px/GgYHZdho9fjGe0rXHEYxfuHdUoCKBysquRzwH8R3orZKlXBwJ4ETgOToWPH4FexX0gc50KeN1yG0oJuOoTPYURtZH3m0LL0WBAzJmuV8SdBF9u6U9xtRIRm28Dz4npA5LG4NnolFx86Mh2SXcRbtg4XCN4BvldCJfRWLPqeukA0J83f7BLt9hPTVW/+NwjcnE6D1qTfotj4/7/MfOVFa2WZZcj4d2I+vasaiBkXSEy4ccwJIDraqfTH6M2+Zc5kdq6iKeTV517Lb+lJwfej4sFElaaAg0BBoCDYGGQEOgIdAQaAhsRGBdi9lIqCVrCOxDQBoO6tZXOZtQZmqdc4NyvY9XlVrGpQdbUo2DjA1sP/2OAWNMcnhNeQm18s/jp1WaWn1yecNwYrLVH7u2hCsKLQ691yCH0vXLx88/841YDG8p22vKpRiTLlnh+dRWcItBjuarVnlf2NoKQw8K9TtBDufO5rdEDQOX8X1nBbAY2PBmDbxIveX1iZP9uFEMJ7631oY9hifjVtgvHlQ7NxnQNqfviTGBYGhw7u+tnyEj5d1ZZr0D3IZoEwdkvvDNOPYOVLuOsNS2MHzR7jGivBE6FrRnyjv5sBUGSmxDGOUrdWkD7j7+dlgIH94Z17ntvfeRbKkbAg2BhsAPigDGdcZD2qXDztmTYdAYxVtAD8ZY9BNzfQWdihwPJ48J+1LFmCW+H8nYoh6P9qnmz4TVTZM0rzv793mCgoIxlfpjT8xkDBkyLmV5vUcdagyvcUfMZxRN6B4MfQ1BRzIdpkVZoIZsR8o1LgDtNZxjtJTZZjTONnmNXCmfxkSTabZEktPSdImZVHp8YimTJpiop79ffv643Pa0tXh+OkE+5URyWbHaiBjjPrcf2uMQp/PEQxZQY/yrOl0ZQ8enc9D+eN4quZwv6/MMWUXLZPR5pW5v73GpaYP8kCMcm5/nJB/x9lhabQydVME6CF7WEtARPOH3M/qGZDJ3pNmgL5f72eRsvxjvYjZHo8U3BBoCDYGGQEOgIdAQaAg0BCoE0lpeRbXThsA3QkCGFRTQB9/jVEv0DFspWneULSk/V75NdEv1Z6dMRQF+WpkLgxrOtDBz6MiqY35SPHEi3mzQYis0lGd4WmvdyXSYnJnLkLLfh1uFZK4iCMcgvFIBHubffaUy48w1T5X0ofM0nSBL8rUcKmc4Bw/ii9RFT36KuJVk1eV4RUkYgWS0MqQy0kkithAMAyeQAMoeGVQucvFtpi9///j5awhRoA3IZGzx91XtHc47Ybi8Dwwc2xEWlOIJbxko3I7IG6tcqb2XYIMPRsmf1L6ZWIAcKctL6tmIh1ep0l4xQs4miyYLB7G4yvh202r2L/f/+vidB8sZyZySlopz+qFMUY9CWEl4OheZ6u4wJH05J93yFgQmox3qrIkIQ5SNPi8se1l7XuSBl57mTvxSPhyxepb93TE/3yMZSgZm+vsdANHyrggjXdDtea2dKT3507gFfV8jNz/4IyQ/rjG49eHJEgeH3tDjZzas2MqW5VdbKkltXFUezH35TPc4FHLt0BBoCDQEGgKzCMT4DLdcOA4ZG8YnBOJFG/dns5cb9BfT4cL4Vf9ZaUfHjOOO9zXU6RU4h0e+w5MKr/4n/bYmcMXEouTBse8PMn1/zHSkqc9JUa5hXs7D+cP11sCKOISLCXUmJVo+UqASsp/K6zimPMNY97l8Q1b93FVjdY6MB+AzGDuPsvnS4wdk0vhKoIUDH0HEK/vPqXyzcSEjK0e/UCg5WRgnsJqU+vPKRI0vVuUyfdHyOEDfNJY8l8vPGhExDix4zcowvJFOVHgSGN/FpMC8IPZYYHUz3zl1Gy0DiOm6g/5M/Y1Y52TSbNMp9yhZNW4b3wlObuVM5rszfgVK5EwZ8hkY5TVG3AMk2hBt6cQgGRjWUybKx3RSnmSe66kQGKQ8ODb5zcg+RWB3HHoWK/T1CRbJ1b1gRCeQg3eMI61r3/nmtnbBUdK4r3ZqjBVh/QUBVjAnyWwgLzzjHWtaIt1Xiu53dQoR0jI+5qf6Q0fljDxVOGWsKyIXfQbmIh3x6R3HSjlL9aAbuFapW+ma4AVffnNtuhLx/VOV+S49hqnh2CQ8uVVU2SY7JrDzTgKnETjvc24UGgINgYZAQ6Ah0BBoCDQEvmMEcnT/HRexFe2Pi0BoVKzGi5DKjI6fpmWlszJRiUcABev6SSuAs1TmaMW6aJlSri9S2G3A6hTtlOudo+ij3KLCDhTsoImSf5XiyxHk7+jhAyG38+6qTgo7iuk8GTHBKGdlFhfXe68eF6s490NTX5DZib/IyY/j+T2+3SrgBXb1LQwyX7SK4Wiwc3THSlUco9QrJpfOCesyz9fMq2yl3Ri3vXhRt1oh5GeJ1sVvLvT3wrGOAbiPm8v1Eq8sXgGMucSry19SDCNsxYMXBpQ3A+KCk7HagjEZMv0R3vHseKUHToKFJ+4I9ZanIdAQaAj8UAgwFrIT+BNKLUeCvnOy3A1OsKXv9q4lR/rDAT3677oP51wy2ZtxpP9THye82IHi1OCuk3FxyrR/HEDfH2OelAx6bwQPbhOr/fKYs8YFOKZ/uv1J89IYB47rY4d8wsgTJ9WmmGh5dMxec4ytz3GiHyxfFLKQ7Gl4ktohJ3yQSn3MkzP20pEX+73y1Ai9nrPziv9Jrr7Er+n6GNphtO23H+ee6MSZ0Pryi8quiQYej04kSYHvX7X7lr637Vm85f3gPPW7YiL/3qgcF/t9UdOuzp0mMIoJqAjJ9WcHnLxMNZHTvNs5SNBVlRTOVhzAW8b2Z8sLV+GUUEkE2h39ibc4/yYYnV2mRq8h0BBoCDQEGgINgYZAQ+BfiUAOLf+VMjTePywCqF9SrmTQ4Nto8Y8mibKFteMMJRB62czFT7ol3xq6pvNHbHCy+QtNKKJWRs+tEEpzS6XS9FMmFF0EwJGTce/yzrIKO6+QgF7Q9laHXMLWW9ayIgHpzgioqjIo4KyEfoe5TjunNzfC2OokJDsUcHKKrA10GAxnyqBorwS2oowhLr4tfaxVwRBMyb1OISQiHdjHyo9ZOZViKthfbiOTyuiyllSlDdkYqPtpbPORVQpaNe97bBGMIxZCmwMyqw5rflvzUqmars8KhHAAb8hoPMmYht+xrNF2XylFHXjFvhzcrGbPbzwP0k4+z3oPXFmNwTeA4Vd4dGmTJ8e1QH5NLPjgu9ZFdpcp8xGXPyafUFaCaMOP57DjG3em/sb3tTH86l3CyrIid66OOMMYPMW3xTUEGgINge8XAd7NOFt515f396mFhS59W76zIc45v7nAvZjoE31E6SvmkhM/14e4jyn56zSMDfW9zQhJH1nXAuM39XdP+rtYnbmWY/U+Yxb1g/ePf2rcUFbbCZ/4PvNqbpWjjMc8ji64Gd8t5ZmiH3h4N5uyypgxlGvtQBPxGIVVhpIvdi6Z4rkxDhp3jQNU5CNDtCEXyinnF7qXCrdr291sV0aF9k0dLLXpIeepK1Yfdz8SPFhjq2+z+tksdTyVsYqjDDc5yG6eNLktT5V99ZS6fGh8+1B70DwIQNsU2Mnn61Pf22VirmjkmH1T5q2JVJcX6zi0s1ipPs4aK3wVqzp/+lmj7kaFqN8TYwKHrkVfssU4e4qAgDSYv2m3JGGEbo7OwqrvTwxPDZ5jBXw8m36Hjh4qVslfLvpWOv+yeWfbPx2nLCwNi1qh/GAX1470DcmU9osusp00BBoCDYGGQEOgIdAQaAg0BNYRGI0s1zO0FA2B8xBA48fZxMpRKesoWFayzlT8MAIUQ4DJigGGrzQaURjH40DCeMTFmfzhLjWy5gdPyxQzkGWykDIuBDoN0wkO/lFZ+T7Q5Z8F2yEZzBcolvCcV8iHeeavMCKoylQ2tqbCAXyxwYzXyvSrBQOYNtizFOm8mqe/cgfmNmJiLKQ844BjXwEZXd5fJCsGDzeyceL1a+cVtrn39XqOSGHZpvFYJpEPBM7KrTJHew9DY2KyVOZI7/bo8nFNeiO3LN7kXZnSL7/ot8M4bL7wJPDs7cSKLBiMbJBW3u454nyqHGApfhcZm7qyTqXT7dWgdVpe7RyTC5aTF76JrWXbWq+FcpbHBjUX/GWLvGUZ2t2GQEOgIdAQCAT0DtV/+kuNIk4Hhe/aPgfjBfqZ/Ok03+djzp4YpD7Ur3iln0s3zje+Jl/9y77nQ30fY8TdAbDo25nUdlZQH+pPvfyuiVz0yTv7xBTD46wd447Mt3C0XtJhtr99PJicpkp84jTM8ckCv9db2VYYt2sUq3EVk1djBTD3DmJVGF1Y+SiaT42ZGE5vDtmm4G99A51D+gzNo/ptpqeEqQ/E8E3I25mZkye3jwlBHMfdZwTrL51DbiP+4CLd6H7/h0TaM5bfUwIqj5KDF22NEH99ylWpF19Tf8hy5XkjgG/B2PccqT+kG9LJO+vHbJvIlro1uV7peZt8TQB5fvxd7wDhpXcmW65nm1jndTQFE1r+LH3lVxEQfhL1wftavHneLNc1J8qEvotM+TvKdVM+CePdusAroeTEzxvvb+Tsbmwi2RI1BBoCDYGGQEOgIdAQaAj82Ahs16p+bJxa6c9GQIoLK3G9Grco66iJ3QxlKzpv6DdWjipFE4VOq3DDURkzaL3CwLN5s3CWIC/ePoYiGQYRa3DIJCUzZ7mH6obSKaeolU6+M/Y2WxFAMUSxL4qrDRaVgl+0yTB6HufnWfCSN8qhE/OkTsW/M5KIfjknXfCMr2eBBWr2oeB6+1X1qTKasFbxVDxtPICwME9l/S4DYb8C8wjX4hjFSuDQty9i6l/cz9crRknOlWKrwu50MoSozT5kGOmNJlGPsfo3HbzBLQQImbwa9vEfwoYVwACEdNwrMk88HwEktEo5LTPXG4MBQD62Yv5JRhUiFkJXX5IJowYV2WEb5VzIrVukISg/+TBMJ808RoLRX/hRRv1qHDjPfBzzfJQ7LzFUwZdt3G3gcnrFzQbqQYH6gFfWhSOzvHl0ZPfHxaOIyvPUKhKuDz87HdV20hBoCDQEfkwEurHWaPJdjs+2dtVz6MW4A8daONcYL8WIJ/oBzgl59IWZZh/Ase4nOCeuDuW++5OMH+cjPtNxrv7jgbO1OIDdbyXdPJJuFAogdhrSARX5R6n2XWYfCznk+sBJVpd5gVxOrDONMnZwHHlEI2kvkJi/pfw47z1OUKrkNZ9hdCccWPTz8V1pcA0H0yjh9CX1WdeprykjdKTHMO54E3+vEpVT+qmdYjwaYqxZnF/BJ2R2mxtgSf1kKDhpIm+06oyPI01m6jdM1V+5WenywsPz/FU0NX7teMO35t3n4+xR6opv8qJXvj4rw/THrpALJysNdqrEFdWy6tXb9iIbK24FRq7+vZy+wjUcwPdSp0zMzeAz4ciEBLVIQ3NxrbO6tU8X6bnOX1I4cHSZoaN2ZCzAa8wLuoxk9bywqlUrt9HRV5Al0wmBdiLZHpoYTDvTc0DdoKDTlmiLxtCTjKltIkJfR2ePlf0niDFH4vEn3ZGOJzAsp58DHNZ33iR+rq5dJzZHpMU3BBoCDYGGQEOgIdAQaAg0BHoE0PBaaAj8ixBAmamUQumGmDWsXFfK63vCJf1QPKH+gUNNTpRvEazI2sBY+KUxwwYdjAKkYGYxrskp5XinlMZNNCnfBIZwsJEFXXYwK3snn5I8jJtRhlhZHTPKY+vl8esFY5j0bSnPtglwfDOwhbg1ZAhOhDDCYlCQjDLcBEvkPRqox8y/VF+0bWSCL0r8yFm7ib2klkHk612z4t02lvgNCbIlcqw4wSlanqlhkrhyO0y6lEvp3XYoZ8ZPZVyKg+ee8sI3eSHrdF0ucYw8OGL51SHp1nGcy+DEKijzVZqJZ2WcY/JaOF8uWv3LN8420Ij3XZSXSQp7g3P6XXEEo73cWvqGQEOgIfD9IsD79M74TEcctGcHr2STwX74rqe/gTO/qYAc6sfYFrXrI/b3FUHZJStM+vOnZHpqa9NDAblyHHuIwDgTfZl6RjzvOO7syJvDZpy3usbJ9KD/D3rHxhGFnqrAY0a3DMV5DFXx2niatRwTH5FrZ6D+X9oAOyZB+WibSBnQtn5W0ZgkKNl2Nf/SlrrViNRbP9kyOQDbVugyXTokmcQY7Wwfbp5UjNPOz1hKctKRdm8HMHit4V/JrTF1fG93Lc87cuIWZPtnVnS/0rEupGju3blP3elzInaYd8+z5Ms2t1q+Vx7DmNL6jRn6AExLu+EZTZ7w4TNQdhjjuI8nr3ZgD+medYVrHi2N7ybT1m6Wzm+eG1iGxB/oCUz2VErrrhV7sJzCukpy4NQSqPmCEXqFDhElWpygm4FT1b501UJDoCHQEGgINAQaAg2BhkBDYA2BNoJcQ6jd/1QEMGTgqsL2g3o4CKkgDiL3XkCVZs5P59Lj4HfTbONc6bGX4p70aefzg4YyJyMVih3xUV79tbMMh9R7ISYDg6doP4rTU+cufadAhgqJ8h0p3+MZpXDpVB6UUpRTc5wgTFllnMBIB/+D9evywYUy1YaeSYNPQVVa+vPBNr3vBpXPhpEo8xw1FlKgq0f9U++5amAuxyjeVgUMdLQSVleAq0KHGQz4FTksU5SVzbgx6PWzxqHBbyJAr6NZpbERNuhN5Oqj3K6QocihI0bF3CLSM+r71K9nydvf5OV2ylDTfM32GkM5wogT98if8nPMXzwIrN7FAdzhSqaUJY8ZV18TV0LOX7iqvFcZkCh5Lz+JEhPir3rnZNm4l2FvOSWmJKeO2wrgxLAdGwINgYbAfgTcG/j9Hn1tjkNzKJHH/ZQjB7vOxJuaMUD2BzqW/n1Ml1VmXg/nvkz9aJ2n60+SDrnn+o+Mz2OmpR+kH2JwEs4W7mwPwoltgz15sJZjO4WXlC6jaBnsryqR19op2Tp90AXK6BPBi28TU77S13b4vXBdjOgdPcLJdbUuyxTBGIGElhN1uZMO8ndlYITBx1uCKu2Kkr8XQic5TIZxp9tRkUni+BmieR0RrZTVK4BdMOoRzEp9rhaWkRFt6DfxPyLAGgNk0Vi+q5Ol9MKE59h1FrtdLaV++17RL0OfjNYxTRPNgG3Xhc+z7KDkhFGH03mOxOZzqKP1H7W1QaieBeOp9xE7E9gpHfdy94RBthMvKDHP+tM6OPLFKB7ut5vqTqI/JFM+H57YLFlp29G+SVmVQ1fvhULLTVfvDfGyjDio9eTbZiFhkMP673vMWu6GQEOgIdAQaAg0BBoCDYEfDIEzR64/GHStuKcgYMdVKFNW8fVHas4ppKeI4LThe0zMMcYs87nBJRIL+GAMgFut4CX/TMf9MwL0kvaYXvAPoxnn7/MOJ6U4arXqB471Mcv62mKJp41q9Y0D5zLwPNJiq+xzJe4xZ2viA3wGWZLLVkKkEyI2cAwIbbuoHLubMhTxOFxo7N6eeCP/aBR93biIS0YhappfHUp5X+LrNFPnSJzYTt1fibPsRZ5NWIuXZ/UvlW+Fp28nBpR7Sn7iDeSAmEv7Gj1IM32ReCff6VQttiHQEGgINATWEOAlXN6pU6/vtewr98Nlp7GmnBoxcWzbS5/PCvCZh8PjhhW54jaTyj6h0Jt4DxN5MpPGK+H+RqZtOA2plD5xU/8/zDl5hQiqNxxSxwNEjpRljmO4g86pN8llrN4ZS0gejVE/xdc6B8FC/FP6B1sJP3Bsflaws7C8M1Z5MMmCZqRJnB5vrmZ4KwGfXbmwlbH+rX2C5flgYum7498t4iKLtHr0kQyjZ7R7SjTx9MynJdlNHyUPzEaypL6WMvEZnliTHFS+hXxRh2WijRmmNMiQ76NvUXdR5va3IdAQaAg0BBoCDYGGQEPg+0CAEWYLDYF/EQJfNbsW5VgGMuk34Zxj/r8U2EPTx6tipFJXHMxW8tCh7HjUCjoZCWKqugRIfarKfsbpVVvlPVwOGBQmFNh6sP5YlkopPoEpq4BhyeelgiOrq3tFkfnxcHQaEoDJ4RB07QC2kqxtBYXrMklzF0eO/MrK1h0ywBXR75rB7jLaAJVl5AhdBcXHJl+AQpvCAcwvXdais9dyBXBmCgNmYYtud01cBK/Gpg4Agy0TLRMXJOa4EiDKygrLp3OOZKM9V/V56c5LmZXEs8O/4hz/u7ad47vHBWcLCi1dl+cjnjlkCVzuEtjmDtopz4hnnnN/HHp+vmN6isPIY/obyqiMT/PTSVmxbnl6oZRgzHfqusjiVVPq0mQAi4wqQz7/ma2jV+5115mg0NpsGKO8dKM6MhkBegXb4B04JPTZ9pKt20ey3ni8yAB5U5u6f/zl46Gt6rY0p42kW7KGQEOgIfADIcD7nl++kc8runpU9z9sscp+LF/EAkcnUw/pFWJ0Ers59Fx5n5NG/bZW2nobUMtXUmTfkhnG/VvGvxxjxZi3VaXrExt/35bxg8cUZAAHXf8LwqAfdFUs10ekR16C8FWB2IUDTI27EY67m/6OcL1qPMI6SaTwN3xZlbiXpvIyDmdrcf8DdGjEICfEmht/pjw0FIKv1S40Jrxo3OsNWlxX41WVkXz9rwh7xSj59bNshQ+FHrSJcq1DhMS9tB1Q4tRjOdpP3icu8+w/DrK6wqG70D6NpZ40VpFqCx7GsQnffu6jHC5I4a2xlydnOIlqNrEbZGGlNiWgXfJXzzk0JGNoLfqr83gTDDJ+/oVAefDce3xPmSpMN79P1sRUqSm+6NHctd44HMCu1Gwf4EiEftJTHOQof2hk6x2U3mk8QW3+r9oTOhrcea6pQs5v2WDuutJD9uRZ07ie1eRM4hk7zHv9a57V7jsSxu+c608+8uZ5WqGXzNYxVF8ppzHKi92cWoaGQEOgIdAQaAg0BBoCDYEfDIEcif9gxW7F/SMjMK1QnyCxjCgoe3dve4W6l+GzHoNUzEZKdrIdHc+RAp7BN7kP2dRcMCgN7x66KjRYAfx44DSsDAoVwTB9gLsy4KQz82MCpNybHLhpTMtjJdO+U4wC29tNl9J8a9y3coUCyj54dtRWMoNrqQFZXq58302tfnvItIX39oxVSmgknSp69pS0021mNsv4hjBma0oMTWksHSd5vU5c3+Dd1S1lWK4jt3SSlGQYoDxR4FWwhZgK17fb8wKbdqsh0BBoCPwICORgYleftQ0YO3jkbOm3o6UXyN8cDVyP+qSAd++YS3M0nv5D/D2OYay23Gcd5XIsn9AarLbd0y+DKWXL3zEJxrlY/btpjDnO+CnXqiu1JSZZvj1eQj61+5wUeVhc2jaTOBHtMJHzMlJfrP79vNWt0c5iYgbna0ETYgUM2wg/rRt9Lkq8b644C7vjvHzoa5/ftgMjO8w98WFOnjKu3aXrzNHaGp/1V3iXbN7muesLor4i5efWXUqNnsx7zLtAWJ/Re7BjrZOY/aE0e96PSb0dGwINgYZAQ6Ah0BBoCDQEfmQEhiPfHxmJVvZ/EQK1EYrmKFWL7wV1jpV3xYJm3czl9JTi2znVcBxZj1KaT3Co5ApRvo978wz1VDqrcqHTRcmryP2nacdkJn5Zu2AitvV1CmRFVzPZp6KrFJtOWcUJiA++VasyPuzVSuW0xl4Qe9Z7Ouk2kZ9MZBTB88UYVuqx1CVraQjGxFu3TZLbFInR52p+0LRpN+yoq7nBYIjDapZMIFas9ZRVS2VV5GwbBe8Kc4xAbCHpFbzwNmI6jkPKVqdRPj8UCzIjx5QsjteKWK/GneNZyxBpop4orNbwcCi/OuX0eZSZXQQwmns1y3TCKraUy98dVv5OzIXyVrl92pUfHMA583bERviovfBs3LWqwAQy/Zjw+Jp09a/cn8J+nLVdNwQaAg2BhsAyAoP399R7Od+/y2Sm7zLlECdZBs7yp9Pxe7xc+0uvXqEp3tnXjNMmyaXjZN5SRvp49/PVcYEWfXKWI3rdhcQ7b9EneqcSja/gszewlvLjQ98AHn2f1bQSg61EjXOOjVn9V2rsgFxjlqYFvfIb33+9rtseayP/rjE02xtT3lKPr5k2xcRE259E5VelZwzDb2OQ/LE1tsb8j3+ETqUaZIxM2WqpN1IcJUt5ssWNbk9eBh4XOcgez98kzdmtFKaM+3+Wc+4Xl3W+DooszsG6dL5LjK77Bwhu38hR9OB8D/hdcJZ8YC8M/G5VHT70bW5/Bzhw6blwrbRqM/HHJzqn3j+j/uBTB/hlG6vav8Wg3jiJ1eS8h922FbVdP6l5bTtnq3C4frn9rONPH3fp6Q/p2Og4H3y+CvsFMjNBKJX+baRbqoZAQ6Ah0BBoCDQEGgINgR8cASzmLTQE/kUIoMRIqZHiiWqD35AVfNosT3oN2ydjBkvl7KiIqUQmHSnhl39KgQ9HDOon7lIHJbEMCHNiwAD4cZFBQg4ntt4ytxTHJT+PWUdWW8U9c2Z+FwmfonBzujgjmwRbAxhTRhmmvG2xLgc8gw6pYjtqGVHYa4tttqzUxv1df0sdUY/wnmDXkbuwZZtTqKZRpLs7+0/Qt/ndBWO0mxVqlpNMpY3tYSlGFxtnUPhrPlUdvtArfFz/uFV5lnSUCNzRYRRqunmXI4LX90bZpi6RlWwwK3hPJcs4kj15/gmlHuNi/9+n8GXFFN/Oihn0S8Y28aSdYgB7KeOozJRpIbi4QpanOks9nVwp1dbvj9/0yhPNL0t1OE0hYsm3VLalvO1eQ6Ah0BBoCPQI8AbnncqPsPy+jzR7/soNpT5kOOpY7imi70Q1i757wG2lPxqk5WIyffQ9zw+cZJR/X7hL/NOGjhVrnLhZC1X0tlM5mh7C6yqHSYywVS7GFHvHXeDV5RGN62+m4z7bhT4s4bZyzKVCLo+t5WxV/08Lej8wvvxJtPbuEpOcaTtySF2QSVtTl2jGde8/RVDbi3WRwGM71ZvHd0Wo0w5qo1c5gDXBMSYdLBNmy3WesedNTmmtAM5pBcu5PvEu2AATepdxog6/RZBzdTDRZoKn2zhj21KPE0nOjSrty3LVlBUv+wNSMHGbd7fb897mWJPcdB4ceXruPO5qLV8ucgJ3yht1h84iPftbVdsmuVuihkBDoCHQEGgINAQaAg2BfxcEmgP436Wmvks50WLQdJjVGjoNDuCHDBL+7o30ocOGBJTJOnBtww48MQyx0kCqHR//EZeH7uF05i6/ai6wrg4GG6CKMivFDUMgQf5IB9xz8ZOpo4jLzOL928IGvf4vxOTgFj/vqKdy5aqKPDotBT0cam0YfhDjyC8w1ckoKA0OP3v+5tKMsixesvqgd4bFN8jAO8ur8if8in2ruJUcpiliAyyr+8NTBChCDG8sX4GRZ3iTGyNEmGqTEm01AnjXQeuwlU+frlLZ2ZyPnApk1EmedwbpNHa6bSZNeI/oZrpklfdNUPny2vdhxi/pZabhMepGkzxwiCIbbHWsce1rd5h3fHVL4yxHZIEmYSy32ydC676NKU41/DMoS7n1Qgd8KSUTVSgn7454mu20dzb4gEMpmOh6wgJRYANNn3O9JSSeuzJtIdzSNAQaAg2BHxCB7CdU9JyMlCjkO7/rD/L9W/Jkupkj/YNGIh6HsRqRtzbjPOfmHt0DcTo6LUcSiK8nbmkcHBPXIl3fx9b8U6aSpjtkmrwf115lKx7QjZVkRYgu3/yJex2Su6/VEZKOnM/zWXeiquRcM3/+gJkcmYyZVOTJccNLfVbSdXVc6kVpLw/Rk+MuqFFYpqPqmHSq7GunSMgP+LJGyDMpJzccSMkP3jgSWfn7d/0YD4oacgQAijsQXA7RADPzqPmt0BN7vm1Nm7xoIoHzS5YUJ48u8AqpwW3qIeXajTMIK7vGfperdErKlPrGgMk7FyrjXdqhHHOu0AVSftZUf3z7F5nAKiY8hpwLWd+/NcsCOSCvP550+T6reQrZdpWCHYGszxCn4OcNh6bk8DslouNvCl/S1rdOPI/JwMGLZsKmSTyP5krTdvsJPdp1N2EViPfQiULx4FgkPeFaMX3TP38PWO0nJhLxDlAdKpHfASeybqQaAg2BhkBDoCHQEGgINAS+fwQ+d4T9/ePXSvgWAig7KKSsHIVQOGQxft31C0XnLQbKjHaJwsSPAD8ZUMQX5a1zhJk3QtQKqjO88QfeJXi7WTksxdfSuNwWQCKK525jRxKeO0JbTmfdDn6v6Z4YtM7iS3k8475wTI/2gC146L55qszOM0iw4yLcbaV0JR91V+rPMW5UHc2c0z1M093ecFLV54bUZyTBpej2mg7NLUSFq1ceUHw7RMnUO8MHJNwOqTPKhvmDc0Ie42r2ryEm7cb0I0J+GiSDV9hYhlGCnZdhFElZ6rZQEwJTDJdKN7bggIfLksc63+s5zl8MfaztEMFRyPbCMXh++XKToUlp8xkY5dh2KYOi63Zb6paqIdAQaAg0BGYQ6MZA2W+Qbq7vmKExE22HD44W9yuZqPQHeVkf3WXwcmeFIY6m+ibntYx5PY6r84z6Mcoqmk9miDGmML86/cK504JLCIXj+kW8hexTtzpHoXvRpXJM5R7GXW6aOKrfe1T63M/bP0bl6+8NOW+46gu6IfFMEiasXbXaVroETqFTsGdbXhzdh9o7DYIxI04pViZGiIl9cU6xdxfdGZiCSwn3lLKkvfK84Vzc07hD3vW/8NBOM0w26N4b87loMUhhvc/vAF/NZ3jnjnFDPrgut9WrJ3FQZ5+B0bAQXsH6lMMcJ3DXziTf4J3INW0p5dHR+O6p/yHfbVfj93xeS4eSDvvENiGZgJZ2nb+kTbxhz4hTjui2TNBhIjyYEdAyqC/aNRMuEh/utdAQaAg0BBoCDYGGQEOgIdAQ2IZAjna3pW6pGgKnI4DCh7KKdiVlh+2Y/P1QVk6cwQwiNPPS1E0TfiibClIyY+M53e8UVO6fGGyIwCgxRzdlFM/ZNDvlMc+cg67Sp17dGQZUXrE1HB02c/It8S55LLeUU4wvplfircQX7E0GjvptMJ7McYVaUMGJhyIcm/6FvYe75ee2hCGpDpUsR7B2HsqGkn4Er1qWtXPMAJSN74dFGSkbtdobIrK8Q1opGZjw7VnwYsZ7YFOlpR5cF/U9MmFsmAlgkPncrsYyJC2O64G5AuOUWb6Qf51GpICKfmNiVXZQNBrIbae6C1AwSNSqDLOnUWYbwR+ap++2NmZMmgzwkUFJOw/0T2XeWzh2OFNPpMMoFW9MvgvWQkOgIdAQaAgcRYB3aI4RSl8wJpXv4HH8hmt2JYmQfQE8ym9i/OHUKYb5Zv5klnQ41r+8n8f6Xp8nxoFJk/HTnlBoIpf6oXOCaGlCFOO4I+Mp8I0yiIL6YX8DuMREWYvMxmpB4q6ONbYii4myfwpjrxg/LeSevzUFsHgxDuGHjCHnHInEmUlyv2tHn394K2E71bp2O5d3OZ5S2cEkRxPjrKvkWpbllR6lwCkFZOcFgWbH9Baq8E+MkIA8KozGr9bruuePe+8HPjXCt6Zjtfk6PVIjB3vx0I7KIG49454Ufo/Q0Gj/+S5bIOBnRlrFo2A0lbR7HqZubo1j0qnaGD87MmsncF1n0Mt6VKu0vvLGM7dVPNJ5+2d41w+qao1LVdf9zjNHvdEm++d1n16i7DsCeppbirZnZze0aNOSEZmYSN7pZrSuFhoCDYGGQEOgIdAQaAg0BBoC2xFoI8jtWLWUpyNQtCyrO0mcOBl1PEP5M5onyl5RxNHiivGAVXnXC1u8oawjA+nOC8+H6L2s4oSHtTodKSvn3yaEggnPMzCW3BhaLH6P6XxJzilnqMkVF1gvhKjRN8ssY0AYyeSIW+BV37pg4FR7TlNlfW/5PDnoWCDLmOV8qlXSqz2Hc5eSb8npTCXtlvRIUbWfrVnINhHIjuP3vSACndGvkm1MlGeR/dH9Dhjf3H5tcW1EWjO8BTh3tiznXXBKyPo6hVgj0hBoCDQEfjAEPvsdCn2983f0jbE6T30X/fcnBEYuODWedmzsY8AnWjw2d96F/nUj2a6/V5/IGHn/GAlGsbsJvSpjrTOCvsIJSqo3JjQq2PEXp7v/enzwjlzkzfzCKWfM7WhTLzLHwEWAaTVrGSc66iXhUkTmOGs8Ay9oUlaOSV+nqwEZCiBqm875Dj5z/BjHe8tsPZvWUecSEo8z04fy5zMEgg9BcnkCc1zxTPRtJuM4lnZkfYTrz5QJ+hngO/E+S/aMxZ84N3NSypltKmV4PVKX3pGnu5XPGXWnt8BXrQCumlaX7JNP2KChm5he8eKTRw9w+mb1VjFvpw2BhkBDoCHQEGgINAQaAv/2COT+Mv/2BWkF+PdDgNVwaOoPnDEj56gdWKkcHilaGmzKKosnliYZBkKXw2Ck+ffMpLWiVatTKPgSC32UvEnniAwljw1tUnD5V+tt+vqpVg7G+gKvBlB6G8TeKXclJ2XAWBff6uJcN102lVGMbnKUfSXOAaZk2FpmpRODMLhJaVb9uT5xcBlznJ7EQxzUzwtQw8Tz9Ez8lDnoXyUHGMZ3WYkL3haDwnulJoYI4vVbKW9MRIAOQTwpp1ePSwI8wfcOwEhS/Y289X3hrvshS5Vw6tSWo5A9ckSbBWe3kak8jiOPJjNwuKttacvhYsL0XZP1WRo6fCEWus4GYgkXpPQzQf6UT6fOT9yIbiG/9fDUc3JHyGS/ZNA1T3hDvfD2RIQKcxc4iMVfnrcwftOCzGqqPKvl0BMrghiQtKmzMA6ega9k8TMAPn2NX67iragwvFcyIv7mAAGZ0iQz74y6bjeTaAkbAg2BhsAPjgD9M30CDlccfl0fsguX+f4u+ocYqUCScRh9Nzx5+3vMp36Co4P7DO4wTmAyotQz+mQyENzf0adM8HQf5lTxx7Sqa+WJbjXy+jup05TqTMPz4pDW6EJyhVAp2jDhtqsH5RMBjxtxKEsfYMXghJtokuC1rN4DEctD/yrUYpQvGceYWG6nnrjXs7h4subfPr7+/lctRJWOIGXkWXi5vKqSUvw+09SZ6yBKQ77QJ1Tv1ZgmRaTWXwOyxh1WRVKup1bb0mJE7TX5xhiGSF6ZqfHzFzkNqU+mvQbdjUScTGMQRGGwmQUp2Y9MLnBWhFPRLuBtJbAQHB+yfSffaNxKpTag/DFGH2c6fh31R37qQ+2B51LBw83JqkhHZuTwzi9KB86RdzKTaW7/w7OsFu93RNJVPVqvjuccji8BgJQn3n88MZCZSPeScV+E32vlnXa9spKVdhc0/A6RGMGdRkRQG79rVXIRxeXKW5Hg1L+uB7V/ig4vN2Vd4Pj1JF9vSR1vZ6ErJF+F2fQe2Ci125LSIgtV6lXwekdaPrdr6i3eAW49qken20i/JWsINAQaAg2BhkBDoCHQEGgInD/qb5g2BPYiYC3KKk2XExPYVQadzw1S6IohwUrXldnAZYXDhLL3jiysJ8C5NQx5TTn5Fe14mOjQlXmJfKi1PQl/k64rW/LN+ylPXq8dS3obD6AlI6o9jyUfGu0gDK+HV4OEmy4wiRHgPBvUtopNSUlAA4NcKbflns05ewO5MQhsResqQxZteX954TDisolIGCpY2dGboV6NF7MFnG0f8zmGdzYJOcxy2pV4v7S7V+JeAeVyjvB9TbohhrpdMlvXeOjNtmTY3MDtpU1sytMSNQQaAg2BhsAQAd7NGg/Ur+hhgrevGCsE+dKfT4x3ayaxIo1vxS/1KXWOjeelq2MkwPiQyUh7w1UOCVamfVHfmc6cvTQifYza3FUDjoSxI3hQEUsjOzKVStMY/iGPTbhqMg/HPA+O2/8ClMCRTA9NEnU5D3lacmyRshR5twvSp+zGqjjJYyKBnVR9it1nuLTC2cRkgw7N7XSyeB6jvlG2SY5H607E7CxH4zpbpsCI7//62dzYJnheCCHN+TKZuKjHZNya/gSGtCPXG3/yFxTO/VvJIZxu+jZ3rACuZeK8/HgZyXF9Kfq4Zena/LmS9dRUM+j7VTthG/SL9oDnFZ1bUX+Gc7yX4fUM5NAoeMvGZIY+Dc79p1YAh/Z54AXek2pnDYGGQEOgIdAQaAg0BBoCPyAC9Wj8Byx+K/K/HAHPrE9FlOZYKY6nCFcpmabH9kkoTrXyhPKpdHz8y9tohQp2vixTBYIXhj4W479fdiuuKs6DqfleyfBKNfxjmikvdhjN4pukRbYjSnettHe4jnFHqdU/WdMwXN1Qsg9aEKEMUmFYzbYj57Ph424fnmCr+Cir4rvyCZ+B3H2euTM41WF8Xd8759wFCjktK7O/58Kw3JFKhpfEWBkvLvs4Hdf5G/PTLRh2mAXV/u8UrX3t+DwTt+rT5aC+Szm6tthLHGdqg1S/jE52kRsjlaVrD1W5KPts+UXNuMpYrzQYbRw6OlwRx6+iSfRCTfr27J+6BYxpzmZqNxoCDYGGQEPgBQHe7+ozYlCku7xTt7xXN6bT65rxzjU/LIvzTu9+s1M/4a5n0F+kgEWuvMxj9kfjY97P4/g+1/RQ7q9KororyXxzRwnMWMpOQ49XldD5t2A1RzTicWgyeZDv7WbPHX3mcr7hXeXUbhwPjd89eZRyzvb/w5xx1dfns0zQipWI+r6ty9m7hdEMGQAAQABJREFU8adyL8ZZp4iRDvUOufxFW9uKIWOc/EGhR2uR/8LNeuzvtjGX1u1n4qaxQSZR0jmYB16RdtDeJrKPo4yLxm9eHX6ofB7YqR1o695D+ccS9dd9O2D6Q/889Slez3DjRZXpqfdy6dc0p8U85GR1WxPFyXdKcqLdgDT1Nhf652EuxXI8z2PoKzSdxCvy9LRpHzFnGFnYhSHc9khIqs8N8U6L1fDxLLkl69Sr9SUcqgR1yHd5CdmeaQt1Oz9TTuvFVI8RqDWkkCF3oFquvzMlarQaAg2BhkBDoCHQEGgINAS+FwQ+f4z9vSDVyvEJCOAsGodQcsaxx69R6fJXqLD186Tyy+OQ/Mnz2QEtTz8bIDlN3sf4Zm6OzBBm9jDl8aEjWWFho2QomFHapNAlXj8ZGBrgtAU30r356hEJb20tfmznjRKPMTX9ncuCVxjMGbYWCITRIrB6s8oWuMQt6FM+b4ucqQeYV2Up91+3KgNvflMh83MkDUcMMTwjHPcE8kIl6jZmqS/nN0clp5yB6HL6ybtk9HZttHkR0zXfybMR5yVDyIiUt4HB+SXhtgh4kVLW4qTcZ7Rg3Cy/vKOU1OGgHvNeOzYEGgINgYbAt0GAd3P2V+Ey5H2e/bqP77yn/ZkRnJvuJUpfsVQyc5cAOKWnxsdLeSfuZT9TjpQnyhQsJnIsRFEKOVgfyCU5ge5wyP6PXhNaYLRnvFFwCkT1FzoMJGqHyR7hyM+PwJFVdpLnqnHQSznHaZ1p4g9g07aEV1eXY92jpjVBgihodOPUkCvGNkNn60zuyehAjzESdVra/0s5J7O+RlqfUjQD43eD2illi+3BjwoU9TdRce9Kp/yS7xptjEl/24LS8fy5XZ2AUce0PAOWA1loZxzFy9DpOJbRcihJ1llHa3yS8o7j911DJR5R3hkz9WkPMM+ZnPaue7LQBrbiu0+mPvX/z96bbsmNI9uaCg9l1Vm3e/Wffv/H7HvPqczw6P1tg5EgnaM7Q8qUDJIHQAw2bIAEDAMpeT45mYxcIRu2Viz+SnLu/RsbCVKOwMTtEzkTy5HgiyHVJzT1C2n42+rTbSfSoi29yKqKFwKFQCFQCBQChUAhUAj8lggwKi9XCPx6CKwaZxhUGM4Yc3OXhmAz+Gw8X2mwT/nFicE4lRHhOB27JNm05MpVExUt3kUkP0+b3xyLSaM0ZpNGuwavnPXMpC1/wBdpKatHCVuicw4P7HyEgvRwMT/ESUlqgEkUTk5iSLcMBz3ocBYlvtvHhJokEI2cyPKu+0VaMEKulDkkWcy6Fuk2QTmdM/nK9kFdtEXFm+Tlm304pqg5uTpOSiBLumhF1Ee22pjszavMJz/rzzrkNfjAt+FDvQ6u59PSyW7SSmtlmCBGtphYzPSByCRAc6HeaDLstGceyMh24i42yZSZ3OQVb9oC33IcMCNavzxPQJvxtfJS5EPM+QZ4nuXg7exuP+gx0FfGDYfs6PCpevr06+o1mYoIfXmYDs4SKEPDz/g+O2E9EK1AIVAIFAKFwFMI8EweH9I8v73woGe4X8WcCyV+ZieDvi/MuEefXuntroVN99fqG/Ze/U+/AR/3Qf+KfmgU7ZHBVsxEXjKysEF/yfhBHjGnaVMg+nd3dJB1H+bAE3/QVcX0StPYwMVIAMmOOuVvekKGzzDw2lScx5qKZLyU40In5J85Ptln28/v7DK2RCb9JNZbdO5BwXWUxLZ8yfOZddnqts9+Rl3KoajlQSDRS7mJPuhUanCwRy37hDMl6aZPfIYTO4Os+Lf/6A9UVVp5LKKuzjq3S2TRoOpuoTYopSzJxBsmuC+5h6iz1BIag1aZ+7Tvugdu3T/xinafC1VNwGvBDQv+mSYZhNublDyyMTJLbfquf/RD7+aDywZsgQt5pEzWI0z6MNdzfIk75RJ/cdRO5HgDQtaD2gjJlpMA9397BpCguo97Fr1Iz3IKXubEPDfZMH4XXXMxf3gGX2yED9qTEqN9Eq/LhvFkrO+UV/8E/QCn6e9PASjeO7pDrle5VPlCoBAoBAqBQqAQKAQKgd8TAUaY5QqBvxkCapYvG6CpEmYdRlMaVsTnBAHNP28Bm38kNrdpRWemE34abr0cKh5WZ7Mo4XktXy+MimQarDPu4of+CEGmxEKXZ5yNdyiDq2hAZw6n6XW6PctrIheTe0yzMrmpGm6/SZbFC4R7RGIx6zzSMxeU7XSZ51m9PltG+a2T+JlvTxgZHnXoYQed+OazYtdYQ9e0E5Oki99T63lneMZfPJi4YcNBTC7DP/M++kyozJOJe8qxW1+8WfCNV7rRHmbymXAsCTObM/ne2FNMAyF0ZbPFlq4jeRTM3xGMx5J9CC2O8etLVbgQKAQKgUJgRGDaA+WTOccTkW+pHxkprIZE2mMTjYvMRWOeXUpkpN/yw/2KzUFwTK6SRvQZ5Vke9UO5SXBVh3mCx3aNQhCZ5zh5nfIxduR31qknVKWxkcsux5Xu+1PvAzTJ348XFOaV1CwAjf110oGumPb5M2niCyAWmTgxPVkQpHz+JgU2Llp+y6NsXuTcyH4iCcpPOw/i4uTm0zRmBf1KcL3O+43vs7Kp74yj/j2IXKq3M4Qe87II/KlFOOSyowk8ZluIaU8Vy7WQ/HQUAkA7HJsvP30CnvtTLu+FuBr/ut2y4LpR86RtpY/UDoZGpJp003LmFXb5qJFU4BYai07LvHpl4pLGmIlJbhyAJ7S55lRyPpcaJvd4Z7W5s6k6Nlb78oI/WScIAVJIQhw/wvlTsFwhUAgUAoVAIVAIFAKFQCFwEoHYLn2yUGUvBF5GYM2qC8tL5BfNxCfYYj0mLXx+xMl5skA+RrTtKowujPs+nwUi9/NuMKTntLhGlvw9z2Kp5JL9b+0bW0uDvrD3RcqRRugS1XkcFJtx6p3Sia98CcAVEwmcsISRd9ITTOwJP+mYjPmmEzZxFlhhTrjYbcg/AYX8z0w6ghNleXwyQbDlGqbWl/BZx5Iq4BlA49ZTGW4j0w+9OcEUi5vspB/1I283XxSCJB5DG53Ll5jO4xFplqZrdsTH7ZQntBfK7UTlyWCypbyDnpOys3pWpre7TgFplhv9wSlOmo+FlKLIOCO+OB1vnXq9ZjxGUk+Eunp8onQUQSsk1+L6HP+naVbBQqAQKAR+QwQY//Ac9ThIfRd9p0/s6inL45rHreIeXD57V/vNVoJ+KAY/DyTWI+ijGJch1wLv9YILKVl+7MfevIjVrt2xwk/5rOsCiSEKecBLP/ej4Q3JTwbozfLl24wazjg2e3HyF/lvLLJ6oZVwjJdiI9oGxRm+5H8n7pNxpV63zIlp/YsxmOj0OPXhVRbQ0gngdjJ5NVuX0I91cvwjEeTa+MEDrNCvK3Y4KImM8nJ1k9rcQRZZZ4jVlTaRXfyTV++rThn1vrtel6Ucs3ccGf95wViLtO8q93FQgZHYdohP5iCO2wwBeNNet/iM8vkNNcp9pTNnicIpW96LZJncfke+j/yUl40EnLxHIetD8Ny990h3JcYNGtma86eHCPf8FG78QTZ/W8g2ai962HCdbMggPMxXmH5i3yFMOqXRL+TJ32sXf2GSbQq//5GGVD0iW3VM/nKFQCFQCBQChUAhUAgUAoXAFIEaQU7xqKufhYBnOppBaIPxK5tmMy/T8MWoWjR+0wx9FpTecsTAhc+Mll4LyCvF3rx4+ZU6B1/DTBBRzu6un4k+vRwN+EclycnEaqd8F5zSOXklmjHX9wxB8D5bjjZ6xggXj17vk+pRX3dPIPc894m4PflbZV4q3C/wdI5pm3UTPygqsJDV01YHyxwRcyrRYwnaPf+Y3vlpTkK+MiHI20TfL71/fxoSxbgQKAQKgZ+EAP1//poIXF7qzvUzdy1cvfmTApcKIWIscONSnvQduf/H2ROr7GXT3y++nYNxFWPIzLUv2zCsIqsXbdSnX9AnJmeG5CyWxzpVxqZ8R30UAqP8HS23lK+NsQfFl/IcjxugVpEl0+QYJb0u+/5X4HSswE4ucGIhV6d/+4W5nVJDshfbsad67YbU1wKmCd0voP20ZGwEjJEsePWnk2Ojxpxw2C+fbHDQ78e6wG2+KcD2m9t0yPbj0BUnzwHAkR/8w4V9oA/LfLBQnvE/SDLLpEXo+SPH7IlMeVLa8guBQqAQKAQKgUKgECgECoFjCNQJ4GM4Va6rEWDGQTuQfYpTE1LxvTWdA9DKBqf4PO+iha9ub+45CXJxd3FhF1Kyptpu3ytfpzYKqYkMG3BxEpFXAbLkFMabl7wcwzQHBrGnPeRr6q+VGykdDqkoLODyAcHBibdlIUJh6e1TDppoZI2QYpPsQ7mNQBrO0B0wZkJhpBQnLMNYJZY69aKf/JyfmU8GbHB8SHpXO4Hdd9GDi3FEnol7zViO9hkE/bovXgvYJk9IG7WdMF24AOVzSIORF809ARF6QAE3zAFmO3dkSMN3leObW//3t784CdG5LJc72Ick6LgeVWvUk/6xQPkApwuk1kvYEqeydxaekZ+rZdfXfUq5lndCIe/bRB99CUNkNmsytnslJRNlY4IwpbfPc8cE4CS9G52ticRsw5SYuOF+QJvEKnME15FXxh/3UeOV8sc5Vc5CoBAoBH5dBGLc+d3jT0ZonP6NcYuese67Wr/Y97On4NDz3p0QPs/+rhOa0aF/Mk/+kA1vtZOJwtlPzUipbOt3hr6ou3bfhiz0T73Lvoq0JZfpSqOoeMTrULv4WTHGIutO5TTYeNNbSm7YAn5bSS/TVlmxn0MJVn3xB8aiR7qxncssXcBKP7/5VRh9/vUfnSRNgsjSyjRs+/HLA6tJBOWS37pOD/pMaORFypPX530kgAo+7ctvXEE+6gIIe1yz/aBzhhtLH1BX3Kfrbl2vlv2gJz7mBV78mvONscPD9cofyvVKJJHXfN+fja5vaZEbaqO1iZFDyi+Zrc+YckUoT57GPRO63t61aKjTtTdeUa32i83ZISi2iR8pLADzxBs0CDkRblbPV8g7p2H54YOxYRcL2YEoctKukO+rnCj7bQHyhdkb4381fh6N8HT9yoa5q21zTwATTyq/Bpzr5h7sqEx42qfG0F1e3gc0IS4l1F0PJ95MQP2R089/C6iLcoVAIVAIFAKFQCFQCBQChcAOAlP7YCdzJRcCPwaBWCD9Ol5pwaUPJ0wsrvs44q9yor9gWLOQg+EZJz5e440GuPSXrogbuMCXiGkBYg66pJSPES0AT2aPDpJ5Opv4N9n9usZFOk8rt0jNDHP2ZyVHRINJ4iL/SVxAmKmcpBQ0x6s1EZgT4EQAZY8jwKsOn3STCbDkmP4BmieyHqA2tvGFzK3VBy4X852yWyfOCd4bf5501NTe4sCTpKtYIVAIFAK/CQL9M7gPX6n+ej+wxCU3Xy2lXRKn8Uss/JyTa+TNKOHpkcJIZhKKRZ9J1M5FSM8CpvrCfvzxrFriR9EYqikkFdkm9lqroPRFeNl+kDz+Bu1rUg3QeqVpuDof0GZIFslWNyKcp6gS0s31+Uwbk+3IxtAf4Gixx90LjXKHCQul4aS33/rDle6JFvvg6f6PE8C8AvpHuFVJgrmg4XMmtKH28uUmlO/GLxQQS0CYDfcT/IQlC8K++XVtWw98SftRLsb2LEr77U/J2g8mnkc/Wp4fpXfxKQQKgUKgECgECoFCoBD4agTqBPBXI1z0NxCg+WHd8GtGLIa/T3aShuGY1o+CT7lu8gXa/W5ZDKp4z1sTg7MfMXnAF6gudUy6ycBlQS4cC3MydyWCTxJIDi/avagu9GwnigmcFrWY8FjM0WTc92wfw8lMWQAGb+otXKQrLJ7J1joryutfGdnyn/M6omK0vAic+sGIX3vkeff3OW6Rm0mTM0ILD2cHE7A57pgQMZIf2vWtgNsPEfyM8zKtu9qSv1PlZE5lb8nbyxQTw++eFFSdchRm0/Vlycg1ExRM4+Qy6yaBSRs9fKJmojtywoM2iK8L+Y7S1ZLmytlEjVRaBAcRDvOnfHPwAWsOCpluJiz65Ianfujgb6GlpLMCEx37NDAOnOf3Wp+rwoVAIVAIFAJbCOg5ynPWYxeeqfFkHcYsuibMOO15x/Ne/ejC5r/naZ4oOetH3niDieSJ04HtzRmIeEhH9VXus8BsW4blsdhjGY9TRMuYm+Z+Lzql0vWf0pWxzzu6MIZZw9yYzOs0rzl9p3OVJvunKMXbckZ1M19KcUTe7200RNl5+aQz+oxDHvCzOh+io59IIA/fP37GIQFSZ2l45fXY1pte2X7mWBLPj/86KWlaXkgbkTovG1QGqRRG0rlbiss88O7Tj9RNlt33qRc40FbhclhTY0fuwyX2hckcrp+2nUP431m8TAgzj6UFi8SGcb2uLReZM77DK+t9oPFKAPrw6XkFPU60WlxO++q7xHy7GxvZGy8UfmZMfkxSKlGc73/oUyp6IuqSevWnc6S7T1Z7YT1xS2yEL0X1w/mtARG85q9xh5dkczixE0P4KoVHWziuUq6MK78QKAQKgUKgECgECoFCoBBYR6CthqxnqJRC4OsQkPFiIxQfLs3wwcxhoinX7l4SoDOQzIM/gwXVeOoaOeQ5Raw/PQN0bBFrXzyodnIMBTI+Gec1ht1VzkoPxLgaYyI0LMhKe3/zbMh9NpD118phSJuh4uVjT3OJljj8kMCX5/9k2xG2GOL8OA2y6ryg+RJHCZx1lFqscusSkAm+53mbi1VqWHZU94Iua4z2ci6lU1ltomiYIFrK18dRRnK2CfWjCN1UDBbkz7aYVE0qL3b9hrG8w+XMtNXM+eqJ5rBarksYBEpMUYaKPYrSrvKVoRAoBAqBQuApBOiEYpSWL2agq/dj++k+FIrqAzxm+Hs856NHir49lo0IS0yL54EGQi+60IDFkRies4j8qjM0SQScRdyLPpIJPpP0zDfxWcTmFPD9258q7zc2q2zQ2NYnyPQ6ENaSr1Z3vosA/D8/9RroHLhO+B65MAVlBGB+jy6HBft6UlbysUiW5LwY/0jzSExKZqrQUwRxp1zCK5mivJbtWBk7TWiJK8YfDJLJUp61OASgLqM+13I9G581ub84CX8c9ca471qXcrBkSvu6a3NrfgMYO8jcdU8YhaFOwBN52MhKSmL1DM4qfsg1not5pcUnH0JKOSy1r/LeWCz2ciTo6fzv+78DM21iGG/RhgUYGacBPJXRBhEVDSlfFmJGIGs0fLjCi5YTUyFsz/jQ5hRx9+J4SJGlZsTqshAoBAqBQqAQKAQKgUKgEHhAoBaAHyCpiB+HAAaMzBwMmkWTCkPsScPZNNc0sWk1JjL7ov9h0KfxhVEaBhgZj03QjCSXQ/BdczLxLIfy2L/SrEvjHpxjYoBJJBvYHCcYHMZtXO/pmzugeyM9KaXkzE9lPpuqShg++TTwfD7wISG/q+L+8iSHOXgRePhs2wNp5dFkQxj6PPpS0oeMf48IJnG0nZ+9CP5mc5sM25MazKk/6mNej/PrXlF/34oIZfJ3+XRPsjP+EabA2vGkw6ndw9F+mCTW76Z794nbt29TUD/ikCgnRh3WNTglLfS27oq0yEeI7uTJto3vdi3agW/eCU2Ins7bnxIgJSBfA2hr40JfvsKFQCFQCBQCFyHAM7g9r/Xw5snsDy7oeRzfB2ah5BUn2vSN7ojyuf8KvefKRr+ksh486LuWem2vVj5mXXvr1xdYID6jAv7TfcU1cUEy+8KFogeiRMVjuKDbCwWfQfZFSoEp38dEMGTk/KA/q6JQpGbBVs+Kp5anTtcew7R3/4CNOvWPe1twtVBZflpy8cpC07cjkdpSDk5oa71Q5tn0boSWsBQMKiYZ9cplO8nHWMuL063cUa/XPEXBd53CaMktjE9sLxEvHVCD8T7SWdVGY7vu5owshSLlM07veSJc3qfzYsM15ZXPOwrRkuvrnetnjlOrx4GbWfvdMhJJqPAjzg2awq/JxivPkYOTqkkWfLwdQuRjPMqG2EGiCHBtWSWPccoMXavocZ8VP3XpymfpkvsGnfu2H7Jy396+aUwcWsgPOVzdlErxFL7KQZu2+3n/roVV3Z0YObqvfPKYDayI6yPBcRI55P/TGqRc6U9ePX+VgI2OeSAa0MnnyRaO7//yQ2KELVcIFAKFQCFQCBQChUAhUAgcQ6BGj8dwqlxfgkA2P6w8jJs0cK5klrTx+/Ajj08mVZBCVqcnknR9vUsdU3c4YI1yTRpTKFe6qQ7ohzPaSsKAzGky9I4UZ7nkD4Y2vDBi47V6l5ANIpL3gxkOJjTyt0oe3fTzq58Tkxa3WmYhIS3/haTLozzJh9Ts4s/2AprrLjXrc2TJPm4/DJ+9tjiTRXUAPMTm4ZQjcJE3awLfbQY6S8qsCo6WTIoGb/sr5R+iFXFEzlXWLeGB7kMBZDQ6DylnI8DJM1JnC1b+QqAQKAQKgYZA9BtcMOrjFcLui/QwH/uffGYv+UeA9NP6SMYfk2cyVnKPG+OnTe6td9M4lXEy/RjjklfdtN/lLS6Be/rb9F1TKoMsqUcbS4jOlPYKJVTp8RAZlsVvjIUd38ZAh4jNeUAc910LwCyE5bUj/eeQnqGmSmuxTHIFFTYHjnReCQ21eJae5GKD4psXpQ2cVezlArZz0KEshVg85d486/qTrWfLXph/sKXymUE7QrfrHNUFG16bjPOmS55frsdYIOY+XXJs8Ax5VJZ2/mUOYajH1H2lToe3DSHIKM/59kP5o053lBmQH/mQTT+Lyh/koD2l7AoKq7sXzhWW+9Q1v2tcx6fZqQ/3zvBaavqqa7gWlUKgECgECoFCoBAoBAqB3weBldH47wNAafqzEbAZKyEwvGiOuk7fBtmr8qUB2vFpUyjmNZCfp3/FCdFm4A0GY7v9bOU9O+ExKLAY4FTnm1bY4tXIwc9SOMhEV/LVl9MerM1FkscjO3v2eKFzOd9743yxKIrq5zaFQNIXz9eLBQ5E0lYgguF/lfG/wFYsmIz0CRK+i31CZqryGcm8ni5RmGzkt+nm8ujaE1JIfJB5tMjgknfgJs9J4iMT81d0TIyRGaqtDTgcMahGHqIeqVDuCxx4mSm0W5skbo7jDmvXiuTeqZ0dKpVcCBQChcDvjICevd6pJN+OvqK5fC772Uz62i8LLPkq4/K5iJh8lvL+gDjGneo06OPftQAU/Xv0j8cWE8jL+ClP9UVf+nDKULno5oaubkU1ysHXULfejE+QEJ+/laItGnlC/ogY8d3mP+YL5ugUcVBjRMC42QtrKwtTwW/vb8gWXyUOysFnzr+7biSX5H9z/bXRCgM8/Zq3J8gkHW5IExJx1X7CPRw89BvslIzv/SjzprbAFlK+cmxh+ixnw+aHEPxaO5vcfxDs5HWYuHRohOyUD+0y5ef54JiL0sh0nVyuLuMTNNkk+umXBcveMw7jttHU33agjgf73jeBTJn7ifM8/uy1ZOtkHEtn+2q+NhEgczyTVPeu2+uwGvm2kHTnHnc7My9sF2xg6W15ydcA0jVWmJ3CN/UZnPz9ktO/ec9ZBnHNOpLvZ6KECIxCnPpbCBQChUAhUAgUAoVAIVAInEGAUX65QuAnIZDN7wsNvUXNjvA7kmeR+HZkGnjOBQ8wkG9jdLvol6RiCJswfyP0JXz+FkQx7puOtqyZmDnrmJxo7kfAlRMAqpvT7FQAdZkSO+NGPgPzjeJ5D0cWyj4zQcF8x8h3g91akkUNWaYSrRRQ/nZwYiXD+egjaAXV1PSQpOcFqRKFQCFQCBQCBxDIZ3HL2vUjBwr/A7Ow4IKSZ0cFTdWbFj7eWAC+2EmmsyeKo+bixaj56RLWbGY1elxQFnU8Hm9FhtWX4ySWc44L5svp+7EeKfCKa50AjAO3ovmifD1OkHqGHDTGcr7aV2YzB4JIWzZm4NNUzzjsK4kRJ8J7Dc8QuTov91oqcrVMbhmjwLBhMO0FxFmaksaYXqax+NeEOp0f5EpcJLLbt6pvyE5guLheNLHmfn/TM43X/d9GxiOvyaaEMfpLQzLaeMaGxTfqP4a+lHsRLwQKgUKgECgECoFCoBD4hRHoVjN+YS1Ltb8pAvoWGa8Q067lmwyeu33tA9ZHpIi3QTbah+d0sKGpIpMF154E5tSzxHs6r4Qx1CmPLGm0Xze5xo5hSI9GP7zC+YSm0v6S4Rs7mQOLo7ua88QIkqdjSgFeA6rGntivce9MEqmt8BCDCzJZ544d7egbp2eNr+DgA2XMWDGR5lK9Bl3BzWCWEQ292m+cAJsVEpv3/oNos+Qjl3B6l3LmgegrhdCdtJQl/KEmhlKT9e8h9mwgW9S8bhXvE1WtHQh3Xg/4KEXwo66yHZ2SYOGejp37opL3fSOYeHA56J5prW6sxQBs6tYyLd49keb2pnT8pI0/fqsLzTt6+R24JD3xydfwRL+ZHn3WrOdB5D6xwoVAIVAIFAIHEeDhzbOXXz6v++fwMpmWYzmxUVtNvDDB45sD9G7qUywzXYtOAH6qL2L8k/0W474M9+T6/hNe8frnxAs/XJ+PmJHWmKdltUd+XrfNqVby3nm1KQMCHZY2LapFOed05zRGPtQgtoRfhKvCKi0a+m86fbkIz+XiuqtVF0QCxU3648wzL//I4dubvhvqXWb6YqeVUZkJrVDZJeHXudSr158FMiu0oVVHYjWIBqFZLDJxojG0whYY28QqASckDlC60kFPcuQrsxm/D24Hc4oK3yjB3538A939APXRa5rheCG32l1GNFJwBiHGgv5OL+NgP2eQa5a5lTnvqf5oTzDTWDZOtBL3hxhzI3E/xD9o27IUa+4TzgpzjwybNaGjqzjdT+4f6SSL+H+ys4FFfyRkkwnPpNYyL5dGqn5o4fddGN00gOf557oS/3djlE8D4aLK9a3nPBKLKmzuqL2c+fd96iEwcBtqdej6Ugqs521tn2blKAQKgUKgECgECoFCoBAoBAIBxpjlCoGfjACG548UobPgYNtbdD9SDJtz3IIzeS6SwcbijFaq+gj318gwY/9ll36QPSo140cuZbKqGNq7BWblKZiPTMofcJ70yXxn+Y0t4+0pq//VOj1RPvUcsN3HB5XIzgsy93Mnhvjkzl8fn3Uz4tanzsM+JXK+SuZkNq4hnr+lbOe0nlI4UTfTgnVVCBQChUAhYAR+t+do6/C84HO2CWirJgsSWjg51sNu0LcYLGsk/q0/t1xNxo3iJMWQiPKSxwtHWszxgmsWPNu/olcbQ1gE/hyTJTlO/BxstwWdSdoTF6GalsQcQO8XZEv+E7wy8if7PmF++/bdi4DS8ZCa2Sa1AOwmRaFsW9frEyJ17WWLhRY2714AvlImdGv6eSCdtFv7tTx9OAXMBfLH10Nnjuv9nXpQ8uf9/u3PP/8kIK2W5L5aqpDJy+O81YAFdBqOYExpY3E8avpq7rv09Gkm5OHfw6ZmFU4Zd+lUhkKgECgECoFCoBAoBAqBQqBDoE4Ad2BU8CcgwMKRLXZMmq8w/KDZ6A68ej2VxjfNtAseMTD6YmEq/C+ztCxLLwfh1/Uf5gIg1+YEiBvmooiWniTNTdvYzTyPhdC6M920RtMfsr+uz0BqMdAUM5bxGq95Nuuk9NCNCcfU70HYedHlaxdHr/hhnIMvrsc4Yvq/ZDo7Idlou8JiqpTzLT5F0pNeCFMk5VpI3ojyHaD0I/i0+gV/O/mewAFlJnIaMC11z0PeHs/1/MmPHGDaX+tSdFL6JQlcCxRp1eET5Mr41Glkkdl3CCRmTLYaq5SOkjPZd4kpv2kgfE9nt2BlKAQKgUKgEOgRYPKf8V/rYyOJZ2s+ZxVc6kSGR2/rRHqaf+fwMCigL5ISXjiN4L7YYMI5QvlNf7yB5D6BhxyMEfxaY06e3vUdUPWRueBxBFlO732yIE0doQ8B0fKJOQX3+3SVHRynNXHQIz6uHMUf9+F9/iFlI6D2pbOXb5/fd8aHGySGpCadvJBiJt+QbztA2XH0EN89BbE3bcXz+DIHRttkVlOz/sjwdNvgrT3vjMyQNn9Q3HLKpzryiVvsOTfS5zBa4wI+H7ZXyQGKGudusgh5aJMSTk1KP5rpRY5XnzPSZhPl7dsfCjWsdPrcTu0u+I13E/LGW2oo9QOc7yXVZ3vW9BzfFce/uLcyBZzQg2fNM5/pSTrbfrQP8QAj6lCy+HlEUD9X6+Qb4NBTHiVkG797wwrxVzkL0vQ3MhYEeS5sNlcJW3QKgUKgECgECoFCoBAoBP5hCGBhlSsEfhICNL80bdK8kaFqowpDyCbYi7KNhm9YUPCZ0bWxifGH6/lTdpbXeS74Yx1TZxm5NjRfo5vU0k9qnhfLi95XRiZLvkzHnpcnJuaSTTI8fyGyTPRRW0wbPDhXIbxVx+3Vh6Ezda34VYAeKEWE8y9yWiigfJ70QQgkPOfMyhNOOTl5vPyxltvL1F5nrDuB5eZYct7jN8MBOD3ZpYldZkqOCRHzPWqK1NLTzvexSp+pUuTTz3wPMt+fVF7RYLjnYUTb0284gTPDcYVERRcChUAhUAhcgICeve8+afWuZYb28PczWbT9rB577JzwP8q171WPlvlx+eh7nlhYicGI+iz1VW0RzN2noNteBFvQzHAHSrzd5OPjPxov/Ef1cXDAMJBknMKnTLTMSj/OhcQ7jv80J8X9k3ztpdkDpyGQbWSIWAlIprsWzFnGuYMXOkO8l661sxUKXXTKaQItnriT4wbzixfKxvhOMja5esod458URK/UDT2P6xrjT5S62oEQNmuTa6jPRz5DbRlvjd01Jo5F18e8z8UgC7+BU9yXlo04Cef7lXDmiWgsiZvu/8/bVy8AZ4sCLxZz5RoecdH/lYy2gZte5OOV0F/sYhFYTNxchIweICyq57CcrazxhEldAtYO0csldLUJr4aEZev7n1GSy1kXwUKgECgECoFCoBAoBAqBXxyBWgD+xSv4n6MeZk2aVRiDXL9gANrQXNN+MK1ahphsiLknDE+MdcWJRsSt0Xkmvk0euGgLW1Z0Rf803J+g3SxDbFm+G/tho3ZENQzLnq4KmDc6k5lfI9JnezksPQeyvf6vEWYnPg8wvmOcLzTju3Lvqr80mHudOQX8+Y2d8SkMcjWQTotCWf26BpLBgaThTH0b1k5M/jtMVTdM1qCnJ0Zb89iTGN2RBc4pU3Iarl3vih0WTeEkyr6OxV9PWmbBg741a2QOajlQNly6GmRUeMAy5czcKX+7Bhp/0ldEHNa16fGHcMPEKkbU6b9rC7/grc8qmqFlbzynDMigH6cNBtcq1NeEm5vrmvHlFwKFQCFQCHwBAjyfcXoO07fkZUQ+nCTN8YU7mczTfPos+oEZiZb6szxGA+gl4Sz8k9K5b4JWjmtCn6GfPqGeMRLWLIzdNGZzD4hsT4r2IZG+U32SARLpL4tkbkpKPdq1ClE2xpONSvbH+DnuSD/TFpjkBjrGUR6biBcnBpPjQpHNKEa5epmw8kiuxt/jjc1SXWIrw0gv9I6lLXJQf5xu/XSeJiHZdpyzzIA+JdNAXzwhBi27lFEXQxy676HX8HmmQQbjjb+SyW+L0mKmX4M+ZkWq1oKMpTFgQVN4cj737aZUMrQ6GEu+EsJmhHP+GFtKNjZ3eAUzgQvpXMeOkh6SJzdqviLBflkx9H3TI0QpXff3kwkBEJixOUVhsMqVWKdf/QfZEiPhYX7T5d5MTT+zp/9cW1/WI9pM2zhLo9dzI6sR+4IldO4KeF/Jd1maii0ECoFCoBAoBAqBQqAQ+BURYFRerhD4GyGA4Ydh+8QJhUUtMJkwLG06deExc0zUcCtEnlj+akbomO2FEHRxzeiNC/1FVy7w4Zf5iLvGsWiFwZgGK0ikC27Jt0/JHEd9sEO3NFHXylnZtcQn4rU4yswaZGUsbzkM5jeDQNtCc37bZdbpmaGSm97rGVse5WcCyO1wM/NDYtQdpzQkL+yecJvFmPToJqXgx4JzLP5ullyUhPK0uVwsNeSLOaeRnQjThN2rXsaY2tTb/9zeU4Y5CYkXjibwhIs6iRbUFx/o9pGTMAyRVzmtcMP+CeUt+j7DCfe6KAQKgUKgEHhEgOfp2FeNY6F81j+W2I4xLT2fR5rb+X9oqvsbNH6iA2HRZlj0bP3tE2Ssr+SIohqBa3x0G1bVz6ExZ591eQz7Ni6DSOuTPWZGBF27n30QZ2wfLuNyD5mMk2XRGNWLq0OWxvPkeBARY7STMss/vRLUyd7kWRsnDeJuBNCP8mmtPVmFUw7WKTTNOjk3dk4dl2tvyuzolWtSdcoia5Nto/783DDpVle28VKuozyP5BNN34/ZOuTbllwuawmUJRb619r3ctnnYmHGMyPlm1MBS9LwhPHQnhO3SPqKv8FV9ZnNRBFs0MjLgecsor9fXM9N/CH/iwFo9jxMTnFs6J6J8iKnKl4IFAKFQCFQCBQChUAh8Lsh0B9H+t10L31/JgI2CHsBsKLSGLzSzEm68MowftikGMKfMlDj20nkGHnHd2NfNNoHgzYnDTCGddvJSPdCM6dVxZMTEME6ZLOAL/4Z5uk6OkYYFcWG11vFxAo6wvdV3lCHZsOw8VHEl7l3W8riywKwTv+uu6afd+WTS9cG6In6Tauf8t6ssM51bNPwb7hsZZ+lWWqtaN5oRwfxBBKQ8KnUGb2Hy2wkbRIzpj/gpcX8THsotB6RczjsXD+LLOrhmETMCZC8fTLNGZDV2C9waHqQH+yWXGCq9CSqiIfH0axgyjNEH8Im26M5qijXbJJokrEp4OMPMR+odoEs20W1YMq6WOwxe8UUAoVAIVAILCKgzU46zUdPEt+tJ1M+e/EX+hiyHHF6QMd4kie16Pix3579R8oPeVKeF2SBFjuj7ELbEAh5HnuSoW9sJcIjr2hkB6QrxzwWn5TauoAPr0jOg34slJ5x9MtNqqGmuEYl/H3RGj/G3/BWIcYfY72RnjKdx992Bd+jTTYDLZF90oXd8GRhFUMUNIkNkQr0IOW4xiAqbUCV8KNLWqRkm+kXgR/GTY8kupgEScyRI8eglqWldbkfg8rj8R+bPHHWMoJX/eXbxN5sOgC0SNlYtCyfatxvWabHerHkM5Ew0m+yOE0cmIHB2G6N4tC+iVdMypQV2OVXhhdcA8A8GPf2TrxzHG85SZvK2ue+PIzOeo59fmr8rc8AfHCD+hmwz8nPh4ZZ9yjcL3gkh9r9cM+IB6hhx9km6sqbveAdqqxLq2AhUAgUAoVAIVAIFAKFQCGwhoDtgbXEii8Efg4CaQimAXm1FEE3jajB4JIlHIuxfBnIqS8wpnz+xM+Wosy5nGBJ3xyQJ/l9lc6hymAwJrsH/pHv/F8m8bSwvflEmTA9z2KphCZvb/nu36X0FscEDN92snNdPCtLp2BbbNxgm9zH6t3PPM3RiRktA/6dDNPc06vW7LibnnNwPMirMaDE0MZ2mFINqMckRz9puFNsmtzfRwfrwzJCBea68NOGyCdcVz3DHTwlk9zSJ/VJZlPCdVUIFAKFQCHwJAK8+cVnUD0e0NanL3ksq4c42iE2PRh93nNF9EndvqyYQer7sqs49T3pMZrz+np6DDFh9/xoaULGF2OD+grEHvmdi+mbJeFR2nN05vVwrvRabsad59tEUHu23JosYzx2RG4WHmN/Zihqze2LRWbkm1Tk5OLkaP4H6jWM47+u7ibaqMG/acH3TYu/w+6MSYbuYgphl/BVQZ5BbEoPd84C+yqZim4hUAgUAoVAIVAIFAKFwK+AQJ0A/hVq8Z+oAzMOn/niMHa5YvhxBoN4/dL6eVa3NChXFoU4/Xp//0v87vqOLBOBGF3IgIN5hh1x7s/Ak53fnN6ME8bsuOf67S12Q+fJh7cP8brFrvU36c7E5FOuiY3kfA+td5PJHiW8k0kq/9XyhQcBQkcnwcinMmCNIc0JE+nuk8VelE068ll8NaQZp6IvunctOHs6RnS/S25aU04C5qK+kfQfJEXWrFnkQNdtx+79dOj1fnuXKqpD1yWE87SB6DY+mf8KH5LUVZJ2PebFCgMwiPoeZc+sKWOcbs9Y+a7D7prgUtwsy9olh1vh5dt8JVPWEcmp0oPEw33cEXEc7Yn6a+0pCXTZtoLm8x6F3BIU0cuT4WEyTbwSu2jHQZ04ymda6NzalZ8Dc8FIY4Jf5SZHtFuZLaFbGpj6dyBvZSkECoFCoBBYQKA9mnnW5/PbYwJ3DvE8jn7UPcSEwJ3xzIqLMtBsYyF3GK2f8nan5YKUo0tjnNINO7rMyTNpdUkrwRy/uKuxXhr36uJTgwT890YyZV4hsxtt2Ts8s0COx/I6fbABd4pYG2W0eFwTqR/XW3K5zlohxhvQcf8bxfU36CddRwx/EsuMyGstCrEwBHcvEC2XzlJb/ptGpFg0xgAyajOBR/Ii7nhdbvE6k2acVMD4a4DzrvHsBxcSC8msMQuJJhp/l+jflKcfwpDzebQ6HMxykKRj3eHWxY7BpIEUqeW6/GO5gyEGg/E/qHc3aXKG0qTNOo+eA/I/ud8uFGeQ2nL12FB3j1uYsS0RHP/tA5mszkAmHoK9JmPSc6GoB9qJjN5lEgLrxklvpafMw7eJKf4FDg39qud//e9v320As3lZbdmy3GJDKnk63oiCBtTt2FfEdZftsqB5CZNP5gbUaO4ybqlRnifUG8K4nfn18l8nx2UKFaFCoBAoBAqBQqAQKAQKgb8FAr3V8LcQqIQoBDyNENbNF4Fh86pNVmjyw7zCwAqzmXSsLH6vuHl5bre85UKGoJ5xr/AapZ1znVOFM26QoLdoI+n8XxbI/DqttaKY03uSrZVdi2fKQNitTS5kMSscWntycaiDzHDC96Jj5u+nCDLuWr+vq/OUs/T5ki4x0fVJGkeLXdI0xja2pTmsaPKectbFq7ugok0dU9QnSLaEO0amchUChUAhUAhcggDjr6/vy4+KyhtNWCwKd83Y8Cjvn5Ov0/FE3zggpMCJYrsqQgs74Aqag2Y/ciy1q+GY4QodoXaFCTFKRaiTLCt6mmH9Koumv57zfAq2xp69cZ7qyyVQlbHleG50hWSH5drmjJWSXxydlYWAnZBfxVXsWEz1ZuxZfbbpgGiBP0CURRX758XPkmFRsIosBAqBQqAQKAQKgUKgEPgnIzDYp/9kJUr2fyoCufSSxh96ZPgqq4cm3n42qpL+iBknLCc3wjCb8Zh3LHU25BfdtkIjtzedAAguEgKVB95n6Ud+iueC1N6UJuxiwXuU5zmulEIL6FgJIuTmdElL14cz7rwPh++qV4z2pQkNc2mYsMM7JnoD8fPcsoS4tpMbYA3m29UmvvA2f0uUhHZ9S9oYuLgnqrdrNmXaJe4MIJi/LIFC3JvEH3FdPtRsRULe7fK9JpZ7O/tCqngDaYNVe+W/3TR5zgnn28P9HpLxN07lkFun4BWR98wCg5WoOWYL2cy/xbuBNGQy7PQ9Opme/gKfiioECoFCoBA4jYC/OcsJNPV19FdLY4jj/eAj+/bEf0xYi6FPyH5r6D9+/LMfHB6xQJv2cx8Wy01L/fxy+SWlU7fWgS9l2YqbAcyiDu6mt9E8yr9EKPmHn+R8WrLReixF3uaG+sqIuQ9GTRarmPxm5Ye6fiwf7U/lnCffOIOkxKXE83Jr15JFSZRySZXPQ8jH8FqmSxtYv3+WyxyLTbzwjzgEoQ2031LjPELmxTxTaVOeF4muFE+ElpNbO3Gth1TU89hq+vRGAfzyt0z0RKzav06Y55sIpgV1mlV8xu9++wbpZIs29RVVaJrcO+3ZP9xjEjBvKUszAjWInu38lftlIPYQiNoMGeJl4+80n3KFQCFQCBQChUAhUAgUAoXABQjkCtwFpIpEIXAWgd4wTksrDXjMr4w7S7fP31lPJscfaNu8c8YP7QAebwTSM08fdtYX/iQtfGSCP8ZvnDV4SyvXlt8o2wsMF4umFGMishCLe5Zvm+5ggir1CIILf5NHTmQtZDkSZUV4cfe7XrQX/IlK6qskmNhIC9/1sJpzJSGxIrlrWyu5nQeeznskf09ofC0iVcRkyb6CY/ldLMas09BQsNd1mmX1Cjlb+aNNmdc3ei5THmV6lIaqWmWYCbQBlXz7aK0BYq1dZhailIp4vCL9TX/IwUQOPM8tAqeUmqRR+d3WPNwXYJo/BXdd8tnNWBkKgUKgECgEDiJAP8CpOfoJtgLxVD7uvvK5PJfkQl6TsQgI8Ht0633htO8yBUUN3dsjqQMxEJCOeuXymjxbROh/+f2pTO/WT8vA1OvGa7rX6I16oBny5G+txFb8Ta9IjjGG8QQ669iVsbzEP45VulwKMm75rp9eKy0hkU4KnmyzLuQ/lI+FN9kfvgfOjn9GWoQYp3nshhoh3DTD6atLiJzmelUBWs3osg1dq5MxH5k4RDtba0k0P35TFy1hGvfjrtxmJBSfRiJ8UeM5pECwi88xuc02cHpECDuaBwMXeh5Y5kMczmaCEz+1Fz0PhvqlQncNjLO8Kn8hUAgUAoVAIVAIFAKFwO+IwLju9TtqXzr/ZARk6NiwwsJp1lc/e2CDi3gHzsmaEyurpbwv33bVLSxPS8CC7DgJtFp4O2FzMgdd0PtDWgWvNNpt+iUM2xyuSzX+ME3GTFYcdMZYBjT6EgZHJpMenNKzLlnt47tG0v9Zq/ZDLGyE63u8/xVLeFFnkmGJ+yhOw971g6zITNs76qbUW7PZKQye/W9KY7WwG2F8J+9DkyPvOZmJ2KuFIoHJUIr7rkJlfs1tt+2kTEnqrMemD0MMnR6dWYkMRTu2jxk3Yia4rhLp+ItfnPZtOA9KamI/V6PFL+i+a3I4Nl7ky587SoNUQQ+sAxOdKxatyPnpDxwHHoGzJpyRU1nNmnZl1yJNg7B+FgKAyDzHtBUrrxAoBAqBQuBLEMj+xb7+8ITnLTDh9Oz2uIArns/8eJ6nr+BwTXjPUQ4O+Fsu07Pv4Drjslym5fVJP/sl+i86qqGfzL5xpNcljZFDqNcnZEpMycL4Y9/1uhFGnmf0C2b+K6H5x5tevP5rqj2ffamGekYWg6BxqtuD6Mz9HXKM7/nP2OHmvl4LwrrWX6nb5EofWhkecEjZ8SnFopA+BuryFGDxFl+hI5g3+n4Tjgu2RbfuY7BHyATHuAsyP/zRjVG93mA+uENyOXfqqgsTpS10hAaKf88A0mfrBVrr7W/bogYpICPFqAPbPrp80bkKRXIX42xXA67J2BF50eQcL68LRT3eZ5sfQAXc0ANJ8G27KGwsZ+Ip+hIHT2oDpoT9swDRhpE2WYfkDWPVY2yaiEVgSPCmoetdSiXuCNCEsEz6w7ONHFzv1v31whXFQqAQKAQKgUKgECgECoF/MAJfMXr9B8NRov8cBGTR2JCS2ddZNGH3pCn2rGSUx5zsf1Cm6QeH+MsVebCw5NlR9lX+EEpeEO5pxoSVJ600KXcFJ7iFg9egSEaah7UkSdb2Z05MOAcpTzgmOCaTVo98R6rJQxNZXV2P6WdCyJ96copn7hYeb5ZTMnj2RPkHuedl16+pJya7DjmLpxLo+oS+biGaPGTyL1zit8W9z8uURWK0VWaW5ldAH1VyLAusYJP4JMxjju1QYtvT2C6hVAqZERiDj1oFz5OFyRlvEVBSbBVInHY5PGZo7SgQstQL7Y94nAWMoP9SKkp2kStB9Mmfgk0nU36iPa0wqehCoBAoBH4rBPLpjNI8zv04bc/1AILn7prrnslrWQ7Hz/sC+iXikkf6hwluZIQWmm/TpDtd7ruRa5TXlMbLDb4LSZP+eV+mBQqOGjd0ccnijEZNyL9W4HB8YiVKbheHCw4ZGV8HllpsJTbpuMFB/4zTfu3bX9KQf7JWntpAlm0LvvCHjvCa1MVxmUwhgW5NI8d+UFlvRwd4PCnTAcpfnuVTdTPeP6CkEXzidBH3aE8jMfM7ci/mM871Jdmeaosj3/2Q2ly2+1lm2gp6jFjNMnzRJc9618dCnSxEdVLEptyM8CusV3TLPKf8ORDCh9bz4LaFfMheEYVAIVAIFAKFQCFQCBQChQAI1Angagc/GQEmRngN03d/i5MrTu1hWPFy5NftHKzcfqFHYU8sYHm2NO3UJhTc2GEP14hR4EWX/PDb66ZMMcy6eAE0kwOxJPWyvtYN2uiHXvi9CnBMo5JQJr6gLzxtBENDYWOHDPrlJA5J5tXSfU3ceQeF0JAaA1Nimkt+XC4a5pTEJZW4OvI3JojHnEwg9JNdY8oFIdqmJ/jk36WjTjsb1lXSiQGTg8pOsUndqvhsB36QSjy4olLAk24h6Sm46JbTwYgfh0p6yoskliL9OsJl2kvZxzjkhrfaRJOB67inFWGHfuGouzd0pb24zcgfkzPb4D9X12t6wBNma+kD24U8ekK2SaLY/NDnrXAhUAgUAoXAEQTcn3cZeRrf9e3YcQix9XzeSuuIngq2HnPoG87wsPQHuWV/mP7BYu5N4TP2XWya9ELKURLzfIiw0e/Osz9c9yokLeEX4xDV5Wna0s90siC+fmOjGMcLFmZllAPjfBsO4/67xlTvjTYjo57eg1J9BGXAPPx7nF1s1wi6wr8nMQtDjVLeJNfUhEUP5azI6qXRUUFGjLyCG+exVSN2Hn9JZpn0Z2IvBe3Hv2iDw7c0vvrRfxZrAQysC/dIjEQvl0s8aOt8J5YXKz04KtYykJIZkFZhXyZ+ilq0lyj3rBsYLxKAM5I4F+JsZ1+kcUUkMuzZcb6dG1621dv968/yXCHEhAbI6Gd+0bInyXVRCBQChUAhUAgUAoVAIVAIPIlAN/p/kkIVKwSeRoDlXlwsSj5N5nDBtDDDwOLKN4CFsBmoGPyrXPLThFROBnWk4+WDirjc8IamlrfeYlGsYzkJ8irlu74pNliak9QjF00/y99wa4bxdunEZTvXXmq2mpw4aPbyWGxJlgnWJ+VoDOCXPEdmPyJ09HHd8uWrHqmaJSy2RNYJYL7LddaB6Hxi/SyNl/M/NISkqATV/ycrxHrmeAH4CR2TWvjCKGab9Szbak9zobbyTjmMV9RHXydzmmPOChUChUAhUAhsIDB7BF858tvgupDUP8fdgyoPz/mvlej9fXt8+CgomxQpMwPuMeMPiUkpfAI4N8shXQ7OJmO9HyLSAhMPvhTf99sL2Q5FpcZ95qW4Pr0Pk7fLrw2Blo4xUZ/tRNgUny28yQe8Olk382bi2fxZ7mv8r5Ym6dPcP7J5eQPkWoXIYqKQ74u1PFdikTxS0hRy5PHS5pGRzFOhtB+fKvwzCvVzCAnpz5CjeBYChUAhUAgUAoVAIVAI/GMRqBPA/9iq+wUEf9fr0ZiB0OTNmxYr9aUsTd7IaLzzhZ6/NCnxl3eT7+3OXUQiF7wmk0C2fpWdSazOGOV7vPqI5719XysWiKBK/jRiuT7ptIPd6shw8zfApOdNJzljukX8LaPSxCKNUb5H7G90nWTVZ2exmcW7Dy3ifRc9NEDbe8MErd4F/OeHcB7woSKcS/4Rh/z816QgNET07Y1FQ3R9+/YhPD+Fq4JNzyM0j+XxpJUY/vXtX9++39Rm1EDejKvKw89O8kmuae1xhc760fBiNqTlX/YmC/fgagbgG2F29m+5D6W/0bYkyc2zHeQfhFwv6lVUNJXzQj51g8s6yusWO4gR8ZzueNeRAA4Of0jWaW6VafUeE7rUo+434XF7+8M8Qu+BqOKQRVQW7yslzZw/k0ubEImeyizb4yX0PZkbSW9HVpNpZJZdbZ1jEDoOYZ5ug2xwCEdVoSMHqnmm3NR24tWH1AcI9SgF9nc/K5Q03CcEI5+bj5LgxmsnleImFSdrKM8P2pZG/hmXsoQcvWxQ5K7GL1cIFAKFQCFwDgGe/zy/2YLIKdZP9QU8UP2kdh83f/7mcxg+mXaEJ+WgmuUZey45pbuPmY1Nl7I6bkmGjEteIknfKBdvBCGsniOUJPFw1+xmOWYAAEAASURBVBT9uMYxYuEFVlh0qjg9WEXf+kyXh6AnHP3scK6S/l+6IYJRgL8uXLen6msugKjlmMdJifE83+O1R10aCL0JfMb/fIyDJddPGzQB0FuugHncM9bbI7XrYmCvkbnU+peIgprugbgZdC0ZJvqe59sP2frwNqXUHf40LKYmWoPKgj1GKWOOy/I68/4wf2wPOR6cs+b74li0V98ScU/OuOmexpaN5w2yhXycWs03xzBE/oMHAjuAe5cYJqZ92tmwK/7D3HkdNo+a1tJEKWwnnk1ISlYk8fhc4hKXWB5vPyp00NHSeI75fhSzfIzZJuiuIYcsiRL5jXlvnyRmZL7AUVuuPriqzgIjviHOfTG2I+TCfSVOwaH+FgKFQCFQCBQChUAhUAj8SgiEdfAraVS6/HMQSOulmVgYWmFspXnzRarYaJs1fRu9Ng3FtDf7LpJh8zQuxh28r9P7XUbqTTxzAjC1AN9bW8DCmv387BeBM9czPvLjwDVq0Zcbf47lWiYQTUcUTs8QgHHKukx7K9YTjkyeaPJi1oK2ir2W5ro8hpZbkP4ELKnr8ToJQVng/q72c4zna8r9hNIxA+5NAzFl/KIMZxb2T7Oi7rKlpZ9Ern1mJNXyC4FCoBD4PRBwj9mpOn/Gdkk/LIgMjDG+luG5/p2Rj/qbbvHD0s3h+1qRJ9SHoV+HExsor3PQeoUe/TO/V+mMGr3cOifq5IUq8SrcrmoPFy+sjQj+yBC11e5lhRLtqyTIMX5sPhyp3tv4doyZh7JdzuOvvs7GgOYZTkyC13AP67IPXy3JEr1ho/dCxTxEXXV/LAmyFtcgS1x4Xj/ItVa24guBQqAQKAQKgUKgECgECoEFBOoE8AIoFfUjEcCkyWkNhWX0xD55fTdJkyefLy9CTQ3O4KU9v/omF7QxhVnPi4ka9mm3vdo2+Eh93fms3qdOVupELruIxwVIDDqsPPFpO3xf54Yyotktcie6QbvjL57xreVXuEIPHYSpd+43n1O2M0dOnwzVBIWNWsn4abxnGQ9coqVPLngxu9cww/JZVB/qlrpEThx5Mny8jjnJa7xEM3eNm9zSn8kElni5fi3MUu6NOC3kq91804JsU2Ylb+qt1qRJ2pisnekWoEv1Me8yMaWD6162pcKoqnjQzYmLpWwZx7n/sa2yw56FdRg32YcJ55kuSeCkzzOFdsG3o1nkjlPx8MvfBXy8mSQFA42+3pMPrZfwjpvXla9BtwG9U7ySC4FCoBAoBB4RONI/PZbKmHx27/UXpOvnPoG+TX2B+rjgTU/HmdCkBW2e7ZTBT5fpW7zI06dnmUajdRl67YUi2m/oW5PP6C9h47fzTGSNnm0p70iphei3Jv1in6OXu4/fD7Pg6015Q1bGn4yZIsKHbYe0ZwL03TMsD5NhlNh0YzzFN4Dtso51Me/fW44tDyqp36FBVk+s4eIDoCwU0hyV3qL7nE+FkQ3Esk28hn/itSFK4pf+RtZrkpqGAKb7x6dGFwijPzjoJVfxAh+yL+R7NaqN9FWBVKRbhkj2/h4H11bL1N2Hl+CZ9WewVgUxosoSbUVXbpeOVRnKXu+yfQ6UZ5WzxDXKxCngvP94/fxXOKoTl3ziua1IFoF18wJRohs5628hUAgUAoVAIVAIFAKFQCGwj0AtAO9jVDm+DAGsHBYK8XMaR8bNTa9k1gIiplW+SlbBJ11voMFHPxbUWKxsi8twtsEnY44FvittToxa04QvE25EeOItDFz4soPbr1F+UsNpsUfTtUdgmldXWLU+ffyQcj6CSQOfdJaOS+ZpiubF4fHVvOcZqUTSEh+/CpBr2E4cGHfa+xXftDfiHjJPSi5dYJT7RDXVqPK2/Qc5lko0/tb3cUF8qcRDnJjyWub4Hq+me1b5pZ7wxKktv/9v/dUrx1FV5ZhsZsvBviNP0tnPPcmhoimjJzFW5Y1SJDM3yq3opuiKTV3I04ejzKt/0e4dXMU47s+xNRgrpafY5N131O1e/cZmE+AHHzafwOMY/U4CCvh+BZc9nl25ChYChUAhUAjMEJg/gY/2N0fzwS57k8baHaMf5DNZMi+087eQ5cUo+lr3P9rQNtd+m3TqMZYiBnVicWS79HoqVJ4cb8Bfxf9S8XcNKf35BS2Q+DMqo5jrrE+PL07WuweJCHJImA05W5LpSYb9wec2LYHGCCR+jAsTf2hTdK4n6fO4RxY2b1QfbuKPycdjUs+9Es5HJsn2MtM9ZqQLHPgcWCClVff7KEFvd+MoLE45b/X0ONabSxbLijN1OrHzXMlEtl/W/yKBCyNBgV84oOSVx/FMylj5iGWhLXiXcF3QCJiPaOI3SLrgdcyeoQQ2TaYfVTvPiFllCoFCoBAoBAqBQqAQKAT+OQjUAvA/p65+LUll+b1908KWJh6YtGEiwna1DB6fCmXRTBFpAJ1WfpgYyJIYwWnhcUqAb/GaRTNHgz/ckeO1Ca3gadlhKWIf+qbVTTzjRHNYnUy/kIwc7Mh3mD+vOPT2SVxMxrRuG0F4zKNyte40T6ROJ8LMdPDdLj6wak1aWjdRErypcU5gWmthooX+p3WmHnmEpXkcNMfrFp+TSbc/m2w9Nn3ZJvOaR/vhB8SaTPHCZeLZ6flYHLnIeFJR1yXFOD0+LwvN3qUeEcfp0o9v/1Yx3UcCPjYhILfkQI2UN8m6zeRFT/dc2HCIDOQTmjUK7G7ntPKHfrQKTvNwouGtn6jKe3aNyCQejjNc3D4iztoJU777G3zfvRCcJLIkUKfs8/sl8+I7TfTiFEbwjrg+V4bhHou+d+nEzxtBBl2n9ZelHvxsyy6XUj7kqohCoBAoBAqBFQSi7yGR57L6Hx7+egRz9eldhwoQ4V9LHPqWvCbPcQdt8/IAU32dx17tfReRGMTyGW/eERV/s4+AP781l/mW03MTGGOYZLvVzy1TabEGTJglIUX71FqOL/rCGWf9SEBO9FA/ZkyiDyXlmEsMxFwKfIjx9w/VpfrWGFszzlxzWTaxml8vlWt5BvmVJ3Vayr4Zl3wTONFOWj39pCFFKPHhNoMc/BgrZYYnfJVN7vj8glzT0yRTTi4yPKY7/1jQJfq2cFy+pC0SwwbRDeXmGHGd+FmKq/9IyUEcFJaDX5NjTU+wwL552swKTst/zTTaQWQAw8QRYcd6ctgPPeKx0fgNCk3zXoGj7+eUBz4NM4Xmjqzk4FvBiIhtwvjcwK0Xm5M5fI1U3jopXilhPLNGlsk2/STufHnxBX7gEISH+wghlDBcK/xOHL/aAxpg1d9CoBAoBAqBQqAQKAQKgUMIMP4tVwj8HATSorEhbdPHcnzqpOanLC1iXndQSSO5GcReFOJ1zLKgmgHvFF1ew3OUGnof4qOpKUnB0idWm247G9mh4126poRjyVdC8ODX6KIXl1/qWMT7rsk3JhZwqWNcjX955FyDMq8L9kSGF58VXNWx1Tt1vTZTMwq4GjI7JiY0m3P4W3M+AgBfZKDsqpCPfDOvF9Ufk6cx0OfXnNmA9X80jxKLwD4Vk+mbftbPCVkbPUS+awI9X42WKiyxoyqCAwvUyMrUdMPKddXps0Qg44YJK+XPmRza2DBBlhl7H37akEGd4NpzwPJHjP9yvaVDYM5p9r+0iWNPXp4DPANUqrXDRLpjuRNUaZXlLQkxUXqewg6DSi4ECoFC4LdAoG3Jsa7uCfwMz+d4+ktQ+Cm+lLAQx8YmueyS3Out9K3uF5jV57fFH4JPOGTgH4ukp7uOlNlEzBwSz2/gS/nRE9pJP+OP+YFuYhU16n47+/ZNMq0ej7KetA9EVvnNfh/C8DgN9oPUUGqjlUYzdX7IeiwiV7Os+4zWoNMsfkY5679/n0/fHvbHTzOCvoQqx7m3eUdJ8uSPcq/jHHSX/vaNZKyJpZx9HHamN/z1kReGGVFGVUq+HAtPBq2JDz74SHbSUWe3/V4haNZJ+iNNL47rciLumPxlIR6zg6kw4/Io5SzDT7jsZepb4U8QpVgWAoVAIVAIFAKFQCFQCPyDEThuxfyDlSzR/+YI2GjFOI3myCIQ3xvzYtDLomMuQTfNJvw4NfrOiVyl9cbVy+xmBPjCWzgWRt++vesS49O/pm8Y5SyCZd4ZkbOXnnXJhdjlwuh8ld6cKo2DjJxUhS8TDO3RYthb2KIQ0ddFhp146E/Wpk+ytMV880ueD1QS1/QfMpyK+C4db5658NTLqOuEClL2ek8Sj194YVTtdXLSean4lF9oSg0zOcT9JGk8MzfHe0QzqLaWMWCZdI/pAvUbi6FHJ7CzEYrfG4vlja+bsIgl93UsUy5pbNWSINr04dCO1z7Hc4XXaf9LkXoTgL6L2E9aRs69v00yWGiB/W1R35QtJCGrTzbI5xXU6GqRl1iBQ8Ninhxa6Z4bni3zHHVdCBQChUAhsIVALADkZq54nseGoHxuz/0tamtpQTee5UlvJW8+7z0OzL6rlZ+MJZbi5jT7PF3YPOh72m9erF2DTSwqjRkoEotyjC7iR9Q831iiDyHDkhMj60u6GSxlWo2LfptT1ImXl7c9lhjecrJamoSGTRbfzHs2UbIItMQnNiyu4TCLX+3/weg1NyAdg3YRYyzB33TKkW0xo1b8mdQruY5Gx6g1cvfhrnzikn7Wn/3z7aej/FSQumVs/eh6ZALx82PMR6rzmNhombykvzeodm9FWrQpya+fKx0/y8+pv3qdbVWMNni41hJD50uZvkquqV5+kqWo06ThimTqmjrsf0OGrwgkJqK9I95XcC+ahUAhUAgUAoVAIVAIFAK/IAI/ZoT9CwJXKl2AgKyaODWKeTMzcTzbdAGPBRK8evqmhZ/4rupChsui0oLjNstbDT3j2q+6Ni/yZV5HPP/HBnTymGE6o7qdOsu8cYnkYPn9Xa+5vgnXSd5+IkcpF9ZrnPVg6m/KccK+u2BqkNcevuS8IAuFdqrnEDFPMSjn2TpGr/wdYtRlEi+9XpvZqXFytEteCz5MPq9lXI6nTni78Se8D+urMlqEfdN70P2N5WPVORVAmxDu9+SZBJbrGh5awlf5tllhSunwVdzR8NA3yz//Ev/t+nU7HSbCtvNuC6Gy3kGyrN922UotBAqBQqAQiF6CZ+grz+JjOOaTOoY/8Pt6nsckO56L8ZPHFMeLHMjZYTH0jQeKKUtgmX19LNCMuKp3NsTRSx+jeHUuCYCQXiHMFvA8D9ThLUJhP4x6P01RBHkjEcu/vHHp2SZ54ZB+qoo3k06jtq8uwGSTATWQ7kR90q5Ptu3ksuWHNBo3D2IR0GYIBuCH3NF8h4g9lSk3RzxV+MVCYT/uEAHSAd+dvBcnr9XOTxLnYu2KXCFQCBQChUAhUAgUAoXAz0CAraLlCoEfj4CsVr5P+ikj//5GM2S3vP4Sr2mJXNTLXbenBUyDe9gBLUNZtG+Kj0kUdvLKiDeDsPE+tYATr2bVC5ubEe1vpp5m3go03rxqD3JeGmWRS9rB61OLXigd+vJt0k/lOTGxsCaX+YqhJ5+UCf7Namyep5HuYmU11yzNNfpDfE6uITNEoh6DWU80dMq5MOemqNbrntkVT3kw++v2v7999+ufIcYv+Ciw6igX014p336ZJEbNxaYBeOkcqWe+ekQzZ+ebDXnaj+ujM2a8ull5Wa70BJJppZ74K07tyKd+3/+3ykm/VBX5KZIiE6Rx2qGbqkT5wShe5b3Bo5Va9Fj8/dCp2O8i6AX3QYCF7MgnProvAxbllSCclkG0PDEbBVOerLPWfSkjJ+25s73Ab3bklR6zGSZOGQcKPA8or9eWgwp6U05yJBd45n0T7YuYJYcO+iWUPHt8DyKnifqabw/HNXFMvVKm59bRbs+Ox3Tl12JzTF4lw65cBQuBQqAQKARWEchn+qcCvGlm6CP1+QpvQKIkYZ6yQ/9IJM/q/mW3xO25fOZn/6bxHnzpZdUN0GfleHSP0tgH0a+kW+k/6FsenOLcr0hnQEggHvI9Rnx6oKi+UYPGN/Xv/k5yl41+Nfpv+mwkTblSjvRVKPs8ZKErHBwXk4ghZSkQ/XWk8NlmOCCXqbhrZHGs9esPBFK+TJhfZ/yTvrFl/Ca63hgm6dSW/F4eY4m0OAsawfw74KOIzCalYn+ZxiyZTukG14mqdP3EZ2n+SxQYDw3Wlq/1p7k1TCKeMWag3bIvqJKU9v1UFL8RQs+95jBgsSbrPudjOSQTsli0Jl+O0RRtu7LJSmpmjSj+Ip/8rowiXnJ5T5oI9qRrgxYGhomnguIZNSXJhBdvn3ncCIt8rQwyDrgq+mknfqZlzUWF+gybpifpR5Ei/CgWROmTJ/Drc78eNjoSha2x3FO+J0XWz612DRrIIXN9cGmr5j1Hwpn7biC0ERBLu7e42Yd2RCS8qGX+CUVPXSRAV8thIepPIVAIFAKFQCFQCBQChcAvhwDj3HKFwM9BAAPLCzDRDMP8xATC0uksrwulw656e9MJYJ1U9U5pGbpfwwmhmWBswg8GddNPXFnkYoLqhqUp4/uam7FRGfg1/l/t+WSsJqf4BrABXUHV0QnK80KFekxUMCGWvLYQjNYVswvP8x8miA+1GvH0hE/WufQdZD2iO3qhU+o195dopJ5i9dF/R42yidNSuYxD1syX/DLtiK82L50/mSj/aLJsFfMNoqmYNuGuwsp9kq/LaPpLC6OTCTZjv8RcPMTvXW8C8Gsin28OQZwFbybFPS2zxK+Pa9gOD4Y+7XiYyb5YXH9V+OM8K2chUAgUAr8OAjw7YykMncYnafZ/F2k66fPFpfV5F1E/R+Yl1fhkCksPX+FSsPT3eWR9scdrLMWYg5QcezCWODme2Gd9MAdLTEiGPCntwaJkc5Fedmjl7wSdPusIVKOVcjX/lN0wyjY08STX8zwdhshE0NMUvq6AZOP+XR1bdpwHFQiA1RDRZXo+mFD71eK+YOwtLh4PL9O9VoJlHtPYlDJgm6ZN414cEs9J714Pm3tmoKQc6e8S+qoMDbpejhB1JvBX8S+6hUAhUAgUAoVAIVAIFAK/HAKjBffLqVYK/RMQ0FlbrYmNBg0LGyyIEsM3S4eJhaeVoYmH8Y3Bd/9gUkbf/vzU92oVYuf2G990hf5oq3J1kbtrxzXTQOwzjukgfwc4J4XgqUVg9L3mm8fQgxqnG3Nvs4ITx55/acyxiRcdxmnWV2AqXLUYbPqBascBuVSAXeDWv0s6GYSvMfOEVdZx+nNirl1x/E+s/zoZ3c/qL473xBXuyS/oz7nGtXigr6148lHujFN+t1X4pluSO2WRVOLFSWXv8lfbCjkRAVpbsiZ98sBP+TlhTZn8ZZYHP+lyCvc/KvmnctC49xx5wCTuj1wA/pD8y6d/Z/Ra/UPh/vk/+psT1EsYdWWtD98A5vkznl7qcuwEm75MBL79qZb0H+Vve/Mnk4NIxp3d7gnLqxjVBRPXidoOsy5Z/HguanH97kXnIxh3xStYCBQChUAhEF2ynsyc7Mpx5rgN70ifdwBEE6YPCHpsjeItMxEdvCeLSUM/i1BrvQPx+Tsgw0MW9bXmEwkemjzkWY7wiWnGTS7Un7Zdzn8sVrreW/9/rMCYC2g7596QflX6jehtjQUSx/B3e1PXyUj5yLgoRtuibMy7sp3cj8GVfD6G2JT2OGNX4o40MvDLcQdlkY5f5+Y6dklrwWxDRrEjRnymrZUd4j2Woq5MZYieBjJt5ltm7plp7uuvkA+lgjIbCGlrD05xo94p60OuCyLyBoh7MmozyKZUIV+MPx/hoXzmvECcOYnd13jHfTp7Uc+cyuXXY9000gmjLrMvSP9y5gcIJm/bCJNKo64kbLb3A7QqSyFQCBQChUAhUAgUAoVAIZAIfOHIP1mUXwisIUDzi4XYMQeLZbzi9CqHwd6MdhnuMdn3bxl5Wvhphm/wwoBmQmtibV0khKZYbAjH7fYhz1xshSrExMfSJMIz3FN8+KUV+UAn0U1cHjKcjIApi19/COk/dPZzpOuUZDdQfX0BOEgBpCZavKAMzw1nrLVIZ3wSpI38a0nU04AtPPO3UsCTdCMeNt5Xsj5ED0a+2qrqkvbKa8t76WnPnhNshYE6JlNSLrBWbF9owijzNd/yBq4uxyYBx00KbVxwCleLv64T0TnqPAGM9PyWHPItO5eC1Zvql5+VJf9caXKmTOjIIndeK3jKpTziIX0/veCdcVuEkt9ctq0y8zTpofb8daex5vzquhAoBAqBXwsBnsC8jplNh/Rx43Apn9EX6DsSPUFs2gc+9irE5O8EWfXl6MwiN5urtkSbjytGLtN+KzAcU8fQWfmk85Nj4FwkCZwkkeqScZKvTZP6PFanYOKfSvTjqlGvcyEQp33d2Zh2ahwV2ixzM+pIuJy8G6ty3nTK6XdsHr/svJXaxykxAp9sDVttaVeceYYc9y7ihc79rytsIab3Tpf6JUH0X2wnE9nbhouLJbCm0tlqu9pYyk9sVpipUNZb1Jk1WMn81dHxDOLuuMte4FlsZ+x29LhAtMBPhGDbWEN2uAQrIn6YE2dj0HRvdTW2LxbxcZb8h0lVjAqBQqAQKAQKgUKgECgEfh0E+mNlv45WpcnfHwGsT77ByWKaTwDL6BkMvwsWCCcGOHC0SRibyHr1KyccmWjQRNhbd2oQ0+oq8+rm76K1SRadHGWv853jv+IQc10x9RKvgUZGlviYLtqfhCH3upOZyOIWr2N+cD3t18zbeHW10BNgMc3FK3X/kCF/+/bBrByvt+7Q9AlULQ/fWDDzyVTpq2yjgfsg7IEIaou2o4VHn1rNInPdmIr7byW+UrsoCn75S174c375aCWe9tw7ys/z9+kK+/5gc4To3PWtNr2yPCZsdCkxYpF39HPuxLK57TPhqBOxXohttJ2JehH/vD+iIY7XzgpGyNi5zN9FLQZdD5y0Vrvnvha7VZc0LQ94kV8/tZ8Rs8Rpjlm7RlQctLz4SzuAKeWUJ/XT1egoK36crM7yTiQe18rGRfvb+PmqS5e8H3r19Ocni97Z2klfco1+VmRfD0vZF+OgjdCauB0rfTFnRRYChUAhUAhMEeDxm4sgPJHppvKJnT3AtMSPuErOKUls+MpNio7N/vKAODk+yKwsiIaDD69yjsWE7P76cZi74LV+mz7HnyyZZui/CRyapD4pwZKvPCZDXiThd6TcEq2Ic91CSaQsaiq4XuQhJWk8JFg24bg4pnjM/Qnm0s/jNZJ1PY7dlvRsdeRySrff4kSHEh/DGE7xSs/LR+5rMa3eoH37HyEuXzYYrY1fS10sDC6983WSk5+wWKY+45mwiWC3iCBjyV6gxOUMvS/M24sWNlvUVSzCUltx/VUiuH1Ta2rs1IW/Gyvb6qb6pDb9Xe58y5NwJY+/kY1YhBGMOnWgkzUrkvQvc+ATGHGfIBebXONtUtwnyMOvR/kaYXwfQUqkUwo/L3XN/TlAQh5d5HeC8xn5UvuG5qZDX/3AJHVvApHCTYZdFeem2Vi+SawSC4FCoBAoBAqBQqAQKAQKgQkCjH/LFQI/CQFZNv6Ga9cMB8MPka6wbqAxGpIYVZ8sUuYrZ82GPCxYsVibC0gkXOWgj45YcqEVi6YOoe8Nnhe5tAiNKxMpHbaTsBatNMEy7Lp+in0YoKEV0x7gyit1RUxy2B/oIoeM15sSvVCXi6LP13HwhcEeDfEGl3dOh77i0EGYeoKk4+k2u0ZXdcuJ2GERmLZ40BlAZP+3fvAWaynNj4kKfo8u6QvfG4uSuu5EfchPuuUnU8vIpozWViN/0nwovRBBXl7FHK/bXsiwECXdzBN/USmV2ZMB2RPrLYVhDw/wRM9nHfKETJz+5fXiA36LJJNn1ON23kUCIbbrintNvId6W8lf0YVAIVAIFAKrCLjXW+tyVktdnbAkQMRlfz/lmH1P9D/TtI0rjYHuLBap77trc+BqVysSy3yhTb8z9q+EFschw7iCMlsudU9/K+9+GohknW7pt0UJfVhAo8MdNd0qsZbGopvGwTedbmSB64yK7tstwkAc2GP0QB2kpkPywYCIDGVTuxyTHCORY08k4Nc1h2MENnMBPkAhZ9oIXYGHdpVSZB7Kpz7yT4GeNDZ88ecV7r2bXmUKcn2tSzEGBBQRm5mJSQxGGdi3QQqQ+A0Abt+KcXsY8/3IkO813xsNRareilnSLxMFFrFJpm9jgdlDfSLTD3PUB8zwR0liI5Ds5zHqh0lUjAqBQqAQKAQKgUKgECgEfh0EHq2EX0e30uRvj4AsnYeFShausHL0u8TwggjNvPM/x28Ax2QB+2nhx4LZV4Am/pqU0NeAmxxTHqSEQSoZhsmLaZ5zV+jLCUcWKynJNb90bTc4O+wv0Rf0IPQvacIpYPQV6YF38kUKDG4tlt21Z96ngMe0o6HEK0SHiRnJg2+vZ08Rg1ovp/bplVeUnr+yHPbwnPNlAgOHzwIw/lI+Ra84TrGwm5/XpPNNX/AcMV2m5ckd6Dkjr/fT69RFYy7dwHLADEwaLubZt9XV0gOZMcAWC20ssL5HcYY+uMJz7pb1nOdyG6A9s+idetjP8ulTUnI9PHdIf8J58kzt2c+OoYIaoaSZ2OInroQz/QxfynDCgxZF/dJGzpSvvIVAIVAI/N4I8Mwcnsqnnp/PPLPPYA19ftE/jH1+TyPznJfFejMe0NtpYiwRdBcXcXuWDgMaYCVgoqGr1/qf0DMW6s7rMxcxKQRueTXPtX2dbSPqAF0Zu+UPmv1vmxbfTM41yx7v7VJ7qeLvMSfYnXdIT8koLf1Eq6/VoxSHVqAA72/BoSP45S9iD/7NcbQJI50DBwt32bJY+l3S80FOp+pUrWkG4QhzH4Ho1A33BFkvleORT7ZGY8+oMJsFDQ/Z9ItvYo+1HrX/KPdIPamOMedDKchSSe4nuaHOkTPyhx6vPleC/PZfVQw2oTLds8IW6hIaVCG4ZrtOn7RLne2J1mgaHmAUbe1STkWsECgECoFCoBAoBAqBQuA3RGDLAvgN4SiVfywCsqgwuPpXFX+ppSMDXidQ3+DHghorbIOTGWje/Y7gIfHpwJsWa1i8C4epOc4G+FVhdy2W6fdNr8y9xjX6wyJe8u6pa5JA/C79hqjrcFzAg+ttgq/gVRw6W1+b3b1M58PxXWVB11fjAhmWJNE1+O5kXig/RKmt3ljAQ6/DZAJnXokcr71uEx8D0e3A++37t+9/6ASwXgF91HlXPe2MBdE77eocz5iUoYyUHJvrUfaN3zme3CdxCvgEm0lW9BXPYVOBWuBiwwi5eIna5LkzoXXiws8MFmIBagksGkr/y/sx8+b1MZ4DF09YncP4GIfKVQgUAoXAb4CAHqbuxuWfewr/GGyQ7XK56BPdL1rzJxRRn3P5GP1ZWZbFv4SaF4JeRX+UhNB4tSz3XizVdkmPb93gxolwjY01ns3RyJ4M83Tr5cKvapeUu5vyacSOj5WT63Gfk9xxkt525PGCX5KTW3GKfGshuxVKqVfb9zGVYjPoynAcGQZZ3ZqOEb0gV+Am+yj5D/dFEJ/OD1zA8CgJP59jS/W8iJPmkXVdCBQChUAhUAgUAoVAIVAIHEQgN+4ezF7ZCoGrENBCrE82tpOqWGPaLc8BTS+WDa/MfZJfGnPeUQsNjF2MYxgoHNafrll8ladJEKZB/tJCXeyHHzIo8Tnnndha/LV9+Q59SQB7/YvF0SaTZZRsKfNz7KCuH6cyNAHCwuH7e0wYTehqAkMgk3LXwrO/I/qCqp6Uko68UpDFUX5oGmhKnGERWEy0aHVnIZbXAwsIL4Cf1pXzvyD4x7e/Pv5fnTxowqcOBhuiYCvnusXIj0XviHzmbzIQXbefZNT4mGSGo519SMebXv/35ldAkz/LkL7v3nhPuOpw2l7h35dNnopWdr6nZUmZpNK3aVkE5hvTbhuePWh6TNqEknU9vA6cOoOHTmknvA9ts91XkM4q9qKqCvKPk9a703Di+aY2QYv1d+hEKMrCNksnVqOeo/aRFnCopDdRNJkd2XQdC4gw+Che/zldPW67SD5khlfyy/j0Mx2/OV5VSPbMktgao16GpEk5MivNcvbxpK045Y0NLErnQcIicCPPRGC5QqAQKAQKgW0EeFbSFfLU7Z/O+fjun8axCND6ouF5nn3TNh+oX/VYRqZ761f67+3ync8lN+oSoSg/5sz+AvkSAw8PxizLIYMHTX4x1qS86bcSeVLOl0m8pfWesb0KoI5wjCdCIm84HDrmLtNGkBOdHiNIkRgfS9fs0wday7iPZBnf8iaU6KYTZO/bGjMpFPUziUpetLfERzjS5bdBngLir3xOVlrW54TOygX188FYy+0ZOfUPw2ujriAFD9s0M7qWYRZ3/rJrQU2uBxrg4rSHlFlE3p97dTQrtnFpfKkDPvchrAIq2onGfrpwvQ5AJN+Fut3gcTZpqC5sKS7k398ZByMf43koyu7x3UnTUYTSbmxIxl5zITINglPgQie6rQ3Tdt8dpm7ARTI0tq0FSgfks9AXyvBICu68Avv++X99+y6Z3ht+d20Of5dNIFNdTveH5EOcXqJs/4/38SOfV2KSJ8+iT+oLKFsksEWtqq5Jkztz/7tA/SkECoFCoBAoBAqBQqAQ+C0RiNHjb6l6Kf33QIATshiFzZCxUM0yTAvxMkHFA4Pu7bsW5oLfTQZzGKRaGMJAvdiS8kJWM9Lgk5qFSixm/ukfS6OXOMt/0+Lvf8nAZ3l0eoubv/SMRfaLeEpw+IyLdqHJ0g7qu06kfrIw+aLzFAyv8QXRKaiPlGXJf5ov33jey/xYPGO8VPmm1zH7O8YZu+UHXxZi4wQwk0XHMM8JgE/NQDCBk5M4W9xIS+18uluLv8Oi6F7BPt0TkMfk7Is5zKwJbVl6pg4PeRYj2DwwbauL2TYiuYc+hrYF97kEDR3dI0x6eiJsg96xJGiB1V8HpEc/3SeeyZEsc/GOMWy54Ik+TadTZStzIVAIFAKFwO/8+Dzd/XhsSb/15Nhgs7mdlmaR2psXkF6g1bpl6MzHzosMdyKnI5qTuHkcNqXgQUOuBO3wXkzuocn6XMz4MyOpBP1cl2fliDFWDK7m2J2ltZRfo0xk82IlXg/oPH/KMo/neqvcUv5p3HJpyWW3pzellcftqxX5Mk8ysZF00SU+yLOs0WKxCyOntmjDrcE4rdofKR9yCDPk0M+3adM5wk3AC3EoUoVAIVAIFAKFQCFQCBQCvwcCbcT7eyhbWv7dEGCXrRbx7vr+p4xRFlLe+D6sv+MZRk5v/DwnfRqZ+BhxWmz29z91rYU8dktHPJbWR9v9+xynx1IsN8Lz39Ks7cie2JEYxpzSlM629kh87ZbUkqNIMXn1b4W+69f0x9hvE0of2r78cYPv/ygfO6AVDLjF/5y7azKQ3dB8Y+rbnQVZdlGPNKAbtNEVRvrmEq8mtr5jvuMhiINqIBtwTkBdIBWL+3x/mFMZ7dzEQr7tKDjf+X708MWzhm1iPCsOn1i6/dM4W0rXwSzj1qVxhQ/ICmd/u09LpfL5LTtxFsSfH9JVR3THOljK3eugdPF707ec36yjOML/hMyciLh9+x/9tNjdtYMlzhn3yevKheud9rpXlVlo5nOCJXiqjbmJrBGiHeL0HV2/Jj3a53PtP5bm/Y1nTtPzLOmxmoTBUlxvwtaigWtIcuav7zOX0x/fRyH/GRqVtxAoBAqB3xmB7BNjwRAksi9tvp/dhDM+0Zpf78Vn+vP+A0fJxsnftdO/65xUhrGhykPzfJ9H39l3WkHnQb51ARZSVNqdPv0jHaM7x4V8y1GpAyfzBjkk4nTLHClD6jKhFpvc3S7a+GAocGrhe6AkjRgjt3HJQGwvsCQv2H+HWpxg9FtSks8evZYOiVb/ERP1mScbD1JZzXZSmhmdrCcL+UwDtW5R19DIsd6MzZOX8awIvODxHRz92yM4q0uViXY+i98js5DOd4k1kI2xp9unLUC1D2nPm2kWnXTwvdY2XluexYyvR/oeEr+Heyd0R35/Wxlbxnl5Ixhh0l9rTVvCD5Rtj2pD9BAhvkMYClwgC5CF74sv+xPta2xl0cYsw6q992XCFOFCoBAoBAqBQqAQKAQKgV8MAVZsyhUCPx4B2VVenNSJypsWnMJU1elQL4bmgugVYvWTABhz/Lpmn8YvBqoXVNaM5mdkwRiX0fj5R/iTyTNEEa+bdH37b11cwxfD0a+3YjHNk0Vpvo7ye2JAfN+0UPeKs9GsGbg3Zhu0qB4vlub1cqLaLNjRsG6cwNinNNPEPStBlGPnPSc4OXXMSY2k9sgv658F71iIHTKfYM3rkeHxycI6GwjEWy8MV8zWpIBKuE39KV9hCNDOss1t8HdW0qXnh9oP/PzaMbfTx4LoHZN4bbLCsv0f3U9a9PYroB/LREziwxVcmRT6L/HjesV5MifLzfS3fGrTvI55i0Yjzf3he6RNbK5wnET3k5XGxHiCL6/bpk7SIeNUPjYsINddk02fevOAX7GW2Sd+6jeJnF1Am3yq3922QFEtq79rAVhFeCXe0w4CbJLxvfQKoaclqIKFQCFQCPwCCOj5yfN04qZ9xiTpSy76Zziy8CMu5OLvJRKJZPS3sX1u+OSD6B9zDath02RK+Kp8OVBI/5g05AalvwQOPs4UNNYycq7Xc+gxjvrUeMnjKaO+IBN0k2GwXf6rcQlbWm/K702PN8ohD7+DDl7mR5kPlWR8ljK90CqoSn6NFOMoj9sPivW12aSrxzcncWIc6EVE+Ufr6KwirkvZAsLtD4aaWRUdnX58GndGV08UdJmFgh2NvWA2P/OSTNzL8SYaMAMHMIAKQnb2LlFufyRuyXACe9Nc+UMjMz/Rcxg7V3Ees2c9pTYhj+89B1PGTF/h8Uy0SAa3P3V/6r7yPU89Nb0jsaNMWrh4NuTVhb7xQVewwn7iOYY8bQOJnh9+9G7W24XyFKlCoBAoBAqBQqAQKAQKgV8OgXFU+8upVgr9XRHAgOIbVPe3f8sQ1Ct1ZbDGEp6+r6QTwPdv/y0/jb8ntWACgN/gMkyTh3Zr+jZEMaz+R2+q0uuY9boqzs++7DDmWKDB59SoT8fObzeMPBZyWPC+gKd0YkIAle76Rm4Y/sETzHFhXGNYStfP/6ZEJDzxF1OViSN2xr8PBn0Qgk/yHEnDSz8bt2PsqZDq9MYrmMXv7fP/EWparKQuWz1CHwz4fchgZsHPdrXibyzUeQIOyc+5Jrmo/JfaJtjKIcuEVOaK5ACA9jSeDl0/tdvKdF7gx8JzTOCgE4u5nCZBr/iFrqSFSyx0dWNjATItOJWf3B9cOy+L6v8SVv1EYys/L0N0gOsMN81O+KSLTpZ76lMkp/g0Os1D5tCRb/GC6XZrJP+oZ5SlVt+0II/6nAC+CespldQreYWWTIRTdnTQSXUoc8BxT4MJC8/MzKgN+kSGCSmedm5Mk7CeckN7gXfPf5vfKJvImibtCvrlCoFCoBAoBJ5HIJ/3zfczeu/5nOnpw70Pn5UG3ikHArCooz6+xWUKVLsul8tDzn2dT7DRU2oBuPW9XKXr+5iMW/aRb+jInKWXb6vPn9DzmI2Y6L2dNiU7yT6/mODQFAlP2LHYKjc9tXegfiQT2Ayv+aVOU058j5NEeGksZI7jn9jYpt5agHzqjTtezsly6Q/ZU7b04ZGJ6KKfN3wxFkz8yfuag0WySf8MxZRkIHKm8CRvtqCUgmsWLzN+knn5ggbhBeBMPlE2ixzxU8RZ3vn4NNoN9dXq1G2bwrr2wPe1+mPDLW2Bth4bVLWQ2dr9RLRsa/h2CDJXopNlyNeyP+3BQ7xu2Lk5Fu6JIQ/jWGURHj5hrWcUG5hzo0qf+6rwoKlEYysMGytCBmwq7v2R01tuKFCUm5frMqrPVThmvTCEYGyG5xf9AM8bJMVZ1tamjj+zo2z9LQQKgUKgECgECoFCoBD4vREYxsK/Nwyl/c9AgIVWvv/7duMUJ8vAGIksWnEyNYyx1+XCbOoMX05T9pMEGLtahP34/D/fPu7/n4wsFm1f5zpQ8GwSi5RMBMwJB2+fAnaBefpA5URAy0IsrrPozEnVFXfXgjf6jtisZNyKtrjNLAVTJs+kIycJbEjPyxrrv/Sa7XYSd55+8Jrv4r7pG85/fOc7x1qQZWKuiQFfgmmcRzQ4axFWC+3TxcGDDFs20/7U67wnuNK28vdIzycstCDKJENMBD3m2Yr58GTI+zgpYczhly54W+eMAgPPDHAvNWAybe67TqBBPvmqx7fP//r29v6HruKkw7zIY5tp8piVWoA3NLS4x8KTGIr8pQXnb/6pHq3fJMvDBXU71C+T2ubLE0QYe4Ff/qBXXzz0YVI4Fn+ZQFtzyL+nQ1tC9uQWdObdqQVTPH6GER6Z53kpf9CJFLq++eRx0j1YtrIVAoVAIVAIdAjoGerncT6T0++y/Kjg0G/xXGfyX6Id6BOPipeLKyy7tHOyR4u2fOoTGVs0Zylflg8C+QP7YwQ7McbxkUoj07BwovDZvpaNdZRHjtiICpHedeOCob769AzH8lLKEjQzrfkuP4ubXAYvbwSwwuOYxZvNJnl/zgWjIC/jCfi+Tl6TBr0ZM59x1Lzaj28Yt4IzhS/Lm5wtBq/tvVNnx9v1cUHUvnSrGCn5LBjqb/tBhTCOHPlTkNtrwEjhJbfZrpcKbMUhF/xxfZ3Sajq52vjZokVmi9lft+iXvZhvgEzKoKDv+VhohSd2dICFP7p+gZh818qnOpMc8damVpe6Th5xf03lGSWrUCFQCBQChUAhUAgUAoVAIbCNAFZJuULg5yBg60mn93SSjtcIv+n07btfHcvOVyyrK5onxlLSUXh2EtenBr1gxWJoLDxfAoYttmb0f/4v6cLCc8oxcohv0v63DGH9W0gfc+6HxskX9GRRjUX1NLDlAwU85L9psuA7JzVzjmCf/GoOTj+G7KEf3wCG7qO2iIQcvDKXBX4EOu84RXn/UHlWmvUKcV6PnEY5fKEKFj3175p4uOl0ORMOffwp7ip41+Ko61IFAzu0zF9PTdi/q06l4+c9+I75+3w7YbcjJG5oopfqML49Fq+FHnQml7+lBc2o+11daQ9Du2O6k1d562S+ThfQcpZd6ttk6vSnXd1YbBeVTF2mkbFIqFek+zvgsYkgU/b94JCTI7Qp+E90dnvLe0Dg4awvvOKefOo7bkGp/WXSSFwHHDMxEcg0JMsJ3EzLvPu+9ZQKlOSkdZx43i9XOQqBQqAQKASWEOBp2vcY7bk86Rfn5c4/u+cUVq8Hvsi0zoeU9dQ16irBYpQ2eUXvHBQYP8TYZK1cxrf+My/lW8rH6C7HRpC+eXD0i+c1Goor4DEgG9hEJ8Z/rd+f8OlLLIVjbOXxbNvUGBspJdswwFZ4qKclGopr4zbwic1avAWm0zfL21+iAQ/iExM2V+KoP+KeBT0ohlwmOFB6hmJIt91Wg8vRv5LCYzak6fDK4olbXve+MWfTK20Jmb7CIROyIecR+tRj1hn5Vcj1N9brESrLebChOLGOPFiQvP2GkSiytbbvgvDqfuCETMgyxDvjF/xBtoV6NKdOJursTbbHUL+Z9gUiQRKx5GLTOeP3sJSBBHhC4oaPbKrBNheutreAuNEISlf91dMLAWbPrFgohwcyNblcd1fxLTqFQCFQCBQChUAhUAgUAr8DAoyyyxUCPwkBncgbDJomAgvA/BRve/5SyWQ4+fQmBlS6Zij7Vcyc/l0zVjP/WR9eWmjKhZ/BaAw+d+kaJzF6mc7y6PKLvo1Znax+BBCeuuU9AcGuYnAeBOqIHAy2op+eQZSRrMmIPS3u+v7v56cWRF9gO7QNnQKO16Ah79qjrMVTry/rC3ZMnKRb40k6WLPYzHSMFiWl8Pn1br1aG0ylZ05JrOsJTznpyUTom+rkU1h7MihS9v+yWO0aBNct3TpS85vU11TuXkvoaYBpm/zponeDXRu666O6vo/GdyzvFEe+EzKuUIu7uBPkIV/Hx9iA60FsH2gREWWh+nlY10VCFVkIFAKFQCHQI+BH+SvP557Ys+HX+6Vtzs/Qzz4uxjXb9J9JZaTUj632acyHHl7Enkfuk9nJ0beFxGCnyEJyNwpYSN2JysIeQAojjwc1UntenGCo8UOMXzS6fKJJDItSjMNtU0D2ZaEkDFIh2zlab/o0DP9ijPSEQoh/yCGXfrYVE8GNgthi/C52Q1N3IPU9cn+SN/NfLNQDOfiA1xK/rOG498POeSDwRRG6f2QzzNvrECNxDavbNbIvyX+xaK0e4eRP6Sy0/6HOL2Zd5AqBQqAQKAQKgUKgECgEfg8E1t8R+3voX1r+RATumji4efIAa4sFRAxCGbBeAI5XRT0zMWGVckLCRjoxLE6yqCxD3EThw09JH5rk+eT7w/8jo5AFWeV51dLy7AzfsILrd3FnAoAfE0oY6TidlmQB2PoiiHLjvWRrtsLGE2LjiVdOOiZnG798lww9h5mkTEWSbefJNmXhwCmLm+j1zgJikz9JcpmOJbqYcspve2kK6ayurlfqkemn7/rRbpKDfNU3euKgnSeT76rX+wcnj3uJnO3kH2ij9FKx4DvWr0JMst312ut3tWfKnGlXbcIv2m1fN9K5qZHfuMv6QCqKkewF/rVFwoYR+cOx6CsenChQO/1wu4BWryjtV264pxSGsf47H0yV/9OnUymHzH15XS64d70CnoYUGwim+anfwUFfbtQ9J5ACGxZEXTtR8c47tK9BZueAitPX/yTf9MmZ4VYXJiG8wIBniK6d4jrWhXku8AF7foNM61IM+ENO2cCIV1QyQSSko6LXi1dKIVAIFAKFwBUIZJ+5+txu/cJTvGZ9C09784v4HDbwdpWnnTavsTGMfoxTsmN/dozisJFN/Q59fO+gljH0uf14pM/3GFYpjRmwA1iPoX9bG7LMyxqThgefPoU/G9j8z+OXGPuOkKWEc0r9NWMr/fwmFVHSomK4RiXbQBaZX2e8Bimc/GWD500b8fgOKvjl2DSzrfudrOLhBVbGSTjhFU1Q+o3KRdqBv9QPL8/5HHSL+iJuyxlSZUiWrWV67Eac7YBM3CK0mobOEkLKYRPdeZtMLup6HNoL2LirsQxjJPPu23aff5Xp8QTTjw27vK0Kxwg0780kNHBtbYPPHJEp5FQ565K5n/PhGbYUtpAFiXtSb0ZiHByL8+2u7NqoXkokJ4x0v71NPmXznBybpQa+bh3KCnPacDaSVofgIXlIB6tMVcSXOO4Zmv79hs3PPIPqVDfFh2w0Wg/4WOIURFFDUIF4lXvI/sz9t6ZUtCNhQIAHmpmOzJEMRzStDwmijJBLARVXrhAoBAqBQqAQKAQKgUKgEFhDIEaxa6kVXwh8JQKyXj59ci9NGzHTxJIXRJtBg4GTRs7rojDt9S8Zf63Zi0csGbEPAob5e51TUICeeL6J541TwJ2ejYXOa3qSqE97zNUyH/Iw/VkaismiRVqeUIqFyUMkdzKhpXe4e7JmmnnOn1Opt7u+AcwEoit2nmNa/vFKBjIGuhtGmxiDxDDZ0JWQYOTFfWiB/+POK74treOe+jM5AXyQgib/mONgcvOsY/PAuQkjWpScZgTufM/6lL5ZF8j5/EQMnN3yD0503W56BTyn5J/BttUvk14xKW3tQWDHoWvqu5N1LXlYCLC2a7nGePTz73w7GIm0ELy7jSMP6RVRCBQChUAh8DdAoO9n+nCKdjQu87/ge/gDv1yQOkeLsXlsWPQQ41zhjdyMyd9ygXMjX5+UIzkWm41gjicHg+G5fjbQMUJit1Q3vRTbYW/SOjUGW6fHyPdNr8kdFjyH8cd6mYeU19SZkBsWnVxv2lyQFTLJ9cRFnsy0f6K87I93VvYOjjtPUJ5mtZ5nlOW15GGPTQlddRWV6rbmNpFj4PQX+CzZSwvZrokCK2ScN74mn2Tx5k89AzYkvkaUjgqboGOhPOsynhdImRtYeMU2nyr6cXK1Z5bt45RrFNqLw+NlhQqBQqAQKAQKgUKgECgECoFTCNQJ4FNwVeYrEQhzUAaPJ2zebXR95KIViVosefMixytcMajSsOP7pmFsxsKrrnRyz8aeFpDwh7mjV1h2ZTHKb9/+lwzNfznUJTn4Lr5370IeUx7NvjFtK4T88V1dJhvahMOc2GD4a+ezdkDz/d55li0eD2miF6dQeZRQl3HWOc5vd4a0UgNbVaz4+vT1UxM1mgSTwD5tzHeO9Q1gTkTm3EI/CcVpi+CJXFqUhO8rzjvmoy15D7axzGsIz6cJuKYhsxD7hEN47Yj3UmySNs+R1nxqIk8EsxjKt4db0x8LPISa/GoHoRP1+F86tax4TX7wfbGcDBmKdjKg3fB6O118cgLhm9oVrcqLlD0+A4VpwPS0AHy6PQRtYIo2AEgb/CwPEivP5mIzNGZ0kNGTa1PRH6+yopTiMpkDcITtC6cufLJKcrGpwRsoDsmT/MsvBAqBQqAQmCLA87p7Zk8Tl68O9wVZPBd/6FPEKwYlrX/orp09+57WTyWJi/wbfaz6dTZCvvvTJCcIayz+oXGFX0/a+nb3RjmAPN0fNdwpn2Mr1D7jyD/wJ6gI4evvaEpW+kwPwQ7S9MlfFeAU8Gdu1hJenBIcHdfpdtqOMKGv5jQwcoaoffmks+LT1jwWkTzyGd/hxxhmpcxWdMOKddJeI+O0VW6WdmN8KDnitCJhCO9gMaOxdBnjWdmComXbj/qbOHhtuUynYIa38p9Pi7aFhLHRcZ2C8NDi+I3Pm/htRZKp4b9e5myKWrxohp358e1dbQ0eeUo13qDT4WD+eh55LCr/Ad/G3+3urCzz/AiGMDBF9yaH/WlbkeQSO5+TI53enhtjXw9ZLOvOXYCcAQQLvtz7+LSfG99MV9A2UHu+UTZtorP3zZ7kSIHd+sGbyAQRb0XjM0AWwoX7MPfIHsVKLwQKgUKgECgECoFCoBD4/9l7E3XHbSRbV5Qy7Zpc1cM55973f7z79Xe6Bts1OEXd9a9AkCBFUqSk7a5KA5nanICIwAJIICIwNARGBOhNttAQ+BkRCEULzSV0l6oKdnKU5V68KI0y5LDUb9rLnhMSRTN/jKH/VnooRpS8F1RRtM5FwXuOz0IqZRXZP33ze9nccACPIVBg+TAtdXbBkMC5jgWeMebRM0wB/FCmMfTNQuZRxy6d7bMoRy/hdxWuYmo9v15KboayIhCbPYBL5KPMVG7OIUuFnb/VMl5lDEvBDfygzK9WzjstqXWmbvnJQabGDAbMVC38BhKZQ44LgX2HO2YeP1GwJPEgiEjrmbUsDVYF51eP63pD3lWr9JclvrnaCkX+rBeW89f6K+f6wQDeP4nfl+vfxVe8dV2XwSo5W2Oivq7G2XpgKwiGnJKXrbj5zA7gR9hkZB0HfKp7PhXPYW9p+C8F7sNLb+ONlQB0XKW3lD7v5duc6Y/O8E467dgQaAg0BH7pCOibzLd71qa+F5XSOA8NNN9w3VvtD2QbRnux1p48KWFpc+hTXzWTlJ4YctBG72qnHZsZwNHu0Gcm7E3ryPM/iOB2Ue2/HUO+MY+1eY0zht+AFvlRinDibCa9e3hjWxR0E2HkwZSLA7ZMHQ536RdvuH9A/+SJYIwLP0PDn8AIF2Q6og5TpurzKwm36AxVd5XJRVjRzw2He9anZ+tFyKQ6ppVzyOOxQHxlzL+jabc5US8IMQsz3pvtFOUpfc0evUE5c3lCJ2XL4y5KK5GiXxj6HDp0sFosN4PLu1Z+H4DTVEjkWRl4O9RtUpCHyIcrpvF5BzZTaeorBhsYM8tRP5HIvBsCEMe9Qyl7yg89nQGnHnQ6TfaGq4KBZHMtVnlRjujUVw/+EAs94L1A/hYaAg2BhkBDoCHQEGgINAQaAkcQyN7mkTQtbkPgSQTQZr6x6mItVeeoMqlYh0Kl5XI19BUXLVpYKGJPsEOp4zcE3Geh0PWFUYvZAABAAElEQVTIIGXKRgsb/+p4Q4LXTqS19XL2oMT1Uv7Zr5aR++RRKJzk85WLtjh+7a5L48mrTmBTF84gCN6pWOerTl7Lz4apF7JZ8PWMBGEao9wf0UMO+FMWx4INGi5X6oVmh3ffqoijDkHJ9JTfNEARP+6BiXjKuFfuEH1HQFbSEjSrREt5cxyW4PP9+k9iW99Lw1/SqZ8tn1tuRQ8jrQwQmm0x3zsu4yQF8sw9uPDDQIAbeNWwZxyJk0GYMgpehuFz9yvRwPCRdSbjPD7ib7ZhQrOFete9x2kixnFeQz0mrx44UuUH3jX/ybWE9DPS1fIhQ8oBrfpHvLzmXMFGPb3PDNUvz+7x5hl1AEaqP+WbpwsFnh0NJV/F4Ho0dYvfEGgINAQaAokA3+YnvsPZnuTR5Or2I+nrSBw6sjTQDhzLudshbmYbwjm9Fl27f/WEbJBYCNk2uR8sx+Z8OdF5n6ImEf4PepTIlphFn5V44eyL/CefOv3qufGjXQwHGdSfCZmOPGRfCDq5IkrQXCmfGUPT8D05ybI/QFlkWWXfyeUzS5yXLmucbNwoeGXxZ5xHx4yf/KgTpse8az1MeR7R2XgOi4HNLF5dH6KPL/zEM2b/1pEljws96mqmMwR1tAfnJuHEyBR64IMkC4+RQb8Bs4UoT9xCrKhX6B4MrEVvjfyukuO54np7k2F585SPgnyQfpWwsqfkyAFS9Lfp73fqAwduug15PY+ymPHxu6b3zYMgk0kVx3Tz/otHD+oueZ6QisEL8V3JOhW6G7iQJ+sRUeEnKd9zgb7zpfDg/fSLZczANbAVfu6vB0fkKbFc9g/L/1VBKV4F6p3rns75Asc7qzdSytahb62ptT8NgYZAQ6Ah0BBoCDQEGgK/ZARKF/OXDEHL+8+LgJQtK85UPWbD4RwtyqeVdi1b+6pjcpIhVLZUbjEy/VpKlJa4tWEnTR+TBG+8wAkr8w8OZ1R0sUNhM9c8Kq84hWPWwavOXzErRoHgspA/31IZ2BmauLyaZZXl9TfK67hvbBp/8jhyII8xO3RBujHaxhmK70UGlU7l2HlvZSJHXsJIIxgKcc/0dn3Tc4wRLpEN4quPZKSQYxRzTnw089MJ3/zNEifW8LUlJtPM4q1cUncYJkCqMEiM+fIj/UnjQF7jLI6QZRxUhufzE79zyK9ZL4r6SXh+vnyn+oHx82BQfi+y6HTe8xiD1APeA3mA4occz4Ysgz08xWtxZs8W72XZ7Gh3PvXc9WxKg1zZWud6x/vB944yWqY3Tb11lfnditOeNQQaAg2BhsAqAh5IgwNAgb6TP9ivfpuDXPyFII5AE9Y5R/2G64g1/B3aEGR6pxxwED3RjxYy2nfO3TVJ8Yi2GYJG9GwjIn2Ql4KxyHbxKCX18AyncoIcnOtwLE81z5jZ12uNZGYA2/F5148JBJ1q6D/VNGbnOVjLybJ/NouzekkdCMyjb380/Srh3Q+2yxfQeW++CC9mTkd5JPFnysE59IC+8l4msYdHATzRa3R9V3YPiaxGqEp9iLN0b3jICRFcv8sbgzx+x0u5TiI/c2EGqvY4zMGrYCYeUW6gOa8zurZjk7JLeZ7h/SCN86o41ueRE77wzDBi4D2Shz553ifNR4bMe3m/BlbJF0cw38npt7ivVoyIVbuQ950h+QdciUaUJ/jJCYzoKGyuYO/k3Wg1BBoCDYGGQEOgIdAQaAh8zQjgEWuhIfAzISADwTALE0caDmDNku3RZqQeaiaddhnTvTLOFY2n1hefkhICoQDfGNnL7MabHHmaOYqRJ7TkuYL8FKOVRBiRmDmqmZVFrxtsElKGcZL5PmKW5yuEHt9Owlak0+iI0l3yB3342ABRDAWPqT6OAb8bS0Dr6P2KIgm6vlkVCrCOTL5BYWZvJuHqJbpm2CUMyY1jLPP4DN8sFDHxbGOYQUeYmm9ddxbo2/in6C6TY5hD3g5gyk+OXZYKr/Pmx+VPSolcOMgJZ96rifHQt6d/sm64oGSkEq79l18p8RNNg9kysh/nLyXNjcjFlGl1lUvRpRzVo/2n4lFXtDrhQJdyQh5+nOudRDRd3hs4H5SpkkWgvJVf4cxsqjpVxoBJlFnwZF9BsInAvYU6k4+3jjaqPZl2i2571hBoCDQEfhEI0BbwDeU4C2vtySzacDm0M7pTvu9Q9RYm+ubnViZuI/SAKPT7Jm3PHc9xJlrwOf69j8FGkTrlcrNXtiKwqCX7E99MSTI9BFaeeaYHbr1KXqfx4hn3HktsRNTrp4/MmjjCRjRXyEJyFhA+ueRR6QvGzlOWzR2+M1Ll0oPtlCacvyFfOvFGXstpp3fJBYLkwMNCaxpp/aqUi9EkD/St7ZAiSaG9nnr1CVIY5xIDrO7q4mrqeABGrEoTKlr2FQeBH6Ref2w56MO6rLSdiLJpqqVCrPV/R4olZy74kmh8+NJZIu5SfPyymBfFht7pMsy8OEfk6nX5XM9FhmEd2jlWP+nQIh3b8MCcIavje2GhGCSqlX48MMU3lv4gM2GWNm4e+Et68rqcX3MxSJzpp3PqVAxPOcDmqahoKMwCnjp4kRVpkaLzd7KUE3KqXjIDfhyQ+yo+c8GhBz8kwKlP+Rkl/T1LWpAJdLj7bu4i2UJDoCHQEGgINAQaAg2BhsBXjED0LL/iDLas/XMiYBevltT1srqhbWnJWAwlUnpGD8mbhf+k2Y2/MU+UKZyyVjrNRUrgu40G5EsKnFXzokOWgzla0WSv1KJulpsvHsTBRqIpp3ui71Id4YMx6BspqlJMheF6fgSIFOiroDfUpdzvZdu6k5+ss2abMoAg+G+lgOet14h4j5DfjDl7WARECdeewx380gK1S3Ywzt+M9I5L3hEbjzA8IEM57kgaUYoRbXd88fM/5fWid/B89D2kKOzwVg1Q2j3vcXBMA+J+SceYgQ2DSK7F8T0+Wzij/MCRd9/HhTiHbsGf5eoIKuusH4WGB3eU845Z62Cq/zvthyVlOzQEGgINgYbA2xGgT6C+QQTaBUJex9Urf6PfUNo3tw10HPK3QNn9CtoIBhWNvdOFmC/divbqGRJFdrdj73LT9Oo5iharjhwQLKIy45RVZUqZSbwDJDYAgArbYajNfpEieybfJn2TrGcb7BcfIRNpXUkWYxy5GTMIj6SYxo1cIMu76sFI/8YWInJ3HQ/57r6nFsz5QxUOzHbeGzJmHvemexxPFF3vw0VozcvbkWzUr9LnPWuAZzoWH/N5JYZkSay2Or3Wr0o9+piiW8zEzYPOs86UKOYPhnyPeP8puYyzge0ih2duwk8/DrPQMWjdA0F+DjlmzNtlQ6Ah0BBoCDQEGgINgYbAvzwCr1je/+Uz3zLw8yKAU4i9cK+nn6TcXE6fz7+XjqMZuRqN3PUyxH3WfSn9jGSWlvOacOncKYYhZkJ4RL8UX/sBpVxZL7WSJeXu/FfdgO/7As6fqxTIcDQxkjcCfD9jELr9TffYtwkHJc/s8ivxS+TDB+imcpjHmgiMiKPR4t4HuX528Bw+GAJxAJ+/lREOfpSe8qHbXKHzp/4P2y6NdYOMB3k6OpRxMMZ+0okrI8frmQzBW3HJrv9kzJ08qTsiEo5MpWUWL6xtDMCB6EKriPlheZ63GdAgAZxwf/1ij2qWDseA7CAanWcRz3kmn/oIP5ySqlcYDAjlPYgL/Z3jP5Rlyacj7uFVKDq9zvUOiWvAVB4tHQbnsI0ZWuba9Qh+ieFSqvm9iNur4EGJ0fz83Q56Ll6sPsB3p7bLLtuntuXpcTyf/h4G3ln1YoYMhkx508UTY1JIR16dXQtayndb6PGp6hzGZBuUZ/zGSO2sIdAQaAg0BB4joPYg/peoaoP4rk7a9u02YORR2svStvKN79S+0auLPhDPOacN0k+BGXu0xfRdInBCwolQ5ZnkINm8LS9P60PufRv70/PEnHSMOcFLPZEikvtsNa36nO1aYoAfcjLwb/o0rwoSjpP35kfSuh1jueUeVZS2cABiHv3u2hBV0ckh91xaxokkklg3pnIymC7I1W3+2Hdk4J3Kqf93TZRUHwEeJX6k2veXXob7u4M+Q/npt6P8zMF8SxrXqcAnsiyB3D/V84OBsiE7LHEdgavIZPwtt6sDy9561i9gZmApXJI6T9zP1Nys4mX8Q0f15dAJVSjgD2VClleW39CP9EP0rcgd7501rvHFcvpn/8APGdSbr+RRHiXQtG6NHMxaiUAjZuTG+RjjxbOir9L75RvT65t1gdmDkN+l7pxl9iDBhz6mvCjg0M/5boHzvJw/QgSr4EKObYL45z66b2qLIYHUWwhJA0xUdd3j253fVmTKmcDvkw85jIBIqjCpX/ku2RktnMBKZXflvUug3idAo9QQaAg0BBoCDYGGQEOgIfAVI0DXtoWGwM+IAMoNQVWv11LM3W91LuOPlkm7neSExSGKokUUhx0abUZ9eJSibEOKIspQ4MqPwaD7u8T5XsoUCheGqJH7Q5IbEUxFChrOvAwYC8JggEMPfjJyaM2u93BMLoxahida68g7nw75zhsvHWV+kGJ6YWltL+kNsbXcUJaSSQG9NSTj3pGQ+UEtZgbwRhDpkETqPTh7SeSN+HePUrYwJp01A1jzju9ibd+QIYtyXsVkOTUp2FO581LF7ANMfQnsllKMiBd8PBN3Pf4SDd+TYcGzXqizVb1djT9/IL7sA0dYM4xNkkjwmFmd5Tp5uuNCeYTnSXuHM7BEZ48DRqZYlv0JhCbk+/7H00/Xv0iGZUoBBaWjbxrfNYw3EwpHLmqMnqdyhGOL2xBoCDQEvlYEcJowCyxC/X19T47jmx8Omuj76LvtRmHr+017sfX8DbKJ/HO+gyKXRGQA4btCJx2AwW5HZCrdDJrWAdPc/uIVuei3XNRvPms7jNvlYufdEbnmvJkB7HC0SOfxhz5Z1tc5p6PXYjDncZgE4B9z3O9hwWZA00EYe1IRR+moENZ73lc/gzt55b0Jh+Gu/m0k/KC/FN5YgAxG3ItZvG/vxmeWTb008Y7aPa2Hgd8sli8nKyW88rItEd+458Esw/c/I/J+acAD75vefwbRpk6TWmvG/JhjKdc7uEJ/2MLxY+RpVBsCDYGGQEOgIdAQaAg0BL4WBD5YA/haYGr5eA8CUmzk6A1nlihqhuOp/42OOF0ZdYsj9m86R/ORUWHFqaKHB0JWcY7inHtoYSCwkUCO58ufZDb4s1Q+Zmtm/AMsVqNKYRNPDAVQHfU5rqRkMoIeRZNnkmt8rhtPBRRHIXdmdiOzD7hayk/Mh15+RpqDwTMpceLH0sGYO2vjSOjzOBZjdncaBYzBQVaODkHVGfJY5y55Gm+qmiLjNI2dk3AOPhEkLPaBWF6Y2SCxT91ICQnyl3dDKs/U7JkdWpzAO+sztSKCyvD2G/3YX1l3lV7DCXwcYlC3otijPqtOs2TZ2c5QKOXDTDE/puzl2Mupzns5QXaepr6OvCLbxYYUePIDfY7LIWexMnv3xD5bfu/W499TCXnB46wZuJ2+Hcym3/5mKI2NUt/oW/M7net7APvyq3lQR6Oe1nfLub8bOtd+5reznL/nH8QfnIP+NAXlQUBS3gxdxY1ptD1XLkph1MnZ3VGfj+C1h0GL0xBoCDQEfkkI8KHnO/rsR7nGKtqkaDvn5zl7k75R9I/clpN86Bf4A18Ici651NawkkT8yqPFA/yWQi1HtHV1u8Z59pfq1Nyv48UzZCqDrNyPhjbY5S9ixd/kW99bO6fHor5VcSRCbW+ww9f9DspPKb3fbhncibhqk4f+0Q6ixO3UJznjkL6wBLSOLE09CVVdoS+Q/YFJHN22PIGZz2fPd12atvoQbB/BQFn1zxiEWEmwi0wdiZLJ9K6DDI7MG3XEB+dDOVEXhvoQ9SmTLtejfLp2BDOc5i7AtUgL90t8y3Ok/i2QWrjFgF1guqg//0ll+/idLEQAYaWOLLA5eEvvThlg2t/+ob4sDnAC+VcYvi1xOf4lJwWjD5NN7KHt9wndhfIpco2ClDPJU/Yl94fH9Um3uI2oHxGMjewN/tANtbniJFltm1C/3TKE7J4Jr3xR/u8PpQ5LNvYmjvcHPTD0CL6RNw1e9bfyQ/i/P0eNYkOgIdAQaAg0BBoCDYGGwD8PAh/Rg/3nyV2T5J8QgS9SZsJAc7v9WoqMflKueimu/elvUmalkGGQ8Ejud4mPcocSjqOZHwGlSvekaN1OP4j3j+JNvPdpm6HKfZbuzxJ/8LEujD4c+e0049kOb9im4q7zZ4I1RWGrfH3+/Af9fi0q5GVUbO1rc/bYN+2L5XiGVZ0Gk8hNuPY4KefK/Z2C+pPK+q/CQ8Ydyvv8Qp5ZMpDyvONRSwcCyj8OM5b4dhjxmMZcuhJYMkSQRyTtNQPYAwS4vRR9dq9THm8MapCzLup3lP8s2vTSRgndUnl2KqNL9390/iv9uFdkf5Bnvzvd3zRzRVK7vKcsplfQzB9PMOY9xnVKo1xZPjm8qVulbLfnu4qvLSusBPBQ0EWWw80zTlFh/bBkaPI+nz5/+q2gmRt2B2o7T/S+ffpBWxcy+3i9LvOZofz97dES9EdCfCui3vg7SWIbuZ8c0HCEeYvbEGgINAS+WgRoxfnlt7u0r+/Orz7c9jGonYVbftPd9E14ZRuoIwN83H5n2xyyOS00ym+SfPEiY0b6jJJLxbpNSbb5cPUo6d32kIvdiVapTR+wgLPa44P9gK6ASO7o63XFcejcbohIsnv8Q6JBKSabGgznMvOjKYYRe+tvSel+0Z6+2BYtoEEy+mZkTLnVgd+zIRxyypPkMx4ihMRHgmdHqt9/dbm9IExhSn48w1YyXY947idCRx/vkW4wSbLj4pb6CvoEb2DB/2EZ+OV/HZt7EaEZ5cezGHBQ6qidwuV8ntDyCKPNwibtSvo5va1rdBXzgdYaQ913PHTI5EnePgKzmbDD96y+jwySWysAeHUii11kf6h71XSeOa8x0vfM3w7kKbjYMY7e8jPh80wWWpqGQEOgIdAQaAg0BBoCDYF/WgTQlFpoCPxsCDBiv8yD075fv5Lz8FspOcyUlfp6+/F07eW4kq5j/fUtypaIWYlSFu3YYtngUu0LfZy//S2Wnn6n0smeQSc5uLXbsY5hZNGJHc3sg9yf/iIDTjgmB7XvpTxrZgmzcG//JnZyGt45uMg3zncZF/u/Ks9gg0THw2B8cnpmVuNwDvrYFzxi2Xnhnn4672Q4ud3+KN4YXDUb2DMPhpwfEAKmzFTdduB5hLbK/iy+zBAdyn0nJ5YAhAbLf1GW1NVeo9TXV5Imr5F3DKyfysxUjKaMzL95xrfE3sQ88LBjvf83Vd1/F8WYdcyTTBsYwy1C2MqQFUOBHLBamviL6vSALmVR/4iX7wUkfE5aYcp74hD5KRfVgfvE4ZdxWML9H6pdP2i2tPiqbDdnvTgDODEFhssx6ejWYuB5/QNnIjKQ45Ok/quc5bxL5GEraOS+6w6G3aQXtBLToLtGI+mDnwarMIDDBsEB6ZIw8kN5Udv9rvl9nM8gX+YzvF/lcZa7j3Z2g92c5zKtdrch0BBoCDQEFhAYnKw849uu73ZpV8b2ZiHd3lv54Xb8sU3gMh1HeQySxKFtQZZ0TMcTBhHyDJLeB9IOQeIH3VpeBllOt4yItLRttV8t9yatZdhs/3CYWI55JyblyGPIvP435AnMJRR9E2OfeVlPmU9GCWjTSSeatMWSL/tamZc8krbOa9LKY9Bktp2GUtLOqo/D6h4MrHQg73U/KhOuHskn/bDaob8aefUBMkPp1H2jhYPo8zC0bkRgNeHCA7C4oIe5j/bFAwWvuslWNfV2NQtJJ7fQJHhVIk3IglyUIzz4HQlZLqzExCDCDHUuN+lG50jJkAHdYFs/SPq7js4MiOOUkz6hnLs8SmKXD2VUfnFbcggP67wlcx6QuovhjkhDvzmBVh/cuhX5B7VawkLP7y7nGafc9/U8Tj577pjfGd6lGOCsGiNR4Rx/OeOHnCqrHgcwgfykDuIbH/BHPPwt4x3PkPLEsdPsf1YC8Lhw1y3JOeCXad55zHKEJgNGYqC0eQ58Uz8jLmXcQkOgIdAQaAg0BBoCDYGGQENgPwL0dFtoCPyMCJTZEFaoWFopFD2cbD37eN5YMrdWXN+h5KAs6eelbSvF0tYEDDNy4njmAHxrJexFWGRQOd9+r9+3MrZgjIC+XjllCYfQ1c4jnFbJM4/P8gUrFGmW1ZYDWA7MOgC5jStyPN9uP4hrjXMdc/95LwNHLyX5qtmxIf0KTRmc+ht51ZK5ZU+0Hge568F+fshs56iNO+R3T0CR/ptgR8L8PUqXn0ZmlUS5XU841XN55JV8JlmDgbE26hZ7TZFiM7vFyAQJV03h2su5CSkb22zw5elGkNHgLGdo1/2gSAwysCDrCTAs2LhAPMojBkjYOboXXlOHTnmX5GxnAAf1YjvDJCSODD/M6LYxKHE30Z1/4I0z9tEMYDIkoyXfAfL5YADBY+agi3EX53fBb5YojZpRCuKp9yTyOYu4ckl98U/Pw9BKXvWddF5XErXbDYGGQEOgIbAPgcG4ntGfaYMy7cKxamfsIFKU7Adk+zCmUkvhfoAcAGcG+ZT2uchIujpNtg9j+tlZtu/luJSzlGWWcuGSnpfaO8uHmJLtHcFOw0KoPnd/YJtBLbtn/1aDsepncyouh4X+TbTTEdt9LusMikjcku85rfVryhKMcOTzexavSIfTHx3mrPr08vKzzih1TCvxqM/IwEHXpfXM3D+hLqof7n4eT7cAv0+9eMd1SwMlPdvW2C1GW7hJzZZAyCAH+biKDQX3nsDOv9QBthxB63EoLNc4RJUhLrrY+2QJfjAn31lrcZpzzj1+SwFZFMdJ1uIoSvleLFE4es8OYPRrOzQXUlP3XHboVolRHhfiv+0W5QlmGQKP2OGZe5RZGfCbEGfUDzmS5zrffDNKGwA/ynoYxF7H42ELDYGGQEOgIdAQaAg0BBoCDYHHCGxoAI8TtxgNgaMIhIqDSijHlpT1MDroWs7AixRBRttfZOjAN9id36HkQKNob6k8pfLLDNSeWak4JtlHtFK2jmZsIb5ni/a/lY1FP++tGq9bONcwuMhh5VkGlYwLdPbegi57qV3l/O01mrr3zONMLZMFDuFes0Ov/61ZsX9WGdTKb8Y7eLSRBsU08kZOcuQ3lGImigDHAXxliW/l2YZD0qDwHw0Yh8LwlMoyRhb48rsLlLWU/K77USe+4MZdtMkNGz8wWOQy1cj/rR35Nxzrg4El8jxJy4Wih7NOezj13+v6alMCsT3bXZU7j5O0NqAxl8UoxhbR5lXkVcbDESySusXPeRe/NDThrD6rXnXalzZmphJxRU7Lqmd+7rkNUX80i9x1NI1cEyFnF04LT1Lw/sg5KSOsZ797RH+RfZaMS9dX6oAGLPSDc30h4t2tYnxTKi9lqfeWWRnD/oR38ccbxk9O/Kv42qA6PpqceaYC1WUrkLWrZj17pjUOfhlDZ076c6nrHQ5u9u/bKosFXh2zfcqMn+G9sqMdrFtoCDQEGgINgdcQePShf4U6jUS2gTjuYi4p7fXwPZ+QRxZ+xTnh/lUdgba8/uWz5TY+27E8ZuxHx6X4cPBmGJYp87RGKWVce17fz7jBIfB6RD9QihmnokUbqf7sWb+cZRl9IlE7WLz0LnoG+t1+ZyEZ3JWlElLX8sad5b+ZByhCIa+XYz++S//9G+VHMxOdJ+R4JagHpsGYYDbUuQVy87qQfU9HRadggIP7NSFP1u2QcYHgxq1ACHcgzi8Cd0S3ou/bS38QzPGRhwGFr+K9wMTvr+qY+vS7+nL5/hq0rDcLdJ++VfAhr6m/btYNZChpqoEp8b3JfvXTwtwlBKN4R4WX61m8XVmmDMSwuNKJ2NuW/rnlc1nekXvzDXHGATzgBW/qTdy6eZBoDtiUzkbZO66jfNAfAImZ9VEm5T1w/Ze40s1Sxg8SoJFtCDQEGgINgYZAQ6Ah0BD4ihGgx9tCQ+B/AAGcv1IO7ekVe6YM4pANbezN8qDw8sMJgwJFSGUXnswcTCMIz94QyBcj9U/MxhVf/cL0lzNKlX8t1+Wl4d7Azt5AK4nkEScliithfMW9z6qdm1r++fTfgiQxiJjP/Q1n/tmOLzBeCsSR41b7O/fdnxRBfJHV8q6lWaIT9zxbgVmje+uKnXAHnPtFtpjpguEC1x6GN/aNlWFw5uS7k7RkCZfgT3J67xVzpENNwaA5lt347MGZR9krr2fNtHadfhB/8hieWkKcqqv79UyjSbTFC6WQAersmda8U8zuX4wYN/1Q76JnxGr5cNeFI/Ux42Iy4j0SzmkA27T4kjnexyewrbJDauoFZXzDWPkwrxjC+PY8y1fpisyecaxv5Yfboqr8ttOGQEOgIfD1I0C7km3Lu3K71Tjc8+jdD9bgMx/vn79+55g8Iz9aHBw1+icSsT/l+PS1MzBHrmOyDW2g+rIe/OayE40X23e67ycGwt05Eo/JF5i8UqeUNvvpztNn5fPZPkRIU/+NrTqeHExGl29wSD2DSy1Jde5qVmE2FHIVZ/XUBfdy+a+S54GXWU6htssiYunvWU57Y7VJ+YWH4uG+v2rHQz6lrDY76C+IcpdUfVUNNOilj8QS1XcRVF5Zf/i+ZBjP8s67j33P+wVmoix2NceYcZ96dMr3bgnm9KRViFUMOUGP4j2AN/Us9LNOuj0adQsNgYZAQ6Ah0BBoCDQEGgINgaMIyBLeQkPg50aAEd6aASydxv5ftC5vrIpTQ0oiDjsrhChAKDq1WrZX1lTMoZGB6p73uYdChYLFbE8cwMHtKXZOHX8QvZcSfvnmu1P3d2Y4kh/lQffJr13Quv7Sy/Ci2YOEWqqgcvxv7DksSp6lGumtTMK3QHhxjtkTl2Wgkes4n0yB8x7F+VaMbVPDlGjbcIU8SqHz2/lPKlbNxAULgjHfLwB5MLYqs06O9Sm/ILn8V4t6Geco4+U493dDsnDasW/s7fRb8Q9HPuUY2aD+zIJw/aTEzBLo5PQGZ9NSAs9sEF5Be5bOlxSWDI8Ae1Fp4VtUOuqHnY26jcszR6Kn3cTlWwyFxPvS42jfCKXMhhi6tjFP+Ys6Q77qvK3U0ME4CSXF94x2HckgM6g3chrvH0tc/1q8lYaZw3a0QyvDEt/6nsqUZQw1iCPs5cjsNywJ+BjvpE510smBz+oDyJvvxSQyT3i8EsD+ojJlb2n28o7lHTGKi7aeQdrLY+oiTDa4qDHaMDgj3hlWKUTStZCzSzKO6SryhlhrpNr9hkBDoCHQEHiIAF9bfZj5yNI3elcwvZFY3eZkO25utMlDG16M/9lR8LORxv1ZLW/dPs5j6pkbKI7wi+e+pVOtvrscJDR95Z5Oj7ChXfeMPrWlMWtvniwIZf7mTwNn+mPQU3ttUDKz97HrO266deMq3hexob+DTDgz2YyBjpnJFdyHlT4K+XWZRFT4gx7pb3QCLkVFNq3inFKcYeZxLdjq+b58TZOXgqA+UE4KDM6jzxsDOaexn7miKMkvfdI4h0fhyyOLPfZVA4LxOWV4UV+19yA+JSjxt3s265JSLkijDpp4l/qvaw8UdqnAgjq73m+jbjsv5/s+4DrnfU/An7p2VV3zyjNVsuX3R1gpO7EqTJSdb1TpXjsdy8K6gZys3Zm+7QZV6pLfe3DinVagjmWoz/PeC8cYYCAC0vVwAhPgG3qBMLGsyR9pKG/VQp3yZXkvXnAfg79l4pFvVzwBQ9yrFBzfJWQCJ9W8gmseR0rvOQssRAulj9BpZTKt2HWT/cBi6A97EuutkzwhdURsfxsCDYGGQEOgIdAQaAg0BBoC+xBovch9OLVY70QAnUoKDLNGY6Qrxpsw4NQGiPewhFn87ICx4xnFMpVOuMhRxwEtvhhbuHwpmKBy2TEbF3USRRPDRfJV3uUAvt1YunZLYz8iBWoq5DB+JM3kJykkE84vRMPR/q6AQsqM1aKl3pG10QqtWQptGAEKOE8ZG/hksXy4lufzEl137O5ufGHZay1N7Jmad0/Xb9g8Iiwx9l3Es+u+1Q+DYJF/LWlmTxo9yxJGqXDzQbqansqJ+E4lg4mXUqufb5xjAPpy1T7AkvoQT1uxlN8nWoXIHXUNQ4/y7Xqucz3gtxyoNXKM3n6jslkzJC+njLsIGsJ++fJ3G+bGer+SDln8jr9oIIwXLerUqtU830G9ATKUktfXgt8yyS8DPKsHjK/2a2Rb6oZAQ6Ah8ItFIL/T7wfAbZ+8Gb36Onu40DzFzF993O0E25Pq/XIvU6Q/Q14YqKnwLtHcHj9HDEeRdQi8J/ag0Chmv+DFBlIdZmbbZR+DLD8V3M8tTp2n9IvMh/qhl18pv8rfc3DNxAc5nL8sA63wBM2zHOSfLhrAN6P8yqUdbGBWPGLHxEIS8CFHpDyW+pHc9G3pa5bRho+ij9zV/6Nj/V5pkj15FmX3Q6XfeTprPls68tIUnJYev/nerTh/cQbLfb5M3WUNOq6JJc7HoFULQHnOKy8rTBHos8cKALr4eFHMM+ouZUMAq+q7oTrNIF10+Duhid5CQ6Ah0BBoCDQEGgINgYZAQ+ABAnVv+0HU9rgh8BoCHjWPEoMzTb8Y+V90UWlYjETHWZbqz2vcIjU8Y7Q+ypOMORfNyK2UTM+0w9AmRfCtI3ttwJDTsf930Wa5YkIacnSq551mD3rfMiuX79EwNfdUxKW4AqJ4pPPNR2NBPsHYZiRFekfASJYOtTQsxKcFTK2u+ii+zmaZVXFIq4YKZQmvb07n83dCE+f6VgBvpcNg2bNEMNdHapfiEt3gITOzgEMOXZSwdF0eMcPZe9MWR24m2TpWBRZLkEH/SOD9kpRaDjlLYjt10ufIbFzN6KBcBpjm+ZtRU50agmS/aU/cmP1q4FzexY43RMsTD4m4/VrctAS0ypL9q58LSFxmE7l8tqkwi/t0/uwZRNsxHz0VXwZwlJkNgBaz8Ot0vGsy3PobkMvA189XzsFVP75P+WMPMkKnGc/sXR77C6+kb7cbAg2BhkBD4AEC7pAoTjH60/SV36v9QSjy9e+1/GuOqnKbLPrQXmsXcRMxYLDzlgZz8aM9yLtj/zbv7Dy6LTk2QMz7F2vUUeAiKe2IqNr/nawn0Wjnsq/B+Y72e44byVklxatygNswMuoJ2SQD5Ubv3IJ5CWidqkwOB/JTJ8u+3RFCNSYe8PiN+lgh4wjcEYJj3KhnDFBU38k6Ac9KGVR8CxJDQpzuQ2CAZIdOpZtOMzx56iT1hYtWhGKW7djf3jlAkPdKfVi2auEtemvwhwGdSjXEszSjpmzyQAeTHPGjf3vsnduknQ9dr8i4VqOZvxwZZ/FIWb8ZoyU+qhfun1sXwqEJbvlulvqW6Sbbs2ScfPj+Y6fZtXw3QKEMrzQTJPzisuIudRHd8yC8T4p7lTC8Y3zT/C0T3/jmokeq/niAN8SRsoWGQEOgIdAQaAg0BBoCDYGGwH4EPr6HvV+WFvMXggBu3u7Tb06fPsuZZ6ccGZeWo4Cq/NaAUQLlTcaqz5+/E+lv5WaWMcGjpTWTzlodSyKXkbaDYvqKFKGYWenX7EYUNowGKHX+WXFDmxTPge8r/EpaK6lguvxax55tkm3A/HWe0lEVpvviDgYiyRP5VRTlE6NmBNRtfs8EasjvtKXWv4mEnIbKK/YPxFirOfC9aQbwswozVeQ8GCbgkvlAfs7rawwJugZjlrs+xxLfIduahNDJEMvMUS9xiDpv1Bs93pM6cMVsFrM6kH07IKd4mccnvRvUn0gRRoe11EikUOoSzknqwpcrS3zrmfkGXWgvBwwa2luZ+mPn75MOYDK5aCwXWZcDsuYPSdiPjYEEr4XrVTMarswGSdp8Q6aAR975EiiPZxkly7tJivUwvr/MHMsfNYt8YLC99uxbvgrsOun2pCHQEGgINARGBNwPk2PzzZ9Tvtbh+Ik+ir7kvpP9wOV2kfZD8dyeaQUN/XPrMsjmq1H2eFpd7zh1p0AEcSRMm6vHiZUs+s7KHX3rV8KQnjxl//sYQTCMLPCXAXc46LLfoXNELH2UI5QNt4jfPOCwTpn457F+tnV+FOig5fyRJ10yOO8s/cVbrjxHbiYgfQmchjF4znmexeBymxV1iP6bgH4C55pd6g3uzqle50zMOg7nxAtc6ieUR5Y7/cjoxxLvfUE8nEfqWdS1/bTTcfdWgWbsJd/eDPsb8OL7O+O+eglmdk4/0neRXzi5X0ut+0isirQMpiz1NvRTyeBvajyP5btDjvs6V2h8wMFffbdLoT+GHLiiKTPqN3K20BBoCDQEGgINgYZAQ6Ah0BA4hsDPpAEcE6rF/hoRyKqGEsNMw99L2WP5V/KKgliUaj1BkX89SFXSHj6e4aul3DCa9F5q9hsZEHDR4ZxkKTvxspMuFcFXFat0cyqfvfaM7cVPWc+R7BwxSnlJwGJ4Ia/vUHWZ4RzOtNGJd4ejlV3wfTGfGNlOf9NStKIl52jMcYVqKqmUtxTVwcgHzzCHAvnxUGaeSAvvrlr+uf83lSeGp0cB41kauUD5GaQpQPKDcSKxy2Py5zmzb4nCOTEp6+99Ful8ezA4lKvqoNTKH8uhfxH5m/Y5Zi9pDA+us0X02jFrY1nBMyQivZy/Gm1/Ce98RX9+Kjn9AsZevT1Oyj4GLFCS5GfkFXkaKeh6KNu463dNjnbegEBCZSWhzGJMOJxRZ1hisZNRE1osEXcsVHUYA5NxKCDZ6FQ9d37CkBpyP+lsloAgAZczGxBODNcyqHo2ge6Lfxj6Vecphz5nV/PdUbJ5AMvhR3mH4zejhfEp8GHpePYOXyKT8duxIdAQaAg0BPYgMDpzaKto86Itm8623UOpjhO06A+xqgbrQLi3Ofhosh3II99zBlJF+0l/tHzv/aEPh1i2pW5nPPCo5vjgfGiv3VCqDWEQ1M5WhAbILZ+wUj5o+dyH1vH5kH0K5KnbaigWGVeIg0NiEVHc25KElKXkk7j58/PsD+RxhS63s313FOdbZ+6bUIoFsR10nD6IjKc7z6K/l/iQF86pQfRb+Ol6KM+dRCfRBCDOL/dfop5FzjMSvPhFyCNXY59QZYbDrmeFo6xH83KM9Hv/JtwZ37WuMIdvviv5nPiZ5qYIqCMaHSpo6G99RFAdsK6KY+5BXqkjFoKyQncYy/MjJNtFE5nK2xsySa7sd0LgpTq1IoExAC/qWZRKfGPr+NyXbD36QNa8rFN1vPedw4dBI/TPsQgQQnuPd803dMcr74TYcetD/0oOl5G+Y2ftAWwncKAW2jPlpfd/+vH7UIka8YZAQ6Ah0BBoCDQEGgINga8HgX8CjeTrAbPlZAuBULBCxfqsmXOawdmz9KuqIArPWTM0O2a1pTFii9aeZ9LYRNfLm4kmI/mvWoa1t9ELnmJfZgHHCPhROd1DfTOO9Vb+hMHGxhvJEks7hVHlLAUuZHunZskyVd+Kazq3EvOUluv8wXf+POPtP/YooyzfqyV1I7+RNnMVM3SLIu8876d9H1Pyovji+C11x0Y+RZwY++qE1C072slrkaN+/vAcwyv0lc8cnb6hfGe+Ievzs5ae3h2UAnmpr5L1xvLIMvx9Eb+12RA1afhhZu6vMmqYTi1NHXPpHH5aUrv/TiL8RjDLqf/IGGQeNS29b8pvDoGonyyfy7jiPa1YRpB88zsaAi8vte1y0budFkGTKnQHPOKdpK5uFONDIQJZ0fZMrSI3PCpMEn2Lw/uhOtSzEfeBcNM3yr+BLjxYsQCeOAuO0TvAukVtCDQEGgJfOQL6StvRqu+pP9ioRPzeFaDFqh7T73Q2UXOHFlwjJium/FT6qDRpKRPf/fpHiicCfRkPoJvKtYcSW4ggZTgl96R4EMftZtCcOqDI577AcsFnBvrJoePVU5QtrZSMlLq3n86UW2ldXS/yyYyeZX+WftJcP2a/FhGu9B3QX9wPXU+z/4mpQnkzyVIdHROUeuS+4ms45Dsx9suQbwK+2XIncRnliDPLqoGwvX/7e6JzOuvXyqMHDI+DRtbjlidkzOWGrnT8fXtIf4gg2kM/cbh5f5IASyZcnw570t1T2n8H/Z7BGashy5lB4YFRirma5MUH0O/MRH3sZA9Nn4NL1ufACLG234UXBSJ5KYfz8O0qmPk+uOh984/ILTQEGgINgYZAQ6Ah0BBoCDQEjiFQev/HErXYDYFnEPDesxrhi6nmdv0PaVNaklmGA89m6L4/dZc/PkN2I40MG3L+WZ1kueAeB5eczjgtNXsiDFkkJ04onRvEdj1KI0ZG9jV/bCCJGZVWPMveQ7EfL4pm+T2tiDOeWQYPGfXC4SyUVx14MZv2dQWb/PxaPH8r8ZnFGWVL3gc0LQNX0qqLkv3KRyfggYJm1QxM4LgemBFrxXooh/W48yfM2fG8j9qAM+RpISd6Bv42HSDfoLjPKa9cs0+W6uxF1suLZo9j9GMGeYZzuXAdAlLxyB+ge09AIvda6NwAKdLeOiXD4qX/PypTzbDWOxIzPWBeCZCC5DHrGELApzhEBzky3tox0/N8r5wTWsiWfKlggF6HIr/4RC70V3njXYnrOu6e86psRYFBHMlx6X2KKk88ZsnjBA6j5FBmD1h2Km//TCg5UZ8xDAX1ByTa44ZAQ6Ah0BBYRcCttZ7WLQLtRH29mnjjQaGh1R+iXXJPwvFpK6J9HZOPX3O1TfRP5ZjLfd6jvUce+ssxM3m9fzfSJGfDL5sPP2aAFyuoTG6OCTfO0q02OqU3Ij98VDAy1pG/IzIFLiUPzIgeBvux4HbS47g/xOo8arHZokZt7PVKyRyjsZ9bxlymTxnzi96K9Cb6LnJuIpEHsB4vvmQYR/pcHgibeUw5stYE/2kiroinn/vF34Z8Sx2g+4Tbd9wHhCfIawn0hfxx634GadSaiwYUMtCOlZAcZ5vb4afwZm9uDefVmYXUe6R7wFcC3e473cROe74DOPA+MlBuewI5UT2SXB6kq7IcnMF7kh+Ng17gsq2AEg3Xbd79MqiBfnLULbCljiHnx4ROffEzKyypNHvp48EXXqVuc0oF1Pfb+oxEmn+zifLuMGDCdHbpcdgqXL+sNEg2rWwWuKBrhojvlqHRawg0BBoCDYGGQEOgIdAQ+DoRoKfbQkPgZ0YAJYYZwCwdRhXECKGZkt0POkdBfJPSZ8089lGzMmmDl8hnsPEDh9v2CPiMfvR4w/Bn44pSWvktOZNiK7OSHKdyQ9WWg6MMZvFjlgmzKXkQGNZuLi9AyFJ2Wj7WocgUFwf/2jIjXpr923VazltHjBuYquqQBhyWNbYi64eU8ZNBQ6PDWb/XkIJiz6/iacPCAf6qoiwpd2aTwD1pk9XRsg0t37JeWM5bgxY6YZrktiTGmJGDGMpCk0qHMWUrJGXeQeEqnp/Oei9lPMPgEbhtpZ8/4z0C6wzTupB3x6OeywAjV7ePKf/4fO/ZrHxXk+kN4d1THcLo83Jw9jRTy3V7jZoGZjB7ixnknkUeWK/F3r5PWoX8XlEdd9WOSNb+NgQaAg2BhkAikO0fx2yr9I3d08YniQdH2mX6RXEs3+8HaSwV/TSM/8P3fV/aB6TLY1pa2qM9W2jcUyRHDDd8T8h80ZhBmWuO0D/SRjOLT/1aBvu9KUR/WiQlymSG4JvoHyUDKlpiRXVpb9/3MQf0kMD5mfKkrOiPU4/eJxNS96r/h7cEKcpGLCCs+p3KBwTfEqKu4ph+NGt6yi7eN5yNUbenT99zxfsjXQHcBmfmQv+fb1vB5az3/zbUpSPv2lGJRdsDQ6lrK4EXDB3G/WRw5u2jTj5TL1d4zG8Lsu6M7iG5zCbq8xCNd03PO63ecwulenj00SfYBbzViwe0wC3LBxkpa38NPlqMRr8h0BBoCDQEGgINgYZAQ+ArQ2BBQ/jKctiy80+DwODfssNHe43KqYZiw5y6W/8XjWhnudyc2fYeBQfFzRykWF7K6GKP4hX52C/sTzI2aK8dh9d4opMpJ7KFiKf4nk//Kaq6qYyjvsVsDo1u11V3+1H35XzG0OenFiD+4Jg9aISEN6O5L5df29h40+hhZjIgTs96UgQczuDb/U0y6AHP4slTfz0TpdPo/+sfpI8ySlqkDWFQ1SUs9EeoSJHtTyzx/byBrpMD9qaM8k+coLwRUpmnRNjjVrNqnQYh9+FLzcFJzzBrGwpIT4aUydtgESzYDpJQvqoCxOtVn62oK73TDZGWT4hrAGWU0FLet5NmyMtIY2fsTGaTFZUwLFtESSfOdg7+TcudM9sokDIz0teB+qV7+C47GzqYNcGMFwZlqKyYaew9bsuMV6clZ9NwNt1CG2MFBDOkkHk9OYKl3n8boO7pTqI+vABcQs270Cz5Doe2ougd6W38VtxM5rQ7/ggzvh2x3CTwgDHLbVcGpOq9BRtiKJNiVfYjn7Op4s8f+Trlp2xLHfKMBZF9vMfzIsV2syHQEGgI/LIRcINM34uPKu0G7UW0GTl7j299nuvhoTBx+NLGqS2kJRiOhVrOKMuWy02mv/M4clgGmgFGpS1Tmog/Xk/avEKTQza9zuZwTZuHA1GSSCacwOnkrJIun4pQDOKTcPR99KNvTd9hO2TO5rEinUWRJGfR4R8rnuBSNFYITxGthqA99IG0BPQFvCK1U0HLlxWGfmAGZAOwSyhtLWM26at3J221gJjxRyfuNetaz6pkmXzpyCS+sqGHH8OPPGddm6ZJLKWxzOhzza2z+tn0Jdjv1tuCzOJN6T26Ur+4V/9l4jQfyysgskbjOph1inci5bupn3iWftFLpgD6Ec/Hz92FpO8kkD1UD35Klnzrd3JSDgiosmLQJPskUy9KkT5m+iiGM099lxwaaLA4gFBlUct2xZkpZFyqbAFS3r2XimxLTuqyHYZFEOvXC/qWMkFUnL9gZZwtFHpa1EFl88VQ6KiiUCJX9ZPRw86Uif6p96qf5GCQiwoRvc5lh66q/532S6LXPCnfFyWaJIen+u1IcvXS8ZxFXTeM/HHJUQPRjZC3xrK8J2sVbP69UepdQemst5P3z38Ry39ICslKYv2JtgBskZdfhHw38/rDcEsG7dgQaAg0BBoCDYGGQEOgIfAviUD00v8lRW9C/yshUKkqUgI18hhnk5RDnGyMqL7e5Ij9QiyULKs7r2cPrciKpVQlNHcrdDXZf4jb/9VEix/EUTyfVdpqkpyj6GtptO6mvVRRHIfMl9dNSuNNs51vJyl4yv97Aury59NnzeBkVi5LxU3zKz4yDtxOP+oZM63T+PkKdwwicgB32qsWxd1aZ+YnjxhFcIT9qKOc3ub7PM+LDBQYnHLJsG1KyMBsZ/afkvEBrNcU9kVCUQ976ikjwW282PPJpHz/oZW6/kuZx/AzVIBFLtOb5E2zjYUpuMYyjdMYS1cYULHd2BmpvbRvMuzhdN8O+Z5Fnqiz8Q4o3RGRCxMMYx5u4Xdt6X27l8b7VVOm+lG2TwU7vcf6tk5DGOnbw/fH9acsp70e/8ETsuj6lDhO4/M6YMbClHy1AQkT9+uhL/ktZqHXCTYKDYGGQEPgl4oA3/BDbfReoNRAuB2lD+jGYm9Cz4Cc9JXe1Te1BLRK9GdwahwIbuvoZNCi4aB7N2yiPc/nLk8GrSqtIcvMjlsyHMjZetS5POsxF5+M7f1yH2Ex0cpNahAaU5Tb6/Sgdr1KB9Lv+YB7T4MUj9alBwwpzR7HtB1xDyL7MUhTIXGghdPO13uS7o6T7zA6xZ7+5kj4jL5rjKDxUYG38u/+uV/q93XOC5z4aUAiKwz5u/eRMomV+qtezrseHFqLpaoMmt1Fjlac1v5WUr/vB0LUyV4/z3dIA5OtK031HvS9C0586bgf0jxsZoA3gPpfRsD4m6t3fyivrIsfXHabMraHDYGGQEOgIdAQaAg0BBoC/2oIjPrpv5rkTd5/KQRS1cLogLMH5S5tOzdmhnZylllBxCj1PqXGxgCMOMWBd9YMQO+rhcopJ9359L2UOzlE7VQB0hdfCYnOqPhOMzjZHxcHqU0FKOMocRyYXXCWM/TyZ+MA19dD0L9d/1+N6teSzFruOmeOMFOREftnj/TH6fwXKbYolq/ijCFRMxJQ2hcNZYGlZ1orvxft84wztttt1FlCBcU464iRXYrkezG7A4PID0qBc1IgIOeirCtkKE8ZAjxr1FG4UWis0GFIAzz7nvzieD4WvDwjdUd78Z5Vjuz7y7tCGd7Vz1oWWWQ7ZpUL4/4cxlAJu4N5YlKW8nO1ANt9knsWkKbNMIsfgwXJPas4X/AdEiDlWJrwzd9a4nzODAtm4VK+CnNLTeKjWMZVy84zMKP3HnGxT9wah6X7Nnr7QcGGF9qyKgdL9cHwU2d4R9bekyVOcS/eW3GoipHa6OAMr6dtTxoCDYGGQENgCwF9S0vfj5ak+sxuJdKzbH8eRKOvQrtQ2sL6ez5vHmlbsn3pSn/F7T7cJBj9VvOdtDN75Qg5aTkij/Sh+JF+X2AuHxgFhdIG7Uv6OBZ5cvvIIDTkOhKQjPT0aeU0cYg+7z1e5fHSwTLgQNRDt+vqMdppx0zJCO5T1/iXNEvkuEefk0082M+ZYWCroabpSOAc/T7qwFhX1P9FJteVN5SB8tlb76prPu8EtIN+5n0qe8jHnrs4f+lboQ28EsY8ig71nbL00sEhS/aBOE4xgSv6pNzjZAMdj61p5n3BV4Qb0sKAckQmzVZHzvLLKMk25Q19gXpN/xrcXsMp+dwdlflOgz/PXkmL1bTmjn14Z9C5Z27TJ63u5ekbj5QDs+kjRL0ZyXMtGRS8gpEc5VfgHWTyow/6o52c9c3oT1oB7KLffMCsZIj3nQGj47v4QcIMZONbpnfcFUlC6H/UJeoN7wbfx9gaKOvakLidNAQaAg2BhkBDoCHQEGgINAQ2EKg1go1o7VFD4HUEblJQb3IU2cAicl7CTOrXrdeMxe4v0nOk+WEEenvQ0sjd706fPskZK+dzmDX0F4UPxe8s/vrHss3vCDZEXFEY5Wg6S3n0ktDB1fRlXLHT+ZxLT7/INY1VUp5vLMd80wxg9MRCNpXEM0q4nLC38/cyrUjxfUd2pRiz/FvQIo+4PwlhSMMV2gvnmxzt/VkO77mS7bh7/1wltYRmBrk04v6cxr7l9JE9lp2Gb8GfY54vJ5vchQazZW4nZnOHIWASYeWCQQ3MtsaQuzeMZYYJgP1/+e18Hww60lKfNbtceXw8A5h3MOoJ72YsAR2Ghb0YaaW2KG8Z0XveYRyxZYDHnnz3Mh7iYEeO5ybkYsDB0U45E8BgLcCHb8B3Q509+g7U368+Z/AP2N/zjW8eEcAVw80LTW68WKJBHS7GznuW7U5DoCHQEGgI7EZA/U61X4PDZne6HRHtIOS7H/0P2pv8Zb/sjoq+7eH4UlvKN3/47o9pk8Zd2gc33M4qDttpsBrGsYAg9GvlbFMPMpYq3aawS0432aLtvr8cZbThdw7RbT5+KufXiYFvDi+0syU9/RLLogLAkeuyCOIH/mYB4tWKwXEHEk+iIg396ZRpUjEmMfdeSDYwK3VzLRU5uA/IoZ/Lifot6Si28ttV7vdEg56Apl/pd2BwAC9Fnt0rBWR9hBm3CPTWQJ0CDeoY5Rm6LHndDkrnlYDoy79aL7c48R2T45dBoFt6luTlDT6hz7ivvlzCW5z2PMtvTXBDNmqv8l/p+OhwfEesq3jJbOmw5cM4DHTcw+yZOJLn1muwrLdjygGz8Z2GnEsKWVV2YaugflPm+mHHYK34jwpZp9QuUTpRx4SIByOzjQ2DlTLSRwnR6DYEGgINgYZAQ6Ah0BBoCHxtCOz0Lnxt2W75+Z9CwEphj+KZypPULOkx4axKhSaPr0qJCic+UprOt3+XwsT+pqHYobsxW9Kzj61i8QRV6zVlt6DDPQAAQABJREFU+KwMWnFllP7ptyKHkU38bUzSKUEGtJscdb2Uz8ipVc145uez6/HJ7Ix4Ia8Vei3he5PT0LeEL3JgE7lKybfRDsy7v+qxZjxrtLxTSoBiN5nR3nFZjD+xf1PGD5lSKsqZmQ99/+PpS/ffcoHhtH2ifFHWwc1yK4/OS9YheN9j1mt/qbOc+6fuT8ac0dxg8thgE3nBkRnGiF+p/mhpbc3K3VK6oUvOOjZ+k5HodmMUfi1j0N36axokB9s+ltZ2+RTIxrIq+fUNDBlhpOzP1GmW+MZIVWHisho5p0ED+TQOXiPhtUd2h/GF2RzITNoi+0pxMa/FjmbIMrtcdYuZLmEU5FrpizGHKBEgRgZlUuXd0LfA+8cR108oI0LKXmQYrv2wxJCjXAbC/vRfyv/3Kh+M+NCuZB+jlzPxvOm9xNovrEY+dxHvbuD8ddHoCctNfun/r7L3dzu8R+fByDtmS5GGVBgk9U2gHJTBsRzv2Kze8MwAPSUt35kWGgINgYZAQ+AJBPh+uk+mj6mM7Dj4+ErnVzW/5xyjv5Dt0V5eUMNJBEV999W+wQGW5lPoDvTzpttcXeD4khMn5FEbqPThcFWbWzke1tqR+X2u3WTg0FC/l16Zt2EZcrwnX2CA41h9DBxNB/py8z4Xe+yObS/nAKM2Et2ArnO24UfaOZwl2vrCUiq/HGsuUH0ccKwoZ8I4Bt+xNYX67/QlPfMuB5DuoUTfinwFZp5p7nxTqkhWhSjocmO5rnn/YOqQckbfK2oS0k4SV0QfnSrdWXXffSbiItMoV9SXoDH2F5UEluYfz/jrfI6XUdd0Pa+HVZTF004YszcrWUJv6DSwzzOBi9PQOTX/xeSCRLgobuCzEufp22CDBLzLvNtjqOt35DnLkCM/vXfugzsHY8J3ntGHlr7TXX86fRJG46pFwcRycV/12brQ+Vu9amBFCHmj7x/xX/srjFyG5JfZ4Th/+av+fUKAk9rMxVvnbFt0Y1AKTuny3pfDa6KspO6GEaf61mr7GorWM34LIsbEAvD95usd70b9LkT8FQZP3s43cCgXA4auBX78eEfQ1yyWoTr6nj0pWkvWEGgINAQaAg2BhkBDoCHwL45A9Pr/xTPRxP/XQMCjZlEAT9/px1KsUgytFKNMh7skchKqz3tyhTIpw9L138TiNyIZYx6CA6rWuDTVe5RNlGsUMymzmonLLAvdGbNi4x3KZDpC35FX8oFiWAwfsMPgiEGAU7HA4NZ5VLgckzYuvuHVN2DQMUPzgiPGEH6Bp+8IC+HM74WA8tvbyf070cdK+CgPFISc7Np7eFgezvx3Yq66yT5Qn6iv138X9+J43sxD5NcOWO95TJ6nxqK15FFaPKV+YOSzJXQtenUfsJUnHM9yxN7Irx3AI8Uq8uQ0yolR5orL3spK6XIrdWcSeeEiDW02iGnmsfNdw1vT4RzjnoN48V4KU+qt38ue46MydeLyh/z9Xc7rP4rGDyqrpL2Wb+qpDEyazc3XBvPs0QBOYTfCwa3Z9DeWvYYOtO8DT/xl8wyQwPc+1t478FR9KrN2/J3Zm7TFawg0BBoCDYEFBPhK42w63h4sEJvd4puf7TjtOu2BmozSXNSOo2lCtWU4NGkPHTdkI13dvPp6uemZkitXkV7trPe11EColXZrMbElRy45S1i9xv3J5Zh597F8Y75O6AT6Zf72O1fcKoc89AFE4AAkKerkGP0vUSnbb0DvOM2htFUFcDDp92pQHypmuDIc7NX6inzoIYHZmmjLdRTekmXo31HH9QYBWQXU4/KvuQbKw6BCydZ5oMG+fLLaSvQf1W+3XlnTftO5RRRexi0qGnlcCzmQJBzAgdFa3NfuR11jK5SQTQfpoNP+tHD0O8uQT1ak+bWeE4e0G5nQ02cCVMfAdyPwGu9F/XEdEnvrAdo6iSWOXZRjxA86wxahQJ/a+lKyCSyoddY5wagI5Fm/lXCuq8M7kOnfeYyBQy5d8aWuxUplMVDlnZwarYZAQ6Ah0BBoCDQEGgINga8fgSPW9q8fjZbDj0PAShPKDI7R/3W6nOX4kaUARR3nHH5RZqmGMvouMaBH0CxDZv31v9URhbcKfVlm75DjqUo/O0V1ZBQ7s0W70+90VfHDKDGMOp4lNH89P2i4GAwsMCZvK+l5jBOYGRK9fuj8nnk5F+PgteZFKMPjZyRUaq7jd5E8F/G6eHYmd58vY+cVA6H3x1Ve7TBcEzhl+kmzRP+mHwYIDA7E95+1hNP7zPq4fSdefzj1Wpcu9hWeRrm7UmW+aWnxTrO8cbpfqN9o8A8DL0HWWYxFI44krewOuiKeXIuuU/EeOQIzUuFr41lxuK/UCWiGXCncJ1FMbFIOYi0H5CmvtTDSktea5X27ygF9xdAtDLwnX9KDBgYM3VciL68oB3DPIAntyxvGqs+il3lOnvPrct/xMIYym10Obzu9MWauB2Y3n72UdyyvHY7n9fjzJyP+vWazK69y/nY3zXq2LOQz61ydUvddh5h5zHO/McZ9T50IRzVvjdJ6ecu/CLPvlX47r7UE7bwh0BBoCDQE5ggwl5LhebR/W+3d0nc9afFs7TnffjjQB6zaweo0qUyPiqB+gx3SbjP0/XcfK/iQfGh7pwnvrlI6jmMaXbE9ifrDE9mzG3BHJW/Q4DOAkG0m+B1f4SQp1UfY8mOAHYMmew9kUy6d9zrm8rlXhRGBK/1aZurSWqo4H8J8Ry7wjdvUB9WMM2Wn+xBTB3TsnxC3jq/Lu6D65fJHpn/ohxMYult1rRAh73f5hx9I5XYSx3NYqA8H6hjUQg/T7aH/OUQpJ9O8Jmf60+EkMxXFpU8qMuU3p7J17f5QyXPQFy313VnwNt5UUk+xS/2HI4HjWXrQmWV7H5ZPpNn/lzJR7FWMRkqJAXc69BT1AW/SQ63/PlEzR8pbZ+BET3GK0ZhC9xkQiy4mfDo5W5kl3Ltjix5e6lx9HBM/fQYWIZNOwG8oF/XHeeZ7ks3666+kL1GpokD96GnOexKCF05zZsInbvAXFhaB9x+9SCHLXbLF+zJ9J4jyjmCqFJXBAgHaqPo6dMMoN97dd3BtNBoCDYGGQEOgIdAQaAg0BH4JCHxMD/aXgFzL41MIsKzup9N/SqEpTh9ZEG5efqmMEA4N8SnaS4nQjVha6tzLiSeF95yzFphJKkWu16zUe0fVEqUj91DYcPjgBE5F8j59LC8ciu7906N3pMieNaPS+yhNX+tQEFFhhYadcpWie5RNFR/DD/vjOo8GOtTUIYruBe8wEb2UUxsE4CXDBSPXMRY8CF5JTIa32+lvRbnPfD9IWD12/jrNHGcAwbB2WRVh6RRDAbM0L7kUs8FZinl/r4DUaYZzqP0lSjGM3Scod5DNYLM8o/bEHWbDrqaoHlBHVXcYfS+uR0IY5jQanRnIeo+ZCYz7dzHgCM1nlpdVAIQrZSkjWS6xeG/4XKSmmziZKd8fJTZGHHDfKGNh+On829Nn/cLY9LgOzTl7GWbzYGlx9luDL2ENN+7zPoLxWhzSPwo4uzVzg6XUr9We1o+StecNgYZAQ6AhsI5ArzaD9uvtIWjSh1hvHyqm7uNE362XPDfJFT2nKs5bTuHBbFtmAEoyiRn9NF8++BN9mxsr52Rf+kGKPY+Bv7uw/CsDRElx0H3nNLT9Vfv/qM+0QzANX0QwifN82x0pY4a5nfo7+C5FCTr0rqI+PS9RUjdougjMnpMt8S59nCT99DFl4sggN/Up5dRXph+GsbjpOcuh6UETr6O0zBiBHtPO9+rs/jzl9tGB8ojBgXfSpTCKQb2O2fZRl7IOvFO65O89c004HNRrvDq9++h3IVssefxOeSa0qm+t7Q/ai3gMKbnuaK909OrJFk5jxA88Uzn6+6+6T+XXfxzC/EM3ZEuZc1WeHyhII90QaAg0BBoCDYGGQEOgIfAVIXDcAv4VZb5l5edFAJ2LEdB9/zs5ez5r6dZQ7LvuB5kgcMRqtqScK2lSeFU6RqfbhCYFrr9qZLH2u4rlpeTG+SIHsGYaXH6NgiXlSrM7rZiiVI2WBD87+qeT0shsUc/+nev8YKCRxn3Ju2mbJ/H57QujPUoqoW0RGD1+r8SfTl94KOMHs29D2S6IWmHknJ8T6fhskDqq5a3P3a9VjijtCiJ789D34IsRJhyDyMgeT9Zin2Wo/KECa0ltzV7BhMEsV44xgvye7Bcp0OcL+yzLWWdM7uOs3WHp5wgYSjR6n1mqzAbJ2wsJkQNUDe/li1yhWh5Yf2P2jk4n9cqIlcg6TAI51XuiJZkxPNj4oCNj1U28qqMuWcuaZar9/c5/lp8fQfm8c7RUOo6Bu36itJhaPSCDPat1HrOkIy48Se2qE7f8F0lgEZQpA835lRElYlcRI7Vv3OyR16yDi945veeXy+/kQ2UwCPUEZ64MRIzCt4PVOVO6xKmmqXPFwRgCvt6PMKzGEYn0E6wzLflk2Wkc3YnNCp9Mb1kyvdhSLvpnQ4zqVSy5h9zESVolvtMy61jvyRljO3kB9cfBWClazkrgmhqAsYp9h1UhHxNpMRoCDYGGQEPgHgF9sL0iCt9ozzhVlOrTTBtIez60ubQHQ1tQf3uzfcpjsMrmqFOaGMxV0nsQ1L049R3aFvpLV8lI6+Fvv2RxF0YryETfL2SYt8s1Hc5D/uld0tBl6K6S6VPIvdaHqlO6H0QbpAF1114O4Hnfto5czsd9NqcPLb2wMd8ijx2bwufMVhS6R3m4DKpymVJRNAHtvhpxBEy0yxErHCV1Wc1Tg0NNHKbgAR0CfSGu6fcFTrmtih9v/sk8IJFWDLn+XVTKILUJcEH3jlTWtRAkcNA5vp+hTJ1fpH0iqBKwx26Q512I/txQD7L/YzySfsoamJLWvMGQGa6SJ2Nkikf1M+Nx9IxGzSqnHvQaXHC+/bfospoND4VjVd/iHeBBhHxfKTNmXVNuuBs/IVpkMqO+6RhEs/5Yxopyp4wj7lXMAxPFcF2bx6wSvXz65fTlC/UMnZYyqn+SAtBwREsOepPnL9rW5pP04EWRsiS3358tkT2juLxffi89KDVm6JeKp3KCOfoOaGkQKH1zyYh8oS98SOENYlNOvfVDdEnlVXWH1Yl4x7AJdBoY23Wxklevfvf8e+Q8DtTec2LEBctVg1vZyoe9fr1iElIJDu/d7gHJiskLtlyA7xGmUWkINAQaAg2BhkBDoCHQEPiqEMhe/leVqZaZf0IEUFKkwTProPPSc3LkWffTUqpn9tFkNl09CvddeZASJ8fdmZmxWv4KBQr1jv1Cz2eWyC2OyXexu6NDJusgpc37pzFr0cLUDw+eW1VUGhxocjL1/4vMKZT7aUQa7omfn3F8NYArexx/JwVVzi1Gb6uM57mFC0q2MffTlPkZ/pSjHPnak5d55JTlng/Y2TMIiLkk3ZYcSqNKSqqLHIcXV9it+PlMpjUthdz3f5WyTn4P5LkUjUfCe0/eQnMwyCWP+REphbJneMsx6eXU0sk5j6tr0aP6BSaKd5ORo48BBAuxV2/Z5Cc6kU+WrQSytVIhop7xLdAgCZZ8PGvQAmnOeg/t0M86u8qxeiBaXi4SA44NSPAtPKpocSou5Rv0isHk7DqOEY18IHMMILljN9wgn5/k7GZ2Ezl9QziC0RvYNRINgYZAQ+BrRaD3YBr6KB8Q1Bx1Z9oL2uISdG89FCnkOIqVadZjPvuEftOn6zfq0fxaPRO1YGLpwZKPANBzouCcPtSneSio2nHaVc8AxBEUgiDnsUCCA32tR8RFDr0BR3LUjkcALRCkzyGZfvrpr3ICS8c5nqkZUXpaMSiAfswTElX00jl5GOiKRjnVINBdIwLuU4533CElf0KbvpL6sv1VA4Ppv+8IdcnTV/9U9593pN8TJfCGE5g9Rj+Km3LSN0DyuDqY0eO0e+SZx8EBfNUPnes+0GfV+8W+1sLHs9sHr/pS/HsKR+6MIqhEnd3cZ70uKfrsGbAPsMIT38twwuaTDz3yPWNw+BCybMDpGw0iwAHMil7oScibz4cEbz9hYAvff37WnSketo8SkBfpwGcG61J2Y4V6uwyNYEOgIdAQaAg0BBoCDYGGwNeHQN37/vpy13L0T4WAd5vSXqon7cPpUb4XKYKXP0nJ4ad9WlFyrGC9U+xxRC9qJ4auGzNHtUfr6dP/lYFBd9+oRFlPQ3wMGA68YuWHAinnzY0Zmif97KwbUpT4ew/OjSN7xLxmxd7Yq9YzHNdea5v7pFAiWxp/9vKr46EYkyuNHr9KEZVD33udDXke43qvJEQdDHO+GCMcOLvZEMdMSv20V9xJTm/bYR7ScMUqo80fRp5GUJ5IjbfUc9OzWKexpldyDnpmysF6VZfaDYOxnaVlNkPNd/UdkdFAgyg6OyZx8NYUpyLGVcz8YM9qL3EtJ3Dsi1vqq+vtUrq4h4HHRh4de5Zx14j1SIK5NIxMdWr2+maQB++f91PuNQjEs44xjmPWZAbxAeOymYsPS3yL1uNAvhJI1cOSvgj9MHnabj1bATIyTHb8ooKspBdP6mrKd2hpbkiWshjKMmZ38PZ6P+UVru12Q6Ah0BBoCKwg4LY52oNOK4XknE9i84hPOn1Fh+HbW67zm+xj3ls/xiCpMNbDx1zdZujrXo6T1AM/PeQ51/rlbFraG9Itph0IlXZjuI4TnAk4Em7aA7S//kbd8HC28HSTnkHBSascqK0/qx37hGwvh9IflHOsk2PjxGBC8QKnfiiAPUwMVInIOfl/JtAvKDLR3/RWMezdKokW+rfrHAoN9zd0fv67aDDg9HnQhhzZ2brOef8TKrhmW6pflgP5Im3WnYGjbtfnCxzY55Yg7FzHlc3N+hSxp3/9TrrnaNSAu2emOf3GlVAPXLCEvCf+4eiUfvJI7hW6y7eDdtTP5RiBkyThnXUgjTKCTqBfr742PV3d0C/jRMzX/zKjmy1R6ItDP8MKH3RRyVO+SCUycev48+ukue+IXujAIBuV5dmDNTOtylrPI4b+Wp/7hhqZEX6Go+TSwHDbBMyXegx/flqOXoNUT9oCqB/0ag087nlnYqb5RwgI5yw9ZgB36HShZKj+MNBC9pOrdLW3fQc+IheNZkOgIdAQaAg0BBoCDYGGwD8jAkVr+2cUrcn09SEgZdh7j+Gs4aeRypqF29/+KEWL5Y6k9qzr+k/BETMvpORiuMKwwzK1Mvid4Kc9Wm/Xv0qZQ916F2PRgVynpaxS+bXkqdTK+aWlga+3v0ipw5nzLF/okY8I3nPYyqpmGyqvV2ZTm7ReceTwLBc53zzbOpaiCzNbUjh2NGkMCF/+t3BESZY0Z11XZGxs9LXuWh6OukE58JvErhKunlKGGHXET8p5EMNhWIeCiyxDMrfoVyRCgQYH863jb5wrDcva2RmrwQrkb2ocWUk7lLszGzyHeytp8jb8ZALpZQyxUQ55SxYyyvZRdepIHl2HZADsNZvbo8rB71i4Cpeuxyis99n01mkwY5aiYMZPL8doJ4NvGMTAlh9hPX08H//Cz0YSRsdfSJc0xjjjGeWhOK4LW/HGFPdnvLMyLvI9wVntvcNq2ecpxK/XqgeaLR92zK2487TTa5zjvfYcBkMvl+h8kKcWGgINgYZAQ+A4Auqz8E31wKTjqXeloO33ACC+1TTmDxp0t/nEoa2ZhWzbBxLH2jFaSMINJ7AGJLI6jiXSnz2USN8zwEyYHWmn4bkcikTu96iNlKOll+cQmWjeDgVjU/ep9+Rog4P7bNJTNAsw8voMPWUCubS0MfvZPiz7mTiCxcGcIaVSulmHypKcJTh4Cd1cocdJV/upj/KejrPI4SHf/UTmkmGc0tKPWBXmon83VQaXbOJRjnVS98xcB5wrCfIx5g1Y0/fbu6WNBw64IFVmeLVdrxcyUGfm8HmpZ3Jmots+DPre9axEpQG8vXSpjtWxhHa8c+CX9etRuT/k5Ox+0Tfj3P+oLjrOaXRTyoZBtYlD8pOD08/QuxzlMYOXYih/xqz+1qZMvG/CRvqmdTHxMRrj45c4P0qM/tq5LLUsut4FlkW/yfl80mBv9KaxjB5Ras8bAg2BhkBDoCHQEGgINAQaAoFA9robHg2BD0fAM+eK88ROFDmAWN6r7/5bik4omuyfyyyD/L0iFDRiVPG3ohdV/YYhhlMMCv0P4svysQS0cuI//0rEjEsptZrN8KX/TsY1FOpQqlGswzbBkmZ/liap/YRsRDPzw3+g51m3xo2Zn7g6UQxl0FO+rcwbSxjjyMSo9r2e/VFKf7jcFg2MjyQBN9H/Ij5fbv+ufPxBM0HC0AKC/WCAScOBjpr9cGLfUp5Nnodsj1jmc+hTeMxSZc5C8MqnyU81S6cXGTg/KZ8X9kzlH4BFwWeCzSOzfa/af4w9vFC4T2Xf2nC8jbzuiDh/UtJLfb57vnqDmQKMKkfB/1bl9XtRoC7CK/lxzPrJMc91OgTikNe5Y3yIMJ7ASziehU2n0eSdnc7wF938jbHvzpI7Ayt6L6EmI0oU0l3cvMGskIsGI3h/avHrVY9yFgf5zZqZ8beOYWTU/AU7nuGt9FvGGfLEO+6QmJbLzG8ey+31g9IzqMH1qtDK+u0jQHAfLDWD6Kp3BNauH+tU8wlkTbrciO+j0LGhLvfuy9jt2BBoCDQEGgLHECjfaJwhrGAxtLMrVHa3DSW92xudu01naVPaH9raeJ4zJPMYd3nIx19tR4wYGuJzj7jsXTztF5AS2vWPe0tBadUOmYIEwcnCj3Yzz+tjTcG9Sj2Mfit4mVQd5dh54uNUyM6gyei/pgyHCBpYcpahPs97O46Si2WfvR+pBsadesnljk0puB0khihu79U3OegAzj5R0gEPedBcRupB6YIbLwQRHGZ+qu9Gf5fcxZ7HlEUG15RyUZ9LgqH8mMUZ9Tsdek+VX7L0Ufsm93/SmZyZ3i5kfAg28R5MjxFDMvrdAR9wqvMy0jh+Rv+cVKKnYyfdgBVvbuwf7gCfkZfLr1yjq6hCFbwVzboo8o3xTeLlP8o7Dlb6pXf1I+XTUazRnRhoervhSExHOfUr69i0rJ8RDR78nFN9s+zM9L62go7Z0C4fKEunMyYxKMW7BKO7f1SQTNEPpyA5l47IalzU56FO6zaVTDPbmbXd6R1xSSt+1m2/kx8gI/XsgmhylDMD/iobhbRR6Vih03UqM+tqH4nRB+SrkWwINAQaAg2BhkBDoCHQEPifR+DdGsj/fI6aBP+kCKAAY9zJJedQMHHmoen8Vfqx1OQPUGhwiF5O/yZOjOQHmlhoFsfeP376XoqUHLHogFKxXg+Rp94zcf9DedVyVlJsawOfZzqff5AYGtXLmPawKjzFOpJajdc+RdoX6KzlmJXfc+JojVWklW9GeJ+6/1Iu2WtZTmnfzghH2Ss9+1mhwGt/u1CiR8U4r01Vme879jtWniljCwNO/OB/RAZ46ifh7fxFeV8JdiVqtvNZv5sKGIOMwyGtHYOA6iwOYOGKccDGnMpIcMeeZ8YanNflu0tX6h979/a9lve6/kG8MMwIH9PZQcvvkOqUaDm7W3LWApDurD2kz3I8D0aZOsL2eRiNcIZioID/eogBEZLORc/MDsXVL8qH5uhIk5TYMCMp+TrndwJEnUE66C/HuUu0dQN+OfuX8lkra5cBM9aZRUQZ7ijHBb42eMqpHzMCIq9H3pwFku1WQ6Ah0BD4hSPAt1uD07QSzeo3/GWE+FKzdCdtz8b33x26bCMY7EM7rplzk7YFeavfQdmSu5tfN4PZFkYfyY6rvCXatJt1l4k5e/Rh7ZhLYgdluI9eCNHXUjvptlqRwoF0H3v9DrhkP0CxjNsLQqrtZrYtZed+n/4+F5CL/iD9o2M0sjxcDjAXRsxIjD1J1feuC4fnBwPleWV56ot+Qz1bwmx+b9ZX83K0UXGGvrZksdxVfToinnUyOd5wL6cSlbQTl3t6YI2sMOWde1eAJj/KUDMx9c24qZ//SG+0nEUEZtxHn54bT4JSaC0e/F3AAVzyP5TnPLbwLOwZcHlzH7Wul0pvWtB5T6D/2vGdVT0bv4HojDEIJbnwnvVa5am3Dvs+/kl/eoy3evxmUKfrEJiwCpTfW2Eyf91eqd81p7tzBv/wvdAs7Zu/HSEbuiwDihic4vfiLmG70RBoCDQEGgINgYZAQ6Ah0BBYR2De412P2Z40BJ5FwIqTlCiMBMyGQ6GXKwZnRscIaj1Khf6dKh/GDZbSvV3/t3jIieel076VW+2zJGC/US1ZK4NRzA59NnNjOiu5UqbP3p/n98oWxiOUx1TelM8LSp1Gtp+/16N35Vb0WRaq16xRHIjWUuHJjEh4yHGkPY+vpz8pzt/kLBZrx8EdG0quIu0L5M95Uilq/7iiQvsOBJxbkQyHlY7i35/+KN5/FNbIQoyDIdPZyATPCHkcqUG/GDJxzn3SbOfzf4klezwRMHccwVwYavZHpyV8mZU7LjttYvd/hA0GoTNle/mL0lAC+wOYkaLT7N+TBi2E01B42UDDswxRtiP1kUvHSHvvLS05nO4epaTC0QY1JfcIfM8YZ1ZAXUbJq041noMndmv42jjmshqf12eRP2gnfY7b8tXph/MKD/av83sn9izlHjyGmOWEPGBogh9G00DO9nZoVfTmKdevo66typ/voGh3qjuxRHvg7ZQSxdivM/AT8hO/cAbgEKh5wmZSXA/otccNgYZAQ6AhAAK0B/oa22nId3VnyDbjSLuhfujY7s34JB1/yJFJMd1u0FOWQ0dta7YB4VDy8DZ6GjNCS5f37Tftj7Ou9jD7b9wa2xr4x4/7QyChVlXpr2z1oL77E033QGvpBOemnD/qQEmuPXlbIGLBncOFhwduCX+osOdmrz5gOKYOpJ9EBUzVL+rZQdCyTCJbdBpw/PxW+NMn3ahTE/4LF5aDXKUepEG4zjFxa+zV38/6WZGh6Md+B4N6cbZKPvX/kNnyPlM/kteQtpRluT6z1YdC4uK+G2mcDv48VWTfy5mt3HtPCL2RbTg0qJXBtLsDGaDvyUBSCelVAWqcdxPaiOgaKwwYBFFoG5d7PkjDt4RVuWJlgogTs7p1PmC6we7AI+uZGmzdsadzBlWSXCErb4GR9932jXu5x3jvOFPfnPok2GIQODSnPM8McFZ5sSIAEf3a6Ozp+g2LnYEv0OWkLaoYcJP1WceYPf2tnk5l3Um2RWsINAQaAg2BhkBDoCHQEPgFI9B6kL/gwv/Zs47Boiw5xT6WGEW8jyb66mhNeI9Y1tQwcGhm4+0/dcSBp+puBZxqLxX4hSWYF4U0T3hgnInZuKjYObOZuRPw7TQjlqWn43qR0q6bCVknY8Kn03dihZMb45lzB2tfx+xqluz7Uc+Y6UL+UWgVkkhc7fiLI01LZsnQw2xRZo0S4DkN8JCCrXg4nr30tMo7jA0WbBr94RVpRE85ZWltLEDbVNjj6nth/N9KRwVTkCzhEI/L7b+F35nBAipL9vCzMWWbq6sAI907OYHF/WjA0MBevF3HAAIMfOC4J6hcWO6aZcPkFLUce5IpDuXYebZEMZjdF+Y6JcUNw6GMYcXxvB6ZJ+DHO6F82SHrYRrbSdaeFqczhqyoxkuCB34uCYyUvJeu+1E/10iv36dMFIzzY6cBBqSLZ+W/bowMnEtdDina34ZAQ6Ah0BB4CQHaDX7H2+u9bM9q72ILlEcpon2MWHgmfrKz61Gqw89p/miDPQqJRnxP3tNFSBu0J/5RqWjIo712yl0yzXgwcy5lo6+/u/80o+NLSkxLG2uf5OirLMV5dI/yVLaUl5v7K8j3bAAf9UfVhznjAPYKMc/SKunQwbQi0c2DYR/3Z0ZulH+pA3ZOhaNsfP76GbXNq/eoSjzq7d9x88pE6DiB/93zZ25U9RG8+O0lD1Jn+tmsJDQJb5RvQnfjwu8Y3yOWc6eO4+QfnZsbKV98xHeDH+/49PuR+gp6QQwmeJHVZnIwzx8Riy7M6eLribzoSD93WUmX0wCgm/cORzi+Q/oeqcyiLr25fsOihYZAQ6Ah0BBoCDQEGgINga8agbk28lVntmXu50YAxSk1Kpaa+nz6dP6DlBdG1Eul0myCUKTD8MBkYKeQnpUK4dMSyyPkWY3ieeu1V+1Fzh9G4dsBjFgs4/UPKVjMRJbzzIwkz0zHG/e52iOJzBQaUXxDSfM+rhdTZwZHBsjfNKo3csrVjGFG3HFEVq8U1Yu+DR7kAgewUNSzL/o3ecHlmPSI/8is4+5gM42igsEB/EWK+ufud7IfMuNY7MiinmHoJNjRy/5J2jv3Jof37ab9lsHcBjpH2fGnrj/kTHvGak82Zh5TUDg6bb8UJWYEZOAc5E+a7fyPTvstl9LlObMZMk3GXztqF2E9YsYFyzFrJogNJxgw7oPrK+Us3NlP8KwZwL32t+YGxqt5Kcc+fopbPcCxTTYun749ffnCbBjymbwCV1AYQ9Yr6q8MOFpmu79pcIH4sq8vc7UtLYVj2ceUnCVvjrE0nWjLuBAixV/kDC41X6UtpGK2Mcu6/SnyrbOxjKGhmEFKPGTcIT/iEe+IlrrW+ZhHPXsY4IwsGh1//tH7xF1ufxOLAShTyLzF+4wAet5rlvzp/1HyyrFeGfWccOsPGDKIxcslMpACI+CKaVIZ9b5hiItRCxD8bpRvTMHEeJjnFN9BjJTPR94f+A5P20lDoCHQEGgIPI2AWk61cR42R9+Eb3x+c5+mOUvIgDX6nR7cdXG76/aKJom2zN9zvv9jG+b2i9VicDJFrKG9jv0yg8fYfsT1/d9sqccncIpJgprHW/oF0X5m2zrGndKPvoGbbIsqSgv9ijE1Z3DbGYS/B0uKJv0XuO3vLiKQevPqC5w005DActL0grMv4JuzP9kPm92OS/pC9G/Vm2QrF9rvezQXU5abOLPIk1IZL/KkAIAlrOWv7s8S1eWgZF2P0wfnrwa2QmasMro4Fkh/FT7ez7YXZsriyLf01ZRj+lDoQdGXEsrKD0jcGNBpQNj/Vzqd6veYPmSZ1p8D8inhVfT1thRCZFa9WR3gMcx+5LZD1rPoc/t9u36jV45yox69ABT0yzcBbZFFqT9pIC364+0qfugjKeekviN7Cij+0kX9G18gKH9sGOpesgn9B7RY6QeHK8jw/rOCDmHAtlz58NSfUibUF+UZZyY64KTOVvKhryACWusFUfxtsQbzFPfVRMy+VqAe3fSnU91gO6aYDT91hPd8PAxLfPt8XlWlp+v3qnDlgQh7AASYSZ8zS+CULJz3eteoXa9+Awq3dmgINAQaAg2BhkBDoCHQEPiFIFB66L+Q3LZs/o8hEGq8Rq97n1oZZlD8tO/aTTMle+1xEwq6Na03yojh5ldS8DQ71jMcS3X3ek/MhsUxGZK9jalYnLWEHXvGesbHJEuobvxkQrAS+trrZ6WwCO5R3NZGg+bU6KV7KNMo31YbM8/P8BdXKcwdjrCeZYpRRqFbS+Pb+oNZQbzEF0OTz3mUlqSMtuuI/DLo3H6nn8rUzrT7hMCdufry5Xq6XrVUW5bx4WXXYjbu2UsyY8BN3O755h3sTL0c/L0dz+ByNEh65e2sWScxW/pRemTCKoCj9nthzNLiMmbYeFIMjo9IgBjGKegcCsiKcUfO/e6P4s1SZRBYpsMj6sBN5cAShjfvZZeldYix+Z7kaO/leL4K73H/ukKHsrKVGwMSnMXzrKW1tRpAfAt4/kz5QF98ZWiOgRzOMDcXA0Yt7x891MrFaLtuXnmP9HvVlrmLWYvUEGgINAS+egRoq/iGf4CjocLOg7kY0LUjIA39t3BK/FScYI/7HjtIuxWim0j3yX0o9cVwf6jDsCd5xHE/6D3y3DOlP7Dcf7iPO72D0/h6/evpi37ah2X68Okr6SyetflkPyX5qn829H/z3lNHyeGZzel0PFBuNT/3wQvWGtDZ03fT30MhWbvvqJWAPLj2ubJb4hu6GTIlo6VYC/c0CPfsVZi0ItKKnrCQavuW+9MZhTeGQQZsLbNDNkVxn83vP4NK34dRSnT8yOAEHMCqRxyVD37vD1Gnwsmq/jb6wgIT3NCdBzLroQZQI0mg9BFYZZ3SUfJ01gMoS1bJCnnvRQSnJcnvY77vjlAQJgx0joC8wsPlJY3f36X3cWuUGgINgYZAQ6Ah0BBoCDQEvn4E0EZaaAh8IAKjAscsSpZH9mxDG5F+1FjfP8v0xpLIGGwYAYyStaaEHROTGYc3OZo6LY18Yw9XFEyFMzMEbnKUsRdvryWW5BAu43uteB7jMsa+SDH7Yl2NGX+fxFN5Secjaq/yjFHjdlUkGWCsTqZuN5I5dEZy9jDuUQxNkeOIOcQ6rInKexigNJoYmaZRiLYzyK2NI/X6Kxkmv9MofWZZoBxH8iTLXl2gjeKPcZGZFs5v+RuyHsy8Zv+etM/x6cIyvhgv4BZUky9SfEEc8WUG7kUzGy7UNcl81uyJnr2Bd9cvlWOvwQNyOveUp9PWnOBWBWUHo+3tpnp10x7ASnXErhqUJDflo0EEIKasPA4qX6S6MftFjtgYZV/qm9+zdRK8I2DJLJfEcj32/RP2/j3L6dzJ4d17Cej7ONM7vJMy8GCgu6ocPXsiyjDi1efTlHdXMtzccLTLAW2nt0c9YJLLMuK95pp9o8mf6mz3W9ULlhHXpWZwhDF1g+fE8Bdpztr77aoZ7bceQzNSVelrvJXWy2t76fsoSdtd/V0g3Y5A3EITBzvGKkoLynrwRP3awbNFaQg0BBoCvwQEhu9rDgaqvuX+rtOLeTGwzyTLCPPVVtOUK92U5sr3g0O2W/qyu3/IN542inYMuSpZkNuhulfubB3cCxObi0gzK4/BdGpURJo+hI6wVMiZnJYxbk3/enDV9Nb0KuWb3n145bZxV6/njpRn2mrJ7I4VdjSoNJZM1aHkqU6Q+avvLZ7bqYk8YDMrg8UEs5uuX8ympVeilWEkDOI8LLVSvrT1hJT3LIcd+tMVx50I0Qd+dnYr6ZQr6SOq+9KDAijl0TKPEi72YUu+qNP0+24ntp+JOg7NlHe1/ijOowCdzL/x5zrr55A46lnvDl26YyUH9ZqtW/zeDJFfPEEivhNymKvveLHT3Lmt6I645U30M8uN/sKWOX7vytPMUEZ+6eg32HUN/HnXkW4MyAZeoZuBKVuU1LNI+e4Y66EfG/juqLEjm6Uz55PljOM7y+VUNtiiJ3Kkjt89XaL6/L3y/WLWMzobAzovzOgWavXA29CZeSf4BiAVZTnK9kr93id86eu73lMWUb9S3zdc+wi1WA2BhkBDoCHQEGgINAQaAg2Bt2pHDc6GwB0C4YSVwoSRyTP+GCnOfymC2nvq1MlZZqXQGs5d+tduoBBr1ugw+7eMd2AP27McdDiO3jVTQMorM2HtlNQSsxcvM6t85ihdZY8Fea/9X07XnzDqgceoSD6bT4/glhJ/0xJsMSsWHKU04kQsSryX1uJVt8GnNlCkcn+Au+XWzGobfH4jA8KvtMzzmA+4W4LhFpijOMOXJ4ThYVzu+Gtc5cQ/a9Zx1zNblbAlv/jCxsso1rxTBhPY+INhDUel8icj4DRPK8mcLQ1kUL26dapfnnG9HBfDwb3xIOUUvrbK1GW1TMd3ZTXBmHvDAXv5/2Q/kTFPDuS7WbELJIKDsNIex7yrlkuwpmx5XEiqOgb+Mro5n39W/aNeL8Us91QfTd8FI+OcZudvl+E6rTAw/kPZlDNWAzi8x57e5co2o8QhjA08vH1y5jMg5Nm984wFswVkXD7b8czS01sBc5GwlQMYg42xLobdrVTxjNh1+esco7aXca/vP6bUYjQEGgINgYbAHAG+3uULTtv1YQEe9IOS12NGEZO+BM7M+ntfzrk3uf+YZsYYe020jwzgI2w13BFj/EtcBmy+HsiN+wTKcDo11IkZoDrEwV4llaO2HDE2T+Iz5YmjVYgN7bYlRurym8a+vyItpSnMpHccDSTlN2AkOWJgKaUI3ReDMVNZajWmtfo07VPBD944tckbSNB3xAGMPLi41dcpMuvG04HeE9Q5sv0Kfal7WbIc4njTyIabt8PB0arfuwOOQ+rVmfeSbwYyjiHLK++4D05n1Q5qBiPT/1QQjXTDxo33/UW3ZhsaivY+gFMGJOBX1yNkreMErpni2WMMOhZeGqBRh6gn8IAvAusnnctbw6ivfZbO+vYw5A/awfumfnUst498pYwlC4PD7ZDWvtvU63d990RoRwj+vXABp6FcLD9yt9AQaAg0BBoCDYGGQEOgIdAQOIYAmlwLDYG3I4ACF7PuZChA+ZUS3GEkYBS0Quh6f1GcHzyj1Msl+77U0bfofNKYvOdSGrhQmMoPxd0O4FBG0c/DoSS5EO7JwN5YVmivvxNvnGrCQNM9QsEGB/bZ+pOUSh3FqB5J/AxL7cKrZLzCYMoy12E4C1eT5nSCY8GSmZoxe7C6qcdHgo0vyC2e3U37qWppbfYiImB0seHF8hTnI8q+MLhoxHwnwwnlWsaoKwVy7/v8sI9apNT+0d3vy0pctQIctDwLQPIxqvusWZ7j/m6UquJT7g9nrigviu5y9Ej0wNQORlEJPNflDqMVS+phUBhlzPplEogzD84j8XEYFmMaxoedAVw7zUw9aUY9RgveP/KwHjIPOmo29zgzP/KfGKyll2lCDlWVr4qml0/0ytLTMjyJ7WrAwSwhVUCSjfqjmfkxsp4kyJMy6dTGxeqaKCVQrhfNaL9on+VOBnIMgyDF+4dA5Nvv9FUDBpj5rXseiHL7g/izd5bomj5G+WUe9/yp0zjI9R7JWHrR0tMcS4Z0LMGGSjhqTQPqD4MIZCBl/n3UYqXgPVC8WKY7EzoHusgjciFfBMPm94hvFl8U/SDYQkOgIdAQaAgcR8CzuvQdJiWre7j9OE5mNcVAT99y9Ueirag/2tkiJIV8JokYTHhmUBUDFSUbfbvy2H05+nMM8jsYWJnFbZtk65kty0xJ2sKhHeR8LWTbpOd3jU/SyOMajbhP/4Jfhsy5nSwuFz2xXBnj8ZEBcCzj2uM0n4Xs4+dx9njxMpBQ/dDKMR0ySWBadtcTynYo38Xk7ivEfrn0gel1FKdcZrZORl6rX/Q/xwiJFfTcj3J5LREa0+w7Uz7s/KVfMaVXl1Hyh2b2ZV0FKEN3+n6lbh1be0Sh1mlJcyRAF93lQh2XTEjlvpf7Q1Eq7v+4rxSU6RMO1Yl+Fz/3pSP+Ef6bcUs9sC6BE9gZpVbQPyRl8ENefrHEMnVFdeei1a/0vrGHMO/P5e4d2uS8+dCYlTrByjSsBhT9yzr/5dzfE4kuWdhSp5f+GM5NoW2Z8j3n+Eoo6eXE9SzxK/qgvmWq52A1lJiuU1dhpaWT9Wdk5Zs8rZOvSDOkHd4zdNeiA3jFAPTDaAfQ90ImSalB3Lf+P6Tv8BaTpw+QaRBuPIGXBxCAwVwXZDCJv5NDrR8TtrOGQEOgIdAQaAg0BBoCDYGGwAoCtXawEqXdbgg8g4CUFjnbMFhYkbJxQM5YHKMKuEWvvZZcYqSyFVcUmVcVTpPWn6zWHGWY8GxKFDt+GImQS8vWeknq9ylQdkRplupNzthOM4AnubHOqBmLGPTOmqHgWc8p79Ej+Yo8hmnpd+Ipx6j2TjKGg2EKCQoWOJ+ZGcHo5leDFM8YyS6HrDBk9mmGNFyl8nzSDM3bwJd4YUjL+LuP4oHD8NOFvXGVL+cReiV/E0KYM1TWzDAnblhmXPaH6pjKzCYoFHDzg9eY1wlLLuCjeMDhZfk2jBdETbEGOtwTnl2PY1S4YqzdEZQMn6p4q4zlGA3Djwxn3NsKku/M4AyNbseZfy57b1FrqK570kP+dpPhhCXV9zjXFR/6l0/fnT591kAJfRcOhyFfmsmP4QaDkgw5lHrUu6BoY2Rmwml4N8EUCRTKtyguHv+FFPQpl7OMzA9nJ+g9uXn55xyE8pjHGKPImDe8hPvfVbeYBazSwYi1Ub8yWTs2BBoCDYGGwCME1F/IduFR1APPaUfd5/FgvXBm7UlO23VTf/WGM/PO0Vu3DZzX19vUs32k/+1Zdlo5xsFOkaFh3SQSziIPo9qMt+chbWo6NMP5hAy5wsseCtM49PvOXpFkX99pmnrpihKkNCSX29sZ3vQL3TdcSsu9LBt6kqF/7EM56FFe+YuuDPni90S/KUjO/uJQZmsJHMCEe9yyzsTz+784Ok/aCgY9bp43l+/85j2J+zue+Ql29PGkJxaM432qoif+OsYS4GLmVZe+kaajfpc7xlX8V05dAODOb/l7kWWVR9i57qh/evZ2RHK2io63xlHdeAYaaC4H8Gc2N3oev6x789h5X31m9f0ZcMpgbWNLH77CdJ7y+WuoaxBwcNE5dSZ0lKjXfAcUPHCawcxlcHM+5NmHBZWC9NTTBR05yxWM+EXdvrF6kFZJ8vWHybFEWHYSlUeUWJab4ul73avs3vMVXuLb7jUEGgINgYZAQ6Ah0BBoCHyNCNxre19jLlue/ocQQD0pCpUNTCh1jBKXA0XXVD4786T5MRv2PcrwWKVjVjEzHGScsPHmi7iz3w8zNDVT8sos0ZFrjmx/CizoSHnF+XvSMsU3OfHCIIJDLtTGs2aFnj3z+K8y6qD8g8Mz3FI5lYEQx9ft98qLZjdaQRU9sHbgqJ8MYj17tGrWIkrtmOOIdfRvp3zipEQBteGgwjBojYrqzTzlHJQMY17BqsiYx1UhAiD+2iZ0UbrMgDEvdDK97vG4k0J/8d7SRwBOWvNyMffksHHEsCODmmaiUOYudx3HfG8k1SMvc+cBBMyUZ6n0GESwZYBj1nPAr9rkrCoPPhqFOF1hS/2j/LqTltU+qf7I6HJWvYxF4ai3YznOSYDyRWUBbwZT3E7M5mf2bWJICgsyJI1ZG+BBnZXzVyP9WV57EqgPdZ2YXxNZ92x0lLzUL/Y8vlAn5yPiecdMS/mQnO/6wnSazXXrtW+5Mr9VtkYCB7CX2eSKvJH/+PaBs+9x3z8dJqE816FX5b8xw9vO9jDBn7cqxoROu2gINAQaAg2BOQK0UG4XbPgPh8Q8zmvX+rYzMO/8+fRlcGqtUYw22xJpFFmvQT9XzZjzYEm1Fdm2urVwO7JGZ/s+zUb2GRgg6f6c+gFul6ZN9j0hdWqi9XkUca1Nm5J0n6CQIvehHwivEHAa+cFVOtXUWg4x6YMtBdrtrbZ7TAMtOfzop7gvwRPljfPheoy9fBY5ixnAOQATfErYoOPBZgw4q/IRDvPisEsaTx//f/behdF120bUteS100f6SJqmc+bOPff//7EzZ6bPNG3SR5al+30AKcu2ZMteXpkmIff20osEQJASCYAAna+yCDcQJJ3noOa467M6t/Va81SsVYziaZj2+RrvK4xbRw2646AnKwvf+KVx7rRUxVPpSZzMD/Vs3zHHXJxXncK4/8rK0S8CmZUufZ12lFfz3yls5oIDYaD5Z4mk9TTHW66MNqUB2Hni6D7YsX84h4u+Wuh17j98ynP5pGz+XkkZg38xHwfH1DfquyBeTMN+mA4foAoZ2ihIMXd+B5qi7Ww/8XvkG0s/G5zTxz0IjCSfeO+JWqY8/270FGyXB/sWkY74ScnUl6M9kb2H9+rfgaz9aRxoHGgcaBxoHGgcaBxoHPgeciDnld/DirUq/Q9yQAFLwSp+Sceo0cdQxQp1GmtUqpBi/9BqaLqiCEko1/5WoVagniNQEgK2wxjbx4pwV9/z03s1QjkpICuUhtbiGuDtz6jXC56UH+0/B497UAlfYTJ5oQIo9jwmBHR4YIBfGt6WqOvAKm5WKNeQsRPEyk9W0L+Ov4UKQ+bOhe5HMKO8CE9RcMZ+qmufkBSsBzyeh5HV6FVZcpdirwriVI8+NRimUUWFt2vdLqrAQwV6QouP4QF8hHGRdfGG9UmVq00T/SP6M8qVa6DimZy3re1nofJYxLB4M/iC4grDbyobNIyu8fYSQuyxhSKPF0rySdeInZfvQ+HSd59w88wYO8+2ct4R+vslPFsMh7yVXvikUsXvweYylYCCg+q9HlhUwLuk0TqTitpzGlJdvZ0fFc/60dDXw+Fvfj3WM/mENtVDvpOvU9Zz+q6DiKca+QXnQg73eTZ542qHjFztT+NA40DjQOPAAgfqVMTP6H7wu+pH9YHv8wLs+a3YAqWMrREZZP5w4TyGihjHne/wzS/zx4WsD9+yptbVebnjSJikYgHVdZDppUvpAz8MNpWH10tde2pt5bk/YDJnzq1NrpVZe0Y9DnoZFsPOWrZ77kdjOP5C3zTPuAdA5rVWMeePiEd1vnInnPncRjnmZLHdnbAie52UKJfYI7ie47gDZNKSMt0dxW5khU/MtQ4aM6ux7kaJ42M92/FstVpPTwLlB/CMLrUBgXw1DHx9xyhbub+h9PYs8snoVkSK8T24igOaXvYf7156IlYVeXw7ojfklBf8Lr4dcQOZnXbbK1u6hdP1GryBCIvajr6LxAQbv2KxjTqBeYep76ne2yyUkZlB41WukumZCRpq34c0F6y7YCe20opFDt8mLc+sV4PVONA40DjQONA40DjQONA48D/BAWaSLTUOPJkDCHex2hfhTaVHrKDvFKAIU4w3nMqUfPIVq24JP7Y3TwpbhscKISwk97kwdovGLB9KLUCkZ6SelKxwBl+/Z+clBU8F3VCcICjvDUGNakahHFThUMfxcZFKBQievxidracSY9RfxRG4Dyrzuj+HEWevUIeAGzhvVe3WcwTBfeeq6aKAsX6yzvp6NITa/necGObNG4+l8NaOlsN3kX1jhxfUBifgahsU+FPYaVfxy1X4cZL/Ch3wrHoeCNU9vcL4O6AU6G1HUjTUEWfmT567N+yOfbCy/2X2/FvKzm/FebkPz8LYDLoDdfxx717HoR4tPdQ6qGA8S9AS3r/UuevY15rcllpq3zW7nd7cXfcxbflrymI4dGFE6YwTnMI/qT0kS0sboywOgzcPqEPQGBqLQmcoLylQ+4jlS18YCa3t3soagG2fbGffGt/KNX5Znleo4LCcwQSzB9Y2qQSS0b5IsnWyTvR98UkX/XXiSdAJ7lLPqd5R+vgn9nxDCf0Nii7frKTWLwsF7WuinhI4qLf7sYWissCOx4WuKevZSYTILveiVhhhY9/yF46UXVKxpS4VRc3e7w/t6B5igSf5Yp2yfvDkhM7K68w3kRIsi8D14PbZSaEpWztpHGgcaBxoHNjGgRh74rusAcDvumNYjiTbIJBrYfyIqY6w+EzX+VHMexjbRkPSzsaf3EYgb+RYp2HIkZQxjbmi4W9N5sh5s2PE2fhghtVUx5SawescP8YDWz/0LspkXASm8xwNvHXsrSXqMeiLwU362KNYOvA6ZICrWTYfc4zUwJ0pr52dGzNI+YGR3P1CNyfoYL4UCxxjfgZtMZc49Z6t4JLXXp3zp+awapSlvVzw6GzORhis67zN5+fHonkW+J0R5WJAx+7wtl1k16xdKTdRNcsrjyJ8sNB7507kWpiKJvINf2l3e5I+3fa3aH+9SAvynH/a1rXHzGEe57b295CjnF95MesT0a7zYpvP4dlB3rlj7t94P6EC0OfwfCemRJ5YYMG73PUHFnVACg9jTjhlesNJIC8Q6Zt+M3K+W+iSDwV8jZ5TvwX7iAJgxKk9c2b5xbIOH3rxxGR0qx2Lbns9piPJt4Kj9tXyXtSF2B3G1skcbZ54/kSiABUSf3xY7LB+Z2rb+E6V76RyAByNvYmnqDnPpSOgTXW072SLjUSMGlhQWtvziJVxAff2zm1y4mP+3PY64jk/o2ejIyAGBCQS+cfoPxFm3chQSpYf87zu3Xxetl03DjQONA40DjQONA40DjQONA4sc2AmPS1naHcbBx7iAEJWF3HBKI3Qa0inD/tfYYhlZS8C5oAx8ptv/spRb9hzLdrmNsMAAEAASURBVMZbhCwFdJIC9wA+jUyKtwhNsXJWlUCPUk0DIaqmp6dYnesqZgXZ03qMeCeMAwbCon06e/wwKXuUQT17DlOpSxjegt9dX1c3VxXFZdZNd2xXFD0GpqJR14sEKRrJvqZ18QBWgaPgHelKOZ9PCojSlrShodMG92GiRY+qgwC28EfBGbyshM+8C1kWb4EvcCt8qxR1z2FCIyNoW9VQeE60LQDwGYqEru49vNQeC8WmW7wnL/0veE/wWodXGT59erpwUvnJ+4TRedyx8r96AS/kXroV7wZt2XV4Ht9olqXy0b1QjAVvrvWHqXDpo3T+aMtyOT2+dTL1IdoDfusR63uWpPv3rBLRXq5zYgGKXgV4/785hVIehWlVrK0C9F0xrLb8JdOM9tUiCw86FjyE3hmFI1oqcgTXBbiQu91qHGgcaBxoHLjFgbo4zNDBw+s/MOicz0NvQbj9fBqRnAPfMR/QkJVG1lym9ay54pFi5g6EpXZcdHCJETTGyhtjShDivKzOoTUQ3ihzRHrzLMY653sPwIwhlvGxm7y5b6K7mUF7/cuLfHKudW89yR+hxW15ytvP3MJBGeReUEFpne9JinMKW+0hQAHNP1kr6CHcuJbfRz1B+5jgzOibMDx6Iu98Q//JL2W1nGNeg2cPsBjSCbyOXg1JLpR87vuDxIqR+/WgsfUaPbNnNpNzzyoTby44g3H1tBIi39wzucxPo13WCsIcjdrTvPSZ7XeO00UNfl8xTGOcDzkrvomn+YxH5Jw5e+bps6deWeeot0cgx3vqd22evPad+Ii/Gly/ZX8JmzIWAf+FE4z68d2QXpfJ/GT3of8Z7QxXvVWbf05+O28caBxoHGgcaBxoHGgcaBxoHDjjAFPHlhoH3osDmHiQTHLPWParGT5D1lIRhtJo+Aqhhn14wxCrBPakhBLL/axUZLx8cJ/al9BtjAqbCHzhOcj+v+KuBmDtsUePgMfpmNciFDPeKDeVz8IILX2cK1bGgvLH0ZWSwFPIV2E4KRd8rfPVjkXXCJHW2zSnMW48/Md19eefjyNe21iPY42SO4zAqnL85X05cCVNwrl5ku7daEiwn0d7BgN5knVb8PCgrh3hrne7LziW8oK6mko+FCcq/WJ1vHssDe6tjIcsNEW7nTOw0upRXBhihwN9S2PdXVK5yjz2tHU/Z0N6hxL0Fu3gDHrwmeE96sPgjfdD3POPv2u85llPu0SzmS/zzlsxeMyTtdShbOrDC9c92mjvC0Vg5at9kCyVNvLF6RrgLffp86HoowJUA/jnEMXtPZRKrODvp73OrOHGpFJ8/pv6vHDll8dZHu8kGznzAmVWhL33u5dpmafnNM2ubSC/G/DZdyr4eLVdK6Z2bBxoHGgcaBxY5UCZj/lRzdDBqzkffpDzJMb24lqZ3+8yfzmHGoNxPnOsrGNazp3MzFhQ8mRRx4nZWJE3r/51rnsAuFsTdO5tGd52HBjL50PXGhDnVM43OowSaTix1H00VNjyov72MXA6TmpoAZ7j7j2J8T8XzeUiKU1Oj1FVkFItvcSz/VjQWdoPwsgg5K3Qc36gMdPoIQMGavc7TW/V63DsA/UXVNlf98y9maQOB2l7W7ImHXNVYRnoNiZSAfLI+672N4/1vKCVx5Fsu9izNefjtU1LtscO8W4y3zGccfRNaar8qsdT0OKdt4+XOR9bzn9aeuuVPaL2tcRWS2ZbHXEF7+BZ7t+dfVsZOPrU1J9q6bcexUu/iH3DkT9CLlyAedGO1saeUFJ9ftbW9fHjR4z5I9+M8bgwN99R2xUK7ELy5Gy+/Di+LSVrW83fpHqP79DgllUurna7Gr6VT2+zNRrRD7iwOzyA/0ymLzg36gJvQOgyoEVZMcJkr8Fo9xsHGgcaBxoHGgcaBxoHGgcaB0454Ey3pcaBd+SAghUKGcIUa9g6oGaI0Ht7vEL7P+O5quFIhc0TUiiMUJW5B2xY8RDcwsshhTs9PUaVMCiuRkIqdXoAK7GfJ+HU3/mzi+sqLFJF/qGtSIfnUn5SPoRxynp+A96s77Sf2gXM7TfEeVBARbeQ9l+F+UwhLIZxCnzBm6SxPjdX0lcKbDywthz+otD0ONMbzIuH4RWlza7D+GsoaOmYPK6hoNAzHeeFp/Pj52mw/xCq2DDQEU63KCliVXTkTyUCgLkicJaLC8II7P2NKWhCOUf/GcJrE4/jEQMw/I0FAnPGLYC0Xx/GL1DA/AEq6INLfWuhXL2ViiHqaV1VdAU9W+hXEfg38H0FXpW48nfLO2WFeAfsPKYHFD7hncH+WT144z0PQLf+0EY3cMnv4PkqKNuJb0hJI14FQ2j/ThvJ/mn48L7DmM9eZ4bZfmsyvHaGDNUD5Fr7iFxvBvgbhnFpyXrdrl9SWb1X8lvl+xRvHw9LG9/Zx95a91a+caBxoHHg+8aBjwjvuX/xm3rte/5grWOscy/4Ms6egVka5xgmyG9kD+eyzOn2zlWfQZswnA86FjEW4kWWe+4yk/TeGW2Xl87J5JNbXbggyXnGvJTw5z8uN6aAEt5/RHuZYGwrnPyyWs5npCnn5Z4t8Xcb1MwVczHgHc2tUlrreA8kFsgRiSciHtWJ8zTHE95lyvmLbeVPCuwHzgGcB1/mf/ROGqONXASi2s880neD1JP5Wp2XK2twDh3y37mO12/l97EOhnI29K1tmvxxexarXX/HvPUsltaWC2hzyxiSS0KfmQ7ONVnw+EJ7uLg25RBoi3Y6Yjq5xnCn/Cst3p+M58fsTzhTIrSPIGfaTFeqHTys/JSeK3mfQBgg2ATp8NfdK/JCyh1nCMtlyEFumwJt709TrZntef4t8xmLZGjdfse7gVzmtTTVXy39Lsd45+j3EVHKb22a6UPPAEW7WChs/5Zxy9+Pd6GrAW0caBxoHGgcaBxoHGgcaBz4znLg7drw72zVG+HvzwEFEwUrBNJXjXcqwJRKEVbwINi/sC8tewA/NeHxO7LC/rV3tazd21DMoFNiw1gyKHz2fwRvqIZOUavwuCtRHyX5yQhD3UKBpWJNpP6XB2QzNG//JUozQl6TrQ/JNkW5u1DOModyIUJO/wKBtOARF7+8ktcqTxQeq7KOqksXP8tHZg5bkt4o/ju4Kjr2jUUovmAZQby4p8jcse/yEEJ1UjPopkmBZJcFpVQaV5IrnaOoJk324iUM1xh7n5G/CMey2frk/s6ep5Ksw/N44Lcvns8rGBZuo9SijBHx9rtPOKIgFVcooea01nPrIS/N4/FrDl9SK9V8BsrOui8gOrtFHWNlN8ZmlXs8HWSUJ6Swbebp9NfwYNGG3Dm8/nP3uv8L2KqyTLqStqnA2gl7HeeqhaxDxbmW/Xhfgzc4MXpLaG9fLPQe85ydWcdBRQp7Wc1W09d61NzTK1VvcIw8djiqeMCTZuz+kxqy11uwOJU39T2wdVRGhtIUA/Du8HPo8xv0uIIy3hn2Vjto8B7wYjB6Qe0GMzrzFKIOvCfFAKwHl7RIarCodIu6V9xp8QRqfc1rfwylr98Ow5TKg2DGLWafQm1XjQONA40DjQNwwG9oJI+M1HrNMV/ZPGZm4Rt/Cw4Gjj3jntFo9Aj0q13H85gGirWMBwKs86N+cFEXg52LCvkXY4Vj7BOSxuhh90ugfsyZnmYYp2KeQwSUlWGlzrViDnhw0dc/GHudUzO+XqTK39UBkjHMulC/0hYaxEaidEiT46pjXRjNzycHF7i8IQP5CYu5P0Dylo9Ic/56vVZHnx2TtEvIR0Bmi4x4APxZW+U89Fji5Ey+OP+NuSOlMcrpZR19LOavZ7yZ+uSR3hM6ee6CgN58bIniYkgA8ltpMJ5cSxoubSUNXHvbIdrDO/6ECn2lrun9nPflSWAtz8JAFm30gYWX5WZAeMOfeAnklYtHDYPue5PtMW/LGtmoYrJYvj/cYX7pNi6xYDQp5qYwaj1qqY1H61jrLB5pcxEE80ppGqPfOQfOeWfiAjbXYeyNF4hLSgpKufSxllujV2gSZp8r/Wwta9zP9rdtI3oUNF0apR/k1SJepWG/sSzcDLkwvcXDS5o+bbfOfmau8EeXU4uQ3nxTZJHy25XNWu7Vd9ObLh4Nmn0XlMu4mZmj9NTXEtjz/tJBYk/uwGUIdBeOI0O4vzb96DAoz5PYFzj7mXwNgjnWunHaUuNA40DjQONA40DjQONA40DjwIwDSkMtNQ68EwcU3hBKQrFgWFuFeIVfBRSUOxpQFoWVR4U+cVWBTo8L9v10/9a+KqgQoNwLt8fwDIoMOQcJF2kmQEnrJCzOM/rqAKTUJQV6DT4/557GLWqmPBaJE8OY7fEMnYGuTx86hqYDYISB6jBUhhAfwPOVTtTSjiF8z96w/BS6w0AmbSC9i8sh6VLCtux+zl61nyKgXiojpyoDP0i0xWXOlMTsb0uyXK6t3+O9+eHlE3Q6BSeP6sfrRElWaqant33s/iROysW+q1XJtpVT1ouyVfkSe11toaDUBD6l0dJ+Bau3ahfCFQSFQISAFn/l8S26QaIxNsJrQ8PdnZP3CWPo2LGgwnaW6Pit13mvZ7WhmOM9qe/lZf54nwS3lELB9TV92X2xUKpGm+sRfNavuFb5p1Kr63hPehTeM6PzEuhr96I/7w19+Wdg6sWwxN/aK31mI1rHeg9KZfmsXlfrWTFQj4E+Fd7doTgTdv1x2lLjQONA40DjwIMcGHavw9dFqX42hjwI8bQYI6PjXuwhmaPk/PnJ9Gj2wIg1O4ygMWYxhPjFf3NyjJzGSccmQ4kyL49FRlzOxqZlXI6m8ItxX2++XGDIIYwmlp/DF4L8vMXTmsfQuEZd+YQyekpC3xpzBL2YqkHZMZefQ/DNOi0C4iZ0MX67fYRGvgxNbSvM6nNR3zVYzI+cF8bcEHBysdJ1BUadL9RjQJfXeiOGd2sFsoZ3w33xRyQm6atz5mMdJzonUD4rP8o6/+4H2isi12Akq3Ms4b452Z78Yg6lYZWqz6p8whdy2TrxnkQeeOzcNspyeEqyXwGRdzPnnn+3JROyc03wzn/5gL+VZiNTIY/G4s7gU30w5XzbCTzP6EvOi4MTV+AxP+af9Lp1i+fvm5Sr6jtgP0teHr9HBXvcVlfw3vSIz7azf7HwBZmxj3c0F2r61AU4k1zBYs74+s2a7Lw/Wua5SR7AKxAFWtrX/Z2Vb8MW3NO/6/v2XMQNWuNA40DjQONA40DjQONA48D3kANlBv49rFmr0v88BxBWVOIcUKB0eBvs9ip4EGRUNr0ixOjNdpHmSoP5+UXGyxtKY2E0y73NepRJsXof5dsgbp65anvc/TfCXoZRS0/cc1AbXoswQqmc82d5yhjiWuVV7KtWYCiQU98+QiETHhgPwvCQRVlQvVbPsW+6BqkeJbuBfYBCafYRuC15xjMFRjw0x8F9hIoihXxSN5NjLXgzCd59avf9rzijPcPDel5MHgjZn3SgJMGVNvF4795k/0ExYT0xGg7DpxyFA0R4Gga5uC7NDt7YqxflTJpS78RZYKGpAzZeERiBoy7Rp460nyp4EkeuYk+8mRO/CPs5PLiazmDrdxyJdrOo9cl+slwXi4cCqsfI37snn+UK3VcR+5B87nF8wCAbbSZKlVjH33UQ4CI8WbdnfyoUgPkizOs7P4c0lF+voOwIqx2/0n+yHa9jmj81xJ2e1ob4dv869xmXBxespJB9r3ePQ5W41FXlZH/HL3gpP/nZp/aE2t694PFMaMIhvHvnb9H8XNxefxQ8tX8ELdGm89qstVXijJyycdTTRGWj3y3+ycdTdHOg7bxxoHGgcaBx4AYH8hPqAhvHTedKzOcc4PnS1pTzu3q1/ZgL0xKO0T3GkYWBM7gV0tK4VRe15RgiDMcP5wKclvEox/kK5d4jsGKu8WPmVY7dAI6tOq7DyfmV1LiFS90DeFam0kaOpbrOcsZpNajEnMoyA562sSjtR9RVft2RxG07MuJOuK2Wlw8mzUKx1+bwc+DApxjF6R9TPW8Blg9ZSm9Ww2Yrh0jlRGOcL/8J4yr01/6QZeALPMqQtMvlbt+VruxPyied24f0fyq8SppBEmBy/ulplvEs3wmfO0OXxxrr3b7EuRZ33sJ0EUSy4cARRul8J2MeBe8rX+Y0ZZmyyNgLJknd7icx/8pnBV5ePPYX3Hvmsc4hOxYfjiwc0RiX7YPXKvJPzNk95p48E55gixM35r2dMsY7TOCE7sIRjcDamrck5/zyMVs7/2bbe35s8y2wruZxMXJPhKSIkgR98Q757QmqY26e+IRS5KCrAJ/xUNxitW9oNIdGv4Wk2u9jOLCXx3yf/Dy2ez+liwemrX9mDUrjuqCo43sJJcWIL921/bbCbPkaBxoHGgcaBxoHGgcaBxoHfkgcyNnvD6nGra7fIgcUUvDEJYzuRy94jHoudgT6A4LzjrB7z08KQXZrjb94/emNm1hDYhvB+c3we56BO7zzHqQgNCBKgRqxNQITjg2vxv7wG5QghKEOGipshDK8nV8PeEpiAJ6JcTXDY0fo3+9/vvvRiwZZDU3WPVOeIdRTz9fDf6Hk01vDlcQ1R7DjeLHlLJSkhjHU6xj+Rk1OPyGxWjpW7PN4dL/lP5OrKhLmSOTCadn504vz8HjQUJl7MOVz4R4F3gHB3d9InXNxAUqYu7hd6aFUKGeOsLfQGgsbwsheqA9lZDlfOpxoEOxL4AslY82swrHSVO+dHuOpfTAWGBz3xM1c18tGX2DRQqd3C/VNpd4p/JtXKA7dU1vaQ1l9UqfL0iqd+93n/Aw/eYO+y+Kl/8InPFZGIwioVJr16Ysi0KWBOBdlvG21vPvkjSpxNTxHHz+jXzxFmSUdA9f5zXv8jbdkvj8oG2PBzLXKXtS+3WgcaBxoHGgcWOBAfFv9nMYA4livOdJv9uPf6wU05RYwy/hw9xfcco6VMbasY3jkyQsRctwqJeaOMabdog4+Od8Ij1FDud7Kfw9VzFeJ8NJjtNuxzUgYFaHuoRQ8e6jkrJDzMeeQ8khDovOxR+qLeUmjkosLnIPTv3rnWzNM20/tB8oabqNh+NcH+TObN4t7ZIsY5zYxBz175vP1lO+NZLgvcRjupvfHZ29J8shFGRXOlncAXkNLmNgjWpARoOQR3L41H7+LVI2syLHdl8zzlKuUi87mgxfwmPFG25NXhr1Lki75JBO24DCf+TW4bsn/BqL5vgwsoByRGcLQOoEq9JbrWHf7Ftl8grvxxGq7CEKDPvJ5yMneOi8eNNnG78ynE7x+O+j/9N2gh7YSu6HxjYYVi8AvCD0B0C4aBxoHGgcaBxoHGgcaBxoHGgcmDijRttQ48C4cCHmYP/s9e9RiBHZFtkq2CINm2FgF8hDuFc6LFBOFyBbPSv5N1JmXYv40xg6ERcY7NpUkKhBScNI4uGM/3qoT4MExXeA+Pjo/m2RrTlyJ68r3bvfvwP6U1bjWRZzSgqgmMvc6xhiq4KtAVxVCQXDkvPcPMF1t36mYwrsxjOtpKqqQ0qsFoRte6zVpkkuudtYoliub4/YdfyiN0XDXs7cWxAujeid4ru5noH57DO3D7guw/o6b7l9kMpyeR1fJJ39Uua6lCi82eX2Vv+BDCA8vHRRqqtMilUMqPFRlqsxipbmg0c1sT1DDqn33LR5cpd8bQlzlqJUUSiqXsi75V4O3Pas/mOefoFOJZgmuM8sy+mCExJFJhZ5l8Hjp9y6SKKvxaV99oI+p8Mp3gxR9kFN1i7G/XCiifGI+f5Ux3rtM9s2eEJB9h3e1fHWPZvDVUpKoN/B6kteumsfQHx3B+qhIqjTLgMIE3q0woMaLhye3+zmDPcKDF4TBEp5M7xbnR1jBoiwTPHulW/wNBZzvc2SMP9EXvQatnvbEed+9ulIeJW7cpN/ZP2vSk2M51fs1r4pgEmVHQm1nWPPyrLTHHM6BqAP77lN0vipFUWSeVoryFf681Ozc59QhFxXQmtJtH4nKFp7OsrfTxoHGgcaBxoGNHOD7WuctMe4NGnHclqTME/na5yfb77Tf/FO4daw6vZtXftvN7xzC+R5XHP1yO7dgAVR8y/2m50jvDKLScgnPstCgl67HaWy9zHn/HeCFVxvjI/XOvVK3QJEm+BXhjD2vSfrO09I90BZ+Vj4GFO698O8bDIkuFNMTr+Y7h1qvl4z1McePhZk1l7w+nnvmdOVaMn9MaZzPKE+4jQxlpOdk7L42jse8oBSi9QcWRPbMV6qHobQ7gzinTbrW79ln3I/4J8B6iwFYLHVuI5/dQoQZ9YH5HH1U+SvqWfqy7VTbIqKoUDSOzqV4d5wJ7nrmrtAUtm6ug8XzgqK8K0kffEN2EozwOCzy5gSseYP3zqV/xs93mrcsJsqahpf75AmM1QvMvs4BmSuPL1/u9q9/BHZZcKqBMOaT6RUtCOmdUjCQvnRAfgoasn7T8zee5JzUuomfFoFO+5GiyXoif3jcMz+Wdt8b23RK8/Pp5uaTkHPNHf3A6DXKgv+g79rn+A1G5jr2tQG+huxkFC1koZ0Rd94j0a+jlaJP2CPowxh/c4HnK1fwAebt5UXwA0aGAdjedExW671Syr8DlDCSEHHIxetGUTLKVkgjfrMNA8/QkHQ4TpX2v/Zdei+CG9zGgcaBxoHGgcaBxoHGgcaBf3kOzOey//LENgK/ixxQCMczNvbRyvUGCoDdC/vhngiaz6ub8m6HksRV++lRWaQ0jUWEoOIm/xV23ybcJsUI/ZE0dH/C1rF6HM/gijrQGz4WwbcYYrPME/6GN8C119hV5ypQoElBW5RVk3M3ekrLt/BSrfWeA7Hepe6EExz3/xehGkMsd0Oon2cNONfonmcWglIuRvQQwufPCr7gcbapoYEPOzyeubekIJyXvjy3jnihGH5wsP8s1fO8VNIQe0iFwkIlinxCuXGetV5HG1gvaTYXBkM8Y/c9Hrla0Ssfa/4bR70Qzo2Mcv1a0vPnhcUZLtAQ/yMpFzNQf/rWal1PAKNA0Su/V1G4rcRJ8Xph1UKZyvEWmOAv/WdJq1rhbTnSpiMbb43dnwJpFwbzGXLxxDfFeyoKP6I9i+H5elPcwK7xt+zpNkN3o1B73DjQONA40DiwwIEYPrg/fZb9bvP9dkaid1Ukx/BnpphL3AETemLhHgsWcz5Q5jrPpAmDQZg0AvQG2mJ8kwBmdNNYR7np/tuI0xTjvCQxONjdO+CZX2MmP+ZQU/sK8MEUYY2dCz4MTfMjdLnIgJmp/O5jIdz9BGmUdbsNjcCxtcX9IBZK0M/Gv2FoLbJR5LAvXOkPJ++Gs3vmOp2LCXl3wghF8Tf3CRZ5Mq99fS1tuakruNBVbmOAZp7ZsbiRP9yT9094f6YOJTEavv9O3ZWxuIx0DQd9mz2JO7azib70Zv4UlGeHXCSoMVO+rTENOoNm3jXo6Yhele29lv8MySOXgmbOH17wU/lzfvHO2l5GJTq47/aVPjjBePRkajTw+a0wpDcLeE/kkkofeVkIsi/fpkcx3l9O/NC01xCei7iF4Tckxilk1XdSo4impcaBxoHGgcaBxoHGgcaBxoHvGQfec3b9PWNVq85dHNAYEpIJRrDDz5Gpfo74rWJHQetv/H5/JmgV6FUoPlEw3IUZ2Ap2dG1W7StMTgo9DIg9+5WyK7G6PqQoBKo4OYN/J25VOqN4UH4YlmmefMHcSyi8ERXGQ9AU+XOSuHNFOwIh+PdBh7RoaBOPnqVyA57EnlQzoZenS9VfpYx66BGaq4wvc2lfq0Z9PWEH9h7uNXojUCee4MZlwbU7eiRoZHOfI4xp6aF6yru06SUHBGNo3oE2HvE+tu7c8fZd6bhn7E8prbfFOoxqU8wPqSHEDEusYog7hOnLVflr6M0DbPjjXtmdoZHxXE+PYPsmBu9IC3yzj5Z+GkpBqxo/FHBxf53mAhS0Ls4gnDceCelxU59sP9b6pz173s4VRlGg1PcaIofQlmXdcz9s35GaP4/2l6W+aW+3vrnPmUo9+3bmPYcRD8ufSl9V58yfXT+vvOfIftbErocCFq/QNu7/Hd+X6Z2Djj7v2aadq/NZEBK4QZJ0c7yO8OSpeXs9u1HO6gljT8noAZWuk+ztonGgcaBxoHFgIwfqsBPeVpMm3W8raRqzynXevfm3fu/NGJ5aUUKjco7NMVupmRjL1sctqIv5BIYcvNP2fPufm6y9I4rbajCvg9prc51z3HWuF/fLXCRH4zo23cc34WQJt4mQlto655iXrw2vywSK+hhp58/wS+9rbp2AKbRJ70TzMjwGXR6kgWzUIBUjNziiXIGzVrTeL3ljrViP96PRh8IQfKMtC311HlTnQoahHoz8EyGgXWwqHY+mWgc8WNnPeTBCUSw0A17gF67zrQVaeTeSNmFIDzLe62+Y2zknk+HySVmI8+k94vKuJAwLaNBNGmzLygufeD21L9mV6Xy1YiEBxtYdv8PB3kT5uojOgo8mgQcClmZ848IMdomOCDMiB0X5xYXn0utFHPVoxfg7LYZe4Kt5H07ZFzI2EnsTj38FLYhXUs4jkQGIlOW2Ptle8mn2Wyn72O3kjrKoc2FJ87trWylTeh79mX7z0rPntrx6U//eQmUgLRnd3sVIXVJUIjdAZ3wXoWkf9NiGtil51llb4L3hEJ2cd0kdBTS9ujjDvk0EM+VpaYrtZYwa5T/5GenZfaqAbYfGgcaBxoHGgcaBxoHGgcaB7wUH6qzxe1GZVol/LQ4opigjHVBWjOw1FoZDhKsBwXS3RzhNDcJTiQ58GJhckW5415DVQ8ZDYdGDt9cwWAyLKgWekUAq3gFFQIZP87UCn7AR1vyNGIzCeEX9M28Kv2a5L5VXFuChrJu0IYlTvKfJXPykg6TBWPG1JvmzNWnkNszbrhi5J9QnAKTjA1TAY/alDYE6anzMlG2SxuTj3bOzAA7NtGEoTfTmNvXHVdB5Y/6Xdve5+3IRpjdT1nue6/a54QcNq/0xCi3qQn9SJXCeTu5orKVfDztCm1Nf94FOhcoVBlehnbqOsX/arxDqP6OcymLraV1sz/M25daUVLip9EJ54eICQ7hFmVv1tk4qEwn/DG+l8qQ+E/yzk6A5uaFqxL5tGObY+/lWZ7KeUVeP4KO4Id/8bU1JI38BoHdUejscS4dCCdge0ftlHVHdZPeXP+ClT9XfseTaWeU/R+hNHqNc833eV8+sWVn4Y4mRjcxePthnS7+Nu7N8G0+r4nLsc9+0LEYlbK3afzbCatkaBxoHGgcaB+JT7uc8Unyv4+Pu7KjenXPJHKfJ8evWcJclLJtzvgzZ69hu8hueaT5mzc/j8+68Qk++mPdc0lFhPHq0vrG37ZGcGDsrHXO4ec/8Jucd0FPHoGme8jYaszSm7oC71BaB/OJP5CzznjEWmDr3/AYK+Ter20XBqzdytpFhsg23TAqj5h0AgybKcTRUsAsUs/cJ7P4UbRAzNRaWYfyJhYb3gzkrIY/wACZyTi6KtRVqO6Zx7qzAdJnvgLOUn/LDiKgHMPNl54OxFY7tWPvIVGrrifynZYNn0FN5OdEmnDmtXJqHn3wZYk79M/jkTJVAusw9ByeAT0opFYApJpXihtr4VZqgw+uKjwW4L90vdh/6z7nvoov64InHwmu9f23TYzsu4YBOQjD3yOfuc53tJLUTxUuFnnMv6Czv1wxiYGd+/vJC1LB9nTvPMrzbqbIB3wx45qLOkHXnH3hl+z1e0nvaDf4ox7xL+y3Uzy/u6zdfo0dxeyG+aSFD2addYOGCAuVVO9O30G4L9LVbjQONA40DjQONA40DjQONA98dDjiDbKlx4H04oHFHQc99obD2KDApprifzeGAAQVBfVK4FcH1cUJS2I5wdoZFPiAY7RWMEItA2rNyVq/QYczwrVUwDiHuAblJuMr9YVhC6THgKTrEalzD/hbBlpX+cIAV/xiK3IcXD77c46jUUn7chVuE7FbEKnuN6QcUHC94A7gCOGQ/Hpsmnqr0GP7OU1c2H1O0g6C8eRd+dTsaC12ZLR6Lq+yYJRRkmgd72tuQyBnCMJ/XtvCqytZr9deEjzszOVl5PX5OgV/yg7eh4BFCqbOnU4IahOQBA/BICGhXS1+GRZ4yX5zEKurorwjXGkYxAOs9nv2HHgM5YbTk+KJXhHXlnGC/PPjH7nX8Hc3z+zQSBvTrzI09yShfVYKjCyUOhmO2/5Q+NFE543N9VyLsM208/gUa/8iRfXGjQcVr/nMYCcw9wUKBQfmB96SfQlPyPgbJWbbWdSKhnFh38xnK/UCoxdiTmat4984zz67LUgQKyl+oE03Rh8+NwJBHOqVdWiLZ/mByv0b31Dv2deuUWaajhnvaaEQ52bEARZWJpbel85xcB25bqzzT2B5KmAIx2kW6VX5aR/c5VonlvVqB03qVkpeHwFVuBx49y/FuJwS11Uw1fDTCZdl2p3GgcaBxoHFglQNpoMrHOQfU+OtP9X6mOhY6nnhex5U6DzCXi4zOk3v8mth+PpKRIsIYxmKyMAIzH8w8GKnKmJU5T/92fOt3PWMc25Z0B4E5s4oZ5WnGO6/qWBrjPhcjiyWdEzgUi6XWU7DJA89mKeZgOR72MCDn+NbZ3wJDZkXr6Tlc2VBLGj/Fq1Fv0jkxtfDKES7zxJCozLN3LJhiUZwROEy5ZC1O40/F5Xw6k2XPUswFuU99lVViUd+V9jorXS6Fa/mo0dTHklezEhMds3uLp8CD5NGoOMzF35asO7yGNqOLDKOygnOaTPNIP/NmOL4L1o12Cp7gScr81YW3Xsc9/sSjCvCeowA0Jss4DPlhBPa9inkR/DyHBf/sNXpGx/sZNflJzMGcwxvhJp5fljyHdOPaWD1AYq6tx7RGfftQ1JmSyZFS/3oFseLO74yG1k+RA913+waqhx8rB33NN0a5L2t9CUo/XNtfXrr/L9+m+ipcZn7SndLfoo8lbhAH7OBb5YdylQtw5TRMOv9WPIkYwIi1JnUVX8ED+Ma/l5AbbLds0UH+sJXVEDIo9xVg/C6ssbeCffRIh4o+6xEZP7aAQZaPCAe+FuAdkGn2nbIxoanpgwfl5c3fkUcJa+UaBxoHGgcaBxoHGgcaBxoHvsscePcp/3eZOY32t3FgVFiKVeoKmAUWRgwNg2E0C9PX23BclEZp0LMXlQZDd93V8GwK9ANGFH/KSdyLkNRK7g+mLkIqUxgYnQbKnQaf8zUVrhbW4/mL8E4V21zpJ/r7SSg0Gy748Bm4P6JKc2G21gmV2PAFUWu/AoeGq7wvPnPP6eDyeqKQikK9Yt3TWUWb0KoycV44sahIrabN+dNTvNfrr3JFPJ/RZz4VG/iDcs5rfbl3IvSKU29cjb+neK9f1U+hCwk0GhLSDsXIQBjx4FdWKkDUnEcaVJ3Ca7zLT+ssAbeIyHoMKIntO7HfnPWMVI5R53Lr/BDt+mfakv4VuMB3waNa6JQWTfSp1CyVg9fbE3zeowDD2H5wVXoUrG1Sj5fQunhHVFymclBFfBj1L7Ou3unA93rA6H1wj7OCSyUcV/7s1/4OWJgPvo8R4s5FCxpPWRRihIDy4+btVPmvIRZDv7RHnwvD+ULxuG8eQ5ezMARjcLbJQt6bt6wfePUEq3RERYEvHS01DjQONA40DtzNgTpepOnT8ciIEn5v579lsHWMWX56fld4wGdPUpX1OfIdv911DnRx1DjLAisXWuXYLpznJUfMCBcbkWuOcOfzwkqTT+OcYz7HpBqGbg0Vc7rm50eY955psH0oQpDzIcbo8ORjkZgzKOl+W6pG0Tovs+fckeq4nbMTChYe3QmmYow5EwbEkYW12Xfrk7ccraNz59p+pa7Mq+b94RyDz+SvpXKBnyFy6a3Bc9vwLfyXQUBmEYTG/FFD8ESfGCutnJ6lpJk6DMie0JM/5vJxfpb5kUtI81thqOCkMuscvKC9h/gJ+JxGFgvHftLO9Wt/eoSAa2UkjsW3LLS2Va4m5/yGN49w2cox5/ReLb39YXQI28G5rDL4vC2PYLI/uajEdsPw+az2OqJYPTOqj9v3uJVSyEbkzH7M7ZB3XVDge4dZuLzTb+vfq6TkA/tH9BFkFvc0tz1dTMS/V1ip/uJl/wuM1o4rGvRbahxoHGgcaBxoHGgcaBxoHGgcuM6B95JArmNtT7//HAjJKfeG2rOfT4ZOU2D+J96/f8VoqbClwgGx5UmCcIfCLBRHYYzFOOoKecDnHqmYg1VYHQjxFJZB1V8ITm9KrBVW1kYg7A6fcq5hNIWxqFMYLxWo9Uj9kqP1fUsSmYoaRcA94cT+n92H/f/mXnoCSMtxLyCVe+BjlbrhY1Vuug6eG0FACrb3CfvhKYJnrN6x2Z6ndXFVcoa508CPUVBjuwI/1M6TdN5KUo/+DhgKwb8ApwbZuYFS3h8/X6kwFGqqDFSy6rVxmraIyPZHFADDT/lZzxL6bw4I+oWsEkDl537AC/vAXkyhcGSfN/OK+wL/HMjsXIWDaLkV3uPBn6xb3j/W81iK9eGsSldls8OzvWO/5cs9ApcY7b1UFiSdASDuZZ8VV+JTGXPRVtTJuuudM/Z4te9+R277dZap3k/cKGlOu4qdX/HzPdFjpOKa58li2ZcrjDymUo9zQrn33V/gs/0sU/bnSkOhm/4TBu7dJ/AGrwu8lWLlfilz/TCjbepnvOehkEexTB/paPNa74AVbe47B48tw/tvDzFNtMfVPX8sD7wIbX7en++B0/I2DjQONA40DpxywBEkZgt8212E5XyljiqnOedXS+PT/PnpOd9wFgF1jHm9416M2rdxxCzDPYDx5tthBI4IEKeA33T1ynwlo3cwr2JB1LaU+aL+eCj308Qlx7ltMFZyMWY6p8vZiTOrO1NMAijlVi8xP1iCIJ38YnzeQLP5yN9P3qh30nSS3dldepk7TwpO3qLj7HnOc2JGQF/VeLehDic0zC/kT7ZnTlWdMPEu1GmjsG/MYaMesRAgee2C34AZE56tfWpO0/m5NCEr4p1pKHT765Zk/wwPV+qjd2SmWd22AFnLM8ETh++AGbOfrBU53pcnW/MeS913RluEkdVtcFbegVKHkQWuHYt6DSXcuVDRueZ7JvrTuDfUuLQd9+iuLRSowyiNAfggXc/oQzcqBC/En/JryYvnse9ayii2mN9ttwVCzvNbEOn9aZOy2I+Y8NR9yPFEjxA3NA+E73aRvYT6zQy9xvTyJoXtb+NA40DjQONA40DjQONA40DjwJwDJ/Pu+YN23jjwJg4gG42GJuo+2X3ofg2oFGTc//efB8Iw46F56rX6JmwpvYWwa8jgzwIvN0OIQ7KFFuFjVCTEk8cQwqunno8eTqk8/LD/jL2dDFN8fKVSPNQo7SrxFHhT+fcwMqqkQA8OvDb68TdEhCIEVDWMipuqhSAYShm8R1CE7fq/wQfKKdFGekTIt0HBiWF0V1awF2Cnh6APhQ37sBmaeFkBcVpk8UpaVQSw+r/HqL7X83gSvBdLxM3RehNiMUT0u2KsyVd/yZvw1jE02rVEXdVzjRipo3+NrGpXQfUAe8NJtNavNtM13OVZL797FhjQzrEX2YYyZlHZI1/lqbXOpIH92H/r3ZNj9G/zHAh5/UWEvZ7aWFqi/Y8Qz8vuQ9GkYucGnpOC5SJwi8N+jREYyo+sWoLHU/pAP+BB3uFBHu/7Cm1L+OLeDK5eFYaWDCOB9/F2mb3vwYdY1GIH8Lm9cFaeq4cT4eSjbwvASoei54GO9jABrWDjQONA48D3kAN8w53F+X0NA3AssnuPejoepHdZ+YhfReIiuMH9f5lH9eH9+D7few3TjpPbUtIQ3p4x1lvOecNzkmGv986D9AAMQ9BWumb4neOHseQZ/Kp1m4/jD9AEeZaKkvBtiHniI/RBx2TkkaYJ6owBd54WuSDlMeEJd17fjfAsOugB/EDZNRS+i3o/ujer865g4PU5XGQBXtTEuMZ6uLstUBZew3T3fb4YwCUUdMygK9bbvOvD0GrI5dq37kZ9o4Aeql8jEzBXjXf0PLtzaBcqclSmY4uUD+5vG/x5Pp9OsfONJdT4wYUtMY8+fTpdsag2F99Wvk5P3u3kiKn23+xnLtuoCznjmyQF8c4cSzyfqNKP4hNhCHQXAlWe1e8GcidG4CFoqTQ/n5IGsXGgcaBxoHGgcaBxoHGgceD7w4H3kkC+PxxqNbmbA7nHKEIToaU+sN/RjlDFGpw6DCjD7k8c/4hAg2EGxdtRlFeAKVchmN4n0CgSGfA1DKwDOAkDHdDCIKhnh0ZJjLDuC2aqxqQQehXkjpTE881/UlDrYs8iPHFVWhW5sFOpBlgNhLs9YZih71EskuNK8wiLB6Ssr3sS/Rw5HtUN4W69K+o9DdChYOrA+fcdXpoI+2nmA3uQhNdq4X8VJW9XV8goC+Brh8Kg7oemATRXwEub4DUsGq5Nz2MUcSqrAgn0+dzLON5uX/cgs5mGg2GgObG/6AlZUjgZ1AuPobj9O3XD+Bzc8J4NkJkif7R7Xq/97cHRIViHoiYM6UdaK07rrOIneC8aQ05HvQ1tZvjpREpV11Mo8sJ3GWCE8Q4lVc1ecBZ65/uxmcOihv52cUF6u8hzV9SLN7Eeaa30Z/vbL0eUT33/H2yvxr5tZg882TtDn1BwVBhcTim8dODLgT3GRsJepyc/j7k3BDDhQIcwZ++yIQt7vgl6HER9oh8UsGftco43rgF5EB6LC3YvhrxWmQQamFFr6Ir9GlI6lmZo6B5+xQ8P8gjtLZny6DxVCPP7Do/i8xm87f/CX75dAzwHhF+v+d7Flox3lIfhne63gHff1/+xpMEAHLzLftvEmG0lNAiI/uN5S40DjQONA40DWzkQnl2MJTly5Hd1HPzWa2TyyBgZhpqEWMdEr+p85/w8cx7/1jIxdxEe86c0nHLu57tkPf+MZzmNON+Q/x+7PeNO91qNX0f4j545lloHxy/D0LoHaK83WTzYBvUbPIZH98yEX73jHDPNHLMd7OqYKazlwW/iDXRQSXidxWJmq8HORYa9C/A0ephpS2LsD8Oqc0QXIAqY+p3MLaQN8JX5ceWfSzqDJuaeNABwOApn1iemoltO7GvQ8zrQnnp0x0Ix5nwM6EmK+JO27H8F6ES7UWKYb8YEgDlNeGwzL6iM3ELDWZ7gASwSv31BA2vvfMU6nvHHvJGvkHiCNt4XHsRcuRqArY8ltrbdGXHSRNFDvI8uuvuarWzKXBnQxxlfKTejF1GIZN6UCHc7Qve6mDM86Uv+pxx8p43445xfpNbZvleYxNk8uUDTyDH16YDM4L0qK8zzvu0ceRej+RgLUksDLwCM/lQM2MoyIxGFKER9ZsxcKPforZA7fCfhWnpy53ngy1P4Ufjo8aSTPYp1azn5lG0X32Mvac+UJTxKtX/4DgR7bOv3TMpSoGIxTO4zrd6i9i2ZxTO+DaMLHGZ9ynem9q/I1P40DjQONA40DjQONA40DjQONA7MOPDes9gZqnb6Q+NACOnuwRR7YSo3IcAQ/qnbGw6ZFEqVkKby+s1/VR8VhZb74oBR06+GkkFFUuyTWsWj2vUVpuq9BwkIJU16d1xCUIpTIP9rEXovczxyJ71hrYN4j8naKGMPeAweDl8jQGKgg++xgjkePl5XBeKXPQbD/iO5upAURlWDGK7wT+DU6P621OEJ0rEXVNR3v4y1Yoiw03po4jGjmiV5VJ/ecYx9+kqor1BIrJWtigEUcay278CdyqDrdE7QqoKDLtLvfgG9rsIHJrQPk+Jvyn1xoqLC8ONYcSmjgXBLsj/aBzTGuq8yOFEgqNzIfa18tt5HNGwGykAlj+v+hN6wL9onl8qDF++QHnz7jnBz5q0ezxbdnOzL/+BHv54bcisvz+D0hrhzf7MLb92zjBeX2ZdD6VufsaDiMP6B98t+Xfl4VtdoN3lkW+Itf2RWhXLHUQWjhvav+Evfsr4BX5y2u7+WGgcaBxoHGgce5kCMaZghwni4dRy9E5vf7RhnT+dr16HETIAsKv/91jPmPDU5Vy7G1tjqwrHb37UE/dRDSgbGwQMRfWJ/+rS6XSt4+5lTBP69MHfvMNo9PH+Tumd5cQfLy8JS5xBvSq8YMb/CCIz8o3GO9Kjxb/LWfWgOdVqJMELLMuWz6Ke3+sBp+elK4/S0iDEYNz169CS9fjFmIr910cfumPOQNYyOdTHwzb59L5W8n7wDerSmcQ7+XZUXEr79OsLBP7qY4BqZzDc1qLqYJWyt1/LybHThMAtNhlfqMa1UvIPHN+CfP84w+0Sk0hgf39vzHF7X+e3Z3Hop69PuWWcW7uI5rTzlzJs/kdI4XmgJnYW37eu+J8/p54Ho2h8bU5KOZAV+l1vvuh/DMcctafqW6LlGa3vWONA40DjQONA40DjQONA48C/LgQclvX/Z+jTC/lU4EHKIRqUUklRYdHgJdCo/IowqAhXCSqz+fbJgnp4bqg4wOCmk4dH5sscYujMkMauuEaKO6eTieHvzmaIiOELwsq7+ztL+r2DVEIsZlnyxb1rJEgLdPSRQn24PTvmLcUuT91FMzrMARwbl6+6j/8OqahWIKRgGhTMlz132KUBU3uoNXL0o6jGqpAIEfOPu94ExPTqSroqrHgsLlg+FMePhVygm8DiGr7Wec3ZVbvvU1fjutTyqlKztPM8cAvsyuuNdILr37yENo8f7S2fFGIpnex/h1lSGskdTeEJIbaV4qWy9B1P9j5fqbkcIcQyj0TzZXCVTrWUtk8cBPGbTZIxmERi38AEH4Gzfu3t5JVT64RNKf4JXrW1pZ4GH4WG9jE+stjVb6e5e+YntBQXYi2Ebg+hUDp+8AxPPfdM/0Dbuq4xhNN4T6I5y6/jEWdPgvsP2a/aW7vs/ZL3Lw+iDBZc8cXV8fl34G14z3qyQth4rXXAY/h6+wdjd/Q4w31BvO9Y5v80PXvHIW/vR/Ugpkyk8lfU2Zh9v9xG3Twe/4rH4/bXUONA40DjQOPAIBzrnY3zH40vvQj2+7Znqt38ZapmeLD88uZtjQtwKIysGV7DEvG3DeLRnnHEPSI2uLpicbDQnOO67OM5/qXkYNH4EBxybibQCgpgzF5Cn9YTgMPBpxGbRG17JL/1voY/tGPAkzDSrb7mz+VCMZyNbU+i1md6A945x4KfIZCDdjHwpI7DcbiLGcLykNUrH+Z00TXMcjW0sBHX/08lAvcCvmr/MZ46UWTfbh+JBgsscf8z8TXlAOPekkh+eRzeknw0YMpUZ4om4S3tshWrEHKPSzOd/p/1nK6Saz0pqfMfAypzPqEUdMs8cfp6f1Z0KHfs4BlEWkfbw234979sVy6NHJS8XAx7wTs7vRp0PSk+lqR4LluBpfb7hA3AncT3t6BZAiYF+caN8zJvJ7HdllL8xeb1R6MHHLnYwUlJndKhOOS1lcduq/rJfg4CTkHEfxHVvseintKd7Tec2L8qT2Z7yMj4q8ab4/T6229v6dwC+8af2KVsyjfvitB/v+WZrUHcxL8LcDTjtceNA40DjQONA40DjQONA40DjwFFKabxoHHgqBw4KcAgoIZykdIXYhBHlldW/4SGqYIPAiVB4aUh5lBSVA3oPVA9VVXvuJYTAZlhgvI/DW0F6THcqOLLQ6d8IwdQRYsz9nBSeQzZMkTFyElaq6xF4wwP5jUKa9BYFQg/OPvhbcKmwMcXzVAJ0eOB27A8bhjMJu7e+0W6FZsuqhDz8DJ7K55qqgFqupQPvhtdBg/cbEm02hDIJQyweoyq4JoVA8LjCrjwhmyG8+j+RD29JjaNhiK35NhypozgO1FHPWFRGNwtFTwKvSoMxFhjc18YqYFL9/Dm4fhHnRwjy9oy/QVG979F9aYtHaunWkWXxTzJOJVG0JcbfQZx4JIQiaBHXOSDXw5PoGx3G7i76FHDFXfvgIhzKYVx2P9494dLxJaetkp5zDNeu43OBwX2nwR1CUsUlRUttlctOUkGqQsc89+MUkXgGQl7vjF5APV6pd/BhkVjeD7yOraOh79+UVJipMMb7+O73902IW+HGgcaBxoHvMQdivDqOB25R4rf9OOauf+GdJ0zzkS0sClyMeWFAPY7wt4o6vsY8rlpqpjH2Vsltzzu8bccd8x0WgXU3IqwkRMYzxnqjUfQ9hjnCUzsHec7YJL+dg+EhaaSZTfQc6ymLcgrkWO/c99i2x1z3nEFPzG84KFdE2zmeiyVpvQdahJjdE4mo1wA872fboYRh23kthkeNrR1yAIzaDuAip/VwLufsSE/WNJRWEeki+8qNeB9ckNphvA8jIobbmKytFNhwe3q/Yr7nnrZ2vNttmn2gILDNlM/2zNcmo/sG5JuyMO/vkWdtzzobjPdTnq4lqZPXGaHqUQ/wZejyx/mi+O2nHm/zK+hxe5YTuW4Zw5vvQt/A1kAdfJt4dgHU7yM/Ik2ljGuGN86jL3As3VBn8TcWVBBxRzoL63IxqVG8bDsXOJiUL/PsPf+Gh7YIou+6EAKikMNzIYPfOZLfcEJBpxz5bfBJpC01DjQONA40DjQONA40DjQOfBc50GaL38VW+5emuXYpjSCfI4x+isySq9b1ZOhdYq7CISWXWU1mQvNDSi4FI/Y1HX+JzuYXwOX6AA0RgloFCQqE8Uueq3gR+QwfV4+kMVbdovRgj+Odno0K0CE0pgAeBieUZK94w4ZgXpBoTDLbowJkN+ipwb6mKu5mAn4oYawXCgD3Lho1VgWfxRZ+ohPOEGqv8TmIs60SnuU766ln46QI4/F5og1Gwk93vaGBXe39aHJxgGGYwdfjGVuYVZVCuTfTvA09V0j/PX//AtXQftMjdkZbwFegdoX3Z9BPH5oZ7+oK9Xq0pOeZ2Nt6/IJwiHqZ27+2pVQw0BtQUB0Ov6Z/YpCdGbolqfaTOC9G7cIKkOjxnIZn/Zhup/LewURDPw4auvmpcM0+I5uFc1RuHOtIs0OMCglz9ODuWFSRqTCiKEvLzZNDlLVPGtI79nRWIXeSZdOF9Il7OPh2zQHM+kLp1/qO7AYVbXg3RfhAlCQoEBNv1sKaLP+4HYrHY3vudZ1W4QfYfJtyUYLXxwQ8Ql2nokiaZnQdM206C7C9fMYLCe+crPumoi1T40DjQONA48BVDvjtd+zyG+1gW41y3ufSXx3aytH728et+v0vY0yMC0K9PibkWM8IjYEvtrJg31i90Q6zuYF0PJqkP36Q1Wn4Hd1+gnkb451hdnPxXNY9x+3EZEwdx3xNDR8A8AHP38Pg4kZDGzuPqYv0rtdPaFnHYw2Cz47tGBEHQpqGUVqe1wY4Zr1xphcqhhx49sgCs1PgMCjmEh4Z053b8s+50vQ7LbBwVdreJzE/wljuQlThXKRZ3otnVKcUUX6wc/bMi0fmyEZFcZlAMvU27xO0+TJvbh9iD7OfsdduyGgLBKzdKjxy7mzobuWge433S6DrQtO9816jGAUe6lnbJOZuSyWzZgRtgSdEgUIGDSM5/I9tTqIdlsvdfZe52Y5Ftmmgq+3n0VSOs6YOr9IwYn/MnD9zPeuvc9J4R2nJwOz8Ndq40nOOifvBS7O537bGTfgbPw5PTrX/MnnnO0NI7xlfKqrM42JLIgwMH3MbGUWSvoVk5KbB0Nl4m7t/cu5TLO/42e3o1yN7k9d++Z6E5Xe3yt9gwgDsAuOBiEDK/9LkHue29Ni7AN22U77Z+v5/CwxtKBoHGgcaBxoHGgcaBxoHGgf+5TiwJhn8yxHaCPpucUBh6UP/OWG7/g3pRQOsyjUNRq4yrwkBRsPMs4QWV8QTRrfrMBiGkTJFcNUjhwOG2IMewEXJFzifISx9oI6fpZLBFfCTUKtKBoGScMTfHH7L/fqqiXPKVBlxx1F+YcAjNPKOfUZVwymc1hRGZwzT3f4fRIj+XeFDxV1zbThOVi1p1TBKG2LQD8VcKT6FGrkoAABAAElEQVQJ9CfgVJG5h5LKBwXYt9RVhZJ1RBEQGsO19sr74XGgp7dtHPvDruU/Ifh4QZ/QGPrh5fPdy4uG7lt8SxOk4eVGwppF354WGBzBXjtL7ijQq+ggFCMoVc7eTPbfHsMz3qGDHgh6Lm0oFx5F1KtXCcXKccM/qzaamvsmYjPIV0Mjut9yLeC9+qv3jsd4As5c+kAhvckj/zHPlrNQdeJ5HGVdFX+1X4CGBSEDRufAX4zAmxgVxFg5S6rS9M0CX+zDyyH6ik9KH7GvTP2F9xNFkUr16blZH0xpAKavheLwQSCtWONA40DjQOPAJQemuaBj6LYQ0GFA3TDeHpE5TjAehEciY8qS9eOYOc4yC2NQeMtNA+1Zrrdd9hgQdzG/wtuOrUXqeLcO1fFQWsiLkaRnnufsMOcPZSysY+I6kMUnOZ/EoEH0jNHtEzC43jMxSRowiUCeC/H2J3ODStsi6is3HddZWIph03DLMb8uc4IoZN+J/rMCYpoTlOeR37nxY0nje/BeY2vPvDi206AtNvSnRYxBu+3JzExj5p55LPNKeblpHlqARq8ofcmFm7GQENjLMsIiJSs35b+PlCXubUP7s6G7MQDTfpPx/rxNePpYsudjmI59Y5UrTdK7Rqd9BSqYj7pgOOfCWeopf220mFfbQ4QObbHdUqEt+p4tZSo0RvtL1sf84FFEXcoc7/Y33k8b1fY5Ty7gQD5hsUw/fkqfxFCu3FDovPqunYO6+9o+xrtJexp+fv5KRf+OxQ1sXzOoZ3DJLV+D6Jt3I9pcIMcZsNtcev2zeCQiVfgdcIEycob9O7bXCXau9b3NKFvGxoHGgcaBxoHGgcaBxoHGge8xB9ps8XvcuP8zVUuhztBNHR6NHYat2LcT4WXHPrj7/RfcM2Quqgw96laTXXN791QUdwVzeDOwclgPx9gzSkVQGKv+DjRpSFFuFe3WByHIY1hGQhvxoBgxxr4e8DQMRQVAQtgmjJQCOGGJkysKjAi3COoKjo8Ij9ZyMLSdBmCUZOG9WfikwNqH0gz07Hm8wyjZHfC6xlsyU/Iz8kFZKpOu8VkjnZRjyNbQbHuiJFhvF2GiFNQIy15KvcpU6xr7yp3X13bwt5bA60rngRDQ7AGcysBUDlgi63AsG3si0Ra5/y4LCyhuHqnflKDTOmqz6zE69xEGer3/1bYLOkSm4iwUQdfqdElJeG5wOwzsUrvRyOdCg1A+hbez+8rp/fyBOpzSLJ3Bh9oFwNXHggxMmoFODlWaj/1DSmsd69F78ZoZghBPkV2EvJaQU5xmm9KkuBGLPS4J0XQuXGnYmsxqFAG9YSNcoUZvwa3hV5mlh3PsxQuNlZboFdJ8he4gqhIntfKReuO2IT+tTdYk+VthW0e9jT+8/IZvgt++AHT/n1DkAUua9f4N7zGriuppYx+5H2kr0TjQONA48EPjgOMZH+ow/moswYPRH99Zf3796/n58TanyjjjvMxoFMVAE/imEWQdisuzNLRuyLoO5NoTF01iRNjpSYphAyZM477FzucOjpkxDjuuQZdGJhfeaYDoNIy4gu2BVEsNzPkGjFE75tTs2XIXpByXS5HwYrVda6oY6vWtY83PkbYbMZI7L9SIn4a70mece6zNP05QJBwyw1TkHvsDEJeT9+tvliPmL+J1HuWcGCM5oYRtClPQtYmWzH/8qznLVgX2C4tVCeud846kz3nafA54nLNVGjlS3K1EjBDUHeAVbRdbjRyRPHwWWFx4Vzwfj7xJ+hYBx4RNXikTsgiQOeAQbbeY+/6bdDZlPfcA3o14s+o9L/+C/9C11C9iLgePkGmGwUXK9oFnJirt+wxcFz90enP3fwRBXdRyiSvaVTqcq0bkLLdPknnvk5TT4j3F0xZJeIbJtsqk7G5o85f+E/j7U6bcKTco47xbsj35/o8ji8RZtG1b9jAnaI13Ecx8I/fQ1MOr2N4lJvf17XsPyvJbnOGeQY8eo++Q6Q2hLX1yj35kNLCjNPKe9LxHHRvMxoHGgcaBxoHGgcaBxoHGgW+TA1ckqG+TjIbr+8UBupWKIFY6jxE6TSOpAh7h4jr2aHUvzRD9niisKPsqqI2foR/QY1ThWvOaIbr8uU/TuiDMwweSSgCFNAVCcIofnEhkUTvPe0OXuX+n96f0oIA9U+50hH/bszeuuI6wFeQ1GiEeYoQduy/h9bW9liaClk9C00OdxIFyR6/Y7sVQYZlSOK5XZOFU798R3GkgfEBgj/pQHC/eEU+E3cDq/QhPVvFAy3m3Cb4k7w2BVikZMRDaQpuT9RVWrNBHAXyzaG1TyiGURz9DeZH4t2KVa/6k/xyh95aSqhNKqbAg/NzYobDDMJrpWOZ4VmEU+NGu0nmZo+ZcP1KGNhpULoV3QeXBegmr57upMsd+5ML1bqLhSrnzR5AfoePcE5f3erCvneeZrgtPacvYv+9BxTQYs1lQKIeHDHQLeT3x7uNJNboIRY+YdQLXQcQTviyEfx5ZvPH6ikIq6i5mTx4GegNne9w40DjQOPBD44BjmN9U5gtG8IitIx4ZG6/zrdNApgE4Pt/bvuHmGgyZKujZ/O86pq1PGZP1tCN86MjixTSwbS0rz5xzOM8kXCuDes5KHuPbySwiDOUZSngrNTVfGKODtRpZpU/Ij9BkuaRKr8iX7he7l/2vaDra755U57MnZYAbi7geoQtA9gON9Rh+NPjFVKrQeoJm60XMeWHaoOcv4Yz1OHf+7UTtjqTh7sOeaEgYykcN+dcnSjchWzynOpi34kXgTrTtzaKzDBiiCQEdC1fvrM8MyOqpYdN3Ie+43c2xzywWCNp555QVXUzLgs2np2hLZUANmrybuz/AOxc+25bz9pzTijmz/xn9+xfU4B1oOqtkdot8t04ezd8V+vVO+dbFICHLw7zoDHd3gBMU1y/4Ziivl4W84cUeBQqtGMo/6j6nPxGVSj6/p0H6nFAWnro/8S5kH9uz8g8PYHUetq00tdQ40DjQONA40DjQONA40DjQOHCFA1oBWmoceBoHXPUdDpGsvDbUVchJ/OlRKHR7DDesrlXBNmiQQRKMVaypwTijoQo4Z7fLZRZRGExxMo/AHDQAa3g2aKsGWAV0DUZ/4Jfee88SIWOfWYTTQUOPKcjBQISxO14sjEbfhFcJXhLQYRhoFWVR7weISIWKHil4IeAV6xrgHo9ARcOaVDKG8D9g9MbYHiGt+JvKCXOlkHgIjYrXx7JezVOu+sdfW8Ebuke8DTqNo7ZaGPQ5mwmdIzDD4B549RDNlHSLt7Spgv6sXM0XR+4fbNL9frd/QQnwlSGudLyEhhPdm6vCgWPeqALnGvkRyu2D8iAUlCpZFvsXj2dpyhILFihTlBHz+s2yH5VbeqGG4lijt71ZIoOgefYr51RA705/+3gbSl7aNnhM7c94JU3W8cAefOMLIaDDG5d9ccHfFyYFtyFjTolG1+ALbTngpeG+UUZ9dLlChM+eqLQ09+XtLMlS4bk3lnsBri4umHhnZtoursE1/r90I73lxZmNmaHCZ0iundK2hto+7H4Lxd9kP5GgSFHjPI3+pReXngSEADS0XfCm9JlS4lju5MZ0MVBhoWZ1XEyActRvyJSD6kWo8bxhi/h26oHhwpd4L5OVsxKnp31VSp61sUheZRScOi5euQHsFHS7ahxoHGgcaBxY5QAjn4Y45lAjeys6X3Qh1d7vbnz7+YYvKPlPvCFXYZ9+q8PYwzfeOWAuIRLHlXkQcDvpIlt4vsV8ZhXZ+oPzcWWeU9jiiTkpVHmEJFOt48kcQFhBswsMnTVgLHHhm2NgjGPMvQBQQCSglb91vlWr5XXionQYR7nhYjHnLEHlCqDV2y4Q+4qSLKJifu64nDRuoS6B1jmz86qxRBdK2nxe2jcnBzCyXJ/REwtfwxtZXsttogJx7UzNuVrs2entLangkGfRizCUd+EFXCfGGv4ERNvcCVPq3AO4w8i0jzY20gp1mtVLmAGWP7VfZD+BQ/FMHrhli6Gy7Rb8DXqk6f4UdQAwywtoQ8ONM9cW8NbEljz2IWUlGeJ7JznyaDN/ruCytikDGqElW/d6dXN56i685TEA75+pfuG94x0MmiBCasb+C06QASNqDf3+ReZJYbwNPONtpcwLsnLf69n+U57gyc+92vdjCnqFB3c9si/BeHtaRIjyveBW9lloL21rv1N+371CB0ZpYtNPaGzF+H9PP5hKbzhx+6BYeLyEQGLxbkemKERvAPhYluyf8CEWI0EL30S/t2PHYnJePr8r496oC3JEj3v7uFvyLNH9GA2tVONA40DjQONA40DjQONA48D3jwPKCy01DjyHA5NUrQRKuLTwgEPIjfsKfhpBXb1KCiWDJ48KLHbdKhiqjMKAtkNYdHW1yihlJv9Vo9FoKKxnJ+rGSnwNTArN0z5Fogn8hMirYYFVJIYyUQXUo3UWMLxF2BNnPxOMfZJJJeaA8ehr/hrOarvCq0I4PaowkNeEF2ZVtvupep1CO9RYz1odbkb4OEJeqxrJchzuTpQNbxm8QGb70knJMc3rJX0I7i+/gzuGJTSnyjX7x2mpY/mlM5UQenJbx1RmLuU6vYeCinDXB73aZ8qy0zwrV8E46CM8XY9xXSF/C88qv2OPO+qtkvOeFJxjf60Irb2VP9Yt6mdplbwa211YMW+HQkXNO/FDI/kHvEP+N14GnwLG1f3c83dXQt02fok+izCFYV613deTxviP9p/gvfMzaqmyTVotc73cEaLtkcqWwf3xMACHCq/292PG0zON6yVkc1WUnmbYcgWtgZ4Q7i6eWTBEbIHS8jQONA40DjQOXONAHcOcO2kwvPWBvwZr/VndeiHGn2o4XM8eT5jJQU8uIKxGmRtF7nqskW6vweehKrvECX7FvAW0zxijHPMY22OOPM0fvLcthRGJymgocY4SkVE28nodQxqkRuYwwaagcT33zSfQEwsPbmZcyTDVB0LqHsBL87CV4pe3rR81G+z7zHMiWsqZPHNZ6OKO8y37uIsc/L012SfdLsfITYa/HbdGnJkjZjFe3yGjvTifsvXe2ngFeBGAAlrItNfh+jTlEk6QabrORQnOSa+XK9g2HvyO5bxx0EDoOd8OF2XUV3QREP0p+vUkTy/metJN+wVftYF5vO/n4rfWJRdJU9dr2MQ4LZsKz59EyAUY20c0GvWPdBWehsxgeyFTBh1B0AWM97rhAt2R93Pg12kcV8cxJWgJuTxbcbrdThoHGgcaBxoHGgcaBxoHGgcaB844MJ9Fnj1ql40Dd3IgBCOFTgUSw27h7YexMmU8hKrD3xCj3JNXAdhfNeDeiSeyI+ygZHC1cIfWR4+7bvz3EHpf8RaVhFBIKM6NX3D/C641OCm4PSGBIFZLY3QeY5/jVHoI3ZdKZV3HXlp6HvcqCDAIZdhbcT8uqI0oDQb2ahrYR2pEuTE3MOmVq7FIHvd6Z2Bw13/ipMYqj+Y/ybma5POPCj69N6ln5FcwPksqWDB4DwPe1p5GRrmx9TOTnHuxb1C3bvh10BpgbE8UU3q/Zn3Mm54HqVDFCNr9Ht0hYcZRGIUnbixAOKn9GcGnl66GH8Mw6n5vt/tmKs007LMvE2GYKXwK8NpVMCcNo90hw4q5v9xA/db5NX9WuADO5HNBdlZdn6kUravrfTFUrYwRNox+xDu4SbE8KR2T7x2e/CPv1c2y0V6+K4RiHj+nzCc0W4FhePa7kvzFCItnQ48SJP0Y5jyZAYsFF/AXnO5vlso2n5NfHtffrMjlKfncdy4U239FLeRe3mWvt8vMkc8QkYNhyw1ht7nfnwOzTqX/RXvSXpGFt/msfc9LtuvGgcaBxoHGgXs54Hzmn3yxnTvk1/Y6BL/R/m4kxpk0htVvunu2puFnGpNXQER0CSLHHCLChxFG3G93JfP57U3jG6MMRHREHrluIZoBF25NeJ8NB+eTGv4c400L88Ka/8ZxmsuWucar87EbZeaPj/zEZ5QFkGOM18wLg+YZ3fNC0/nK81l9YyYNbcP5IDzLM4FbPJFDxD4xgso9FTuDJfoorhHI86nitEHMrc4K3LzMci7Q7fW0NQoOfbRG+ZHWOb1TO0X/lwbbvLa7sE7z30R/LUPh7dh/FXPsfgrrXQuttFt9HMeaR/7X85MMD11UA+7h1faESVf6me1llnhPaLfwtsfD/9nJtglcAH591aDvfJV/Vlv6zvrq1HWYT7uMOrZqeT5Zx2qKXxkVOXFkAelcfpD2oH86Skj5afS0Hmf0HwG//awuyuj4prn1SqR5xw/c0uN3qXL57XivQQj9RpAiXhYDHZBp7D/l3VP3kQtpXUBsv1IeLbRfA9yeNQ40DjQONA40DjQONA40DvwgOfA8aegHyb5W6QsOKHz0KDnYo7bfGw5MwU1x6avdN68Y51AwVEEryr5JoFMoMqFxIGTwToMzYawmVYQCdhhv3KfsfB/eLPnwX0APhoXbsxfvBzyPpz2Hi4oBNijgHrr/5AQDcMhk9XWrdN+JXeVTMQBHmOsFMIaX2xluOval0jP0bcJgKhRUWH6C7uBnwDVs2JHuqkCw2RXmBzwIXgcN3zXZGrVF6r3rR0MfG5ZsN/4S6j+GhwjcM5zz0kIOhRhhu15f/+/uMPwJz2jrbJ+r/J6XWDsHAauoO0PYsYe0xnWVJdep56khvu1b0b/WYK/ch2nuE/uy/7fdRx9+SceRXt8Xk+e36EcBqzIx8tc/p7yWN1WxkjlQ8uA5vu8xOhOO+fHke/y3VHytAEncUidv8SDHMHrAEDzEeynvym+l/OVt8hNych/G9qqmt771V0ugKALlB0OIsxfvjvf0mMy7LWX4b9pgbyj3L3evh9+hHNVoX2CE4rPCss/5fqpuw+C8Byf99u40g6m3sR7t6Qthf37bu3w3La1A40DjQOPAD4IDfFvj2+6WIZr6GFsdut6ayhjnyJAGFr1I6xh/A3jMpVk42eP9yPYpsd/ojSL3P3Y800hkCFhYwJhT5wtb6j8eHONYuBZD3QPj3SLBzGH3toGGyHsawTJ1fLZORilxflbH/HpcRHp5s8omRioBhtBP5mQxR72nzjlHCM9M6Yz+dol2653Y6gX0EXkImeuY7uCZfcwUUUbgmXV17ktkI+HaB2J+vRFkGBCRxcaI3HMPb5KM078iTW7tiMDSscVLhIHmTbqVpHlKtuOB+VgYEae7bz+JfsWsLJpVhL7h0sbPZ/H8iGZwUlrm9CPtZe7oUscsTzmr3JEW54966MeiT9Cd8AVstu+r94Mu56wzEuwHT0z5XaHe1H2MvXZd1OL7epnyW1TvV6Le2p8qvLWjc3dn2UZdIOqO7RgM85jyoJcumh16vsuVrDVwT7zvAoPs+36LQMwvux287PWQd2ER90Lf8UTEDVTjQONA40DjQONA40DjQOPA94oD7z2j/l4xq1XmOgfSYKJURLfqMaQR5mrEqNXtFVIIC4zhJoRSJBc9LLd4Wa5hVCByr7ZYABuZFLg/BufPONqtEeTcmwyFlsa5MbwoFI3fLrUp+GmUPOzcWxR8Gg5DGgRvSGUeMR6+4uG4/y8MbYa0kibqbd3Nc29CUZMhpl2Z/2tgwlsNozMpNBRCCK7jYKht9ob1vCp47sVHfgV1U+79+7/Ay95e14xa4IoQuQihoesIZgQI/iSsuKqKtfqoHKMqlNWzlv/U49ccf0WTFYXpTKFitV4KHBULB/dHGjHQYZR0f9yOvLnQIPl+hmrlUsXXZ9Gmg3s7z7qK1M9/AnD/ZfeYHsc/c/U1LRwqHR9tSqF0cT+pjjq6b5p9xv5pvWofWeKVdZOaPaGnMbaPg+GqTdyLcrVw3KTN8hjh9Lg4ULfDTuO6e1dv50+2j2+Q/ZlV/BjqUw2R8M//Vry5ap++Orh3lkol6ZOb9yXX3cf+XPA8viPnxe0fdIwDBt9/Uq2v2D9rZD/wKcHLPrzIpzvXT6ifdB6o66A3f0871z54fiSnfVbPdQ3OL+yplgsRVlBEG9vO5Tdrh+AvG2F/oF07PF92KHjcjzj2C1wB1243DjQONA40DjzGgRwi9X78hgVGjMwxgZkbJxwn579beHLsmHIxXhhhxLkMyyMZyTjO5hdTvtlJjK6OJxi/hu6PDD3ONU7H9il7HUfqcXpw6wQsMT910Zv0Oc/0x9B0g76EXHgS457n2xIoRDWlOAe/Mwtne0oH7ic7xsLKKdvtEw0gAHPrzEOEDHYR5Kwt6rh90paV7lKXCUu5H2WASxoj1Cr3w/jrwrJbTPJ5wrWOB70LaceBiEQawTrG+HuTtWF7VOpHoj9FSFjmNdX7d87Xq7CjXjaCP6BqBGZBYUTZifY8LZ0GvNN78yv79CHqw1Yx8aDwb57pjnONbGEsdJZJKONxTINhQk0MFVylrR7r/TgaxcW9ksOzObrHyeOHLmBy7O8crfANf+ln8W7Kx0pbOc66SNyhn9tGGVJ89vAhQi4LsXYC2civjBF23HIJjvHtie9PyS4dOZ+sNBq6my13wkjOvfiO3LsAowC/doA30dt6vq0sbLHfncvE2YYs5ZDmWATinJoqRB8tsk/cee4fv60pz7Bg3G9H6A9ELMXyyzbjx6JSc37r83EXZ4TBHB5Ge0qPCwlYvHPIiGByKamV4pYaBxoHGgcaBxoHGgcaBxoHGgdOOfA2Ce0UVrv6wXMAwQTBcb8n7LOhn8OjMURNNDoosPBiSOH4Wd1O2Ig7CqsIii9443Z4ACsE+T+eIQCPrBx/zv67wjwmFR6dIW1DKXS8nwofBTG8YQ9fIDkWITuJmme8+1ylwYcPn7OfKgoNxT/q6e+YUOIM7hlnuFofnDw8ZttyBl8VdLv9C0rRf0eHwL7Oi/BqeyKcK6ROgiq4FZ4nhcgtpJVPwkNJggJwcC/pM5xRo5DEM59dIBQdhBULE2pUW/WYDypM81xL5of+8TeBN4zrCNlXFaHR7zAOwuvYO816b9OaZj6UbArw48BCAkMGB92V3srTOc31mfcwSxLu2v6lV32mwg8BBW0qKUr/ELYpFNso6jD+pkdC3t7+VyXE3+EzfUxwV+obzRL4si6GvswFBKUeVcl4q39EXWSP5TDIAjMWNoig9q8TGCjnzB3h51Viye457+LWzT/BsqgkWcOTSIUV/ST6N/AmmDPYtGNHn+0Jqyl5PX3okSTbYj/r/Zc0pX3MG+KJSheQQeEj4FuZxoHGgcaBxoETDji2sWemC9gca/i8ns6tTjJvvPCbrcLen+MWC8v0mBX4rcTY5td+cLxxAZIeo2sG4FuwFp5btxi+8fbcDc4nWdSo0W1G2tX5T8BMg0xGxgiT5AKmjbeCR+al1iyMGyOiz73jp8T7g98RztuFat6yPW2Lx9IYfDEEK/NRx/RiFLoNbcZM6OqjjkaMMUpOnbfdhnKRI8Ayn1L2sP3KHCnzWeGtKXpY4Q3nLDYz1VC7tv80h7wKEp5IQ/DZRY0bvdyvwrQn2P7KUnrmYwD2XQDHnKtLIKa+bXlpOmDcjFK3Si5BW7gXL44Slv2K+bDGzJgX1ry1r9VjvW99pMm205CYxs369GlHmjJp85vmmXjjzYpj/VPf73iuPBI00XbwTFnqmani8t1UTuyVI4jcFK/SSf8tdGKMHlx0zC9l2dKvz/I+k8ZcwOz7qc5A3sk38ebRnud3ace+0qbhodXcUfTOP76bvAP7r8GtUd+2cVGRf5UfiSDFUdmopcaBxoHGgcaBxoHGgcaBxoHGgTUOpFSw9rTdbxy4gwMpDLGSmD1qQyBh5bUh2TqkFPfj2hFGVWHPFeb9wBr/pwhyCmSEKyNUsB4DQ6zytlsjIGE4Oez+wlnuSQsBd9RmOavyXup+FAUxzAzuayreKsiLu75Wf8dE7ApnzFFRZ/HXZ8vwV++G9AzfCN/bK+ypsAucp0K6nq+74WsE7D+ibLLGD+IrhKislObxwL6moSQ8UjiHHKu4UdIMhN0b43dLuWXpOYQKtyiO4NeAMmI34KUa3hZLebPMiKA+GGYb5a0p9k2CoO2ycO0Xep8Q6tqwwcr89qErKY23eCzvfk+uosjYrBgs0PfSjpIjwhSLLxDnezLbzy2VcPCgkkrPjr1wUQyHood2qh4gR5KnzNOtVLbogeSzxDU9vHGSVUNx8+J+uOx7rIdsKMLWC4phDK+C+n7UvGvtX5+fHlPPwv7hANzr7VLeqVPFp8js8aoNP2KRxL/DW789pZ4PfG98neRU7PHmhcn3Ln7zPmmuYuAefgVePfTP6xylN/3Ru2Dc483uNzNW/RtDwG+OPC8gHqjPJuQtU+NA40DjwA+MA45vHQt9wghg3Td9X+8Zx8hL5JYO44GRIozIkePaGaNj0HGscfDREKNn5lcswtNoUj/+Z2UuLjfQBWyhO3ced24Hced4JcNeNMwx78I4McYiqfmYeEHUxY2YN8LnU1kAmli8ddAAXBbhXRRcvJGygPPFiL4hXWW8DD7bnqttukZ33k+up8E1jZJUOeBvbQ/7FmYsva0x/ub+xPJusSK3b0ZdPtA9nKsS+YgSOe953AjvTKlzz9iIfAJp9NGc812Sk+02v59zE+cnB+Y+bo+jt+IaV+clV8+jrYQAj9n6YzLKFfpWy/FA+ibaNeRpKGd2f2tOfw3m0rOYj8UCYw36Ggxrku76q/ekSxmDhcMs+uz1cLfVHu0DR7ArZ+GTDU6/M1dagmfResjOEaUnehN1ubN/rxBxels64vuW2zK553qmJfqyf3d8C65+L08xPHYVjaCZmT7bIdsgV40DoZXLlN+21ON7RBDLRd9+L5dofgz9tlK82/2X/DBQR18z8hMtN/5099KxcBkP7r1yycMflW1UtFyNA40DjQONA40DjQONA40D310OfNsz2O8upxrlmzgQYa0GvWLTo0BZxP10NMS6Iv8yvUX6rdKZxi9W5iMIZQC5FP47DZJ4SL4OGIARlMhwiX7zHV+V+gM+ZO/xUnjprGuuBk7lkngUp92zCqUFgqX/TtP59enT9SvwYxAdNYq66n8JLsaxCIdsyMCwgD6KSyos62pwuarBWQXKwicj2Eq93RM2Vk6nF826sk3YSwl8k7EXPLanngRLllxJK1VTYdVHiDgVfne2cdUSqZRAAWp7drbnNYXJjHQDDo97lD8qPx/pY9Svd/8mFktoUE76k8deXSbuQlusoO+/oGlQCKDgymoU4b8oM0KzdM6O8MxQCY1y5QHv1D2KhwHj7+srnu3289IGl3R6Z2ogzn7Cj7Y8p2e54Nld+71l4TEKSnyUTpRmR5CeqaDhyHswHH62e4n9uVf67RmWtctQJobCRQXfeoVjsQX87QZX49MWG/vQEW95t0q5rv8bNWXhDDXOtizPpwLn19ODdtI40DjQONA4cIMDsYhr0vK7VEilv0YsjKMxjt4AcNdjdtrtP9rt+4xKcbso41gYS/j+x7YHGveWZwW3YS3kqOOTRgM8JMOweYcBQW6NEQnERUrF2LqA5v5bGoCZg0VklHvD0DImRr1c4sZ8gTCu16KUbKMtx1m3tNmdbJuhkew4+1iGdfrcxQVjeLIWb9blQhvvMteQnhPj5vr85DZQ+hbz2JTTlGHuTTk37dnOxD2lE8Bp/bdDlOdlfqNHfiwwMJqSRq9y/yawWp52cvuRB2p0HYULDuwDRmn5IzjwEI857jX65BE1YyGIBuA0Sl/H8vhTzNPg0nt6JLS3v/yeLH9DOr9L9qXyXbhWi8dpylYwgtBhRD6GtiOe41lKzR94Zl/Se9tnj/alrdTS4+lrrxj0R7d7sc8FzsTrX2WYnoUpexbMdCFLbYX9jHy0mzoFogIp8xkjy/Y0dPd+z7ZQnSG8739rn0FZg9E40DjQONA40DjQONA40Djw3eCAFoOWGgfezIGUO1CnoUDqD5+j5HKPUT0dEFoMdzZgEMXgdBTx3owy9odS/xJeAoZiVlAMYyVimtIaOAdW8+4IDazwWFfuPyYkaWQEFJA0rOqJ23Wf7YZvMKZxL/94Qg0RHDXcHLr/5LoI/NLz5gRvXTWuATgUTwtAqf8Y3rBf0RYqv0T6Bq6rDHgtArj7qwWshKdXalybh/OeUGjf7DA8z71hizLOnKdpSQkhsSiecF0eaUu9OG3bNDKCoFgbVQ64R5/4eyo4gG+HMdSj/c07QdopwssrlauVvlCCEj48PMjts2a3nkt0VlA8w0hnCLjIF0bk+uz2scdD9HD4BRhQBqFMYNtXPOOBxNH3KeoHS5LPeY/KRQrF9V6F2Bf0y6yvZeRclCsciJYqZWBlGJp3eJD37FEb1Xu1fpHrKsGxHbQANEbSxqH0gvcF9EJZWgmj7RgvDe2Fp3yH8juMpDN8ffU6gvaLFPwUp4S7EADvLJUfQbNGYH8qejN5Fose5Af5u+6XvAN6x2T9wlsj+uqxTdfpT35bRq+APfuIH6Lu5X7lqQZf0Mt79+Pu6D/226Hg0cPKb5JsmKfSlWf8K+0Q/ZEaY+w+DL/jhO9X6YN6INS62tImowuIvPaRuNn+NA40DjQONA7cxwG/pRrA+M5mynHjGpBcZGcOFxndTrHoio9/jlMOCscv+lS6jB167g3SwnEc8JjDgHORu4wXU9nppNZhunFyAshMU3mNBy4qtB5ng1XJen4Y9s4F2ApC4xceaBqPYreTCvu8wMJ17kt6pLXOV3/EXMH5kWaOnM+A4ipZGQ7V+c8r/B1fWBRn5J9XF23VtrE9K656rG1cryWy3qtHPaVpMxZB7tlmxpySErRPjLTcUoqc8SDmbEBxD+AR49eLvLNSV+tVabiErTFq32O479z2xjSvQ97Z+rf24wi1rJEJY2bAK3PafhaNJmFKl785TueDhu3FsEn7OR+az1iy3Na/whU+zImGZ67HYkf3GN67tVDMRY+wzudXPrFpss/siQbzCdJBqjuO94/lHznr6ZhGalHeGUe2gUH6kV2x9dHUpt6ADvnEUenkxTpA/zBgcI0oMfQJCE1aH6FkuYxywRALF7+inykfwzdojs/c+TuqrIgBcd/h2VoX+rIIw+gDw5MISzAsgQC+8+I9kaoGeJZyNbT5rSt0KQPmYu4f06M+jm/BJKstV/ftd+O7q5Gc9tSozxxccuQXnbqQZlQzF0PjeU8bxnMb9ltJLDdmHOh7t3dy0a+yPn06vuHKOUZCgyYN/S01DjQONA40DjQONA40DjQONA4scEAJq6XGgSdwIKQkZMyX3Ucv/4HAVsPosioaBdHoHmbPTpPySmHxEwRFlSFV2aMwiZCkgQ6DbCQF26nM48RkSD6UZYf/hdCMMTasY8LzdTIoE16Kw5/YnxUDTnhG+OwJKYyU7C/KqujQboTgST3BaAqjUuwPhGCNMI2oH/ff9gch8xWDIR6jod1YAwaqg6vMd/8dgnNmE/+dNIRCRSOaCgu9VBWxi1YggR7/ktd/wWM8nsN75x58tS+otUE51I+fRmm9eitPj8iWzqgb4bjC0yS0Gyt0LhX1Hu3ZYRjte70T8jr7UF4u/ZXS5Kh/VTyVvm1mQ93VVOp2pMj8ek+wV3bsc5xG/Xv3qNUDeNxheDbsXel3FeXpEXzBV5WCP8Lz6T/4/QxePTbkRFjOkXDu3X+B9RuOwjlyI3Fnbemx9Bv668ACjfCOOaXsnivUyVCsAg3DM+epDVqBQF+Vvyr5NU5L3f1JBY49XoWT75P8ron61T4bt46tW3O0Y+NA40DjQOPANg5EWE8ND5H40uLRFwZgjSc3jXvbcGSunBumcaXOUW+V1+hIwmjzenCs1wD85G++44mLpcLLjjFzK/yY78C3mH8YLpU578THW/W69lx6+IUx6ldWnt9xBLxWMgdO5251YRrjtYZLfxtBnMIHd8yprKfmqE93H15+zfjuFhqi2dqOFaptp+EPL8NXDUxvbEto+sCc6mVvtKU3wqokOqd0ruOeto8kF8ARAaXTQBaLKR8BclpGEcCZld7myTPac0OKxcfKTM4/MQD3sW/rs/iUBEhPeNfCN+e7aeTcQByLLQzZG57SG7I/mmVk7uqWPDsiJLGPzyoYZ5s9Ea0+2uuVzILFuSyxWureB/CePutiAreF8iVyT+ya6r7T9Vr5r4+FwMdFnMdn73Xmt8I5t/KNyeva3zgavh+a8ucih4c+LAn6nr/Rsfiu8e345jUXtEdx+nfsLV8WN7w92sE9RLW8jQONA40DjQONA40DjQONA981DtSZ7XeN7kbvvxwHXA2NsI2g0rEHZoQmQ3hyT7Vdh1Fw91vOi6fkCe1vE6AUXCM67CvGO0IzaRidhDI9VtnHSJMsJ/xUBry1y2uUAe4B4e8bvB4QCNXj6KmqTBsp8KpE+RKlkQakt9WxAAWK9BN6CuWK/g2quVw9fdzfCQUEhrnuhf1/ISpWnWfhx/5aD5RcLzsM3Rqdg3dn/CtVCxrwtuj2v882j7xH4X4LAUmvZfCgfIW37m8W7XZauvJ5iPhmCOsDiwt6jO2H0jab+W1dstE0FHY79oylxfT0DNjCv5bs2yOKPJQssXq95BVi/a0V17Ddu28170qEFeS9ObZjlqpeDfXo3ehrHg/4kxzoWzAjFCpBqrxLnlce+WxfmsF+68r7bofRmVXs44E+e6OK4qxpH+49LqpAOaJXf8FVn18eXYSAzwOKrmGknuwhHehUqNTfZaHTO6F8oVXwwHVxwWH4T/pXUWSF8qi+dMdi7oO9VxF5+DV42I8ujMXl+UzhdCyxfBbVxQvAkNe78c/Uw75hfys4J8VQKW/j2Hf5DmpEIJDo8ZuwjGLhrl7NoINzQht8p6hueEnAvJP3PTKevY8LENutxoHGgcaBxoENHHB8cFw3bR2jMvftvw5+KOx7jVLnY8d56YqbvMZ9cYsLB88YYs7zvuma2Wls18K2BSxmdA4yn29odwjbwyIO/RkxyuHJtxvxUGZs9M40/14ss3TTMew4jskf9/00UsnBxVQ8K1OYpcIn92SxyVkOhHDGOKoBOCCc4jHfchKb/cAFdf4oh0F6ZIFgN3wahkTh98wHnGdvTuan3J4+1jOf6TBw3ewHV4BHXYMm5J6gscyLrpS5/gh/0fHvzFoMf4v8UtK8P9R7y/1CmYR9ZGm30fDG83lXLXjnUYNWZ2gc2jL3ZNWDlJpP789yz8g+a9/5iDr9hFb8MSDYagWuPzMFb5gPOhe39va3aAvbw99EZ2JNXjrvZk58YE7MjTqdzBzP/Mv8my15ereosR8HLdK1kHzPeP8PhhQnRbhovzlRp7j1hD/yJ3ptwFIeGWPBsrfFP29L6ax7ACsHKvvaD1bo5+mzUvQ5Fo53RtqavhtCBzde2y7A9jfGAofn9qfbdeA9sK8hX8iJvcZ0WDr1PceWeHIbUsvRONA40DjQONA40DjQONA48MPjwPvPpn94PP2B19j9TA2RpIchCQPKPw4YgDUYhSduVa6orJgLfJH7/j8uD1dhhGHU0Ksd4cFSGFLUR4AlXJKej4ErlDWPd3kFdUN1JTy9JvAGYC+no8BlfYRPHj2Pd3Wfr6PQK4z5j0wbksIxgh9hsfb9bxDoXaW9lFS/oYjrfstD66zy6oh7qcTqvainCoQPuw8fMABXL9WzAqPez/4U3mnrnXsAB14OoUyVJ/ckDWcy+jfgRPA/UyJFGwAu2wK+oBBIr9Q/cJdwYsF/yt+RkkMagH8D7z5OXocyYoX2qKsI/oly6QvszhiAg89CWilj9khJW+Kk7xz+DYqpJ/XIJ0fareNlAj6KyQPhzV9fbWsufQcCb+KeK1IMURdwzIgCctcTdjDeFRQYl8DX71B8CEuycNKrPvBEP1kv5pMRZe6I4vSg0kTjqCDK72rJquwRB3Tvut9TSxWTrtCn7TlbWuSQbzgIwos8FVoVT8Vbj/X++tFFBV9AL/3L/n01pSeVYaBveb9I+3X+UzM9EVjUcMyYi0xs09rPbNvlfnKV0PawcaBxoHGgcWDigGOM31XmTLHAKMfS6fFTThyZ/KGkj2/4daDHMYoFTXs9DJkDlu/9U7/7eCMaIvdlbyhhx82tybHRCCRfU4oj3mmRrg9sV4Fr6nW4H4cXFj/haee+pDG/4aY828C3iiDlgFxQRZgVeOf5lnbNGYRjbPLZOWkf85fBRabRhgZ0fmDsdU7DuN7vMZobpeRNiTqxSHKIhXWE1ZVx/h5OzjVoU7edqIa5FVirvNQANWq8v7cvrSCK2/RJ261XntnWx+p7YnEXzg67n8KaspVNwHzGH98V+4p8R/agn3ZpEV4FXudqI+/ceGA7n4ggZfYt/XIV7PIDv2P7v9IviNjjvtOrOHIubQj3kTm6fT0WG4e8/pb+tERWwnPrkg45JhaFQ+dA2ypLnryfyCvSkzQ50y/9YAnsE+/toS0X3KSR9QjaNvI74jz8A/TYF5/NnyO29TPoUJab2hM64GH0c+Wr6JM83vStW8fSnjQONA40DjQONA40DjQONA58/zhQJd3vX81ajb59Dmj4OHwKXoQjFDgmV/iGQiEuSncLwQQh5s0CCgKhCocDBrQDCoeApzCOaIQi4zDgndlhAI7QdN5XgPP3eFKAD+MTePcY0vTeNCScv30oqkDjavUDnrh4H8/xTcI/dxUbVVKsJmmdfnpukl+BmJDBCsRoG4AvgNkrDNDDiKdk/1+UTW/rXHG+imX9AcQpUHbuFYv35qDCAoE9jU/WMekPfii8owBxv+WR/VlPPFmrEW8d09kTlADItuExinKktpZ4Kv9CR8m15rbw9DQkMHvhRphg/l5j6xyZe2Sl6sO/Kho+g3csXoC3i/wthV8g6gNlP8Iw2GOQzD0DxWrdM5PHen7ESR74eKDdXmHgP1Ag/Gj//9HMKstUfUYrBxzLXMJQBaKnAfzes9cynri2vqHT0qOY/hF93JvAqucFVuzPFnjk633hC+W9vdA92AwnJ+jaFwC/mKQ/vG/wvNihONX4qwqvtuXUnoulyRcLC+QDtIIwvBlk0dVkA5gJ7wF4fdz/L/urRbfi7/fZpgfa+XX8b2ggBOfZggThRQrFLt8/F7/oReF3aZbmONfqHfy0nvItlEt4IfRpdLbMvG3lTfBnhqOdNg40DjQONA48ygHHDcdFjcA3B5oHkDha82Nu7MhyK8U4wbgSMzzmVw4xOQ7kWHZ1/ngL+PTcuY8LjVyM5mIp5k+OP+U3ZVs4caY1ulcsc06ATGU3VW4BXr3lODeE1+ePWPA4MwDHuF5zLR2DCFoQP1QipLxEKGMXnrJgDoavjbuLkPSIDK9DnjKWa/Q5MOOLfZJjrOe+TMqKL4Eo92zpbPcwzFC3iAoU83MNSI+n7B/IWmFstd/+/+y9CZcjt5WoGUtWyZZsSy3Jttw9/d7MmXPm//+jN/Pam6zF8ibLqoyI+b57A2SQGSSDTKZaUgFVzNiAi4sLRAB3BXTbMrBWq4Rn4Z9GZ2FkZ/+Tr6xhw9DOd8K+CUOJVSCsV4xsQ7+xnvbs1pRrX9/B8h5q0PstEYb+whpMYwge2Q9zst3Ln7djD1z6fjRkN1GTjEQjTtFtpeBzj4GDdCkhs3MMHoNdjpQR/jDGdwm7zvo2WxkUPy562zWNbFHgTqxZB/bCHjDSeJLszzlp6DsZ2jj2tvVcBSf4iNKdk3akD/BPDx1r6obw8Sovo5/2+ES/088jMgV5z1wbZx/fGZ2n4JQXjPLuX0M31t+7PoY37Yzqo7LV78Pz3t+nFZ+5w8fe7Xp8Dye/t7uoBjnOgzsb8Sr3GxXv3fxuLPr4DPT6qFKgUqBSoFKgUqBSoFKgUuAtocCeg3pLGlyb+VIUgMV1v80BL8oiODGUXqulO16hSqt2ShEYrGBMlgzfLXgpshAu4Z/bd2cmUctilZfsSdb+FoUV3gmgloIM67u9zhS48cqMMlko7R4UmM2KnlkoFMI0FL+PhAZOT9hDDloYSyFNkOUwC+VIAc/X04ew4h3hZ9ufoeDFm1IGL6QY5fUtbeIIcyjDr3fq85N0VJymVbhW9FnfDl1wFBfZ4FGP54c/0K3So+B1LQaKSYApw08IuXEOR7aEYo4YS/NNMUjP328QFnq+w27OcekAQ20pPLmn9ufQmDG8CYTUUCGol7d0t80WPFfYmuwrjgg2X7+iPx/ZFxchx15YVvqSbKQi1MqrmbIqBQl53XaMbQU9s+FBySM+1mQKpSHXwvFd0cO5if5EfU6mHNOR9fSfaFvCmghdqAfw5h7GgODVg8JA3xkSeCzH/3H7MtPh31DpQ5bWPRBVBgvkZFJEoqCWfehQOB+npMP+7sX6NQYgLOJomG+pOtNiB2F5jcFC3xMmEoFjjAkERafSxXqNXuC3M95j3rK5Q+3P+PEkbjn2/NVUKVApUClQKfBMCvBVRRkR8/Tdv6t+p505/W37Zs+fffKjdJi/9c4dJZ1cP5YMF45pxKVSgTnr4tx6DIw1RHjtsQaKeXB7u44hleukSs5xzp4xh9veWO+aa08Rr06myMZ6wQhA7Gfrulyabyy9Aysvo/K3pFCKcRFdsMOpPF07LjorHgtBQ0FaejB37+tYg3Lqni0yFK202rSWOwVoXlPt9rNl3X+OWGGAdvL9oM0FmZN5TiKy+iAV0K57v4RubgeiIs6s63TbvyNSiDzu3Roe18f9sVrddTcNFe5aLb4b87fjBITyvrIiB39xZ43q+v1OdDqsFkMTKow1e+z1cuab44sBf54KVw1ELbdO28M6rr3a46Aiv+sw0FBJbbfwDSnvf0Dlnt+8EWW0dJLb/y6S3smd6+7Azf6UDr6vGhNo7AxevHMRzei7QKjUEd9Y3vROXkT+XpzoKRAKvnsiMpihxZfvxJI/KXDqsVKgUqBSoFKgUqBSoFKgUuCtpcBLrPDfWmK+vQ0P7g1mhCDM3f8D66iSyb1vtZ79nPM5bKuWz2SNH3f3TPoNlFP4IkOmgpL9YvsO5kehBUmfiVav0OZLGDWVz8k4bpLXBIT1P1E+hGQqft1zWO+E9P5VCRc/PSLYQ0vGNhRXwYBJn30qypz9nVNn+Xq6p6meB+3w7zQRNjiEBXObwhJYq3b3boP1I9R2FwxiYVxPwb58P4Vd7Avl3lkyvLZ3kaxTxrxT6atVcpOexyGsWeTbepr7qaFWxYtylJlVOELajZOozzpnekoHQgN3Kp+tX4ODK5OwZffHDg9nlJXuXweLv4MSw2x/Gcx/lNErxD4hXN4DislOXBkbxbNWJtyffb3r78B3VszDtGvZ7vgxHdezQ4CTAiPHn2ObvtV6npDEIUwkj97nMf5mz3A9MbyOsHTzswml80RY5Klhvz82zlY0FjCXla2el2kC3PGqaXmnOsb5pf3vxEGaaLwQQq5V2GduRn+DpQR3Q94IMakytOBTjgWGwlDo7t5d00fQRi8GTkWDX0meFpqWe6tH+24efFkm/pJ1AYw+zuQ7yvvhfoqR7RvoxAhYjJ3VOlZuGlzSUO6OaQVRhqQr40PQ4fHtcaVsvVUpUClQKVAp8BwKOGu8UIq5Sw/gMm+cr2efz8gf4pUri5wDno+n8+I8xTHfiNe8hl6uW9ZQpKB5Yw6avm7GN68iGkveWCuw9R7zt4onom/o8cYMDF7LmW55vgYz6aqxm1qlqUVhCP9hRI2I3gHMjnDQ5bcGYXkv511xEC70Zg2X+256vWFyX+IOMDBiTQEM5nQVTbu0W9Ps7mw7iQWGNMn15iacTkJ2tNGv4hVrjqSl2ZfNOFk8xvS+TOZ73hi1eY71oLlawv4z1up/h4ryN/t0ap3lWuowOSYO79x+JXLgId9hiHaVcsGbFYjHtMj71p/d7buWPE4pcbejlciXsWbuYi1pxCrxOabH4lq6iFvwJdLXC2++RHLsv4G3ZHuVUGaKm/uje5zpZha3flEBDA9ajFViMczdF0nU2QVT9DXHv/Kealox4wPtfIPDGNqw66M8ann2ItgcAJU3lWtrMS5v8ZzuRuUr/Kefx0eNtOHrYu9tu+27UpcfoFgvKgUqBSoFKgUqBSoFKgUqBb7nFPjuVq/fc0JU9G6kQDBLlIXxfeh/0nR4ADeGksJLsW0Ii+Xev4aMhT0JrnfnBXxjfQfFgAl/+urVb5r+AW9KLuQZxxBk+ewfMEvfwKLJtt2JkUWhNQl/RMFkeLodAyh8XifoMMI4TloPh13+c1+xFAH6t2s/pBUoR6OVgD8WGulxGAxz+AOQ4bkJ3FFotXo8S9hoa/rcJmSZUfOgPEXIMCCcaezzm5PCCOGxXxdenKmAvgCM9raEntZLM+kdiF4otHxMfSFoTItuMTidyOs4jh9VIlyZUPaHAMhqY2yLv/lOJQVGjk3HEe8JngnTrAQ+VWJ/P2GPKF8HQ5uHN+7+6cUzxm6PArjtflpG0MUi+wyMbwRdI97lkx794d16ntZJS94RvPPdmztTOe4hXzwLQ4+voZd9fK6HErbh6/ruE7xxX/POPO+9zy+KXxbfKdMKPPs7+pS+HT6EtkmruJeFrvhrGxwffjsxnFHAWFOlQKVApUClwAtTQCWaGx3w7Q2PuZeoDqUP8zAf9iuAO+e56sPYLRQSVxTdmtWwutcmlEMamanIcc1zTYsuVRXzLgBVbly/rhMT6EU44/TM1AOYENpe35jkX1L5wkogwuUK6FZ4qCUj1HLZIuaGNdGuHaxLYi32HBg7YJxIedoV69nbYKpoD34lttAQ5Pl14rL28+dzf4bC0PNza0Ga4DCIQanRhH1l2+LG+Wquepp4OL5GogFFWOADvNZoCA6igYFkN8pDnm/HVegcZ/ZbM68hi3HHcZb9tRwXRh1G8jK9mPJ3Bs878Dj+I94F73SzMXM+5S909PPSySMNcwQhCfeieDEH8I2dMK6dxmJo4Ho8MEzU5P8xUE5D93iwQ/llT6yLERz7h8N3xntgjRri/AT1+Qc8NkKYyb9rYy8e1j+VApUClQKVApUClQKVApUCbykF6grxLe34uzRbRjeYMQUaho96L35a8Wqd2qMce3z8DAZOz0yZl2SWLDJF6LhnYAGQCDXdo9QaPwYQCkOVszI97lGFQKuNfZlk/PcpFJZxeQvTnW2YDBPcsRdveMQu4fAcYcykxzOK7/TUVaiI+GgWCugVKB3CgwMeTdnIKflI8rl6NWLFHUznB7QRD0POtQYGKLAUtuhpiEcmYcjGEc9DvDvduzfCZ5nlpiSOKmI/pAo9nvNTIVvpz2QfKgSLfV4Rmmox/dTiPrJe/lOIQNua8cOme1BxiBAvlLPWk/WXbCKRYan/xfF35C1j7HJVJUd6vggXWrl3q3Sd6zGPXgXpWcB4jkILPBT4jH+jP77iyeEYE+cY49DeOoqHjR4fIdikliEEmxgROJaALmTbGz/PV1LxclA40YVxBb7K4Djwx18InxRcR6WOG++B+ayQbgmpPREaOcLh4ZWr8DbH2Epl5VaUtfVCYk8x9h5uGva3DnOLkunwmG1HjGifEIa5G35J/mynvXaYhL32g3AhuFLwzTvV4SnQZSQBcVlLhkKjEOOWfbkfqZOQzF4X+nssNCzl931c7uyP0VcYGPQRxl5hLdCo2loiMV5sje+BY1HDkGnQK4AcM83tz1LH2jEB5d/ETVqQ2L+t7aFzfC+sZaZbgetx+YtC9U+lQKVApUClwFYKhLIq1hh+tfnnmoN1qzPnfVP5hruWYK0RXm3zt/5EReENxzfe2WV0nRVGXxhWLlDTq8+f3rJrvzXQZc4v82JOmypJndmuVU6z9iHEcighXb88MzkH9sx5BLpp3tHA8o20Kmme88rl8XE3N9oOaYZSG6MxI6a4RjZJu9FoIhdSzPMBzz6a+w68Yu53rRhrFpWvi844hlnw2d3PvCNlNKLL/iyKd+s5Px52YMqJa2Uxsh7W6ln+DD6l3ImjI6m1A6SZ6w7fhWhwAxyJUQAAQABJREFUFohl5eJ6FUxUbzvAZ2DrD40bl0BWC225aR+wrY/erCRpWNZYydMx/qHD3oOU92Yej4kyfRXrtWvHd1S38if7y/a5hQsLP8iPYWTwAvN4mcfccWFLGovnHWg9RcSY+PIcZ3v2tbyBbW81HHEN6/WTMWmG7GszdPAj/aQiUaNfafVSSe5dr3z3+VXRm2Nv+QkJHhfs++49fvD4rOvF8SVT8EzSyC70u8b6P3ha7mlGYMrQz3wDRreduvRCRJG7/MmIAbYf3iB4Ifgx31MoKZ/VtO9z7chK9K3UV+8ur5/AaqoUqBSoFKgUqBSoFKgUqBT4wVMgV7Q/+GbUBvy3UKAwk8G1oXzF+w3NHUwRwwrGZHgkVCyMSodS9FK42Fvw1ya/Gd9D+aXiWeWvAhEZIhRPD19S7z9gZhH+wBGlcuWWWpZlZK3kqN6FIUXBRNhgIC8y8Ayl1YCCbGLP0BZFXRFSLDLdcGod7mH1PvRcCTsFvRXcDO0X0OHPkv4OSUXaKyj6K1poSG9xeAo4BGvhPUKbp+MQaDegQV++7v9H8/Dqp9DyBHMd4y7xGdmP9l+P7j1M34TA4kSZc6iouEPprIL0sD/XClmvPxSC3ee0OQVSkXMpvVgr6tiJ5Dhi39/hE5pY9v8V5rYUnvXUH8z/xToLTOBDn675Be8FtI02lGcbj+49HGMbwYh9IL3PSRdorsKSCMccCnaK2/RNSVpJE34okie8vPWsP1a2H4JK4COe1U0IsRTMHea4+spw6r3e/AIqvxmKKBb6By0IC4cgy1whLDr4Ps5lNh7s2ym86Z++cxtB1GyVApUClQKVApsp4AddT76/8mOOW1nvbAZ1MiOKDubgvcLuZMZQ1ojRxJpyRPE1ogBOo8Z7zQkFjvOsSigN/pgzNydmOo28MFbS4PKu9NKr1bn18SMUiSqjxJFU5tu8Ovk3jd++bd4M7BcbRnHQHcPIW3FM9Q8qcveRxYhOI7+bfZ5pgwrgMGoL792TzdjwQLU9/AjhX9mAh/yuPm5Ntk8DVrdz0eDt0LBxE1QGbOeaD+VYy1pe5VR6iW8qfTaTEWCGASPX2DDWiD1ns+8eqhQOJW2Mb2l0j3T47oyuxwnLq5f+uTEmyqGkhrcx+k+HwWB7oGwtcO+Bo2PDd5R3s3OP4sKPzu/ScRWsYfv2F0Ty0mBTOm0k8DGcDdeOiYiqI38e63zbvdJ2eLO+/Xnzqv0ldNOI1PY8Z4xfQE7jDAaWBkC+B/KXQcODYphKQKcu3rs0Mj14/KIXchYY/iJXmfx20GdiKv/fo7xPGUihz4l+flH8KvBKgUqBSoFKgUqBSoFKgUqB7zMF6grx+9w733vcGD5hhS6ir2BmVWhxK8LUKR5BSPLAXqVarAaTB6ui12gojyz73OGn9bWeflibF5jUr+K3af83P70z9cCzTjAofJHo3pAUAmlBPbL3zzQhxDM0crSrALMeLa0VoOh5AMO9wqyu3CoAjo4yxCCtgACvkZZ9h9tg+ABLY7r42S5pbciqP5LvU9rv/qzQVg/K7ZUt6gYe5fpX9NfwMQIXBDlKW+K/OGVSFidt+wjzDa2V2cHQB84l09ajTLfthLFuxv9BW7LOQ/QdL7Z1TiFIIxRWp1fqbUnrbg0JXrX/Ce4q1/ftKxDLuInRGl4ED3i3GvL6t0HeHoGUY8MkmTIlruUqjvaJ4yWEmIY1w9Iez9jw0l1kjHrma+su9YtbjzAn9nmG5nrKbHmH0iOZdnb0zfAb6l0xIljUH6eBq2cqeXmPCc/W4gKiQUcKexHgxPg/LliuIQS08nsw8q5MCr0RBgYFFu/hYftK2fk4f1va+J7olUU/B+2O8pVLB0sI1hDQWp+CyJVknZF1gcdKNsaZHtYIWkaiGPj94E4Jb5j53efcb4L9gGCY/pzon/SsynEaYe12tFzWMo+F5a35PARQCK0NMW4qNNod6YtyPheph0qBSoFKgUqBmyng+oN5ge/5xB73LR5z8Y29Gd6pgnz3h58C2/XN+vyUJZ0/Xdsx50QkD7wLJ8N+EmkFPF3febxHGplPxpHtKNg/ciJqxuSkHTP1Zegta0wN0rq2KAyfrp8uQ1nP0aFsfehd874LNhqS5VpkPfd8dzHXuibuwcs1e2c0G/v3SpolnXNFFmSxz8ZcyzQjyp/9gu8MWtKk/MzmmhMewb08Y73MrSvxEop81sjY6Oi3fpJOGhPe0EiBmRxrKPTdNieMz4xCIl7SdEHXyPvkT9LI261KX9bSI0rgUFD5Yj032ayATdQdSBlRXsCp9Gc5lmoO3g0XZI/0//gbHpetZfb4ljLXH2cYgG/5Zoz05473CmBP65jAOdTqGhB0eEgTtnd65HsQ79sd6LRsBEQJ73e2YJpG+FJ/jLzTCnnwhbft2N7omCdZgr3buZ0W34+5tujj8v0QT+mB4fPA2NbAIdbzd6bRcWN4B0aiI40dhhAYAnUj3tMMOHvSMRWYBj+ucYNhoOVZC5DIVS5e5Bj8BkYG46ixt98R3njxBYfJbXag0RiD/4Xp9CKtq0ArBSoFKgUqBSoFKgUqBSoFXpoCrlhrqhS4kQJyPg4hmQ2UaK/0isUb13uhfDQ0HEwn5zuG8qIg4QIqwRTKcfMfRuz1w0fBSO/gBzZ64X4Gk6THYGEoORPdWxP1GnYs2tah0EKAZ8jXwyRrr/BEBbDn+7oP822/koWP8LIdAgwsoWksNM6GyP5ZQwjsvIVSskUZGorn7VWcyCmBEXCNCCgi9JY1rbQntMCzN0O0OZVWJ4CevZ3tQCGKNy4BAM/kLZ8t8HHPY63bb0xS8OGBkMETYafncMznQemZ6T7IeuVoYOAY1wZ7awJ3xm3XvgcU9ovFY9Str86NTZ/F8+hjrPl7lKHuMR3v2Lma988sP+Gd37KPtMLQgnC8TqdQf/Ku6h3yDe1WOCK8S32tMAWBW+e+1b4rpd9OVbhyXyGfYyz2xNXbemUMzsVsrfRse0KzYTCx/CYsIQctxF96nknuGThMXzZvxj+RC2iFHtKdpPA78Ak4iGbwPD5VZxS44o/jK0PgXVGoZq0UqBSoFKgUeAYFjDbxz1DkhDLtGZCeFA3jJedA9mlk/p/YvuRsisk5ZjXWdYT7jAgYRuG4TyrTnzWEN2KD4sf52jUnD1ORcKku52bnZX+EdN0vOS4VXH3u7B7rKxRkAx6Sr17/G/Bdn5kd2l1TAWW6oJtzM4qaMn+v1rx+M+ggLXgcq+1YQ7kOd0dgjF4vLSLWwXJXa0lpZjQVDqUzTuZfeWCZiP6DcShrrBacctuZlbybb4GXnqIduIVX9+aCkVH+KJRSEYWlbPtxHYxlbukftAn66OmocS8E0+COFOvQk7Sj18gaQwZlfY+ytW81pJ3XodeMpajt+E92nByaEQPeDEQE4jzTpbWudEIB3H8MXtCpjM1zBo7H1V+6jrEJn0I/Thhhu09xhGrf4bgCAC/bCSWwho4vHd44uKbdO4DxAejsXyfpN2+lE/yK0XXkNzQEOdnhKw264lbwGfYp6QE+6+FzyAXPFDeyXzUm6SMyluHNX/ONksfRo7/0e2R+kT/xLkTfuXcyCmCrjHqtn++TiPbQR9LNY9vDs4f5i7SmAq0UqBSoFKgUqBSoFKgUqBT476DAJS7lvwOnWucPhALuSaMAJFgfBVpYoY8wawa5C6Vv/3v2OkU5p4ccSSal7EHksZxf21w9GgesXCcVPQPW+COW78FAI36QfxtRzIQVewrLihCn4HBtfcv8IwKgpsUiefwJdcOg4qnn/qtUyG+AIfwzz/lFmwm5m1zbEsTm82Tc3GcUb1GEhukJrCItk6G2I9x2EWigNHJvWGmgV2KWF6+NaWaAZWofaecjYXQnw25lx0HX/FzIZ5pSIeY+Tu53rJLsH9T/jE+KzLSCo9gv9lA4qqex7bLOB/Do+T1A//DSFBmopEgl+j+uN/6xMQoYBum7p+2p0mFRr0ED3rQqgKcIT5y5C5m8Osl4m0khC3t/tc1Paa/K5MPy5Xo5bucslFGQo3EDHkH010F7fQfiPTC3UBQy+i6kIKVF+DXplTH30cH7V8qWoyB4kwHAj/ayp/c00c+E+Xa8j4YKDKXsU8FHaXsfDeA9wYDAZotH9qH9mD/unkzZtvSACkOSC/2r0MpW5x5dtjNToZHH8jqu0bbk3x3dA4z9IFvCT3eG9iv0LuOEY75jUlvvGYw0QoA+94O03CXPl7/dg/3JLMyJsJr97UYNe4D1rFKgUqBSoFJgCwVynnAdoRek3qaHa5AtMM7lcc5RuTmiQCjGg2U+elou5++cQVznOJtj0Oha00fPSGV+dv1k6pl3Eo9fsKZlzce8rzHepWqkV64h/kl+jNIM5+o9yt6cKPoIWq4/32CUN0SIXKDFGlucEuct8HNuhk+gSKw/thSa82TUlH1dXqvYVPHYde+TSwWk66DtQMtawXWAUT6agSguGjA67xdjshmccM/9zJZ9JI4/ZU2m4p7xegU+c1X7Q6w/vGS9p/cjx+UgMJpJRDTZlzg4882J8Q2tWraqadlqRI/XW1Jpu2Udh5IrOM1ZMa3CrazrIs+i3eV+P6q8o/4clNDnHdbN73FPQ8jb8LKukoyoo1GwqkvNAZoGvi+WwwX2cm3svbwvSR4x5P2WKDWx9QxGizG+acM147vgsX7c1zcO9CcGGq2Kfdft8S4tSsULkn03ECZ9MioRyk3xfSklsDigxoRchPRuPwMncMxOzu8Hnf5IHsePxqN6k4dhwUzDBfZ3PvUDpqKZnoC/ccxlBDGrgabgE0MNXP2Gx7eSPOZ3hL50yu+NhhB4nDtPGdVpTjmuNXTx2yTftBx/JVc9VgpUClQKVApUClQKVApUCrzNFEiO5G2mQG37Mygg0yOTIQP7EQIqrXQZUvBBj+M/m2+HP3J0bzAFJXdiRmQSgae1e68gZvwljFgyq8H4y9wStqlh/12tsc2+/FH45pQteAc20BBZKmUzpQocRlGLeff2MiSydCmKoptqLAw8jCY0nQiBZZsDpgz7LtlGmUBC3WFNrUBuKWgK6dcu74YTiGVt0nR6/BX9Rpnou33/eSuSQhg6e2Tvq7H5nHzQ3bFwIyMcns6GIVTJLv1kuA/SjEO0H3FArxJUAYJCvoKfR3rmgEYHQPYX4q+wEiGj4QZLf+4zHJ0BM3pFQaeK2PDISSFgDMuj7OuX2a+53x7n9ilpWX5H3xmAfeBzxRLuBfjt4+8RHM2eIydpLZQFJAWE7F3XuE/UfPu0MC9xzPL2MbQ2lGJLHw+2e8b34jsNHOtEoKSVfCZhX5PoFd8rBB45Jk6XjXb5ruAt30R/aqzxNH/BxCdLQeN+zJQc1q3QTK8wjUlOjBAVBQjMHl75jmIwsVLnUyxW7szjOjzaEaifrG+laL1VKVApUClQKfB8CsTnW+Oe54N6AiHmKJQ/hu10NjmvLHUF61zEuiP2lscr88QU9KSiTTeYi53DY25WacDai3CrKjVyBmRdBREC5xPwQrdGKOIW5XQahN0HQesfWGOPGCFqbNmeQ+IUbrQkopWE56Nr872y5ESRJ7eX7Xcl1BD5p3ObEtao036h/aTc6o1YL4GRPBL932LkNb75uukHIN+orEmFYYZbHoNGzxu1WZqwt3jazirv1aacv4mBZo8CuDfyy+38gHXYJMdCKr58E1iLshZsI+pPGi6UZ2s4FWWwXTeyJgwjvTBQkObPHauWzzcl62aNjJL8wLDy4PkeQ0u6X+uIMai8sXsvv0ySQwN2R7Si4E/P16Ji3Sg6TbeBHzoP6vzTeHfYbz2UmF/SPezVbd12VEn0j7TJPdD5XoZx8PPGdwF9/mjvUI8KaBWts5FGvP+BH89jXGLYqkey4wk8D8fC+RpueRqvd/AIA+8nWxSgoA4DcOoWtykUvz/jTONXeRLH+C011TKVApUClQKVApUClQKVApUCP1YKLFbbP9Ym1na9HAVQ/rlXDtbw0/QrmA29N1NR1Ux6BXyJd4GKk0NGRAZZxiSZE4fg1mFoPhmb4gkAo/P4n4DHqht4uXcm+2LpmYnnnulaGU0UWvmjUEwL29iTaPw1Agj2JqIBqj9lSVNYouL5b9TJD+vmLjxIfHpLSoZS1m7Cwr+ZqBP67kPOJTtqzSojm8Y94r6K86ToIc03YRDMpaVpk9bNo/suGcYtWxhwI4/QrNc96uj/0VDIX+WetJv7UhglCZmkIl8PFDy6o0pg7ceJGeZ8ZkWYN6CQfPP4W+jDnkj83TPgG2jOwGgdu+xjO7rnlV6qAX9fhzXuUozZxEdBosx3j/V6Kv93ueLEMXeI9/65WKZXrnSdFd2gezxOV6+D0Tc036f5XtFHOQqiZ/aV7M54V4ogG+HA+IbQ2gjBUqicmfId3BWYT4pQy2PCdu/hJpT8eIaE9zP33QN4Nx4sWmhXjowh9//Vw9r3lmS7lr+4eeaP71VjuOvR98p3jX5bwDgoakw024l3dXgBE76t4LekZ7Ro7qN4bhsO2rGHuqtrvqWxQaZsY9Av3nP3dKRehTDQPNubbZ4LnDgENvMz8eBUj3q/XwqFAwH7YZ+K0vqc4HOfu55VClQKVApUCmyhgF/jWO3EHOP3+Oi3BcjFPMJUAVzmktMFxMd5VQXogzjx0c97p8tsf8J8Ggor50n3SP1VrGndSjLTpXXUnHFQUfwFZTV+XPEwLOA2HwsCHDEga1G6uvYOxelmGGaEYBjKTbNBaItRaOt6VcUSawV/+1Tq3N/xrMz/eU4e9v/tMcac8C7NkeKTrSn72x50DTWxfu30UmWMra0jD6CurU9U8MB7te7byjqrUdHt2jk0RQelz1zEaKeMtE4aGNFnHL9k5aVS0nv5O7veoGyuJV2DUcTxFNtwMM4vDaNz2AErag/S+cc1EcppcMz14Hrh0m/Ba5oFnjH3kGWvaxWc83p0vfSVd0ErqTjAAxn1SVoUehzDShpnqySVK9qZZMdZn3Xt2M7x7ZZAHVsDhQJ47uM96H3/Bk5ctnwAYs9tDRVeNPkmyEsZZecfq+9AjCm9voNKrK+l1zPG09nmSJtCH0g3Dozd/g/UqYEzfcu/MBiObNIIviYiZDGeVODvlPgvS7eADk1ajM2VM5R+ln9uRyJL+YMHWeftzlKgPqwUqBSoFKgUqBSoFKgUqBT4kVPgZVeqP3Li1eYVBpO9ePtPYMzSmhkOBF4SBgXFTezfeTdCwfmFssV6Ucgi9Oga9wiTAcMrU8VwWNKrCD3c//c+KMACuocUoen2eOQrNCJYGsPr+BvCsaksA8fCTD6j8g7vDPca6qff0Fa9CxXKHKaJet8MX+Fx/QUPUuF+mGPrlfRVGIW6W4/GnlDXWPHH3rxPQGTf284JRWgTvyeZrruhQvHxN9SvcpSmhtDnGIT1au2c+7MO7R+i71OgAv6OvUgXPm1KEVSOsmdSO3wMjRcK2RnC6gH69ApUepTe4YWwiuRq0cCRak2tIacNI3j1GIHh7+1nx4FCyBNJuDvYlFHBPbBHt/s6b07ScqanAsuGfacmhTW2Wfqu1e99nkc/sNcxgkC9qx1VNyXe65HQeo8THkYFl5OAFA+xXyAK/aaXthqkXBgHB7DMW/IrXLWdCIz5G0KnaJNXmUJoG/dyLEV9CmBvbauKY8mEV/sbjDnSqGGurB4qBSoFKgUqBV6WAmXeZO9YPedunLXO4xhTSJlnzmfN2besaZzfVAZTdje3ny9/9mlZK7mmVpHh9hCxvt7W6vQWpAbW3BNz9KQSh7XBea/msxgdPaStraGEWbOEUdV+7j3KuH4JLmMoC903Vg/gQsf17JfuRo+xjmox9Ep8ttHpKVxXFrSFCDLpRaxC8vbU0Xc963QNUgF6JaCS36N4QCPWH8PwJXyMUZSuS6l0coy6DmJMRb+VOq6D9SS3npji6L6xvJ8nGIQnxcqNsQMP3htHQXjFlgc3H0u7kkoJGd6AGsqTS6A7PcHlPbYWuATwyXPXsRg+uF2L/NXFlNTJ7Ya2faMugjyTIRSYPaGzGXOrRhC+s/HuqnDlvcPw+rtI0R2M/7EjtD24NWGwYc0zTWAINHAIPs4xvvtuiu9THv1+OFu/Eaj0AlYBrKyBFHMCtMEY3u+41Mp3+do3OKDVP5UClQKVApUClQKVApUClQI/UgqsSfB/pE2tzbo3BdIiPIU000ioNhVCwTkRJnb6DF4Jpo49clNolbWzY26c3MIihXABfsa9gYJBZc9hlWgKU9yPSSaoQzAwdewpREipxIXDDTxQhLI+Iph78fbsOdzrNQp/pbdDKsFso8LCWRGqp2IInyDGMxj7UGgjTOiD0VSpBYMnozfDZMdhrmmcXtbTn6nzS9ot7ZcN3o6AwqhgwilviOLGUNcovNHgRZ16yPq80FNvyN7QwIafDrEKWan6rKfAEU3z0jbwH2Xhq+7fAWLov3ySexwjxNg1KXHIfZkUBH0KVjMTTBHrFvstrQ6P3xGv6uZXlJwVoxRUBJIiOZnokjLMlsIdaTxMvwNHhcTUJr12+JX8T49JFxEkpCG0bWNvXOpwLz5u72FQh7f8Q32Fpj6PUMQhzHHPLIVhVnxUeZQzL4/5KaA1jOJDi5GG3uTes5XxzDrWEjhEPp6FUQUCJAQ108QY90GpUgFN1DfD4XzAaEHUxscPmnf0XDec3AInOm2twpV79sLfUYbyLUGQmz2TY6xkPh5rKoANRx+KYA1CgmiJsmUKLRPnJSZ7/A2AabG+/wffGsMN2ud6W0uzPV3MY2hrvz/RPsZSGTkFv2UN+3vLM0fb3CXAS7K6l7fCncW4p96Dts70XEKq55UClQKVApUCz6HAPA+4vUNEvdAwrMxX81znnHdzKrCc28oEuw7M773782Yyf641spi4cOs8CJZupb6EMsZcnuf7v+xhihFlqzcpx1zn5Uy0z7M4m3EKzCIba5FOg0u9+UDrTNEFlE2n8hRTz0wYDIMmYMbi2ZZin1jWai0ehn3sg8q6ckePQpdyFGY5d/4vdM975fqBNYUGii28QCyurmprdpbrZkPbPuKd/K59Ss1Bs2Vfrs3v5d5uTCQdXH8E78XfPF8Cyjyrf4XnIiYwiNEV6yMVyRPbq8SanvZCjShuy3NNyXWUtaTl9Yzcrc7wVHccqHiEJ5tRiXJX0Kqs98uaJ9Za0s1uUQEcsH0f1tf61lfSvic13WSMxwjKDLv1YMl8zTH6Y24U42UCunthtx18qZ7djDXHYCaPjqUyxmgGRcXFSEvJR+Ye2pn/+X+D5lGf46PUfwGu41vlvVGRmj/mEL+i3y5A3z+ODuLdph/H8QvGnYbL+eWJkQiD7VN57KQR71xnhB0VwBoCvARSiV68En5p8LBtMDx1n11DdD9i5G3vhec5A/MVe1w3GKEPofzN73N0aoBZDMAE++y/EQZ//n5NMsgYiaYRsoY7YvaK7/jPkQpIJ/HhXg6CZ9ddAVQKVApUClQKVApUClQKVAr8OCiw50Z+HO2prfguKRCcEkrXCNPG/mEwHIpoxgYv2O7zUP7K4t4vyTErCWLYEuZIJhXuTI4sqlDpOhkuyr1KYcbJEPfv80dmihBLDYru2KPWV0eFt+IRmbF/wXipgDUcsvdmhvA5lQdsvCc7PZ1VbFmnv5KoRyElApemx1IZume7kx4l11VHaKj1cKuicESQQZv3QrMVSOwVFsq5pcRlJdulWxoJvH5wfzVCxyGEuJisT8Vrj6c5LbfF40G5JZ1OQINJ7thj7nX3S2sHRqj4TmT2ts/t228Q3rEPr3S/NtmHvC8P7cfsYa0AYQOecx0K1fRoiT2uvYfyEQDz0/WDbXLMSNdXrz7mXCXllQk6K9xyjLejiudS/vj94joEXvSLfcG72TW/4U3QK5cyG7q1QM5xrsCR8Y1QbTDEuW05O84Ie9YaLjINQxLWMY77GtbPrMM+GvCq1wtG5bOGFqWfln1uvhBTUaeKgndidKzD3XqX8RXe1obEC6n31oI1X6VApUClQKXAsyjgfMF3F+OfJjwOnwXssPA8h7jW2c8nh1mOr2L2isnTJ67zUH6EYtrrMid5fo/ExK7i4OwcSz0xP1r3XD+GcJMRd8Lb0zn4jnj1KoCM5uHi4Yr5MHgCPR8pxvohlUbPxcveiB7hqCLqqgVN0o1SnLCGctUKLMZYrnEK3CtxdGxghMnCkJ9GjFfiFOgEkTyLZFjqTpiXxkEpsDgWxW1GifGBfNDz0r5FwlJhiMeo61Ciw1yTJqIaNRjpjeGdDI+zW8deA2WZd8aMPkgKMlZ7Qy3Lg9IvAf90f4aBJwYXXcO6nCg5+T6dzr+s+Zpz9zoOT9vdd+NMad7tMKJ8hLe+Q9+dqWl+JE/zdfP4eNSXMa59J5ApDD/hL9sR8UtDh8tQ75HDyFqT7wE157fNd02cuKRv++7d5vUro4HpR1FGaT6PTHf/44CSA6U+TuUF2zAUlXaOG6JTdRr6EuY8B9/dMagAKwUqBSoFKgUqBSoFKgUqBX7YFLg/t/HDpkfF/ioKKMh4aB6Hn8OQfMBPq3hDtn6N0hIlrIwnjMrzGe0ZKRUxsacw19ZHSNvRPU3hvdx3ScGYgqhRT1h5pR1TNpd/xiFYfBjRFqVoWP8rjFOAMzOHuUeq+wV9CgNmiCb+hTQkELm+ZohmOOsp9hjCQrwjhK/09RfMXlrY6/3aIxhzT6xuJxCRYZ1/V9asqk9vx2bKPtWzMZsxfyqWcK2P/Y4n94almbk/8fUMsEK6SU/KCOWtADLrKsKkcoymzM+sUAUsziFUTJ1lkPG8jLly6xQJVHU3eJFPWEzLVIvD6SRONJKBNbAfbdOiGCSVuuLi4h/bKBz2a2Ov42YRjvmgjQFXXPzNtAjU8GYx/LN051oBxaUk3NjPizaq7FZYkV4VCfdSea3d8enF611B7LeBTQcASxeRRwpFAkFuOhaFSgjxB4002NN5eI9rSlz7KgS59bL+C6UZ3zRa0Lt6hYqQMt79uE/fs0efvxEv/fAu4H62l5M5SZN9v9mS8uMUAY8GD4Zxf8QzoXn4Pfd810E/xhk4zOU7BT/8Uk5Knzp+Z+FMFNj0Z647xrXt853Xo17hdXpFHIORjNZ5g3z2GFS9rhSoFKgUqBQICvhh1+AIY77xn3xfXU+ayvzg8UTarUtOPF/eDjdZ54qEvny0dh7fef44/3XMha0hSTk/a5i3Boh7KmfLTw/FzjnLTX+ZTzJ8s9esXWOS1RuQ+2fQFKtQNrAOjCgqsb45UfnVt8WLfiAyTNAARKTB1hSerKxdJrdTYOuKJPeyLxf9eaL/Yv1E+0upqDsi7qiwuyFZj/CkKV58I8ppQ2fnRhPcO4FHYrCsTzgJq+0x/ASgW+KkJ+ky34XzqK8sJux0YLKNRXjvWnRWeJ3Ga4YPHPe9jSS46CeuOd+vN30+55mLXToEnaRV/OB9Oo0A2G9az+6tYwG84l2Bd5oifLdGkLaVsXRucJPjchKOYHhvGKQjXrONnqOhwORwBsCEkWGW+yUZMSAs9DtT5rpH1K6Rq7gQycatVNKIYr0fkhQ+c/9mIveEovy6Gq/NrZFj8K8UdD/y3XibAbm2DwMQwxq3v6D/4PfPUvVaDNbzl2ER74F02NFCwwMw4JsZkQBiixt5cgfobKBy9348xNFv4SN81jD+lXfuGzzumReoXgz8pjetPIkj79zoO4RZryoFKgUqBSoFKgUqBSoFKgXeDgq42q+pUuBmCoyEsdVTVA/DUKjB4Ku4GAmh10Uc3/syIaMhnlXIhKcf1rc7gYJDGQVVSzipCEcnO3SvBKNuGKiHBxSO/yf1K0DQ27kkw+apnP6StrP/sIrqSKk4KrmuPypaUzDwMTDTE/dAmRWKKfbCbRRWIuCKeqF3SMuur62UmMK7QW/R9wCl8GR+EkINhSZZhV6hbwg9/TiqDJ3bXDjnAmzjcYJpHQlfFfvi7vo0Gdt9H/NYHBTc4Ondv/qKahlvM4I5/uYKLzHhwLH/JvaJHVGyH5SdQaweYLabyf2tqVs8TiRR2tFtkcda9VJtCK2tJ4IyD8MIHws+FkU4VfBLkxFIdx0eBkFrFODxHuxH4WGZvHIoiKVtHKf3mmHuu4JbOa6V9V4IXKnHsNfuJZYCOYCspegbrebFzRB4GhG4Zzbn5o/nawXX7kkTFd22XC9vw3zP+/EushsgvQjCpUSGLrc/ESsZFv5Eki75mgR1yOUxk/eHByz/X/2BTCifR5SxMZ5KXvOV/Fjd09a+MzLAjULhuV4P4fXL3l7p5XUa/0WRelopUClQKVAp8EwKxFw4z2GPw9/4wmOAE9flu1+++TdWtJv/nHz0GkNpdCHlHEWmMAZk/mN9WTxGd88uwNjyWKXGiHJt1NvWyZq15KalHPOizerMb9nd2m1LrZfyOP9pkAhv0Tu7u8Y8v945gOi6w3W73skYpdqsk/jt+iYy7f44JuLHHVdhkzSCv3FdnquyXdbrTqSbCkl4hpGQtkF/60gkt8MKvMUEpS3ru6tTlIem0dlJ2zDkRDmZyeNi3J+g03G9QsqxpPI+eYhbxmu+kwCTLqIpLihYS0ju43oPr107liS/plGgW9u4bdA9klAKJL1s/9V8++YLTIONiuR6df80Llb+5DYurB1VAJdGruS7+Rb9qs/oyNYtwyPfDowLMwVHsQJW/v2nzUP/Ce+0CvOVLPe8xaCQj0xjx8U4m+twbS9ljUjVsrVL02kUWfL5/Vz28T0RE7JGFXyDgggMwOC3St1i8Rp+iqg/GNHso09d+wJfgfP8rkeX9OBF9K1ovTxS8Cdya95xnMtPv3TnXYF7zVopUClQKVApUClQKVApUCnwvaDAy62evxfNq0i8GAVgLpK9gDFrfz0zQzIgWMfqoTAZnmjPLN0DD/fNiqTHQuyeZd3sXeYPr4UeBnzofg8Drocmggusn29ngawrf7EHKO1139Zp+JC7xYvS8K/ggpRixENyxAvCfYDb4plZ8E2sr/sbjLFCQpSwKIAVpgQ2wEwhEfjA+E2G3xsN/6xCkr23ghGUCZVG173ehV+cCK89Df9OO9gvCwKG0k9onNsHCl96fg+2tWVfWBTuKiN9NvcQuS8ncQ2YCPZGBGrTyB61/TtcgXe0o9SdUKP/g6bg0OPVgbX9NCJogUEXTsHfmk+2PsqbIxn1IRSjMvEKqaTthRb43PY6xkIgKayCZ56fEnQlQ651NgYE/MZFxuxT65a+AVGoce2V9ww9PemVSntHvYgu4Fr6DYgUcZ8oQjGH4JlTYF8SYAYe1NGFJyqe3gOK2KC1wsukX6lDHIUqTnquDzE28cQN4Ugq2zPPFX+jfWKKgIhi0s9qpVX8wttWIZBCJL82tCm85FOwvuzLXZm5bNDugH45rm1C0kWhFPt/hfI5oe/6RZqQK4V8HBlDrSHp9QLx/qZ0PEK9loJv2Gvsc45Hyl/fh/Kj9poqBSoFKgUqBe5Lgfz2O499zZfcaDY5J+++62XOKN/ichSN5flJtJw3WKtiHNXFXo3ObCvJesoPQ0qjnUzj31lxqJg2DG6Wmw8rALbcch4RDvNz1OWVSkTmsZz8LwIxW++agH/T4Bp46/x3ETTLK+b0sFgryjHLgG/pg3MgXCiw1hkjjGt6TMMkZB8dzJ+lfwW2P1dpmdFaspJQYlJukK+g/yaUrbZ6sYQ7h83BM3XZD1TVxxYieGayhnfcZX0z/Urfl2PgNoNxnEUq7YFPILTxhJdkrhnnx5cOQUfH+tzuOArBUY+ibfgmcIs1X9QPlmRfS2V9JSyGA+XkXX4DTvAu8V7YH0mvLTTbwQNKqTLLYWhAHaxA575cw2a+t3sfk04qxToML8PYFKhb8DgD/ck4bPFWb1HKsVtsM/RGEnANN/fnCiB5VnnXvmH7pEHjCVtaWrtS4Ipb2TbXxfaldAcXFOcd69nowx1tFkAhqf03uK4mSlFLOOGyzl/kuuOpFWKoOaKU7nlHQ7mb4MU/Qh1zGecx5OFfUJR38j6m8Mq9D70S4OFfOYoBvn7CezqVv9aVvMwjMohHDD9z/1+2hgKX5Gdn3A5B3efKPitJVAg3ngp975dn4IRBfkQO4x153vxQKqvHSoFKgUqBSoFKgUqBSoFKgR8LBcqq8cfSntqO74oCwWHKKP6cfXB+BZPmfqp6w8EEE6bW/Wj1BLxvgrmKsLl6in4Ig6oF/cxwoXBKL0GVgv+C8ZHxvkf9ycC3KHm66T+asUc8chwq2LoQ4rR4hsY+bTY66vfklpSvZYg52P+3QfGsYkshXQjqbFcwg7bdeyqAUT4/q87E0xBSU/s+/fhr2gAeBySUFkkPMvFcIYfexwo6zCjeqXzjZENKWKGMxFN0bAyFlt7Vwgoq0KakRv4VqO2cCGf25vFPXEnzAyTNcjpJN+mkgGqAtoaEI4x4CBmCpvt6ngBxPGvc0P8dBls1dfGSeJIz4MUrUh7FuyDeCFUYuw3ClcF2zL8dXUv++RgMvN0Mbi3j+vHxL/PY9t489o/KlMtAl3Iq1zOkN0ImroPeFL1QvIAhH/VOnyLsOFR67zLsTgQK/ZAAGq58HLDYh8wxLqX51Ykyfk/ab6BZ9rH0KMLZSUlWwPWZtNDz9z1GoN8l6zvdlzsBo+WXvyiTY8/+Vfm8TwWesJe/n/PuM45KfaJyYxrxHnkzogAOD5Js842garFKgUqBSoFKgY0UiPnQdUGcqDBR2Xc8P2wEdjIb8Pisdz17Wk5s7VHmjJP59w+MDtERecRoHLm+fcZEswfLmcow1yasDTRkGghpyjzu9HpK4bcrziJDBzTDjqaCyXmR5DrgmSlah9GakUumWPfP7b0WNlGD3LZFP8LTacb7KINDoayTPLoaHfBGDJzC4OuowOZLjcr0Ttb716gpWX+pazMYMzJm2/D+fRe8XPtck1xjUHfULw4aQWJsoHK6M9y4nqze37IWSXMJo68YGcp17shWJ4MeiY6TeQ0MsM0paV76AJqFMaL4uDbzuDGBvvvHPjwQrap3nXgP5ZhAwSHGo2tGjAbZO1wFeHr4n38HkqL2nYp7foWX3diky9nATfxiDGsGqmcy4cKDbk9xC7TJn8YOGKqGgvVyLbfnAAdJyFjrMOiNvZOPgNn/uT2Q7cDAZHgfvPzW8Cbe09jkqF6Q4o51qpwWN+gWBMr3K07JMcW3QONP6RnIHkN6mWvqa9nmRmPkJiIdZV9PRmEYMVQfMSoQH/u/pkqBSoFKgUqBSoFKgUqBSoFKgZkCT7mASppKgY0USAtdlR/8RsO8wpSFd+T/AoIewEUxuBHghWz6+I6G7MWq3LDI4QWskpIk+90hTGnGP4HPG6zryT2HMbtJqBJMsl6BCsXwJB71jEBgZ1gsakommUuedzCwbShg/wKGCCZuZeSDWZe1zKTAYmJfr1QuEWobnKRxJOsw9CyMamfY6dgnFXoXRnTGX8rkL4ud+9sCUwFX1/8bYZ2xlFewRAF54eCHA9KeoRxhyCc8vbvi8SxjHvWfq+Xwmcr0VEgaEtmQ3rTT/ZXo12CpQyENHrS1U8gYGkUFVCi93QOJPu+QuOzwA9el0PJQiAnEIiBTeIc3d9v8CphacEsl+3Kud26HgtbyCyEdyt8I9c2gkjaH8LlxJsU4RFA3DijXqZMGncx9DDdy4pERHqlKmOwbw6+fG9w2KvoERXfLXrwCCaFOGRMeLyTlCr7H3adkxHsAIZcqZFOhczmaM37Uq6X+6Nj1GP3GI2k601XU/K2mQnuVr3qYs+dyhmIr+DoGVb77fUklvOM2lOuPSdtQzs/j0X3Eyj7Bq/U9uZn1KGCKkMzxnDrB67hfImS5ew7HPugpHHoC7uwN65rpwlgLT348DrLupKdtq5b8Z4lYH1YKVApUCjyTAjHLxjd+t846hribw+bv9u55zhm7y7MnrpPYZzOMzzaUM8IN8Jx7B6K9NOwZ61rQdVOE6z1b16WH+/VcKMhY+7k9RW55cGqCPoaJ4Se49XikxRq1KGbmefw491XXI8o6+IswYHOevCJNsS60Dd9Ap1RqR/EDvI778bCC/TqlrL1zTd40H8CHaOyYY+aw1JYrF0CsY1uM6vR+jPU6696tJN+1AfxZ54yMpTYMChZGsVvQ2OFvxdkW14lG1pkmDHkxbMXyL35lq5Vcw52hG+M1oqLYbxgId6F8d7SWsOL7MbcFxex11+WshFBI92U7klCgX4CwU4AlnZrx/XjvkszX4XG6JvtNLIEXXrYQkHGbfXq6lE9CYacHsHwB9D+3nD8Pae3pPGbBrdVIt/9D6gPFNfBNyoqn68vsfa/oKXjBxK3cXYP/3Hv2gj8Uu24j1GtgetQngSe34ZUmeO/YdxceML7Pncrs7ElO7pvmjniQv4QHaRrW5EYjgFCTxAoaYuSKXGB8TN5Kun0XyR7xp5f+AB88Oh/ARxtRasR4p5s+ABO+T7se/S6wqnVUClQKVApUClQKVApUClQK/BAo8N2sWH8IlKg4bqDAPFyCqeYcoUoIHQg/lgwlzNuIB9vjfwEr9wLdAPSqLIbM0nOiHX6FnhBBWuAi04hXxIRCEI/BYAp1S9gsTVlDYdlWGT8UwCh6GhRaOyad2zJiCnJG9h42PB+xvNaAXXlPwNIXBS9hAnvDXoWHs2AKgyx+/txv2fDP92KGDfuMcNJ9as8lScJ+UgNhmMUB7h18bxWIEQaN+h5UsO+YaNo2K/f3aNhek89Q9uuNu6NHPLjwx97yB2uMJs9wcK/bf+dIm7lXoOdYXgMF7R1f7v+7GwRr+VbumR/6dOwT+xDGC4Z8K325kn++FWEBQwgyQGsV/Xtv2NN47uEpxNFA46HHG5d2mg5EJr4/OyHZvtz+TKogoOn+zJiQ3jsq7bMcnZmj16MBhb57LG8pcwQiLg09/Th8iTECApjw/LDvSvKcloSXFgYY0YcfMI4+gUZpLNHd5KFjn0gTlc96vxxQq1S+ONqvCPv8Puy+RYvH15y6X6Eezx1jm70Gd9EEroFR81YKVApUClQK3EyBmOF23/LLc/R1FQmPGozowryhWuxSSiWkc923zeObv6J0QKHZt5R0vXW/ZIjch/6D5gFjse2epM6PE1uvMF+hwHH+uleKJRZr4BZDMhXmabx2A3TXirEWuIdKBEMzlHWvHuA/epTKz0gEkWWu16AQ/EhXsSu78UnToNFDx/q5x/gtgFxas6wh7Xpqsb5S8duo0JevoI6yVi0Kubh79KesI0M59g5l3gOi6z/guk6LddU8/o+KbrvE6AG8pkmcWIsGjmfez4JPAPedg19UMRuhsr3pvUWbI9+1f5blxQVlnB6t1qWx6sUEDuBkhKmgz8X812ZI+rQa62psEENj/ZuT4aLN4nMVwLfyc5dwFP6MA33UwTM/Dp/yXfuaOk/xz7QD49XkJ4SvMcEt4/wSbkfPOyJcwfsYapk4CeCwpB2GORhKp+FFuV+OR3Dufind4I+MCMWYG42S5HgfX8ED/aJ5/fARFHb8fQc0unvbKsBKgUqBSoFKgUqBSoFKgUqBl6LAd7VafSn8K9zvlALJTIZqgpEzwOB3E0KHCGEly+hz9go1dNgL4BU6NHkwPSe69xGf6AnKDRkfPDPH9g9hub73SEzP0KsEKzPelun1HBQ8/zrqaxv21gnlEnyWDeSZTHuLBW7b/5HnCr8UUsQDH96UDN00oPwcsQxX+BWMXAgz9Lg1vC61QIxpkN4yfklvX+bsg+ynrNzz5XXeXfsbuVDYTdY7tzNoHp25F57pJdvCtE+Pf0So8HkwnkHzwHEN8vq9oKGPVN6pKEQwk22jX2l1ioxslR7X2Y4cV1IIRRmKZ2mz3KdKmP4GAPkr14mB/QL9EJ4+PqC0f0DR3XwM/ipmhayPuftyaW0unD3dsn4wQgk6TArGFEBYZnsKj27CFBs+0H3Rprn82vi07mEX2gsaPBBS/YHx7b7LG6u07Qp1W/YbbCY8e6xzpmMB0THO4kcVbq29++3uOw6hM2EUx1DC2h/rGNgrPtMbosXTops+oU76NPova7St7l0dghTyHaakt3keRuILIOjWA7jp9AxAqCYku3CXLE+tQUAF4rYRYTFnEW4Q+I7VkjZ5AksfBLKP1DtOn9FHeE7EHoyKf1TC+5fxAR6e2WbDs+sJYL2Gq7stpSCshHNTuKUIzj4saf8uljv1WClQKVApUClwXwr40XUeWHzLnUcWc8nT+lbyljLzcWfEB3jDq37bEdFGQItv/DHcybnHfzEfuP7Q6C5mwoO57bjc/tr579SPR9FGJ1VgiqeRX/RIZCW0nHv28PZnzvOWdBuWaWTf0wFlJpFocu/Topy2hQvalOKFNuX65BElBh5tsT6cFVJbl125dtewzzWyBoOsYZfeyeKwS4c0inXKYq3h9S7krN7EhFnV6CwWAjsYV55As4ltNXKv6SxbMBL3WOucoFNSNHPHcsrILoR9pYHbkVi2H6JaNPkL1zXwMd2XrA1de7HioY8Px9Fxv3I9wxtdt/Yot1XehwJYuPIPifU1KGZe1kI2a26aIdCnljU4e8b6fpxOWd+T8VcUwKGkPV36+idGpLGdGkqCW7R3Oa6EWOgGfct7z1o7x7cKu8V9s9+YpFcBnyCgIfSyD8p9Kbfnj9IL2D4OT+t4mPsl34jCmWJJg9L+eCfhYTUoZqDlODoY90nD2NfWSDu7xJr/XPfv8t12Ii/o9jctBr9GApLPSH5ixmd8B1q9yzvie0cd4H7pm3kbJvtS+X7Sl4x7v2tGZRo4Dn7f4Jk6o0WEYT6ymdjPvfT2HkY9qxSoFKgUqBSoFKgUqBSoFHh7KZAc5Nvb/trymymgwuXD5lX3H0CYPSj1EJRZ0gsWBi55sztxaMHRwjhiKa1HYz/v/1sYrpHQW2/G/w0PBMNWPP9kIpdCvJvbaqhlvAs7Qj2hUBth2DN5hKHGin9EERrKoh17fWNlhSsGdxXOPYq7UEsqAFTSA9VNSVWYdoQN486y2ycFN8+vTQpafgaTa50IlEKCBs0LDak0hTrgpjLw4XOYdr1/SxKra/sbfINhZW+u6FPGzY5nXWsLngmOM8OFoZS8ujrGEa3kZyhvre71LEm0d9WW5hwfocNIOOI3eKWm1/PFEkcQ9NlBMYrnsW2+nMo7hFBIz4Luc8rpmWEqgqS8Ov0XQQEe5OGhSrt3fbmxvEKscWCMxf7W1nkpKcx6B48U3he8jh8J23btmAyqOt7xeGoxJpmwbs8xsTa2coz4SobRAkJZRSM3Jb8XlJ0w6JhQ/j5Ohn7TDOFUEh8F1D+FxnwX3JPrOUkvDQSHjs7bvemfg0AtWylQKVApUCkQ3/2iLLwrOZjdWB+HkRRwndeMLLpf85ypjLVL7BvL2sGwup1r4nsnlYgD65NQtm4FjrEehlKP41d48rEnJXO3s/G18/6p2oyCE1stxJrlVK71+yq8NNRyP9vc/5RDKDPX85+/y/qANcIYSiqVv0XJfb7UqadS6PENyptHjNuAeeOqBSi20SQ+t0PJNaWrD34ocCeMaqfhb7ABrqjK2m8L/OQZ5M3cygVCxWh4Fm6xNgPDQXjwHIQb1ytTGm5PlFU5jeIucLnr+2Ob6QUPYZCbxsDruElL+8wjOOkdDU/bhsLOe3d4rwvPVsaDIAE9yTuhLJQLOu4Pv0Hyt6YwTnU/cHmHK6kcADb/KYYBtjsQmEse9mxQRJ5pwMAzeCcjgT3v/duCojz3QFQziadqfJnEqSUKQP/gul9cDnFe5n2J8zCA1vM36i24FXr6fZr5kbuO85doSYVZKVApUClQKVApUClQKVAp8F1RoKwav6v6aj0/eArI6CTj1bW/RPDz0cwaaX36JwRA/wUfnNxm7gF8pwbLnRLeyP3A+u6XMLIIKahGhWSD4mWaVD5/GkojpWkO7J0F/XNQUOCjJTthp6chvSjDyU+BBD/DuE0oilp+7v+bTGw+Kxbxm6sPIUeofyjyCuX6b6jzYzwrpLdCQ9o0e09K4SlC1CLYwovAENgKaRQkGd64xaPV33WJMi0ewOOvaIZ7icmUkwIv25S09jotonNPWB5kvt1xvrx0oEF6wkRYLzwqJnGmFf1OwU57oqHRm1SD0CQUkZ82/3r8HThqAX1Lck9nFL8D4ygqEIZ1OJ78qcSMy6DBzmtWesceX3/P9iOAOEXhhJMwKMR/aYly0X3aVLJrNKEgMdLcvvlqeYjxTb+O7As7TV9BYYReYQiwzLVyHg3Qk9qG/JS6EOREdfgPcctfaeNK6bg1Su9RBf9fGFe0eabJqfw+79gLPARsEdYuBW1hpBFj6GlJy+zhZh/scimA73+PwBVv7egfBYkp4NiXSxpqGa9hhntFi2aIMXf42p+HsAsNYmz7LJ6DO8e2U0iGgNG9tey38tshRhOpNn4aSvBN4qNEft5ThS5HdS2KnTmlXr4l7YBnO+0OT4OAVcbImaL1UaVApUClQKXAMymQE8bIXDIZ4URDRtPB9/x4rj6+ziKn/x5+z2NuPMh8OE8tH4WnHEZvHevgNHJ0TbGb5JZZOb8Sr2gjcxfbnBjiOMrPc9wR4MUl6wPzuLCILRM+Zb2gUR44BVq29Uo8FtBdH8W8z9ol1okoykL5ushz+ZR52T1siejRYigZYVLFirWCv0uprBOe5ixtuwTh/HOX6HoWdw4E0LS+Pc2e1roOjXwUz9FQvBA3lj0Y20Jn7AcPgaK0+4z1SEbF8clunRZlhH+6DnHZJ9b18mT+tqxd9wXjrNQbFIdf6KHXMPwJhAydfVjTUdGD50FaiYyBYirHeL8L8KcFr74j/OAV5BGMWlP4pyeQCu0Ym9DQaDUTBsYN710Y3tqZd0olAs6ojvkRvqclahP8ooaG0X/0ZfFslxSF95nopzaiXhGZKfiU0319O6rx5YjixkKQGsn9UlcZl0FD+9inhjnHOBk6pfL3Ut/fjpklpcHI+B9Hlfl81+RtAp8lfvQV35GQRzyvus2ls5/sKzoMI434Rg3wd/Ln8KiOwQlc08g5qboZeM1YKVApUClQKVApUClQKVAp8KOmwEus6n/UBHvrG6fEh9/I/rtdQ2i2BoFRWA2rpPqCa0IhuwcSCkuz3jdZ53vN6/6X8FwwswFcpYvDGGHAAyHLIlSsD+7AHMJpKa+YUKCNKHlGjsmwC986Zf4MjUv4KveFVQFcGFez3JRkgfFZkMwRzlals16N0HMOL6uStB1RPuoxqCU8Vt2G57XFy7DF11Y/qthv3+Hvh8CCmeSveCibGogNPKFcs92hXFNZJVOMci4EfjLGwRxfUyuQgDngQdm6Ly7746ZO1JYcfZqCrjKzBIBjv6iJPZdT6Jij4HKtMzyFLShuM2TvL2ihim47eV9fMNAy0Yv2pOezQhNDT6OMt69nSjwV4j7FRiytqyG8YrfwipWZP5cCNzLE3mcRigyhiURa4HaqfHgYqJR0b2WEqPFGWG75O1XY+5HPMMx4POtlHsgK5QTSM07iPBkesaQlbRnDMY5nHObPSckZY22Mcc43ZuDdahDcBq33/bPsq1JQAcxAdICxfwUMx+m1SZwpwy++ISEsVsB4oq0B3gI/aR5e8Y6iAB5VBkcKSs/n2w5CGoc3eBugfMar3vd4y7jaBr3mqhSoFKgUqBS4SAG/u0rUCafZ42Ho/pSxFom5we96+RVIx9fl/uWjyp5Dw6TFHLdSPOcnvfcy1Gx6EK5kvPWWCo4wyHOdQoMX8/YqyN1871rJ9T7eohzTjE+6SLs7JNcwQX/hnZuPj+pyveL/UJRgKBkGXfAm58l8AMQ5OH7Lu9zIdaohjq8AtoThOfi5lu6K8SaKzVLXtlFlrjlJf8btyNYtQsx11eJ5yXfp6PgnT9uzzsQQTg9ety4pisQY/9Hv2zBsXS2GtNoAAEAASURBVNMzpkI5JVLzmLmExunn0pug2eMX8GQq5rYmyjmk/RMe5RjtcSW975bsT/jBtsUL3vVjUPIy9Igo1REBKfiCy/mvyZEjwL9yTir1NYLwu+Y7KyQV0Akx1u3g7GvTasA5fMK6ljU171/mzXz3/CtW4QHNsY1oUn7bTOW9yhaQi6S3LfIG6BQ4xxY5+SQev8Af8XPP6VY+d4mT4zjoxts2G34GpryH31kCh05+FLrlntP2pfMXvd2+y/shzyf/5/V3hlWtqFKgUqBSoFKgUqBSoFKgUuB7TIGyyv4eo1hR+15RYGZ8eva81BtXBV4wjihtus7QqX+GKXH/JwQHlwRIVzZMVq9DKdqOHzQdFq8lbFrnXlBYNbd6H+ilGYy3DFoyj1dWk9nhgkeFKjBQ04iCh71iU3igxXT+egRLXYTTMvyz4WK5jjb7WpVfgrvqL3Xb1hHl0sQeqjLgGXY6lWfqxx5QAHcDTGn7GUpaQlBDc7E1yRaG8O5K+qcw613g0LcIfSLaGvCSeUzBUAqXVFD9OWkeyn6FBjOtt9JcKUMnxuzi20NbFcB4cpctveJxtCb/eB3hdmn3gFJQYaP03p4SP0ukFwmhxBAEdcArYByvRelbxm85xv6xMNsNnrh6M8hPC7EIT8qRWzz3LyneFXM5lhD1xV521Bs0gmYBIXLOf56OmdwvF6ECwugJT9yy320I5lIKuQSwP49O0wNXbwe8q1V0Q+vspxTyhLeJY2TtR0k9ZCaFWQ174eKZmu3gAKT8ef406TE/ui94CE2S7tInFbvmV/iUv2XpyBM3eGZIyUeFVV+LdbxXKW+RRn4H+CHp8Cg2jxpnTB9yphI2xaqSIGByzDHMI9JBu/NW/I3+tE/4345/pd4ijFpk2p1ahwJz963+2dyT8xsYiO4ynjhJupSHFpm6v6bQFcgK1Mu+x7s8NHQ3tsrNeqwUqBSoFKgUeDYFYs3hOibmbdawzD0ZxSbnnMMK/H4ffsMPn5+5Yt04qJR8xJCRiCtUQnKSsp4zk4deyRg6Ts1XzK9/B4ZzRMHBsssfl1eluV69KmOydFbVkOocPtYnvcBD9MWNeZuT+X7BjcvjNYZZNiSVK13vyntWIibwLSWpc1Z+oGB9dA0T4W+l2eUU69ygZ+aVx8k1ntt4oBfjumN9Ppxbg52rhsEWEXygXSgMWd+puAk/yFh3ufaSvmdSrCN5Dr3lGIJXefyQI+uvuZhduVz7nIGWj2IMUgYAbx5RFFrHfC8zCLlA987KmJvxcluMlvWRW8qE1+0zFy+2Q+PH+LHv6ehYuybKke+c0ZwwcHV7Hel1zxTdhVIyDILdsuWATk9rch0qXzdosEhkoDYUwLQv3p+n+a+5k+PX9zf7J2jX8z2DR9cL3tWrvEWso6nPo7xBvu1seeS7T6jscSDyVdBJ4ptp2ffXYHSYN8dkjnHPMTXmp7Gn633wEO2juiIstca7gb3RAOR/D+He9woqupc1URemhv3NjQxE7bsf+ImT+1y3I0a2Qes7dN6WRtAX4/y9nSb5BrfL8VvCmI5tcDT6NYS3soMtAGueSoFKgUqBSoFKgUqBSoFKgbeBAhc4zLeBBLWN11FA9kuFzC/hvRE2wICH0sxwvFqMw5in0OyOXIeMFoz/GHva/CwULi3WrTKtkwpYlIGPg0oqmLNgCmUM78GoqvREYNCqoPwA78JCKV8b4cu0/oNwxHik7vZmfe4rVfDG4zgUS3g0UlMwyQuS6hXZhUALT1gEXBPtlvVMz10Z/61JfGXEqSO8YRFEsK9R23MjPCn37dFzM+pByT5Mn7JHql64s8I96F1w31o3+WBQW6zfc39lPU/29R1DSS9cx9k/oA2hEEOouCDKcYGD64SbGHLevt88PCAEwkNBIcySSdaKOttp7iynMlAl/zB8AZ28L30QyMKIS7vVVARnwkOIYmjtjvDlEZqb/tp7VayWzptBV8azAgi93IG0NbS3wsS2U9H9Eb/incrpMgk/6ljeXJxjXND0n1It+QwxZrvPpBA8GUYSI421vOnZynsFmKS5tPRnmo+S9uGbpn+Fd/sj46sQuNAzM8+YOOoxQtEgBUMNvaxTjCWQAncucOEQAli/H1j8TxMCPA08zshzVHQ3sW8b3ySFnSFFu6bOOW+0i/HVEkUAhfuewo69/dUF9OvjSoFKgUqBSoGrKbD8xuZ8j3URUL7GC3hocIYM5UiALfNlOV5dFwWiOv4gqG+JuJIKtjLRlONTwM6XRoLpOhQlYZjFuuV09qcALtyJaRZFQq55pMPWuQwkZjzuu+0L82vM4Xq4YfgZEXFsxJZGL3B3vQp/MKBkLeu5rWuDWBcH3a1VmqTSTOVyR/SjXBOJ023JKDpdr2GfyiXAheZrD6vUv7+zdub63UGFMQFGcFOsS9LocC335ntWrtILA9ug5m4xtKBtPFlez9Dpt4l1zav+w+aBrYLSmMBnW/puhnHyoEmgrxGwPLki6RHZ9x+x9oenW0apuQLG6ayOD97QkTVziRxwOvP8hL6Dr+37X2AI+zOaM39/LpbblmE/flgVu1+sRobxTqlIP+w3Fa8xwlkIa0QwdRiNsie4Sk45mJdJGi7IC7zB4OBTAi/I54AX/RqRjg4q1bBBPkavZCm9Y8gPct3lQtoEfTRmh3adfFDBrTyTflAMXnIyytKd++5yO+wn0184aqibW+WEDKAlVPbDB9yXp57TUX+X2/VYKVApUClQKVApUClQKVAp8PZQ4L7cxttDt7e3pcFEqAL+BKHMJzDRqfhoCa82Pn7OffcYhZGcf88l1E7mIEcI49cQdrqBKZXZco+2ljBg04D3bf9bGDGUg3K8kZeDjORzEsq9QUbY/Zn4jbMCSsvp8Ax1HyU9BQnDvGf+Sp0eZwbxCsYwsYexnX5N8Y8QWuEFTLjrwyQzj2Cm/zM4sQcQWCo4yP1ifaWXCrZg6Q+Lr16Z7114Xr2dU1noPnM7i3sETIpdOmjSGm66+x000dsby+NVeJdvTioVYeLbAUGaPwRXdp93oxtnEPsWoJwLC/a/U0o13zU1AzW8KoFNqMPefVvZS2ok1Fl6V1tLpqUXt3joBdF2KgXdd+xP0HlWSnpfGdSKbMRxmwpqQ5VzgZDngT2d2/HXwMGynrKKW2LPXMfVPLYKDuXYE4qyC8XvZ9DI8Y4ohntbkqH7xsH3BUvw6FPeGdojvuW9eor7ng56lYcytKHNjjGV9Y4Cj8UTY3FEtEZdeuZ/whnfBr0/RNRvhr8LqSjEH4M2hFXv/99o7542e48FQaUXseOFbxD92Xd4ABtuUDxibJyuc99vYljaLK1t81+bV4bwW+lXMu9SG17V0JZ2GpzelO+I70n+dplXT3xPpQ34xtjkOzIpDOarQztavLdPt2AVYL1ZKVApUClQKbCVAruFhmsJvuFhZMj8FhMka6wRBUBYKs1zRJmry3FrPSVfzPPOw3q1MluMKO1ibmZex4PL2Ww9OU+ojABL5qb4gfsO/SeFxHfG+cmz0zfSuE0jKrfGEJcLk2CAYiVGu2K+tMyMVBxupdOMYvjrRl+4LnVv4jK3zxnOHpKWPSFS2w7DvQgxS/noAwpG+84CyLy2LWjpes1zkkoy15BG6VFpuwXWsqogjqtYeIjpKzyKjWjDehK4sYqA7Ln+2NKPqO4Cr58B52PK71cjyyq3nltjRLlh/T+w3g3vxz69vBu3/oHnK7/zMIVEnxGBhgKhtAPy+SIbnjoc4j0Ij965QOnTk+V9f1SKGwkHA0U8bt1y5h74ZJWMh4GxpREyHvpUkGPnJD75wK9AKMddo4cXafJAF4ptflzey571qKNtlIeJfbrtG1O+I2JR8nrXLZZevfIbAHcZ/IbfgW1tsvy2lPyT473TkFhDUy1a5m9G8hjgEjyG7718hzIAeEXiuIdB+OkP4DYUTuU6Gk/jCP9F+Owxwk6XQuDvtxuDV43h5be+y9RBg+g3x9tIVCy+JRpdTGGpTuQw3r00UhWr+b279jv1XTao1lUpUClQKVApUClQKVApUCnw4hQoXMCLV1Qr+LFQAAYNZr6Fge4MWxX7O+kL+4/m2xEGToHG3VNRlLzXvOr+EwZRoRlDN5gZrV4RnvQwaCqAFRAtmcLnMDzAMSzX64ePYIhlPPdJAUQrM6hV9eyNEQzyPsttZ+Db9XoXfAz8j1BqHdabAjoYz+6ftPu3kAAFrJ6KsX/bDa9zMLpaeMMgEjKqbVBShhINwQDPilAgFYYpLDD02mDIa71Dl7S+tsUqmPXkVqkfnpvy/1nHGij311IB3PT0t56ahaldy7x6j05jpDp23Ne5KLpXs8bNQk+oE56hjO2OMR5ezzLUCsWEeS6RDxopQzZ0uaHn0kvbMgX+qfI+x2ulpa97BXF6iV6qbwmL8NqEmOwMBTYr15dPD89tzxIfhDLSaUTxjcdRCp8VcCzzHEKIK8C8xrviocPbeWl9vpJ17ZZeCEGvCKGHhzleWIyKtazzPdTrjP++ex+lLcLP8H4xv+25NlnO79ffoLUC2TVaF1x8ZjhIFM/SlzOVvrcl6KxiH2MO2xs0CDor9LoV5m2Y1FKVApUClQJvFQViDVO+s+FXSPP9HrueXKwzjpQCz6MRa0sUUBNGaPmNt37XJucScw7z/8S6a3J+VMl0z8TaU4iGpW5HFQjXJJUR+sgaNvhSO66AC1lcm7pG7GPNdmH9sQC9X5qiOHf/X7YY2Xui2jr79rpW5vpH4z1w6lzPOfffnjQxdTuV0XXOc3gVKNS38Ef9b6CT7aQnWV/n2LoNP43+DJs9ETp4xBBCA9iNtof7ConMolFphKYNnLb33x7I8izLh/GoHt2xFl8+v3AOnzQNrP0Z3+nRfSH/NY8ZcL6S8sLxLofhyCUA9tNrdsOhzzRGjXWfb6HJ/ntemlCoipNHcRrGr7Aj5buGEj95yRPwg8F1vY+CM3iOa9+TE3APbgNT2PFd1UgDRSY4uv7Pd8E6y3c5TzWK7DHGdgucfJcXz7lzz1S+Hx2DfkC2MY5uSaMB9KJOwmRrTPD6QX5Hes1tuicia7BELujGO4oB+sT3Qz4opgTvs0VWM8DPz9EAko5lXK0BrPcqBSoFKgUqBSoFKgUqBSoF3gYKPJcbextoVNs4UyDC3QZD5t5AP4NVKwohla4q5QhDhHdoMG8KM54l0EDUEgyOzJZMIlbn0//BEc9YmeQBAVrs3wrTY+hpBBWGtDoc0IdX13bkAJPZhdeB3qnACr4vbbb1cO5Rvo60ezQ8lDiSwqNvZuOzdplYf5dTKFltarSL/WnxyC0h4SLklTyfYAxPSOjrrv8jDB/esF4GrSwrWy8jCGMYYchO198hIBJHxVkRKkqP7kEFpTcJfXikjE3FlHW8QeGG8AVFcJDE/JGuoHdw19RPaO2Gfctk/FP8yN+53tKb0QL6ttXCWWtnfqmyRgiXZM/qt/yN4fQO5TBe0PMyQj1mQWld6FiOSRufU5HhEaW7QopIQak4E4/lz5vKNhzDE/UYrmzUmxshj2OpCBdiX9wn74p05BdCG4UPeIa2f+AedZeCVnA22VCESoQRn2KfwXxXQ3CC5bgW9ClESTyjfdnzITR4wJvhAfloy7s1Eda9jGHbeEqupTAzvHIR+jWEayTI9RGGhV7L+54vry3C+KX0aF8Hvel76hUH697Vz03/gSRF6E89A+KbZOaEuY9EUOrm0Ux/SbkMSc0ToL3h0/IlLfGdLv3sk5LoO079Nozu/cX3QU/5uMs7sz3hX+3YY39DcbUdju9Q+Cu0o5F6ehvasXS5x3K+vZ6as1KgUqBSoFLgFAVYSfLI77BffIzb+Ddh3De8+py1nXNaPJr/lPmqHJfPVs7L3H5wZMrSqw3lb0uEDr20ypyWUS0Wc9UCZOw+i3K1JeRnE96sriqeryTKKphzNELCk7RrnUc/4uea4VJy7s25NozkHpizMU50ri7z7FkIlj3xC7rTLRokdm4rQVtbPf/OAtw/tEcjfKsnrinRjoyxPlaZ6e80pFxfuubMn1BjDYIhoEqWUKw8vstdFECxvosc/ElaeLUpqSzv/8oWNqwtOVWJk2udLO358noH0/G0S6yU8dh0Da+iPCK0UM612snyu7LrJ5ZVQT7A3wxEWXKdXN6DWJY+KbbAZ+5PSsCj6WVLGOFZaVbG+ZPiG24UOoTikv6bVBhG6OxF3WdGh/hLp9jahrW47300c0PdW7L4mdD4oYt13D+B7lg5XcMw92F8XqJxfAeIDpSKX+6GIW483VL9QZ7jfhdKGhli0Bl8lP3JO+DaOdafua4VW/soRj3vXCN/Zqh6Sun9nuPioKqbLhI/5Qa2028YNWPoKs3yDaJPj5ouboMKTcOc+92D1mMZFDdhcb5Q9pzrcnnTr6Cf37V9Cjw1Rid61fQIncBNz/ndi7LP+iJnevtG5CD4lTTQdUuBPdF6xo9RipKQviO2KFv1IghVoJUClQKVApUClQKVApUClQLfewrkWvt7j2ZF8L+dAsGxaTGvBTX7mKJYCgYNfiIY3mDE1RipxLgvk5GW2ihbVACj5EmlGXXIDFKf+xqpMAphg1XfgykMRo69cFEsNQO/YDz3r0uKob5p3gx/QqiE8CaI4fN9Hi6uSwoEoh4VaD9FGKDwZJFk+CIpWnnT/Otbw9rpqYgAKNot/ZfCkDn76kFYFsr87o1lqLauh6GdmUiFF8KNX4GhJyyK/jFC1qnwEsaNScv38OyAvjMeYcW852H3gKOaN+w7/JfmkXBXOc72jzefQd8eocYD3qId3t1bU3rfGhZYoegagmuQZtp4IEzwZAhzaRvFpf/lvgolftD7c/K7h92ZZN8rUIwxAHw9Xhi/HULKqGshHDgNpSjBETQjmEzBh7m39DP1h4L7p4zL7bRd4lLGmnt7d3jtREjmZYaDc3GinSHMM6Q3b2XUu7V/DoBF+VRiI+xpEEadEhAHnRH2oADu2MMxhC4h6LNPtybxnn9KfmMfbxX8vssznM3v8tY6a75KgUqBSoFKgXUKOB9rdsb6SiOcWcm6n+6v+b6v1xB3mbacM3rDrD5ooOXdMmdZx6l6VFlhEMZe8Ynb5fVD1Lf1DyioWHnAw+51/0tKHa0/z8JJA6Y29rHHeMp1SJnHzpY799D1jGtd1uHtz2n7lV6bQVKVkBoacoGCKSPHSLdTND6HD88CJsoyFHXthNcfIZG3rIzWoWZ/TmXrGnAM8OuZz9ylLYEEHqSsT8ua/UyBDY+gG961w+OfWW/jAQz8WBudUWgeA1VBpYLRfa77CLd8I80PADseoBIGGlMYQvydq+3vgUpPy8bYvnGNeoDO8QXjXvZTQ1W9MhkoxzkOrxnfrvnU/k+sY/VMjkHm+3NFuw6B7q+CnxKfJR4Y75Y9p/c5F2cOQn6xNzF72z6EEfRsDHLXNelckdVJB1HQU5+1cLyna6QLpeYHrLul01oGgdwnFeiOL7c6sj+CfTvio9xzezSSg+Pp2d+8a3FH3oKHftBvxsv5i7eOceWWToapX7530rymSoFKgUqBSoFKgUqBSoFKgbeVAsuV4dtKg9rurRSAKY39Nh//L4RWv4bRTcVSZ7jU6YtkklKatRXihnyy+yonVfB8AMsHk0xNOAAHs9WrqGn/CP+M8iT2vmFI3wkHwxOHtfGIhyoez9ZbLI71DG0QQPSE5u3DalnBxPw6hQLa59sFE2SeE3U84v1LWzssr8Mae+bZIhyzuRDMtA3e1ggZehTBWmabFPxkAhfKnCWDAobyo9CkshmmetKjYWZi3TdqmfRztL6JMMhTA83PKSSFcZYZFjbjBwbV/Vvj3MoIL75rBpdpoS7lQY+6W8ZaR4i1FPpco4wVODDo0775dfz0xl32ULEbKN6/ib8165/pGEfxLA4LBDcJ2yjQYrXeN3o6L+ki7BMJ2im0lBqtynb3iQtspdthv+whiJh7cHukJH06Pv4GAwXobJGwtD+u0+vlPcYOdY+E1xtaw11j4KAQNvYnVHB2Ok0IjCe8PWLvqfAeKu9AOe7LquTcKTrn22X/u1CGsg/vpDAZaGuK2HwvfOcQvuCp0PptIKxdJtpfxt5mgZVCE75u0K7Foj73XVYIt+hsYfIL7y3ezb5/H1r9hJB60mw2lpgxeHpY0rg8TXi+h11EMaCffScjZX7H2nK8lZL1WClQKVApUClwBwrM3/UlJL+5eos6/+SvfL89lnNLlOvlPe/PqcD2uEjhCcmcbFhd9T9TLNY0vlpkOjilfHjn6lX4GXMQ676Ym5zYD2EfFNt0YXl/zp+sA4neMelxK05Ha8B1cGWt4h6Urkv/AWauFcp8vF7q4l3XHeIVihUjbRjlYzvMPSnBD3z6/guaWYzKSns9Xk7LfjEgtZGBuvbfWG25QsMndfM6Y1FX9Lnjq8z5kJvxVtaU+/X8osyJU9fJyX84HkyqgG5LtjXby9qL8LINEWC68BQVLFAPxrL0W6eh6yR7kMVNcEg7/ug2tOZSQBRurwewnvD/hP9hnXyA0+kKVABH2G3GkdvAuOq7ZzKqEiYU4PMl8P8S/bkO3343cYSfizW7yl/evTDG9X5n5J39KI7sV/6J3rEL7NOApRLzrxj6/p2W51jbg8y+1MM66GKYaMJ3u57f9flGOu9hnj9LHkfcqFvl7sNnKDSNvuP3I/HZQYgxiDEIRsMDeyYrGXjZFGpUqoB40hBKeLLjW7gXIcgxKGjhB3JrqmuMZp6LvRT4lj76JwYWKs01vs/k3BVG+vCcU2yZJbLSk3TLtypL1r+VApUClQKVApUClQKVApUCP3AKzCvCH3grKvovTwGFFXo/wjw89L/GQ+BD2CGZHgQPCFbeTH/gWitZwzndizGTOZYZBR7ClqZ9P+ocEAAogvHviAL42/G/qNPwTNb7/LptqnVMMHUPD1pAq3zWureABy+EcYM61Fe/wwNZZtWHmVIgRJYrUTF/8NcqC7uPQ6EVMqICmKMge+jctn9BroLCaCE8yvpkUjekA+GTnwHCExuScPZoPLWfqZ6ZY/cncLN++3vf7g21ZpZgQBHiOJ46FOsdwjRatfN/8LmW+iVFfi8kuJb17nuc7byWxrLM7sPbTgo28Ham5nMpBRMEJmPvrDeDwjAZ7X2brf80DrRRgRPh83r2c3545fglfHq0R/w39FV4uLs/nLTekjSWsE28l53CpF9zLEKJvH+yzUF3cdL7ifcOpfNI6OkWpWQZh7a1tL60uxwVHk/uhxshJK1rQ/sWTco6LPeGCOTsVTb+ddfPi2zAB27QUFEVwja+DT37DkfIazPGM0/A9AqBlTXTaGScKmIRvsX49mZJNh6FM5cRgg7viCb2AJzbuqu35N9+NOS071QbYdstl7TLkKDb4dSclQKVApUClQLPp4BrLb/HKfBnremN+C4v5zXPl9fmuZxSuZdKuzKfXi5FDtc9eHx1zjWrBl2boESmUq/tKr9Q2rKFwzQagcYGl1zn4MbMCbFYs7EmfcSLbwxDJtd0pGfMi1krUVvan8B3EEp4NnY8h83+WSoLvR5ch8U2MSgNY80Mzq4/b0q2F34AnNx+YtoZbd0EjEKua0vkpOPxdHx9WEc8tf+CF5L30kyQNcpijXpY4oorxlo7h/OeYv9kytqXB/15Hr8cP+DFvruh2HwOXnO9MSxVAD98Ciq+nwy7mR+43DrxpQz8TutWJfdMjLFUEjLuHj5HeU7EoJPfBsdQvjcRKlq6YOAwYQyrojzXfY6LLe/f6Ubsxke8iLyfGof28FC8C/Kpp5I0dhwZocmtiHYGAKcK3Hh/lM/OrwQQaC8GGuGdHO8rt5br90CXcPDgk3uUn8b/RnSeFNvVYAh0t8LB4CBCkJecfvPkzWI7IYxmjAgQtC4ZXvgY7yP1qzSXZ0FxHga74NB2P0d+8WtONCSfWyI9lzR9YfQq+EqBSoFKgUqBSoFKgUqBSoHvFwWSA/l+4VSx+R5SoDCELV6inUoeFFkdAhRtu4fm9zAZKELDkhnOozAZz2E0YGwM9RyMsEKNgf1pUdqpZCr7oHY8HyM8Lpb9YTGsJfjtxLON1icDpZzpMSyOURKGoA24UV8+V+nbsfevIZjb8BSRjU18xSBhbccl8pNdj4K2/YR2oKRk/6yi6CyQQtiBEnJC4Z4euLCj3CxKOOFcl2QIM9T1A4rRCW/RifaGEInezaRYA4U3QpZpJAxxhwcK3r9teJrOWZZ9frLfhecOuog88AoYEKBNMvPUr4BB8VWL1TkyAZKii6xfhtsw22NjyGuVgtxhf1Q0hGbcnEruCcHPiICz0TP2XIK5dzyF53X3BXTWAxghRRBZJAt9AMXl8ifYXbYYRwp3CBk8Cx3t150leWQG1pKG3LOGDNVm6Ol8Xsa+RY5TClJQws791zb/NzA/4peCzsRWbx1KRh/t8d/D0kNAwRPtgb7tqy+5ZrxFESmYVCzjrIy7LO/Y5dtg2PTozT1827r8Zf6nf333wlun/QIU8IyImud8POOlmC8cFWBF29oG5e+AdzXtzn3Kn8LdcodRBu3YI21UkKJA1rps+TKBEY1+9BGh4fWUyp4yjzcLfrZ9+fN5ufa8jJ7Z62v8C2Pyb+DPOI92Wi/051C+acvzAFD/VApUClQKVArclQJ+Z92avVephFA9jLioIb7IMf+Ub7zVLr/py/MVlGLOFY5rH2Y5QnSGESUzmF6JsX8kz8r3/gmEeEDdIOIetqGsFalIpe5yLPdPH2O9Qn2pPLQcSWMxjQBd38e6JW9v+kvI7BEjpoG1oTAP2lHm7nLcAnCmVzOAI2u+yQg/sRZ3ZXQ5ta4HWKio/Mg9f1mvEzkntvOINftlGIc5kkbyCK18iPTBE3E//+8647DYpavOMK6Evu0NUe2YW/xOlHX9VdZgZpmir6QLbS5rkmWGE3DO3XZXYRXTHWNNWjrWkx9x/JffOQjzMz07HwkpbpSh56Td+0MkKiI+vXn8DB7MtVqmHBXzOC43nxxpQ/Sb3rbvYVjwTJxm+KmE9kIjad4DImLF9jwnhyr8Du2Jd8RxGtGr4PkwngxOcn7XHVG3dOPT8RGrSaC5lseAlzVuO2jomWM239Xs09hiyaa4hje0MWN9G22j0KY/x/hZszz8hNHnhAFmy8fJMPxPEsyh36b0br3U109KX3VDmoiB3w+NPMYGr26iQLktT+Am70GGeCdG+VYMfHdRiK6q6urMOd6yV0bwGac/gYgG4eI7No99zxwDb0JkpKAX9++5h3NUVP9UClQKVApUClQKVApUClQK/OAo8LIr6B8cOSrCTymwHCIwZcOvYTZkLGScYWCx2H3z7acIfb6C0YCNu4VbfVopcKxXG2WZnHebh+5XWLMaXjYZMr0NIjQu1sziIHub4VNXmEaeXpcQOKmFHFGeRQgsm5UsqvUYfmxk3+HH5n81I7Ibw3elpXdgR9l9bceM7v7J07MMd/yT5vUrQhTjFRtpV2/JrxX31yigfkd7UVZRc/yo83rSiyg/rJdfdb/Ew+JDrg73MQohIVlKm8JyfA7Ne40wLrGXPvaPyKpIg76EqNLrmE7kHOFJdN9yzCVNJ4WK7e8pSX/PQotQlGUByl5IcurkVeEcIc0QdJbw0mdLhjCO0Ibtn8ETT9wYgTPdAiJQvTyRQtgbocRVFCZtl607UWy+jVCYMHdT9yXXhXbluFaSsRDvDZ43CCL0Im9e6amSCIbi12KRZ638fA9hRwe9VPymBwgK4TmV8RzUXLTb+wPt6x/0xi0KYI0lSsnLxyJ4atmrryP0YL5Ta+UKDexPhFMte1cbXlthXvRXDKK1gmfvqXhu6eeG8Nd+2xTzHqSALS0UIurdpHEIIaB3+cTrupQCVb3E6ecY13pb8/PfUfXXQa65KwUqBSoFKgVuokBMIcwAzvlEgojL8j2ONZnf+uu/93tcNG3yh+IAY7ic66xlA0znbz3PmHl2U88e8PVntMcoJf6LZDuvnnzE3XmLNamnKLW6iGZxBzqxfsmwvc6KpFjLeXIpOYfmL9aKGGw6t+8VSxtofVRFlnBd448+GDBK1Ts21lSu7K6DKanDixVDVr0fs3yh2WVYZT0mmrn2Yw3E3sSxHYaGfEkxH9+WqKBVyTobQwZ+sQ4Ct3gPLoF1TUq4Xg0RMWjN8tGLlwqeeR4DjDayHQtr1GhjeTfPlIpH9hO//uEXzevuA3hZlK+7sttX5uvVyDdqlsh6Dk/RYVhG7VmHHUaggzjwDeh/SpQgvO97EVLh7m+H3HqVF+4ux0eMUfpxxJh1Iky7dFOdupZy3Q7OGuQaQngd/bWiV93b4+d4+rZ5fNQQEkMI+ihYcL5LuxTjTfqqmP4QlC4Y8O4K3nBSxjhFY3zE9xY+bCJKD+94bEsVYP12+yq4zzXK1vY1Y2CdpjdgcaEI70GMZ0xlR7dkIrT3wfdHQ24iTgW9HEs1VQpUClQKVApUClQKVApUCrztFHihZf3bTtYfU/uTmZEN04OxHX7DD2tuFC8jDJuKX5WhnQIC7o4oRo6Vhs+hhvs9DXhKTFiyjiiYUmmncuprzj9vHt/I+LgnrqyyzKFMuHjk75q6lSvpaRliJqx7++l/Iiz6D65VLClwS2ZUi/ims93/X/MAHlrKRwBjNGwte2S599VtyXIo7ZpfQNc5lJQM3pxk7lTiTSOCLJj43I8WBlR5yI1JVjYYXBhq958Ka2H6cJ9Km9NPxH2PG7yeQYIsCPl0lV7guC934mwWGtmPD80nCNDYo9a2Rvb0Ei10zqP39DTX6/n3tPtPjDVVbgoIrmg4jYxeoo1dT2hkhFHRbupNa+o8HmPd09e9FulYftvv2Rv0UxSW9vT3Cho5/hSpSh+Vv3iLhsBCusVd7lPnjn77fhYHPVcm6puaPzMWfscd9rjmLI0czLGW8HThnXS/XmsYDFuOZ4Ge2wpkJX0qgR1nK/0WwgTuKzhkXBvCrnGsiyjJPXrjHQG6EJ62+zU5CZeuV0z0GVjMyvoAsPgTsGz7IkU/AFvhmePbHtt10iJf4B4YKKDHaID9uafwxAEn3r1QznpEsL6WyrfBYybGGCetId6IZtBiYNFg0e/43oVOi4zgE98B8/qO6O1hvhNoxpP5z4l3xHe615u+I2Sg/RtwRSxpXkBkv5WreqwUqBSoFKgUeEkKuJ4cQuCPtxzn59c563NNzlU+m5/HPLDP24UHYs4/ZX13qFhblmVOiwZrqMQenqy7XUtk8ljO51sXDzNscHI+LjhG1B0qulaRkRCM2oFRlkrRUM6JhE9uS2Vv11yr2XrnW+fhDfBirWleVouuGbtPG5ZGrOu55vatc2qsGwK2yjHWzHhJZg9uwOk4C3Bc5zXM/4bPzr4vfXGGbvNaLdZj81IhvaTfZQXx7zRZ+md45OMqN13H4g7v3/Bs/Dsw/0YbXQuC01x3vg9ncA0aMRaCr3gfBRmRhui3XLu7TtvSiU+xtUZLugILz/lllni/ljcOz63bMRThn0MxDZ2AFuMryvr8lqRBAOWAEc1i3dvzc4wdrpMP31HHt57kqmJjb+O5L5POt9Fnif1yfGjU6dY+6QVPJKWo1daDU/TVXFI6BC2gsPwEewAnX71DblnFs84LfmUd3MS+zmmAufueBS5zNZAkjD7HT+hJFNNg/yIp6sz2qtRvYzsYjFLhDeB6o1b7O3PIF/0MEmp44R2NTvgbRs0vgt0OaImq1BId6xHvaY1wwqigvKcx3vXgnnn6ZT/voNSTSoFKgUqBSoFKgUqBSoFKgbeFArdyO28Lfd7ydsoIymDxC66WPXHb/whL11DwqPRFEdrxy5CpwfXckWaGbkP5OnwALzjvwxvQEcwREngY2QMKwUkvgxb3Yb5UXj0rIZiI0H+yvChjx49nK/Fk3FVGWtfknp09YZee7BP6jMptK+0Mi2vqOU7W28GQj1hvT7H/76Ew4Tj/xetgcvMT0I54bYYS7QxM9xgK79+lJ+zFWo4yJMvsTffifYVndwr1Sr0IRJYMf8GRcTipfEYZG96pNzC00vUBr9hXLXXOirsj5I4upQ0hzgnn9mZEQBdhge2F8jvKfnwZwgANCT5qXuEZGyKrGDy+V/w8X0uMZw0KeowJ3Av328dPyT8rYuN9XCvkPcc/+aI8+9MZKm1TOws82yudEZa6p1T/GQYWwKTOgz4p2cuRtuyEIbGvGuN42Ycl34bjQDsN7zfhBVxGxHoxiaeQE1p1hNZWuR6GC+dLrcPiLs3UiGV6+C/g0PYQnBznFnZ+X9L7QBo/fU+PS52/Bqbvld5JMV7sA9OpwZFP699KgUqBSoFKgRekAOvAx0GPtL/PX2O/1c9dXx7i68YXEXUlbgvfOWYtuWaYhfgq4pwv+qUCeK3MxnvWGfVat3VoYOlWK0a4KPPRBlgz7u6bHEqlCzP4BoiHWQxN7b67Ydjl/FjocZjt8Mo1Ef/R/Kr4QtvKT4WI7TpF60MIa1dAAZ7KQxQ/wgs6XTFnF5pbjlC8b1jjTShZXX3dnGwq9OnwAHbtF2uVWFPcDBF4jHe8kwdwgxEC0BXjwbZFkZ81rx8+AhZrpRW+5lbsMhKQPEl62qYH9AVogRN4jK7djLLk2lUkr+i7U1XEGCgP7Qw9gRl3Ebr8Et1QAlPk0bDMYRQqRnfAaYGObXV8TY372H7TECX4QiKv0QnkDYvhxYUSz3sszTCsJpT8fpyUb1OBrKJdWma0qhttCAqwDUfHBon3oO01flapT/3wZrvEdatRAdGlpsn3TvwuEndX/Lkn+a2lTx//gcEG0HzHZrRDfqMh8LP5lOdiWctXClQKVApUClQKVApUClQKfB8ocIkr+T7gWHH4b6CA1siqQNU3pc7JE/ZM6gy3qpJOJZWKkk/xhP0TzL3eisfM2jMQD6ZcLob9YZtfwW+hBA6mKjic5mHUM/P31PkHeDNCgQXzrQek1rd6As880AFTfhmfDOesdyrCL+uUoVsqloLZU8lm27+G4ZNhh1bzj413YJj31zYjmnKxahlKQugayhahUjCRQfv0ao7i0TbCEeP5MWGJXEIh+6zUc3yMcif+qLSjJG10H973+RkuavlJkNaZwsPbsNfjZwiDDB+W9E0YXv3/7L2JlixHlWjpQ+QVICZJaGQqeL1W//9H9E+8XvWaAsSgEoihQHAz3L33PsctwmOOyIyUBDK7N9InG44dM3ezMy/KzYxA7y5TasObD5K1w+q3+zZu0r4ZbLgprFQR/iEAlBHiTY/hGo1LrV/DJfH8MC09owPLJs6cm1cBO9brCPXLXArNdmq339mXbT/U9JaJMxAzq9ENM+en0tKaJN4XBkL73yTG3+GoFbDtmGyLuue5uS2bba9gAK3ARzeIC61SFYha2yp+MWZRz+6fogaRfWM8tTqG6ZbMzjmvuD2RghHGex+Wxlh5T+vfwVBAG99uOKed6+J/hKkVcae4JnfRdB/Rgh9hGnvXaWVvunAFmf1aNqvLSX8lOW9NflcaXA6O+FbXKmI7v3govhbvc0ffOixdkoHus/Pzwbp26gsmbDRrS/QJJidWQuMEI0U47DhpizK/e2CX70E7GkMOZQ05UIfdm8tu+5cM9qiOPxZYKDr4LdGqP4T85jnfD3PUVDFQMVAxUDHwchhoY31wj8camEsaje1/m8s6sfjWz9/3w4Xh2EKhMIq1ZF9gsLfWWVfGCAYC1qZh+CNrGeEwYk+ybLvAU/CSa01Zc5ZH97quc65p8bNIdE9hlBZt77CdBb4rU6yvCrywRuta9ojLfWDpTzleqpOyuSZbH2uze3C81LQTcVIDvw6JsO2Px2HFelMx29QyjuIrvHtYLtfz7f7rsGzuARY4Xew/DCXSGX7CECZxnz1S2cgcq2p5j/yxd3IMdBnc/hGFVnCmByH6VX7bIrvjWPb55bnXPXvKFs820kopnC572pLrtqOeVFKIjIIvXllCMda5EnOiwLOsc/deXHXuop3jWkojwGeSlH1k7CWXxc+cL8t43s17vRH6U8vpiNPNkO7s78o8ca/pfJrf4djDgaeBuMST4VkiHw8jOS+uTDGXzT9b/87FBtoae95R9rGGrol0LJ7tnN+DlrkNe9kOmkh6rMRL3h/nRZGzp6Vc0klz/cAb7w7vqELzAUFwF5N//n4s31dnJd8G51MrTcpeVzzt4vcsCGcfFvhKJq9Vto3fwTctcyWN7zuPUi3xdo1VHu92Pr7/343CjVVL5+MBKuJ0D00fiHCGzynoJnA1Sr9zf/4elMf3Ptq8NKRfx/imgUAcQdMuMCIA9mdInK6FZ6Mie/Tlhrl9b4BrfRUDFQMVAxUDFQMVAxUDFQNfCQwsdrBfCXgqEF8ZDEhY+JM4hHAIouJHkBsI7CCoZTx1WGOuscINzfoNbTETk3fph+1+s3nVv48FpVrIpGiHNnqEvv3fIG74zYys+WHme8ZfBUrt+D7WolhtEo8phG+lf2qbw9yaWl0wQ7AG4fqMxnaKPjQP/Q/ookyA8mqWoxkdDywjsXoOt3HBuNip4LaLGFsIxccPia+s1YCdXLaX1SWDTKvrv8Dq+CNxoBFKBkH5lM5bP8Sq1sYwPtNNb86ZMnOSGZBti+NWPGOF0HZ/5+YejBs8lfynjsJquwhjbTvmtmNZWj1VDuYcbs4jBnAwKMpEOJV/eV9GywNTCOsHGGAhDLY9YS5wb9qf4Ziv7XO3os+6Ynbc9/u9bGZzLm5llNJmYxxpteQReu+kw/Hdecx7rqj5cfxz84jlcwtDQWbHoQWw9ZS6FJ5qMfQe7dFPmVnUEf3dqfzShS3DcG//m4wyzi6MjcLlYCz6vqjlXuC51M7uc0s5HUbm9TBh2R8WJTJU9uZaFEsmWtt8H7woZJch9cTkHCCO3Yhl0qBCR4y9bd4yx57Ydi1WMVAxUDFQMXAGA67fuOdXIMG6GAKIsm6fKXX9IwWthrdAkSjW6Xn9OtbGzj0sRodPWTO0aL2wRl4FjHX4c5/BkXW1VeCDUmAKoq5cjxDKjQNr+PTf7M1Rptrsba4CYjdT6e9chx43uukH0ByG0jBkyAzrbqnt1abtLU5VMpRmSEW+5+FNGsiQIg+rd9nfIQgWnEhze+XymqNCeIU3gfsrcX2iXi23QyGuWP1dUIo7Uc3mtmEpJug8vQ6NCA4RmW+eXXsysLkamFOjlrB329uAcBQz9I6zDs9ACg+vTBRNq1/6Fm6g7RPzIaz7NwN5ZWW72bZKjXw7UJgd2z8zT7Bojflq3tP4c9xe4Smob3337omrBYzxXhlzWGWIS3tsYVWYSGxbvwVnYF+08PTT+M4Cm3G6EU7HmOzXFvADU68y+jNcr+/Xe/J6fh9pNxSuDQcUeHP+JX5ySvtFgtYa+D55/w5z6SRIOw/m+QoPpO0Q6Idiuu+C33H8S7TfBqr3ue98KjDvVFAvKgYqBioGKgYqBioGKgYqBr5GGDhNjXyNkFC7egoDELESEhAOMjua6SNIQLRJie8VQpJw/Yy2v4KxZTxPmS/ld6rqq+4rbPkO9WOJsP4mTATgUHt5Ms4YjBwEklpICl1qxArp06d02mcibsMqtVn/NJhg4Y6LOguDRxfMDQLBpvk1zxFCn+hHyBev5iWoWW0v+GccoUEGgPFUQSP491cUtUetFIlTatzjJEBPQXACsHJbAGXu0E7f/i/oVbXhEaIFUVsybY+2LwHcrX5PfvFPu8Fks/1rcT4ToRbBLbJxcaFaN2Nna7s1qWggvmFUdL9lzn1KOe5djVdrNGmlyoG2prCuVljoHLXuM8mpjyVqi4CuKzHQAj8CkECIlzI39msKOah4UigaFsAKC610kaI+e+0vn43ci/cLQejYwUxV2aI8D5wfR0DkYQyNwz1NH1AdCgyO6dUJWGnb96BlnnUwr/KdyN4qBI7++pz+yxD3l9AgACYuV29c57Cat9EzwlHKHcw1ut9HHLxfAj/v9z6uSj82ZYnjvEZhYkDrPqyozrRXylqrQ7KX7GfHt6XXNR7HsLaCOb/zPbHdmPcc1jDF+DbtPN/UWcbT4+k0OilHGOaj3xOE/byPUf/pIpsnt31fNsXqScVAxUDFQMXAJQzM+6Pcf2RcxZb1IJSaYh0oFZRvfbm+dNyuCXrVaMdvsp9SkDGHTQjBz7IO8i/as3TPdUeszFEB8Kk1clnF0XP3Gi6ErukKeazZa1dzbDaFSUEUcA2CcGTN5CHr5PaX5ak3LJNxl1pgW8BvmevTvNcDPr2LNAO0B0IyZd6ulRtBzNkK7U/uVbo149fqzQUPH7HW5l7g2H7gXJXpgtYczofvUdeb7h7AkTjN3dC58stnOQJZLEdgX9nOu/6WyXby3mZP5i02nKPzqNULi1blWreeGDienE0MuNaVSX/ompo9sAGU2UNn28eOR2osYy8Ysdff78uRMhdulTmnIN9QJdO4VDbYr3/3Oq1I5wakB9yrgsv0fjMLzi60f/yxVsZ00fdBrzsqSeMyuO2kj1VcdV7swrKsx/kzoOQwzfGSDxU3l7mvP7fFQqMEnRIwcnf6DIgQ6s/vwW6NUYp+QK91KBRgUb4evk1+aIn4Lu7mfs5VeCGgZmFrGY+W+lvjAKPw6/cjYN5pQGXTHmVkcCVMMR9LhoS7XN3j6BsgbdADn3wOlTV11R6W8fHEueMPBQeU4ydogvDUhGKn6dR3Mx4++48fQn6uB7Ta4aWq6/mhNOy1EKt4HDwb/tZUMVAxUDFQMVAxUDFQMVAxUDFQd4V1DlzAwIAbOASsEIKvHj6EoHlTcg2yiPu4A9YStsUlrMRGELnBBLlQ5dnHSyIOAh3BzjDq0gyCj1Z1B8eB1v+M9jcCQYSD8haCEDpb73UPZQYFoTvQV1xeJ9MCIU00ouBLIvDP4OR3PNNNbTKRrqv9SK7gGNimJBsudAcFo8mU8FFx0RcloSYHXMW+nmh7E4/2SJ3X3ArKFEEhltSvVh/R0PfoE7hXC3s/xT36GgzHwtgLhMx4l9i8LskkU0t+1b0b2u7OqzHmTH6KoqaZaSTOZUBpBbxuP6bvMFPk/t2SRCJJIn3CanOFxUYoM8RdGYPUZ/vH5q0CYh5NaFWHFbIXkY8648i8gENxlIEofhG+BkplXupeW0Ym5bQeCZg8ej2jstRZ3qWx0dL705gZUSBn2x4M+ST/Zr32bzRulzH8As5lngvnosvx7uk71uapyT7XfqYuu9v2bwHru2BpFrDH2F1ob/E4LGCxhF0Pvwb2wsRYZPBUGOKdSQucZnqXMXqblnrVUA6SuN3g9+CpN8SZPy29GWcEz35laIRfzsnNsYxV3PY7iAC6jB25r02lRS0FQsEkPAqojOCTmioGKgYqBioGvnwMuN9D0MiXXje2bbgO9uNf1oWnQlhWAI5YRXZYaaWwznpzv7KtmTyx5qWAqdwPzyBdhoYo955+LPBs1722/x4xQtl3h7vfKxc5ikeYjhAAK/Sy3iemea+hQCilQIZi0brue+yj2LeG4EqB5D6+jrU357FOhb/hnvrYbuFY2b17M1wFY4a8GNzvRFxi6aBbk7hVAKbSGfMtpO37eNu/dp7kvdhPUoX6t3lHYfk3qPFbXF+Dm0vwOu/wTrIyZqztlrZtbR+uE3XFfpK9TqfiMG/TldPpRG15m3GPsDRaPGqRWQTN5wqVPLQf23OVCYiZnAL9HIfY+85jfK6qo88oF0oAgXbdehPPFo9JbacS6fFOF+9SsUeFXtAiWaWCQqMcCkCPtnz9TWBT1Dxgpb8OxcNjc7aMrTOI717ESoZ+0ar1LoO3BTf350lDKcZsoedHFV9xic7HZJuxnIljchlXeS19g+ehTSrju7lx35MWmlvX+48DPA/oBX+p9AEYwD5GDGCUURlHqc20Mr8vDDu1xTwt7zhzjPmmK/lQbOadm/gNjh/rSwqlfXdrqhioGKgYqBioGKgYqBioGPg6Y6DuCL/Oo3+m7yFjSVILQkdaDGYQrqBCw5z7w/h3iAvi7+qal39qoi95MRKutxOvTMdCxEFoylhpYfq00a7sBklE/mF5ux5wPd19xvPXQJNEkH8LyRgwn+nfsUfWHwwK4tN2uJ02PpSEXWrZ406Jc6EaJ4Sg/DwvaSlkWuKhPD92DK1dgFYQZNvN9FM68F4ICs2/xF8LhyfcxMHw6IzdBPEpkbnMc6yNc/eib71WEdlPmR/LfiRjRLjA/YjbZ2MuE6csBWQC7ueDY6QFM6iM4fykHJIgVoRPm8ThdT5F7F8yWHrJW4jarCcsWBXOKfTWLdj1qeBXi1ptO5vmR7T3tljj3Pm6YB6UagN2nwuB7WqJyo/7SfQz5kF4+zyg5MhZmXicb8df+LHCGLAQQfhb+ucxz4vwN+vK+7ZDgiE4DMT4g2G54YPY7n7bcW0BHgGPc6IZGE8si6iE3xZG85xLMZeoL5i44jrcmCH437RJbQit7WvGD9QlIG3OU2DSM8AmptpeSzGW4mP+7T+ecTJp3c+71YdSyV6mTV+TKd+vaFiX3t13gTH7uhyHZenl/QKv2ErsGHsarf7uV8AP4xqpfZeSe3DB140CGeuX8xgclVG+wf24mJtxzpQfp0f6maO8hUrL7rSg5hsK81e4Igb5jE9zlrmyhH87v7Z11bOKgYqBioGKgXtigA+xaw7f6e06Wr7x5XhLe7srQKwfWtkZkiLWjsWHP9rN1SlbyLKuWe5LmvYfrMPe24dj/zpLH/7dz+c+10XY/+wijEPKHi2UHDfr7raWXKv2ri2MG9Kx/Yx11f3Doj/brNeduX5G39grkkLQGVbS32EnZ2xL9+M8y41U5Dn3J9Z89lTjwF4O99QKkIsi3rlyu8/KeLhWJ13gc+kUlWTdL+XeeLfUqatAD/BLv+heuR0Q6OPRiJ0fd4qAettmzsGcB2VfUOou1yOmihNKlTF+hK95/hjYqu6CX897H1tMGPJYIDg8xv7KLZJ7qF5aTvoxx/Mw9413osPSa7hZZs+YcZ2tY8ZX2X+VY1Sfc0qqTR9GU4e3GuPbMmpa9zv/c56Y7/aU0913x3A5j6Gg3KJEGRb2m61i1p2C+/JdUXCcNOAUrteBad70L/d9t0O0W8K6bMVYsR3CQhU8k3ae+xvvXCkzC7OBY+pUSPZH7ue806VqawKWKeiLeT5DVwzx7XkNhJ/QElbnvlLOnfmXcZJxTy8tFwoX0I96dNrg1pPNxaK120/z+wZe5hdL+jve7w6Lc/gO4dZ7/kYHPWl/EAC30O+d1vfhyUFR9QumeW7jmIs553for8w7rfW5iIkMboExhfh6c1AB+QXhqVVXDFQMVAxUDFQMVAxUDFQMfOUxMO/8v/JwVgC/FAxASEgoI9QZhw8gtDnCfJFBodb1ZHwjYmZKdCVdeAfqYmY2SXc1MKFWK+J+rTLusCLQbOdziEU0XdUWngVSQnqPJDnariAsO9y7ypyjzZISNBhbut8L4SAgAmfAWjLdfJSoplWYNg/9zxA809doSEgyJfGJwLdHUKR1hfgP0lIGwtN7rtXkuNYi9lv8qGevXVvf1u54/x78GzeqpHm8EzHl5pkjRL55ddcbwl+0ymf8FhwWfG6OADAM9Buie8PcOdPC4SP7Bb7Ab9P8lB9W3SYF6ggsM4nrLb7nmxxgxPVYuYfLb/vqT9yTNyZisk8K7DzYScb300VxumJOXCWjh1tcZjnrmn+WDibMbHnUw6CRYRmDsIBvbnsDc5Q3E+Vos0HInW4ArXA7f706nQSIsjCWw9JbfAPg2KkUAB5oo2i7lzqS2TnDNWIR28oI5XtRMhzF6ebh3gnvtoz2iHn8DzAtDnz/lkkcZnuhqIELuKZ5i3Iwp4AzxrlkFyck8Xyc6SFeyo9TYntN/X9x8gjvxPuW5zfXw0Vcy+wZ8QygAFgIY0rkw6v/Fpg6mDQKBfsxAABAAElEQVTD9DmMwr/kGIv/p1R4dcs1Y8VAxUDFQMXA9RhgNcPS1nVxuxZcu6aeaCXW63l9YT2JmK3lu7+z3li+5GP9DaY+bYfghJUI0Hya6ZkwlWrmo0KDEaGPIk1b2bazl3FxaU7T1KlEpQtU7uwIleLx9X8oq6A3lLHo3qTQB9evUW/AxbPtZuNyvcC0Zq1ds5/c7C8L0JdLzzl2MeGeKCz/FE7flBwvf+6rAEJ86fYW4XkI+On7Np7skYrnObTphzWJbu6L8hFXwrH/PFL0ulsL+NgTacUa78DBTCjz81StPPcVgpZrDfkS+ybzWv9zE31F+Ot4hkekGSfna3WfqBIqc4fQLA8P7wKK+0wnkr/9Pef52naeLuZ6O/p+aiXKLlGX0GQ8NtU24+fYAVHLHnr14F46d9c79T/5YvmSKIJXeTiViI9WucEj+CWDdPAI3RRKBdI/SYQfLXrbTWlf61epNN8rR0ZPPIZ50vny7jwxj99LcSlkWkrjuYoeJW0S0HL/3mkeOaoPJWAtzjc4yrZC2YH9+2r13YhNnPMo+3RvaA7rAzAkwFpPNyMe0UQDKWhNvp8D3qcGwgGFVfmM58xR/1YMVAxUDFQMVAxUDFQMVAx83TBwDyrs64azr1V/JUrVsu2Hn0NRIFiSKSNRSywc4whpW7llwkCyKVibCRAR5fny+jzyJJjKT9dFaK3iEnkaiFOrq15c8EkUdlhF9ghDdZsW8Czas37JtdvatRQJ4kht/ml8l1aMeaRAJl+Rnn5JzDcKvHGfFa6DoV4LsRXlF3+uah9cBtOGclOH1SZxcYewoLSixONMenKlu+n/5v7v+Ukc209x9dQk7MSfm/6Dxr9PJYG1ubJtvXHXvmOZ0Ex/AAYITOKW5jgV6OZiO4d94p2HgSwVCtRGlhkk0yzzZWyuUiaPk0TtqK6+bqf/EnGYOLk+iV9Ky0wZYKxo/Vvca5dKjs9N+hcEvhryHzNGCL5DMFhwxFHOReBsxsUeYR3WBDArH5qfEOPvI3JiCbxJ9s9UjnkleuIH1JNxw3BHrJs740/tzLNN21mu/I2+jOB0+CHlsbYgFpxtmD3m2W5zWUymlT/7QiO9lkW818P0S9r+x+n3iDJ+G0zBwCROd9cxj2gM3tcNKedaok/BrwoOvmMwHXWHuIMjK04GXbq5xvVzWIg7Fj7j6xB94fRCKq7VO78pg+85mv24GW+c53ZgbzxLdTLFx5H5i9VW9p+299tcXnu+vC4VxVHGF3GWET6fam8n++Liqu/LIn89rRioGKgYqBi4BQOuK3gBIS79RKzRrSWwa9b+2nRDvbEmzPmx0mwVbPa4NQ6rtnP15MLqtz9iUnLM9a6sMcJ0ayr92B636zp10VhsN9wfnE0+d0/pPpl1XE8esa6eLXT5YVk75+bHEIxdguV4tSm8MZyHMYChYRKdxzNfc3cexwnhSuwLQoHrykoV4ocgX6xh1Uh83bb7b/ZQvwc2w28IAPvAOG7HpuyHVAqNH83lnjGGKqB2r9cRYmVrWX5NZ/bz5L7Muy378DGErLwDwDZKi52d/wVeS3MOnsa19A17fvbhd0nRaV0r60IdJUnogxaBqzg7noSJZ7Gvd4az52MP1zJ2Ees2Cgnr0+ZWadMx8d3UW1TPXBV3WSN/ebafohvzGMazsBxlT8p7d6on+3Wcvz5eiwLULug456v9dg98KqH2zXxqUSrIuNfPw9GxVuQbmIRL2rpXgF6I470CUh4NdI5jF7QkAnYVwSeVQH32kineWXDquJamFt+oeJdjjtuf++PpVNf87gYvRmUlvQf4zkEbhXBcngLeHFT45gSwCuCnaqv3KwYqBioGKgYqBioGKgYqBv5dMXBIkfy79rT26wkYgIDBzWnXIChsPuSo9SSMhw4GRW9sI9xI3YlMTeDm6QiRLu3XEm+4GX4MrVWYBhKzaFX3CImIPRzWmEF83YHQCqJIbe2H5o3+xzRuDC3gof4UTnILoLRGXROXdZJ4hgh8dhJ+mRJYFXbh/stra02t6GiB57Y3DDAiiT2spm8bjArxcUva4tdGdBO8an/O2CoALsk8c744sw36jWBsNN6zxOWTk/0kPhIxW1e69kaYFtYdp+qLsYXh1CN4Vkj2pCQ+YSbg5rq1n8SOysT9M8O3sQIlHlXTI4A2HvBmrjtAx+ac9xJ3ukpriZn2wFzqsTRIBovP8jknR5Ptagk7YWXe4O572mn3aJG8GfOBumE6veo/pF1cI4cb6P05sn+9rDOZGiOxnscW9+4yIi9apVof/WzfjV9aMy3rPHPuvI8ESycYZQhf+aak+0gYpIGrPTxHP1V9MM4x7iBx/7wZi5gvWeO1f8s4jzCFR6y927BcOl06rbq1PEjh+qbt00XOPKEXzuuwmPK9oq9P6MOZBuqjioGKgYqBioEnYcC1WiHc//BXxnqudU+q6qBQ2QfoRYR647u/t9YdlOFGxL+lDPvBEZfBIZCLZbTUV9bUY4WvvWcd/AIc/8x1ukferNnH6hIG9i+IHdybG2JDYfVd0owf9+f+JvFwm6YZsLPG4qI693KcHhHI3QQruGgRJHbj99mNfJM9JnvLa9fv2McUfCK8ATYFwMY/TUUDsH4W12cgRSD26gFXtOx5qexMxisfIZB7TTiS9WBc5yfs/42drbB10NqW8iFEY66cFTpeCZtzE7e8TZ9eY7i4UHCey+YyBMxQ9nGMxbVjd6GF8rhFQVmF2UmvSYxlDHl5eOSYI8Vf6V29JN1j7A7aUXwKfREK1SpqoFi8eY+O4U56pA16oo9Y5YV+Oqj4mTeybd8nEBB0j6FodlFgngIjtGODdzDCNeUtPzR+s/z23DuVj5hzx++1391cD3beLuaPqgXpKU0YgLUU9fJFk7AZsgilZS2U4z21fd89wxC9BW70yuC9HahfFKpaecVAxUDFQMVAxUDFQMVAxcBXCwPutmuqGDiKAeg+SCqJhbcgG97hHGZHEFnGqfolRCSC2NAGL8VTcLsl0rh/A60hs0i3RTidbdYweVbjB1hQ2i5EJ/WkZvzfuf4Ei0605SGq+2CIqWldYMjjgszffXDmSnd3Crsb3F03uAcuIT7TvVQSWC3a5gq+O4hmCWNjiWUqhGleZfxcz09DUmKQTfSyG9+n9YwFJ31mf8SF5e2aLTUI3nUBDcWed8hXnnLjipSwCPEUnaOv64+4gtkwg7/sRTDvxDtaxRPWvwpCOwM1OTFKOsk0mfu9YGJF/CgI0r79Mf2DIJUwhciPXs59ttpCn4ZwrpcJ8DFd/vvNzESVCMRcdA7rgxaBqP1Wdu+zwpz0mHnNj447jEGtnNfMs+YV441lgUxa80jgp/Ddeo1HlaMTBf0DPgYrRPjb9W82w+dvRB7ZBjJvHbENjq1ivpIZWWBwTrVYho4NAnddTzreCzxuz6lpiX/O245Ya7rX1mUb80pmQOmnrQU6Ck7ixjxO9iv6whE3zLojzH4HkJxvoM5S3JbdERbWWM0344fcN76y8fmyTGQ89SeyzG3LgKKPCn7X0++oGCZhPALv1FXeba2qxbaO9dYwW3uEzl2nMJbKqCM8+fE8xjMqmHEN7AW3q9LdOZ+41GJpCitzGZwqCxzCn27qeMw3sJ1sF7fp5NNngM1nmnG0HKvyaHE0dHEPHJZeh2XZ32nVmIR8fwqgkd+5tiiYSKFg+c7ybG9clrnrecVAxUDFQMXA0zCQ+zs/1KzBwVAv9fidLwvJcl0s98rR/Mvn5TyfuzrlDoL7oazFiuBa4jd//q6XpSX3a6y4s1vZUQ8ZeAkxBqreakb2FmeV6QTlUrJN1pa0LmZtp06t/lS4DKBiY5YQ7SxTi3pz38qaGPDRTzzbaJl2j6R13YQgcUQQ1aKEud0Hna494iy7bwiLPfqkteiI1yJRrmte48eeTWXMDjNN1CNN1OJZZhJPeooBf7Z1XVrmQ1jY4VUJ+EbqdU8hDSFFIh2Q+4Ayr4SJ87LPYO9U9mcO0cS+um3wUkJojJLlOnh2c+klpaXhpHEI94PQS4tW91vu1kzaHW5TOd8XEnMfmHo8xKx3hL7mdz4t8bCt7dJZ7sPBFTGdm4g5zRtVqiod3+yPlrij1djjKaDlPnnYZSY+Y45favnw+XLMBSH2xuy9w1MWe7yBcCUT1v7xjD+peGj/hcvx5Sgq/DNgKT28R7+gP5717rhPnMdkRrPhm2x7Gh5pWe8zWnUT7kjFWMmTgjdOw9qXXJP4cX6jyKoC5PNgioqpz+MMW3acpnmXxBwwTCgbr1ve8elDcJZsqtG5RzkxtrIP9CUUTgveLMd9+1Deh2zt9r/5fXNMaNB3gDq16vbdDA9FKh34jiGsj74EDLYDrAOKxnxbEtLoqA9eNOVapXLFXxlzv9d62IIuE2fQhNJJzoWJ+b0B9UUhqpVXDFQMVAxUDFQMVAxUDFQMfBUxUHbgX0XYKkxfJgaCqpGQIqYNRFiLhWoypRBaYCE44Io4NWHvSeBI2pEkuGhv1f0cQp12i0AGLXkJ1tfr3/Icop+mn63Fny1Sl2QRFDDCs3aEeJLQhZgsWviTbcOgMRZt18kQFNbn9t3yslNeNa+6/4C8hBAPonjGg60IFlrNWqF0WgegVR5DE/DGQzI8IUkIYnE84QY62pSyPpKC+aMwshfnpd9HMl5zS5ghQt9ofwamsQbQIuNM0i3ehBvk1+OvOKq9vMXLmWKLRzN+6ONq/QFtMpcCv4ss+6cQ+pHAect4T9PfGR9xI3fEn5/MU3gnXwyOowqzcng/iO8QfIdm+nEcU+FeQqw4anGBFbBWuEeTMOwn2HH0tSXeWlg3XOrrfnH75ZjI3LhGk15mi23IKF4jAJaJPX83DqrevxGomMuDK1mKzfjX5nH6NWecA0phwsRUt3zMn8ThpIJI9yGeM3UraD0nUsB44lm0o+UNAmCUOsKq/1TWuO/3cIWl8w8i1pdWSPlNPFto56GQiiL7q4vtpuE7FlbeZTxLX8r1TvF6UTFQMVAxUDHwRWGA9XDCO8SEktCl/crtIBXhius1woTYX7j2nd8nDCoeoUE0IZgdB4SO7Mv6E/u322GiRDSvQBlBIoqJhl7hz8WqLJarFnvLHkGrgrlYvO+1lhFjEy8uXSiaKdS9vd50A01fAl/n958XOwwk4YKYfXuPwAU7Sao9P3a7dS7hRzgzKtQXpvl+WCiX/cBuydNXCsZeMVrsxbRwLXWdLnD6SdkLO/Z4KYmwJJt7p4vtPgF+9mCKndoOeLRsdd9knVHXLfjardm9Z1ibRwgNLLsDdxfw5X5wsyeE8kEToIPGTTwpeH8OPPvwvUZRWcE5gn0VWa9J7qURALfTD8gtnu6Y5rGLHvbQNytCvYx6lFKlUrzN7/gOjrgd+1zGzf29IWbIff9Uxg3aH3he44FoGPEypsILAO8OC3n5Boa7ZYXSCl19VzbjWuq6P5TOsVEvRQpZpZWizbk9zlvcLXcoiLaE34F78BIAnKwzLLsNZaMyq/TbPN5i6tWKMF5tmecnq6gPKgYqBioGKgYqBioGKgYqBv7NMfCSO+V/c9R9HbonU0LXXT+FhEg3tkHUjJ/B6DBWp6SkPwmdOxA7EiwKQyCkVrhV67DEHWCqqGUvgYfT1yBuJi0jvTenXeKw3L3lmK+BLokbiLete1ctngEJeDoFkLiIbdTyH7GqnPsuKfx0cphaFG5DmE2PP8biQiZgeSUTn6nRrsUCbnn7XwHfXyEuERpjLdieE3yd7D6WkzIZaHfV/RD8orCM9rnHfeaV17oIG8Iq8/8Lq+cnM22CUFbQZx/fRZP6DSxlce8cyBO/9nv7E+eJ28+AlfGG2Zd5yHZDUrg9oEwwDT9hxGRibOfNYTU5jwPzCJ/7B6wxmOdqvHfBBJH5IVMGyIL5WMZqrmlmaEWXmK8dFuwT8zgYFDIL+BVmRhyDwbctW6wXtIE3Jm1LrOtgCM6EfOQUT/EDjsDZXJ6D7YwwSActgoBTEAPuwKswb/Nuz2acWxeDYZzpyRjXAVvi/Lg2vcoRWYvzVqtjLU4yLfBS4N02uD0LJQvHI99thd4tSg66YU7LBUeCeb6E2045/42zBZNMBQbLC4r4u32OaOUi8xA34zQ3oWChpcFhEu/AimV3E5YQbwaOE07vLfp8WHh+vs1jC+P0OXV8xllhJMXdo6XrzYqBioGKgYqBLwoDKiHKOjdpYaiijgvE9hsej47+KevBqbzzfepzOZtYrweEPtPk+pktHq3WBZwyrrtj89is15+w6vwBJajPWcOE7XipW+9GmIMB61EsW0OYoVePqETYdvsU8AvPDHbsawYE1AP7CCyUu1Buug9gseef8JKj95jYA9zcM6B37/5PdkeP/NxnPSeJCy2A9S7zXfaZOT631QgNEPtsuoXXGfcweggpyR1Q7vdsq/xyn+NeJ39e59PA/+xCeIR2G4JG2B2zUvc1R0umULrETmZf7Bw9t69bwBlQCUPQOU4SlTDFmRWrAPfE5MQDjl5FzQmBF3vHjr3bbe+A/WD/iLWtnmvi/Q5K6IkwzcVyDLyAZgxFZaz0taaOwdytO2lLx5Hm3YBqBcteumNOcXc385Ou5kY33y3eTcZjzR779fRb6MpPGQ3fA/a2opQvyxZQywKD8wkL5maQdpMGMjmmi4maN5/8d1NVeIRaEyLoU6YMCrjSTaRQUt7AJozMwhVeeKA9xrVKzCksP06rPBmsnYJ6jhI34/RH4JL/MeMncuVoteCogy7ppDV1ubzp2E5VL3ShRwKVdxGcC5pjrlv6+CGQhreR9Os8r45NyBeCrFZbMVAxUDFQMVAxUDFQMVAx8NXAwLwT/GoAU6H4KmEgXcDpHnjV/xBGDgQNrlnHcQ3jCTetE4SGRKuE/d0STDcZRhCoA3FiR7TqdZMXrpAVvuDmdb3+A8//SItB4WwYT08CYUup04bMgG8Q6+hHEHazVSxtQLZzX9dUJIjSEcvnJtzG2b5i01PJ5/7OJR2Q8QrC0GpHiDPa3yQbhIAL4TftawG8Hj8GjnSZnPlufX3tSwrUdKfbguOp/Q5uaNGjh04sTLwNDJ7gGmxs/gQj6bccGfBgJAQ2drJdvrAvCu3eJisWCoIe/doKErd1BFbADHNhpaY1c+2JyfHrm2/AUHg/NKB1u136WeSv5TqbQBiOVcAat9frETfjw2fNCndp4W7OvgfjyYl/YnxhWPS6Ixa/j+9R1zvNY99zpPYQAlPuBOGdLsHJqKtvrHAjBq84j99lBEy4HZuIrTzhnngIon85/wTgWJr7IUwwLNYw0l5Pn0STwc+0+aPJ/K8DHW37TtO/+gbnvKO+pxeTsJhvhineQ4TsWkrET6sr33uaYNbspJJX940yOHlnZHKad2ccT+B4ty6vtMxA4NzxXYm4XqfwZN7U8A9vCLovf3KiTwC7XtNWz/ek07q94GKvv09uoxasGKgYqBioGHgSBmKt55vslkfXtwhZ+Wi/AD+fNrCK7BBkpKvTkwvuvG/I9aHHgs+QHC0/1w8tgl3/cuf0pB7P9WdZrUjb9q3mYfVD7hN3d38dPtmE61jbPI6fsjt2n/5cIeuyIRRD+7fZy7FfVqhIO7cm7QsbQlxMs1tvd6XPSsSdaFV864rwnvqeJPShnN59oqww+bOPpNibeb1NOdbb6+2Z9VDOfZj0hFbAsWff5rjqbN4/5XxSUYG4oiFgnfd38XyGb6/CgC32Y9vno3tf6IzwsBTziULcC+84e+Wvv8zxV9FgTYxiKr8N9YDX999hPn1EWeic2Fs6P868g9cCRx3GdZ7warMe2NdKDwS4u+MY+1bqDPe8oofxUkn2YfVOyO3uAssG5uyXY9pFX1EmVrEFPPg+Se06dpFifGdYpdNCQI7AtWgalHdvniebJp56spijzrUJt9ktxxWKt124hj5Sse6XQzH9WxwL4Efy3fMWtL8W3Y9rvm2zO/58V2lEPKHE0/GNmvBctsHlPds/VVfMWSn0f+Chze9u4U0wuOBwZPxGlXRRNnLObebVvcbvFFz1fsVAxUDFQMVAxUDFQMVAxcBXCgNbCu0rBVYF5kvDAASBBAJK/AjBoB0QELZqbQfVwDNc8rY9bqNwjTvCENi3Gn0O3EkwSUR9s3mj/zHtwsCQWIE47CCudAfV6AaZOFkd5xlb7InEehBMEkkzw8SG7OsjzIAQ7syCSfIpmpJKNg6u1se2ayystICeeywhtfzNt08eqDeYUeOb1AWTrVfoXAjwJLwFUddcomBYw+BQ6H6Na94TjTqEIUznqIbyiKbygAvdIeIBUzUcisK8sYoOISK95kxh/1/BOXm0hL02FeIyGFIwyoY3qc+YTilgH7XinNOGWKaNB3mb42v4RZ8AIwIymXVY5OqOW2gilbrL9dGjucUe7WEFPCoUNQUe8nTTLpfB2whYGXMYN1o+t8Zo3bZK2XmcnTclRRkxldiy/l5r8uYDTiG6wWuMpflMHLOtvPRvgWNQyaIzjtOn1CerRvgF2JdxLh/Fck7GafyRRSvTDwEw7sdUaLD3G3yVMlGHd4V/0QfPwfOI4HkKYSjM7uRYRUlnzCZtcC/TSCt5hPowQe1/5Cuw7sC7Kc2J7dpPhK8I5DslzQhi2xD2h8rFIvNuD6KsfdOqu5MZOTMkLUF7YqzgclHJ0dMRlX6NLh7X9FsrEhh2u33eL+Y36Lu0gLAbmOP93cmyHJNyXo4l44xzh7VDqNDBxC+jVPBWstZjxUDFQMVAxcAXjoFcn11P3Y/avIpCsRLH8fif/W/98Vzbu/NaEHtb99kX9lbzemqM3hV7pJX7st649S4mrIx5iPPn/BnwcrFGCe6xM+bn20AlXFTO3jPIgBOVF+u7dCn7V1Y1lTWLIOJEoVtvIywPuiD2GrcVFj0ThM2EYHoa2ecMrODnOnSmenE9lf2k+2eEmrm/nsf0TNnNo/AqI1RzQqFuVFgYwtbYyZQnm7ozPurm9uEJc8k0OlbujUb32PO8jE3odfC5l1OxztwjL0O6Wna7VuboYT2R18bLPqYc2S92xr8lNMnUvMN+D7hCgM/B/E9MuW9kz+auT6FhQFvgu1xpxIuF/lIpNcYyBGUxsJcLX5EjlCbYU7e4kE+6CTjdcJKkZUp4Ia/Ft3vpCWVRw5uMzHNjcD8PQ9a8TGKbrwwftFX8oGNDUMjYAM/+qxC5gVchfezKV+z1oVOdT1uX0c8ZwSVs2/MSd3pC2dyP2tarT84wYV3HMEFPogzSKwQmFUic5s9NW1owa036zW8HdIshAYy1iwefjYILbebIQgPCPxgHvU2pJFqgei5EF8ozeCkEFwq9VfwNvKh8kzyFUSvuBo9J4YHL74FIMu8XBB8t1VQxUDFQMVAxUDFQMVAxUDHw5WPAnWBNFQMLDEgQQBx0aa05DRINCLO4Ha5pe9xZ9bjlRQArW+C+yfqw1ux1VfQevxQqBUGnNjUC0K77hCPa6DA4lgT0zXBsqF2JXwXeCCj7d6hbq2OZKAtmHs9HGID/fMRd62hMWAgniNAkoE5Qmz6PPKchCxEyAqVX/c8RPGlBWYiybZk2tO6Jwatb3mhKou6pyQpkDEEqdm/TX34KC6V2FaodDCeEPm6IdXcVfb3Qn9NQWbfMjDfxoPtDmlIYm8JcsXjQLs8EpVWbefiUsyRkOVngPa7O/wl4HUdc9GmhwbVstUAjdw/ajdrMb/ufw1xA6B1WoUCTHIB4lsRzZObPAdKoHy3+/i3ekx/wVCuMxVwqxY4cAx6ZgLhhHptPABdIZ6bvkezzLesmAYYWuO0DAucOLe+Yv1e+oYFv42vLTNMiAOYo52fbpkzEh0ajvG3eJy+u2ARi+d4EYCf+xNj4jFIyiVd/jndb5vb5RBu4D2/5PrSdczcFvjJkb2eAp2B+5LvSwjCJ9/pY+4WRCRNFC6Su59sYngpufRed7aQYU/oc7xXWv3E9P8sc9W/FQMVAxUDFwJeMAVc0LR/TlfGt3/srgaeRFe5MWz1oXJXcF8juT+FXCuuy4O1r4PEGRxTuBgVSWLRpnRh4iKzn1imfuQt4BDz2T8ZNDgGT9+d9StTxtD+xNLtvCKtW1+Bbhcuu9+5FictKSBXTeYWvy3DGvhYBsEK7sAReYOpyabE6/+jXCL7+uf6MvT7xk93z2uHYJyVej9UXT7aDQ5btWLUdyqXstZ+O+5kmAGcxeuPn0Ekoys3KELFfPbI/jfsCa5+iX8wKp+zIPnyCxgo3wu4fnzsn6LjKE7bVY6UfLnfFyLVJoasCTffLCPD1UPRsmBZtqzniPhqL8x0aZpHF91V8xZG2A1++e9BLI+/e83G0aGxzGm8SeANXwidNiOKpaTN2cTX/YQy9P7Vaj75DGXGVdSyz3fM8ZobvQXkXgHUD2/xO6Kpe9+sNcMW4ORfj2T0hoUrrned5Kn7ihatDsB+KyY5vmXM5fi30wTQ6z6FPbvoePB/uWBOClvkLLetZyBcPD1TGb0ZYrnJw0mm2VeB+fru1hoqBioGKgYqBioGKgYqBioF/DQw8lwL71+hlhfJ6DKh1HNrZEFfj+82r7mfQCWqywswJLWsEcmEtJ/PlvtMnLFCNyTQi/DUuk0SLbUB89rj56rEQnIzBqwD4LsSehJ1xU2kSd2kjbbZoYEfd1I9XvTjv1dpW+ExMIhmBqR1cSHPrmH9kvzpBzRq3qDV+6von4BoGYFC41EWfk+C2648Qm79B6ES8pmjb509LIcOU/FMDf/wBlWBFKYkaXMPDetV2jtio7cfAIRMUjXEsNlstAhAYX888YwBJbc+cevwPxlWhoRbcyXSIh+UPWYMsBefjGnfKCPwVtkUNM+F/1bzbCNPBMcLCDuvuLEc/ExzwUBrNo2hQQBxMEWMtjzK7nOc8iLx7BaKYlfmD8cagyVQJbX/wG7GkmRvRTpkjHknRFsVyLsWt+KPbs6H5LeOPwB831BtgN1ksn3V4K7XjFWrzD/xM6/eYyzBEwj2acMv0TIvjiDG2YVZsKtyeiHPmmRrkjn0yL3bbi8xzX1qZZra1/hF5ZTQq5I/R43ikXBSe/yzwIbO4aX4HTn4F/h7T7Rtnwcqc8RWlRCTu4EasfxveGYXOW1xscRJ5S/1xcfxPh/A4mMjGGvOb5nt+kBb3jNE4vEUPmVMMXFhGBXzn+mr5Uof5ZDLyHmjls6LPTATHp4+Y3pyXo0z3jQX2so4DAOuNioGKgYqBioG7Y8D9ib9HGOjEsw2G+jWNlPXA47nkc77tCIqMH8vOgXV0q6B2rqTPzO2a7u5Dq75cZ8paY46np471p1dpL9ZIBcEFrvN9UqSm4l6LsLAZEcohPE/x4Vzu3P7jIrj0mP2ngrr4KQDe38SdqcPdma5vJ0KaTJN7+dyznSlyxSPxQt/Yv09Yk7o3OLZLPF1R7tF8Hp6FtC5UCY+aJsbW/eHpJE4X48EY6S63M5Yw7ps6rBBHFEv18BPKpUFULPKfrnh+4l7WFsAcgsIplG/Zm6IU6d4w3AYznqdnHE9CwGh1zAwsgJsJui5cU4v7W2A5Aqz95ba0RMN4avUI0XAk4/Fb4b1qMKbtN4EFRYewknwmTDtNiTlwgNJ02zumwnaq/sRHa1wa6WwQP4RSJfPLF/weSXwXnFtp0FXgDAF14NA2yvPNufD6zgHf8C5deJ9voYoqzs3t3DX7vVLSK9Cb4G1q9SKgAD1nWZCqngdOEJKPKLyO0NDStKSuxPWJq+f/SfqK7wZ48fvhlrxTWC5MhCZKIevcjt82PTgBi56ujC+dX+fnw3G5BscWj11+EycU1Se+cQNwAtIYCjPf5VX8iOHNueU8zL6d/cBcbrbmqBioGKgYqBioGKgYqBioGPiXwoC7+5oqBmYMSFXxk5CB0nnAgrHDbZDno8wvtHHXwycQphCzN2vfX4NkiSxdJ2lRiCvbYokLodroirf9DXQLxE0Q/MIK8XIDA+gAgkLs0t+I3TN8SPuzNvEys+2vPoWI/xOokIi37ScmcWuKo/UgDB2wKkTY3YaV7Pw8MsngALaOWLQI5pLYfOYra1/V4B5+SJ8RsBcczO3FoZzDgDIm7Fo3zApC7bv5d8psSxye0b85r5rt7QqNaBhADcwW+5UMkb1Sc/7EMPGWuj/Sb3E+p8DbEkflwd4xuCYyTzosrH8EbrFQlUmwYUjt5V9cyrTsOlwwYwEMsPxOjXe5v0tEh5ttlBiM5yWhfVOaLb4bGIFhZRrtn6khmDCpxNDoYs8Yy1jIhjDWui4m4WNsRvPK1KDfWHhMlE2XemcqCIYD8QuxAJ5ggD41KWxeY/X8ODLHz8E8j6lCVJVTfHdODs1VwMjGhEkdripR8BAPy6Esw2tdzjt/g+1qffSU78DMLI15yPcUC+B8p2l0/52KeX5VJ2qmioGKgYqBioGXwEB85wfitRvy5JHv9RV7j5vhQLwSC4/Kl9cXdn02DEtaZC4XruvruJwTgNzHhDLSNXsZ1kVwNmGNORHGQyH1wdp2udEzORSpsG8djuzTz5TKR/QFumXCdfaEsLDTw1DsKS4WPJ7BNXref6nI2UWoHAVRNwxi5AVL7LVj36V1Mh6W3BvfDts8PigDtIxZH7GS2ZfF3HrK/KBM9BE6hDom9mhDgwLubAGcwrjjqNnctXzsZYTtIeI3d3puCZicW7fgalMrJ9ZXyuINijEdCUt0zf6+1BIKdlTRa3mPZWQb9GZ5+sxj9CsVIie8CTVaTse3ZP8dKt+TxFMbuMKyf1Y2VFnwpZL77qH5M/S88w3cHXzbhJVfjJVwfJ932ljlDFv0r+CfG/dI0XcqYi+sdyHp7SZ+Kp8jWD1ojq8xLs5blFBbaNr8Rt0DkL06NnNUuEh8Q0Zow1TUKLQpeHIPD5y68n9j9T5HFdi/qOQ8EkGqMP+T99X4zlwXpAV9IX2oAqpJeF9ubmUb9W/FQMVAxUDFQMVAxUDFQMXAVw0D7AJrqhhIDBhTyd8U/rogqEKY9H0Ia4l/aAmEccMb/w8MClwSB7GmMPF+2AvCUsbOQOxUCPISgyp5BZ9jnfgLYPkTpEshdp7feNKxWDs0uOwd0ZCFwE3mgn2zHRhOukHuaBuh4FGhZUGBRFYQWuXGkSPPbXOAoTbIeNACWDfBYRmo2E4rBwThPPdcq99JIv1S20eaOn5LLIvjn1C78Yczl1rXYSHK5Ypu91gRPIRQUME7TCkyqgV+3Xj7WUEbeXwILWNZW9pLjrgTt80i2Lft8gGy3lJ/3oeB2CiMRAgrHMZuk0nG3Aw3XM5JfudSWGraRy3KYahEG4yp9fszLS0s8rlkNMK51a/If6jokOWcd/NYx3iXXkSVwIw77/EDKsKqgCvTsXZsT/q80OiRkT5p7W47Ys121Grflp/nJf3IeGIy+yTkmS3Tj8j9fTEf+WVXIP9mDlkz5bCe8WgPox8zAyDRyDzrP6bPKDqEYNdCMJgLoriKPtvvOY26nEaJwNhuCp+pdrcvJeOlI30xrpaWVmFpTrft77bPpQLmgB1SADxpiasCg3gwbx7NKQtkH6+lvnI/cB7oZYxXMDUjVps3MsXzYNh57RcHbDqH1lgcbBgnKAqcfN8LrucKqSHa5jLm2YRSCYo0urPX1XfMbed0md9xlLlvPXPye+SvpoqBioGKgYqBLwQDEZtXJcBRpZ1bv7+uV8d/rkmxvPI4Q2S4X1BoFAv2hb65H3LNx5MElmjhrQXYbGlnzbhQy8XHrnV4vcg+zPuGRSHhz31jrk2uWITWZa0b2bOCMwQ5YT0Xlo234m7REKex72NdbHH52nXvQgug6OZielVy/bYSd2QKqR8RHmGpF/uJqyrYZCr7RF1jW2UI6XBvnEpw7sWeliKkhsLf/lPgKkoB7ssPfzkepZ3Ffoc9np5JVsN3m374v+iv++3bZ0SMa1SfY+YOqIUOaHGdHeFBFKSLyxn9y5G1bMz4zd7I/R13YlPl/MaV8NXzvPRx/5jzzbuT+3XClqRVZhHIZX7pqFO/eJc732k6MXyfA3ieR3S/tadcR7sB3/8c0G9lP+pROOIYez36hYV0N30f0e87nCuwc9/7FAjOlHF+Icgfw9sPVradAmBaKmNWjnMVAWbAgqcscQTOytdmzvKsw5am87vGO44l9+OoVyDD4ZAW/RcW0+AD5mGnG2gVqenRlMSOj5+VYq/OuCSfw69Y/rNJZ/PIu7BueBc4d/+e45hNSt+2hHbqpLOFCdjvPn5Heie/IhWUoOVUOKDt9HLEfdyKI1EH+HeAGI8OPBuD57BA7JE6662KgYqBioGKgYqBioGKgYqBfy8MJL/g36tPtTfPwsBMXsn0Gd+FkME6Ndwy49oMa9BON1syUOYksX+3pOAJgZ2Wx2ENqwAmmEgyWh6b18N/AYNxxUw0HETqcwGQpENbvvsgmEoR7xgoMkFACQMMtvWE6zPdjPns2dRctiljrRXHaC/Lh9rSrts+KRh7XCN4HmBUPDdBIAp/TxynHgaars+WhHVWn3kUxKl93XYIfwPXwHQ1E886ivAqCUyFda1C517cQkCHEC3Pvd4mziky0u4/p/8XS+V0uS2T5Aiw22JHzoLJBMGrkF2CN1M5Hikw32p1iYbVdTBXT2fjybG6IP6b78z41VJUIT6MJYT6HuPc6/m3W7191M058XBjjhUG426unat4ASX8v4G79v9Fu1ribudPMpZ2SswXW9iDcYLW+Nj9VzOsEYjGeyUj07E7xyCwrzAaEXQHQ2GPaXSs1YN7IWRVycH3GoZ2vG9b+A/y00ZHTOfVCubK1TETD2rJG9E287v7faAsNOaXWTf9YVz4NiUj3DE1k2NFinmZp1f9jfwwk/CmMPg9UahQU8VAxUDFQMXAVwwDrpH8XAd02U/cx7Tim7/9z4LWOko9tvMN1j7DKBQLrUuVKwhVSU5Gv9ZeCpGs557JdfgNlrjZ60XsKwrMR9qZ21eYHYI09s1Dg0BTZSfXWp8/B0b3hewbV+13m1da2CkAzsX4CDD7txJusMY+HuGl4xkxY/fzXX8tdqJW9gZ9CKAcv6cJgBVOKwDWvXKjxSjpaaNZ+ukek7k0QrchqH12QsjlOE5YwYdFeEB3Rb07400d7H9ahJsKoZ41F5YdYg88hOvsv4O/6/dTodhBPcZu7qXDQihNn+5F1Np3+jvwfr6Whov9poAfGVn3hfHj8Wy9/dBLo/k9OLcH5/ETU3oQEGd8Q5gj0gFHUxlDQ/gEPMYFP5rzeTdLO3MtE2GXXq+xArb/WPr6vs1vHPByajgiDm37PUZOIbDvXubi5IVS4ineU+g06dOiOG2DQWfyjWoNX/UkLwXPBBscuhYMEb7Ib4n4KHOL8SVEUEMIpnEP189stRavGKgYqBioGKgYqBioGKgY+BfBwIkd/78I9BXM+2NAIlRCkHgxxvZUcKemaAdTYiJG5zgkcyIbNu89UlKTuidqsWBMgZ2a4kASBA0x2NZ/hJTBHTAav1vak7PnEDLRV/SZFUZOWGx2WOJyXohb+QDhGher4xbBXMaa2rYeAEb7vkbXvErmmcvbJoy1N1Y/4x4Wo2ERqJaugtMkc9U+VkO7Nfaw/4DntEAvip3+Q2eCUEW7PNwwy2wUBtJG6zuuFM4i/oXRY7zlxh8MsxEr3ND8lhGkFYa44Xc+OT/oD9rHnQLg5gPaVoPcdhNfxboh6ilzLy5gSvS/pBEZFHNDgeucF5Hl7B/nBpr0xP9tcCtuDLtI5chFGMQGXn1WfsDa/RV5OwwbIN1lWs7z/YQCgELbFquSdvwu8xUhMIwca13OmDK3uB0phMLgQ9WHXoZu/2t6+3t+Eu/LknOBcphREnMSxpLxhtvxRxy1Ijo1Nj6Z+1DqMa84wBJixMWfcw1bbXADntX4X+BrW8ReaX2kBc7bzBNd+qkV7/3jbWzLLs8yfwu+m2BC6T4NBsZiXi3nfFjIgNN2klmHADjeW+s4lrx/6tmcP6yBaJs4YzkPj+Et6wjXadOHdpskgL6Rh7ica14clnBQxvnB2LYwxxuUHMKyhurOjPSirnpaMVAxUDFQMfBFYSD2n+5LehQftZLbCHGeC0FZm1DyQrFuGhEAhxDx2riRCoCJ54gS0QSzv5/Wi71hqft5MIZ3aYQFbQMtwB7Kdfny/lMRK2t4LNx/gF74mFUSGIHPNZNNyjOAYpXs2J+HxR8CH85vWjhpu4+FVhpi3nNctYYfAXlnX+Se5E1woxDqFTU+cTXXotu9BdLgMoLLvdAhFOYqOXeftnTUGM4TCojpblm8C9fx/Lult1dJfwkS+ztcendMinYA72ENmvlObIcXbdGm4x4CO4XSegJyvj8RTwU8lfJIWnQrLGxwA93qdtztmeOzM0bmPEzhtps4sl3zE6CxPvv2TLiiGd5p6QGtWREU+ov4xEdhynfCV8YYwLH3Jp60tMvY46YZvN3T2rZgwbnW6YEG2n5F2Bj3ppF2YAS2mDa+1+xdsb7X+06W5U0X1/dMtO34Jd70CITnr8Gx1OuP8Dl/89c5t4OWhGfQ8kOR+2LYmmfAKo3T8Qt6ST5Eh3AaAXAATL2iwpEUJuNdd31+D7LJe8yprOnyX/kI8mm0ik+Icv4Ym/hHAIi1u70gT7dPkF6uvOaoGKgYqBioGKgYqBioGKgY+BfGgDvpmioGNhgYg2HwCgu795qVVqJch1Cy+wNWsP8bohaCh3R3ug+qb4QJttZlmfF8JPIkBgc1f/8Cif8LSJaM0xmtz4RNAPPkP+jKBnELsd3+mPa/xXUS46VKXSf1uKHqJoj4heVzeX77kX7SRsSmfeO7MO/eR9gqowYiP9w0SbzBzKPXun9WUBSEphgH1ucwAqINhc0w9Ib+W4hmZ4J/pxPiXUaIiIFx1/2OvheW1jzqezjaKb53McK8kJ/SPXy76ZlTObZ7mY5cTrp0W30CLMbDEpaSlufl3uK4gU3mC1axDz+hK7ooLswDTucqNGg2LWngHqbqOOEGmfYz3nPmOfzrPClzJc91l2xdg+11397gV6ydf18ERLxjYTGiZEH74aLQeWIrp7ocnC6sRjqZqwi5x7d4P2GwRX4YNsHB5dGpZP3klfFlEZkt3fQ5x1RCCJii7LKv3vAa5ouxhifjhKPtTgW7zKD9MlFR/LE/2z7xPUHBYhhwQze/X2V8zLzMK1/K9yZctcMsV5FAofMyTzQQf063L1NE8W30I+I8a9mfGNi0HY0xZzj63shsXq3e4eB7Y17Lm860kxl2/obQWCECQu9OS/MLM2OncL2oGKgYqBioGPhiMcD+p0Fpx7ixGW/3Xs2XNcQFEQUu9r4KMXItuqaN11h6/bFZj59RZF6zXbfulGLXp7vlFmtbrUltI/YcJxpwnSTpvafVZTahFRoUyrS2VXkr1unNunmijrO32Q2xNx2J+TkMuFyOtfP8zuqwOgVZrufuL/G2cpc9vcp732pWPUppgYNbYSpQUi4UDP7JuIoz93WJ05Lj0tHc7mGEYAiXQnqEKXPidrgcsyzFX/fiKClKm/RxU6W/SxCVtskHblqVbNsf8CsWnZfKX36eILB37hR6pVA4Sy3aPlGNFuVjeJT5CTDpyeZeyZHgF/OB9yZgo/8xvj7bT3kvXy/gdt85fBPFzHRtHLl9OL9j+6Vvvo5JIk3kHPsHe3nbPDGYIoV2R97rhxXedzqVtC/j9maYDgoUvClklVY5greObw1ej1q8AiRtLI7uN4q7IM1jxBzrwJt0edcbbxcFhMCPuRMv0lSrXqG0PIXdWl78SuG0CqaE6tLN90za0Oyr5qF7Dy9RrjMA5Vx8MVy9eC9rAxUDFQMVAxUDFQMVAxUDFQNPwMAXsYt/Ali1yJeBAYV1QdjBYGlg/DSdLtYUlUBEEP+36T7hfGY03QNACbogQILCpO23ELJ8ACGnQNSWTYhIYCI1WEaq1ZpCLfNbNgmyyPaEP8HgQmBmPLGGOLETBFLSwKVeCXaYCu0vgQ0m27PZAxKnEtyyoGA8EBN3wIpyhJiULSXubVmBqwyWLtyaEQMJQi4YaDNGCnS3d9nYPzDOho8QFKItbZP8Sopr2lDmrzb4+vFzhJmfcS3TR3jmzwVw5nUpefy4IXy1OsYtcmuc2CJ1PV4k7hqPVTfIE8LITAsg48YMx/x0c4i5JKMAbJFl6mAKvP6Q/h5aska/xXepmvMoboyzTiGsMbEcL+eaadHmqXkH4R1WsLTbBaNrVzhpW0VI6lEmQsxjzsR3z/XY/hacw2iOdwN3dnP7GzgpsQGJc/uRjA/iqvG+dgj4HZ2Od1nr4m3yfPuznDiy3kG4wfU4GHvYmFoKz23HP8vZlueEY27WlH3UnbcutlXY4JGxu6J/ATs3dspmW8t+dLTb4bJv4t1qm0/46dLSdyAVM5Z5sx+0h7XxqvkpsCF0Zsy2aYnrJczbHKUOYezp/ApLdi1HRmIuy0xOPCZOE/acE2QP3Nr2qEIKgJWYZdFxOx+/0pZwld/2XnHRGczxRoE339Wzaa8O+7vT57OF68OKgYqBioGKgRsxkGv0vB9wX0D4Brdn46SgBKs0F4S7JL/vVM2GqyWcgYpUnUc3YFckrbiazr0CymruVYDV1fNuCTgmBHW67FWBLtq4WLl7GWSrrK0PhnXQbTYwue3L9Tz7fLGaIxnEiqEzplYvNgjGdvY3Rwrs3erczwCLnnDGEJrrVcg92I0p1mD7gbAxzmfL0Y3wfp4ge/ufS60w08giLfAH+sf+QC88AfOlkrvP11SzBqQBpTWF9xOKBdYsxNIW1yQV7cK6cu6re+oWYVeDwlzPrwM29zP5rlxTo5gHAuitkdA3Uyet9bwXyflkb6wmZtWggoJ75tLH6PF54MSVQjpCmTTAROHz+a98Kl7yXQwImaviLt+F41VEDyhkfn4odXYr7q3f5pujoPYFEngawZlhlUZCkhjyJrzsnGrKucC+u/Pdi7l+KuO97ivI/BtCVngPoXxjvX6Xc1ydTxmHmzml8jaUwXPn1DnIY2bQds/w9CN0Jl7JGpTDG5RdinA6LOZ5x1SUHx7FE9/OLMiRSbGZm+daevoz6TphWbcoBjX/yXjqSWqeUypBh5KR89w0z7m8qH8rBioGKgYqBioGKgYqBioGvgYYqDvAr8Eg39LFsNDEHXLXvQ0REbryUDtqkyqgwSL1lsou5Q2CUiYTMWvQLu6M67Vx2SvRy/TsJJxxn4UFchAywTRYEFLPIKgUuk5o7reNLmW/swut9UZnif+7/phnCiNpd5mCEF3euHAesEqMIW7SSrR9i59WjGpXp9Ar+my9cDdaLZ8H3AHLeKTfqWVs+VuTzBwFfTCEiK/c9zCFON8Zy+iLn4P8JHS6O1xhiapLNYTWMilvTvRLJtIQgl/cmSF0ptLT1QBDJ8GK0Dnnmzg4pXBwDh7nhxrY4DfcXc1zaW45RoDiEsuRbJci8l46XCq+Xv8ChkIRypdMc95yiPlBgc1R4a/9/Q7x6X4M4w0BJb0pMyaZn6Xw/lGIYCIgjNTVuELRVE6wvHN0P3+5dt7IZpIhmlY6KjFksk5TOebVsb8tjNpx+h1uq/8CjwKcCzTC2VRWmMuXfs49Mr7yiBVO0/LeOJeC82A5W1i0uSnn/UzBuNv0CQYU1vWN2vRzuaiK5/v99h3pVt9hXP1OKOy2//5ocVPfphVOFnCU25sjjML+U3rzJ3KpCc/Y0XHb2KZS3jh64hgmU1iMbHPcfCa8KBeMMo7OMneXcNzcSi1QMVAxUDFQMXAHDLg3yG2na3RZE+5Q8UEVMuhz/3W1oCAUClmrXSxda++ZXAtR7mr7B9bIspc500aBPWBw56L1mftmyoawlrXv7Jp8HfBJL6jU52/G14Wi29UU+MHZ46DXEZU6VcI606dj9QaeLeMeyaPqY/PeeZSO4Nz7V8K20wT7ron97wS9M8UebAv5Tr4LF+6H3KM9PHyIwFZLRIXUN/aTEmUv5s526sAVyqhN9xn7WwRz4db7AiB7j8cQHKKEisX74Z5tL/PFy9xd65JXSqFDkS+9JaFIGeNhBef7PM7CO+nPtfu7Ows2Zwqa+YCr5VDWKAoH+/NWOMUyR4fcH3vOZngH2ss9/UxJPGVOUfpUat3zsveeCIOissb52QbM0nLTd4Fpnu+nKr7LfXEBTAqA4QMcwsad+EY5t6WnVabex+tdAMlKFrh3XA3l8jj+lnmskJV2BWduzu/BNL4Nrt5hzVDxmr7Ey/SC8C26OvHdHRnTEUH0Jkax8EOD99ConXNKenyfyFrUUU8rBioGKgYqBioGKgYqBioG/v0w8MXsRv/98Pbv16PgcEGA4ta1n34C4fnDJBBCOIIVavefCMjU+obUmWnR5yNBgkQXXDJQtKzDNZiWuGjzhqAQ4qTTVRuxSZsJzfPQYJ2nbBAzz5y+9pkYZ9P6Q/qrtTNE2ubHaRBtMInCwkLLDwnNFNRuhE4bZpD5F+kYfPTHOEr2TZdVxh0eZxdRaVEI+RjliJOLcGiNVWTT03cEghKYMUSLJq45DZqzUKXgeCTe1aiwW+ZC9M8xSDwafypiocIUe2w+hWHxKTj/O9rOs2WnUMxjXzB1fj5IJls37Q0/ZYztc2Fyej/b5SSSVQ/MsYl+v17/b67st/gqHdjNz4PdFMSsYkH02NGaH16/hcBb4jvbKvjzyvO4jr7n87CO0Oq4/Q3jU9ouTdjj0ykEtdE3tL7XP6afb4LeV+BvFi7PeLOGgsNN/2Uqa4mKG+TOOGZijbo6Y+yeSFmHeHHMcNM4/Iw6GNvoT97P+k/gzHwBG9hRu371S9o11rRtC6PHI32GKZn462EkfIRAFrd51OMbvE3bNst7ss/sC/gVgA4wxBC6h6tzZnwXc3AxPnOlMY9hzhl/rMGKvR2wdA4YhXXb8vZMGLZw7NzXogKmzXrC0rv9HXXaT5i5+ynebW7CKOninSmMVOqd8bdfZHtd2l8ercsfjEqYWik0L3N7W7KeVQxUDFQMVAx8uRhwzXFtwdhrXmMMR6GwVbiOrI1PAjfXKFfQjLHp3pDlyUbK+nOq3lhLhE0gPQrTveCieYRi7p0UrXWuvfy9mFwXTYA04FGkwarQ9bOFrpjOClsv1x3dFSe9lpRcIYhKwaYNXkrUP8NmKBf3WdIUejQ6vn/Yq6/0q9wGjvDgEgJ4xdrsM0cFm2WP4HjctrZndvpnzFjD3SBkuwrnBaa9o/sylfRaPNJoj72/B9vLfvQy6AFQbezkVmVcPZegvDbhnSj2Tcy9sq9eVnByJrqvhQ7QgjvSscLLis6db94PXXA7Br8DNmimGBPphsvvQij9hZU6nRwRbKJUYNzk7NTlOXkOvDLffC/bkZjThDrRm1ZYsO7Pp6gosRZKjT6f9JqEhx3otphJR8ucheDiw853SZx1hDlCGO6c9X3I3x7+aH9ag6OGPTgTwjeAwhfbeFIG5oW0SItl8gQtKl1Q4Mr6/CbN9HTQSY4dc4pvjV/Sl0rlfYhYzcEbgU5WaTnGRnyJEyDDg9pD9wHep96GFvVrDlLnZy8FW6l3UDiv8ohKtY//bPo1IwX+1oaakvcwvUdWeAwBTylVjxUDFQMVAxUDFQMVAxUDFQNfBwy4W62pYgACBqIJ4lxGQUtc2hbCRQGWRPQad2SPw39BtEvE3DEF0SSxQr0wc3qsf/tg6qSQUBJzav7avI64qBDQGwLqGQReYRrEEYINC8Zu+IC60YYN91vllfDZayBQ4/1z0COMCoCXibw3MnmoFKG2RDaMIoh7LRl3E30H7zJXdAWn5bMxhsId727Gm64itrNCX132Emt5K4gt1dhviWzIbpicky6kRqyPZ8vnJ/FpxA14Nj7aQ/sRbRorVmvL0ubuMQWfPYzDv9I+sYdhzt3MAIs5Zb0ICHHtraVBCoBLW4vx9VbM3v+APwAAQABJREFUA8dDdoIYgCGCG+iN1nQpdvRIiTInqMd2Jpg2au03g0oMJzq6UxfwWDZcjSOMZL4nQ7LUfa4Oy8pceKN56P+DsgpHzX+uzE7jwC8TBeUGXLwb9/hykinDPMEN48PqQ3r8PRjktHdDk9s21IvHGhaLEt+1w2Sl5Z3z/UNZBCZdg/A3FAPOzKXDurwDvmJ+wARhbk2t1r9FAHz62+Yc1IqmbRDqW8eTkwwi5wna+X5XziLtNDxPbr4WrBioGKgYqBh4AgZg4eOJJd33l+J+z++Q3IPE+un6xD409iTXfP8zj4LVyX2LTP8XSOF9JjyLuPZdA1cCMWEhGvsa19zRdbxYPz4XSPAlnhC4bvZf11YZuHYNNuyDCm/0R/hiX3BtJct89snxUwD8PnsTlFhDadE8T9oUAYuwoZS32ftY142p7HP0gFOskm+sYje7OGIEJ+kCrJNDYY7+XT8dNtX17KNa98dPxnmpisbjXRHTeM2ZPsVj0u94T91Plzznj+6eFTQycNTxHcpJj11Z+HzV26e8l+P4NwSB7vkQFs4wH+wlbTaeCY/4Bk+TAnzORfSmHJd3SoZhMdzOgBDY3fhZT0+BVBVBUHKVlnvxJER/g/fwR7qvWFe8lMS5gvXYj78BanCVDS2SMdRLnpc94reMMfkfwFAJwjEq8Dl2KBLoKlt60G+Vc2onz0vARvvMkQKLobM6aFlp7pjjKjbA5+jxFpW0+BNe3pcAu9ZZMVAxUDFQMVAxUDFQMVAx8IVhwF1rTRUDgQHdAnfTDyAWdNcLIRzCoX/iwleCHwGRgsi74cqaMtavDJMOa9gW69+GOGgKtVqkYC1xkBpctE79byBkEBBBBCqoS0Jqnrq3MhHInzFMEQFFfLN3kPvaLvWhJevRNjpcJzWvfx8WggPMIhoFHbKL5nYPMFGIP7OWPJwvUgj2fAZB2I7v0gZ9hbiX6FaGJjkWRDjHDtdXnZbP9F83zBK7Mja0QGmNXTr/FtXvnEqr7zNBtE5YdR+Rr6ce2gCWJBbt77Z418tIxD0uLqQUlCWDRNwDncMGkSkDyJ/XcW9bfHM2FqE5TAy12SWQ1W4/laxaMeykS60eK0la2BU8239LU8d+5yzLM8WZMa+MdTwS/1fXYPOYOX6lvjhKGAceyEKSubsmNlzGfbatBVIiQxLYkdl2Qvg7j3WcE5+2+wFPsCoHxxlzLnP7t+C44Cs1sO2xbcPA7T/mTEWHbFtLFWEoMPNgkyL2lcJfHq46NN8ROivstq85Jh6Pz8OohHFwXLNuxjHa/RxYHPvFGDle85htsMGJbsT66YfEicbqODTOFZLyYM6UtTvX55+12lFSwUMww3rclOl+zrnoQ+GKOmb8Wp4UccFxP6eVzYDAewhljXgUf5bWwPn+LtvJfOkuOvts/tX4T94z57hzm6aj3ZyjYiC+NVl7KsTocvIgCV/CuPvIGnZ/wVzDimYKpozx1kwzUuJ8/08pP99fjMV+znpdMVAxUDFQMfB8DOT6Oa8Dm3XGBQLrvRVKUrEvzXbKOnfqeBKasi7O61usFSpchvcbv/sXEotV2xkjUwEOVnKuKeExJVeVC6WveqzVWE91tBSWpCqHRsqF8mQd6c3G/TLrKoptWj3mHnK5UpZ1sxytbnl+qnry4K1nhQedPpQoZ+HKfvaCXzf77JXZOMz7j9y5rt3r9X/x9twqJ5uxoLJSvhytfz63+/kTXhJzROu6xjAcE0qH1Jireu4rMtP5v8pmLOMeIYSrES92vnm+6N7TGSZ7FQKoN6mP/eG8Fyx7sL1CB5elj2UsRVRrYYT6gx5bFGqhkFcEhqVVKzqyNd/WXzpaYpGezbwtdvpsflccSKymJwRyg3Wyt7+mr7HHC+UEd5gKEGfLyGfCFd+Q+dvhPl5X4yr9jXoYCpALxjzOv5hfWi7n3n2EPmyhX3yPRFsH7RcKC+S4S7K9SCiQ6GY55gzjDIA0xxgX2LjwHMXlmALS6NPbTCnCwJjxJRL4T1oOJRJDxOh5geS8LCmh9KbujN/he4DibShUvxRQ2XJ5J8LjAsrh8W2TVkzkRCaH2HETnhZ86T0svA3wNr5UivHiexeK+uDvGzTVrlQqfuSd8FvseKpg/i5HlVn5Jm6JsZcCq9ZbMVAxUDFQMVAxUDFQMVAx8BXCQKEAvkIgVVC+HAxANCH0fdW9j+si4w4BhW5wEdAYKzOZSxw2RONzoZQQUoNWUgm30+2PmtUKIRZC6Ew+0xoTwtS4U5E3icA5wzMOtBkMG+KJdlgx4q5JwijilM1EbwjfIIqnNvsuE4xCc5szgfkUXFhmfCvdTkcc4OAGLPrCtYyDHgsAYi/3uMDqJd6CwUH7V7fpq11+Co8f6OuPIUSxoIzBtUnbLj+vYS/AOGl0Cdx/lsd47rPSd8+vSEH8UjdMqL55n18SnEWYeKyGEK/DlOtwXYUZMGWF7dYk22AVFpur/gO6BENnHq6dmmLeUX8c7ZtWNFo3/JpmcXUemY8VLLUUfBT8kRfcvkH834zZ5fwFlxf7ILxpKTPpii1iNtl6qbe0d/yoBXnL+xqKE0I9z9/juQ/val0+4QpxICaeQugDofdOEfvsXITZCaN6XGOdgAV9y+g+KdH20HzG+DDeph2m24zfjdATNsvwbX709aggNqu4+Ndh8oeSQ9vrug0hsEoV/DtMjgHKEcHw4r25+t07rCnv0CferdG4w9G9Y22eKlvvVwxUDFQMVAx8KRiIddwYoyoD5roQXlTuBgx1hiCDfdIt6xvro+vnyDo6hReNO64pVhVrHl5UUOILJaylBOZC3yNecuzh/wreUGh89vo5N8heVo8cqx56oZuF0hdg2T52r0LH2Cp1KBmuR7z7qOz55GQIGxP7hO47zas3cEW7Ubyb9zBX1y3CqcetI1bAI1bdt9aw0xTzqGO8wloTYW3SUAojn5oULlE2lHGfWAflQ7k3PLlIizjvn9jLzV5XtVnqGaVdoFnjnfD8ir5SR6cwGxflTYNQM2gyJsdTYVqgJWhG8R64B66Rb8d4joZ13+8vk16btCxX4SH3p1zv7JFLzmceVSJReK63pxjg/foSphwl9v8q1Q54sHrqvn+/+lPXMb6IefnmDqPeifJN22b3Ou/1evLC1fmLw7RtHHyJt9mDkZbdS/ic16Qe+rMLmpsL8Pwi4xctbf+ETBeit+X70eLaO71WOKe5h1v/rkOAz/i1enV4ifm0BaWeVQxUDFQMVAxUDFQMVAxUDHzFMLClNr5igFVwvlgMGPdo0sKO+DBjMHugDRBANqvfQCP8SpZJkKZqfC9/z4IyCHStWRHAor07RZxNCHEZKAjhjEk64darR2vaeJkpBLVFCWGn7q3T1/z2xKQQC3dtuG2b0PqWhVDqk8RNaw9iXU2/pf/Gg8221I7e1uEp1zOxx9UimT/LLG4CN1rzxFfuph9zTlwu8vizP2rwKrzMOFFaJ2B5jcY9wAWddpuyroVsPyE2xnKjW++wxoXhIRo2DJKEszPYHQyxpvk9z35LXuN8yUDK7NEP6hQ/5Rf3TvwJwSAxW9vp58wphHcbxpg43E3JbyH+L/F3x+ZXwAFxHYJv85m/lCnH3fLLq4jHRpyx0Xix4e4aHG8secQzIxO/xDuIoS0IeSzdm9V/MjOM9yz+ZjwtK1+eiz+JemCTOdqgSDD+88eMG/MpmLGZOVC9LBfn4tz2xS2WvsYIg4mrtnbCljAeFNvc4L0Rbt+dAZdeMI9HGHMbYbdjH+M/t7Mpt3ui0HcYiHlM3OUWIXggZzfL4opvBO//2KYbuKZJJtABDyHaXRSbT5fzV6i0JpmIizaGazyZdXxbKCu+AgfgReFsjr0lVFD5KTAwl+fkN8E36DAd73foVji+418Yb+Y5+PdPHDaVlPqsQwYe1uuDAmCZqE9PwRAn1nOjxfNA3TSztRLfheDprdSSFQMVAxUDFQP3wEBZCQyLweLOOiGjnxSCHdch14jDVNbwwyeHd/zyRzt6hEFYMKFc5f4q9runBFEsuhM/d3dT7BvYL7JejhcVzg7bP30HqFhrVRrse/aO7HEmhdMHC/7xGmLnGYIbwpggXDK+6il8nb+fa3nZP7bifkRQjtvX3MNeu3YCEWUjDmYIb9zffoaQFMFc2a+d2Lucgm8zPFhHTrrqlT7iPPbzx9Fy/i7txzi2CM1RSGQykL/MwvNFN08LPcJx8se+aWD/H7FtrWsD9KbEyZMyj92TAUzgSe9EGQ9Y17KnMBMFAg+xDxWvm/2TXmveAwwVb72ftc8lbj/QH5USDa2zYhxX0Gt9x8+9ecHFyVqlB5zTuOsdsN62w4Ef67x2Xu1XPmNF+oE++5YaX9f3tAcP7iLTuna/XF6LjkQJNEWP8LfFm5G4i/eHe/dMwKNXqSlCkjDnOO9G2xLKREW8x4FH5pIeq6CtWvb+xph+2STN7wzxXUAheZION/mOmNz7OwelHYSZbydwOuOdUZZ9sRRzREVh3bX/kveBmN22B07CENgxjJHGGxTW0l6BzRcDZ79i145HQimpHNRB7/TSp6TJ75TfKJQdJl2Mc15TxUDFQMVAxUDFQMVAxUDFwNcHAy+9g//6YPJftaczgRxCMzTYmxYBFgyDIMxx37ZGSGIsWKgF7t2ZWIBAV3A2EDdrwA3zgGbxUJgotGb832H6NSe6pqX9aF44npno8yDToMVtVPMhlckc4bAgaBW8Po6fAF9aACfzybYLQ2ZmylhmUe4cZEEY0r9V/1FYWVvnPu9DYVYLk3GYfscPBpBCuUhaesynVx2WeJJZKLGH5TGu8ya0gNMdLhXNhL1VjuIeF7W6nm61RoVpoQc9ZVW63L21fd0gr3osNdofwngzbmuS7DG34mr/D20g8J9izBV8w3oIhsx1DDCFvMKo67QGV+YtwlHndXj2XjQlziMf+Ld/wfBhLjrfmt5+K3Q08XB/gPIBf8s8UAiMAFGiupfY/5AnKjH4XMbEpeQ4wbjt/gzOjftm2/Sb+grD82gNUb+CS/qKhfXUe6SuuG8VtF/Oj1aQNyeFoVj4BwMIxtmlMXZ2On86XF339hc3cLemWHQYFBUE0voXJgrCdDFRfroP3459vierNxhPxtUxTfwns+USzAmfrcJUj5JrMP5p83rNd413zXjPKpgcpsJKwuJBl4W+N2Tazp/DEufu+G5PME8nLdyjp6VNa62pYqBioGKgYuCriQHXVoW/RQiReyIFDk9Kse+g5FzetX5sv4EXHNzQdvP++2LF7ooVdvyZvaxecoBN7xx3TQpbvt08PHzI/oR1sCxZV7XBOjv+qXmc/pt1++8IloQtBUtXFT+RSSXJBnfZA0Jg97HuT48u3wflt8B3PcKjcJ2Nlx/2vAqSQ1i6zbJX+vw4uwcZYs+GkJx9Tf72qrji0uaD1iH2qTE8UzB9vu3T1br/NEoqAnzGMBRNb5yvuU/O3Ypz1RAhjuXgnBNv1HoTdNHBrnm1+gj8o6C5EQqf7sXlJ0KgUIt3AWG+QrlQZrxq/z3Xjvcr5/mkN6gQipWd6OXWj+YImtDdph22LnEHXLioLnTBxX0rxVbdm+AJYatzi1FMWtM675iY+yMKGoUGiJoFGUymAsGiLZV4sbZdPfwgQYm+LZ7f/dTvG26WoY/0CLZ9z8Utyfks/NJg0F1BD3Fe0osKgWlkYr4NjcrS0s2Zgj7gdIA26vie9yvHz++741ZyzZlf4GD3EwV4WBqBjXkXcy6USfh2OoYhAIbf45yqqWKgYqBioGKgYqBioGKgYuBrg4GX341+bVD5r9dRBRISChnbFkJg+F/QUx9wV+1nSAOs1YZBISSumKFdJGxSi/wOfaXhYJ4hGGynn9EW8Vpxd5WxPZOCmda6pf0tTRN7DZgk8y8SzZdAC61waSDi4EIEDbhCCsbIXHcyM0SKgr1PINcUPpODzqfWtq+M1hn85XdtStxRZaugDje2WlHSmWWdWZfuaI1l9Qsu/4f8Co22Ddn/izgIRo29Am9B9Knl/Q6MGwhRiOTsY7YmY0IiOmLz0kyLEHDAGnQYEQpKXJc0C7rtR6bEQ7naHDdlzChxCUMzrI61vMh0DH7jzaUrXpheCMiMJwv5PJfgYL3L3/bJ4sw5wkzB8rdb4/45ymcdjlXO9cxuPxT+httv8slmmHRFHBbQ4hyBsK7uuL9Je8L+mAM8HKksmDNYWLdasVOf2A8Brm1whzcq7vusuELM+QPEwVj+A8oWCoBTiF3mCzfmtIcLMrSjFgbfwYLWuHMyVlNjvpS4dAzmKQLQSTdhWjZtELRoa6/PAEu/XsHYRdDNHD6VAjdlwBeZvA/vlfi7/CbcQir0DkaiA0Tvg1Fi+4w+DOOwCFaCT3/DQ0AoMCRuj82jRVMHp84x8R8x2ToE/fRba5ZTyfqTkavwF+UU+u64eL/8TpU9ep93cYRRNBLTLCwtrGzzbi/m96Zwwru53B+LzYN6UjFQMVAxUDHwUhjItRpBw4DVF+uIn+4Gt8YllfWuHMv940e+9SGc2lUQG7Hwm7BEjLWcvU6sb9HQ8VpyTwEYWosaA9i8Lq53SmVpGvWQw/6x7VSEsuPXpcjZYWWLJx8qiEJbLz6X6thb+xb7pigZVpt67nGPOfd5s/c8X7chVVaPiDL/QTgGQrwgQo69YOyBS9HlXrPUW+6VPEeOelEaFUwDV+5ljmQ6cctdpD9RPKCMqFvvUAqM9unjzeu/ZQiHQlziHovNsJy+cvzMdpjVMQRbeE+Z8BKkMltJy1mX8+Zw/Kwv9sXEkp7wvqRlee6/Sy1PP4YlozATn7jRqpsQMhkL9VydWxjVfZ06aBStNVH0E9Vbr0Hn6jj2DGwglMyfmMlxbSI+8ceMMXjL1yHf8WNVeI+98BShc/SOxTwHsQo6N4VPlbviftD81h8/KS1jFP+Rb4lehHIO7oy/CPE+ufxOjQN0B8omczeuaPH2LEn3wicYEE63xLKN+baYacv3IYTY3+LbjDckeiOsTIeXS4Ec8BbvJu8q3iEc54KzOPLuTSgj5xgmfRbf9JeDaqfm/NZC06JI0jofgUSaflSBV+ULaFXp3poqBioGKgYqBioGKgYqBioGvj4YYKdc09cWAxJQCI6CrON01f/fEL4KCVNIMk2fcI4FbNAI5pX4ugPJJ9E0E1C6sH3V/xBrwu/D9DBJOHMG46hZ/RIC6q8IzJKIjsfP+jPDT78V1CkobLE6Vkc+E8+7JJQaBb8IiELoGA+f0e8gEsUeFqcwPqYRgh7iOUmv3b4pBJ2IETq1v+f5lsEiugpxeREFM2EsMymtWSH4ureb/gG3T1o7092sz35n30NkiQVtHxbHs+WxjBCgCJbD1e1nr4KJqcAZHI8wfLKzMhzsb0nzeczD17OWN8LvEAiCr2B27OKnlDw4kleGQcxdmDgPKxQK5OrEnN3Nva0x++4Y9xFzGYvQGObsg2y406ngzrz0SwvR8aecwtyK+S3Bf0Uyr5rtxtrGgifxXdp3nJJJc1BTKDJoYc24EjtbK/ZMpXfleFBycUOrF90fapFKWzIsQkt9keXg9AGsEA8QRZEGxrCt3J7mPne/pG0YdoFnx04GSv7ml2MeDseB/uGir8R0zt7N43cTALjbRskhGOa6uA9G3al321ZeMZdwFU8sL+eXTMHle3itIDgECI51aOP7XosDr2k7jpzupO0c2LldLyoGKgYqBioGvmAMuEYMzfrRUBGuR367/T0nbeso6/yAQteENaJ7xeuScFEP3npyYTq3Z7muxsNcwGIoDaxu3etclWLvprU08AibAqxY568qfT4TC3Dgi/3dYNiN2CyUsTgHn3gy37zeK1DCctqdR1HQW67tO0AcXaN3cmS1ujVm/5l7QGG5tI4LywyPuePUP+xNOmgf9sLuzZ+SEPUwl14hAEbYqiJmjMEleHZbSjqhQKiVrfRAhivpQqjEsxuqtGfhlQdFVN1SO8+z/Llx24Xp9JWifIRxA+FMDGfjfnaB28NypU2FYuy8DS0yGOtaDz7mlhbdjs1h+WvuZI/ttRbAa0MKRb3sQy8VNwPu4MeB/X3QFdQ14/xS0cvPnVM5r1oVI4mfPK63CgeOSQord+de9MZn0M1pMX0lnXMZoOM5fO9w/bwmTI1WtomzLexhQc44S7l2zVvQQ4RXCloIqj48Dhyv9i53QZLwKJhu4xsHXBu85XsxqewgbYgg/wsXtjqnCSieHodU8E28iasey+SuwyMY57s0+V0wUyupGKgYqBioGKgYqBioGKgY+IpioFBAX1HwKlgvjYEgbyEMpgbBJFrig5r1EFASNcb+7ZrfYKkHE8K4QFA3qaUedE4QP0+HD7YGhJvxhDqYE5PMJYj2iGsqgw0t7iZiDxv/R6GsU9VfkFxPbrZY8nbDB/RJa2dcyVGtDCWTwubQuu9/wT00yY2JpMA4EOXz/BUA9q/L/d2joi3aQGDWKDhbo6Wsm2KTRNlMmHUjBNtAX7G67sIKtrj0S7I3C9zyt+DLMcUydfwu7Z4h2CfiVOFue1IT3H/kLTWU/ucYJK4SEs8X1+GCECYR8a+6xjhf73Gk/ejjXl5Kymho6Xdj283v4tcMWKVyT/fEPN2tn6tTKY1MaBdhd4PwWbhkYiCz20lbKDhT+AzxPrYK+42F+zkMM8Yhxty2S2FLHaYkoH1mrOOf0O9vUmLOG4LtwzLeyfplySH4xt1fg7JFFzGuZJQuk+3Pv8Dh4hkWwB0MY3/bcS1weiznizJLmND2N+6wVhPG0SrW6CnUFHe75VsUAnSFPGFR0kzMY6xdVKU4l8r7EQJQM5LdV2nEheC6+T9c/BZrbwSyG1hLf2W++ZOBoVU8rvCMmz0rrBztm/UfpF08RLxl5viIFYtWzxHr+aBMuQFzEhfbE9bkMlKTUVngK3muPDqfmGe+W851h3QKQcI15Xf7cE2JmqdioGKgYqBi4D4Y0MKwZ/1V6BUhAyJOpvuq48n90nbPdDzPZg1zTY4fe7OINa8Qkb2Xe81YLU+VR2wZexUEXWv2EAhyNuvZcp0/Vfya+6zXrngFPhXEch28UDgysb8XXygydnoriRS1XShc1rvl0SJeu26yN9RDD9uRbsATCYKe3GGf34tE4eyNtSAcYf1nTVYA1iJoc29xMl2DT+kZrFrbiPlpTQnvyTrLg5go6Rkm90mGxkERUmvWURqAeaeQzv3f/h6w1LFzFMfghxTWmiN74VFPPMLjHu4aPEXxgz/Sfx2CaRXo3MedSmXflzhIPMQ7YQHgcHe/VDYUpLD4vKp/x1oVN1jnxx76d/QX70fMOcOMnE7LuQiMKF6EoFzaDHwreN/sW09XctUT+97hMaA31EvQmLa9bP+wmqCBhm8yx7VqVVjufvh8mcNazt2B1gUW4xL3eDsy5rQxzkufi1LEZh7H/HHH7+ixH270PKQA0bnpBw/Y7gof1QF+qycm6bMY21lwvmzLWMu8vy2hpFSuVlmTzPz0IPT0uX4Oc5tnQXRCP/FOlPEUf/FKj/Ix5HHgZQx6VH5HwrUp/XInAKD3MOfxQEinSW9LjLXjI12vpwnnOlcBw9Xf9ZeDuNZcMVAxUDFQMVAxUDFQMVAx8AVgIHd/X0BDtYmvKAZg0ATx/fgziBa0VSELgmjq0NrvsYhstUyEkLlXSsqIeq0QUlKCbVSABVMAQEIw5hNj/vQQ8jMjw9yZnkvQSZ1RE0yaFqF3METmmn3QKgDvscB9+E/yyETxJzH5xBT9ncsjMFut3oVYpM8SYYVYnglr2x+NKYS7K5k/aWny9P7GuEIEDzClGtwEK7BLon6vL7SvgF9h9zDiili330HY7uW74TKZO+8Q/1dBYWGU+rlZfnJkZkDQd/RRYSRWz0Hox3xb5rulYQXPWMUar+6KFEJPCONx+BNujdHOD3fMVxQsWWLsemI6v9s8tD/ibulryXDuKDNF6wNcrcN8yfE+l59nMWco57QgVmA7GkeNNgOOUvYa3En6i3MEwLqPDGbUhXJaHaPRvmrfZq44pyhemrz2OM95GcNaua9hTsjgzHlx5D2b+7vq3wK/P2Va+o16WtJdmy7ujK33uNbyh/6fq413tMMapNWCRpft8S7b9gU87YBn3xJPHYxw4y075/3O7qb9692n9apioGKgYqBi4MvEgN9y1ww9SLBX1LPJTWvBMdgXawkLW6uSIL9w12vdlwQYrknk+cfwF/ZuCOZijT7Wzu33bLqszFGacC27+4wLdcYGVHERbmVdtEMAcqHMpcfsc2LfTL/bXu89evFRyHfrrkBkYxUnnRN4diztba7XnNye6N+K8C4P7fuMg+P6lDXdcnoBQjCtVSHaeApsbptn1jELs8GXdJ2ejhotXKVnNvsYLm9J8x4zQ5b8nb3YU3AlbPx4f1S+VYAYlqY7+9dbgFrkjblB7OQez1XCdmM87J799Bu9CqsKgoXz1jm1gOXoKQLXXlfBzLV5X3s02+am8+cV4/894NGK9AVS2Y/7TVu5F5/7zH1HaHfeMadUhAy8vgkdkILpF4BqUaUwoADaG+f8nyijO67cKt+SgF+BtLTUm0xtFcoLDeYYPuUdXDR/9tS6XQdwc99BM0PT7CZUCFTShUbrcKGf792959Rui5ur+PaqgCNuUKaPJH+DEfVdC/w5r/A2sfke8HCeD5t66knFQMVAxUDFQMVAxUDFQMXAvxUG3CHX9DXFgIR3kCNoPL/R/hxiAEGsxACElkTD2Cj8nYkaGEtJEFpCLVIJCU4lGK4mGnK6SZsYf9UYog/djxDWqTWPFrJa7tZpXFLi0E7EDiNSF9fzNA3CRaLrljatL5Pwhus4mSMhAIaoXlg5ah0cdXef0eqvyCNZKQNFoCREFdaVH1fRhzxmC9u/MqniRw9S2COBqqBbV2wSXeZV63/GI3Wn912Ecf0vKKtQToApTb/zZxmSMGDWejZGFeM4Mma6W+uHjyjyQ2rTDVUyhkILHWJ6076EPcJnXZSNHdYHlI3xFffi3WYBx3IFF7vH7IfKA8ZKXYPXsfmI+E0/gPlXxjXriMr4Y8znHFvqRDt+wOX2gMKB8VEPUtQxwzLDs59Hpo3W5H0DYyKEzuSP8Qpd/uhHuDub68rxtowjhAUNrpC1/i39tf6go2Os7PecKB8WGRxjbGWwjSgUhJWFzEjas//+yBPMz1K2VGGdwsFMGxA86/LPqxBIc+Qhv0Wb9COSbWKJO/RY6b+h8sSHlMkx9XnMSU+s27bnOeqt0i/DBD6A4jdQMhim/wOTQs1/6w+g5j7n/BV/8SPHpFs9ma1r4gG2MINheAwxz+Z257ZKm/tHQTDZSljWG+N6E0fR98OfjKdFYgAmGc/GjENZRLH1Msn8jR9zTiutk7/IR81Y/Sh4bnRtH9+23fqWdcucDMabbh3n90bGZcSbW2Y8ch7vFfUzAvkeOZw9VjOTTDYtnsUlbvfsbMwDThyvuX++R4fv2tzQPLZlPOe79VAxUDFQMVAxcEcMpLUpa1/sARWeGRoE17wKJeK7nY35HXevkHukSwC45hyuOy0ujcNqq+xdLlST+zPXEepCiWs0rn14TfHenJZrxbHzkm//SN5Yi6IMDzm27F3ds+cKvl/g8Lqsk6N7K0NsRHLBMwnjAs64dwwvy3yeiyPzsS/AM0eDclbH2px7uRyDqOqKP7ri7VA07fB25HgKT4Eu1tYlvqyvXJ+sG7gGY+1qbSueXPTPpdK3zCe+Ff2O7nliLuEGemC/pfttnmXax9np+rXSzLnhnvENauaXRMbpQvOTQh9sj2ImYQh6aELQyj5GOu5omveNOYvmPZDlwaHKpu7DX7V66cH7E+MX+yCuxIR9vz0JGwXZ3w3EdQ6F0ouV7OFSi2H2mQpdU8j5JEDOtGrvmGchKNxr+0ip1j0nRZzfzdqYrdIWl8sdqergVn6ncjx8mJ6v2I+3f6O9QvslrZuFy9hzHBGQPyI8/PxnvDsoq/guRqb7wJbtgaaolDoZBmnTx/H3zBNdovstEh4hzX+WkX3QN8RQb41tC40U5Upt9z/mPKVR51z3cRxtRbjjmUoOek1CKcTvlGO/Ufo24xeQRpVvgpcAzTG/WPpZi2k08D0IT1nSjyLbcfRb8QUAVpuoGKgYqBioGKgYqBioGKgY+FIw4C66pq8rBqBUIh4Mlotd+x5YQCAq8YIAcJg+boahaI46TQpV80zqQOoiiLf/n7037bKduBI2NZy84BFP2GDABg9V9fbqtbrX6v//D/rbu6q7XW+VDRiMjcEYDNjcPJL6eXYoJJ2TOmNmXgMVca9SOlIMO3aEFHsO1D3sQbOpX4QxkYlMyZbqGm9IwgH3nSGAHzAplLB9FFibGoVSQ3jXxF2m+zbVsocUoYCH+m/8QOD3INxQ6l14K8AIGk42UuAhXcZfBQMhyEPx7n5HgBvWuossl13aXzw225erTfNyajdwYC1ienz9uWdo3KT0R4gIk51Z+ovaC45dRpJmDZ3bfwthFkrvEFzE7fEPcC0FGSizte6u2O+57z+f5sKyxMnrGCc8MJhPN+F1zD5eJxNiAry8I+Q3Ftx6paa5ebLgIoPzGU+UUOzH7F08O31pqL8vujd53xD2hWAo4U8M7iTnyjRfxJ/CKr26UXYruNrJPiuEd+rwR87Hud8iHGjeYoprbCDsPrTuteQcNsTh84wmXuwKFwOmtbwn7hluTg//5nOEgcy9nXrGOTlVgUDC8G4K5ujnNGen5xdchPDzlvf7A0D/MIReCj0Ov+P2FyFlTUjAKHtp+/bFcUNArTHG8CF90QMkfQ8mpfIFXShZCwYKBgoGCgaeMQZigUXpi4IkeaOllSgrOR8GGqhRtjvYsC1KUv7sr4W7rQiSa2fPetobxUMPPumoXWJgt9C5v6QTTS5VrF91pxGWUXPOoaui5PQnIow0Rnf53Mqm+5dfZLpRxZSUCuFxpePxbE0GVcfxtd9e0LhEX3GvXb1aLyu9Xxu/7Zq0fQ+9QDjh6/pqJSKdvsKHxXYRYRCZ6bLLoVRBp2JsEwaoR2hDWj2dDKsrDBhCcAScpwtNObLyzvl9075EXS/zTCVZ7nemjaYiF12kqQ//YkheQkJfluhXGBviLR1GlZfj+nh7jKEwtfDVbrEUxrTHSpif5y37227hz2NO3Q8/663Rjk05rjXGqH5Dgg/g5k6SPyUCAkM1ELWrZoufJgwLHhpPNmqdc71ul+I+wH3POxGwmWeZgI37NXxJ3f1gHD+NOpxXj5NCkYpSt4aH3PZ/xJD3HyJmtzGab5CrPGn9TvlNeIzx221y95cewPDUeFA7dmE05DijxDcs/IYxTHzIHty7lZRfBQMFAwUDBQMFAwUDBQMFA18TDMwU9tekQ6UbZ2IgOGUZ5Oeq5vYXKGLYDxfhhYKUBqFI3/yO609QkME3cGSZkp6PS6Vk/Nb09uykTbj7BiGWcG+jUJwR1lWBE+FZQxHZvEOe3wdjNbFLIXQ4u5G7GaMDtAHjs6l+RTvs6wmzmPc59bFHozKseRu43BdVBvI+KePFcM+yogg8erxiFx6bSdCQcKzCWSXsMBieVoYWcCcE7MEhPk7ihMIynSix3N95iJCF3KKq8FAcy/u7JhTegIV1y15LhsmNe8tx53qZMr6W96KTFiTpEevYaiGeGEyttn2yYDSjffuBEhblb9f/lXYRxDk3xiMpGTMeLb+SQliJohBFbEWoLdseFMItBAjLUhn2sIhGEFOFQpD57hQES8mzJpXIeZflp2sKaGk+sLfygNB20Cs75tSIhCnj2gXCCsNeV3gTtW8DKUx6eBkhBF7gemo/+mg9vD/kcyyH7lV+621iKMSU0riOPzjdeT9Hr+uYj+xF2xCC2f1/rXdudzFGc1UpD8KVBo/yxpCCEa5yJ8PRH2kuK7z9rNpu3qIfeN8g2PEb4xHzZ6cGDVT8NjzP2OJJ7jTIc2Ynnz8OzBHz5zIAUPf0dXCPbYS+MdYZc8sKrcty4hXrfZXdkYhSEP8wXmF+xgHcy/kyZuRkeYSt7m3Otd+1vkcIw950imBtNfARsPEjn7ksqWCgYKBgoGDgy4YB6MHGcJ/ZMJLv+GKtXoU2rz+r33fXGVNabwYWhE6DqFAAqyw4pawby4XXrx620E9BS+U6g6Dxx3VJmkO4XXhR+DQDHretUWWkD9bWzd1mBsq6xrq3aFW/S0Tev7LmS1MnuNN5t0z65fOccl7btD9uHSHtRGjcmjC00NSNIWkDz6zvQUPlssfPwjbgyVphmNWo0OxGo7bVYkuYyBDt7d0DJYPwQbME3dLIX52aIDYmnikck0n80I8W79rhA2iGD3nqfsDct03zXpLwlh7w2h70jAxjTPmB02N3qAmoHnBPH8MDWPpNePIYHSqV7gedZB/EE2MmTacSUb4T5EempFw+Xs/6U+GQduadka5m+6IwKo3MGT7P+2nEJ+XkywZ5Pry4w3vauu6Bq/2WYu46lvVbPIL+DDr+Tq7phvxEMjB5DqoTI23pUGF6wCRGEhwaKBLWm2+INCo/eLA31+I3XvMxTzGGRCHdNXpvy9PndM58z3mPnXON8ZbSd+cd393gyy03RijaqUI44Pv6n3B2TsnXPBQ8Ow1NP4aIYGQbyAs02h4xkdeFFg9gtwqofffkYXgQe11PNTzehVEr5DuErWvepF337ca7Oxipb1dPNsgiiKrkvE+8md/Px4On1FwwUDBQMFAwUDBQMFAwUDDwz8fAGkf0z4eqQPD4GAjGVmayZV/an8EcEDZJuQBMXl+rgHyHH1oC7yYZhcQspPv7v3dzL3/lqSZjB6MB09hUr4UXcCizZC6DwXyKpS/evwhl6hBsLetYXltPZhKX9w9c0zkZ1aHBmrp5nf79GAGLHn22m7kermGCn3ZvhidqhOs6UN15t4UvAmohQ3sOi3e8GEMRCy7QeNURHopb0W/h+DvsGiGYgSHBZfl8cHlJsr8IVhRkDDXCn1CkWYH1zcmwc9F/9xuTwWbf5Tr2udvNN5c4fqXKzhDFepRvNjCXCJ+W82WndPTbO1hQE258230ATlSK5uSEPJHGOpy7QyglCVOI53GHovNgDywT5WSGb6qn2w+ZC2/Tbxl4Un4+1n0IAtu0bwNeKC0e1ob7Muy2kBxO+T1QoJE8iqoNHt/huUPZaS4GJHvVpLFSANozd4eBvaVqQsNxnQRntmuvFz3PfVnU1FFNh3Cyw8u97gn5Fl64tBdtL8rmMiF4tFeoP5nDmxbPY/eTwzPh4hR18Y4jEN4i3Bx8xwNdd9t1bna+I8zfFi/2CKcW+L2b9yAcU/8p43jxb2Av3rSXIw2PfcvlYx6Zj2+FCuDGfc7GveTyyOW8h8+WTUc2MHGO1yr58QBBdwwsF/ThcEPlScFAwUDBQMHAY2PAhUGFrIZyRK8YurTGa4p1v7S7qlhbjbLOUMuqgmPROtpAWkcGFIa99Ft4790Xptyga+a4TmkMVf8Q2hmDvkyjeM7Pc5G9s1uJqDCvN+9TXgXTpeue+XMZ8DG2p2rDKCjSfH32Qtxby/dAWfnZE+Xob6zMek4b+tY6r0/SgtJVVUtoVaPfCGvG1dnVJhjciqQRplbYPqeupCBNytaMk4yXlcozLhgiFTwNeyVXjF8yqFvJf9YtYKNelVwdnpgabOrJmsZndx7n6iZIwUXwAZSf5gBba0ir96EZNqd9T/3P5c8/276HNCl8q1620/YiZ9ZC09KctdsDHeNbzqwuZaNfMQ88E64YxfnTnghTRoLx9TlRl7R6hVLzpvk588HwxihETxU6UefysVhPCkmv4L30OlcJHuOs8tD7YwqFOHS/OGowAuCbE7wlPPXjJhXhvPHs7TwZeAQOxjk1NS6sRDHrMNoMXn968EgXDiA48t30u8t3znDyOaVhUubgULP9UvDhylwecABzY4fOzL0BmJ4ObwEDxkugKHh+1rK+h6968gPePw0fTOnvoarK/YKBgoGCgYKBgoGCgYKBgoGvPgaCvfjqd6P04BoM6InrXrhhBarCw4QCbiD886AnKAxfll8kxciYB45GJiIxEqnY6b/kxlo8M0W94cjYI3aLZ0HaL3asAU/QihDQDUqaZL06MiUTEw0H4/WFSfhVJvXNC/T5Zbgg2xcaVUImbdsJpbf9M9XTvoKruH/dn5CNUbP2y4Y7S56Eeopi+Y4XhSl5uWohjGKNxmr3rmrBfSi+VVgvGbJFn+Uoz0mGDMNrY+ixsmd/Oftqn7LHogIq8aJKbFDpXKP8ZR/c5BGa2lPZGHkWyNgBawFHCHh4mMIEv0pb7v+rpfhyrsyw662iYqyhv3Vt6Gm8r/l9VsrzIUbPMYSh1XKf+dw3enbT7P48mcqkFsRDCHCdc9XHwOC4LHF+HBKdTdy/LMLY4UEf+76N+DpWUmXtBslOO/wdgdD7wK73jsl3JF2lPWBnXIUUIaDFUp93tcdgQw/rXi9cx4Z28x5P89u5mDNmoW73dHO8b5njffvvyElUuNuOmMAwg6s0T5wrY/nAowjVq9r35nn2iqYVvFJizC1yRsp98xvTdwo28X4OoBbt5Lk9zpnYs7pxXAmdznsytyfMy0MA8m+vrXPR/+gDc6vH0MFw2+BCUeQypfmCjTxd7Vv6d4NwcvtdBCXiRfx6ZDym87L8fA2OEZBtW/f4BYbwCvoMfPmOOb/BdPZwnwuVq4KBgoGCgYKBLykGpNP0oOr4jnd4yXW9ipLFGnMKbte2vL4dyhsKHqOm6MG2TwOOhWJNcY1RAeM6zVoGkTYMKL3Cw/ZQ5dfct3+o7KSdB9dCFCzsbZkIBRbDI/3J62mjcSGRbVyP61AW5XXac062szzy/eXZhVmaNilRYj32MXANRjaJNX53TV+W3rmWTo3oLxj9wW+4x6hKHNf3SCOOo86odzHOh/pMvrTeE5raLVegDXN1O20f+iGhLS9AoaAPv1CphLKwJVwwgEk/JRpqAcuEs71KgSXTb4P0Ip5+Vafh3vXKusCN84ymasa0BW8q9SMFTubxzCO5B1XQb1uybWF4eseM+RBw6u06Iiuf98ue+p3oX/stfem7kGnbPN+sIcO4vJfu9+FJjmc5xsHJmNR3bATqVOOrzzMW0jl4wTAA/AvfDg0CjaZ1t6A0rkfQoeQJGn9g7NwvmfHLtGPyDr5b/pw7TrWYbmNmaX+NNXoMImr2dg5YY24ta0s46xir4clt1XyDb9TwCvnZE9je0Je8F/ey1PXX4C2A9L3QWNZoSfKICZ/xrvnLxyaVvvAoEY1JA1VwN/iteoQkWGJj9lg3MsEfAOEvvL/ytDzv/E6RwMuAsUNFZAeNiIT+sVMai9SK+8oPvKuGbderXNi3nDWSroCrRTEdnv1C5ndjZU4+Nryl/oKBgoGCgYKBgoGCgYKBgoFngwHp1JL+G2JAJmCAcTOMbM9eMMHViwe8f7d4Q0ZotMDLLgMV5Sw7HhehDs4iKZlgsgkjW1U/wGIeZRLKSYUUwtC0eIE2f+UyKUoO1g+jkgQ+B3OMD9IUl+nq9BggBHOP52Tsw0sdwTwivDCsWYPysx9g4mCUIkxSCJpO1X/iOYgKxdWWcEtYJtt/GdjExAtbYgcjrBrKX5WgYgnfVP7y/Ox+LuCgTOATJfdN9a/063X6iyI2hvKugjUxfHgnwryqBE+CI/LZ9iXJ/CEc/A5MJQILvEaOJwUg9FQhkm1zTqN1vNQMl/AlPCVcvYh8C09RhEoDCjifrSfLpbIK/yrmXFK6J8V8HpMoewj/zmWOHga6xkvUsI0KbO4onVcASEIDx+gjDCDe4f0zVKBphDcNSLq189eRcRARAqEQNdx1CBmZu1kYkrLn/nm+mwY8fhu9f+s/IfD5ArgV/izzAocCvUnQyTMFhyicB8KJq2BXSrDb5t121u9QL/s8D4QlC2V/CBv4s9N+Khn4BSd6Hql4NuzjdSn1zbntPKvw4Io5PvVvrrUfcRGGC4aSs81RSqcobmduzMUOX6nwZcg6vmkqvPVwv4/g7nBD5UnBQMFAwUDBwGNiwBCzKgsHQ7lCpT10SnQ5BmwYWXl9PM3rZsP6HCFII+xnXqdcw4/XcPqpaz8HdN0Q24mwtQdKDKnpWNhOVgDFS0e6LdvKQGynpVT4TqXch/18IoV+kQI90kpEYBG2XRomspzxR8/pT5LSY4UGOaOCKYs0qB62NQZrm/ZV7j830mtTltMXmSaxW9Ar2+59lIUqqXPRjLtD+Mn5Fueg5fBAxFta3mJWmOW6FnlPXlqefhpBBpqmHf5R3TAVDo1rzGdgz+e5esdQvs+5xBGgOFmvgWmsNcZPeuuWKE4fQdtm7+Tz6xwwMKirF4FMj2lov9Mv4dj4iZOwEXpXowW9k1V71yjhjifx4yvsvMIsF14jDIiPF7roaR4XuBHK9dVt9zEGLrwPjG+E06bdtSRMbrNTd/BbsRWME3ScpPd8j+62l+pVyTzc/JFmNDoAd36Lx8xpTpPDMavdGxxlK9ca6T5OcuysXP7TS2QJHdG7MKyNG7xzWbYgL16jZN1svg+vhQGLLzM4GtkKSz9aSqwk3+AG/t49u1FO+w3wW+l7POAFXHXykslQe+b5Hg2kUnHBQMFAwUDBQMFAwUDBQMHAPxED69T9PxGg0vQzxAAM0k31v8GIqGAxJLPWn1hO4wnahKWyFtQKepaMamLczZ8OTmcla9f63AMPh+2vaeuFUHTmemzzdvgvBB4qYZP19oNZFKvYgYHuu9dgdr4HDAoeSPBisnDRHnsPVxxJzcYDmSIzXJ0UmlENQo6b+g3aN5wsDCDJ/d6G8IClSZjFBmv1uvqAvhMuT2W0eIoQzuJrLZ3CP0yergR4pjbu39ZbTx7HsSztqoxMyrC/gYW0h1wwpiMTH89XmGjz7DOwhulSUNE2P6QfKAtjrBew09YyuUdRhbV5eK4QDth+J8XjuTgXuUk4IjNbh7fzy8ypcWydo3ttLts3fN3QvA+cb4MDLMwj70pndwpl3CmOEKfsc4xXuYK/aU5NeN4pOP+wHQQGnfu7Nb+lntzvBG8DXtLheI3txdkqMGJQ2Kngpf8+Lc37WJs39WG/TGo6mg1hhPben1S327d4gHAxTwuzkUmhQRpf4cHDmXcnwokzfweUosnTOVpLFZ/517DvzsG+U0iCEpZ2xGK8Y4H7RUUhudAMwr4auhBDEca15l2K0OnRGesb0375fH88pzmN4L5+j+b+RKvs+Rdl5jr87bsoRCrWm/hO0H4WAp5oY7fJ1NcYv8Dvhzx2j2sFa9kAxJZKKhgoGCgYKBj4KmDAdaSuP0Wg/imrP+t2rMt+6/Ox34t83/M5SWXYt1gjiD4RdR4rk+qMFTS2cYCG6dzWgjLAOSn6jlVx9JnroRnGNVrFBfTkhjU5Wh63RjhWRaIjUIpKzwdA8hiJxghl2Em8HaodWpM+Dx2hqYdXAZEzGNslZg6V5T5rem0/NBQkKki9Zb1f2/f0SBXxSJpgpAuCb1BJh0JlwGOzNhwtf69O0sMYrNUoWac0EWuOQBr/6dmhi7GMUYBSJCAyBlgxuIdKrdx38o+0y+YWhRZ03GKb40wmrRTk1gjrBL/TYYOh6PeYY8kDMSj545WsV53rlldt8JqON4eoPuAt6VjnMUoVZNwtzzyRRyTc8tD/iNDgRi9KvNqBRi+7HXNEOhr6j9DZdQ98HfP30Es6viP2RWXdYL/4JmhUkNKIz8uguJM7aHCGtcXAw32nscwGD3p2qyyUBl4W8cMyHjwLA9+thr7CNBqxLt6HZcl7XY+4cIuevodfw5DSeSiNrpI6fWNswQhBcvPA4xgG7DsduBcYu4XFv8YtgCJ8vKs1UQ7CeNwn8X45dsLD4dgxz43soALWss8kCVtEqviYufcRcDBOAOe8q3sU6MhgKnhJZQ13x/uZQFgaKRgoGCgYKBgoGCgYKBgoGHiGGHgYLuIZAlyaegAMwKz0MHpN+4NqQzjkYXg+MTEwCt2AhS172YR3XjB7D9BeVCHjKNsjQ4SwRkUsyrNJeIJSxDBFt/1bwPMxzxSuPQSTJCcGsxq8fov67JcwaTLSJARYMo96KHjuKxjf9j2yZqnGPYQ3Ub8iIdSg7Q11/giGKynao+3pT1I4qYh7+hTmlvC0KiMTXlQwXoKD+XU2JHKFl2i74Z776ip4Ceac+4skA9uoiHaftkrGmravSaGwsyDCPhSTbYS7Oo0/hYADBgcqQxUAAcDp1qMf9GsSQKpMNzQa3il4d8vIRjLfMi1+a+5g+OFt/yesspnz0fZe/mXZgGv5HDhhmm+a77O386LNnTL7P0bhSdze8q6xZxR74zUK+kIw5ngf679zARhg3OvuB1xhyHAs+37z0UfFygjxEGDXG8f81HiPfTb0nHMY7wj3lU5piY87ja3cAP5BAZ3KUN7x6POBDihBcXwxwqhRAKv0bRRAX5SEjyPa4ZI6O/bY7gajDChQs75lneZXMAx+eoxU2IsxjFUMn76YO9y8MHXxbRvcA5j5XlLBQMFAwUDBwFcUA6xhNXsBJxr1EfogLdOfip6y267bV4TShjUm4HJZu9ealet3/fSac6MxFp51veu/N9N66dP1pGGlyXX3M2g0jTqldU7RHFHovD8D0WaqV6BJgC0aSy2eVVj8SJLgzS39p/rPHt0vUaHby/TQZipV7pEGlUoblIWEpg7aONMxF9apWWbsxQymanivOQHrRLfPdw9eRfsj/aInIRGTNBBOdPuCtj0XTvDzpP1htcFgNA0e8Dgg9022j8ejEVeq2OLkfJqrhrZt4Es1wAhe5mKa8xjw4lu6k+9H+ycyavR7INmHwOOoQIQnbQh1HlF4GMdI5+L5QBO7t2kvDBMNE4xi3/DowUct3whhGnkV350OAwq23GlQACc0LfPu1v4Qv3r42NseI2m3cIk31fZ22xzgjdwzuTFCUhicPkTLJ+oAFxFdiD2KcYuPLwkfSvDovPO3nsrABc82fxOcC+DyWSTmicrzqoHPZQ9q7GYiyTPLp9+0RrBSiS/uxrmVspS/BQMFAwUDBQMFAwUDBQMFA18zDOxSz1+zzpXu7GIgvNtg+DsYgm1zg0UoYYkJlaSHm3IAQ9v1KsPwcHC/3iaYKX7Kq8gc7hzp/m4Lp37h/QeTYfjahhDBQ4QIRrFDaCz3nW3rd7FEVhGoUEE7WVUxTNEQ1Bw4H2lysgxGeSRjs8Ha3LC5MoYKRYLZse+hBUb8Q78HQmAr1CAT/1UEH2TReXYihaCLemH8apl3+mJ/Er496+lJC+B1IOxWhUClnZTP1i2MZDDJ7Iewxld2/bXNeywL/dZQU9X/oDgem3DnKs9S2OnxTEt6UzYAULcw1tVbtKTVN8VWUtaVTTjdz0OG3kxh6QxD2dtf5higTkbuIbAYuU+eboQLQWpXv8lQaHQgo3pZirB/KgdRTjaE3kte29aR21ngKtqnXR61WN83neP7MV1WoOB8MyzWAl6rmZKIyXV6kzmlZzVzue5UAI/txHnR5lTeerkfMMD4s49gHYYOeJ/Qsu9mhOVyjoiEEdZF8Xju/R4DhqYBv7VKyjkF+o8gMNfrvm2NniW8c5ofxLyIeTjXZSjkMJCgyz3z1L3H9Jyv9XAJGHkwzt+51PErRCJM3c8YgPdoE+EcP0PkusRd7rdn8FWzf3U7vEbGbwCHMIDDnH/ZXC4X98S/+RBojPl9dfzG1O4zHXsSIsDECGZ/n+34xkVfwW+8swiWQZywe/jODgp3xmN+p3yflof+7+7t7dtIXwn3rSFG8oJeAl6uCwYKBgoGCga+7Bio9RBlFYnIJayhQTeyvhgJxH9hyucet26DkY+gGaQbPMZkmQgHm2/snSmuYL7BMJNFY+8hP8c1jQt+jPXGesnWKRgwxt6no5Q/1vy7Ncx3cj1jXdQAAEAASURBVF1r5ymXtAlrqaFVMTrrWYuNIXIqSSsKXx977UJbsvVCoqnjwVg842Zcs6PeZd379/NvvP0aFRZ4S0MjRLjl6MMKvsaW9k+OZ/A2QRO4RkuXLcbJAhkv+4Xz78D7XMYtHjrogD4U+E+gXc6HJ1fpeaLl6s+YSmwdoeJcXB7Ez7L0fN2PSiip2wZ+q8GYTkWPIxDq+UvgExeWS4W5Iqx38wEwQdPFTZ6DjxTRCJ6O/Mnb2zOPFsMe/YgQwt+H/4OGvg5NQZtlmkxj255IRz3j2sNXDDdu7cK+sYxpmosBPn/sR5538zm2NPG9NcpOHPYnl7n8PPfX9niHojqpSKIeoYyrW3nNee7kFhKPlWAOY8TgD1Gysl1TBa8RysSVcrn8Oef98YjoN1GQKDntn1GyojAMmvoufNGRwOETxhQjB3i+FJXnHsg6A+jkZctcq1ROw7vp2bpIaV76ZUJ5zzchIlA9EkiBv6ltv428nxGaGsPaMbKXc9Hk/KvY5qfGOLnF4D6iVQFdjC3nx0h+9/O3X+mKMAwtPH6tfCW9AdGuxjxu7ROGISPv+RgAlToLBgoGCgYKBgoGCgYKBgoGvhQYkBYs6b8dBlSkvFA9qX8NE4o3LgILla5V/QGSJyyTe4UNj8A5wTXpfbupX8fzkfDPCpVkhOCM9bqtN4RmRQGrQiwUbGGRyuW9kkyi9SFM61+hW4bWo2/RPZlbn3HHfcDwQE57wXrPw7IrDDB3T6bgEMUjwoR//ILq2K81e+IuC3vP9tlPq9YLN6yCaVPFUVwD6Ch4WRY7fo2wAYbupn4FHv5lshqeOKflK28b/2C4sZZvfkc7hEwL9jDnvfSMcp/Qz3Vn+Du8ILIn7sFq7DfKVy2nQyEKzi8RSE31qmh7DU8CBIEhqDw2Zj5DIBWCO+Zag3At9gum7RB4nJr3Y932LQRYKJ3dR0m8nQn7oFdCi/eE8z2m2KLNQ0KXcZ7SCAKzF3mHfkwfgOGiuaEBgkpIBE+857HPdXoRJkzOF+IjHaGkxUK8admHl+9F7C89Zzz7ytY7wyDXf6ZV341TCaON6ufVc83PwBMK2fDKPVVm/zlzLGa1HlIqf5lvgWPGKyF/t4DP/B4ZltC90SPEtlmW781ukfVf5vdAaMt7bb8fzWNsHYByt2CgYKBgoGDgoTGA4qHRkIn1Y7FyP1Arib7YtN+FppGuOK8FYpmQ9QuWrnegEFLI4CbWuQcCy2rcMuYGQztoeL3H0joKjXAgST64/rnuaVw4NH+mLIqlnFKG/Ovicyh8asNLfwd4rvO2TYpslNMtvE8YfF4Mxl4B++vRYvipt+2ldMOyOmgXxrDFOLIJJfo5NNNueX8NKqLATxgrqhib6PJrYYNnC+Ng+Ir299CFGlCaLqwvaGhwBG2Xtou5sHxqdO8vPAj87MDc6qFzQ3mOsV6aq3tZd37SdtDSKF61EMXIoQolPtf3nKc7zYgj+Kwt+8UGLRpzZTfH/Mt5xJj7HuFR3nS/5kLD3vO+CWS8LDkefEM6tkjpe78h+/Mt48hqHSsO/rfsl6zn9KPBZXNT8pvL+6oRZ+aVp2coOdm7WNlGHSHYl3zvlOkBLxwH8QAojJHbVQ2bd4HhL9D7i+9cZPBL8z0iRv0c+EfDHr+hjzWWtrlIQjoYdQkjHPd3Tt8oTSZ8Am8nrxPf6/izKFkuCwYKBgoGCgYKBgoGCgYKBr5OGEjU69epR6UvRzAgQwmBjzDgBmVo270B+4lCR+atgeFrf4ew4A/kMTQVjEEoIWWALXefxDSjDhVJTW144DeA4VtVmz2MuR8higYUQ8Nf+YWnnh4S8fyeU1TYYXgGmfmtzJdCGRXPqV8qpWpC04XgrLbveHYEjmz3Hm2rDAzraK2kf0VfCGPrPktwinoN5hQW8oQrG+q3YCDxQkAR7v6vO+li/BvqTeUVlr2xP5MCoGSFb71a32uF7L+NjCr9Hir3XU6Cw522L/gR+9H2P6DNFynFfstZgS/8K30Ij1uZ0vCEVRFuuhTnKrv1v3mdjv0kcJ6wl+u5O3ftv3juqz+Cd+ecbXvPcTF/LsulQqEQDHFt4p0Ii27yuC9thfAj7e2k8GRv3KKAdeVDhS1e1+EJ+j63xbsW7VmQbPkR3qlNf6d7CnkdTz1ia733NS4Q5AzjeI7+5Xs8zinwTV/7+n1CX/+GupKAZxXsKKR22gZ8X/T8xQM4vI4TfpzL5yUVqubU41iP6w/4nepI9Wf8kGW6T58VSLlHFZ7WNX0Nb/XJyzZ5Lk99XwVkgUtw3lcIZyqU7u7DFvixb3MSRt/9JgSTGjCg3B/nQhoF3xvA4d3Jx1x674r6a/CmR3HFnm8V37XW9zr6l/u+V6b8LBgoGCgYKBj40mLAVT/oxeEvQQEkQPmeP+h33fqgy2PPyGNrxbh+ubZ20gZE8GF7hQi1DGGgv2gs3/fBZvTL7gkTfAKKqJqwy/ZXeuJUEl+oMDlUiLD1Al5y7RSDlDWcemIt3q/Idse29x/l37UwYUw3GJpauqSFxwijrpzj2Fm8pjY0Pu2Hd8EVSqUTbR6tMWgc64UCa55gkChtKO3kvUuTxAj9geDoxVvQ5hnfI+xn1asS2XniHsko76HNpRvlxq6DC7Cin121vYVXQ1kY4YIDFum1Q33N9+2Dh7/dg/R5cP88Z8aQ7T6ojOPCNLWZ6zbak0Yan1A3xq1TyvjzRsZhfjgrO/WWrmv3ccbQgbl7FUy5Ws/CNx7SscEDtn/hnqHkA5m7eIv+JHz5V0NP+demIoRwwG2l6blX90nWEjUFGNKs4o1vWyhYM0+230Jq2yg4sf8vUaZ8/4YFX7tf4iF+pwhkfHU6lJhGKZOfWOAq5pWTE6OQ2NsWj9vkLZ1bn3qbb9z7HN7uhrkSi4GzdzGS1dAlzaeYkTGl3WbL/a5fBreGF+dmzPd7g3CygpClMDZ+Ghu8zhu+JXNEAe6HTATDkDCelucrqWCgYKBgoGCgYKBgoGCgYODrioFEyX9de1f6dQcD4c1nCLf+NZhjGCSs+ocIe/V51XW/hRnA2hzmJQllVpjTqcbMbE831i9GJZE19TBmzUamTEXdN2A1ZdaoJ6zbP6lut38k12fAYN1yTU7PKwQClMpJhU1HM0PNXmGbl6kuhbBNzxXm0QaMbDe8h1JMQYtMr9Der90Q3oTi7MXquZuf4M2BcANhUOiFqToUd/YPodqAEOW2+ndahamdrILFweVJy3fD9dbszaTyrIfJzKGg5try2CEGYk+gp8O/k1fls32fBSFz/iNXMX626VgheGlfwmPhRUYQS/WDDG5SwRrKq2c/1m1H6EIwcFWyr4QCbAkp3uMJorAxUggG1moU53gIMPt6lL8De1475kKfBFNrZdK9CDft3FAwB57b9huELOc9QhEcOLZN8XEwzc+2vGdb99tGIZtlQEmAYd0ITZkju+PmfEQAC7QRFhlFu/gOWCLM38FGpwfWYFvd9iN68SF4OzXWCFuir4Bp6HTe2579tfxehFDxaF+nZtMFeRU8GAq5RjDnO67FPDVz5Pk4l+mYTwrgesa3V3IRIdYsL8wzHgPfh+DwfuCRulAA33Zv4dmgwt860jjOLXJFO1rEO551jeKZkJdbcBuhAXcynv8jgkfHnmoKIm03zbTzayg5CwYKBgoGCgb+2RhI67FrT8da8nHVGYLUJcz1KNagxbp0AthMB97N5vqg2tS1Pq33d/Os3bFt6Hbo5551vQu62zV2Le8F95b9Yk3u2BYh0TvCeaS/sfaOz+lsrXct28vUhpYFypEtOAzIsvzBXNbPEYonPDat9GTFuTLpLKgA6QPo/6fdH+F/hDE/v/IcNCDb2bQY6jUoEQ1H65ofsAnriJOT1QucClLGsv+Q3BpqXqecSdt5YIyGQWhzQ5ScjTSycFzf2VpjNpT5T0eD4WQkeLJTdzJEONwGmhIlVDKqu5Plghv2SQqOFIYBzLdeD/FlPzP+PedrC5DGOadh7PObl1DUfZ83/QnvUponKdP9/houPtqFBk6Kc36uGQkEX4pCnRC94bHNFBpu4FMxLOh9qffp4CvBmrAQKIIfth7DjhMZKbzO93G0bMf3DsWvhgU1tLI84C7Pssz8MNfyibcYivc9oZbvwDYak4CbULKjmNbAvYdf8T0PJfzDgDHVEvgTDw4JPEYX/OwntDfyocwplcRGKOh7DAowZu0jkhEFJl5/qu7RLtI6gMKcsa1a556GwM5E5BLIRG42fBdCDgRcJRUMFAwUDBQMFAwUDBQMFAx8bTEgF1/SfxMMBHOm8sv9WbvXIf5lSGR3P0f5+T4MAVbwMFg7FvkyopHymR/nCjGmfDKKsEp6NbgHFaHRZGpD2SnjRFiirv5P4MEzkL8yK/oXJE/LPSZ9hObkifbS/lfmZC8uQgQ3eGsO0R/7Qr/HPXoiDHKFR2Yon+/JANGuzKYKrA5FUjP8GnyqrNM6nhP9U6HkkSzzUURW7/D7HRhaFbAUvirJfNsvyuv1278ErhnfMUxwYsx9nvHpGeESisC+/g3XWKOTaTHK3DuQgD0LSyIHHabXqa3qFa5+MApN1nFpG3qBbAgJ2LH3cKcXrMo3Qb+g+wl/1IZXyhBhmO3TepvCGfVrgc8/vWWq5j3uGY4442TR+xDAzL934aIN9vobhv+d9+anlE75fG/SYWvem8srfEjW6hpX2J6GDgpZFNqm5DlDv4aL8B5AyX3T/oicekvQ9bHwoBJ4HBffobUU7xWMf0XY7QgTGSEPc4t3S0TdoXwVXxhtdAgJwut5vf47NQQ86a5gthg41HiaVwMhA8FBEszNcOfyijndo/wpYa6bFi9cPH2EUtzGN2F//uWCe+eQk8XMBHT3eW6wzg8P/zGjY5zHCQFtUvTS157vRIenE+2Gl7PtmTxHGa495+t4ePdP2ieYsJx6yRD2L+/5fTdnuVMwUDBQMFAw8GXHwLTW4+01QDO5j3ysC9Oam9aKvLJkneRSL5nX7LW+6q2lkWYonjjv0h1rJbjH4upaapt6wA7QFEMbpp4HCpx5O69vrHtBs6iowluzw7gvGdqxKi87tqyWsuLKI3Bh2FHW3zCCCsWH6/6C9shtRR3jerusb/WamqFvpS0aI94EX3EEpr060npPT+xf/VeUNxpoXZ/sa9BhVNGzPcgA3d9HBJ5c57n9yvnpHjjqBzxZdzyA5+fHr/IsBCehBNPLlghII64TnzcSkMcruvM0zUt5HbbN6f5Oz6VrF9mklTyAfD7yc+FK3EfEvqmh8YYfkdOJfJ2S2/pyf6S7uu4fKPU16A1qf3xmLtNyHDJ8oEj4OfSQruEpNhiypghK1+Eomlr8CfyMODJEcO+WJMHzLTLFZcJPupuuB4AbMOzQ0FXF4czb7pc97/c6f5He82ErN8cWMXzjjvXcqAADBqE9xqhb5lUYGoQxxnkwXJpLWGqMxQciGMWWQcy55VjO88+Q84wh/ErDXuoJ5VHaGi5tdjV/4I/aU0oK5pg+gTPeh+l7Ns8vv8gRbQ1eNa55P8bpsNrGQ95Mc+8p/Koe++6NzXumwje8pdlqAMOepsXg5CEbLXUVDBQMFAwUDBQMFAwUDBQMfOkwkCnYLx1gBaCHx4BMS6dHHcx2W/8cRUcSBoQCFkVcTSje5JVH2zIwExOzAsvE4K8827ult6T7/W7xOO6HH8N+G7KNTDK0wYzjfVz/vzAfKoZmRWmycr6SJRnhjxBezfMoHH8JM0/oupyib1rpwiw2KEFheEM4FRbaOdM1ZzsmYyezxz5u/f9Fn7BE1tNXb0IOPTzjsPr2Q/qOIjI8I7wRbKQXF6bEaBryqiZc76Z5CeZOr4iVVzwEM/J/CuUQ4LDHWOo7p2NjniEK3II7BXmOF0y/gtA+9pNmjB1fBaOHPEwN7Y1lfh+CBvbCavRu4NYIV27mnHMoRVXCYlkdibl2dMY48VCCNqGMpN9aRMcczKVW8DUCkgS3PqcOLPGrBsEV1tPeT34HXBxNjJGW+1jXV+75HHkdt9x2KrwUEGtVH8IGMhtSe1O/Ou51DBzWxd2z8OaYgZsIAYYARWXkOUlsKsRs658gEEPI6nhfmAJjdh3jEkONdz2hFhX0hRJYONLcnYR/9Lnne9HS17Z9jf6neWZI5ZTG/FHuFDA27L7HeNfznhvuUUhSEjKT9ZEUnpOj0kAmPIB9nmEb80TG8/7wVpDRvhLmXIGLdZdUMFAwUDBQMPCVw0DQrCPUenvVbN0xrQ95nTizV67xaUXZW1eCrnZdl37ckIeMsVydXjsa6LDu9h+sr9AXGnpNtPSZQB3MNsIIvacBZe/WIoRdDsCWSDlY3geshbEOsh6i9Aol9bQOrxW0zT3crGWLNfWm2hBatYLeHpG1mnPtZqKCWJtV3ISXMmrcdHMt+1n3VLY0KMort+mAZOkYurnK+eqsygJvzjMP58U1Sb5jG3SqxqE9/EGiRaRJLoVnbj/RN19AV4G79nNG4pzxmsurIO6ZU039MrTla4yBcx54ROC9knBAkRNdp26JLgR/kWqUflzQdHfgTfA7xw1p3LTS9sz5sfS9QMqFw0Aj/ejhAdI7sRhX6fSdJEzyi+TB6PSGKFYRnUYe6gpafKdqfmTeYvka16FA/z3Nwo/fwdFcgziVr6/w4I6tcLx+7MQ7qrzCLavcH3sn5d+BF42fMSog8pdGIkF/x/P7zq2dFkf8MUNGliJ9qlXsY9y7eF8Tv0++3v12MaSFNw+F+W51j/zrafV0+z6cCBEFeMdiDfLbBH56FfhsU6URS0kFAwUDBQMFAwUDBQMFAwUDX18MFGrv6zu2Oz3LDMrQuQfvLxC9KCxx+LGQ1oq7+Q9+/T32qbyvAGRqWGY2BEYqkfBY7F5Cx4KgZrKKh93AordhP7W6+T1wIUwY+TOVWr0KK37ne1O9F1yoNBt6GMHty1iqI7haMjjA1ujFUb8NmHgnKAAKBvwerwUCDdW/9ldr7cZw13gg25ckkFvUTXsDXqgVfQe4Ue6RxuSCLu5k7YFfxXN4eaukjP3WrFOhBs14xC+LEYI5wl6D91EYl7yIyS8eAhfmW0vUIkONYML+6tH9pP8V9SfhUtpjyD2F95h095GTQUdA2bEHb7XBA1fhBoClvY/38q817T3wOShIZC7V3S8TUx3htI+Utz+0NSCw6vD4GAx3juLd+VVPyMn95gxWlmm26lYh6R7H36MeBERy/cH5L3OvXNNOqwJST/v69xT5gvcNARhwNbGPVCqzO99zxZ4RunavVE3HnlujMjTKHh2nuQ/ufVvp6b75L+Bn3ne8kycAVyDQx55/zCnCxc+h/uZ6uXkyKRysexX9tG+UAXoQAkNhD4GN9dFH5lR6R9nXGQFq3b3Kc9p1jkS6rF1fuybmCePtd4ZZNxm5OL57uIvvBdbwLeH/Bga2Rii5Pw92yyyf57mXzzTOHBvw4GkQ/IU3Twynz/MRnSp/CgYKBgoGCga+AhhIiq7PWUs+Y43K3/rLAE90bV7LxrUg6CmUVqwNDet7Y2hc1p8UgpYVM9ai3XZc32KNQ/kLVYIiTWWce2SiaFVJ9FCJdVIaD8qWutluA9hcK89NdYdx1ValtEqvz6iLfXeleazXdfjqJEwoe7Y/oy7OeP5dMiSJuuoI10xEFkOjaqgFTEYa2aXDzgDQ8YuyKFS2bB+xJdIR25NIH6ZZIj3gcX4Kmrj+G+XBW9Axl5WPloTLBGwVHpv1VgUUs2WiqeLpFX+ABTwNvVt6YHQAlBEGmPEMuvHouMJxgOAmxgulZv8K8AifcyKNyhUApXcBsFrnVrepuvYt5upH0LCMa7wPYxsBm9d3k0YX2z58JBkt37s8fnfzXnUHI+C6pVL5biIQyXf7DqfxWYcJMHhnMKxVeYiiTk/uzANcBcNaId5v+Ql5Nw01hy2K1qOGorwnfHfqGqMC5lR4l6/V+4D3NOBsUJw3lXNujp6U5s2IOxWaetnCJ8lxaQQeRrLy9/x60BS8C0MJ3tqINCZP/04c8h0zz2jLvB/wFvXwBmfgA3fPMmm0pOHzQAQmeW6CRJD8NsBb1ewRjpxEvvZZw/UscVDaKhgoGCgYKBgoGCgYKBj4746BA9zGf3e0fI36H5yl/ZH9gOknXNOT9lfw2gqX/oFHIYogPOPq9g8wBYYgfsgkkwuDEYzO8+yr9FryTBUOoImQriooW71vDQPsHp8PxKBZj0oXlGb19jXOhjlSgaUCkkf8idC/tHnbKyTAKlbhTwgGrmXM5NJ9pfTCRQFc4QGAQK4n5G4ol607M4zRDkpQ9iS97d/hvv2+5+sYuKNtGLmmRsFviOvY14eqI8nsedAcAg69jm+rN/nFHLDtEBSl5+Y5nYAZLxj3V1U40d/+stoooIg+Us9U36LOeMa+vVjmV5v/pF28zlWKxpwQB7ncidZDSASjz9xSyd4QGjkSCtXTiXmB53XNfrQGW7w0hVc5XvR17MOrEtVxPWfOkA/B1C1K99vhHeYIwgLLHSyb62WmxthqQf4SoQr1LuHZOJan4Rf/to36c/gozTfGPM33I6WjS094jX5Au8wnjTgmIRrlAoYj5XceIVQKwYOez4y3Q53HOgsoI7+w+m4qyPWdZVwdU/IclUVF2fU/hn3uOyzf2WtaBfCU9vEe/Wmr5zY/QpBOu2EZH4BORU5fpLmeAnL2vN+f0aLhQtP90+VLjoKBgoGCgYKBLysGQpCPcL8a2G/XNfzBAHWNyOsEKmAiqkiv7i5TrvtriXLsexprOgrDoOVj/T6Uf62OE/egGWvgaYjiI71Vh2fdiTLLxy7gej2ibE04VDlzvxRKaMItN8NLGG2Jr3PosLnNxG6Ic7ZAwSgwDFKnMZjznX0lLTPyAHr5NXgg1nhupjTCtkPvnKjZvPJojGkynBPW61ONsrx1K4+gk6GFEgKuqNC5gLFCgPNXSEu9RTXSu3S+kb+Dttx+f8TbZeN3DPBWvqT+kIP5Bi8Yxovn0KzgJM1PDByktR8siRuVq84R6Fk8WWuVv3feggNjDO/QhAIR40To4+jPhfP9YFcCL7QbA8o4tn5DNI6FV5twJvz746tBCLBsUR7i3fqoSTjCkPJz4MOo0m/wWiJfQ4SCRmPkAe/k+Mg4r+yfc/4AftfqOnUv6kr19Y6phrVEE9O4OH3LZ5zpWV6zD/DG7XTYmzgBdt8v4CkA5+fKO+oW3ov9p4Wz0yhiTC1G45vmp+DGeeV98PWQeMoNlXPBQMFAwUDBQMFAwUDBQMHAPxUD+9T8PxWY0vgDYkDi3WOSHskAESpt8yKCEjwIsVCPPXhRxHXuQRsW5tnLjqy5/ATSgmmSEcvH9HzlgjoS443KjHBMzfAzrHJV1MlkyErKkOCN2WBtbLiuECDAHi9kABGmaPE7Cp7zx37rnUlo4Hb4BUzqt8ZStEm7DczPDUpn9xMaWrxwuTdyiolfjL+LPp/Rptb6vlA1ytCG9obhNaqF2WOvJG7QltbS2AkD23O4ddwMKIdRBobwRHzTpnutyXCnw7q8nfEtIsy3PPg5pmAlw9Oa/Y57wvXaUyqY8QnGsbKvUcLWwqr3L97PhoIOhZXtxKjkGq2CtjgSHLQMCOnIMCEk4V7LPl4NHps9e6dmj846lIV6iVgvt8knjPYiPAYaPIARotYIFrNXps92UuBl5870I/Z5Yl9n938zZLD7Lp9K8TrQ3254D6+Ajyd4Ek6XpROOA+YRKHHgGMe+yt3PwAmh1FH2x0HbWsM3cfY6hnz6bacDh8zxPkI0fsgNhUGOScKp4zwLW2gsxmOGqUeYUQ8vMGYZIGFMyb0D8zzR+yKlfM4/VbQr2FFYpxLc9z1mzZhhcQJYFfsq5pvhDQxFFFqocB9hXWQ9dKlwNiB0bz0MBTq87A3/zFtAkT3YuCMkMT4+J1z8jUpY5qpzNoRmUeZuuUPtOx/C8h+Bcz+8RWnCxqUJkIqMczuXT+HTvwV+2P9Xb2v+OqaIwDjGf/5eHLnsfE6eQxv3uO4xaHGvaYVCzhuHlO8OX8XpmMuVq4KBgoGCgYKBLysGXL9j6wQXKhe2WL9Z2/yw76VEPXBT5d94SPt5+C9dS4ku1tNxWXfNazDea4KWUokRlHK0YChRl8fkQTw3Gt6qEe1lyzqHcgR6WrrtrO0h5moWV66z81obW1HQj17anShC1biPpbCck1zzJVu2RiAJhSal+C3ZkmnMuZ5M/87tz892r6R1BrccUaFC2N5YrW3ojJRordxPx/FPlMfrMUbFCqh9ouek6e4emebK50TjMUbtZ9Xmhjq7H1Iv+5HyTxo3PAL36Lo1UK0n1cVTruUTBowNpntrhU7eA34M6tr6x4GnwPvJMusZhENz2tbwyhjPDmHAS7+ZuzFXpNk40hxaG0dnPk99H6JThhH2eJiUPLgxKh7g7/wXU4J3I3Dv+zQewCh9uTwCAjy3a/i3lvDU0uiJZ0zv3SUQJrpP2m88qE0aesue2NvuTYwDULKyHc7sbZ7wMrWxpFFBY81cGuK7QNfgFa9Nonz/sK6eb5r0qSGnOyIlRSh57sQQcZ7fjcjtHwB5rroBT5X7S4Opx0zyx4b07hlX91AeeiILxODmOca849LvJFOLi+/RG8aSy/TNvB5ny35l3PFi+nLOS4D0vXDF1kKJn9/Bme+H81xcPS6qluDGtXxjhM3G8LnSgxpYNQTfMqf67tvISfguCJNz7lkDFxCWPwUDBQMFAwUDBQMFAwUDBQOPjYFMNT92O6X+Z42B4ILG4Q3rZ9UYP4w9hAasUGVC6/Yp5z9VX3RvwQwQTuks78kLOiJjBsMjM7Fp9RqQmUaxkrhxzijACIG13aoAxgIfwRg3L2jgRFYYmxYl3fMb9hKNvYDkbmAM+RuiN5RS9eZd8GAo4HT3RI1nPJbpk+F8Aab4RRh899yiXztCH8dFNpu9h/EAJn5W/D6j8hNZZPC+VT1X/wpc46GaYjylMjEfkkX7gMBBb4K+JfwyCsEIY3gV2ulHj9AtFN7s47X5AfUa7joz2Y79XmIvMhWLt4TFvd1+gJDzlnBtjMcV7asA3tQIaTYogKMZ4EFwcTz5/FMUkSqfVYRe2jCKfLwC2opQzGFhLk5pd2d81yAQQg7DM3KE8DgEOM6FA2kS/jg3EWz0L/L+Ev4tBGsHyuzcHtuMe1wTCq9qCYMMjpoYoyN9z+8uEgHn06ZiT2lxFfi13nPSmI+2Brxrnvbs890hmI53Lddh38aU5w392/Ct2NBXuk0i7yJbzn7qnHsXnr/tH6kCy/aj48T7o8cxwm0FhJcny6QjKawVwitQVvFuBzJEXJZUMFAwUDBQMPDVwcC4Huv7aBow7undz/4eipidzsfyIM3kGgLNGFE3VABzL5rMa+ZOqfmH5Qe29SDKR9+75jxEmtdBFWERmpqtLyoM0UysmGc2AnAopb/Y/gnjOwyx6J9KpplWPLOaO9kSThrqqvX2C9zdybR+I/giy6sM7FDIESWk1ytTeuMErtdrHO+Cs/COhs/aYjhH5KGoU/7qKP2xVqm0E37mKLy6DuO5c9G9VhVt1yiebtrvUw8wOq8yL7aW/8i9BIb9dAxR6kdEmaxoPVJw7RGe63qT14SfvWj81upa3DPSzLb7A/tio+jSs5F9Y4OWXOS5e5nmQ+JbfwCuCE8dqm5z+i54XJvSnBo6323eB6wfaj27Yx5yynPj4Nzjy8MEaHz/MHbgz7WAHC03wIz5KemhXWu2TWlQsh6ct4BgtJ6b9gfwYhpZ3wc/R8GaH6JM/6L/kO9I2md3UsbujU9NRIAn7SvADq4m/v6hcQamgnlVwa8imN8dPCaRf9xiSZOXKYkrmF2NHgY93uFynmlifmku06MADoN/DXPDolelNEpgogMYISDNK4DN8/GZAlkaKxgoGCgYKBgoGCgYKBgoGHhMDDwDav0xwS91H8VAKF8dYtURKkNfheB/DSaF/V5gjodQhL0JU/l2MAYqgCcm9GjFpx7aZj4McOX+Mj+H54W5QBgiz+FTPRE7PPMG9oKNMMChgJZLuo/wZYatC4ELSmeUwH0/7pmka6ZMNIc46Kvf0GfCAcO4aTWektBdmpb9pR7ajPC1tGKyz6lfeGXQ2y0K79v+bRjCPwUbKGPmOF2XErwycW39U1r8CbhWibVgMDNOZQKxPm/rD4Dnv8grPHonC2Oyit9h4mUCjzKCMI+0FWG2UZ71o7DkkEJXC+4G6+gaoVHdCIPhpmhRPvriztPf7l+AT8VzhvNILeDAsGG1+241tG/YP3F+tH8zUNYcHrsIZocqKbvnp4eunFPJgt7wgrG3Vv0m8w0PXCpMlv957qQ6Ug/8m+cj7fIu3wz01XZjLivMA2cKkcKNJpXNf3v2GfOIRNm0X9afEXD+B2OlsJR5sON5kEsuz9RtqMfqRQDg/RnHapnj1HWMK4KGrvsz8PwWgPXCpdQ0HxWKKoi0P8w/JqKHex3X7OHVR9j2NL+PtrUyhiq57XfToegfMLQI+PfrSthOAiI9dRCuuYc2344kBtsdm4Mw2H4cClMQ+yCAv71FANS+y7umMJ43PAaMcY83Ttjm8T1Yb3lQMFAwUDBQMPAlwYACdNappiPiyF+J8vAFdLXr+HJdyWvG8t4++Onbb7lEA/DcpShodpZ4jBcrotckgbxROFQksHa4uCySZaM165Hec0uO6j3ykT/qPgbDoqKjl6k/4UEGjVmzPvad3n6uaUcLTg+lJBpw1hoCumcvyppQ0qHM4ueZdUyVTRfikEMlZKviG5iCXrDCc/o9r78tSkjxBoE04m1q5OIL50cYRvZGEvkRtD40TtA758C025wRS2IvUQz3QPousnbm3G651V8xvxi/CIurUkwf3msT1ItbzAQPJS2tsison8DfXGuaO+vjkfEhXf5N6FHoTOZXypufzTWdexVklqDExd+g5T7B3IC9Y6OCNL5TXeJwD4/yTUMFfvC0reUtMOINmOLd3HsBp4rOvKB4mu4qDDHADoODvwPbPBejJudLppHHqvV03UZUJaIAYWAcDMSZzZ6dTV4BvLk/89C8F1F7enhVcRTvP/xz8iRNZ/nWBp7PEMI10ZhiX+KA++qX+iSofjM3RjLCACciIvA7vkPTOIK7gJMoZ90vgM95xVwPeYD8xvVzax04jb5p0nd1rLt2n2K2frIln8VYyo/JgxAavq1f4XuVogyt1/kId0WSxubMuYgSAW/kODshw6iJ78LQIStx7XFcHxxPj9CnUmXBQMFAwUDBQMFAwUDBQMHARRh4aEr4osZL5sfEwMiAQcRL3A/GQ2oI/cxeWR3MreGIB0LgdsObMAMfkUMBk2R/kjGEYejVPJzMbGJ2epQfbfMqfMevo93brJTiec0+Q131O5gQPSJHj4Vg0u45LWFAO9rRG7ZjP9wIA43ncaPyV6ZGRh7wehVD9R85tNbNSdivT3o0DIb862Q6v0H/YO0nPM51E7CY53gAcwQwNhmcomefmXfOz48jCWbddhGitNWvKa+yjm6yNxqDvlMu7Q2H5wrev7fVb8n0dwSYiYHdyXjmj2g3QkgR/tl9loHjmLArPE8Vtt3gNeAeU3gDO0PPTmP96jyH5tv08WXGUatlkzcVSh1IjL1tbVo8j/XMvFChmd4NBGjsldTVL1jTbkPCdizR3i1hBjuOPN+TB8yxcsxl5kWP5fjmuZ8CP/vxTh4Jc2MhAJl/ipzFL4XMeJFsCZvWv8u7zvyK98C5OU3OMf/42zZpZ3CfY8LhqbxM83gP1hN9Tp7GVM2+U81GQaEK0P02xzoDZp9x9D8EVvsaKnrgXXTngkuNPGr394694PQE2a/Id4fqbZJvZMM3MvbPDhhVlJ/Z2IQHw14zywL9n/I+fsxhWE77ZT/PrfDMdku2goGCgYKBgoFngIH87ebjjjKzgo7we15HRJUHaD5XzzrhWjRoMGmElahagyEyTOtMai/odC7zWWVoRQjSWH6m+mbYIl+sdanM/OTQlWtWPszjSmbUF5WtSxrjUPnlfeqp2RIB3IVik/LWvJbymrz2bL6n8slOWq+QqRj7Dms5PwK2I/DFwp4RJC8knaDHo7QwRqrwCKHInRu74ArlKB6tPZGWblroCemoC0rvZgUe6OSqlVdJhmRHerVbdOWXcIS3nwZ9Qb+m2bWS9eitVI+QiHvwxlY+whdGbTtz1BE+MMrj/JHGa1r2IG1/Sl7CeU8g3aenMSWsGdjep0622slzYgmf18vf0WvuBY/4TcaQ/YljH2BhuR88UbV/QF5EPYI2/eLpX5iqnzJfEh065Tl0wbemhQfQCziR7tfPrLtNzP2rQ1H5AdS6Rrp+UxhF8DSPpHiTT/WrxFwPYwL4P3jeCaKziee7kBy+wxtPA0NL9C4VrCP/uNPUOH+SEQ38P4bJg+/0HV7ncCuXPUlYSd9gv0ga32KwgZJ6RoZ5toT+9vyEuY5nefDp02S/rMmrcjtWto/xP/xYyALC6N31ZmCsn0deQoQp53kg1PnwLOG7qlOlUMFAwUDBQMFAwUDBQMFAwcAFGJgp/gsKlaxfDQxk8p0deCH7UUZizdwZus1wWKSBMEpVeN+ippSrkj2A3k9XC97FzFckVZJadPfdS/CKKM207tY6PpgLlIBblHB4wKoITK3JbCSGIzwbLH5xCvVWtW1blMA/qZ7U/wfM3zeCeVUQ0VCxu7bWCCua5/4n+AAH0Y5/EBYgJNhhJs9uXyYK5orDfY439S9hirNiMlWShFoK8kg1Vt+GA479WGXKaN8MIYzgeqwrlTz1NyvnGN/tr1AYMtZUFaGCRyFL1ECdCmhahV3s+awnrHi4NsX+wtQ3wMi24DpZDtuX9ZTwKgz/SPtfVTDxK96r66XzXRWisNItytf6JeYwzP2oiE0hzAO7OfPO2fbd+3kgLFxF6MZgdGdp007etR9m7VWqd2/QBxSUMZfTmKdxs9Sy/3ufV6yv3cvNENQhKFuOzbLcOAeF197ItteNRhvfhkHXajxNFfs9IFDIXcjC3cjAn4CEClI9ejur+OZMAd+vEOw476ZE5hDkeOY9YB7XRgxAsR/K4BCKTplPXkQblAxBA0YmPXviDuDg+N5lClDwKA8F++h5ES2NuJzA9TeHOMx4XF7zVGHHEJ4phH/mfUtK7PSuiCuNRGbcGQTS/dU0kqHfjG3am+5kN6cMQkS18ceIBvVzv+EaTwWgiL29p5zOw3QsbpXLgoGCgYKBgoEvLQb8unvw8eZ/R6jP2m1EpAPyGuSatHMc6sxuvrR2J2PBzuqg1YwU2zTQkNTvGjJ5ZNH2nbUesBLlofkRNB2GfSpH8l2hsMzynK/z/fQ0/7W2BS0TdKm/MSaToAgv0uQFnEucOkeEHejN1igsrLYq2TTJM+X+5POpuoQtbdsy5owwr0bdMbSqddLZMAYcO71fYSz82VgQOgC6sIp9bDMvAi1APeu4mStb2xc4PJujWQNdv8AYohgDZTv4nKu4c5VpgzjzVI/Mxmg1Kqg11L2YZk5NJONUDX3dwuQ1MJj4wDsAnHkjcEM/eww6bzuN7PQCht5DqRQ0Z/Q5z3Mr3b1ONHCUgO7SWPXHZBm9IidaLs0PS1+cgE2eYGgwumTv6QHPc/z2qcZ3ZDyAcQff/iaHnpGOY9XjqR5KYL2leWjH7pmMGLCB395E2GyMsFEUyhU5JY/PNyEznDhzCl7eKNIPm9L7Lj42nVKDz8GBEQV4P9BY7249o1GpAPCUc1Ku6wFsaHg6Iq4eIzEvVOoPfEfcBziM10cl5j4PxsZT5MP4QgUweBOu4/i9P8Axhnx/t/A7WxXA4M7kXHd/ZefUwBw30lCD13SabZHl0f/EvKYV903WIFajkibeB5tWsf4tDBP+jWsMq/ntG1JSwUDBQMFAwUDBQMFAwUDBwNcLA4XC+3qN59ibidSHAYJx06p6ULGBdSdhhwZYE/cequt34JlQRoWgJClG9plQf3ucn/KUUmTFv+HFFHoaJaGCrBBCYDk84KVgSNgaoUtjKDFgeBjmTMbT+r4Fs/Vq1dywP2xLB7RiVngS1sxef4bQAi/UDsFKtH9RJ++iQzwrtLMprP6rHo9YlJP2eT+10VEYMLx/6xCaKJRYpj3BWwjfls+59t54GJpXq/5hQIDCGEcY5rB2BhfLsjDP7vfbqHwmfGEKLycurmTWZWYRJjXuD6uQSw/rk+mL2PPZvgMwucHP6gRb4CDXGcIXyzinvwn8bzC+CkhFuvhQmb2Py1yYlkJQAGPevQsT/EXgbH56+ip5c3+nurl5hWFdCj+FNR/LeoTF8U8hmNP+cliGj0r36HYex2WxnWv7iviA+TRgvJGEMPbV9ua5tf7uiFsFJnjcZA9c0JcFp1OI6J32hFlvBN+hb2Op/jrDyrcjwl4TFm/R5k6xtR8xHdK3Zmj+TH0IHNkD+lBK3rmGoWf/3xuESZRfF0LM/T5UVxoPn/J9s236FN+eOwWS4YbiOMOmKywKOP1WkBSGnZ/yHFBhzxD5jWO/Q1qmiosqOr/JkrNgoGCgYKBg4BliIH3LFZ7XG4wYVbhOpI/f+vunvJ5vNnj6NaPyaaVa18jlEbQRBn6N22tUn/BwF55cr+d8vVLt3i37O9bjwsaiWKNw1TtSRcHZSRzpNdh8BMyfUeNhY7DT8KV2Y30mLG4T4bLx9qvdhgTaJTSQiZY5CF8QYD6VxjKpoGGrCo0yoa+u3w5HXCV8uX9s3akU02DxMhpgmlLWJd+CV+HQuGcs1ypIgwYU7vNTKBrZ57NtXqf80tv2/DoSrS1M8nH0lMF6yhYfA3uyhlI3qppxcLpmjHXBUwdNP2DoGOPnCxX9S3g8XceBHMBYowBOe7IyH4LnyLCt1e28ys+NVYNiWqOCjO9pzhxo79zbMRWcb44nXvGZPjwxphZrhAkF4hDnC96/s2GjTvAk32D48Q3KX40QxMHq+86z9M69SDFCCMf7Bw4fClc7cI/95RtnJKWuZmzhp+I7ELjL/IWw8s61bvmjYvpbgON3YW3Mdxq4+odjk+QbtiHd/xHtaewywxThxTGy7Rg7txEK/uYRYdrtDHCNONr2GERgFMFmVDOPg2xoc0PEpxoZQsiEHg9Xu3CVXwUDBQMFAwUDBQMFAwUDBQPPCgOPwD08K9BLO4cxIOEusT8yHoT72gz/BrGvEgklDHsPuQfrUL8LNynzqRIkT4V8Plz74SfLsoovUA72L3H8jGueoajTAjbCS+GBOrRv0TTh6mAg9aLQsjfvLzSgTPSQsQvm7nCjO0+0W61hZBr2sqkJD2x/EzZs3ytw4j5phoSFCdJbYgOjqopOCHL7+bxT+dqPkXmT+VPAM3TfR8f1C3CcPBG0jo6+23+zcCj42tL3rv4Dd/8Bu2xIPGG7JuFVSki9Ho8M91mu2udCCR0irYAt9d5W5eFl+CrGfjv8L37r7SBcAf3ljVtM4ZbtuucwgqB5Ho3VKTgxeSa/TPHQ/I6Lv4YyWoycLYhknBoYUxXXFd6pbf1z9sRCwR8CBxjZ8Cw5oDKk7Zq9jyv2u64QGjR4LZzyGE6A+3fsg4Mncxx7xCJcyH2bM+5d0aiJfOGVUymsoG3m3PnCReugfPdvyNsIK75vKHEKBp7rges+29XwDjXpATzCdWfcRZLzwzmjKI+y3cuBa2FQ3e88OjtZHfkH+tw3/8nYEfIbj4rV5ORk/MI7pfsVbf6YkuCYdoXj9BwZx2hRuUHNKkIw93g+D46B/R7f15SNPoWgwzbw9EDx3Gxoc6rqgr5SoTAO4M/Rti+G2Ec0mpoacaoX1/J7dun3LVVW/hYMFAwUDBQMPFMMuNZ6RJIYYB1HgdM0yfORj/2YZporLSa5TH6+dr6bZ8DTs99idIV3ZKo6rcu7pRfl8GLteyk/PArr38X6A0EKzHOJvPZctu5MHaMiYIKm3rSEodUgLdbPuf7jV6zkRADphrdZLDFA7Nl6JTxv51IZrnyen6xfuX5LuUt/ymtEVJSgB1FeGVko6Ir1svNd1FrQlHpmdpvfVf0GegUeKe3HvOz7XOLu1TgO0/wAU26dEbD9kOxEIYpRXIzX3Up27mRlW3An7OksHeWWNUlp477Ql9EnMXaEFB+gmastRowY5SaYdpo9/WN6D+CXwJk9agx5iwJYmPLYTR7rR2u0NF668n8RHheDh/DWlFZjDM4av/UGBgiyAU/4Grq7wfu3Zt4mNjcgFur1gtNd4HJbm46tSAzprfFCjOGU4V4XaWahJGSPYvfsXu1qxnWeV4aGR3FfhfdoNgi9FxirhaWdu46w3kY4kF9G4TqoFM5wRKkRjwCuh23dY/i8RQkcnuW+UyhcHxBfiXaXj8WQWaMbDDuTElPDX2CRxl7Q90OvktivA4bRGoY8NDx3MCdtn/hs6f5682dkC3+Di2Fs3bsZo5nGMwbnPZGcauBqGiMN8Ehj6nM/NXfaPf+Gsoa28btoeO/3KDjujR3zTN7sW9Wm8duAnAhcJi/v8+svOQsGCgYKBgoGCgYKBgoGCga+3Bg4xQF9uaEv0J3AgEyFQoLvVzfNzyDmVUrKKsGcYBVdE37Z0KiwH3F//nMfTiSX5QzD475ON+x307gvbiikZZBs768ohX5PywjP9pufAbnsKjhomBb6bIjeaniFqmFkMqMfTI6MIgzQ5gMYtL/Q/0uFKIdA0gqaPiOEetL+KzDIpMuY7tUffUeYg0LO0GTB9V3T/2DEM65phv2On2x+xrgisKC/EZaQq2VSMIM0o7rt/wxL+nYw9bNAc5nznGuZbYfum9Vzm5/T3ncRkBz/nKgYqytC8TZv0wBCD5XRh9LBcRmt0AfCZ/UvMqfxAFbgF0lccwRuxlv5mYo5PE9uq9+BHrx2whPV9i9BPsKXLRbSPTjeaSO3tXYWJvCiQBHhnZ6wU9jt3MdDdY3z2UCCT+o3wBcW4ydwvAuB7TomGBz0f0Lpn/bg3c2z/MWAhpALgxBg7tlPr46Q8eRRyB0C1SNjtqzKIv6m+0+3H9D+O5S3bNz1yW5C+hEW+6FA/Qnt+q1CWGIFkQ6UG59Op3glfBPtAcLmzrbBe9SznCeAk4eeM6JM3luMVfhWdlNsvTPbnBrPF7Rv6Dz3mb5YSJvrKOeCgYKBgoGCgS8nBvSQYz2TfjaKC2t5XqkeDF7WeveRHTpDcko/u2C5WB1qyTXUBfALlB2/Z6n9FBpPpdUDpKAjUrsNxoY3LbRXC33Aiqmx5FmJOgZg6+r3gA/vZPEHPZyX4bPqWM0EDHjVuf9vDW0mvRR1Q+uen8SrYZbxnG4wTpV+uEi5fbelxBE8Iazqj8GR/MCl9EQeZ8uhgANv7nuasH1pXSN87m0b+zdjIFsb0YWfVHi98kk4NOJEoR/bbfj7AtimwWduGCXKMWT8Ug2XjB9F1xL193rCM+/kPpxv56cNyrDvwju/CK4cizPn+dkNAAt72WqMrBfwRI8eKe9rKA8w8F0wypVU7mMlefPbLUrW7iNgg6Z17kR7Ix7im8Ct4BlueF9QlIe3e6azHb9L8H1JTxgPIuwY2SjxFX77THv4AOaW6GeNEaOMUHX9RD8DuPH7GPNEfu9DZCwo+CNl3I3wYQhbEx2tMrrDNPD04OC3/Yzmj2WZ6qX9MKz4FL4Iow3DQdOs3J5t10SL2xAe3lDjaVyPVVqeFQwUDBQMFAwUDBQMFAwUDHzVMLBHLX/VwC/wHsOA7Eiv92+Fgk5PPqy/wyOt+QzRCx6ohFBKghIZOpXFnhV8eHZqKFjhSeKs+H1OwnaY4ttG9Qt772AV7D6tNZbLin8qLYkVUDV4JOKdVyOgCsvisNYOu+P47T0Pveo8zkkqOA0jO8TFj6qW/TyTF6GlU3+SUgnmp/m/gRPGGwYot7V2PtiuDBWHqElKdoDEwvxGJRJK4LA2ts+GnYo8/MHyt8ZDw72LtF4OK+GoIbJEfelq8VrKZGdGe8w2nRgnLa8HxnVTI6TQ0pnxrkPprUprH3HCTGgq+x370C4FLDFbwIX48KDuo8xyBECkf47x9xFUppDIFkleDwu4s+AAIcKAMGZoCT2+IcxehIxOMBo6C8BSXzmHF4EDv+h7DGuM43N4/2I9jRJ4gIF2blXs9eThnmyxfyuzvtUDPcYAi3HAifHeYHSgNwUzYwil5vHJneZ/Fu4+h7L7DepFCUyfhCclx+vuEcpauhDe3Q2K7xsFeH8lr4Jj8U2a+mf5MY3PrD8s7htCmKEQ1cs7UJRQFpmPvR/JQ0TBDeNsGGQF1UsBmG1nOKhNa2/nTAcOb/F4qLEEr+ir3rMV3rt6AdQoRz3SHAHACf4R9uXJxyp98YQd2E/sWLJfIbhlDOv+e5ThW0X5mBcWjOvFtyBgWuBMAUYk/MGZZzeM8ZOe8Hqt7xqKWHHOGCUPhlROJXFKzFgs8RvD5PeMLfkMfqcHybnfnqgncOHgoHhGWNvFnoJgNMPKWYHdzkH2i9pIAJe/BQMFAwUDBQP/BAy4LsXaj8KwZwsVt1Qx0ov0o2vHTBcInGtMXmf8nZJ5Yn2PiDiufLtHKFWhXRTIp6gjRu5hsWANyZ6hsfZqrDQeafXWOw54CGXcGPFEGssliZThyud0N/3NdMTy7JP0mzUrr1OCgLJ1QNnT9N+gt0mxca4SuMXLs26kP1G22uvW2DsJtiVcie4SgpU0rae2bQK/kjLQLCnyDmfh9eaZKUX8MZLOJ/BFej5aFirAIV1NPl8eZsq/UwFpzIpoRFWlV6TKVumJu3Mh5Z7/Zlx7jr5Jpss3Bc8AHRPehAcBmyvau3L6xP7E8AdN903GLylbj+J6r478U7wEbhwLeudWNioMG+eiKe6ny/mvffegTB5D+ygtLZ3e/xA+FcMC/sV44EF9bUrwSc3KfzGOrbQgPAdJvmaHBqO9/d/CKKQ1nppDhFtOsJwzftHIGX/kiCMaFobAQ42ikLkxzbeMn6ke30HxBmQoDzds9bMJOtl9brkdc2XKfPbFGs8b96L38CwoCbd4i+qpPwTd73cO3im+dzbs+ANT8HLPVzcbvMtjD1lmP1GWgoiPHPf7E+3xQiTYiJjlRunw7n5/e+jsXphiK6cET7w7wmTEIWl6t3YB3w8Fz1pvHIKIZMZFq1K8w9CFiFP5/Zr4sfjaw8N2bMm1/R559C73vZGf5/tuRQ+U0jgxZiDEz0iHUYte0eydhGGDnt2EbR9f2Xg3OzyTiQ5QoTAXnvQNeiBgSjUFAwUDBQMFAwUDBQMFAwUD/3QMJGr5nw5GAeCxMGAon5v6dXhLlIMQ9BVMmQrArtf7VqVMZtjvy3U4lTKDz6UKuJ5QQihDgwnjTlK+KBb5AF3o/5OyC9ODJuojHJzhn2VEkTZxXkxzBBU9Yfu21TvkUyl0ZZoYdNoLoY4CAphyPCN6macQ7Cl8GNsGzTXMaCgfN78hz3vw1MkC/0oIUjGVqzC3Q0d4bxSxYbkbbS76nBtA+BaCBgRJQ3gnB1D56emz/ZSxjf6KZ6zQe/Zdcy+4rOR1DkS+8WytKMYj4b3Q44naIVRQKdkQ4vCiFO0iQERw9aR+AxR/YyxOW1P7uU7b1zNHIQTXtKW3u/1HbED/HZtjc896xoPyNYpJx9Z5pZfJ8bIjWFFegafCMZSQenwH3jlN8yfnPXBWEbp9jYfOZbpxDOS1KhTCKPjCQ2N84dZyzfdGuPTsvmlfR3Cm91HGaT7P2Y9eIVmoVb5uPqQGFaFHczMqCIP5XtQ1CuAwYjief+2p35iGuaCIr1ZwFR49CMLD+xgAJq8eYAuB/QgUBgzO455wmyEgicov7K94on7frW18X9eiK6xBXe4VDBQMFAwUDHx1MOD60VXb7lOiTLC+BP2RlEQP1QeX+pYtPYyuolFfr6HbWcm9dQmvHCL/swqcnQlKivW1SQHIAABAAElEQVSNZAjTRiUBHq6hLPXm6ST92wffgTEZCppLV9jDLRgiWSoD2gHP1qT8lTa+jGDq+79Dn8oXST/KH5wgWg4DRFGUdihrW5TlLaFVqfBY7gPPEoYGQ3sPwqXiXFWOI3E59qQfYx6heK+M7hJ0MKdrkrRiThoIEno8KVmFzfp96LXHMvFb3AZ+x2cq6jByrOEnJphC0X0NznJb0vwAoeKyZRsQDA8u94jXIBHlYUfEoavGL8Oyfha+DmMNvc5paD3T4q5blWjUXVc/QcmIF3cYYNwHR4vK9y5ThIPPaAOvc/m1eCf2YFzCjML+5uaH0N9sk6MxxqMlYaDPfEu2eCd3g8pzonrFfFzMSXLJuzQYX9Qogevgy5kPpxiRa+GO9v2m0YYK8g5D+05Dd2ADdzXzPTcdRg4t4Z/Z6kal7N135FogjpTL30LhBD6NNurWbajcgspyQq7C3PfQb8PjzKsjEJZHBQMFAwUDBQMFAwUDBQMFA4+MgV1q+ZEbK9U/SwxoScpeXdUbCCBUxCKwgQlx75xheItn7wJMUoDqwZp4g5m5kyHIzMp5UFNWZjAYQhgHPDM31a+o46eEnn0CkwOTQevuh2MI4IHwz8EU0c5k9Tw2lPmU89pd5pIphIHpXqHOVwOGzMSobHSyt2Et/DuuYGqXzOuymrOvrTG9QuFpjLdzzx5IveHoENZFSFuYLffCaj2D+9iXbPOf4FulmEwyME94WzQcTNqp11MGjToQULT961wTLlChCSntReR4pkPmvTH8Mvthdf3vGBeESAEbWc7GA4MFs5gsmWFasWDetL9kPuGhKig+HvHhVWqbE8JR/cHrFotoPM9b4GgcJ2G3n2cnG3EMERLd/pJ+oLTj9/58SXuP5XrpP5mS8vdtpjxCNKzF3ZOp7kevmqh1/w+FArbRiwBPjgHvhAHhxhBhpxOe90vd+W3bIfBE6c4ebu715V5zClcy0z3jLMNMLTEntLr/Lpbi/wa+CGkuboFp6a1wp73FDWtrI8S7QgjaxkNDG/PjyeeOF0Ln4Xv01T2qElz77+nxenzq3sPvcX4b+FG5I+hInjaLfgLRnPCWuX2daUNfJ4U+P8mSFN/OZdI4b9fgCQv60Xu4G8B5/wcK2yfGPLrun7gAxwhBbD8iH+B9ovA4+qqBQPjvRFvcPC85Zr77HXgmwkGERBybOq+CkqtgoGCgYKBg4MuOgRqiI6kvMfLBOzNoBZVY41r5EPDHOi+dpBep4Xpdi8OgcVF7pp/Gc9AVKhp61iCM36T5l8k1c3ksn61e5/rHhz11D9mzj5C9oZiOZ8t1fLUmbtL4gDFcR7hblA9NbUSRBE/mNTzna2vZ/x01L+nVEb4UbQVldG0EDwxApTW4WqMRoo6VP4myQsGKEtjoPG6VAwTWMh4rhaZbS5pmvOlYwYPV0FIdRoP7dOpU9MhFHj29RRs8HKXf5V2kw4/RQTEf98bOZlKUJw3k7Bl7yKIUM+LLnXll5lOJcbDX0rMNtGXQenqeh2KXmRd7+uZKck/yb87mC5pJ6kw+5tsozDFilV+gzmQEeM68WtS5cymOPDQ6gA6sCXkrzxt1nx5TvSa3Rm2Cr2qbH4MjYFzOvZ22Lv+hd6bRatwPu3UvceC8mzKcnBnP9G7IN43Gt6BH79GYpY5D9O1uLdfdccx4H3xXiWCkAvNQ/eYMI2C8kuvqJeCEDuZ71STC/brmD5SavgkaI7duqUOoZeBL8owlDsEZRiYDBiqNXvgYhifDXysWrw+f0vg4DowJ2wwNhKmuaoxxYt7MY2m0gobvlEr8tE2VsDi+jwPX3NP0Hg58227794InTwYlgoiBehgYPMd7KFzMqtyhuYJyVTBQMFAwUDBQMFAwUDBQMPAVxsBjU5tfYdR8RUGX0YAx6uDU+uobKMv+T86EGQqhjQKhz6qnHQpYmOE0+PdhsPdxZF0qk7XEh0Fl76QBJZJq5yor29gXs65QPvcy/8lDLnjEB2B8rKfHU7Nt3sBzEQ9gQ4gt60Xpp9fzF9W/4+mH0E5hwAMwOLJUnX2Eyew5FFwk51afJIaLC5hohHJY3N5276CYYiwQgAGgj65MjLFClOYFPEXeANfsCRV72+bqxrZHIYsesbfsh7qtsDgPhpTQxgeHfxf2XGOUA2darrfPP4985RcjY81s2hdOWmisX4a4wlK7Nvyz1tph3X/482OotX3YFHQMKNb7AQWwnuV6iR6En8cqEd3vzHzsFXW7/S2wEn6Q9g0Vzs3FweVqSvkG5lWPYYHhxLrwxkHAdaztZV3M8w5FaN/5zoHX5Zxc5otrYBqfR+hl9o57gpK9IRQz4pfz2xzr1ePmKUrQbW/YRefbkQTOFVKGMDCEJd/CeMN35oLkvOIQswqgO9v2fVcQFzhf1hWNpfbAkMrbtvnXqr1B+OA4n4vfZZXUkcRhzBUEuVUooJPKfH4X5x4lNS+GKQ0e9Ai0FSSH4DK3bX8uSArJKr2v/L76ft/p8wWVlawFAwUDBQMFA19KDLhEBA1HKM2UXPUuWy/GgiunTJtoNKUR1myIleiWlSJxy9UPGBo94kblg7/Hdcw1dXkcqmXn/h69ktY41N9EFRpuCCkavAYlXOtOrJeGy1b5ULWukZxX8i8VpYke2YFm50d+7rnTcA3aoW5foI+Og/TxTvYTP/TS00jzc47P9mjpE0VXx11qDxoUL+4UFld6daY9TtW4fB5zTfrNPU9boqpEe4kevKyP0GGU7aEr++1PmSt4tq7R7cvGD16LY+gd6tOwtYOvmbcVklY/WDDKJDhQzqIojjkpnQ48A8YO2zDK8x24Ijn2+YjiPfTvBxyEuw0v+tP12rPAK4q6mig4G7b2SXSldV83hod6MhAZqSJEtYrz+lhUpOD1ULTz3gzw+D1e3F2EiBfax0npXf8EhaChgh3rQwmc8p1QyWoErjDEPMqcHarn/Pu+XRr2VijPY3sa8XPne8L7ZxS05lU4Aw0e/Crk8cvf2PPbPCdnfAZpoh7g8eN95Z2N7x5tA1/wtkDTM8/bzWvkAWdhLHF6Xp7T/tE8tK86PIwNmo9CFpE8lPEDZq77VMeBqvsRfDYRto6/xEebKg8LBgoGCgYKBgoGCgYKBgoGvnwYeAYU55ev019biIL56SHkYXixer0ldFw1/BjmDUKee4ai3fZvEw7r/4PZRJgQXnYJGzPTIuNyPYZCsUbbPeGfB8IIhRcsjGBjGGCUvsOAkKD9n7QNQ2lorlFIsBRiXNN+CIBU3ujF1/+cdgnnCjOThGUy7XpcwnwNhJ8m/HPsQxzCi+v7mkIngaxQkn0jKSZVTjba69tyEo7YgvxdXRMCefgv2v8A/CeYptYVsi2P6cHhiyTkUtlOWOLwTk1tKgAMIaDtcm0Snhrle4WFvpbJCl92UsAjTOOx8zD9UACiBbXMvYKtAaVkj/evCtYYxhH+PH6OiQyvfbVE1xvq7H1uzhMsW5Tnsy3lOZFaTX+jLi47QrHVeLQ3KOuSgvewlCm8QmhZeFSAdpVe559jdU8PuJfaFA97uIgm7SVzhmfRZ5jhun8D/DCvcpPi6khK9YN5BIode0F5FhbHItpfKysOw5iAlpnPQ6MXLiHVRo/p2bs5almrYb6ndwHC1qF5h7YN4zY/WrtK74s9RpCKJ40GBUOEJ1vLffhey/5cmy37Um9BlNb5LZ4XgasEQAj7eNRpnR/CR2ZHowLY9l6hYjxB7PsCv3m88nmt9VxGA4MO5W8fyn76Tc1TWtSZ9t1SwE67hGJz3+GYC5EH3J1C2FRpunBa1Fr7V+/zPqaxXp3Me+XKz4KBgoGCgYKBrxAGYm2QjtILTbpK5YMeo6a8Nnu+b5Lqgp5UGB/JNX2d7giQWK/TdhxG+nkXUFx7hZNSea1locprcDw4809eeyUrpI7q2mgo32etzdTmYp1dqxMAk9d0V90ORCWBJqGCaZkV/kz7Bb3ngnoghdIwe5jGeg2u5Wcw0BvcLgNgT0Bzt2bwpNdvA49QuWXHnfbzuFo0j0M+L+95nfDtnqAQQPySTtYY8U6l3Ds3GWYZ+lmvwqDtFuWWvIPX4mRB65hT/seRkqIdoHU2GuhCT4ehoXA5AHtlFi3Ml+SZlLbRnUTfN3pjRujxWfGex3MunK6k+xJvKE7HcWfMasawz4o6wl5flZa4iAroL0rW2PYmJoUKsJEGJ+9yVM0+wSx9ytMBQ+oavq5uvabDU4aroJsKJd6MMelv4Ws+pN9sWXMkJUwxr6CVb+Hf+4Y9uGvpVnlAx/ahk8pTwtxjMNzVzDv4xmN7fQeujFZA9K+Y886ThwcqdZK52gBbimTFd8S5QnvxDSGHQxTbBDt+eLbWKDQ1dojx4y+ZA28PjbGpvniX4ENiy6E/MESMV8w04eqrp6D21n3B+58S4QmZAQBbRLjSearpYS+cK7RjRDL5YEOPDyiCB759fhl8r+V3m/onAKoxu9+ukgoGCgYKBgoGCgYKBgoGCga+LhjIPMXXpT+lH4EBua7n2cPzZyi+8Ap1XxdSzR5S3fAmFwpe8GjUOv1B2UYYfxidaoOYp/s1XqkwEFzLRMLpwP58AjP2Dp6QWYCxYP7JcZ+kqEAv3L57CYGUnrgwLjA5c1K4g9J58wd6/BnXCMUUlvHrKn4+BCXBsdEE7QwvVjcbFJOtCkLg4O4kZAsGXeX3x/Cp75DbEMgJMk+5lnTn1N+xT3Bx/usQwDXutRwe1wr6ouXxbF0KOxQQ8KxF6IYACTkGv+l3FqCZbT/Zv+jj3oMQMGqpzx5B3a+oQ09N2yT7gY7U7oHUYOHuHriEABQmcZ7LReG9Pz6fxyX1OcYUD+snN6+DZ0Mjet+5figJF94ceJ82hljTKxMhWAphnfF0qGy6rxKyExb6227wOm7wemY+nztuhteqK/f3EvdZQHy8TZ8qTPG9TWGnCXW9NhanqqFMA94Nk6bn+zFMRVX21fmCwKup8A5x36wIe5fm8qnmfB4j4riIc4QLNftNG07RtzNSfAuWE0Vhoc8wIhjY16wlYkC8P0lQMc+BVPz43zSmgx7eA4KN9l3OGrpYKs2h/fIKO6qaPbTpa8qT54XnEeb9Qkd+Nwpnfc+i3SI8OYKq8qhgoGCgYOArjYEwLsLLa9ALeFS0Jhrsvt3K6xDroKGWY9sJ1zDvH0vQDayfA0oi9xaV9miNtjOW21fITDTqsSrzM2mQICI0/jNcKErp7avQtPIXI1xBk+UCe+d4Rlnq2UIHd1s9MqFi9wiTDNM+rHu1RZtLRaRruR6RGq51Ad+F6y/w9ahl+voD4NKQ6xSulxCt5010LLRN/zJwQWecpsKWle5cS0tuO5RxhAzeHCK2d0osf2T4OKP4CdrSrVv0IAUm1T73SSrianAXYFGVY5wVXsfqDaVhKMmBQGMAlYfQgT18hXQ2P44VP/OZZge+A9Bm8r7B+/mecOmcXkl5Thoeu0dZ3uHV2rPlTOJBVgpccyu/K8BglJ6h+miE80BlIx3rKaJsNewt3b7GtdEB8giu07kHajxxWy7RMMYYTUf4bMYjEHOoDe7DXLYbt1LB4EEmN8bwRDP3eCxnO4SBKXyOHvI5LXCr9XWSdeCZjLdt7IEtbX/xO5QrP/cMbMOnGLu8RwH4Xt8Jee6Yc/JaRArzm8Ae4Rpk+C5c9s05F461fH6JVOjjQc3WTPLJyYiJMWvYOuwJSmnCU3car+R3JJ/Xqiv3CgYKBgoGCgYKBgoGCgYKBr4SGDhEyX8lgC9A7mNAjlYGH4tX95z64jUYDoUO7jcjsQ+TVP8+7Qt6Yr+ybCG938LJ3zDM9RZlih7AMIHhldeqMEMB1cBIEpK1Hr5AVHNcOHNx+3R9GL6L0ukXKPpehLlB0MT+TZE8E3J5aAhHu/0P8ICggn+N1sr3SjQaluyEna5+zkHY6clTg1cLJrQJrwRhwyMDr8CKENANniLynlrkH06+mvuv5/jbwsGIP4f18Eu08XPy2tdUX1Yuh7co7Tfdc7T5D5jNN6P9CE3FiFya3J8oDi2qB/q6/TUQEuobXJrSvsNxOf4hPyHNVADW7l3WvMtZhax9T1lOCvnGjPbMMIiOrQrvoX+ethGMEiru8EEjht1GEdmzD209/H2adVnIeM48G8B1jeLZPXHvjsnY1QMnPUoGwm43Kt5VhI9jFO1bmyCOuIhnIUT2BgKwzv20fI/wHNE7xfmSBRtRj1jZnyf8djgmIcOfaB+PVMPMjQx8Fm6Ray9ZkPEipHi1fZ1ynKOyvWw7P3P749x0vmtwghL2aa8C9r3UxxAECa9CPc9koZvJdwihK8K1tnuDsVS4fH6rUdHiT/KEULjyIahK+023CicnHJs5w2xuPQTwDGAf7a0GMecKORyHaSzSGLZ6IWBkU9W84wijGsKcN4eRvYC6XBYMFAwUDBQMfGUwIE2gcJzVSsXNoMcoq4nriTRvhPmMtSSvNbs9y/TH7t21XxpGsT51hla1LheyncVsUcjneU1lCWftrTsVa9xkbUoGd2nt3aU7otgFf1gnVUhrNKX3muv9uKafqqRG4RhUOUZpvWslfclr8zVLZe5H0FBGGaK+vJ6fo4BcwpuURPAqKM5jr+LoU6KJEs2wzL1/nXC/e1fEoyhHedgMr0PrSE9JH12exFHi4ZxnKrtUxh2pZ48+2YE/QIX/IYSwBpyzUvpYhWttWZEGgzHrA76GeeZ2L97baXOtOLkSP2E9zFPfF+iwCmV57J0MnzTTxqsVHL850nJNKLFQABN9SB4wjGFp+5w5izoTGDAq4P2LcNnylbzfqW+e75fk0SKSVPN73te3qQw+fQoDvaw/4bPhWXhuwgtV2x/B2/2Y79Bz0OyYP9BPz0t+6Gro4mW0fdrFiLTWsBHY/LocTOC7g/4ftu4B/ArvN+Gzj2Q/WM85Dyb43FaJSAfw1fKZGhH4wQs+IIx9Nbz2Gy3v9QK4lYdLdH7a41u8PkIK+HzXlX3gPc23riWE9mx8zLiHDMa2gQlFcELVYyFst49ytC0fYse1q38HjJ+iu9f81wSfXX2HsOd+2/V6BzzAiq/D+E6Zq6SCgYKBgoGCgYKBgoGCgYKBrx4GlhzGVw/6AvEKBhxSFXQvwGz8jMOwRwpoFGyghNsg3DD8c7AbD81swHh13yFS1L/AWMDIy06Egk4my7Cs78NOogyL8NPcCiGB53skGRKkIzIndfPN6kn9P7hS0EIKZZptJyVkR0i8oVYhNTI6Ed72ShyEgCX8P2inZZ/Wn8LQ/TCanf8QzszQvdEEDChCr6YhJG5YKl/76o3wxgnFM3tT3TQ/of8Kv/aSuAFOmb0Kr2P3Hq4qQgKGR6Z4CZaO8yWJulraQvjXoASu2Rv3WEoCHPaCHd7HewHPyClM4rFS+dkCvugvDHUPU4rFdK1gLWc7cNbuXwGTYRC3w/9ymlyUgodnbGNv2O2PaRfr8Ytq0Cr/c/D+e4QQH53XdxWljJv/3MP6Sf1rcKyS3XfpVOPjnKKfXhkKebv9ANzT9jTmJ+pwvqp4Bs+t7Z5sc7c+RYEJzU/pAUJehONpnnE3BkDIArqxoLkVUj/PY+eT342UrhH+xXhbH+HOhxbldwitco0HzlvfWwTsARcn50xcXzba9qPbavFvmEYFThcijxIlFQwUDBQMFAx8BTAQ64R0NXtQQt+mteeh4VYFhQEYtId0QVpTjq0r0g3jykPEmaC3VIrsrEWXrmv7fUK9p1IsDOJQjIWWB21C4GM/797vnGcjXcB+pii0kucbP32Wn+8VO+unaKF8Y7jeUPS4jl+aKNN8Bkx/50iUzKU1LPMHPYRx2039Kl67bolzbOyWJVeuY/zh3WLPaQ3prulfrlcjBRSGzKuE//v2lTmFwq1HOT0QYUlaKMJf5+ZOnh17OZVvwh8abvn51L1Lifb9digvxjXIGzA+7gzvDf8XlQc+z30XVORLmx7nd/abP/2bfos6ogj0eHaLw5MJuDVwrjTQxIu71+udTjrXHjTldxEv0aEVb3ixsq/tEPjbb0m4OcLY+ocoplUervCk+8Xu81v4lCUQZrnaAJ8gZJhzvePrNiiHqOQdfwT84sk5wJy/7/zK7aydQ2tKO5uPmXca36tAXybhJxT7Rn6W7bpO8NLLkve/1juZb2XjHspGLNIoHX4ZPDUaOLjlkdtZBV+Uv1n3/UbcH+pSQ8FAwUDBQMFAwUDBQMFAwcD9MCAlXNLXBAOyumlfpSfVZvgFChz2ccEqPvZ+UqhRvwmxj1BIwh8GSEUoPzjgnGSGF0eEVjsWIngFZyFIgCGtOxTACIfyrkSGLqsi1NAfYez/ApMBIxSMFxAf4MHO8ZBQQaRFtOGvtOq9wQt3ICRdUoBziv6QR4tg9l/VSnio/wqDw6NQTNs+jOGVfE3y4pRZQjCAwr0HgsSE+1ppA6+wQCtgfiO0GZrf0v7HwMOtSCpnRywFrD5IZccMe6fEiDlqW5i0DkVo7AEVCkJu8njGm+1bl/U/RRGIRyTCD5WCxMnm/ghEMKnkkyleO8g5JWF0jg2EQoM57AkzroJbT5gI5ReINU86Aq+CDJOpAjjCYI3tRrM+G+fcFBqL3+Ik6oC5T6HNMk7wpKgYX0OykaNqCC3MPtIeYeWtpffiqPFGGBCodO4FS+hvw5H5joijnGZ85TvzeYg9wJ4wx16snqv/hbr0pheWM5PjgWdQGB2EBTqgx725fLRBO87HNoQUlGGCbJGndg1CAT2ttaTXszbeW0Y1LNvpfgxhxrd1es0057TptlicK3j4AJgR3IxzIXsBTThwzMckbqoer3i8yhVWNjGe3FrgK+dN9c1lhS15PoFmBl6P82bzR27z3tHpmIt2fkzx7oawy05sEHITypyw04Fj+zqm/G4Kg8XzTMjPl+eED3MgjHc/OqMO0PspOdd2+usThFSxpzQCR9JuX60r4TTKWTYfkZufE0Tm9bv2Kf3/NOa1e7WlfYbHzOVUMFAwUDBQMPC1wEAN3RH0G7RlRHOJdct1cFwz6GX2BHZdWR5nISDqoa6ekJz1d1lXwnf2SNHU7iA9JIUkzfn/s/dm/5IT16KmhtyFJ2wMBsxUFGDs4zs99EO/9P//dvvX997+9Tn32AzFZDAGwznYxtROSf19KxRKZe6cd25McSKqtKWUQhErVoSkNS/ozV6jOz9PY4nIMNMxl2afyFxn59660O8137aAB1owvDXDU1Ll6/qdc3oseeLpkcctfKOHFviIjCPugjRgvEEHrjex9VeiHzYuGeoar7q2e5n2UfRIbridVMQxSi484vS47YNG2daACJ1v1sm/c/3EmQzQyIP5PgnlDXWWL568DwMDcGd6C/mZ5oZCad7kCMsGvZIXQnjFYhxcS3MZSYd/gVP4qYMl2mQc7OfzG3gj/cVAqpeaeZUDWeEk4ybtQ9k0WyvSeXKlQY91KDbJTdxDD6/TYwchmyrEsxbtiS8ahxeoiQpj/uRksCBsrLcd60N4skGHdG1LpKOGdVVF1KgdN029H3cQ46OqhqoNCWvr/ptENwNX6p89B2mTR/DYmRrXEOgy3Hmt13Twmcf1e2ytWA+hxFXJivE2EbxMr2LxsZjmXh6MIi4bPMob1nmENjayjmvlDoqw+f61LFFMG4WBlxJreNWfdSxpvomC1eOZ3CMTAYNAz+Yavsxc0tiWEkBynhQBKNBT5C1wxGk3Iw70S7y38eLWaMUnwDn+NopzlzzN4ZBME+S8ek78+Q5QrhLPIem0CDEezwmwCd2douzbGHzpo2CgYKBgoGCgYKBgoGDgPzAGVtTyf2AkfH+GDjOjQo7wPXrCNnjEBjuhIo1cnNc9noi9AhcZSDi4SVB1qWWAMoXwTw1MVjN68iV2BgFPS05OvG8rFbGJjWAPvBMM58yC4zX/EYIfGPSr6j/DQqGk2+ShGoROzRfhiVkP5P/NQp0sYDuna+/xfoV+S/J7Rbhc8eiWhAsqhAaFNMKIl8h1hQKYUFCJx/PeXN/GjikOzLa5FdzJzLb1i5wyLJlXaG/GAEdF+h9QSOn9HMopkRMAhAqVKsJwRIl77Btlb0/YMfJ01Q0Mq0rCXUVYED72hNTrIg+SnudH9hdt2jZb4FlvhWfwtH6ZsbPOwjgB3CZk7oDAsGjmXiIEcoQws//NxbHj1vG0eeUWLeOtfskZQ4bvGe+NpoCPddey9uO+CFF4o9LNE3TR9z/EmAHlb43njzgznPDNmjfOWEeBkhbdfYR+pm/Wf6zTjMsbd+UTGiQ8Vf2gfQOrdHKHg/e02vL1A/tYe64r8NwSMs5nPoQzea1vu1+hgwLu56qrq2epD461QB9LFuLk3/v33ofQlryHPaH++q2eCvMWRPRPqnsNgiGEHKk4YttxO2X0Ple+ZxWmmPPY3+C9lIKBgoGCgYKB7xkG0jcicmQS2rMOOsP3/SnfjEMosQ+LNAgGWeElZvuHaBgVIX7buB9DKI0v+ykXZ24zGj7tz0RbqrCVNoCPQDHdBI1yZFOjEZ70a09qjobUFCoKa+ibS5QB3qatnodOfIYeRkXZUQ2n+UyegeDYvKKGWr7BTBzV2FjJuWILOoA5I22JvAAnTmlkVTemXZODP7MZSQiF4erqSUcqdAzH/YOrl6CRNWA9taWNMQQdTqQfo77UKFqhw06j3RL44anZEA2mIuLOyfT2FhSEtgozPXEHTVxpkCl9yvqNUM77xh3zxvzBUzcDHtz9f+O+y6zTgFS+JorrFP4GQ9kh+BTPMx/T9VRr/jcpNTHu5tmrST2kIniXMnt+32nH45roUBLCv/Yo9vued8mBZ6KBlr5aoMTviSAUsobTej2ltgrLoeuq66U8lryein52uZGYd38gF8EoXR7DkNmhML9j2IRFQ/tKY1gifwVfMDewYH31prxZopSOUN6aq7o240HPI7izfcwuc1sT7SAZ5uMN7POAfCR068g0Gp7DIda8z0HGal63dwZaabhgoGCgYKBgoGCgYKBgoGDgjjAwUvh31Hpp9lvFgPaZWpu39atYlr6MkADGEkVZg/dvP7wFXf85XoH8lpAfFXrhwaCQYrMEI3D88pBx77FEXtQPUHg9S78KOlQo+RemjBxHhn+uIgfsjMHZx4BTe3+hnRgHVrTDL2GkGDdWtSH7UomEcjblTDL8NB6g5n8y5BFMmbfdis+Km2kERV3Vvc6eMYe1tBCLNzctuBE6sKX8Tp9yNileFUhY47TCPI2CPJmyq+ZB1V87z0+w0Vrgcr3VBiZ0GFTGvUeNv3BsblJnBQCiPvsjSy3jz/oKj8nqPvsNYciawEJ7fjxXYWiH4UP6/4DjlNPL3g/j3/HYvh7e/mM9qezGO9U1HsJNrd4npnT7IOoGj/f2Xe75ipYS7r0lb9vvSmfDc8BnCK/2IUKtreN2370xPgQStfmfUEg63zWhAA/PumOyz6e45zdUZz0DedyXnxXxnLcNIHySY0ZbQnoR7r1H8d6G4Gtsg+s3BUVcc52IT/L/1sPrHCevgvA40Otg16bgyi28wBG+Mmd1+w3TgwK2fh9v5EecYwoCKIEVQjYmINaBp5jbgbxvEVYSGKwxGWnE2KPSwT9az5vRruI90zdvMw6Vy7PbMv7cswVewXMKO+37yp5nRQAt+b70a/y7wqcnIs9wzDeeCCgEUlH4MwdgPF12BQMFAwUDBQOPMQbSd0wqJ5FkX0BnE/4WutPvyiH6QnotaLa9GMjfIyOA/Jh2VahA+8SXc/eN6ZPjd+campzvUftX7l8pp4P25LL7c0qmHzQ0q41+05ELODo9osH47nfQBaqAPyfKycd8XonMwuc0eU4nGu1YuOx22vhe19IS0C51/RQDTNTAcW0lpXYoaTDk6iNdzOfMqXjzW3+obKvjOeawQTGFoWQPntK6EE/b6h/oAxpNQwOjm/Sk84kw1dmY9cCtiYZJfWYP9Qi/jZKnJsyrYV/Dw3SMRpPpvd3NujZpL2gjCSVodPicwbDj8ht4s/bkn05rcXcrkQOXNlKwKWEQXyjr8Nasgl7efe+xVxIMwghNjCKzNSoNyrdVrt2bLYmp9JxAE+OB3xkSlyg18l0rXuvmfaedyc83lLcvEQ1VyVOs53nCK9fFR5S8X/UQU4+ndN0/4KSGonLzlyyMlE4itzCGnHVPVB32u58qjUJ4r8ED+K6q4SVSXu1LwnSzLcN7Nxhr1EQ7iPzO+Z1A1UzCR7SCmjnEK3lKTwWU574Db0Kx/UzIVzqMvp1b+V9eno1KV2CMSE68rzS69X3F08I/+esM9fY2L3V2iBc5c9aP8gHCkNcDkRnEC6Gp7139HFieYe1noxWez0t1XtopGCgYKBgoGCgYKBgoGCgY+Idg4Awu9B8CZ+l0LwaYRjgKrUeHBiHR9T/x23C1Cov0iPsbrMdDBEGGScqCIIUQsou3ZBllUOk7Qp0SsrZt3+Q3oWthyRKT4+W/w2R8CDyEBov+7fuWxcbDghbhkdbP1/fpgz3saS4yK/bXwRxe9yifscKVub4IExNMmrmXfoq18xsIip6m5Xs3sUm9ASXgUL9Lv+aJEzMCNuJdAUoIUTLUh/eGJDNf0KB1LrmWhsmz1Jbzlo6CIUbooWBBjwbDYXPz2Enejz/37RwHSr7ePEV4a1aLZzgecZ3Hsnk/ikyZ3h7v88r+9ZLJay7WzaG1J3yE0WWkHSH06u5F+kSoQL+BfvDmPo6nvh1/ajcEKSi9Hy3fRcEIE35zdqa7Vgcj/lzTnBwQrAzDiyHMSFrMPWt3mkfuDIHrVyj+6ZsQYFFCsWv7O0rcr4AJIQFhve+197n3h4zX+kIDsw7e/J23tZaingJoCt6vS40ewugCAUmcTCNavyeNx78pTxbvDfL/9vQ7rtS16jd+TPOY4FMo7DtnSb/XeCBnuG/cN50gRDfPTYfAb4nQqJuFnT9POKMXyp/ZECwbEnKz+AC6/tn73Cio6gkpHsYGMZZR4BuLyjHtmq803tx8GAsQdruvP+RUCpNHo/ly2RcMFAwUDBQMfJ8w4PeCL6VpJpa9qRY0LvTcpUpqy09Rp6cY36k5fbuvlzDWgx+4vv6Cbytej9N39TLwJfqDbyOKi/DWhCY1pO3hYv+mRlDhCl1MapIaIzE+1pxP1w63saqR6b+817OvUQncqSxXcXFCkTeJ6B3gbfgExQcKEb/h02c8w3h8mxpgxrgA0LDU5vpUSZbgXfEqR7eoclpvQpQ1UsXJSHF2d9AwGU7320vMH9MXayq8R6F3Y43svmdbS44j2gokqcSU9jHKk8cq8zMs2+4e77WNkcwa9PrFA7iqn4UGxmByoqm333/c2WQIKC9SaQSLF3CEq5aPouwcsQao9s84Qrl9BX/N/GlmGIzc7juj3b1/gg7NC2v0/HReW56HWIM+Hzsho2nvdXsSBa2RguRFc3t7ez7+Yqwl2uR/4K79eFRaruBy7oOXncGq4W9LeqIFcyjPSHRr9sd3e3zN1Kjh6DVyGWq89iOkvPOaN2AFtrRGFzzT8HOViun0vgr4j+/wtJqxdplH1t2jDoON3tQwIw/sVPF+Cl6+JcLDFQYrGhoH3Kd1c27tmBPeeebsXnakxxpIXwMXZgn8wANeLV4CIo2PLK6FjNc4Uf4UDBQMFAwUDBQMFAwUDBQMPGYYkJor5XHEQDBnibkJBlXinNBL9UCIo+o1GGqEHzBf4YGJoKWK8Mt4AsCYh1UqApc1hZiE/Xw7AicqaCIEk4IIhC5N/Rq/n4d5UDmZSvK6RNBTqYz6elREHdH4oSpwL8m6WMXkj/CGfR3GGcHBWIStiRBPKpj0MvgQJZ5KQIUStyzB7DIyhEx19QDl7y+BRQY8PU7BHoPLGu7SvE41yrC6fZ894Z0yYs4EwdvrljH3KEOv8TpuFZZkQdLG46xUReFFeGOqfFcAcouiZXd4w6p0ZrxzZnUmAEjMt/3gBWBIM0JAK7AyZ5kyivB9Yf2tvDypOl974o56ikVU4Ce5Ijlim1c4g5I9Cx12DCVWBjm/WqyZH10jyEMB79QoINkvJLHSOg4Hwl0Pywf0q/DVy8A22+YgJGGC807+Xea9Hf6EM+/bwDsqBBUwjiXWZ/4x7rMwQi+WpsUDGIFhj/eBJQnaYmUFHB6lX3E5/uRzgR7wNwTeyRdnzXHNitWpTHNGDY47vYvIG64RSZ+FE1PlzYPc23ie+53XKHgcLzG4iJxmnJjLpdJzOd7DTq/jgVx0lWHsCGfn+j631Ci9NfYYqs+ABY+FaXzrLfqcdgDVo2RfEBJuJShen/u4a1oPs2tju0mo5VoFf4bctl/CXgce4qLP5W1GtA53+VUwUDBQMFAw8F3BgBQQoW6hqyLSCIL+6VuX6ZkMav6d9/n8jn36TqZvjl8Qe+qhCxL1tOOmzdMoGyIlgYL98dM8faM36574W/iCziOFwhBRWVCWQVpkGmZfc0YDWaD0XTTvUs3oRCpeNZ5SUTP7zu5pxH7mfaVj7uV/5CeGpmhQ9sSJPe3ML8XcQS/XscErEe52VUYaKiNydWHnUeQjjfmWxnkCehBDQumcoHm4Df5Eo7tER+xsZv0CuBtQsA6EztZEUU/dKMI1h23z93oriQ8DNmHp8QJOtDyrw+bm7Wzcl38K8xzu+E0rpsGoTYMB/bVG3wdt6CJM2437xytGk4l8yeRENUT1JYupgsyf3Ee+2MQL5TEIVS6ugwQla9oFRRla1yj5bYl8lHg9xzq/K6od/yc6znybRiQaamO4qNEk/EIyHNjXHBMQUw/9GUaqrLF91c+4prFJ8krl5g7v1Rr61vDeEUVq7J5LPreuSjHlFkcYkVbm4o5IYCNkt8EX7c5Lyg+d8JfofJ9V5QyGlOe8z13M4uouORTTCFXmAY7nBkgvjbSxu7S+fb6cJ/hO09IMfwB/pohxLVGR94zGslxkKT2DdzAKc57Hb6MIXzLCYe6cF72nha1Jz4WylY53Vl09y3vaZ9FoXqlM37hvA9DSR8FAwUDBQMFAwUDBQMFAwcBFMZC4m4s2WRr7VjAwCZIkyyXgEQ7BNLeL++TvfJrfI3NJ/tfr4f+BmP83mJ3McHLLRah4+0aA0GCVjgVy07yJUMBQRokVNLdngxLuuvodzM8nMDic16p6YiU4vE2h+06ld03eYXK0hvX4nOkL5RlikvZDwPyAnlDABmy36FRmScGJTNzim+oKL80UvinhNiuBUw9gQgWo3q/kT5qEZud2z5z1ISjDBn34z+SFe4m+R6GNbU5rYuwA/Jgf6Zvhf4OVz/hhndkaiBNj3QM7GcaOOW7ps1m8yJ0oCwOX4GOO81k7TVjck69MD+DAvYzvZn1/7+DCg4tOQqpF8wIW5S8xRAVmWlVzV7Q163A8dFUqxBvqL1n3GB6ogI1xe8U77XNHGdtMjPsT9Pkic/xL2kP4k4VtO25NjDQiE/sizFf3yHBzKL6pnwSUKffYrts9H8ITFKFXjXNLHmCFGRbhYktMezrlX9tNbccv4EVQw/ganvumJZwcz+bBQhuxbskzuGhfpx+U3YGHPXiaGrXOfCMMoAI2lN8h3Jjq3TyImbBvvAWaBcpu+nXKTy7AKo5VdNd6ASx43oCiDq+ijdaiA3omPKTvyQjrFzj23eRttpSLx/Pf+Tz7mA+FdghxuCeFZmSthX3JbBBr7c3uL4cFAwUDBQMFA48xBvJ7nrCZtWGWUXrFt/AyQ0r0YvJeS/SWxn7SXfbLd+kYGt4cu42RZ1Recc+Fv0ft4gqawdDGGgTGx++owTcYaxlutEGZlIqwZYXbMXRHuivTP0GBiBa+y4O0n15rpHdIlMHYxTE7vYahEVTqSzeG52PQQtx8Bu4i3U6kTZFGMF/r08Gz9E5utCvRcWSZ+ofOIa1PRLjJS3BqItNi44mgU3bgE95Bw926QimGMVxS4XHf1M/U6M4D8e8IsuI+jFzhNWoUXkmZtAHPRktB4se8cSFgVUmLUQG8bGXIXv6ldb6DDttob+fPeFZcFyjOUWImw+SEl500Z8xPUtaF0p4Q0PdajJylj+3oBDxthWvqWH4GLA5f47EPv4ThQYpUFZT81lunk/BDDbxYY75dcXXRktvzKdKYmXUHLx18HWOPqF8+YbGE5+uY+wiZ3eOdbIQs00GFEWrg65bzOI0vMBa/ZMuMrlUNf+S3uYB5dud5iu137NvQ4sFHKi/h+Y7ncGrzkgd5nOJC7BEFjXQ81aB3/AxXscZQ3nemGcIzmXeFRiGp5DYuCVduKz2X8X6M9y4Gs0ZIGz2UfRcYGcn3urx3hTdw4k3TM5NbKfuCgYKBgoGCgYKBgoGCgYKBxwsDd0lhPl6YeCyhTdOn0XzkRdXitnsVQl1PAZjK9i+IZD6pls2/BgNSQ+irhJVhi1w0Mz7k5vBt+9DykAmDIYDZM0xu1WEdrQBFhozTkXeM3KtV/ZANL4Qp/HBuN+9v9n7wTDD0hi8iX9T1A2DAqheLVWHO7JO5tyK/TQXTGuGfVdaoULtFvzKSwbQxzh5FOxayncImQvRZkkzO9oUDJZTW8Hg6mIc3hSBLIsLEfsUtx/8JgYHMIoKk4TV0WIRhxhvVkgUw640lq/KmeQ+hBfh3rlbYWa968BfCIvPQDS/jfSyuwXu0t7pRBjE2JiCU/SirO/LA9tX71NXznPOTUi7hKOUAm2Zs1VjMke3pTY5wsYMJRaA39M7xtvqrW+MqfRsCuW4+ir65eTb3CWerO/JRnhX3rJOe8IZYjNunYR571u+uO20hBCHUC6+MljBzV2+j93bNreCN9cH6CcHleE8SoNgC5x2bIZgfvUZ/KbfzulHB+hrzrlzC48Q5QRj9iJzfFQpw/Sn0uAllqHCEIGS8w2OehwgjyHPbDi+wtB/Qr+GfFXyxRUlzNf7YuVNY1yJUGQh3VpOjzvXuMx/vG2BYjXNsQmTQ76J5kedTYVEWAO/sYsuF2YzYN97uFWuuwaMiPAHGdUTv3JvqqrRdoqCvELpUHeHMx/dl4/sRnAjnasbsctaHP2fFFWouucbw7uQ07BHw6BEcZY7r2T3lsGCgYKBgoGDgMcZA0IAZfpWZemQa4pPoHxDkaeN6fGN3fz/m36XcWt5LI8R1vi999wOE80bKOEz/5PvttY289KSA6Pm2dSqP98GS7zxyLx0T9AZRWaAHez3aEgF8uAHogm6pty2RUvgeS55V0HorJfCBJuLbuhrL/CgpNU2BQ1jVk8bLd7xHmUbbdY9iukepj0IkpVFhDiL/66k0CpMIPSDlGNRlb15N+TPGzNycWmJJgKt+QMnaYlyKIn29iAm2g+uOKuRh1jO5Gci3S+SooPsCr+st7vuVabpEM0ENga/edDuk+5EmWs3LvlbEzKyIHxWa0N/JIzIWBxWOa23W0tqh/Ip8UANd3DD2duJF1qrFj0QHsroJi63R7YDCUMV0NTwHrfoj6gjz7eBZ9TrSyIYyJl1MTxSbZDyZ23efj1d3RV7bUN79CJzDp4i3tffSqu5tjuQPgnc3ly3hs1MkKeDJdG7AtqJ5qQ3fx2+N0KGva56pVMY6twFmfm+MlXkAbXX3NeC8Dw7EH+Gg9fYGrlDc022wPhpLh8EDfDvK1jCqmcYwb/gSx64P+Sfn1u8BnvEtYZbhO1r6NHJaLgNzGEYP8b4a3++8R/Ozletddp/WVFrnvNOIjnbdf0QXygksXBdv8oesrWr40RrMUaX8KRgoGCgYKBgoGCgYKBgoGHjsMLCiQh870AvAgYHM6OMZUFfPI0x5CWJdEh7bTrxPr+t/5jdEPQxIYg7nUz4/PgOfMmBsAyHEKnLwhgI2hBtaz8Ns43mwHD4AErwB7T+8ETMzf35/6U6EF8GpXGGV/SoMFjCE17OMiwyWsCGMQPl6PXwEIyM3A6MzY7zOgIBb7FTl2I+qxfBfYehQIE0MbsYnfTPMUABjkfyo/h2/OdfMlWpn9C6+UcLW1y/Tp94EzrkCqc2i8osNL4GK0NdVY84r8SFDOiu2d0yBGY1w2465+jVNIYgMwcPu+xUaDHjEGHp70Aua3+eUnn4aQpzVHaF6XWeB/0MtMUeiSmvwBWG3ghH3Hucnz9G2NrwWi4rbNRRQQfiAhsg/zJl9d85bCwHJAmv0e79HeDTifl5h3zEhuFpyVLXL1xjDD5nDfZU3r7EWEPJ2g7nE3iZEOfOvgHAn6mk83h+MuUHwSfjnWuU+ECTv6o31stnd1t8dMBuKDdyHF82OzllT0QchxX+A13FtvjfLmc+ncufGMMx4AVyHJ8CWtRltO69eUzhEiDPCrvkcpXPs5sX6EaZtfnJ+HOp66ij4JNd0rwcCON+N8PnN5bhgoGCgYKBg4HHEQHxLEq0Q3w6/deY+9RuEp5xhjfs9CqbThiwRoBfdj/hGJyPH9J3c8W2dGuc7FzQfxkkT7XcSQTG1tPMgaEi/o9BKQTNtKiR33QnuoO3qhXQCeJNGC5zeBj6/62y02zY/J3ILNCPf4ilSzCF61/7ZVM5osDj05E8evoB0xVMwaAbHIs7t59jieKAeg0aQVpeWlAZBTRZzcmgON/phDAPr61H/OQaORFrZS59s3LvlZw1te0UO2ZbITfJNAHdG8abxXo3wgvYj9Ui0dcJ8Bk9BffBi5BvDZcvvJKDOAmw1FpVutolRsGHRQSHTuAf3rpXYWJfuY22gYMX4tgojVO4PY+JbwrWCEPjoR6V+67zapxcP4U9jhSdZBijxo3DfnRTWndG8us/Zi5PZuMXNRjEylZGxhiWKViJxTUaRG/Vu95OxiqfAEfmZ6y/oE94nclDn87kHYHR9yYNrKL7EyDZCxM/GkatefM/aC/kH8Gn0sYYveQe3e0RSeIEpR5l/8f63NeicjZvvO3n1+kPSSsG/se6Un7j8kvE13vh65Y9G7ttaK+cKBgoGCgYKBgoGCgYKBgoGHg8M3KTcHw+4C5RgQELdLSxd8dpr8c7sYWxUSDYdjM7SnJTvBvMh+6sSMjwPOcz7xATQWDC7kvyZMTiMYtuwbz3pniD8c0PIJ8NCqXBbwCQuzMnT/g5+RwUwDAb/prLGBE1n9x94D5vOe0s0Y9ehANXC+DkYeoUqFJTAeuQRmJo8rHpAv48S8OMQ6sTYuJfRT7jz17El8K1wQvyRY2zofkNfMG0KsugzlwV4vmK7ByOqF2pVaxFv6GLmJJfA94zVi7EJnOfm23iDCjPxh4K97l/Da9JwUaB+nNPcrPfG2Jn//hH9Nm/Rr17YMr4JxuRZ4h0weTDyjmdbSdbBKsr8Zw6gBzRzn3Y8FsY85rynRdrSWrwmx9twjQcuyv9Fp5CCfrjFIGwDx+7drO92s1AZoWoN01kP9xHmPaBHrPBXXd24JdoBr4EnvA8GLa4Jfa4i3rmjwXG7cWucsI6hErVe71o8YhevIVgh5LXCV65F1xmAmK8VMF5PBXxxPIQl/yfsydfG8yBUsYViHAjHvaGW8/htIlmDP0N/Mt3Zct6Zoi/6dE6EJNaiMI1b6nucE5SR/eLdNHYb3VH0xtYmPjyMuyeZHJXshP2a6q/Gl06lvqfLGwfmV+5QgHYIEmpzcYkISp7jtT01OvBakctaJftAv3ac1tVGw/xMcyMe0hY1WIcBkQvLK+F9wrtGnI/rWm/svLXAF4EwEbhowGG+9IYwgwquazpQ5KhXRe1k8lAEruPhWOs15kFI05yLQz2ZCD3d/Jk9Ap50IUAsfwoGCgYKBgoGvn8Y8NvdxXdHokelFV7AvREgMHY8suQvS/oS+zVebVMTfK6SEtNvJAoxaN/4vk0VthzwDYpvqZ+ynlQYRKeQnlpFYNlyzwmnEs0irSMt8mOgfkBHhgz1I852sEAD1V9jIPpHUrT47fS7meljv+obJdNb4z6wRDcr+gfMRbfSmtAFy6eq5pvXaBOcAV18xoN2Wm8302EaiHoc9GnQE3iv/vB/cP/HnEe5pEI/lK2ObzVrq9Y8lwvQQWNkuo6JSMeRpgdFKxGDOBXF/T50reBLNKNEf0QSgq7tQuGFwoZG5Hhio99mto3djDDnXwk+06lUGBTU5muNsMvQqBv0ab5jc5+mOY054BfBbOFV6zozRzHGELtKul/F05bxozA0olX3iIg0GmEyMjmHGeW3q9m95+kttQNfqKeo7YnfbSXPcL6WovD4IEKzhlJ6yxrNlc/YB40a7xJo9/pPbNsMKexz1W+kadHomblrVZYbKckh3lVBiakxb199ndZTTHzqTDR28fx08QxpuNtXrCtSM1E5bdSfjDHSbRf7W8dDgBfwAt6Dd4nvgjyzK77D+XZmf8YzguF2eEznWhcDJRqa1je/kvLbfuGNWo1Endt4gwVq8nekhx+ph1e4lgxEvBgh5Dlz6aKCN4zkZw1HlDINloOHSc921/l+wLGAVEjyponPuhuczUAphwUDBQMFAwUDBQMFAwUDBQN3hIEVN3FHHZRm7xgDKrxgFlUYLVDCVuaYCmUKwpQIf/t1sBNbNWdbBCInQcv9ekrWhEGWQUgemjKkKK6wku6XMBEwZIYVCgv/YARP6mF75WCOFT49hdiDMeNFGJ6SMoFRvOb4yXtbu8GwavkbRcYmMTfjieN3wfAqImJ8KssYd234Z5+iEArJ1nEY/BH1CIPbD1jVRv5bLgQDxf6cEpy9jOECZfvr/IWx9tzYbzTJcch0EIDVHQou9n3zAZe+GXuUgcs4yvt9uGAgwKzISfzdq1F41ygKxX/0u/H6GGEJRSC5b7urtzBEIA9upxLXvq2/cc8I2Y3diGs9JtrujTBuqKN953EXA7pqe0AZV4U1uELPXN99Pr7RIyfARYwNQYdw6t3dqCBUdMQ1bx3HuO3uGBs41+u2U+hK/uWtz13cvII1tTXOA8K4Bmt+FZN1LOrtPW0/q9e93v4aPmB4EDmYt9dcnbVfx4ewDQMSbh7HKHzp2qru/iMV3V3/abVcfgjOCXlGu7F2dtwWYesNsb0kxJjK4OhvR+W9pxF6htgJnCM8812zCrE24nW6X69dPIR4Ty7IHV6r3OffqmzWX125eSSOwJ0CE4XY7veur5stlDMFAwUDBQMFA48jBnj/S9ewaWRWhycrxkdoHIbO0Jnz78ptxkc/0h2E4UxhaKUDLX5/9hUVLo/wFv2ELyuKB+iCS5b4UvZ4JfMt/UHzgPGroBYfR44bhdJ1/2eUwJ8ClnRd/vbm/XnQSnfIg+i9VuEdmdKjqHSx7MJZ7tN9oloavFm7QXrCc943tnEG3xSUJ8aMLXyaW143R+OK3qeiscGC0NQLoo0YqprGj8T41EQ6kO6Ddmr0Sv4pp1YGhxsVj/gpBCrRNYzTII4cxYSVPZnvA7cNxrwLQp63GNfWDfxVa0QaB5n5jiPA2awy3q9R37LCq7v5hBooqE+Yy+AJoByb7hn+Sq86qxcsaC0HYHrUGUFHWvKYwtpE4X9v8RwwwZMGn3XMfWfUAf9DeChrTAJPHeP3udj2TGmIgBf+Qp6C9WDdgG1b3TNg2XKLBgfL6gPeu75LeEeGQcnsuY7fGgM/W91r7rM+nUPqJoZ9S4sXODWurzBO4VldkprHaEHRJe/0iCzAOzop83+KofOrdGo0JPF03lN9MtTA4XMx9B3fit/TtVGreLXA82vXbt7yRUV6sTCmufCaPxnYckPBQMFAwUDBQMFAwUDBQMHAbTBwd9T4baAq9x6JAZS/kOc9+ZLa6nWOfh5qEG9uZdQM6YOAhfjMY3vz6Z4fj5dP3sE0dD+FOfgVspGfISyBoYJjMN9YC4M4tO/hAfshrWJNP3roBh8OD6FCLfFdwnEsLNaTKZIJ0SsTq+frX9P305xRKIZAA06rDS8+PFBl8lHCLlAAtvLJJzD7NLalyKDLKD1Jb2/AQD7NcFGQjnxajCfGlpRCy/ohOHgf/GwZq7CcAk8wi46RnX+1dQAAQABJREFUML3ViyjafsyGsG2tyOyy0W5DuO1mgSU54a9rGONkSZwAzV6kgS/hFZ07ixf1iiT8MpbAPW3n8QZTO79vHI9eJgvzbLUPWY+fwdyOCtWwnh89I6w73+bteByd/JD+UDgjCNK4IAlghMd1kDcrzwptJv9i193HjA1BWcx99tic1d16qCAXbwr6HfDybmR6EbCk/vi7D1fKB3tzUf0RWN+lX0Nxr5eJpR9xla46b+BVgaWh3PpXmEW8IGLOR0vxWTMJhhVM+VJ49CrkZd1V3b8za1nomWvs2jO/WJ7XeON2KNz16llbm5u/tzQjTOZ8q8zBG88dxxEib7NyxoiYwLqcdRXCR9bGhJuNW3bj3LXuUkG8hHBn2TPfPu+877beEwvBe+iXnOFatveMdypcz1jNUE7XbhykdRgeVXjYL68/p00FT4fvvNFUOVEwUDBQMFAw8HhhgO9bShWh96VKDgT7GmAxigZv2ERn3W5IfpGCOoCmbSpSQpgGA+WmRktGK9lfpIWhvfkm+k2O8KPR2v67jr/qtw4FHRF4Kr6nKZrGKd8/Rge9Mhg9Q/oBOiNomDj29x5INmiSVJe+1Vjk+1p5I+gpDVIlcvcTuuudUX15Df2Gx6Nt16TjACKw5/jm2/ptq1+5DmegK9qIZIMCH+/DaqnxKDAJ18mF1QU8C7wwW/FGcb0llbUHjt++x7L5O5/Pl6FtpZ+q/mk2lcCnlYxSYUh4cU1eh+J8iNQ/c0VhVLr5B/ykduQNgJ3fkbtV48D6J+AcPodzADhuN5s4eAZ+QjvQoZcu5Xlooc+Bs2W92PecJ5q3JRvC5ShGt+o1rB3whiRlSlIw5qvzu847lj9tYuyEgI4w2qy2aH62luZNixPrQ/v2rk9yOfcoDxN/lvCY8Da/6RbHhjE2uk7zHnT233gK8tjpa2PNJRg0/MXjnQhhml2m2vmeW8Cx5daYw+B3CD1O9CXx6Llkg7NaN8oHfJYHZCU1YZfNFz4ibEurlzpl/5SW6BALcWeoalL9EIe8GY10m4gOQJhljNlrIqkFPsNb+W7wlQBi+YQnsL/AF9+uqkVegBdwSpvk+1neSjwRZpxnMeQsaXJzE2VfMFAwUDBQMFAwUDBQMFAw8BhhQM6ilMcUA9LhvUojwvK29WuEF4LZbiHiyf36qHuffD1vYW2uQIowYTfGODIlBwQEN27LLUXfejmQPwrP47pVUWabqadl9SG5b/87fRMWNRgZRQRjn9Pe1j2Xz/v7QJGro9VBARv5jpv6AYbFML3TAMf2tKqtCMGrBX/0n/uh4sg4n8oc9zJDuNg2KK0W7QPGjcBE4clU6COsjAVGRSDh42q9G2Cc7TO8IyZAp7sOHtCmykBz8Fw1r8KoPcmMqoym7zWL77HtqP9JtVz8d4b+ZYw/CQs3mUlxsq8g8MAKWKZvef2APn9SdY0hi1PY4sRcz8bDeT19naKhIX+a+YerrxBi6JGZ+5nVz6c29+JKXOvF0SFsMZeUaI6xarW9rY3xXCjhvsYT9A9YW+P9PfeCtd2da837Wc/RNoLW+lWeKbzaWwScnDvGmacGNzL2PUrQ7kpLasPMqRTc1y+XKfEss7YWixfYXkZ3itDLMl9e6cz4d7NN4Xf7uvqm/5ck6IrnfkL82t35xwDMHUK3utLbGc8UhW1Rcnv8iPmwvx0lrlOt+RoBBzhvDSOm0l/gtwyA+p2SLTxPrhavU5/naBJm7+ln1n2MPuaTW6MPzjQoYXnfTAYv8SzObuIlEWsXPNUKpRDEurZX747VTEX7gc/Z/fPD6b3JWHoMLYw2YL5l7ykCkjmmynHBQMFAwcD3CAN+G1F0zb4BaDn4lkB7oyBJHqiohC/2KQg/MWiLJ6ENnhpJTpVD+7/tgXCiUtQLFErQIkJ98YLh1tCjGMATuIdegwI6rQsU1NkzWfXq0TT5LpokFJpJkThAr7YLvvGAtBnudD+Q0rFQFdAwtfMJ8doEUXuOwtae0rhcLosWbzo2c6RK85wU4jXoHedcXgDvVaOOYODb4FkY9HXGyUgXxRjzufix/U9SAJN2BC9gVVJnkS8jEZXyJ1+jkPw06KIUTnZ7v7vPuooYJ2mNOhXmzulUmaMVMzGdPe7AdlROf1l908GbALP0+mZx/HmbX9O7uWJNGS2ngQeDQZhfvtCxSjfeIxjQJt7BZhM1eqODwLle/oyL6AAV6Wr0HpVXWcF/GxhHrE/rybWBsWPw1SrS7ch1vP3NIoeqgrUe3gDP8G1Bj69m8sZ4bnXCNSPuwFX7p4Az3sMTP2PjXJOHhOfRCHQYMOAOQ1t+3gZNR8DtklXZW7fyR5+BDzy8hWMsGjmkiEgaiWj0gFwnYL9jwKJ/33fCh7FQi7wi+FZxpIETcDUkOiBUfIcyX4PZu8ZVxknZFwwUDBQMFAwUDBQMFAwUDFweA9sp98v3U1q8AwzI6GmVXFevBlPaq0QxTBYhfDoUsHo/hp4F4v5snnkN7sTwdTR2zcq5hiloF3oOvgDDb94mTga/osAKJkyvg2CwE9MXl0ZmMln6rxigtW52/PCeyKcjE2fesZ6wRAgtcl6hUNLRvjmyuo4wVdVDvGC/4nfqXxYn42MnU72jb0+r6+1hHJv2xVAe9XhlmI/YMjHcMT4YJpSPw+D4DfeksE7YHW965JK3w6HHT3wKe1K6VniADFifq4gNJj/CWsuozdqhusIhmfTl8C7HWuBzjn5tKa+DENTM74ta638SPg1lTdjp+jfgMefjmvW3dovW9OIYhTcCoGr4PJhKe18J9vbMubhj05dmyUQ9aggFV72OnAXlpEIOtjRW+89bBkAcOz/MPV7HnVb+hFHLtbxmyeNPv9b/+izRNdjGu8bctFjUmxM3hRBMdellhGH9Xn/ZR42Qoyf3ddX8kWOYfH5Fi9H0aq6sOxf+RYZgnidDuA8Rjg+/8XFtcZLiSMYSayz/cJ+v2T7W2zx3DXBE+we4dcCgKGjD45mw04Nh0cC7lt/mJVsvaSyrcyN2XUeh+P979Yjwz0OEwowBr6rOjhSVX+NBMVS/5Tl6Iwk+vB7rMY8l3ZDnbX4248VzHvu26SLMOQpgjF/SHAsrNWa40oAjhYa0758Dp3VWJf/Kz/J+1Kk0511ASxp5DKw5GueddMgra9VfOSoYKBgoGCgYeNww4JcCOnsMSWteSZVD/fA1HoKE5dUQiAgs6dt/m7HNv3p8aaA99bhNhEb6WuXv441egEcaE0oKOP/Cdwo6ML7R8zZv3HX0ifju+u1FiaEHYkdfA8onqIaj21C90EOrDoM0egoXHDBLOuiZGd68wLtJF/jd9lycz92tfks/XgPGdf0sc/Ik9FCuI6yJ4sln9u6dVwwYB0MGm9+ZVCbm2Q26QtoittxC/p32ib7zmvMkvIxJvsV7MHxT8SShkmkZax5X8CZmbmsG2P0NRVL1HrdpdJBKhJL1UBxt0DdjFXAAOGxpDoVvQZSkZ4FMZaswnldSrlMajva/4ln4jDbHaCxrcyiOtpWEq1hT91i/P9QIFCUdxr422oC/8NQV+DNKzAk4b1Dsty1GEfDH5JcBRvu1yGOkI5fJtHEqjq2JUrrvf14tu1/wBljVT3fd/q+wNK45eMeFfNQEm20n/ORe0rPvewdjE+CKSEmhoAO/YVDp+k1zne85aT++36JfnvHgY6NT5nZAAUzrCYYtrdLxsMS4klDeDZG6BngM2xGPd1PgO/3n+4TIT8PA+4TnN+acPtM+PZsBhx6teNsadSn4grsBaq3VNHbDPX8MQBm+tKYDj/GMEOkKvlMP+NPfDWvdnfyjZr6HhrnFoHUgX3ELAGT1Bh72PIcVHvkpPPXY9N1N5smwlxsKBgoGCgYKBgoGCgYKBgoGjsPALk7suLtLrX8YBhIDr83rk9W9q5eBA8VRZ7ileyhl/1g1Vx8GbLWhVS/NdKGIS0ox82jeh2lWoDEKN+zL8FAtSigEYnATMA4bDHsWTuwQUOxGqkIwPUBVUD0dHppDewUsqoAs9uV/BF563iJYGjoFS+lqVIk/s98ZltXF7UcgsaOuyrnuGuVgrbX8xrhgQCsY3vA6JZSS4XBrBG/O0tlzAFMYFt4KjLA8H4KZ/hHH4ptx3IDfsekJrgJS728t3M9fAB39tAu9A96gnR/TIxbBY4s3WuVEiwK2hnmMsRNuTe/zEJQKa2zsdhUZ4BBcJOHYAs/Qq/YBAjy8Ndc6m83f1Jb3iqu/s/2BnlQApzy0U5W9B7bJHDO+Tuvw6hfID56ZhDx68+xlyOlb/WITObLwzAjhjcJX2s3bZv+TgMW29aQhjGL7DMdPVMu8tNbGvdlA/q3QiDDf5F2rWwwfWgWqlHhWcp0texaldw6V8wtzj+J39agyYNfzNG9znItr1l/MFwKMjnzFvHeWj1xvKkL1elYRKvAqSNlF8SBt5pNqWr1zmFtOHTXMsRV33iPsGUY9zitCnq/CMAuj1y3C7qbqWbh+ivc+3s4eOjezkt6rqxP+XsHv+dxmqlPjwWS+6ZSzzbYcXykFAwUDBQMFA99vDPjV8p3PHsMfw8uG8VODcsRt49tyPi5UlNoTSgEMH6sIR6zh5/q362b7SR1rqNsEj9/lQ/fcbGXfmVDgtnqz8THFQyxCqsYNfCcPjl/8GakHBWsN3RDGovt6m13bpKn81udz0FVhDGv42cHUIaS4iFuhRZ2ro4v0G1FciO5Ro7CRUjqrBB64F5rJWTMMdA9syXj0lDYdhfSH4cDlRaD1oHUDrKCbM23iHOdtN8RSf1FCwapnOQpgYJzo3IPzt9m2Y7FVxsj6H8Dd0P9dHSu8YIZt857N38BEv/J0rqWrFiPf3nnE+zoIsVvQV3G/RhH28ReUwNCLwR+lPjMkMQq6Waf7uOoz7jJr4L8IeV5Bp4f3dL7xAvvInwz/tlwyr6SQ0Uji8DPLulJx37rWWVu+J26BppvDWK1Rl0SN8rchjHHVaOC6v9QopGs83pNRq8hzPHdVaJ911/MuMRpRKuv9aQidZBU/oQ5KzRajmhuGrncFH8sG46Dr/iN4zH+nW94vmY+iS9dbTX7wq+pXPjBsGBSdLTg4bwzmT77GeWAwTHXwcT4vGro+Q/QJjM95nwbf5Twe/UyfB0u5q2CgYKBgoGCgYKBgoGCgYODyGDiWK7t8z6XFW2PAkEEtXnQNyrl++RMI8nsca1X+AYzG+yhlVMCpKLwUNyhTgnCFPlTUtYRgHvrX+K0mReZOARPXsK7umn8FBpgcrPgbuFE9Qy1h6co+BFqAlSxz49LBP2GpqxeoXhDDq+y1SLXvVJKQQWXwv1c9uXY6PVBhuJquQzFpX+cvdwU35u0aQgB3n/7Bd3DZ6wym469VRtUogIcvgM78u6s6afwq0NPtwrQbLu9DXGFoPULsVct/4iaZMK2WuZaZsDwux8joVXybB1ZL8pgZzqfi+GHook/x4dl0Ll3f9hehx/IBa0kvb3MA7cahghVzBw0DClDWoApoDoBH3B1ZYkwMU09K+jS/nHm3jHbY61nDGsu4C/TP4M/ex8vhIcP6kPGB+0C9A8WDIN2wHxAY8gX5cBfDfeqB51jrjFkcZzzPWxjPBVbwKEhhvz+gbloxm/x7rHc9W2I9aUEfAFK/ra6G17iNZyo8fezPZ9e6bmM9jqKIp1x87hBQ1g2hiPEIqQe9YDH8wCs/3Zsrru+HCCGJgp/xNtXL4NX+ZmUab4Yh76mT15/Vgd13TeRcxro9QmGz8nwXRc4tBCx6EytnMfShOZYNpVch7HA95eUZz8HUpw2nYq+7SngJ0cLQ8L6rWHN6nASuMl5ndwNzGG3Qb9WZh893pR7b/luV9Fysfq+OZm3FSRTKhNjX+7dxXLgaGSI+jTXtV/eWo4KBgoGCgYKB7ycG+LIQkaUx4kooH1Q2bn4vbjNy2oIOHPD0G/BA3KQrdrXcSH/7ne9QZBL6NgzydlU+47yRRpLBFx5+KsUIRXu8Ugw/N5S+LSFROyLW6MlK6J6AQpIxKUSgGTKBsA++oIf8igOPdAa0eh20ukax0o8oyYIYTO3vayqu0WmKXmS+zo+ZSQwbDVc9wWJfbs7xlnmWjmGT8hV+90Yc6YMuezlozDnvwuUDxfagiUeFkfNYY2wYaTd6PcMzrbijmZ10lfQXytWeVCdsKfRsIJCGpsHuaHTXadrUy/aKiCzLZPyaaKo5lbX7XvHmJh08LF8BtufjuLeRLePY1dKN8+A/+K248AXe6+8k/szf01Bnc+a5ERbvk5YdYgNf8kMRkSkau8ifBBv0K+usrlHud3jdBspcX243ixxXsDUusBZP4OXz8E6E6Z3WpRduW3Ibrl9pXlK8NA+BEz4zU84JUBb6OMfeEgsfXJHCJykON/iL24K1cX/Ymi/lP78Etn/jGUtrT74wj0B4g0vtWO/DczxDaYqPWZkb3Z3+k2e3dQ1inF73huTXWNqeV3M7mJ9Yg4ead5ZRJDI+T+/t9DtG+KrmXZACjKRTMre98Mn71x3v94683L4vxGI8iyvMnt5huaNgoGCgYKBgoGCgYKBgoGDg28bAivL8tnsu/Z2BgXG6YKwMPzygCL0a/guOjoarRQmDMKUmD+Zy+QlKMyycF1hhj6Gazuhs4xb7dpMrhiGAOa97cvDKFEzsFWynOcfwiKsaPHDxBB3WXTc5d4sSeUVhwlXeLH8FM/XkRmOydoaA+hIBxEfgA0/Ui3F2el+oUHuqeqIlBxQejNv0mk14fuB9ivevHqhootmf+5jBXAWT5f1Pkv/3TfpVcTUy0gqDZgXdU2IoG5RSLQpQvVGj7/OYNDDNP3L6Gqa3Vum+3t+s6zhMK4Q1iGW9XhNJOHhC3woMmL9gehs8S/vX6BPGM/BO63rM7ixMtOsfAWDt2tOCeW/9LQ3ZPwYOi+rXCIZeZenQ1pZqW085T1jEdzDOWnjz4B3Aly07JgWoHBN6ua6eJ+zWL/ntOrOI0eNKCBIQenT9Q545BEgRitg+do9AQW3MLwK2qwYPkOhv/sAc6l+cK9DQA8hn/h1+azk+b2ML/IAU4dfwsK4JBX2bIswqfXuUv8uB0G8hsNjVonCxhpfm4Ev57mKt7aq+9bxzlpX7rBBybC+Zc3PLbX0hbG2jnCwYKBgoGCgY+H5hAPpEBbApEO5CcC95RISZmu8mH12+N4ewZwUVfD2pGfxOEakCGvouyoJIHlfVa4zb1qV9pB3YB023p0dpemmGFqVS3LOn7lGXMlLs/4p8uz/lW49naxid5WtHNRTgd/1foAKN6CJvIa12YsldBrPAD5S1pjRZNC8AE9qnwNcxbY401cQP0FbOnxxrzeuH6LUd/cijhPEwiqfMW0RV+8gD2HHv/PQEByf15m5QxJFPNBTn83pHH0Pb9dBqKJ8SHD5fJ8Cz2U9eX8JJiODr/v14NoJJPGEemuYJ1hWeyRoxHj+Bm9Bs/y0/YFSZmjVnWhOMFo6Z1QHjwxoeUQWdhgXS4LdB1XbgxD24Q7aw7DVyNcLSrOR3Xt7HJWAZfjrBNat9R4ea7Oq1j4Jf/GUmPc/92Gt4JhvSuOPdQGj3mEcRJuxr8F8QTNvlPdKjOB+QTQyRtmbefprpGt63XmKQG5EeuOdbK/SvkTXPbaXswPfLqACuegxqiIpVGQo6ViTvrvXZ/9agLB0VDBQMFAwUDBQMFAwUDBQMnI+BY3iL81svd14UA5FHFuI7cqTqcUYu2gXChCFCeGmxTsigq/9ZLdv/G8WKlrBzC1IZifm2AZoMUjBL8zpz5iOdVyVoXpir6hUMjl/llyGPLTKcMFBY8z8a/l8M+WH8OavVtCV29LHJzmq9fIxjZuJm9T6GOUJJ1pILtw+L9XWlpExf13zARvhlPDFyHtMO2Lr45x7FF7/DAzLGvfEYwKhprb/aYKdVfnaEJCbkdYVAqeO3XgXZs9kxhpcxyrC++RhR0fucUWGpcAUvDCtQUo6uFY4jfPUehjOFf26rewgc2prcQHoCJ5SmBv2b79ebVO+T2vDHKKWcf8dH78Hbxn2p71W/GRYb2igIqGT6mv4+F1CAJ3fatflyyeQt7jb0G9bhekam9bbR5p6frhHXlsWw4nX1IpAr/Eksp16Wea34LCTv2QR/CDsQJvZ4XRtSUEZW9WaqnxCW7824cG+feUugkccO7/KBudZ7Xo/OfF+6nv6me0a84mUTAhcMHsw93Cj48lmg/7DEz2uMvW2lzevCbklra+jISdUjLAkc5HnJe047z3mu+Znn0N4bc3DzzPWE70pvCPM58bwEYtIa4Ja1Mozzu2heAW94F3UJ9xk/qXJeuWu3jj/0LvJQoRVCg6t36JtnrouTUWfeVmrJ8QgvRhRdUnavPIac09ymuBrxRavpvZHGYZ1FeDalFhtCvjtuwzVac1dJOaR/wnsLIwq9rHVJnhXXcaCLcxnuvJ9VA0ZWBu4GbYQ4R3iN8rs2HN44N/HMAnv0N7+xHBcMFAwUDBQMfO8wkKI+SDNKfyHcj+//vm/n6SgwF6PfrVpPWyhwvREPFgwwpcsHlJimxRiIisLnN0qmjQ+2saXCgs+s38AAAf6jXj4FFfMLmjYdTB638I6dbWnDUynM6NfQPV9BE+gtCKzeMtI6MeRoYvZdn9FTIIE+xi36TTRMQzst9GCNl2YTuSuhsfglTXhsSXXla5jTUP5m2uSIFib4VcBLC3gPf1BE1/AtLYaktWGzTy0T/ScP08JhfAm+P6d9lTUzHAUu5rjh8oinTNOY0zWdk5aEisRTs1HJA3RiKczcDswf1VbF9nMRtmvmtX2f5qDPgHs1l7nS5j7f794NI1DxhkIs01bbaPHNVnb9nmhvKhh++xqDyd7ngZIfJXGTSoIh0aMZLtZCGE0SEpcoMnWHclra/ULF2QsYWWvDAmPOJ/6VMxgxA5Oe/AknqbNEG6/OSctXhH9u65epby7uNJA81+muE/+uPVeuYflBVsXCdwhrbozIlIxYZ21zX8xTmjyenx8zmy9RgXfWrNptD2OuMozsxYYGoUPz1+obIqAN5nme1l2ew0BnLPsKoxUNyc0D7LiMEBV4ts07KCErAAG1ay6ihH0NvyiPlucd2MBZjWF7YwSq4AV9Z1wSa7sHFvIbMYHnefLyNk8xx/JzPoedRujkVXceMco2elLC5u42y5WCgYKBgoGCgYKBgoGCgYKB7xYG7obS/W6N8XsEDVR4MCd4CMIUX1X/ibE9CUEO66iwA8XTsvsAYQrhYB11/PFA1vICBUbE8K5Nu6ju1f8V7+NXaJQllD1DUYJ8c/1h9U33v2AaCL2sF+JFmSkYUJWwzWth2T8oGJgXhSMype17sHMqQWVUzxh7wJwfDZkvEOl/8u8uqjdBJ5bWhOKrCLU1Z8qjL7wZ+uEjGCQUYrfCu/2nCZSBXtSvM6YxBHOczvBRLeNYZhdl1KPh3erakH/hBTqrR9VTiiHGF/UDvBVQmIWA4RAuwT2W64/6d8EB4ZAjZF0aw1H9hoRIdeYVDPBL9P18HCfhquPY038wySj/6/dhqgk9FziZM85HwOE6JuS0ilh7OuydmuBJfWnZ/RljNgyzhhfmm90Db8wtMGlIgMCtrn7J9hz9Z4/YcW27fveuYfCCgLfG8CFywhGeLarvvSfNhjnW2uEN/r5OG3haR2ivo2ZqbCDNSWBWBXDko8NrOq/HrU0JL6HqEWK3DR7Asa42K9ruMUXcICCr/sTYjTigQGJPwdOlJf/vlfl/lfgh9JyenT233bgU48PAoCEEXounBh5fQ/R9oP8bDZUTBQMFAwUDBQPfDwz4zYfuwQMtlLUXHlQKYawSEi8s6c+jlHPJOK1q/VZ9liCak0W3hdFvYfYgJSdqVaFU4SsbSou9dEDqWIVN311X10txxvfTb/K5xf7yZhsqzaRriHASSmnpUfmVY0rgFsomPDJR6JvPNviJY27erLPq03Q5GrF2I/8QStbN6jt/S0+OW8BHBJLu36pl/SFwnm5wucKFC6JBefgstNHLjHOkPY/F1Q14UabRZI+X7SNz2Wa6LPjEFS5u3HbjBMryCKv+FPNotCfhcvy3LSgJGdtghCoU6BGpiXWTjAf3tS/sPE+sI40V5EXFlcrkox7FY8Aenxl5iAFD3gHjxilNzM774ftirn5Q/WDxQtC4QLSz9u0u+CRB46PUj3eKnt6hCKTV+bPnz3Ezh+wTrfyNHtOnzD/VTy60Dz/0CDlIpyHwtvXifIXGn2heza/44bpiHLG+gps5uddjbwjDcyDriVKlF/BaCV6PsMsD0RR4DuvaSFDKUO4WpgQDeIOHVqlvKO1HPTxVRHPK64iTGGVfLZ6GZ8zRk+T38/W1kZQfBQMFAwUDBQMFAwUDBQMFA99RDNw1Nf4dHfbjCtbIUmFxvyBnZ9P/CmUfOWMiTBShj+u3Ybo/COZ7nyfcuaMP61rYOEOYDeZACkUZ+WlRHMlPNTAMQ/UWByhfDQtL3ZUF9WqpBcuwwSwehsmsV/RT4zk4oIQl/PWcYbf1NiySP6Tb97BWxXI1wk/TWzBWG4z90f0jKKBuUtK9SLt4HmP9OqDgky3TYrjtFArwA6VnTxjaJXlYtSyve+rogcEmLNnrWHY9b9y1owivTJf/yZX6za/B95P06zk24aeIg9jEP0xs339CnbdgHsE/cIaeKxAe1Y/6E7wxrUWe4+4+9zwN7DLJeQ7dj9sIh+NvEH4uu4dcI2da9H8i4+q4KApVFt1vwemzCFfwTAUDehCslwxDOqvHbaPHM7mn6wifFhPCORWzmkjsh0VZYYTcWj6gQRSTCC32he92vHr9OhdJQQ3uUfwb+nwR6w5hZtSx3q5iC2kGzcPbogSu8FiJIvjzsjn+wDseEtQLXCssqt8BZzDl0zzNGxjxRzt6sArVQG48vaz7zueZ59h7WbPJsn+sbz+7tmjF8SMMah4y3JXAZZqdcX1kSPTcrfqf0Yeezr47XFdnFsZin8vlQ7xxVfqndmJuxP0aDoWI54FQ167nQBy9i4osX8n1834dKu+3gBdM9n2+h5pQ5yifewTXCk2Syn/EX9QtfwoGCgYKBgoGvvcY4KOhcWSNMVAv/cH3YPd3/0xs5JQNeI8OGDL5Kd1bpm/vEtrir+TaJTIJX6mgW7hRL8LblvSthD5msB1haAdTwmDglbzJDrQPfLX0MzC1eO1FBI/tH9/zwMTbtsFLcyBi0KAyRRp2wsnhJjNdV5GzcxjIUWw6HejJdF5PvVNmGDoPfOv0q2JHY06V5bR2GJBtNcBTpFgh3UvVPqRRvPVC0SrO2Rzn2lg35iKuSz+CE1OliB/oQA3zahQ9ifo7D7Y0hTwPeMPX1Vc0Lx+SFKfbhrJ+boTflQot2qloJRxu1b8IzqQVhXWNsFu/fd+vTEM7dp5VvfUHecXg2xyro2ZGaD7o6uhmhGfCZfptyOVFiwcwvDgjOxukG+D67LCuGhTffftR1S/haYBjZVRp/5tF3Mqn6rmNZ3n/CyqcN3ebLcdvxz6Ov9ZDVYAwcB7gc1eGB/Y34mreCAt+gIczDHsTxiHb4J/fcIvjgFFFvghDFmGeXXialneM7xlL4gU5iDHpySquNC7QOMT5vyDeaG1VnCMMGqKfb3h3m67mK4zojSSU1luqC6+qfCHeD77nhevbKOlN5NzWKPSHBe+75k88JsgxgqcEZeCsl2+rCZ0NmqybZAXfBnylj4KBgoGCgYKBgoGCgYKBgoFLYOAOqfFLgFfamGPAELx9o5LrHkzDbyHGCRmrMCGs1BE8Ld+DWP8ThDkcRc5/mpneeUPnHtsWFvXD9ZswA4RBhgnW+jlZ0MJCLT6vFk+8E6GQZSIyQ53253WaFDSEbZYpUYGzwJK4fokx/zAxc/bvpqJVL8Tmf8D4gQNC4qoATRdv9p3DLt28Mj+jBEAFIhglB25D3q4eRtZ5GFpDPTPGwC9KNRhMLaOXwx/Ij4QCXG+G2xbGJUsqk9qTb7lCKanq2HNRBC+K/XO2VwH7KSKS7A2pguzM4rha8Ff/hjGheJ4UddteGaoxzb9LSLXqd9yTQjAnRePx/dvK0DJoc2zVrzGPz9AeFvZ0mZV0660loVoIvmK94eXSvA/L/FdaCswxX+t3bP2FxEcPzr5FqGOe5QahIUKLXQLSOQbi2YsFiGAKhrnS+1iso5Dmz9bu0knnhpqOLRShKn8ZL7BM83vEsyssA0KErkcR2vP8E4I5jd1WppZSl9Nf4NKAYYG3MfmszSduvuMw2oh3yb57p0boS6EGCk/CwXX171jyzqAliZhv9k4v9DWYp4zcbvFcjXesWj10NMe+x48Qqv6BHvXksMyvpzM+o66fukFY1ypUIZ/1VG/fHI33x24dJ5qjRBg8cq4nfNPvKChJd63Xn7dUjgsGCgYKBgoGvn8YGFrDBbtZjiE+Us3j/vod4zsj7RvRZ+QH9n+/NFR000uvJi1H5MeUNpWXOK7TvbWCLmOYQafzXR16DayEkdaPGr51oUWIptES9jbCEu/t8YSLEFcNyp22/Rk3CcxRAM06cAzfABu5kweju4BHitTiaYUxTsU2UesQ1UcjuPAg5fJ2+na66eZBIBz6C+O7XmWNsykxubNwPZeoZ103zqtsBKaO0MFLws4a4jV5Pp/Pw9Ac2HasKTqKob5P5QeELdLsYKRYE8Zb7+kEcx7IifsZfgIecNdgrBEGlNCRFo2pRe2KPxRvjmPcRyUU54Q6b0mDNMCr9AtwN97n5fPLav4SBa3HvpF9oO9jjhJcN9tPMLu8exXmGM7qrWk58Hq42dSBM85rgvJrcigTbYww2nFm7l0fz37GGTCh1O5ZWwMhquWrTl7rB2Bav+w8EX0sG5T4Lg7j5Y1a8SogrRH8ZR3hqTF6aFgDwUeu173ML+GihCK6A3efgRP4ZAyl1/g1cJXWGu8uFK0DURXiUT/11ZV6O/HvOGfxPuZd3LAZzQosxfOAvKePSFFGbgKtJ7ZeqhcMFAwUDBQMFAwUDBQMFAz84zGw4jj+8bAUCI7AgAyLVpjD9avQ5QpctK6FSVTxiPevIVFVRN4FeW6YqQHvver6dXiU55LyN5g9GCfCP/fAIBxJGahwamQcZEyDgU4DXFkz7x5wYnpkmmQzkqKsQuFdabHbIABTMcgW9WRQEM50/aco8cibNGB1rsCBEMiZAZ5y+yAEcByHSggwYGq12I2NnMMVDH+F54XWwohe8IQeWSDGFxbu9VfAZMgzLcth22/DtHF/CO6YY0NP1zDPoSAd23RcKuACPSgbzffbm/cXy2KVgGhSgeO0khlNR9Wb27l9DaMClHXiIfpL7SWcyrYm/HtNjNYoAut773Ck93EefN6ne/f91fK9Nzcr81yj/O30hpXpjCbcwxQLnIV5NC+zMER4ap6Brn6L408Zv8LOVC0x0+Pxxs4RKGgxB63pb7sa4wZCTw/1jzgrblfrxH7zJs4dnoppjQA61rah2nqEhDWhAmsErAlfs7HPhSLjsxBMNePtFNjEeLWWH5+VqGP/o+BAWOYbVwIXnAthkUp3vI8rQ7Lle2K83p/acE1GXmvPGHp58TK5uhWscb1FaOKYo998D/tNuOe/Y80x1xXCDEJvRyg9MBH9KBBjWy/+di29Aswvs0cRO0PRet1tv0YcAGePd4/eIQNeOTV9NwjKxEesReeKMVF7VVgrQ/9zAgMgoNZoJryURqt36h9TYkmHMB2gERQtMbbRa0mfCEvyCBpxl/F0TMOlTsFAwUDBQMHAY42BoDki6otee3iLRiSQyw0pvj/xkYNOqFSo7Cjx7THMqIo9lZbW5Hs8EPK2wasQ+gyVEuegn870Ag7aZfx2e6whaI+hYLt43g9hfId3QBenHYt0V9oDi0pW6HcVDkE7AXLgc18jx1yjkUYPRPAVeDih0V56i+/80GFYqLIGOlusiU5DfJ8a5jvRa3E7ZBV0CJ6afRh1jog8ZjyzOlJ+FQbBQ4/H+WhwOvE5Yz3IZ0locAB1J0GU6RIVXVnZFedsS8UvNBk8Bz9oXYXYJg03A2DPofNac2+Pl2NPRKAIGaxiaeei3dIYxqDJ8BS+r5bv0gCWQdj4uYU5bYHhHhN5r/tr0Owp/O9ItznnUdLv1TqHnow1mc53RM/pvvk1aNK7HFp6BEkDjfPBS7i2nwUplIYlHvstPG1EFSDizETRygelLfEozJV4Hddk5AjHQNs5FP5LlTx3UtYNKaeqxf9Hnxpt6Jk9w5uwoegUz4lnuQetTt5kDFynCEcClRv0+AIljRXoGiQDGsqTkqaHL9LwQHxZ4hkUfn73GM66pqpeRT6KV1aqhhB3VUIGwlJpAKLh+2BUgbohVRP9hrzCjoUTucWggU/kAIYX5T3JBcaT1ofV7qIkjqmtFrznFh3fr473iop0C3B18a3Ak3v5W2DRa1ou64ILLDoqfwoGCgYKBgoGCgYKBgoGCgbuEgOZar/LPkrbl8AAjEnH1mP931T3aVHhAR6xMAptj/JreBt6/A+oVxRRXJ5RkKkNhZ+5O9uXYO4TgxlDa/A6RIDT9Q+JIKvy1f7HpRXChXPhoSWYnxAw4V1QN6/S6gtrjHD0T381iu8a4ZaW+oa5U7gRDNfI+KV6q7+Ox+1w0SL3h4T7uo9X6n3uMTyazCLjk4m0DcZouLOqfR+mEkGRzJrlFgyb3qEpFNQz5N15lbGZX20s0W7GL+fAUWPOqOZDDt1UAho6Wcb8qEGODbtTcccIMDJo+jcQQCQL5FmF2WGa14YccA0SwAHFe4Unpir2YA6ja/+MsM7u3HYYnr7mOe5fpgUYTG5bwnSK48Tcb9wVAiwEWeHt/Xesqv8nx19NzH4ayOG+hTbCPw/3wRZW6qFU5mQWkG10u/5TQdnXYXyxxPNcYdJRXizxXCDkcS11hHMnHy7ITms2nh97OeK5ibXH2m9VRhIGMNaG9+XNdtZLGCcQuq7vH7CuEK4p+ItJd+LZoo18z+52ogZCFHNF9YRCrvDiCQ/mmPcEe37O4v2B0tbnebF4EQHNy6xvDToOz0+GZH2PgUdDrvMGL4nIbeh7b3cRrqFC0U6e5YDs7H6NNICCHwGT75wer3sVv0n5GwNfx1/Mc8LFbujKlYKBgoGCgYKBxx4DGsuhHGmkR0cy8JJjiu+pWgw8sUyJwsfmZvPxbfO8yqikZPW4IierShHpQwX3kU7k5t0nncm0WUTFwWjwHgrgRgNNup/FMtnTJpCIp+7fMc7CgG6Alxjxdhx9vqdpxx/8EMoUjChVttIRODhtYkIRaihjvYFRjiTF0b5+t1xzTmJjzlTukMrmavE6tAvnged8CgF6hHlt8MRMdP+Wvj21RtPN6oz0YjbWNbWOkWjkH25XxLFRm/4GXf57+v83NpRKp9Bd1LUVeZ97V6TtALakpBIy8HabQsPiyzXXXS+h+J0HaVk22s1060RHi6fAFRdd2xoUQkPX/bPUdT7lU3zmzp/JzeE4wnrxEc+TSjihSviY6t3AJc80Wld5CWlrgh9PVS95IG6M/qWhr577i16DV43O3WZlDLssv2H6laEmlZGwwQcELm/AP7v3rMM0R3UYvWAQvvyUtfcJfakM9o1nWa0bz/Sk0KpJvaM8Q+9kKkatu/sDrgIKnw1h07CEE3r+urcQuUx+tAZfVchZ5OMZW+BrBX/UveifsW0AVCHdd/KzvJOnPlzbT8BrEnmOvOqdRuKlFAwUDBQMFAwUDBQMFAwUDDxWGLhLavKxQsR3FtiR6Uy8gd6oWLJ3v4KNkTlw+lD8kQezr99BQanyi9MyCvPtFoPLwhhZggGPvbZGGUkOzcSI2z/WtIapGj5EAfw2Vr+G+jrc4WTBvLdqWp5aVdeEjG36Nxnb/WCQvC1bGMPGoTv7HI+Ht+CTYErFAX8CPdQLq/i9/Wy5GPejoGM/oPRu+tc4/jGKdpkxysi8mmPW8MtN+wUM0e9gvj8ER49G1luLYkAat3TjsX9lu8T3fdp/FUZVZh58sB4CvyonRwVliwJW4VSDcG+oyb8L85bqqBQ7YjLmING+qjLztNbdq3T5E9pWwdXqu0nbSdnludbzsc7s48/AiEX4NXm/EJIFwyrTemRJuY3pGavnuvsNaxwhFLerzF9bT/TnfCYvcteebDyeBXr+tm9z7Pzb7xF905bCDDDKvKKMpN+m1dPAdcfZyGO9vR3XmHA04YGPR039+4DBPMixJsbr+57Dns41qmirXwGzIaARAjjtawVYxrW2dloYOZ+8ND4JIZv97ht3TX/iLc2ZeFYJ+zybQj/HTPF9E/35e77F1dUf6zDGljBhffU25wmnJ84cN5v4cZsXnkjueY6/Pk9Pjtd9nsa+55W3HOut5GazrvGa8MtD45z/mbYUPm3ADozRMvt4jiPHHbnkELYMeEfpARXeAdHeYShiPDz/9jVgaKDXdx25vrXopxHHN5Zt48/Xyr5goGCgYKBg4HuEAb6teoT6dYq8p5WeXRSJvwsWvjTxLVM5UONxu7PE99lvtN9XY9iocMAbDkPNBQoRqblUttM3O9vdcUEayu9pNTzFkXCNdPKO+olOSR6hQb9iONdDvzbga0U3jMrhnW0cuBC0LD0BU7WUdxi9gA/ctrrMfGrcKD3d8q0n2kcYl0qLi1dxfEbRwFAP0n75MzymUUqTV/Uw9XGzowE6u5XWxvCyr96hGQ0wx/mUjsu03AzO8ASWMcrrY61ZlZrSwS9w1ugqwDa7d63qUT+AT5xhGJvysZ6+1hr4DnWNA/ljNc50XfGYXaiIIxTTw7+DtWRAGPQxrd+g30Y85BlvmLPFE9Cj1/DhXUqR0wTfk2vcAsSxr0HDUr2n5WlYh66RzPfk1u0taG726VUDfsgDHFHCqM/Nly0jbPGM4qladXixYuxiLKYEm90FVKu9CllzTC+fS1ukZgL3wdNeGkD4V/kg5ABDjQKzJh1T8CbS++JoBRsJf4CBXNxEMzMtzRDK4PxejOp39kcP6pqITS3v5Ctw2naG7hY2i3PNmuowLiBKgO+L5Jl8aVxFZ1v/aFBeNyqo/5CuB7/k8yvP+SRK/9di3ae53tpEOVkwUDBQMFAwUDBQMFAwUDDwHcRApji/g6AVkCYMBDeqAAfhD56ZCy1W9YiNCjKJH6CJMfyrlrjTXZc5CCGC7J1MON7H/W+CuQzCn74i3LOhj8kHVMFwNWF9e5muaZCGFKnRNyFym+4+zJqMmss2MyOKnhAkwUgt+/epiAfmJfikUcowEE6qGV5F0PI6/cLERr/ssoCFvaHO9IK87t7h6udcw+L47HlwbOZkhRElzNIT7Zt0iZCBUUZx7BOj6BkVoFRdfAk/rcUuXh4W5wHP7IAznTnibwJa6/YKhWSDJ26tEGhfAU/heYCQ51H9v1gbf6H2eYN3fRti+wny8NaG2qYZhVy7irUjzLe5irCUr1r2oyBn1z03zo/4rAmZ9oPFA+4fPdtDua6S/cYd6ycAr++/xDsfJSj5xKZ5Wq+15Rfr17WDRfVV+yLPDR4Ok1BxnOs851vu9pQKV0M+PxrDv0ce37W1sf1G8wb23dPMLaHFFYCEMHjsc9/9I65yqxpZdAgx/j78b+bJNZ+EVPl6PCs+J5RQ3up13KHo7ggT6diAPbwGdk+xt86KbbnFzIOzvyKmeAfv61HYHm2OiuDADXWn8VxVTyxQPsezJJznlbQc+Nuwzsk5rqV8KQUDBQMFAwUDBQN83PguYIjZmhpAAiZ/yy+Dm+S121b3GhTAzR4FcHRn39CRAQPGiHgS9oYc1XAvvqEX/nbRj0rDwRDCQQvs+7CPeAn6QBoepfTicxSjeDsG7cW3m8/srZV9fqrrp6p77a8wVvO7L22bvuJHz4jwgLe6/ZJbpFn2jWtHq47TdvSCle5RAdQCS5/pL+4LPs96bEcXeT7ooOVDaG/TcdyiMKxF/XNwBY8l8s0FfHbxftYeqYEq+JJOvoz10Zw0ttR5hNu+lu9DOR3KMdqONX3LZ0seqYWvbv8IfYry/IQ2XUIRKQiD1aHDSDYUtMJ7ytyl8e3+e10tUbAOKDNVux3m7eVD5ccIDx+pXfRovSQ865A2zOmj7mPW3ejFOl22z9zvOEd6S2O0riE3zNpY85bzN/U3HuS1pWKa2WngCxujA2Gc3fPsbXtqa4xBG6JONabh0Ut5s82L/gYnwhjvRvlzjA9Ye0OV33m5M/ASymhgihRMGmKAs4vKVnJf8/0MPvoaGt535BdvMETIfI7GsyqnF83r7DWoKaVgoGCgYKBgoGCgYKBgoGDgccLAhSnwx2no321Yg8GEWdAb0wBhYQFKDsvF9f8FMW7eIfNawaDDuPbtQ4RBesElpissguFkklfa+eOM+4Mpltv9ETKL/5M2IfzJ56OyLjz+EIwMWCl3lZ54hvha7y/y54aCaf18YhATvJtX/B3eiuFhiccd4ZDuVQ8QThD+GcZo7lSRlGB/RyzzHlhCSIPCNu4fhVzJa5DewvI3LgGn1sr2kX5v/cvFwD6esG1PXtiwEPZxkcmeQ4/QCyHHsn8IDgjX1eoBmmCw3QgpRv107O90vO2vY5HRMtT3kvxX1RXhaq8f0BmK97CEF+v44WJ9rkCAk9FMTyjca/B/jRJej1C9GvXCrcEfo9zW1XQuweeYnAvHrBeAXhwP+K1lO2GeFJy5wbjrQWAGZFns7AXctNcoAj/mBGuwMRcrAr1p/dnuzXlO65u1DXhuzs/QoQwlNHCDYtKcUTSGB0F6RU3tCafPhcNybcoUN19Uf+/eQvZK3453rBN7qu0qEbYw+l+EUUVjTraO8dq2glxaM43ttuco+qeeXsKdVtIt42f9r9aUcCfYOUjH8SylX9EJzPSCsbbkN+s78auAcIa7tfq5vdme63qhplBiSRm5DdbcY9q7+q+YvwdA9wvg13scAwoA18s7FdrlIXObSuB6nMcMVwhVEP5gKe66jTUHYsSB+ElzNLUAnFeEUne8rGub5v4E72xMgbM53lb3e2Sbrq8F8cLrJQJtjF8GPXK9CHha/2s0YHDt8ATwPDitER4OKPnNG53mxcrx9ojV6cjG0XnHjbKCSJy7OnznfcaxAmG64GS8V+KYOsAQxgviKuMrapY/BQMFAwUDBQPfNwwkAzZGBU2gQaC0UCqrr8cpY177HsUHzrvhBcIojxQdRO7Ax3J/k/HtkX6zAQwCydnZL5Oh6Ozrvr+NA1dtOo3QSCr8wEgzcmuu0T/rjaTvpefyKN2jnG7xOkMhYtQf1cKZBHG/bbOFXSXRIX6vUdCh4DF6kvzIscX7pR30Dh2IMjJUn0Lfp0gnNIQy/diW5vX0FJd+xeMZXmboiEgCd6OxgN7PEa3oSHoh6CuablUqA9sAFxAEq/RvLh67ZTpk3E+ewFFPxSyDkRY0Ck0LniInqsqe81ZJzK/4C4INYzmU053wee7IEvh3vQNDM/yCmWNd6cUdnqM0Eng6axIYFvSuxD2pe4YrIicR4juX1K/trrZYe67HaU27ru6Be5SaRisKxdhKSeuw8/zkdrftM524bZ+MWf/KM8W7pDXM94aCP+Y5z/W4h4avCUm9GF5iKTwNjGfiZwPYTfjqyG+OYrCWBmaD53XLbwJvTzxlboh0VXgmV0QPq+Apfb6pkS+evd+EK/Jysy6MMGYo/o7UNH2Dgh8P1tRn6sr5HEb+ucE7eQijVHjOOyoTnHTscS0A3TU8+4fodj8GFiIM8CKVtxeumnRA1QCuMJiVb8LfnDH5HFwWwAmukV8Jvs/jWPA8sSr4iSoWhrr87Vnn5ieuiaZkPmcgvixApbWCgYKBgoGCgYKBgoGCgYKBO8XAZbiDOwXxP3rjEthyK+ReISTvVf1rGGEsofVGVfml4qmFgdXCWlTNmf9bo85+6UelKp6C9+p/osUnYQiiJ7gBBATk/7keUL61D4M9vnWXUwNwOjEW8xy/gFX6q8CBZ4FdT2OUgVcBQ/6w6i36N6ScCp4LFJitHqvlCgFNTd5Q8wBnVnvVOsrSkAL9BdHGv1IPD1SYYIU5KxhPecQcD0IShUNaSZNfqq6xfB8Z1ZXwIUOQ6vcIGx/1byMowPt47pGooPAYKURuTrhdZwgPrmry/wpDIHyqsDqIOaB+9KelNSGYmQEViQpXDhfxkoVxinjoFzy39SusZQV1MsNUoantGHQ2EGQSHu360RdUe4e6Cpi2194FjwKSGkHcveY+Ryq88/2OIR/vutsqeoY8ZG2g/Obn/qHTXsBH2zxXDUz01fBbHmPzDpuz2rXMGOZl53gYvwLmBRbuiz+Cd3F4TJFl/xGK2AeMToEMd03Pk/cfGHPUpQ77AQ/YyL+LAcRKaJbn3rHyfgC3Wq+HMIhwh1dXeJaH55L95M1+jynOOVsMFGU/IaANtxlrfFrnGQvs8zn6r3mHDHo7ezo/yWvjPqZ/6yiAx+CD/FhDeLsfe1+pVzBQMFAwUDDwvccAgv2u+xza0G/0+M262KBVbkCXYSynMsxIMX7m8qduZzfQEZpFLTtSlQSdiLHazspnXIjPvt/zJ2AJfhk5LMcP9VGNhWIWxWh19R44I4oN8M4VwEc1srUS4ZZR1IXigu9/ih60teLNk0HUOH8ac2FoN/wJnAmb584p4sfiHvoPQ8th+SLH0r4qz84s4U2M8lwD3FuVRI+bnmPA8zDlbs303DkNu8JU4v8N3TK8ifOaaa+TmtNI8UdV20qvsu5RhgXNKv97VnvcFg8N7TbwWhE5SdzJTxw3t6FAZA7vLZ7mCURRl8MZn0VT0vVmibUnPChWa40iMLQMXms/fIl/gZ+5egWaXAWwSvy7KPQEv1KjlG7kgdin98kmfPk37y34jqvW6GV4TctbA13aLgSfvFLehAYD0274M/IJI2PJV2VYxv7inSjPyjwKF8bep7yzxlZusetRsH6KATEyHHg53jK0NcLI/NfIO+6195lH1zzGwRGB7BbdnXLruP665V+qR8uH3Ilh+WQgrJE4RgZ6dEfe5FMaLnULBgoGCgYKBgoGCgYKBgoG/pEYyBzpPxKG0vdODOTpQXjTPQXB/U8IDV6CEXgCZurvMMQfVV37z7AGhImScQhFh0y89+VtZ+NHXxhgbhf167T4KuyoSsFUIiyQoVCb92C3Uv7h8FCNMFRYsWZFcb7hlL0MCAxceCvWv0Lm8jw4uIKhGz3rxrb0th2q96mr96tM0rZOMh63Xdt1DgZSRST4Nmdp5A31VHC5qb0U9rbDW/UPyCTehkFCKdUbNm0FRAxj9XNXZ8CfmVPbxtqXEL3V9eucl/mTLeS8zC0leDMVcFhhD6yDwTxHzZ8QRCQL8VUO3gA27jn8x7YQqOBtXJNzuB7IDzub67X7R1gVKZpbrh8+RQH9e+7R+1gYnTvGM41p7e7xB3WibvJotqW6JuTVN28gPETR3ybhTiiCM2puNKO3J94isf7JfayFfAiFblTcfkIBAFrmocYz9PpVvHB/CgwKHnd2uNGOMP4bw3jI7HzFOtl2n/gY5y7Gq5rcevpRP111j/4L/f6CKuZ5snn/pHn2Vzqe/x7PxprCe6HjHdA/BO/Jqydd3f43WY/Tu2sLr/aKiAIrhTf35HUacG7CPW9TITQW9cNnCDD+lTWvcIBxmS+Pd4X9pHWf2gi84NHdXz+LYNycw65pVnQYT4z9xJhvjnPVa67nGa35P6+u639hiWn4IuBuCXcRPj0EcgofkZVrqd69woGKdmoGnj04tj/qUsKrgL5bDE5ahF6RDzCuMJ8baz3lh97XftxY/hQMFAwUDBQMfG8w4DtfDy4Vcii+po/qhQYIjd/zrRkIH1zXpIHRYM8e46M2/0ba3/hdGr9z8R0m52ktvV7jcYYi8zIeZSPdQz+m0rhqoNdJURNhSw8M2/7TV7IDWnBWk5FEUPIAAEAASURBVBcTOlpDzkRPMIr8vT7Q1o3L4ikUYFfhrSvds64Q2/F99lse33OM6sSdCneMC2sUNUOnUo6yl3a4AcnsBO2FZeMPGDdpbfQgBUa9/zImZpUPHkpnyQPVvYZw5rOFHrKpKIwj4N8xTuusXYcDCCXTc8D2OvQdvOS5uI+2oeml1YBNGnlhSN4JtrFv6+0qMQfCLo3Oeic9S48SUb4keD09n1eD3dXK7vPCggFzjZfoEKlzUBL6TNhj4HV+6wqHmRcbNIAmTU+7UDGNl+Y0NpGW4J63cM5xbXjg9vfA9Tkt2jPt7lh7vgIiFDX8UwtP0cJPud4JlgP+bjOR65A7zmgt3jmPoK9JfdPqQe17YIWn+V1W7VHeN8N94MKoWuNQ+Pu7KgFfKKiNkCRsKvjH99TUKeuqMeyzfD7RkFBort4PtDC9B6YbLnKQ8KchLs8taWwqPKh52PiPLEOenn1AKi9F+Pq2/uWIcM9ujuEiIO1sRANrIzz5XtGWqY0Ia74nUAL3eCebhz7eZ9vnfWfD5ULBQMFAwUDBQMFAwUDBQMHAPwQDhWr7h6D9lE5RM6iUGp5B4QtTTninHiVXgwCnG95lewtGYsVYX5LRg+rHOlrLVEKoVb+GXXkqhDHB98GE1uSYbRbv4wH5GfCowMMb4cihKdS5IdgJhmtsITpxeRKet3nA/hlECTBr4VFhJ7DCKJBUhD8a/hlQ/8oxHpQhNPD6vJzANAUMKHXtuvkhDM/rMPgw0sHkzBiwqIfwoNYDVIGaIbgVAqgck/1kHDsY9Tlk07F1ZaqwrDXM9aJ5tVr0v4Hd+2HM/1RvdpB6QWiBYKohFFdYY8M8Rt8hjThh3FO7T4LHB/x6hvk59HqAiUXp2qGA7YePWSPnMPQwu+CyN+QcOYe7Co8ILLKzpMjVEOic4PNETA4HCIJgTKsF+J/yFJ0wZtcg6ryKdW1+qgEv79SXve5qZ8QJMNQoQfX0ue4IQ8w63K4AHtfMtC7TrBnSq6LPpbm6Gq3hFTKyj1By/NxawFPA7L20S/i6riO8WXijCrNt7y7e26lobzBoINdbyueU53gc71FrFsEJ/ffDl4Q+f48OWYNRaCsQmOFIMBoSU+v17vpX3PM86xn4Ax+57/H2vbsRjzEvYhqv++593gF/JT/3uOan+9P86XWcFNyEca9fBjTeX3Z5puBJ/LnGzS1WE3Z89xrhCnXdSikYKBgoGCgY+A+CgfH7OahgNawnX9xLFj8p8dXkQ1ajZG3wEuvRVt2gkbZ1ynfPULLmPI10FRNNsq3yGeegX2u8bBsjubQq6+Jju7ehSNESNVR6fIW3GSFHexQj4FGDq8M06J7mQ3GLwly6KGgBPfzwPpSu3Td25zDmcUUHDniKDqTZ6XuVjtJh0J3QAud941XlwctgYHpvoeIJui/gsb8zivfqQQgPUoURKL8D/lgp+xv03uibau5VamLwuqgfsH6PuH9f68GDqND6e/VN/z5PQvLsdvQT7RRw7muEa9RRGd1hXCCtzgn4DngN+OAzMTZ12KB4M4JUIz0XXqxhSh3zum9u0zX4NRSsi1bDUcMaT83e/iAa4xnXexoP4MgD3MmrUGK+Eg6FI29e8jZzE/esqRrDViNXeebihY7ScE1/BP+HYck0p2udCWcqSXH+E/D1DHCpAOZarJFc47J715kygYjMBR5vwpdhM0IA0QEIXW+45RS6Wpzl65eFK1oTf6xrZShDYwjtr+kNYwlfPeDFd5RRwDoMfdr2TU6SJihClt8hTPNhxkJivbXIVRZEPkBRHfm7I0IZ4Cjr6F+rcFGuzF5k9ZjLWJvzhspxwUDBQMFAwUDBQMFAwUDBwHcJA7fk8L5LQ/l+wRJWovAgNYxvjUXvghDIekgqOFD0UxGSrO/fRaDzRwjzawjwpEgTCyrULlFCsBQNvYAwBqv+COlK78DVwji3KB2v+3c4bx5ghSIyrCiBCVms7bdbtqSeW34Hs7ATQGAf4Y/8ZiiqeqxzO/KddVoxB06wt0ZDe4W1drf8A4IF8BCMZFZEzRvPuMh7ru0VOmDdCi6XKL275X9DY/YqHpYwiJxJPE4avz1EyOnWMLjvIItIucHyOOfjzufynM6hmx9HaG3me4DZq7qXgZP5DoGMczrWnM1tG/j4G7C9R90vgUcYRZBjXeFx3sd0bJ2prRgZa+ge82UY5vtcw0tTRd2e4ng6wk/34X1NKDBO6EGr53fedt0e+WIDXoU4MLus8V6vVEK9JSW/ryY3OokyjimOhct5IHxb9SVwf0B/eI3QfzutvLQC071b/lI3GO2enGL9G+BNBXASsCRcb3s1ci6EnKhrWXstSshu0Pteb1Dao5UQaMZczeG1f5h6GHjrWFNP+muUoe2VofZaZysMGvatzbwGFlRe4LnwBM9fFYp/Fe+2bMfb4Oa0hcsKh6r+AYIHBAot94netefB+7e3Yf9Wbwlt2XaP2OOVgGAgFN881OYp951hLfP0qmhNOak95dp6nf1zbLl9R+01fudzeZ+u3PhrXy0CYj2uK0JAVy15DQN7Y9XpfgUo43yY/ze8nTEsmNddG6cwzbexvXE3QpretXizDOYWm93vGp5v63eXXwUDBQMFAwUD328M+L3hCyMtriLO77NpKS5SEt3JJzbJ2VVc4X2loielCPHjnL+reb/esTFHBozW+spUIXNP0fV65/4K+kD6tYZ27qFhpTV2FHkAv5dRoEND6QIN1+M5bejs5OHJF1Zy4qzCWFWicC+cCTwE9Aeeh3omp+92olP2Nq0CeSxSbcnoC3oThabe3eLy9JIgSrQy9Gb3A+hII5OAC9bNKcW1kBQv3CVtaSSgAboI3N6k4WZrYqL713uLtQUPIP+hgWCjku6MsuJ9oNOAsXZcRGxJeKPBmNORotoGi+t4vnFL34Mrc6IOL6ThxcxmJeQZQHKLHvDSk4ThAaQPOUN+bHiSWJuuz8DjvG1xuMJjr1GAz5SRZYjQ5bpKysP5PecfJ0Ni1hhKwopIN73rDdo3rWjX9k08eY343WwuDp5BN/lEkR4TPOL9fLBWdzJHDTT+YAoqjCMOGVaKT3mEitDnvrfutNBZE9ER7I/3cIWchLnN78hYo2KQNWAe3F6FJoYPFYr8wFMAJ65uLIKLgW3ebd9zRrAy9/liDOGe+DyfZ+ElwsPy9VBOu/bSu+tiIOxtyN5aw8sTXWyo/sAv3s1+P5SPELFqSQSr3mdSnps1Jvcs1515f/elFAwUDBQMFAwUDBQMFAwUDHy3MLDiZr5bcBVoAgOKHZ6AuXyBnKyvwwwQVk2mD2a4RohTt+9ybNgvmBxqmrPpUsrfYILppSPM3KL5Le3jNdggzApmHsYEj8slVt3D8BHHCJMU4nCUmBcODpRof5M/CIt9hA4wlsEs4gnbR8hYlFUKk6jv+cTEyZx9hiLtbfZ45HHkdSDwz3rZJmRYrzH7Jc5hZUBzS8jrlnH3hJ5WabcKaZcYRxXvDdbZy+7DYIxUdlFp3GZNHnsInF0oIQ3f9QLjAQgY0yiOYTaOJGTRGxHL9cY5+Bq+NSM0w+B+R8kClrjsugG/WEC37YvVYqGFtsiGBdzBxMnHa13dYf2tF+igwi8mCJhF3tEFfMe8P09+qJcZsl7eKoWdB8tmW0kAovdt03zFbH+IEtYcT563bNZPZ9f/Ugdc9SHgexYb/v+Defwl4BtekZoIMbeX1HbCMs8AVu9dr+ez824R4o31l+ct5s45dGwKSfFKXdynS55pcbxWLxrb8sf+7ddLCJ/w/K5rrLOdC+dzxJhXN4uCKTHk83y1eJMjGPcImb0B7+aNW36rbK/IrVW1eODa6vj+SWNPs7a6TU8ehNQoYe/dex54sbR3XR81T6tW0hEB5mne8JUVhi+GnU8eVtvGIBzgmr5rwsfrzZ8U8GkOc3ubPez+rbCGodLVo+FfODB0m22l1bB5n4/i9DhuXiy/CwYKBgoGCga+Zxjw46QhJO9+Q2XWfJ/w7NJxK3115t+eU4fuN44tPB89UjyvF53pDaShuCwhEPSHdTeLfauwUelltBw84sa2Nmue/xu63W5avMJ68ttirLrj8zh1kb+TYYwX8ACX4WSnfLHbxjLdvudgxBdKOmmmGnjCY20hTH6zj213nDNRq+JXg1sVciA8+IQ9EOy8lGk9kGN0paFDMd0b2Yk7pms7704Xcr3AGbR70MyfcDtjFdZxxe1sJd9/owJzCK+lsW9PLuA0oTcqHXXC4dBAagOctcyrHuhrisJYMLuay8+L/KD018+rqytS8mCcmoztdtHpu9q7eV4+akC5+qh7yIGGnAnqXDOvz/x7fa9pgbhSMU0aF3nUo9fVektbfwUBCa+A0rdvUaC38HrS/xbnj5Lhi6rTnGvA7DsBfg7D1skQIypnnMbtt/yjAp73nBFx9ABuNIyw7OrDdyPGr4EvIx/tqpdaufVf1pZvyWH4Ah4dfsEw7muNgkOen2S0iuED4dg1fOjlwXc+H2sN3PqH8Cz7L+FF4eH1rh2fB98FscGjDvBqdYRbTumgbt3p0Q04vwDSGIZc+Hgvz6I99S3YXb4GfLwnSikYKBgoGCgYKBgoGCgYKBh4LDBwxxT4Y4GD7xiQeUrco6TqCL88/Boh0ptwBIRzkkmAEeza38EYqvwh7ywCoMR4Bud//ng2mB59HGtCp7bDmwgDYD4QpsjwhSUteX+65i3OwRgAg4xLWFOPDHBmYE4DRm5cJtoCQ4bi+x7K5xrvvV7mVZRQxfC5Kt266gO6/T3e0QgWDN8Vw8/4i0bSn71Chlm9aN5GVEI/R3v36ePHdEmOLhTxGTaVbTKWLYK0bngHBvNzjr2ZvkfGXCjnRUHDvAjrGrz80C/Uvhu8f83Ba17Y1N44JtuPsYzCLbxMBsLg9qGExAM3FJfzfufH897zMXOWlZ0omvsO78yKMMzkMU7W5hmXqb+bc0rYqv4D1uOH4IMBOUcx/iScyL3s3nsX84w1+KJ5hTYUVuh1kPvN+3kLYpr2CXlXGZKvfoe5/yLuSCEDtZwWlCQ0mt/pnNljzEWgBqtvFL/N8Ao3YPkd3tbOrcW/6/2HcUWeX9bbcknY74VjT+s/buO6wkzDdUXIrjiZ/kzPh0rJ6lmEsS8BDbgOheis4tphnutkdBCXCD84jGuvrj4iXB/KcFagQrEIp83Y1ucqBsvcgLvBvE3gucPzWYFVrKc81vXxroHhj7Fub+jplnlv3sUT+m9sI07HG7Lnbfzkee7oa9E/oP+n4u2RhNfCOt6Qd9F+/rG5Z16My96Jj8+qpWHfEWIjah7XHD/XxiIOVPKT01qvES37QyyGADyevTzWvOfy1pKup+cXwVrHmjNnF7CnKw7iUBtbGy4nCwYKBgoGCga+RxhItIUfBz27iA4zenWthniLbwV0RdAQei6iPFk0hi0lRUiQXn7UNA47RHupBDFcKxuKL4C8YPn/2XsPZsmNK1ETpu5tSqLIESV6100jaZxmNjZexMTG/v59sbEv5s0boxlJJLvZNKJIylKG7FsA9vtOIlGoumWvofTIzG7cQqHSnDyZAI4/iVYxStGigX5FqRnE2J4RMh3svFphN6JM9YD5aWB1aC77OrYv8MG7uTFyUf84tKphqTWe5af461r4bU8ZaRLhHDpwR7qXBvqnhlaMPKZ7mm7/abX+A303KsqXL4MmjXudMb/vpYPGXqNOWjz9zfseXmDQyxH+zDwXHNFX0CarMaO1bbcemffSUPAO7c2JutF2HP7gB2sZ3rB8SpsarWc5fMi6fgz+yCfK+ClKzL41Xv1Ws6cGw3cTBnqo+Qy4rrl5ZRSEDqPMpiW/c0/IdnKwpj0pnbgaf32+4sQDg1H44gG+qa4wIM0G2laO9Tmwt6y3tzgGd0ZPmOD6HWjYj/mG0THTjmOtLXUZM0bkR723Fw38Rf8MODMktLjKcK81vOKXBFs8bzCMUIkZhpk90ci0Rol72XtwhkP3BMbrw/J5NtgL1L9dhaZw6GFbYyhckx87ZCWAE8/o2azxFeabkaBQZF7w3IJnsCSj2ji9lT+YXcdeM42Vuc+Vabj3XMR0947e6ETHauDLe55hyVAmr+WtgDV26n7S+ABgOo02SDNFxCtlP73ri2yiXXyHOq9ShwhL/KL0QshLKRgoGCgYKBgoGCgYKBgoGPjLxUCh1v5i1salmC0HnIAevYZLutN8H8fB52AXUOC05Jw9e6/qF//Fbwg4UNYFx3DD8zCsnDlRz+o3GAfFoAo1lcDAGIwKYYEUhlR4Ijfk4DSfzfWLjIXMkOzqt0LxXC3vwlCiBA/PWDkjGUoYOz0pCSvWt+/w3fyrWvrz23XgCM4fNgaBUbt8k/ENb0QIJj0ZXBuGTwXGzbH0gq5/yvXfp8tzZnesedKH/ROS+A65nhd4HtcqQ6cx13uSiR0IO31R/RhIcvgtL6ogPaU4L/HNQAgLmh7mXOt/1vSS96/zC6FaYINBMERofoLwxPEZO3Byyti0IMRVwx4/w9u6jnBlthe3+0sYIfQwps3bweCzOfc32PyV/aTlcotyEJcO7isFjrmMe9kprRWvj7/hBTvItBOGuNYTPBbqUoO11vlLp2f7kvsZj+skpMu/HPmpAJjQyz1Cq45QxBEukdkE3jb3YKwLv7jGKrmXr7C+KkOt7uc4n7hw+I+M/sC+rxrCDdYYfzD3cYgdjd1b5NKu3wROQr9d+f5kzt777O8Owfqyvs943nc74NfLJ8K68QxrUfKbVzrKKftktt60rRHmP9LgwfyLCA/TM2DstnwUDBQMFAwUDHyNMeC7JQn1453cGnpUJWQuO95V+eejPhnDd3yvZ5gKVpXAKu7G9/++PqgyoC0ejF5BBI8haOZ9DU78LWhVDRm/Vd1Z3IOsMl/rKXMWV75jH2DnpdLhlHf1BqzSGRqTatQHj1Tz/q/Jp1k1KG71zh7VFRut9n7tMfp7NDyEbiPdiDyBitaT5rfZve2/HYo6lU6u4JVK0FSmQ/kUnLO20ugYIJxexJkw0QX7aoFxZPBdeR3y5zEdr9F5eqNexLrKs01006kwsp51eCXrXc66ur6hxD0GoG11pBHll+BfCT1emVYEj/0a3kfl3FFFmFAe3lngpdmsjIRTOG/7uPoeianxZ4C//YJ7og8lpvCOfa7hWGjz+mEQEMadf1Wdn6GcjlDe3pweR87L7vaW1E/kseUZt+xIhRMeouJ0d8NQ3BMevia9kbx1msvu+tf/RTj/iL6SFEnhobztvhCfBMjH+7dW1hEerdzf7o1r7a8D0EffwKfxeisfR7QIzsMwItZWuOR7FqTafZl1fILvXstlfp6v3dSnePOFoSra9SUMNPvP91ko0DWq6b5RneMgYHQFn/qBq0t78qbgKf0UDBQMFAwUDBQMFAwUDBQM3AQGbpOCvAn4vkZ9SHB7QFejbF2iwLiAQWqbe7ByWIgjcEgeiCj9uneppUXmBQosGUIZdpUSq+VMnoCpv6hwxB8Je5U5Pcrfi0ZFC96/n//fAPQUxL8MtwyuY3yB4u8drn3Ed3OcKVTygHHmU29dLUc9NCDNRwbBMfKRr/kZ49OXoaEusPauazyfhxf5ReWNQi6KbWFChupjvBB/TCPDYiHQwXI7/gUcVPMz8Jlxkj+pPhNkJItalFRcixYojQxXu6jfgBkbGS6ATfmYRnyKa7wABsJPd/XDGB+woqjQy3lg87zz51gl5p4YOb1UHdtp+eexUFYt9Ejt9DwGZv7b3hL1OF8w/gKL+kpl1OI9GFuVcDJquaJz9dhfkoXzCLlKbzxSDTVlPiS+0BjL+PHn2HsjPvWoaAw1hwd21TwEX6wHSkk9mDuAjCO+ZazsgoNZI6BzjZv+FVoQKnhXVa5H/ijAMgzwAiFctfx0ZJxZF9ZbsU3su9gD7kUFfevFfadxQ4cwcEE4uaEH13o/x75m9UYAsvV3Wsu0pkBAZ+loEFDWC5T/hBcLgRbzFmOup8Vuxq7ie/4T1uYwzGfubQQNu71/81ippaub9q3ryjybT4EZoYERAeK7go3ViGmvuCbch06a+6dnX9+p/wZRx5PRV/TJL8cX9ys4JZxfo3C7QQGrEcqlAnyxBhnmb7K+96j7JPCS7xgcpWNsKM7mx6X+0oXI2Yb3SE/kg5T7GE/oQPR8r3s/GUrdWAWPgeNnGRsBheiMwkmsNeBPF+ftcz2uUS/uQReWPkPARQjIFAaNiwr/XHdgSM9fPzlYq3Qt91U+CwYKBgoGCga+yhjwHZDee8yS8y86jBkx2Az6dHznXH/+6a0dTp4qUvDSbKCVHU/apYkX4vZRpIak02o89nqM1zRgzLTl9hanXQ3bTI1UI+rGC5CQT/Ouhv7YAtPm+9HvQA89Bw0pbYNHa+DtAAiZtt71Gb1qDGZp9dol+gkwjtQa5zGwvx4s4U1Iyo1BhZLveP5epwSNBg0hHShtlNLcHA/PNLZ0CIvfEBVnWb0LjfUHYEt02fr6Cu9umAMefnZm9RLj1z/9iL6MFDO2OXIPT2uR29FDa4jqmnQteNlqvJCKRNlEmI3X+JjRglNf4xLWhMyu+hdoZS5neFJgvWoJA9cYi/lpFNB+DIy/pH+pPo06Mx23HWfWathbNfxExT3YAlui513DfOyY4wGgXQvnHulShJEQ0BXRdswdPRWu5/soaOOJnmU6sedVkGs8Dd1NI41mT6f5p9Gmk/Scob8YT47XMMq/ICISBgjyjPl+y/jzk0N8DcgVDBEvTJW5k6+xfhNAu07Aj3isMYjQULYj127T+lzZLOAXRKrIb/HkrjHMVTm9mzfbbH/V7+4rcAMP15GjuKseglS80FnixHemzwEZT4th9nnzDLXznndfzfbCVUHY0y4cDuJ3793fscrIe1BQp63t3uJ5yn1oNKsU7p/d5UYrpWCgYKBgoGCgYKBgoGCgYOAvFgPbOZu/WHC/DoBJ2Lssht95DrXNm5zD9MqgoPx4RNjZz/v/RVjV5LGYFVY3gplg8BOrWGuZXt1lnO+g0DPnkkVGDmaAnD/d8DO+prDDKkFWypTrQMLYWuzbX/VdLOPvgQoZfWGiCJ/ei+Bh2bwLQ/IQZs2QZ+nn6/+lIxjmltDPCxlBBUYwq8mLIw8i4wMMKJ4vqv/BufmHr1BUpIU3rWI5ekCIUyHQO6vu8U3raL6DBWQRWwoYYQ2a85+xLuyD4LqueiurJnf871Xni5cYC68N8wHHHnToPG/7V8gITlTa6j0SOWARSuBhgehuVVeBxaESkguEVBg7NL0hr59jqDEs8c62jpHm6fzrs7dogwL0WK5z2t+wtniz1z0K7/Z7GFu4v9l37KtYa3G+VdjFvLAiF2PdgCFGf5+KeqGGaJVPytZ26af0O6HZFuwtQl5XeMaeVsK8AEwrMHgPq+xfA4s48RCGzZL3hMKXlvvJ5wlzZo8nOJOQcLPV7u+uMvhWQKsAuTvUHrgQBrd4kpj3KxT8gnrV4jMQS/5qoRKWfb9FsLzeNQY0NbnL2bPu4ySwdW+fUPJe5l6tEcLVersjaE23pQrxE/oqVQsGCgYKBgoGvuIYSAZQRqapFr9CMee7Ob+LrzH1oH/n/ZxjSEaeTzxta+nHGGP3CykpYqHfodv74dNQBvtevPkizYyxaPcEyiCVPbthWh+bufFO1xuzFnfSNMc2Xe+IbyOeeG/30tn0oyfkOTxFRJqRvs7v9kttd1wQFui/JugA6G84kOsV1XHg3+gkoZiGr4jvW4n+LUMFQNN1DTEfdfIE4k8MnEjrxF6AxiRM7wIepzUsNUawGiSH4V+MNN9/09C7TyZ6WJ5FxTTetuGVDU12YgQaqV+V5Yv2RcYzZLazPBZX20B079seutau6l+AgU854XpE1nKue+bL/gklrXWWKDRVHAatSbMRl56dXGJfCtu4v6B7WQHWAA9lFHGh3A+8WmdbURFHCw22MX6sO/lJ70mfQ9fB1/pYaY+xrnZJDuAlqZAGFYTOPeDbhjuvtXgmf5d2ettq3H0LZePeHoxWRYj0CsNp4Z6XwAj1m+YMHtjUPIQ+v/Ssnbe42fMwIMYwouveZ1wNhtK6ut/z/jMK2gIFcKMsKJ5dQB3PNepuzPVGoRMvdgjehgGeTyME4XPsyK8OV9VxPxIGOhl2JNhvFIbSWcFAwUDBQMFAwUDBQMFAwcCNYWAbhX5jnZeOTsTApBRExWT40u4NaPs3IbfxUKQrc87W9bsoId7n20qoNPf8PXHELdWxaGakZkk4pIs3iIJE2FYVgjACKqBlPvvqPvzde1zT8xQ+IDio1aedqhg5XTmCt4BtyaV0p3qdsZ5ilislSxpLRc7vA4YKQYf5mw6XY7Y5AAszeXbq7vucyjTrDZwZmjROg0a2RTjV9e9j9fwO5ykkUjDBWdhxNPMoTsGhONUzEuHGsPwhS4sgwbDEW0qMo8UwoYc7lODt8FnkYI3r8/pHwSAuKQgPF7WK55fAv2G5giUdexOOEZYIicU5QrAOa/kOi/4WhrBVaDfhacTXofFjc2DkgFdqPdyDeWTujjPupXHwcewMA5+6vtD2AovpZf0TxmYPaLEf1613oMS4BLVC6Db032NbE7rNe034R4Y67+dp3rlLkaWSmHDRzr8iDLrr39I02tD31ntx3BcaSvQouQeU3Xpa51xTuftDnylvGvuNkON9fZ/qv2H+eX8GWvgzx4HnITpiTOeIwIVjIKdUMjA4NOLqd0VvzlHFv54cS6MQMPYKV6t1F8VJMU37Du9b8kS1jV7HCKECvgTXqvd9Z6mu4xiar2bdq/ZnfCEMYwi9XZT1ku4FlPw8toaLF7mvyAOM54HX3Sd5LuutNr+NeKSNs3adB/JgVfVHHBoKWFAKx34a66aL5W/BQMFAwUDBwNcQA5kO00hMT1EjhISxXLz3Vu/qy6g57R0SYvnwwFIhgAdpeIbFy+py1+OVFuAU3jcI7uvmV7xLO1QJmX4+bfydg/DDwPvRvLR1Q1jj+jFoXOiiURGczv2ejqApfC9ziDs5gMg12ZK3U3ps/5T2gbH+WyhZvwnd9TI0ALQXysdTu5ZOV9fSVW8Dm4rCMRzq+khHfzMKiiRRhaK1hfZOYaBPhGqkp6QNawzTatKCqKSp9bLd2ZVrve1IoBthp4FeOjt7nGhTekyjpHPi0eYyvZVabf8btpn2B91VGymoY9/hoZxCJEOJ0e2KhtzSR4zL9fGz17sc42DDjKdILFvaHHuJPsM4APhaI1mRn7jlvmgAuh6jXeX9ub3L5GHao9AeiDQz4JlcDRqxaigJyNsbHb4aa5qr6VELz0lnPTmUpT9XCmBHSkeu7Wd+ymj42LPXBwxd5VqDVL06VPMhxvM8EuuI4neBYeaC6GCTYYT0eRxAyZwSf8c17j09zBcNnqMYGgw8C8LTecsIV74kDgOProV87meMAe4Igd/0wu2xwp7jRxQo0xAN7C++W/buzahxnT8Jf7X3Bs8SUyq1RheQpxthT3jzmWOUqu8id3gCyH1oiE2iYFmibjq90b8hW0kygnhnYPBdDeZ6JgIUfKDRJly/BoP5qnsZiDS0LaVgoGCgYKBgoGCgYKBgoGDgLxkDicr9S4bw6wZbKIG1gn+cvC9vwPDhPZcJ64Y8Nuc/DWa1Du83FYc3iaDEpPUo+hbkzTxrUACjPElyBJkVBCAwHY/6n0D4/wGmb2RARhCuC0tPKOMOjqvHorSp/haL4jPmTtE8OzM5WJEP5Mvp6g+5jDLqqEETozWCuf6RBQswfOLZvLB3zsA7nrApt5rj036sp/dfDyO07FCAA9y+kHvrA+34BoOsdT2sFGMQ4gkhwpLcy3r+boM6Wd/+EWvmDzk+SExgWqAdA+y+bGjgYHRbvDTbuyEs6FD2L2V+R3zncL2pF2F0zxEOqv4pa/A23z9HWLIN0i3jZjzGJ0MgZGkbvK2b16iMkIn1DyXslqbpknA52T+FAj5CZgUjurPB+g+M65wVnpq3qOqfRmD2HTDPutO1GM+hid1Wnq8VK3E0KN/b87e4F1RIqgRV3bltEdy3CDwYzxL4NnRd9xKtzP8rI29xnHzEhZ1/wgO31podYZAhmLeOCxqnHvQxQdldkytweIF7BoOOeJ4kmNK+zmNv+8wd+Zsh5Druyw/o45P4nn/d9dkj3FwsXgUNj7NfdtU67rrPvCWeS4/6h8zFHMzCtIF3rjkz7qoQ4nWE5ov1HYfQTiBmGeu7b1xqjQYB1hq4IZfLD+krCX5Ty+iJUz9LKRgoGCgYKBj4umMgK40MI/uI3Ji9UUpGGuAm3xWGDO6MRqMyTLpZDeql4nts9Z5CtcU/6HiMyCpop1CiXfO9vD5kUqpJPw3QOE2DQowclmEU5jgbNFWis8CK9aNNhg1vQhXo1363OveR1hFfeCX3A6k3OL9EO3Blf5E/IvpQ/Q54JxLJDcDWgQ95rDOj7zSPJbiSpm4/KGu/BuJiXSto0woFzXZ6dK3Rji8wNQET7A2hjfvueWgfov4E3Z3xuKPpnssufYMB36PqreDdWpVX8hLSY/54bNGQES9II1SFjm7rnj+2s1W9gXu1hq42D3ALXxsqXPCQ+YFVzc0z9xf4gb5uGnCFoYFXLGGUOu29dO30v0kB517tSft0QZhlTsdeR/i2dBp3vHitVbS+yCchjcFaoo63NLjCpfk2DaUvHtQaxXqeDGHhVl1fjJmzQjUNA98ThiHw2Mg5crjjSFWz8Xy4AlgbTcAE+2yI/L/cG9UvkVtodH25GBJ8GcY0wBX51VlLZQ+3VWZz9V1hCPLIAwyPpRI4pSGC4xKHPK96oihVlfyqz3nh2va8v0FgM3zyvO4c+M3m7B0iICD7YegOY/EBg+a2fTqih2nEvhWxNwhS6apgoGCgYKBgoGCgYKBgoGDgehi4Okd3vXFL6x0YCCYIYr/pXkM59irME9ayWGNrYTsM9yHD3+H7Z3zXNzazmjs6O/Fy32iFCrOmcqy7xyceg8FEyjZyIFjoqh/DTL3LuWPDBahQo05m4udM4UnDByNvHles9Os3YXZeoHfCkCGEcJOmgzEJ/duf/z8wlA9hQvRIPrSFM47yp2CPbTKD4yRRevf9kyi+X6dHraZl/qirEijwnHCg919ffVhdDO/QBuUnUM5lEFn4R6O9RSvzBiv9GmtoIVNJV/X3mDuhcsVnXF3vIsYBnrr+DfuCUG8RDkyBzdUYQdHQ6xlhTq3OvFrfnNYxYzzPJzOjKgEHPE/1Aq8Ig5yUto6/Bb/r4I/fCJ/M2QXr+oiQW+6xgfBRYaG+Vj+t+HRJJpSGvfnr9P5tHvATngSzIqwW0ZGPdGX1V4a+RxhSVVjrk3e46RAkqaQF/JzzKQt90p5Oq7PqQfz/qlr2P2btFVDazo0CKsZ9pfAjDsPI6TXt/oqDc6y4Gzxi9fboQ6hG/9M+tJc83uX5W61GkLGs3gZfhCOOvZkmvTlfPStaLN3TyDxD8Dpu63v07/2FEDgO4XHM44rPHK3UawRRFXPXmv5yUciUhIcXhFwcCCE4EN6wD4+KVFs85eNy+9kV8TniVEBrcg9X4L6qDLvOfTl54qY23jcKRyIHMILC/tHfIrRAaCISULbn9Yx61o3rqW3e76tPf3cNwCHTHPQQQUCo0YtXpzKtnbMeywRzvlA+CwYKBgoGCga+DhjwfaEX5ZkRK3hnJEVmei+t3jn5/Z4/xcz8/DCmIt9wGHPhtSaZwYsuveM8lViYvZM4DxqBivIYnSE9eZf2YcQ51vN9OG9jlycUx/YwZ6W0TacRpe/+SCmSOpq/e1e4GN/FGFnVHTjr8GRFmTTgySq1uI3KOAjWxvyTQkqlr0pzFMDQJuLrlKKnXgNhNUB/9r2hUK8E2dqQ0pydRraGgDbk8jp1sVb30peJznAemSqBPu6NTmMo2VM9lN0HrBtz7BbEPGm+A834ClviG2P/cDunoYx2s4LirWo/ADYVrRne2e/HnLJ3QwFs5B74h2uVCX+sKaRtR2h0Dfz6BqMNjEwTLb57hLif2AKx72VOpHUj3LJwuTfg44PG393Hrl8yD+Ee1b42jE3h+wYU1IS14btrBQ6nOVzuKfgYYBhQGqo8DMPP66zfOES+z/3MOBK+yvzJ9Vtc4xy40m7iNGDM681VJpRoa0NmG+UrHl7Ru1i71h6LXmZ/xueZfPpQfYzx9ls8WwhTPd66aQ6z5xbhz6sKuQfyhy74xFlfN306Xzv3NWG0DVPtvmqBQ/4tP48DlyqAB/Kq8zw1olPIDNgJt1bmCwFM8t5DI++X5ESGOx/YX+EBrzE1vOW8ya3BVTouGCgYKBgoGCgYKBgoGCgYuDIGMlV+5Q5Kw5vDgKythH6P1Xx38SOUcoRIkmmG4O7wevtiiedt9zvYPhgs690k7Q/XMRAarkPJ0y1fZsgfwGwYJi0Ljgw9+yt+/xcYFaxogwvE+wCKX6I/HwHYFf44d71Ph+p7KGHfoL+kjJzzz3qa6n25JPyyeYgHLXv5l8oeZBwQaumJmfJcvYTX9Q9hdL6NEESGVg8JmTCVTdZKR28YJLyAzWkVE7/CfDPMBnIa9NCE6Vws7iE1xFI7FHvWcDesSrDUTFfvjWX7X8BAWCsZwKtwXSG9YF4NXrjD38Czv8j5RXSV13KzW5V25marYaRlBM05FvtgWoMVrNvPXCPmxFNHAdyA0rlmvfX+jfBgIQjY/UiytQq4YfGQ+u+BB3CxfaCtV9M641VOiPGqep62zwONymBKdASG+UyepXEnxnevZUW4IZf7/hPm/yH1UIBvIik6cw7r83B+HQYNTXg8o3y2xDqPa7whsEwVVn9dLtd/6P9UPRr+DbjwBAhhxT4McG8aBg4mvW1fJl/gq+BNpWyaW8CYx931uQIBgQQeG/0Djk/BB7CoZZ6X6MNnE8CyVwbC4fX9sxxa1Gec5LHnDbecz4Uj/sxzcGDODfmH9TBI2FWQxBNgQgF9+522DcKIRfsS8/4W+8TaVrK+XhN2mEre6/n72mc8WtzzPnd+z+7Es2b+QMqVnXcpBQMFAwUDBQMFA2JAOo33BmZuvGYxFCNyTFy8UezwPosIIyiA8ahL79h4ac1GWX/fZqqk60ljUWHICT2XDedmja52Gu9BjbtQgC1RtnYqnlSknCcvNn/feK/n96/v5BQhhPdthGj9Bf38Cdrhqu/Wcd6MmeecaBLD4hKuF/5i1JqfNFfDGOs1nYz/Rv7gpB7mlYHM9ePoDR2MAWrELpnRJ/Pau89dc+Yb9GRXXfTvsi+SJ+buNjt+iTUUdwLxWHVnQbjsBhoq9pnXrroe9gjd1uo5rYco857Tv1w9qmhMQLqYGkVYpVFhwHlUyz2V5CKZm1pgDQzDi1W+m7FWu2dLe3eWR6Ipe8IHDxiVqhSjM2AUV5v3I5dOLpo5a0wC/oQtDH/de9PO3tEjv7Oew/AkU3sJSKT9neNNwJRmlmhp7jHn2n/G3nsfWAzxzbgYlE/3d0Do89Cxgcv1hy/oUOTLnyhnSH0dmtOOqR66zLAaLl/098GHyv2N4nMJvKg0r4m61hCVasBIeYWrW4JrDYw/EVkMvlpEmKYnnpUJt3EJ72QjBdSDUZzcYzxnV8zPWk+38oWoS93yE8bE+Dd4MKKhxRpjVET+6x5DbqPHfZkg3co8S6cFAwUDBQMFAwUDBQMFA19hDHwZVO1XGH03N7VENKs0+RYGvnch7X+YzhUg4Wk51D+BMXkLZR3W8TfDv60BHwxw5DJ6rDpvyL+rV6gMOofWyA1Wxw1Kr2pB3lVyONUo4hQHJEtet9F1tlJqGx6/NQxO9WowEgHgyIOZZ3WB8KUbHoCXnwNTGt8cnCt8gJgQYNiSPvdyIiO81FFw5tGikKx6wvOiNEv9WCcfnOKhMAxaOb8DE44X9qiIj9EY+jRBmv0yOZTuWma3w/fp80V6hEm3Q3rPHqUMPIYTw0+WMOAdys/KULS9IYhX1tPR7OCfPG+U3igQa0NxdW+CKwQqlgl/6Wv6q1BOb2VFZjDPLWtQvc/YXDAEYQiHxn6nZjO85WuxHjD74grP48cWP2DtXuZXvTEoG8LB9Wupf/MeDdWDql44vkIa0OBGHEtW1ObPfD0+3SgIJ4fhJb6+jAI/CU3TNqF/x+dI3iKpZfQzdlK7/njAdgMhADss8Zl/jUAlhB/igpI8W/1kzWCSQS59AqCMMaHrmvoeXw17phAxKzJpOI4dnaz9UZmZcYkCtsNDob7PFT1Q0pjz6mneuT57m6H17G77VzGcIAwzazV4Ma/zrnFn10Wv91/dK8T+GXPWC3ecW+4nbkLhSQKmdE+Rr4182no9h0cDECeP/RWuabC92O/Yt20MkdZjHX/R8xzkmZg8JNz76W6ZOonFZBxCXbfsLQXkSXgiTlIRRweL8xde2sc66vXM/DUCWT1v9vWS12BfnfJbwUDBQMFAwcBXDgPxkuD9HrlYMdqEXtwfRnf1fjoWF0bxkK6oUTx5VEZz8X244wU1vfd4rzYtXpiLt3jFQs9JkMX77tiR99dr4p35OClknkOhoVJAZYX0EKBtoVnsTboJnzdA530LfEP1ATD9jvC1ciYZN9d7p8Y0l0/S3z2gwAtYRTXfTinhlLcUX3hPV3rZXqbBTulPL7pQgMF7VTUekdkgcZrzgd4Ct9aRX+AvUZqGhdGBPp3h7UAf859Huicp6AjxirKpNY0G49D9lYtbsoE2U7nfd+y9CEEu7vLaHtM1FK/46vQcfRoa3PDnp63f9lGkVoFNAz+Mm42wFPdE9L+9xXRVfLFfe+9zjWg7eFfWMKDaiFAztTnhJNG50qFiCkMSPOONgFQZ0tgx9xY8uSMK0dM8h+5RU45BXvcmcDYOPD43EnzwNNyz9ZB44/nzZqLlR/o8DB4wem7rZ+lIxbT9nbIXxvGP+kgcVCvfUJGDGgXwAnxeTl00Pl+Gx1l/lNOErtcoJcHGQE5y5EmOGvaEShFdAN4pcotjvBHG5Sr8w4jAPQavo5HI8DzrLs/sd56MgPRlFKdOTADG/D334H3gcS8m/lsjY5XmbXOX2wbcjeW2VjP3Xz4LBgoGCgYKBgoGCgYKBgoGTsdAodFOx9nNtxiZighPSyidtv87PNcQ6kDdR8jbAYYZpVu9+Jix8YRTknEjRa5rtQX0yjxrvk8+l9cYW4GECh8+QijD+eIBX4BFjiiUw/6Owmc6OL1S0fKWbmG6ztpXYHAIdRRMqoKgXGA+UP71FeFvCZUUIaeC+XQO4zFxarnNoc/c1lESE1NpLW0zBSsqgmMMBBX2bf5flK/L+t8T891fxwJd4QeCA/4Zlvds8Qa8pYINYdpeItcs+Y8fDf+KEARmEfjSVnANV+u4o/V6nRgGJnIJEz7gfRwh8TYFCsJmSX0nhSMeqMv3gPq3CJvsxN/SXKx5VAnXXRXPLzAulunOI+4B+gp8b84ljy8j/3t44Q/TPoxxjxqR+q4qFul0tUAA2GqpHzmL3FeHSxJwEI4QAcwXKCF7PGeiBLyebcKc1xHccK+Yn0+vhZrwzwPhn0MxrHL4YEntMbGmJkYPKr7DA8CGq7tjvZu0HuJ0CEMNwuV1r7NMeOSG0tzfr1JQeot7Q3/btwKBDEPsW+Ycc0r3bV09iTHJm+wTQsqDn4yRk0aOfeE8uffIe9yHYFjBA3NA+B2CkKnDjA/vXbyOET5fXpep8lEnCmYqcjguq4eMz7zzfI9qXSoVDBQMFAwUDHxdMWAI467/Ne+OjdQBN4GQeDeSHgaPyGGZBe/b3+1B/kxjUofoNXWrURMRXSKSyCb9MlU+/USaSO9MPFrDoFVlhWWildLXrX9jTh2K40/wNlMZJ4+xfU5b22+5OLXmXV4TbrnBuLVBqVnr4XfS+9yeOPAUbaDDV0rMLYMeuhS4EOfSKtIY5AHGKFFeYG7QeKibpJAaZwjPUquYMToPoYJTio7rrKvrqJIcb8QxHcZBePZW0ID2rFoO8FDDR8x5nPveNus/6sUaBo01tDQhlzWBvbGCwrYbfkv/8BhBJx/A3bSG7iLuQ/bUnbPnOSMULt8iQs76jXc9ULkXuvoTaFFwp7cyYxws7gk8uM/x5K6Dx7tBfG0MHjhrf8uW1kA0KQc3qgTfEPs9eGs9WkmJ045GxEHP3yZ88Cukz/LZFwas4G99NPc7PH9c5fnVJb7l0hxu6wJK/WHxCSmuiPRGqPQEW+bJdQ7gXJ5G+UjsqyPW/yZhlb3C+L9vfsrJb1A+p/Hd+8pNzpof8Ds51vPz/ibHLn0VDBQMFAwUDBQMFAwUDBQM3AgGvmQK8kZg/gp1Mmc/OCfsT0t4svNGJhKmCGFIA7PSt+9woPjBW1RW0xL5v66lCGa88EqEsUAhF/b5/RPkRP17eCMsmWU/GF8lo6GnehjPL7of04aQccF4KnTQllgW3MNz6m8cwrqrhMU6TITjqxSrhzdwiP0n8ECe0riuAiu1boBhqN9hlAcwHuLBrQvUooN5ZGZEvijCwnp5bLtd8KQgJ1eQgVERisegTN/I2IfnoFU4gJLPX6P8fYvhPgYnMbCjcAAJdeZHmlv8tPWPdTumIPO0wOO5xapXD1HDP8VaCANHxpHKV9d/2X1Eu/uCRP2UyzUNMAqBto7mRX9PdQx3vTT3GDmF2oqcx6OCToFMKLyYrdbRQpIETM6fc/bisv+A1X6P+eu5DJPvngyh3c6B135QMKJyfcDQoapeZN31XJHJdUxOxyMJCRjViVIC3SoByc+1xPtYhej4E7AAKV/mR2o1+8taJzt/wjB3z/HDd+N76gQ1/DiHvI8WCAs9LLHHmK34N/du3yKAiXzZKIT5PY2b+kj5gz1P+8K2QqqnfEsI5qp/njnrDezaJeY+5eNNa1mjlPZI//Tv5jr7gL+M9Meqa9/mdwRU3A9xbzKvcShBnXDgOWYVHA3Pk2f4gbCHeGurtM84tc5Uxv2W8e5163mLOLJ5s/r2XTxws/Aprk7jWbfRo3wU4hjWXI/2qvsenTgLsMCaBX4d64iyGp+56kEF3hVwzj3vE3TCKZb9R98aZizvck5uvRBcpsFiLmlZAmdpr7nvtsATzz57T/u+q98LHFwCO+Pt0g/eax6lFAwUDBQMFAx83TAgndz6HtFokmgtltW7evP9MH9X+D46dER38AdQEvU3GOdJXoK2GV9w43speRByFV4hqHQUR8E2LKn76BO8tv6QRgo6Jai81PH4N9MjR31KrTBBDVcJpwOZ1+HBC13P+3geqSe9d0dc6GLHMUR0HdpBI0i3aGzV10T6MWTwSJul+a2Bd/QX3/2iJEKnEgnF8LNrkVCO6Mn2Uj2NdHj9IfNEmQS8VypBL7FDoDH1El8YHWb5OjAlRX7A62AHSqLTwTmok3YXzxrump6kN3oUaTtwTz3QS/7Z/UMZ9w7ENusJHRfhllWM0bX9X7HYUl6x1/CgJcS3XqwnlNXQ0pFPBK8cRrB0vPrthA5nVVOUGSGExteLNe4L+cw9Je9LMB3e+HiM1oYWh8bXCzju8Kuj69LA0VUo+D9lwkYeulQlLogLj6DzfT5wR7XAVZOTOz1Xtre77tUkJ/glPMIDxsJY1T0Jv7E6fFYBGAnSfU4Y8WtAmRn7S2NcrhglwXY3VeKecB9zJID+WF10bzMSa8s+dyyfegmX7nfgAMamegovYQ2y2ffyq8JNq9ssMW9TWxGZIeV6hj+MIcf7El6mxhijqTVslXc0upFwfUlFYwIiDFQLjIDNMR77n2c1qaOEo5OvZu9PEb0427VHvySIyzAFAwUDBQMFAwUDBQMFAwUDGxgYKcuNq+Xrl4MBCeiJiVTBeQFT+48Qza+j5LoTypqKcFR9i0UooWfrCOeE8uhait88tTkzIxMBG9ShJOog4GGu9Y6sUeLIsDv2Fxc/gcD/ObDRLrjtvHX8zOe579M+YflgHL4boacbLEjXGa3c9xfVxeK/M7TMr8yizJAlwR6np/4B9wo4ZIwXww+wYHXueGfKWEVfo+AkJD8IUhYoX/EE1NI5wiEd5cF5AKj629i0/xNwPAWeQ2SwajDtDeaKwrFH+XgxPKQezJeKV87SMcK5arnnzLrilLywNYYGeKTKVJo3NbqbWo541+pY5pkdqSDzQu/ns4eg3fHta76PpsYHTlBEDq8wPqGBp5B3NpnNI98bsciMz3h1+2nMf9kRxqszlPMI44HR8s+G2u7DuxyP2JrwdvmHbZ/T+AlfNfdmhNUjB22NJ3haGuHa2ws9CyOBg7mn+uVLjIuAr3H/ehwqtkUAgXdIw3x7vDrMf11lb6JR2bqrF5W/5rP2vq4UTF1ZWAAOUMB+0f8H+MN6PiRMKrGdQ7oLEwye53k9juPzG1W7cFzmobAlKtnXbJ1Twz1/rXvBffcR80cBjOBLgVaUwL3n4/cYg+dW+yS7m/Diou+qAloHAM6a/I1D/RHCSryREGqVUjBQMFAwUDBQMLAXA/GO9J2H4rdFUajCYf6q3Nv4mB99uaXSong6a/+K7lXS5fdv/nX8XKOV0vvSFBRV8wvecbzTg56z7qrfjR6O+Jrbpvc7JnTVnXMNKzX247dj3/u81+uGPvCyHfDInN73R0Cwr4rGYELYNND80oGEVA1l9UEabux1xKH0f99/Ci2Gt+Oxc7oEGPOzbRgSqvAGFvK01iqdwFsqO9byUl/jBfeX9Hos7y+rZkG6mpH+OXaK612zf6GTz5oXWQP5sry+67WO/hZweR/gIWoUG4wYT+1R497IwYyivK0wpsT44eaUYOwP1mSAxq/wxNTI9TB87vXYVXzCw+P5XncvcwU6/4jWVDq+sP8aFdQYY+uJeQh/YfzofMRZRx5njEBrDctvrWgm/fug1fWkNj1OJs3TkBmbae/LP3gf1hcYfqspDG//WwOOjh3/c9KTv4XxM89k9t8azxn8J7BxDy1QAMe+J5LQ6n7kdO05yvebLN678Bhd/ZBPFK3xTM44E7ee38GoBqPa0bB2A8E3Cc3lvsLoWAU9hhsY58gTpkhw7HueY/K2PRHFNDROOPPeKKVgoGCgYKBgoGCgYKBgoGDgLwkDmbr8S4Lp6wOLzEQwFFjnm7+L/C7N8NfwJN+BNYLZk9Duf45w4AGKWTwusZKvw6z3hlAkAwSDKJneofA1T1Dd6/2LIAkBTI2gpG3xOqzJedr+GAIfeGDvjhImTHPbD2vIyZxr/RpzvsscDQfstkwKo1C6YHXaqfhs/oOr5GmCVzQnqWWFjixdSz9kz4dUa8tfOgkrZC18DUXc/QOykuQVmvpMMATTCGOm5WtX3YcJ+3Ace8U8OoerFENu18NdZEB/D97xSLAfhHkNnqE1SsIaPKiza/wk//FADlRxoAeo+Yyyde3R48uQT0prhWCvgsBXEsPGPmBQAMjCJ04N/+bcOQ1hoaHRzn6C/vI3CPVCvegP6zw+dXcWcB4eGCglz/rXaPod2irkctyxCMdUPOdgvRuZYTwHBvZiiyK0gRHe6rk5tV0/CQtuhDOt3tYKtMynBASu9WoPpTbJC1iYtAxP8KgANgfto/7H3Brkwwbp5rpjF6V1Wx+Ob2n/pDDMfF2+TE1wPSq8wxKeeyRyOMczINVf7ybNv/X38D7+gLVHGYkAMnli6FUEcrYU5zSwj5r+GY7XqYFXLPf75ly3NB0vJXj0gNVCPnJntfcJ2f0bYDA3lXvS/WG9XHw+eV3jke8GrgeNC0Zc5PXKOD8IS4yh0EsBw0NgxyMIIVHNHkm+0f4mphlTgxX2ryEGG/Z0Pehdzt5y824Unx/HFOs1WuQ3D3guYXQhLg4CfUzPpU7BQMFAwUDBwFcfAxpQ8u5oSR8gLRFC/vTWSjTCVTGQaAP/DhiG1ijEPIJ+20UQ8j71bW6RfhiApyO6UGVqGegL6ckV7ZOyqVYQAABAAElEQVRhjOon/fEVORheGWPKBoPShQoxw0xH/9u7SvS6Y2Isx3t82RAGun2PtngRQ2onep/f1+iN7X3tuqpfn3Cl0M8oUfAEjrCqu/B1qSPpNWlz6A894fAUlR+6TgkaHlQJWwU/MKDYkYYJZB0w8FuN6y5w7fgM2oZ1DXoJ5f7JSrW87uPnBTmToaV609MEbxADxHin/8HoFHw1pPBJObFZ2EPr6e/5YMDgf4NP0QP4DWhcCbzrwDSbBePURJcaiHDkETzPCV2HbTR7yjQvvXRvwDnr/wZOBzyAO3IAm4pGBfX+wj4F/p7nQ8f6NUZcihDj4izf6/t7OOlX8NcampqUVS0Kfu+Nlj2ZIv+kPZrXu+Oe63lQRMSt4ENHhfka/3fS6Acri4tWxWqFITtRvBrkGZOcIMYVRuDFI79fEsa7514kT7F8ekDvPrzl4nNuGDBAIIx7g5etuMs4c+g+IisRzhsngc4IUsJ9LENzTdjldwGMvUQkrvY/Of2EZw7yIO5Bj4HnwyKiTX076t0+tq45odK8YKBgoGCgYKBgoGCgYOBriIFCo/1ZFz1xlx1SgB6lb4MnaNWgFGtYFhj3rvs1xPbPoO+xpoVhalACriz1bwpwBFTKamAM25b8pM2zhDc7BxYUwhL2ze9hlgh3tviA73hhcv2mSoyrBKR+LJRyPUojFdGpyNhoIY6yTS/o+scwi+RRAweKsVbFcw47O6XE4DI0KrFQvNd3UTI/yTgoxKOrdGvI1Mj0VNUfqouL+5z9ChissIJhG/9lH6kfql4qzKBVIIandfcKPTHuQJ4tGaxQyqtcdm+kMdLMCLeM8rluPgAiFZDuhRUMl4bYesF95XrLCRM2EIFAXb3AKMkbdoI3BC7AEgwfTYRD5f/wS4QurEGHEAyPVOFTiHh8YVyEWn1H6OnmBdrinRp4GvtgPrEsI+5yGGVRoQK8rgy9/SDtw1iDhJlt40/4DwbZNYVBXZxX52d4pTZPM7beMrvbpz65L10P5qkwqB9QQHMYgjjtjrxXt0IQcxEO95D3VtsyZ4wqQji6rcnaNXHu2BztH2iL5/HiPteIBMD4sSc313+caxIKOC6BpNvn8A56lTZ64q4NcNSXFGaaqu3vsE1AMIHg03vSMbJiN90f8+7OqkWL50/9MoLIO9zTwMIx7a951T3nLFnINpLhiR4ZeH7H3MdGwjD27RWDylWM1wz3uL4e/nk+TG4TW2j+Q3SSVpZFYjzh/l31qLsP7AjwGf3UOWx2X74XDBQMFAwUDHwNMBAKA97VeuvpBRzva14qN1YS3aRS19DBA1E+pDW2vtcujenb8gsi+zyA3v+VFB6Fv9dWcozvz+hNuAy1LF0t7ekoq98d8VIB+KAs4AuMOFMTwjjRn7ZNUB7s41KnqwthcNg8Vp23LwEPUVlGGndVY/+Zq6dBmilpahQ0A7kwd+Y73dsVeMh0tmumZydhszsM9jqVdIGnA7ia+k94STgWz0si5RCtaIBXkVaFLLpakdMiTC/ekDVpYhxlmAxIr9Kj9Cy9wEcO0LODHoRzeu5Ql+Ir6E4qutdRNg0tXodt7JBDrQ//HvyXeYB/Dc2HkjWUmc56fmx0E3s6XUv4wdMWpWFdowCWj7/pAu46eNAvSAXUH+C90roDA0bVVRiHvAAdLx/ALg7l9G3AB3+J0WR1Bq+wY22DhmZojWc1elhwP9ZGHiP1k1eD6L9pvNmfa6XSHB6mvgMvb+SDbfcG+6zHi3Xo4BOrp1n9/MwWX7eAszzXgI+nHwbGF8h9KgwlNAwxSlk8K7ybxRvP08XiZX6X//RChi93dDufKU2Sz3SCy/caw6sATkaxAQLRAhZnzwGXht03dE/ezlRKrwUDBQMFAwUDBQMFAwUDX1sM3CI1+7XF6fETRxE36NmHZ+KiIQRx/98gm83vIpGN0nOJxxtKH71gkxecfIDWltu4luOHndfsYeh7rO3P6v+GohfFCcKIBQziAi/gM4QvDUKEoXmbMfH+dNhdQ4cwQ2ZkPOaD7Dh3LoblHYZnqYEiVCXoVPDr05sQ+Jr6Yxh9FOF4Yaai4icfif+ZK2b2o2e15WVazEFbk3+3ipBd5G3aYNrty1xf3QDDM6gE1/uSFYoDGKfzCfDd/FgweCgSyYF0wdyXrrV5UhGyKIgSG3HQp0KHEOaxEtVA+GGslvvmv/j9j4zvHDysz7+ob5vDxao9isGhwgMCBd0SpjuYtdFaPboSt4R0CmEP3g4Kp+rhD+DAMODks1uiTAV5g9yoXumHh2Us9nrMX9OCN8D5c/Shcn1VMh+7WsvUszgZyAm3XD5g2oS2Uykang0qQlOZC7lyP4qv3EPOidExsoCZj1y4hvnGyCH26tjBxocwLN2fIbjkHsHruG/eZf3xPmYuyeNU3Os1sNF4/JqMCRTBscdcZwSOyWOB0/BYHRl41zLWNPeTjBD0lk5h3Myx9AvGfwDe9NSxvpvXPbBZ8P7gkjmelyhBGxTAFQKDyGWFZXver5uttn1P4zAGuA7ld4cSOPYC82fOrou7KR1+T4iIPHZL1hdBQI83izjMaxqCza1wb0LAPmF/hZcDwswa4wPDtw0IN2PqTj/ugdxOOLHc537uCDnZM9EQWMzWRpjz3sittn2Ko5Z90y4fY8/9FgU2yue4H1LtY/rY1m+5VjBQMFAwUDDwdcCA72YP34qGDFZRmD328m9+Xq3Ee5ymfjpO3+t1pUFdopm8eqhIR9UYV3YoRCIySzQApqAvxs9DnWz+Pnu3B/0KedCjwIjIJ9B7SbG52Wj2HRqx5QW7oN1Cb0z4j4rIM9Kg0hCJjpDmOL3Ytg6vORRO1bNhpJbW6Li+Mp2XPIDxfGveAZ53oTmkj06FifrSw9JPQW9r/IkyDCPBqoNeg0oO77/jQEu1wH3QRKaHgWfpodlXSrgr7jn2k4YFTW0YbxRRICGFYT4FsFRXehzKFNwvqyW8VIcCqSKdytaS9+D0Y6azoY2ZCiwI2xRv2/4F7gGiAfEv6P0Rn1OzE07EkCU4Bow2BuhNGAiueOSy+T1fFx4pYkwU2WMq8Y/kjFYdHHOm4YHpaCoU6Dv2nPsUFpND3lEa2g/WjX01EKLX+9FZJsUmP95QSfijV3ikbngA96K3LXf8+IySnwh+yrEBqkdh6J5qmm9Bb2OQwZ4HUo7bKQkOtjBwLYkopiI43YPjeMGfAjFgDCilm/ZllLEYGfBz7C+eSzki1G1AmPktOcaufh/MeX8wOsbKhqoPw+H4ZL+bB5iQy+s80G1Atd5nkrsAn/nPkctEJAQZTnO4axQOj22ULY23M8+33kP5VjBQMFAwUDBQMFAwUDBQMPDnxEDmef6cMHzNxl5HeTBE5HQ5q/8W/oc8S3JuDR6eKHrqsx9DV2eFl8pPWZH19tdCnsy8DAbW3YvhH+geJn+hhSxMHMqimvBrKn764Wcwmw4v43hzDKNd9sQ8qoc30XG+DMNjPqfV/IRhQRjsoSYcF7l/GwRCUYJRgxH386QSnB0tUICq+JbVh2E5h9GrWhRVCCNimjLM4yF6GpR/Xf0vMGGEjVIwEThYwbkNhNz+0m9aICugaWHO26erswUKOrwWFaysyihkcB2AUu9XGepu+F9MGaU8eMneuZysmh1xFnNW4dwRDgyv84GQ04kZd84bOPU7OG+Atx4MPfbvjIACNHDA3hEPnsf3/YNb17Fd3/MFCmCU/iqAhxCwrNqGkI+v2RNbLCuqaAg3ZVisCgV4rDuCEGpxbC/i3/FirYG0Z5zu0feRhz3PdfBnAW7Xd2vxeghQyGfEeU/u3eWAIQTCg/U2O2BwPVVW4vFsXm3zLWN2Tqf7980KFvv1wKIeTwSFZV1HCOgdQp/UjknngpCnxbO9JXxfhYAsTfPYsXMnfCokIQf4sn8ADjxX+R4cP+fzuTsCsIpbLeeHF9hPeHtzr7nmsa4z8Kh8oNA3+It7r/ope/8hfaa1z3054vy26RRWEkVgUDDi1gw4Lw8zF0zYR8LNWC+eKWlsva27Cz2uEQRSbHcbYf3GkctHwUDBQMFAwcBXAgO+G/P7kayxGs7x/mqCkM7X8+cVJhzvqdzO9/q3ISk1Hh3DlfrTWh0vbBbpS41Lfb/5Xp/DvFn3at81xGobDdD0CjPqyr45z8bnBR6GjmcPIeF+m9oJ38E57YMzGdZJNAx4aLat+Bo9po/qV/igxYMOMC0FIVqhy9owlF2jIvYBMfvN+SQ61nQdA/zP+dn3oHUxzgya2vGOL9LSyUtv7Dfy7H4GjHy/Qn+ulcbBpg85O3uVLr4BhSftHJQXsF9hzuIZevZi+TF8JfwU+2//ntiY/7hOPQZ5EYenex1ozE88wuI8Y64b7Y79Ks1PCUPPVqPD+X2xfz2CH4LFrOXn4CsrvUhn/Gx0fM0/NfBFChii8RhKe5r3tn5jmTCeDV6ELy1GIqQ7cj2TmegV1m/bOJeukWe3I1pSb6qeyyXzxoO8MLuzIdRyRCly6WhxK4rzACND8wX7L+UXT/ffCONs3wSMhPE+436seFakclv4GruPD2GEL4Xv6upfcosRPUJPdPf3eA+77zsjPgwY2Rq9Sw3/l1CUD8TzhXsvMGn+eKJHhCFRwMbakVqpqd8ALoydeVbMea0vAcQyRMFAwUDBQMFAwUDBQMFAwcABDGSK+EC18vPNYGAd3QPCoKH/FtbuKqbehBUyBBJqK0NjYVk+VPdRn8gAaPULWwShv3lcHS5hQTQAk7ro/xbLYKxdESKZRzMxGli11w9R/KD8hcg352swIf5FqJO+rc9nHRZ/2/O7zIRc1hKBR0/eY3PtyDBHJ1p7e8j44KFQvQ1jYTgk8BADjzDOGLZoNvujks5jvXBhUl6hmOsJpdS8gsDlOZRbMv6Zwc+fVG/+yNWfgoufML75h1mfUMJZZ1VvfZxd31hDQBiwlm0Z2zy4AzmX+whHzFydz3xO5gDrsfZVAdhjbcv8W+C3j3zsGmn7dQdHiY+nddvfpRNC82nVjxIYJMTap7zDq3P7MedtX90HF++zHw0Drmp1ZNW37Mn5Hm1nv8us1vVdYCfsdIdiNfOtG/OOncO1bBFtXq5lf5898D7jmrdJqCjsoaibvm35K6QqBck81j/FPH4IPmGaw5DBtXPN7WF30YO4xRCiah8iMPyAntIe3Of5G72xt3vmoAC0qe5xyXGZMxAdW3w+gCj2yO+A/22amTuN8ce75FI/3k9AaNHT5U6LYcWje7Q3HLL5fxMDrzL8mN2r4tnbpSb0etUjcKKRsQHMg3vp/mJoBZDh1c2ebsiD1oVwwj0HQBtrHEDu+mNdCwIiQz4PWMNXrXsPYTXh7PLYefsoFEv9I3jT2xlv/sBy3OvRU7RJZ6w48KT121z7vDbsPXtoEdoTqjDCxuEWMBfeK9i7aeFehq98FgwUDBQMFAz8b44B3rcW07dUDe8SaHnf/75/VnRApmA230XW2VOmdyR1fP8ZyQVewmgyiabJb8cdfUBE1dAEQxh5/gbaTsM+6o4wx6fnp7y3Y6j5PKRdMCQlwk49aOCpAdyxRQ+y39PmIXDiPQ0PdH3vO2FjTkQ0GaDjOg0hA1/CFIvC5xx+r18ukmVLDHQvlqREgUYJM7egvVzvtOaXWuX1uvTD6kKiS+HBNGJjMaLL1c9HnUm36Avb4nXekTJmwGjVKCppNzhHFc7byo55a8DIvmqWr7CGKsydreXA/oo6l/8E7QVkjV7desUDm3S+c00cxQ44xq4mvieGhxbsUTb1fwVY0NtXA2kFJHAIi6mOKiLuDPDgkYIob41Vza1nsDoUPLdrFa14QRKNJnjcfE/F3to/v60dTxdp670eHt4pItC0no4xjUODcb/FPQMdrIFBRTj2angJfBkGGiNzVjI9i6YBrneyhj9kGEQxUzkYNu2xa2b3BnWNggQg3DJPRq7wtL94XohIvKnjuB5El1qn9ZWHxqh7aTonldDcM3mNA2/C5mKylv0TzEElMFwXyDJ/+Jy/vTTAtS7Iz2oyyx404hD3bkc+4J57peP5F/ygRjTsga4jqhQ8Vg0PHzikze0X7w9wAETy/z1e/EP9EeempHJ0+T/y0fcYO1/cpUbiRW8frjJCwUDBQMFAwUDBQMFAwUDBwLEY+DKoxmNh+ZrUk7GgwKwNMGH9gHLm4vswss9APxuaTMaHsMtn/8qneXRmTFM0vMafOZPIMDLcVUeO0P7/hH+GkegINRRKKpgdQ+42/4mO7C2Ie7cJFH4oVKT0M7d0KiwMGhw8WqUoZ3g+/wgVJMIF5z2VZBUvI971v6y+WL4HFswXdU1chDYLZRZ4MPR035GntLrLtJi7jHXgJwtIZAphdLDCvaj+lXX6HeNf93ZxjjBwrPOgIrK/hyKWdQ9FpHOz//kYMluEImMNqvY/YfbwAo+1oNqVC0wt821R0tUoypoDEgCVawPM8kX9zwyNx0MIDudrtQ8Q55TWLLwnEUCcDT+iP7xBIoTz+Pt8X2521w0wv39EjPAuBxb5J2094NTDAua9Wd6rHlu8Anb1FjiWMWX9yYFdk/+2bgkDrPfxCQAoiKvZ3XcWrxJWHeFZ3Fvz9d2c7OZ36qLw7Mn5dUEYdkMgEwudYw/+/Z1Ra7yN3d/N8ArfCXk9x/HROGR92t8w3Ads0QecK9TZ0TgkeFh8Ny1e7S9h0f88UCDw3QMqgB0oae+Yf3gY8D72Ho35pWY+SjI2AyVYn2tcUIUhjb/kXw8MM/1sfcb0Hov7jP22wMOHJ0CaiPCMME1tyknBQMFAwUDBQMHAJgbyy086ktQd9ee8kVb05Wbt07/n9xTj8F5s+sf5JAfpMV6H8cKUPpEWh8+A3u8xNjv9nbkN6vSeTN6oRCKpXqjO65eAawftsK2LuGYuzA/IZ4vxJ+GRUT9w9Srv39zG9hZ5L5UZz0LXk283lulI2KSjMArEpxtU/RqI7Nu29p375/QKRYO7AXqvRqFZyydM/NaJnQFSTdqYHqPRrv8QsKRfLEfOMVXmb5qThot9J/2KQlOCLm/rK/XHvcCei9QeeE+HB7BgzUE7hscJGg3P5OZFPMzNM73ZyTSJE07GNZTvRHm5BHe9dOdayXtp7eLsC/uKkNnnrfyVyrlcJqTlC9f4xCCW0OjL/iE8u96YM+RlOj8+5X3y80a4Hg98NXi23l4Bh8FnmzII+tkw0CrUd9638t3+as5djMDlywNVrsVtFfffH4jKgBe6PNWEo43xItIWSvOl4c/B8a56G82u/dWhUEwP1ccMS9odldQ8G6LIj7PiNR7ATY9xr/nCQ1nNryFb8eY/tEevA6GSGu9hnqH9Jzxjfk5n+R5RAYwCX6Oa5asBZ8B0neFK24KBgoGCgYKBgoGCgYKBgoEbxcBtUtk3CuhXpzMUWhDsS8xilwu86ZZ/jTLudTigx2GYJPIJTwRj96j9N6xNsZBG0BCewghsIu/q9ImF+C5lzC5kBdOMNyTCD3OEPiJH6Fn1A6xvX4dnUFmDdXcHQwZTNKD47Pp3YNXJvwkpnwRF8CGTEGdkaKPPbdtIJmSTEUmMakcfS0MgL56CV4RRwMrWsbOSyiHMAXaGFfZywPs2GEnxkHDABboej3Gu/ER7RBZc3qXT9LpKOTIeg1WY4PoN5v73QOncFQrJLJuDDDa04ypW/h0hsJd4IaT8bWkQGdRtxwhK4sMci2NewoMwhBta1L+EYAwBVG2YMPE6P5J3obBWKF0/J/fucPYhDDxIifbzXo88Bxj/Vcz7vPm7EMqFN/A4l229NADVILTsmw+rrn2LKuwLhVSZGeVK2ptpL66fa2U9Mq3ROeuLsrt59E+gGoFNhLxzr43W/8Dh3PS4zQq4QSSj9NaToWoJN8XaBE6iv/Qn77IkNEjXxHvCPb9quY2RxaJ5HQ/e70UPjpnWL7eedTg7XQCPXt9D8x4hzR7Ql/MR0FWZW4NvnrOL2YuvoPwl3LYez9O4tt8Ye41p935SYMP4Kso1BCHfktb+m3vKnnJJ+9s1NgcZggv2VxUKb63qscwGFzl3cb7XctvLnxhJ6NFrLrT2p+ycX1BFQc7ukkJrfxu48agH54oK9sF7uSdxkotrh9cyYQKH3jBjPINCuMDlcX1RN+fKrDF7iRD2gyHuGnIOjsuUP1NoeQUn4/4aW1otr6iY84ur7jNg6N/DMEYPmo77BcOJsP7HI2bmBTB2Uz4KBgoGCgYKBgoGJgyEsoxviWaRbsKIsFHhoADd98xYJppu7Wr+detn0C/0kHoyoKvevORE1csvaGleh1tbri76TmtbaBrSqwwovIIGlmab0yKez7+vmu85SzPjLcokOQa9Wr/H+zPRensarv2kr+lgNCQioIQXNb/uou3XGvolv+dH3KqM1hvS9hFpCHqh75/lPQ//wbkcTtC7G0hbp2mhc0F80NHQZuYqXvbQRc1vwT8NoRPMfRllPn5e33wt1bj8F9ojaF4Vh0QySQr0y9XmV+bwyROl9uIfLofITRoTy7uFoae5mFmPFR3I2qztxM39l77HjOBTWui6ZMTIh3Q1PR9bhLPzoIFsq7ThYGoRafvguwwXm/ZN7LdL+25zH1IX5X2lAXXQuMKS6PpjYbLeHH8mWvE+Es6hXWL0+lv61ugU/OU1XMPX5ZGSVys4JprWov8unyjyo61YlF5d0ayXW+++kuEEoOijJl3Rsv05sKp8S/s6Wo97bIr2My6R6VhU5GsAWw/ktQVviQeKDqPpqX+kpTNcsb4Ah70uh2sF33D+AffY7wM+ebep0C7R8KyhN2QwLsDWyK+wpoHjWf2p4ekna/Bxv8YeZOJLDHu7x/5f7oU/uGu2dyz/xRqetXeZGUa0u2tub3/E1TX4xF/AwnrC951xb2iAXsGDt+ODL/AWm0BFKzmd9bZljxmeOSIzZf75iLFPqSKc+fkSzxhQNmhkonxowXNGeQz4kd8CEp4VzwMbcp3Y+6eMVOoWDBQMFAwUDBQMFAwUDBQM3CYGRo7rNocofScMiGoZjRWzUaMQ0wN1YS6qUPZ8Xj0id84Xy7fhOfE2DMZTwvqGSihJzOOrOoWCRXc7/A2f3wlhw6AlpwQ7odc+X/4E5et7MGpe04KcFkHMjxyl7a9UbC8uULp2hqOC6WtgkqOM1srAGWFdG5izs7eRZxEGW2GSoZKdA9+uVOROAgcqi57BU/EeYxMudhJwCReHDCrrZFi8i+59Zk7oXVizxChecewAWByiiFumdW/IvZzmstoT6/MCHwpwUMBW/RfghHoTrOs1D35z7nqjts9Vjw3/F+uuVXMO57ajNdxmjZfD0L4DDhAQMnwIv3ZUv3zZMZ0b+80wcoQf67FcDi/o8HoW167n7jJoBMEeGBBSjgDsrnzpF8aP9f42LPLrrCl7H/xN2BaXO/GZ9oHhrZbDfzLv92CwHcA9clxpEALdGf4xwmH1hmiMkafRj+gEAegCL47mAfPXA539kwWM21rHXFC8M1sVz239DAIOhJsI6xIebHT8+PGUQAB7MfwL7RFcx5ptGzhfw/sXj4yFghzyDp+Cq9zD+qd5sN4G/+br8onl88HPsXCfJrmIc+KZ0b+AoMRcg/l399+pxfWlB+79CP9c/Y57ZT/aTx2h1C8YKBgoGCgY+IpjYHpXS0ugXMKTNb3Hmbe09PSiugoeRjrEd354eKpufpJ3IEonvGVT2f3+85fQu6jw7T6lrSF5j6cNDkMsfPmAdu9QoHR6Ho5wH+6AGtCfGt0ReaQnCk1PGNTrF8aHj1AJrFL6bPE6L3eViMIlVo7Dgbgzis1F/yAMJKsGPgke4Tol0TgLKJmnIfOkocDb7iXcMZRKK4CLaXwBDUjaDPdI7Df3xbH4tx7tRq/HoW1QKJOmyEhRKvWjHNvXWD3oUzc9dBsY7wlvexGGlRgWCl+Mdxz+o8dI2wNfthRXKs3F17VuqhFQPqA3E+9DiFtDLgefcsR8Y3jU26RdMXRwg/HDRDe7l8VB4GE11PFn4oZDXo6+6hbFG0bSNbxhrGvgcF9v8tV3SGlzF9gM533TRfhEAMp99l3ffECoYvgtIotVnXKHzZLmk1D2TXgHDQwwDs58xgHecLO3w98dzyJ/DyeLYjWMWknvEuu7sTYxE56lLffighD2YTAd7W/pT9yjQOYzmWexUQZq0g41RJ4K3n+6P/hNeVHz7cidPPA8S7zlLcG11q08lwfYMapFi4Es0bHCOHq8RzQ2ODv/Lvwyhs/Tu2itk/KlYKBgoGCgYKBgoGCgYKBg4M+EgSM4mj8TZF+5YUfmQwYVAroLhcXrMOhvMtNvoYQ0v+ufYNbfh5h+CMG/Iew4yNwdgTDHlqHHq3IwVFz3GuO8DjyEEcLieZDRNeQwXm8DIYer9pcwIdZHPCI3NJUVIzVdOuFkQEHVoRCrux+ggnwRQUBmDsftKCPW/BIv5X/jt1/gQQlDFPN3XI8QX/F5xe0L83TeE5YXJdkF63CBcKOLrvhDCDbHihBvWNDX9QNGMf+wirVx/MwonsLIB+4FH8EAHtdN9wZofXxk3Ox3VhwffDesRWf46+FdvrsfZpbes+rHnCbLXJXud+nmBZqgiN2CvsTc8RPjR+hbBAx9Zf5jcu9yRdv2SYhx5PwVrvXm6erfoGMU7pueIK5trG+aiWCFshUP7LqGuWx/whXCxY3eM6nWEX9BovdZU93l3roHHrWUBozxsAfPtxfXxLxL5N8dMELAKEKhwTF56DJaw6OBdQ4jB/PNpUltH27rVQ0v3kcJSjSAMEIAplDkb62cLnJ/m2t50fNcGZ5j/lj+T3POkFF1A+erHlOdWANad/19cPQu82b/rz0DcotUXyVzr5V88zL4QiCHJf/W6rnZ1s8VfBpbNBik9PVPwb25usS9HtXeAwoQKdOeQVGOcr+unuKiecQd2fVzcfUi4mNW/KqneXibz67HqU0ZoxseMvuf00XK2+hvef4rbxCvJkx5VkrBQMFAwUDBQMFAwkCi6xTeG/K21ZtrIGxwECDJo2zC1PQum64cOLHvdPi3CQ8/FMAD+WNRjPk+DiPKPb2Evhfl0SBMo5Hj6WGadw0wwofXKRMHUvOhYnQI7X1U4WVbkwfTlgNRQCoikDQYow4aQV6pjO2C7pGOMF2EoYOJQoQhrNTusSXTAcETkKdTT9bWi6EA2dXPxrwDjvVr4SEdXprgCcPYIWiZY6GiHn1m2KSXBmj2LnCHAZ10TBjy7uhv6/5LaxhOhUaG6u+BNzwOI3qP4znXDeJqR/frl503oYsXv+DzYyJg5RzF67Xi2zZea+Q7oE7hK6D3lneB5XvMkX43ib0tXe6+5HxdR9XTeNgO7zM7FHADinT4wnW6b3cvMpP1Ev56+QIQfgf63fsx4TL3v6f1gZ/Ad+ydJVGJyLF7/hYwsrZdZI6l7binoo74GA97BYYBo9S6Q5Hvc+IqS3cAuvhZGhpZwqByWllGR3h54BvAS/YkFcoRUmDiN/jioTINFvl2jUYW5ar7a2y+78M1VqwAb9W2v0YWoMJ1o4CvxB8CEzjrNF7mmfRlFO/eZUfqG/BXYQTtfe0zhrhtHECqYtXcyez7uuFdEje+xtSXZnFz4IKz/HxxH4dhBNGZjNLUaqSvnMZV5V4xL/d5+zrrDc7WQMqrfnNglZ4KBgoGCgYKBgoGCgYKBgoGjsdAocaOx9X1awYTKPGuGu0JiHeUgA1ekShEwxJVi8rFBxDT5kaSmIaWXiOe49LV/ji2OWTxqh3wGKhhTM+bHzHOU4RD0uqUrQADPRj2ipyfzeIjLF9VQHEdTvGm4ECsQ5/mRX0Bz+fXmLvez2PIVgUoAQe5v/A6/aL6n7AZvwIOg+gBP2Gv4CavNn9aqYBTKWc4p8UC69QQGswENo4dgiDq9DDYF59V7eIhxx/TeoTVq4z8CUV4xb04RBmpkmyB10HTuu7kaVUpGPti/VasQXgHA7gc3uJ38s+GJf6JY2cw6d/16/qnEJi8iqyAMGccybpfbj2XGQwh9cH7lTxiy/5dKiikOX0zOm7Pfu8RtrWEYa4XKgbzOM5nY04xT/YdMLeuNyGmHnWEIDYUoMYIB4t9c4hTrNAVVp23eLmzz3vzJU1jb+tobBs9wOzi1dHhAd6Bg2SBPa5lwLwN9nEu7uMGT44FIaex0jbke1L+bhtz81rqN0IVg/MlisiLCiFP4GLsf7PJ+F1Pdq2vVYQuqpdYcLxhxb242MTz1j64y1ivJBgS15+F8nkV+jmNn9bUdc2d2I5nCHOtMegY6m9zIPSKe5k2MX6ue9ynBg/m/x6aB7Q3jJzjuY/HwwtxP/MZzwSEIeC7blG0r61x3ms2WJV4FnjvbZQa4TkjgPOPEPhgAIPwb8JdPB9sMG/n+fy7v5dSMFAwUDBQMPC1xUBIykfaindWowEfgvwmDMnECmkaeDVFDd+PHqeWaEe/fMY7jzC9iwX0NCkQoud4kU8v6bXe07j8FS68a2vCGFcYoN7cuyzRUtJ6QZdgcDh0z/NOXaVnWANoxxdzJg9EwBlMgxFGkDsqHrw80gEjniPXaESjgVYxhHAob8f1OtgXqKKqPEmtMS2cyoCCK4xHj2i7uwow1nfo87vVnfPn+NSz7/QibHHATy47cihX97nA+jZElZKGPnqvrWgbqHHmaAqVUdF6JcjyXOQkpKXhq4gwVJPmJu6PU+ko5qHysI4wuE8FrZtHuPJn4EYVGwaP9W+qR0uUwEZfCr7wQK+ZPuSW61DkD93L8DAqwFxX27qa3utXWdU8tmuiIk6D8d/S/ydANkanCo/o3c+RWE2ibTV42g5EC1ink3P/1/zM+AujF+j283/nUYeiH76uNuqXJeoIDXuR4t5aauxgChcMMuSTfW7EHgmcRbUb/eO96957VBHdSCNjvsOkXRojpbX5DrKK71OPND6B40vVbvxCbBE01BdEhBuIHMEDkMNNlOUfyCgwaO7CsIZnq1ENhCJwe+PgrHUYzxauNHhOG5Vh2X3EMx4cIluy6ME94PneL+8i6nkSWQPq7C9JcR4AlD8FAwUDBQMFAwUDBQMFAwUDOzFwmeLdWbX8cBMYUAE6GIZpiRKwfwMCGgIZ4r1B2aS17LD47xFSR8/bWJzMVDp4MAFXXLLoB4YZQtzwZ1VNuNT6NYj1bzK21vYqWWHS2k/xBv6fQPkx31HEwXQkhVDiPzLvGkzAiXys/USOrOYOHrA/hJf5LrCo9A3uGKZWxpZ5Yq3eEX667/FMwHOCCs5+LPPzfO34T5neWuXYgOdxp0JQBbA4TXhVTRvezigcB/AwNIbYklHNyr/jx5ozY07R3MPN4mmYdsfXajdYNnCS+syf2nKfEcat6Ri7xfs39gZ4oH7UOZLJcx41dcWYYw/VXYQSfx1r7j5MAgB/TXOOebsGgNV0GAkQGrDr34cvJtSY+9Y2I6wJ4v1/rTugZOvY74v2VfaZuae0UgbXsR9tP9vP47xaFO1aZJ8x7hLvZz3SI+RVLH3C2faR5/0yBIxoRZjtoXsl1jpCiNNw3G7bu+BqyxALlrsl/1fXvMU++BVtHFdBK8XzfPh9LKlfYUAoZY6t/gfs72cDdquI3+xhndts+zTksOMvevYgEQEahbPg3p27mWd47Tu/d3r2D3r/PgOsKn+95wJqxvYz4TvBMcM9vyTjCMN7MfcOhf/yZ+jP3+IXc9vxQf96WeRDDFnXHYY4iiXF4wHv8o41NteWpUExHAcVfc5Mx3h9Dj8VY356/DfkDqsxPKiJBFA3ICMKYytccF9xLJmXc+tQtjfknGpqQtn3Cr+BNJ4lPk/SMff2TWsZ1db+xBSZTYNAt8crKkLij2O53u7l1fPP84TXtU7Kl4KBgoGCgYKBrzcGghjIxoVB9fNOQcGKUVodhoTStZvvD79vXtuDRmmoOKjDe8r3sEaFRtiJ93y899N7eK0Xr/OOHVTKYAhYo/jtiXZRL1DGSXdO/a7TB2t9HPOFfnybhnFYlegwDcMyPbK3C/GnJxk8yNAAG9GIjOeSMbq37dYfZ7iN+Sc8G6K3iXQoiW4Ium5r+/WLA4RA0CXiEVqhJ1WE+Z2nCDF5jPxJjamI3y0l6GUM9sLzF2NNo/SwGltqHr4U8GkYh3J1IHqO1L47xBVJJX1P+41z4ZyKY/o9jy3tI93F3upQtEYkHalRy5b9Fdf3/GFtUys/MTgeMDgmHO8Ktj1t5z8ZiprDfLZVpzc3CsaRhsx05bz6UeesjfR3y2IsMP5r8O6u4r49bBwhjsWJEY76c84eexx6+OngcTWGTDQ31+PZcBQ0lysJH0uz4GgHw7YToho1ZlLsy6fuK+N6tufc8yhb4QnHRdzX6LTfMv5IBlxfkLvbEMZ4h8JQRj+ap7rDfQYk3sTnAz9FWHHCBlcv8EWZgHzioflElyf/Cf4K/J33KPk1LsEARh5ns3TA1fO86uTlOpXTyCvE2ZdReL6E7AMjiYjIhjf/gLK1Q+ma8nwDhIYF5Nmt+3tglHtA2U5mUG4bRvZwg9d2q3GzkZKaj4CHkNrcO/KH8mTVGQa5hIEO4xH+bsuxfttglv4LBgoGCgYKBgoGCgYKBgoG1jGQObz1q+XbrWBApldhSAdj3138AwT9i1DLKAVhdhrCw/Xt/weB/ynfYUaCQZIJv7ki39mTi3XQivviDcZ/Moh1GbAIrYogqEXZVlVa268LqK7Ds+YZyJx0et2RR6p/9DfAQlhgmT//gJwEg96fwNBgeQ08WVQQfUTIsattWeHvVF61Z+Qo/SH86F3mjqAsxs8QMizKnyY8IRCcoHytus9gdFBMCeCpBUFJCmfFuCi/huabeGjcZUwYSRmnELq4xnmd02cTsfkIqaTyjdy3NYxqqnPi3Ok/7TmZWK2YCbmtVyrMouM729XBaS4gqybv0NA+AEfvAIO5kqjLXg3GHCb/cEl1FDnV7ZOw9D+gH5jUaczcQ5473+3XENxxGATrE/bI+7DcCCmjmkKBA2NHRdvKmJ5Xy+XLMMwIYWBIl0w5hA156Anv4wUEoo0CWgUPCH+6CxTf5LEKAUZe/2nNchsAS8AF/Hok9HjYDw3hGJc/gkfXC3hz3AmASyeh5o2cVI+YO0y14bVof8gDIe1vhXTfQLb7Jvv26YBr0IBiE+ZLo+YLaS0MHzm459j7C3IDNgoSoyTcZ+FN0oY6f343DBl5surhLp+GYfZ6foakfsdODn6EIA3vi2rxNoIXw9ule0/FreuXj5izwiK8GTSq6AnrGHvo0B6hhX1tVQRrqd7iqbVA8WydsS/HisK1wGf+HC+Xj4KBgoGCgYKBgoEJA9NLw/efyiGM6nwn+o6RRrCi75GgQ057R9o0Fd/JKlF8N0ql8j7Eiw6iK1e4/Bn0W3qXp/Ev8HT8kHoogEPpclVYLg/lFRUAbUu+yjvPwPs8wXsXGGPe2+uvrqpkhJbDILRu8SZsVcI5rxH2VcUTzjK+WQMga6DTzlpyj8IbBG14FG27Gq52HU3bswB/DTAeNa9V+82zAVpKo9iOXM694XBjvrnWKfOGYKGfOvYBMIa7OfQhPFREZsldHvkpHTQYKarHsLD/zkhnXWWf5DlA6QYB9xkRhn7O+QUKTfo7kc0SgnohX0L44Ijyw/wyrXbk3HZVs5uaNW1MhaR3Y9Czu2rPryc6taofh9+7x5S+xY/Om4M1uamiJGHZfch64MHvfSuftmf/BbqdFBECFi18EfCFyjorDfe0PRlm1tF794Iw1cMwKve9f+Gx1mFMe8h7T2P0s8VL8Bt6wcOLcS9qYHorJeBz9j4HMPCFz4HRSEP5DJiekRiYAlukt4nUSfA24vBLKcBnFKvFuzwGWGf3YOAj3UPCYc73s+rvOcE4I/bnlwYcY2IkzLNZ79+LJUY6vt9GvPi80Lmhab7PM4P83D7HYn9d5ZnxpSC7DFIwUDBQMFAwUDBQMFAw8LXAQKIkvxZT/fNOUqWKxdA4LZ6Bi+qvUZYQegyiuKnNM/oWzNyPseyFqN7K9FxvqbQIZ7AYv370enWnxhMUD1hsYLnmb1poovSqforSBYtxldCWLUyhXcmYncKcJaZJxeI3YQX+juFepXOEQfwNRgbGWIFAGzmIf8K1txkgMzwCcrX5w4bYOErKE3qPuf0Az1JCTSFwCFUhQDgnFU/ioSZUX7X4Dy485BoK6SsV1jsmjRArcI9is3sJnOP1TdjrpFjKc0qf4XnBr+KkRwnfNe8wPuHAUcZHSGCFB3HkdocAsyfX9xzF/vMovl+BWTPk3ap9YrKBcRR8+alVb+2erN5mCh+uQnCPkG3bE9sgUQmoBXWNYrCq7tIaHIQQZDX+ejuuh4BEz48/ROjpRu+PaJXWZr3+5rexTigsFXQ9gT/MP9L+Rc6z0JE6CiGA7XIRruStM6CA7PH+DQV8KITT/Xu5zfqVECKyi/slCkk8j81Ja5k8Q+JbXPHq9G06Af+1VuY94fvM/dx+BLisGF7o6T6dal46MdxzhZW6Hu5h3EH/KpTn3q/pnk3CTmHN67+CZcQB69+c3WcO4MltNO4PB033vvjj8PkAPlW+9t2r7G8t5cmvByzp3rO/LfOMdvaxrWDpzv7v63fwwvg8PDKiB2AwSsEkGOK7e2pAULpcomjXE2Qaa8e4eTjnM5tTXI7+VZg/ZN+j+OcZ2IaC2fsjN+Tn2fnqajkrGCgYKBgoGCgY2MRAfs8hzO/1FEXZgDdXprk2a6fvB95fWxqFgRQ5Ueue8MEa6/F+3kujx4ss0YhG2hh6Qsr6sp+/37a9J7eMve+SCkejHA0tNBjhemsN/CJ6hsqw3XSV9I44qolGM6BIqk0FsWGYum/cg785tw56GF5Aqo8BoDkOthorWFHaivDP9XucvwfuoB3muDumqzX8oioPugn6iRzAbXWXHjTq42MiOtwXxxWj5oQxsXk6iaZUddBpS/aifA+43U9P5v23Gm9gTy3qV3DMfAl4VLTmfX0cPEFvOd+pQJ2qYCXSDgACqwq5E/p0bwBHTUSptnqV+akENpTwNMA1TtwR8sBEo6rfZa4aH1CCd5B/2FcSXJUGidLEFfl2WUcNIW6ywNkB429JU/MWn39AjrAfd5GLHD6o70nDE7yJ4ZZdDxE2bvwDfRwNf+xX1rMnD3X/kFsFfiIUlK4z/AxDzp9N7vHgS1Uamgs4YBK2Ea6jBz6y4gif9ujB55Jj3GeLjyUjDQA4I4vPuMDzC+/y4fX0DHMIfp/LFo4c9cRq8lCZH3kIL0Qe+Y09FN7vPCtqcnP3AeMt4WsTcvEnn82h0XRPvuy+J2JZGIuLN55bHfItwqAPAyHHef5/ad7Jm7CW7wUDBQMFAwUDBQMFAwUDBQMTBubc2HSxnNwUBiTGV0xMT5ijBmXUef0P1dnZX8G4+jtMR/t+ynM6mKPpRrjXLROQnUExRd6rs+pvIc+xekcZG9bgIYRAwYQl57JD6WM4s2B+tnRz8iXnP24zQmNp4Xu2/D9gFFDWqGgMHKROZWANdzu094Hlw2AsqHTyiNsaaL2uwnnRYy2LgMx+Y+wNdOuNXZFvbDj7ZxgarYKvWjKDhLBAoQGheZv++/BLMJGcr8r6LZiUwCidDakUXtBYdQcTaj0FCOv1V/1cPktMNWpY8Lxon6c185ZJ3FnGvsUJ+ZEcv3IvhNDGeciMKhTZUUaGcPo1AHgMb+s3UeLh7R0exPvgh3HUOyas2QlvdvYu382HDTO+sU7TGJsnAZ9KdNYXQcJZ/UPafnusZd8ypzuKYyBAjb2BArQ+fxfcwdQGPHHZChy7imt+wT1GWC5CvNcV44ZCe1f9bdfBD900WMs3Z+ShJQ+0UslBycQ2JIwCm8hVBZO9qF9LeQC5w2Mux+ItQElrE5bcjF2f/4xxfRbs6MTLji9cKGEbDBwqcoyl+4rxDTV/laJCufmYiAiEFmPP5R2zVTjI3mz0/mD8nvmnklucMrhKXnHfVV90KIARSup5TUTMUgoGCgYKBgoGCgauiYEv8LQltQDGXbwor9nX9uY178B2+F7qf6QNttYM2mylkDI3cbMw1+TW2te/aFoMDB9rlXTSgQHbsbQ9HsoYpUa44FAiXR+c1MNoQIbh2FCbIoWyjcbaNZz0AvAM1W+gGT5KNJp017UKUEAztuBq0TxN//N9ciy+ZgCwrn0DHRu0vNGNMMq8koZUenpBWhZS2BhB6kb2L1R6I0/xGTB9zrHyIJzNYPfpuL9b1u4cvrImBYgezkmJP8fb7i52/zLimjy7j7r3uGeBM/gw1/fYNWafYxBZd3pAyjdcYf1otbvY57K6aH6GsSjRirinE/+4u0U8d+BxBry4h16+CEV+VBe2G7z5x+eLyWEu6vsoUMkRG/vOddmHB9JhLV9jd6E8DJzdIEwxz/GP8MUevkDd+5ADL2+veEvDL6cib5PWTaPcFtmNfPzxRiJjN1f5CPgwnmavLQlB3td4KWOgv1aCX2EFkaXcqYg2RZSvvahda3zNL7G+3AfkRNYQYUBe0RHKva7wRp+WDGQSorrCOHfoRuPc8Z695uilecFAwUDBQMFAwUDBQMFAwcAVMXBdLumKw37Vm4lWhCuG24LJiLCw8V3v11dRLKD8DUUTBHT7OaFpsTBePAxCer9gSO5koq6PQCKkObxM8BLWJvxzi+XvorpHN08ka3Ny84SHKhbOFwNer60hoLG4lwdyLJmM8XQ+tEzQPkYojcvcIfj1ftZetiHkVPXF32GF/iLXUNao6JkYAusRDgyvxw6Guw5relkL5+CcZcRWR4SL1mKcn/JB5YBpgm3sOzF0CqCepcIrMOWGwQYeQu3Ob4CwSMbreFnd53hAxyg7g8mi1q5PoNpVEoxa2uP9oGXzgDV4WOomAUK2gp5bQtuXYceWzX/AlBqKmwuMnSz29QLtxnP7Tceu8cOG2XXUEp3wVT0Mv/MWPyvPz7E1YyR0gWP2Qlf/nLX4IM5DARvVYlMkeOhkykXkb7FGeZ3EKmuO8KruyM3a3eN7UqxOa2ObjeJvKY8R4Y/JRV2xF7TAx7UUuA0DzXyp1LO58pG7cI3Dc5kLPUmeHrWGEfs+X56N/cdiA5L7ZwTVemur7y+uswytls0y3D/nIBS447PXFJypWo7DcwUaeV9EX0yAtTZ0X1O9jjBBI4cRJ9M+F/9pDWK+DjsVlZB8wYq6bx9S7wHnhD9kbvyPMjB31x1o4l88X0Yh4YAYoMVKvUbZHvevz5xxjkkwlMZNPblGGZZ0nq6zaxh/qD+i//c5N2dh+oXJjefASdvoM+B5rDob/hqBJQISni5d4C/hOrcMPE1fZr9l/Ln/Amix+xk9PGA4c3OlZ8TqOWEneS3tB4+G5bNA81Q6F08uS/rgr3XAles/lvAq4jxQOo0/fteCvdWSHYEfax57nBhw80/3nt/jWu60fBYMFAwUDBQMFAzMMJBpNN/Y8R7CoM6QrS3vnXZNuZffwfkzd5K/7/rM9Xx/UQcDv5oUM8kDePXbpTPoEemPoMsDNqL/9B/z3vsj7TX2W70v184vdbTnAn1AYQgV/UFXdc9BkahEIdpPNBuJmm1dQHQE/Qws+A9Dj3xMlA8iE2lMuafZtq52XQs6jN5rlDq1oY0nA7JdLVbXgybSKC9wp1EkEWOI0jJHW9TO9MWq6fYz6iUaLeG9UZGv8sT8o8x3IsGOnHzAJ70MH9VjRFkZSUZlK/NtYt9t7CfhnEqe1/wTGCBCG/g2FU0Dxn2X6eepg4MnwicVGTNrMbZs8MA02tIJFnd6tMY9BZ9dwc82RDdKWaKhzViIRAMfBGVPBejuVvrTaEAa4s5xlJvNcZTP+Q18GnWoge9pUZorAwBxsZa55XU+xZ8qeXn3gbWtyAesL+tmyXxepv/93fMF++u8vwf6VE4nPj3WYrbTNvs6/bt7DZ4Bw/KeFFfy05u87lqfwGWKqrrHSJr0UCnf7g3d7GsDiQMOc/Ow5+Q16/ZX7EENhFMJfpI1C96LysYmq8lj3ncvgCGMRQBrnSfJLW/uU09p16TukcdUH8LqGKqatFjue39yP+oB7/Nr+Ua6L7fu0ZuDad5TGB0HDNy3yE2MWtYb4SKeiYL3eeDtTvs65xq9JznQvI9yXjBQMFAwUDBQMFAwUDBQMPDlYmAbR/PlQvCVHE1GUCWSh+eimZA4S0Kz4QGqB2qHJ64K4oa8W4/6/4KhMNSthP0NLYnjjt6QCcUwoAhgzMXaNihLFAI4VAhUsDAdflM9Gv4VCMh/mRoAy00xX+ABwVS/xBp6+SaMCvlRyZ0VY+exGFkr0i+6nwDLr2DOzqinovS6MNieGYHvur8LY2nYK8LkgYkw913Nljo9OYveq764+Bn5X2FezJt17fFV0uJ12z0bXrjmSk0K7WnisxOVb3i+Vh9gFPBjwFHoMJ+/e8njiBISAhlackx3r4Hqe8BhWMDgHHd2oOKrRxhzUb/DHlUJax/jvgxBy7Q71vuIvQJOnavrxjA1QqKz6g1yrL1AXRT+RxTlPwNe4B3jL8NqHKEa7SJf2MH2I24QbqhwP2vfpCHK72NxFvceSnYY1676OQJRwpYhIECcNAougGTnPTGOTXi1WiOL5hm2l/uXckkqmC5f+uv4Hu1nfPwn+L/P+GPoubV94BpwP3sErjE0QXhhrmUFrFr2u8pZaXxpnF0XGFvhb09OrB7lf7f8PWu4qzLX/Y090RLi7rH275gzOcUVesXA7puVQGVPLxs/PSIKwS8QrnxI9wos5yXv/dUeNAfWHfKZJS9vrh+L63m30znPJPK9VS3e71HyeFOFclIwUDBQMFAwUDBwBQxI3+HF1WLUNlM2XKGjnU1UVDTQIH1EmVm9Jy81CFonX5XowhOux4tLZSEUgIpblR/Xe5/m/vlkvEjJscAgsEYZEOPveb8GnTXCT1SVgYg0naGMpSn20SSzIQ+famwmzUMezeZVPqFdGWE/0bPZqzDSC0rMytQxGNReqwTPAxTSYkZJwoByRXMGwXVC91Cu8DQDYaqr2og+KmSkSffsiwO9a4AovupOL/ORvj3QZv/P8EeubfOAOUN/hdJrf4v1X5mL25ew4iroPCLdS6BKGvk6hf2PkXDVYIhIiPR1fvW4fhsiT91pXgbjeL9fA+9bR4t7hP1qqiTpVow3Yv9urZwuuvKhhoP/P29fZKuTl3vNEEVu66YKzxDv18jhDS/J5969x9ANxspthZwAI9rgGfcyINeF03ufgmdtj+xhaJA78HXONwUbbR0UrYREQl/8GvWTIfXeudjmhopG348Ir6yCtW7W1zi2ufwuoeybHrzBcX9pZdx/Sa0L/2kaAQ4NdlLx+f4NnA6IStUg7wqZmBCXUjBQMFAwUDBQMFAwUDBQMPDnwoD0bim3hgGJXZUgoBnlW9O/geX/q/Bof4UFLldRNHTVW5y8hbIIwh7lm4KXmymyNiqgHV+fRhgDQiuZ/1aP0AGPOBUsMheRR6j+VxifB8AFIR80evIQEJar82AKU2QA9VxN+ZBqPFFlpCJ/lMIO84Exa5kGc/GIi7bCC4HQQqHcEoBrlvDANuQVnqh64ApL5GSS4WR99DRYkIOqVdlG7s8K78sa/MzDU18JBJRReh72/TdggFB8188i5FBQ4dqkWy/j2s9WYQ2hqJbVP4MfcpAi+KpPFoiMkMqcgV+FWi3embW5eJbfAscqpFd7zHFrLKHDQhwm15xcffM2u/Cn/CCziQVy7IdDGHCPOyfGdb0Jy2ausBrmrxL3zBuE7u1EJ82hM6fah8hd2I8I1AjoNo7vfPa3TzhF0Iiyuelfoq9XGBcPUZrFjGmfLOKpyZzCGn2jT5lZ82n19X1gJSderhdI0BKcf7TJx2pCwqaQE4a3/gGf5P2KNUDsk/tYVQY+YAkL9NlF9oshHGvy7i4HrPrD2ptw8VJj2wAAQABJREFUgNRLw+f5OxsP729XFEFfj+ePntbD0/yktTX3D/2lsXM7LlMuex4DOWNo497qhcHYkReLZ8OqrPoYUUE99hJr2gxYn3cvIqAFdpZJPDRapis0OaW41wmDP1QIY8jJVVcILGd71a4cOw5xh5B7Ub/Adzz7Fd66vlx3jQUjQIn7bAW7fURx3T3G+1A86f0U+dQ0QIm1sy9qjMfYsnwUDBQMFAwUDBQMHI+BEJbzRoI2qk0vQbQbXnK8u1bvoLXOpvfT2tX9X2xjd7U5ZJ/hBG4ivQR3tJOGAAhga1BIDxXRfzBETekm+O1axlTzIaGLSH9TG2aZ6CRNpdehtIG8CePvKfFehtZZEBWk1VOPaByJRzo0tz2d5p/ATY8BW4+SdVhCRwBjeGrGWuVKOz4DN1Be8CkaCVakrJB3aIJm2dHm0OVxL9TSgVJj5kuu7qKgg4YNokd6zDU7tqjelqqzEOKWiCrSVFjirncQ465fWn3L+9Ne+qDx2uEllu1F5gu+Uuer6iec6R1vupFh+EXVte8EHiMalX3MYfJ8/n0aI8GmZ3Inv0iEp0ZaUJpfupG9ApBT7dNOUt/+rfBe7Zv/gqYlz65051EFGJjREgVyPcDzgjMj9NRhFL5/zx/V/VhJBavPEhXoFc+VdfnBOqzeS2HQyzOoh1Zv4IWrishQ8EvJm3Wsf2P3vdwSEYTAWw98temEOrygVapPYzjmOC5r7D1YN6TQaZ6HBzkDLnmcEV9TG5rcVHHM8JR/nx4/BD/IAIAxIvywPxMvwR5Ckd8QWaGt3+A2IGe4vAoP18DpTcGypZ80vjsJ5TlG+mfIbFarirwAnMRTQX6bFE8DobO9Hyy3DZu8pyUeTT4DeXdE2qrmTyh94ffZY4O8aG36p5eAE4OW6zwwYrTyp2CgYKBgoGCgYKBgoGCgYOA6GFjRktfppbTdjgEo42DQguh9HIvb15B7GJ4V5gGr4qF+AFH87zBIv4axlIGVMT+Fwd8+bFyNMWEEYPYUIHQVYYLOsESuX2VcvVChxamYLHQ/5ff/gahAC/GR2drT9fE/0ZfMpkpQmKdFexcYnpBvYhQYZJmDUIg6Z7wuuweMT+7fmedfMBdbQLKP/cItuoS5U5SihfOAYKBtXuGiDAnMUnBHME/0wxcOarYo/Bb3UcyTd1YGL9Ziy+A2OaIIXwcz1pObqm7u0hsekjH3sc9NoQbMXG3u3bP/oHeU4IajFQEnF+bjuLCLQ/8qGHgNxhWva+fO33nJodISLlkHPVTIGWbIKbIPYRCwXn/edv3cNbS9jKAhqwhhV7/2/7P3Ju6SG1Wip5a8VYANBgO28VpVXrFZ+/V78+b9+W9mvvm+6W6g6QaMl6pyecEbYDBgqm5Kmt/vhCJTmTfXu/BmIKJKV0opFHHiREg6+2G9vQDusZhW2b8+3tUGuI+xxv2fAMPbQAozHuuRdoFj33wLgQrJvsfaGG/7gRB6HcYGhvo7pDQKZxvGbwjiGoHAwhPUOUjM7rZ2xKPq+568v7PZc4xDb1iFb/vhzm06Y4Zg72Zv09sd7pfZjwVDlU1jAC5Db+HZ0estMv8uEJAL1/U9CgFy29v3Yo0thCusP9a9Rgg9SliVr8vnYKw3acil0fNuqTrmmOc7ohxwLgnxcn33hxYUrs554zvgD2y8DwOu5f3x/ES/Kvq/zPpCsBahEn1/Hl9iedOe+O07Q5+/zbHh9EopGCgYKBgoGCgYuEQMoGjtofd7aAw/7X7xNha/e2vfvo31JidDGUBzGqH1eIPlsLOTKsvDFbpSKuM0DFIrwt1KswS9g9LjMotUlAaQA4ZbmlsK70EFOsTwxXWkpzEtBGFbxxv30YT72k/KEr1GMdiTVoyx77uL69KymZ6FZu2Y0wc9NKOAxfnd9OLuHqQkNTTEM3n2LPpM6HitI6VBV+ZtdyvparrPHKdugwrgJfZSlYPXGjQXSt+GkMYnMxStR8OyAV5obg1NI4xx8DuG/F7M7oYbJqdG/AdNGIrub0MPSv/6TInD8xdp8eCF6WMgJc79DqNYlYOxZoVvH6+ex0DkL/MA651JglnnlQbPD9jGO09J30TUqLn80uobxedjuQHT2LXRoLpOReY3GCkwRrvjms7remNfx5y0P/AEf3LKs9H15BiPuXV+zhaV0JosaMBy0j7HnlRN8OnLeeTo0HfG2ea3noke8FyNEMbDn+kvz930FufuhHWPMr9JObBjLqdVLvs45sF12GFAjmymJky68gHfh3Et4SNWav0lMIeR+YzoD8o2rgBPZ4aX+4C3D2N1DSW699ALyz8lHMZ8NifIEX4A3I9iqAC2L3v5nwGsnCgYKBgoGCgYKBgoGCgYKBjYhoHNlPi22uX8URgIOhy2QWXYSfXPEPA3oYuxApZ47/G07H4OQX8by3Y93ZwKLb3t4hKmJZhzlFK010ugD4ThqW8By8NYJWuZCUNDbtMGhmLQ2xOPu9Trkt0SkvMWu3coCQzyIKEIbHvy/xIWWAYgPHyxIE3MPp531a+AAytwPKFleFQCh3cujIR4dMvlUAbCsVvXcHgn7SvAgqU/zIjhcrVeTQIoRg1+aqxWq+Ye135N/1jKT/rL/R61pwHbN1dWXT1Pe08xEi2al62kORdPSdFmv/P+HcRb7wITHhkyz2Dl4CJDZp9sYrAj1HXTvwbzRYjc0fpcv4taJSl1+kX7rAVxBZM5DAgnh3vM1+e0cETftBvrnXWsUn3ekiOsfoY1rlXyddoXz67sNJ+bx+R6VMDH+MmTl7pPCtSMt51z75hUeg/fqq7Xr9AOxgbRI4fApTV1Lh5Pf8d5vQbMv1zfAUmfgCc9oBXkyXCnebIdy+qaTOcM9d3UeN6ExzNwICzLcAtH3Gu/W7wIVLgqGO7qX3EfIeFVxm8pCR6FhLTrmkJYGDmmCQXmb/tNc5yPlw2lZ0kGPTHp6YpjZL1F3l0EmYSB9jkMIRh4XZblfX3rylV4+hx7jUpYXQCmT7IzvVJW2hivOZmeH6+Fwpf1V4P/8JLSu2bEt23luXd9dS24nX2V9aUAixP8TUY0qe3wBBbP3r9p4w4NQ/L8KNCrCaM3Y0tK7yXeEi6FIBVxX0rBQMFAwUDBQMHAQRiIj4YKjgc4mBH5Z8AbTnojl8l3bvW7nCsctveb38Fv1NAhpjoJYmDTrfExlRp08wvqd5LoK6SAMQ2I9mM9xmDL7+OmRs5zTqoSxZP9rtAEZ9vK312/6JrSVREC9V1oZL1YoUw8dYEi9gfTdEAQDeSPNUR14OGANqVn02ZllW5GriEML/soGjKC1/OUjjDSHeiZtyjyCR0sHWtbMd4DBx28B/iNPbRNN6gAfi/m16hPHVFmwkt2BUbhzTCLdbdcMq0kRai3IXQm3pq5dq51yD7Tznmf6DNT32AIzdpbKdPnItNxucJi/SSlknljVZq3wOf6dWWfpwRcDKzBMzR4MxsxNHqNUSLwycOkkvdRwUorW0xVeJVDGwNXT2j2y1AaZrylPWuPwdakzdGIOt4p4Mm+zy6V4L5QwrG24IN7jNFrvKZNn6Jy2vDlkfPW9sbNkZ2npP5HHpgGmob3nWHI4W714k+50QUyrbFEU8uTglOMRJr+KXhQ0jVxXe/3NBYJ78sgvm0zbc5Z62IBdz3rTy/q5TPA4TjX4mPAIEZZTj08wXnerZy7/PejfaYS7z/g85/vlaG+B7jy5vLQGO1kVMhbawBcETHACGvA6CUN76+0TBeY8KikFofIlIyEkN7v8rTi7Dmukz9Zg+H8/CwGcKVQlsYLBgoGCgYKBgoGCgYKBgoGJhhI1PfkRDm8PAwkAh7lYotlcvUaZC8MDUS5ipWqJpyZoYbJc9p0o7V4eElKIF9CCeJcy16VjoSRpf8qFDWyUDA/cAgys3X7G1iyn3ESBUj0f162eQPMwBDhlmXKe8IQhyAjhcYKximYfZgGmNf57P8EFkOojUxLKCfHNheM/rIPhzflP5ZXJkfc17eyT8/Bc7wALDC8wdiKb5Wr4oJCX4YbnpOLuetUAMkQWs7PQCXRgQp9lc+vMfZnaU/Byeai0M3Q0/P5bWDQktty5OM5MtMqdoeZHh3fwHIY5bPev4478pPlsaUeepV20Q/KV5R//fAuuV8/Zi0w9rG9VPOwv66tJNzD65l1X7co6Rj9vrEoaNH7tOG56Ia3mB6Uf6Nlep7rxbRsAaXj2dLbvSWsWY1nqIKNg71/WQjyo4YpO63+BTxgxWzO5DgJLjaswTymULiHp/E38f69AXTJGzbnYwrl7xaY82mFOXalILFq3mVt6yHkOtixBkGIBgYVHrBtg4HHDK+fHF49N7x3b/tpfC052AaU//P+TebQ/hVmjkYIjn+CA+dCxr5pb+A1/zj1VADn9Truo/7Y/iY4sgBA4QHvRHHfD+Rert4GD39BCKRQY2zLtUh76b2BkUG8qzSqwEvA5eXzM4FvU3dnzi0eBWYIw4P25B3mwLDreRxn7ignCgYKBgoGCgYKBo7DQPpIQZdoHsV3LiJcLD5AG9ra8d3cUNtT0iGW3nCl7aN8D0m9kb+fcWXtuxYwxYX4U6sYJNdkVf+O3xAjl14YL4qKmVE7WvPtrsGztT/qxdC+gCR9B/oOmmRBW2y96YALNOq3nv/tCbRyeB1qrDjeupOeWM5PImPmKGZU7GtIq/LXciQvtxiTxCCe4gIGDVsRzjuMR4+iS7h3LMFvGlEoQnz/ib2wO7+B1HGfj8ebtuwEQUO/gWhGHYaOh8/h2QYTHJwXlA4jYCJihYfy1DDi7G0bzwRd2GhsS35i+GxLD7+Tjfk23rTnZFoGKtuciS/gZT7g+VVBKMDO7RLHm5sauVmUwFXnHOplrmGoz8Fh+N7cbjqbl6lK31bvacKQ19CxEcko1spoAEBF13Re17Gu/A0NfQK/0tTQ0f6+9Lzk4ikpKusw6CaqkO8Wxm7aoW1FOOcYYwzwcQM4S3wzJy+tJNzn96XNDsHnfMqeUOnxbwpfnisMYuBRZxg2a2S8+m69NOA2NuQTN2DEMe/f5Tq8qfKRzD+5xyC2msEvDc+zIWeK9Qncuc7GVi/3pPpm+aiaFE569afnW6MnnpWBCHAzDML1OFcJ7Po/6n12ubCW1goGCgYKBgoGCgYKBgoG/lExMKVy/1FxcKnjzoxW7CGB54a96fB8NddOhBiDICbU8NAS5ncgXA45L4kRBQwyGW4XLXlK3bNhddz2L8VW4wmbQonJ7ZH/t/kI+N5C4fIBDOR9GF2UpSOXmK2MLwQN3eh9W3cvkkv1JfrSAhpGZSyRR4feh07G9d3gVXLOWxnSYOpz5WP3MplwJH33LRRJP4IB1/oUfKg4CsZd/KCc57gJRRd5ZweFS38GjsuYBwFO+XdnMGXD/JHoz7OrRZyrpL4PJt5AYX0nBFxCV/UoII9mkmS64a+wUL5e/xDcmgsOYVuE84MZR3iTrbvNyaaSMhRerAeNEgw9rBWvatxj10AoW503rMvbHq9jcpiFZ2gMRqgWB/6IEnIA7rEo2Bu6d+gZRRx/5V3zlmps/5uWLe135BvqbwA7nqkLIYP9pr7TGp/CkfBvy3qd990HrBNyciNQaTbgP3AS7aY2G9ZTgK+yeADX91/F0h/BayhDx7lNU7IAPkPjfipE0Ge7rt8FZ/eA3yCJiiIoIiHWwYio3BJrXIv0rn+iauff5z7Dy7u+95cpHsw517LkVX5WKIAHrMxl0Bc4FQr7X1uLhnJshpt0hpBGRXTUyXUzrI5yQ4m2fM6sh3ij18KdZxDv5xpPGud/IbzL/brXuAEhTDy7hPmuECikZ3oU1HHJOcpl1xrO9cL4AOHtvLsNHHh5xP1b4B4b3tVu7rvsCwYKBgoGCgYKBhIG/J7zzWtRIkWkEz80Z7+r58VWEriP3y1CgqqkiPCu+VMc39G179r4bVUh00J/mMe2h/7yExufQa9Pt/MCx301BEU9kBqjvxFpOqL9A9ob7L8Hbx1GaSpoVMg1phqRfrhIERdpa+DThvkLga/cYqYP8u+z+9S/hrMtBrR9RQ7M+jZ8B8pCc2AueI2zd+4+k3EuLYfRavcc4zd9y5J32n2/V8Gu+GFrSEXSQjfVDVFlTv3tXB9GJ2b8pP5UNGqYSY7pDs9RaHzpsEzrprqp5iF/M+0baVeIvDO0Rl8iz+54cyjoFnOcz+aLI47iJ3yN/E0PDWrql07DQHkd+erzF+GzV41zm/pPhDF+HSUwBtvBnGLwuAuH+ZmhBZX3bXOD9auh5MTwYTG288EY+KONMB4Gb339NsDCR2OAEJBH+5ufEYcQaXrwMG+bp6kPXEQGu9zCeuUZSLTyKbztGzQPrw9GUknrc9mn2E5K84FIaQOetnXktTU0uyVmI63r+H2RP7bo+uA5CXd7eD/kMVX9caQ9alg7KZXN9C2lJzI4wju5IadtUrJeBIbD7pXfkQVsjdCAgY652iM9VCitbQNuHTwraxnwAO6HbzMs51IDiIzrw/o6b63Ep/PMEUGir+/Qv3wUMgVC9yMQQPbD+2b+LNtTwJrWme8lEH7eLst9BQMFAwUDBQMFAwUDBQMFA+fAgBR1KZeFgQVDB4sDw603Yg9B3tb/DOPwkOQ4PaFww+u2b1AAk29LT9HLKYl5WrQFRR65bLCkvdb/V6xWsUAm1HSEWAoLdS2aDacG0xjKPz39LsYwL/uG6Yj+gYGwXNeqHzBymZKvUEXGHKbVI5iauvkQnvhfOfiUDWYhcLRo6XwHciMwRz1KuaZ/urpWv0arWqtPPQcSY9SifK+xqO2wrB16wv7mEG7n6dn5jzXg/Dsf36iuDf8DBgjGP8aW+lw0Pa4Xw2EPhLV78ODDUIKp/ErlGIEPdwQXpvdBEhz1D26C46cYk0IHCzApmIg9deKYnwqHFCD05J8d3uTyJAfqCKN37y+E/1URahhimORahehoUJDuXR+/Z1135P1iHob+j6xAFdBasWsYsbamUyNb/yoQGbrvVF9qX0ZAiBcu44ptIXDYcmuMH8UizOtpPA88GwGX9ZWU7HpGQ1VJHfLRDk8ydr2PkwfwAr9buvV0nmkWK10RFr5+HSU0gsToF0Y5KixqrbYEfnx/DJ1h754nkoBr/NgijsdCjrN5hweQeXhl0kOAuXnsvkf0ZmiHF5lnlO7UTQK9yZrN6yu3v3Hv2JJgfEBA2ROCvUIRH30rPDgzd/QbuFHAbQg7wyOy5lyneePMoSXeQQhJ7t/HGCbwbp+lFAwUDBQMFAwUDFwiBvgeqvyQxhzwJBzwyozv/KV1kek7G8SoqjPyC8q6aH/zd3y1a72TP0ZY/wGnpdUmtMFqxXP+Unmo0RiRYTTQE7Kg1fc1J+zSCUTnIFdn02KsCn2WjUX33b39+jg+aReiqJzUz9G+YZfX6NTtDSSaI66Luz+SB/gONKAKOOmni+KvZhYfqa4ROjXa49fxJdNX0LfgrjY8q3Rx4PP41mJNoGidAdMJnpAssLW2jhnzuCZV1BLtZsAIWO9Gae/mKL4jj0NF95MBWx2hlx37JZTAFzRxc4cITfBJKOTSKA8ba81auN4+BmyPg3VS48QTeUmwObzgc6DdhzsYm6tgBZ+h+Nv/DGuQfY2cthVygqqHb9ul1D4alc7viKNIaQSvj5eyz248GxvnmPqgxlzhwbtixBLoyuvVZ+rCz1UeCB2NMIiz3hDujR7KKvzlJ3xOJmOIuqrWv15db3hXoHBNsOX2rnhPWPm+/hAelfczMpvx6Rk7BS8o8JXznLDODAO9VuGKgRubx3C614gIg1rzti+/I8IHXOTCvtw19rcZVumlYKBgoGCgYKBgoGCgYODvBQNQZaVcFgYSW2iYUkLRwqufIuRohh/D+MFYmR8Ui8eGXEKnzb9i7aySR0FBKiknjkpbBAkwmAMmum7LIjPHpjIqM0ErjNB4nVpaZHcw5nPCsjbdd2EIvsOtKl8tKmAfYPVrKCvC/WoxjDW97GjKGaPttMzPuHnLkUVF9xzNygM8Qc093HY/pPHMXNI+TV/Dov96L6NvCOpf0kMS6oQSj/uFJ2AKaIBogorQc8q7WWFDURQzn81pkbBD1Q9pQaYjKYm0Khc/bikMFYIRmKquRvHZfpbGvaHNQ06FMomKHX3MYcCGCgVshzKyexheTKZX63vnKc16At/f5oX7FKb3M+aGUF5xwQF77bhieLEOhW+n8rV6jH4fpjl9O1L4qrAmNreVim82mfEWxjLWQ/sma+HDOKeXgMXVsKtkXKa9NWGQuxvM8Q2O9Xr2fscxjmWyZhejYyLNH9Sf/Iyoy/+WcLBmvT+d8+W884z4OLCFRTvP2DXCTNV4AAxdMjZI48hjSOsoGUH4nI7rivtrmP2+uYsxwv+MMFY+A6lPvVZ4mMdnzn7S5v0KDYDdsMuMteleYhyELrMOXdrPYoxgIJd8LuNWFXJShKOAr1iHWHq3WYDjc2iJQXuc707j1pr6pMEbI8J+4QEBvoXPtei2LOJguVlnTt4vYeV/rE9zxHXXfsJ4DP1s+5qQcHWcs+n6PsXjond9xTobczwHbK5xG+QdZsNRMv7zb/biZrzu+8C8VhXW7U3r+kvvRfGTcJTgFgURpj6Eq4wZA4tk3AAGgWfTluZq0u/ikDYZl20OCB97Q/KzBjN+z+JvcWMcbG93tV75VTBQMFAwUDBQMCAGjDgTn3vyiUZeUenCC5X0bYxvO9+zoFv8andD9eWGcLgqKaD//Jansvgob+iVb3CDUlpFIQqb9C2ctO8dIy2w4ea9p4L2jo8+3pPzJ2kLmnxJJGy4P9FP0rTBW7XQ9dDJQ6WR2kXxJsbSGKWo9IYc8E6ueqKZHBBFJdEimYegrcA9UZXqT2hHI0zxbMt7inRP3qKq+B4LuHH+9Jqu4eWOKcnbWvomzbfrourxoD65C51Deg0oTTGwLNN5np53DGkL3kW6FIV5Pf9a1cwfA28oNJ2fxbKy7u6SaSdp54ABA1iV+Rri1iefwD/dhxeSBqUtaPQmNmrmY7i6xXE+xx4mhjbI49wTnheDTNdMLLfd4Jy5uoRvHMsIX4WCv4rULPAqYbzh8s14W2uGOU1GpMIkHPytMXqYYyzJb0een8i1O/f+PAOfdKw0M2mMKlLX1HrLU4zslNapx2lzntwSb4CcoifOkIq5OTICWlEmcRkl9Zd5qJjlNKftx/wwhHHmDxK/kOjttO7knfS0bXgWzekMQxKQ7aPJj4V7mupFo3QjgRnCPQxRweEAojKubVt+sWbtGV2rGp4BPiMQ8Q77GxVxWhE9ricMfh/zJH5F1rgGgc+oTJVK89hfP9f6P+9w0pryTYMS/eQO8+YznGCLSGM4A5w032YdwC9yRScJAD1vd+W+goGCgYKBgoGCgYKBgoGCgXNgQOqslEvFgMwwG96uTXUD79MXoHHxzFMJiFb4AflV/9r/kjyrEscqSC+1cxqD+QumAKv27olq1uN9ixdy1eOVKAwR5gnmv30PBfUb8FafomzC4jXukQG8QAlBhoIFyXqYEaw9Z+2LHJn3hXMQ/BHWK8YM8d98Wt2fa7UMw4Ay+HJKWtJaEKsIbKuX8Ww19LQW8FqkTvrRypjfp9WvgO91GECEcuLvvCWHNAo8PERY3ldhgvQGnT5mq8eq0QatZWd36P8z5kHkOA/so50jFogMK6GzZFCb+fOkBWLdYQnfRXP0m6d3hWlU6SVeEBy0b7D/Q3TLAWUKazqz768hxmfNi7DJLzKu7Hm8464IHWywY+DQC5yQ6OIgmN3FbZvgcJ5Ya+LIonEFYblO2qf4odLb/Mte2HSv5y3ey8a9YQzQY+Xfg4eYg6gw/tnWhh3g6c+/mnBlJ/V3wTmKZ2A6YtYCBr2eKxTQ/YAFfzD0tB1IsKVxjCM0seNaGt+j1fXZTeRkCgiP6zW3q3i1bhHKzO7RJ8JfxrMIvxyLJi8ce064GFjXfXeL+qxvBGTRdaxXYM1zEoBuw53g6tGCgI9cbZFbrUWw25M7Kiu/F/dPxq9XMs/zjHzmLbmtBz09cheLdR037vmT2zSs4Rc8Jp8CiQYRpRQMFAwUDBQMFAxcAQbGb9QAvTWoTFJxc+xnew9Y0vI1tO3QG5XEXJp+ZzOttLszc3UamahX2YUiU5PUyyq2FIpcU490z8R3/Li2MbhDiTnv34MqMWWN47qMkhRyFfSqiukhwi0fQwkkWkK6pTX3JYo4FXKpZDrjHHBK6xBKulExTSqbTHsd3FIQRstxDER4edAR6QhaM9F4y2sHtzlWHOBdVc7Vc5VN4zysGW0e3Cbj9BmoIWiNAFQRjSiNlfEfWWJ9GTabULMaXavsvHAZ4ZORqmfvhxJuY0SnMx2t4ZfUMPIJaWyXAdjY4QifCvoaOrYmxHxjxKm1+V+Cx5oMWl2+j7mbEwL69FmOmQRDq19qWa7/oZtXD05/A1jweRvfK7muz6MbRgYYb9d45y/W/gpvcQmAukCCz1LJzPtleL+a12/SMBEGgq+ZzCF4NtTygAd8Tajxfq5HqzzuJc7lviEZKQvZTUUEiRT6O+NMjHrsc4nxt+8LvgF/0+LcoBAfMN64X/878OCl7Es/F5T6s9njPOukJkBGxkcgXyn7goGCgYKBgoGCgYKBgoGCgb8RBibU7d+ox7/jbiR29ViTedF69aR7hSMYPkNmIbBoYc4GFI1VJQMksS51PE5BMGRLYp4LxxcJ6mCQaBNCvJmjiOvNSfoobdmPFqxUwdP1QfVzYLkH+6cgRetrL9B/3O+PVGTMDxJQBaUvQZ+IehmlZn6LYb4A30xYNRjSPhSwtgtjD5NgyCoVnzPD/coseCnwkmBd4CbOH/LH+ygyF4TDbfpXGA75oGDkwvsAmILhtQpmxuZ5NezzgAI4GGcsVpPHqI2cowTuQBhKTa2DaxSSFZb7wexwlJkhFXehvNN63LBO1fuMHs9XvG/DEtllEWvD/TGFhrF87wkJPBteY2zkNRPXlLBUj3ZX20tW4grWVMTfZYWcXwCghXRbf5s2nmWsWm/zLMSkuq43rW3GTx0tr/XCHoa7GCMQ5m8Ecfe6c64dEIp9j8xN1t/k5/OM5SHwq6Lf0NKsojApH9cGZ5ftCpPnXbM+m3hAhzHEcq7SdS5vLKM3OcYV5sKtCTsduas21t10MuEkPLHb31dd8yug+RMbgpywzNdDZhSujZKsGE8aMLBe4/l9gvE9T+N4PDR4Ma89v5t6jXOjcMg1qeBy0AO9wggihIPizrXkc+oGDPHspPmqW36Ta/kERf9gjvPG58tWt81z9Lj5T8CBBzxePX1/jzq8C86MwTlyS/A0Wrd3z/IbQV/cz2Hec3hoSaEG/0r1z6p2RkQGFMHnaefQ/kq9goGCgYKBgoF/ZAz4HeP7iqFTPyQFcHyz/eb5DYvvWP7euT+8+AkOGpPvdU0O4KZ9BGUp9KDfTts/wOOqjehAnwAbYUZNBeEnPb69GSZ/H1AWY1mri8FWRTocIwMNfL+TB+VanfWftFVD07cYF0qfmavT/JLSdUtabv2mw37TwlgRqgvaucVwsUJRl8KU4rUprXVACToK+ksP0Y4cylXQUYG8A+5erwJMQW9hxAh8NcqcGcZ20nuheMyMxPptG38HYRbrQgVXpB3S0FUFYVDOG2/acDKPhTnQWBOescEAryIFiMpgzwYdfaRSJ7dqhzW0X4cCrurJA5w9K2NRT2utgTZdZ8xVBz9VV99iub8EPWn4c+49Cl+r7U971kO5r+4xbgx2g2eYXp3cl2Ea6ece+rqLtfok+NJr2jXHc0ArFy1TCGr46CHyUJOnOPj6vLbXe3F9pTXWaIDbPZqiCElfh4G49433nqHF19s67Lc8hiGBw7uW52MWEajo5czzlUbU1LzDGoxpSelTzZ8BXmC7spIMjjUoqTV+qd9majCIZeyBCWEUXxTfQwAGnh9hBp9lvfk+s8KIr6h1dX/0Jq/Jg17Vv07GJq7vXADNfNOmvWqqp1mhGAExhmX0h1zxKvfID0LWQzQpviEzPKkjZzYQGa1qIG/4rLkBAGk+z87/VcJW2i4YKBgoGCgYKBgoGCgYKBj421Ct/zB4ViChJ2IL4Yv3LUqhihxcEVYJBU8zu42z3C85LxmfFFQpDNYlIQgmRSvgBmZpRq6t6+0thECPkvt3RrjX5AEr894PMDh4e9bdXwlbKyG+ZEQXyskRpPXfWyENDZDMUFKKNe1DeP/ihVp9h5FiFWqc1wkzqTW6CuimeY/zOeStrV9kSdoHvBq9Nu3j1ZdOXqaPFAYJv1QuGLoJpZq9IMBosaLtUf5WNR4F4C08GacMVdQ88A9MoCGB9f6uKpT/9UvVyQkKWMLs6oErHkcd3tig49TqWOWnVvlvgovfAdf6+M9wyNsBEr8oQuteYRFhkPH+MA919JvbjTp5LmDK8TAw//Bp/R+sC71fZXq5fjAerKvikbGrkKxfRVCHoAPGWI/rfevHvvSGmde3w/I6eXa4hvMwd8EiroUUcQx4ruonGAseHIYIHuFfCFcnay/DJF7sp0bQ2Ve3aeNfOcaDY7w3Go9jYdhQaBOfDwRNTyEU+i4M94w2ZIB3wZzaiRr0n/oyasDvye30JnOAB7ZKeNvgPZKeh7U14bXYCL+HR0GPRbWK/oQyMEq7edsAdTo1wpgwSOB5Qp+FQQa4MB9zwp8tjhMR9YU3XWqxzD9pnmHMDzP79BkgOqppWYN7eonjLJcbeCd1PUYQnYLddY+owBS13avsV/jyNUb7NKdU9K81etRP17qCUATxrZ7PyfjBNZO3o5orlQsGCgYKBgoGCgY2YSB/8Py+hDEkSoa+w+hNOmT927mpgcPPhaeaxoDwAca1SK3T0cJIdFtbeL5poAo9UPVTWiZ/h7fdt/+83+o5JMFAipKTEwwkSY0ThnoqpqUv8ratKcFvvoDE/YgISn9e0A/bqh9z3tEZdvYa0VQq0nhIU8Z2EH2RsBtYRoF02r8DoMAZAJylgTJttot2kerSo0/6siZH68nsafYmcpHOOwioNPwg/hN8Ki1rFNQ1fEaku9iprPWedF9qaPJ3nC8VrSekXIH4TXXDwOAI2KZNOrfQftVg+HHTAfl7UmHb4XTN0LUGBXXz9UgFAzMCrqQXzwfTtEth0TteOnWARneut8I3hYlGgqOS76y/VbWs+6G95t1cSUqwaT/nPRaWFML40+q0+5BmpOFTWeU7x5OBEkcB/4cB52yGxygRuwJfwm/J+/Trwn+Dp+P5mPcf0u99MHB2feVnw/cESaKQmZA7efYUg4PPuvg0bhlDgiPmGLnAQBSmiEalEjjDGHPqe8p3ommTkPHMvgnf8C3Sfcm/HbJYt3R/xGlRMMCnPMBYd+h9TsyFntZiyDDAqjKfGe+LiveZCmEOgO+ITs5dFTyGYQl7eMhTYOw1IgI3zt2phsIY/TSkLKoq5GI8E1c3p+ceRLmxYKBgoGCgYKBgoGCgYODvGgNnudO/6+Fe8eCCYYLSJSzW0KEI0/sXpVgIdwxdVv2Mc+9DjmulHGqTJUAq6Kbb8srBR41UPsrfobkG+0eI1JMbENhJMdSgmDTXb00O4mr2C/p/FyYGBXAwzNwnE8+mhatbzqd5cOdRUYYbRg3Gra5uoiC6hXIKbz0FA4zN/J3hsYfC15yb3cl/wgx/Qn/cHJ4BKG4VeHDCvdtRBfzLhin0aiqU34SJ7bQ6ZYx0EJsoarFKPcGDYFa/jyAOZXjkQ/bOZHHPwblKDYcbDDU5qOoeT9Tqq8GGx7Q4RopesrmkPGtY8zZvgHrCP8Moad+b5oCjQEyuvX8v7gfzHqOMrIbHYWQRAI79xt0Lhl6GF+FS5HnTE/sD9LWuS0P/pmteT9u+fhE0yBQH5gk3OH+J2+g75o42FuPmNMd5s9Wk5HWcKmAxBGhgvHkuFoLABbzWXi2JWXdNgU/76B5jPI4Z4Z2/YS41hEgGEbmvcdwjTN4rDC1CsYH+65octPa/GLv1t5ckXDLk1nOA/Rx9E2I9C8OijeVc53Hnva3m8Tc8H/P+A+BH6MqzkXDJLsa/nIcQOtGu/+YtgafJp1QPL7C+v8K90eJivlN+47Tm6Ykml7Ck8eX+ve8B/b9DOx9TU3GZm4Jg59Y5HGFAOMIlBA8PI7R+nvu+wfNlCDTb3o0rKpwpdUwi7yTDmZl7Gs8Uc1uZp3o5B/k2nm2HgUCj7sA1YeEUrF1EsBGhMmPtkvdrruKbXhlrPK8YrITRSu6+7AsGCgYKBgoGCgbOjQE+MHzrJT80POrbt/ig4U3o5y6KV6B540O3/s0eqxyw06hUOqOrCaFao6SAro0+6Wc9Gspqc9zHjYZZbkxFQVqW+EbHt338vgctsHpX/JrC7PGCbsh1Ew2hR1oHDTw08gjAFkZuXhMJu/sIcgEFg9F6KpSYA8Z6Uh7nLomgSLdLl8srQLPXeCgn+vW41gM+DH0rjVpRYqYcsOOY6GVK+52BeYK/UBjS9bzlXuhJ6a2qJnxwqzHrcTBN+3EuB5Ra9/vbtGPUpSVs6djfebOfaV/5NwatGFvOgatrwFUFzU2EJ9dXzVwGD8rxeYr8T4VhsBFZNMrLtHu0lddT3m/oQPzCPQEHfE/gzPzEaQwXoRNzV0EbkyKmR8FayzuDK0HeWuR7M47hbzVGrllfRgcTtykd0xTHW1s66EIoVOs/Qz9/zJYUlXncQdOKnxFen8FQsnKu4+IATG39HSh+jWfzXLsWnNnLKWFSIU5IM9PDa0TEnUnzzp8lwyzuavhZc9r2pNTyXeGzcZUltU4e6uoOPaXUWIlPAyvBG2MsC5ynev62KKfhv1S08mRRH+h2rYdLANz5M0pY1RIxi+ekwXjWfqMAl7jr4Xv1Tp4NGMCDt4RXkZvn9RIA2dBE9EM3GjRdQwHcNG8BzzjPUZ81F2G18eomOltH1CpGs6GlcqpgoGCgYKBgoGCgYKBgoGDgqjBwtdT0VUH9/8V2ocwHhBPzGd623U0o8VfxaCSUGEKFYMzadzn/C36jaICxsFweMzNOo8IVGE298qr+RzDBKMWwTq3DOxKFM4qulpDLNYqmulPZd3b6M6OY93tRLTMyFpmgXit1BQLdf0EJTvhlRqvQR2WbOXXMr9rUCG9OblMbYYkMfyiWZrmZc+/lvbR4HXoYjO4Fxj+GmMvjDDiAJYRwhGrDE7qZaS2NEirXOadVtn3LVPfkYh3qJxn1s/SvB26yXJY5SoxYssyOEHYqvFD8zav/ZC44H+G3jh1+msNg/GD7OseOR6qe5x1zIUZWi7/TFgxtgwL6mowangHOQ3CYXHdeJ3O72sbqL0Ncd+R10xO2rp5hPr8a7DANpJ628XjRPmG4qw/Dsj485ePcEsbVns7+ctxy3e3wIxTft+jP3L+oSDF8SHmGNreV5kIBAwIJvA46wgou+heGvJ3tMp0BTwpaB0Jdn7S3WFNfBw49blzH3p9vPPuMeSWtBxTQrD0FXvP+LqhH4BACkjxvwj4psUadIzw5CO3YoniuG3JcY/DQh4d9EjgFTsbblutu0k4cJrwkz3cEMoS20/s5ALefGL/CGmDJMIFnvavrAeFC9SpzRg5eBdbWjbJ5rOPFszv6SbmfUcDWvwmUpRXj0zSW3Db76AXh7En1fcat9Xh6j+aqx+9tc06+ql8zDltP4zZXeS4phFoeXz5b9gUDBQMFAwUDBQPHYCATBX5n+PZpgNeiaA0jpLGd+PTlese0PanrtxJ6oMcITi+1GnqcjthoN39PJ9XzYZh+oTyo5hqnEo0G5UJ8j70nb7nyOfb5q47PMzyK44dWxYs0GWhK8xwybgzEoJvr9jcoGMgVu/hWH0l7rMDP+ASOsffwa1VFyhyVOjtwtXL7yg/nlHQSRLWJMLKZrpjUSbRnOrGdPsvXmUeNeDEu7Do9NIFx0tbRh4YJ1vAVD+pdayHzCJvbh89hqvQy18i1IcpTBT0W6WamxOfmm3ecBXcYHXR6UEOTJ4Xbluqb1iP0ZPBgPFsaRTbwv3XQ41vaOPq0dKFe2BiLmjYE2nHvqhvhzPPcYzQ5J+euXvAXQtUm2OMBM9USCswBL+/gLVw/myqncxo5auwtLV/rmYnMIvEwjvWyi+8RDCPaD7BJMeIVecbXVnPGiXtlB74r6tZ1/wRzy7tpp9f6ReGFHwRZA+++kA2MkZDA0Niws502PfPnRCKq4Hd7+N30AhmrXdVufB/pid6g6K+bd9kjP4l3oG8F32N4/ZJybMAwo6pv8YwCo+90xxC4cw6se0UleFS64NtmOO0q8hX/gbXu+93Cszk8SXS4G8nOKcsb0sXyt2CgYKBgoGCgYKBgoGCgYOCKMbCXf7ni/v9umg/hibluybvazn4AcfsECmBCDkP4DjA8p/1PGOvvsMqkZuYnHL0E80g0nwcZMkp50zJ1rvK3Jvfw8BKenQ+xybISopdQPDUelqf9T0PZpnX/EHmJxv4vAEMMY2Qyk4feraqdvxJWxTnHV2bswlq1+Q1w/QQGlbDYWNWuL8LsmZmsab26XmOCqZGZifbFBWNuyAM761/kx0P0YSji0auWXzI/Knt6PQjw/m1g5iPv7GJOjmOOlha/Mo54XpM/rMa6tccLeIARA6AlsMGoJcW74Zs6vMH75nXm5XeTMU7HOj1eNnP2KCF/qL5UnfQ/gClEIBOLDCbePkcciemwiLd6WDObk+k9Il//BHgJ/xwMZGrrbB8bzkS7eqzAcOoV2n+PjRDM4UlhfT0CmL0JCqKVRRfApvK1+iUCgbvUy0zihr62nNLuuhvA+Zycx+SFVVi2KDK+G9d1wqvqR8POmTerbu+G5fLi3g0HeSzpbgbFuGuU/S3e9goMU0kCF1fRJsFLtMG18D4l/GMVOe3wKGjv0BbCkYB5gaCxzelOqBGKkHu37V/i4cY6vsPLfpG769D1G6MXe6DoXeB/h+NT2gSj45y5B8DoXNXvwHvE56xBcFt3N4ABpfd4PSrRAlfT4b6/NKSffzX8hXfBHVbe+4xKsbARAM624Tzr1a3Su+lvcKxA+6IFg5kIl/c+4+cdGWE5xd/Z/i/aU7m/YKBgoGCgYOAfFQN+v6SVNILE8Ev6u/uc7475RDECS59Zfo/4kbZyk37J20GoW/t2RT5blAAY6CU6OEXYSVFmRro4R5qh7/RVtg1C8fZ/5Es4ock20lJbgMow5z0txdCkb6CLpVmG+6+Bi2/TgOFxoQWtEThaG8Oki7hCCN6hvQfdTC7boGM5ewxsk/amhyo0ux5YiCRThbettHOemGnNLcfAgHoD+uW3/CUHJoaui/un87rl9tXTjjThISDQQ3O4xTl4ilxGuj7/PGRvtJ2q+gAq637oiw65J9VJsOT6RpQaxHn3NWjBlxmndLfGrqv1cv1D90alqpo3oTNRAHvT+rz6e7qtNAz1CBx9XP86tOwz4Ewv5eU0rFQ/9gfrI/AWtLqRqzRAPJTetibPPkrpE4w2VQD3Ee3n8Pv3gyv1DE9HaqW6eT8Zk3KTdHzo2calnI7hBuPZgR8GZ0aO6slPrLdtMuq0N3GdF+7+3g+pIY/R1xhdt7fh0XP4++mdS3ykrjE4BWczPW1d+8HPHvFMTpvec6z3eoMxTht9oKTuiZbW8Q4QJPiiFJlobMSIZYbXHzCC5dkU1jA43tPHhS7HumZWWDdN9WfeL28E327aHMtyqngWOz2ncQBASe0zGaH2/c44+bZzFWXarrx8h0Fx/TZ4+xTk8Nv3lc4I5JyuMRbXeFqcBW8J/pbwXwVwpc2CgYKBgoGCgYKBgoGCgYIBMXBFlOA/EHK1bGSTkJ3DbM7aV6trLQrYFi9Yeaf2j4Ra+jkhg34NI4pw4YpQ3pPj11w0DTmZrtU/gh/HkhfOL1uvajXaD++jACYvC9bBAJxggWg/RsZxdmblLuWQUB9qeY3X7TUUgU2DFT0MbyhuvGo1+tKrQGXPUN9mM8fOZShyaIaWVXDa/0n9Mq0+yTmFEqtFOBTSVM3vwc/7CHxUviqAy3WXDOjqnVt+jUIY++5QUFXzG8zyi7SHV2YwXPk++uRM4Arc621r7t+uepvT9G070dYx/cs1yaRnwcuj1bXmVTxhwb343iqMcc7pkzB1Q/MOuVffADaFkaxly5SRS2c2/x3rDY4bJez19kVWgQK9cTyb2okxyogm71vD+Q0IA2pCgqfxb+5q21kV/sPpC9WsUXhhmLBDX2nWY8OSuqsJv6wSVKTtvB98x8OiF4Dq8hPw/SynHqMln+1JiXFOfufD6fmYAzwy9CgIrxEZeSduyxqw74DPkHtPcfwMeFMoYuPOp0po9luL7U7bdhQqde/xGOKJxDtitbi+bNc2eWroX0FCXeMtQP6+FD7+UHyvtpzwaDhMBFaEox8GvGa0Gj8Df4aXfhBOzULZTlu+XGO8a+3u/LmENTz+m7/gJY8QJZ5Thb1uOxsoFwsGCgYKBgoGCgaOxMDkOybdEbTgn4n8YbhWr3nOb7+00UiHHdnD2ep8szs8IfVolUY7oGiUVdP/gAJ46KXJ8NJTKZfphp300QEdWIU2apQnFRGCGiKnDMEoecGP754PMLSRxpP35/doRwVDxqv3L7/v/jq60FTdP4SyCaM+oxgd29wISxgyzt6hMbxsM58lMCuwHgodQATOv0HaGlK7qGg9rxLM/lVaanQA7xV5gPO8HgrOej08DNvhBuvlYdaxCGMNn7cEnQl/2JIKBaPYSFHDs9HH83FIo/bNGGmn1ii0fw661nNsi2fq2Eld71eDScLawtcvnon1Klt/+2yBr/oJ5AOPABMVz7UmtnbABfn8P8DTvcewHzD8/eONeTNKgMYY0NhhhOEaO+DeXZCcubbgJYiUNgeHKgVXCn1OC7gxnHFN3thr7bPgCv5Gmv+qNIWuEZ6P4JuHPyErgS8kKlK8n/M8TXEC311jYNOS8qgOAwiB34/v6RCPO85ty6cQnWGmHAVDnVjbrnuve401ALwRzt4w+4b1Fn7ndGrQc1znx9X2seNbpoF51QJjPJcjDHqdq/w9fR4YgTnwvjb3x/VWahcMFAwUDBQMFAwUDBQMFAwciIFMUR5YvVSbYkDr+PCgY+/RUD2NGugHMASEuOlm1XUs6A1telr9Cmb7M4hgGR6IYIqIvwjy5YFSiLKgtOO4q74Czf0qXdyAAUbog9U/miV6kvD+IwzNmxDjn8IwSJjLfZLPhi0sW00iqguxm8d5o9bWAuGuUsh/oXwN71u8QOubtIPXASUI/7GByK9qKOz2/+G+v3AN71wEJG65vwHLUbf8L2AfcTY2s9wFk5PwEAwPCsBr1Y+r681LnCQUUmbaxjvUn4lzw8527c9R2H6UmCdhUCG7YVt2dvYovJmD6aJVG++/St/fx7IaJhpImrYN9bYW2Ck/8zjrYZKNcAjla284LL2EbYdthbcdz23qmYmkTTYuxhwguGqH14ABxaA5mGFIU7/j3SMunCcx0NLnrCJUWP8W9xD+eWQOI3QgDJr1Ut3x/i07Q2H15Ny6Vr3Gur/BXCpIoI+xvxUY7JtrLfM767CHx+t4Xv8clvUefal8ZJ1yPfe9r38Fh0P/Fdp5CfTL6KqopAmWUy7J+pk2Q5rn2DFCiPkQFrw+yfs7r25z3txZZ3tc8ZThFjFu+31LX7OvI8N4hh+EvNb4gVZiKS8kh3oDuzn/9pyefWEz1FgdVtEaiLzOejfkIiUe7Djy12qJgQk31voIT1OeZz0JeMqEaRy3S5FfsS3wP85HOp/aT8pXcnE3d+iWcF2xBlKXaQ404HDzHaKlNgIPwv21/ffBNwI/xmlLeoPkLd192N/Ig0iOqA5h6aA3D/2n519Fs+NRiCG+wRwC7Kb7DlP2GL8dWzItSWM9219+lleveJ/zzxok+kHVfYZcnFB0LUJ3C+dFXaCRY3+rKA5lcVQofwoGCgYKBgoGCgbOhwG/b9K66XMsrYsh4qCClc+N9Exudvz+aGS12PgWN26Tc7n6pn3f891W8Ws0msi3KB20pEG8J38n3QsXJ6j7ADbg06o/eQO+BSXrhG7JdN2ivxHOxe9tB9ajBD/QMl74ktlDGKkSqjd936Gs+OhLr0zLFL4EY3As8DLAFwpWvOGAeVM6m2k7hxwPeqcN0FN6Tc/hXyKUKnMy0lX72kj1VG7j5di+zRilaR13xnnecyboGy6N+Mu/3aeSKLA4Zr5r4NJrTlozESi53jF7+7ddI/+8hQKJULdQv5sVrMI93ewn//aYmQwvyIfR3zwBLYVCZ6S/vXqekoYuj0xaGL2oCfUNgR9N9ezclmWEJa8/9q4DxxfKOHjB5uQxxochLviTRwKJcX3ZxnFH9mj7hjHuOlLn6E29tl4PabFFoXmCd7LPprcfur72tZ2fgcZn3DDQGtWKjwmM+flyP+03yS9QZOJtq+VDoq739Xj89URLy1/+vnrQE3nJXNTAG3DFAvBaYJk99H/weBi5Em1IQ1u9gKc82fEQbL8jnjhg6HwHzu4jp/gAPIzKy4AqrYDUAnV4v9aGWO6e5rVpGGj5sJVFur2zI6+k96DfCybOVFrdUJ2ewrO279OS7xknVP535IGZXPMnt/CntZGq4vlI/NqRXe+svv5+zr/pkO8UzwnOBhFha8yZ7TzXPMgthvpfam7SNl7UyKIS3sBpPKs7uywXCwYKBgoGCgYKBgoGCgYKBi6AgSlFe4Fm/kFvjXBlKDGD6P4KoZ1+DMFN6OPuy4mhwXrUfEZJ0SjjKKF+BUU4ULwNp0/QN0wSCjlVVTVhYcPT01xZs7sw/O8EUb6c9MxqXRQmuCb+9yhn2vl/R5BzE6GCMGiNmhgilV8NSvB5/VZ4PTQoGZNA4QJ9y/yHUIKdlrt4XV/DA7oyLFMwbKnv3EOMWwUzTJ1K+b4ilJyKoGgn1zpiH/fBcMGkOk7zotYDoY1QvNeNlssK4JbYDktcFNO14deYjwjVFZ632fp1WncXHI5LQYl7mGRD1xK27trwv9M2luUwWavCGn9TJsxp134OH/kmCrUPuC8phFN7tntMMeza11HC/jf6Zf3BwG0u4lmltCG9ZOjFmx4wd1krn6fzK7ja3Mr0LKIN2ni4uu6cm7vKdvN6mFacHkcf4g2cNZ/jtX+Xo9usAxnnhM9p9c3HKrEJt0044gFjj3lzTD4v+gCGWga5QYCEAvqUHNB1Tx7q6Cz93dwvt0Yt1xDzjMFH1YzW3QG768gx7CrOjxv1eC909dvVaXePdYv37Rn8u5DyhqKf/mbVLTzMyfWM4NZ2lgJLfh5RklCKyAnVXXKj4/3b8/ye8QjIsNow84OSfyCHmsKpJCbKz80RHUdVhYRa0NMvgsYUAYCdazKEKMe2V+oXDBQMFAwUDBQM7MJApi/cq+zkO9SiADEXpsZXi+/vvm/4rj4m1yAlpBdaQ6iaGkZ61O/+voJhp96hLZ5b8/soDzCyi+/vhH7c18Tm637PHTlQQR9rUNZExBiUKNBTC7okam34M9VkgbehJc8pXo5G00kltb/hzsNOSU5Cv7Ya0oY3JHtp+0OL8xepOE6hK9+E98MTL/gccB4gSl8I4wFzEH0u60VqHWi+unuSNq5z1ck9crxB26goncOB/BR6Gb7wAgV1DWDA59R4c881emV80zk6R9sDvMgAdD0RcQafC8Lb1hgmZMXlziZjfcJnopibYYpdd1+FJ4U+R2mYDECPmMuNHaX50E7ir9CsnWGqMaYWtoPgc97h1fRoPalfCdxJy15F8dnQizrCBcfa29ZL6j/oeAwfrs1MH4QsAYPi9Dxuu+8C55mGHsXvKaHIB/lf1xFrOSmwEzwsA4rHrjLM7DF8qLvnwJ3voqsq9KcsJfqERzc6VUN6niy3iectwZcg4B3Oe3VGtLGadRbGNr7HL/gM7IGIjVwAAEAASURBVB1dPCN0g9Hygx7eVT5SHC7ez4kvq8FZU49K/cX7dVpvb08Xq+C09srA3mUqcTzgSaxHeUtNyqjKiHnDTfrI735xX0rBQMFAwUDBQMFAwUDBQMHAVWJgSs1eZT9/t23LmJvPpx1eQZGm8pe8mCojsX7s67soxH6JwuR3XJd5XDL0l4MQCX3D/8pRwbwNr8JYPkvTwkRfMPwz2Czz3M7rn0KMf0Q9hDtj56vKm7WlILOzV8CQ7lH1qdqwxQM6eaHifRzMmx1pgazlqbmJYJqHX+FxB2M6MvXyShfjlxwpuXexJJ315IFFIae3YDCQI8Mmcz5jCxNyw2NVP+H6+8yRSi9hPG8Bk/RhCC1DGlUo/ysUwFVDTlyZseh/2XYD89NyutWyvf4FF94bFfJaOlOdTVxhD5v2a/cvW1oexX1gdzbc4p409314d9uG9SbzOrY3IABqwoPiDZTA5ADWI3yxKg6Z99w/g+HeCgVw034TS17bQTWXF1iulvcyx1wXL8n79D0EoO+wWgkFrrFCDoWd62/ZL4UteEVUN9hQuqP8HQiDHgKVbXiL84yPuWka+mw/ZN28BYbIRQ2y9ObfVZaYvI7wBy/c+XfBIx6xIZDLdy5rLRnyfE0bc2aEeWmZg/YE71fyH9cNgiTOK/pqXQM8zxs351WPHqy6Z6P19Mr85m627qN32rAP1gACoq4mOgFeuD6hae1Nb2YN8f5wHOHdgddvXT1PBTxxCcdmRIPlXEzvO+xYT/w+QuOn8dtPKKGdp7zZFLD6nlUB3OAJEAY3Pl+uJ/fnKbyD5vbd3aeJ5eqPpvI6iVk5T+PlnoKBgoGCgYKBgoHNGPBb7/erJhdwVX3IlybToijRNn53/HYfV0J3iYKux0ut01MtFMD72uBbT1en8C9/HT4mnQt0SlbAxXeR+/O3Of/e2eRIczAmaQVpYMnDoM+Bp+5v8g3GcBAaPryjd7aVLuqf2M7wfiN1R2WIVjVyi3I8nha3Clij8hsFK4rWwZQiQV9M21/U3nig3510ZK13Mt7djWlupFOc01EBu3l+Nza3pG/g8+rmy9CN8Jg9/NVBuF9vkznoEt1mHuB+/sdYEXqUJ5h24G5DfynFDDRbS7Sj+mloeNKxSN+fk6nK9KdeoUN7l/H+AawZYygrhoRv/fnIsOexsr6cR+5sCX/bdK+meQzF/I7x5dt37tP9EfXLSFY9/As0bOTSPWCJuOZzxKS+f5aepGWlu3d2euBFYMtzhGdybZhqUhy1PB++W2ZMS6bV3cuj2W+tEQpQhaFDg9IcI94KniaFWsa4NJ7WA0E4qBqAAKe5gAciUMl7tSr5OTLcs/MmloMPiCN/8cR3hPTuXvLJH98dnr3sAmz0YAcD6ZFOB/jzhnzZwxesI/mPaY8i0O06cKj8fZ6nnjoRjlm4pnUvG07xY/dGTIKH7Mj3LD/LPFtcZzXvi4H3hZGx+u5Z6sEfi18vrowjbrn8P/bDXDnPFemVhuoO7wifFeeYDQXwtfo5YHsOBTEG1EZsC5wxsFIKBgoGCgYKBgoGCgYKBgoGrgwDV0ulXhnY/ysbFmVsUOCDoXKlpxGuzIZ/5hzeaVjOaz0/oGjsml9A+L5Bdaz8LaG0SMo+WQ23ixXYJpRmEtUnzXeqL89erdrmcZpEgAEdLWM6EILnwfBLmIQ36RBmUAXSpTEAciEwIXCUA56IrZ6YJw/hEWmIMRW+oglcWc2wy3gaDsM7MFTgyIGfV3mTkZY4WNokjBxhmGZ4wPYop+YIk5ISMi/vhOlGS14Z9/pfEPDA1CnpulBB3IHS0766+U2G+W2QLlMPjqPYvts421qLwwQNhJ7uq9vAjIBjRed46IqwTT3PNQBQ4PF4NZs9H2GJOy4Fj8f5M964gW8ZfgO/fUoYvbvc+yktIXyMGbHdA8o4b/bTmf9o/kNg+QbKREQJY/+5FXETc+E9CsL0VuZ4ICT5vDEvNhbWMIltMIx7+o82bMeNHmBwT+rvIzgg1Ju/bZ/NcFIJBxmKyd57nQ88R/ruY2RyrwcjnfLcyXxuhyHuFK8w0w1CuHa4xbi/RX+jgCrW+pb7RzzYRhIEMvEYiHT16whneIaFP68TDzeU1P+XmC/CbVffA9SvJdzGfRtumJ6aPPOx7H0me0Ix8o5qmAsfJUtaU3kNCaNCBfFJ7w2hEWHaO/KYaUYSUxZ3HfonRkBl1xv5p4dPgP82fSu8oAQM1In5tW4qsYaY6wbvhAHF+645yvfs3AP4Xx98HOs/hU/bWbtcLBgoGCgYKBgoGLhUDPjNHVDWdCrj8BZV2cXHb0sfy+/hlgobTvtBVX2GgR6GU5FDc0Otxamgjfzaw1e0KjExzLrG93mGJ1zQARJ3W+ibRSPrB8I9buv3huGcUWMMUQ3tGDTcAeNkWE3wGHchFTBkC7oriIf1zo/+3UHfNUQ3udbibYhnaxcegQfSOkG34DnIeJs5NCI5OquIMgLNKw4CzmPxx520G9l58H48aV8EV48kevfo0bm6nF0ND7i5/pA/n6NQPs+8ps7lN4wMc3LyFEsNT1tWGxN6DsjyLcwjxgfz7pOgD43UAoD54u79iF/DPYdRMnmAr7c3aI90JUHXX3SNCAdb5Cz9Pfzsp/xG0R/Pxm7Q0lV5B7xrmQEVXvJtFcrzzLMd0sL2OsI14gl4OlK6aNw68Hw4566htG1qIfFL0tVdj5d5fxO4oPvHtb/pjnOdEz6WhkrnUAySi1pPZT1YIwS1y2Z8R8Q6jenirRgMy0Pg6wnGQNod+PvMl5wLjl03BQ5VQgMR8N2HR04ethvWdNQ12tej1SxyFJ9wl5ENqBtrMSm0d3V37mvBsDm3f0W+cxu86KkMfkPByi7Aha9sv40DwtPgK4VCT57w5+71yBs19tF49xN4LRTAEXFAHt216Nfumxgyv8hv+Nh4Po9svlQvGCgYKBgoGCgYKBgoGCgYOBoDx3OjR3fx93TDKqMcDBXKvroj72/1EkpAla8UPDyHBoUrYcAqvH8zA2v4m8SIJgL9Inyy9L/epOaWNaTuiXk5YdwGLCv1pDzh2nWESlVvmCW8biMclL3DnqCwzZvEeGyQ4IsyMmGL3zsOAgcys+CgHv4JZZzMmTckIt99Q6jZAcVr3/4b/X4GzFQZtx1NH3Qp+kcYNGuSZ2LXjaGrghHKyztZWdczFU7/Ruf3YO4QhASDeVA3GyspsFLYoPdxW79IyDyEICrfg5kRn3kbbze0HgxRVb/DPGG1i+IzCWQSLAmedI84cttcrEOWZDxee9bfoDX5wNyT5+2M0netAftsm98zD8JA3lfy8UReocVijMlbu2v60+v2LwPHXOO90eAV2hN2W6HLnMuhsBv3izvzWNgrnlEBPUdAUWOhXiPdCk9TK29be8yXTaiINChYL56bpxFYPMcQnHOvuubYxVGCMv1KfwMuDsP7tkPp2L/NnOF9o9eHbTIBjmxXsfcOY4d5/wL9Ot9aLjOLwGW4vyTETXM3nb/cbn7+qx4L8wfkwMJKX4/syIUdMGzu3enptOo2BPLwDPUJeQ0O9kM8tgd8saZC2Me6wQCiO/2EtfBR4CPnT3MceSlolR/odM54nobT72O08APGirfOYn7zyDbDPT0r/oW3ZY7b+Z/AH97P5LBqEFgpFLKzlN93xF/CLH1jXNLgzVE9yv14NHHk+kvbtIfdx4txuVSq3/DMEkKSVShessdB3u9uqVwtGCgYKBgoGCgYOCcG4mOEchYDQnOxDniZSYcHDTilgTiX6HP6mR4f1K1fShVy5mk1NQw0U3zQt9w89tvyPZyhlTqRRiBCySB88dWVhljS1Md+f6fwJ9qItoyYNDwKHQQNqLdyct/cDGDgjBEB30nXwf98BB30B+gIjMn4jvd4Amf6b3MDu89KybTAMFTk88QLsjGqz6hQ2X1nuppoGGlySuR3fY89NLZnAu9xJVU+5K+4DlrFnZQlXnw9HpqR/gOKdddcbmg/8Rdc4L6WZSHt1Q0fQrsDF41tijqzoZmVUxr+DtD+FcocFTnJQ3elysE/Yu6ArWFxkOGUGQV/ho6dAh7rL6/BzU2HsnwGvlq43foRMIdhLu2GYm7zLQedzXSnPFuFkXdvjl2UhHpixrOweDY2Nyf/L28+oFjt8cQOL3N5qBiOROiR62OtG2l3FaPyNz4fgwauRPepI0pTTDF3pD6CFxjXls2IYq8MKPNbIklFipcIXz6pZMULF+l/Vglev21jRDCMJEb48toRFiN2zcBnTD3vBte/Bhl1/3zwA679izzrW4dBnwEfjc80VMeTeoBf7slbngz+l3Pk8xLneC5dYz1bMv4GON+7erruWRNb4dh3wefVf+0XdHGHeUbOxBOT51fczFlnGsfXpkfinZbW776GL+e68+Pz5r72G2dI9+ozziQYe2Q2c8NSo9RvSaXEQXTsfMecXw4YpZWCgYKBgoGCgYKBgoGCgYKBNQzs5qTWKpefYGDCpBmyaEABdg0vxKZ6nE1FhqTsn1AS/TsMCsolQ72Sk2hK1E4ZlyCUE+17FHq9r5dRVnk1vMCP78LI430abTmtwALz3MMc9IQ71tMtKR+XDMxRHW6srEXzlxASPQKz9Brtk3tXpghMjFxt7PVEnhNqtm/e4IohV2GMLqkEHrDYnw14gvZ6EijAGZd1MOZJaKXncz38GSboTaxi9YQGAJXVRwh4zoAMrjsFRt1TeAzcRJGFICTWxxqOOafQwDDgjYq/4Wc0heAAXCSGjfrBvK/dd6bD5QkVzwrlBnIQtYSfMvdw32tJqxAN4YfrI9ZCalPhQ/IWxzO7xTJ8RujfhrkwV/OCST38daCi2bDXLZbPbSver9Mf8xr9ogx1ZNH/Emb7cQ22WM3XjUp4QoChgE5lybxO7lgeBozAx4Q75woL2+r7HMjc0i9cexg1KEBM7rRx7xIPqSkFC859Td91y7PRweQHDALrhQzPsut85JUOz5iqJexX/0+0occ3J3fck+91v1DOw/x2Co/aezym5j9m7IYx3LEW7dswiXNyPXcITM0zbVFJe3ARh/ThHc3stzgE/QwlMNEJ0ksjvU9AQ+BsbDTjzzCSlaG2m6/wbmPlYXyQyhH907PRCvSOMbdb1b6NQNM8b+J+U3F9+674BoLZZ8EZAtD47TjSWJZrd9P9Z8+F8A4DnaZl/n0n+o5Y5BA8W7+cKRgoGCgYKBgoGLh0DMR3j+8PYYLrGd/BCB+6EhJm2eWBNMbihpFe0qitwXBsZmSgMJRT8zfSOHm/uCkfSIvwTUYB8uD0PYzsUtSWfPWovX3k7cyNfMNRIIbyEONFCLjU75l6Z080avmMHNKYRgQD01AsnK137BmC5UKKyRegbDK6iwZ+u5TS6x2Ad2mz4Mvgv6oH4H5OqhJRvhUP642s/06GjdK5AyFnB7w0l4qm9br7f4cNIEqZCs+8MISDJ5E/Nf9uImj3t7GsIReCQtOcntVj0FPO58WKsBh2vOs+gEJ7j8ayB/Vk7R7QRaKZyWGNgqmGT5KavFhhfVKEbwZ8M4yqa/JkJx5mfKZ2dSCt6Rrovwy+MMg4/RHPpjy7/Brnx2d2VxM7r2WaWDqbEVf9F3hevs4teFFHcW2mMYwnVnYx/fBVTfs48H0Hvt71cBVFXLFBh58yxwP8gEpxUyktSkyVdTCODY9rYGnIt1u/BJoYh3xAzoW9uOkyD+AnjdhliHl41RpYk/LybB/itKvgj1Ccd8CoF3Askguvt7N9rZxxwto/8QrlHWjIeXAa/I2VApfKYpSH6NXtfCKrYfEqO4jnPF5KVr7CwrxqDFPXn6PwJyS+OOH9Gp+X6J8oXs3LGH3Iz8akXyEwpemCgYKBgoGCgYKBgoGCgYKBCcVdkLEfAzIkhkVlk7Dtv4on24/wwXwJzRACg8j9+2eUNL9GQYKiEcEOtdjMhbIsoXxc/jzHUWrNkLudXnH9D+nvGfJ2nSTFDMS/OWw6cq9U9VvJ0w0lR9D9B/dmH1Oo8435XNr3KBDb+QvUNDQZObMmJfXXYT17D8ZDbz8YZpWg1IltyvBN7jv8EHanR/nbv0S7LyK4mfSvMs32YTJkivQ8rlRCI1Bo0WqtKsPPz+g6fpXP1XADZSJhllgiYVG/AXd6ufb1fwDWL1gRCDWAL6+FxX7ETcaB5/O1EB7kC7QfeVhR/LbD9+gTT4pYbVYAiPUiHlA01oRh6ghL7taYK4p6kf/J+uJr75xwB3UUFs2qJ9hgyFmD44yyT32n+bXRZfGcSm+tgav2P2knrYdj1qXCOJnantDT/f1XwDnjbphr2zaedjCViD/0KJkogoVrgcdB72k80gm92BIGuY1nIyCOdrb90do75aJF6T3cpBohvwAeW/uVWxb9cHY6fyrhha+JCAHvAMPbMQcaSNR57rbhn1vnCElbQhO2jfnppoI2YT+sON/m464GhGunv+T487hRRe+ZwhzH3CgAxcu8ifDPjDkUpvvxtd5ewgv3YXjQkw98qO+Af0Su9IOJzLgO18aiJw2GHd2DG8CskYGKZ9fYWr31zjb8DsMT7u/xfDEigSHhm473IsK8vOXbHHdal8ePM7dR9gUDBQMFAwUDBQMbMTDSpkOkYvgtHxwVXYljWNQ/iCZb1F4eBB2UvpN+22sihlS14WdVIi6rbT/iA4jXW6Wh2txvph6P7EOB5DfRtvN3+Phvsf2mnL8onDBqqzCglbbLRnzZG9V6K2WkjyRB5qfAN3sT/sZcu3zDVyqe9we0LQa75hWu53gBz6CzDh1e8BzyHS004bw6ncNzkAfYnLYaB6dQ1Yc2tgl+6F5o2hYFndF+VLwyQZsq7jwXuEM5+KAjCgoKzBbl0aBBHmM2GlBEBNrZQr7o/Lu4oID1NCSfp7R4Wl8qIZmkcxXod9Za3X7EvJoixvDoFPnuxbrL6293Bz2Kubp7BUjgUYKo875LKDyr5qDuoKPlSFCBAyNtb6PfV7pE2WW+ZJ7JQc/8yE8sro6fy2WzYsgt8b1KBoz6VZknWwMO5wL6OdG0y7umR0l5yJrCsLfpX4451aBbniWV3Mf0riOO195lLca0eih3PfmK5UPGNSgtbolnhudGj9xKowqMMvrhOxzjaYsSXUXiMiJB3HJ5f4L3ka+EX0ZuMFR4UjvHPuOTkvg2uJceY+jhVWAmeoCRmsQZfE4KVT254bIObZ8t8Y4YwtTwUhiVg5QRTl7f43Jq8M4f+ue5huHt+M7wGU1YviyAtrWD7Mv1jbHOaXc7eH+fZ0tE85ojs5nfhI9/wjMxprhY/hQMFAwUDBQMFAwUDBQMFAxcCQaCr7qSlv/uGk2oMlSqm16mQ/9t7MN/AMGtd5wKNgLszt8nb8y/wagY7kYb2qtBseymMMznKD7rmzApKEdUgAFDovsNKfc+1/D+JY9SMH4LRu48k7PG/NGgtt8VnoHXanIP14ZLG8MfB3MCAy/DBLH/oP4pmCDfFIKVxKSep//JPdH+2D+M17X6h7A1aQ4mtcZD5sU8UrN71f36/wYmvC1k4lQkkWsqMWgHskLR75IZlu2vUE5dm30XIYNMqVas+brdOxMy5I5aOD6rTmf/E8YHwRBnDB8c1+OYw0NKzKGY1VPhYXKC3SIP7i16UlClwC4xV8umHFsSPsXaRajSV+/E+hz0PIn2lrX3HgUTr5CH9UfIt3Z4hbGrfM7rPO855fADz0ucaFVdzz5mrb4JWlQ+Hoh7auYSHr8YHbTNt1h3hH9mPrPA0HBxChE3FmFxHszJjQKw0gPZc1uqr7dhtYF5nhFuvW0x+GD607O2XnP7b0ELa2361wvaUHd7AWCOfNab5iHW+ivALL6zIELcLvG7vWeuRDso4Mn5WykcQviXcvttR0CM2d5QOp/MnmK8ud+dPW2+qNRB4Q54H2YYybQfMCpzbW3GYhqZnvt4lpDjex7h1Q8c6xkI0vurJvfzvH+PcWN8QIs5R/mZ6uVEwUDBQMFAwUDBwFVjIGgihfd826Svooy0svTZsTTa2ELa+QXHi84IHijp9Ag+lF4I/qWBRoNeCqOxQ+mMlf53/IjP/gn81ONQ0vAPQQcc+n2XjiD0c/seUI1RTBzaRUvgH2UTCqcKL806ovo4J/vgSvRF0MHMV6It4H0qDB1n73Fautw60k95jjk8sjTQ+dcx9m1rFE1Rjhn0uJaMSAXdVeGVVzO/NTlYpUH3jXDscHWH8WIojfEAboenoeW+Qkub6bnVGzf9GuGTnpdnMUpLK68EXxPQHTNW2wfP8KSz+jvQeRhAXADvthYw+CyO8FXNJ+QqNrTtXwLeVGfX33He43mHDp+d4v1K6OBQkLEuQsG96/5d16azR1salZJ6qRaH7FPkrfGdsqUZeQwNPAy1fFLfoBYKV0aXynnndLx9w26AFtcovJv9hNcehiYqgKOIp7zlNcEpjV5VYnc3gNEoQpcPU+o//xVfhpd/l7lxHYpj+UXX1bhFVbGEcW51g2fBUNBy+9aVH5/OS1S+nD+5f2UZyB1Oq9eB4WOeP3FonyP+qGc472vwb4aON4pUGPt6P794MNhfVck4si8in1Vv0vevea7/OD4vYolnnchlzYOb1BHfwH+lMF3VWEu7BQMFAwUDBQMFAwUDBQP//8CAlFkpB2FAa0sqQjgb9neOYOBk9oNqNnsMIhaGmvMDVo5989Oqxyo9lDzWhUnRY84tLKtHK+tQhHAsrXsovRvKI0GAfJb3OR1UgL0EQf1tYFOZKIDsCXFcoVy5X/0UPoAwXwE3DD4wxAbzn4+5YUuRiZgyL8vfHUziHGHNAzwKDD98Uj2PJx2WnOKAuxyP+YlPYPB6cpx2zesoryD6ZVbWWo0TR/5BZVTNQcaD9qSatXqhPg1fhkCE9mVu8mazYSFMiLhOr+z6DgwSjHHgQ3xR+RxFr885T859lM4n9Wvg4EmYeEKNjfOiZauCtrlCJGBVaabn61C9xXnWBvhPuU5hHAHWHLjLPesk1ohW9czTOB7BTPPfs/5QG5rEi/DLs+YWc0l+nxG3ac5cq2m9OsLwdmYuXZPz4R22u5xUIBWzxf6wEv0zto4QXPMGgWJ9E+YN7w3DSEdJa0T2NxXmHwVrj2DDcVgGmOIH/RvsPwKuXI/z4/Oxvk93Tf4yzgFv55MapTvKf3Mut2hiG7xrxaH4tmSFMLbYPJ1uycu0wTPenEnmHx4GBYerr8DIxUs7i30oummbfbI4f4y1dpMOMLigH7tsI8wVCtoUWy+1abuTtsVd4I/9QOi9ob7L3YR/5q9nkqCA9SAeXB9syg5cv4oXtHi/xnNWdc/wixGxNpj0uG6dbVs0P/6hae4V6t+xBv6DPeMPCLgQvaRJClg5k+QrjkOB0DP0Qbi6GNM4No/3bbSTiyOTwe8xPFAYUA0IHzkjRAOeLYuN+VSIEk27tlC613pwxPMNPkTMuQqY1NvFvF6sQz31w6M8PMU9Fv/iNT17yUPJvs7b37mALDcVDBQMFAwUDPyDYABKFnrEcLymBKH4mYzC13HP97WBtty2EXwYepcvPMT4EPQhKUp66Ra/rX4Lcz8b9tCYiU6FXhre41gPYOutfw/Xf6+1tQV+YYBy4i9efBhRVtJyRPvoASr4pLVmNv1UKT0Yghd6Qiq7ZbDSvdOS6cBt+2ndRENxBjrgQQO9cf3Vqj+FtwBGaa5Mw03vWdKrmWaAygkaTkUM/GCtgvoz7odn5EyKYDJt4ZhjaBRozRovyDby2oIraZZd8zg2v4BT2tZz0LNteO6S35nQrAOKI8jJ4Feli6R9Ev0zNrCB5kp0IngfFXOmoBk6FfmGfE1AWWdXWcCV6X/hi2PuB6Cux0gRY0W4jtj0rO5NmbIom9ef3YbRJHPXogBrCU9dES1qDziLVvPBLviMZtX1KIHNY+tzcWjjPFuJb3l2pOdRavqsMpH78JXhyvsz8I3zFqB00NHDJxikv82cfBHPSL7PZzk9z+lMWkO8F4BDPr2dPwFfKn+FMQR3prDBm3Gd29y0Pwvf+Hwwx4EGn42T1+MZiQhONjK+M+wt+BN+p2hOAk0+8/kznId/p4Fk0BIVL/kPc0GqqsR/fY6x6nuAQuoYIPXNlfi1sUuejYZ3j0YGRkPzPRYlPQJjpSvY0a9yp5p3wkAUhPmgx7zvwvH5YBFoDD0AT4vR8MnwMvjTUD5GwB4AD3l5nAN059bnQx7fyGdhQNR+XD0Y7rGeMEwQRmQDNbxe5fNZ3wA2U4jxu5SCgYKBgoGCgYKBgoGCgYKBK8NApgSvrIO/q4Zltglb1EOknsxexhvvv0Nc4/mJkkJPurr5TXg2zlDA1hLWoRi7bBSrAIHxmSHeIfTw9fAA/TL8SFICSdB39W+rv5L7Zz58Cmx/hZGRqBaOy+BIZMsyo/gk3pD/BOH+NIwmIa1CCU0/7BstdVG2dHj/DoSA7jlOvV8AHwohRitpmdKqe7yadf8bOqUb9G94u/W2hYVeCTN12v6MY3ARv2lHgZiM5jFlVPRVCEsGlMptS/jnmlBZCBYYLM0lljU1KQuuNatMGpv5jlDID525eoQr9z29Zw8w3hP3yZB3KOVeBB0voHzWC5aQcORjXnqGjm05XopMWNUQ9re7C57wTve8jOp4fay9fxdMGwwv+Y7a4YfUZ95p6uwoPGPfrj33/j4l7PAnrE0svnuZQj3GvXZEYZ215LxuYGZT6EDxaNviZs+cOhd4SZ/ildH171Lfe49gOBUgERaw6gm7rgAC4UgKAcbhQYVnlDvnw20EbbfBAfAK97YiFx1zlHA4PMDbGivuwDXzkMqO+9faDUwjPDt98AeG/haoJ3TYnuK7rqlusc5v8Hy7vg7vb73pUPjjfdx1WPvrgd2N87Zecfydwm1/nfzaz/D8JGOK1P95YKAvQ7Ih7Kwb8h8jKNNg4+j1vwXWcrpgoGCgYKBgoGDgOAz4LesIj4kSLiKiYIB0JEm0rz+NtuoGfqFGCaYnZCgo+B4G/bP9blWFNflh78/v8s3WS1RYg/rYftMRV0KxFErqL9GyCuCv0iPtS/ccWORver0c4S+ycjUrHw9s4mw18Q++Ivzt/Gmmh/DGTor8x96S6hhtRw/luoXWQdkRtJ5ewNHGIe2c7ShUT3qL9kSACToUuj/aOxxfudWIYkVo6gfzD1gGGh/YhvSzNOm+BZjpr3GvUlo60XzO8+dpQ29z2jiWt8jAsVcRCqWMh+1voZcNESzOjseba6zBW/Q6qVPqSJOTYZ90do7DUNTC14UxZfU2Q9VL+YiCEW2D1+j1E5SZwTdDz8dzeUQbZ6pmHLEP/ItD8Ae/M3S2v3udqBAWX7yBwLTP5GPwWioMs0LTdxNtH/QcnAHuzIkARyNxooPVKi6NVJZrRR/MVazHcc48p5K1x/A40j0lSPMtl7tPBjA+9wPW3g+6XwPjGKVhQ0caj9bNl/C0RckasAGrcoE979gNTR15in5VpmIs0fdEWUP2Q6ecm87TNeQEzGX34zDQ0JglvWMv51nYD7DzRJcYOHUdBhMYTWiALozpFTGDx9Pg4ElARyZwgffGflhKjYKBgoGCgYKBgoGCgYKBf2wM/K0owL8LLA8ko5lrUm8o1OG/VKenT1aneH4Gr19/hMfnv8EkvJ94pFDQbGa4jpBvnMGbijyZkhbl5zUI+qp/CoI6MWhaYs+0Sh7exUvzZzDkKWyRXm6phBgD2LWXlyCnyKAcyqSofHVcDKuHWW07cu/2r/HjUUh5yHkblJmNnEZfoAy/B+/47zCSv4OR5NZgmGFMzlMCaTISienTqrU293D/XfD/dfpWMc5Y8lDtg+N69ikCInP/3gUOgQDSgMMKxy5/6yelXY33c9P/CEGFym/xLzOjNa5bEmBE6+bdJcxaX9+mhp7h5JyVN+PX+YrKX3w+Gpnzl8mD9h1a0kpbvCBU0GqZLeAIj1R/o5BH2DOvyPvb3qEWeZUwCmgRQASSDgUE3A0Ie3qY8JP+e3h9P0WvekcwUsatUCQ8MGJNiSfD+7kp7NDa90/UvY1QDOWfVvzWO7g4mfQfubNucUz+rIUSdLWRZAyR5iBfEd8t8z4gaJ33b4F/vW9dC2ONgHk7PMliHo9zPI/bWq9nmOoQTuQedu9tGf90/n7OsO+wJn7DcNJa2XhnwMOqcszk1tbroxqew6BCYxNRx7Psc53h39jI8qTeySHQrQj/jFdKNSAoGAVC0R5NTYt4ifoIz5ruB0zXLXCP99C4xrPH8fSeXcfpmQDfWNHXs19Q9QO29C5Z3Lc2BxpWzOqnEQw8A6wILQJ/i9qHHYA/S6xNvCB8Nw7Dh8w9wlhGmMvUG8JzaS3nq2VfMFAwUDBQMFAwcIkYGA0K03cWw0DCjEZKikUXB37cF/WnB1IciZ6JdB18O3tS1lQI2cOwakr7TG/Lx0EUoNRrv4DOQElItJSUOoUKflPzluufaw98KA4HlGEV0YwifyZU6SCdBm3itrUE4QYccyjfgWguRJRpOpQKtGfJHr9b7w/cZBzlfaodtIC8RCi+vgG9+DDtS88eVjJ/UcMvNRibdT2wEYZ3FjRHokcOa2mtluQKOXYrUr+0wy2ol4c5lvdY0jFrd2z8mWhelUTiC+9aFKx1QzoYFDSJL4mO7Gzj/elkuta4hqFDg/dqjET0DPNGpBjvTR3taGPzpXybz4UejRrsSfsJVb62+c71s6wh+JNeI9XuWS7ioRxwOQe7xrbezurvDIMtNO0fMGa8C2x6Xjrm/fObac3wdgcm+Qk9bHNUqNXeLvaLpFTgTw9+82QTyn3B+6Z2M+0vTNK8pqwKQ26MPVvmsqq/Bf6cY2h1jqxxHN+2B37hGYgOVt8FTngyfgZ+N/GGoLfHaLgO/usWvJBwTdo/APeT2gccCgyGyiHz+A3Ky/fBjngQV2n9xFxynH4DD9GK2gq8aSAMjxgG53HHFf1hzKZVmgmPOamr9+hTWQD8duCW81zTQL6FZzZMtUrW5DmdxnBFkI3NumbSnLoWGwxi+uotTmBQNCr307v1W/B6r8T8uiZ9Pl2PpRQMFAwUDBQMFAwUDBQMFAxcLgb+FhTg5UL8t25tFHQYmkblb4eV80De3fn9GygWoVRbvTxR6rS3CclMyGXCqoYCTkbBXKPBNF0S0AGLOTOvV80poYcJy9oTNqeREZKYDkUwhHWNcunau/RP7h+EKInpS4T4xSBhvAg1BijzGmairl6EofgWeIF5bRhvMGAyTYZmM/TzzwihRl4aKPoIj2vnUeccUARXIMOHcEheh/yz12YooMmLOhemYFATs2OdYMhgMurZu4g5/h0BAN6/sEeZeU/zcixOrC+DrGXvU9Vs/k8oxVTAwuyteP/GQIEB4YyKN4Qs3fArTsKEBwN5bL8JXz19RPjbBkXk8D3G9AS/r4NrlFmt+YacgzwP6Z4REmAmB093F1g+ClFWsgkITmtZcc+RhgQdCsGBEMjN8F2OEayQd7pfzP1aAzKejNgiM9cQAqq9/ksECw9YszCpMK4gMq5v/RP1mHNA7WGo++45PO//mbWH0MS7aVicJKHdOl7tX8GdMLg28BYBBxUWyAq6wit6X//U895kNf0oYQZfAG7CjXvuIPSl8bveapTeChEG83IzHzk097ZnwvYHvFZ999TDq+APLxnmfsA7ZVEOep4SXpwD8y+3J28BjufEzXoRq2nM1Ka/rzDSm4z/28y3hgXr9Xf8DthS39ZKOP8jYcB+wXPDuynmf/P9HVYSPtuN77jhmzFbgpNg23zP1rNxn/NPCHTn3/y/CnayJG7DjV7acXnDHeVUwUDBQMFAwUDBwKEYiA8T3yOF+NBwKOGq8CQMyobjs7TcoS2n7+T4HYcO6/wW149Ch2qsKT2z6dt/tnXhatrfQ7OpPFKxsPyen619/JkUSYU0Hngb1vASoaA7pJlEHEEbYNTV3IX3Ukloog+GmYjbQ1rZXQdFycnJk9TB2JC/QXsfRG8BgyNxTsHZvLsD1jR4G+djd6+7r4YBHik5iIrSwIPl2TiMFl02LZ5cBc5vTVSWNiKjfA7gwHx0SeOqMVQ8qaGPjVIT9JO0+dGNxQ3SmUGvwltX8CwabKawsXnEB7Yrs2jkHsIZD0apYo2skLAHzufm3pxjlJY1Ho3mUkaBnqn9zfWXZ8VLPOXQ9ifyFIEz+JgzfOTynqOPQGKiuYHrGopB0jDtKhkm+YIBD+Chu8H8PSwLm9Z+3LyCvV3NHXBN/DGfeCefwhM0pNCKZyTeVbz7WN1pHaX+yZQEr8t5Uz8R/cyIAWFEumBKgO1C83kWZPHXINNp2fr+Nhs4BCHpHbrEhasyzmGgMWueBzbC7XvunOs/bt72J/CzfA5U9Iayl0hn8+497iLS0VgnUhfxHQn5SIuDwIkyg5yy6SqA2wY0IIGhCi/qAQPkGv4vGcpo4KyCGkOI5ibPEUYkMZ9L3G5vsVwpGCgYKBgoGCgYKBgoGCgYOBYDh/Irx7b7d1If9MhAUvTyHAxP0z+B9+T3OIMCCk/LHmXWQL7dv1b/B+c+TeylxHdYNy6JdNu4eIEhUtnYPU0+lx/DjHwTBgpBDv3VCgZQOM9n/1J17b/Sv8rOxADKmkhTBwE+jkeF7EIpewRgMtCGe66HFxAKPU/L4ETCnnajDwVGWBobjmgeCnGYuk4csgFneA4e0d9KVfowDG2P5+pACOIZCughcGAIMsarogx8nDDuGQquk/4LvLTJ9zrcATeGHFLhKBMy2VY62PdDK20UnliU1913GfMNmBes8FXIjePPLSgAqnoFQG6fcM/tYCTFUbYetu6SwV09zu2s7OkjefsSgvjBCyhiVYwxH8EwiVvGNSkRklrmD4Zw3iuAejeEACFYkWkMfBzDBKIA7r7GfQgs8Dw3jxWTy2bf7GKfLHeXY0ww1cGEvgGsv+L+rIiXyd9RVP7SJghkA6Mo3k/Ie9z0z3IWJjYUoV5PfYhLMRTzG7hSkOEZVn5HW1jCdyf/F04neGSgiPfp2FUSnvTb5R+ex3VluG9yfsc6dH4xxohxb2slrfl4PoWr0jjjNmsIBTD3xhrx1sU4x3Zo3xJrgw46hUJ44VaVxgY870CfNna7SrST2tIjXOGeOenms//geUABjfI+l3h2GUvMTcDqEcKy+bOMGaGBnhQjuhJeqLtz7F50zG5Ay8+GkIj96W/Bn/hP76S4uPan06iAZ7lq8T4g0sEQEQWsRFvxDlm7YdtPn/Ox/8C14dFm4F6viIB9aWU+ncdjhanbui/nCwYKBgoGCgYKBtYxEPpLvqdZEev3Z+iN2EOeyYXn6x76aL3Rjb/9BsobSMcQzQPjNb/lA5GLDipBJ5q2BKNShPf1XprnoFYTbQPPYm5ilU16Jw986+tIMzG2Ed/vXe2BQAy5hlCu4olJyRTdWQ/gTDPl/ZZ2R5oheCO85qqOfLvN4zScWs400Ja7l6eZ4JqIKdI5Q32P8yoxM528rHbMUaKkpGgw+sTLtkYxrdI70zjSRseUpID5C/h7L7aksJaXSfxM5n23tykuU5EPHfBmbeCLm/oJxry8luscu080Gjxt/yZL+G7QjwmmPIfb+3C2zI0q3ZvyX5M6ptVoFP458OTaAV8jrX0e2NKKwKiTMMudeYA1wl3jwXa1q2I1wp4TNnuo4eUyXLtuOuJaomldE18EDxx5gLfAF3XBhfhilZJiirX7ZQwfIsUVa5nzenufR2awHWSfEdqlQs37pTslMk8YwPDeAxcJH+nuxfuSRTG41uABK4xGEq0exDy/3efjdN9F/vqsR/h82mwwcq5nd8ENzwoK68H0NfyvCb08BBAJP4OyCcKzDxqzXJYhyvogXLPTLUaNnAFDjn54h+flY7hEDTmc+1R8H6pkbeonGYvGEDwHAXdaxbneVe9b3tc1Iec1iDEqQpZJKdcZ4G9bI8ohUxF3EVXgqgEq7RcMFAwUDBQMFAwUDBQM/INhYDsH9Q+GiLPDlfqXET5hU+lC6R7F+/DHsJCvYIGKd5pCFEJUde1/QI/fg5GBqI4C4e09+b7x7IV2MD5aB3cR9us1iOWXIJIfokkUKdLwhtSBOZnPfwlzkhQsnKROcCkcLpmB88Iha9WjhOv7xxE7mI8UZZhCHEZueDgZ9iRUIPfv7OcwxJ/AND6AqEfVtoXxPAaWYAoUfqCEG+YvBRwK0GRYc5GRDaaiwtuvf5s69wgthCd2WLZTL/AwwUXGT25gx15+qUdZp9K37r5Pr4SepjdOUJYw5CZUyM5QOg2heEV4xuxZ62AhUm6IvX2rR++wyK77Wxw8yVi+CjMlI8eFvHlPPo49EDIPc7yga5RfjV7p4f1pRfEwwYWntpToP0JNE6rp5DkUaV9jNOBeQY/rb0c7eo60eD93HYIchJzHeqQbHk3r7wrBUts+xfBY98yDTK3rW0FBEhasj0VBwhycu8kQOxcfAK7HlgA8HW7869rW4/aU9h/BsvuHHKPwH29TVLKz0LfrzvG66cVQ1XdZv+RgthHfLz40aQFNmhKnPO+c6SJ83S28/cnfp9JbBbDzGmVP/2OdBC6CCkKxVxXeKIO5rHwmFDDH4o2anGB+FAwjYInn4qvk2P4fCECfAxaUwZ7bN+axpWgrtxrwMv7hc9YARgiYy4jZTc9MOseTond59Sw6fgwOsPqvyb2+5rux6GnfQRi7DKdVO/sNbRDKct8NXHe9u5VSMFAwUDBQMFAwcPkY4HvKN1XlStBkw6d0YWoKDLOkDfhaLb/1F+ldLysKipPZtUegm/Scs/09ZfzeR27OGfyNkTOm5MKCDtnTzsbL0jDAhWJFBV3TEslo9iinUE4Yetm+D2g/KCGVRtC4Feklgj6Zwrix7wNP0n/bQPe1KKdV7AQ9cFzjGr3V7W/BOSGCVXYFLQioNBNKtwNBSdX6oGSD6oMvrYmMkhSH8qcZX5k23NNwEDiGqO1JY/Q29NYd8M098rtxsOf+6eVYJ/Sr8l4vQ4w0h8p8zgfCMm1r7RjOkpFhuFn9khDfRJJarIk9bUc9n6954g2a68D1Avh6hLFyrwt50dZap4f+DBwSTpcQxqeklUGDeeS8wkEQwSuMaVG0Jv4OuAKfAJH3h8KzXi8WrGNN8A2GWnZWnOddhX4TT00KltkNnk94npBl7MH5rjY3XQv4SBHE7Nbw6xFiOfLsOjeuabiEkQ5XERvrid8aQWvMMgzIAYhokELaXyGxruJbjOhB3d5lTxobeFqBk/9d8PO+xzSOR/lb8Wx2CmbyC9O5vOh8bsLheM582YMGxi0yoOpt+scLWByOa1zD4R5P+Jr0TTM9bZFhJLj3LYYdnR57CTzGtw6D+Pnwa3BlWgHfZuLQDaMDIhtUpLeSWy6lYKBgoGCgYKBgoGCgYKBg4PIxcMkU/eUD+L+uRYl3iHw3yFEZ42b+cnUy/2cUrN+EPFWZBwGLYGRe/zv1zHOrolNl6OVDrbdih0V6h5XkUL0Gc/ENlKx4f8rfBXyEGYZJHprXIaI/Iz+vSieuxbac5hA8hOmx5xRI8HcHvOmajBgKKVDSw9hfq1GAdy8j1FARp9etuEp7rTqr9h7yK0I6wZC0MD0t16O3CzDcwSsywgEFcE0Y4C/V30cJ/CiMhDORYItwUIF6mS1yWzW/Qpd1GxyY8xYIFgyRx+N24FRli3bDiNWEAG/6F2H8kxdFj2BN3CQYR5yybAbC01Xku+3b/+QY70Mgtd9d+N4HTg3DW59+jzknNyq4UCS0KOB6Od+Mr0NIBGDzOYLF2R1YQEJiK4TiLq7GfnHvroNgXBUdfDkYtKZ5EmYdRXycd53JxE3XUWo9r6/WcZODue/v8Ixk79+4Zc8fkIqgMjxuyRNXV08wPqzlQ9BEm47XtU+Z4tRjx5ivh9Ct+R3wvs4587/iCR4C1h0LP1pNf7Q4r4cb4BPBFpbTkVOP9W5o5jzSSfXx0CuUWHPMAwYaQ30bIQ95oAMHPkx4UAccqarwrhbamH+9annntDU5gHsUwPEMjW1PK296tsb5sZpj7gdyRNW/Ald/RrCpYhp0sGhX31fgW6wG+h6n/9foU0Gjc3G2pPV29nycceysOm5maERKIP9yPXsTAQoK8Fgz6+N1Hl2fPiNf5Zl9CjiwBjfs22jA0SpEAJaz24bzrB2jArREblCIPVQfAg8CdvpOY9ZwIMGe9+lX+VswUDBQMFAwUDBwlRjw++e3CEUjUVoG6OagjzgXiq5DvXQPBpFvMZFMGpQA8QGEPpjSTWeb4ePo9xHlpYZrdaXxnrklE721VMadvXP/mTR2xx99aDxreGqMbJPRrTTABjpnpWF5LTijXhr4Hu28x716BOuVlz3zVm5Y/rDt9W15lSP7Nn+spnoYehLSNUVfCaJppebWH7bfq2hPEZEq8sTGeBc32McxxfoY50G/DND2zRyjQIxhI9/oGdrxsHaln+taxbnGuprTGtUm0YRJWUOfe+fBvpxHDJThUYfuJvhKKUPS3B4Gy6Zahn1uNG4mv6mwppyqU7x5PP29oRXgGjp4F+BqKiIXQZe6Rvbet6Gp1VPStSjRNUZtP2Qt6tGYSvAg0rjTNbZ6M3VdG9LIXwN9N+EvSPGCwjrBtlb5vD/tP7xqPwqD6JrnwyKNvV48E3RxzDcclHzW/BnGQN5w5hXsr99ywd8auCTDcbkOeeWKcNoz1mFl1J9x3cmzZryyWOnTVcr1/gb4f5p6HAdsMQLaoK1LLtEk4Z9rUltVs09Je2U0JToBxuBZ2Pu7Jypc3WC0OtzgWcDYALhWeKcrgM2hqh6f/b/svXmXJEeV6OlLZJYANRIIgYSWKpUWhBA7/fp19zvnnTN/zXzd+QRzzps3vQNCbFqrtIIWhCQWSZXh7vP7XXOL8IiMiIzIyiohMMvj6R7utly7ZuZ+r91Nz0a+Y+pX2PtwTct3LxPLmtWE0vjJY8DHXBPntzFFODLaq2OP6DoX74E7YAB3wuY+ysB4ur9TIwx20Hd/n24j8KWpgoGCgYKBgoGCgYKBgoG/EgxcNEX/V4IWuwFhapxImSe4ohpi/lKD4G3QGg7KtIbZw6Lsk/4/EEK+zh2FFFjVXSRRLTc2MgxqSHa4/GqH7yJAuYwgSQbWjQ+YWwVaxPbsFS5h5VmHxavPLiItp8hADOQWbfhLzTdhXWEM1dSP+K9aWCZiXfc+8/rnMEJaG8psgqubSfY/uFIZBISQjMOsugJj8CDXCmCX8KVm1CaG8UHIVM2ug53fwGCMuJChDKHUIQDl+pOQeei+govp7yCQQ3M7tMtzXdY95lU7H7iMadQ3vyC+0QvAoRu9lPYXNok76gQHyfIYNpkNsgb32w0MXGJA18Y5YBAOy2m5+ge6/GJVH73KLYSQ5+T5xL2u545qLM+7e6nbjYvl/Ew9W/vP4xC29bqgfhkm7+00NmvZdv6M/rhhw8YlmzcN1ud1LcNvRzzs6+bkBpZW+m4f1M3bbLH+DBicl7kc5x0MeVgWg7Oquod+P8V8w3KGdRgKD5ubXL3rXOvuBAcKgNHCH56lH2mTMnAn/kx53njtXI/f6Zmu/i7VvnfYtI3Nou39tfipFFa+wsw8aX5Di69yjXZ44OBUbm64fninYFlu7N/Z7G5gYj2N9ezC96ba0j3fUX9iLjL+uMuv1VTfkex5jbuybo7AH4t3CnBmDBHmHtz+uN57NjlP5mzeqHW+o+3yqGCgYKBgoGCgYOD2YkBahDiixmJV4DWlCS4KEOvEg0/d800fSY9dVUcWvvsDdOQNlMfmKHDBAkDPWOpAOmRTQ0F7Sb9CHyDEqaHtqt4YxfkLnc+bCntPvsw8hIxocSFbv0891nVWuW31rd0PfNFPaP5amjf4jT0QF9UAg4KpEOKfVB/31+DZXqNnCljlDbQWFIeH4HHMS9Vayw3SwuArQcT/oNH2hY+mg7eSR2Putcw5LJUrvePsoInJsCNJV9uvB+APUZIOHmFH9r0eOT/AF0oIdfMudeI9RgFh4G6PCgInClXhIRhHeZeecRHSVMfNzBVxDv6cb9CX9Qw33+wLhFBrD9BivPQQhNW0XsUMLyWcwQOcewwmDcf4KjSXV/sYbhwFccIihWA/sgUWJgUml06j4F/uQZlcOhxeO3A5yXOzl+JtHEdDOFUzeKPgDdI7IV4DizXimgEEcig4b7AAnuEhyDUgb0pFqS7z7zs3DoR/QJFj3rGfgCclha1pNU7Wr/gB5y3Wtcc1QlbcxyeezYZE6A58m+VmUrzz5I94J+INIblYhs+bziPRhAKQAv2kOMLv6fObaX+fstGW3rfgR7Gm7vGMpnJ+eg/63gac4SvsrVwhz52Ms/O2pIKBgoGCgYKBgoGCgYKBgoGLxMCEer3Iav866pLhkGQfcJ3T9D+EOn2k6tBMxa4MLVUEEtVzCPiIpwnzNxBjVDc8xoRJh9rBUtznTAiCdJ0rDNL2nW6Puker9uT/4Aexf2kdzofK1f0kxk/9S1xRIwCGSVlocIeAeGRTtPzUCnaR7FmygNsGZmK40naM/42f1PY/AqCrEOvGEkt1JCaCviN4ng/Xqxv1v8Fk43qLiiXqOzqQDlz5cqOb/C3A2XQBDsBmHOFqGAvUlrYvVT+AUUBruhUqhc/qJqcjhOIt1tD1i8CAYJ5Yp7FfAC7dGArLgIBLCwGRC042MoziKmmmavGZhM/G9HqoOmoeom76L/phatTwpaZIxkiWQQ07SmLO3ugROg66zkvtOUtsV2feHttSj8VrF1am1C3jBIOs26uj7r+FZaQbeW7GtRz2PY0BsNgd4SLVLXGP2VDUsqTR/bDMFvfHUYtzZNzyL2I+sQmg6y0tn5se5YM564A4wPaXGRUlA/OBI/GUpqXC0xgTNuT66g3m53PMj3ULiC0N59t0RstzFQ2a7iFw+g2ux3lnO7ZPnryRls4WTvNaQWZSzPgT21rXGTOEj27YBPQjksy+JQm582+GVnLbPwqKEfrHyNrvdGRc5t/Ls5WyUQF8dcRg/i1bBi8xKLp4JLlZYMywcdMgjR/3XStkmHOcsOly1DyMyy4Ydl2eAc8ypfada3EoIJ1euynCBKlrcBf4eItN0pe5hxsz8aKmuoflOLTSdy7VzRHtY7ONgkPfPxbtRn7LLLQHnPMB6uK8hIurmK9gT+WQmIyMFJuL/dEvmR9qfQOG42Yh847J386fQYF5fz/z7W76zCaA88DNVM5p0ltB6h8XlIqaxvPqtW3pHr8fXqYH71IsbS7pTt9jmnKfvOe0i6k3zVCuCwYKBgoGCgYKBm4SA+n7Am3g92mR/CahpNRoxcW3Kb5Vi4cXclFDQ6tMZszWXclvYXyL/bYGHYoCY1iKSrMsv5uL7/iuyjY8CxoAfoRmop1O3qT/Om56FZooyPBJPrjckBQEKsxSqFoRaqXCQlmB3BC0/kjfbyg3vVUDyOIYaSEVzVR2tZ81Hkgawq20CJsqPImsWPNNKzp1LdWMkAiaqeasYu5Qo4CHBWYPfMu0xOXy3uYr6wp6Bt7gxDAol/DOUuGemknkYZgTKKXNhTfcDZfUjgFFug5FUZTzqlYafQrfWFDa64wj6HF6K788IJgO4Tc4PX+SlnMuGGcXgVGLImsDH2MfR34jrqHslnSgZeQbpFHT4TgOgbgvwLdf5ek95HF87ef++CLzWrItYaF+wst8glvbFIppxJW5ebZIGX+LG0AKfnRh3PYPVcfNA1SHcNp8N52C+6IW8c8YwwsOLZaheKKq9abDXArS3By0l46xUWDumBSE+44xbBS06gban2s0c9w8778F/h0D18kfgO8dYGUd6xEhQkelyp2jyySvo5K13gIcS3hU8BjvlJV8yxIXcWWM7IFQRicD1t7sK8TYx9zjvZ3HGX5LT01HWMBfIuZ0ZRxxIJWPvJUp+Djw4PofcKP8G5UBAABAAElEQVSdQpJpEezcT0dqH36QsZwpBO5UKiatIjfduwX//Z44pWwu4slf+lfgcz3LW/Kf50OHgtIJvP4A7hxX38MlFQwUDBQMFAwUDBQMFAwUDFwYBi6C07gwYP7SKgqhH5sBvW5piB/UVWqbKoiAKIVZ1vVzi8VrZrUSQ3BBvQhphMIPXM7KZCAMOdLytoXpQUATgiUYN2UyHcznjfpZcumGCmauhwmJdFHDC4GOMGq4oeWpzKDxnRK7H83YZsS6ehvhkXC8xW0AU2hzbsZHJlrm38N+wGRh/dsO4IB4qDILyQLa85iC+ZMF+oCx0doT18eAseo2bF+cUNDCcXCij31n7OMn6JGMp0xnbjdfCCsiXtxDdbiy0hK6xSohlAUon9OiXL6x4RxdCaYSlomyuuCq54+ySXCFOfB5OmV9yzpXqxBuBPJslgyz68D5JrBbj7l8tm+iAMI4t5Zkxo6bpxhnBIOsCXbFJpVsg8PR79j++iUXL1CLTPMBKTPVFbGoEP4eV9+kHjbhFCwu0oiHCX4Xj7jQ2tR5MO+vszYUgDtWHpbL48blpsQmU6XL7/4Rxv1BciCQ9N5eybLUr+vn5ne0/0rAIQwp2fZkfi3qTPfD3WBPvOX2MlAy3qZDN19sPyxQmI/t84zDz+nLqHGtdv+WVLPRaVyyAUuOirbT+G/JvOm2YxGH68HNGuZv+xYC7f/kvnHIRhzmfNM6WPMN1t4tVu51y+aJcy3yZ3j3nb8jbt1Exx3aXHfwEXNq3/GbAlWuCwYKBgoGCgYKBm4dBuoOFdJe2vlDDr5bISC52PYUnBw1CE1QIIxv9FnVS8OHoNZYqlg44v40wjFkemtBo51V0bbn+XuMIhu05ezoq5wVNgWxuq3QeJ+yuf0I8YAAKXDnt196YV9aYXMzllbw1SjMmWEFLM0tT7IPAZ9pnAhdQU0KVls8oIRSL33zPkfwjvt0dQEidUmWN/QPYdOlo/voJvhSgL4XznJF5vcggcOux0NK/1uu9VSUadR4esC/VF8NjZytuRP/dkAV61mDHlSY/yEwvs4cFL6MsBH+9TLrv52rzhOUHo4b6ErdBpv0hHNTwi9niFhEwKbwskLAegN6V5obvinajBzb/gGXdDjw1azHNgSG8JahnOE479m/jdUn2BIPnbqpFXVzpBKsODSNedKPDf/l62fQ4l+H9ZDnlZ8/q8yGarbech1YXx7POZ4GfkG3tbKFfw0eRRwkPITgMN5FwMX8b1u8Ix3pnvoujswnbG3sAh7QLjxsPwifyibCrvB3WrWw+u5B2aCGf9LinFK5D9Oct+LaYALOxRP43R5htaLnaQrvCMTDPpqxp8V7LbnbX+nANPvFXjuf4/0pNlSFx3CiuQ4e/d4JA3jrdZ8NXJ28J3xoKEhzWVLBQMFAwUDBQMFAwUDBQMHAhWAgUdYXUtVfRyWhKDx2RcFHR1yqqv0BhOpDsCRY4UKnDroTHZ6BwCZmFxsPLRs3QeKv0toXgBBZSwVwCMDqb4UAGA4uGA/hlCFqsazr2meA6TUYNTU+JbKTVWRo58MwrVr+HgoWTI5aymi1Hg//TP0IgBHFBSMog2YMJCwJjf3b1S+xD/Fzrv8IG6KLpJtBSGKuFKjaHxmVlti7R8O3EMgjiFswx2kKh/YvULXA0Ve4XNYddqM1dIJhlc+3TD524CM4TmL9kMWYQ23/ONagaN3TflgkB/OOFeUCFgfFjTs1mF9BdnWdsrilixqW7azCsrx/+sr6dOPMPIAxmmGFXg8PkU13XBm3qf+prNcj3lrcCWL5O69/AsP6KgfuyUdcBOMaGyLm3Z3YeuGPWVUrBL1CPSoXwAgHc85l9H2sh+ukhZ3rBfbqOvPiGcaCuK/8mkK7s+XoH8y1TCAxgY6qpxkDGX1+k3ILMY4L/E9rZFNGSxCsImpjvzI3wxIj8rpaTS7mVYgS/PkpYzu/wj4s8abRlg6LcXoQ40HRxPhbfrWOVFp0i7s/sTZxz97+incF2u30wphWp5JwZFgcG/A8YBHT9FfY+Po8/XWTKfd6zJvzR2Ub6oz7jB5W4F3zMxbHa0Dqxspy9lsqSo7tD2xKdmwQzOonED4/wPvvDn6P7UV96xsecXPLPzbDqLfF/dy8exU8vEpbbHzuSm4QIHyusfiucEPt5knMdP6FPJ1zxASj3uW6s8L1/qee2d+O93RPXCyvHXPHOCfrzEe+V84FAwUDBQMFAwUDtwsDobjJh9nN+3n3QfpWhVDjYiHocS9SG8oCevLspCAj8xJzaMlfQYeiZMp3tJVegE6RIslUydn1bcgx0h1+vodQ9oLfCqtWuIed1l9+36Ft0IDV305NmJG6eps70Ho9lnpYD0qLJ3fQ5j08hSUwvRukt6E9G3lBWqHRsytTeB8CfDkyvUZJ97xJH98BpYShiCqkJQH3QMW+oDvlCUKYci9wYc0XPJm08Z6jMYEPwpByKIvqMalLNPoSY8srMu2RgAtBTltdZnhQmO6FiU5Gsq5D6kuzixkICwr/0r6OEyOF5uB2MQTWvanOsa1RiCgPI+8wMIY1rpYjfJG8xV7C/AD+9L9RAOhY1o6vcYrxPqWgNVxDC5n8t3N8I4zcjvmfLFhr4jkP8/uB0XVHiVj/GXdx6+B/i+7RjsoHA2u4alLsVfmxU1M5+mR/UHxn/fV6DKhxTc1YRtzdEG4KE4d5x/wHA7ZWILwLRWxYvEV1b9GKexnMRXC7sHzPOOReeN2CN2kQssqXakV9sKLqGgxn/gSHwb8Qa3zQnTv7Lc72zE+kdck7BwXwASWAWXUV3BGui/2TtKpcZ7cupXnGkKiATkzqk+pl9ix4VztMNCt8MRUV5A/3s58EbCoXA9/tTn3fVzc++UMYDFS4rHZrogau9A0gTnF/BZzhaQze069iSjvW0e3uQGmvYKBgoGCgYKBgoGCgYOAzioFNnNNntCsXB7ZEvZzR0N5RtUdYHrbfgwRFAMQ943N17TUUd5+jQeIRzRFMwmVlHj4z9BE/9LzM0VjOujosLYdKYv17tHdfiDCip7TZYt1YwYh09Y8hmBF2hltXmRTSWtsBF/Wtn6Ounf/SFKnrLwPDt0CLMZRm1KMgyLa0DlZMowb5iwjKfofFK6xYaFefAIdCl8TI72xm00PrBd+yTxUun4/r73GNIB7GLzG21puTY4awDyuFk+pZ8uNqN5gKhVA5j+cMSz5Pn61fWwEMHXAMuB5u0R4f6odpH/drJN0upYsRjuird4y3dA18vA4MSQidmUSfLphyf2xNCb7eeajiAVbHbfMNGKJ7GG8YyWwFGxzdWInXC8HshzDSWP5ifavrW2bS1pa2PbDffcQGO4KZdQ3cE2OerI+3leI+5Zw1NYoAc6xOnaO6wM7a7jtK8siSHuIeHIDro+bbzCf6znybtwrExU3Ox3X85tZKcm66JYCLKdtnXiQBoJkYt8DbOH65nPXkusB77zg3CELBe6Xlv27U4rnt5+T15PfkeWwOsEZrXIY1COMjTlgutn5etIsLQyHHyvu4fYSNBDeEYIzzC2ba1kodExjG+yE6ZTNqwK1kz3xsOtYHaM0bBSvFaT/WNJsHWuDO2sfBORt4xCcz+d5Y4ib3+XSbkXn8F+3wHhiaV1gzL9M+a1GrF90WbOhH7/rBu0HLWNcz5lq4XCSvuMn4mTaw85r5gXKKcchP+l8z3loepzVgX0BDHDurKA8LBgoGCgYKBgoGbikG0ndUwaoeS3TT2nNOnmsusmG/owiCegXAWAGHkMcv4abkR9JDOsukQt0b1Q2EMwAYv5OVcjy86X9iQM8yHdZ8EaOyVQjm3W3wRYkFXZAEcK+R/33oB25DxSQ6kVub0k6aIteNUE+aT+IdfPXE9AzPLJvqW78XRD7lgm6Rj8GCWjp8hiccBV3iVfpEen2B4/VKdvwWLdBHvTFQsZYzVEZQ3fvWNYEvxFNYhdYoKnYI0aXRxN3+3m4ynOJN+lJLW0J4KMhHgNOBvxTKJefb8xxjlMZfD1O6+W6wakxKhLQVj/L8PLvOGFXm/4Awv5KfNx4qtd1UkqBOs40TgtVL7AvM3mFlMXeCT3Zej/Npa0OJU+nm95FXHsv8McDjeWvBvR8Enx586XWWL/GKY7Zs67vtmyjF+NU13sdmVwFJl8Hy82lMzGHfby7ltvJI4K2nJ4atCsMo14uLvGdhOwvehXkuX9TjlWmGFXBVoyRLd4JPuTmAtpemzRRS6G1gfJV8zEkgWLZJX8b9At8Trk1hG1Dal6cLXO27PrdDceaTUHTGDXQowg/wfwxXnk3Cq6VtQzijpsarHd4W5vCWaX0K4+1JLhvhdM+oMjQPbx4VnIf2z/HOaOpHAPV+lJ9VvoGTjXV2e2ArrRQMFAwUDBQMFAwUDBQM/DVj4PZRfJ8BLMpc1GjdRqxYhQUwY3X/PyBC0YBl06SFoZv1f+TJjyFUf4GVHC6VYPUyAx8MOAxLENueg5E7sOMhRJSRsLyEO9rtw7chhh8HDlwvB7/FRhHCnBmaqCcnz2KB/AabHmjAA5/Mt/AISxzkXzIoh8FiuQ4XUPPuK/T9n9kMuZsNGoUqSUNZgY1HjYvVDovbofqp0MJcHAce6wTsslHxcQBOkgAXRg9Gve51P/wEuMcqE+31iHmDhnKKfWOrbLLgarerf8oVAjdi9Jy2tJT5IWU4zoTFWhV202Z1hT59B+aZzbNg5qZLJ/dLofyccWEDT3z0xP5F0zXzLlkIHMxPzDXrmB4CRwKuxCD5QxfkXwT/CEFnWB6bfwvcYZXMczV+2/73lEX4yqZOS2VuMTA5DpoLCp+N49qhlV4Pzj8srx37FSY2wW/fvDK19Plojr74XAvgV3mgRbS4T0JG82xO1DCpW014hc6VVuf9vTH2qZ7NpaNslKeeDsYRgWPV/Bbh488YPy2Q3bwwcX9DSvMtrbs5wv15Dd7rh2gbvIe1BSVPCS/t9fRwLoyVk7fBEruvXwJsBdD89uWwLYHvAYWPWK/EttL1dI3b+dWNONuiOtrwyPGd4l0hIx/MfGog2hqwzO+vcwPrBHcCdiXmVSgbaCFxguCZdRfvkDyy4jbPPc/5ekudaWNRC/rrrM0X6YubYmTOZSflhb9jc67X/SNu5ns8DqhoktK4HgL3qf8x36I7aV6tzgvzADnvxDnjXrVv0ObYNg2lzRjz+L7n0YZjbLicCgYKBgoGCgYKBm4DBlBa42NUz/AaY7zdyffxIhoPugJatq9Hq74dFpDSCim2bvrO+42Ux+gJNzOMoTz8Zl9Uko6XxhoQtNb9Vdr4O9qKD/zWJrScDaVcBdI9inMq2gEflXBOZRdWxBO6cpVW2FS9dEg6kuABOhTrzGbAPTXKp4mI4SRSdqSgnRxP83TQnlh214QO0hLTsZW2PhuWzQ0k2o44qISlqVEM1lMUDVDnbpimtS3gA18hoAZ/1QxluXARnMY9CSOnpbZfS9+KdnmEBsvCI2LaGrpmOU/ExAGTxjGTXqNOOD1oQniaGXSknp0QHiWFTuk/U6LnTp/TU2sIhVbqm7XQt+DtrPmVS249j/ClTktX/rm60f+C7FpTC3SGbazB35vuAUnn+MX8+gp54Pnk+w5A1VYYJw+a5mP4g7dphxixeiYKRY5JBscvDu9xzVxy7PTCVA9X4KkfpJxWrAKWaGxzXlRyOUV8YmNlNyhLRP9ZyRM8ZL7H85z1M2cMGkNzDV8BTmAKq/uLgmi1HnusgFeldPlqPSu5bvKSc/4HXMz/+Qz+sbmTeYBVdzW6j+cdF/sVk/NqCzf3K80XZg5Dd4f7ELPXgOgtcINFsO+GWJu+JSo4Md5pzdfA2EPxros1y/OFgP3mQNmrdMNa6LFGn/co7rCHlKyrUbihdI1gvzUmNoLq1C+rdCJMJoO3SioYKBgoGCgYKBgoGCgYKBg4CANB0x5U4q86s9aWbEIQW6lvdBX1A/iJRyCccZeG4LPuiWd68hwClefgAySjO4hWz8sk8Tp16SXTubcgeIU5VLiK8KR7uDoi/vBQa4GMQCTq41n7e+Ll/Boi+QUsbm8gIHQzIQu4lvDkK5moTUd+vn7OeefE2umbKxDoj8NsIQAMptdpk6aOG0XGmD0ZiPOKpaH4CNesITBbCsdPMb7rDW74bQxmNzY6rW+xQK1wRdXBJfZYKaaUGNYGTXiFvVp79u1/sVP1Jtc+25ACx5Nn/l7B+7SMmw+fZ7zvhV16DNaDMaDmGE9gSzhIMCgYrLHAbodP8NJ9DWHtNZi9jykjns7BtARMCmzdyvoirq+/zwB+eUXAF5BOYYcZdQ7UWn32H1LuJRg6BeEIyM+x0gP/aFZX828x1R+ibudftHrqn0xa0tZO+FTgOieeU8s8bXBjrZX4Ik2vFzfHi/GZeO6xRO1QPhiCCTS2kZsiZ3VEJQiE4GwONO0HlHmdTRncnrE5k1yh2wFWaWzeuVqniWfRvlsJxKGtr4Dve2Hk0eCOfk/bTuM+Le1WScyJqJb5oPU+ygDGQDY2XZ0tPlYLTX4x3rjMM874UKHVPlzmN/g3ue52pQ04dfU0aP0PbKhooa9AdFstQm4fe+b6cPIIP+7hd95GXW94bSw3tG0Jt8TqgfbDBTda3sSkTu1n3I31UN6rjjjj/fzBgCE2wOLdypNxTNahOOu3867FvVjFHMzvRl3HLTcUUp/T2J5VW3leMFAwUDBQMFAwcIswEApv0nwoDvKthPikoW1f7HPCwLe0hr6YEW90QMEt6o/v66Z2bD99oxVySNc3WDfWLUpVfFt9Nn7BzwnMejEEJM3nORSajPzOepZTv4WAPokrlN1qFP4MA1M1wCf4W1Mqt/Xx+EDBiEcNP9jilWSQB1JYB86SItlZNfg8RK2Uxb33yXvAJV2osEhL233K78iDpfTRJfmSO/FMdV6BMj0J5br3q5PuJeCDhwjlO/isg+BbziE546FRcfLr9FG6XXw7IDsHZUtHHVuL/gk+E1q+J7yNtCH81UH1BX/UoqB7mTlyFV4RfAlXwEZV+bwFit23mbvg8KR/BfoVF9+uDOGzzWkbmyoBx84lY18fE5tVgWGaW+LsopJ1Ma7ijTUSIXlizDfVb950OD9VzBzwQHU00xsRayCUDRwQx/s847mpTe4FrvAY1MKvIABuOhUJUsr7ESslYzzhMuYICueP0DOtzcX3BcK00mAeD86+A49+Q1vuReT7qV3fF8EPRxgf3mUnD8caGKJ/rtFbldKYZV6xQahaEfrGsAIJRhczeZiP8tEd79hZ+yhjCo+Jwm0ay9yXWwXjtF4F4ig/1LxzVNBWsM43RlZXpXvdVPe6kccKPSlriN9bNbZTuMp1wUDBQMFAwUDBQMFAwcBfLwYyff3X28M9exbCjxAu9lj+aT2I0Ovk+xCgxH3iYY0l37y+Xp20/85GwBswUmp+ZmJZNC5Ree6YuyHksR7rRXg61/L2hwiuHmfPQEEQzBtJLVlj0Ayzn8IovULLuFUNAahPJe4957QKW7678zwywjJ+HcxoX30XIvzrXCcBdC4bZLlMefUrnj0PXGzA8NDNonzkvKfO9jX6u/ZkbDvdFctYIdaPU+GTCBRx8wRMUS42KLjGCiDwgssjBY4n/fO0DRwIY0NguamNtSZXf4ovk2fYeNwAG3u4qZ6E9cBlGPDVsRtmuzArwhN5bQ0hI8z1Sf8MTNW7CBADGyvjkfGSzxReSzLbsjninnN/J118gnlA++F6OsO3Vmz8GRrUCLy62a+o4zcw0cxTVH/34YkzTKEFDOjoyqMq/HB1Cdfb4f4LXNb01zHIxxSKYHoZD3SN+XsXGH5GL14BdgTA+udybD22jUmOSxaMPQLf7su4QQb3M92OU+xMSR1tRN26EabfzW8Q/qKYoNs4ERCbgnlxiOW1FIgXv4rt7wZvj7Kc2MBCmSGE2zHOGf+e83Wuhw1S42ELA/0c2IicDy+Bi+tkWOt37GicLq/udj2/Bw/fT/IGoN/1JTY1Er6jvYy7KS7He4H/sXvCEJs9CMCNfxubeoKZy3tNchZ7mAYFsN3XGa/v8ONuHlBZbEKn53v9F64xDbwZhgoX9cM1qnFTkXdaPF/mSVn5DSp6rEX0djDgZt75v7DwmMCc5ugSb/Yz8E1FgVL7zxE5eB+d9C9T1+/AJasp2qbmDUM/glxOBQMFAwUDBQMFA7cfA3zLtNYaBgWsH9L++ndyF0jLb+LWXPH9g76ERhnwZKOVVcTSnBaYfL+9Ldkk7RZnFMhUJgt6Yi3ftIrzXhtzV0vIof4CMCaPL1rM7U7pgx+eh1R2q+DNCPeh4pkURNCME/phd11bnur1CDq816WxLpdDAEZe6RmJjV2JtrUGVTjYVMSGVTFTt6xwNtzdVXKPZ84X6Fx4tHYgTEmHdyIF8/sQ+7n2ETdBHgeNhPKB1ufAB6NDH3PGs87mdQ4m/kU6dobnnqPqKlVwT6Ir6PpD5vSyzYBPvhdPNn2PFTVKrnKHVBptLnOuXyWYEkWoUInwQR1W5oRVGrBSThz1pMy55rUKCMw2gGxQtAz3wCif7o87esHcV/Hc2Mmz/jIA6WlL2nYC201dsoaDN8EatIEnqbWWd+6YHJPpuGSc6fmKOR5A4JFHF+gx/43Vajn+jfPHXzedxCEjovC3H14Dn85DESB+E45X2wBO+COtbGtjThur27AxwmU6ZB2kEmf+D34jZs27YO9XwPsRay8Nkh6zBDdmZNzirYTb7La/At7w3hbYThg/s6GbzDBgoDD/BEv09kX4YFyT47WBt0VAEGPmfMPD09A/wLx4GKD5rbvv7FWN9+7Z796bBdKphdieeMUDPKpx3OU5azx3hdJNdYXnjwD1qIB9E++Pm4S0FC8YKBgoGCgYKBgoGCgY+KvBwO2hRv+i0SUTn9AwIIAatFbU5fDJD7g7am7iTnhocVVT/Qyh66+5r6BP7WPSRTJAVLdgMNTKPHmyOlYYg7uqCm3SBSMEMV8jhBYWLQyTYFiBJ0zcuRhYiq4lBV7Gmp3DHNTdkzBkuGSDAQ9NbttQAKvArkXA1P4Sgh0mw3vB+KxVtu/PKexsPoRGL8Kgo/r7tKUroJGxy/WJe9prajRcW4TzxEKuBrRIw9JSBvoQfATblmumPa3B7ecXiGeFMA5LbFR+Ye7WYIgSMFYw1zUbPCfds9XH8xdhrLTEdcw25V82s3qVl6OsmkUp290bAtgGK+g8T1fLmFM43SyQgbbd96oe5YCKzcRDWl/Wm/reM+fcWLrUXqEeNYQvpbaWGU9dibOw9kUg39S4wY74w1nrOXp1qszyhpPHLRnnGefmSxH3uQ030HljaZl74xVzyNh5tRbxblY2KASoJBCuy6nTeremEVuctEBphofo973kdhxNjk8+4sbin3sksU8S74O0YVph9XtS/YK+sPFnHSsMbB6ZfLYq9ZxhfhHC1vMnqBAXYgdtYiT8uhkV7t1YCx1jcNJdo0P0O+Ip5Tk2gj6uuQHNeQXdzfBgdQda4W3L5gBZDtoEyOuXs70ynqEC2BvdCzFF4x024ie1voTFGTfD5b4bYDXWLOk9dtZ8GfsQJ+qKutM9uzuf/4l18BJ14e4uenNIfdO6y3XBQMFAwUDBQMHArcaANMCfoQRwtYwQ89YkaFV4nAa6SgFw+tZ69ou/PWnVOBAjtiOcRdC327Oe84nU9eegG+8EpK9Ct2W6a7/qdMc6799A6Q6BggLXUBLdr+zmXJlekB5XCPw1PDnfN9IZUjhL+mVz+dW7Kuq2uI1t4CWlcUH4aoaDfwEfAs0GIc5R8y3GRgEYcCbp3MG1qTBomA4FcHULzdrJQ+3bx4wrikD/DVo/Ipg7xmq0UqH6IhLjOwDfDeOv1lgM6o77kDEO/lRFaoSE3V3MYfhqepw8Ogn/pA+HwsvaMTQRg4HHoBdQesTzjHzo3vizQenve3Dd+yBgHco77gOwY4lSJqGjUjzlzJdtKQs9nWeobqAHlGHDAjjofMqec55taW0cS/YQ2N+Y9y8yB1+lffY6tr2WpPfhaXxn3HGMm2XD5SiwNgWfx3hsLZyynet/wPNHZgvzcHAt004k8euRk0rIxygxo1RrWB0UXKc8Ss51S84Bo17k3qB64rbjCYwBXG0fz2ANcB1XjwM2iiM3M//P1QlE4qzpusZiHj6tUZmFfRRTeJpDUeOouQxYKCMHXg9/50Zl5V/BQMFAwUDBQMFAwUDBQMHAAgNTanVx82/hQt5lUOsRhmHJNEg14x5teALB66NkGAlPXDkNWLH1za8QjKCdL6EM8ZxZRrWbk4sr+Y2EUs/TYztOM9OQBHg0Sl2yFH9XzY6+CwPxMHdkBkehCoxNN7yB++f/QCP3I2h64KczCnw6zh3aqAPSj2SHKWOSoJQP2nRM4QoBonVxUw3MofpqNev+AYbUDRmsInkgtBHjlWqPiWlVgRPj/7q5UbP5YB0bk/enx6ZMY1kZ8o5D17s1zElbP0L7WN/yPIRsi7Ljbyxe5/WL9F2GUTgTE5H6buZxpIJx9fcExgxT9Np84B7hszFgb6Bd3FZsrqDF3uCG2KQhq+NjnbFx4CXJGnW322Ht2RInWoGbmv9pXmiVvXpEIcvERpWbVd6xTutHgCcMatHjruy4epReMQdG5sj208E4R722I36t8L3qZH6d+YAmf2x4yOQxF9WqpZBHTyP5sNVpCuEhmsAK/0+wLJi1TwDVPdRPG87zyDzic/y1Xt54PgOCxwrrT906qSAdJZxbMT8ZJeDwmKYQ3JKzm93A0v4SzOE3gPsyboEVRtK/cfzsK9iNYzGnxoqirwq+scCedz+nDLGaeGb5pEAgkjL8XC7mxFgB+YYBAeTJt4AdYSSKGNO4TUuQ04jnkfc+oxj1uQaOwvL6FV4TL7OhJnNNGnHoOdYSoNjndD3ChSuuBqWLo5rNFjcd0ciOg/GIc2shyjA/PQL+mAM24Eal6xe9fZjpunufNfECzekCGSUW5qTvh3hPkEcc5g2JwE2PwH34Ju84tP2d6NY4thNnAE2/x00WMyzWz3jNKd4PndGzicnNZl3fsAHBbHYedAiZ03sqzUVbsecKyJv+CvVrxcJGADfT4XvU5wnfgWdxvXbEmIqHyEf/dROPFcEw4E5OZQyr4HmqK4Yirv2d75mlpIKBgoGCgYKBgoHbgYFED0mzeyRawC9zL90ir6Ei28aUvof5u5iy5HsbCwQduPheS+N88hTfW5RdyR6KZrS/K2mFV6Fs2aF0Gt5+xm/0rjKHPJPGbOAhaoRgNULNqicUzy6QoD0SHSD9KwUAfM2H0BvED/WaJA1xnrSgPawVnquXeOnvh654mOoUaKa2D6pb3g3lzA6hjGOcLIgPqmGRec5Qe1QImAbotgaBeQ3NvOBlFzn3vBD3gbMPw9NVjRKCqD8Mf+I8HyohKoy+Cx5K4Rz8CzTslJY+SLmQmoNWA4cDSscVvFbmtfmxZwJhCFZrxq+Ft227r1JOpVbAjP8ilHSKJ0i3d/537dD12jjZzXXmDLwxsJ6VpnSseXvmfKPCN0Ivx3Ln/D+rcp4ny9kJ3eu7BcXUvoUmV8gv/xljFq1Pakx0t3Mg8Kz1MBbADXhz7icc+fQiE23KdzDQWih/Iv8YYWPkB9LYpD2KNC+XcPPerO6CZ2Jt6iUsZm7MXoA75wtgrVu+nxPP6bqFwyIcWP3Jb4FTPhfhqmkBI8PndPBQQQNerq2ukEHL6XGOmf8C0ur3I39HUp9bFm/N+7o/egWQUYyPeW376ajdX3Ffo+Nda6gn8Obqvb0JWOHX5xV4VPFEHg2e0xEdWJs1CslHA974VEAAi8JYUsFAwUDBQMFAwUDBQMFAwcD5MXCx1Oj54fiUSkoo5wNU4D6obRT44XZ5BmFsHNFgkD6AkH8WQv4NyFKZKdE2aveeh1nc2lsZnzmMxherWfMPxNz5RhDBsBHQvWpHQqDPEfANz6Ah+xqEO8JfBMCZ8dha7UEPEMzIqGP5eFw/Vd1x9BACWNwg0+c2BJAwadRXV39iI+NlCPefwlyw4aI7NOKXJo3smyDSRyaqanFrjdXvHcRhnsGg6D526XI7d0h2hQOhZ7hjYvOnXWxi5Y0zcTceudjOs3XKfCAA7+5DAPs4TdxHK1movF4YBpqx0c1w32ptivs5fif3ZLbL/NprjtiuiTM4sL1meCBcIOtGKjRihSHjJ/KmkXA0ohxYuHHym+rj/j+YF2zgLHARmc/4l5jCyIQyQU3s2frGI/TnAQTB4CI3dUYtMzcJjf/b/Jw+vA8cFFwU9nqPV45WDIz5cfst2tdVoYzfPsk1zEYTlqdd/SKWp8/xm3hw4jQOO7G7fZUthjkbHWwmzIj75rZYSvk8/tx0YpztbqzV+l2WxM/A4x9j41WRdayRwEV+50wrsSBt4/rwWAtclS5Ojfc0/7Zr3iH8zXWHiJt43WAfoZzRclQKRce5uAqBQm/cL3dXYLa/S8wqtdUVPq/m2tbi9L7vRpn3bGkwEI9bt+Rpw3MzDl1rFXHWj+qrbPjgoi/Wk2O2Of+0vc3XvCfZOBouIfzuP+a9dd56Ntde7hYMFAwUDBQMFAxcLAb85qXU40p20LONilz55oWeETTVhlzAEnKhMEkDZ9Bn8R2Htumbt8kMT8L/i/y6qtBYE3bnWEErlqNnh/1YIkVqJZTtZsCmC+2gI5bPz39FzdJNKKfNjhDOBc6kSb1/QK3ySAiLtFJGfnRBCaVR6SdcVBsypd+bVl5rPuhSR/IPEQd4gG7WvW2im9fybvsZOEpzOIRfCLsGBZnGaA263II3MVusA/7CGLF6egoea6Rnt4G0cn9CV85qrJPbh6jnS9DsjEsIaxnMM+b/Sn2nftA3aF3jw9ZaemPZuBRSnsp8+ka0Lc7wOtQ9yFjS30P6d7rGjXf6/gTe6FX4Vbx2jWtkq6B/xIdzzBjFR+3D4N15djhvsBGYlZtp7sgyV82fURSFd8CDVMAYcKTnK0X84TMUWo5a+BbcesdYyr8Y1zbW3KkS57sx4sI1Ecow7DecVL8GVteJY++insLIve5O9iTu4X32AIq1CllvYwKPepHocfmt23mV9KdJ3rZmH8v3bds/yCMUW27BfJu2efraNXdSdd3vqk/mL9E+QmDmlmG2aqzpG6z0Zz1e8PBAl9KFvThPg1LuFAwUDBQMFAwUDBQMFAz8DWAACvVvOUGsywBB9Cpw6xFC1AgcB6xO51jgDhKgDfEjcXHcItA6Qnu7xZJymqbkfr5/uGZyKqkV3hxNzKHCCq/5IYz4fbgzQ5iBxmli0LCiq69zKIzWBdZmdl9ePuSOMlIHpcTWhVZ0/xCC1//GHg8av8YflqFyoyiEKbC19TsI2f4LvucNLKZtBKZI5icYiH0aduqtTT/LArvu1jrcwLb90zBPCmCNvQvhP2FOsiZwa7zb+pfAc42iiTkIOAQp6tsCSzCN6+3bhsJcNFDZbJh1T/Dzm7Qvw0ufGzdwHPG1UYeBGWpindb/yhO0lrWGVtNXmGl+KUSk6K4UfcRtE3m0/mxov5l/A61w4lAzP0/1JCx8k9DdjYY2XN0+T9bngeEjID5h3pwqFRBsnB+RlQ2IegbzjVVB9Q3G/0GYMF2tBVABR1Sw4Z8C+prx6KtfYhX+MhDrxDulYOqBandCg5l+D2glH+H63LhOHePgZpJjmuSR1JjHbsGQWyv3QyECbWyYSJUkquZN7hILLqSyqQvmFArri3myUgcjy6ZB3X8T4e9VcnwRXDjXk2DXszDE3GMdrMf6tpnYR8NjQN+8ykbQz1kbKiW4YTA+E4BpivaBxHZwN95UVxnHJ8nMhp5rjuTcW015Dq7PQ2Ai40yRPQz/vHkWfOKukXnVR10xwFFjqs+xdubQXIe3g575XuPmkI2A2BTjfjDj5pisvSibxyBVxH9bHg+eDcMH1Sc983CGENp57QSKvrqGcn8S/HoOqI21jNBfOJOWfKorvUtzfoqemahTDwg9AvjqZXJjgc7/3HOLp7noVUkFAwUDBQMFAwUDfwkYGL+ffL+TUOHPfKyg+RcKTPn5JlgP+EaO3/LZ7Kiao+zV1dIZUkVn11GHZ5vX4EuwKutXBQoJqgxjPm+Cdce9IEyhAaC9VEJdWrRKBCZ6YaV00BTc4dyquCp8HTQ4bm5DSBMf/rP7tVLnph+ip1UIhiBCWiWEcyNdsyn/lnstAuAG3qmufsvx8ZZc+94ecYyQa0CI03RXwQOWctB050twKuGt5rfUgwV6CLas6bD6FvQb/Emt1ej8UfAFXChUS82eP6kKiuWlIW7w7FI1iQc+qD54epVpewTmTX0/4HyFOQZfa+zkoBLpa55TB1VsZoRW/Dc+sfxPTxgcWVK9L63wLlvqDaE5PWwRANeMpRaQKSzVlHrdUvjM28HBAiJrBCA7+JOT/hXg+oT28pjkcV7iINHK0PN4HRrCPTvK2ITGgrDnuAi4poDbPnMmqtVaHkUJDpVXfZL2QEZY410Qd8kHfOxR1Agxm/pB+kbmEPw6GhecpnODd3NfvYKXo9doBL4z2gQvpMQnckFnBpSpq+HrwPdwvDeCRzSPGW9h0jo4XM27Vmp4YV0ty4vm74nrAHwbQ7w/eZx+4BUi1sAtBGqlagTQWlNjNd8CW1X/inn2CtfgjCPWA/x/g+eFBo98m3e7ViosPwoGCgYKBgoGCgYKBgoGCgbOwMCtpkHPaP7TfqxgRmEfcEBoGhOo776L4EThC7FlIJZnaLoPw48hmt+ujmCUJO8vFmmJoVFIKCPTwfwd1QqhFf5ewh0uLnFbY7kghOqxaqufgwF7i9zAHsLKRChfBCZ7mONeRg9B+KDr3ZOrVPtFcJMEUSBh7D1M+AwXUrgWqno0xTtixSIyr0PwdUIdCGDgvTyizKaNG+A/vRlA28FU4f53uIyw/e9B9hdg6Ngo8b44sE7gtKyWhW6mnAw/AcY/BNMVVq8LJs18btLsmZgLOl5uZUpgdmf1Ixww4rpHwi1ySvmcftW6xlKztsXdbIzN+8BBmwGD7QP6Rj459SHjKfpFTdEvN0rQtm6NzTNcoacKxdi4sO8ryfzjEUIvNpZmuClH6CVThY+qyJ3qXim44QfwsDMQbsd42rZfqT5/6Sr4hjmE2e+j/6t9T5VYzgNrELXfcd01H35KnxGCulpcXwGjuVN5+5LGknKT5BaFa6BH+eK4RfBOLNyOdk/3e1Joccl8aNnEwfKjH15n1J9jyBC+8sfNRa5TF8I+ppj/WJ3MjrVE/Wpaf/nhHmfXsBb8xvzt+98SLw7hp6636NHyECVpHse4BO50LkbfEfo27RXw+DXWINrrCN69v3eirsbNHBUB3HyCmW6wTGd7kLP1OBGX/U31uuZ1z8wG4nCFa+eZ4+hmXQzf3viPAqEswHzBQ0DF2myIw9wiAG4Cz47DKgwxD5zfWIkkC5a0gRJ1bfnnfMjHShbWXBppYigOb/EuxRqfDS5n9Y4ZsFJF+VEwUDBQMFAwUDDw6WCA7yPfXhX49LKje0y92pytVLr+Xd8OvT5CpNlU9Op6wnsgqIN6GgvspjeCtsUFdI+AkA/2grbdXWo7LKtPrEV6mnojFMZV4PwcNKA0yUhEBx2xWmr1F3nh1fru9QRf0H/kiO6Jo/3xtKiXNoNOh45QKbCqHoJUNizJgXVJU0GT11h310eEzSFUyrngWQBmaellw6V8mXAtV4LE1pV2oo/SOE+yb78M/DqeUu0n0P/gL/iHcWTFn7g/E//LJqQ6h+ZLWE0/zFio2HyzyfYNZXKj+rh7kfoUaAnfCOOZ1VN+HDM9Z3VzYmBjmani9X480lkNyOtIN2PlPVynz/CCzuWzik2eu+8wVF+qjo4fhAeB/9c6mRoczwtJjLNKEiqQd8NLtAGfYFoZnHGc18ZbHA0RFugyBYTzooAKCFb+MXP4/Q4KKm8yZL4PJzCZ03GfjL3KswPugmcNPDO8eycv2PD+XO2YJS8kuVxceRXKCCf9CzSDx4G8T0IL8b5wveN1Kb27vgbOH+X6CzzLc9b3wQriLwS2RSWMX/DkKuq0LwIfFunhxW3JY9l63eKmvbnC1V3M1s+luRZjL3yumVuYqN93ToQQm73Oe1U30HzzeOebekMezS6xD8N+AEYB6VsQj8q/goGCgYKBgoGCgYKBgoGCgXNgYF/O6RxV/2UXke7WNagEsdaeFW5fZ8P/CbtwBcHTXVyf4H74Q/ZfnmND4TqEdNLW7oPpuKC+LYh/gOFa68cWJkFGoT/5CsyDjCkuoVEn7YgpNMz+P45/JY/uuWA2R0Gr0EwZ2EW1h4AZhdjoAIZufhkN5MdpAfe7WL3WCOG0aFVzuIG5HdpXqxvN/yLvbwAxuYGT9RU15iFTwC7864xagLSFqZAZCSYTAXRz8hTjANGPCzE3hbLoXatsboaw90gmltgxA1q4idFWi3sLw5IZxnwm53pK4iNgZtOp6nHDWz8B/Gz4gBvj0tiddDBvwEfrZpUatQg9++Y/EfrhZonfKYmIaZosNfqfGMTl89iw4Wds6LAh1w5XwCgMo+7mIn/q93Sck7DREjBqbDb0zTMwTL8G3j9R1jbYosqM1AScbfPDjRAFrnM2IGbVU/QL6xDGP2KNRX3iPfUvaTjHQAfUugOsiPc779h8w7ohnufuObAkGb20keE5HenJ+N/2UXqo66vwnVdGzemMN86MnfWmlNvOv1P9LRb7A9r3AxrPIfijjF3PR86d4B/HSoSIY/A+EK+p4uhwJRZPR7yl/Lk084AiS1jSfX9H7F2sT+Y1mwJuXFC3cJhsJm/kpHPqg6tO7eZ6uAqjy9rHIqfDwsSRtfn1dqKyTf9iirC5M/+Qcs6D66xdxsUUE2yJy+hyKDo4bi1tPMSG5IPMF3DQosDgMW04r5t8TrWe/m8fiTE21K/GoQVuqkbgEh5yoTSX3er5Qiha1K67XH8+58yWBhkZf5Pbk0vwRblWJYDqRXBwssD9ot5F7tPzZ/GoXBQMFAwUDBQMFAzcdgzwjYQW0S1mX/2OM0qfAcP69yo+9jzJZzNNr6PQhn/QXVQlTdeh2Dhr7icPXk/48zud6bsNBaFGxhTWkr+HNpUnsk2SlS5zxK30b9v9SZbxMmhpYOjhyfqTu6v+Y3gAeJBUrZSQbSVsjEVWThEPE/e2Nd5PahTPBgQeAVbkGuFcKbH/jxSXEjqpuhtK7TEKaqG8wMh+Fdk3aK6hgz6DPtI7zXkTesHwqPBe0uMKdRCwGp91gG5NSoM0Jo1NA7tpphECMqVyCBzBW1dd4wEKpFawSGfgUGSPCM+0Wkc4mQYXuA0uvSO8ykhPL6o84CJju4HPaFp4rh7lylgrYyWT9ndV27UoPxwxerOHwN2DwIWCs9bK4xrYVfasZ9Kfid59G1ff8McIqZdJYe7uFJa2xGZtULytqweB73PBK9JRCu6/lja1kkYPToM5c8T7pUFRVgvW5DkLOnyFvjb36hHKmgg5GwStoSwPl3jxKamitPhIn8Hf64HNd2By952UwFfajPkGXlRSRpllIHb4UHEGdq2ng+laKXBxP1wxbUuoHdZyhcejxIcrFnYOeCT8KPAdEFD3eA4YhBG8udamvPzFQTWtiRnNWMchjHhFanh3N/DZ8T7jzEJirbPf0NwDroCP98jKezzwO63zIq+ZX/FyGuc1VsA9PGuPghHIioZ83POdqgmH1eN6nEULT5v2Y+xDSQUDBQMFAwUDBQMFAwUDBQOHYUDK628yJcJS+lPhy+eJt/sjiHlc3qJ1i/STAwau+k9kIz9FSAxxn+hR7ueLC0BbJq4RovYQ5rpYOqqepnncLodrHGMIARJMeIOFaT37Mb8/YAMi3Zsy2zcNjQiBuK5gntrh29Wl2RPV7A4EKqPAFTJclgVG7P3qxvBrYghBqHcfQ5gjcBI++xICNAl2cDQeVutxKuU844M8HlqAznUbdvJPMClfCg3oEP72uoVLbYSmreVx8ds1/0pTWt2KKdtVoDUdI+/vnxS8deBgVv9zddSoscvmwEp9qa4kQEtul7uKWMjz12meDZ2AI7eZzxvat06OjJ8kEAaRaIAb+3c2fAPm1/7DnmMBruA7hLlrsITmLBsirXGxYOarDuUAN4XSzAmcbcT/Gkjm6RAWdnSsmz/C/uPfE5fnXjCqNQFtr4yh/WKujGPedMLMXFHwVv8ba+ZNmv8TZVlHp9LYj/F+FgRH+/RVC4uj+r9T/isBS4zpqTpO3xCiFs3hGqvTobrOPFVJwt2r6VxYL2epvFEgU34vSiH/xD1cT7OptrTw2DGOY5WuATdWZmGJ/SK4/HduaIFtWR6O4217yerV8cdSPqBEfYF5f9R8n1+PsfRRSBF3rZtHu+Dn8SSpnMDeFru7f2Qp/gfNvsUadQS3we8WBgw1m00tc312xAZinVwIpvk4qXyvSwXWWLjgNaFrfsFmp/PxE+YGDLtzMubuan/UOK9xxRfuHreBudb2dC7m9WMWZ49KPTUbmBXxuOtQhPCdtjJ512orPwsGCgYKBgoGCgY+bQzkb6T0AsqMWJcZUiPo7kzfbqUHVr+ru3uS8vrtn81wNzugZBlEovTS2UmqoW7eAb7fxTf37BJ75ggaCVB0pYqlXAU9VmGdBodBrzfRkpvqVZCNkKN9B+G28FnuENxsqjPfg0CRPodeSkKmRGHmp2edk+BHeozwOTd+E2zmCskT9NFZtaw9z3QlJI78Uk/oHt1Th1Vr0D0rLawVXv9JXudd+zZWjW/AB2A5mGm26dTYG05oXQRkVU0MVBRKhwgtkgSN6y3v91v8Q88RH1YYm4i1i7Bf5VNTxkX6teW/cyHR4HrZmc3uRyCP8EvL21gDNzFXghiFX2S+KqSuqjfo8++Yj4lH3gLQ8nbwrnpOUhlcmvwxaGi8cQXH7ztB3nadv10W3+8q9a/BArpGaDnHXXqlIsLKmCYcpXUzvRb/+BMamP/dFVaW63S/VvfLldtKuaXntVCuWcuVbvGD33SOpj5M6wx+hXk/ELqomicX7UmUPM11gdduADDv9ADWhqD6Lc7ynCTgSzyePxT0+vZqGct7WFNXOMNbYhkccznmnPluRQJG2kpxnsFj9Srg8E4M2Mf24rsi1CjhzrSG/zy8m7iGBw1h8IUO8OZOuqZjbNl/qF5ACfx1ph4wecQ+wzEzAUUgFCJ6lNM7hP0h3N9cW7lbMFAwUDBQMFAwUDBQMFAwsAMDUlh/Q2m1u4bznaMBOSD8qOpvQXzCPARBrNseYrq2P4HEfwkGDC1PGKYhBGtL4v40G3IoKiWux6P7ctXOn6pm86dxh6rVqxsZWoK6bUCso+pntH+duLRquPMUYVnWgJzS8xmCJJTNv/Y8Q/DXA26PYTx1Q9WBIBS4I4k547X0/Xvg5hmEk8SU6RHukCdizUyYMtveN03zDgo7EQjNZpdh8HGDO4NJouFkfQwuQlglZkzvVZ90PwO+F7ivmy0bVdgzHePptWWmyWdpMyL4dip1PpzochiriAZt2BvAE5YSZN3Ep8nYG8trPvySMmjXNgi/qCOPS2ottTNtOa4zM7vyQIEgG0zdt9gcehrhnW7muIem/7akALgZELYilO/7X8fmV8LPthLp/mJ+TMbNJ8ZPOlYzfmBjhPE2rc8vBcyN1gdAG4l5qrVl37/Khs+vwB0a27oRjpHSAgBMp6oi+zR27hRWBf01sX7se3fyRWqfPs0jKz5NebNgil+s04l31CEA1iW5KSkGLNvPcKQNAzYw6EVDB7V8rxC819W3mfdfhhFO7SxdL6Z2TvUl+pbw4HagyiJ9h/VxozW47gy1FDd22ah1jZS2ZZJEvLqYKwrYEbpWCEGJdz1nwyfwgHDYsXXDJ1txR4cW/6b9phch+KR9cF8R38u42APzIrm4z3lTf1MVwky/dZ1GvLFZ/STt/h24c8MiN5JwkH+tnnOd07u4smZehOAVCxzdgDdYdC8Xzzhf8pwDD0P3JSyWr1LJXeRj/S6ekTeuN7UzbZNr1lIaF+Zl8wc2EF4FBlxfM65gfS3zen3rv9eyl58FAwUDBQMFAwUDtwUD0ksoMeG2s4OWUdDa8nGTgoiUv49nwrLruzZ+h7HmGwa8/CBskvZWaHhWEjbDTAy4CK6b1/jG872f0HZnld/nuWAM0OGz4y8goEJoQogZacmg0/2eb8RB6q8hP3R7OuCdqCcERq0Fpt0Kelv+YEvy+ZmJMUD4ULWE6sDaVm9QZ2NsUqmgQ5c2hLSptXJDQa9RsDVNG/s2zcC1eab5dDNLzXX/1WrWfwc6DpqLmhM/tFb2jJ+GFWoQsNYVSnwotYo/BXH8C5pYhcXA5a56AtdpPBoVaAltUncPUcXdwDnB87QPu+rLz6S1xR+1VNB38+Y5hINvcZ35I+f1OLdzmS1nZhdzX/oc97fVI/AuKhwgpDtoQNcrZ37Q9/As5rjW15ku8MkxxtKoZy2UhOeqZ/zm93E8AUjChXVrKITIU9m/mwIygJaXb8IdOUomuC8Wr0teJ7KM/9I4pvlk03hoYp41w1XW4wx+4dYl8TYwD0+G52led/jicHX+JT4u8SxJmdaQVZcZW+PZju/MWwFibAjoOQmUIKTunYsVvNc4xIkfEXeOqeuTEwLgusPDE3sraT9h7M+tgM86xRXJWONNZVzq52j7GtcoSgOQewuRWAc9AuAaC+V6+BoF3E1RAJzKp0y39r98mgrcFd4b+upl2sel9jjNw+teD584PBHvEXYoyMM3KBbrza+FW9uzUnvBQMFAwUDBQMFAwUDBwF8WBm4fhfcX02+7LEuLQBc3p7q7bZtvQ5ArdJVYV4iABR0Wt31zHWEOTIQutkxBtVP+wghj2QLruwNm7zJk7T/y+6scbniwudBhmdwRDwWhWtf/HNDYzIgncbqQfwrxPMSJm0FH1XeIJfU1mBr6HDFtxBcst1kQ6AxoNVe42K2C2YmbXHs+Rwo8JibNGhTCHQ/fZfviB8CAMJrfCy7A6t0wwBV2zTHvX4Ix/AUCJO4rOJKZ0XIgrs18WOpxg6tmaY8LqaPhH9hY0J2afR85uqguQemloDTEoupg8uf1NW7A/K1v5kSZs/5Zp8lRoH1dIA9XsCS9AoPuRs60/ci4+GcJLS77/nfVjflLlCUG8Pbsi3KnLrREpUO6Qjuun67uOHoaZgzr39gUyfCdKsUNnsG0Gfu5QQA+r55hPNDIxyI4rRHwF2PmBs2WesY5YPt1w3xHEUO3230vA+q4pvm3qfXpMzc0tMDuUNjocL0W82FzofGujGNiHl3WxttqW1ybIRCVq09otO0Mw67KWKv0o0EDfF5j+Tp7jsz0md9x3loUnLN5p8XGMZb/bZMtcSggXhb931rBygOZ6Lp9j9fHr+iHbqBdWxMG2Y5GvfbLRwq+6Xf/CLnuZ8PZ986BKcY3jy1nXPNV7QtsfL3GyKkgMWl/WjVtB5Zh7LW0b4jv5IZcJOvcN9Gf1IL44qr5LR4Kfs77ijq0VrAe+xzzaN9KS76CgYKBgoGCgYKB24iB+O75NeN7JT2kIl0LvRteeMbvaHzLLgImv5fQ12yi1z3uZkPhbR/iUfFbB42FgLB6HUB0E5zg3UrjHQiuUNQoyg0o51YnlxE4KwQb++95Iw4o5f0g5qCpUFTth9colnimJQjkOXeSptCi7i6UJIFLb1EHJukh6TIVBPsmKY4mGlma5wC6Z9GuZfQgBWiEizluCd1jKI3Ak/TfgUkc9tDvCH5VgG4QbgV8zsmNeN9R/6IueQtcU/e4cOVeyG12FNv6KGhN+A28Qeki3dirA4rA4Xo3ComLfeZwbgEhMDDNCLVDUGamTp5j+fmBZ+feKHQMfkQlCSz45ZEc295wLLHGt40z9G/0DaVMXD93PYoGWNvKHwRjHP4CEAAAQABJREFUF4LuLOw+ELZN2eXd2ndhcVAwV/Avz7IzOTeAEf7s0tGDvKa0yuRn9ImLfI67F/Ovx1q+J6RO170fHpZ215oE+sctirzwFYl/2obr3TXt9xR8qHzRvM9exMu8b/4QQsysdLyoY8RLjXer46P7YU0RssYay7BRj+vrwtNYp+3Do6sQ06N0MrCPlIS/Y/uxTnEhjwL0Uf0YeDO+M/spWtoftJ5uogOuneD/bPkawuqXQ0EhavQR748ZnrmqHsUIFCRild/ser0JcEvRgoGCgYKBgoGCgYKBgoHPKgZuBdX5F4uL0NaE2NV9jEzLidrvw/dgFp7GCg2hJ0SoArWufq6aH/0viGXcr0HgZ4tOGdcOQZMk6uLwt8KncyTh0dVOhxBmhsvlurkCcfs55U8IABWHIsRBsHYy/zEwvAFsiUGTbD+LZRDWsxjthA+1PekXrn/67kdYn/6Idr7MPe6zKRSCQRkEN3rQ+J/f8X/zDGvX2GjRGhohEhtUGS8gDQZDRKWDx8G7Ag11jMn6OCJGjkJbhWyMh8K3dngKFtp4L276kBirYCxlYsLaQCvZD6qTFovoVpyoQU9bkfKZrNNxCfjHLOMpux7O5cTBHOvbWfUkFtAPB5MhlqdWEWEVCk7qDkaTGEU1cXdPEPjpCq8RfhiSjPdkJWufp0du3DkIjCJnMZIKEe9Eg//bwPAwOMb1V81GDIJ44w1vGsukDY0AuL7G8SoCTOYqY5Hnq60t8T+2PZ70rqS1r7N5GDXoe9pviP2sMoIobdgUSQJQrgE15msuz3Px4RjWaGd3uPvt6p/CAGv1acWM6cjUZpxYNGuZh8DUPBwK/kLjuLqPdfh97rGxoD9jkuoJsfFEnWIy7kxgUUhvHG+tPiot9tv/zZpFe5jUjEgLi+OAyTpyfdaf8N9h3d9rgdo/TFliIAGPffBtYJbot+VJlo9qnY8eARV3Q0PiQwTAr4Gy3/KIgsCkfkK8LRjwvC48Oz97J4GtsKHSYvnca4E/Kn9k3Dl+0X60RfZIzhVxaVnP1sK4sz561ua8cT64Lk5bH9coOaSY3mmu6nq5qR4HHoXPbIJFTWMznka8Te6Ml2PfYyIn3CQ3z+9UN9p/Yy1hHSQM6+9G+qGV8ZzxPWmOee99nXEybpfvAddFqiu3l9dpoGq8OZ2HaQx84Ey4kVwXEqNcjDh2cfYU45TPy3HL4xdZyr+CgYKBgoGCgYKBTwMDI41RQxMnLyl+K/EoQjiLlDbTgflZohn8fk6/ofn3+lm6BJre726Ptx2VUIN+nZb18534G8/S+B5QunzfP8JDzhuQBx9MWlstm+DK/9fbz7/zc85BawQY/IA2ZLNf18FNjVUfcELhcPbYlKBc4nvvP/mSj+EMXgcVH8TvpZVoLju2P6Vvptc52+Sc6L4j2pFWfBC6DOGc/AB423bk4uIvaat6R9qRMT16lfLvBo5XxyyX2nIGzqBDR8wnbzXSlCrM3g1JhEU3tJw9zPThlppWbps3aFOFkIxvfem/gO8dwJWW57QN9fF007+MY2hOvMs0/VXgVrhMO5JnB9QX848Z21FoCK1fQ4tchxfTO5a8mDiVpl2vdErr2bIwjUlr7v4upoYen4jR6vhvnV+50I4ztK0ecPQU5nCDzIgDXKHEwW4D9bvvYPkJDHnO5bOPscztm4/gQxEU4h1H/ij4JQZAruQ8abqO87UK3XPW8El3HVgTnx14jAbGsVs05m9xyZn54dy/o3qC386VxM/G+uXXeVKGyTOISgf4M2atQssKhfyqxa32yAc5F6fzMc+nAQXqpvoaB3iLuUZd6cVwHrC2lon2ZDDkcRDsD4RgOhmuMb7vg8ux2AhrA75U+lDB2li7s+oK166p/D7Pc3Rrc+d84JrgiHnN2xPvSEN7nZ8I/XmDB66jZsaUOVbhbUHF87pG+T1wZvncmXOCcFCx0QqYd05XPw+OeHej6JFcswMjodHqE+LC8/6thTctpoNaKJkLBgoGCgYKBgoGCgYKBv7WMSBV/zeUJGhhwlqIyhnC1JPHquPuhwhf7oahSYKkDtdhN6ofwxS9AcEp45XRc/GoUnjaIbAb+ichzp+GJL8LpkaCXWIc7XIYoI9PXgSeVyCG1SK++KR2cYebrjk4mLVPw2ThpisLgoKBUegMt8VGSofQtUbAVPXZXRSwbkz74mosj9A7Ni9ufANm/HvUj5bnwvrYPLkdGE0tsmdYu2IVXdd/HJ/lQZrm3QjYhpvCav8UmH0eFg0c4K6sR/u6Rks3hJmLUuQFrrBMRou2Z1x6hG1J0JUEWIlBzfAuCq5d2KaHTIyH14oJv1jdMUMA3RKTilamglxubEhuiX3EfH6uamdvcZ0UBDZkPHUrYUw4bVvY72AdPAxf+ADoNu4UdY0M7KnCKzeS0PFkeI78xOVio0Nh5CJNNzYWN9NFjgsbQsceZYzuEdYBm2sKAaPtDN9awcVPnrPRBwJp84/Vx8NPw/LDbZK90tg/3YUNJ/S9u0wxBMCWB+5FPTE+m2oc+0k9jkOv8LfhvcHcYJsqjS1Xu1KPsFt3alV3H+PN5thiPlAqio5tnKrE+4qXSQGfViAIf/vXqhsnyRLcbcLAY/RTnPg7iaTTuKNVjdvpIzZyhrC6djNnN7w2l5L1eTh3SLbBWNSNljduGuIOXRycStZvOf7jZlxlBxUPIuc4HgFn5Njz31iuw13mnPd2cnkGWuxL2STYE4klW8FAwUDBQMHAp46B+Gap3EVMxBPobgUghBdJKX07LwRGP4+01SI0nKH0Gd/+oA921B7fWr+sfLGJJ1nN3iYztHMICTNNsKP8no8SCu7AovUyHkKETQphpDW21THCZlnDejRYX3bVm8AqTQpsC/ri/DgM8XfwZ7okVdAkzbRvsg/we8FUws/hrWTAw5MWrUngDy8w0kb71pjyo0DpWFoW3m2Gm9k6FGilEc+RrAwYB2jaUPydwrTA4R71ZtfMPYqNKPkd9z+iEJbA1uezoFsPGIsJHa4CcrhUVgm41tsNuA1l4gPqs5vQ3DUxnasOvues+XVml8W3R4JtgCc56V+im/AE3lfJwrlzZiJvDAGWtu03uHZc7RcKuYzvhdG0jHEPnT7Hq9d8Lv+7RwpvBPBGCOOOTv4RWO6B7xC2kReZzpU9qtuZxXnIe2VAwfqkx1p+4mJ5czmEms6u4b7qUg3eYjx5Z1jPLUn0mz2CpNRM6JmGkFS4rA5l5ODFnQuOXV7X7jF9iTcGgnPj68ZaMs8tTM6b3L7KCS17Jwj9+Uejjtsy9bHn8hV4wm8z/YAv5uutwt2y3eWV3xX3HVBMQIG4q/jujXgMK3PW6hHW3UOPK22U02v2rUoqGCgYKBgoGCgYKBgoGCgYOAwDqxTgYWU/g7ndVJEIR0tUl8v9P8EsPA4ThPWrmpy6C6ufhV7+JfeJrYpbYG6c6qdsvExsMLKnnu6+MbVe63Q7jBCkbf4H7p4eQxtXONBej3jDH6FR+hI8zK8RCL4DPDBY2Vp2jXDf3eL2p2pLz7EwvRGE9D/ADzyMMDg5bk08E7iCeWjBS9O8hJD4J/B5H7NZlISTODJbVj7ZGIj9jeWTHVcIzmKTAKve+VdwP/QDevYgAiHdcSUcJ+ZKOACvw3aQ2E9d9RPKvUm92wSeI1MVzM/uKR6axLBkA27mjjqsb/un2ZTBfZTMYzDdubwwCBR1Dwhdj7CGPvp/yfUbBKcnHDmf3Z1e+3s9ZaaPTsWGG/lhvo6GJ+jjN2kCC+zWOsS0WObQymByne4aJ+558EXcXeK96sLr7DhTU1hsw40TGak7q7YjBnUF4wxzOmBN7CZNsmSellleO/q6shvqVzhYM1i8htARNjgE5+BkqqWdS6YxTb8Sw+cqI64U1s/BGK/hL8ZoMtWWG3mWY06g2TwnFvTcGMhs9tmrxTpbGZfU5nI/QDt+YESjuJHprS+T4e+AHrzDYMacAz2LdKouWmLetzLWbFLo/nlAczks1Rd4pfRaOddH8jbAthVzTa3mBqv3CqWDTfhatL9yYS9Twl4IiN3AeR0YngMfxPVywykOTtF+nnOuGTcheX+p+NIz36qvM+fcaMnraVk3mbck6yNfzB0VZea8JxwH5mOHADjeV2OeXIPvCN9hHL57ZsTaHm48xm82tehBaj/DYFmPsxJ5qNexGtg0GHBz1rKmov9srJZUMFAwUDBQMFAw8JnAwEgrBG0lDYEXoK56mW9cVnbctxd+w3d/x6UpB+j/fsDdbHcv+dlUpzU+5psb8fsdMEmPwqcM78G3PM81il/CnY8z2l2tPMO5hDXCgQgb9XQIIprh68DltzxZH6+Wn/5K8GkdO4cW/QQ6pKleQqDxR+hqaZQRRotMr6OKZfvTGlevpfPod9Ald0Ke4KnIkCFBSwEv1ov5WC2XfyUiVnXBE+D7CGW1ZniTniHAhCjVUjDgytn3ONvXGBL6E6OGQmEtHY0yqdg4TwoalMqMQz301+BPEfIDbyTxFvNg/5qlp3VpXGM1WmNtvhCChmBqy1w7s3rmAoJf6c0KN8EwzWO9+4yjeRKnosGpsYmb7lvcg++Z8hlnwrA5Q1o+CLOw5B3q38CVXSOjStPcs7t57nnekDIP0OOmaejvhb94kLE1XrfC381lNlRz9i3gaeEbei2p8SAVewwrpRKeVt8j4Jm50CP4HFCYHTpoeOHa9s5Yqe/wH9LxyV36NfYIfgcuEq0vZMGOs/Yyvqxdb1lN92V42YcACeG0oaz0JsWxyUr/cIhyiYSbmlBFLSgJ99ntdR6ifOt+CXAvPE+5RiNhEc6cV0DdVo/xbhv3OYDZGtKRcl70f5Wtjfk88C6cs69kvOKltTfLBxQpfu3c+zj5Njwc48q6dXXcrhT7K+KB70lPKKGuBk724Yyp7fQSvromTFnzFOsCJfnYO3FBlVQwUDBQMFAwUDBQMFAwUDCwLwYyZbpv/s94PolZmbAvVbOT/4mW6Hfhp3D9pKC3YRPj+GVkE8/y/G0OUSPTq2breVlpik6TjDNHCKcApW7uxOLz72Gwn6QFNhJgpHSn3M8g1Js3OWNxe/xcMECpmkTsyvgI0fmgsmFLwlxCVXdYvvb9owhNnuLeXSNTlWoPOLVERqv14+4Z8r0C7LreorSCUNOmzYBN91Luzf+B4Y6jJ9B2fjzxxq1WnQiCEBQNjE1of3InBIzN82grvwgjg6vhYJo2V7nvXZm0hpi19ckD1R3DP9Ofr4FXNnNklnD/vcSy/bXjKAloadj/AkbqZ9x7CygQvgU3mpZTjI9jxLE7KQD/k2wX5YkPRPzlHtdyA+7IkoKBpcclOmX8vWYcuk6h43+QV+tfmLWYHmmO7G53+VSxcmj+hiXqo9F/GdOUsjBumT/DI+5DeI9Avq+uM1S4oNZtnPg0u3PgjHng/Osb3aLJ2OH+uab95g7wNvY5mk1zcQpBvmbLjHXK/KzfYix+QU/eZh6P62uv1eEaYO1XaD0z9yrcIasAcbbldYZgcsbtdN2+DPy/pXx+b/B8Om5mD7wwRm5wAvtQ31kdzR6hJ18F4uOYM6CQc+q3c+nsZCa8GvS6mnsRAbBzivfIWDafF3MZQa8x0JvhIaxkEP7GRgRCYef72O7ZbZrDeehBMdtnQ3g+f4GzbtCE35TPXEZex5Y5Eu737ufd9jVwrkDYvKZJ/nRjx3/qUmidkYTrsLpFa5y1sWzf9koqGCgYKBgoGCgY+OxgQBHoUH8Edfgm39RsAbwv/Il+OCu3n84amiuEJXiBybT21nJBH6iIqaD4PbyNvM2n1rYUFpAOoh9SkU3/oeKAxQNapbsCJlJYmtj03yVsov0oG/FWoUduvIkgRqVACQzphU2tee8sumP6nHHpEBZ2D+MBF+9JrcJI7knHR/+3tZHuB3+hJSWKpN3wDPjXcw60VwhEd5fd9lT6yZAuHVZyrYqMCEqQloG/w/iB1fpVQv4v0PYqt+UFxAGNrNO0q4VO/wInjuMwQ6APfzNH4ThINmk3icdzJLslzan7Yr12JS9MVjQdpz0qdv63X0AZ8THG0L0AYd2j3BlZQqCvsqOxlOfMQa2U2z/QmH0+OzmeYmZAMfcIvnBAIdV9iiWdfHYdO3MEAhFKA1+FkPoGStUVFsuMLr8nOMw0e4y5Ys2RT4jYtyhuo7A9qLi+KDcp672bScLBvkwIU1GSmHevgBB5q4Ayara1lfEKhVRLoNDMvsbQoNyChDbweQHjuuyO+0IeQsCKZrCaHiVsFIHrOrmdB1OruDSv499+jrclnsZQPM4uy1f6sGzk4q54t9Tu5XS+pV4EkleAU8WdBL99EJaOfYgBD2wDFvEqbtzWFHMNFLGua1xp9/V1RjorPvHuYNi7hje5YapUWmaPJhB/W4EsjRUMFAwUDBQMFAwUDBQMfLYxsKSkP9v92BN6BU5sq8C4t/13IXbvgRhO2uLGZDqp/gUG+uUQbsaGwZQRghxepvOhTcGpjEJoiUNct9VV+Oof4H72S8CDZqiajpLdLUzE0TUYhV9B5CrQkNGQMJY5TQS7DMP5mAYACNYSJglmaUDz/1L1P4HmMsz5DJzACIzCG9urK4SMvXAY3/UPHAjQ6UitRq2atVMGcXodEJ/1TyEY7s9wwTUbvgt1/zAFEISb6Gcv0wuWgo+S2YK56qtn4FV+DxxY+QWc5xsLxyE0dznXwDCrFcJdRQCLO+pwcyXzY93TcVcsq6Xlqzz6BYJ7mPpgKv2nKFVQ40aMza7xifZpO+YE2tTHWN7WxIE1/m2vRfY4ztP206YAcV3pd9v9GUYNN9izawjxZJgYK+e2DFIIVBWqJlgA61SyfdsOQNloa4bvMA4I4HX9ZAqrzHXc8psxFm8tFhWzTkHbb7iFkgKMmrHrTFOMxY0t/2Q4jXs7IPxsq+9Th+7EFGSndlJNubZ8pjKfk1o02B2qrnsbxvDHCD6BIZ5Qkov1Y3wEnFzxz1jgWv+3ldr/WMCAhzoEwpN+Ow4xFpZZXue6jc/letH18Ly/TiY2UWJeCq9Hrsuz0BHXj82TEwC/wYaTmuBNDTOrG2TaNwtvqRiWJAQey499poKoI9Z/MOjOUzYVIpbcNeDnfRGa0amcEOQ01kT7rK0Wy5qGuOPgnB2SyJJw5/bpfolaGAo2kdjUGHAl1/XXkvcENhYWdWTcUWXMdXFC/rpH+Nsla//V1hYlV29v+BWbdbRUM1fVbNfaoiZulHZDy7GaYmBDJeVWwUDBQMFAwUDBwF8SBuIDL4/AVxmBQk9YCdNC8TK+sH4rp0dk4d++3zy/3xBDrd9PLTMJv7Fr0z/oMvzQQHcdd9jk4vmm4rsbcRpRepMWkC7aDJP3z0q5L+ajD8H3oIzYP8I1bnrDeo48uwhrYETuCW2Kc2bhq35PfhQTgS+8zQTNaztjmtB0S5ohP5yepZHlzwAHGnUewnLoNi3RAmfJP0/Q1NNiG64d0xkkyjFeUxT+Vsa61MV30I0bCux7K+hHhat/R1VfpT4E+947R0oolsJ7HQH8u4FTxWr7zy2yZpoVpGlpbnzitnIsgZFf8pfnTQq2G5RHtRbsEGZFrGfo6uX6OLvmoEeh9+vqc5TDOlkeoMEKngfBQ+0zmDuaCSEw8yuUuVGSTYrCeY6nc1isMkabzrXrktA4nXxxjbAw1vqOBg95xAA38Gt2sW0/5N9LlGatKFSLtDY2Czo+/EzhOQzYWhTp6yuM5xfBnXgUwrVyqbLD/seaVDHY9atwVR6D98zxv/D7XX5P5vQCLtodr4VgYB+h7p8ib3Yfz02ey9vven2Qa68UHpwmFTXsnRh6pqt/AsTwxL0hnVSK5Tzu3wR87pkgnK6HB3iOoBUlYHdZFmvlIsf4VE8Yb3DaNPCI7etcK/wf8eYZtAb/3ZpP+ODNd+whnKr+Jm/kb4fv7yMtf9ln6ZuXWY9LxYmO3SqVger+EfaqUHIRdyUVDBQMFAwUDBQMFAwUDBQM7I2BCSW9d5nPbEYJTDUc2/rvobfRKA8hEO57e0j17qcwWs9gDUr8TgjQEC5C4IdFrlKmi0gwLuHKCSHdgKXpAIMyYH0IZxNkrMyrwjVjGmn929evQ5HDVAVzIQzpSIRyAkgeZMKHnA1lMEkSzbj3pV93HH2jujS7Qvu4NFtYfgqEbSFYbBGqtLj3xa1sg6u4lJawjDcOPglzB/c5b2FEiX9c4Yp7QHtdEWsIH0MbXm1pmHxYAV3g9fWPGaPrjF9m9N1GEJZzJscf6+O6/jICaOfEF4FJJshatcZcLg/nhKOnG+oBzdThCOEr+GnCtdmYb2RMDxkftWx73A43/Q9hBu9j3G2FlOtSWOf8i/GQwUbwXX3C/MTN1BEuh7sPOCwhs3xYspQMXg+jd9QqBH2Q/itEFqdJKLheY+opzK4KC+KiwxU2LqjFT4U7rEgjrGeNTaxHcD0bvo9AGUUILPOTFcQS79HvqC9Dkp75PyzCW9wdt69Q9nf8Vikg59t9VlDfK7ytjMn0I37dTd/zBuaGslMYFhsQCh9xb8cm6EmFNTix+uK9Yd580MKpBJAdc7iPjad/4D3wAFlYW/F+WI717nU95qO/Nfr7w/Ay8P8rc/lP0Vy8F1xLkVZh0PFbxeZD1V9lrn0p5nlqK+cfi511UpBL27pXnGGRX7XPszaxPh4F4KGsssBVqiysjFFYqObfpP2H490V6yXyHdg+ZeqOzRTa79hg6/tXaUQLAfsrfnx3lFQwUDBQMFAwUDDwWcKA30IPCRpovdl7fM/0jLPvN3L8BlJie0p59MZx1CLI1CIN4Vx8lC00pXlWKhEmeQiFcAiNWixYQ/luP+vGlap2/aCZfs5mv4ISvBMleGx336SS6h8iFnCNV5SwvttWfGtf19qSTuGQTxn0VjN/BJyNSqtrWTf/tPz4RPoFWr5BsVZrvO343lzT+l3FtXP6VzcIlXCB20FPBz8Vfdt33ixrhRMANvmK9wENPCKIOxeM9FdF34H5ddyiaFvfzQ0EwsHjLds77MqBFH+I9aH7OuLYVljL778+xtYkfOHh5IGq4TI9vhd+C+GmOHOsbzKFa+AaHql/IehUlQgOEVLXKGrW0OgqreuZKfizbXP4UFjpewip3QuQj6pRRpCOD/o5zfOo8tTakG9y/AibdIQXIfhn+cjgKy4AZwnvdDLmB+3QWsTVxeNA7EeEkNp314b3zQir+ywViuV6D+jgrWKYfXdeBHyBlPzPOeI8VFDdhSJw3+uRy3UjfPk97NkkDFjist8yn8Pva3HrvkuMac4bGW/Bv1GYLs+Gp6Rm9i7QLGGMEDwoUfS8a9v2CrDBG5Ij8Ya3AJwdVTYwhfXwAWP3c/AF3PCakQiTVDWfZ/Z9m0hLjq1rdUdF5VHBQMFAwUDBQMFAwUDBQMHACgakXv9mUodlZdt+H0b0KRgpBC5th+CCzRWEJ8PwLxCZv+U3NsGZQd+JmUT478wyeRgMCMI13Th1uH2tBwVuCD6J1QRXA4ODDi1a4Gplzqvnq5P+OQjfPyZrS+CZatbuB9+k8emlDBCHGs6z+n5i3n6v6k8QRqMtnjTGEewhoE6JGLPERO6aX6IBrtBVNgeWBoI7H9OqD70O6976Idr9ezYrvpoNEalG4p8+j+OQ4sS+itbxvwD664ivEDyJUJm9mxDyhMujBm15LSFr3HATBzgxYsuehHBKpo2kK7kKbfOh+Rk8yXvkR3isy+MFrGlOZLij0Kl/5kkci8zVXLdj1RPpwCV4irtzqlDcsN6un8P0EAcZzdged9iNrrARACt0G1BkOCgBxglrosH6tiL+cFezcTQZ29R3a0z9ynWHgI+Ntd640PWLbDipHKDW/G6BW8ZT4CehgPVITB/638QGn8I7WWZm+whHbjOd0zjke26eVcQf7rHGbnAZ5bbc1jTdxMibBCgcXKq/xbg+xkaBWuwKsGljXCNxXqkwM/HpZh2TFEvs+gXgJV4RazcUOEIAulJw8oONEjTv5zdYZzCwM2I+V/3d9JkOA/6Ilsi/EGZv27Swu8SNqzsE152up9+EMTZus8VXYfV3WBQHI43Fw/wx2vo6TP6djHs0N87jhOM8VunJ9v9u+6ihXyGArxrmgprbvFuyh4Bsjb64FxtHKjw8Qvtaz+Qej3gX/5vSdEzyNXVpDaAbuwH86yGgRQs/XKrHGO+YD5vaKPcKBgoGCgYKBgoGPnUMpO+3FLduMIfmGt93LPVOfddvFlC/t9AiWI22DYK5sGzdo86gSVAAbF+D/voZsH0QX3IFXKt0k/Vv+aZHM/n56Tx6Y2nwAlRBF9eGZuH3OlWzC1KFG3X/R2jml4EthcVIJOKkrVPw7qrRZ5aFZmmxzm5UWLwCH8AZOtpwIsK81fPOWltJmfPP9Imx1YOOymuB17Ng2P18wEqukZ4fEGYC7woVNKWDd1ajcD9xI8PwOjzHm0w9+J/dJP7pGif9GVAaVclT670B4WEIp0+X2PvOAJPQqAzbvAbaXoP2Q3lbL1p0OB/bKxvnAEJGFUGd97MBL0wIzo1p28NfDvKYN5mEo20Z29l1YMU7DXySKdHX1i8ck/now0VK/HaNYnLdPw2+9M5k+XEV7D2WiwpPXwCgNHzbGD7mOtXrwchsCv42wZXhhUfrmev9XeD6CuW0xuReKA9b/iZTzBvGBf7GeuUxGtxA9xXepuA3Ew6Y3fBawrsYb+aYwukGt9RHs/sYT+aacW0pfStSGkdqBwb3aHzPdNVLzEf4Mf6Sd4ARZ+P6l01X8fbSDL6/Q0gN3xm8trzZRYzplo4GFMDge6cbrqG4/Qp4yvziWCgG33jdxClucKHNe+22J2B0PJPyCfx9/zogoJgQ+OOEMklNXPhZ/Rh4/BTgu+0IKQ0WDBQMFAwUDBQMFAwUDFwcBm4NVXxx8N10TcEcUIvCvra5F2HZd/hlrFtcPUEK6/5oaP8dLu1auDbjwU23eaqCkajXdnMOgzRH2Nn3wnE/cMHkxHMIcbTAe5ht4/EMMIvZpe6p+m7ihtsBEtfGsKpuPIUEECIaAVQQ1cCSLFJhZEKI9X51Y/glAqJ3aZGpEjFXDtmC2QIo/ZXh6WC6a1wPd26iqLUeeFidkuGmCuHevAKO4TrMH66gQohlPseKztihfdI4DlGOOmS8uu4yY/EU7X+efupyerX9qFamiXmhG6quJgZx9QLAo0BA7mh/n7ZX8mjRLA6wBO2/zhz8IfMPbVsma8LBSubJD+FgU4vNtq55NuZIMEaBj0m2bZf2Pw5xBhvIoWXFUf3PjD/ul9H+FZ1npdiUbIjzihV0EkLbn1GTeIHjDbUsnrHlQH7dX83mP0QPg3mIFbSu4c5O4/i4GYXyRj/gerlD+KqbqH2AHxtw/snkHlf/nVmEln0oQNj+PvMbGGLTiLXEZkR/9GxsoOy3XrE6Z4NpNoOBxe15rSKK8eqYVbHGNs2/EeZNJ9dD3z6HvvmzPGb8ds0F5nFYNmDxUDHv6/5eMLZhvm9qaMO9WHZulPF+6OoXGYd3yLUbf25O9lgz1DWa73pC2FDvvrdie4wYYVX7Dq2+Sl1Y+bhJEO+FfWsp+QoGCgYKBgoGCgb+EjEAnco37gab4EN499j9fT1XD2JjHQFYo9vgJMg58xvKxz+s8lBGvDH8mm8vQi4VwS40Sa9+DG11qbqEkmYDvcLH/oAWoLWgCW70CBG0tA1PSuend1Yahnau689BPz4GTa4g2HoPrRseAOvaG8OLnHFTfY4aVmDK7eOp6ajBMhMFuxBiBt0dBO9q9p2/hIaEBbDC1QEaC5M7+noI/lMVi/+CwI92/ihzBZwF3bt4eo4La2PORXxd4Fu4Lz60Ksftc/D/wFUnpcQIw5KkcodWdjq/glItbGfXWTPG2XUNA3vwEGfPmQYe4ai+ShHDxCTe+XQjN3kHuAzlUxHKZd957Ozt4ZtU4K11IX92Vw4E0vG1Ug76PfAuOFFZH+XrELbGvBaXvic44j2W8qu6MPAuu0Rs5yrctB/Y9Lmyw5/H+KgYfR144Ce3MTgoQNTdVYTU9zDn5DvRrAgFavtzixNGDn31VnWjuwZ88M2263QM/KX9KF1ot8OToBUBdVYECHzfYthWqheu37Nn9lPu6oGAsW1wW8260eK85R1X4eL704NvBdjyo2CgYKBgoGCgYKBgoGDgM4EBqeW/2pSEvxCRQYV/EX7z/4KHfQIrvbuqS90lGBfc3dQIT+pfQliqXa+AZGQgFI55PTIVwQuOmFLwoYA0CUk3o085crhF8rxg7S8hxLyT9v8xiOsOwZNuqH1sjKoBV2An1X+RX2tCCHOFKzzu+Odh7GA4rsXZ6wTLZhjirkT7eATjCZOspnqF9mQ1/COCYOJYgYmGe4n1UEMUJh2Lvm7+/0B0v8zGCZsAtNWF0E7WGAYCWDxy3TsgWDxyPCTiFTqFu6j6MmcskLWCVRA+CgBDsAPMngMPzSthhVyxmdME8Z9wmvAaiF60sfPCsaTejmMOCm7o6qh+PBjYilhLCkWn7FcfwjSAJmlVaIzRfnjJAQEuN5QYDurKh4xomhOeKTM5UiWpduzOYWponw2ktr5Knx7nMXMhNUV9wDEexoXOR9SHlanCrn72C8rAFIFBLQ4CW6KCiTo9ot38L+ZyG/jvKDOHeZ81TzHWD9M2bqmy8HCc86c2KOI+2XQL14ALLNVrXEk5GhHnCMYyxTxirnDPYyVRXkh1Ma2r7Q7XYTXW+D2bB1qDu8bSngt4Aq9xZFioyGdugDTEV2p7VBXYCOiqF6ln1AhncyqsRFy3OeV6+O3oUkXANUdDvMb6t7rxGMMJAw5yxa9zdNG2ZbcmtZSxkO/foC8IwmdZ43u1QLaATWeeNUw8NjQbYkC19TfBl5YQNGk8MxoXcraLOLR+Ia9pCxz2pWYOdMTv6mev0B9rGvs+6bdV5D6Fu7HhQZq6zM3R6hnPBGG1wpwwOd/yey9ubPnXMI91zdU3b1QnLS6wUVrBo3ukmKuAI849XBvxn5jPzcmj/EYATHuDBdKLARykuZxwBRbs/2T8U835f1oXxm6fNy8wVd8AX77rJ2Ofs5ZzwUDBQMFAwUDBwGcAA+PnkM9iUkf0i6agcD7HVXB8Re1E+qYuuzOlVSyRj2WO9avkjta70GQUVyGs6rQadYNdqm5HIoPhLxpCqMwJVdP1KARuoVN21BJtn+4LFMNI/0obKCCpuyscD5MfPmGPFPQH2KoJN9FBtyfXtsmybI/iW7IsaQsptAohZttjZQgfIfaleKejsKWSuJ3gA2W4pu7wYmMol9N42FXD6Wcx4goVIZRbOMljlSpRsg3YbNBB3TOZHcCgT4lrqjVjrYBVBcM0KzKtvu28qRmp2wZBaz0wlsTxDIHTpox73BOMsKAWHGjEbhC+31P3x9SrIoK9no5GXg/5nJ6lmLDwBSqEGwMbYWGCS/pzf3xtBjm3pZXxhwgvrwM0CsxpRMYi0qxTOMfb4yliAzOSLW6zm+CTFBY6lKzZMc95T5mfku/1BdAZG3aGa2DmcUqJV9taP7zMID8+V7H+AerQXfXFpcX+ijwASYvQARhvDK/xC/5bBICHeCeOeWRdUuIdgiJEjZezo+ZhlLxRNgfPzptxCueMN3XOvL+4jPe2raCwPhA6y7BVwuczUz577VrQA1KNkFU30M7m2BPh7kUm94zyEftIjq0bDf1HtPhzljj7OyPf7+sh4yfe7VjZVh2huRhXn6X+bZ+rFwF3htVzjBOK3UP7AnsVbwIA3voCVue+34H7+SbcXvguoo+ljoKBgoGCgYKBgoGCgYKBTxMDC3L50wTilrUNBZmsKolV0/yPELg0aPhq8eeGQNPgVvjofyNAeQXiUqYRKndkJC4GJhmp4FI4Iw5Dk/9S82R16egxmhqJ/tAShZhtPoIYfwl+/f9n703f3DiufM1cgKIWt/Z9pUitlmTJtuR2L898mvvM/MUzH+e593a33e1FkrVvJEVt1i4vskUCmTnveyITSKAAFFAFyqI7g8xCIjMj4sQvIhLnxFni1wgtKLSCG5cm8+8nJethFbg3gcXP0UU9hNB3ivoSjQ4Grfjz5lL27eQ1nnuJ575C0QZ5fNtlAeEwxZaejlAAowgfEXq4yPE6QMDtL0Z1eekNaPwCge8lBHzDy7LoYkiofh/tbJFuqfYzYyJ7KHkWRChaBQoW3Ppwu5jisxoHcEzxsqxQNumpnfYpJmy293dJCIRkDsE5q+6ChkdQwOp5YfhhFZHrBSyV0FX9KR4NryI0sigTOGw7hX3ORSsP6xKDm7Nx9TzNvpGeYT9jF06sfyUNbf/FSiGhuDScwDggY28w9z6aD9Oj8LBeFuaq6/E+P80cvIdxz97PMQaFZlN7xEaBH+WocYsbFs+aN6Gdvb9sU3jxtn3GkyuT9Zh1ihf+JRTvBW3vvPBXtntVKdKBEhwjjYqQ4JOpfUE4cLHZmBDyXTStqLM+g+c33gYYAYRBhvkCewfgJgz6FYA7+3ZVEcrrj6n+CJnWf6Z/7kLv9XgeP83cewio9fg/qr/6+ZfP8QhhIaYhdL5K8LzsFjGXn+u+s6BIuEQXZMqSxTaautnjvcu36hOsWQzQo2LSvEI7Pgc+x/W22K0qc7g2IDAgMCAwIDAg8LdHYKbs5aeuweCwZk/EBqOz/abu9xI+oCIENB5fScl6FC8jFfBxcECF4Z+Lz/jEO4tf4n2mJCugZIK2MruTQ/5u+yR9GcZ5mUoZ+fitebxt6gA7+MkyJ6yxPKw84U7tBz/ZL/kmFG95idHvTvmXaJR1DCNaFXN4Zub3wNMj76LcDGbLxzfy1z7QJceFSinNOKFLD+ASJb94niQR8nbc3A//j8coCrqTsJ+xDZC00O5J9Qn77H4KychmO6XERwYfCk5FzXZIhvSWjwyZRFCPmVqPzigGz1q9Lqtp8vQOY9vyGwreVL6ymnUr27BtC4a6ecP8nIXl5f5JUzce0E42tR62b1C+hsXisnkuB2mMt5z9bHMMWvPYz7Z7n5yUsC5/nwYVuKyTZOeRg9l73CT9XRt6vL+50n7mp7KD4sGYByH/tsrOyHuF/pRahqOozjFKFcNDElZcQ4otrice0nM8ch/dbF8fIbvujV4Ni+g9ImhNslf5bfG9bb+1WLeYFqwLjFmvypirvoePGg97I69XEKOSb+4FfJ76kfG6vkbeL+pb2Lv+sb8pfT1Sh9MBgQGBAYEBgQGBAYEBgasCgX1z63/zRvcVeLLeU0LZNPlZhJufoyjBWhtr1wYFZ4PV9aXifyEkXECAR2is2MMJ5ZhCpQJbd5ysQcIr+68VKIofBN8xdBTsM5TCA2kRLdN9Gbo+wBOZPW6z99nbZApN3JOIFWnN5RVPeimJH5akumbaEO45e5qzHyEwI+h2Xoay+Ciwyum3COdar/4W5at7xCCwdq6plBEUdUy4xbfCgqebU4hk5Ff5qQfkU9T1DJa5Wqknq2aF4m7Ry71UC/Z9abILYMceY+z/I1o2Jyx5wW03HFrqgnasbxEeRs0TVPkQbXAhol28WRB6qRGhrERAcp/Xaf4b8EDZh9ikh2auoJcQWWj6ZrpUslIXiriiwhsdGtwDtllQ3FnuYrIXS8ZJNjqfFaO3oYHFgwh5dvjZxZzdN59TYdgt4IxYiHksKydPchllnNi2SfEweWBwIfoXwdRPFwlQvNb1N9ml6j1ajscn151zs6WIUDDzbOSbl9mVbT0KkxUeAKOM0M9TFoMUfEN5evTintgqFNZjPNTHL1L3Z5SDR7D1xVxyhMYoTVX26WifaZyLeJ+XKCJVwNrerZNl0BkFnhuGxZsWLpi4/7C4dgYEPNOvd1Y4ClgE1wrFv3tvG9IwSKI8PaJN0b5oYzu+V5aTnivY86x2D2SU8Q0eBs5wx8msjA4GxrTGHyzVgswdDIHHeYaFJKzieZoDcrtxHwTNy4ibvT/9skM4RwFd56+D52e8w3iPRh/0MsxOrfs6+up+cL833gHW2X9fzx715FC7BWh+pIUAvHtQfvuOKFDA25a15VnmkAYEBgQGBAYEBgSuIgTcqkaZQD6jxuht/W/sro1KvFvkMjIJslJe6JkpP64HVsuUrC02yQyFW3Fk56EPxRGRWY6XlutKv/V6I+tXa6hZPb6ywr12OYUROfq3nmeUX7LPUGy9HJ8N0WO2Sof4j16ulleqiQRUUWpZPww5RLEBtxojyi4Kjl5sG5PypmGpMUauMSzNY99QpLRZtmVMNpbW3tSzUD6IvVmnj9GLeLTC7yp3Jf5puzLiKTCI0jA6qDH2zJV9UMDJA+6cxIyjiUg3tBk+1D6NrWCOVSDYgF/amge+E9qa7B3Gn4astDRo3IRfGl+pHYm2kGJQxuXIJMkI4jgN7SOT5kIMVyNv1crVetgix8XccoXCY1XqrurdDE6EM1ZeLrK7KIO5KmbKWmtyrypx1TW9Uo0YZXG57xbkiSz7gkPaE/2r8sU1ScxPcSDDG1EIGsMzM+ZHR//a3LvdAC/nSqnSHI/QjDktjiWyo8bj/bGdjEoT7Y0yTnUfotG9NEcDa96j0a5NY2M30tLT1Ge7Q/4lwhiGwXr2l45HLs9pdMUHWQh4Ktrj2kfJ/uYNUZhqPexjnh6n/t3z5ERvyFh3qjPGpXvsOhjapFFyjbxW5syH7MHo1zQb2nZ2D16xTzCKtTj7ibDpRLnKst+DY3o/uqWbEfTKDMODGX1S+F3Rd8UaPhQ8IDAgMCAwIDAgMCAwIHBFEdg3F3xFid228CT8wSDCxE5Q+hb5M2S9C6YbS9oSRhev0kn+Mmq8F1FoYd1cXQNj2SkhkyInCQkwkydKClYI+bCqWtefIvRzUT2FAuhmGGqgDwEKhWvxefbt9EUEvRcQ8q5BjjAcFRWHYHMSAqgghER5ewRJFnmmEXr2Z7DJ7vnKnrcILTXez6HUrKcst/wRBc2b2fgUnpWx34phdVG4hVB3ElqSfFG7AMBeRiOwyAgxVBKiLAlvKVSSSiHV9uLfZF+ipH6NhQIXHliQUnD2XmtZfTxqXB7BehTBoazPQgPKKL43K8pUVNO71aPKXqdeFOKMGo0IaoQn92ZLHbUtJWnRKqeNBeGPTxWPIRzej6CDEE3JCoar+zwt1KnwK8dvUr+WsIbG6+rfdpxa719ovxjfmB3kTwUdWpjXCMe1faEydmVyvFInIZ8r5k7GvrMFSuj1CxgrCwFrepYJesAeuKdGj1AnIQdZoGKbrK1SKIsR4g39fCn7JXm/gCyFPsZV9IdjZHWqkcQNNZ0XPwD7s1gP30c5Kdzh6hzLV9vXZYxFcVRwfhdPC0OT+6z90D7jV+dMLDj4hRTzHY9fFMBl9jBPu+80rwanaXukB9f89X3QLXbEfMQrvXqf98lHXMeIRE/soGEpP3li/pcaOpyhiLv4zl68sQC39Gz7dS090abUTudjTTi22KOpXXg7XFp6Nu0tTuQFog7URGGoGfOuN9gngdNCxh6GC9d5XgMe8jFp+PMn3mfv8EmoNfs1QhSKwZAGBAYEBgQGBAYErl4EjIqStiGhDRoNIrck3pjfx/j931fbWt4b5eq4JKwmCp2kC1jzOzzjAYKb4/lLyFnn4CGNAEI6RJs8wK6py8PvPVkbw0Dn9yMjueejV5QDumc2lI0C2Ggt3zbIVxgshsftMo+0TTmrqpDpw+uxqDGkRJ7IkC8NHxz77q56/tA122HbJkT1eZe2sU/sDNtDD295QbmJ/pS3Izx1Q+hglUtJZpJxWtOnC6W3uAYumvlVGHx+Aq/2cfS1uEcpu9AafCttJaf890HxNMzc3ZSZ5I3g6RZoOOrLvO+dEyVyq+Fs61BeurWTRo+byjD/vAx7oi4K5KubslF5BrzYb5dSOdlUyPp7MUZT/1oGptfQ81U2qTXWxIC4hhdH1go+e2Up1tvSFzK84YwfoPtU6DPOgrZ1strKAo+8KD+fl5+ibONQtjsyohFF2q9spzPSqFO+Xlm6q0kMYgx1F/bxeSkMJbISGZh5HRAps84O6WH88+E7rApvaYxd9WJF5vCd2iRhDWL2i1+0jvKTHMb2RMzpnDk9CuPUNGdC5pE+Hq6Z91PwGmVPMj0ZcxqiH3e8ReXb/3FWG74/Y2uBOmPvZ9Zaoi/BURodlyEzsk40Khl3hJO3BfG70M7l7Ws7zpNp7DuEIjpZ8SnK6A8gzPc5nUuqkAWnjLlRyRoKXujdNlLRjnhi+DMgMCAwIDAgMCAwIDAgMCCwjEDipJavXqXftbJUbIJL5N8pmOt/QBZ4jq94emLdnhhH1LGjd7PJ6P+Dw1V5JMNuLhWDwZaHAJHUcYkJtcRdk4xryb65heXXKDyxkM2zJxDMb4CJToKfspH33Uu1yn+Jlb9KpUtUReYTJ4ROLEzFxNLc68hFgRzP34xQUnV1S9xTFoqDZ1QoliM8kYtfkudrDkKJoUTvvANDOdsy/3oHHO0hsNwIxA5CPxfZY+DxKLT8ICngoEFhIzHuCt2cE1q4nrK3avEKdKFgsxUo+ewX8TlO/6S89LKhqli0yfEADcEhhFSnQkdDojv2YCu0hn6PKvFyJIxXCOyhbPRx84judklr9dQ29oHOzyC4nGbRzD1gDQ9+uIxuEcOx5F7IVfYyCq9fg6HCGn4R2wjovWK7KmrmRtacRfl7FjRVfvNV/EU1PttMS0S5iJEreI9fgaAP2rHqsxDoswvPp/LakuJDobxisLnnc5E9Av73ovhlX+ySOcI/94TVXMK9t/z06Ce9sQM/PWGKt8DiIt//GvgFDY6N6EvHyFL9QR997wpg/QBK28f5ZHGMxiehvF/TinPyKwCLVdprlnCM2RshlOr9ax9Jboj5HQ6hkNSYoU2Ml9qwVfnzPHtDeP3GXsiS2qbUF923xc9O+VnS76Pad8W7jIHzlMViTRCgR0QqzM9RWJg7c1If14TfK+t/hv47uMZzYBXZqKb7tMYQ8herjvvdM3rnn0LPeuAcbT6gLMKd8X5Zfh9IQ+oze8ewhCxITk+z0OlCjBX0PJCi33qV+n3hGu+vyNPSiidPXn1NvR9Tiu8F9gdjfLr8aS8MaUBgQGBAYEBgQOBqQyD4EX6eg1fxdzp+z/hlgxfN8YCTV1rktfbTwirCud4OT3MX5bcGsauKlseI33YVW6EW4KccIzQUrFkoFczU/QZ3n8sF2a7+4f3uO2f8jKdDPsBa9JTF2wu+VQ9lPUk3GaV2+eU8hEv6aunrDPI63qL7bNsUuHq+VbIfMGSDp2vYTiVC9fb55w1ldHxe4mnk/z8ljPGnkGo41h7PGJhsKGjFLQ0sJ/CaFSFmcyKuuMVLjsypfCsu2yRlvUQjfB3yTo5sWmHsl8JoQ1/0j+W1xqmz/kr9tq4OPURDDoUHj0gwGF8nhT45ur5Yl3npuv0vfvKlBecFvGBdngs+sJH3ddzY95Ech/1jPtbS/SQnxzirT9O+23jazBR+nBQMbmfVahmUFlsJYTSKx3fspxz0rCu8o9X7Ki3Bmf7Manh3ZGj3dt5KQbuu+BXXA4Hma4w5XoXWL2Nudzz/isdT/RiP14wBDYr1xHRboYCtw23rubSqhsVrGtI3RBiojTiAx7wGoGnFxzEo1mntQNlG+FXoh8zEHrZliYKaiGfKu6lP7X/7d9u5zqNHJHvMflY+G1fIytVF6n+HalBa29ezodTSFXsoY9gS7zXmqdHq9khPkLPuTwBE+xtkOGTpBs/0MjyQUwbnjQrWJgz06df6QVrgb8L+8FpH2uw672rXHKKniDrWFCjU8fSP7Zf4G788rGllGV7Kzenvnr4ZocPJgMCAwIDAgMCAwIDAgMDVg8B3yM19F6AotCIgFJcRftlzpzoN8/g4zCHMdYXiUQ0U++tOi/+EWfyK6wTyVYDlm8pFWcq5Aqmll/J2FUzNOeOvkaBcIMibZxHc7sViUY9ayqSuUFwQQnVSvwBjS0ijsABt6z2p4BRKSrwh8YrsFCMN4a3c+zNH+ZSEPekgufBDCOwCpeKlCaGOGwRpmG/p1PdVYaBTAqcMx/urx3E5ug8x4l8pgHBRKP76KS14IaDhAV0TDq0e/5bzj4KuEERDqDZHS7enW/WP/a7isQJ/UK/uZcGA0MuGIcMCXeX4suDlQol1qliaNq8hDJ0njxaz1M7zkVBIdsJmunD03wqBqqldyHoUQVZrbseD5fbaNCtGJXuioUaYnFSvZdMp+3Dhqa0COIWbUojdPoWVLIr3ZvojcLgdPBCrFeIpJnmbdG3rXg1+OlYvswDxZwRp9jVi7+xkicup82fWL+vp0PK6YkyFVz4huZrpWRaUXMhQ8etCjn1E3R4rkrNUg4ZchW/xDk1/h3OIjue7PJSxZt5IYvK2pYyavp+cwUIbb9zS9m2RWtr0NpCGrPkKul+DKr1/15RhyLEIs+yChHPJvroL7+dHwPJGrl1m/NB2rib8j6JDRaeevngqSAOLC3V+gflM/wQNzqcOC079SgpLc56pixtY2GEBKTx8WrzTI4f+rqWHepKiFw/4nPdEjVW2lvjg0se+GxIuGriQVrFg21SP8A68jfr7eEXrD9W/+oLzlMR73FCETXaOOtmDOq76/rbc1kjA54Y0IDAgMCAwIDAgcJUh4O9cHLIMpFDesUene8XKk85/6+L2if+k+lCsGpK0vJ36WoNZGdC1CeLC8w4uGN5Qz8Gy+ENLn5l6vMjaMo6+EaUYohr+xT0fG+SXOhQ+5N2GPh9TCaNnY+F2HYmPP7rmLZ4oNVjU6xG+BiVYeBf22Zu1RfhQetAuzt2WiEhHjXuHIg/Mi9gVQ56H18vg6VVIjzH4zSuizWh0x7/d+sS64TkhsEDmqZsP4dk/oHjwsw6p3DQ8eGIhzfhk+EE8M+scz0y2glHpKh+c+Md5yxfyrv0iHVACHRHdqPgQ0iB4yvjdaCBrvpQ3Cog/1I1BbpbdE3xqpZxn5xw3dUxwW4/G3YUGtCMU/XxGmmGyrpJEYxTFHBgXGE5X0Cdhsd/xLh2wro72urw9xqR1geE1e+yWKFvX94bYMMaMQqX8mF2LAhGDYry6U1Ql7s/af0S9W9/mHcAWOu61PWFbqCne3hrwx/qNc5o5nmhqMaPcGPHMzzERpxr2EK94r1UYQ6S+3yN2szakuiM0OUYnVY3hOGGLO7qEJA6otvY4R4lZV3cgj98IjsqKs8Ku8InY+S5kTCLL5b7D27Ha0alcXhCpbVSyXgGOoRT+zuizorQGEpHYKtbIyreZ53/mugYV/ioiY+NcMWKv4rrAmBx6vzv8rnD3DMUPCAwIDAgMCAwIDAgMCFwBBNbz91egsitSZAiiMtJaVcIWckwjtDEhZsvnYRYf4sINUXWO8D9pfoNC73cofhGy4cDziD2LEN9yjSFI9uSC5e+7tEGF0zS7GWHvGZjVZ6n35mBQZ2VAw6Xqt9D8KgsnhBbuxcG1Y07UOSFY2hAYfBWc9W2wys/hZfwYYF0Hs4xyWAEO4bsw5DThng2rO81fh15CpSlYkb1EQehnP6kASoq/oyns8NO7s0H4yqfs+zp5gv7CctO+A6MQ/KNMKiKUraGOG6xSs/w8iq6/4C2MuMtCj56h3WFYM4+u/D59q84VmCuerwi9XJY/gZb7UaUd0N6k4I48gRlwQYbrSiVK1ia7gJDxEjigeAUhe0XPYK2vN649tUR0glRSgNb0Bl7PzRkG6qMIhz/AUl+6XP7oYRljui0/Frr0/n2L9r4EFt8m+sBi16RwNCG0WcYYGOGFXXNesYA1dXFnobiOFj85pIc9b/PCPW9fYCFIpXzyMI++WyCkzTO7lqyyKSTKqrRkr55BAYwycCIWlI2nfL+crk/9nCfwcJ8iLZbZ87bOz/Hd0G+G/l0gvs2iIN4pRqVBT3YWOAm5nU+fomFWw1QAAEAASURBVMqbyNe1c17LprMZXXogZ79DaIcGlfHSv5A6DDplJLS4cDFl79/8R7yT7qLvfab1yljIu/5LKNr14q9PsdByCew+RvD9jL2ceXd0852+itolqR1Hzv+a+V9ohIICumb+p1DfYsRjy+TH1dV/CpTaud5B1Te04V267T1agVLcMmIx2DanFKUzfsPoAGOHkV7XhWHOUkr922HVXW0/bU87HxfvqIBnDBkpgWgF7leWFjHS4tAsz9r8i6UN3wYEBgQGBAYEBgS+lwh0v4FTeQgWvms8oFC65BqXRUSU/VKtgV7D/rFNzb6e/tLCe29O8jAkeJDLlfwABoKtJ9kmD91DZXbtPHSDC1QQnnxsmSEfo3dmCpdKxJNFxnUxtzwqvIqqFo1bJ1MM5gp4BhVFXJ0Zci7mWvy2gY/o+E5D8ubT++AHiXAibyTB8PVxLJbW+waulN3JUcoUZfk+1y7CS2Hcl1iz3vO7nMIryxNDV1E9QHkPkhn+KHDcthwJaIkAY/fWrd13FcPLZITI7WjrYnl2R/9YuCs/isxpqVVF32WnwYsoQBh2JuX0wtM7fQn+E544w3C4wFO+cK/Y4H+PKqbjP/10Tl1LnyCzEyWrQampxHfyRH/Q3aVG2Rh6T7L/4BNDhKOmVr9ixkp4vhPKOK/ozzA+7j+wn3Ol9AaFYJa/zzrAH6lHGWq57N7YiHdQoi0n5HiB8twIUz6hcTMFLWc+9ndL0oh/JO+ff4TU8SagSmtSQnN3oWznVFSP8UNG9KGD8iEGp576jLcYi+QLShey7eVL6m/XWN7jvYDRBKsNIZssvE+UY5gHGKGfKs/weTfYt+8PqDiM+15ImxfC+1EZOqvp5/IiryuMacWMpGrVw65XuV/gZet8jfcIf5exjkt7+9POSdc+GF++I9nMLcZlU16gaiI/AbAY5xHNDFm+Psu77lGe0cM7jbkrjt/e2jsUNCAwIDAgMCAwIDAgMCDw3SGwyDF/d/XuuSabgeCCgCUDmNe3ZuP6eZjGR1BaYfHJ7Rphph69DRv+Gx79IyyiVpkKZIp4ic3dC1EhWKhQMwQXDPb4DIL9z1E83sqB4AEtKgWRCmCsv0Ch9hLPaMnKRbyWZbf3lqKy6yj7AL/TZ7Nri59kJQKkyigFcRVDpsawbYTPulz+G7LRBbD5K0dioptDyq3jUSfCOUqgYooyHA/EFApsROUcM8HNhYu/ZgWKnSZH4Vlr6ZnoOF6tXS7tWkcI89dmo9GZ7NT4GYQtLM9RgjcKZn3MozqFXrAp/oTCFG9xF7WCTmk9TmLRAw9IQx3XeAmMsOLO2M/J8NNpL6fV0zBIYQFOgbzB8jXocNweI6mAZ82FhZH7EDafY8zd4ooEZa+ue14FODiO2Ge1Rtk3rd5iwcaFAanbUsBnjrkYqHdEg/LxVP4EysB7wMDwTUekmE88iuCvB3bBIllN+OmG8MNZ7O/myDoiQWtSQl6PAv1p6j7DOKMvy92xVKjMiSLQjP8L7PSuX1W/84rDOeZiKPPLUFoFQuqY+kNIjbHneNpxTGlVogB8wMJC+R7lE9YwxoT9Yb1LKbyMme/TM9lB88/MJhZPXTw+st+Xyln4Sj0YjNQjaMidG/g2BwyHx1LtOw2srynBvWDxKqzvFwrb6UvaIw8lMNbqLgJlLFqk9luM9YvDkAYEBgQGBAYEBgT+XhCQd7qUTVUAV/ymBk+277bxu+6ie6UC7Gb4lCN+S2OB3t9cFVwTDMIwIJ0SWSl4Iq7Lu+0tWQ+0TYnaA33BN1n/xkQe+PZQFMCDVfW5lj75vv3QZinyNO6dPC7wMiyJ8IPcF0k5axsM4ylkV4z5muxTSEMeC8X7SWlE7nGchLyl56QYbpt6z8ZYw9iypG/Zh9r9qJEmKOh49Nm0UJo3D9Gjt1NexwMfMd6OIL3BOHaKsi0bv4UM+QmVmKHXjiPyp/ag7KYPTxUP0wV3QBvzrhvH3eeR5ax5IOjBgHWk8eifGTe7yx9svsL8xNDAOXAl9owlYlFVEQmMqFcZHvOBYfeu8TPOxZQ+0wDACEdcY8WDazcS3eg+PqEturJbW1mDx66XrRtZMkeW1li+ys8hk74FjhpMSJs0dWOJwqO/pIt5SBh014OKIo23EF93rX/n59n3ufgqu4RRfawzzLBbLqhENroru3b8EDRfC5KtXB1rU8vP7v97g2w/JcJYzrZfBcYxhl1Oc6GrC9kbo5tR9jD4uj+8mDKYk9DXPbTHT8v3IMU7XjxYP0DWuzT9gHoJTw4NsRWTtMQ59FUY9jfX86RjgAH4HeEnmUMaEBgQGBAYEBgQGBAYELhaEJCTvyqTDHxS+KqCsRlzhq+cPpaNJ/8IX/gAD8H8Gypp9H72bfUbBMMP8bZF7QbzqtgiY6m3a1IGq7jlit7EcXf+uQ1IoRyCyZciwyBVOcIGitcKC+za/Ub1xJNSvAZLQlA35f+D7PsuiiEVvywA4P0aoW70PG2Pbepd90y0o74O5v0h9uv8GQ1L4ZlSG6VF5pnQaFhMf0t44QpP5ByFUoSTDWgAo016GCYvw3RBIWCdhb84dIdPG9q5yW5CDPsxbQcLrFyDSdebkY5UjgiPUuooCZc0LX+BkPxbGPzP6D+EKPonRxEtqqr43bfVax5dP7VkLnwkGuwP0KUpEy27J8/T1fdQ5/WaCsQ4cK9ZLeYNSZ08jRUyDTH7Wna5eZnchMWikDCOJSxWV3fQxfVVclAan45LH4BqDvek1gt73PwYgvCwQICeI6wAy6FAY1KoURAjpN40Z+GKw72j5s+nx9b/tW6PlKAa7E5BCpayemBPVQSOGIfL/+b77ypoq7wsQpGJkNi8yPfPyCFejAeIcf8ux1PQHbTHwIlFk/D65p695P2GEFfXZv8HiwR3c/HawLygELGPvgohfk6zlCcPCbHwy9e04XWU8i9DAZ7isYBi5b080hB0mNdMJp6xfuosqye5zv5esTgnrdsn1cj2x6R+g7P3GavQPis7jceFseHjPOnIzXKwzx5irNwPHXrFSjOHfc6hZXuEqG+/+3ZaXrBLzWE+5J9nl+vfgMVFyjWElynd1WDDd0cdh4I85RD+fsSCVqlXQ4UHbotP5KIfjZ7Q7QHt83OvFGlMKY1n+lvFNQsuk/wi77V3KOsrqtYrlw//9NoUOaMu3kFYZ8d+1/FM3Fn807a7w2N20/ztIZa5C7oYqEzBv2o+h1bb2CmgxYDDsoY0IDAgMCAwIDAgcBUiIE+ZeO5EvD+b8jsu1jc5BqzhZbsb/7IaBn8r0xH8PPxDTnSUgtC8GqoFb3coY/d8d0M6NHT7kt94jNP4TQ4DSq6uzm8+8/To7/EkHT3pd5y6+D2XR1T5lTe3h7IkeXqtL38m4wS/Ad9Aa/Lya/5+STlE0bFuyp3RFzwGt1os5p9eIy3zJy2PEXID/JNb2pT5/dB3XY+XahURUcDiH2XO4CelS74XHqZh/9UG5UZsMQKHI/9q+ZuOxVL73zBAhs9U0Vq65Q2ycGAWvLx80uY0G3/tYypcQsnffAoUhDAO5Uqv/3iuwzJhn77rZT076It4JvRb8JnhvXcrOTFS5p/e5slrc7HczZTO76oQkjee5G+gvNTIGxlhbVPTGJ7l7vrXfVmJsFOwXcm1DVvFGC0HSoO3bft8lmfnE8Yxnow1Br0euZ6r/TlwRHkqokuNmDEezpv74PFRBq8SPo8oZ/XtVg6wJzRWHp3LLk/hr6FX/jtwjDmy2DddXxdGDiCiVYGMM8ofZCxrZHry1Jen6F3GDx2K0lnZa1S9B20XqUQZCPqVTQhHncau47WjtUZ2pb/xNrdf7dN4n/SVxccktU/foXP61mhqbpmUs1+xxsBddyUa0xiMEOisR8RWZRjJp3ePL64kBR6TtC2yMRGjTzVQ/gwDceV7DXjSuyfNHXDFYFiDg9JIAkSHMIU8yJNXNvnu0Hicg/51bcb392UMeULujPngBGdksM41wsO7yDHaYJbwAMeVxo8qhjQgMCAwIDAgMCAwIDAgcJUhIAd6FSeZPJogNy0zX7M31PQ0jn3/CrOIwIuCUaVKXnzO3rYvIBC/iiCD5e1MMCD7CqHm+IAoZKjc0dMXy9gJ+y9NHoM/NeyuglQSSAsU0vnBb2Ba38Aj9hv22nExAGWbtOw5NQjZo+znlP0gFvBYb4bXL/XMhFn2Ss4uwDP/Ggb/K54FU0NyqfGM5BDZjdHvhEKzq1QVi1Ojp4KOprwFZWxbnotYEY7NdiuMXEJJ+yZ99S4CB4KTCtA9JIWVkr1eixrP3+p+iFLxTHVgsDgBxEVhkgwsxExy9iDO9HaVCP90mPh922RbrYVQRux9e4AiLsdSOhGgkJpOVy8EIJgRsq4u3kXY/4x8luWi0iLVXFiRaEss9oit+VD0YgDQsPdt8qBIXqCWtHaRxOYiVLsvVIaAOGleYSwTCno2dri8MXV4GVaQRZX8TDaa/hN9Cx0sGISCeW3+oIy77SfGEQ1hyS7hgdxM7RPKDutg27YpcZ8G5oSeHtn/LNJpZR1W4VvhOC/bBbvJ9D2MJV6iDfSdc3ZTCimZ/lLZjDdB2TwE2Vh4x8ID7erg2VRG756LmBmLv3X2UcyTrP4LZYgPaeV7jOfZ59iwbAflafCTFsdP+3yXN13Z4i9jCc/fJvsDcxhv8Ow9xoLGK11yrHnMU0PbmxpDmMn9sWgwv3OcM+Yre5U3NQrg/MWgYxHExbqPU8OQZ0BgQGBAYEBgQOD7hkAo4VQCE62nxhjuSiSNNVWQjEe3wDfIJ7X8xUJl3e/8/PfWp1A5hoGt28nIB8jb7i9RAzxkiSwxzu+j7Ju2LDrRqGIRLhSFzAdJKQP3chTneHQF0tTiw/YiJXyWYXDltbdrOrS1Ml9SSMPXTD8BSLe1kO627KMJWfGEZRN5CPrK7AyqfJSZ0Z8JjxUZjryk0rpi+5cqO0+7kZNCyXccGqEBftwQywWhecMLmL8nTsitOVsGVYTRzuBLizCS2F2GTCawKFqJWJPVRIqKUMYdr3+c9s5bpgzRYAA+qYnopCFHDJQt+0TeHQ/MUxjQjtlGpggjVtq3l4kmDRyh2JcoZPGKCDslBhNe68b5vCnprB2/yvxhYICMOS4eIM8PKK2VNZbzHPt7h1PqgzwnClGN13zjWoHJ+8v9rZm77eKvYe2r0xzII7HdFnLZHt4CFHI4RZ+IG8pJI0aV7rGLp3LQ2D3etgdslY8b6GomZ8ER/OM9bH+f/C3V1bbu05nofJlWH/PGIQKbfT1T4EsDhkDsjZ0jxzX1nSHDXjHcDhEpRnOcCiJK6ahQ5edZzyF8tmt5jsGYCzoZ/LAljfdJzJcrj98hkocLAwIDAgMCAwIDAgMCAwLfYwROJs38zRsm+TJ4+hjiVTq9GzHyZ4RwehwhldDP3CoNl4rityH080H+CUoYlbBLixPrhJud2ycjjWLL0LaX78XrFmUXlrqGfpaJLeFTx+zvNMovIFz9O8992Ar6VqTQdTipnFuroFt6PD2LkqQtSuvvJnscGp7Dk/U29ptFeQImnUxREIZ6lCOYZC+A25swz4R+Do9bFnKg13KSF8LxhHOVv5VeBBnK5ylhsPF+NAyzCyTJe1jG3oN+VBEMHlXxS3C5SN1a8qa2xGJIK2jaZJuXbDu3GL4sgqg4a5o7s1OECCrZ+7eOELgWQv5e3yeZTWEML08U0VXOXtEsKMQoazG1ZoX4wCdol6J1CaET7wD3RGoqFtXqHyJLn6F8lIAoVpFEexkX2+KeZXlOmNvsHLi9Rn0oXikpQpcfWW+vWBZBAi/GQj49SwjkpyhDK2PHpO3vPXvoFA9hPVNHWAczRvLmE9ZtktV6N8a4eCjX/AL3wiDiGhai3P/5cZp8li7/AYtwKtodX45v277Y/rjpNb2UUfplzV+w4n6bx95mzFb0ix4DWMAflVSC82zGwlyJ53VYztsfITSKwXbJ9pbug5a/Be1vUbfCPMrxfvbeWErtcd4oQF+PAvQMbb+f78mjwHFnmd3RL+bQObQmnPjEA7kK5ScLmSzSmF8a/Iw0myfJWr5pwJp+z+qz0Qcu1Bwv6b0A5owEwz5PMxWwn9MPRFPAK176loeCGLvokk8fpm5CjkcfO997ScwWcOvd87S9l8qXAkM5EgJ8dIGbev5ybWV+x5PHkAYEBgQGBAYEBgSuXgRU4/k7VzbfwFK9ze+g28as+o3rrnWfO7SZ3+tCb1b2pKzhG7L8Bn5/5WHaNOMtuguwFb1rKt8aInNkjUojI5W0vH38DkvPyZKKkYZIKg0erRnGlO5XfHSa8xu5kXzqC8gihDGWvxa/lbzD0aUGb9HiH6xX7Ml8J/3zGNx5x1diwAkGnby1qtQ+zxQKovz38DcX6Afln1U5tr+mx1yEV4b3alDMZfRp7DG6iaDl4lt8YgsWleaMvzo/j2zCfqEL8kvKuA1/mZ4RI3jhBqX59F7owuhY3vREjWZ+hHHxp4xf+GN4ZUYox4a50B8DMV678cLYQnbP6vuQ16B1NpaPzUD3ePRJNkGGqCpC7hruWzGQauu+YTqXFpP1ghGKOedAyLFEtApjc3oipQ3tXCxs9TfaqHG8Eqt8doMXcM72RyNpDAzFZlnBalHOI5tgTuTMmvlJn4ZSLnDzmf0lh4je4g0e1Moibgmkp3LIx0tzZvaOxLNbAwi99EvWI/a9P/Gh1sVgRmbSUBmv9Bqv9JItpeyhoL9FK/I5vjDUbao7wO5xxsFt9HM8eajY/V6wP1nPoK4Cz+kmY/0F+bYg1HsZBtYYrSP/u3WTBtO+Q4qaSE4Y39jXruNc+dTNR2qKecj4G/EORwnsfto1RgC+y9N7jt8rIk25R/ymrbWuPM1DDQMCAwIDAgMCAwIDAgMC318E5OKu4iSDDe8X0ofKIJj74omsGqOWQPAoUaCVeFBWNYo8vAdHKMOURxQU0knLXJ5ESNE6ts0f4WoMWUO452uKn+N1dxZJBWUwNRYsEJTT61FCu/jwAof0fAsLrbA1TwrHfSF6+fv8yU1nFIIgrKKvaFBCY5leITTWtD8t2CTGXnzy4jz7iuHZ6b7ILtrATM+USVGFGLU4baqyuzfD0l5BIMTbskHxWROWe4KSvmLf1QjjpAABQ++ChNavGYz8hPC+TfkaJX3OoVR8whSDQwUo7b38OGMAgT5nbzMWuZpYoLJ86JjRjCAGLQV9VGevgN9nnLdWuz5Dnl1TeKBXhq67mX2lHqP8OykbhaaJMucLRJbP0S5IhKK3YY9oMJk2F8ivgGv9O/RFVKISGmEZpXOBJ4ACcK0S3kFHXZvGV1jXIgjmGAlU7IVcFn9kbIClNAYe0ktBfl+TLF8v0Nrw16NH6HIW8BgD4j9Pm9pk2dbn+HyPtUnDz3V7kHFrQ92+HBzzGoI0CK559P9NMS6j7k1558RFHTGUEODLAwRkw2SFNXf/oVXn1I+3eV3dBu6P4oV+L6PaRZL1eK0qpbuWDAC+Yp78lksYB/g+ozXLKTB3Ide7LOIW2Vm66x7qBXsEfd8BNfj73OZEv9jPs6TSnXdrgVFCyTsVa+xNRWj80LAH+yh/Eux5DwRNu7TdZ7vnfdePwZ79n8avc45hRixOr6NAuvu0zxoxnAwIDAgMCAwIDAhcVQiEZ2IYSn7Mb6mRWK4A+f6cwhflzQ38tt8A76QsxaX4mVXYWv2bKi0lBnEq3qZTFcBGbFG2Wf38sSiXZ1G5itfoaPQgdcAbbAlC8G9wThVyV1V9CleRFEZyY8dL83zKOZU8fX4nvAnKTLyBNRPdTl5I5UifpRiCdZp9TBs1+KSIYxHX8U3wX+Alv9mgtKnYOzb8oI9XKFA7LpQRoQ9FdQE/7HjYJEOsI99Wq8wsS5TmI/a0RSbR+zyk4W358kOFUyrGiG6VM6mJFKRBc9e/68p0PM/GtFQhk/EvxtmU9YQDohVpEMG1OS96qOKdLuiZ7B7FefEJpRJdyaKPTD6kvMgcYDIqyxXZfVxxfYEitpwH8fCmP4GFmGCQrQIY5WUWoaqR15TZuvtLZRjFvA7ZwpPTHGegyflpnq0auFTi5q9pvlj27zkwCMUgNxkkOPYPp+hZjKAL5uh49AB5bgD2Y06Ew8WvvtKOuQa5+duKqGaEeC9UWNL/9uX8cLWDMVbcEO+1vH4sjbmI1ra66L1ctS/j5Y4nre8e+roq/hMD54t8R7YL+sXTOc6WZkQuK4uztEMF62qc90LX2kI0mqbPGI9VdgEn7tdBjXD+GIn7m+W6SqOhMUpgo13VyKdXYuytJW+4MSAwIDAgMCAwIDAgMCBwFSDwt+Di9gKLAoCeZ+EBh4dgTljZMUrXij1Amin7RGHJeir7hJCtKDfrczCuhiUzLTW5ZdJlIBeO9PDmvzPBkcdaIUfL+aJ+ghBNz8AkG6YMphVBo4SasaF03Wu3+Q/CS6HAKfWmTIpORaS+mLSrUN15USYyFG3w/MPbMyP01zS8DjmFXpn6coqSc+pSwCfhVVkXH6GUQ1HmIwjhWnzm7cGl7VMfD5Qzsc8q1sCjTAUQVuhhna3gk1IIiCoUqTknFHbWvMtzn0IEjDtpQUHV75/lPkzFrfir+E+45+oBxsNz5CKEUfR3R4NjQSEojQkVrO6H3BBCrEEQKlX0BaA+n/KE+q7fUStq9VIan/Q+CtSiuiEbV//EtYeSQlC5U2vW6HELU/hCyPIKn3rdllO8OxEaswJll4p6rifF/NL4Jc/6pAJQJTseqHg/F82zPIoCNMJ8WU6/rNS+2RzgXm6IJfZ4ndYv8/kRSkz2A96i7dJj+0M5SV0upozwym/wANcjtI4Q49wN6+i23hZf80qDVwMPFxVcFGN/omn2DmX+GRq6u3x2Y64/Ptr+dPxo6V2zb1GZPRbCf1gGm6fLFxWu/qOiVHnTNhcFnjf52/QUNLTj03u2cnViEYn9kyN8nAJ98zD5r4nyVj+/6mrXP0llXKAErwhL3qgIB40yZmzbIbRZY4O0QKpZCYt+RiLICBWXsxjDYi6jCtq5FF3PCR7661MfI8eqLXXx7w+U+wpKXcPFM2/9R6FBKXg548Sl4kJF/XnGvlsYoMS8g770flpf6/xOEMnXKJm22WWUXeMhU7C4pwc2i5H8abOk5+LLFn3bZho+BgQGBAYEBgQGBL73CKRfOPjEmi0w2JpkcR/g7vdyuRnrri8/J5/Ds/Fzymd9I7+1eozCS8xYHG92v7eH88ux5bmhqTWc1ECNH+2FtD0tC9naL9KROKFbkxdwwX67cBjbJnkm+cccuUeeOnGZ2+Ze9VyvfXgY1vLZKCAK9vFMHmhAAFzb8jx6X+pFXSCDTOG3GxTqMDqrKj7imrJCOvSIzeGBR4QMHhcPUaZhb1u6tyWsq00eMxDHwzY7R7kpGlA3Pvzs5IPgmfukx9hyfLVHoI/CJnf/37viqFEIHx4zXeVHfypvNLS7YWuUUPRPUGKpgIy0PPbEoNd/vbFaFXC64DbNnQN3QdN1jGd5Z6IRQXd/T+a28K0+OpwoHsU3BhKj88wtFOnQPUs9OmbXeic+2SDTNhhBjDEozTDU6MqFUO5uPx96xcapXt7mltc+QCQdTSoilb1Pl2mQDe/P36T4E8vDSb7fVYUaY+cc5XSG0XHsBZwEpcMZTnhFavMwQrgIXR8gcDhfkEVQPBf0VTo8T9+ZWDzH+J8ij0zva9tyQiLWZLfJyp4q5jUWjj12a9c3vomRH/tii5cHgKs8d/1FBWaBrNqgbPXdNu/bNRWd5HK/X5zbyOpNjbH3hLUYlacxV9sRxYQ2opxG1NcUP4E2HQrSOs1JSNgtr/IjdDpvCatd1eegUUNg5VOu8tmw1VJe/ZTvGJUwl5KzwW61DE8PCAwIDAgMCAwIDAgMCPw9I7Cak/8et3hZsExWprfiXfhz+Hs8blF8ZihrsuxrhECUZ1oJloZagvEnzI5hlBRTZukIgWv23KoTBdb6FHeEMXlZNnjajUsUrzCiivPWlbwmPfuY0MJYWBbvw8AiPM/Cq80FwCRkWVo6+NgqJa8+lS8o3BQoFMDq55E0sXTVEpcrMvR5xSKF4cpYAKnzCyiAEUpKz7lNe0KBFDWKUQ+nbagIgaGkbPIRKrhAELymeA6R6zGQcOGB1McbASSUnXpFFy/zzLmZEJcwhYJWSEqZj/7bHx+RF8vyPP8RyssnaT4eDcTh7spMmIEN7U4LSQhneLtO8l+BhfvMsqcUD6vUCrr7tB9NSjzR0BcVStcye4aFO8aEOFOOgnSqs8M41aFwUyBYNezHXIFJzT5M2p/vulaTKofyGPOGRn84G49ZmKK5yVI74bDYjLad0Bb7zRlCDevqy/WL9AvUamkbY30x16ZvlR7x7Afl/rs5cyJCvcVYYAx2Zc1wdZxyOG3aFLdQfF4ihLt738YtL8bRLe50T/c+U0awZ7GkfhCDiwcpmhBRvbKjjF6WVadpUQ7FN0YSUz1vKxdf7cSExfp5qj36mLGE1Tn7X5fFozNvmlX1bLpm3xuSLWs+RehlvuLhEEJw9EdqUO3A56qRBrIQzvViuDHaPR7fSX7pdT65qGCBjjvHwKpx4JPOi7adzgOzsHhRZ+9iVEM/tAuTbY+ZgefN4xX7hQUzIhCMygfJSKi/Pu4+u0MKS3QW8goWl+v6/bRPnmHpwpJ+TUExPmzjkAYEBgQGBAYEBgSudgTS71lTN/wG/h45whC36Xff3/L9JRfab+T3/k7YACOmdDKTdXmsTwVb7GREXaozInXw7LH41vXFw69AS4HyQWNOlHMqnIJXMU/wNBsyw0OEQrQwioz06QV80pRwD77eFleE5TX8bXgE794nhn7WE89Q2k2tB9sJKJzxePBkJbzYAXQVN8OHgqH3glfbrf3yfaHMyt6ib6UvjQfbv1uifvg3ZaAyP42CGgNRPG2VF07mzYqshOFlgczfECI20zN0NmTlTZeTfdQd3kvPIIVxnraVqjEoT4pzDXU3yBxm3yIJ1QgcjayUEWI5x4txNn+P7BNlVSMqXYNIhuI8vxt5LqQByjh6fm5BXswJjT0zwnxPpu+Ao3IXxhM1BqWueaxNznhwY3wdjO+hSUYdQim389hYW8GhG/mU+or3GDuv0c8aKPN91t/LjyPr2NfNvczRs5yxdgNtQd8VkRfm/WEfT6u3GT6YhlTXtHKa9DkPUK5r6OxXogcUKC9rwo/XGvBeQeysrp80IHYv4Ko+T72f0XMpSoLPxPuNtYxG5X5zmvso0JU54x3TL+VKn6e1kBzv/ob9yDPW1HIMZaAcWhiz/DYUBessyPy1xu7cuZLj70q3dih/QGBAYEBgQGBAYEBgQGDfCATftO9Cr1R5oeOIwhNXbIjRCs/SvHwWQegZlJnsbYqAUuJdm2tdW/wO5g9mFvVRyqaNpWz2PprdSQ6WRZkKRoSMOlX+lNLZg7i+HqYZxt6KFXQRUi5l/zurxwjOnRAZSiQXME7O5YeuhmJcIJlmLEKE929n8S0RthpaqbPAIjUvz2Hh/BKf77OEAgMdgqfYcBybqRcTFheUCxAfyvo0x49Qmt0ctSeFasLLvnSfmREhsMrc8Ejs/YuCr1SIk9gQ5OLMbyuS9xbvz8dHejwEPDygSzzDmxJBWY/EsIgX7zY/9TQo8XUmdE9TlXxVBi6GOguPxdQ3lr1c/gqiGG8KHEnoUJ5K3tdPAMhp+sQwZxQUyX73mKeuDxoUnlOUv5PmAnhcYt/otu7oo/nzK896fefiStNgYc8erGPCTzcYR9jDi+kwjjn0q77M2TO7alD+Nh9CBz0a49UxFmL0irL6Jbd9gwK6bB4FT/YO0kNCOIPGlpJZP7fPRxHeS9+1nq5ZbGqKd1AAoqAHixmES/3fr70bPzXzcNQ8DdEPsDiHcchOCcUnzyfv33egA4MSFl1LPTWCDunsxtK84DRi/I7RQ/4oBTwCmjfSp6ryxW9+zHOtOutwYDxVf+WdcpE+PEf9iLUUUhASOdVPFbMVOIR0zmsU9lq6FzVe37We74tjjYurKly6Rh7fazHuaHOW9h924UqziKRsnpeTxq/zyIP3cH0/kQYQxFk4ipDfLCDM0qzfZ1dWnPh8ylP4jhoRzh8v7BIvnjL20DbLYfxXFDRcGhAYEBgQGBAYELiKEVAtpSEUcoxRe4iWA2cAO9XjnbbhEdcikH5rXTSv4Bub+jbKvo2nUYQF09VyNj0es19U8rAlzDK/0XXzOXmXf5t7v//9jEee99rnsxjV6WlbTU7zhb0prWbOFPJlXcITFrwa9g1tsvfgb1FwyKzsIwU/I690O5F7Hg5eP3ieHSrQUDiiyxQXW7nMMKwdcWLQHd21/ucSRt0t+0q+vcIIj0hEtfsnwzdqhJoMkNs+7Z7f8Cl/p3FqAe8VHpf1JzytTA1l0NnJR9159z0eOPSnpVfaYn/i++Gt5Wc97CP+rhlnh4pqLwRPSsaIKFXgiT5+D97zz/C+icbESy7j1GHa/6QtyNE5xsPjAk9bePiGrVxUMB13BPdpRnxgfBgu3RDQH1M2obRj66Vl2vq5POc+fZD2JMakujiDQfdDlKOSFcB8L5yQwvACpi8dd4YrzguU1BreEkFN6lJYYE5WpZgDemG60nBLdgB9WfMPPLn9GFtV7LpriEHAhoxbEzWMqEBuCxOCfA0OhgL3CKql3MM2QUt9KzIESmCUmUi5cd0/Md52HHOzzCtPrF9ZzdhLzBkU6VmG/KaXP1HrRmHAa0blSQ5Bd/yyjlXWyMtsnyN96f1mWVcuWXX0uWtlOE002QUuYPALbJ1o6f1woECxX0x/hDxKWHlwDfqCtIRxnF6RPwkD3ytlGBphlJ1LK1sOYBAcEcUYezljr6yeon+JOMYbf0gDAgMCAwIDAgMCAwIDAgMCcwSuNMc2r+mEZyFMwpzDDsMkJ2WGHnZN9WBWTX/KsshNXNdTjfu1ewD9jvBF78EUGvq5ZfL1ukUZu59EPQhcKiYymXtC2xbN4+zxq8ITC0SUfS6cGPy5xtv2L/Wvssn4f3FNz19DhakolTmdCyB82T0psCTOnLyGrboO74AzlP0Ye6S0iyMh/CRGuGRP27z8PaS9zkLNOzDvehGIJ+XgtXsyfFw6oo/0tp4qxDyJpa1KR62JOwGmU0SxkMX1sjScGJ6uzTnwMwz07hCYYz4+rEdMEUyqG7n+j5w9HIJUEmQWh7xLaqEo5W/dfIYF+ouMGcLrkYNOtegtk+WmsvXvVflfIWwa+rfMn0duvwEF4HLzHENdHSmvAnZuqN/Rr7iHYGPaFpNZWeRRCc1HVbOXW3MGGrAo7ikMLXZ9Uux0XH+KDfCLnIsQmG6iI4T/OQaOSf85Fw6ynyKGYY3rMxvTPH/qQazOsZC/3PwXddMnm+qflduWEeS6IHcHRhlPIITfzXmnzJw9vPmE+mJBBEF4Wl9gnH4YiyIxV6KvV7SHPlBBbl9P2f+7RAFbsu+zpDMqKJC5sFNihJLZkIo1SvAM75Ww9xeMeIckGtLYtnz2Bea9ZF+X7IVUNqdZB/FdtEtqMbSN1gHNegDUzZe04C1o+APfHbfdc/2yfa8xxzGqyJt7eM793dK7Rwy2T5bfS7SrJrRkXb7LmGBs7mGxq1f6cDogMCAwIDAgMCDw/UaA370G3rQhTLBetsFTxO/wHslm1b+JSCIYblYa1coHyLe3v/dr+Tju8zvdYCBmBJvikNHZSWm0flNBZJFbiG5yP/V18kS6s/Fv8DLyEV8Q1QalVmwhsTHHbjdhcEqUD2Pocgue3fidVJWhmzUyVEbL8cDcnV9cQbKyAArMRj4Ub9YI0xvUdXiuyLPqkvJFRK6CvYMfn8AT6wWsHDeXY1ZlXHeN+lWsMtZylHFZjrEByv1O4bQu1+br8MshPLjF0gV4X5WCRovZle+mFuS3Mr89OyjPUNb1jOslnnQzISvuih8H47BRYUWUsgYj24Zw7iFrNnikrp3L/b5StiO8cM1+tiWGrWzxFEphZdbthKQVtB2+FHIfuBUlin69qZUJj8RROu3XG5A9HoE25P+Ophg/LQaHqzveFd43lZ7ohKkuCrxWVfY78Tp5tPuM0p0HyIDFAR7KbBOWYwzBWHG8hax6PArW5HKseJjEBINyMLxc/G90qMqR0AxtyWi261vXtzCcz2/OThUPc34D+RzMbTrx+OsK2vCJbOWWYFXzHg8lmdvuizke2dx66EZkeqLcRaQDaRfwJOPFI1fsTzt2fI/HWCcMdP4WtTuHQKrt65w1MMPdFw1zg7U2HUVm76duDF4xGoeCBwQGBAYEBgQGBAYEBgS+3wh0nOf3m0qoWxQKFYBQbmYsAGT/J8z009wn1K+twft3UvyC0Kv/zjmhhRGoDcKrdaAKqAZzRc9zLEc9ZoLCMRBQWDfcsvuh5CWWwuPnw8K6CeUv5YcSBKLqD1g/+Q+81j63JfwLQlONHdPKZyj/lj7XkaXVpQJpyDqtkKBgb7jbcfN/U80j1JMEShn4UGQJIosLVf5mdin/Ny5+ERiEntN7WKQGPpxXVOCxS0pKWAUd6MDztsmfgEg9b/V8TO2zvBF8/NgDwW1av5Vdan4HjgjsPJXCVdNPLlrYoS0+/f6P9rhQEoQnCuf3FRLsa0M//xCBkH2hDQOMAJYTOi/6noftez0l7YkIGYbStSjOQ8F7oKgClHKouytX+vtHR1eq3b/Sbt/aLyzR0cD81B2xF/QoP0u9WELjAZoTrqv0XywuuGCkwKcgSOm2ib1VL9evMV7ejf6RPvFMezOrhnUXKr6348SaZ0msSBV0TDkul9dQ+tOE4Sa8GqG/axb2pG9dsq2q8IsIpYWyrfkVz79PnSygQFvFvKm6ueQnRwhW1DX7JEdFe9xD6xL1l4RlH1UaRbDAg/Bt/f0DULiS6O7oIko3eybX2QHW+4Zxr8b/xRxHsclzjuN+Eo84qC95d9PHrABVpSpsFm+yn7AQ8QDks9BEzQt7LznkNxwxngknNwWDCXMmZy9iUwiabSsK+trDPbNLP/lXjxreQZbNvuT5afDsPI8dIxZgKdsliuT5S9DNO2QEDREujjZyWUVzpLbfY6xyzatNyWLf6CwP8alBBtilvl1EO5TLFraQUrlRDuUlY4C/UOYrHG8xTzAiEUvyLBxtuxrCmFUsnGXNaR64CWyYa+yRZ/+4YBtjmPOwxl+od/FLjMcok3cK7Z4Q/jkvNM6A4ADSsdAnnu8B2GI5w7cBgQGBAYEBgQGBqw2BJLckvhVuC36In1R4sRqjtIboORlhgrV57Ra/D7ev+4U+fCdd8Te0f/CL6teR/BZGe/Ut1KOCjtCk/OYGT7SuKMvx51jaVALXGJcaSSc8MKXD1H2mbxv/tvxNx6N0dcsHjljYP5WrnL6OEuVtWuaj44lWFJz4BlH8E3k+hq8z1HKSDRM/b6aj8FpRcHtJlkTasuY2cLqHT+WvHRPgi9dE+sqL0AffJZ9tavm89CX1mfv7pkP+d34uDxxyWPBeGqTCO2OMOcrhhZGHeJj7LWapwI1/HYeOvQqlfg11leGBx68j7/6VtsJZ2u+krq/SN/5K8wLd6c5M3rFMMMvZHqesTnNTPt227ZYSfbaT6vgTNKGgLtljNwNDPQQdIsEjR9EJv1ktCzSme0m+RmarCLU8xZBR5eGOqT9/4xwC/EzEOE8+orlsUSVxodhabnufTsZmO76N0iQ9GliOiLSDxES/8mzwxTsSyeOH6JTGMAKZZt82KNmIvjPbF3ZN8bLevof0ulRNOEXJmuUPQpdjDeqQ3VKY4eU2rinwyMug5hCm7IqIA5PRr6kHxaoJnNJWWHpta7zKdw6bxQfvj7uza3KUmCiq0/Ppw545JoSpgPZvJ5/T8sAk3lCscVTFm0SqE0u33fI93mVzBLQyLP06wljjVP0oN50P0MS9VfMobu7xT1pT4TcFY+eGLYdKtxsSFDCcvRsZp2O8lK9ByRrODNzpjHy78WmOfaRD47KdP0aXKFgjyPBQr/JzoMP8bt8brve5TFDkZzCAvzvmifjFCo43Fub6PqgcyhgQGBAYEBgQGBAYEBgQuHoQ2Bcn/p20OAn6KBdLFkTYn6osfowlOErG/EaYOpQc4an3KgrF/8k5FtSGs+knOfs9Mn8y7wpddYZgXf4TNN0LM8oePVrJhrfxJWj8PcLJfyGIXkQR1lmru8hgOin8lqc1pEnG9sbsVPMk1qOPc5XFkRrFUwiV3EaBlqG4qWDsJ/kvs+nkK5SC1t/SJC4nxMfsYlJjuTou/gXhjBA8hF2OfbuCTpWcKle1gCZQV/VnlHQv0yUIwabjLJiknPE3FOCUrWBVsQhTEhbcfV8V+vQMX1B/KkhDq8KN4ZlG5QVOXkTgQRFMr87GSeCySz8hZPq4Xt7TR6kXJZwK6E6478afQpXX4mjLR3i9NL2AwP0L8CHccfQNRO6SuvJL2kTbrxsbAhshKIo5qh0uKkCTinJCQE2yV8DoTzGPksfntoSIIOVMsVDPHyG/faAgyzXH6YYkmfaJHth5+QU0vM4XFkjwTt9IQ/Sn844FR62YXRkgfOGo+QmfehewiFbi4c7o3CXlhEEzVHpNWKy8AAsFyH5aGB/es40cGD1ck/2MPriLKl2osV6E/Oj3fgFHnNMuQ1zVxRssHFxgvICLk8wxapvbFItVfHfsu/iXVU9moxFRALCGrmMxsHty20/nBweh30wF3uiNYdYMX2ZbvOexkLzGe4Ynxsz9ok77bIWiegGnhUwbvlg+B2OydtHWxTKt/SOJ83L97a3hY0BgQGBAYEBgQODvCgH4i+DvZCI0tPsCLoBQt8obHd934vYm/sZwpDkGpAdjwkCHAVvL9xxZjwZjf2H7kjeh7z3yqjjYX3IZX+5HY9Uc5XSRPcgXDQuRYzraDvEl8/oxzYM9+TM83QVUGu9yQ8XBfpJGpg1hpUuUI6eaJwI/lTrbJ+UjtughPGxWw+8U72Mg+yd45xPwOS0m8odZ8YNsPLoPnOBJ5fMjiopjadvEs+RTQd1okDkiQhEKotJQttazkidcVbZjyUMezrzs21ndAzmPchWFHIrsxNt1z/F1x6Sxr7JmNnqXHtBwsxuHO2BJ19mfGXtNN5cfot30y56SCupG4wi8VsNYAjnD9Ys5nesqkn74fJDSBDfHsHiU/ZA2iqW4idl+knx+yD/174mmdpGS4f27ObaxCscIWBn9CSNsDZ+VKPdJW1SfhFroEkvkNLz6I/KAczrWYJRFun43h9glfKpqTOS4H4DYw+B/incV12cRC3YYIxa7KbU0aubgOoMGO5Pp+9BHhARpDJpSn8Z8bKMbGb1sTAS1AiOcmA4t3Zuq2s89ZVRM4PFW9h1ZYPSsVzVLbglT9ioObPHsHmePMG+JLMb7F/C4vkfctmhMvFvZ47sq32Ae4VwR8ycIxdj9VEQ7KJsHmRs3tuNvi0KHRwYEBgQGBAYEBgQGBAYE/s4R2J+08B0BNcXjdlqi1IA5Lgktm9U3woB+CxP/V/h3hPqSvWTZb7dACNDKeGXaSohZmZMy59e1oJ5m/wBz+VOUmT/JLqFw1fK1QrCuy7+geFPw/C0hlP4Ta3UYaZRH/fzzko575uICQi7CuCGny+osipenqQPlrwKDgnkIDjDtKNCK8nOefgFF0ssw9Ajw4KBCKpRSxyXBfDD+WvhOIWeKQNrU/0x9D7IIdDvXpKGfVGiBD4tX0+JVnELfQG7F+xdB2zI46T989PkC8agN8TSc5D9A5nwaOvCCDitmh7kCXmuBbKlxzvoACqUSwTHL8Hadvgt27Hs06+PdpkdS8jHmyN9M7yBilqGHT1M2ew/zN/bQirIdl9IDNh4I744klc91/jv66Q2eVeE5rz90fjy5MXUCGMrWnHE5whggRxFYVSk8etTZKzPKms2FNDbzymWFL7JvVXqygDdmkWLEYkW0zfJ5XplWdbrHYuJ+CLVcNQTx9DH2CnqS5wwD7j5yPm3bTebt5/fcex4u8jke3ud4A0GThREXnGI+85w0dwdPR4p2pPKCNhYHy9q54F5Pp6JuF01S6mhovy5/UJbzVK/jpnIfZMZFTf3uo0YZcS/OljP6HVyYd6PsIdpPRIDLd0bbbVf0pwto4tceq0rorglX4IAH8uXmt7T/8ySIW0uMo/lnHuMIq3vWgCYIvOPsWSp5AE9krtHsaDv9F7S376FURodJV2v/0+d9o30DBiig6zeCnv4TXTv8TH3PCXsOZ+w77biPPZhaWlP/Wx/Hcv/1C+3Oodd3lAt57tkX+6Xxrp/PT/vRioc0IDAgMCAwIDAg8PeOQPd7jdKDRfq8+ASeIPFM0fLgAf3eHR0eXb7u++bP+D3nl79EAVEU/J5Hee0P+eas/LxjpIbyssYDMwxhI2+XaTc6Uq42D7xAimTkr/4Y47r7YDmegnOGhw6mAOZnA1+hwiCUBhhaFrH1zDmaZQjjPSVYEb1k8wzjz/o0uN0GbS2/vAWbAqcD/coDGjPjIYiCOsdztTMenPFNq8i13WuTijx9EQ/oz3sondC8YWzbGdOtzbjmho2ZZJenH8Mjv03ZXzMGVbiuefzQZcemKX3m0FVpZICiNXePYhVK0Z+2aetCLXCW9Pa8VGHkjOG1kcDCGDyMESyToxsn3Wf/WluK1CUZ5zo8p8+A2Y3Il6k/ZxUd4yTxr0QMcp5opD7SyJU1C+VgrhyV0tykFRiba/SdV6fpA9ZBNII/Jl4r60QRKDVGxJpW71Ly7+ljov+gXI+0bswxhnMjcBnWGyPQpnqAvMo9x+vLlbR5sTVgiHUM9/Nmb+8aD9uixCiGqmL9Z/Y+NEPb7zHurok9lDOMDtxDWeVvHZpW559jZJ9JOQYkqWMEzU3+LnXhoIB8GfJY0Mrsr1N0r7g4HWXVZYwisgfSmPMdZ4r2pNMr9xeCXCsq36SKD6EBhTp9Hd0Xgw/jI6JKFfUDYM27JCe6mIYSjJNtxu9J6ZaOjpYwRjFyGwba9juzE3oxouF9MiI8epkx/ohCBdhU2879kxIw5B8QGBAYEBgQGBAYEBgQuIoR2Denu38oWobXcMAV3PJkNMUa9R4Eix9HeJfw9CMsaJl/ikUyglT5GoofFGAowUL5AEWr5A6VEVsp1RZalBjIZBmLWI5yc9rcB7v5c4SIW1H8ooCETkMPFQULC3i2NjlepfkHsJ4qarX43GdqBUitRtmra4zHa64XMiywFtpo36BR5SyiLAryjLBsdf4b8MDLFUGkhM6QlE5MEhbJCLMqX6fNaRjv58D+FrDAW1u5py3ffYsgLWhpxhfZJhRP5PpTOkL6EIT1mmbJJAkS0uaxIcXY4PnoYApGCHG/oRFhh/PpM7TvDupvBaeuGOuPvlCwZRENL+Rp8xL7Jr+I0PAHhBqFB5/ZPDVWjx9pINQ042CE4nHUnKGsOylLwZy2UG6Xz35JB7cUaBCy3OM0L15GSNT7131XFag69Dg9KimQQ0LB+B9NHyCK388Q3O+h5OvoGz2jbZNY93DtnyOguqd1PjpPrW+EyNkpoR1D28wX8xMBGcXxbdm1OQpoMKhc4Im6j2rA/H7N3tTfEgo7I/SxOJSOkaMS7Xehocb72v1nxyXK5/Jm2u7iF23XKj0W2Db3rdXEQmPzNXl/hex7DhrAJcZjwkFqlilKc83+v572/5T1iftY2GLRiLaH3LxtV4K1FFtfgeer3thN/g7vEb1vXWjz3ZPA6D4tX9OKmj3UcvbeKkcPgpre99YNpf1+TlmP/Os8SG3+kvDLeOrHAhBvlzXtkIZKjC9Tf+XCAHDjdd0Q0ztoaGuU5rjH56akUjvC6GPd3RR4YGfMz8jQ7781xGwqeLg3IDAgMCAwIDAgcFUhkH7r3HLCLUQKQsdmJXtzaqjGr3/HU+6rScpcNcZkoxxFayn/eETJ8p9uf1Op7PkrfNhn8G0Ywobibc77HlHKkbeDd5A7rW9F1ngEDMa0X/nqCF4g6JMHdJ9Z5SMUmHjYFpVq2p5sFrzSKg7vCNKifKL9lChL4AGzCt5/6z1twdr8kcjP1iPZiBCsRF7RCHPRmLl7rkfPEfxd8FzBVd6clJl4PcberEdh1qsiTqMeYhPxWeB9frlga6OItqWs0vLGyJXWt3m8yJOmaD162YpZVtwEBnfzKc/a9WX3uUzI5u9m1/t8Mv2QEzyVjWRjn0Pj6rTqOnSwjmBEndEBsmTGdipyxPKvjD/H4fGThSBrVvQz26o0BxcpuTcGtyhYA/Q6Z2sh906e3s+n4+J4eB2uzsahAMZQIGQR1jCm1VsUr4F0Gn/R/hjzfJ+NXUtiLCN3G02qwUBfWTyLSETK59w+YqxawlapK4e6NVTVcHmSvUj5X/Bdmog6JQ29frL+2PmL/quMIMD7o3bcKVkstGErCnZ6SM/akCNHKn9Zr8pYk4G+JJdTFLJT7XjjmsHZYpsztvRyS51oQ7S315idat/i4Q5PH2UtRuOJqmb+YKTgLwEE058oe5WxxVHjA0LKZwVG/6z/bJ5fW9S/6yPQW0hn/TX9/jK08HsYyfWvU7yXbiLiAUp0DHEyMFSqHtKAwIDAgMCAwIDAgMCAwH93BGAzv8epY0hDGERZhyKtRqgeVT9FcH8UDtQQxyyGGIaqfAdm9d84Z49IrUEVXlBAJmUePGpPLuoLBLu0XsWLlpzu9Zn2IHaP1/8Bs3m77DFMsoo+EnWVjV6thPJl79Bg8lumOT1w8r9C0ikqazw88+ZpGN0nwAdhRkYdZWx6AMrEiJDCVY0yqzkP/VieogDWuvwkyfoVDIRWBZsW0gfN/wUd9yDIKDjSD2IW93s1lexDXLGvavUOGVH6hkVxKsWS0iGiHmtSjAnob62Auzw53qY5Xqdl/Tj0IBxDVzosJ6QqPq3DRQr3UfuUpaNX6LBPgAtMGDMqcBXVPKKNPL7d+LFchKPwuH0UnO/hO16jCHSmEH7js12si3BKKBZdwGPcNvnLCKQqPFEiRp0b2h8lLv7paKyKU5SA4hXla603Ah0QAq54dnMqsrbTP4RlFp3sRTzVG73oEf4UrhJObX6eOzR32rwWl+pXZUjf57R/9CRXEcJZEMq1dqdRYusxT4v9o+K1wVt9kp/nwBvaUNhc6xYd5vkOn0mbGNdY/46zR5OFNwJr7CUd7d6Mp0pKe9A9iEconIvqM8p7FXq/Bpt5XuvpjmUqIhxWxSLWpUcpC8GY8RQ0tU0+hN9yAdCgpzN+7LxD/kJewgCCQ87iRo6FuBV346ifNaZDXLgO+g0/qOGBix8uKtGW2XhKfR5W80cteBhGj8XRevIH+vIcNH0TtPXrXTyn7wjhpwJa6/9YxIv6oYF2SYOL1NLTx2SxjPm3sE9xUUxvIjyAfZ+w+187hijScTRv+DzjcDYgMCAwIDAgMCDwd4eAvBC8ac3v8pQIQ4a+1HOwVbrNm9vxVd2nd/rn8yc3ndVT+Cf4mUY+lrSK9+jyJ0WGfPOU8KUVv9QYNOJp6/YdwS9F/T6deJAu306f/ORrUDdFSXiZ7WUyQ6RibAozAI1yb+tT0A4/NkIBTNBXlMcfwCu+R4EoB81NubP2yacEr7K+vMN3aFfID/B81NDUGgCqvJEujo3lpfqifkMXTzGo/da+fYv2yYfL+iW+Sf7p8OET3XXPDyfLTuFaUWQ2eMVprHckQ7pUDjyj4WBLCitRYDXgV6NEd6/nMOSlb5U1oi7qW5cSLe04CEZPjG5GnHuAcjDgpi9SxJ91JWy+brNy8YJnneC9qke1rU+Kwd74s0+6fumf83TIHRgEq5AriGY1zp5ivDAfgt4k68e43tDOdVSGPAMINZG4ps0XPIaiDSW1WxVtk9J8okUOq9hz+kz0567duamuZIZKX7OeUhbw/uV5RjFelshjiTdfN3xGt0EQAABAAElEQVQch5qkeP866HuMM9YEGMkhrx8ld2wiqn9vobHQhCF8PXqV/v6Yvle5OpdXQ7aznxwTfPr+mBiZi7WbUdDnft2OOfHsjY9+fSc8d2Y4BrPsj0RHOwdCvL+d6yqB2zkjDW4jNh1j1HLqVmRwPajdwsm2mPcKJtvNoZw2gqyRaxIYH+utnPoNOul4satL3vLltcyNe2nSveAIfhhKhEjGn8Ny/n7p7sa/pebUq7dyxdqWIcsL5lRR4rUe61uGSHdu8BvB+JP+IQ0IDAgMCAwIDAgMCAwI/HdG4MpwuvtCNBhxuXZDBnOwl+e4+Sf8CZ9HKLkFdo7gXyyElHgJVvX/ZJ+ez2HeFaA8TJ3AnL71/wYDadE7JcP3GOoYBnh0gMChhyN7oDQoXfjXeY+WhEmqCZc6rV+ABIRjGU8Z/BmTv1OlCw/LnHfJNmiNWU0INZw/C0Z3oDQz1G5i5BVkXIoYs4BQ5IQdmr7A0zLIMsEUtCeBQuVvUkKz3yx7fzYRzguhmX5LCloR8PBflZScB7+Clm9iMcFBWGAdi6jJQerT5Xn/e3oC8i0RITwWMSiBrw0CXTN9kCrPcPsmBAIEFh+L1A11n1VAoS8JDTYhdFBFCKGMxYxC6QW8tkmHxg/jQgGtyhCKpmdoyQ+pB8MAx4q0tXSElyhCSFpEcEQo8k3wWsaTY2SYX/tHCjp6t6EmPYNcHtbNFUJ3RvjnLL811RtKuK6cFs/AVeWgyb5SfsMbYvQ2a08Ip4b66uF+qL2Rr/8njaea9teEcsuax1Hy30afqEa3nda1Gduk6HUMsPCFJ3SB0lGVYijQWyX6ujKkT5wrLc/xWskxEDH0tCHIZ/Mu2ryBhnjfJHxysKiYM1n2EfNahTwIcaR6Fsvo+lar7ZqFtWrK3kiEQG8UlOnMDrvuuT5qC+eBt2WzEME+cDmm6nX1AYsFKMI1TnCsg2a/nMWyafv0HnKf5SkW+EwOplm56dLmv44EsvCOCC90PLHLAw0T9JZx0Svdj4d6fwJ75mNdszd7yaJAoVcOhg+BaftgO5769JvPY57a+qlHg5uSBeQpIbibGsOeWCzpP+yzMVnm2YezAYEBgQGBAYEBgb9nBPzZw3BwMkF5FJ5P6XdzkTM5IQD8Xis9ZMhdDQowI7nodbg+yTvB53HIOxQYVeYcKaqPuYKb4/OYVC7xMUJQo5huJg+FDBb7AFvN2mS9qW55UnErRhhc6h0a/J2GmvNnohjrbPmWtcV2N2h3KGmRB3OMP/PqOXhq9p+k7DB8C15oNf9kEVFz1GfLlKq+QoZ8hTJaI8iguePZu0q7T3Nvk4h7BI/aEKGlCu/RTf25uTyVZeGBh6d3hlxpWqbiMH8Xj83+BG9OS43klbN1T/CO7FFcIw/2+cRZhp1O9JK/hLLqRXhyDCjlqWNbpBWFHOpj+92xzCde7TXRfMpGBfAdHHqQG21nRTlbX5ojVaHsv4yncqPnKrNsl2L1tM2zOzBmOEtnsNUO8mbCzXG2fqwdTWYag0bVslfDKJlw8wVRxMrwCAWaWEdYLsl2eSj7I+eyHlESQl78DPNtFDcych/aDmG+XNaO35lfbp00bcQSr2/33F0YkdLjwVUPSPD9Mc7wUNZYPOYntIdROVmvAH3RIowlLjev8oYkpDZbhTH6uZz6KqI4eO7aBUb0xdhIVj+FXqI5uUbSnxT7pi+Ia/9Qv97KdXmOPnuTan1HKn+6pqaSWqpR+orbFFkbg9/wXt5l8PbrO9a5HUj97PebER1KQ/6QUzE4kk4nUq2TSPUw77uHuM/cCGMkx9+QBgQGBAYEBgQGBAYEBgT+eyKQuM7vbdtlhBOJOSGOD5pnQ/mbo2RArYKyEcUmYbyqKZ6thIsdoTxTfWR4tH1bIM6FhhqFDGFwYHqzy89R392wlXidIkaoeho13/B5HoX0L6DhI2SdTgg5OdRJMTjvLJcIpgjLZf7PML6PJbpmDHiyZh2DySg/T4jjf4chRokDjZ0yS+H75MkKQb26PzvV/DP9hfKvck8YhXoZbYUbxBtORyhwRsXvERYIQ128Ad1iZV/Nn4uHt/2jwKcUR2oQTmrCHhfNT2gnzH5J2OEyqR7T4k6/UOgtDTv2flYd/I7nPkDAMVy2ww0FW+/o59p0nlrAbkmEfC6Kf4Ses/SNOFBm9EmHdWtl3NJNd9D+LxGeXubBC1jW6zWdatpmgaETaK3D0FaX3Y+nxmq4eZj6r0MBSnA8jSLaeRQlW37Ukfom7tH+vPgQwfTfyXuBfmHxAxpjzJG3o6kTVA9jgWrf+pkLFW3PUMAmgT/UiO0oMJc49I9UUtSDYrwo/kz9F0OYy+s/R/3zutOzi39bXDvB3sU3BL4cD+CqZnGQcbie5sWSZt/AYjoiXPr4BRY8PmXctn0yE7jbOtsM0if+EX4aL4ZRxhissdqORawAelb0xpMYKGAQfcV4bD5hAfB1BgieNGS0nrCiT50XRYmb1/UK0uN9xGLGqDjNOR4oZqLvA9u24oSli0TpSHnbm0vvg4bwjTnW3/Xol7xfWUBb0ZT5NeY7wniRnQazW4LO9H5x7PTHT6K3q3Hxs4+ruS/RUuYolt2xGLfw8OKzC7f8IoaB46E7w4UBgQGBAYEBgQGBqwuB7jfNT354w8CSLSKqGgVcsHLwaz1Oa6Fxx/ktJE8h81DgKYdRX2M0Gf4GX7FQeP9L4ilDeeCWM/X7kEoZeAQ3MLSyJCdP7W+/vB0K1lP5zyj7NkhDWb1tBbC3zQT+hugiuQoDeF23nNhHitC3KLvK0igsd9M/lotCbIcUfB1ebFn5Hhh+AI2Xgo/q83KLxbWYLF7km9fnR1NjuFyjMKx/ynW2R9kasEMFo9jTCxj5luhbtRFqrKkdZzFsVvCLh0tprxCxSi/zEm/uEcajuD9SXit/rM101I20RhDhdtkftggltePTcdPmld6Vc0PMSMyz4OMr97S9HfrOwpcbVQgvw13al0pb+uscxkib9YqaiEt1fRF+GzxX0rOUNb6a3zHPfqw5cqcyD0q5mcwZ5XQNXZX/iGsh79h+EFMRzHZN+egN1hrsa/nzFqN+MebpDq5LX15okHua/DdyBTmFf/tOyiF6pbu+Uedpj11DF9NZdmF7SG9Hc/pskBEzDMZH2YMt3VK2f/qiveCSKIAmIm1Nstfoar1rNerwjth53iYNDaZ4AdfPsJvXPVy0rzvaTtCvXflHfqIsL4iQxlpNlWHIoxKYNkiC89yQ1llzA+tLT7AlOGsONcpWUpK5jyx8Dw9YP2Of/nKbgTp/GwTfSXRW3ONdV+vljdGG3vsZ8zftk/1dYLeH5g1FDAgMCAwIDAgMCAwIDAhcAQQ6bvgKFL2vImHWCOM6zh/PrikQWut7UDTBgRo2FwXipPo1ShL3b0UgM8xsxx/vrXoLFCYtksN/FYHhHkLk/AuCG6FW8TQtEFyL6hqYUOzlY7+hlxCSXkcgUUDbJ7Mp021YYst0qQfr1eLH2cH4aVhgws2iHvd6WN+jwBvBFJd48FX5f6FEedUWkH/fXU6ZMNnXHzxK7U9C2w0w4ggqUBECjUINdSow6BldsZfo5ep3WGSy6BJC9FxAI8P2KYRMrYy16/RDQe5BBLl/pGosyKO1qbi+IlXFtMkw2Bl7NFcZe4uW7B1jebPUP59dXH0SdGgVi2BbEnp4xDhlD2T3ZZqyQqDnesKhl33WB/QnYzhnoWySv8Aamc8ep38YCwyJ8NBgcafMfsT4I+QR+/5uOx0MMzdF8TrBijYvv4Qmsd0eB5Wfhq5yDI5KPKCL+8hPKKsjh791pHoKVhryEgOBAgG+eR+BEiFuy/kzo5SFt4P8R/Tv7SEc9lDf8hSCfbdAR83iW1MQpqulLwpYwqTrrfD8AIOGfaUyvNAzvCxcjtg1ubCSrO3/gBE4Ye19j1AuBUIXiwNx2NrUs937zsgERXEdi6E/4XkNZHgXzMbZrlS4UKGg/w1/32W+sgjZsJgSixPz/uqX6pvO8M/jRmtwrLK7NKNhWyx8jveFC7LFX3mLYUyTt15EMdf6I3rbMjtihs8BgQGBAYEBgQGBvxcE4KmrL/jNdZ/YPbep5XXK/NrsoGQfYPj8Pi99uDZ4A/OoSA2+lz1ipx/zHQ/WHAWmRoV9XupwAbtdob0l/F5RP4QcBL+ngmSHVKPUulyp2HDbIBWs8jZ74CnAoFapPIaPnCKLoIiAMUzY7ECfWw1lyG+TjG2EMnhyyzkxfZjcFjfDI6O0QXlukneN1H2mb9v9hUer5NfxwIugv2oLj5uCV7wR/vU0JWC8Gd+PFCA21Ga7MGyFsnz0HrKFBtBtW2ef67K3zylrg0uDAp59ULJTxRnGCbLmjA9fl3/b67YP+lAIXq7OQ6tGr9bt9aPGorQpp0EbUY/GjXInEaiibYmP5sYJUoeBcpies5+z3vIedXwFvXp8O59JjpvuiAvm6/JicIBccKokMhjGwRqmpnbZPvOdYLxEXf0/Gpiw5lHqAYxi1dDpKinX4ojMggK4IFrSQfEotPj+aN9Rx5kLfVLWnidsVIxP8zeQqxiT3ZyZ1dlix0zINGie3gm8pynRcYcifobZvvE7THR6Z3+IDHYOGP+QfmMWZLprePfeSmt4n2h8INben7XlcJn7u+LYZx2HN6S/OQ3GUNPmAt/bPYu7fsd7elw8lF0zJmIf77xYA4p3q+stQxoQGBAYEBgQGBAYEBgQ+O+FwFESxt8YDYQDwrsYTqtonmehA+vbmvBV8pfu8ZK/llWj/xfh7qMQNxoYafwdETIqvqeja0B/4SJ4P4qe8dHdQ71P5T6VKohm8cm3YDIzhJhx9jPC8jxGATDkfNMSUuvxgpDGWfYSytaX+MQyH3o8gi5okq75ka73qtziNNEQYazCQhrLVUJi17WWjVo6qvyFBWcxyNDYYwTeqnkl+2v9W/hj90DqGF67vTu2qHbNI+6n4iLKKHuM+v4F5e4NKD0V7GgbAoD3DXVsTQqMTX4eWl+jT91T1dBS3uho4hTazR0eg35638726KdWuHDByzwUTI3/gHD+r+BwL22+FgxUOtPK9jB7jAHz4NGZsS9UNf01V5NnY4PQPe8r+6YdRxBhvlXjx71iLd+xVgUWhGtCAd0UjNFotfhomeonD5N8vsN+FItCX2bfNv9BGRfBCOHf9myR0vj0WVECZ/9i4XoqexYcHsnK6g4W3UaIkHpYB5ItjnMs7RnzFSFEEW6u0eMVb1MvBn5SowBtQiHHdRfJ0meLfboZVGt9nmMhP2Y85BgC5Fj1z+u33v4h7eIS3Rel5CgZq+wdwnL/B49+FU+nuZPmSv/cFkt/Wwr9hXEG4Z5G0x+z/9wPKRpvFTDvIgGs+5S++UG14bH/CeW+yMFCQrxHqI3ya+eyFuV6s3BeVAJlHrBRWT29jXmAAnZ0A3UzJpkLjk8X8tYdUcDsj2C43xhl1oSuwzghi7BrXLYku7EdR/Z/zIv2u/1UNj9iseAs4xhFPPTV0BQe8tLHQWFOlYXk9+6aWNoi93g7oJ0jPLC/xVijir2g7ANx8JO2QYwhqi0zDt6BZXhe3893hHEMLcTFlJTDnqQ56TUXudLhuVfospYWm1RST0lIvDp/hzb77uKi5bXEFjzc5YvM3o9nLCTVm64PfwcEBgQGBAYEBgT+jhDgdzD4ZPjnpsQDGKVM8gjufvva38OuyS2fkL76THd0D6z/bDBuzZExsvAADgljlr/jyXL4hTjndzl4M3kEeJYq+5SoMu/zPAv1YUC2vp5d7iReIbWhLK6H+7mbn38NEBdTR9+hT6gskAP0cJvU51AOslUPe4h26C2WsuW3Ht+R4yWaTx5EKQcvDn0wJdTnsVjWIbqCv2of4lzDzKpEwUr/St88df3XfXpn3Tm3gnfiPkbSMlrFaEpErTu4cU3kC7aqRz8XN6aQEexzvGo1lszCSA8MwbTfRs/73zcXytgKhRyyS6X3NB58spjHSCGjzPJNUOtdgHVMSsFQalFu7AfqvFiYG12mhGWKlMMjfM0Z/xobpO1VklzUyUJdru0/LZ85Qt1Rk3NjhBFwxp7PnId3Jfc2tz+Nk+CvXSeJ/VjvSsQGIZZ8suRstguinYyd2vmSv0unypOn67OxFVd870SL2jFHKGP6VIPccX4GI2cUcHF/aSJE3pP+cb5QLgbMGXvCKkPaSzEG24hbMW6p3/Ee2LJnd8a2RXl9Ot5xYpnoPykth/NbH29rcIFOQlUfTP/IGsRFvv4JWQp5Ld6Z5mMe+Cyk1DEncS7IzvAF42LOOtnHN/G+0qr3kO908XKv4hojDz+T/Mt1pw33ImF8f5CfZu3A94nh0R3X5GuN7dND+/1r3XEws+3zkMH5rIiWMK0x3o7xyT06v9Rwie2oyhzD9NI1O0L1xz9OV879/dI6lDYgMCAwIDAgMCAwIDAg8H1CQG73e5wQPwqUeXg0Zs1jKKhuhlYsmGFMy9EFGM3/hMn8gmssOcANbhaWjtNMhQM42bC6/BZaYG+Lp7AW/UcYSva0if1F5YLxPEZAn2a/yy7lhNAtYOoR4hLzTv49JdsXYWYRWir2SyoMNRtMd6s0ggItImNhCEVSVX2efZujXESJ1BAqJ/j1fTK8KH0qPLLLHOW8ileYbdvdWZR38oEWmfmIcLZ4l1b5m3in/hV6sGY3bHOnnNwFo24xQ9afvnF/nFPjnzMmEJI474QDdLILiw8OdkQ/+uprFFu/QDA9j8KwQnHFmFJiOVYyH3SocJzgeVs/gHczKkVwTgqu3hQLqclKvKbi+4/Zt5O3wvs3eSBwfQ6aDx6RLMf66ffCfdf+IazAS8amhhMqNn3CY3UKNMAQQTR7mz58j2ddfOiHwtuASwinbQ3UnxEC6mD6PBiwv5jKYBYn19ffUcWn5WjFXn7O+Hg3m0wNna6BgBhtSoLlESIguN/J2+FR6ryTuacXym4CsosdBZ4MOXtI1dXbCOXQz9hIGEvHHIvuLIUgtw0s+BFK7CB7jqf0wO3aZ75tE3kMSeaYRuCe1iy04BFg/9pT89S2y4EeiwDWj1dH8y98Z99lBO94F7qotEuK513woTagrzDUcB/m0vrFM+ZsOza6sWyoad4tWs+PCyIiuBdUB84udS88K3Z/YSy8hcD+JdQ4jrzmYWrbH+MvXRn+DggMCAwIDAgMCPx3QcBIQCoBcqOUsI1JyCkLvNsekJCfp5gI79ncxhkKw61/3/GAJcRplb0LXyA/3P8NPzltifvBuA3e41SpYs4QpFsS1/L7Klar0evIShgUB4t1FM+5Hd1J+XFdNho9iHx0MzSabzcPZekJFhZD3iyDF4u9nnfk6frkBs+GV6R8Hrx62WAoiXem+3nOee2Ox+pnXHcOn6jCWiXw6CLs2eegfwL6YjRTP3tO5+zZGSHHg8ddV/+G6zPeX+DZ0qX6FH76QxT9rBeEwat5t5cPlAwa9xOd3ox8cx9HL8rNBjK2uuU8Zt7qwTjJXqWmv9Lv8tliGYNyczFh8Al9RmAyFG+jktW0ffvWVuCc7eatHuhEOJvmryI7Y4wQCxLL9Dl+rJdDnDus6dNT+dO0C0MNpLTULsvecr6SY5uEWQyIXcLcBENztu8JRXWQ2M29FpO2Ta5VsCJAqOXboe0M76lb2/byXDyzTa1bPmN5bZmhvC2Vu8+B1EXeD/R1vLtb+aotUgN617YORmcJtXwf9GFcLH6O7yhrGf8tadnmMeqwd5zTVcN7nCNHsZrHepg4etgmnCDY9meEkrqpwS+udW3l80qmwFQqVfRCT/EZ4/Nlvv1hhtFU+RQHiYYw2s3lh4HNd7x5WN9r++NKkjiUPSAwIDAgMCAwIDAgMCDwfULgCnNnJ2gq/JkhZcvih7BqP2N/2ztg71Bq4SU4jn1k/5PC34Ep1ip6zgTPz05Q9yxrYn9ldAnujJB2P2Gd/wlG+P5sUoxDcE4sMHtV5uxVOfoFPCWWksU3CGEy8sAb2kifOm5a7KIK97xJiXKtfAayfoSiS0HUuqgjsHBBCBRQnEzK3/H5IQsQiK8I+S6UhL9jCPwdPZa/WEd3Z+Mn7apYDMobPF7Zd3dCKLZplEs9s07gHK15UbKvK8qcqsDjFmtxvX9dukqLDjysMOPRT8HYb6ZL5XGVn+K4jyHwLAK+yqcuT7+8RFNe1yCF9zFe0Xpqj1j8SeIWQiNdfTxZ1HoYG9MnsnH1LIsEd9MTCMr2xxpc8zDtxdvVMVP+EiXXB4zrRct5Mm+VxMA2N9XN1P8UdJylIexJzR7H0uD+yoe9X1VQa9xAd0yhs2ERDOOFYvQBFKsAbr03Z8JRh2lkWeor87PwgAK8mFK/e+1gqVxE+aC7sR8p13nCoYd4XZ7DyIMFEPrFGp19m5MYtx7WeNsWeFuMGuvvPLCX6N5QmFNGhe+o1sr5t/THh5Tl3r962pgRLGOA9MuUQiyyETDr6iaed0ENITMW+tb3v6WtwyXooP2T/CWUwBcZn4YmNAN9LCrg6XcPLcEVvpPXxOOMARTv7k/GM3ocu3+fyyH2Zz+tU9AmK2redcyTKeHemoPXKOOjUAA7j6ks9X3Xp4GHRh8uuzwEdQ+CUppR/fqWz23j4ZRojIVix+DoSzxLzoPrpzE3xF4RPy2S+GyvTcvvjih86ZnDFQ5XBgQGBAYEBgQGBK5OBORNUHXkeDbm5QV+5+Wq5Tv2mVRA4PlXuwcq3oXwFzAB8d9a/C1f9XsufxJbzoxQCubyEITlRD5J4W33R588UUPEH7d/aXK2n5FHiMTvfzBKG/CQRgwPi/wD2oUXNZ54Rjk5UYI36kqoYLRytgIp4I1UZqaQxiuZn7VVhlf3/8/ee39LUlyJummqTgMSgwwaPDSNEQIEkpAZq2vWXXfdX97/+n56b6231jyjmdEwsmiEELZpjJCX0CAk+lRl5vu+HRlVWXWq6lSdcxq5jO486cLs2BGRtXds17xL364yxv85pHpWy6zReAv6MtNquWQo8YEjvDXVHcKQxjHFSlNcHZzAPvW1cy2pCaVDnFDpt+wZyWmyfxJv8ivyA1jrFdCzCG1iFkU9zrmM2T1q7futJa3Kg3X3W4T80JOMdRUC8AH9uKm6jLfBuaGuVu9S80eAUUEX6Ux4S0UXf/t+GbKpK9+gDS2qf8/ZtXUKEoEp1kClcBbvZBXhoAgDtBASSrNfRAIPsabDFfbbwIaVLYL/pNjRNyCuIg1o7+gb/WpQkJ0/ynq7E16TMbZbi/x9sXOekitl+V2r/iU8zEvw+D9h7I85+DbG9On5J+caqJE3MtRQS3ziknFtm3sYg55/jz2cU/B/ZphtHN6ufpM5+SLoeA8Y5b2HFQow/BVKtu2c0E7lI8DK/kLAZUbwfME4HLYe1wEPCriGNuMbVFW6Uf9dwGXb8oxgEkvmvyLP4+AYBXgHV56euSn8H0YK3lx43HurfkCr1xh7lHrEUQyhPPpdfEI+DUisXb4zZfDpHwZ0YxsjBkYMjBgYMTBiYMTAiIE/Hgxkiv2PBKJEUGagSuKoFu2X0d6FuYdpCBEI1ooFhH2HFmoBU1eEpmwi0i+e1IS0tX6ZZrQHp8WXIGo/g+AOYUQlESybJfkLs4aWewtcLUKjrlHbVCYHTUMJdI8TSeJ+X4bW8h4dbSCU0sXw9c8DC26yZJJDOJPqk5GfE1f2evFicYwAuMGNa9DgIRwWT6keLvp0CByWVhdayLUM+CS9fCYIa7XIOwTCCmkSz8pYojEMu8UB842btaKCgQg4bBoBpXGyYAcPT/QDxlK7wBkbLPPZw1zjBtvNg60JeCwBAzMvnoVJRMjIRgAYXWO6tlZw8kVwkMCPNv109gyW4ffBrKEl7thvSW5ydO6Q6NqtvFpMb/5BzKGYCzLLwTDnMfG8O0Xc3BZB/OwybnuZnzUbTTUwuclBUtgX7qcXdcfTmJOxuSATitvnrnwVfOj+mfHddyFF/3WdTbyu+V2Ivb8SsYc7KhCvzvvUfoCy4U+saPIwo9AsPsYt97x9Izbl3NrcJ1m/1hYNeD+asDHDGKg4EmmPfoS1eo/z2s3UEIbrwp35sWMzMFXtX9ebTDproX4E/COQx1Vfq0X01rWfwIu/i3FxpTBsFZuQxc/pz+uMh8oKdGlrP1SA0LL/NuY2yiBeBy75PgX6ds2fPMcGsNg+RxXu2hHGGzu8fY9+9PMp1q7XAsTYxXfwA9pHMUdlFLS/03jkune1v9puzH/XIvWK09n8p8X12Rvc0/7iGxGdir4lt+pmJf/G7+t6/eP9iIERAyMGRgyMGPjzwYAKe4abmeH6smgNQXNRKf+GU58C4KBpsd6baAHcEyTyNyR/8zcnfs0VCGKNVQXfBi8StNbm3Gd7KkdyC7QHXldQPBTORPtsBWrQTE9zoVRcVG9ARsBbLtKg/2egLywtHC206BEhUQp4tRQyZysxt2h5/UKF2eP2ZcgweM5F8QF86wWChuofLuhL8tMPPS8lITlKmygtNgj1W1zgRup5hhPVbX0AMNQPBQy99ha5fk7LvdAFsszwN0FQbi2//kJ+QEvY24qj6YPwavB2lTyESgh5ztnvfZJ0pIfTFW4ChdimextBFd6FCI+U8LhAZuTb9SfGkkLJ89YVsn6sx+OuUvu8S+PoLK6RUJbFL9hDgPZnTVeN45L6sLOmGANxhwcovGAlD0TyAvv3b2f98TLDoVLs+yhzvw5isbIUkXmOeV5J8MGxP5P4wA73u5PJZfJ/BDyyOE7kXyl8+E3UhxA1UKo96KvwLz+Dv5XPR1E4JMCrMKZxlV9SaRrhpesUfsZ5uBfuD4cySoSyDo3rcapjvEtca5fx/fF7nuZE4uEJL4XSQcNXpO0u853D01oNv6s7bnH4ISRH3vBmGjmUKAQXxP1OwvY0rvLvGgMULQYSk/t4Dz4VrsZAXOQc3N3ZUFxnf6yrMH6ovgN+jK8s9Oy6CGOF14PJXfxOXOEe4fRFz7/d4I1vRwyMGBgxMGJgxMCIgREDfxQYyFT9HwcwuJOSoZBBbYnpVJWfhzhGuAexJhM8aXVfhZCoe5b3b0OQQuzdIBpY3imIXIjE0A7Fuq9sv8j1J4KRriEsp2xulLjxbYrvF83R/wEsaEkqLOFpSpn4TSR0/3DP01oZN1tCoAwRO/8q2o1YG1aXaE9hV8qbLE/BH0T6B7iiLtDSrYC/hCBHLhW5kkUoYlo66HFICkEUCNch7az4BL18BmaQzQ2I/VrBITtBEQ8Zwa+Cc2OJGte2q1/EuvO5YCIU7Mnsyq4m7eYeVxLqw2MHYA1wz2s2HUoYo+ax4tLkGQT0aD0HLjLuqaDfoLLntllW7yJkfA5G4DmY7STAtxnnkKgYosO+bhe89cBRUMvPCuHvdPowD3HPZGX2I1JmNtN93DEeFYLGiZaVFZq/DfixDPAtjshjvlw+1Tb8K6xZ075qYPyLzzDWD9D2rYl5DRgyHMOS+RlMWgOzWb9ezCf/BG5eZdUNYqABQ2KQBnDlanL/gBsw6C4u0CvcosFAF7hhdgXkmEJp1uWCq+cm2viAjR7WUHmVOfVdrt1UgPkOnKzmH97FePUPWgTw1ewfGa8vwCS7aSKzDzYdii2HRROG3RRjzbQqJBAzu/wmZXQdpmcBNzDTPMhzYThHrH+OEkOHO7gaAWzZPciGwy2Uyzi2lT4N53bGn/0fjjFAl7gibLtXqeIVasEVXF88+iuy+yQ8Knu4CdDV9zBUT7JRgMIMTScYrZv+U0PCwRKm7YJt1gjreMLGjgo28+Ztaug336JS64Bx7scm2o+NEjSrmX9uJEbX8tyJ/gnFfinh2K8LuK/foCPExopvbMKC13la5HHdr+Yx14iBEQMjBkYMjBj4c8KAdK3/pLvfgy/CAhMqyiRtEofXGw7z7J2oK2QN0DbdHOspN/dpSerCNkz57HWiP5Laln6C2oKYjN1V6lBZ7CKT6pRQydD9Ha5Rq/Iy548mWIJQsOc9gBuaDeU/hb8o/ZUIgEstMANb0jn5sIpES22oYucjSwlPh8eottGD1WEpaM8Y3euURXipdxr4y0RbQ9cFv9zXuQ5jpsFyk4N7aeN5NcFj1W1Qb7gMDnfGziKwOawzl10/M8DhOpc6tQ4PPoWxnaG8WfYenmKgIQYP6zOAocTbMJ6N4xmwodAahKHjGBhdh2bLvXlz62EjS9W/ZA5iXdv9LmBesa7dRJ+v1VwiRGrDBfrt8AsIkrDM3DW/1oqv3Q7h8xX3zD9DvnSMdUkYIXnkZR/Ms56co3l+G2sXwaWuvUssu7E4d21cXJI3AERcPzdaysMvFvDT4brYHQFo8xVYMz6DP3Bc3dPBiwBjWldY2bpmLxQ+W7cddo+Ac4oXo6p6i2eEv1JB372i+Cbwvew/Qs53UxcCy7TnVJYPkv9W8ruv0meMXBf/R+Eksx08vgHcr/L9ej/2a+J7Qz/iOxrrVkhQrHfOFfeDfxReAnc3Fr6Mz8SDyeP/OGDVa0IkBetMv3RgYTv/BDDiAau9HTiBLee7eNRtrhF4DKVV+TsD/9yWKlKwz8Nzf5/iK9DdhaeuJ5gL/e/E5prGpyMGRgyMGBgxMGJgxMCIgT9bDFwkh3B+JMFMzhEmzXHlNSn/C9sMX4VQ+xSUm/FMERThIvZ6+U9oQ1+DCFarT1GTgtFEyJ8fAOhb6NbMIMjktvV7CBnvh3H5G2C5HyJSoRAupXDjq1upFs3n68XXYb5+BdMmOmXIerh6BuMEXEHUA/NOuO2TdXlCIAJhq1bltPoix9MQtm4oyAioqdon4HIDKLnzfQEc4lYI5kxGIly4rrRr/YfiTS1KGCXcX9e4fp60X4XgRuhJCpywOVG6gWDMFaDVqrPCXfe8+CYbIGyyaBEsY5jbDVdGB07B6Ixxf23rE8VH6v+Cbuxj1KlrOlLMiXS5+Asoaq12aC3PJ1+DF33XjEIYGxgB6yLz7os8N8ylVumcGNUllp9VhfCPzYGw/FypIuE5l3ODpcJSo0HY2XEUrRtQFnBzIeNiMC55zHKd/ZyR6WqptGM8mvmnEQZ/ifKfRICpTbpa/pyBL6XBWPdt2Wg1Qdha/Yi19D3GBuvXOcLTGJ/c2Np5HRZe205D3Nca5YgKDeDUNn1xs6SfvvZtU4oNJ2ZHjeJE076A0O8/mFduJvRzehcsUSHbi2h1N1gMTIvP0z4bC7TZaX0LJKem2NFAcxl8uflXVW8zP57lrBCaGtg0SEJWr+ORC8k3cePmVzO5zoq7j3XwFHD0VgG4vtLVuqly53RbPwS2x42gxFqd/IzsL9IPlEl4F9M9xszalkl4QqsZpYNJ/ShwoZARbuCALWAE5zvX17If1praYXNEd2jlT9lB+Q54IN5T9AMAArEK5lO/Usx1N3c/ygzA7Tbf6WaB94SfgHbDnFn2Ynjlt4vEd66sf8PcvsqNcflUcvENMPR1LcbCp7yK11yPacTAiIERAyMGRgz8+WOgp6mkDfzNho5qC+KbqiSb0za6I78/4NzCl1Ulym3G8ETIxI8xdFqqYNfvrzRehyDmWFqXv9IZF5sSrVlUN2H9eBmwbocOg/8IYuK0lqQpVPT7GTT0m/RLpVipcOlHkvSTODwzHhHh4Wq5KBAYEsJIRebEIoqEfvxsZ2uSuCFf8H9YJ9fQZfB0oDTBFnWs0nHLqvLztXOmoSir6+zJ5EHqBEae68mFipdVbLsKGlAa3cN+wAsztm33GnT869zL04g7aet9+kk2hDT2s+XA/wuegODn8CrTlSgcyNMI95lS7j+QIBjS0rImDnDi/g6rsEFQKJVe1vLhKjzichw+Z9f8P72FHr7Av3OP9Tu5Bj/xU+YiAtYYbGvZhcclbmS/ayzOy1preMdzV7nToVvJEWtKD19Yg9ZvQaMb8xleSeHv1jWSYAt+BQF1SfzkSfkQsMErxfyISleaOddND0cIpBH0N9VL8KcK/VVcteYlrqKdfl5FGJuSMD71Y+TAzTJ8ZVepTLPHeoiKDv2j0o68lGG5fo4ns+cZt//kmfAND8dPhWbgqFA0njxAf+7mG6e3tQ8vJXz+mn2ul4EXV/S6V4bfy56YjFWsB6qiu5ffBQSsWO53KlFf/Ad/c6ejHfbdFosRpXK+RwXraKJCMchy765lz6guL/OdYq+AtWH2VEQ8X+Ba2Qzl+HTEwIiBEQMjBkYMjBgYMfAHx8AfnOJJmwiJCUAUVByHBeMzWCd+BQu0yxC+xFfFfVM3fRu28l9gov8D5kbGSM1jqDoJv63Mx2H4TbD0KKFetS7naDTWCF2Nb9Ig7EtuhMijsGPyU549x/kF4NF6MsUbSmevJfAzMX8YLCm3/VPATVvE4EoxTv8OIvZeXNzcFMK+Bb1LgUoN9uYF4P4mRO8vcCH1QQjUtM7NKfgIqs1p/T4/z+dMIHtWwDPTlVb1Kdp6mna09kwsavSSPI5JskqAeZr8BMbmmxDbL4EJXFohGFYAvMQzbr2BJd3nFvPZcVibnkHky5ShHUvM26Pus1hD43qW68TgiW+ACJwphCcnjImprIhzWyFknLzOnYwC7ABWymGxPEBihiUJ2BJs+Vk+R4XWAsMzqYh7e+nTbFncFvcL4dSCEV32b4Lq/bQ5QliKu6f5NYRtvwMvQwymmofteL24X9sEadmQOMYKusRdWjHFlRvCyHC75pyLvHncMy77s7Cx0dIU72BF/W1Q8WPmie0Qawj0xQEouXTu7+rZOmSgFBHeDeOM+2uZPjOtwblabnlnv8RHRZzXonkDre3fUxfjEuORYV7mP3kFsGxi1c0TsanQhBKA5XZDnuuJ6eRcYn3UfFNa5kdb/ohusYHl3LMfw76s4NRW2CrE9XOLW/iivBLrUdyJh5gHsWGUW1s/CyfzVat1N8tCexllk+I55hLfuI7NqkCm+ZZpMReY5yqE1OWDxaT5LHk/HmMhN2seFT7WY/8ua+E9c2D9fZRDu78t2DRBg7qssUB2neSC0X+BEibbvwkh8R30wthUKA/4nQrc8945NjxyHSfOqX+pryxPxmLGJkPTvUNOhME0J1xLCwOwPvienahufDBiYMTAiIERAyMG/qwxIG3i761JSzJcsxK2osM9a/xe89u7VABMuTb9lVLaTC35u9wf0CeVSnLQuAUb5wXWmendgjI4UbW/2XpJKsIjCrRCiXAaa1ugit/zVCD99q8XXtCg26vviyzLN4TdqaBDK4Q3Ko01UZY/A9p+vR1pmKD/EQwWKKqW5escCFhDACykWgEu2zhZfveTEoEvFA10EoIlLB87wtUkuqkvl4merdXYCalMcIlXllnzIsWhlSXBCPuye3wttR32MhQToTvbT1E3ipvUJ95210mVkfKskceSfoanYy5W9S9kErnvBcOZXh7S0H0NJ07OFeoK3kx+P0IbPQBfgdJ1CWzQ1Kk/4GSf+tYaCDoSerJp3wKPjDM0ZIR3Wsu3vM3tLZ8wWwABC2zp3vZh+nsvEDvGF5MCRnjXrngDmTcCQRRRl7RuHsvNqzVBQB540rJBIbW9wlhO+3XA2zPgbL1XMc4t6wyFE4WWbf08JD68bGTMwuY1+GzXgzlriKaGD0PJOi0VTtc3wiU8wDCXxGUYDZRvMmav0h7WtTG/VntlvjSu2P4z5zoUSOoOhVr4GZURoqLVIhd3F7ya3tncA3gTHgo+nDmaxzw+Xa4LEcx6DetzlI0n7HsULQL0hPiLg2dTTbEuExomxFLWPfkMhfEulKTTuIpvR73jexfxp5tPAx8hucIb14cBZDTOn8RP6xlNnHblq+DoKuOJxb/fJI6OPZ+OWMB18xR7e+Kwh6/vZ/rGbELE+GzEwIiBEQMjBkYMjBgYMfDngYHMVfwBe4PAAqYi4ngi1KyrJ2C7vwpNeXvE1izCncu7xQfN97D+/S50sBaDMBFS7hJtvUXaeTvghoXJagGGP1q3fQTG/b+iJf05mJ2bsfaEgVTTUW4G67iigmifABNCk9B6XmzIcHshSbJaYSUEdnMPhL9WyA/xREE0bm7UmFYLM4ScMLTFu7z7N3hliN5G5hwhefTnPGStU4T2QUlDbNkGwn7S/ANjgAC4/DjPV6eQbn2FWhe6LTFj5uW3uAE/WPbFsSC0zXRYir4o3GWGHCF0OsLqtERhIJLtCsuJ+oFGrXIY1VkLQ6CLbn2gxSZPYgpSBfv9lQ1LrsMQ8MMsTqq/5cldCFKpVkY39X5QGW3xznLOrcoxqv4ZDsVNCDbwHJ+Dkv2xr/RAASwC8En9FBUjjC9hqtfGY71qcWRZ41YXNda/xfNciw8enoB9vXQ/mcxP9g6Bfse8PCI2tptvuvU6faNBHGGVzqGlRcWmZdP+O+V+AKNG/Ts37IST5ByI9mXmPllcqj7Pd6OfBynHfn9jsSPkND4d1r/XW+KKN3lOAOfW70tyFCjD284eLab145SXmUShAPxq9esRm2w7IaE/wZiqMoFiAxr119tvMUdx5ehzxyPmu5XY9+Wh8oEa4dPiUfLeDzqwzon3w7xen5YSTpNiBkidXGOdv4jXAxUtdKnleJ1MofnN+E/YPCwRgqeU4TuZf/OT1HYuW7EuZ9d/G+PQoRxR4L4rvvObC49PRwyMGBgxMGJgxMBfPAZKvJWUCFmlZRRuDX9ZLwo5JYK4o/JeyBIEwVCOu2k1W5V+0QWnVo3Eh0X5slRwcFF8UtBn9lSOTOED/EjzKa5RRjvBBwjPeqJsWAbeBFx4Bbr0Heion3Nk2k8a7DxJ2smxAG/1ZyCNoZElXHP9+1Td8xQlIWva4hXoMhR7octSOv8oVwjiJgi8ykK8mQ5gSBxHhWS5P1oFHkFDTxBUh4CIcfedaQsdmV72f4MWhq6N2atgFffZhPappG1jPB2v/lgpuO8NdDtubH/fyAfixhiB1gK+fauwzwrLUYaYVAjOw5UsMA37N7zet17zUa4FpgYLy+PyOzyA/mU4QlC917CIGxU1gG/2MOVZB4zngqUKvqkfD94cnPp+VVHvB/AJPwQ4FLudj/Juu5LT3rmgQsj8Mfi2h4N/3FXk3O+YK51e2iqsVut3+DbKU+xIKvUzBycVyhrNvWR0DrrfcCOSA0t7sXZwhw0e5+01zn4f85oafH8Cf7xCiWRasl6JeR7por6le3WR8fM7xJ5X2xnvWz6eOWfKfUEhvcYwoMYrW4eANfqX10M+R4Eb8Cd/G2wHF+Aq9cwRWHe4VVdEHQrPwFkbKxsr5aJFuYQeLLy2xTfmBsA1VjliYMTAiIERAyMGRgyMGPgjwkBPvf1hIEpEGW1DeLVoH3dYtk6Lz3GPNSFXJjWyOyzSuuLFcN2kszMy8FwBC5qocDcSdtuOqGSPPwttSolH6tY9VtF+BgvT/0lzEopsMEBGekgEdwUxS+dfB/Rr1K6lGjARR7Skohz/dCVGU8DdA5IJ1X0IThiSsGwsrwDHMwjLsPTj2RJ3gClzQBzVWfFPRX30HQRpMt5ACo/RcBj7pgG+joyN17zLh2WjfA9aPsk0KpRPjLe14WQOAZeaz5NC4vl2rmUwZZKcRh7WxQjV4AdN9ab5Vxivq5DYbAzYPhBGuz08wuT2yKbtKrVgkyZsrrvPp9ARa8eiw1UT42KsHsfGWZFgTXDELW+0ii6rnxfXm+/S9jWsbxWKm8cSUcqsgSvP67jYhJ+QGzafKMrZ/8AF+BNsOulCjeY5onXPtLFopx9vtXvVSp1XP+D8U8rI6IkacBP4QcAOzOoDL8ZngB/HU4ZLlnSOMH6G4K3uPsd0vQwu3CQBDzJizuG+zeE543nSzcAD2sbgpMb9XQWzZPvROgJynSq7peaxmuiY7TMv5mjpX0dho2qfgJlC4xdBrLHYlgoBGb/5bE1pLP07aecI8Ol/dw02EstsNuDCdbOw0/Jy/C2XE+94r3XHnEquE8dMy4opccKLiGPm+CVFgCTojtHIhU+ecfknTitdUBc/oNU3wCXYB3exCWgJLA/iO5MFusaLslqCas8r4m1hCS8MBe6zy/6bZbFk/bGrfeEEwxxhiR5xkHGVXmH9i4s1EJPGcTEGjl7ajPBqjgC4q9CkZz0WuhlkbYo3U/obl/1dwml+ksYh3YUlhP21OTaf5uVLeBdg84k5Eu7cY8zIC5xp/ol/Zgpq1vURmxBoUxeN7td1C4/1gXhiVqXvs/MlJ3Gx6eAx2dJa0bvA29y86SNyp/msgktel7H2LBLwLs88WkvrfV57Pd6OGBgxMGJgxMCIgT9RDEgHpN9FaRR+rw0fgZtgaZj0W7u9Y8tfx/SbHHVZX3+cLKkwRUU1lXSJ8cgPtG6hc/I+/Y77W94/VRlOagSatOt+VVzvFAwioMYKK+guf8N7usozhFgcWYEuK9EN86xcU4n3KR+0B5bJR8XD1I+AGgIhg5FhXD9L+9AgWeU1oc0VaCEsMIRNotwSLWme7QevtiZwZsgcoKpwfXtUPUDdKO8GdUOhQNrWwkEfpre0b2eqX1HfT6A9f02fk5Ao00UnapFIDUJ1HfY+p7SntCxuvev2QeC725EinYa1VD7x3Yn/FtchXAGHs/Jl+D/oN/guW16kgGVxt+WiL2FelSkRTpeEX1Kw75gE772l5D6PnaIpxMhb0LBvcIOSMkqHLbzPybRcIfFO+hdOpYbalyfoUAYvmyvAdSdwpb2BvHoS3k/WuOnJYt9CpeTAUVov18trKEL+nCIqYjpHxc0mONdqhS8o5Yu6y4zrX1MUpdyVkoGFtUKn32b+MHgW3VSjYD45/jUFf0x7WvLCsVL1YkqDL3mGzD8v5inzv2Q8pw08E8oaoYBxevN751jw0oypPEKFQozxs1stgflGisUESxrfzGem7woFXPvtnfCUwBcCTDplRTcgGV4oK8PUFWGhjvCWBqxVD+eiScZej07hZplVUZXAVz0KfJ8gy42Db9H+4sJ5yL4Aeztd/SrIfS/hGAw79xWkNuFJ4KFYG5PSUAF5XnMZc3hR2Q25iPHvJ5v7Gi3hlObGWHaOspZUKHZvcVLfWlwqv8Dv0ieZs/L06euS+FBnyZhGDIwYGDEwYmDEwIiBEQN/nhj4g1I6klzGNmknar3+FTKVJyEoHwfTCoNlk48h1N6EtPz/OOMiFqa3lOnXHRRC0ItOChoi7i8EYQtTXHd/B7OtKxtdBSvQc+MCInjyY6xJnyNu1CswC+8hzIIFlJ+46ASxqsuk+RxtWYjVOa6XxRmPEN4hHoEpKGFIK1yrHc+eA5ffAC9okKr9KG7hDXjAcRbg+qkRm0mUVzu2wZVZ8ze0e4VqFf7yeMAbBW7Y3CmKXxXHzbcRNr8C46JLusTERoEzwZJKym00js38ETR0n6Z/xvsiPhQbLCF4lOkc1G/3FboWCBjb4lmsFdFahUOV7xI/KS03sfoHW0/iU6tXhdzz7g7m5GPwX2xO0L7MTcRZtvQCJ2kcbCsYCzSQ5/U3mbpXYaCIT+TGQ8+obm10+CKsFYQbZlAL0OOnafkx5qAwKPh102X7WCvUlOHt0H5vYIwiVnRznc0CheLbyy1AoI80HG2VzAc1zY+wSi/bB6hTIaBjv60ey3qwlho16N1IQdN98i/E3WXTiHhLCpCtfzinyLhMCretX2WR2GC4xDfhy/T/Mo+xAI75vsx++hVjhuvAokBTuNZSHZdrWft6a+GE/xB44mpNS/Qa4TdQAwdrkfnpZsJ+ib5oHUOfSuJ9fdAg/FVbOeZPj0dxZopJy1yNuFQ8I1PZXKYcQlgE8TEsKSd/+zKL+9MvVNLQ/XVTEid7xjdES3nHKMasr8/r6JpMNG3OaTs00bE8jzZ5n+E9vclFjrQemYM16/MS7uKJAUxF1N1vICxyjhcjBkYMjBgYMTBiYMRAwkD6bZZfaqFf5u1PIP+leU3baLH09uC/KoQi0JwigKi626A9VP7ckYIWgC4iS9P9HnoTj0DXoSuCzoP2Sj/8Oyo48BVKkNMSpd0SwZceh5aE+I6KxJEEl+FziHE5V7CX6B69TZ0Ph2lsEl38UTzF3A/5dHsI6BJA+X262/VX3hOuA97zGkzNL+mfdKPwnTMh5KqKO4ujCZ5cHN+9EziL8RVXEIWMpXxeM3+/mB0jqG7AK3MyatybJhzMV2EpP4Kohni2KBkGvX/e+Syc8FAdoYkK6MwCL1oQvQn+vfttj+C/9Hpz/BQT+/7YHwiX1VEHfTjzvJauZh2jfNkisJp1r3L/G8ZdYX8e69PGSP52Wlxi36Jqr3D9UeoSMNYqMXgVcJ45LcaxXzN46ZnjQaqomI8D3nRr/QqEfcnYHk3vw5v2vfQvCai3ljnHC3nhEsFqgdetefMWuHAfYneSv9fV/bS+wtjyHel50t2lzvtWBRk8uTHWM5Wh3RcITA3WQ9+Eb1wXdXmZWahHAcc0mLI+xw08Mf7ug3UI/2flc8Chxwm+l2lUU8OMsQLWCuXkor0MDt2bYALGPpJZTpu/5jl/KtmTSwrM7HWUL9IsyhS1c8EkPFgq13dw9Wl+Lz8CzGI24z0yjX9GDIwYGDEwYmDEwIiBEQN/lhj4cKixLaiT99Kq9BiCuyy+HALXjhhTspItlpodWrqz5lmIyRcgKX8dVoMKWuWv8rGl6jM+RtiK8Oa4ux1a8G8gDrVGXjJMtnkEHGXxfep/HibhvV7wK+G4TAr7FOIkQY4o3h/NqUyqS+HmHHyUk2fAwZMQslh5RkqMgXknMNoVMY268uto5r+JME5GkfZk1jwWaXi9eLjjwjZg2NBGbRUEoVV/CZzcJE5CM7bvs4wf7aUYK9DYCMTr9lWI62+An3e4liFFPJa40EF7wnMYTA1MbIN2bl1/CR7pM+BD5pa5ssL/CFcSdNZYZFfFVZi/r1HydWBBgaAHO49PPg8A28lPNTUi5RILA9wud7rDa4zNbP/7/qzg3HkKEypDZ4zZ+gUY5h/QFAwzQnoZ1LCzDWHmGrNnPWt18SBwpuC1m2EtP3+GNXMlCU6HHdhwLXzGZJsiYJyUr5HjG8zjX8TmAvqvG0psepT6WLnxh9B50j7JAsYCWk3kGIM8nmt9iap4Fhtq3jCfYHXbmnhcuDorEfxZgTGit86JPHDOGYXICHwnxP4tj5+k/dvAZJ4HGQaqWk89Pq3KcdcavGbzoqt+yHy6ivDWseoLLXDPGMnU0r/QEfY54+lGQTV7Gpw+DC5cl6w7+tcyGbXedk6uzst1YLy3RqwK0KSeN6/Qxg+BQcFrYrRXxj+YfC0NKAX+3eQscaNWNmwCwMCKk5Ts/xAH6/d9tkGeFCP8lygFvMD6YmPMWH00lGKkUT4jxXkaeKGtOd9stfjb++iB4+aYe+T21s+53eHZ/CZtfdmcwSq+rf+DPuJWLgTxeTDIl9eIYxTtpJLj3xEDIwZGDIwYGDHwl4iB9AvKX4UbxDqsS6xDvQ5FTOn3bVjJv89b3gedk/PkM94/qHc+Z3O/k0/juVa7G1JqV28qkg+qxx1Dp7xD9l/w+/1bBDOJztlQ9LBH0gWkZM2qoq682z3QMsTIDbrk9OoCVuBsGwQExAtVsMEN9QjjeZK8mDQ+eIJPCnoN96ihvClKg5bajL/cavQu8gEWCqRt+xq05y8om0KoLOmtXOKQs4JMaHksp8v2QcbmE+BN5dI83nvUFXQp+WKMoUsJ/dPhxaUhpqkeZfbRK11vJY2HOMNyugK24grX8HriMY71EofcS1NqFfoa+PxPapNHHND961VlupM8jmVK0L/Q/BVusyu9H3W9JWZQ5+Jz95iuNxH30Y6wsfvBolH5fV67z4CwmnG351xwZBjiwcY/huJRqHWpfprqmG8xf/r1FrCdAb5BS65p+YMOXqUtrqEM/xZzh1A6tBOsQj9fB0Xi0nUQvBQKvCVKB5P6QXhXeafUu/X8573XGrRCwbfWA1kJf+X3J5Tjrdf9ZwAAQABJREFUlzh0rqk8nvn3skIAjEevqruMMsnDKK6ghBoKvTcGxgUkwFqiuFMWuCef4x2M9U3jjB2IRpgZOBKvKn6Dv4h33j4SvG/C342BbzgGqQW+sQzyHIOMBp55QmzlCbDGZ1i+nN8DZ1eF8HzSfJY8D7BPo4tr+3C+eTeEZdd1NNW3VjIvdZ3fVq8ErK712HlRuZi9tUnxOPhUYYhwUhiAhIEJFWRPE7vaGd+NGBgxMGJgxMCIgREDIwb+FDFw46nGIVYWTA7OTGlZV7Iz4sl0xCA6Kv4RwhthFsSXLHPR/SdM5LeR0jwfForhrmshbLxAsINypTlo0wbBygwh67x5lI2Up2n/ozyDMAwGRTEornMRsjbz78Pw/AhyVuZR5mHZyeSCNm28pE0QSfwFmb/MuPWqry+oaGIQV18oLk2eAIaPUQLyFSI1CdIkYxtcFb0Hf0D81MkLMDdsCmxlPg+BIQNHGwiACzXric18U/FfwdNfBa4WfVJQE8IaoUNkXf4EAe3LMHfXEI6ppZ5SYrT6m8D5brzk/OJ2aZ16M5rqz+BK7VHaQgjLCCThnMoCq/WFwFNGv0xudWsF5aGRHuQ/RcXjgThBwKeb4hZ3aRPmRwsM4ZZpja+JcfcZ87vL7sKmb+JaF1jad0Ed8YODmTu0ffNjKcmauXn+heLmKZbQ9S2h4W2vIjbVQhDY49rnJvrq+NRubpX/AezPwxhzqdA15sw+sLguZfKJM4Xw76j9B9wAg4MJLoGpP833HWvTPFg+p+PnxQft91j7blgy5xvdybmQcj0CPUgBo3Wno8T12tRY1FPcEbKZ6DgIWxyDYpsvzeumJOulfgmFj+fYHDhmrqtpvzvJXDJ6xbQl9jDW1yXxnxvcrEVscK3kY06Jy3xsr8+1GoexitoXYDp/GXM0M7AnSjpWuF2f8LU8ah7HhdUToMNNO63SU+6FsJr7QNmJSoYP8ljJ+LL5WV7lO/M2c3u7kDV9C7G8nt7NWrwCurGEiHlufw9NfRlOJW7l5m5uzo3Bx8Yxm15FxcZN4PHQesf8IwZGDIwYGDEwYuAvBAPQJbrdLSvcspa4u0QQd/bkD3J/5EqgraQx5IfKQoEXrjNRhtyZghYih8LP+E3/VVEeoWCGBWaHgKulLn/5dyVpmN10jDREOqTBmgn0I0qi7QzFOLwU6d5z74TiWzf9NjTNNeiPD6DF9i65OWOPQ6uRt2xDGKc166Weqsn01+biw6fShCXejBpCt7Qz4wCjpAe9uuSNhrn3vQZvtQJbxqG5zJgAG//kwRPe94cvWpSOh2Yrpz9EqZO4q3tYXG6FFNx1wNYi8JoYT3R+L1mdL471GRP9Cn6WuThrf0Qf34Qf6sc5z1Wr7sct0fLDtjI+gE1+gzAwQQMTuqpT+dO5Jg9ylrQoF7MFHgPeZPoOXUZoGfGUrTcf2xqwLHngAcOStbsbXvzTab5Fn+RPFASb73zJ+Sg/GWFjmmvU+zPmJ/XLfw5xOWwmYOCBgsLmNtD3KOvir1C6V0AI7jLeh2XOcy0shMcJhdFapYRXuf49cAMn8yh9V9bGCwUXvRtV8Hd1xX5UxX4QazfyXjR8w76Bz1r+F1f5TfFDwPs9cKg8P4TPa/oU/LcW3p9ljdyMZ7istMHrbbgftnXma+Z8KLQ77jOwCJxYLec1GdbBtK875Q6Pfi3W8WVxP+sCt/d+hmPunWP9HgC389NUEU6pQ+lo3r3MXc9PgufYBepu5Tv/EOsLZSbmn2P84UAXoI1/RgyMGBgxMGJgxMCIgREDfxAMDKnLDwEAqTJjSLIdgLBkpuAAC7JLxVegDdHCg/SV6VarcDr9LkLEb0NAog2JNnaK6ZlAvDAiLRPLcYZw1bXs7NHipvKLtHk3xD8Wp2q5QhjK2FbES73efAOY0W5GYCEZGdI3waKOEM5ymZhnGYzDILXvEq7oV6a6u8sIv78MWoj1qdYsVrQOmBZ7U6qe4ja2Q5jXlQh/YWTVWlR7eyUGpzBkOIbXwrwjCUcwH8b5hYmazP+Ofj8AXMawIikY1s1aX3fEhDJ2af0DxOL/b2jTgxEz0qF+mnHO8Ty5oi8ctJOPDE5izHhOf7X4ruMBm0jlAzDGWiDfTVY3ooBBJpR63GAK4RdXE5g4LQ6K7nXmGBa3xgGCWY+YO+B2KaQHQon+/sjtZ+Yh+hY4Exm2QRwqLF8vtV+ijcvgB4GciX7lPoQralqfU6dH4AC8XD/+KdbsMKC4Ikr185KUYE91BJ7EVcZX5Bj+6ZkUhJ+XJrg+7u6Knrs+EobXy/Z4tx0ZN+ZsU4CT+rvkZ6wCOuOspjbsgymNfTqnJ+mvDL/CvgbBdzPD9TEu23VBZR9Da535l8/Dcvk65o03xPWeheb4d+krAmAQVfdtZzzmMsNzUm5wXall/yjKEY8zHgjAFwNm3YtWhkWXY8xcsgfVHGWF+W/ZUHsZweOr1Md80Xp+S3kry800xa30+yn6ygaB64HNoFLNbJMdiDkDHDvqMiujCSxscuHqrSgRyANDYvgdt3yYMyf6zvM5jGvdPUlTD1DuEmvCjS3aBYnxDQAGcRR4WtST60vn9I2iXmDsjD/Vggti4NW4SzNqXXK17/qi3sjMau3nSdsRB7B7GAMZNoJVyumfZyidV/ulZDGATRGt/IRRYdNQawfm6moSZlJeG1vXR8o2/h0xMGJgxMCIgREDf0kY0INJW/6Gn8l3+El+P/3y8/Od0urvf36az0F38bud6PL8dHAOWkZaQToaC0OEwA08SaYJBjnjMuobvAyFTJTs2tLfeGCElOzCynYB4ILuXK/L+0yv5HOiMQZ0gvDZf6iXaf0wNMQV7k8QJpuqXjzroEoNg9GWxDUtUEAj2Y8zp6BX+tLwkh10Y1HcB733V8DWC5UOqFwaT5XpORaXbckYayWY05A22oM+ivGhb9KgpYJ4Q3lwyN8peMpJflKc75sq+WKUgLsay9UKi3RoudzWvnWYz6kTs5FwMVUD31c+yNNsSXhITYO84KWEXg0+Bl5+Dt1dhnDVuSPtP8i7uHSOeQxoUO4kt9tW61IsWavL5MCSlbpXeJFFHftf6IabCL5YT0LOz5mPWC7qPSr2GmJ9C8u2ZAfYX4FpVijYqKTB3kGBu3acLjPOhKriyNaNns+TwrIfJYQST21d+TY4+R17KC5scLXhEGceKv8fM+dawtdUxNptEbjK2cgLn2u9DTrjnLUdhfJd7FWgKF+8AU5QUFd5IuYCc7sv43zLXsoa+jRHuaXDjXZZ3Es5ser0YP3lAoO2LvYSwa+W3wjUJ/KptJdmHjwZ1/LxKlvPCrw+VfcD0/3AhgKw/QGQGwlffM5pRF59iiV1CQ+fheoJB2ncxZVWv8XR3eThe2cs4BgH3vid/hCS4++vQexT1Vr8G/f7dQBjfjKOWla3CvtdG87B7uMxVz4E0MYmRgyMGBgxMGJgxMCIgREDf1AMJNryQwMhSFRaU1gHwd99qri5/gqCTCxuZYoV6sHU1tOX0Vx9jtia7yKogdqUkOv/Xij5KJMSKW0ctMT1udT9FyzrPgfheksQ3GEliACvQlB13PwrgpLnsRr8T0CCeCRWVAimgTsYHupSCKmAMcEMW0OXD2GgtTDtYI66Eu1dBI0l7syMhSlzsiTuwRMbCGX1K+Kn/hsKtbqPzda2uU+pZ4u/exLeyzYoKexowBbFZ9iseYwNn1sZCesfHMYV8uBNWf8I1urrlHmDe4TDaiL7r8fBEg+DURSuDbBFXuZIuMGmrwrdJsUz4OPeRXvCKlOUBEbWg4VrbDhocfAzrAG+A5OPAgFMdWi18zTtSZ3ePh2w8+lw/sHcNzALxfyxYnr0EI3eQs+WQrHI3/9xxuZUsyFSFz+m7L8yZleBL7nXpcK+7i3j1VcwHA9hn9fEAisRfCKA0wV2GM2SN+acmxjDFJsaWAnEqMmwIeQrEADP36Gs80w8DHAxLLt+DaJbyjThuu9e+oJLclyBdxVjv7BA3V2XotcK6+cCN+oVbplK4nvr+lcHwIsxXG93cG//bT9coXefZyMsWb86VxJzurt9ca6DKmFQAN4Re3iuUB5L8dhMU5h5Cj70A9AhgC/bvyHv/XDDMN4wt/GcWtNcHsCxZX6neesMehdrhO8C2ZvgQCHy9vnQ2veaddU+BB+L+y88FKSNoX4smVLiYbnOUm8G0CRsLr573Lp+sBjqjp6FIWZMEMZSRUoBOwxz3wfntVY2and3x4+z3IhJzubKch7Z0onW+so2newrrRHvbF68Sr0/AxaFztbhu3xwOYSZ2zGNGBgxMGJgxMCIgREDYECCwt9NNuabCk8aCjn4Vd1EW5+Or/w7vvpbHjSWbUDz1NVd/Cbz+79CM63mH7YT4EF9zpo3ABElL16qtHqawMw2U7vD2gbXA/pKDBQIRhTI1cTbnSMIk1rZN4U4CDesXfdjgHsXum6Nnt63ohP5QhQBnXQJi9H7ofOwUA4qazu+TlThA/ipOgSyr8FPIEina9LUZ0u27aGgEP61/khRTRB2BWwKMsV7zrNvC/ZKvt5YwD/lWkvlA/u4aCrRfi0Kpnqdmk4uMy6fBCYFeotMB144F+QNwRs0Z1Fd5eLn8GTwIIIZNGbG546+B1+o0PwmeJGbUFS/j7J3cs0z50ya7AfClrPTfqZ1WR9zwzs1WFUjTIcJJ1OGL+ffdFbJGfC0tIVHqVo8RTFvsuews30TNrRDP8NrUo1L8up11osejBSw5bQNVlclqw2L+AmhrTosRB2UWKm577mKc55D+Bs1u1h+zH4AnpZUnKAdrbbl3OSxh3y2kwHfaqyxu/CG9ATf08SXyT0uxuaccG0qngT0KvITmmnyOhjiG7RYP+JyOSdDMaNCEbgkFBXu7kOhxLlxwfjbBKdwyK+XWP921bc4fsK9e3fmFkbAiPEkzu70AWD7FIoMKA2R58OBL0Dgj0C4BuBRqx8D03e5/l0yRI51JMAoUHePYeABT40nhGaiAksuP55HDIwYGDEwYmDEwIiBEQN/fhjYRqHfmJ5KnPZCjglxN24u/x5Lyi/B4LCRAAVurJZJbF48C4+CG+GGTQyENWrrdXA0EQ/lvJAF15yI1CUjBIE/fwCXtv8N98IwJAq22NgoaXNCHJZpR5zQ7nmEL/+GrAtCsoMhg0pMyOuJ8mCWE3ArzMSe8Ep0IuOFcYMIrWCI5lj+Fp8GBqzsYDQVjofLNHBoy131i+I6xPcci1s3K9T+pxCHUCXIuEgE955MQcA96IeapR1xRovuSzC3d2BNi6auwi5hJV/avEHTE9jKCW52sCwNjeV+4yRZRSpUMw1g8jrmwvDZep5Uf8smzgwGsUPgWCL06xo3T2wz5a9iAypdOyapHTZx6heB5QUYpF8AndGDFdQxzjIhK7BY9mQSF+Ga2HF2/gUu7i2O6n8E/w8C0xFa1uBhUdS+pP4EFPQPb3RoyhLXp4WZ664xj9hocPwGx6L4iYtlffmVGzVtcZnNANyTl2isYlXgoVXGShK3PY6DMVNTnTlbla8xQ55nD4Q41nmc87mvIPXbvqeDzvbMHDbWzM15Tfzh4hEeP0ZdH5W1ArtDpn8FksWN9dVkq3GBPUETu3RsiLk26dsxdlDN3IoYQsYRyofP4rCv2MuWH4ExvwLiH2Gd0D7fE9RJFu144fxcT4v+BBOKEJcNoAZN67J8CRhw7W5HgSzwtoKTNKbWZ70zAG46N3xuj9WGTQuW3knJwTyHJK05tP5tseIvK4XQlGa+xeZIj/dUX+qQtu5zXC53Ha6/0EyfM591o+9hmQX8W4FYztacpQoFjl8jzEf4i8t2re0zrjzHOvUU9fsNRvMcF/lV8yDPPsIRL/17YAJexkKrbjeOuuolxoDYgHwE48vqHI55fGC1Y/YRAyMGRgyMGBgx8BeEAX8z4Vb4C5VQ/Yzf6Pf5Pef3PtOC8fudEbKkA/JvfX6TztIS+Vh9453+ZroGYSGHfNIKvbVCO62WJScw/Rqh1hvIKwiFQkpCg9V8w2eb4VvmD1pJePpHur41dE9Z3YGg+XYa4J3Crx39ybVJRstDtOXrQIqlIMpoifLKOTadh3Xn6235bqa+e2jjARrq8bYDXydqoZN6Oip1DVy9BW+M9SXP5CkOT5Sx7dw+/EwNXVeiWKjwy5aSwDBj9vQWUkgTbLDVSiUOcNu8Ddavcz8om9sbPNp1WQXtr/er+4AIa1Z40MQPyC8MK95VS//OtoFNOGs873QtXmewSC8ifi08ZfCGuZ48lvmcnw/O1NcRY1bYKrxj6Zo3OELq32e+DWpKl2s0r8LzDiFgrBdie1t30OQnCp58UDHnSxQOAm/tk6yFj8FrhLiz/yacLHPwE+ozbE+FQm8HX2lYrHBN3g/LCffrg3kaMbt1tVxcYSyuUD7tE6x8Sw4GaL3Acn7rUruscVM9eZFMKPBXA4X5Ad5jXwOo9HJU4O2rZVwdW70pOe+EO88/zxeVok6wUMKnF93PaRevbijEJjfqCaFOq5haNBoui1mnWq/WBbyYc5f1cLH4W+vdAE/x3VHJn5jpHTx0pWCV76VrPSl9IEQnrFOHK+2pcXb9Focyh+Pcf68OXb9r4Jx+Szv8HlTtES3+Hn75VTYggBWrf1eCo9c1WMbDy5co9pftX4PHvLe0gPL0ZsYcIwZGDIwYGDEwYmDEwIiBPyEM9JTYDYTYuB8Lpk+CTEvWWxGGPY6Lo7+HQLyHRxCvk9+ggYz7rerZYj6HSG9w2xKamgodLojQDsGkQtKc3AhRuPyx4gir35vKvwXU2yENYRYgZiusfCcIoCcQ4l317xCOuLVSQ7yVIJe5wG1saPxazxmTRHDApYANAQ+MxnwuQ/QwexcwIMSxSoxlXz8EbQvDeozL2A+qf+G9giPwt2Beh/07HKYg7GXgZTYYp2b2ZXBhrJ4Up2d1KGQ4ZAL+k+avFtexZDROVYnFshbKjvXhyTJ9OeaOFp8tlgZ1AxzNPWwqYCkezE7fz+i3+QVYJp7NC4Tj7eR5mjd+EmPkWCkoXgiLD4EqwaJ78El5hbnwWSxPP8kmidbNPZwnqtPS1bnDVln9BrPpazDHPwFC5pVT54DkzE/bW7JVWEF3n+P+MuNBRewGJOvLbRUCH3CEUA2m57j4FnC/AiyMkWOT12U+b6gmgasbdF1PMQfmD1HsQfr1CdYqKI0y2/DgS9eGhxuUbGAwNmX5GgXZwGI8sqDXnJtTqtt+RqzfBq3s4gt8Kz5O3y0P03wIIx4CRjbREIK3E4SvWCFX+Ru1db6Ke90dMua0Py3+nu/V7QiQmW+HtL3oILgITp0x6b5NvT9OYxxW/BsmSKwD8Y9CxjHCd5j+gthParCfLTlwzAuaKuufI4b+DgLgN4CBedGP6KZ6w/oCV/2XUMSoJwp//U7uGvtNteRnMODA79xu2SzsJm/ywk2Zs9aX6x3PIwZGDIwYGDEwYuAvDANBx2H91xqKxTi7hq254BRtUGvzcQ6V0fQQlNMG2iW/CsIXXhAqtClfhHb5JTSQm+0XCSF1BS03Q5H4dmhlYsdG/UO4drQn/Wcc4PIt+oVVI7BeXIIGlgxuPoaQBEEDoUvO1Hdp9xpXuzWejQgnozvbxIOelRYUKBL0oCFFjiYPQJfp0UnO49CU8SxhaSzTa/QZQav8ZPBph9ZHfuZbC83ezD/JzZ2MjXT4Wfua6hMKeTGtf+ftVa71OtPz0DG/zXF6gnLlH3Q0rpaPpvcx18TbBc7p4Ec+QNn4BeD8Zcwftx7asAQ+DT7nObwwytN1uDK+DHy4ID+gf6e1kN4zf/CQNiPcUodb8gi9FGvOtXT6HCqBaVo8wVx2f8Hvw0Um57aHuEg8X1Xj3p1vo7Fh4/uzPi/FT3wHjlD0RSmCsZ20T1MGYabvLhx/a/1lbneErJp1V+HJ8ERASJwlT8YczbiNYgrgPwb+UIyP/Rnm8aEbDGvNH3rbEqt43r0WPKyKFKsJnr39CF6YEa4SD9hwRWk8Mh6He4OrJS/mjnZMjrG/Nfwuziv2qKZv843DA0DMDd/dzCq+zNBe4VtD7GL2etI4+43IsEZN458RAyMGRgyMGBgxMGJgxMCfPAakjG9cgniSJYwjeAHuFZigZVzM/juM4eWw6lO4JFE+K78OK4YL4eKXwZJFTF2YAl3j5BTWwDCU+Zyfn3qOOqxHorDvtsQ2pJ9wVGH5ixsn7mv+Kd6bGN8GgdVx8T0Ix1foiNqZwN/3ZdEmDAOiLd4h2JF54Hpp5Un2JfjLItQRbnx4khgfy+FmGIvfmri/NVqTxhVqMZvMcXMDdmBqcbE8q75GvTAyWpgSO7SDKZQhTXjBJhI4VwTnwrXpWEC0vFD4HThqnsZik9i/BS58FH7xL/rfMyHhEql2s+lq8UH7f9MemxJRdlAXMNn/iEErHgI/9IT+x0Fd4m6hucp7tfADxbwpsDi8RLzVo+LT1I8WczDYaunb26RF7znVC0MxQaB19HUE5N8G2vcR2Dm+tgsxz5HnTViU22jGyRJk5aqR0rjRTlgO38t8eAoGgY2IiIGaxzrlzf3xLtwjMR4VGzTXm28yd15kfmvNvuynbUQ7G9rvayQ/V+LDcvTReDr1/B9hUG4LwanMiU/DHXhoKHM3OMcYukGE8LdBU3cWlqa/tkQ/Jqkl/2b4F2djSHEAQExg14l9n8y/wsYaFqAwduEe3TGKw1rWE+UdSNaZuHRzoEQQPpv+E3MGQbBzm/q1IG4YpNWD9sVNpDRH5mw2qvE8bT5PtWjtMi7Z+iGEwJpwcGg1kI8096ILAUrl5hFtz8vv4Y7wGq37D+aedlzaoSXPRb+aejwxv+xtp2LDA7g/vJfMWOaTrN8xyEdy1e6YsTrcrRmMb0w36nGfY9KqYHKNdfw96tRaR+be7OBTprNPuspPgl5wQJvT5u+KKe6qOtcB3wKtn9NaF49c20jj+NI+hxjMWExV9nUDl+PXtgqAnwcGY1Mv2401mUuS1zdu9lbFA6yDB9OQC6dIi5Rbyuf+8c4T7Ve/RHHkh/SNDVfqizhci3Gn8AB/O6saX44YGDEwYmDEwIiBv1AMSIv4w9xhjTWvX+b39H1+33koTbBI+Tfes1520us48+uefvd9c/LIdPEEOqGu3kdh9nbonr8mpxajJmnlQX2DZuUVPKSDG9ybdggIy6AHoVEC7lTDvn+Dd1pRPgP2/r7Eqqv64JHiEpaZBTQLHMiSTImebW4l+CX5KELrFFpRS5dtzb9O5wyprPxu9Rww441HS9a6uAwQ8i0DJG0Ga/HUrHFA0zcI2+bVm9wnBdeggwd047IQMGQaanBO4wxNT53pgAZG4bfElXGJ5aMCUfng4MX2HB/rgbQNBelSQTphTRQKarWs8m0Kl7SA7JQLZqC8Ln1y3hQICruG8Qwh5ilFd70OfEsnS2/j7rVC6VyLUOAt8AR0Ale5roy7/l5hIGwZ80S6HEvb7m54jrtQUMaqlbwL/i5oaDPuTgu+FJo9X8uvlsA4J75u0zEfUejocPFuUgicBMGrcyxR++lZWnMIs1CgLrVQ1tXy1vkc1R74R76IakNweww/hdU3Hrf0QpDTyvRezM8EX8xBhazd/fBEevZSYJ36l8uf9Zz4Pnl0quz5GvnPtvgV/M4L4BU39PCCw29P7DfRoDxYWmesD/YcyuYh6kDheGAdela41svlsfYc7CJrzljfKu/MdPOuogfrQHhUN0ipnwM+UzG9uQLmUI5XcEnJi0xD+Navg8cFpqZ8s5jVrwGnnvHyfg+3KO87B6v27mI6/wIO6j7Jnd9i1zT/XNY3KKVxd+w95HWBCwVrlVJUVihqBMDuBfC+5TeibInlXaBcXRLmy9+Rfh6e4EdvELxjtSMGRgyMGBgxMGJgxMCIgQ8LA1LiNy6FRaZEaWIU1JBtmgcgxp7h2RUYWNlr2ADcG83nxCZtv8U7LFqhyhIziYDoghiCRG0KB0yGzFwQobgLm9+PhuznaecBBGS2B1EIKRhiHVwrf4BQ+oPyO0D5GxgAilp2kbhe1yBdvDvtQiJeRslK1Rqm19R1qfhical+irs7uCfGZxDJwgSeIK51X9Poxrf6AYxTcrkTdUQ956OoxbkiIxn1EgvkafW3xeTodqw92VCB29V11jA5ThWu5o7n32Kj6Xkw+9sgtJNF8yDnXmMoXsFJMJPgRTxDmB/Vj4EPNVxvgxEe4p7s5o26ee41sZmNcaulq5bRQbzTE16muq3ftDKG6dHwb9oQARqqDctXrI7r5osIPh+nfi2wUz2JyRcva3AhWOtkNHEb3l36FkwFGvs0YL0HJRlB5kSLUNd4rzXrpjYGsm54tey10tynDRWn5sALm1kz5nCHpWmM2Ql4TxaOquMxtcQcZ5Njfi9jgRU0G38+SxsdzsuT5RdPyAcLyC1wIJz/oPlh8cGM+MzEtVJZgJUeuFnkX1xYKWUW/aOO+Z241CZeeHVn9L/Wghhh7/4WwNQJk9riquyD7jm06n/DfZ4bNuy45sN7k/fiUE3sI9zEf5E5f5nHaNYzADLr+yfxwHwhznddESNt+kOaN1YadcSYrM8j217if4qFxk3TB/leuVGXvqmbcL9ey0n4rNdNBeIPsxnSFm9xj4LCsCvO8TgcAxNzsDFm12Xgvxkc5synt5bKb/o7K343fwUr6DeY526+bcozPhsxMGJgxMCIgREDIwZ2YwB/Gg30O1ZZx+VLCI2IG3qRSXog/0ZDN02xLJxglZnow55Wsb2ePj7ZtDQLXnEq3NnijrWoFQJn+uJk7rM8kSwBMorCUyHQrAiVAaGVqgreYnetKtJqtapXlqZA+LIS03R32dPeBq2rR6nucnGpRKi0Bzyb6pRebLAIPW7fhiYGf3Pd1SYFwu2431CTNKe0PecYVpR8tWatDXES1qwH0nYx7tYk/wja4es7vOyokJDoaOfIIXWa18Me64HpfmjUe7g3DI3/DqmLYgu+R55FURTwoIBYTt7gLC+AEPiAlPnE2C9AyCp8ZQhZ7f35k6GHFFJOjFeshxwUV9Gc37NidlYYj0aPWAi36hK8qSAbext7VnFANoW+bYcwvbsGHvt9gK3lnQcKWd3XYAznd3F8Bp4G4VtYZuePzNYKzvCCdrAC7TpC/6CQ3RDWS7fF0d5KbcJG6r9hemArUXLpZg9TFu9jh865qGyfP4yNaxG+UgVzPZfVRz8FS4y7hgfOVfEVOEv1qZSdlG9u4Yv3OUCGLzcteLN0e6P+Js9zQvYzlKN/SDMozqx9z2OvBOvkaYnHP5S2DaWVcMt4KLC2zzc8pfmmwnOBcYlu39uG3yCVZ0KBhu8flr9V8xjH4zwjW0zBDwO2G975sYERAyMGRgyMGBgxMGJgxMAKBqDCblSSoJWSsgmZfARnuHuuu7/n0ecgwnEfFpZ678OMXYNx+BfIWdzkyoBTzJL7C3bIvE8Khld4aENXynPgqf6Bhp6Grfo4WoxsRxBzVqK1PvptWG42k6/BeF2D+Md60TaoYyEo6a8X9z0M+9HfwpGYZQXALRaV9fxptNa/ChH6AK+MTaIGq8RrTmh+t98Db/8PgrD3sc6VkU360fu1mevZdqb/EOuz7g5wjxVypWsm4w+DIjSdw90uZ7iTOHSd23UvAes3i0sIGacRQxTcAbPM9Vbtecch5oXnnPp+uikSzBdEeedmxJP0+WFI91voN0w/2rnsccU4xDiKQ+uDkNe907z8d568Se2JURYvZ8VNMNARcxbmtHoGvNxF3UnwlqH2HEyOc6pPWmQXuH7uLj0Lo/lWjwvH2jTs+7D/6e3wr0K2hkDCxxWuf3GTVcHk6Q67bXD/y0aSGrmpvmGpdB3CWUAy1lUxeQGcYeXp+KRZ3OP4ZLn1JxHzmc005+eke4Ly99Ouc4LKYxzXS6zdO4+xyKgVvBLvdtYhEAemiEHMmMU6XyuychsuvMET63VCPGqF8LrRS9+GzfgTK+vj7hqN+EQtGwAd8aFhAis2KlbXl+Vccx6pjsQ0UqFxlBU+N0+A+4/x0raFfgMM4iUf5MgpCcypG8v0OS7Ttf6tO9cxtQj0iZTgSK7Nb6Vtmeh7wb8KIyYZVHWb07HXeJA3aWljHc/3tqu/wXL+EfVqbZD6bM0p+d1mjdNXFR/qVhfoD8bKZgAon9MGHORXW86BXxRGCuJB12wUhrXyskKeW+fh9W5pbnw8YmDEwIiBEQMjBv5sMRC/3ypvIiTo+G0ty99AL0EdqLyZzBXpO7+pvXAjIUK61WOY8m/v2u8vNE1WdpQGaZtPQQtpAcxGftQpBKtJFjDpjaY6FRq0CF6O5RtKYlw2xNlV0CW9dKa0hDXRUNJXKCeiNDmpoFXby1A2KlCaj37uELpa3tL6UjnGUmyOYtoEK0zFotLNWdlweF7QKQF/hmV7RzqFrLjOLuCF9SJj2J8ljraXy2+kmxgFLAP1/vIjHv8U2BBc2rXgedbHMpc87awQWGvMO6j9YWh1lLWt1wYPTMniDmFLjUCwfI36pPM+4CxsB4yzOKV5p25p7N+K+MkIaQq8ZIXXm8Z5cyBwZM9dEpKO+LUzeMYSQXAVIVisL8No+/3h42GK+a4Fqe9R1EY5VUvRAl5NzjfVkesZFjzwOvZDVJj4PjC+yQihQOEcYJ177E5AQpaygndu4V2xoJaOT+tx2cvddex6m+ZajDfKvBVe3IoJVqt9vOL4JoinfCyqEm6O4GMQeJYfY519BhgJrcQ4px2NReYLuQh+g7HS9XdbXmU7Sq9cv445meZl6ktqrO8X35CKb5trYtJ8iXn3cUqb+wyT7tReUGd8Puk9A6QF/bx9i7ZeYfwQrBJOKn1j1+GUF/8Yc+KzfAfuZ3wvLfB3lrVxKpgrGYSZfZcKAXWFULW4yrcSy2qwBMCRM0KBxTzFJb9e7VAiTpbeePaDp/6wUl7zJcoUXY1SCoop7kkknhwonIvs79Tt43xb+F07dW19WJCP7YwYGDEwYmDEwIiBEQMjBi4WA6dxEOdoTeJQoYLCHoRxuNKZIPitsCptS4lABGkKdYp3EU49C8F1jbwnNxDOAcBq0Z4JUZQhq9u1uNFtn4K4/zLXf81TNyZkPiDwIQyvo9F4LFzdj4P4Xli/0qck8EvVL7WAV5vb7w6GJCz5GAYI42nz37nXvasbKlropbZk2CJua2gvfg2GAFxhMTeRM97GoAYBPmQWtkAkXkgh5GEzYoaLrWb+KMJxBK/lLcDBf57nZO5WwZ0Wey1xnmCeazSoJ27i8G5/piNqytWmM7CElTOwl1gdT44Qds4eR8mdeKswhuI9x3/Kmya2GsQ62tsRc2r6bTa7PgA+2XDdo50lMUuw0sSTLtbNWIgXfwMDfi/PkjVuqnETbn2mW2Nc8BVYIs+vsjEA4xba+WzK9XgM92HRlw11OB4eJriWWT1ng4I4Ot1XuL+b2tFiTphOeWKc+8uVk7nYXGNjY158F+b/XeqAubT6vfhXYXA8FDRj/cumy6UaJr0zRjZrt4cx3Lotp8cKBHHj/BRe4hodG9sb9381uF0WAZjIs160BzTeCQsC6PIRmLbLzEc2DSL5fHfKbgHNVbZuBeqy/GXO74GbYXylTfVQfwig2f6b341yxpf5fqGlnsco76RsKrrxmZuxHAie583L4ON18KCiQvJ4sLEIuCvFP9rxVcfGnJtffKsCBnBDbSeKLRUS1vFD3sCnE8BNOTboqpeo4TfAYV63Nob1sTlZzeJNB/7ryYPMYdzc6bnBSZTn6QkIdj2wfvtEeYTx1eQt6lETv68v47aHZ1dN47sRAyMGRgyMGBgxMGIADPjbLq/Fb+gEQU+Bl5GCEDYKPSOMDFkO9kJzArGJPgg6AasplTQbLOMSpQFVBwy+y/T5srg54PCghSsEi7P5awgZf5WojR1C2WX5/a+SAEkF2nuKyeQ+NvwV6pr8O6Rv4uHKH+mgGr6rwJVtgevdrnsPpIE/YAwL3iXhulLudFoo0VfmC7YNa71uJq8nT7Fa1da7oI3SWwVZpW6qFWRBy545BT0o5QfnAk3XlHg70pIVaz0tpxPeDq1dTl6BlXTuNfoHnLhcTYK2Q+pKtKLQdbWusz/BwXgiOG9V4Iaf2ht3G5tVnRc36Qiv5gjSSwVZucOBa+dBmtknime8xXvCDCHELHBlrKeqBiY40eVZELaljhOVnnzgfAyhFQoJHZ56quo6exYqgLpPcTL/6hPadR+h+qCY1ChTo0DclbfGt2Brv1Yr2H2XcYNSh+Otd7IKS+USC/8I96PwelsSf1qAGgsbpYjp9B74oitco1jiZ8T1dmr/tlW+4Xk/XhW4UDnmuPsBMML3BA+IEDNWwMlyidf6KN7QHga2u8iAMkkPW4TrOVnk7E/8djO+fq+DVy/fQwjs+v4VrfJVNY7tisVswm+LQrJhuur6SXpBmCzxRh03PBmP3JmOMnoFjE3x/eBtkwDY3wH4VOBNe0t+lZ+kX4+yfhlzvw+EEUhfnhsOaTQQvz1MKr/pTfEcMONtMOMTPj/WbKW7dPhsld4/HLDGVkYMjBgYMTBiYMTAiIERAx8qBnZzw+cEJaxTYRI6XNbW5RMILP8rRBXCX4jxuvkt7lTVcPxnNK2fh3lAIAFTlwUQWcv6nCAsi9NmEk5Knt7McRki+fMQgXdCmN4Cga2jWihnGKaI/1R/lzu0WXGjFhZ6cO3JWjChLAm+zo4+5ScJHpnFmxBufSUsbnU51KB9GJsEQC8+SgjtKmK4/p/wHy9STgqfftD8kgkcwJIZs2XvN1/lfHFW+ANz09zLWP0jtX8G70gfXxDIjocCTM81sV1KGOau+mfg+Q/y0geY0sT0JjiSZiXXwej57HT4Ah/Aolb8nJhF7fX/hcALxgtiPFkw2A3aovvJMpX5wpwxTtKk+DHwfQ14fwSucP8MNIEm+5b7afFdqc8n/mfIOK+z6VBPHy2mk6doNm9yWV+/MbBWrzOoRqDXAcOsfY6WELoy0HreKmFyAwN0UktquPh0DOEJWD9IT2Izxti4xqd5ijHHap5YOikudt5YMGvGq+OXUrgOmyPsxM3VcfN9Yqy+xAvmNfXn+EZ91uUp2u5xxbXz08NUtrcWN1X/g749AjwqScDYpRfpvOOvAv26gpGtvoE187/ApLKeFM5H/cLuXDblfnApLD6JyT2BWSPecPcMbqS+StvEYhLHOU4TxR3nGOsolWr0PtYRz+xGh7VAQTyypvpX5tRztIr2by98tVi2/PXatJi/wsXcrtqnOT7HxLtjBdSUO/+1D4N+5Mf9OTZJYPK7Fkt1v3looJfRj4QDYV7gHHDT90GGle8DrqcnbEIsGFPWVbK0SC2mll2BHHZ4S4oyKgJo/Tv9v5iXbM5Ryu9M4BDci3brSFCJW9f9vbFB0/B98vsdrhKjjTRWW5obPAYy1pVt+D0t8WAwxw13OcH62H4LOZ1ffM/yfBzUMF6OGBgxMGJgxMCIgREDJzEQil/8cE/4fZ4QULIq4a8qFFjhdvyVjt/3k8UOfhJ1QbfM2TTvChRp4RmSBZU8QqJ/En2X6JmVa1oL4SBwtVhflghkgucSCnmFPVOuc1N24ZtjvTcvoRWJLVpG3FiJGnkF+anEx6yfO4keDkh/VHCvw5P9CNoTV9C4YJ2j8BoiYGin5HnHVoaHkOR7r9dTotDQbKV9BSbyWXiTKbHYy4TWepG1++gzbRh7c9LgIrZ9B/y/zr2CGMYYmUpYxqpcd4ak5XMqeRfwXaEGBTV7Ajdsjw5lCDqE1PMSWlclv0CvONo3DfHJtbjDGrOYf5q6CIPT8wn71jbMl3DJE2BqO1xVw18XWACv9na3EE0FbEcVihm8I+hqLxfdB/+T+ohXjJJrjik7bPeQa2lh54bTEuaPNq5yj5c0xql0g4C0oJfjbvVPsk6OXPwxbND9wHgnXU7jc8hIrNbc3w0nrvyIcxDepmmvJmEw9+I5kmt7ePAwvgOcY9bh1WlSPEQe1qyDEAX9niQcRB3n/iPfqQ2vK5wY2uw/VfCBya1y5pvkq1LzceZbEVb7WFFPS4WXwBcDkoC5WPgyslLdKqKUuldGkbwmpFXdOP+XSJCXE6ctc69p4cvZK6m6K8CotzSVVpZ5b8SVoakEJyyWw1vAVXhu1hHXoijgA8OqIwljQXzxSkE6a7jF2juE1MMO3Qgg1+oMgbWGFfU1ZuerfJdQBOcqFCVUmmrhc9snwaXe3lQyWatgvB0xMGJgxMCIgREDIwZGDPyJYyBxETeoExJPLTFNuuZJSO4vQat+EuZXDUcsE42xVP0LBOM/QyIaO0Ra1nfnZkt29maOMLHBxcu0+kpxNMGdFC6OY1NAghVWRHdaXfUCzMEPsd78JUz2HNfGCC0GtWaiPxiVwfNDLy2vyKYAP1pHN9WtuIVVEEJNEMxqfConnKCpeDx7nuff5l7LPV6HMGUHrvYRoMhA9KllM6fB0nQ6eby46dID4EUtY3cUuJTR9cwTRMTgBOtj3OiUk28wjkn7PMb6EGJ5C3xz6mjQoi66LzAVcL0MTIiNaB/mrYc18B6wCxcO37ByOJ5/G6vlV7hnbpF3kXomaXF/2kUIdxWWYp0Ow3dUw5SiVRvbQgEzzMIgxaZbzFlhqZkraLrXz2N5QIxmcGMMp4THpdA0WWimSrQG9lgk3StH30C41uG4FjtCUaFGMzXiP2mRGjAOykThfiytKwZjhvCXTbYpLn4nbAKq3R5awevlFi2vXCS4jLOlJcllcP8wQm1ddCWLhaXl77b6Ejyu9w5LilkrY/huzKGlIgV5BnNwBQAZ2HD33SCm1RrhKbqlAJwZyHNXzqnfih63rjFjd5do/h53/0bJt3nCuMiULmbVSuv9DWsRDXUtXCo36yqUAMLF2xDuHpZNxQfP0qYCyhNs1s2Jg1xiCV3g5ktX3qZN3xJmAM8RijL/pvUXuL6TbwRMNwshrf8ouuHP+pgs7ysUXNz0KHH73BbXwAvzSYsC8HNyDfNMpRws348q1mJ7X8wH4UppWW9+sv2c8OQGjG2VeDMoqzcYRtzb8cpNhGWdg3qdz8P1sb2B8c2IgREDIwZGDIwY+MvFQNBTNbQntDsuoHXHqkvoZRr8ti4fHnCVyiv0kg6r67+Cl7qX3/RbqUOaLymQJRplvVopB8pz0hIvLGzLn1Jqt6BtvZZT70OoAG2HhWHX4kWIUD+hfLYkXDZXEXQ1AiJIEQUFBS5tW0JUFBErVKFZEnhsLrwfXlW0UyAiLzyd3M813qekvcRdpnVOoXdU8IRwA573saR+izOWbHjYkf84T7IHc4XjuoEuLwMjXpcOrtA5YIKrdi6W78LG/IA9APiPntZN78/2t4IPmpSPQQfjojrwddqg7mgnJuklaPw5fMF3A1YtV7NAcEfJE6/k6Uqsa+vpg8w1+KQaRU95p3MlxjNoc6zZDaFTajX/GrMQvhL+ZSCH3NpKEgJL399STKafhDf9NPV8NM0359xFJucx/O+8e4H2fsE4Ed7LGRTfpG0N+Z6dlxBa3sE8ucw1Y8L+RngZ2lbsTM/pb3MrbLAepN4DMjxSwV1W4aFLXjBWwLLmWIdpBfClA3cPsC4eZd7dAmzmvnj8Bc+f8RXfSRRPSjx4Yf1dg6dQTF5CmK6CTwbO6uN8j1kbWsj7rTrlO7JezcH3sX4SDoSrQ0g917IWY44q9vhYS+LUd+wbzHXjXj7Eoys8gvdd4O+C8bitI37fgUVLYMMjzOtn+cazFxDe7NzvwrsaoFTsM5SEmmoKPFzEPtu2CsfnIwZGDIwYGDEwYmDEwIiBPz0M3FDKy1gf7fwxNCf/G1qMT8AYXILYMtKQmt/fh/iCAEM4VCgUDmEMxOIFE61DJkmLwDlupKoKgVr3VBDKPouYsghejYNZEJuqaZ+FKfgxcW0VCAOSB8y1VsJZaxySFvJV5lMUng2NEulNexkB5lfBzX24+kWTs68qBK5UP0X7vMAddQFhXVfvAEHaLEkCJR6fO8nJXOK4tZjMP1tcwtVwiUtstxfUYl5sStCOME0QWlUNmvHtv/PuJTaaksu5IPR7WIY4z/04DUx5ibD8ReDbdo8hKCPerdbizKE5c0KGK7nLTlqwMhw1Ku9HJYKkFoaz/Bb4eRfLB+GUyE/Hae2uvJf6Z3PGVMJE1bPPsRfwGJtIapvrqhd85GTeyJ8fqF38O+YUgvHimzC/P2N0ddeV8LaKky3zJdfp4CJ4K4gVNgEPUxQE3Mwybq6C8M2pf24dzNt28nOq+F6ssxrBZ03832DG1+dqbjOfB5V3rIlZwaYBrsOa4h7mpsJf29kC/6Csl26idR2MVvEC5V5mnmtNbx8UlqdjtciwXspSPpjG9nHqeoI6knsw58JpMMQeoNkir1bXv6EPP6AO5mynBbtj7FhHBnP2KcOQVnhTuFnyCOUeZcOTubnIb76cN5fN5/xu9X2N8LPpXmee/wfjqeBTV1+pTDqLW2DtFS5sytjXRc23qngApRS8A4gVF8vOtNpuzmobajuXFVYEfH/L9hdolTse5hiUcS6YnIbENyvaK+QFB15HGuTtn+xzykocFcx3gYJEiwC45ntSu6EZyX5Z99nqT3WMf0cMjBgYMTBiYMTAXzAGEGp1cwVFKt0p5PA3tafd4vf9Yn5nO2gyY3gWuiGFf0ltnMR7ojFon014veIYnqUpvwNN8RZFEK0isNYzTuav8vlkTatPgqaRrumP/DaVR4m2uhMO4glICui5PXnLFgKzI4zMfP4mtNc1qiSupfQ49KLKwpvTtufD3AnnIRhsiRuLN5tifoXuS5nbAfkL+bst9B35gq8hhzWJs658A9oUWg6vR5FibNPl4X+hyRVaKszv5AHvAJQDBEm2vdI+yrkqHGK1WmBJXcjLMtZ0InVxz/HI/ZD27vBAU1V3Ue/d1AffeiotnEtvPicvOsL0BqGPXgOPWASqpAgmWpSAV/tzso6FcjSC8xal6UohHN6z3OWQv08dPVluvyfA5Zpl3sUahm7vyldZN3i70nLVeXpKRexYBJ/TImBttYZvrlDf7TxF0Rj45MMuMlUIqgusqeX3ktW335xNadgu3w3gKxvH1PXwEcZZgdxFJtvz+wQu4aHhZFlpV1nnb4ILlcZ5z3x0JfqtiiP4MOHn26Gr6uYu8inA/CTTYgj/RcI5rEuBL7Oe2M+6V9ZrE5MMWNJXSAjkx/2nV4EWTwcVcc+r6m7mBfsF9uXUGTJs7+zXfn+nCFK74iVg+iG4xOJfb3rAYApIgLHAsja8y2GE0Yay+5ZvXZS64D/y+3zHHVv3AJynXfkC+MJTm99d91biG8beT/NZ1st99MU5w3O/VR5jGjEwYmDEwIiBEQMjBkYM/Ilj4MKp2Ew8B9GM5dpNCDfrEmKKTQJjqkpDHUHQVhUat1iglQ2MiMR+Jq4umCERDpmcJGDEjc/k0eKmmjjEaGAb93eO9qREtFroZfkrhCxfL5oGN8tsUIgcWG7+XhyRusCPmoW4T7s0+Qfw4wYFLnxC4KrQVQZUF76cu3eKGVaLJRa3us7NBDUX509S7TIIEuLHjyD8Zazah9DCVZvfPvs+tanVpvCU89+gMf19BNbfR7gPkc9G05lTjDVYBv+OgW6XCxiYo+rL9PcexuyjzJkUQ2bZhhskSXA2geGoa5kj4v4qTGLMAuRl5oOuwrU22sEV8VbL2WUOxkX3djDzTNSA82SFwTLGXCkRds5aLUxfp0tsfmQG0rntsUdyHnp0CuWJP3xT8WX6dSf9onzgS4Zke3IjqTP2FozYDLfLLVrYRWg8B7tIwTSe22vwjZsZc4SvbjzgArvE9XGJVrHWxzuTbQgfqwZYSwTg5eQnaMMjoMfiNMV63VkBeZxzzKmYE+CWTYtphQts5kNDPFqFwvsmqyoVssqMYnF7vf46RbE8UaAfwl/hNdnmMLGxQvsN34Y5WsA17ZfVX9OyrrVS/4a5d1+n+a3bvgIN6aZ4Hu7zLXDjunGNrfcngGaojb2Lqyqsn6fllxjHW+JbtbutU966gQkcCqGvd98pjo+NgbTe97U62Ay8RJz0iZuBWpGfgHct/85bcKG2/eQXWKYzJ7ACTuMpDKfAsbPe8eWIgREDIwZGDIwYGDGQMdBB68xwE2yIFEV7ySXnOr2Rc5/xHBvqH6N26IOgqXb8lg/oYN2bttU16CGEGvAVLbRipyXWhSZcYWONeVRfgceShs/03imNSGfLe6Go1umlBCXTCropu909pfSO1z3uqd+QOQVCkLq7i/oRNCJA5AGHbXt9egrxH4qNMwTAgTsUqffs4ebKHR/HkHMl3dmheIqL6kjyP5H2b0H4yla324zt5CXqQvE7eFgrOts8NPxMhScerYALFRIDbwmyg//GfJTfQoCGJ5wZiqodLndVUAg8BL91QK3WhxBu2j3N+RNMt4yzA+oYZnUfQEv5wBVzwnVSXmOs4aX03ON8QaF2Z3IuOabOt+ajsLEI4Np7qNd9F3kZ55pjuv+47mwPRekOpZMZivQqRIcQ0mkdwvBtbegiGCtncDatHySv4ZYybKf0bycww5fWI8+lwjowBt7wrFZ/A37k5zwXl7Y5gDHGk0dA47zrmtuo4jJZUXgJ+Hx3A1O07/gwdBUe4IhVPeFbHizy2tx0xTqeJS6qp/W99BFeNfqSyt9AKAdVw82xxrUCxhd67Luttg4eAXNSEe+5eZxyzMFhhq17LIMmznXZrwPXVRg9IPpnb6KdvM035X3WK3sluNKOkGMovNfdI/QDI5YVGJlHi3lxLmDGwiMGRgyMGBgxMGJgxMCIgT8IBgbU7vnbV7hpMj5r08F4Y/lbV09gLYq2MwKlCk3qciLTj+tgBZq4iukUzshsKx1WSLI4vB9SXqnuQ/4KjwxI0PZcdS3CrNn/RltqceKaOjYE2BqBcS6rqzAt/zsFvgFzCTGIYKThCF48iG3YxABHZnEIhYyFx+kp4Qc4MAudI/ytiv8OQ4Z1dCPDI7ssK5pgnsA011iRNghq5ghcC1x8GXsqXMaCo7gO4Y1DePgwJkG0HUHcCEOjS+xJ+TjtE+MTZs2uanEbgjz6r3uxUndeHQK96T/zUrfdaIcLA0K2BI8xa8Wb458OcZbxRoGUxCf1VTAswkEJGBxYM1wE1c3TCJk/y0EsFuaRTDStACb44TCWbs241QzCpAYnxSt4FiPGFHMpMXjr45MbPf0cLqd0Q47Q8eb2fyB4u5/2AQyCPzGk1DEg/u1XuEoW/2xstFp2Tr9DJpl2dYyNX0t1gZM0Zs7zzjnufOfI+CVb4CLGgzZmxB8up1/g2aPUfQv9c0zSoS360oKWtmP8hcExMy4bMa2IFV3iXq8gVliJ67WQH8dYkcn5A/Aey+QYW17xM2NX08pUTfsneHYnDNvNgXPx7jjkY1m+v6IhY7xOYLAnRdqcarT2D3eErHPqD2a1z67mcjocWw760k2YEXWy1p90n2UD72Hmw0eAg36T33kh6AF+zCX7vnqEfT4Zkob+u4wBCgvlK8ABDOBvkWI86U+MZXqqJfox1RkDuigfhBFkQ0erCDWYSTmv52XK34F8Bj4wIBwqAzgAJfjoKrSjK9cO4wK+Hbu0KeZ7yvKw4TiuG9q/xBz/DHi/n08kmzcZRvuax9wqFik/94H4cEPDlGGCAa/fwTX42yhw4KKNuW2d9L7PE5l54FwWvxPsQe4CW34vk/Vvet7nO8sJIXJb0X644UbJJvqyoaK18dyQY3w0YmDEwIiBEQMjBv5iMZD5gE1nLdsKeIi2/AX4gSaV/jtBNwxphk1ozO9PnjMdVxJftMSyy3AZ8n5bk7/pPZ8XfAzKvx1WjQ1Cg7AWk+aAFgmeYmsl6cWQBtt0vaBTECxV7cdDkTDitK6Bt4o3ad3X09wAAEAASURBVGJ5GtvwjBUnMWzb+kfQfPIXCqkzr0PeIAAzXiwzvPZ+U5IWI0FjlQiUSuirCsGX9GsXVsYD2pRsq/Al3PhM2jEO8CV8JS5tw5NW0HrRwsF/gv7v+1DN8PzzPoqXeEJS6dFQJNHgnvWbvXIQpLXxQNSVr0E+/5KH8FcLevRQEJ0gWGK2txED+QFoV1y0Sr2ujenetQbtGYMNnwfNy55Eg8C/HFouHlK3YzhHYRRvXtX8PmBjPsAMnRk++pbGmLmicJJx7/ACNi/fpE7mI/smNTzG5pRo/rQ2nJdk51BAWM4Qnsf+h3S+TzN/YK7zpfCqBM+uYsf19uf0QA4Y3nLF/bfwpDbzOq3gRYxdW6NIciS/4bxxdMFpgMjdWdK29RM7LYRoauCTZyqhhIcvefbVhA43OErPOvZGKizja0LhFA3zkBTjk6ZQynShf5cVdxhNzKqX4N/4VgolvN0qrPYIIT/furp5BH79fu7ZyzkP8s7Ql1rFcXi7efc2pbGsBorE8fc8ZfDEt8PTPsSaQ2ANfMs9APAZ9/1ewK7fkj1hWx1/vt3xDadN9kCqBiVrLMBn3cusq3epkbkqXvUsgHeGGs9nbXdvrGNWXtpLcELEd2NPAMZsIwZGDIwYGDEwYmDEwIiBPzIMJM7gAoFqEZI0uMjRrfGkfhpmhU0BLExrGP8pmtTN5J+LDxDGzFuEMlCwibZeEroXCEowXq3ucBFYNfNHcF/8VQhM3Lr0Wn1a4anZXbW/QSjyr8VsRvwSXBgp5ArXOgC3c0PjQGBlxlq47LlxPI37i3VngbVpMEigIDE7xl1CCIcQuiM+STH5LoyzxCmFFejEcf5hE44WYVgDQ10VuFzGyrNFs7oJt2IKyWyyPwOpmty6bu2OiNtcvwaMbIaExmwawVTggL+h7dlr49o3GZXmQcbiSeDBxRLvy1or7AwDdUff0dAkNnKJO7Gyep23aG2zyeXmTtLePAduAKPRzXD7BH1F8Dlx88P+yWr19a4R/2X5AYwCWuQItdruOeDS5R5zSolrlJSR3R8mN1vainhNkycQfH6FomxeMX9lOoRkV1KQV6F1PcFFWD1V0OjGn3AkWJZld9XkOzWJcRM2c45eBre6bpeJd/7t6ovuhdFMj3lzHaHrWzCCL4IXNn6ArWTc+LMEY9tVtIHwlfhtU2JB17gkTy69af+A5IZWPccKpHiHUrgIb3FBHeMCo3cCjh5PzktHUOWQBma/e4LxvQPcA88i7cLBIhMXzl3qVXBdsGFzhILABCE0MdvER7j55h3AcAyTMwhcYX0+nf8tsuIHyMsmq8wxxQ5PwOuYoCTREEvqGHfpWgWpGGBfAxYrDbwLizCD6waN/BIBuBr53DO7zHXG5PxlDlVoiLdX8bJAfEI3PE/0/YzVj8VGDIwYGDEwYmDEwIgBflYlFLQShMbW+wpWeUkZ9jy/4ZsQqxLZzXjtuRM6ASW5oBHW6Zm1ctAZglfixrZFsNFWb0FfwI9IH55dWrbWSLqlVtrCpefxF6Hpe2vWjTl5KP0TNBDX0lqU7ZrfQf8iAK4QZkHr+15FxfMmFUd1MTwp74Q+fQi6iL5zlfC3b+0qTFIGnrWbvsFZxdPzJulg8ADfXiAsrLr76T88V+Bm/36bU+iCD4InmTVvQT++DX+AlR3PU185HZScu+BJ4WVzO1P77qBLreJ804Y5wlhXCFXLiXgkREngUlzsm5w7aQxLxrWaPwp9/TEKW8eZiPbUKenwQeoImdK5npmPS/58kGFxKa48+iT9H2AgoG4+w8NbwRmwneCDcoEznuERHd0WhfUZwrUiQrzYjnwh8zN4Q3EyhM+1wD4Ne0dF+wn2aT7HW7w0iTsruwFJRY4CjwNNeO16HeG/ygl8K4c4W7TbCy+BpSLm+aR7nL2PT1KedfEhpCpw9ntgddzfYJ6iRBHjtsShvJlWym2DNwbCrV0qnwJ9WgGrgHDG+Xdo3/xm6qKa2OTzSkV43akD6qD5TqvfjjlYXmE/4VGukyA98cKsn7X5figIu/M77wbAxPV7/EI+z77PG8AJPxp4dSdFd+7wv8XnwSAuyWNeDNbT7obGtyMGRgyMGBgxMGJgxMCIgT9aDJybolHIklOL0GSONWkH0VR3f18czx/A1ahxMyHscfvZIHiYN1j/Fj+FgIYwhVnoMsOdK7nAs9qPcwA8RsO6rv6e44sIQJIwQ+GMcaiqBqHIHPc6zbeLo6lxW7V/VDDSJwQ09itrgcZTiET7Pex7zr7tLIM6j4NoPvPLlP0yGx5XFgxsbCxQp5bHVUvMrvIasOOOGoFNRT+SQFECNqVD27dUKoMQxjEDoIZ4Sk37UFFPvgI27oIQPlow0pElNQXpS7swSNdx7XO9/lfG7LfUQWdWxm4JW19s92mxoUA9kNndDHfH3T8yHjDOuPYqsYCUWVzXCE1CMDQ32TQ6rp4FR8RwCU1TSXsZ8MQULS1kd4MxHEPjDXdY3E7qv6Frd4P7m8FLP/YBb79cot8Jj7p5nurKtvw6Zb5Hbiw7dzdJ/zYvO61qVQ5o0DCesH4KlBWEQWGk6LbeGIsN9duPCZbYEywWivLf4WNehR18n3XIrQdlhozYsoqErzSWXIcVwk2gHi326zDixCgrQyOWEgvmbPtY20allUTxK2B/ng2f14BjBmy0HwLkfpNriM8FMH29bgSiYV3PPlMctZ9l4biRsoRTBYmAdwserU44jC2r0klB7N+yuwpOGU2eO1P83/8RMG/irOKB91pjOBePiidjU8INq8QEmnHYf+FaT/2zPGZufkzUNGY9d28yFngcsA+2GwLnACZVEuuK788cDeT542zWsNlA//0mpW/lsO31dvN9bt+8Ob8w6I77uaI6ehEGnG8f8y3cGvbzOXBs+5SJOHUIoEu+Dy3ti/ME5ab+5na3n7VynrRsXiGM1wW1c6SvcAljnhM7xnV7C+ObEQMjBkYMjBgYMTBiIGFAQSu/ueVVbnFti8AjedzwNzwf58BVTzcpeCir2+CvUGYNpa7ddSYKAmpC70/QA13xJuUQvuiWlf9Dq63dNZ3+tpXHxKNP3T5FvZ+AJtVyt6e3gv7K9NHJunBCQ+7f8+cn0EEcvXKwOU/EKD6VZkm9tmzwktFPnnV3QOshkENoKNUVCDDTnkkha4lyoW5XK5ViobPq8wio4bnC3TXCzMnkNmi/T1O3XqEUdi37sBd44CTxK1DOhlfC0q6scKct/sPV6mH1ibcOvrDTG1LEAUbIBWymxNtY32F1ykcknkUKl72A9i3GFs9JKk/EmO5bH0JCrB/pKGVRqu6uUJ75FrzTOayUqS3BYR+BtUZoCe/bYAVcwUfEZNKqfmtK8AdZX8N7wfPXJQq1xAJuuXbGhSD4ULxta881Ja0/RcHziBirnbh0nW9fZ8uqUHzH09Ck/TRz8BHKKngTvmWOi7hyvENZGt6r5vvYwB924hOLYPnDxCP28MYc6FsFkBblg6p9GPwBn57tnJOx3sTzvnNlz15E2yr9qmAOzMb7rl/m+ve0pHL8EqepT8y/wJXC8/vY17mV6YFQ86Lh2gJ+svhHmaL+TTGffp85Cu8Pz41Dr7Q+A++uK9YaytUT4uzOsVSex74T/GDAecE43ABr4ApYErL+f/be/FuS4krQ9CXiJYhN7EhsSSYIARICBBLaVaWuc+ac6dM/zF86P83p7qnqVmkrBGhh30mSVYhVIEHmi3D3+b5r7hEe8SLixVtSos64gT/3cHczu3btmue9dje/J2dYp88w/+8DgbQa/r7MNXK3Dgl8n/03LvYGVrQ33BowMGBgwMCAgQEDAwYGDPxnwsARuS25TbzbgplCZwOzWdU3cef7sKZfRe0DA6q3a/lXfj/J73+Hif0osaNsFDSGUwmBYRUYMrdzBnc7pNoOMNGmIYUrFGcTlIkVeUxHxX0wcZcjhKriVQll+KTPuf82Cr8nCIH8HowqOZTasWzX335viZ80RoXXCr3OJMKlfY/ctV9HwEEBC4zzgoCH529RoiwnVOwUnJlPx1DJoSgyH1BYg85rJBwdFFfCJMN9eXbR6Kds3Hwd5dAOCmoU+MDZV3aHZS6KxPP1M3hu/wcwo2CsUNAFTJvmZxuYgKO+HOHgS9nF+bfZYngAwV6P11aRawg25moGD0qrXCttwvVUxfPA9ATw6OXqpCn8cFAjWdcvjoMHqwvSQGyKMW5DUGUV+U5HdzIv0smm8TGz4KBkUsf5G7T9KHj8EzSFsIaAMy/74KG3CVUbhozcTDXW45PzdyGUoJAv05i69rrWurPjteRIoiUbQPX05Wy3eYS1hZJe7/aV9Ny/2bYkHNIqQmeB5fC4uZ2xQBd4AjsH5sNN8yC9eqwqbjBoAU7op5yNPb2QEazdeHQlpHrLdbuRcA4YHAsKaLxuT5Tf4Forf0NZ0XQ0slx/FRy0AcwaUuSlXuJ43lZsjkE/evankiBaqE0HERUAoXUH7+OLM0PgnWRNXBTjT+8uj79rr99SupcETb81RBiYPkOUATbANBDgG8RoABJh2NBjPRpQqC/5Lu7U12eXaMVtHuxRlU2DDujbdbd14TtI26EwZ73nI5SvWGYXfGPcAElrBljbdRPNdrDgLVMWJzGMAf/ZPp4za+HpcMWmALTohm8ducE+jLWTwq71aXFtQ8ODAQMDBgYMDBgYMDBgYBsMBLOkcktjPJSXxSdwbfIl/pvsuTu2aWzzOxF9J78EmeZG/o2HZ43XlS/WFw1IEx+kR+iH8Kt6XXI948/W193mSeIV5fGQM4GtGF9Gfyhb4WXkZX2eFF8bWmMgJUq2IvCHnFhrNAyIqxSsB4Q7+o+5IFoWKT4yvKiTTLYBnpWP9Jz8PDtXkwoHWTHCVMcMdLxXd15ZeeVNDacbRh75bEenOKOIC75zBc+8soXgbmdzGRDA+4UhAnJJx2/KmR60NPCqzpvhn0f57YgrV4esltI5HbS1+fuJV8dTeZcQy9V7zAwKtj5fPH81ZBHlkf4Rj1veuWHPYbyDh2h2LceJpBh2rO3zXlMHvHQ9mweY/QFze6sYDPq0aWUvMb1PkXZLlPs5hq0qqGNKme9uag9Ixwu9tXVtKvKOl3x3TmAEjMxuFKTwmA062gtnirimCQQG93iI5tWDvE9YeS2YuTuDb6HDI/yIBQg+NcYtUf5yaEixbGgfPTCumGuE6WRkzppt7mdNfLnFHxB2+DsCSCurBs0wzwLAHtW0ehk4yaUtbcZ8pzUUw4nvSfIELpvbmON72O+6DBhVXlLfPZ+jzO9KAJdv6k1vmHf2aEyJZeQr92aYxpy+Y/0S2a3h34k8M7rUneDWUPu803mIX3AYE8yu+UhDhkf1NHsNWnsOGDH4AbKYb/7tyIzQgLNGg1FHiiYoPQ5lwMCAgQEDAwYGDAwYGDDwnxcDeznxrceCD1uFsgdlRSgTsHSt6xthmX4GU/dNmGNCqBj+h5yTdfErwo7+K5sQb/IMpYfcIEcI0jOhpQfKoRnA1K45NKcoo8+rPJneSzicn9Dd9TB5BMQhzE/DkTfngJ9cqSilm/pJWGe8OKmupV/aJOkQIYPdHe29GczdO6vO4AehTOWiYoMMuqGwi/qHhEv7DjLwbSilzCnT1UXxFtbbn/Les6gR/zd4fZdDpt2XEn7cxJnX6eq2Z/G2Bned5b9NhSchQtZ4ZLjlewnJqocfAhoCQjcLMsBVCMCfcX6b/LyPUPEdb8aYtDRXWSbGUulq8msNDO2LC6cawbBgA8T8wwqkWYQIoi1xHHjutWvTWL8aAuv89En6Z9MIGDqP2hgbcIurEIji2t+ri7jU47obR5Pdyux/jyFi2QvepU+t6fW+9DodXne/wVf5Dorox5mzMyhg3fRq52DDXCxAo0DsOHm/AaeN82Le1+I6YPD+fCNNKrSEcOL8sJFlf9KDXtCNOayy30PPXPskFOhrkLAHPuFmhQBPXd9CtxpMXEN7bKDNqAKMrWlOuITDEMs5OW6b/FngeJmaWNQG4M6jNJ7eCxrp0wnXIXw7rtxQgvdnxegO+t/hYN3GuwriHRbscbEIm7C6Z1BWzGv9CdTxArT7QlaPzqW6vrNmDM60YdxqQwXmd0UI+yz7Mi32+/S6/zuNy7EtHv6yRTZsph/wl29M4XpWGO4AcJY8Ugmven4rbGYZCvgC7183Qwhjn3Ifs1bwMPDYpriatbEJOxuq1PUZ2jtLW2x6uLZbnHZtiX+/NxrITP12YsQjDXRryV5n89dVWnsWa8lrOLph4yq+H8XL1DA0WB+HaxsZHgwYGDAwYGDAwICBAQMHxEARspn/7pNOJpSDfYPAZT7mgI3zesgUId/guVexWU4e4KZNaZNSzCAZwjR49PlG+XS9QOE0gw+om/eoR6QjDVxb3sh3lo8Own5b3T3f7YrP4zdtNTAsGlaqxDTiUngVyshE8f7sR3uvPVE3ybbwLXpPF6/RZvKwTR7EHf66s/X613v5QTnCdDDM4MvsewwE13DjZq4xlu4PhDvrimjyXZW1hi/O4S3PE/mnyVECEwmowQJ6Ec51LS3dl//H3bDCcHuC4lzYCqJDCXfydFx6f8NPlYvdXDnSPHee2QMgNU0R3t/z5xuamT2S9xQ9Gk1PdYk8QWQvUrTUEWXMZ8qmvi6eD14K6KSAN60IV50TBjoihPWacSzdeHq34zLu27frARkiKahPIgNdCmDSkA+lj8MXc05Xesk3hth9FUniDDCibJOYQrG6f9umE2pQSufIumV+ExXwPA+kMTiRe5QScLQy3gTDhKmeyk8xHR8HLRrmPe2vrOokzVlTqHTDS7kmLVWGQQnyX8pjC2wbZL9VLe53L9GLMQH+wpy/EPQZkQg20E8yjnAf52vQ2inwjsE2ewPzcjjam9dfuhKnbQmDBAzw6/wV+jaagzJzeu7U+R2QwkJ+0/kiP8mYUKIzHu8782l9tA0e8ynWAKjQgHlca6xPbt1cpapetcKZDg3Kdb+o2fdpmtsgX6IGsqb9piVano/5mEFcbI41k/CGJziOKU3zCjj6rMWR/26Qz9i1TIj+nLmO3MAB5GIzw68BAwMGBgwMGBgwMGBgwMB/JgwcmNOaM5BwnDBI4W2J52QNs76T/wuetFpGqtQylBTPd8+iYHwEQe19lDIqVynbMPK+s817qcX0Nywc8aiD0Q1mtDqZXVT8EyLOXcheWIHbtV6keLRm5CBuit+Sm+gJXv+QAwVojeInBKk+Q9/v4CDXcuQIfnj4JRHd4ZwGnm+j7NQyGMUlOTmTcChkvFui/EVo2q1/Qx1zZCrQomxUsRg4bZWFfTA6PO2Dq5mFrRwvQtYID+SSkMsN+XbdeJDxjtBcISq0HfgqXtJ5+SywEja2+YTD0QCrFpv9d/swed3BtXy/99s5qgo8DfV0rG8Pxat5gLqQ2zGH8X4iU4WdMZtZdf0UhgUqFw2F1JGw53TM6zEs+ljPsyMSQTMaBVTVzdDrj7Px+FroN81/EptodoZbEBJjth+tWT/Ozk1fYr7I0wwscyFccas7uFxbxLve1Ai90gM5t07U/wSNPIBnOmGPVfSB735xbPMxAYcCCq+UbFxM8f6tixeBF/rmfoMPqxbVmzZuYowxV3oSIPCUzsfd9E/IvLB6RaikG1LppjXVB6Z3nb4LjhnBtERILf5IfTejjBCQ8Jlw0qvUXQZ+Ve6ixi4QDvF+babfwdr5K/TLfcO+0UR/Xruqy2fHoyA8MpzX6EXMTTCmUCHNi258iI/1RQGab0B2Cy+7saQSnveBTxwn+Lt57c7rW1PgLrV+Hz/DBJ2leuvZPqMn569d0wryDLJC+VyTeyhvvsFmD7mwEZbFXmfksL63vU+iXsVmhZsFrJfphM0YNjHZlYq+Ykgx946FwnXCz2XUuYU6bB6E93O8md7Z+i9tRttU0MgDS/Bm9DT38P4Nr2e/H4x5KAMGBgwMGBgwMGBgwMAFwABKF3jISf0Oss+ntL8P335ICJI6FzlQrz3/XQ/FhBzI6qJsI+9jlBpDQBvaNK9UasifHZ0viOZV/IYMhpSAImScI5tmV3IPLjF4MPmdYIVWA0kjwR8jLzYZxq+EBk5htFe93vJQqx6tvUcdIrvk+dWoue4Db5dyKJN0FbbAA+OQz8yRY8xVnJFvF+0vDWBoHRGjura2PAcfSr/BPBrPCBmiIiIScprGuunBlm3xmlhJfDvmkPXnROTCKxCDYmXIouOHt29u9mbgqL4COeXb7ZwiZ4exbPQ4e+9AFzVpXzC2rBvkqOa1MCKNASw14niWj3glaMorlOhTwo5jfJ6zL1Jh1DyXXYBv9t5Sw/v+7NaVXqtnskn5O+gR+VwgjSbkfMf63tSQb18EzghvO0IBp5Gv64GrHuFtamC7Z9BKQ8qX6VQHgLPQJ/sZEfHI+VlXpHchQSYqCT+ef5VxXQf+3BOgXnxTtlgT65pfvh/0oqHHCBn+ZZ6+jnHCJ+BTXPT3qoS5PTplfolxRHEL+wamigI+257Rnz+Ov+hQoEfttEGOE5+xvqPneWfxvQOHeP2q5B8V7KuUvuOo2jHN3z7+q/h+8F0HK1mGp3r5KOLfu3zXdRaxfw6uVfjWfPWK8Q18B26HavnOuBfydy8qxf3Y4ehQvwmJ8e9QofGH+4jiEXorLgfGh/iFxzyGJ/Pv898d2KHDAQMDBgYMDBgYMDBgYMDAkTFwIG56rvxN/SrUaClclebY/Sls8AMYHytgq9w8D8P0KmFsH0fwfjXbwWp1jDJoJmeo3NrSk23zKHtD6DYdUKiNqxsJK/wdGDfC4Ewvh7mE0cckeYTyYwclRJ6T95e8rcWIjRGVmdSV1wsABXLf4su9vvvvzwQ822GcChMoGE9kP0I/hldjRUgtmPemQGgDS8EUCwOC8TT/I80+F+GotaRU6Sneu8Nu+sKnv7cpMq0q65P1NIqt/HvM1V0cbNpgVbw8t7YZ4Yzx2KsqFPiEQRvhOYhYB+7AJVeej1IMGZ7jaZk1DyIAXA8mCPU7Q+nsYtaFIbvz7BXef5w5JF+zHubihpp9+PvXs8orLrTmNdTzhFDYTfYQhgLfhV4VRHg5BBlg6M4x1+14vQfEUzaFdsvfor99nblzLg9aEJJUhgW9jRCN7oJuCZ++exPCCAIbpCEoUojH3iJ8o1AyNhkh4PLfQUp/AlI93PU/tX1r2sqm4rjYGEDZV+enyB30AErYK6FFvQESva2ldWoGvqMfNqPKD9lsfAq0vcrcYIsc84NaETA2zYv0adj2SX0DNPFd3j3N70s4GIXD5Dz3wl5xTeOlWlposkAQV+isx2w2Qb+G7kNsoxHojQH5mrCE4BdzKW6gBTZ/qhLv2/oB3v8ac3BxiIEGsN42xFzgnbZTAY7sLbyPf8+3hVxYsYHWPprRVfduUrJPFISzO6J/NwQjlL3jP8RSo1rgfwdF/PT876CnV5gH/IJ1zaCHdKS5F4q0cavC+FrmjvDf9XXMf9o0mG9g+ea2JSnOtVzPyzehxj/QJt9evYE3UPW2rQ/vDRgYMDBgYMDAgIEBA+swoIkkPDvRlzJSlERo1njVf/8t67nL9HyLv7AQTfAJl8GDETEkGD36DV4LXq3lt7qW5GXkJ1T91siFDTl2M/JbNigI84bQu8H4dvB1tQ5zbrlm+K4KOafIrqMR+Et5LFNS7MfUtHKcysq6fg/+5QyyAYZsCAgecnepdLzUBhhnfOb8nSQ/yY9egT0tEZDqW8GFxqCJ39uG5wsvQOBTNTvC8DKLlDifApk8FjPvOLctfRiRi5QJTFNUNHfCD2IoHPKe/GI33i3niHaDNS+d6zcw7IQXBr6kXG/naFsY276tVenJWt0KlESqQXbJobtlOWHrZuNFFf7wqqRKMXWNclSM0CHPyn5jBufK++aKld6qe1CgXwl8fbzNGjvYBUhUqjMCUIlXbTF6hXnGOx0DBUNWb1MKZW7ga6Zfjly7TX0zawM5T1p3A6RPA9s0uO4dYB2N4P9zozA9Sftvco3ieoEcl+fe3yqA/ThgpJ7dltUTFOhce9fbxwkfjdEkuKTpkghw0/o55JR3wGVniJLg6dO70b80oLdG0ZzkOAVshpmXLpS3OY67dOtHOAsMPDDmbbKXSdP0OfIcxs58Z+099opCyQoWVaZOUaBXX+cZa5f8z461Af6+HH3coHbtOc+GJ2+IvlVNUaqGR73pjRKcPuUVAL2S7cJvYmxxI79VDHOv/e52bV2wc8wVNECn+iQXRJZrysdYV28Ab1pPuUbjRBgosq/zHnsCesxLnsIZZb/vQffecB4wMGBgwMCAgQEDAwYGDHwxMHBA7kXxQ9YtMbkyQfXI3E8oTEoVJlfAn6v8Raklw4fioxg/AXP1N9hlQhUFU0WXxyVkzHAY7C+/AKjCew2F3g4edDsof80vqzV0yr2JkDzVx+0DGOJHYNxf5xnqHYUiNy0iB4kKuUOWEKI6AQBYQvF7OTBckV1SfB+YHqThyzl8Jh4IbwS0qGW59bewQp2So3Mkk99acioQHa3QF3141Cj0pubqIudvXt3LpsYVofTqmNkQdxhD2pxxHB9m5ye/Qlh8IRuFdX6w7EcCJyneGDoCsTl0iuq7bFKc5rehnsSJsM5L4AdcSHMFHgzT4jcMxVA906RcPAhIMT8q2tPmiDiZEG5qmp1GWMV4oTDk8eYibjwir1HxBgSFd2e0B/bivLn+wlMFesMjaSxB3qhscg/0iwcyFKovagjCCxUWf0QYbuimwTMh8kUDixbhUYQl1pvn9TQUXuYhNEIf5AsaNyo/b0URSiv7GGgEZbX4D4EPT9Pd6SvZZ82jfAvwfEVYEsebS5pzwy1pEDAuTyNy/QC8opSnUf/buqi5xyigAQeT6Zsok19kTO9RXRj8JiHUzXCR2nUMdMScatqAlwN0mCHUZ1juhwI8XvClzcXxe8yKSlbCzE/y58n9e4a2mZew0F8xF8CUjDNQQCNsNmwGNqPrwcdF1HEiDlcEfUQY7Hz6Jww9CBuGx3psrvabUyndKaZjrJdA4F9hU+QO3sILPfC1AuZ+G2uv+fcCD+SMSAfnCGs/JfxfA40MZcDAgIEBAwMGBgwMGLjQGFC24N9cogtlOWlukMPqTik444WOCEPLs+dEjBkXX4XPuHjLBuVNzReJ5yJeVxk5QwtSvMxlnsPyHV33ifeUt4qIRfBSBVFlsvpLyA/b8lXKCniFYkRX5ygyUE7rQzkPr9z1dZizvC/8JvxpUyMXogSpjaYlH6bsuCQLre2B8UUqm1K5FtlI5aA8PUpv2z580YsTL1uU+jkGzAg9HIdvDYmP+igEpyiAocWsIFLRYUrw2YwvlDEoRKubGH+KlnOY5uZ1pJPPwN9fYLvxWhwZ+pvf0meslX1wGfNFG8hejcrOkohVyDOmn5rNg+9sO69zwNJVwIBUGIYVY2QsZJ3Ry/TH2lGId77XeVF2/YK7kCuRN5vpSdoyypEewSq8jrreegDHpgL8P7x/DU02pLMqOnk0iCjhaaFPxxdj1MAXb2wU+zkGwebdTTmou+e9fg57GfD5DQAhyGV60E8zjN1NcxVrfB9CR9gryA87Lm/lfWR311nI//vUOyy81gM3zlNVm1LIfQdlbNcBJYwOvJZGwVPsPV3B5VdYu3fyLspVIyJQ0rcrLi/wH6R35PFJ8xzftNfpSw/1fhFec3nfxPfKdYKsGDSS4Ey00H//mK9VAAe9OXeEAue7WaOwrrMz0IOGSPRnlALS2+UYY4+ICtZw3mvMIc49hjJgYMDAgIEBAwMGBgwMGPjiY+CAXIuMWRKAZTwnud6j3+He/ViRYsEHI5wbaplN/rr+HW/+mmuszlGE1Hh91TDWeuImC2rPfWa5ZfrE2UxYWQdex3AhoNJEOhIzZw6qEqVi2XwPy1sUiwjUuSaeMOej8iMYuzMRkjobPc99LaWRm2hAK84IP2zI2WAKBWR98Z297/XHYw4RFDoKCnoUVj9CCUNoW5ViIQCGSjOY8mb8Hrh8jPC7/x3B82zAmnru4YQbnfJxAao+rnrX2grHQf/iR0VqA4Pd1N+E132YOcESng2RkmcGaI1NBxr2XUtBCOo6/zfaeBKFtGGRUOyLra6P9Frvbw/W7h3PvRIMdeDNsV9KHz/l+DZwXUbbWtQmdXgaJ2px5iKEFjyli/I9IPgFwsQfELxSnhbfA8OMSWt8zoY+M/9VnIGV+ww/jgBjBg+wcs3bjOgyxvcvCFV3075Kx25+OsA7Wkv4F5MjFIwFYcKa+v9lFbBpFX1KzwmWBsC6o2tl+RyKcN4z93JYmCJcFNm3gAcBgy5zAefCMXalu+7GpDe7+Yum1esoK5/kms0Kx0urYsZi9ZRvlQf0MD+4CoUpFsF45tcYTmTVN7DQfYiarGvedLotCVasjPmdDq2OteZt5xxhM+4Xf4beCUtm7mqMKWIIM28JZ6j7D5o0GgBaZutJp6j3GQOhlsBBnmNIEla3jI8XwAIwuvGx94hwd918C58bGXiUTPE2PR9CMgp2SuCBu4GXbn2H8jMZtfhORS7ssnoIA4mbAIpvmV7HthnW+77R4c/rxZK+QT7nLVA/mvINPPc6kP+Rvj+gDY0Y2BjiVxwAFGuthUVM1sVF0NM3sxPFN8DPldRN7UWjh/kjfRD+epoxJ6MXQMInbSttu8ybxgZhjJEIh+/2pczrXeD6Wt4Va8kgxIrdN086TGHaN8Pn3AYRuUGlsQQb0UGbjrk7fGUoAwYGDAwYGDAwYGDAwLFhYMYvapDLv/R1Rp5DUoXIxyQZTH7Isvnf8fTOqr+JN7AfvbeMnpPV18BIKefM20x8QKrfyRfBLyELRahSeIGmkUc4A1+gF7AhRFHsBf8w7zf4yfZn4kHmz7p2vdOv191vNKRrzBmrTNh6s9KvHI7triop96hPUA4AVxOhbD/i924bbWbOG6X6jrkbd3B06bZ/5XdmpXuPecDw0ByieX5ZdoLUK+IvhWrt2plVWrgIdq2Fu4O/MVT1+EUg+CvtCQnj6x4u1N7/h01XNKLMmGuo29wO/pBNAmP711/1hnJIgdK3woC3JjJO5Nhdg/tV9UEOtz3ADRNboeRuKrynNVYMw1kUSgt4Xt3KprvC1KC0PJ+9ku1ivBnpdMTjGjjFsUfHz0a+aRWBGJJO4aFLjGl3cnDHvkh/TWyCof8srVMVaQAQkXt8yvj1/MSgsgbGLmzxLE2MAuRyES/toUylkb77NTvQXFGjaMX42i8ELy3X3Pi7D1//WhhzwhflFXA3KPtHb3E+n+Qg5DXXaOAOULUzjoNvSBGetHbper0W2fwk710NVMx14DXJtRuB2vZh93EIqobWiQw3achby15DhcGuOYujiM8ZTr3mrmjScz+7Gchu8Yck2T7wfAEK8OTxUYdK82eyz6uX6SQZ1Pa/edEzME6RbwtpcIo85zcPT2p3SqSDbq6OG8quXc9BbvRXj86C11eY0k+Bg30k5VIOS1Mbcep6HAy+BS6VOZ1naNG9n4ORYrR3oD/dvNpRzC/fc3OAowQ25H9EUAOqRAWE/MabejR9gHeJVBdrBbrlYTKqTuM5UP/DywMGBgwMGBgwMGBgwMCAgX8ABlZICuuhUCCOnKkIhhUhZWoURnl9H0zcrQgnWkGSDaX4AAHv1xz/D8/eQ+CWi9MiVgY7sVLre9j2icwWR8chajWIF6UCVjm6HYvCnwAbCj36y+VCYe7MQZLB3E3wID3XPEZYGgQ9LGmFKDUjE9gxgtvCsfQeDHbKI4xSTSFLpTJhoApCUdfF1Xiv9r3fWsVTWMC/C4P8GCLPm7C/bdgpxnJ8RYEU8Q5Bvqy+B7NN6GdCVEUoIBDgDCWBzNdUBxNamTBDBTk7c6zKk9LmeAQv5Rc9PUflvQifD0Mv5CJic0bhdZUQo6BbYOk8mT6LJ+WveA9ldJBRj+F2jrcp0gACh0KG0kmBN/RFO8BRnOYeClA2Y1puf2Vr9huzQjjf89Pf8+5ZlGW7KEMRaKGluZC4svrCzbSBJeYNP30LEP0XrgkPXmDtvAcRC1XjhzVdA3nBpl75DKSLgG0Oq4DQuUp0vxkmlc96XvM2+W7H+beZdzyQnQvqx6Fg5LFUEvwq6UWZwaUIQ5e/DyxPJsv5mSVvTNZy7aXfhl4D/9Ov4RDyTSzTr4EWyA9Eq1ugYt6WtCwpjF5F1n2G+VXg5KsgCCvHIRbbsQGvnvoX1T9iY+UU7yuYzpve9iq+JWFZ/GFWjtlAGj/LphcbcvHAvqCxOGyxpdv4NpHLmZBdF4/uZk3cQP9ugm5J1za1slAfBXB+AoGWkOmFivIowtGOO30B+e1mn/RzNQroe1kKbObilX34QvuOefQ+x5u0xcapCvdNC+zwnQ01BwwMGBgwMGBgwMCAAZmgOPj3PhgiUAIvU2GYVxsGesYH+O9xxwccHW3ykiqVivoU3ATyYPS9iYmS/0o8wbT5CPheB0h+63WlgaCPj6vIYyH/jMtT8EHwl/D6ymfBo6ztYw5AKAaNHEXY3RwFqzJtkkOOgj/5K+ZKmQRPzJ3ifo6bgg8L5XM3d2vhmz+QV21qIs6gFKobPIDxZtOb9Sg4RNrH8Fbl91XZDhG+cnhDDQYPXeDBjZxUw5+f1wu45c0Pw2c7sBRqmWg19W3gD09R5e+jFujEPQPXym79Cgpm5JpKwwblEcoWcyLbm6QnZU284vOT0DXpVFq5k5tHKMpE0Ay4y1D47xLZp4koR9BjCV2GkpTn+xTFVY0Oxhhgj0k9VGB8K063Gd8+TbePk9K8qQihW2MMq4xaY+RhJKQorkeA8OgXaSRuSyuXg7s7gO8OZEpfcj2237Z+naNeh1xi63jXolid5s/xWQJWuwvZrN9B6j/kXzyTy/oW6OPrvCDQeota6UIVjEVovwbOOn8n+zx/lN94qStrxx6YZ/d6hFFQOLOfMMJ4oyQUeY7Dhkp+lbN/j6IC1Vy6Gs9MVariDIIWdaFr9+x0viiJvlYQZcBw6YkmgH2ZNhZqHvePNH9FheFGw/5Bwf5B8SlfOwzZgbCO78LVwPhtPv03Mw5x6AGcQxkwMGBgwMCAgQEDAwYGDPwnwsAS970ZcpW4U5R1EwTCKR6TOflKywyr5elVMEQIIOQfrYtHsAT/HzDGb5Pz11wqtjnvJpjSzd1s/zSYSTc5YHpRaGZYAutpWxG+dRcpIrwrYYJVAmV4/57Dm/V89ih6CJjm4JBRuihwBIy9brcQ8npvt5fBcXOtACPzimKtvgkLVrxti69lu3giV3gi1yMEV3AYuYpAzghGvqoeQ9B5AXGCnC7AEorGZZh6HW4nY8iYcogby/S67ATenRc19wEb8xXhfRV22QhhXvVyNEvMWMtiNmL03q6mrzEaBLYWQYKk4GP/3RFtb/nHulNDPZfXQzt43RK6yxy88yKdIDprKU5nBR6fI/rXi7xm3oryJfDT0lQ3RwoJS4LCnvmcd8CVwKfNpTI7mY2nDwPUTdCxodjEmZKmcHQHl/6iD/PZjvFUyLOnaOYpFJ4fBc5o8XCFLiaEZsqLO1kzhFAv2cAo0njEVRT6DWGz+93vCY/KSU3YKui6wLsjefQmRfoi9FRawpHN2G5FUp5JgZCefQMauB+avRwsiANpB4GSja51pQJWvUKrEmMKrHzPo6AvUUSPWPeh8AxFqO2I1+XivfRMA4CquoYQ6XjKNwiBzEXygG7hWK664rf0Mta6GCX0pHqK75Abdax9MNOnh6Cr1voYpEBj4L8+ASiXEDL+Xr4f92A8chU1nQeMIYI+92ATCPbec0Qh0GKMUpDzNt8hn1B9NsKnlyA7WT13uLC+tM8kzPr/Jrj7BpNC6OXo33cOVgLuqOK8nUOYfR4aIbcVm0VpPrv2xD3vtAI5mdHDA3rMtypjg7Rm7BoCSCNdHvKu5v5ncQ7uoc9R8Tbfvj9SBS9osBPj3b+B4Y0BAwMGBgwMGBgwMGDgoBgIXk+GEXkD3iv2+4laU2dvwLe/wb/N5oxVAQrfc0yl42oyovkU0zvhqa4Kvkt+S0hWl47XJ/6P4UyJ3FKp0DAvsEpq2YVjKhopNhX8NSGNVVAb6WSvcmepMzb9a8LjyovJj+ak0JhmpDUKYzYMBiM8KDya+A6cL9Xf76eI4ZBnzJAPw3t6eiu/VZ5rLIyXps/XIzBwnPqWaxcmQiwXT6AMRNEv734EHCoXJvpRIU9o79YwsptR53YVH+zdPUUZoJVFNYgsRq8BGhG52jZSW3tqbbjBnIg3Qy2PNJbUcJUIVzNZg2cHKr7vgcxBTtyc1DpTvBbr5g3u0Uf0JZXPKJ3r1UWe2eLQ9HDMw8D3JD9cb+5XtJPSnbm7bZlXkR41Wv0A43GMTJFFjbqU4NsMY9AT9FphMKzSXAV1roI6ZAHobt7JtmCtfS8MLVjLdXMmZLKy+RQ8SNsStmtrb0nYAT5QldXXI9eZyuta2gB/yu6HWWt7u0l32rYcMtIOUH3ON+h1vhEpmlZ6qaOldHZNpOJEE0Es8sPewTeF9DmO6wIWjRPcq8kxzi309ieSXaT2Ya8EwZWegc0x8TPyFQNdnhH23rRCGMD4lYjvDW8q1134ApwogDXKrlhPo4bobb01lL5twnEVsiKyN7AqiyY6vvDQzXtIknPsB2I8M9VgoXwV3Gm8LV79t4A88jkOJlm7h+ZImO5uvc/bGq4GDAwYGDAwYGDAwICBAQNfXAzsywEqUMmk6eknozPNLkH5exvy6U/xFCNkbUOoUhnS8mPeew6F1v/gZbzOZNRhkMJiOBjSxCwlVMhAd8dBkSPIHHLsCCwRpkVBHcG5NLRxdhrB7eJQSlWlFtD0Qwjj89UzWPT+mrofoJyWUbcIo0VYjqHYV1hjChdhbbLvcDyMyGfIGBSfKlnAYRJSEeCqv2bTXYT17DEY478CF4KsggjH4UuLn2jAbQ+VeGMsy+9hu+cnDJnNhVLFD7DSj8JAYsJTvyUbCE3zFMIXHq7TvyLAmo+WzRNaOTyjizIJhXyF0llcjMjxmptnFoHOdrsjQHZuKSrvSpRII3LJjoqXEHgIdYVCa7msZ8Cd06V5ZQOiYMNA/OZ43paEw84mhEea4oVMv7FhslwnOgQmwxWjHC/ZQJtO/0g7hH6mPUM9zxBoj/zsH4vwOjZeoF4FEOaYbQhJV2Y/ZHw3IyCfYPNmM56dqwiRxEqsm/eZJ3IBtXmLMvOn0bYC6mz0QZN9PIjtrvBeyeZG/hUoxNBGX2F+EL46q2frrikdzVSGayIM9Tk8oifFL5KwFJbQri2VkPS3QtCMjaW2fS2SS0KSX5TfCW36LXETwrriy2NF6Y+L9nM395pdLOKfIm814Y6hG73+aW1PZecnFTZIEaQbQxdi1buTk48ar3AJJHKCH/D7IGZraYKQx5PsJb6T5GSu+AYFysFlKNQVJudzoNI+ZxMmJ/z0idFd0BPrwpxcAeOasbfQL58UYRMM9sXmYfZnvntP0ub7YIG2UEwDYXtY2+u0aRD1IjQikRMYfyLrDfhfaMe2ukKd9ntfEvr/3O4bKOSxqM4+4QXndCgDBgYMDBgYMDBgYMDAhccA/7LDTOiJlRHiVAO5UkWR/+B3fN6xANHKdzmRUwiLmqEATiFb9SNdV+Q/AhDgO8eVBsRPwxu/xTV8LJLCsRXkRcPzNuGRidGyOWPhfUMOWtuJTJgH/KUGbSjRJ/Xz8FN42Kp8gwdVmZHC/jqWA5Y0dNgl28D7EOvfirynTYYXnCX44/XYSy+lvyEOGwEImbjK/4BcQMQXFZn9lw5xXcvL03iF3D/KifZVXMX8yMclvKT522LsIQNgnKqMC6+ejzHmNeez/C/3kuGtzW7RVn8c4C7Pv4yMCO/cfBWZCC90XUijdOd+hf2vIxqVfDEpbSb548gk7wGXcvT2Jfh3UBS8PFHAdkYnGRoemOyVKJWncdKHE3fAYpXCDjRQHf0NGP+A7HWGVljjrunZuhaXa/AZeJ4gg56AVlAOTu6l3sV+KoDvuIoj1RiYdVIRoS1/mvH+GanK+3aEzOZ5bamBz/RArIld1iw7GN1+1NoqR3iQdjlUAONFj7F5zr5RKh0OuzNYFWxw6NovyHteTh9iVJfGHodzHPOrQv2g9LwJ/miL2WGSSgwLRshz0/z3KJ7/TC1hU0nJQfcRkAzcpfVADtvS78opxnWC5/NxbOruyM9izYMfUnaNsg8h2hdp8kPF6yhJEe3+Injku5xnJ/EEvgX8i8cj936IBsCLqavY56mbt/nWPQOtGu3Bfzf4BgJnQ+TDkr20HGMYDdVnRZwe93zPGh8uBgwMGBgwMGBgwMCAgQEDx4eBtWxWCAIzRjExaXr8Vc1tKIt+jLLkAZgkPdVk8GCS6rdQePwW5vQ1BCZy69JyXSbFXzCkMKMyfCr2LMk776CMKI0GUxlN8EfGDO9BrEQLlWiEsK2xJCwMe+MTFdNaH+avwfT+B3CexdoVD1KZPMSKRY+8HiwLfXR97XdWxZIEukl9NV5vXwc/96GYvhEwyXFLmx6Rh4VTUQBD+QQ8+79m4+KdUHamsfGQknC2eO4gWC8zzvGjgBUtafGOADrCuzJj7jKUjLZNyxy+keoka1DgJ4RvRf7UhpBsSBntOwkOfih7HLAEFNRh/rFyHxeEnKrJ+4vlbFH2hfXUh3CUHGNA2UGBVGDhPMUbOcNaPANnwh24oT0oL9qdjYNfUWZ0291I5zQ/U4QmlfEoG1EAN+HtyXM2ItzmsNXubdsPmo1NCjcqPsmqCcIhHrc5Cq0mQjFpJZ9qdOe0dtbgCtjMCz1FGX6ezbJRQ9jlmvBqbA7MS39c87uRD5mf0m1JmLfc3K4lntGsv06oEvouf07MVdBcOwdeS6OzMdrWlext/JRVdCf0iuKRp6nwbmwkrN6Ekwb18jUXcJWdBRPPgweEfdbWrH3nIfpkhtqzbScDCM++SZh0lJ/iIUP5mfDQwpsASX9tq3/QnoYJlvimaP3cfAgMjyOgvcl48AYOGFN18ePRzZHnCEkPvCrjy9HpUMI3haHRHTvtKsjPSkcX3lgBH3fd2CjxFmiwIJ8wN3XGHLlJ0/btG7Hx0cHNfcfkdsiIUGxFQ2h2czH3ZoEfByohTLOZWGNpb/7hjA3VIjZh7IqNt1lrQAIO/UqICz1divwOur6O+UxbIeI15TeyUutZLszcX1USTv1sjPB6dtxunL1Bu4Rtd8PUStJB/1jV0HBvwMCAgQEDAwYGDAwYOBwGgvlLRrg2kOQB/z3/C8qBd/jXfJfr4zXISnyEnen1eANcgrLGnD8OOIJ/4BXOSSaSD5E34w+8frPzLLwCXoJR5LPmHEt789An+b0a2TBDUVjkKAvl8zYWeeWWXwYMgyblhNCeVC8AFelFwGGgmbdi7PByYXy5Ncjy1gmG4IXhv8c5PHB1A/f1joRf5IH42a7AcwFvkcN3Ze9Rr+OQt6u9/JZ8qxyr0ar0rq2rO+AhT4kEJ2/59a1+O+fBh6PsnxBiWU/bwIA84dZ4k16QE+XPlVHw5i4bojjlRA9qDGXcL9F6/8aa646nVepDjca0j5U5S5RW+bt0SDQdavp0ZRH+3iFtaeBbE7tYb/MG49oiT16skXrJvQmwS6WVze13U/QHbQBVQ7ShSU2IXaN1ofkzTHAq3Zj2thb0VkotyDt4XRb1aWC8DPqVJrv6e+sd5E6SB5SpKdBig1Gs8gCSL7gAmwvy1WLLYqVG2WaEsBy8mYO6Ic3Y/mt2sZ2D/iqBqyjeA6vAyvzneCvnypbKnlHSWRp2vlWw1uyxlIRuz/PrGKOj7eb0ePCY+k1/pR1nyGhkZYWsTV7yhihy5q5N3xL2LNpuY/370fJgbpsa+Y6cwOQEinecnwtZon36CFrVgIL9t7rEOJvQ9GIpDO7Bt0p0v1RTvLyL+js8uYnf3T7VhYRwse2YWebZKHwjo1BUzwGkKdBaw2kMXyr2sJrqFPseREvTWJyni2X59+LT4deAgQEDAwYGDAwYGDAwYOAfjYHgzdcD0SoHYNBUbTTVtbBlP8kuwvM3xyJY6069Mgs8ACf1f8C0PcE1IXt5OwSMEIjhPeGJOqY0+pox0/zyuv97PTDpycK7CjAIBRXwlChbCwQsmV1CqhYICyWWxloe1njB5dmLKB8N64O6BWFkBtBB+18HH9Z/NUxuxeZHNSEEWvVdOPRbgMewT0nxXeBNmxsSCsvsMn8bBeiTnD+C4cRy97hKDz8qlhqFk+n/yflehJorgI+wTwinMSdhyS3bKxko5LwHq/srQko9z7WKPIQ0hf92/hbmcGt4bb+iDRrJr0Gx+0Pwcxu33CRywyIpdBMMNtpaifsMxeZu80vgkREnhC0h12awtzCtBWPlvCqUSzOEp6seggZOM2coILXcBI6k7BLe7kitSy8F1sAFOV0n+W8RuLUOxcMyvNwBpFfEUV+w6nCXXrFdcBqWz5dBn99CWYbAg8FAGr8wbFiSCPduoIxYcyPoJx//GiwppNpugjq8CfzRjn+xf9qOsFv2ocIbQXByO/NwCjpV8ehYUluLluTcbkt/bCo8xwhKZfYKluiGIWsFpRDu23a6iktnrWmncTAn03sQ/DQoIR9yJHtiYyQs2Tfggr7dnlIIL/wG4dmS52cYAngpoJV47rzuLR1OzLOmpfE0v4K6D0IXN3AwKsNyz0KTO45NY0nPFHKlrBF52PL8VXaPCMut8QnbSAmv4j7BO4coVKx4fpBLqiSEWIX1c2watf05hwcqIUYHPkoMFIrxH/i+fApuUfOKLr05oogX17vfdb/WfiduhKbu514XAtwXN/Xvs3XPgSPCyxGWfIewX86PXh4RMtHti6EMGBgwMGBgwMCAgQEDFwwDMjrB09lD4qtrFMANfFIT+WHX/ft9eIjCuwxD4VF5K/wxqSTkL+AzkjJgXX/KZPJ6n2HM+yL1SIWjglqlQfBxh4dnsaYcKzxQeXk2Gp0Kw2Hl2sR7++YqfrPH58CTakw3LR6DZ/0wDN3kgZJB47qxLUKw7ldSbF2UlWMiR430ZIUPC6PQRfliXf0OdpUqcSCjKM8VobxYX2u7J8AAX9ogPzbV7cBmipSO+5OxPECRp9VQtCJ9zeTNoEUV6UkmP0A73avSlqx1gYfy6CSwXSsX3j6dQ9m9vvncez+MX5X7UPSPlC3wYmzlrM1t9J8Cm/SPnJUR4ahgP6BBzor8zkHvpq2S/g5bmBfhRO6akru2JvIa0hSNeVjEwyqajofUk//nhFHEeGwOZSJAqdBERk6fjQ112ya2O4kF5d5PmJ9Xaftd8Pk3jg7Oda2IO73YMRx3L6U5iXwkfAK9rs7R7ivHZdDjFKPmKtNQhj0jfoX8tIzLVqaqG/bC2Etwz0dPeWXbwDt7PUeb3xVjCbqxfY2tP4O+UFCWr3K8T1/cD7rlJGmwbyct+LcOw2a8gAnPH6GgA8YV7V+IW343A6/sxWUY+BTv8hsZMZTCQpdg1Rghy07y3UcOJhWVOeV5KZ7/3f4Efpk94Guad5HNH2FvQ9z6kQEK9ooa9gaKEqOJ5iS3mOPZfLvOlfeHMmBgwMCAgQEDAwYGDAwY+OJiYDsOX6ZmcgtizI9R4D2c1RMUVnDKRYkiinBdVf2vMHW/wXr5s7Cec7gy0omZ9tdiN50VcGIKfb5lUVEXyiXOCE41zHaDEu3E6GchHEwJ65uYb5hGhUyE4Alhn6vmSZS/H4YAZ5/9Y8ue938NjrvOL4bdxooRL9emIZQqoaYVphRY7LNE+TxGWT7OXwemfwdmQwl3yl8Y4QMw5d0YFgAL/IijhB8tesvyQebBMNTXIiSGKhY5QU6W0jK7ETpq9CZqmp+j4MQrmRxXqqaSkJUY9Plcpqr7/nUscbAhIQ9PDuJx8yAFS7hiAABAAElEQVSy1d3gAvoh72uUGQypn1m75QfkcX6SXCyPQ1sf0xbz2Qo3s3cOcKFAZLjiaXY11HgfMKgQJ5c193wWQuVCewqtLUwoe/PxW9lu8Ws2f15gyyh5Cgc8IcAv0rdzs7IEPphv+izID23+4QKhu2ZcsYnUCRm9yiqE0yH9oE7EK3qkYNI8kk0N/1yhZKwUVlDo6kVBCWiirUW4mHD+bzdHWNM1Bh2NCuiSjRM2AcTFvHjt0c1j2sTrD03r6AbP3ywnhDlWyIb8tXRKeq9X0qkPwLmC1BTr81H5fdq5HawaIo1x8DAEWOlmXeE9BfP4Hkw1Fnifufk5tPYGcLihZGWhZR5boJ3jbq69dm1OGja1GkKBc1SRGxu6ZJ4MAZ3CQK8DIOGqTzcFluJ59hq9YnCiN4u/tchfMw7xNEXobbJ7QJSh690cWvPyOjB696XXEV4940qvimd5Qtj0Bmv7wIPtdm17Bn5oRArXA9tw6DkeFFM3LWLeOVH8Vqcj/d7vb/pOICSXCs+Et68M88f6se+gfyejo62Ew/3aHJ4PGBgwMGBgwMCAgQEDB8SAfCDFf5dD7iKPbVa8xj/FROVo+cUDtrj/6/DEeX0zsuFJOA/4zH4NeStgWcUXKtFl5ACuSSWUlYQM1aNRnmGb0o5z86vwlXqyIpc1U6LuVBiAAl+wirOKa3iStn1VyMXoDHAZdhXeKvCaKnd85qyprS7m/VUAUmMkXJIeJ6++Su2WV9+qnSSvyFGax7TO9bTTe1VeELTCfiWed6vG9rxUaxCJkrUAtrq6ifaAjbk5+JjxsEN5pcd3UbyB3IEXMEo2lf2Bia3msQNPJRI8NrJhU1+M0fcp2j7NQwxbuUp7BVvST9dk71wU8LH1p9nu9CVg1KgUue9A8NmYo4Knrq9jEk4hB6NodV7FXYS+7nhy3z14Sbw5oy3foE3oMnKWovRj2JWy6T7wOsZgzU1ZRdQy9wySUejBYdlUQxP4ElpsQj6CNuP78xlVWEAbCrHAeKqX8snsYlP0HHuY6nnnBbKa9GwUpwJ81uSBNZd20JF4DNk5qHReKeYXOaq+EtOSb1L3Zp7xTXFcsTdwtPntdbRiLoWXNGLZ08iqr7GejASWvq/pe9/VRolOWGVzUZfsS2XI/c6H0t/B12/X5pbnlv6ER0PgujlLBIU/gOS/0MB8bXbyuBHZiuYbrOWTPPVry3/HiMItoU7/RmFYYRStqnmB7xPfUcFl/zHN7TXIzPcQmvwW5gVFdYxFGhHYfwDA2w5seG/AwICBAQMDBgYMDBj4/z0GFrlZhe2ZwJ0ehVKp+jI5ZB/ILmr+GeYHy2RCAxfkHykJ7bnb/BsM6C9h1VD+aop7QQv9KjwiiClE1QhVJ0Y/4jf5f7BwbPDmTAWFAwqIbPS7rBr9O8zxW7yDQgdm9LhZMwVCthXoG9GbkNh60e2M76ZPwmMjNCfmVc5R2FHOFHqPPoqy7ZfUeheBxtA4Pj+OgugGJ508We37OrxMf5jVo0tRpBLq1pxXFvvrCzSE7P6segz2/F95iMVzMO1uPiS4rXLgEu0nenCTJa+/nu1UP0aw0ssToXNWFmlGcbAhl+0uTPf5/DfIz+8zJhR8ISzzbsA2q7z/RUvTChgTQkrlxW3M0cNMzfW0Db3g4Rwhf1e21I4fT85z1cvZ+RrrVayDzZU0FwYPSlGMgSr59CQUfCvrCKtR5maeY2qOj3nLiT4U1go8O6vpyyjqHsmqXUKva/ULJW1XFO21ZuZ9wkBl1a1YVn+LObmOzSHhgI4DH+IkHQvtBu4RG1t6NbRvkz8CmTxNyDTeFzdBM6nWHsFNKTBKGqN5f06MHgIGBCk2l8IoYD7o9t31pwiBhldpTs7dhpxNu+RnM8d3Wk/iGdy0sEYrs2s6MZwT67NSEQ896J2eYV1+8OKYWNuc9PitEMarBuVrBT6XNwA6qRw8tpTFbFxB/z+ItVohYaaZPjgU1hB1Zc38TgjzWPGNOc8mZeNa6/DuW13pcMMzaHGc881iCyPy9h0BijR9ZvB7KoxJGmgkFfoxqsDM4KWDYzgPGBgwMGBgwMCAgQEDFxYD/utsLs4/w29p5AnPEnz1MfYafD98NgqRMbkxM4x0o6PoYhUfstQ3isBp+Xs4lo84UGTBq3aGjUtvHvKnBp/kxCTiybg8CWuk11nHcyfuZXPD8k0YHo7eQYZQSW1JiqPUTtdWenKgv7SrMWjZfA3l+e2puRnPvE1LwCXvJg7r1znOgLvPEBFavC/zw9s02X+nOUEu21uA7SbwpkewY90GZ/1GvEZJBaescq0YvcU1ikD2Ew5VonvGpxKmuZF9ils5E3I5Qmg77nbsh2kcWtZTtcrEpaFgxW9X5NQ9NpQO36wxvS7z6WnW20lAUgFMWxGpaJ82NjQfuKedJE2Avx3DQJt2pjcvM5lnVUPdGEAixq9jDKOb7MsxOykq1qo6h7wHHYs/PVYrUuSYokbP5X1xGN2BL74nRXMHoZZvpK5GJYzxQGvjAHCD0xzv+XqMgTXfIWXm8OwMea6/vr0WDkPBg0uiJ40ajHkJExz4K1VwH2V+94HZiErMWGU4daKkFSUeyxpWrNiHcw+mZO/uRKmRxE1A7Xfv71ykSyLeTTCQnpIyrjAlkf/+uB48opRE0TodxggaciTstTjfSMsXYiz2/gn7esjzeIPrsR60AM4b0rqZNitjTWcVhjHsw8QznS94PpQBAwMGBgwMGBgwMGBgwMAXFQMtZ9WCF4ID1zLrIXjzGOWv+TlHeG/u1lfB6PocS1iElykerNOcHKQjQvqEoiG1E8oQ2grlaFgkapWYLBM7BZ7sUjDx9tn124Kx7lRE5yhJYMRrLMxP5P8NpQshqRQmYdKjDyoLmyFyVZLlKFxLc8e2PFmEIwtTvraXWf89VGzJaApPeBrCGJpDc5Q/hJLz/wqFCkhq++xG6hmLQkIgVVNDUmMBSd9ublQe/tedg8E0LGtItyvRkSwmFx8F48/cKXxUCiP5zxAMvgZmULpGCC9w0+IhPHyBiAkGl28wl4+BtzeBC+U5zHiyLI5RcJ368dxdL/a85leg4GLavyUbo+gzTJIeAUkphwJfJX4MEVrovE+xYq1RjO/itd0UeCMTwrtRyQl9NYbKjrPX3caQTHp3tHC0cxoWvQhDvMkox4T7vZT8ww/HBkuD16PKzg6PhqOehf1l/sWTw85RjtfZqxH6WStwcxct4iD13U1V92wZV0G6Md+Xo6T7OkIOOV9zhFmVbjEPLeyc7NtwY3r8prGxluI+tF+/j1HDfwD761h9I5iaZzvGIRwUFLGx4eN65HCeY64dU4sn39fztCgexvv2Ft5zvlP1EGi7S845D9KBYQGAhVcs3tta3WcNiujmCQxB3HRIazDmhQ0nadejw69KY40TEkVjwsGAQhmP521hXqJDhE6yNfHSjN7Izo//F3gw/LObNOAiEJ5wGTmG7Fi6aHGgN/yETZmS3Lsjcu9mhEq3zhwPvBolMN/96J31iE44z9l88jvQ5K/xzXmVgeFdU37Mb99JiBUPtu9cS+sVc7dbEqo+v5f8w4T84zurEYnFVrsjbmz7h64KvbCLV9E9E/VgZJg15oW+NXIIGmfEBTc8+EPL5Euv2Vgh/HUKaS7M8w4dQ3d0d5NHevq+d/c8p28L3w889qco5BX2A+ftXKRw2L7Zjc7zUAYMDBgYMDBgYMDAgIELiYEw/JP/qFFq5Xi2tUq39O/20Xu2ncRjtjwTXqw53mbyl4kFmDGZwWMs8hm8Bgi5PBWKDMMX414148dCTuKNGWvS8viJv0h808L1muHk8Dxl8Gsqa4hEFOGMVQpbYQ7fquqpF/9OwN+rcDHIcBHlxU1/i3JDkh3S74P+pW3CPud4iY7wss2R22Akg0/rDDKXz50cFPhBLpYLF4Xy/JPmbQBA0ca4QpHuGIMHPihczguVNWhGETdqbmVerqMR5PAFY9697fbhC5kg5DZ4SiSQhohh56dniNzzGhVVsu2tP78j3ueHvLf0E5wkCv3IXUvY2AIvxxF5lBtpDt421Zm3su5qAc5WtsyRYyKEdv4mrKveoB8HfScoOmUQLa7EaY8WqKDcW6h4I/90hiLdOjX7Ekqnhy9OtPKOkhBe0PmrCI5vtfegSRST/TU27yew1vLr3nUfAqOIhtymeAE7rzEftGrbx1WEMsIWj15n7OSoNrLWhh6SIXuHH2XO67AfRcHKPEeZyRXHA6G4ch+mUZY1Tde5T5mds6BARTX3gbfrMmiPeY1zyHiMDWOSMUrBkvziSZ412lcH/9FgXEWfrGoaRb5HFp/iST+ZvsY18l+U9Ex4O5inrIk6ZF72zOrrqcnv/l5YW/NCnsJbH+OZaYaxAus/1idwaYiUvOvdJ7g82yEMdIGRTsqFrmztQKTLC1NW4df177rKyrPM8xno1W+pq5/vF/sVDQ4oox0jl4lL97X4JrhXNZQBAwMGBgwMGBgwMGBgwMAXGANyM0sFRguWJnlqkXsl+w6KhIdh2E5yGKIUxhh2Z9cQtNn/Rigy7wwKHxnJsH5bau5Yf7q9gCKP3FInyh+j2L0HRpYcwPSh8rfAA3HEpkFZqoj5X8jpbHJ0srmKjGOFxcZgwdn1UPlblncD0/e4cxXwIawIE32G8o2Og5Es/gyEj+BB/RK/k8VzhLxVYj+OgrBRIwyo/N3J/wsbHd8DPvED4yyDrbWlBeFTAVzr5qJ8k1DCv0MX9DKhYxFSYcaFPSFrBXn4bJsCLI2KaC2foaEs/xbGAlju0ngIJOuEZj1cCbvTEG65QIGkt7c4jE2qA+PJkbgRkM5jwh2X9Tdg3q+Ej6ddPKJL4CzAz6qRSm1F/VkYOhhONyfcUuSqCqH74HPmuPPRRfSF12txP4IFoegELXrvIOi3i3Afz30HM4f8QwS9FwmN/TxIZFQIpEmZ7vPtihs2E5S/9fS75Mwy9DGKYIQrKVaqKMBHf5Op36pq45J1VuKRPcKLpML4I8/Ij+WkWmJOu3GkW3v+arwRSu9LodEH8VA/Sf0T0S5dH6jE2iK0e12+Sk62ZKE7b0M4ZsjrtdsJk19iHKezHfBQknuXETFuN1MoK2kzPVr82/ZBPms3TCYYLVQlONHrlYkVPtfAvHQwuflFX4Qi3Km/j9x4ku/UpdQ5moAbo6XvZvw4Q1f52lLWGrwqxGZs0u6MbmMtEH575SqYQ7/5yrFBQWyWTEtCOGKgwMRwr0cbEvvWuN3c2/B0wMCAgQEDAwYGDAwYOAgGNELD+Kx5E2WAIZZbnucgTez3LoonlaR5hVGdoW/dHIcXmvECm/h44SFtRYZckhOTKG/Tm1D5mApwyOPipddMvwLfeTPt6lEonyKMff57dZcN45vAh0/0Cm3Drs5kq9VVtrwrD6WMdhHQkDO2xijPKEWUJCfE5Zo/8lbUjRQeO/DxyME7pGeqyF8ZUYu6Z7ZvP4crFQa14xwP5fwOmrGthM+tWwv+D1kDOUJ5Ypq9lp2rH6MZZJnDwkWbNmuu3by5KXlPl/LdML5H4DddKcLYoOjfNd0Oyv4Y7xY0MscHiuqoBSykiBqPbkbeQbFFKPJDj3feeDs+GXzgbDDKN/WLOVaJojXf/OhX8Nr57470LIkIlyGZ3cuNSzjg3fcnulR5m7/RlnsLKtQwOC9fIPoS+XWl2S1KGKESJepEgcwa3xQhbmWLLeof7pWPgfbFJM/pzRvftf73wWvhCMkZ3GNwwN7UGC/gAi/0tJYTZg/X/3617B/DXvdsyO1eNW+wW/JaO/f9usqhypwj3tE7/lb2zcizy3oJep4Lzf1KF+RaWAu+69MCL2BSoUmnrrEovbU6yq5hL+80JIyRjvMsnYR8rEx5+O9X6mibv+JVo2m/Ux9hsI4zgkYLKnjj3y92h/Iv8Qk8iRH9fVy7N+ozvxFDGTAwYGDAwICBAQMDBgYMfHExsMRJ8bNlwsyHWeb3IUz9hJwdd6EEw/sX62lz2Fb142we/Aql51mEVBh663B03m794YZV+DIP3PbRf2/ddSj+2oeqeCdYLmYNCsX6oWx3ch2KXkI/q2iAwS3zT/GmO4Ow9kuUU79HQfxxiNOztmHQbKMbY7ovCjwOXtR7TbGKrglLVGY/hak+CYMNowrQM69Jx6635OhNAl0BV/EUApDh13gAzBHG1q6DeZShP1hJitGEYMdmSNmsuZ8r8v5Wbm6g2rOraNb2PeidTZYmI6/t5DHm7d/wjP2MI0Bv340Ksz/9efBmtJm6nb2zeAHrjLV4nt2fleMHEDYuyc6XervKyEsrvr043gLL23rqpsXveOuDrJyiWGduw/ObOgmGxTqLfa77pWL7ZOSvzrCs1zpXTwDnPRSfKEDDwp17ofwUP0Cc4U1ZE/a5rn8LPH/CU/Jz2gHLKF+FZZ21Z1+e6l9HmGUEbHPOTosr8ag3ZzVWuHsw0Y3RvoRSQcQwU2/y9ze8/wYTAE1FcXK799OdCAHmGltYZ1rM1/SrEEg+7/KnoP+2RL8xF/ah0JPamP/t1gd9OAduAFWEE5/+EVw9gwBHGLzwAlBU6oS0DetJAYnQVSfqe8mBfD/tGH7a0MNtjwswz6GYXfWeu5E5zc7wTcBgAE/x1Kt0kmhFj+NON93Vd42EohPaHNd3I2Tezpi/BA4V3NqZWMJnV3fVuTH03IjQz8VLeIljSDF6mx7Y/GReEy0lhDq+ZMXc4hOP32JK/+QRyqYYJHRwtaNY1deme85bybe4qrEEz8lbZAjF1pNBq/YFCgE/rkO94EcNHshYW9eVc9Cty009rX6Woi/Yy8fofZ9AVsf7JL5vq98f7g4YGDAwYGDAwICBAQN/JwzAJKQ0HShoCwzmSK8SkVvgHZb5+yNBVKgA5p9/wsnm+fVwHzvBe3pnuSS+qLubFG6YFxMdRcVL8l4l49AMPvmcxHvP76XaG3jOrvk4J2WIStZRjoIBb1YkxwSaPOC+vF/iIDWwq3JyQxIatGyQ42g74XCB01roeb8f8qrK2A0RdhoiXIWsgsRt2457c+GFQC/9BzMtL/gevKk8uvmK05xsbmPzU0x6eQE+EcV5rmxZalzbGdhurtt/6lgSlszUqxfonxkfcx8hbVv+eF8+eHG+lbcjEpIe58DW1FcneWTf+exDtnQdeFT6kmbOwiOfAV7zrKqwQtYJhd8iHEsttD8lYIJe5yr2b8bg9H72T1CysleQDA9W19r2rvKesmhTEy0L4+A6fwVa+Fu0v18byetSBboHcjKygCHIVaY3EU1pX8Lbr4vZcz0qASpkk6pAoU4O6IJ9iGQMMHtt4SLWFOOrkdEbDIWL7CsYT5OrmPXbzGTghSpH/pG+McBKhITa8N/50+DlL9Aos6UCUNoEplT4ZlBS9DBka6Lk5fU3meebgFHjjViU8c6x/0Ehaghl4c2Njsa856Nnkec+Qq4USuH1WepZuVdnhaq4HoPfe/juXQdNmq+Y718Ux9SNq711jKfOwzfj34d6B2X1iOiB2XusJAx9Yk11fXMmF3DIxm2e9sBjyOjiO309jhG0FU3RB/2JsUKvapw2quYV9hRTSHC/1TqjTCpTR30D+jzF3or7DR0uVzQ53BowMGBgwMCAgQEDAwYGDHwBMACnNWdYkmILzqYhvwU5IcvshyhXYGwQ5BUQSkKgVPUzMMT/nWty90wVPPR0m5dgjCKsjEyaSif+9l+Yv7rllQKYHKwC1Am8Vc0D8wMU0tchOqL8VQCN8KaEX4FJ353imYyCOqzH4XwTY5lgOBocHbiJSXXUyoc1MJTNT+j7VnAjPDD9KoEtrZCglfj5+lEY71/wHmFZO09chdOjCKgt5lWcyuWrTKymWGdnPwaOG/id8JaA4S99GX42hE6sWSsUiRWhn0s2CMoIHWTItaMx1yGwgRdD/Dajq/Hy/CE5Se+AZhA0YPyn0EY/7FCiDyFSWMHitv51lo8VDKaMQ3ha6QXw5/OXaEvsryw9nKr0bFDwjer7oNVbmDOsXiH5qIm1vN6oISq1NIp+E9xJcXoi/Jk+CSOewfgb6q0FJcHch2clFOkm/ad6qFdR+tbTB2j7LvCugA1s68ZA7aAv4ee/jHBJFZsQVU6uH0KH5YalCjpbs7jEgYcFOnSdqPyd1NcwuvvY/DtJW8DQ8zrtxpcqLf8FabxbQmtN8yeMP/5Am2/y0jnOXT9+S9bAY3N0oPdExkZIiTd23dxAm1dQ33qWtp0O9g7+9HD+13UFchpCctcZBh/1Szwjd7VzRnGzoDviRu+Pq1ca3cmu5TjNHhaeICME/di0BNesD6e5O3pVV15GKOzRa3iEPEqfCOBTrIJpuZtztzS1Xk9jc6NQD+ovZTuT27IvNT9gHi7HGl7FfDv2lb1supnqxQYQebV2sz+A14/BsZ4LE2AyKkCvfotT6dw85WWG8NqGQey9dYjLNCe5il8MS3LmQ0V4wuQhmhuqDBgYMDBgYMDAgIEBA8eIAXlJNrUxQm2U4YLPlQc+rpJ4neBd4bvH4+uQeQxl7H36Dl4UHguexGOxwC0hh4SHGMq2uvkI/kTFpVwbTcTfdX+24J+AITwJaSIpZwzheQsNX8Zv+1C5sKkX+0g8pkOpiApUGSKWv7ZbycNtqs6b+5WEF5kzjQJJEZNfCn8IvlTGBQ43tKBCzLDeKC7kjjOUlcEbmy4mwpcKf8LlhlY2P0LGbDTYLFB8VF8BPsMvy+Pa3/aDFwr3GzRIyEsV1co17wFdUqgFEI537Zgdi0cq8rhkvyECj/IJoYLP380kI4/LBydmvHv1YGcMPN3jKIn+NM0epS68tQU6Nl/ztvgUPmnO0LujUgXr1RxHnIsAJP1xiDkGoBoJKxM1DWlo2ihjvdfWXkp3VRiAXhmRmRoMtuugOef1OErMeDQUht71m8w0YbWRH51jZcjYmwCGVUUZuEJwqwmLPs7vijmO8ONr6WNVK9vf0zBfhaWpuqrid/T+F75jHT12dNf+5n7sCTi/KvZZt6P8HmDE25Y1eST6Wwlyh8t0VqYs7Kd8i72v5/iG4mDgt0A5uVcCxwq/eK6Wo9uzEyfuYI4vtzb3XHfHNde9Tvdc6vTAXp20WibjlCInspqGIHQvHYrdOruUNXc7eLyTH5cBn/t7erX/HWCMeRYfHsrs7v3gDJC9zDVpptxvowiJ+0c135sSp4uKsw4hXSqn9d+uqD78GTAwYGDAwICBAQMDBgYM/EMwAIcLMxNMtBIKFqlhaXmK29/Fuu0emN/LYXpKmO4PsMD8PcLo/40q6XXehWmLHB7ArVAfAo6MZGKOI+/moZUaCRd6GybFIDAizFXV7cDx32C6TsOWoWiFmdVaOixg67+i/EQ5TYjlsg1LndhfGXleDc2eCuuo1kN2YjcT29neXmKc5y/bYtpEkNGbENJpp3ww2yEUdbN7I0PHkxCIPUKRBC6RAsCbVqR4tYKzEktNlZshsPV5WfvsH/NO11wxLrxjc61AgUlBtML7d1x+G2XuXQiaV4VQYIjjEqGq4NArscu7W5tbF0/B0fgFYHLDgOcgpwv/S4UYiiAGU+6w2iLsq0pnTaw6t8oJr5Y9CF5OYzlNXquQkICzpQ/re8tivZEKvPIXKH9/Qb3P6RPvThWkvsPzeJdzUqZZq5s3r3uFevGMfpKy+xKEiG+hAP4JU8GmRVitJ9FbWgic96rPbmFM0BS/ZyS/Az9aKae+hSNovT33qu65TLSmeKUQQbjnycPg40dArtITVLTK9g4P/QYcXQVWfFZBz1OEpWn5c+YHC3TXBfCEAtizRbz2j+5+ekqfUAlrKKsRqprvgws2mHgnhL+Fd22vbbO77xk6o1eqAAtKxkn2HG2g5Os8tKOWUDuu+RE32j8qIyvXRHYb5HUnOMBKPzYdpIU01x1tdW3066e5AgoMKEbNZ9AJYcRGP6ezD4LWDTsIoIHbFFodQAL2djzSBGOo8A5oyPubF6c4G/oYuqfNJLhJa/Njof+lHypdjTKQEcqqLjQ6YdPF7yl9pnXEI8bbHbGk+F1nrAdCxpcF3uCESUwGIQl3S11s/Bk4c1bcSAOOuvxjVo9/zZgIraY3RWxQSWmpONvC5kaZIasylL8ZHjrixLGL873fx6728lmczg/r5cQ4yBqMFPBEMFxe5Edfrjb8HjAwYGDAwICBAQMDBv6uGIh/58NAVW6fKC6kaqjh4cyXmnir4wAn8U4qQ6fyGaSAMfdp8piE05JHpXT83cLZ+/yXlIAfkFLjVW7gBdyyML5riTrBtdBWx/PGg/Z3vLX+jzLQdITqW6PU5lp4nlO0Jn/fdrCmavDp8Eklr41RYJSjV0DbO9RTyaOiUf7y8CV4KPkzmqhgFvPxV+APb6FNOsRAUX6z5WTXdDKH3yuNRJscpVBzhhHradvKRmtq73tb1l3+VQVwhYHx9CZg04PQ3rrDl/YvotrxluAuxwB5qqyF4irCf8uzz0bajVjM9o/+OzyKOkKBAgbjzqy5g7nF8CDyPW8H0zLUnVwGdwyMKJ92iGwTkYaSTOf73TvLdff+lvt2bXwJ/vta5PPTzDM8+uFA29s8d5QvCpT+Wf4K7f+J38qtK19dc5M1QFqapjkJWKc5H6cHq/I488cR64fw8019NugzcuwCex2yuzS6vlTMZ5MTHp1cxU0oWzv6WF/nsE9CCQx91s1rKPdepRm8qmMNLdGeHTAuSbBiP8oobLmKS4wkNBKQftJHS/o9jmI73WF7XuOtWgBfjlF/jWc1e3P970XskQFZiXzqbktjBKriDmA7CXQYgrMgJcWD0Yt9b19i/nm9BFFjlMCj6k9A/XvusO4xBDFilWPReWDCXtUkv4RxnGT/5mugF8N9cJn2mHjtQhbg8ztSscfn+o5/szBcz4uz/H4VPJ1jDPxrGsbs7L8Rprqs3VdhP0GFsLB1/5ZI80MZMDBgYMDAgIEBAwMGBgx8gTDArr9WdTIpWljCfGHV2zQ/gvH6LpyajKwKRBjLis2C+ucwP2/xqhv9srXJK3DG7EQriWGSlQvZo2X6+XnwIlONUKDiqiZX007+T1jP3hpMliF8RzCKintjmMeCEC3T8l9hbrV+TIykowqhi7vHU2T6CKcqTCUKsZpQy9Mfo9S7jY7I+aIiRqW4GwLgR+vmYvQyGy3/E5b7LAeKGeBVBRQbFwKl1OBxkBJMJWMUPwhpCuFTmPhsivLX8NiE6CoI6cpWBa3OBapgns3za06T/FdsDPyBqUMpDUSKjtsLs6uATW1MVTKTT3QH+lHpmpcoGsMQAKVrq4Sf12Z2CAs1QllUlq8AKXl/nT/xGAQkTGyIiKJgxNuaMf7edfe7O8cjNmTYNClLGPPs/0BBxyYUOYSSZ2ii+BA4Q+hMTLpCUtqA+hQ6ez0rxv8B3X0MTMwa/SdhIJ27MSzA1d3snVM9hInqFFNBvlkt573ZwuqcrBJqpAgF5ci5S9ihmny7dfUqvxHggmZaL3P7WkU/th/v0RJjNB91VuAJnetBfwPjgja4lwQ+e1sqXZuerYuwo8ft+elLiD+/hH7IfwZmVAynktZcwuxSW9anSPnmpx7lD9DeVxGqL2FtYJfMc1GS+vHd/mHNtvCea8eQexmh9xqV0FO8kREjpV+LYZb7dDybHwjKb0l4PU/uYt1+n+6+Sp9sciBY6iFtseeAJX6lue63194O+nR+NOqopwixzdPgVat7NwIVIG2zwx2ttnTmWPXqyOu7+Z6ifI1NFmgg4O/G3fWyz5m5yfFit7eCvFoTwoM3eM3QMPC4UZJwMmuFcWYK+0RzyLPrmfvbmb5L47ufRj57c4uLDlbmBDy4bVmUhOOevM3GDl48gXhpw4kdyoCBAQMDBgYMDBgYMPAPxUAY8skX8O8yIaCz8l14Q7xGoyzxC+3dA5/gM4I7oLkGhdeouJULjR7lP1SEeT8di21zs1KOEo7PUdA+A49IPtMw7LMWpeNL06/535bHnN/YdJXGqWyYE4WmzDDgxcu2LuUr5WM3lOjfmipUieaE8jLPU8SVDbW2fNSNMRnqRrhgPQmDhRLmHs+/qkVhkx9vcWQNw8GqwGqmyEKhwHKu7SfhYFUza++BGkeeYTRZEvGqLDHuHSEPl4R0FTbnQAPILUvIwsoVRn5yf6FCPkZ2DgqJsdjXusYcQ4uv9hVlReNGZSiORjs3QEvsZYRya10b29yXJvA+VOGjwWv5KnsjHzP3SSG/TQvpHfh+91f0qi0Ib4sBaJVfgSyQZMv0ziHmpA9A4Ar8Y5BqyOqiWou8fq3ZtXKORsdGBhqTQqom8psGu315aPbyYS6kjZCDpD7n9j1WkUbWf2WewAve/0kmX5zXrqswII41gKE7xuU1ObL1Wj42+LqOemfl4/D+xIDfUOXSZsr33c1VR4fKsMp2SELIlBXyVVnewRj19FYW9D0Xclev18mRLue4kvqNhDVtnqOrD1lLRk/onis7a4gu3XK7ImftOSKRnScUNHK4nqzJLP5gNHMo0Fnbrifzfk+Qm3OMVPwWCKtR0YIOQZPK9Ix9m1H2HZ4qK/NvQ2wMHarXQ1Sa034Yz+TvYajyLLC+A/zsfjKGZK7jd5l0SuVJniVvZVdSfIfbb/EhOh+qDBgYMDBgYMDAgIEBAwMGLggG4BmvglEhdDAK1Ul+Ndf/NRuN7oXR0SoQK2fz6uYv0vkjKDNRcuSfwJSp5OBWqzzB7Qy+rMfY9q+PAHYNpxoMdYmFXfFjmK1vY90IEwhLWPBMC9dR9TeEMsI+N/8T2N8MhixyXwLfsmAQjG8w4MLaHesAXHpOe6m+AzeXz+208BMUe3cTVvcK1R8IeKmthvE3hIwxHFNV/4abj+O5/ClCSxIabac71vW+zX1DILlpoSfytDmdnRg9DA+tYg2lMMKIcOSh9Gn55hrxOH+bph/l2SNszPyJ54nhzxFcOk/F2RlF0bqyDL8WpAq3kxG5p1Du5XhYNsBSQ1d1iVoVxXBOe7MWQWMuPOQeLggHNZmIp+d5rhAzL+vEEWfBY4HJDrrzrkIP1pt6/ObQMtbgFRs809lGlxVTiXHwfsnkldWI/LZmBDsL/n4Fjl5mnhSaFot11pbeRpSCjIr5XUIDNdlD0Cs4gQo2VY922w4VkkYoxBsUjFOOMdbnY+YL+9nZXK2FY9aQjSlwEY47+2Z2oriPeWHNtzMhjK6TUFpCA7MyGwf36LNWSId2zC+b4TWeRXixVsHXW+8dXczOvdGaf6ioMSxhTnYJO6yA1yn3Z/1ysU7GS3hzg4lw2BVW7qyrsvo420EpPsITWaVnshJuEdhrK5ldnIA2sSoeYz2e30yeuZoNCDZlgFGDDQ9L3hkq9MYVD5b+RFjw6l3m5+XwCBlVeFhvKOJ6ghK+QvGacagIrlgbGpNAHHzT9h4bmotHCqZFxXegeo02HoV2sU5m06Zbw/P6fJ+waI6i1zH5h91grJuLuOWz+ZvbX7HOgk7cXHAT8HmWHUYK0EbMYTzbl9q37254c8DAgIEBAwMGBgwMGDgSBszHWU1QYOLFWqLQkvMLA03+FT+eknjJGp6oMS9rfR28BvwZvJZP5A/6fN7MqDHklfDRRcw7C1/xHrxMChEaCoKWT0k8a6+dfXi1Tikqr9OVRg8vFNMlfFAmT9zyf93zPeeuD84BfwXPU70OEG8gP4A37q8y5tzTzr435GPxxCS/ZDM5BWyEgsYDrvOg27d674URMk9ZvEpdZPgKWT5yhfZeOOBlGFeTK7YhRGtGDtGsMQy06ht5yzlut202x/g3KVHeg/IIX4sCK/GUqtqkl23bTO8pGzXImmVxLXR9kvkxJG/bxkym2Ra6+XuJXjVKIAw0ClZT8sCuH7Cg3ApZ42Jo+kbqAx8SHkjstdPC2ruz7WV4UCJTq1DPijOcUQIarraj2y0aKsV5TWqY+l7gu62dVysCVyDhOL4P7gMgV5fvQNevY0CLdyVhifKKfRVgdSnNi/joDmLR4X2eGVUgP8VdIp2RSimVw+Nt3tfyFVJj7IG5l/MiuHgROTMpUNFT9koHHygKhTn7L0SZysmlnNW3MMcYGR+B9nodrb1M9In4pRdw+TKwvsRa/xvzqJFyi8GWzKQ5DXPy7Er2zi7nGhmQ9FDuATVxXiU/ru36UA+EVwPqInuXMPVP0bff+c+DxLq9A5AX+5JVgRK9OIns7H6Be48ac0MGB15/hwE1za1fIw1o8uYd9hDMCf0hsCN7q+jl3BD9ryA9XTH5Ot9Z91cE7kLQ5GHGMNQZMDBgYMDAgIEBAwMGBgzMMYAkCwPjgTVlWf9TVpy4M5vAFKoQUAE1xuoxQ1mYFU/wm/CzChQwN/jfclbo48VjZm5tPXg7hQFg2Rl9B8b/6yjysFpUAJCjDa9Gw5c9nU2mv4LhfikpgY6V6bKfjtNPzFyEa8Vzr6i/D07InynzrFWrykU2LwwBk6GAzVGUN+WzMItPwOhifY1SScXSRuXhfF7WXwU8wBW4x24WK88KZdqXyh+i0L2F284nXt1haTsXTGzQMFbFSJj+HSwRNje0PkdlUlN9NycmKFkrFI3j6mcwwViuI6jVKn47xZOCKDhKUKmMxoISC/Vi9BRs9NM8210/7i2fhPAAs96YNwbr1hyv26y5HrigHSzXtdlcXdL9vNKj80Vo7TfZ5FwSSFa/v+LujFZ8lkZZEe63qu5irPcj8GLxvXHXgDpB+AjHTPEI5bOw7E5/wfWHrDgUbdFHR5MrYOjfmsHDOiXnbHGedTQ9xVonVHlstCUY+1WWrxWytFxvULrW+Z+p9kcUlYZ/V1FvyGUBtp0VJaRSLPq19g2l5DXMx88Q5vBAZp2kDa0txzJrHhrByzXPXqPNF5PAC/WEAYreD8uwtPiS1CvCcI/zh7KLRg+wFm5gTBq5zBo+wIVhAKEk8DDNfwkcr9CrwiBeIS7NPUWrZg82pyryzmXfYnKvpC64PVT/qQO3UQyt3oT3POHpavMgrwSghchcdXynajZkJ6wN1ur8+7YH6C1uOO+uKL9/H2HNzSYJNKJAnObBfyuGMmBgwMCAgQEDAwYGDHyRMFBgqDWpX+WfaiM6dTxcdz4eSJWHGr3gquvhEWR21jE88oHKLvBQHImNQb7TQ7nE4zIMMY8XNnmUMEzNvww/dDtwqiwUhk08VB8vFXICRr7N68BLFKPge/rPD3kd3RvyVG/oqxAtUSSZvgVeK/FW27WbsA1vXMK3l0/ShrxzN7ZD4FJeujgHfjioPiK607h6mBlFnnDOLDM6Sj83/wUWjAJS5CUMh0dEOUIRlKFkazBQSDLK5hYWns76dm/iSvjsOyEj5D6B7cpMJupuHOCM8vw8uakboqBpfH6QuUi9CAcyChOTY/xpaNumQA7CkDuWxQz+A8C0/KptcOTkgy3Gr/A0yZJzeW+5Qu93yITsYbAOcryTI48tisKjyCi91ueXMU7kpRFpljAYnTbPIze8z7w75725mtdor8CdeyxEPcpNv6Uchedlgq+j6z2VDn8jaAX8xTfpb+ybPAlu9Kzt5JtlWP3d3mOvoahuIyXXLdCLYYGZ9I1jOzyY85rI6UTrq/Cs3q2JnlB9AjjSlvBa3JtivyoMpVH2sru3k7MvMH2Qe+RBj/e6d1ONC/3XT22VEyWveAmaBd7AUcKjiuowUM6vYf/j++zxfYWvs4YwznUP1xcayGif/qQ9HDumOXto7O3lRkb0m6+nNc+K6tZsp36QaP0nEasvZn/N71BLD38XGIdOBgwMGBgwMGBgwMCAgQED+2MAHQLhimFcyuonMPx4tGZYG8MY5lgSjrM3sBJ/PJtW5LfM3wkZJVkPKq+YN7ZjLhVMYXHhy+aewC2DJkN3EMY3FCWEhkGTt0v+4bL+r/BY/0K+oVsRFuhjlPrSMzObvImC7HHaVxGEUgiFjAoNlS3hBTwTdoEO/jsdnTImndehyHA+DYrxdOaasepFaO7UE/WPYfYegNHGut3hyTjzfiqgdPQ+whfhabOfw/+9Ti2eI9wIU43GqYMtLHbXAbD2vmI9iKZj23KT4KL6n/GE/jFeouQWgrkPhZ2PYgwtXAgxRfF2tlv9nv7PMp8w2zDYQMU4mElga0BQwIRVtvB6hHAuv71UktClCirhqULRO6nBTfZD6OYb2BR8hRoGlyZUNvXTlb8wHSAM9ZgGtKbNCZF9riHUcok3stAE3Cmsk9ddCdpKYlSisT10BSxRARzXGDBUJ7Px6Icw4bdIrMCJUQGK6FAQhzKeseE1qod5HW3xDsx9VRlK9zHawMJzxAaUyk+Uth7hVdniItG69J6OgNN2LN4Ur/TXgAc9s8viJFTAZlhvTPFu70/QLb8jR05VIvR8wlw+mZU7L7HhAK700nYktLvHw7PDR3vWmyMpXp1fcmHld4J7PJBRyosN568KYw7WQW+dJPwnoHwnrSU2t8iD3BCuqxjpZY8VdLzSX0u+u3j4SspzLD7YXJt+Dxi+BU7wHOCqU9ZLQ936Sf07/+mQzj3cxAm0YoVbj1B2jv+d+1i6+w0CMuG0jS6vsu8apsliXcPbT4hqMCKKQF7fxl28kaWH9GKsFd/UYt617tkjYEzNxPi8TIYxbJrWz8d6yswDjEK4sS59xlpiILP1DfyOa8r6GBG6bJx/g7rMCSWNKS4P/MexmndYi+Tp6BG+f3/hdwts21qHx+5bEB4HrI2iuRGY3ZxFyAY2x5mKMyuu0+H1piMMYtgMUyiu+feiwPiE0bZtDacBAwMGBgwMGBgwMGDgi4QBU68UhODMMPDNTbvCv97p3/llKDf/+7/8dv+3LTb5CXgLwmMiVwZfwd8+z5P4PdgheJAorZykQnU0hR8nnGlNyM0Z7x0yDW+2fKH+xMmneH4v2mmfd+/179mn/VlPD0LDQJsapSa6lF7BwaxFBS6Vi9Yc9qx38qQ+A4ziEUWAfOhRC/JkXjI3eLyNkYGFrcErU3lNeWWbEmxtBwpyjd7UWfkBbQLjrGzX1ux1L2YKJOaVKDIFhoQFEY5iH2GmaFqosfaHfHnwo5xz9iECRqJmZRgqS48qgWd0saeVZbqkGmynEa+U/yoUcM2Jm+BHUbIiazjnyofJy31PY1vdKDBgMMfu+eYV8CCMKDHhwbctSd6R5pC78RLMKyIRYRgRHo00EiM6IutsGxoJT4nWtFvqqaiMpFyz/1yHDMB7DYa0rotRRbSo6sYe/lgxR4IP6QSZO60n5Gk8frPiA2S5p4CRlELKuLP2u/nlURTlWS44IqRy66Vc4mXbuA/j3AD70eBru+pOHc6YL6Q3pMLXOZh75KzO0z99v9wD6b5rymTCeBFwkYorv521bCQy7uloccxl8duUYGgw0Dhfv4y8+zKd4gxASem3GIe0Jyygt4q5vglI7+OzRbQBdm6O5fvVG+MifIvf0vhU+m0tCAVekkapZO2zr+c+VMDMXBc1Muou4bSzr7Ifci8R9fgOBpFIDNuvvR5IW13aRRyt40b6dwRnBuigwXN9t2QPonyf364t3mX/y32WPEfpP4ImzVnMAP3CDWXAwICBAQMDBgYMDBgYMPBFwgDyC+GVswewVHwIhuUqGDCUIjDmJd5kVfY72J1fw9T8CYYGsBd4GX+g2Fy8ecSxIRTQXmMYYfK1Ng1hSgkZ20xvATbyDhEuVQYxRznWTD4gbPBTKMgIG6ziQyadUNQKL7x8RDi66nDJcsqh4K2AiXxW4Gk0+hY96AWsJ2VPUIHBL1WOYdVaZf8Gh02ukFrPYBVlgBdgLSCx62jLs31Z5IwNz/3l7KLmn7Od4iFyKBGGWkVlbGDAyMt6tpsFeh6Ptapu9BJ8FqEET242E5CQo7VD/wm80G6hV+EJ4DmNhyketyjr3ShQYE4CRTvm2eZIi1dyKn3W/DI7j5LTkFoKJsJ92GJ9w5FNi4uy8c5D0AuKaDy0Y5sBugmjgYXGe3ChxKrJ+1vtkBs5fw56cnMMHIUicqHS5h9BDwh60MKIENSXofw9kd2LIA2tRNlvfAgZ5kEjDlZd4lGJd7S5ZdkiaecLmLYoET7dTRXhJzTRuMRaOr82lNIL1WdzsnA3fjgdhmlS+ZsXeEXXj7Lpg5cp9yTBfQsToiCs52tV3wTt4XXKhpZrNJSXtNEJ0vu2xQt+G4qSUHEl6775EzBg0byw1vtrS8FMnIlvPHaJHKDRRl4Z9phNPyBzA+/ghXb1gCB0+STH+KR4l1aYb/uJb4/99eGwB+7xrSjJA30xHshldkO8U9jOBvxbc3PhWzg+ywS9Qt9sSmwcj3Dx3STSw4hQ4KPSaArLcG7ubeVTccwm07R8jLnFaCLwvfLN4eaAgQEDAwYGDAwYGDDwD8ZA4nzcoIa3w0M0jGdDnpNPOMYiC4bh46j8KvwYkUeCR9qn/QBO3uQzePGn4V8xDvUnvMU2iqx9Wo/Hsi1C1qAozDHq3RnLk10Fb6jstGWhEXnMimg0U4yQI53OkfifFvcxWAdsKOMvZSfKm5EjbwRc5bXteDaHF/yyuIQ9zeqPka/OcJHkUS4OXoLHTdU0LJT/LjNCLdd30Fcn3xy0WccjHSKfITvrESov695C8rQ8aHu+zx4CrWUotXYK5R6USP4+0tzQLLgs8ICeZs8jb3/EDYyqhT3o1X73KaEgBzZk4whdrMKowkuZM6puKm83t5t7sQ2UVA1rB09lZdrSiGD82r/9FgaIJ12hoJ2epi28Q7tOj4LDoJ+Wxm2P3yQeg8xfBLHvsV9gBCPh3FBcG+BRisnLHTxY7wZYUiylBb2h4iEfhfKXLgMBzH2hQcpb3DgXc7+p1ZooZHmDQjDDgz/2YmZY3FTt8M/4tjbhdYrx8hi59CIiqxEtKybPcdh9i780wygt2WsoSdlV1t/k+8ALR5nfA0Oe8OGcV/kLfEOJ9lBIA8yxcDDPM6MacLkjHplrl3JEIQj5+QLjdGlMARvf0CnGAFNShcU+gh7pmUYIGE6wv5HnX+f3nbGGwjs4Ec9SS8PPAQMDBgYMDBgYMDBgYMDAPwYDOMD9M0Im3qPZbaEcUokwyt7H8/ePMGS/xUPzNRguLDMR9VQq6RG5SmmxKAQpqPPagXkz2ref6moOwivX30N2RWGDAKdquJiitqwmHAizzeMwXL8Nj8QIPwXzm7wAtVI9cMdrsJ/EaDnOWstDYGqyHyGyABNsffizquRE8apyVyG2LM7CVP+SZ7/HcvujUKDNG28F004QOjCzLWNMR25SkNsoJ8xykf0AxdzNKH8RKlVYJi5/3qUwkVepIV9qVf2aMNFvo5g0VK0YRdjaBMOmZ/bQjUMrTRRrO/UPII2v0falMPLuOqScxz1gZpc1NHau+SN4Q8E5+pC2Ypdi9nx+wZhlpWNTZH5Xeks0pzQA1YKWqcpfFL45nq4aNdSEflaESNSQLHOTgirVmbfGvOQfxGbTbkN+5PzdhEbGFXhaIqf1dB2SSTSb4+05JudvtvsD9gmw8gaOmfC1NJY5HNZntCijJ6PXs/Plb/iFV2XQs/gRkBYfXG0sIRBfTFjeayBP1lH1NcZ3KW1rGLCxZnrI3Ma3AEV0Ub+Gd/kvEBTPQmHJK3Y9DuZtq4yvUABPYuMPw4nibkZwgA02mhLWzpChQfCqMGKY1hgykOs20e7ewSQhLcHhfOeo4KXPL7FWMi3aVQC7bhlhOtK73d/Fb1l3V3rTwhxFMhuT5zES2C1+x5j+ynpS2UxbrEs3mvwvFfrWgthn1ZdZH6zXKXmrqiuhMdeqHsgarBy8iH9z7VbZE3igPEE/5t21r734sHVxWJHvbqfB2Kc4BZx6/yf8xnjX0uQSbI6lLXo8a8E/ZQ1XOSG83Mzh72oIulrDecDAgIEBAwMGBgwMGPhHYEDeQa44OGP4hUn1Ev+OvwdPZChL/33vH0eBkHa0HA6G4Cr4ldvoVUXh3FsvYJER6ZXoXf6GixKjstqcq8gLKttosPdm/9Jam8re5/KWuTklqZajWCibu+ANMTxuGZj9jNnky037URZ/pgHSgCCbmnNzzj/u7XMThMvPVApWKBbC2Bjlh+FP5+Fcl99e/TuNQbkTT0uMOBvyABfb8nqrm4xZ8JGRozKMkIsJhpXZNchbGmQetqgYJc1MdiZgjUgyEsest65dcdrDq/TaHXFfemO/AtCaSgXrKXhi6U4ZUfo5YtHYefQWcqURvjRMSBGU5nO+of12bYWxujIynudFw54CKVkaGmigxb3j3dDeykfizOhs/K3eZu08DS7+xpx38tL/196ZP0lSXAe4ju49OAQSYQXnsgcCWxgQICRZxrJ+kv0v2xE+FMIGYyNxLQLMmtUiDisA7VoEsDNdlf6+l1XdNb3dMz0zvWCHKiNquro6j5cvX9a8O1c2yg/FT2ek1qBVs6YnaqIZC1K4I6eEDLtP88P+5PE17p+EjFsUrwHzJ+yfZZ1Bt96Bu8EIrq8OCNUDSDLn+EG50llvv0iGvnsm6FGqEvosL+MIYAa1JXoCf0EHwNq/Q5IGS2S+sjlLfeey1IYn2y3Ikxp7MfrvzN5FP4Z+Jc54d9y9YysD4xoNHsky0H4POT/rAHvYB7tsuyAOesvGXuDiTN1Zugg8HwFRd2RarHmGuwlD/BnegI9B2N8KeoxoZta8h3fQ7dZv+/9TwhtX9TGZAEgJzvnqVf0l7z5xjqM7Kd2bgswD1ZPck4kAs/XNosutT3LscMTAiIERAyMGRgyMGPijwAAG4L+B8Xooe6TC3NSJFKvtyzDlRP4GY94ZZeVs5bRkypaZ8WOgKrokWrKh67hQELQwzNXsWYSPJyMIs5h8DkMlUzghkpXU1Aiy9cnnud6FtyJyU/Zcg6PCWRghjgFQMOmyvp0gBYAtKYbaXaJbq2d5fgEDFOmlMISXwBQpcmkjlgrSQ+20LyDQ/RI8fsm1MGrmecKCM8/hdShIQ0CTIcb4nM7S/zPAcS9z9yxTIRCOXsjIjLNnNqXKtMZ/B/xv01IcWRA2PcMkBL78ZOO/IZhbG4MThugKAfaWyffo+yk0NhiiieBOjhvymPAMaAbhvCViu538Jw7k/874RpR2dRRQNoSnx2EINdCP342AnmHwrDHSF2GkR7nDOvnb+iIeMFyRzsdzaFJxFWhNVN0bKl3XDQtwgBBIh/O62nOQ4tPQiMI98wvhnrEsa/ePa0adCem7qheLL5tfsRc/Q5GBUCdewuPVT+utKHP66H+DTpvH2UdEIHOWtgZy6TVaa3gEX3uLv2jMzE8j+leht+J85vplBGDM6fzW/763bf9t0GdURkDzLKSKyPDqnlijgH8Z1pU4UdQipVt0rRLrak65rKewkSRBK4s91kOw59M6GPLr3T8nOv0M60qWA42vjh9C5Z7aK75knPQ0HOf6lNeYx0v0QRQyhmgVSwt6tIu+DZ+OIz01f0IU9sP88k2edUI65wQdrtgXBVyZnrppPymuzy7yfrqC4sGU1e6j1SXSj1XfRBn0JM11FunfFevqM8xgKZdrmfo5Il6qjzDwk74LOlVJEgbo/RoudzR+HzEwYmDEwIiBEQMjBr46DMT/aDOxNPz/JvMN50YacXmQ0fNwAHb8SvAat8FunoGnILuN/DDc3Do+ds5fwjtxUAxc5zvFTnmJFsou65iSfqx1EK74HV7d7EX46MFLGQX3Q/i4KZc8ds/3r+eprFNyfrLHJdWeVRyZepQBVow1AKvnFfeXS2wAj4azYiLKdjo5zydyaBgU+s7Ww9ZDH70Ez/5Z8Imm/PYcS+WM42aAiShgzmAtE1GsRNvK5x6tZJmj9IzigjOAye6TjZbS42F6BO+SR/DjyB06ZFZ3ICc/zUMy3qAj0In9OMXmGi3b6lesx3vMXRi79T5g3ed0AYzZAZOoxhPn2RdkR8K0Jd0dF748t2yILM3MM3sHeP8HgfUoYgAAEvJJREFUfIJb6Xrf4jyso6yFQ31BdOjkQeC7l7buC53s9+3gkD+6v5WXv0Bu50zVpJOHBmDpmgv5TDklyhJuNUbrhF9gnD5ZPUQb3itr3w25i+P8NWOVxzAl6LNN7zIUWbn6dV/Rsa8PcdWAN49/mnL0UCKQIeZlffUE2y4OGrIhGfwwjpc4zczSaxiBP2RYjixawqGwhH7Edwp6ihLn4JaMA7HGB9LKFoAXHsZxhWsDOHCqaIiqlV75IdY/zpDnVgfmEnrMx4s9yFQ4QskI+pjvFmDZpIsOf6K5Uu7H+DuboAdAX1PxbvF9KJzK15P6QnFyShBLdTt6F3RzN+B+kwHHOiMGRgyMGBgxMGJgxMCIge1joGrr2zBmwIwqxBLZVjREZbbP4dVmRBcCt4aWKDIxsGUwP8PiM6+hYLBcZ1i/v+/bKWzYqTx/wuW7TQ/C5P0V4hDRpLv3YjzC6xlG22jVCSmD6/IiTPU/orB4l672AuM3xL4YQhg2gaOHJ38KRBY4mBJMngKRKbFNJUXq1vIRvGo12sBcB7MXlZi7Ri7PiHkRXPwD9T5FmaBwkvviJvrthZk8dxhF+ti4MBli+KguJu6EqXwUfJGeqcWgJYwAHLGH9FkZMc08NEB7vtf15kV+NJLU0YSiv44ihAgz/YYByHvSuzWP0ff3wbxpcHgWjL248+oKzzKN6HH/AYLJi/yK17yChjj3U6RHUSGgkWtx5TNsqMezbORmSszHS095n7V6Vc9+RrsnMNJz5qz9sTaWHEVKHb5mOPK9BvIKHLXlP9PLL4DnGt6wjptFzGi84Z9eIDTSdkYaoLbSe9qIgmxQrsPjlghJFuuGM3y7MUwvrBC0AzwlnuZZaBPPgyK+9inSI2I0ir072Uuc75MQ4Afe+TE+7QMeYepwZJfumbqpipOQxqTVuPk6qY7/lU8iCIp8ntD6oUGu0emMbVGoK2bfKk6mHzPfs6wJKcWiDOjCufTzGd5TT4cQi2tcE7mQWJ+iukhfKN0UyPdE+i/1aUMmIy5KzmKq0w94cA8kYeS+cArj/niUzjP+AYCiv3RFiqpUvMPaPo8d9799yHcLNAiNq5awiEcvS0MKtbr4Eb+dBx7xw2/ShBX6ucfT/f+4a+3SN0DB+dAFArOG+Yp3t6hyD/R7w556GEKxpLE5fQdgvs3ew+tbBxZgze+EBay2G77L/T4vHazSh3vkBPSQ2iv0coUOdhmvm/C8wXgzYmDEwIiBEQMjBkYM/F/CQJyH2qD49182/ENRYnjTwdCiY1zHi/V86rrP3GD1XzMiyRfJEbWM1XLeaYnBJgxJwXr1HE3m8fpelI+Cd5IR0TmT82tTjbENvg+rXuZr6DV4rbmsQetV96ueMTcd+WocAzNfLE92F0A+CDrIzgJTlLl/8BAI6iHb+yl4wfEA1266DM/9MhORL3PeXRnwd9Zfy1v19Qef1p3hrDhDrklEixacg1nscRoc8LyDdv1tgyyWHZThTTFUFhj5W88FLYwI1SCoA3Nf+3Cfjuy5qxqoa3BXp/M8yeeLHq6nRe1Y8wZaRPeQ0lXWeSifSjBBNLlBR5/zNZ+vM5B1vwW+ccYt20d4dj8UowHuGDwqY8x5ZmiyYc1LdCbBlTu+ZQ5H/nrD3xiefpABNQimdBc8ONGCOIhm+I64IIOBjNU1En0KHSbSFe+2RPgrM8VOHFRcebvA8wwevwWuKj0K2oTv+LANh3R9NDSjvQA+DavonIhcdRQzJ7FJuRnspYC/wzN1QubHAb1IF4DxLO3Zx/06DAfa1j1rVxtkUF5m3a6wh65D9wt4hsP0Op54l+IgX84epu59sWfynJbnNmx9xHsHFaNkeJvQ/RSHCiPqZ+k34PIzfsuw9nJhZKcC+xAjtJwzpyXW2yxdRqOvntkRYVvRrH/7Bzy8jycEUKTyJVQI4BcdWopgjo4ekZeNpi0TEd/tU+jb7mCpfT9/haV7rygzT3g1TXmPppbj3nAEb4kIbn2nsgYarXfIANeUj/P8DJdvCGebr5tKo18hOsahRgyMGBgxMGJgxMCIgf+fGKiykQVhGGZmUr0Bo/JzDENvwYirFNDoq6AiWykjtu2iR64KAgRHmPcGpulE8ZPiFOeVVnj7hYFHgyvnp6bmcxjAS5w1+RxRgK8BCEYPYFPIdQ5ZrIOZlUk7ThkIEHnOeB3WTxcniHA1dWuLQO75uSoQZARluT1jZzI1JdTz/HZ1IBQAS8c09iCJy6HQHbi1kw2KDLleuc3sEQQRziGuSbtF9K/G6GBKwyhGpRgTcS99VnzRgK/JL8ARkd3AnUvP2ou4Q+ArOHWYXAvnMeutPCu/gff7MwB2Pw9J76aXMFiIazAv10cDaWo+LXZnrwIbaWsV8tvsQW2LKBvCs8CjzLWiLWLv9ScQeqCd9G0cbD1HV4F/ge8h3n2elWAISUS8785eYk0/xcmgj6TM2LbepiVSHiuotCi60uMMcA9nBp0E93oyi/v9ca2Bv64+RGB7gZqXEeIRjfso1VDK0cd++OE3IzCl26b4BpH0T7M2OAkYkRz95PFjLTSMcoWSZLBOKnFKhEE3VEqk9y3eRJi5whfxwf7at7ghUNi5K/hsCSFOxRmiFx5jve8MelkIP916D/bbctfOJNJBAcWkep/r13xH4eIEwoPam3UFivL9QArqkjRrNQ4TVY1yr+7nsP9a5F7dHyKnQ5BzA46dpPe/UcgoHDohVIPqXLCXljtFkB7gqTzLtiBzAGesN+LcupZweuju85MD/nY0hDInQScNxt+S87xz2ucOxuUeYgykVYzgOgO0pgEPWnTc9WPfQBcd3bnTAh1xZjbKBYzhGqAjlbV0cyCNLAM4fh8xMGJgxMCIgREDIwa+OgzIq/m/HH7XyLYJBuD6DwyvwWU9X3BY+Hq+PqJNOW83ocA3kuugojOdSvMwUmK8SPVH8Dwfr4dtHz4yxlr1uzwNfLGypxGO5QRnzdl5xiVaNHBwAB5CeJMnszbZWDAGzIi625OFasW4Q671Bj4rgM1/rBdGLmBr2rtYqrMd7hjTfuXtDij2H2DSU1FcA48YA8nqI8wlzq/HXetweqxOw1ty1i54O1YRRBwsmxo9RNIA9MUBEtO60eTte/5emQknaXBXIIME7pVjj1TAeS9/wf+mkmjq+gN68ois7regqX7sdYNIVxhnASPhXD5pvs9yEgXcYuifw72u7QbPOxhDP1F+DHRmKyIK+MBpD/HmOOze5naSV30X/J3j/aA+6MBONgCwqxIyLbIpTg3h+Fy9Ck3+HlyqYxBH0GfQuPdee4uQtKZsLx5Ezn00yzaxL7YI43BInahbZdrfAuFF0HN1+OvSvRsPfNLGda2L72C4xBnb92vIyMKog/G2YaW/DmfhXM/677bopnQYXvEuCqD5HxApvt0fu+BRmOeBH0vT2vbXOa3yPlJnUOJcnS5Ba9lg7fslrz6HT2FInZWcq1xCj+AzGbiygi62DeLK/qBdDe0FDhaJbAAVRxXUGNwjeh1Hd4MR0s4D4PMhcKlcrHwuTWxBR7kSoPHhiIERAyMGRgyMGBgxMGJgMwxUCoi1Z9WWF4vZzj/BonAOR32tay1zeiPjPeRZvR9+74dV+AhDTf9g5afMkJeefbcXp9u/5ZzMH2O4Qthl3LIiqiza7WA4ebfYrTBmFggJk2s8l3kGtristBC6hGez8ZeA0qjUX0bJIVyUMu3pJxgIOWeXyFs4vXkj7yakL6qKtzDa/T1tf819ZyCd11q+sdWij3w//L5cv/uuYa+8lbOZH+Zs2b/m4Xm8zjljBONvpMfpDHqYADHGuCikfypfLWbTn7PAn1Afw2x4r2pwXYxxKDypSYC59XygFMz6nQhefwmzS4phFBTrhAaHSy1CRqNA9zauk89hgrqG0uBzjJwZnlU0tIBy3Z3UAe5U4LA+p4gaP1meD3rKdOtvS7gNoSw/N4q0TP/FXITnCunFMY0xR+N1+2vdyDc8ZwIa95r2HiD6ET+fw1B4G2uE8gaRce+a39A6Hkg7qXoFHL1AymTPjzYluy2zCLS61eJpXldxok/1n7KnXZszePcSfWG1fu7ctmgfEle//kEygas8Vksk9Iy1+rL4N4gc5SA4yUZkO1pTohO9zsEFeNzlvN0CGGblWfAyhS7XtFvzWNgmpKubkrauILq+bd+AXvpz1sTp/qWhZdE+TKUfMP+72SfQbTRZoom13ajco48wmKps+wM+yTgLkFarMDuC8mfgTMM7910JquS7j0yplQoE1uoc1Y0G99dYjb764T4dD4Vt4/u6fIX1I4J9PvYQwR3NWB/HlUn7GDDex7o7n8X887pvAEL/rrU/xpvhvLFTEKlRXc706XD2HfjYoL+xyoiBEQMjBkYMjBgYMfA1YaDpeMsZ2Vl+C48Gn8WxNkP+YMgzHgVIedfgMXGMLIo7gk9vW6K34Klyhh/klTn/MhxBHiU7tmoQanCIbMv3eaKSfVFvY/5l0WTlnV2W5anihEdkEAVndpYKGWdvlplh0wyfvKFOmjrBpfoyrNEHXPDxeCWnPRGsw7Yb3AcflWU7TPTIT5yh3H4XmDSei0uYz5DnDuAlO34s44y1ra/Ag75Pe7L5HNfIA7tZ2jFRwCXR3ROyd+WI6g3mt7IKfbVklSl/gxGY7DYcL6KhdE8J/nPBv+5Hnzq4FjqAlqSBLi7QN8YjeXnl2CMVeV91FYCG8acpL0GTl+iTtYhnygtea8pK3hj35fIW6PoB4COadasFGuZ80mLyDo7IyN01Tv0blW7vSdsY9UtSkFftn7EUOFbvN7+N+rZSt3dEpOurzM1eKyoMqy2yFfqoiFjXkLkSZ/aBYVDdBw7WZtwqS44NKy+wEsp4R11f+11f1Bdg1aN/0qlXbzIuzhTCvbI4N+FQv+V7DF0Jjvs5Gxdyknqm+O1mwOrYFuAlOKFBTmtY/wrHYZ3w3bJxgfvI0qBsF/viTgIwnsF+/BB6L2lyr64ourxJfyQFdS/CuEs68MRxXEaDOwe3a74m6AA1BBNJjaN/g0P1obLobRl2qXgirTavAuBr3H8KuOg/cNwvwF9Jtq0TzVOs+6PUNBjBdenXhtuxjBgYMTBiYMTAiIERAyMGvgYMVKnGe3WKcXX3X+DFOS/E84EifbGCjIyh180sMkSYFNufFrdiLKoSSgIFKtOpKACYngyDdFsTbUbEmyl7sxByknq23SZ89idjbp9ElppSuH0GBo/Uz3g5t5VMnGxfV6I6hpDdVxBG/gN2fq9yoq+2jU8Z4LY9yXk3f1GcnuJtPTF1N56aezoXNmAXd9MrBMCKL5jSkFg7o75et0cuWViJlLKkDi9KUvFc/ynLcBc93sJ3435Zs6Viq7AfQVuta4gCok7XM8Pf1XV+hy/OnvGIsD1VPQZeEPJL6MJUdnqQSj8h3KzuOQyu9evg8M2AR7PpkcCg+yx0TosT07PFqfJZbKUY64n0XCu/rgBJRdesvYhS5T1w03AJ/yFTMYUDQ40wQiR0fR5qIOWegmaUTvBeMXZ+JO2QZq8mwrT+FCXMpaKZoOCItHa0DYXRgP6X+4lFRB2CdLlDEvemeZSROfuICH7Pl4v2KFD27KHlPgbfJdsaBE5IsbTLudop/Y73g/tzw4JiqmieQLmAt/AU4fGwi+viuV9iEcENkSg7xRsI/r9jSyHEx3tqnQKAZlBTQqlY4qHeokQxGvl4xfWhB2Bqp2+BzvcyDCs77deayJbZ3cWJ9DAwg/vYD/Rz3GL0SEXaNs9rEj+x13xnb6Hv48I2th8xMGJgxMCIgREDIwZWYyAYcnkp+TKOr+H8zZ3d38Oz8T/8JpW6muK8ej98CLLDQbzkEAYcFXfbD7mIuAz5bPjj9u5LeNZTEyL1MCwAYMfT7JWw8mgdDxz8offwiBhjEwbLcnKV7xqJYNSOwwvN29q/TB/HiBAlWuGUnPlRZeT1vCcNVpQWHJKBiQjGBgfhnE66m8uK2gc/kteTPz6BAZwExuV9TJmzOYcy8sGdDGpoNMfAg5Nnmr4N8/8BczwEvz/oaX5Lf5PqVmRDUsdiKDxWhG233iFOuz6TK2Qj00iNI7EDhmxzGP4X3FEqdAunix/CQp+hK+WjbRWgAuaGo7O+TMi5EbG6KXwdXbPfJpOqOM1ZwJP2LOuj3iVmewwghYErjL7IEcoO0EyLU8IOxr+WqNVMV+gU1tKS9YmnJQq0qb/g/m5qknUrMj7xcTMKUd+hW+Hd1RjxXxKtunYPiiPXFzyGbDTjGLE7ipMtmdtwRAi6nkeG3gxg7VMYzAb2GY7cr4MjdUE97tUtuAYZ99m5+zQw3lecrp/iHQ3udQaav4duFozDfjWcskfr91lXjzcyCnhRhHzGlMyqVdbnoG3lauXwr69MCGyoyFawm37JedsfoOfwfcWae9wV/+emnJ99irOV69BLic9V/0++PvjHkUcMjBgYMTBiYMTAiIE/Pgz8L0KRUb3CcJgTAAAAAElFTkSuQmC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9596" y="1183305"/>
            <a:ext cx="1487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Адаптивная верстка и красивый, современный интерфейс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339596" y="2423060"/>
            <a:ext cx="1486814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D5D5D5"/>
                </a:solidFill>
                <a:latin typeface="Sansation" pitchFamily="34" charset="0"/>
                <a:ea typeface="Sansation" pitchFamily="34" charset="-122"/>
                <a:cs typeface="Sansation" pitchFamily="34" charset="-120"/>
              </a:rPr>
              <a:t>Онлайн-библиотека с 100 книгами предлагает адаптивную верстку и современный интерфейс с карточками: фильтр по жанрам, поиск по названию, автору и жанру, сортировки. Есть избранное, аренда книги на 14 дней с возвратом и модальное окно с подробным описанием.</a:t>
            </a:r>
            <a:endParaRPr lang="en-US" sz="3000" dirty="0"/>
          </a:p>
        </p:txBody>
      </p:sp>
      <p:pic>
        <p:nvPicPr>
          <p:cNvPr id="6" name="Image 2" descr="data:image/png;base64,iVBORw0KGgoAAAANSUhEUgAAB4AAAAIVCAYAAAAwMeKRAAAAAXNSR0IArs4c6QAAAERlWElmTU0AKgAAAAgAAYdpAAQAAAABAAAAGgAAAAAAA6ABAAMAAAABAAEAAKACAAQAAAABAAAHgKADAAQAAAABAAACFQAAAAD9jgd4AABAAElEQVR4AeydCbrrKs6u/+yn5j+PO8mzLgLLBiyJzrj9UnV2bNS/YNywkvz+3//7f3//p7285J8mde2/5T9DRRH9fs45mR/9KuQ8Le7RdRzk7/ebAbmc3O9njZuy/dM0iPM1pJ9GaizfS8az69hL4npUNKH5SW0MXJM1jeRrRvNVnK+K29QtN1G+ghXNrlfEvRL5rHp///qP7VJOltySlTj/K1xPWL6D6ZyarbhUkyUnmXXVULK1puiirQG8ZNubsxHSi6xxaeVU9DtwDWzFLY1JKy/LL/WrJbdkVkySjdiWfI/I75rXSE13tP37O/tacpzCSM7Dtp24SnH/+/uvG4zl25ZRSKUg12zbKnYVVZRqHYlr2v7Xn7Pp1zE05YVjbNhWLYvy0juE4tL/tJeVl2bD7ZatJSP7P7WfOF89Z45/9DtxtFha8Ur1xrbWec9fHQ5cu8RxsH0PAjQ2rGPwHlkemQUdu1ccv+fHJGotx/6RlK/yNVJvv607gvzkfG4fj5wTruqf0bh0frLOUaP+NfsrYlIu/WNSq6TcTjGviEuZfWuVrtwX0AABEAABEAABEAABEAABEAABEAABEAABEAABEAABEAABEAABEAABEACBxxLAAvBjuw6JgwAIgAAIgAAIgEAlgf4PwlYGOF7N+sRpMdqF9T4x78tyvrCfimNIUBjiJPhDEwiAwHcIPG7+GJifL6t1IGfr2zVKo/SyekuJ3VU+0k93rQl5gQAIgAAIgAAIgMBNCfzvpnkhLRAAARAAARAAARAAgR4CwoO1kYeTI1/Lw7Zd8YU6ijgWm/DW4yBE4LyL8TIFX6cRluQqC2enyigO+bV8d35toI9p+fVZKQqu2cw545Pskm1nzokfcUfJV9QtN641Drhdax3wUc4UGiAAArclQHPeX/sEQF8fSvNHz1fG0RT752MKX53IqQgiYkjz3h/9bJcitzj7+c6bysbet+K4t1afM3Eiv3JYK2WzXj4HeN+Sl6VvVblks7RV1ct9lftxfUs/cea/HTOX0f6SlySiXKtiS8bk2hiTlozcrWOLdjr6isxmvIr9PCMofIIACIAACIAACIDAZAJYAJ4MGO5BAARAAARAAARA4CwC9NCNHvhJL/9gS5FJ+nGb9xs3FLZjfdrmh2oFs73Yl1OZNOlS/dEr349Exc0W21w33+dgzEGTk54qS0vzLnPdfJ/j8rsl12ScM/ug91w334911W1fj/Mu1KXZtMRp0dXiUTvVn/hy+UpMLB8s834a6mU7vIMACNyfQDJPZOn6xTZaiO08/mnxl/3nC8HcnoX0u7QwSAuEUuAgk6xCm49JCXfkHOe7i+DSoYVlbR7Nbdvq3Tjt4hYa8npb4wZUe1h5PXkaubwlLq2e0gK/dB6tGXN57Dw3a9+ytWS04Bv3P+UZLwKHWvYcrVx6ZDvOvgO3uLm8JwZsQAAEQAAEQAAEQOAOBLAAfIdeQA4gAAIgAAIgAAIgMEqAnlttz6723izZXvuwFu0hb02Ai1KuSc3UsWq2HtZ7p5OKLsW1cjaLJeGknItxL1AApwugIyQIPJwAzRt+oaujjhFbKxwttPlPjmrzN60bD76k+bL3U8VNqWg1WU4q6pXqIZdW39K5d9piItWp5F0aNyW5hWpIZuS8XUwoRQ0FtowpqW3QcD9b/Wp5gwwEQAAEQAAEQAAE7kQAvwF8p95ALiAAAiAAAiAAAiAAAu0Etud27bawAAGFAD8EVsRoBgEQAAEQAAEQGCVwyTXcJUFVUrjeUNFAAAIgAAIgAAIgMEgAnwAeBAhzEAABEHgmAbrpvdeN7zM5Iuu7Eyh96vGO+fucH3B4XsXWfz2gyEdsnN7F13F4a71yXeFrIed1J/Xj1Q9gS2OpJLfojNhafkdkd2A+kv8TbPEJtoZeog8d0vQjT0G2I2c77VOeWWTrWD4rhyylqbtU7xV1fS3u1E40nK/j2R93/MnfcBAe3+98gNNXkNMr/EtbHJm26UV51VwTjM6xtXFCVvgXBEAABL5HYN494HYO0Kgefx7SIl3b7s9F80BfWxyiewJYAMZAAAEQAIHPEeCb388VjoJB4P4EHnJ4rg/sTibq45bv1Q7P6tJ6D6+m7PCL9dY86C2Tm6cx0icjtrMqCo/WLziYZxV0U788rkcXKW5a3rFp0XDMV4FqI/BQ7rWvjVPQo2P9jQ8rrTlsZr1fi1sYXieI0wPp2PHsfNPvcPsXv8cl9R28I3MszoMxf2yDAAiAgESA5muan6V5W9JvaSOfst+wFur+WAiLoi1AoXtjAvgK6Bt3DlIDARAAgTkE5IucObHgFQRAAAQOIqDfox0UAG6+SAAPYL/Y66gZBEAABEDgWwRw//ut/ka1IAACIAACIAACTOCATwD3/aUcJzDnXckJDw7n4IZXEACBCQRoHlPmsgnR4BIEQOAEAhXPnviTBEdmk//lar7fEiu23eVaqK/vD2id0/D/ljS9bpxrqzHb7mp0jqS2xD9z4PdIuNoKMlJb5ZFN7aaVM/9xs+qf8+F3K2ims/nMBJaPRbaNiXZby73JwjJskR2bcktk6IIACNyVgDQvHHA5v82zduH0SW+e/+iTsTTH/q2fesxtg65TE16LrOdexPmjHLRPnf8oH+IkxF3zj2SaHyHpEFcuSFJP2sScozwSZdrhvl7qleohNakmaqcXy/o/xexGxk9OklrDuNnLGRGPFZ9M7T/OHectmYRxx3BIY4u/xQ2WvL/52XS5rZRjEztOax+Gw+EdBECgmwAdWDi4uvHBUCGAMaWAQTMINBEYXADuPRD5yqsp1zpl71rLa2LcuuygBQIg8HkC2vyUg6nVy+2wDwIgcEcC/gFW5WWIf2BXqVtTa/7wLN+v8UE6eV7hwWJkreTMdoo4ciBsbiuEy7NW56XSUW+dlAXZJvVFMZN2MWU9R2YhmPmmPOd8X7Oj9l3OsbJPKSoili22MVezxtVN2Ni6aBVk3vVdtm2pU/eWSkweqepur5SPl7eX6+OUxsAuGTSAAAg8goA1b+wXxepK8ouf7pbA8q15orkmLNTJGvvFt0yP5jh18TjTjXdpQdK6jfF+Y4Ntm3PeWk7cMvIys3B2tKjt+0pQtGqyZIIrsUlDTeX487qk0FvrkoGVtyyTkuByJJnPnhUOfg++84Xj/BjL5QcnAXcg8CAC0jEqpV+rJ9mi7XsEaLxgzHyv31HxVQQGF4B706aDfOZFnZbXVXG1fNAOAiDwTQK40Plmv6PqzxKgS56Wy54W3QLU/IFWvl8wX8X0QM+ytWRUuylfo8gblq0lI28luRxxaaW8lY4r+fV2Sj8WbXlVVEiuZOtZT8g5TyXPI9/P9a39EVvNrx+vCgfNprbd56v0bcmHNS5KtpCDAAg8lMByLulZUKI546+0oBph8XMM79M85W451IVJd64JC9NsEL9bslhP2g6LoUkusRrfBmnzaPTIhhfAY/N8Oz6HhHo0x7llup/b+v4yXK31LYzjPFLPbi+qKZZxfbGtjxsrZdu5bryfqYbfgxauKcLQcJ/y7lrgd+W4vx5Y68+DBufRuGOI9Klyst0M8v1NUr9F9ZeYbd6WXLaUNhG2QAAEDALRgWtoQQQC9QQwpupZQRMExgngN4DHGcIDCIAACIAACIAACNyegPWQsJT8mG3J+z3l6sPNmnT54WKN7oE61+TcX+zIuDoQW5ur/nLb/hCkLStogwAI3JnAwLwxMq+PzbEDSU/6A5xbdvEAppG+HWUhrAtXu7zKtjpBUXGgo0R/aAQBEAABEAABEACBZxCo+ASw9lcZAxdQuyvGki8th2dARpYgAAIgEAjQXHbkfFaaO5/DfewBVX+dV8Xtz/g6S2Z1+sOqJw3zJ+V6xlCazIPHpFbKyFjd2Ua17GR5ApFuLsJ+O4Eib8nlQB+s42rAh5TS1W1dHGcm/TK+M1EN+3asuz7pNxy4zwF9KpKOw/pP9aVxrrJNsxD2esf8kbcOQlr3bApFe2Tun/hTo3K+MaR4W9bWW1ttF31KtJik5duSSdnG+vF2SVeSH91G+cQ55fuj8fIDifznbZUx2CxOt9I0UXN+njTHJrljBwRMAkcfv2YwCN9GIJpjaRloO03yvD06+Y4C4wRH/cAeBO5PwF4A9seCcUA2fGXM+jBlZUJHP++4RxLWcWfJVifsjJRNg7GvA+SU8Q4CIAACIgGeiyShJZP0rbbyXGdZW7L9fG1pHyf7WtzjyJ3nifrokkUEN9wviduA1o9f+/KjwVu96l2Pm5zHSJ4ttrluvl9L1o/0+OI079tsOk/i0HiNbYWgltySCa6mNN0hByqM8ug+9gfmDV9/3ucLaZ+PIit1xgjXUdtujqWiRuQDfTQS9ku2fjGV7tk7x+xVrPxXzBbmUS23q2y1fHw7nTMm9UHvQrmZ75VC+srr9RlPGVuoPz4px9uthWy2peEXHmRv+m4FUA5Gzb7vNTm1b7LmuJGtnoAkOXBAxrV7MFs9cW1iFoWC0/FNOe/zzl1siwxSxNCWn1PTOC5K7lRx9dQ5VikHzZ8kEB+vOQBLluti/+0EaufFdd6Pzg00L/+i/cBqP59LDPP5ea+DL7fdM0ELCKQE7AXgVDfb4xNB3QHrjWNVbx43xNtxKI4Tt+XbsQ5ta77qL+TyCNgHARAAgXoC8ZxUb9Wmqc9zbX6gDQJ1BMIyzDXj7pYLFzE2wnINmjiL+2xP5JHfeJZuCI8aO94P97Gb4v3v9uXEWZ63Z/t5DZkYuwuB0Tmnu+9L47eyn+/Ukd0sJhdx17wml32qe2IszlenZtEWjMfF0/I2q6R5o/f2YMTWTOo5Qm0tLlwDxGDj7db6Wm1j/Xg7i+v7z5A3D4zYV7ydxfW7lpxkR57QlljssmYVVkrZbGPnsZLUZtUd2y7b7KLRjKyfOMcKBND0eQIdg//zzABAJ+Am1Xix18+xboxNGWY8gevZQAICIPB///fSP5OYMqtgvIAACIAACIAACIDA5wjww/jewkcWPGFbT/06VvU5QhMEQAAEQKCDwMDzzd5zuLboWpP9kO3AouR158H+DroqZ7/42512t2HN8FF0roippIJmEAABEAABEAABEHgQgYFPAHOV2mJrzQUa25Iub5PfGluOr73H/ljnCL/sC+8gAAIgAAIgAAIgcCyBkQeBeSb+oW906ZPv5/ql/e2B7uI08k226+6mWP0VelJsZrE+vF4DbNpehy/5nDzW7a039hHq8o6joCEOfzqN8/S6Ue2bwbZFuqv/rTlsLfWp8lw/3ufaFx+xiLa9z6IsKBRKWFynujGDPLa1b+Vl2ZVkaz5KzSV7Tb761RSM9hFbwy1EIAACDyFAc0DpWyu0Umiu/Is/TcOK7vxnzS0+npsHxfPKYsvnMnbJ72QbcuaWlnfD1tXh60me/6S+vbziE6R57Zxz6q1uj209swqTvD/z/dhFSRbr0raVQ1xzKWc97nIOp2Ad50m67ApjKrkAI28+9zhH37jrawrKttHW1hTM3L97X2nCEiu97tWtvMGuhTxkA7SCAAiAAAj0EcBE28cNViDQR2BsAVi6CeE8/LHMV1DcGL1Ltqxeso3cyJuliYQDydZoBQEQAIF5BErzUxwZc1VMA9sg8GQC+wdYejUturmX2NY/nFumkfCgzml3TCvsZzNdnebh/X6SQ91qoumnNncx7pa0GENq5HpZlu9zO7+LcVmYvZPuWk8mo75RZblutr/moNS71bBX2LooyLb9LEi0u8ZzbZvvSKFic611n9JqveqsLfUbPkfDd72n9AF0XHuLD9It2UoPsltjQB8EQOAaAjXHd0lHzNzdOtDib9d86ObAn/sNaG2RV4y3NFI8sqs5J+R+imu3NDfTb1OLr//E1ppG4vvEefT8vBf27q3YVwJ4b03/rLe1bqNhoNDvQP6t/U9O2NGSlxt78ovaNdlmwQvjW8t+Kx8n+bGZy/ce0AICHyEgPbvXSl+Pa00B7SBABOicwfN+gQjGVAEQxCBQR2BsAdiMQQdz+eIsuKCDP9ZtsTWTgBAEQAAEbkig5mInnhNvWAJSAgEQeASB+IFxuNTqm1tKtvmDs9J+C7zc1842KinXzfd3tkaDaetipmyjJJzPFts8BdM2V872LVtL5qtJS8g867u2X92OJCO2pmeqpbMe0y+EIAACIHA2AZrLtFuHwjznF3Hpk7zShOhs/UKZJKMaF3lPuTS3h0U4ydqSUU7Bhs8PpYU41iOrELMARUppsSUR+yvFlXTZlmTxy8qL47CtpRv7pO3cVpKz372MWtzI6MDFcYNxOjgpnlzDpkd9zHG5v31+lIv5sH+fLMfz9kf9w2G2lI/yDD8g8FACNQcDHzgPLRFp35OAXyh2Y6tmCN6zAmQFArcg8NLfAL4FWyQBAiAAAiAAAiAAAuvDxDNRiA97z0wAsUAABG5BAHPBLboBSYAACIAACCgErjlPYbFK6Q40gwAIgAAIgAAIvIzA/5r+igLXSC/rfpQDAiBwPgGaSO8wmWp54E/rzh8TiDiTgP/kw0mHnH+ApcTSPoEh1d6iS/Z53GsepG2VtOa/WY5tfS3uGK2y9VU8y5nN0bhDvaUcSN59fLu5qdt2DvJL/jhmUilweyAB/7XDfrQqJ1QjVs9XHRvuILoBAZr31k+cnpjP1+KeiNaFomOb/tu+Ynw9P/mPBoc+P77fo7i+4G2OCXPHdh/sz8eb2GuL/2wmovhJjcfzflL1yFUnwMeNrgEJCLQR4Mm1YgJ13wrhtdkkCRSPTVEh0ZZ3NLuK3GSHj23FOeCxXVeVuPsK6NoPAdPg/94BUEURSiAAAiDwKALuIkf7ei1/0425/lHdiWR1AvE9ga51iMTfmmj3D4dEkJ1QXP+QShZPa81j5vuzAp8VJ8//qrh5Hmfto96zSNfHoT7x80y9yabp5qZu280LtkDgFAI0VnsXcnmc99qfUiCCNBOwzkkzH1h+LW5zx3Qb8AWzfqHO7I/rXxdrvf/l+FzAwL0vuxpwwVlc/U7MY968Hc+nNMdy31ydL+KfROAFY/skUgjTQsDPxzyBthhKur1+yK5kiwNAIo625xGoXf19XmXIGARAAARAQCFQushRzNAMAiCgE7jgsMJDGL07IAGBtxHgha2eukZse+LBBgRAAARAAARkAvUXzLTQeNxiY31cOe9vtsaLv98kgKpBAATuTWBkbh+xvTcVZAcCOQH3CeBJL/oUGf5QYhJcuAUBEAABEAABELgLgeMeTrm/QaXrJ/eqWrCpuWdxOpta2Nn2Wwi2WSX5L6ZJW21oDsvvsZ3UFsm74i323A+RO3MziWXV62ReV8l99aPIrSRW26jHWX8ZVrzb9b757zK3jTrqtRxOzdUKXCm7e36VZUANBEDgCQS0+dU9q6FzHX/KTyqlZ66qWTAKcaWI9JXAdk6SFbeN2rIf7T1mRbHoRW2luJbckml5cDvnwPvxO+cVt/G2S9nlTLlzy8g7D7DN2UhNUiZrnWsIjkmPHAN/evbIY2/VX5ytdW5maRj/FaNsnYqq9yTfa77VXqAIAiAAAiAAAiAAAocTGFoAzi+s5OyWKyHpgkg2QCsIgAAIgAAIgAAInEKg7lqmnEqrH0ufZNUPXd31lanr5Uv+y8PKcjV7jTzffJ8s4rYkp1KO+3Bri/cZXUPmfldFYSPORxCbTbltvp8b53kl+7EysTD6wdv5eqOiY3tje3O7t91kugMzL+dArYlcUl30T8fLx+0zNaNtLE01UWixIIOSXHS6NJJtLyvLL2QgAALXErDmBWsxrpR1t+2yINaTl18Kc/aWrZV3Tc7SeWldqOs8n1g5lWRUK+Xd+uq1a40j6VuxbVn/4u++b5lZOJEzQ4ofXrm8f1zRlUZ48fuy2/Qm2fpl5NV77o5rytt5f6uVW7b3ku2miS0QAAEQAAEQAIGzCFjn7lIOTzy3Dy0Al4C4O4aiChRAAARAAARAAARA4AoCIxd9I/laccPSUP31k7mQ5NzksfL9ljos252MYkeP0nbyhsDej4Kk5Lckt9Josm2o16qH8mmKmxXQa2vZUb4+5yzWupvVvrZXbPi4St9WmNsqk/xarOyEQt+aLEsOIAcBEHgkAZo3eh8WddvS3Ow+2ah+rpHnSF6fi8jSPPX3cwJBFqmJm36Oc7576uVarXk29xvrkizeFxNUGku2mpzzseJqtpSKJWN5nHIcp2Qb28XbvM5tPa7jumI72qb4mkyWpwMt2Ode9f2kXlJbf8c32KznVArjh+x+0FKdoWbOJdiu/y626362Uao5U992nV9/LDHwTYItEAABEAABEAABEDiNAH4D+DTUCAQCIAACIAACIAACINBMQHle1+znEQYjxY7Y9sNZH772uLgm5Z5MD7EZYnVIBnACAiDwKQIDc+zIfDVka61K3rDz4gXKG6YnpvQwxGsNI6xHbNcEejYGjsGecLABARAAARAAARAAgZxA/SeAu64S+a/veq562DZPOd9n37X6uT32jyYwcsN3dC5n+KMRyKPwjHhfjbHetJ0Mu288W0m2zFWWn5GR4HJQ5vRZEUeynW9LffKtyrvG9UWIRo79rjrnD7jDIqyHMfdNy/QymEXCluMP+hTNZ/oWA7Y3EouER7uLW1i8oQYGuc4b3NDwPmLbEAaqIAACEwn0zGf+S2DdidX6dOPElC9xTZz8J32l6IPXFFofqJ9ITnLQTv58za4lR3aaLAkg7Bi23qUh9/cRVtwLbIs5EwIrZwGR2mTVx0akU/tSdI9KtzaNo/SUcorub1CvdhwXc4fCSuDeDHmQFQZpQUzFXvdBd6qhIsG1R47aKP/++1GRnutn6Rc/OPI+cv2WN0mF8hCtUpYcWG1XjR0rJ8jeTICfM1xxr/E/Dl4EXHNg7i4g1yM1W2tgZ/yeRffNm20mFXYVPztN0qvV3RkPNQTO18QeSrzT2Fe6PpnudPIQsyt7tfr4fQjLUpq+3guA+4v2C+La89VoQvoce129pREwItfrHfFq2472ke29V0rHUfeNqCup27Y3YWc3cuzPGs+t82+rvoYrnFq3seX3o/PtGReTfgRFMSnXuge6clUmGxpzWSzZy9xWK4crjomeas0aHOM71mHlXGJwlW0pr175SD29MWvs7ppXTe5f0RnpozPOKUf3w2i9I/ZH13KEP7Ued2lMi78z5n6/mO48ay97XOl2mz9NZ/B63zK3ZFti529ZeVky/+xOV7AvvSS70CfUt+qYc3RoHUD17WTes+Tek3WjVeh6Hk8cl/fTzqC8tpZ0sYplm0Lug31vHratXHeThC3LNtfN90u+c/14f8SW/IzkHefx5e1nMNzGvdxXdNDKkrw1Pa5y6bz9+NieFyX3TH8w9t8lx8nosZ1XMmV/93X9Lko+jvJ9JZEwriqVFR9ys3qyceoks+Syxye3PmO+ugfhXlZ07Pbajlb+v90BaHq0DjjrwCBZbJvvm0ErhbH/SpNT1e6e38Ew3Bn4YxUfDBDudgRoQF01qJri1ihb8yVXfmHBNSVwmo95t5hTwZa8t8j7gaSZeWR2HrHtpeiP+xGUI7bdSZ9kSLXFd7xc64zhLJTEF69+8Xc0JucuxLlL0yXj/6Ti31zbSQgRBgRA4OEEeB4c+YOmRyGg86517i7JjWKJpcZxjHMpqYGLCf+E2bInWJrckhEoS27JCrbDOZP/Y190bbhfnIi5Ub3Ki9SyRQNFU22uH19GHqr3kwWex8kxEe5jBOJjUyndq5SPF74lDYt1iq8pzRU1TInLc3eZzZTwj3Iq9FHluAqnXac8DfM0x4/qISR7DgG+RuLnaOdEDVHwG8Bn0kYsEAABEAABEAABEPgaAeGe7+4I+AFiV54PrLerThiBAAiAAAiAwFsIDJy7h64ZBviNPEAMizV9RY/EHSgXpiAAAiAAAiAAAiAAAh0E6n8DuOicLx7x1xNFVFAAARAAARAAARB4LIEjHnypDwv5ckqgsz6ss3Toz2TdVzr6F/8p9uJrJO/EluJHOXAt/Gkf2uc2n06svOSyvmW+1vZlI4mbCwv7vbY+96y+tZ5CzLF6XZQobilUKh+xTT1hDwRAAARAAARmE9DOq3QtQefv/adIOSM6UcrPnOgc+uc/QSrL2YP07mOSX81UDxu+zs+bysZUK18j5bHtWumLXgwWLifTtxWXOFFN0UtnHiktm2Zee/W1xbZbRkWWFxuLdF2j9xn33cKF7fx7bux0rHrJJ78sPdKJddmG30u2rId3EAABEAABEAABEJhFYGgBOL3Q4Suq7UJpVtLwCwIgAAIgAAIgAAKjBNLrmDZvo7bag0+fhfTgaknPP4+KHkrtsvaXYeFazMfILstG897FW/PaAlHcPE6+v/pZzFS5U7Rkqx9l4whbqa9KflW5r5f4KAl7dprMbldj2maQ3ogA+vBGnYFUQAAEphEozXW0aKbr0HMn+SRKXz36838EJ8utgoKtrOEXpYUFU9Y283U5Wb+1bNpyAOudSuVHcZZeLnN2hKrHlBc1pT4q1VOSU99qObX3al50tE9BDnUY+W7YZJYNJlAFARAAARAAARAYJCBdw9S6fOK5e2gBuBYM9EAABEAABEAABEAABAIBaUExZmPKCw+rRi5k4xx6tnvzvjJnq06zHsuQZEY/6Yu/JaeQgwAIgAAIgMC7CdC5V/u07CmVC+fvn1v8rclJum6gxV91RbOyIO06iR9AqnIXWMqJwnpbVyvLaV/zk6fJcfN22icfllyySdqinJJ2tyP6XfprHTcON9eU2Lt+oEX+ntdITSO2PbnCBgRAAARAAARAAARyAvgN4JwI9kEABEAABEAABEBgEgHxoVRtLOGhZK3pqF5T3nme+f5oMpX2TTlnPkds3ZPHR72Gah2p9GGcRkqFLQiAAAg8ksBF8/Rl56XeThrg9LhaexmtdgOwVh/HbDyC/X1wHQMdXkAABEAABEAABE4n8D/3fTT1Qf3X6dSrmx9/eNrTsZayoQsCIAACKgGacxvmXdUPBMcQ4P6Q+oT+TLzzT8WPSe4wL/TX59pDDpLVvrxuvXqt26Kez70zbqm+ktxKjmw1rpadl7l6NFvfJYV+sfK2ZBS7JNdyj/uBc1d9xfUtfafqVuRk2Wr5Unucs6WXy5rq2xuHyOqYdd5VWX//UBrEiXPP0yrux31WVE4VfP8YNaXa6Z7PV7Ht7XeKMGKbZoi9WQRGxs2snOA3IvCOS6CoIHvTf82vn0GVCck2V6Xkt+XTlbmjEdvcV/W+63vPg05WrTjItuHTpHFOFJP+T3ODdC7z8thgt+2MmxOmfCmmbqtLFk7G10NTPWpKTmZ9PTSVJ37qlQQHv6xz5vE5WIPKkh1XNNebjzMaY8fXq+fNeew0aGy4/3l5KxKy7TwGd3kc3HAm24NT/7A7GoAVg5AmUvoPLxCoItAyrqocHq6kzs+HR4JDEJhPwH0FdMVE7vPonchr/c8vFhFAAARAAARAoJ4An796z3/1kWZq0oVr/nCjK17lNXqX75IRd0VJr1E+clE/xNXVo/aJ52wXbOVtyQhPSW4izPK2fPn6ojJMXXrAbLwsW8MsiLKci/qRghU3ry8yc5tOapRkywzDNMhuj/L1ee0kFQ2jnDrTtjlW5A2V5xKgMdM5bp5b9MMy5/559mVQNXSaj8oLjNXuVkWe53oXPmhu77Vdk2jdcH1f+7XHO9dkSyw7FgK8nfGVyZ6lC6j1Uy8rOi//+Q9GyIPdy3eFhoYSJ38tIbv1i7+umNu/ernqhfHkomtcJRk9Xg/L+6Jj8LD84eg9BKrnKD6uqw3ewwiVtBOoHiY0rqqV2/OABQh8hMDkr4DmE8BHaKJMEAABEACBlxF49nmMHmLww7KXdczl5Yxwfeqoimv2DzQv74VyAnHOZe1na4zUOmLrJpn+14htf1RYggAIgMCpBIbm2FMzjYKNzM8Dto9j9aVao+Hx5k0ag7cYhwNja+ja7M2di9pAAARAAARA4IME3CeAtb+kGLna+CBJlAwCIAACIHBTAtp5ribdEdsa/9C5A4HLHvIIl1pC02GIRuqkT7+kr/jYyIS0mzWltvV7QzmPJGHlf2B99SSgCQIgAAIgAAIgcEsCdF0QXxblSRpyus7RPtFMbkryPNQZ+9YfAdInvzU5fSg8fNq6L8vSJ5H9NaPws3W+a5bYFHnXVbsGp+T6rPTp7r4qTrSicSe9pHolPbSBAAiAAAiAAAi8gsD/3FWNXkjL7wPrXiABARAAARAAgZMJxOe2eDtPw5KRbkme+8P+3QnkD6Vo3z8w6kmcHg7RE6KOl19Q3a+qrp7yPFfBslGSs36uFx6OsbT0vo3/kKp7qMcm60ZoCByWRn7L6stzYVf0bsooahYvttW2uW8s35qtb/dhhcBSU1arHxmCnhkPQhAAARAAARAAgVsS0K4leFFTS9r/jqvyG8HWYqn35y7DtN8ILtlackum1RG3EwvyIb1smatHNpNctbe5667UfwjmL8fonyR2vMMXbOE977M2Xuw3vG/jg9vjstK4sYS22+JG1i6Ur2F3bbrpaP23aWALBEAABEAABEDgLQTcJ4C1F1+g8EWJpod2EAABEAABELgjAT6P1eTWolvjDzpPIEAPqXiRsDlfd3nUa+ufxxgPZbSHjJxjSc564nt13u6YyC4BjZQF3dTYytmS+Rqqc95XXPS9N1lbfP+mZawye8NZdtnZXiEFARAAARAAARC4FwE63/vfD1Y+WGF9ipSuUfwiX37BtZRIi7/pouVWO9tuLemWJbdkqZdtj2z41bswyYuzkSt2WfVeipvK03s7H3spgd44Fx/YN2wp0PUffyqbrwXJd90rdRbGh2W7JCU47+kn78a5tMbdOtystIR80AQCIAACIAACIPBMAoXfAMYVwTO7FVmDAAiAAAiAAAiUCPiHOiUlRa4/rlEM4uYh49hR+/ZIze3RjrG4LOcL++kYcvACAiAAAiAAAiAAAvcg0Lvwe3X2l12HjhSOa9gRerAFARAAARAAgVcRMD4BzHXWLgLzFQbr8z77wTsIPJsAj+wzq8BRdCZtxCIC8V93P5fI0UfrvCPxkQ8UTh4YPWOyx+bksm4U7ujj5UalPTIV6g97ztEfoDpbXVimYYct2x+sMXIcsy3m2IM75Qh3NxtnR5T0Zh/UXaf/KtQylalnJ1Uw3hM0d9R/0q8tXu98xJ9EbItWpz2z3sKpTE+Q+lebJ+hTmO5TsZZYdzxTQkkrA5OTNT9BKtt6U/ePZkqnfE2m5pNg4OSSxmhHzit0kCLzzeRXkUfej9nM4+T7tVFsFtvxu/i31V3QoDBrPqmtStarrUG2rm7t7YrqAFAEARAAARAAARCoIWAvAPtrlpazdnwVFG/XpAIdELgvAToKTn/4QThcYBxJ9x0XszPjB9iz4+T+r4qb56Hv83mJ3zXNI44e8nGEn32OxHl7mLCXz2q5qn9H4rbaturPYn2G36Fa/dcVlo4juYp9XDeaRxYf5TC3aT2yNtsX9YfeJ2RrYf4pX0FZAunnIsux4SDYGgqGyGbhZt/OnCikZzVp/jZKgsgg4PvTOKWO9LcR9gMie97oBuDchp8u1eekbt8FQ4pIX8Iqv+Zdm6VfIStH72n1v8d5w/loVr2+64xj3WZI/S73fRgXtrVmW7Ki0421WBcWWuW8gm9L5jTM87Nua2GknLTzviUL+VqeiUWBmCW3ZErfFqIpYgqUB8v3ZdPkfONMcqtYvj9+nbaJzxQmCRU5J9otO1RRXhXbuz+iqE+RjSrfyfHmPD+mYq7kMJdXBoEaCNyCQDiOtvE+K6n8OMFxNIs0/ILAewnYC8Bddc+f/LrSghEIDBDQLp0HXFaZUlwcUVWooPQpAnRUnHVUzjkCacHEL5p8qt/OKTa/ITon6hOj0DF01HHkRvOcQ+WJYAdzJpD/iT5obFucLZnoMG4c6b8R2ziHA7fDDHvDxA6s8XGuqDvQJZO6jcAeNZ9HKXq3E/xGIcTNUlya7C5IS8y1spHmpN5P8o7YVqZ3vNrIkDRsfdcbfV+SjxVqBC4OyBFbN3USE+GVLwrEKnUsFMfeEeWsyP2qpSIr2RZZxVVY25RfzjXft+wjGZeimJN4E7k9r7+1RJ52m3TtZvXTzuDQhrocDw0Zj5kC12PjwhsInE0AA/xs4ogHAiDQT6DwG8D9jmEJAiAAAiAAAiAAAnclQA9UL3ldFJZqvazmAdBDOY+wHrEdqBemIAACIAACIAACIFBD4Ko/ehyJ+0Tbmr7QdejTtrio1PlAAgIgAAIgAAIgMJuA+wSw9VdhuFCZ3QHwDwIgAAIgAAIgcB6BdUFx4BInPMdxDjp8BJMOwwVR70Mkqju15Rys68CtX+qeXbEv9h3sLdu1P7ZQ69Y+51VU3nApWL5NB2RrJV0w7jY1/UIIAiAAAiAAAiBwRwJ0zdD7Kc9RW+KhxbZ8B5lO07Kl61+6xtI+1W7KwvfK248hlbT8VzHTRRZdbvqLLdrga89gtLJwasnLqVk1kbr6k1/e1skpVO43CZLvbLlR7PxF/nw5m1quUpTvDKIGq95IDZsgAAIgAAIgAAIvJ1BYAKbq9xcqL2eC8kAABEAABJ5OIPmdLXceM26s1d/kUp8CPB3Od/PfLSi6odG7SOif4wgPc2rpSg+CYltL3iPjOjfb5aBQayB5fOA4D5luuh/rhgdaWz1720229IFwubnPObaq205zrLMJl76Us65v+bVkukdIQAAEQAAEQAAE7krAOrfToqMmt2RUa0lu8SjZWvKw+Ghc6FiBSUam6aVfyWKV0/Wdtni8KgkbiV0pdS+XEtwbhoVd14dCTG76c/eF4brQ+bQuEFcoIbbN2VHw7qQ8KTL9YQHH5Uzq3+3+12LW+4cmCIAACIAACIDAMwgUfgOYLgqsy6BnFIksQQAEQAAEvkiAb2xrzmOsy5xqbFgX708lMNTLQ8Y2Me0hom21SekBWdWrUk3yZefYeP3o8qjOWUrGahuo0XILGQiAAAiAAAiAAAiUCND1Ei3EzXxJ12RHxJT8Uh3sW5W7RVDtuq5ka3EiW+/XX9s5pv49XOjt/bI8eAxd4KyX60LWJym1mV1ENtVdmCqH/g855P8GfmEROJdhHwRAAARAAARAAASOIlBYAD4qDPyAAAiAAAiAwJ0JLE8D7pzizNxeWL744EmrU2ufybzTt1hXra+kTt6pfqJVG2Wnd1zOO9d2A5doa02TttfNfeESvzj3aVA6HLdz7AgCkzECGK9j/GANAiBwGAFtUdIKEC8GWnqQPZnAfU9U0pg1F6Qf1A10DffH38zFl7kPyh+pggAIgAAIgMAbCMxdALa+PpMvAt5AETWAAAiAAAg8l4B1rnpuVUnm0oMFVvCyymcifiGmUpf987uVA+to7622pK8uGrn8Y5n/JAB/HEBLwGhvzS12ZdmaMlodVPrBV27Vs9bvnsJ4H5IjekKTt4f9PK98X65v6Y/c5aJcn3PsvWLbx3PelbhlD7qtVTf5JTn9r/21sDdMrdiWrJRL4GQENhyMxdVj9nN0yTq3fX1gFDpZNMJxcmqqe5+z3oWqHQmOrbflyXJnwmI1LXFFB0vjkTlZcSBrItDyzOKB15PWMeg/bdl5Au235a/EbT8eeBHXqsnq+/6cLa/h07JaTjUxuS47CqR7Am4MGdNz3Cd5P5zJPM4jr4EWgfsOwf7jKM+hfz/wp8Xf+FrsTLb9ucMSBEAABEAABN5FYN4C8HqxJV28r8J30UQ1IAACIAACIHAzAtaDBb8+JZ2mtRpadDUfk9up3vhBQx4ulvmHKn1PVrxbk20eONu3bC1ZCKwvbJVsff3FfiSF/bVa7jvfj0vcyZzLmL2pGwvddl3OmZHfdZbFWiU7auu3pdp9zpprtX1J1lhw2HGNfFmySE3cDLZ9sMbjiil5hn0cg78RWzkjtO4I0JDpGzY7V8c07Oetvd8ZCdfE3WeytczIafOOrVECNf37vj6kub13sabf1s3cDmVP3P6YbhpbLhZ64tLosmL3ykZHLex9z0QY9OM476N8P3Jy2uYyJO2vplaz6T+OVJdNgmU+pLcYO0+TcVuTXyiDAAiAAAiAAAj0EPjXY1Rvw2f4egtoggAIgAAIgAAIgEAPAVrwof9VvxpUq32eoNhUY57PQTXTw7GW1x1ybsl3RHes1jauI3nCFgRA4C4E8DT8Lj2BPJ5NoPXaJK52xDb2g20QOIpA46X2UWEH/eA6dhAgzEEABEAABEDgcALzPgF8eKpwCAIgAAIgAAL3IzC02HO/ch6b0Vv6oVRHSf7YDkTiIAACIAACIAACIgHt3O++6FXUR2MfAW0RuPeTwX1ZHGPFtWi5k3zW78wG3/LY9LLSuJVNwzdOrDJeaAwNdfWuxo2Q3RHI4fwfmjo/S4PGtzGAqh7CrsFVvViAeSGmgW0QAAEQAAEQAAEsAGMMgAAIgAAIgEAnAXrYoD2U63QJsw4CVj/wA6EOt0MmNXE1HT+mlGc9PN4026GkYQwCIAACIAACIHA7AtY5f/YC1O1gFBIaYTViW0irW6zlRP2uyShYWe6uKJVrTSvZkl/L1ssoZsc6LC1q/uh3ttecFyfRQmwvj3JNbrF8V1ho2cdkzZBo+B3fNemdF62BF+dDeX32+9xCNKr3Lq84xzvldRc+yAMEQAAEQAAEjiCABeAjKMIHCIAACIDA5wjQQhwvxn2u+BsVTA8OntgP8QOPHU73nMeqybTdOUMDCIAACIAACIDAGwnwtQI+8Te3d/m6604LVJSTlQ/LOfeY0Mj6H/uN/UnbUlzSo5w1GcvdRfDuRYu/u3Ee6XFekm+LEwVi2zho7Id4bfu8eLoFT/1ze9ALvmPPddu08Bv6if3V2ZGWnxd+jhanmplyLWnemdIFu4GVkvQF+SAkCIAACIAACLyFwOTfAH4LJtQBAiAAAiDwSAL0l+K4j3xk19UmzQ8/a/Wh10OAHj61P4DqiQQbEAABEAABEAABEACBeQTCp0rn+Z/ieeAylBc8p+RlOh1I2vkdyXssslkUhCAAAiAAAiAAAg8j4D4BPPPSAE/daTx87eE0jaiZo+qKY4zq0UbzVbWuNwRXJXByR3ztODoZ723CtT2Q0AY/H61O7v98WtOrLXvUvjbO8XqleaLluFp9HZ+m6ZHjtuRqOiThc7t0KY3HeF5pobCdmBpqfJEe/xfH3Dn0wtC6ybat2HbZNoVOpyQXXJ7TRNy05CxZKbsaWy0u+bZkpdj3kvMnfXqPfbLvtT2VRNJlQv8n8lMzKwa7D1/idsXryLhC3zeVNGegbJ9Ca0pmULmChVbuUJc4Y/K7+qCNdWewprnmM45FnoPnZq551zrYdZETaZ9s1LyFdupL3a9puwTUON9zlNj1/oxPiJosiGJVH0ygQt3HbimJ5CXVy8qUs/2J6cSVuLP5EsW7Rsovz3GnZDe0htx50+KzY02+c3RYAx1Df27s+RencZh3OLoDAW2evENuR+awnSNnH0d0oFgxSvIjq77C19vru4Lp3WJ+62Qwfj3S13//4wersrk1ycgWa6s3vb4T7frChaA9ma4VDW14HLuL1CGXtzUeGDX3rkkZzjP7tjRk/Ph+I3BlJPiLyQ/Vq2B4eLNyILmqaDyXxvxWfGkgsJzeeXuzbtsatZejlc5PslV7a2meaDmuZuVc8ktyn2dF+TW+4iFR0rdCjthafosyfnAiKJqj1Qn3x5hpsUQgHTo+Y13aFxLwTUt/LXK/pyv7Q5R0xJezs0xFm7Wx3zbE1OerNYS2oZSjqSft9M0F0ouafUqGXOMo+UvaFJ+Jzvk73V9P6MoRvy7yhBLS4yQL6DFv48rvGuhL8sy7sUuejECGZUnkj905rrPQGzcSyPNCSyI1uhyT37OU1t0aX6uysVGKo5lS/KNySGP8ufmIFop6Xn2LdCGS3L+chV1r07yR1ObqpFJX9311c5b5uzk35MrZvlXTiN8szI12qRNk/uaYpC6UzXxta9cqldq2ztp0QIG14Ho9m1PNVkl2rUi285zUfJyxr0W2tSKSjDhZ80LgqPk2ITq/tnzNLVMT6810VltfQ5pfHnd/zKX6sa/cdpPRojOx2lqSLSfzXq2Blxi07GhB2cc5c3vChup1c66/bljSyDkn+pzqCe95HnHIUk6WbeznC9slVm9jMOXQFSDlc0geN5cLLg5pyuMe4hROdgTO6s9d4IsawrjyZ8OLMmgPOzLX0TljxL4922Ax+RPAvWmdaVe6MDooF3cEnxTpoIThJidg9Z8ly/0ctk9BLwl8WAXtjr5WbzuhB1jIJ3Y6AR53oZMNFHIsh30Ar8EUCUWGY+exJN8ZnNtAZ8/DzqA1PM4tryOaNZid7LgDyeWWD45tv3jR6lRr+83rba47mFxlovSF7wNFVkzV+HUWcmn27yMhFolsf2FfVF0VaPF3N3xX6dUb0dgQ+7Mk78l/4tiY6HpfacSmu4NPTXhfwrSWWXX5iacz67i/WlwM1MKmTaFj5Xi7Jef36dK5uWf+HSdBnUj9wJ2ZezRk3lTrQ81f7L/PNmRs5GXWQ/Et2zi/+u2Qk6VPDyAtuS4rL3hpHMnnYK1JztvOvt59DnztWs4/r33vK9dI97e8Qnu+v2j7pC0erXHjLPZENinLlLw2RWWrMy8Oy145fKc7doN3ELiCAN/nzj9P8oESVxkfNJI81j1yO457pF/LVz5xWLpvkZ3Zp1czu2JMXV3zNfGNp0zXJISoIAACIAACIAACIPBmAvwAqqfGEdueeLABARAAARAAARAAgccQ+NJz08d0ChK9ggAvUF0RGzFBAARAAARAAATuQ8B9AhgvEAABEAABEAABELiGAC9oqg8pSg/ynHxTWba2hqSovJljJ0qVOy22SW1rink2IbD3K4tCnV5G/+z/WrKUU0mul+4qaPiYCNWb1Kw7hgQEQAAEQAAEQAAEjiUgXUftL5uOjQlvVQToevLqrxHla9raTwKHnCcOIGm8Es3lK/i7eTm//htRyJVw31DVYWcocf0TEZ9RBmKAAAiAAAiAwF0JYAH4rj2DvEAABEAABG5PgB8g3D7RKMG75BznQdvmgiE9wHD/E19expJFR1ElrTiutM+eat5zX5bNmr/PV0/Q+1TEpTXYmnxqdLQ6LNtYttaqOUI7CIAACIAACIBANYH4HJsb1S5i5XZv3R9hNWL7Vp49ddkc99ficYyzxnOeYx43lpMs3o/zpe3cNpdb+5Zfv2zrF4EtD7KMFnyTn8Nwi6vxInAed6QGOYO61rvkUZcttEAABEAABEDgmQSwAPzMfkPWIAACIAACIPAaAqUFQ0seFkWVFdM7EcoWfvMHHnGqvl61JP7NNlUhdnXqttVPpyaCYCAAAiAAAiAAAiAQE+DLJnzKMKby6W2+Fr9q8bMIn8Zs53gdMC2mNU3hkUlPowHHIAACIAACIHAYASwAH4YSjkAABEAABEDgQgL8YOvCFBBaJkALo59eHH3s2HS9JuXe+TBOHh0drVJOHW7uZPLp4+NOHYFcQAAEQAAEugho57H4U5ddjm9oRAunvYumwfaEonbXStTQdwE3Uu9wpbs6KjxKZTo//HXQsYfbjc+eeuOCWrclVpIPKa9aW8kf2kAABEAABEDgRAJYAD4RNkKBAAiAAAiAwAwC/i/YpRvTGcEafPq8GvSPUr1bXO2h4FH1XuUn5pzXGMt8fvTgSf0abycxx29JrhPY5aGr7iSUk53XziRq6MyZHiZ5FjIQX48s8rE9Y0MeJbjbHGPVGZTKdZB93ruMBhtcSlP8FtLSOS5PCo1BpdsWgkIMAiAAAiAwlYA2P/sFNDe9a/JyUuuJv6waadDvwv5+uq0uCV8FXDw/uq8ell5Ur3Eak0yStj/jK41pUVnjaMkogM8rvs706Ycagm2SRtOOFduWUR9xqHWDG8x38uuvYtrMFp+ORsTZs6H+VHxZNZhJHil05YaxpSR5ZKzMV6l+PyaVtEq2WajTdsP4OS0cAoEACIAACNycABaAb95BSA8EQAAEQAAETAJ0Q6rclJp2k4XaA5zJYdUHR2fFLT5Qm53ISf65f2vr9XrKON0ejknJO0vFTtKO2zjHuK12m2KqcUmgPBgN/gcejlKtmm+S0X/Ky2KsmKzNY6yMpNYI8gbF9XnL4qHWWX77k3Kc/MP6fg+wBAEQAAEQuBcBOtf80dxO63XCi89FtLglveg82LNY4y9F/PWC5ldNyZ9362Luz+/UQhEpfuvLr2kaRhYLS0YuvTxhvCUYWMmc2FZLq8TJyivE9RE092q75Vc1YoEL7EaVG1ehYdljafLux6dDVaozMZqx43KgTyhrx8mMkN4nxSVaDCsPRMOI/pNeJVvJBm0gAAIgAAIgcAGBfxfEREgQAAEQAAEQAAEQeB0B/xDldVXpBTXVqz080d1fKul5sMkJ00O7/teA7YBpf75jlk1jaCzUTawf2Ek3IYc0QAAEQOCuBL51Lus/jw1dHg11/kjO/bZDKY8aN6RN4/cWY7gh51E8if1I3BHbJAnsgAAIgAAIgMA8AvgE8Dy28AwCIAACIAACIGAQqHnYsD4sutkN9ppXUh9/uqCQrCUmmSVP4p23U9NX52VzdaRSP7P86jwRHwRAAAS+RgDz79d6HPW2Emg5Rlp0W/N4jn7p07gl+WWV8v2E60a6b9E+5Mr51Vzr89c0q5+YZWd4B4HXE6D5EXPk67sZBYLASwhgAfiJHdny9XHa1wg+sW7kDAIgAAIg0Exg7NOIzeGqDSiv5EGDezCR7Eee/GKrvOK6aml1au2roduo0dlu8OhGLzxRiVMKv8O2eQ218JOXrX3d0updTOSc5Nirz8oN2XfJeOkvzi9bpe7zWYp5tjy+iTf6jtJquRY7uwzEAwEQAIHXEYjn59cVh4KuItByLn/FcxU6jiqPJYtNpYururUnrnYdSwudmozjaDq04LrdKxSuK9nZ8q75zNTE3bA4667b15D0ddDxPi0Gp51YqjEO1JJbS5yS39xXnBO2QeAwAtbcFwfJjqFYhG0QAAEQuBsBLADfrUeq80kv2GSz9YpPFqMVBEAABEAABC4gEJYSo3OU26Q28UXN2xMMWaUgF42WxpYHHttDMzoHh3x7Q/t6tZJVp2Qw8PuylLXqewFivbnwaj9Zdo+SbX1bTlu7FlM6tuwQGiAAAiAAAioBbc7NDTAH50SwbxGoGVdvGFNUZ1xrvG3xkWQjtpK/+7bRdbO1MGktStIld1gjah8/HLeHzM7WX/u7Pjug2/g+YMZv9e7y7ikeNiBwCIGKg4UP6wrVQ1KCExAAARAYIIDfAB6AB1MQAAEQAAEQAIFxAnz/NO7pTA9jC7HaeveZFbTG4oc+rXbP08ed/PP6DBmDAAiAAAiAAAiAAAiAAAiAAAiAAAiAAAjEBD7+CeBzHzkf8ziRvGyezq0gHjrXbW/Vn5fDFzmfRxeR7keAjrIZo97wywf2yKcTTwZJf6XsXzNQnVxLTbi13gpl1lUXDCVmUpuLpTRXZFFWUfMTTTmTMFi5RlG11MiuSnqivN+4rd40uGlbSomPldTlsmcbm6aiv7Rxy3uZZOxwzriokAZQ9wb8KKZbLWrQBwqM88JINZ7hJN8jeXlbpYNXvyX5qnj5xtA82JV9zob3l+O7y6dlRP6tcXR0XK7HyumLshbOYaZs+7bejTv3+Ea5JfZm9Zat3vPOjE8HMlOad6xPXbKe9O77d+3uxr5d7QTPJVfO9qcMyhFWdI3U9i2kVEQpWaG+XZMFY6ecNISc9Rzaa2L3uk/WKF/jaT4sbszCst0yuHQrSrWf86UVIDgITCZAx7F2LE8ODfcqgZHzvuoUAhC4iMBV4/l/59+4X0R4CRvq5Suf43LxpwjFLTVb8n0W1glnL1PC7t2+TipaGAAAQABJREFUoIWqV+6d5lbnAn+J81yY8H4PAvu55Jy8rCPJyS44wEfOg97WKukcqEmUUj0leeIs22mxJV3zwaHjxnJ6CDHyNc+lvCx5KisdF1tn+/p84hmkddeon2o3bW15wXTNYL/hcuo09tVYtlF/7uI6O8vUj4QNbWLemy858X2UnL1LJ/M0id7YwS71lRRl7th21A9JSZGv3nzJxYhtlELHZqlPOlyyiYnSCUuHO/s58t3HVBJbm9eNIyObvkb6PxzbfTm3LeJYMUg2q0Mt35bMRC4IrfoE9aRpxDZxdOhO/bjivuN3LY2KOp2LPzrnaC6sdrJ1lm55cdOqdeRtN7Mzt+o5t2VFC5OdJNsCNWpbX8ebuuJ+XN6pj1x/Jv3rDWo7mZRbdEM2nmMIHBqm/ZvWSwvDP/G3LNtr2KXMoXaCigYxp81Oz5t09MC2HdkadTu33rPmXmsntw95pfOEG5VuTMbX5m3n4/qi07h7u5a4JV9771tLS5zNCluvJGDOQS842Cd22sgxOJJW/Xl/JApsryIwci95Vc4jca8azx/8BLBx4TfSg4YtnULiiytDNRLVnXi878jq7Zt1VI6n8DXOxxOEx/sRsI4mmicteW811q8OUMzz5+feSrzdA1MeqrfBmB4Ylh4aJvJC14/cbJRstzzcmC/kERDUKDmvNWoK01LOlYmK3rd6RXF3o/fbWfMIKyvhtFaXnM+vbm4r94EdeaSPLM91Y9T0cC9hQ5+0J07Otf72gdtdTre4a15W4VflHMelfqZ9rb+t/GtkcaxY/+i4Wpw45hu3D+y7ZlcRc7/p+nT3x4gV44rdVKg+pQfpHNr76dQR2+P4ZIPB7/Z2EBlzJwsZZqFijRKLkjz2ZW+nSdC1Vdung23ve6nBY68cteg/oRIW6fr6qK5eI2cPS5NTTpaMyivJIwRXb/oLb1dTH+qrs0d8EDiAAAb/ARDhAgQOIMDnThyTB8A0XVhP401DCEEABEAABEAABEAABEAABEAABEAABEAABEDguwTw4PLVfc/PpzuKpAV+vEAABEAABEAABEDgSgIf/ATwlbiPih3fYFgXlKxn6RyVE/yAAAiAAAiAwNsJ8HmV6qw5t8b6MZsa21gf2+cToL5DP53PHRFBAARAYJQA5u9RgrDPCfD1nHRdwLLc5o77rbnm+lL9d6yzMScuKy93ceM/pU1fGyvIeYFX/bS8802//6zKjVTp22h6v7q4yjaqu+4T1CsQ9TetjXKqGFTlbQWBDARAAARAAARAYEcAC8A7JHdvcFed+W8W7L6mKqoh141E+6+3ioXYBgEQAAEQeAqBsa+rfUqVV+dJT33yJz/85CTPLdfL5bSv2Uq6aDuHQNxvpf6JdePsSnaxLrZBAARAAASqCCT3tG6e1abg1ZmmgDl6RYQNRyAeJ6WxEes+ER7lH9dQU2+szzWX7FjvWe/WvZT/vT66bhdKL/2Wn1/A9aaCcQFRybdlntv6PCKDtN79bwJHqskmLWTTgrbEIlFUduw83Ah1X8Wd5rY5ym03CbZA4EgC8bxXOm5j3TyHkm2uj30QAAEQmEcAC8Dz2J7kmU44pROLdlIq2Z1UAsKAAAiAAAiAAAiAwC0I8DVTzTUS63LiNTasi3cQAAEQAIE2AjznluZa1pO8l2wlG7S9mwCPl5qxwbo5kRrb3ObqfapFy5tkUq3cptldXdNgfK0sLltwT4uVftFSYdnzyV8hzNymht8EHvnN6uKnpedWCe8g0ECAD3ptUohdsW7cRts1trkN9kEABEBgDgEsAM/hCq8gAAIgAAIgcDsC2l9U1yTKtnzzXmOj6fjnDCS8+L4orYWT0W7itGrObU9zbos9YlvsK8bXltLDtT9Z9MP7DOm/m0DtMVmrV0vraH+1caF3DoHK/r335cM5qB4ZpbJ/S7Vpbty44EVCzUXP9dn4wqKWMGVJMmlAU7v7TxOT6cCryGlZbB0I0Wc6UC/1bW9fjdh2FUp1ll5+PNMndUuKipyGj/ANhjWMSuNDieibi7ZK7VXHpmJr5XOorLcvDk3ibc6u7tS38UQ9IAACVxPAAvDVPYD4IAACIAACIFBBgG5ca1+WriUr+SfbqhthduRS1vR9OVlNVm6WjMJpch9fQce5BVu+e/ZJcwXLO8lyJ2Ffi0uGumzEdmGap7Nkar2l9VqaiszFZB+KxoeaOzrgQ3RQKgicS4COR57DS5GPPHZb4p6ZVykW5NUEhIUK2bZ2/MnWaL2KwHHzQbiklf1pX2vrF73c0NGvF20uqV8eg3IOwVOQ0eJddgkuBPontNHCn7sSXEOsG6Ju3kj1WteRaT25NcW2vx5Y45jW25izEZMytGqy8t1Xl7W4PvpzX31v8cos1t08br6/KroNktFLY+eFyT+u4mQMJEJzx7OiOVXpAitPclySW8FVW+JM43Ib1Ds3vg+knCtsd84mNXA/svu4nlzGOnjXCEidremiHQRAAASeQQALwM/oJ2QJAiAAAiDwYQLxTVwJQ4tuyVcsp5vflocQ1oMwf+Of3WhbeVsyytGU++cM+o3czlZUpcbwgCRhktVQKyO9XdzI2JJ5tUJNkavdZtH3zmJrUB+AbCrYAgEQAIGLCIiT9wm5XBX3hNIQooGAfJ3Q4ACqjyegzAXcvL+M9NfVtMgnXGIWafA12ba4YwTy3lhO16BhMc0OsunHesHWtRjXwLF+vE05b/nGkrBtXaNadmRNtprOmrO/AdnHtVpWvzIO/2lWWkCUXmzbcv/EfnrHBdlzXPaV73O7pBvLxG3f7/1jVmVFfVM1LsWs+hsprFuU1vLyjpW+9ymXbPszq7fk/ORhuBsP9Y6hCQIgAAIg8BYC8p/1vaU61AECIAACIAACIHARAb4bvSh8T9iHpNzzIKkHx87mIXx2eaMBBEAABEAABEAABKYR6L9AGrmmG7GdhmKSY1rE/NLrzL69C9sza07G0sjQGrFNksAOCIAACIAACMwjgE8Az2MLzyAAAiAAAiAwTOCMm/KqG+6GG9z1GY1iozR3sbJyJ5kl7woIIxAAARAAARAAgfcS6LlIcZ+8sj5l915YqAwEQOBrBGiKpG9y3r2UT6Du9NAAAiAAAiAAAiBwKgEsAJ+KG8FAAARAAARAIBBoWdht0SXvLfqkW71I6m72a3X9IvC6Eiz3ep5nvh9bmTKXFf0/f9Xmmtthv52A1T/Bm+sNoY/aI8ECBEAABEAABOYQKJ/L9Lj09bOavfbVtLo3SEBgnIA2Hms8P3HMavXW/AbwE+ut6UfW0diQ3Jq72J7fPSd/78gt6ftdOR5Vf1rtc/as+vMq7tqHeZ7YBwEQAAEQqCeAr4CuZ3VTTTxNvWnHIC0QAAEQuIRAyw0eLZC2LJJW69KpqbDal+eZ78fwLJnXc/G4lvg99oHtKwm4XsHlypUdgNggAAIgAAIzCfjrHj1A8TpGN4UEBKYQ+NKY3K5BcTEqDaaWsWDq0v3YAxGbNUnA0AYCIAACIAACDyOABeCHdViSLn3vivjdK4kWdkAABEAABEDg1QSqF6YPo0BPNx74hOOw+t/uCP379h5GfSAAAiAAAiAAAiAAAgcTwO3RwUDhDgRAAARAAATGCXzrK6Cn/jma/oMX4cE0yWuuhkhP95X64EfeNX7HB8sdPNBfLFh0ZuVoEV7/YtBSmpUY/L6WwDquplV4xYDV58G/5cjmWW1a2ZnjlXMHjrNzzVJv2j0t14VjB86mevbK2pmhkEks9tv0T40v0uP/9tlsLd7ptrtuae3kVZeReUm+hpA2bNeSxdY29RpqCyNtaaHpK/3s139OzH/rSMpFA6dDkBgUv7umG7zW+eqiXIbG3sk5h567V/+pCB6Sppq/Kag55kwHopDnBH4Xla5onFNuXSUTxhF/bWp5rq1LUdeqBVdXJM2V83PWq4EkEOg9Z/A9gcYx9G/tmCEv27ihOSMdG7GfTU+LPdSuuY9T6AiwcWZHIRDvbS73LTGbTY+2SFdLONVs37P82nF/v3/+64rtmFKdbGHJWKfx/bf41FxTuZqsEIr6tnQ8aC5GbDWf1e1aFzsO+2Mw9bqN57SdOLQf+6mP1+7R+JLGGPeDJHstjNrCGE6uL8FSdOlk4tUVee4a+yAAAgaBK44j6Xg3Uny46LIF4PAQ6/gONrvPhTPlI53pJn++9tu5cQLtQmanW5Nh9Knfn9/WOZoPRkzhPrMvt5RQ+fGsd8Pr0IXj93VlqQVdVe9VcefNlPYMnD6QSbtjhEXJ1ss7j18/t3faphWme6WcU226mdaTIFntOSi40X3lceN9b5vlEec19feE1BNw4fGVK3Wtdr8Rl5dtk7KjmtWbKpE8bdn2bFvfX4qtl22Odlt2TvZY2TmLG1wxej2xYvu2lTPFtOLa44qMed7hdyu/CLp1fUVuyU2knnpVBV7Nqjf1s9+70rY09vbZ1rXYtOp87LVK2bqocwLvUzFafH8aeYz0txH2UJF9DFIo/dizjm07yXnzkR23IPV9aXRowbxfrDPu9+kOEVcKXZv91nk090a1avVyTvye20r7mq9c1+kZqiHn3Ib3DUOnUh7P7Kf9fdbxfMec/WKN1Unt+FYLqreX5Z87t9vjeQ2z27DuU3bKWUNvvpmb3e6eczq+92MjPx5T/ThA//wce2nb9v1jnDP8ga/OR6Xjl2rP69/ys+vV7ew5cglpO9+SOHArHxv7sZAGi8doSTe1zPes87PLyh+DuU3Yz3POtcaOfb0P8zj5fswml5X2R1hW2wql+Zyjw7valyvoqnpLLA+T+3s8w1syxziIJX3D1SzRSB+N5NQyjkbi5LZX1Zvn8fb9r/VvuK4TJtDJHX3VeL5sAdi8axuFHZ3oRl212SsDZ2mec91XKrYkb6vwDtq3q4gSul1Sd+gp5HBvAqVBq8xnw0VpfkM+dOMnvUqP8iWbqrbR47eEsSqJeUrEbRq7PO2MxVUXNmlabjyVTr5Z3ql9vpcr5/ub/lD9zu20ftNT3pK/0ZbVfSxTb1a8gjynDJfIwYcd3d/BzHlk2jj3WG8+2Cm9m6d4zOi0jsE+AOHw618EOqYuwYsvta8mwVtDE53rGtQrVWluJdYjC1+VoSrUWgps0a0IDZVmAjS3a9f0JWcjtnvf+Vigg1RqI8u8PfdmzWW5bsM+he10nbJK8+e9rR+2lpAd70u5WjLW70za4ExRba/6Byv2dXKe/G57Zq3W93WO1JANhu29Ttp4tFY0Ud+fvB0QhYnV/8zhlnVNRKaxMkMSyHg88rbC3fT1OWEOi/clECwDWIkO2kCgngAfS/UW45rfO275e/HG2cEDCIAACIAACIDANwlccc22kA4LAd/EjqpBAARAAARAAARAAARAAARsAryAaGtBCgIgAAIgAAIgAALvI3DhJ4DfBxMVgQAIgAAIgMAogdZPjkr6PQ85wkKqW8ntWMwNJrYh5cmf1MxzzvdjhlYtlLMdNfaE7WsIuB5EJ12DHlFBAARAAAROI0DXK3/JV0dGob/3QYOoeGxeSWC7jnaD0F+PhYuy8NXFd/mE/zghrlP9hKgrm34+TZWPp/AaD/E922uKKhTyiZpr7sdwriqMFIhBAARA4JkEsAD8zH5D1iAAAiAAAg8nYC56DqyYkV9+CCIhsuM6i8HYUkxu49j8zu30LrWx3Ncj3LRy00DKHALvgwTM/kMHDdKFOQiAAAiAwBkErHOZGd89NKfFX+v6i/8IzvQDIQgcSGA3nvnCeYnBi8BSyCeO1129UWH+q+yNY/SJ9UblFTctNrkxsdD0LRn5uStHrR6uvVQX6z31vVR/XNdd+zDOEdsgAAIgAAJtBLAA3MYL2iAAAiAAAiBwawLWw8di4tmDoaJ+g0LLjefOrctLrwt/qrzjhQYQAAEQAAEQAIHzCND1k3U5UpKflykifZYAX+SHgUp/m+cXRV/GQ7tfwCd/j+loup/DAuExLG/pJZ0mbpkikgIBEAABEGgngAXgdmawAAEQAAEQmERAu2k/JBzf0ETORuKNLGjW2o7kF5W5bq4fxBRYrEoXbJTqNOU3q6UGn1mPc1CS18QQdaaxqnPcXpf1NH2rsPZ42iwatupKa3AIVRAAARAAgU8SOOJ8Unda/CTe/qKP6Jj+6OdbUr1uIN1xLC2pqUxKctUwfMHRJQveAzm7G4LufqJr7t5F7xFbowu8yJdE/+SvmvHo7OhrvI989TKqzWFkwdz3g/azArUJQK+TwLHjrDMJmIEACIDAYQQ+twBsnT8PvpY4rJPgCARAAAS+QIBukOh/6otu+iy5akg3/d5Y1PA+jbCi0dI4svBUsi3yMBPTWflF4HUlWHZSyk22Cq2WrSmjvjX6QbalpwXBqFCSlbL6NWem0RpXT1rOeeHUVa+dkZd6jEpOvtmNeEVc9q7bWrWSX5L7Y60cRNSQcq79urZSbmJAypkEUmDNAO0gAAIgAAKfJaCea/xam/6Vqq3A8k/fxXFzWavv7+l3XxA9E1XywMtecYvH1b7Y7fo7luXjL9+PdbVtLS4t1PnFv44u87b+qq7dmGrQcqIaLDktOG+XkW2xh+ot5Kyx9+00XxW+KlvjYbFgVgREJuEqduNz45VmOcIj9bTfK+W9t9haSrYl+eYp2yr0Q6aN3SMJJPPkkY6f70s79msqo2MBLxAAgesIfG4B2ERN85F8NWKaQQgCIAACIDBGgKZec/p1Qu12sRTZX6hazi1ZyfkkOeXcWy+BVG2pVu3Oeqll5MLesrVkPrSRt25LBdGDmSX5jjfdd9mZZWvJvOeueityCgNAUXQjo5tVvy2xUMekkmlotvuX/JZuJov9oMT3+fbDUryiGQRAAARA4HME6HzvHijTAsbwi8/hiqua8+JwDnDwAgKFgVSocOo449SyHEaOIbqm8wuIynWddS1ZqtWSUzi/5qHEzUpMdofqdfH8wiPdEzS+aPHXmqrseu3rcsuWblB8L2lz29KHjeUU1cP1PvWTErjgwaypYGuKqev6UjLdQggCIAACIPBNAv++WTaqBgEQAAEQeBIBf3PWm3D7vW9vpMPsRup9YLme20jNh4E/0dGX6h2plR6s9L5GbDuemfWmCTsQAAEQAIG3E+g/lb2dDOq7jMDDBuXD0h3u1ovqHblmR83DBOAABEAABEAABKYQwCeAp2CFUxAAARB4KgH6U1P8uelTe++avGm88FMKbeyw/JoMEfUIAnE/H+EPPkAABML5FvMjRsKTCWjnfarJkj25ZuQ+l4A1bizZzKyuiouaZhKAbxAAARAAARAAARD4AoFXLAC3fEV/i+4XBgBqBAEQ+AqB2gcXtXpf4YY6bQI0XlrGDBY6bJ53k3L/1vZbrd7d6rw6n5ZjiHIF56t7rCk+fZ1i9Qt9W40KijcgQGNbG7Mt4/4GpSCFawnE86T/Ktazxs9Zca7Fu0Zv4qwd26u33QZ/8wp/nS7vx4osi9uwDQIgAAIgAAIgAAIgMI/AKxaA5+GBZxAAARB4E4GPPeR4U9fdshYaTzym6L39QdEty0JSEYG8f3k/UvGb6PucSPu+xjb2BM4xjWdta/1Lfcoy9O+z+hTZBgI8fsEDBEYJ5GMp32f/R8+VWhyOx+9Hx2W/Z7/n9eb7lM/MWsm3FPNsDogHAiAAAiAAAiAAAt8ggN8A/kY/o0oQAAEQAAEQmEwAD3MmA77YPfr34g5AeBAAARAAARB4PwG/9ohrjukdDc7TESMACIAACIAACIAACNyBwAs/AXzlzYL1l5Iks+R3GA7IAQRA4J0EaF5smxulr+x6J5v+qkYYse1POi8MnCp+bMvvWXlKc6bVsksey2MrxNWjixw4Dd0saKxFs0HreymA5k+3M+tx7ky57lZLZGsnW9VeFWz2yRb1K9mE/uUxm6gsO6ELqCohhtAk+ZDatq7VnWwZph6ChW6Xaqd7W9y0/Yi9ve/y8cNxmTPvt7xz/4l9VHLUh7Hk9f84p6LioxWof+v7+NGlqsmXBlBJLjgmpPuDSVA8u6mjlkNSpLhfH2eHgJzoZLR/Fvudm13DxBraXNMcn3zdr3p47GvQzg/07dB06PtviW5Lx2untvu4ukt39hyIq/sNEs+q5xj2PI7nvKUid9qfU9j1b6nIYTkV65y0dNsak43keqhv6aWNK7p2oprlF7XLfmX92lbnt7veJSUt5UIKdr2UlsWj4Lwg9seZpEM4HA+tjySTljY/53TwKh0LI8fJiG1L7bmu79/46+JzBd7v4MWmeAcBEAABEDiXwCMWgNt+t3fgLEQXFUP8Neulva2QoUxgDAJHEvAXxIbDktwwhegwAtbcZ8n2CVB/nt6nbSnuk25oKdVWksehWnRjO9omW/qf+HLNqkw02Brp5tjfIW9Nuy0r703GncLvOzdLw1bDZpvrLrVuqomCl/rEk+Ztx+JBMsXv5kDbcpGHbHVj33+KeKherRRq9/GsmmIZ9yu/a45DEXrfhsAkp/+JL9esykSDrXEpaWuIt1zq7hGk+59UwxJRSSl2s992tmbgvYXewrnxO/nm7diqJtGxvMw+ilORtl16C1FJ2t1mjyt60Cex6g43x1DsTw71gPw51WnvNWO7NTj5dP/dDu+MWmvYHMjCHM+EPYZ+YNyaMm+hE9ffkhAtmLXoB91tCnTLDHHo1VfWTmarrD1eamH3b838HXSWxJOxk0YKeyFxmvct38ShjiUD4/eweLQ/B9cB+3PPcuriSrUZbS69P8em9xy78VrqPIhzGEg6my3uVhufs7n/eH/ToL6jPLc+iWXl7V47CmnU4uk734qKX+RTkgvjwsqLZJZcceybe+2WkDMGrEupd7xKYyau3s9xrg/kbqC5bs4x6PuXxoccOE5R3LbqsmSis6hxxDZy07bZ2L+UY/ziY5/bcjm34/17BPKx0UIA46iFFnRBQCbwiAVgOXWrNT0JWZrHyehqwbpisGTHZQFPIAACXyYwPvfRhdnIxVk3fbpBNW7Mu/3e1JAe8tD/tJcu0Syi9oJxW/+Oj6k1M5eXVfOqJ2x4O7MuUyh4jJtGbGM/2fbUerNY0W79sx6q+5j+JU8Wxd5+92VZBfmgrgZt7rBsI2byplWRbCG3kp+YM20f5VuOKLVSH4z0w4itlM/72uI+fl918yoaPRZG7edVdr7nI1jUjmPWOyLm+aTGInLtY17qreN48XbsQWuPdXq2j+pf56e4KLnlR9ep2sNePq1naw6bcbJF+eds8v3E4JodKc3aTBLb4zj7lW7t2srlRtcEtGh2yYtq7nn5dGVjxihLaRSRsSylMWmPx0FOctgygeGwcmBa/O3teuvYLhbkD/7+2JZ/qrQX16XHglVUr6wFBg+RXni9OcIOBEAABECgmQB+A7gZGQxAAARAAARAAARAAARAAARAAARA4MsE8NT3y70/r3aMq3lsY88jnEds4xywDQIgAAIgAAIgAAIgMJvAKz4BHF9+8h8hWeBifdKrsbH8QQYCIAAC7yHAMyRmxvf06cxKeLy4GPyxDDNcpB/rVdnGBtg+h0DeX73zAvnptT2nUkQBgesJ8PEWHys4dq7vF2SgE5DGrK4NCQiUCfCYKmuer/Gm+bjEmeXx+YiJk4zl3NbyTj5H7FtiQRcEQAAEQAAEQAAEQODxC8D+8jO+LnUN8W7exfRNNtLlZsO3EuUusQ8CIAAC9yfQNMlZs+j9S0WGZxGgE25+RrXGTuEEbZ69z6oJcTYCR/avNS62iJ/dSo4j5ULVw8mPt5wYOOdE7rEf91upj2LdPPuSba6PfRA4gUAyf2XxjK+QzTSx+3kC1tyXw7F0G+fJZPw6W8u1T0NTaIybl3Tavpa/kEDCJpY7H4ob/pkZ/gpv3k+s7e9LjlWxDQIgAAIgAAIgAAIgcACBxy8A5wzoWlS7/CaZdK3KbZpdHgP7IAACIPBMAjzbWdljJrToQNZLgMcexlcvwVvbUbf6ruV+zrNFv+dE9vvMroYV6+ZeamxzG+yfQ4D7rKaPWJcyI33er7E9pxpEAYGUAI/RuBXjNaaB7RoCPI5qxg7r5n5rbHMb9lWyZb3cnvZLtpLNVW1cR03OrJvlSqaKKNPELgiAAAiAAAiAAAiAwMUEXrcAbF3Gatep1G7ZXdxHCA8CIAACkwg8cOabnLL0l+oafNb99ZxBauuo1dOSHGrn4NYTHtah8+i2LYVlXpKs2Ga7LprPUCjWa/Eo1VOSzygIPi8mgE6/uAMmh0f/TgYM96cSwHg+Ffdngl01rq6Ke1XHHlNv8LL39edWhumanz8FfFWVR8ala36q61Ev6prelA3bEouSfIShT2s/5EZc9jOKomr3hKPHwtuOowgZNkEABEAABE4m8PgFYH/+jy5sStcD/5xupO5xl2xO7hOEAwEQAIH5BPzX8gmzn9A0P5kQIfwMrJ6AX0DUxWaa/sYssrUWIy1ZHoR0tZu+XHe37/KxbD2PAGVnWtNg1WHJyHeQ89kyAmcGdtUo+XI7v+/dhBgijyW8bhu8leT7mFtLr63PV8DDdZh+nR3rbZm4LcFfIj9txyXCQ4BiKn17WjpvDoSvSX1z79LB8/L6UN6nCGC+OrW76TqCF9L4moL3ORFup/1cxjr3f+d5Mr7wOCHrz43n4ziHccf+0r6icRiPy03K/Svbkd5VY1jON+SjyXxdVJJSjs7BW5r/jNnGl+1Kckp0v2hJx4ViRnn9+/1ztwjcl5Ej1/TnvjpcvL9xalZNlowikJzuRZS0oiRaN10lrt6e2xzPwKelZ1Wqy8p21NbyDRkIgAAIgMC3CDx+AZi6Sz/dyp3Zqi97QSsIgAAIPJUAzYLaTGjJrqvX33hrKRfS8reKka15E1/wFYvJr/cdNzZsW7b+JrTnTnSJb9Voyci8JN9KjKBujap9ya8lt2RtOUeJLpsl33uLqMUh0Pqx5NfbyQijAFdvxgnG21fnhfggAAIgAAIg8A0CdD3hFz8qym3RrXB3gQpdawgLSxdk8u6Qo5zJXr4u5OticYGQrpqdWe14vkMf8DHFdeU50YKnNmTZNrep2R+zJcYuSse95M8thsp9F7LmvCQeFguyZtvgKf3XkpVsU0+Ne46Rr7hj2vGWVv8vx4jFszFbqIMACIAACIBAF4F/XVYwAgEQAAEQeDAB+Yb91gWNpDxiexWUJ+bsWNHN+5de0sOP6vq/haoaCxRBAARAAARAAAS+TAAXSOf0/gjnEdtzqkOUTgIDXTt0X9SZ7iFmQzUfkgGcgAAIgAAIgMBUAq/4BPBUQnAOAiAAAiAAAiAAAiBwXwIDD27uWxQyAwEQAAEQAAEQAAEQOIQAXSt2fMqzFJsXPbVPefpPic4IXEoMchAAARAAARAAARBYCGABGEMBBD5K4Guf1PtoN9+ubHPcTbgpvx2AgxIyOS4xanQOSgduQOAyAhjnl6FHYBAAARAAgQsI5Oe9J32d7gW4EPJhBPLxzemP/R5q/G3I8l8NjhxHWs607ht+TleOSbWNxGU2eAeBuxJQjw0hYRwLAhQ0gQAIgMBBBLAAfBBIuAEBEAABELAJ2DcAdGOs3xzbniHNCdisc23sgwAIgAAIgAAIgAAIgAAIgMA9CdC9Te8CEf1CjfmbuAf8ETJ/EjimV/pN3FgX2yAAAiAAAiAAAiAwiwB+A3gWWfgFARAAARAAARAAARAAARAAARAAARAAARAAARD4FAFpUfhTAFAsCIAACIAACIDALQhc9AngmZ/ysn2bUhJ2/fUfGeqebektxsG7ktC7YkqduLCfghVOPQGakGoGNOntJ6/tU6Asi3zRn0JrLx/WkGt2pfaSXyXkyDG2MSgld658xS/UHJoEwQkpprxqcwjj698/+puyWpu8mF673E/bflpvm+0/34l+UO8NfTmBy17oWvijCF1ldxlRUB92n4/lL9QQOBWORI/C8rWPXNeiMK4zvpFWYBOO/ZxTPFZy2VYC2+oapKtIlebN+zVb9GmekeNwatZNzCzlUv9atlRhST6VwjTnYTyH6bAnSKASs429vJNZXOGcbeYWuNKsT79ruZv9Wc1Iwn/azpA/V1RR/OHFUX9ocXNZvn94MgMOrRpyt4ruMrB4TIaRmtvm++wrZyNZs27uI7fN5dft0zk0/f1ZrQbKMa3Z2zYfrOTf+eFJPC+d/P1o3pBfXkw5p6nIymprj7GWkQvCIsVtHyc1+UzAwbNmSsuJejnV2WoFu+DFwIrtvozqlrmcrTTcjOLGrFiR2Gj5erispV7SlfR5SEuyh+OR0ufzkSR7XpvrNO6/M5P3YyUEVo7EM7NBLBB4JYH//X73/xCwOxebL/pdjfXlduLdtX3ZoIsK81UQ67a6oS7RvUHSR8D37wXA/ai7IG4fpXar4nHT7rLL4i55dCUvGtHkVpjgRLu8ce+DWKW88gGa7y8+vSsnSybWLV5pCt00lS3FL03cPiMlwMgxlnJQ8oqa468Xa7WN3CzPRRTOTtGXqtRLfkZix3nk2yW/qVzPP/jlsUd61EuGPqvmCdG+YSapt7Sl9ewtS/K9xdYSuk8orKIebyWYkndjWCzBtwCl/GN5vL1VUbdFtmb/khv1+N7yrYuWaymgcrVsv8wxM0h27Zz7WTqKpmtLSLalXjDsnahknSA4aSeec/OQ/ZxzT237Pq6Bss1brC053drksbHJY0932bb7iI5d7fgtHQt6hYGT5pdD3pubXt3FkmwepzkjbbL6dMud+qi4frCpP2jrmnEVzw0i1+hwOC5D52nAmTU37GpIHvikZ6pc10ujvKxzSLmACJwvNnKcjcq4DzKR29XtSNfO0VnbzvfhuMWlT18znBJjYfmd8uqOrcztRNSmERZ/tZLz/parsCPINnFf7zUsDiVOpf61iGgcKMM/N/nSwmTPK+Ss2wbOupwW8cUXNXv8hlw0DI29nEt9YIQsinz/uY7QRlW5f4shpiuUcizJkwRd11YtwglDwPdvBLIlrjU2kvyEnZY4gnl300jO3UFnG2rH/tS4NGi2gZP3Z845l09N7UPOc85vLz2cf7dx9/Z6L/oE8GysVgfqJ/bZWcH/ZALpOWNysMy9NeQyVeyCwEaABo5w5bwpVMgTZb9DJ+705N0wQOksmD7pywI0+Mosi7vhDCyrTQwrB5zcSvVY9U4Ob7mvP0u6sev7Je6ceNuKksnoMOg0zTw179bXm7vm+vP2mv3ScW/BOBKWFYfrCLkGzRp9tjvyvcRLi3VVvnk+eR75PulzjZIs+KOx2j9e6RDTfecZf3qfMDWhqlEu9y/38lfYh1PgyOKDRYp41/SL5ePLspTdtue4+p2tRaNEiwv+kpKHvqY4pf2SoFMqCU5z3nF9JMv3J6bS7bpUAznmOmp0QyKsWbVY4QcvxyD7zTr1FvbSf1k3bb18j9KKS1prsjJLDCzFLlnpuA9yi6eV367ghhwrbLW0rJSqMtAcl4wp8Iit5d8qypB5jIbcCjkgo2cblyz6MP7zSx6gNWbq59OeeokV86IUeLvH11gJsO4lQBN0elLp9dRm508MwYTvV+vO621hoA0CG4HvTVD3//jv1jvYAgEQAAEQAAEQAAEQAAEQAAEQAAEQAAEQAAEQAIFbE+DFjFsnieRAAARAAARAAAReTeClnwB+dZ+hOBAAARB4LgH+Q6vnVnD7zNNPf98+XSQIAiAAAiAAAiAAAiAwQoCvr/FJqxGKsL05ge3Tw+0DfcR2BIu/L3Pp4tNsIxRh+2gCfH6yimg/pC1vkIEACIAACGQEsACcAcEuCHyFABaJvtLT96nTj7maG4D7pHzbTErHb0l+28KQGAg0EsBYbwQGdRAAARAAgVcRyM+Dl3xN6quIopgrCeTjeZ8LrRS131CGr6XXbUeOGytn8luS72tECwi8g4A19vMKR47B3Bf2QQAEQAAEUgJYAE55YA8EQAAEQGAWgfZ79VmZwC8IgAAIgAAIgAAIgAAIvIsAX2vj01Tv6ldU83gC0ldB41PBj+9WFHAUAZy7jiIJPyAAAiAgEsACsIgFjSAAAiDwBQJ8pd1R64BpR7TLTaSb9uo/PhdYCU2H1SjmWum93TauJN6uDMhqA6bsoue9vd4oykU593zqIcq6Y/OyQjtyfbIJOD+598q5o393jPwHscBlx+VNDViEfFNvnlBL/3xQcz1Hi230abT9p8z6454AZUIIqrf24JTY1NpOSP0qly3I8hwNWxq31iJwSZ6HusN++KrtvkzuWq/vwt5Dwdn9/iRjm5E+X8l28twm65ZafT/8Pnicl8BADgIgAAIPJvCKBWCcmx48ApE6CIDANQT8jYh8M0I3btYik/8qH9m0WAvdUFQvnGbeWr5CKDM1v3or1833Ka7POxfQvi9Hh+FZBqCSdTEvq2ZT1smZ67R8i4X4xtC37EPXEyQLQiuuJSOPmtzno3QR56rZCpkuTXRTHJwa3aubV0jKOclFle0qgq8qcoxVjI2DCIDzQSBv6gb9q3eMY6M9Y8QNno7tMonRX2JOWueKymj8MgFjgSS/rskXcHO5hTH9Ot7tWm6z0efrPO5m86StuL7C8WncK7oVrScVXZWrNo7CV0dXudgp+UU84hhjj7RoTP37/ZMXgR3iP8eZ71Uis+JmOs736pbckpEnS+5ZkZJSL4nUV6FeK67qs0JQ8ktyd5OplOR62PWvdi9Y6v9SeqXcYntL15LFPvx2oR92+mgAARAAARB4BIFXLAA/gjSSBAEQAIHbEKC7MuvOTJf5m2NdbFbob516bbU7KzNiEGo39BWmflFRu+Uje1NGtRp5l/Ky5JbM1+ViW7l5HeWfou/Vbt+Zs/q4lJMpL7Awbdda8w2qnT5Jkrcfs2/nREEnBTbTvyKmmRCEIAACryAgzS30BNIVJ4leUfOTi6jtFOpAvEDgPgT4upgWZcKrdizfp4bjMuHamUXumeSsI8moTbPN9Z+9T9f6tMjXs+hNn/zcxtueA13v+8U5gTUt/vYiZr/7iKHFklsysrbkgRWNHG3saBm5Ugv1WnF1r2VJya8pdwX7HlYOhUVaTkLQYIbW+BHMxCazhtyCuk6pJ1fFPgiAAAiAwHMI/HtOqsgUBEAABEDgGALtN2Vr3AHTjnvBNexVG3zz1RV/hFVXwM1oKO/NTfvWhTW3JwuLNgLo3DZe0AYBEOgngPmmnx0sQQAEQGA2AczRVYQHMF12L1dV2PFKj613oI+PpwiPIAACIAACICATwCeAZS5oBQEQAAEQAIHHEtD+cPdd96hUJVf0jYqvHZAx72szQXQQAIG7E9DmZCnvFl3JHm0gAAIgAALHEuB5ma+zc+8sz9uxvxFYGBFCvwlmG5v3bFm9asneQwCVgAAIgAAIPIEAFoCf0EvIEQReTIC+UanmValW4wo6IPA6AvFxtD5nUA6ad/xsF91S195WKyBeNwpmFJQxtlDGg3BGKvAJAo8lkB1HxTqsA61ofAOFuN54W0rNyZ9erlQW2kAABEDglgTiOTneFpI1bxgKtoK7bzURn4iRP89F+wwD185M4lHvcU/6be06JlZ8VIVI9hIC5pybZYS5IwOCXRAAgRIBLACXCEEOAiAAAiAAAg8iQPea9BtM0ovvQxWxZHLDNqqCK+H3Z1d0Q8hRSjFj3o7EfhP8cyLYB4GUgHbsxFpvOI64Tn6P68u2fbmk94a6s9qwCwIgAAK3JVAxP6+5t+iuRh/fIGYxt3g7R0MynANzKk/Yj3s13k5yd127XuokAuyAgEZAHU2RAeaMCAY2QQAEKgngN4ArQUENBEAABEAABEAABD5LAPean+16FA4CIAACIAACIAACIAACIAACIAACIAACIPA8AvgE8PP6DBnfkAD+dvOGnfKYlOxVFVtaKnLMuuT9LPlP+zhrRQJs++v56+oCvjUtQS80CYKKnEmF8xbV18CLNAsTbOVZiVS9ufLHpcG1bCvmEjX+Bv6kzKzXx8hzokpCEZYt1ZPhiTIe3dxyGPWU2lsZk8ySp57iPea0HQvLICi6KyqEMKS2uJTi9qS9Rd62Yt/bdkm+aT57iwF31OtNyL7D9ipoT8x5x4qYc7/thC9pyOvL968oc+CEdEW6L4xJ5xoaCeHfeQXeYbTNq27A8+ypHuCbOoeuwf7+5kCr972PX2+bl2sPMJLuo20+rHuRTWu/9ee89uZMMf/816Zame1j6i0H+GGMiqt/7ubqv7//9BQMSeCkKVBADr7XCaz27aFlxFbzGdpL9YbzigLLdm1Ki2NKGNBMz41INybdyBTSYh0zuCV0Dn4VX/Vbc1wUa4zyaNGNzIY3ff/WfA2ywHo4+OUOqKgbFEYp+An6ZCA3KP3kihEOBE4ngAXg05Ej4FMJWOckf004fIW3J+NdWoH3JrdrqbhmvV3O5yakDxy6+NalpSwtW+e133EpcLec6tVelkyz4fbAUffNeuK7R6Xb+pQH8rbqimXJNODTiXLyOabZh5QSq0Qhsk7aaVyEkaPbpgbxnrM0WMSa0vZmy7H5nbTJd7wf2tjPZsst4d06ClLN3j2VZK9DZ8c++d12pdXOVrGctlMmjqkZJhXGvtj/+k7do/S/t0tdrWalDW9WtC0qlMLcTJ6P9Sy93nJNOycshM2yOGbX52QENnMeSeHIeo38L4E6wqXGVqqXO0qS1fgUdLwr9ivI0XR7AjT3HzgixHpphOQLa/m5KpeLjh7UWKovl88q7W1cS5xGuBKrEXsrt803H238rllt8+pmq+lq7ZuPnYYL7xfFlKOfsvPWhoudz6ihP2dyskaPPIZN8lv/It0Wfd1zYCHDGKmVylEuy/1C+P6+asuRFso1uSUjD1bcLYK8Zdbr6vlz94LpfYzsp7U1j5v2LO2l/ZPsuYLDIrAQ1cl8vomBoCc0ea/0IK3SNq8hd1mSx/oturHd0HZj/1KO8SufX3N5rHvZ9u5ZRpxJWk8sOX0bD3DnI3fH9RU97qeTKwLPJ4oIFQSwAFwBCSogQAS0edJfWFdemIEkCNQSoJuFkRucEdvaHJ+iN8LCPLRJqN1ZV8DJb1RMkzwRv583sgc3W2kiUqHJzJJbMg4x/T2dcUuYTZapq4MznwVrjt/0WHAxfJg6QCZj78jI2RAVO6TU+UUHT1RQ+oRYNPTZvnIyVnybk8Le07EtWk4Uxcp5JAsPcsRBZmvVkKm+Yjeud1YfEaij++kV8B9VRHreOT718Ohdn9mOjwiPngAfmvFUADQXE5g5F+el8QDI292+F7mBoSwihCz7Bg7NJ3TMX/ui+Ofl0DuHBk5yP9HlZLZ+liGl+kZsM3cNu1q9tPh7Gvak9AVW0rYVZKbl72H68m4Z68zs+mNj49K8RXxrDyvui1r95mRmGjwy6ZlA4BsEQOAkAvh+rJNAIwwIgAAIgAAInEKAb4pOCXaDIF+r9wbIkQIIgAAIgAAIgAAIgMCTCWAh4sm9h9zvQQBH0T36AVmAAAiAAAjYBPAJYJsPpCAAAjchwBfXWOu5SYcgjVsR4OOD/li75hhZ9bMqnvNhy6UCX+xAxc8pOOupK3aJucaaR5Qg902W7RW1ICYIgMD1BHhe4PmDMxLmERbhHQRAAARA4AAC+bx7gEu4iAi08m3Vj0Jh8zIC1GulniM5rmou66KXBuZRh5H10g5GWSAwhQAWgKdghVMQAIFaAvG3Q63rBJqxU+DLnVylaJsbYB8EXkKAjon4OKKyrNuBXDfHYNnmutfsu4qT39ApZJzoShkX7CWTz7TFM26Bk8m5YPsZnij0mwRqj6NYTyL1kOMomQtczmZZJMzrktokHmgDARAAARBoI2BOyJkrTTefszOzz+8St5hdgVdyzszglW7aMnXsnkOAe5ffS1G1bvQjo9ZJKQjkLyAQD4aBeYOuq2NXLyCDEkAABMYJYAF4nCE8gAAIDBLg65PCZc5gFJiDAAiAAAi0E2iZoVk3j4LZPSeC/a8R4GOj5lhg3ZxRjW1uc9U+11CTM+tyrmRDbTW2bIN3EAABEACBOgI859bMsazLnmtsWBfvgcDI+WzEFvxnEsiPDC2WpYejSaP25XYeMTWjg3VzXjW2uQ32QQAE3k4AC8Bv72HUBwIgAAI9BE6+bvxVfhXv76oHwgIPoamHtGiT10mx0kt8PbouEUPdsJErSCteE2Xx0pDtrmrTN6YFnua4E8nV+dA4uDqHTnQwqyCgHOcVlpsKjY8j/GwesTVKoOWYlXSlttGcYA8CIPB5Am5q+WkfxzPg/L3qHNMyv7boGgBfJWIm1nUH6wwWTm6sMIZ7upe8ZNwO5Owv95V6Z9bT43vtYaNeKoUecfwpNfnuWx1lnelsiraxifMjzW09Y4Cey/yZSceBsX0sAW1AHBsF3kAABL5HAAvA3+tzVAwCIAACJgG/GGtce/rFSUNuObcWei0Z+SS5j20F0GR0U+TvKjUFvZ1uvvwdmKJSk7di6mtSZZTvwtnfQJKi3w+NFHdtX2Vbi89bc660L+FcGN5SFMXmLS9RXNEYWFIN9NpySBhvzYvWSNzFNorlndb8400dqSyfGtOyTr/fhFU5UEFjSnGFmCTmMVCh2tN3NW6hM49A8nWHLX0tpOQf5C/jNPEr6KLpHAJNiyvSHCO1nZM6ooAACNyfQO91Di2E+AWSzinmHQsiXHzNuZd17z8mjshQG1e0Dvbz1xfMg9nxvh492OpyS+JtScGHKceKfdFY1erxelSC4rJka8ktWZyftF06Psn3v9+/4xe1HYs/179875ugcYzymhJ5sYNdVe6aqHSvKHdFnS2xLLGTeFttec2Wbi4jW7x6Ccgjodcb7EAABEAgJoAF4JgGtkEABEDg6wToutO49vQ3R4bcwmfeiFqGlJK7c+Ibs4LqXuzy7bX1N2zGXVupJktuyXwRS97rbVTEnW2pyd+IrrLQYqS855O19LIiN5xX5rJqt2RryS1ZKXi/rSO1ci9FaZPP8tuWRa49qdg8zLrPIz+M6bU52Tg7pyQ4doYIcP+OOKH+5zHA70f4HckJtvUEuM/4vd4SmiAAAiDQSoCub2mhpOfF18a99j0x59rQvNvHYm5e9/NO1+S0iLfxirelfEkeXsG2j3OwJT+bv8Vt8Y3ubfwinmJLC55a97OtFsSSr7L2lP0fZ1jHF/vmY1HLr7U9Z7H27lIDx2W/SWkLZwXz8olcqyqjd2kAUCdVDB9rbmMZv3MdeAcBEAABEPgWgX/fKhfVggAIgAAIDBFI7nqGPDUZj9zsDaU8ZNxU4k45qdnIwxDtfKIBBEAABN5DALPfe/oSlYAACIAACJxLAOfQc3kjmkngouGY3G9zgiflclIYtz59ViQGiHcQAAEQAIG7EcAC8N16BPmAAAiAAAiAAAiAAAiAAAiAAAiAAAiAAAiAAAiAAAiAAAikBGhdG2vbKRPsgQAIgIBCAF8BrYBBMwiAAAiAAAiAwHEE6Cu08AIBEAABEAABEAABEAABEPguAeueAL8hev9xofVfzW/Hon/v379PyDAfg/m4yuVWTbmtpQsZCIAACDyVAD4B/NSeQ94gAAIgAAIgIBDAMqsABU0gAAIgAAIgAAIgAAIgAAIgAAJTCLQsuk1JAE6/SQCfBP5mv6NqEACBJgJYAG7CBWUQAIFZBH5/zjP9hxcIgIAj0LeM648j8AMBEAABEAABEAABEAABEAABEACBpxDou/19SnXIEwRAAARAAAQuI/Ctr4BeLihmrDHd8lqFv27zlsldNua7A6sYeUCpCt0hpy2IVv115ox6FBTxX6J0h+V+UGJc2cyH4i4Hn3N3xTt3TQ0XhW3K0Sn/aCF0INfAvs9HCNsf3DzO1EFBRVPMn/97CB/d/UPvtUP897doe2NnGL08z2g/3wwmgmGuKOyb9Xp9q4I4Jm8HffKb+mZ5SCKVCYmpTeQn9aWqniroz4lZlPo5LceKx33GOvyeejh2j2Me6/VIb8y5xyfb6n1E9Zc4l+RWZort0diVMPUzGdXATvg9q0vMWdH1pmxAOm7bmoe3GTgLmu+ST/aby+J9Ky/WYx1+5/Y7vuc58n4Ni8p6yOVfrz/OpzIW1AYI9PbRQMh1bqBZgq+XQh5XZDNSCWwfRMBNK+Eauy3nP3eOoHP/eV8zqs1/0tGh6bbVmGv741L7q1QpjdyBse+vozp8jPQDXS788f2Vz63EbUsw9L1RkBdt+qlmKU6qXbvH16DERHqdO163DHxcyklOK1wWarLNzeFb1Ata2MBSIbl0n3YoVCWqDQEtIcMp97uh4uocm69Gxs6Ira+JWXWwsZgcK+MkJa9x4paeZPueNqLgp1u+1pPuBY7CEyM/GeFRJZyc9gvDnd0T1w26yxaAaXKf8TJRupCmfCQh59iqaGa9YXLUkndZWYlpZoV2cjnBbSHqteJSvUMXdp2ljYyrkq09ruoTLnEjT15nUTQ5TjuAKYs5zomzPt1R0TWEKL/0Veq/VDvd87Z9YVNHg3ulGjw75uPyrblpkVLy/PVOkEyStpo8E4N4R4vr+RudsMj9qFzUDG33QCoOurDK2kjDMzQckVxLOY0g7ZGt5pyT4fe9fWq7+eF2fhcs901xizWZbWFii0O29XzL7kdtfT+Xw/Dd1aq5676Ej9vRWDqRV030V7duIxek42AX15vmNrG/Y7ZHOfdmQXHtPrJqty3NnDx2y7duXc9q6dt8Utq5rszDj7kW3SWQM/FWpmk6DncpVjXsfdiszIRcRJKXdKoSm6hk5UeyPZPuZIrjSPHsU7DyVOzQ3EjAge7to8ZIiXrWv3TM8ajzIzB7WGgfk4nnoZ3zFvjSNEfq+1rOvaz8ogidjzqnFeLcHTsbz2nv53ulBPlIITt3PVFSz92v+4ahC/Hn5gXrasUadxanK/shnNuMulc26QZ1n8W5qXtT10N7JufCeLX6r5RUMS4dZALmI/q+lBvL96e1LKF417HSR3uQaLdPpT9ys1jReIzHTq6b91Eu51ql99H5qiVWHL8lbqm+XB7Hybd78839DO/H44oOgni6bnLubBNfTcamcgtX01EujMoNZacF0FGWvlJ5KqvfO8ZLfbxbaBpFn9G/ZzLwpeZDJ0nAgJHoHb1jJnV0sNXfZQvAlMEM1B7jDMcrMnmD4l4Qthx0UlKT3MpwH9D6Oh4nFhSHirfP7/bjJ2G6mLRu+Lzw+LBldNeCLufnNOihQfzgYCjlIWM73eINgxXbywwFQ2RnFfhpOjFXWWcgsOxwabUGu/RgbMtjz3mTmSFXoaJ/2cl7TezQjfy4aXcuceJ+k2RRBHOyi/TWTfZLDQXfq83zN8p9ZLMoH79XM3L575+cdSZFLGwepmNxTMbjzrR2whZdy1dtDYP1WilMlcX1ETPaP4pdb+KcR6897OoIXNXP+/7luTE8ir9+BNbxg9ZTCND42j+Arss+Hpt1FrO0eK7m45b3D45XOgWU5EY6o/3Q24f7lGrY1XLez2dbPPaxtRy5xWMz93kcp9xzxb6Clj59f2VecVp5r8SytMKQsybP/aS2hT1yOuRA9s9j4krWcmYNrQx8Ap+GLARVTkwQrU2cdI3uavSKDa58Vwzdz3mhqrEzqW4gzBPcVseH4gcJ8LF9/sCLv3n1g+BRMgiAAAiAAAiAwNUE9gu8V2eE+CAAAiAAAiAAAiAAAiAAAocT4OefhzuGQxAAARAAARAAARAAgZzApZ8AzpPBPgiAAAiAAAiAwBsJ8JOe/V+6hU/Ks/yNtaMmEAABEAABEAABEAABEACBlYB06b+/TVjVsfEMAnRfN+1rRJ+BAFmeQKBqnElzTJ4b5pycCPZBAAReSgALwC/tWJQFAiAAAiAAAncioH3KV2u/U+7IBQRAAARAAARAAARAAARAYJyAeu3vFmz+/sOKzDjhuR7U/nNhafG3JJ+bHbx/hUA8zvI/OohlJg/MOSYeCEEABN5DAAvA7+lLVAICIAACIAACt/dVigwAAEAASURBVCZQfTN26yqQHAiAAAiAAAiAAAiAAAiAwOEE6FN7WAM+HCscggAIKAQw5yhg0AwCIPAmAlgAflNvohYQAIHvEaAL1oe/fv8nFCE0+TK19jsycF+Bpb9IZsl1y7tKxH5ckiUUJo67FoW8HIF3jVN06V0JjIwzsn3a0+KReu/ah3FeFX1CXYYTQwwN2yAAAiBwAoG3n3/6EUr3Mn/d1xe1nI3zpSEqVjlgSxx66x6xNWtinL2XewaP1pw5Fcr3j65j3KeeL3nFicQJuHSG0nJ+f3+a8zhQuk1jhv7YO/80bqql711mS+P9V9GHFSp6dbWSdu61np+vN4+N5Ll3Dnw+Z1TwVgKfWwC25vWOc9xbxwXqAgEQuAGB0qclvVy6WqnI3d/g9toOPLCNa+Jtn4uUs8svlvmwB8WWwlltnKukY8moAvr//hUabVtn2lEvh7NsLRnlWpLv6wkt2rgKOZ1y16SlhvYeArgw6qEGm1YCfpzxzNVqTHZs+5Q5Js65td6761Nt3A/xtpa302H1XMW6act1sX9PAtY5BP17zz5DVo8jUH/NTpMtzcvxK9/fZL2LOJuHZ20Rx/i+M86+9LXGsW44qelc/z97b6Jku4ok2J64mdXV1t3//59tz6q6xoyHI7mEEDgINGtF5j2S8HmB0EDsHaGurBv++LlwrT/IQu36fb8QJ/Pv2m3RybZaI3euHllIa+FYiluSR5ksDi0ePX6HIL4TF/H0wPJtydQ+txVb6dz8awJXsev/vDznWUav67/GsSNee+uqn8+WNTTHLYzZZZShvrgtPB76ZmjZXIt1zxQG+eD+Zpa1jMbTNzdVhv1Z6xI9CNyVwOcWgKUjUie3XEL9C4iUUGT8QAACELgRAX8T1Dhf+YeyVtuWJ4mRW3jjpg+Guk2hDWU+7E6xU7GstjDvWM+SeV3POQ27ZFuSx7mEx5atJRMfJXkYZ7XvSg37bZb7q+x8yB4EIAABT0Dmx/QcWQYU2qqPu881Yc7lCp+pEfaF7Jf6RPXDap2NmKVEoRr7DyCQ6kT69wEdR4qvI5A6F19XZFNB8uySfn4Zn2scuvqFgCVnWeDNfUBUHm1tmVNo+GUZWcCThbyWH3kO9ItpDRdg/ylKI6z6TuVlyUR/ki/xplyt2iwe6jfX/ytnQUOJsfoOTKZdSzYpZXaKtv6dyXidzfjINQuHUl2Wrcha7XN+D22X8WSM2UVsHXu1+gtjDu5IQE6V3BSrc8KjxvMdIZPTbQj8dZtMLk5E5/KL0yA8BCAAgToCPZNWj21ddlVaelNVqVyldj+lm8A+CcymPj0pJ8JAAAJ3JtAzR/bYXsXkiTm3suqptce2NV/sziNA/57HmkgQgEAvgb7nmwvmuwtCCuM+Tr29dL791+o9nzARIXAsgYumymOLwjsEMgRe8wngLb+Es0U3w41mCEAAAhCAAAQ8Ab2qyi207oMGAhCAwNEEZL7RR3fZZ/45mnjafy/3Xvt0Vue21tSgY3XPzO4cV+usyVF12UIAAhCAAATuT4Ar2/37iAwhAAEIQGAm8IoFYPmq/NoLMF+rP3f+U/Zq+1bqOeLVylM4kScEIACB8wnIDC3/6ezr9nX3/GSICAEIfIpAeIcY7n8KwknFlvjmJv6SnZPnTE+qrDuM/+64Up1jlD0fRJ8QN/e9et3QcQABCEAAAhC4hsD0/lku/e4eJnsHkBVckzdRIQCB6whseQTg9vm6fnpz5McvAMs1levqm4foUFtNHz/9/dH7e5EKIQCBdxEIr8Dj/g9/WeJdfUw1ELg7gZo7xLvX8IT8LM5yB27JM/X5G3exe/IdvORfW7vq7VHvE+Jm+p1mCEAAAhCAwEMJLK6+7nKe+xvODy2PtCEAAQhA4KUEeFO7U8fu8Si/Uyq4gQAEIACBOxDgwnCHXrBzoI9sPkghcDgBXRQ7PBABmgk8sY+Y3Ju7G0MIQAACEIAABCoJcL9RCQo1CEAAAhC4kMBjPgF8xquHnkv3jxifkWQ0WPxXA7jYqdBaj24j00ccSl2p2h6R/JOTFOhXDJyKzv45JLGjC74C5pMH4E1y991m9J2f+DO5OrOf6cKQ85Ee8IO2/JuWZyL6ZrHa/xzZnoeV47kyR0T6IVWCFwmxlh9H2TQ1hWbAYdxY/eiKybofC7WTS8afXE47SbUdG+NAepzqrB3D4uokAtqfcbi4f/U4px/bbzkW3+pX9jXWFh85XfXbKs/Z3a19b25n1Cd9U+qfrXnsOXa2xP5a3Fo20r8lNiV5baxQb+9xFfq+Yv8IRlfU8YCYbuj8VHz/429xXD+g1j1SzJ1qbsjKffJv48cu/T02w36PHjrER0/fmgnpeMr0/aa4ci67YOpqsJXo2hJk4uO6fzLjdVPcwK3slmx9jj5+ZFg6dGX4R+dEOSVTL3cx47nudfOacm1lVAXyY0rjuDu9avrwHOTCWc+bcyIOUejfBe1HLABPf2NhkXrbgVwocz9e0jhAvG3edS7kLu2yCJwMPTYmZbtE3seJhdyS7RMdLzkCd/y7A3L+7r+4pQSOOlOsjF3Mo8JqWWw9AeudS7aHpr6ZdpY0fbMlc93rxdtmsozHZezM0Ww772VUK5sl92355xxb19+cTdjeZ5/g4Ztc7ydEYdz8vm3bk29xritM0D8FebomORNcX2d5iCArTLvMtqb8hG37jLlseATHErAmXIkcj8/4uDo7N2bCoWL6CRWrA2QUZayG4zWlVpKnbI5ua2HQYrNTHT50C8cWGyNnP64u4PD2uM39O/ZV7nz3fo/qL/G78/gyht5SdERNJZ9X1bqs/C5Hrfd1svjhF0QqccaLm3HcWH4XPnvlEdcb+5X6SzqxjRxv7YeUD9r6CVh9Z/WtJStlVbIN5Tor6nblezyP9XQObVe63on7J/OwadqunC0bLFuRSUzNcWlZOnJniruPz6RsGlvnmM9ptA73TYc3FMbjN64lljeX4DovOwabnZYN/Zi5IrBLLXdbV876Hhqlx997ZHldFk/v3+vI7Rf59gvAMvecOf+0XST365C9PT2lnjP7eG/G+DuHgNzCtt7GljM87kw5LudyVWhUEih1vyX3spyCe0FRmcJaTWzbrdf+WlrOvgLnc+x+mLoaZb60lWSY6YyE/RN5/qrZ8sA+JOF8msZGTqsqtjaEvnU/X+NW7+jfiUCuf1v6W32F9YV+RB4eh3o9+6m4ob+SPNQ9c/8IFkfnfzVLYXYFt6/Ebe3ffxgDz7ETt5lPXBmGFaLWfCtcF1WOGoeW3yvrLQJ5jILc18nCSM2P3vvX6tf4fJWOP7fbKtrSD20RsDqSgDwLxotttfEm29yUFp2ebQs5KeeR49qEO/Wmelv86HNmQ+q5c+y185p2eQOrmq45yK0ZWksylRBCAAKPJMDfAH5kt5E0BCAAAQhA4GYE/BPDFY8qN+NAOhCAwEkEmG9OAk0YCEAAAhCAAAQgAAEIQAACEIAABB5I4PafAK5hGr7+4TdWaoi9U0fHAWPgnf1LVRCAwB0JjDOvn3h19tXZOMxXZWEb+xCAAAR6COhcI/OL7Otxj09sNxHwU7twb5nj1S7utxZfm7LeWTnMvyb3UD9MpcY21A/91NiG+qGfGttQP/RTYxvqi58amzAe+xCAAAQgAIEHEtDLXXwZfGApe6bc9QnlPRPBFwQgAIEPEXj8ArBcS+Ov6LC+WzzW1b62bFSH7TUE4j6z+sq6t9L7rz2qkJsWfiAAAQh8m4Cbca0JOQmHuTOJhUYIQKCNwDQHWXeAba6xGgn4advga07rTmiYDsLYgRjEbXftjbi4Qu7TeE3U413V1v2QuMnOLzBKoKEJAhCAAAQgcBcCi/eT8eU4StK8tBdsI1ePPtT3p/o13nocFqWysI19CLyFQDhv+Lt94/wPdeP6S7axPscQUAKPXwDWQnQr51D20TkrUGu2byCQm0fp/jf0LjVAAAL3JWBege+bNplBAAIPJ5C783t4WbdK32Isd9g5ec3dd2yr/mps7wJJa+jJWXxstb9zXM1Nt9pXT+xfzZ0tBCAAAQhAAAItBHJ/I7jFFzYQeCIBvSPeerf/xFrJ+X4EXrcAbJ5InG33G4FkBAEI2ATMSc02vatUbv5LP9OH7MuqJVfb36cuPFoJiMySLxw94mDZN1qbXjyjElQ8Ns+2kSAy4xACdQQYR3WcnqpV07+ZueepJZN3hkBqLKTaMuY035SA9KGcw6m+TLXdtAzSgsAFBPSe+jf7yzUXJPXxkNonWzDU9Z/OlVs8V+j2uO2wFU51da9r6LFde9vQEtQru/JTfQca2A6W4b8Fb/LC47c6Uuj40H1fkqa+JZIr5aqSer5WustWxrv17S5b+KELAQhA4EACj18A9tel4JpZuk7F+geyxfVOBK66nqa+liRX0hbdnA/aIRAT8OPKmNT8g6ghj/2Fxz1jttd2eoB2uQ/pp4vwi8DTSvCQfU9s/0QSQgj2bb8u42SKY/ZJ4a+rTeVBoI27dl45Zxo3mbQ3svxWj6vI/VCvsIoEU5q59kmBHQiMBBgrrx4K1vdaxYVfdRMY58HxQQRS53qq7aDwuD2YgPRl8KDuo9G/B0PH/cMJxPfR+rWoun14ebdNP+auifrFTL+w1TZ3Sb/lfA8xZI5c+5Z1wR9/D7SWaW657WCbk9rtUu+P3KdtD+vWMku1GrFdvbKQps/PsWaPb8s2lklvSO115Y99l1GOfS9q8oHcP9nn5oX24sD06zRL8oWz6EBsJadMSZF2fOhGjxs7cUne56gq50J4HHqwz5NQc73fW3NTbIfKGrPrLOta/NBwqlv7IMU11dZUa13qaEEAAjcm8PgFYGG7dWK8cX+QGgQgAIGBgExsxuTmb8sNuYWx56av1zZ8nAj3V/n6+pcF9sRePYkEAUt+h4eYZS5qnrcVfXkIVs3t27zvsi/L1pJ5zy7noW/kAVBaaotwVr7gWv1yHWhAAAJfJqBzib4K+TKLN9au/avbN9ZITfX3ELCCAARiAvqs1PqJytgfx9sJSB/4T/g13Ir4/nOXuNQiTCkTeaSSxTR5ntz6M9k2/BKdLP62jjd5DvQLcdXPjnNlJcbqe7ao37NsJ9mGW5FZ1WY1+U7xkL7Z3rW+6NlvmkFJnrYaWntshxcf67pCn6+a09pOTwu/l7W6DTmLo5Z5p5gcChCAwGMJ/PXYzEkcAhCAwJcJzE8ej6GgN/yPSXhK9IGwp9y37/T107dYbaeLBQQgAAEIQAACEIAABCDwFAI9z0Y9tpfwuehR7nGcujvnItDdeePgDAKMjjMoEwMC3yLwik8Af6vLqBYCEHgVAe7uXtWdFAMBCEAAAhCAAAQgAAEIQAACEIAABCCwJhAv+Ld+6nztmRYIQAACEEgRYAE4RYU2CBQIyNdr3PHnrnndkdWeOfVw77HdswZ8QQACEIAABCAAAQhAAAIQgAAEIAABCEBgLwLyzku/kjj3/kvle8XEDwQgAAEIzAT4CuiZBXsQgAAENhPI3cDWOPr5656/SFCTOzoQgAAEIAABCEAAAhCAAAQgAAEIQAACELAIWJ+hkU8Ex58KtnwhgwAEIACBbQRYAN7GC20IQAACEIAABCAAAQhAAAIQgAAEIAABCEAAAu8icNHvqLMA+K5hRDUQgAAEIHAfApd8BbTcT9TeU6je7w7M1FfKlc9pjyAp59pmJaA6H93m0KS6JKf7UXRdZXOT3YWv3vglg1Y/7dw0brYy0JM/sJOvBdIc6uGPmuIv8LWwN2TeJCMvyQZOWsgiopHMoDf8hmwu4djX8nhglEnaq+ZyEqHEtOTewfiP5qex9DjUCfdL8lB3r32JmYvreignKobvsS06txU87lLiJbkVImer/WzZbpe198H2WKFF81zinKjtKXNhmDT7NyAg50fpXCjJryrDOreNnHrmHLFt/fGoexy0Bt5iF4+HHOMKn5vq/VrciF8H5sjTxsOrxqM/CV2uZ8aPx9galdc4uy8cArkG81Wh6/74Sovv//BcqDwtnjhm5B7591fPxW093GfrzjFhXMk2zKzn/PT31z5sOrDcdx/xt2LDnGunNM1wyFmPBhLhUcqfl4dKIcAn70tNb6zroj5JjR1JJYvYCXI2cQlZvazz2MNHjj2oLK3NEOo8FTqhIN6cFAafIfB3f8E6udy6QT8n9VMY4P6eSNWdbs6/tutWTc7Yes5XBD6juM4YJSxh94uuqW+8STbtNtYQP0CcdR7tGUd8Nb283sjqLup7sttSk4+75+DbErxR12LVNW4chy1jLjzPhlM7/8LHylkw+C4IJ5OQjeSVk4mtGCfk3mdJlp2xHAnvIEwk3C/JQ931/uA7kfRadd1i5hWrq7JuY7keSz0lHdXdc6scc7FVvj3mNfWMeQY3PiusvtvHet3G7+XKT5adUxbH+TG1yiPpO9UofZD3O1SQyynlr76tpw/FVv7X9OPMmm2bAj7XyBNuH1zNhZfHhjVmrbCNY8ZyWS2zYhfqCeacRThx6U0t3wuLbQfm3LDN1XHaCmEHBpvq/Vrc43pwm2cZ8Km+ll9S3OZpu3Y6QHi/vNVn81znMPz66+DWiP36Um857/44sYcezrGvluOWmq/KuSXXKiZ+3Ln+j87BuM74uMr3RUplVrk5x07YnSbj/XXbvFHOKx1f2Fu2pb7J2mb6Pp3FsrUmp2zcpav10QB6aJeukpsiv1XViL/ojz/znracsy31gZ2FW4LPJZ5rtx0+Wto8blzVpX6IRs6SU6oTVvwzHpxeRrKMkTjqqTfhrrqpxKra0WZFR6oSVqWaz8Dr5gx8P7p/Vv25OfnNBlf17+ZEH22gHZsbAMcV9/fzQ7YVk8tT0YVec7qiY8lCH7vuS9BLAu9axSXOFJv2sx7nkinJc3Zfax9eW0Pr8H4XxC/DHD9wb2HYhKL25N+SSKRbysuSWzJ/02a+DTStOwaPQosKrToU21JesaMt+lt04zitx1fEbM21xa5QnzkGt8STOP8wDAp5ZC1LY67VbzZgt6D3Gtozj3Yn/yQH0vX36/5Kgrl5+I4FaU65nI2S/emr9obe60VXMfha3LsMpIZz5S6p75WHDL0rMOiQvyL2Xuzw004gNe4YE+08S5bKtqQXync4N1P3yb/yC1KNvmVRY8sCUqls+Z24SSfKya8HhzyifVFX28g00rzx4WMTvzHTDanJ+PFdUOgHHWcbXKMaE9gRYrUreXdT08Fxrhw/hICOhMIJfEA1/A3gA6DiEgIQgAAEIAABCEAAAhCAAAQgAAEIQAACEIAABCAAAQhAAAIQgMAVBC75G8BXFEpMCHyBQOq3Jb9Q9+U16i/xXJ4ICUAAAhCAAAQgAAEIQAACEIAABL5BYOsnPL9BhSohAAEIQAACEIDAQIAFYEYCBF5CwH8l5W5f9fkSKCeU4f9OQuMCcOlvLGz5qqITSiUEBCAAAQhAAAIQgAAEIAABCEDgVgR+/nJf8/uP4SsVc8/YPFvfqstIBgIQgAAEIACBkwjwFdAngSYMBCDwUgKNi78vpUFZEIAABCAAAQhAAAIQgAAEIACBcwnwXH4ub6JBAAIQgAAEIPAIAq/7BDD3fI8Yd5uTpF83I8NgbwIXDMIrvs5Kf2P60K8Tv4BlbjiU6jTlpTpK8lxSne1DHw6/Ab/Vlfb/VrtBXwvWbZsXrCAAAQi8l4DMzcyR7+1fKoPAGwkwZ72xV6kJAocQkOmi7TH0kHQOdxrWq1NlZf3ynuG3EVaPbTcTrTN2VFl3bMYxBL5KIHUq/cp5xLn01SFxaN2PXwD2J0xwcqROoEMJ4vxwAvTp4YgJUCDgF8WMgegXCQ255d5acJOvqbLklsyKKTLLVmS+ppwTV6spz9n5uPqPoWSISnkbptmarf7TOrNxLRbjmMjaehT2wLFs7VotaV6m8XSb10xJhlrytnatKY+0QQACEHgXgeChJVkY82QSy1caf4P+/ymNla9Aoc5rCciYDMZlkEzLXx6Kv4I3Phb3+fvIIDi7nyWQGh86jlSmxzEklcftHO9HIGYc90Uoj2X7ZbH2FMYNpZJDThbqpfflOu3mx3GKLPkK5eF+2rfR6sL+unsEfU8Ra1q+LVnsJz4WWynWmvsHndiSYwhAICYgt/npuyvWf2NWHO9D4PELwIIhd9LsgwgvEIDApwnIBGNMMtbiYYlb+8OGS8m68y4EtmylHl9TzodjYcpzdq7dp3xU3gW/Vs3Sv1ZNlq23s8aHkZflVzCW5AZqsTYfzizbnriDrQHECowMAhCAwCcIyAu01A9zZ4rKZ9qmYSHjYDr4TPkUekcCMhZPmJfC4X5CuDuSJqcdCegYCsfVju5xVUGgsg/kufHqBcOWHLQ8mR/DT/BOvmaFBSx5b6D1qq71DmJhHBzI4q91m6C+A5Np15JNSpmdoq3WzbmXIUgzBAYCcqro6RIz0XZOo5gMx70E+BvAvQSxhwAEvk1Ar9AfodBVbpfxRwDvVKax7rxThJwbOjlHhnYIQAACEICATYBrqM0H6bkELhiPvPE8t4uJBgEIPI5Ay6Lx44okYQi8mMAFd1cvpklptQRe8Qng2mLRgwAEIAABCBxPQN9eya2d7sdRue2LiXDcQMAPIxljjKcGephAAAIQgAAEIAABCLyRQHxrnHske2Pt1PRaAgzj13Ythd2MgJxrnG836xTS6SLAAnAXPowhAAEIQAACIYGtt4rx24nQF/sQGAlYfwsyHkLh35AEIAQgAAEIQAACEIAABF5MQL6aVn7Cr9eNy1VZ3M4xBJ5CQB7x/IKU/KP7qeRZtUpRoQ0CnkDtq5K3nEa19Qoc65XT1uFzVdyteX5JnwXgL/U2tUIAAhCAwIEE5DYxvFWU/Xh17sDwuH45gXBshaXKGFMZ4y0kwz4EIAABCEAAAhCAAAR+/nJ/f/Ufer8MDwg8i4CM3Gn0yuLvdPCsOsgWAncgwOlzh14gh7MJ8DeAzyZOPAhAAAJfJNC7LtVjf90fxH1gT/eAfmC5pLyRwNnj4+x4G3GgDgEIQGA3Asx3u6HE0Q4ELhqPF4XdARgu7k6AN/537yHygwAEIPB6AtzmvL6Lb1sgnwC+bdeQ2FYC+tU/W+169a+Kq3n/8AlDRZHdTn30kqvtVE+24rxAbbPjxmA0rKM6BUMnH1kkjYbezLA1RBLSFguJvIbyWtY1vkEQIHt+T8oySN+RpJgvK+N7NGi23Rwwk8fXm/UNlfKUY227AxvNK5WLJUvph209tqEf9iEAAQg8jYDMf+EcqPt3mvufxpR8ZwI6nuaWW+3dPL1bsSKZNgJuKv3eV0Bb1w9L1ob4aCt9Xv+91TPR/lXv0jM6p2acyfuN1vOhZCuhs1/96gQ/7t1J9tPLzvgna5xnLWOilFfe2sXs4GH5Lcm64xb6uRT/i3I5JTKnRRMO7YLNxnsmsTk4Bl8lwALwV3v+4LrlYnbFzxfj6s3wFbzPjtnTv972mmHZjMmq15KVAoqtOW4cp5zcn9o953eL7dRv086yxKl52pnlY1O2nvGFazVPv+D7hDs2V/jmNCdYbbYJ/HNHsGcTSHTWxDMhs50dKJ2SysQoyTNmvrnH1vKLDAIQgMBJBPx03TKXJWxKL0Hv+gtoJ6EmTC0BGVuJ8VVrvrOe3m/r4oMe7xwGdx8joONJy46Ptz8Tqaenb/+RLaDlkTzrbBTMC3vjAmPFI0ztHCB9WqubynM1JlJKF7fJZb8CWVWW/t1HZurvYWnZesZuYGXCurxl8dfJEwp+EVcAJGQ1BVt5lex7bEu+LfmWuJ5t4Cw+F2J5oPq5Xev2ea/zS6DKUL3DrbhV75Gdf1XcI2t6u28WgN/ew9T3WgJya2XdXr228JbC/NW5xfCdNqVxY8obb8onkj32lm3qSWIKKjdoeeP4Bjowi3blljG8bZT9vN/I+OTDnrwabe+M42T6beHGsSVj2XdBONbaPJ5r1ThufJI9tudWSTQIQAACNoE957Ocr6ddH2xiSI8kkBtDR8bENwRuQIBp8oJOGKHLysDO/OV53S+YNTx7y+Li3X8kw/tnaVPUPspqyeUoU6S8q2ntJ33P02qfzfcpAr3MZ9g+pYw98zwDhWLfM298QeBIAvwN4CPp4hsCEIAABCAAAQhAAAIQgAAEIAABCEAAAhCAAAQgAAEIQAACEIDAiQT4BPCJsAkFAQhAAAJvJxD+vmHN7wWG+iGbGttQn30ICAEdT278TENI2qYDMEEAAhCAAAQgAAEIQAACEIDAgwjoU96DUiZVCEAAAhC4CQEWgG/SEaQBAQhAAAJPJyCPZfGjWW7hLdZL1Z6zTenS9m4C4XgpjAvzj9EUbN8NkeogAAEIQAACEIAABCAAAQg8ioB/yxA8xpmPe64y8+9zho+Vj6JAshDoJ2CeG5H70nkWqd/yMKzXTyHG+R/qxsWUbGP90FfJNtSN/ZRsY32O8wRYAM6zQQIBCEAAAhCAAARuQkDv1v1tcCEn1RU10dfjGtuCa8QQgAAEIAABCEAAAhCAAAQgcAkBebLjqe4S9AR9AQF9M2KV8qbzS+s9u6ar4lr9+mUZC8Bf7n1qhwAEHk/gZ+db/x+9K9DtnoSO8OnzKzk25IZoXboq663MWoMWCBxHQMffcRHwDAEIQAACEIAABG5PQG+JuCW/fVddlqCOkZoEGEc1lCp1HHhlfxOu+r7kd/qF2GUpIs/Jlpo7HwmnkVENMtXxWchLm99GwD22OyPAHQSuILA4l65I4OSYV9V7VdyT8T4mHAvAj+kqEoUABK4i8DOtiqYzKMnTVkNrr60+0FgxkjJ3Nc7Z+nIPrPlPwXcy37Exz8tVk7nD0Dp1u/JvsFjquocsHyMTaKnMEQR2JMCY2xEmriAAAQhAAAIQqCFgfi9f4+KDi5u/n18n9RstcsS2sXztgZa3E9AxoWNBj7fUrbZbbNBdEhDuerrm+uAqzrl8ZAH2133Pa/Y9wbLExZHUEvqNjxfK7kAWmTWO35f5dXzE09k09z5j6Uu0Z9ulrHDkA7l/6gItnKXqi/sz5rFwwAEEbkDgLl/rnMtD54K9UOXi7OU/5+equLl8aP/zhwVgRgEEIACBDgLhTe5WN722+gCxNe7wvJBZUJLmwgNBT94l31YtVtwh5UxNUpI+XSUCeFneNGFBEwQgAAEIQAACEIAABL5AIHWTvPcrykaOmtpN0mmsArOrCTCOjukB5areLz5PU+8DZPFXP4WradZu5d1EuAAaH8d+vHwM9uMWf1efOo55BQ6WIrVdtgbq+d0d680HGSQlHiV75BB4K4GGM/etKKjrRAJ/nRiLUBCAAAQgsBOB1ANMrWtuOGpJoQcBCEAAAhCAAAQgAIGvEuCp4as9T90Q+AKBnncqXXwum1ovC9yFC2MIQAACEOgjwCeA+/hhDQEIQAACEIAABCAAAQhAAAIQgAAEIAABCEAAAhCAAATOJVCztn/xp/DPBUI0CEAgJMACcEiDfQhA4FIC8jUx/EAAAhCAAAQgAAEIQAACEIDAOwmEX5v6zgqpCgIQgAAEIHAOgS3vUbn+ntMnRIHA3QjwFdB36xHygQAEIAABCEAAAhCAAAQgAAEIQAACEIAABCAAAQhAAAK9BOTzNnzmppci9hB4JAEWgB/ZbSQNAQh8mcBlf6vmUuh9d6rXfNtNX86tuL85PlppfcnumvH4JcLUCgEIQODPn2vuOCAPgTWBPa77jOc1V1ogsIXAr1tv2eNc3BLzSt1n1fp75TW7A1WH6ZWDg8XHa+kTfScCjz3/dqofN88kcOhXQOceF646WaavRbgqgWeOkcdkPfXvyRlr3G/d2J8MOQzXcP729I32b5jCmfvJ3BsYaM7Dt2w7Bx0+1FfTVi4MDbHtbwcXh2WnqWuS9/uTkrRUt8yhnLPEWNpo1NZxJ+Ol1VZjv2ub5jvUKKzaqlXGyfNzs8vcSREmF47RsF2DpdpUJtuSPNRlHwIRAT98cuM00t39kLG7O9IdHU5zYeNkqvY7pnStKxmufroO5+zalFJjvcVPbbx36smYkq83bBlbz/1axNTY2bN/bzwOJbUbp7dLL7ju/fnd3seysKXnQ0sePbYt8a61GQdRDrOfUxqHmri+oA/lsvxbHDd7nzw5gNf2rkZPLvZ2IOi9ZvhzTCYw9/+a26hlqvIUumzROnWblCYb1eLo7ZBzcli6vIYx25jDBedYY6b3MGs5VS8dO9uwWeVtKcPysy2jhHbO+ZhgzXsmUc250YhhvSVdtclt1f6quLm8cu2+dk06p3REuwucCztfh3IaRyQ0+DxsAVhAJyf2qRZX7AH1ynt8y61/GLQUpvzY2ULAczUMSnLDdJPorDhxUhK3ZoKO7d54fGQfeN+N56/vn1bbmjvyTGf28DDHlauldcz5cjpqypRa1ey7wF+JI3Uv8EVFgvkwz9Ibz4rRng9nqziWqaQiR4nDUk55uTj7y3jYsxPO+W0dE4nSdm/K5bx7oJVDRyWDsycnsd2Xd5hk5DkUuaiL4RoOcCfyqgt9AbJqWFG6sqHnBUpPH15Z8+1i+yFizIOHDSHn2Ag7cDoseKYb3KOZz6mYWNL+iWNymCPbOLfW22qXhH6nxtZfKvPDLegD76dtDN4JxxW5yNhqua602l1R4zpmMHbWwvYWYzz3zJNbEjL78iGnSOt85xdx5aVaY/cKu+bYHbZb+jfWNfs7Vt58nBswwsl25vvCVklKJaJfwC/4Txq7xp4+HAZOuubh/G1MKpesb0/HM01OEApH+V/yxzVnZUmDuXHreA3Px0Xfbu0K34GG0dDBc6LBXoZCoFG/G9YjVjGPUO5l/vk55d/1gJvrSudhxvKycyyuN5XfHm0hx5S/LXlYvmRs2OPDlqZyq2nzI9lwbeVc43+hY5w2Cz13YNwCZd65xB62Hw/vJTckWQoRuCpxLroKfJV0w/uWU+NGidnrkpHyTodSr4XKmJ53yiDt5tAF4HTIYUJpmdhz/hbtQjk3cZR6YeGIAwjUERiWAKzTu84PWgUCvefvw7qoNK66yukyLvRTq1jm7WJeRYXG6LmLRou72hz1AadWf52LjBF+ygSOut/Yj/+6H9O+dZyu9RcUjip4EYSDdxLQMZaqTsadJU/Z1LQVxvMl89xRtdbweJaOvpDR7bOyv1u2cn7p+SD7R5xvd6v5uHxaxqS8QBW7LS9Sj6tgi2cdN1ts9tA9cYyeGGoPMnv5kPvB1oUpvZdstd+rhnv5aRxIHbcFw5zSRqGn/4fridSbmx8aWRRL6YBV9N2mIOeAdR5YsraIG63GLsr1lHhL9VZJPydP+dqY8f7q/vnVZdaQXM95wjy57EoZM9kucMKjFq5yY3WZXd1Rja9sjUEI8VPjKzDZZ1fOhUrQtflpvbX6pUJq/ewdt5RXLPco48YTjnU6S4W6cs7hbwCneoQ2CEAAAhCAAAQgAAEIQAACEIAABCAAAQhAAAIQgAAEIAABCEAAAg8kcNgngB/IgpQhAIE7EKj9daI75EoOEIAABCAAAQhAAAIQgAAEILA/Afn4iH6EZH/veIQABCAAAQhAAAIQgMDrCbAA/PoupkAIPIeA/7o2FoCf02FkCgEIQAACEIAABCAAAQhAYAOB6q/ZZvF3A1VUIQABCEDgiwS2/NmL6uvvF0FSMwReTIAF4Bd3LqVB4HEEWPx9XJeRMAQgAAEIQAACEIAABCAAgU0EWNzdhAtlCEAAAhCAAAQgAAEItBBgAbiFGjYQgECZwI0Wc7f8Rlxc2B62+ofeY9/mcS2/Wj0z2A2EP64QoxZlqCrPeGek2ep25jy0rNtnjfyesFAeeS0k7yPQNl7ex4GKriOQGoPPmI2vY0ZkCGwhwPm0hdb3dFNz8PcoUDEEIACBLxJYXAHkwLplMOTyHuHXNM7T7bHNex0kPuVFkSWLUe44yKukX4uH5crZ/vxuDywM5V1h6ydqe2ytcpCVCWzv7bLPO2tcVe9Vce/cF1fmxgLwlfSJDYGHEigtinp542zvF7YabS2cpZyPtG1erHMcLFu50fV3u1byhuxKJum0fMFJkXAYhsXwr1cKdpNGUWO6XnfjLv/b6Ct0nfYrGuI079tX1BDX24nnxqRbH1KkIn4uItDwUHpRpoR9JQE3UfkxmJmwflrfuLwSFkVBoI2AP704l9rgfcEqM/9+oXRqvIRAy3NG/IwRH0shLX4vAUBQCBxMoPlckJVO4z2AX5iU+/bEZUPOyfa48jgwvDtJobF8WzLx5ecKV1Mi5VSoqM1V7Oo1kET686HFatbK75XqylsONbf2hedlOUeWJfC1x9ar6r0qbrbjEfxhAZhBAAEI7ErA38S03bnJUlnyRnXXBE90JvX4mhpjWrb+BrflLnfMpfVmU8yPtbUGz0DEvx611BK8czl7jx13Jzm/msLQRZlk/XDPyNRBZluKmzGjGQIQgMDOBHQOY+FqZ7C4gwAEIDAS0HlWtzEY5t+YCMcQgAAE3kRgMfu7FwzDgmm6Qvk0qyxspn7kHYJftJT3bht/ZPE349Z7Ut8pt5ZM9EvylM+pzb9wsXObdKMdeReUYxWprg71XV2r/cohDRCAAAQOJPDXgb5xDQEIfJHA9nvJmVKP7ezlG3sfZPXMkp+Z9TdOIqqEAAT2IcA8tw9HvEAAAhDIEWCezZGhHQIQgAAEjiegC57HRyICBCAAAQjsTYBPAO9NFH8QgAAEILCdgLzX2v3dlv7mqzjW/e2pYQEBCEDg/QR65sge2/eTpUIIQAACEIAABCAAAQhAAAIQgAAEIHAFARaAr6BOzE0E/J+dq7DYfe2oIiYqEICATWB1/honqiGyg6Sk/mudg0WJrPOsIOWVNgh8jEBwDlVVzvlUhekuSouvv7f62snMrrVs71IseUAAAhCAAAQgAAEIQAACEIAABCAAgW8RYAH4W/1NtRCAAAQ+QEAWI8IFCdnPrV5Ysg+gokQIFAmE51JOOXd+5fRpvw+Bmv7VbLfoqg1bCEAAAhCAAAQgAAEIQAACEIAABCAAgSsIHPY3gHkVeEV3EhMCEIAABCDQQaDn4t1j25HyFab8DaQrqBPzfQQ+NGm8r/OoCAIQOIUA8+QpmAnyEQIXnE/87tztx1bXc90FQ+r2QHMJwipH5lbtZ3fT2fFuBZtkDidw9vg6O94WgId9AliLTt3vqGxLojW64nfxbXY1Ruh0E/j5sXu0JPcJ2C66c8QBBCBwbwJ+CpALRmIukKawWfd/F5/yvaI+zSQVO846pXO/tuYHYFeuPddbrI7kkI+r+TbVnHfbXYzmtRj03V5bHMgJmbqLa/GFzf0I7N2/jScFQ+x+Q4OMIACBgwg0zpPX3xAcxAO3ELiCQMt5KDcrLXZX1HdtTHk1+Ov/BlTiBk8RJkRVWYt9g60+62XfHTT6HXJ2xvISuiGvqprbSq51vV2vxMqUF1iZtnaq3lT+2frj+m0Ys1sNZ/3i+JpV99trqVWiyzj17+8zA3ZszrrvhWURyAXNpGq5QgYBT8CP9wuu3jcds4ctAAvs3GKsnte6ZWgeR2B6kXxcCO+5FMeS+3PDGAyGaF3VTU+0daL7tFhc94mAFwjYBFZ/49dWz14XxCx3LzrNAdOOXMTlZM+f8HlJIcGkOAi8kOfaRcmSLZycflCaN0ryZMK+XPf4Y5Zdkic9dzda9YhMH9o2B3K1NtsWgvmcTZYFB9Vi60yxZNUBULySQO5G3Oe0Z/+6wbr1YnAlF2JDAAIQOJ1A60W91e70AgkIAfccMIzX39/hHkOP74Om43xqvm1qNjwU21F9I13/4+8/16wHWVtZsnj7I/eaa7dFhzIerXpLcivAsKjckJThdLFQ7Xj648Qw2jeqkVAksm/5raykiJzckg0JZC3HgZWTR+lHh46uK8h+hzGb6NymLfG4iuWqt3nrikl0eeCmrdrBgc3a8vzjWP/WwgqyLe1aMcV2N66lRJC/joD5OuR11doFHboALKFzJ3Ku3U4X6SsJMBhe2a0UBYEWAnXTgdy0uge5TAD7ZjljZDbnIomRJTOd3ld4UEkHPCt0M+xZwO2xNRMX/gf1QTru/mdMOg6t1xA4o39PHbDXYCQqBCAAgW4CzJXdCHEAgUsIyLnbej/VY3tJsYcFlWdBWatrec6Rxd/FwuiGLGWRzi/yZgK3+l2ksOf0Hgw12fXMFsGGgz1DJty3N+US07qSctfoF3IzYdU2Idb+TYjKTf4FhXNu+C87GTT03cAu46k26FY9YW/UqjhybsU02X05gz3aNaCR9x5h8AGBtxM47G8Avx0c9UEAAhCAAAQgAAEIQAACEIAABCAAAQhAAAIQgAAEIAABCEAAAhC4G4HDPwF8t4LJBwIQgAAEriNw3m8Nhr8iWPhVx/N/j/G6DiAyBCAAgSYC583eTelhBAEIQAACEIAABCAAAQhAAAIQgAAEILAgwALwAgcHdyQQ/o0J/+0P4bpOlHCoG4mGJR7DNtbnGAIQ6CPgT7fxK1umv73gjlOn4ajWF3CylgipKJNCsCORRXffDIIA7ELgwQTC88g6R0K9VLmWbUqftnMIhP1W00ehvmZYY6e6bCEAAQhAAAIQgAAEIAABCEAAAhCAAATOIsAC8FmkidNFQF858pqxCyPGELiEgD9/3cl73fkrGVwX/RLoBIXAbgS2XIFVNw7O+RcTuc+x9lmpj1QvzLxkE+qyDwEIQAACEIAABCAAAQhAAAIQgAAEIHAmARaAz6RNLAi8icCD3vv+/LQnq7Y/LQuI7WH/TCl3+LjLcJtLmPfWuYksL1fJsP0ZP9+bWpBQz2oRep3bVEu2dt+mbUL73P7gN20vrXbcnFdvaAgRQWBvAukxvHcU/F1FoLZ/a/WuqoO4EIAABCAAAQhAAAIQeD8B865chblXJSLPyYroeox7bIuJNSv4rOSf0o9jJu/ofgvsat7x/LoOkPeMvyVnpZyQQwACEKgkwAJwJSjUIACBmYBfFDVukvxNjyGfPa33dMF1Lelr6fErtjU3cskMHYdWW78I7P9JevaNvXXlPdsSiSv3vr6bK/t60M3RGNrzUo0lXsa77gKbIbmhDu83kac25eLOFFRzbtG9fB+IV2eXMB2anDQhU7/m1rttM+ZBwySLcEGgbYwtXHBwYwJb+3er/o1LJzUIQAACjyJQmn8Lb6QfVSvJPp1A6tko9fyRant67eQPgV4Cev7I+TG8K1jP/9qi2zDmYJeSyFsU51P+bl5aHLpZ7XvbFkPnSdY5f/zfBEsHtnKeXzql0zZtV1UsG8RWIKezWup6eo5d7v3NVj5W3nJFz8WRrHzecXocQwACEDAIsABswEEEAQgkCMjdkXGHlFvwSnhaNenN7kpwYYPU42tqzKHZ1nM2QLt8enjtYSvZFf/udsRtqGhdV659YT7enPtXXGsXgaoTxnLzxj5WDlz53bzc5ih55MfP8BAUx6o79uMqn1beiYeXFyOBAAQgkCbQMuGkPdEKAQhAAAItBFLzMDd2LSSxOZ+APDOFixbh/vnZEBECzyHgTp31j5v6U82iOJ1rCQVZ/JWFypYfef8w2CYcFxzKew/rw65Tzik/Eq6m3pRtoc2MG9v6jnCJZPDNfGLD9bF/l+Oac30hoTJh1s5ogQAEIFBB4K8KHVQgAAEI1BPYfj9Y7xvNFxBoHyDtlvkHpKOB6s390XHwDwEIQAACEIAABCDwVgI9d8FvZUJdEIAABCCwicBll5LLAm/CgzIEIACBtxJgAfitPUtdEIAABCAAAQhAAAIQgAAEIAABCEAAAhCAAAQgsCLQ8wvbPbarRGiAAAQgAAEIHESAr4A+CCxuIQABCEAAAhCAAAQgAAEIQAACEIAABCAAAQhA4BoC8lW/x/zIF/XmffNV58dQx+s1BHrOI86Fa/qMqBBQAiwAKwm2EIAABCAAAQhAAAIQgAAEIAABCEAAAhCAAAQg8AkCrZ/kzf0N109Ao0gIQAACEHgMAb4C+jFdRaL536uDDQQgcBaB1ocjya/HVuzl92tbfvrmjj7r9qxbKt3BprfcHVI4y0XveDwrz+fH+dCgen5nNVRA/zZAwwQCEIDARgKtd8Ebw6AOAQikCVx0u8PzSro7aO0g0DGWO0yNz0l31IIpBCAAAQhUEbjkE8DT1wb0XD2qykPpUgI79u/kqufZt8f2UpAHBp/AHhjjBq51zml6gOpgNH3TUKMPGbKWaUmeRW85zRqNC7iRbXS4stbTzrN3QEr6KwdRw+BPvaj3pVIolX1/nIE1yZcuxiNbmjRJNqbzTKoe3ehhuCCplJxMz5Xtabi+Vd/bjU+16B+Fp6Z7QrBcx2UGiZlRzpdpdFvhO8ZKrk927N+Uq9v2KontSUC+zk2uG2d/rVv7tWrP6vF1ZwKtY7LVzmah87BMlrpvW6SlL5tsW1C8DEG6n3dsdYx/freDPuNTjVdcO3rIyj3h70/DAHQmXbV29GFX3B5YR9jqMG7ogiPSCX1Kasm0ko2hpbFfsFUchoesyI8LybgQI+3Anwlp0diadDs2trLqqddMtkWoySQL3eDQ+cnNz+Jaw4jHeE5eyjbEHP1mU88KtsU4RFuLvnOOhxSO0zcSuOI9099l8r/ix8e9JvQV5Xa8VL8kXR+0a2zIuAr6t2eO3nKfvUX3OrL3iPzEc7BnTIpt8yTrh3MwoDd0oZ9iM/OsnBet54bPxv3TYl+qpMS5JF/gmYIN9K0+mFQXDoYDX+dCYXGwsvhxL6XlR7V8FyRhOY1M/8zWK/eVDcmAo61mVulqR7Vs//mUXA81p9Zju1+B2fpcCBl/ljzOYotubPuM41Jnh2NYdEv6JXmaylGce/yKrfzv0T+ll76LmyZXa05fMPih8HAej+7M+yavi8BnZnhFzDPrI1YfgdZF3FY7zfY3N4eqgt+G19WFoOPgCJ8d6VSY9lyfe/upIr1bqbSykgUDv7jQeOnu4Vxrm6qt1jbVSSl/Kb3Nbe4Uk8Xf1vtCqakltz36MBe3h/NmfoFBLp9AJbkrj/btz6iu/8Z3A0nnPY3j9Js6zUS0uNXeEKfHVsJYnFvHo09fxrL731j2uiKDs4r2ZlVT7zrRuaXEatZcc43HleUr9LP13JZxtFwEjigq3DBIZr93bGXcFptr2YijEtdYXgz+MIUtrB5WWjLdt/dnXPRV/XvJJ4D9+7RovoqBcPxgAtK39O+9O/BjfTS8xm8flK0Pe8Ncl48rkuzN8ziCcvK81/LQ8zd9ZbWsRi2PVO49ea8TynkbIuekaz/Ssk077SNutUhbstjPAcdHlHtAmri8koAOEj2T9TiXU0mes7tne+08d8/sa7LS/qroXz9dqX6Nb3S+RuDsB3d5cJaYVz1Af61/n1SvjkXdPil3O1edq22t10v1UgSOYlfLfcxywaBoMinoPVCr/eToLTsy7lrHXIdtbx++qf9k8devcekcsGVstfbdlhgJ3Y6u928mDk+7g2XOVHK2ZAlMvqmHVc7n4e1aaENHlc5tda01WCE2s7OcacA7bxXO0+u4M2NyeyUB/gbwK7uVoiAAAQhAAAIQgAAEIAABCEAAAhCAAAQgAAEIQCBJQBeUkkK7UX9ZwtZCCgEIQAACELiWAAvA1/InOgQgAAEIQAACEIAABCAAAQhAAAIQgAAEIAABCOxJQBZ4jUVev4hryK1U5JtIWAS2CCGDAAQgAIE7ELjmK6DvUDk5QAACEIAABCAAAQhAAAIQgAAEIAABCEAAAhCAwCsJWH8ywv9JCVkhblgEjv8cRfznB+K4sfyVsCnqtQTi8bylUMb+FlroQmB/AiwA788UjxCAAAQgAAEIQAACEIAABCAAAQhAAAIQgAAEIHA1gdwC7w5/S1Q+Bfymv7l8dVcRHwIQgAAE9iXAAvC+PPEGAQgcREB/26zpK3ZyN/sVubpv9Rl+dFthoyo1JjU66m+xbTa0f7m1xLckX+ToDsI0w/1Yr3i82ThlkGorRkYBAh8nwHnz7gFA/767f6kOAhDYnwDz5v5M8QgBCEAAAhCAAAQgAAEIHEGABeAjqOLzUAI/O/yG3qEJfsC5LsbmSi3Jc3bSbtmKbOsC5BTLvatptfWLwNNK8OSxeidVkw7jnldI3rYnr8Xy7FyO55RJTBmmapo9pPeGfBv7YcynJe6Qjcs8U9NymTqdO60Q+CaB7EnzTRxvq/qX/n1bl1IPBCBwNAHmzaMJ4x8CEIAABCAAAQhAAAIQ2I8AC8D7scTTCQR45D4BcmeI9gW6wuKvX75tHwG6cLm5PAmZXzksusvxELd+EdgoqfjLDj15ZRZ/fUEuJ4tXrqYYRqo07zcliI0Tx7VxUwu69baJwDRBAAIQgAAEIAABCHycgN7A6jbGob/eGbdzDAEIQAACEIAABCAAAQhA4BoCf10TlqgQgAAEIPBJArl3Zp+EQdEQgAAEIAABCEAAAs8hwI3sc/qKTCEAAQhAAAIQgAAEIAABFoAZAxCAAASeSID3T0/sNXKGAAQgAAEIQAACEIAABCAAAQhAAAIQeCgBvvPjoR1H2rciwHl0XnfwFdDnsX58pC1/Ko61qcd39+sL2DKeBcZeY3pL3JLuXjm9vrMpEAIQgAAEIAABCEAAAhCAAAQgAAEIQAACGQKLd3BudYoFqgwomiFgEFicR4YeJ5gFZ18ZC8D78sQbBCDwIAI1N3Mssj6oQ0kVAhCAAAQgAAEIQAACEIAABCAAAQhAAAKdBKx3hrwr7ISL+asJWOfOVLg7ifx5VKU8WbHTQICvgG6AhgkEIACBJxPgRvWc3vvZ7XPj5+RLFAhAAAIQgAAEIACBFAHunlNUaIMABCAAgQ8R6LgUPvLdiKu3o+QPDQxKhQAE7k6ATwDfvYfOzm+6uo070/HZiWTiVfxWyOk3Fhcx+vlp76PTGWW687Rmh0qGjnaV7FcMpV3SC+Pu4rDTiTLodIO5I2CdRyKbztHH0JKcW5PtsW2NWW8n/cEPBCAAAQhAAAIQmJ8ItrLgXmIrMfQhAAEIfIWAPm/+nvamqY2svKP4/W17G+Ztpb6cuVwmMzL/bsSbphWE3xHsNtUbX+b9y5HfPz/plIcOiG1qusX5E9fV3eB0fzLfqSvMttS4RbemlMt0WrhvSdbq8y1+Pqgr6MB3v45nAfigPvEXN8N3SW6YHibyJ+hiEpWrzBwu2J0bG/a8n4NmA+GqN14NqbWbeFR7EapPw4+jxrCeU6NtfYbXaa7uj4JaDxp+vtjYt4Rd5bITFvNGtBQj4FFSfbu8Zz7OnUc6D/X4Poq7nZPLvHFs2H6PqqbsV/LS/ihrowEBCEAAAhCAwHsJNN7khA/F74VDZRCAAAQg0EEgfh6OF1pjeS6U2NXq5nzk2nt8W7Z+IVJefGUus5atrBb9updbRzyzx3Hj93ULTlH6se1C1y9xZYpdKiaOHC3Hqu69i4eT5SrO7TyX4bfoLi3PO4rHvuQc/sTyULZlX7wuPcfWtjTWrj32o+YY17UpdOtZ77gfXlo3m7s6YAH4rj1zRV7xtSs+viKnDTGHV/zXJH3EjUqxdCm1p9we22Jy91AILzxSbnh8ZIYa5wOIj8T4DN+uky85/59B5/Isr7wuXF48CUAAAhCAAAQgkCDAHXoCCk0QgAAEILADAX030PNpVlngihe9dkhtPxeJy6h8QrWmZuUTJiOLv6e9rEvkHuaS3E/Z+BUwffOXtMo3+pXf2poleD6O8qxhn0/omxKTrBNG6867QUoNp92cn+goPypPTIJQ1QT4G8DVqFCEAAQgAAEIQAACEIAABCAAAQhAAAIQgAAEIAABCEAAAhCAAAQgcG8CfAL43v1DdhCAAAQgAAEIQAACEIAABCAAAQhAAAIQgAAEIAABCBxEgE81HgQWtxDIEJBz7i2fis6UeItmFoBv0Q3PSML6jve4gq6/TRo74xgCBxAIx7NB1TMSAABAAElEQVS/2GTu9DLNU0ZbL1Shv5JtqDsFdDslu1CXfQhAAAIQgAAEIAABCEAAAhCAAAQgAAEIQCBNwL9/C1+25V7IjeaWOHSTjkYrBN5LoPZ9uxII9bVNtv48sk60UJl9kwALwCYehDGBmvOOC11MjeM3EMiN/Zbxrr5qbFVXGdbYqC5bCEAAAhCAAAQgAAEIQAACEIAABCAAAQhAoExA38HVvHtT3dhrjW1swzEEvkggdw4JC86j/UYEC8D7sfyEp7ucfHfJ4xOdfkGRP6lpvqPTf2Lb+NioUW03mMzZi1HCMNGUzSCnm2vPOgoESb6jXGSWPFVP4Nre7Una9owUAhCAAAQgAAEIQAACEIAABCAAAQhAAAIQgAAEIACBkQALwAyFagJ3+VpnySO5jpRsrC4PxQ0EfnRVNGNTkmfMfLPYZhcgXR9nZYFT/xtEXnduHFKOBokcjr9uZJUkslJcdbWIMB4oDwm1kCeO54zze6GPUl45L94udDQqqj/NOWnv7FQvKc81jvFM3znbsf0q20JaiCEAAQhAAAIQgAAEIAABCEAAAhCAAAQgAAEIQAACtyHAAvBtuoJEagjI+lFizarGFJ2TCPQu0FkLi5YsLE/HyLi2O4q0NTp0zdYvN4iVjxuZT/FcEBXJNv7bBSEP1ZtsCzsl/VoeyTDOec4+zDlla/JIGQRtJd+B6mr3KttVIjRAAAIQgAAEIAABCEAAAhCAAAQgAAEIQAACEIAABG5M4K8b50ZqEFgRKC2IrQxoeBSB3ILko4p4SLJdrDkRH9LLpAkBCEAAAhCAAAQgAAEIQAACEIAABCAAAQhAAAJfJMAC8Bd7nZohAAEIQAACEIAABCAAAQhAAAIQgAAEIAABCEAAAhB4LAH5gEfXhzweWzmJQwACNQT4CugaSuhAAAIQgAAEIAABCEAAAhCAAAQgAAEIQAACEIAABCAAgRsQiP9U2u/v8o/hhSnGuqFM9i3bWJdjCEDgOQT4BPBz+opMIQABCEAAAhCAAAQgAAEIQAACEIAABCAAAQhAAAIQgMBEgE8BTyjYuQuB/O8j3CXDT+TBAvAnuvkdRfJnR9/Rj1YVV1wXfq4IakGolHE+VIJyatwE17NCEwIQgAAEIAABCLybwENv/t/dKVQHAQhAAAJvJvC0F1gdtwpXl8r7r/oT6ey+OjtePYljNHvet3+N1TE9MHv9u3szfvoPk9HpyKsC7jkUBl95j3lJRapdxhX+r1B5Y00NHPUeK4nDNYo8KYtiiZ76ikSLw/BiVON3YTweFO1qk045z7QVY2bsntxc+qqaXG3+enMQMPFtXc9+fNzcSOxISkz94G3xYdsMOedoXttusb42MyO6jdswfJao9fyUKntsn0WJbCFQIqDXi7MnDo1byu8+cvl6Opk7Wr6mjjnnPv14TSZ6Y94y7s8+N68hRFQIQAACrQTkWdL49tlWt4+002fX36o3U+sSxb7Vdu1tbmm9fxIPpq1eIjOXV1+PvMNIyHtZzdUNe4sQkteiIdaOjrfoOlMtO/Jy+aEyDRM5YjyF/p+6n+pDGQap9t1qPNR5Q5Ybxr2o1qiHJYb7YXaHcw6DfXz/71c9BPvJKDcCPtApW15Y9PRRj218Rv9W9peoDRebvMGdFxnOHn6+j/Kozk7n8njmOKvkVHUxCpSGMWuXHi4WW5orPec8bFvU53KoLCkdsss47fLK1tJ8VZJbuffY5vzqTXXet3RwMNAiR83d5w1d9KxvUbC8i22UTOVhvtZKB41qEld5N7o43cyzauTck+yVfdSa91U5t+YrdlflfFXcHlZPtB3myAtO4Pjm+4nwTspZF4G3hmu12xoH/TsTkHuzlvPbtrtqft7yXmHPXump96qc96wfX8cQuOu4svJ64ni26in1bKley3fJthT7aXKLhVmLu9z8umf91uffEufWvMRvztaSSa1eLtfexOW3ZBuzEv3wZ/GObYwVylMxVR77kvZEiqq+2NbqLYwaDnLM1VVcg6Uf66oP3fbYqo+9t1ZOpVjFei0HrS/NLJ9Odta4idOQs2Z55qQ04rb1se1j0A9fVUq94fHaY56Il+TFa1e0ZAn8PSs5WkAHHk34Qv/Sua23KhemfUXoAdUVke8Zc5wXchcUEedkPQWNYbMuSvKsoRP02Fp+kW0jcNSMZN+MWqPVyTpuKDtMe8Jug76TtvTdUf23U4prN3Lic/KvudACAQhUELCuHRXmTSrPnLBKL3VSKOS6LXb29TtlSdu7CLScZ888T97Vb1QDAQhA4FkEWp5jZfH3kBdfB6LT+6vsM7Bx2VXbGlZ8irW9E5UvDMsM33jHJzVlT0MnjH6vogypUsNiackq3aNWSYC/AVwJCjUIQAACEIAABCAAAQhAAAIQgAAEIAABCEAAAhCAAAQgAAEIQAACdydw3SeA706G/CAAAQhAAAIQgAAEIAABCEAAAhCAAAQgAAEIQAACEIDAzQiE3w5X+hSnfNpaPwkcliGfCm75Zp3QB/sQgMB9CfAJ4Pv2DZlBAAIQgAAEIAABCEAAAhCAAAQgAAEIQAACEIAABCAAgYiAfJHu8F+4GBwpmYd+WbjV2PSMEAIQuAMBFoDv0AvkAAEIQAACEIAABCAAAQhAAAIQgAAEIAABCEAAAhCAAAROJJD6ZPCJ4QkFAQgcSICvgD4QLq4hAAEIQAACEIAABCAAAQhAAAIQeAOB30wR8skbfiAAAQhAAAIQOJKALlLKVxZf+qOX/cY0xPxXfexVSGMuYXjlG7bJvvCWr49u/ZroHts4ly3HV8XdkiO6EDiDAAvAZ1B+SYyfLReTvS9kL2FIGRDYdB6B68UEZJK0JsotE+6LMVEaBCAAAQhAAAIQuAUBuTfL3btZslskTxIQgAAEIACBLgKymBb+xIuBJXlo27MfxxmWJ2ePa/ksC/ck/1rd0M7v+z+263gskazUUg2em2PZYJpyF7TJ3/F1fhsc+wV1dytj8ejh1WMbFLh5tyeu76fNETGAwD0J8BXQ9+yXR2cl15qG682jayZ5CEAAAm0EdMYMt22esIIABCAAAQhAAAIQOJKALPSm/pOY0s4PBCAAAQhAAAJHE5Dl094lVGuxs5x/+1vvvrhGZrKo3JiWZ2nYDrQNBSMtRBCAwPUEWAC+vg/IAAIQgAAEIBAQ4MY6gMEuBCAAAQhAAAIQgAAEIAABCEAAAhCAgEWg41VSh6mVETIIQOAGBPgK6Bt0AilAAAIQgMCbCGz5BMgW3TcxohYIQAACdyXAvHzXniEvCEAAAhCAAAQgAIFvEOCO/Nx+tniLzJKfmynRIACBrQRYAN5KDH0IHExgy0WV39A6uDMOcO/+JEf1D38vuBrVfRR9p9WcxTU69ymLTCAAAQg8nwDz7vP7kAogAAEIQAACEIAABN5OQN6b1d65+z/H+3YgB9UXvp+0eMO4rwMstrHnDa+MY9PPH4fjuQTja+/bWQAujQjkELiAQM3FgYvCBR1DSAiYBOTMrTl7TScIIQABCEDgMAK1czR3WYd1AY4hAAEIQAACEIAABCCQIcBblQyYg5rDp6NwfxFOH42yCgttDhIEatAp5oQ5TZUE4JwGxd8ATnOhFQIQOJvAzzWXumui9sP9+dOeeY9tR9iuonty7rHtShpjCEAAAhCAAAQgAAEIQAACEIAABCDwZQLtr6++TI3aIbArgbNPw7Pj7QrrZc74BPDNO/SnY1FMbU9f/PjYGa6c2xbGRlgRs+gwPUprfq0lbflnyjkj983ZJNI5D65UljW2IhYRtnl1IZ1hs62ZcUEYB42PC+Y5sT+nG32Jrdn/ll8nM21zCY/trbaH1lvI2RR7Vh0nouncEhY66ZrRbiWMDAIQgMDFBGSuvmK+vrhswn+IwBXj27ofGdD/XvCdgVfE/NBAo1QIQAACEIDAZgLyLuhX7sUTtyu+SW4pVOb2w0M7mN6LqLGtjXQmIMReT61+IM1gWvd0KGbsC+LB6oQOSeUhYVPtmVK2NZ9QkyQkYU4Kta3+m2i/bwHYjdgrOtyfKEbg1oUPGSe9tn7x5OwB54BcEvfsOsd4vo8qZ8twUvImssgf2Aa7VdVs1VenpXFlf3f+Mmf1OWxF1pbVYJW2nVobfJdsJ/mykMVRiZcqL6aByfG44zZTkxrktuKooF+bUxhCz0vT1sdNZDo2mbZhsMR+ydaSW7JEKN9UVW/OeNWuvTtuE4hWJl0NuQDartuuIBhDAAIQeAkBnaNT5ViylD5tEHgSgavGt8TN34tcsRB7RcwnjRRyhQAEIACB9xNoeW9SohJeX8N9yy7MQ2z0WO9adCtv8Z10djXuBi2zzO3F8dWvKsVybf/i1nqvO/O/mIzr6MNycY5zDPz4MgLH48qi5N3kBqwzNERrtwf+8mQxD4PHOtHzW3J9KZncPPXzYUUR37cAHBX45UNZ+NDFj7M5XBX37Dp9PJlBi7NoJrNO28P+aHmpHkvesEAb0sm6doItF+DQp+yfZhsX0MpD6i1cwY46z7zfuI4Y6AHHpT46qt5NpZQ6ZZOzkrLVCZas5Bc5BCAAgbcSKFw431o2dUHgktce+XsRffmqWzoIAhCAAAQgAAEI6LvT5R27u5+QRa/8bUUFODVeeq4wfL3Kl4mcVrsOv97RpH5OS3xIWMKeHLKZ1FPybC7wIEP+BvBBYHELAQhAAAIQgAAEIAABCEAAAhCAAAQgAAEIQAACEIAABCAAAQhA4GwCfAL4bOLEg8CeBPS3g1I++bWYFJXL26Rb5D/pOqv7JNFcF3q7krE44OcCAlt7OOzlmlFxQUmEhAAEIAABCEAAAhCAAAQgAAEIQAACJxAI35KswrnXJvKBYdHhDcqKzrYGfa848iwaq36saHZYrMwxBA4iEI5PY0x6kdMN1RcZGbYLvQcdsAD8oM4i1W8QkHlG/pOJKDsZjSisOcl/87ClMPpgcx4B37djp/qucf+YfZwRim1GdF4xREoQ8D08tvsedvtWT6mOutJjy0Z12UIAAhCAwDYC4RxtWeocrFtLFxkEIAABCEAAAhCAAAQgsCsB4zbcL/6Ocv8Gxf1jqO+a1tuc6RsoD3A6SFdpiXn/nGamrcJO/pNxWhqrqqu2uq2xVd2vbsMxWhqTJmeBHTp7AVC+AvoFnUgJ7yTwsrnmnZ3UWRV93Anw9uYtPSw2LXa3h0GCEIAABCAAAQhAAAIQgAAEIAABCECgiQBvS5qw1RmVVibrvKBlEOh509dja6SEKCLwVs58AjjqaA4hcAcCXHfv0AvkAIGjCaR+rUzamAGOJo9/CEAAAhCAAAQgAAEIQCBDwD2O/Pxufyb5db/I+uM+dvMrH9HjBwIQgMDOBFKzUqqtPqxYN8xXGrTBtD63Rk3NrWTu9LZUL5+o/C1cF1Khr7wucD0qDQLkXyHAAvBXepo6H0MgdcF8TPIkCgEIbCQQn/Hx8UZ3qEMAAhCAAAQgAAEIQAACnycgL75bfvzLennJ32buF3+bY7Nw3NJl2EDgcALhQlru/N7zFz9+zIXVeHIKlX/cL6HU4ZDp5scHqjQI3fq5ytk1mQ6/KBO622N/4D/Xr1SsFEXH8yrW464M7rqQZetZ5nFIbtlxoznsASHyYcWVdf9sPc7PnuM5SotDCJxOgK+APh05ASEAAQhAAAJCQG7F4/8gAwEIQAACEIAABCAAAQhA4BoC7hV/c2Cx7bFvDowhBCDwGQLlNyixRvrYWvwrw+yYJ/sCZ1OLF1i16qyBCLSMYk6qmPYm5jmN0nWhGDodsrv1qrjdieMAAg0EWABugIYJBCAAAQhAAAIQgAAEIAABCEAAAhCAAAQgAAEIQAACEPgqgdzi71d5UDcE7kaABeC79Qj5QAACEIAABCAAAQhAAAIQgAAEIAABCEAAAhCAAAQgAAEIQAACEGgk8Lm/ARx/JUIjt5XZ1t92OSqPVWI0fJiA+6KNrQNzotVjOzm5dKd0jpXklyZPcAhAAAIQgAAEIAABCEAAAhCAAAQgAAEIQAACEIAABCDQSOBzC8CNnDCDwOMINK/9SqVdxo9DRcIQOICAnEScSAeAxSUEIAABCEAAAhCAAAQgAAEIQAACEIDAHgR+93CCjxIB3hCWCO0oZ0wvYPIV0AscHEDgHQS6LyrNE2V75HbL5/ZZT83uM9rthXeYtgf9kuUegPfw8SXm1AoBCEAAAhD4IoHmm/ZOWNyndALEHAIQ+AqBi6bLrvcFX+kbqbOnf3psv8SYWm9PQIZy63Butbsayu/Jt9A9jIXVUzlf0c8/HX37Vs6XfAL46K9evaKzZGyt4mpDx8DTE4WbNyVRsVXuFap7qGztm2V6w5G2pYaKyvbItcqHBkwO6sHDMuulVzVfttYeOeuMg0xzreNz9FZJLhuWR65UaUh1+phtrD8XIZK8dNZL7Dkzc8x2uE5Eu1GTAXq3LMM+CfclQHwcB43l8XGob8lCvfvtm2PvfumSEQQgAAEIvIzAr3vbI8+ispWf/Z9L7fsNW9oK23nNOJ7/HMwR9w5H+GxlcLWddAA8TusFRZ0Z96flQaAVgV83Gcn/+JkJyPPPb8vbaIcxvF7NHiv33Hny86sny2zz3P6RWvYfW56x+G1wPfVtg+3cI+s9fWZ+bl+tawpbdFSG2I7p3TBqaj+VSUov0eZN3T9nryImUtGmkKe0yXHcprrhNpyelEgol33xk5N53ZpAXjHxT9F5wqamycpplOVCW6Y1oVM6Jj81kMDuvypdtfnIdkRTrDZkF+4XDUOFIwZA6P+C/b/v/9BbV8UVcY/uv/Deyl+wg5EW7NYBCrSEld4ABM3sJgj4cdUDO+Gzpinu7xob0RlSjXo3yj+8GNf6rdGrOgczJ81gGyU61SPR17JSTt7C/VPKqyTPxWm18/7mt2c590O75L/ScP27bhzcyr8ZmRfl+OvIyTn23u1/sjyMfGyPN5cedSKtyg4A+v7T43Ec6GHCbtmdWcXRMj+uVq5v0iBjTv539k92rJ+dCPEgAAEI3JSALobeNL3utOLrgC4Ci+NwvzuQ+ZrNvcY97CVh/toqIeP6++sUD/mY+/h/npehezM3788r59CMt4zJ+LyJbWP5UYnHcbfEOSvHLTnFuqUcS3L199YFK60vtTXHhpsSZPG39RlIuJv+Uwm5NukHv/ibmapr+zPjvrm5pRYJNlzLZH7NFFTIqFRve15j37allc26td/VYale1Utte2xT/nJtSWTBJTR8v57zoe1d/bd8CaMuy1ufq/snY1/iaOUs52+AopxLqOEM1Va3oTjej1+Txcex/uR8JehrsOI205gATDvJJFNS35YcpEkXxcbQld9PBXVepDnULTp+goIrKFPupuxrfITjSDiGx5uCvVD5kk8AX8VROr9mwOySX3jGdgQeXpeHznbJ7p1OBNNVqDbGDdXj/XCMhrK7dFppTPbknLl3mkq3bpImpaN2GgsbapqN5726RLfq13l1Woc5rs7gRMXwrDoxrA8Vgg73U3mU5LNN6VyZNe+xV5o37pElWUAAAhCAwFcI6Is5ubeU/f3uMdP3HNra/BLL7Bh3/6ABIr2hPnfb97Qbh6gODiGQJKC3zpnxn7ShsZnAMfNXczrPMJQx2jo+O2zl2SvXXyKTn5zcC2/2j1zChl+yOTCxAcu2AK19W4gy3Zs0vLR5VL8qB8fRL/KPxwdh1WjTVjm3vRw7Lstez6321ikgssPPwalnop3WgsSNlbTMK1Goqw8956uTOCD+FZyt8XxAibd3yd8Avn0XkSAEIAABCEAAAhCAAAQgAAEIQAACEIAABCAAAQhAAAIQgAAEIACBOgKf+gSwIPG/7XbyrwFIOPnNIv1Nu7quQQsC/QR6ftufMTvy9ydwf1/gAQIQgAAEIAABCEAAAhCAAAQgAAEIQAACEIAABCAAAQicQeBbC8CXLeRcFviMMUSMmxL4+uJvqf6SPOzWK76uIozPPgQgAAEIQAACEIAABCAAAQhAAAIQgAAEIAABCEAAAhCoJcBXQNeSQg8CHyLAp9U/1NmUCgEIQAACEIAABCAAAQhAAAIQgAAEIAABCEAAAhCAwKsIfOsTwK/qOoqBAAQgAAEIQAACEIAABNoJyLf08AMBCEAAAhCAAAQgAIGNBOQ2kq+L2wjtJeruzzz6n9/0AJAP1fw2Dg6G1UvGyBPLeNuj8dvq6RhTLABH8H6CufuXgRLR4fAMAuEYPCMeMSAAAQhAAAIQgMD3CMiNfu5mP9f+PUpUDAEIQAACEIAABCCwJlD6s2K/mcXBtSdaQgL+Ljx4Nx/KUvs97+5LfZiK59t837pMU48MLvdf92K35ZsVh0Vj25Jxle0VBB0Ems8FI6aexqnTxDDbVXRl7F0L6XTGAnAAkEERwGAXAhCAAAQgAAEIQAACryQgd/3c+b+yaykKAhCAAAQgAAEInEUgdzupKx9n5fGyODmscZnXYR4+45t6npDF38YP//pF49ZPDsdsOIbA1QTkPL7uHE2dnVcTuS4+fwP4OvZEhgAEIAABCEAAAhCAAAROJ1D7Wun0xAgIAQhAAAIQgAAEIAABCDyUgP353YcWRdoQaCRw1VP3VXEbMR1uxieAD0dMAAhAAAJ3ITD+7pX/eyW538PiMnmX3iIPCEAAAhCAAAQgAAEIQAACEIAABCDwPQK5d1YhCd5fhTTYhwAEIJAi8IoF4C3f98+lITUM7t22pX+lkqf38ZZ6+XvB7WPX30o+fbBsKd8Plpob6DecRVvAoAsBCEDgowS23ERsuTn5KE7KhgAEIAABCEAAAhCAAAR2IMD7qx0g4uLrBGrfAAunL70e/+K4eMUC8Bc77ms110xaTFZfGxXUW09AzqDwLJL93Bmjejl5fVQ0IQABCEDg7gR0zrfy5Hpg0UEGAQhAAAIQgAAEIAABCOxFQJ5Pap5RJJ7q8byyF338vIuAniFWVZw9Fp13yPgbwO/oR6qAAAS+RuCJV+jOnH+nm/uNnd0Zd2O0QP2ywEEO7EIAAhCAwJIAc/OSB0f7EKh5vbJPpJWX3wtjr5KhAQIQgAAEIAABCECglUDvk0qvfWve2EEgR+DsMXl2vFzdd2q/5BPAP/7vT27EsKH38qr6p9gtjfq8tjxq5yPWx/uipjDewvlxjBgY13SZcD+FfXsg09IJdTarAuhrlX+Gs8meg83If2xbIxufsy3X/JJa43Vj8yKwxpXSpbTTfmyOp6VBIAhAAAJJAk+5w6qdvGvrOfVCkCRP470I/LrFU7m3kW3/j+3DljZGn76eXbyvx/e+9W3LcR+m22KiDQEIQAACEPgGgdJdRUluUcrZru8zLC9l2RhH3e5yL1aO+gQNQZLshWTjWFEgU6S3qdUl9DPds9pZbX7nZ7vLS4XXFaCCfson1y+RMCeFqkr2CtRViX1E6e/NL/M7AW2J6wesMVJikfUnzYZFk9hiLmbT2nTezezQ7anapgWbhYd3H1jXgDtNVnv1QlivjI3weK8Y+BkvdHryJYAYopX2lvlqaTxEabKXwe/MrTxnv3qm6HaZxexk9jbbRrrT4aw7NY07ZdvYQo9dfrkJ2oXLZO+NJZv2c0Vm30IATXG3bZ7fbiFwBAEIQMAikJtvvY0141pOd5b5qXKPXGp8MC/v3HuPcRcvRMb3MbpI2leQPQb1naZbbu4LE1svwi4OvKbUuk99cWD7OGZua+8rvSb2zv26L5IOb+sx1eGs0vStLCvLRw0CEIBAkYCbm3P3+X7aln965m/Ldq85OpFjrqYij5cpjPhTpEVkYfLyRhxj2Kx1fP+cVYwEsqDrF39TBUW6/tAlEi4Cx3H3vM+zWKZSu1ub1WeW7Ow6arv+7Ly+FO+STwBvBrxhpFiqwxKApbHMrEaz/oSq8baM/6Wjeo7voiJ1MzKe0qdtPRXfrFRXK+FKJ8YipZJydeRjFRc514fyN41dZ0tj4PoU0YQABCBwQwJPuDZYOdZcDG+InZQeR2DPl0m54nUROCc/ol3q0kXgI/zj8+0ErPn5qNq5Zz+KLH4hAIG3ELDmZpFZ8hIDy1Zke8zRqRytuKWcvyM/8snoKN+yFhMu6H6nt86plDPnHM5Pj8LfAH56D5I/BCAAAQhAAAIQgAAEIAABCEAAAhCAAAQgAAEIQAACEIAABCAAgZHAMz4BXOqu4NdU/O8jZX4hSX8rIiMuRUF+FYGww7QTE7n4vk+0P66psl5fV6j7uEKvTVjGizGcpuQUsW4nweN2tGKppFSN6sZF1tjGNhxDAAIQgMCzCbhrgr9sZK4dNRfTZwMgewhAAAIQgAAEIAABCEDgNAL6TqrmHZTqxsnV2MY2HEPgRQTCx3fjmV1FofqLKFCKI/CKBWA/UN0o1e9u14Eb9zADOSbyjOOwP/3faA4bohJElBJL3z+l/7UGn7P8kyporNsQPabesZTTN57dUwZFNx0dVeJIR01L8T223UXgAAIQgAAEdiWg1wZ/x1HwrLqxmrOVmzO9PMRijiEAAQhAAAIQgAAEIAABCFQTCJ879CHDeH+VFTlbb55VqM4IRQg8kYCePZL7F9ZTnthHZ+X8mq+AlkH9y5x+1rh5XJxw0ntK8k/M+SlsyRMCEIAABCAAASXQc8fRY6vx2UIAAhCAAAQgAAEIQAACEEgR6Hne6LFN5UIbBL5FgDPoHf39ik8AS1dMa7+yw+h8x+ikCghAAAIQgAAEIACBAwlMd9AHxii5vjKHK2PnuLTkxMNPjibtEIAABCAAAQhAAAIQgAAEIACBrxJ4xQKwfvXzHp0Y+uITxXsQ7fcR9km/t2M8+NduLe/rjkkHrxCICMSDMz6O1DmEAAQg8BACPfdqT7i/OLYbbnAtsG6gDu8gqT/F4MrF1FxONSPhyrxr8kMHAhCAAAQgAAEIQAACEIgJTM+0cjvvHgeyd/VZQeyR4ysJTP25NQn6dysx9CsJvOYroCvrNdVSr4BMA4QQEAI97+ogCIHTCOhAZaY7DTmBIAABCECgg8CR1yu9JqbSOzJuKp62WTmpTm7bY5vzSTsEIAABCEAAAhCAAAQgcBoBd0vPGuBptO8XiEe6+/XJSzJiAfglHUkZEIAABCAAAQhAAAIQgEANAXm65gcCEIAABCAAAQhAAAIQgAAEIAABCLyXAAvA7+1bKoMABCAAAQhAAAIQgAAEIAABCEAAAhCAAAQgAAEIQAACEIAABD5G4BV/A/hjfUa5EIAABCAAAQhAAAIQgMBBBH79d6+1fQHbzw+fLj6oW3ALAQhAAAIQuB2B3+Gm4XZ5kRAEIAABCEAAAhAQAnwCmHEAgZsS8K8P29493rQi0oIABCAAAQhAAAJbCLCYuoUWuhCAAAQgAAEIQAACEIAABCAAAQhAQAmwAKwk2L6ewJPWUuV158+TEn7p6JE+8P+9tL7zy2p/kf/zp932/DqJCAEIPJ0Al+AtPXg0rb3n/739bWGFLgQgAIEnEbhivjz6mvIk/uT6aQKcCp/u/nzxMjCumJslI4l7xcDsqbfHVmpu++l7f3VNzr7SC0O3kcbqaAIMiaMJn+Ofr4AOOLdcRk87EU4LFAA5abdUWnh7UdL19yIJJW1q6WPBEOawwjIK9/zGv97FX613letXGgRAAYKIrX5duPCKlnYGrAwK/5VQhWQS5ov4CfmySf3X5qj6Sy/lo21ZJf39Oh8bB/hw8+zspLyNqYtt3813sortjTug2x70CIuGTvBp6Njc2IG7lNCac2dwOfe7yu0y7ky+xVz7uMW2zWaIeBWn3npb894SN6WrcS1Z3B8p3UDHi+Uf9R3Ipl1LNimx03Kh89QKfQRZCEDgYAJ6Dr5xrkvVpPUegVV9S1zdL8RJpVgwKYrN0Kaw6Lpe4aw4cUbLuL+uH5Ytsf5exz1RrrK1aq/JKTN4nWnPV0tbtkN/1uRm1fYxWQ5X6b2Gn8ZyxjUMLdvcHKljyrKtiR3rqF9pt3ynZdOrscltLn9RCGOljicnK81ZMtr5MJJT7HPWbJnhpve/6XL/+D8J42RVvqPUBlY+8TlJ3VNdI651/qub9FbenLmMNUZaKd2aySetnG8VN0P8MYnUV+zX5ifOfEdlkss057MrSKy8LJm4XeTilEtzS5BKzrUvP9CT3WncRu3L+LGQ4zcQ+PsT/k5VadyHk5Mf+IsTJ+qm3JkxqoW+IsvVYSmv0CB7koVKmX3fR4W8M6avazYx+H53/1j974gUxFlmWbvh6py1i8+xlJ+wrnBc+faUQTZaIAidBs1P3vUoKuuqUQtZx1yW9i5yaz+4Wyi5idr84xNYZmH7KOnGOZT0U9FabJZ+vIctE603H+LqTfTSo300Lf4aqcfnqO2xUZqI3xO3/abeuOlrLK3eLAGh3rhP0zrZ+zxnrf0ZF592We2loOeeYfB0PuvWMVm4hLoBu2STPqpSWplaU1HJY9XD/Cri0NDTv5uG1OKBWWZDqSqobHFeuHYDyFBvLrrYSm2DfD23LeNuq19jBnkPGG/7r30uLFmki9CaY2loqzq6VV3lpO26VXl6u+6ztN5bWu0+ekuVcx1fq1cqP79mN8Mu5tSZ//F7et4fEcnyXTe/tGWlvn9XLyt/o2vVUfOXv+5pGlLEon+dNJSVirQwmrYb45i+CsIwR1dcWP+WUgtRCuKeSH22m/qzUMUsHnJq8l1RzpZ5LtT1fTsn6fdCeST6/KFnk+2PrGDmtpg75mZzT9z6czLjX+ZBLwpP3NBjxi5Uyexbc+owlte+l2N8LddQ62eAIX9hbMVdPL+osy1bk6U4yuecCzO/Z0r3QVyTGcG5CL0MthI5bB0z8bAjgyDJOG4gKu6KrVx0E1GLtsJwOQ4qTFTFBVQ+w3aZwXrOWsrVTXorHtP66da0l1KrzztwGOxOp6rWmPKl+jJd/Po5Q1tS2nNbnValfnMHzv6ftGfPOU+qpC7XT30CWE6MrSdHHcYDtR6Z9HYepX7RidLUc0I/X6ny9jTyFuI7J3VBZeLIzZXrm5zZl1lPLh7tuxDYxD7b+YVUZFD4QJuiDU4l5maznEGqgJxuoaZucXvc1lvRqpTb06pyfy+l1HiozVBAtdhfBFjCtjx01+I4TO9hnCcO28eGnyYLwyPv9dBZYaoqv5PPLG8jktb+tb1ukyp0rUGPt3kpa4vf2Hd8nPMiuYmu5pjTe1J7be2ZmkIUpqu3ccvwoBkCCQL+BWai/dimq+YrcyI4sGSNG05Ke4c70ndrrmFO4X6rvxq7s+IEuYyXkPVL90DnsN2eeq+yLcHI5eVA50Qllw3ya/qzIdE7mUj/WH00ve/ZOWl/DpqBXcDcX3S07HrzzPnOtdfFG96nxj70OlP2Ua+59iXnRZu95Fu2lKdVX1lZNUguZhGI7vpsJPVZaYclJPazpvJC3QuzGglvY1Mpp5I873ktEV+Zn5ow8jsdw+Kvc9JQaiq0kdJaXZV3ir0OQMvVBD61AHw1bOJDAAIQgAAEIAABCEAAAhCAAAQgAAEIQAACEIAABJ5K4JpfuHoqLfKGgE3ALwKLCouwNiikTQRyvzLU5AwjCEAAAhCAAAQgAAEIQAACzyUgT908eT+3/8gcAhCAAAQgcA8CLJDdox/IYn8CjO39meIRAv4JVD+NCw4I7EiATwDvCBNXEIAABCAAAQhAAAIQgMCzCQx/1qNtEfhrf0/o2T1N9hCAAAQgAIE+AiyE9fHD+nkEGPPP6zMyhgAEvk2ABeBv9z/VQwACEIAABCAAAQhAAAIQgAAEIAABCEAAAhC4nAALjJd3wR/64Po+IAMIQAACexFgAXgvkvg5lMDbvgHhbfUc2vk4hwAEIAABCEDgIAJ3viOR3ORTuKkc2z6dexDEnd2m6o1DxGzezCOunWMIQGAmoOd+zbwxW/XvSVyN3e+t2sMFIYfcLqq3GgyKEHgPARYe39OXVCJXyvHCJZuzL9VndsBl1+czi2yLxR1EGzes9iXwigXgHyaafUfFzby97RoZ1xMf3ww/6byCQDzK4uNXFEkREIAABCCwhcDvA64FPsfUjb7L/Y0PAGafRP21YPNSHlvG8wZdXi5vgPVQ1bP7WL76/eyYQ9fovJCaJ8/ovLPjunrdd/SfEjUK0vOnAc7oCWJA4MkErpk/TyBm3dfd7D621Acl+Qk0bxfCXyaGi0MyN2E2XbGGy1dSL9VoXXP0yp+ya/1TNJJryTY3Bnx7dM2Mc8v5HsxsY19vRsU6xeIczjwO88qkbqTz4/rCEBuiXB8ZJog+QuAVC8Af6SvKhAAEINBBoPEOoiMiphCAAAQgAIF+AqnrlzxKS/v2R+r+fI72kKo3F1N138ghVzPtELAJXPHyS2LmXm7a2SLdRkBepbt5jylvGza0IQCBCwnovVqYgpvEZB5LiUI19u9LQPrPuBbJfcG0+Gurrmq0Fn9Xyjs1yD1M0/1TgUMpPTkFDIwl81s/DbbUJTyYFordjkIDARaAG6BhAgEIQAACEIAABCAAAQhcRMA/Gbc8Vl+Ub21Y/TRI+GvjJVtv80IWpbqRQwACEIAABCDwOgK5Rah3/ZJN77LX8d2e64fjI78jQrj4u72iZ9zX+zHyjFS3dwEWEHgZARaAX9ahlHMVAbnq5X5Px5Idme9VcaWm3F1AjtHAoZxxzm/MMb6htuPG1unj2tihdW9cI6b/TpCcvDeu1GD5tmRh/S37lm9L1hJLbXJ+VZ7b9nKWuL0+crnl2ltrzfm7e/vX6r2qP4Tz21hLPbnz8431HjV2dFyELLVNYobtuRxCfdVJtans6duttaX0pS3V/nQ25A8BCCwJ6HleM5cuLfuOrpxjJPbZ9fbRwhoCaQI956+zldNAXaQDjK2iZClaMtPxTsIwvu7rVkNosS3nvvrSrfqs2Gq44SOZFQYplYa4KTertqP8rgLREBCYqOvYCGThaeZ/YWFUlt/rFPXJNrSRfe9rlnrd+XCh7VXdPz/BL4v2LTaL+zBYuL8IPR6M8klNd3xmKQPaIgL6yyz8kkUEhsNDCbAAfCjeLzvXi0ALg9YLh8R0/zWbtxqONeqnNlpKbk+6Kdpg1FGvVat3m/MttyY5WbmUwbJ1bLXHHW6IrojrmFisTWRPrHc8h3N1WSUFN8A5c7v9ov798w87rd2lFsTdg0UOHeMrw0fZvPOwdRz30nhhXHOsXlVvTz/1nH/Odu8XX9MfNhLfBuzkNVD4y39H/RzpX3wb9WpJvu4KPc8hxSLVps533ib7qDKG1feVLrar9fZvTb/ksurpF+LmqO7b3tNHkklPP7VW0ptzS9wrYgZ59sw7gZv6XVdv13WwPhKaHyPQPJZlTDpWNVOOH7vWOWvJzugPiR/nEB9rHrl2lVvbDtvWfmq1s8oQme/3TD2Z5pLLq+W6KKZ5bCqjY34O42pM3Wou83ZeanV/pdX/b5Yt90Sq2vLYk/fp7OLzWI6n10RqqdufP395g8DIiTTWMovy0a8fo+rb8DOpuEjTfpi7JBHkVAgdqg5/2iF0ujT2knrXS+OOo4FNq4N0wjLe/H/j+PjH79TRrYGwuwGBcDyX0jnqslCKywJwiRDyNAGdm9Nz2mijSmkX6VbTYdpk1XpyXEnZPINFIZfTkfXeNa7cmqTrLmec4xgPAtELY6hd2Bbb5I7FVu1zOke1W3FFlqtH7XJyK1+xVfuU3tviSo1WvSkG2qZ2LZx74mr8lq3Vfy3+Km0EkcekzCrtdlFr7Z9dgl/k5ArOF5Xqwx5Rr4ybI/xeyUliX1XTGNfPBSm2qfNUbFL55tqvZlsTX+tJ1Rvbq27cHh7fhUVNrmHesl/DILbZ8/iqnIlb7sWvjo0ymbxGy7jKe7u35Eu13rsn7pRdzyeprrKd+bWO6Uo7nVIXqzZz9GGv0ldstsNxyD/cX7oeFp3CxbqlPH+U95m3WUquY7PMY3lk13XPnJcVFI503BbUko8KJRtDbi3krE4hl6Ms9OqPX4QN0E/jdVZR1fXW66ixO/jL7fvDcSF5FA2uhkVEceJjDjtrn1tbnHO/cL0q1DkaAvucpt/jDf0LONUJ2xP7Y1mzxDUMrIbzfBYMe0O8SueBsZSRzHXU8a/xs27FOHC2Yde/75aF3oSN1PnXj1vCd9t//OMf/pPcUx8m9GmCwF4EWADei+TH/MgE5W845JdV3Ky2vvlwU16yvQRKpsjUNFmyU3nHb88YV3q5QBni4aKSSVtspwu/pjlt9cKdN85IRg8+s8lbvGPFtTjLbzqlL1djBH+llNjpHyvukHGmKteciysWPxI3Yxpnss7Be5jU1vJJFO04FqkboEgrfSj9m68pbTO3luq1a1jWO3sVjnLOijz1Ux5T6/M99GPFdTevWZbluHKDlP3x9aRrEk75uNvG1Tp+vt617rLF9++yafcj6evlz8DCHjtLi/BIOOZtpQ/TPzLesnarHNM+WlrFtRm7xemtbGLmtTBju61F1cbZ6net76eM88JNCchv48qYvSD0lMOddvJzqBBy40mH1Hi4yn0EKUSzvtSHGOt9hp9zVt7GhtAgp3PHds1bR5ce6zaVs+rqVnRE37JJ+aGtiUCAPdh1rpZHTb6rjCTOWbHChL4WN6x9677e5xzZT8P57v/9xKm/LnJ4jEi/IN7aY1v1s9eujKOt+hk3lzVL/j01nG17drzLOqYhcIlNSR6H3Kof28fHsb/4WPXlvjwnU53cttUu5+/qdqmntaZWu6trfkL83PsOffWWv0MYr3fjyxvpo7UvsRY9eZoa/ueZuCY3GhL6ZWKDnejlMxOpjhn/bJw7D8fcRb/04ysJQg7XdrGSc1y2Iw/Z9T+BsjaZWx9h9CWKsb+xyakFJD3HhVv3PKp9t2gvHrg6MkyF4V9//eUCi46veJGer3QG4iN5fbcn/aD/FVNAAQIRgUsXgOVEO/Xn5HBa2zRxN8Q/nZEmXdz+/vnv//7vP//xH//h/vv3P//5n/85/PaKn8xc1v43WoYJquhqoaCQdLsQFg5k+kxM7AWrWWzHND27+Vt/vJfg4pfyOo0JZySs9GfQnS2Se3OjMzOzKtwELBxpCm4r/VcaeS5uzlw8BPXHGYYXQi8b/Qwb92/GrzT7/zLyoIAp/pxHZFSsL/Q2phRdhJca6aOBo2ae1sm2+pffWelUo6GxEIUshu6RflaVacc1DD2mssVIGNVmX2ofb0N/S1neVm5mRDceMfN4ytqGA2kZbuy8RRWxhtNZx1wr5VrytS4t1nqpBeC5xo05ad/4oBor7GPNZpDNcbS9fpu3tXKWXDSvKFamOdJqOhyrzcdu8rqvkXDJsYnb1zf8MfO8r2XWsd1SWj7ar9Os+qc8pnM0iOt2XbUyQUxq8Y4hilVXx+I19L+Osm5ZORkb4n6M9UryWL/q2Kc397OvxV9FNSnZznLbp3OWUJ3y1idjH1PGoHjz/3i3w+F8nI4lctWRYMN/4muKszDUhHS7EDYcaOzBtOGS7w3TucbphLFkX+t1u1JvrO6PpTWWBHaTjeqkuKhsUl7s1OUuJrFvdxy4ns+71FhwipPuWr5IyB9MymuR2RLnGCqLT0se6o77UxpyJg0Hdbwmw/G82Bh3kcrsa9G8OkjpDXHnvlkZGQ0pf4b6QpSvdz7HcjpWXEu2SKDyYM5hzWiWBYPX+9UXonMQySvOTe9vZ63te0MOYTzfEqQWysT/fBwojYFn21A27Gu/zPbj2RKqbi+gwSIVcGCZynEZIGW71Gg/WvZvyEl8xsftca617KkjZ5tqT7Vp5ZZMdeJti03s48zjuutIf0bKRbc5jyW52tXqqf7W7dH+t+ZTo5+adfxssZwyIlexMOUlNJmvJ55RST00jfafyDgqYT5UjB081JneA+Rc/aUKo0H4d3jVx+o2wAk0xUknteN8ux72kinOaOjfoQZJhXFlHvnrd36nnHKdu+/99fUEjtPG07VN74Lz46eqUh9FHx81pF7bh+NlTkuZWgzbdcThTl1ZipbfV5fOYLBZWq7aXMPgY2W4TCA4mjVn39qmatJfugbw97/95dZR/vbn9x+D1l/uWNj+x7/9+5//+q//9pn/7W9/+/O3v/39z9///nf/TPxfbu3lP/7zP6Y+Ub9sIVAicNkCsB/0ddNgqYZtcnce6oP7NsM+bX9zN88Bm5z5fBttNwWqVnbToJuf/vHf//XnX/7l//vzf//v/3Xbf/GLwMPk9LdpcpJP7IUXB/3NlepQpyo2QnZm4cVrGNv5xP1YGMXStyt9uSB4uft3+L/XUY+hvbbltrbuECVl6+8DSmdK3ty7lNhyGYsveGE8Lwv9+HrDhlDbfQtKcGjX5tD5C6s4zPsr+fDhXJLiIe8lSCqzWxUnY1tqrvU96Ml4G9gMfsPjYT+Op6NRAdTFS9MauiIt87dXfkCsR4zG1G2coznIxnBTHZHxEG0dM1IrHOZqWprFQzFVz9wmOVXm5cMPOeiu1Dv7mvMbcgjPpGWO1tHsL6Plw6RzHjIYvuombb2h3rSDdKsreOj7mUFacf/WkFe4H0cSWUmuNnI9Ha6pA6/4YUj7N+9vJ84jzpmq7Ol/mm3dtlT/cB64vH1fRj5dm38gTsp03paa8z9zDbHOMHKGuW8cRQPgUXFdb557OO/GcWzZWntDy7RwLiyifANZyaO39YyXtOJ69Vi32gNqX4ozyCXGPE4F+ewv9mB8K0SsWjxe1qa5i1k+ftrpVv3Bi4xxN5oXY0z9u9zCG01t1u2Pfh1PWIP4E4Vx/Hv7UK7GwzYdd6kzHfmxM/qdGtXPwGsow/W83xlGnzvwX3k2mbjjIaNcXrn2yUNhZ85xyGepvqjZhVocL1XH88c1it4oU5+W3aA6WHh9NZp8qLexYafNQDb2PfAo5xsnEfuJ5dbx3Ac5reHlWk6aaZ/Oh3Ru22qUHOc8Q9vwejv0/Dpe+Jw7j44hb1/beN0ertfumhVfuDMlrpslR4kvXt1c4Q7lG5u8O9kfS1D/sh32RTAKA6ezfGgUn/7HbbxMDsSH/M+7SPiQfNbNg5/uf33QIfbka8glrlXFQ71ydExSw9hYjoE55sBNc2E7E1BG8VY0tG3WHvbC8zCWWcc5f5bNlbLWOq/KWfnqdmsetfW2+t+azy76xjToZ4vour+MuZxPBtk8fw3SUWe899L5WOfBg6a7ZZobjmr7WFz6SlMINsRTVX/fU+lrJqzWwdb5yLlZt5fuYwO/flciG9F9APW5tF3VF7iymctVXH4ycddFLQNHR34Yjm123Jb+zSeTmxPUIk0tTD5Vv7snUwdO1e+681Xrkpie3nSyzbLQs+6LL43ifenBqCBy3z79+/Pnb+Mngf03Hbo4ssj7n//1X34BWD5wJ7n80z/97c///J//0/33z/6Tw//yL//qdIYP4Gns2q3WVquP3kwgHCtz67P2LlkAlpNT/nfFzyVxpdSecntsD4HsKMqNjPu/TEr//u///udf//Vf/VbaZdLS304JJ2qR6X+SVijbM02f254OC778vC59JEzGn3lvvAhMF42lxmC2HpVhDeG+Wpe2IeeSbkreElP9LGxdgXrd063q+e0IamC45hDqinRYtprpKvLh4jxqC2sZa3KoCqEj3zz4mD1FCtGh10sWEClGhwsWkaznUP3qtsaX6sZbsU215Xx6srXgEk40VkJUnBMs25Q/bSvZHTUXaXzdxnmYx+NDntqWtqEv6aPwWGyXx9ZCbClS7CvUl5PEOlGsuCXbMM62/eE3LDsG7bZwk/aSeZqbjj3RjfUnR25HZKo7MB4fSETJoVvansB5xOnngylRaZw5L3OalJI7tq4UGHpeuviVb9HQuT681k421ph0pjmxtx/r0f3xcMjGHYy2Vv4q0+0y++HIksX69bqSXFCcjDHfP1pEJI8Dhcfedv7FkVQOYZvsh8cTr9HnYtwkO2DOe+knTEr2N9QQm0bH6zjCaWC1lkXG0aGpr/jDvvH2Q81iO6lMfrXFbaenT6fvm5WBykbd6RoicmlT+eR0seNzHk0XgtXBkOdibKmOs3fpD6ejbMf/ya/vSbv84+vzB4OR1wmO1dW89YbzYdWeMlkqx/2yOPZ5S6zcj+Q+yCRn/+M3c3vKMq5vEdMZxMcpH01tLjfLtyVrildpNLGL9UekcXP+2BlM58JaS+qrq3EYK8MLvrWf4bob/6KJJDskPF+X07b+Si3XJfm/hHJ2ls3ai7aMeXonzqt3Kdthf5hOZt9D+2CTOlclr3AK8scaSraBf988Hocqg470w6J1pwNxOjiOeeU4znqz7U7JjG50TA19H/qeY4et9jm41HzHUem803GpvHQr1ct+eM7m9kukQp8l3VgexoxlNcc99q22rXY19aR0lK9uUzpWWynfkrwUt2Rv5dYsM6bBcj4yn4Rzyjx/zbajXO/rZN73E/AYeJgqN6c/+99mWrKTPirpSERN28/pIYJt6XjtzeYVBjmVRW2+iJzmuhBT0wnFneos4hhVqp5u11GdXx07KWGqTe6hgnbxrf7DxzZtC1SXu2NNy8bMkcbUbUZtaA6zG0ZSmFdoGucYHg+WqzsguXgPLvzgHK5P0hDahjF0X25LB59Di+SkmUr7cNs6tPyOf/tX1k3kQ3Ry3sgi8D/cJ4H/+z//7c+//du/ubWWf/z53//7f/v//tf/+l9//vmf/9nr/O1v/+68yT2fRq7famn1Fmi+icAlC8BvAvjVWuSTvDJRyVYmQpmwZDFYfob9/3Ltg0zkg55IdQqU/f1/hgnt2BiprP1kvppN3cVEJ2W3M+0HDiRT4XNExnqBWqU1xS9HVR+TybSjhU0Nwc7gV+Kqlt9O4aadWT42qSQX142oIM6469nOF24Zf/Iz1J3Q97J65pMHLcZ7r/snV0eddV5Laht8T9nllUeJ5qLbosHYO77sqHaLbclvLr7vwShO7Ks1bi6m+tcxo8dHbeM88scOhO/aApBMouI3P8KdxIOsHzthmDjnUDac8bmcS3HFLme7jLLtqBR3m7ct2jlW4XgL90Pfse3ieHrCcQ/YzmiQaX+W6t2P8yInn7zPZipjLZ9Eqx1TN6jXG7oSJm5uLHsKw+TgxPG1Nl+vz9Yacv48GlN1yqschwv/oCDy4aQdDeaN2K1sZ7HfK8lD9S26y3NS85DK5SfPZpCH/8a2oWzYD/OS/fB4uVAjssg+7uNQHPZD2O73ww4M91eKiYYoiVUfhvI451C2dr2ofSV2eU71roSezdr72BKOOTH1frRupzO8WZidhvLJdu3dG7hmO291K/E0Ztg27ns/w76jJk6HcyMYE3P/q0z9hFvN023jcKFaat+bqpHMEIOvMK6YhcfzfuTQmw72kUQ8BD6S0hXTkPEQM+d77a+6xbkM48R2h8WNA0XHGneoWJL0/3dawX62IyJn03iO2sdDq/61hfu2Khlk45CZri/S6ptlAVjHk2Qv/40/8gyi+/HW2/p/Bh2vOC/Sxur2sRh7B/76p/nKdnzscWLJa8xH8vLqs93gX46D/OVoKknH8yCfOXi3g7n8q+bO1RR7lgZ7qhg0Ve0uc17k4eyHmLFvsdGfpb229m8lpjAKY4f7Q4RQHu73xN/LT08ONbZhnql96Uvtz3gr/sUmtNOY2qZbbU9t1W9KVmqr8W/56LFvtfV262Fopdks0zByDm7hPJwyg3WqzrgtPg4Trolr2Ye+dtt3pYUzUOi3nMv8y5WD3Tx/DbZK3Un97ij3E+EYWPpDMhCR/jiRO5v0aLUV3zmW5ZxX7hYNlu+Fojvw1UiaYe6xUvWxVXG1kz5FmcMaPQiC4VyZHSz7YunZH43/iJ4V2X9biPHsMUfUHJw353uIOOx4/7LrEvXRRoUprlcbLNTf1L/aUNgOdTglX09COVfnMCmtDJRfvA0V/yHXJd8w/BvKtuz7WsUgQDCwmoe3PqbJuff73+7cd0bDh+f+yRm6r312f17ziiPxyQAAQABJREFU//2/f/3zr+6/f//3/3Cf/P0nv/j7f/7P//GLv7KmIn9609uLD6k78aP1JkQ0fZwAC8AfHwCt5fv5XiZg2Rl/dAIa/h7wf/tF3//xP/6Hn9RkQvOTq/uNFpmnUvbqZzFrzo0b9tITYdnBXEtZN9BwZsPcG8d1x8P/R+VYLmLHUJoTHMVImcb7cjz8rH1Ke9gvo2Jik663znZD3P+fvfdQdxxXkgZPmb7trpv55x32f//32v2mb/vu6qrNiEQAmSAAkpJOWbJKQiJNpIEhJUo6qE/w7n9nojEoq6HUS4imUCiovA11IhvMCG7dCpXoyIWNGfVYxh4dgKf1wYumiOG2eZ1E+ZruEtsor+RdvsE2zimwN31OWsfW5VCqcYFej1RwOCBHc4y+JhcxhLjD78hfDOvdu/7bHVG6R89r3Vv2ceQpiHkSLWwMan811tGm0RifWTn7OKJVcNrYgZrbQmldx7VtdIJ8j+ZsRdLVdICIJP3WWibJrm3UPkvP8sWa07pT22P3trH/4mWrDdLS35ARRt8X39tme7zGQshFjDG5xkqeZUJUu8WSxFqatrnFmoU0cE5pXb/GaNZN0ucL2FVUvscVDWu2MWbrJA9zEvwka8FVak9eFRFz3iiiaEAj/1aDPDcanxciIeYBkM+zmDLNsXMbM0Jt4vNK1mpHjOpIAGpdQKgNXjUqhGzU9vJZvwXCCFu3GDQG5DkMyJq89zAfI8S4iNMg3U/UKb7IGvnsdWM0vWxk7/rzmCOeaOAG7O76qNVKdWutENCirl1hg7jkDU5wFRTmZE3T44SfFhPMcp+yrNBhCxB4oo1kXCW4wJYx86OvIDSy9ki4lmz222q9VoWfmlOJMVg0WWAuyYN+E8bWL8RAShJ1EHO1B9V6lV0JydRWAYnj+cE59jFrQRJOAQmz7zef43O4yzcy7rFZdlOciLhc4Hlb4ilhssF1BsNX7K3tfaqP1h+e97v+nCCIlj5rNrvWXI+fartq4VBOs55iztzYm9tGrTEdE+w1yq8ZiI2aiSblNawsI/Zjjdpj+hEYY+Tn4Wp+Av0RsfOnMQ9iRd9ns7sn1vtsz0Za9G3y3eP3nNc417Ey49p0WT3ldMC+R/hK2e4XWDPZYJXT3vjCdusj49/W64IUCNilFLEiVdwnJwFbGLfXN03k+5fXofitfoqMyrwC51br7yc2BDJjt6OP1LEzqd0926p4gOBpxlJS7fqxj6eh7lJzi241Ek4v3LOV32gPulSfcJGu+MaUrfOyFnpt5RgixVkHdu6rrKoirnZlDjm72fY5vagM0wmFI6qxcpwerZ71DWH5bF6kgdai9P/W2NyDDw+cSujLXlZUgc7kkEj+ECMftoirrOQvV0qNNlLCoodNWfzKNfbFU4uQKKevZtuH2iLpJbnPUBCUYjLypQUbuvZedrFhuFZDy01fqHtjP/v866+/Pf3nPz/w27/4xq8euBEMXbxn2f+JzRzF1fuQFYhjraGexaN5PJLXpTwS3sm7bgDfWcAv1dz32LxRajPFxoRPr7x8ab9pb3/E/OUrm/5lk8NPHfiBJYFH90KqSMvZsfaOE3HZHbdqmntLtWlWCi5nq9TgIOKJYwANVn+ibHX0k0I8cVWfJFa5SoaTaLbKvaWQJ5qsj56wt5ImM9wCXbWtX+mBKWSKpq8J1a2QfgLWxS584OFgaGBXuozdxZUTPIBsuo4we4a/GN1Mb8SHD/8m/Ei65sHnqmJurfmyxfKK9HzNJ/BBy158VsueUGtVrsegzUzIkGdClH0sA9dPhPOcZ7aM74DfkT3nFB3P/fb5p/6O36gr/63NPsV3G1bESNOZ1Cxia/ygDlQhe35Rc4+G5XiM9ixdLs/HtDdaTDtmsNEYM2ZulcpMDrSVbOztYdw85g2256Mfx1hD5K9z+gRwnlXiDdMp6art5Qf7HKdeF5gm8P8Wby8f91NuY5XCnQFm/ni5ZJ3oZlYp6LisafTjknCaWmFnxto260bcnl7hZF3l3LDHtTGrptJ3KiRtgx7R61MTYJ7WuUprOw9SXHQUVkWGSzHVupDsadACkI1a8ffaFjNrauaNA9vQsxjyfIYsyDtX6zFSnGqDsUF6ulEWfG1eLUY94PQxSS6++sFnIdcxb/XrmQbQuThUjsMm7F7Ndfpvv8hXzFu8g63SLWdD+K8sQHR9xkGFpLV1VhMI+/FWq+M4ptfA6m9dz1tqWh/qL1qO/06MMq9+oI9xz2PPihyE8nl1WFkRDP1SaKHg2sTLyQ77wdBI+LNHDruoKBa1nWUucBZ2vabaHPFN1ADtOoERMPJeBwH0xrp+kZtlWhsBckIiPnsU861fF8PYM1F9wcHhXOTmdW9xtBoYvHX0aGbQDfoUGKJDjocIOkVe1M83FmvzesK8GoE4GwRsKkByOlozrF3nQmOjsVU/gZ3oAAcYwjth+kFUEaseCqCPHX09Zjrix/pFWvK+PaLT23zQPqdbN4mOBkSz8Xw9CnFUD+M1jhJjibW6F8fYGmtUe4nmyWoMVzLGKLCjiR3UU2wbdUsL2fdfcJAe4kXluFeIyTbWy2iUhywQXivPFbZFTn6RQT2CRjjilydXj5yPjj4aIvT20lzJZ7JYEOjAjy636dOe5rYmoXCuAfy0PoaqJTu+8IGFHz7GQwMqjCXAwjGWuiw+Q99tbDWWWNWHnvGs65zWVoQiQI70qOLB0hiyq/qBkAx2yJX2aoue5jnXmGRl7iMu9+nnHWwmXHNFLlfEhm14QA/+2ZIuGDJCy/hdL7KP0IjLq9n2TuUre2QM//gC3S+//Pz0448/2k3gXy3Ol0///ve/n/DNX9389V9bRYz2qzVmcx0fZwUwMpyT94Tnk+cehKntdQN4WppLsKoAPnmCTUifQMFmqk+vwA7023d/Pf3x5x/WvrU/bv7q6YXdEH5pm1nU82/e+RKpmzv3s/ObGvZ53wvP27ZleoNtWeFHN2Ke2opNOc3ZJlEYVjvhqB6rcTgim+PAZ/N7BIs6KPTiqNKoV5kwTB1HMpZzvRKxHtVVb2b4YKUR48nbsEzgdWwn3KRo8o1tdZQJItxzkn2BkzS83XIgu5RhAsHYar4kQa3x2BY2YzuguE9d6hwai+z8o+zN18H7DfdUHGenjQ0dx83mG9o6xuNpMEhcinB8g3POnQHsYZb8qz1iaLpcX2fjBfY9tkdiW+v0c6HvyzrzvTb1XDct1UwA/kwmj6u2zQ3Mse3+YNj4b2pNBhv4vGWMEIviVeusXBdDj+ccmB04WjZbZXx4J8ZM/EkKzLXKjOBJqGHCdhXfStZQnDqj6/G3uo1tTY54GXNNonfr8Qcxd5kuT50qp34KapMrNsSwcUkG2UNZsB2bLrgCVAv3RrduZwtfozGcGkzGWzEDfmTr8lYfhWF8D6EwYCssteJF3EgLIPKE7+3Wb5Z7DzjBZ/dmlWSaC7Cp5yLS4PiB6TM/ICwKcjdXzpKK67Eir8qCpnVin3GsgyE+8zBI7HwoQcwrB5B7ta7w29WryrLJoIeIY9QDlcCidsrJa+Eqo7kcjDfkOd/NPPo0bgj/aO3qVGugRgE3gCXZuQ7mqcakxsQxgg8/Whm3PjUnpOtxbfU8XMzD9oEHjH312QDGlOZNXFhBk/OouEXjeUmh5YL4kI/8ou0hgdXmJWIGYuQ5ruxwLbA5yHK7jewQAwB4AKMdikvxqy8NjlUySR2pHWjHdqzFQKR4ACy6j+2A06kKsB6JN3X0AIHPqcGcKNjIQzU64q7X/VTqcCS3z0EHa07rgu0DkhqNseaBZOpHdyNelN9KL+csNx1Dxl46cIDtgi9TtWFSh9ysXY1B1A7XfcxL7mAMvuqRwbyncRnJVrwV5srurCxnetb6/ekjzsG2vxsAT9taH9KeAGGs5jNIxmfaW6PG7Guv7+NcmITOoCTzPUA9q5uRbTbn+LkuCgsWsKW9dRoCFDKDeJr7JsLSgr5iVQtLHZEX1xPldManiiE7Rm8ilzbuEQq52J0PqiJmPCIO7otA588/3/Abv//7v//LFn/n93u78fvPf/7zCb+misPXuueathJKr6ePrQL9WH9M8V03gD+m0fhkYrHTgu08uPmrG8AIPd7Yff3V66e/3tiPmtgfLv/z7Z9Pf7386+nV61f8Oei6ERoGcKLdPSXAZugXRXFrvQfxoK355Qm7c9t1Mxh2BRwDJZyg4omp77thNBZYk1AarxCzyHpwPHAe9OKJMrCdpOnEL3ADNEid4HGS4xtnG0DBwpan/oEGZKw0ZcBtmhyEYoO5CRjVEXFC2w5MEhx0U3jOWTzbHJXdQmsssgg5Dkd99Sj6xnzPj/ltZc5pbzJFjTi3wEc/j3WrUbSr9K2pVIAvm1D9MS18WoV6F5IVwquGE/OOuMUeq0Sm4mvl+BpsF/bj0cAgx2Ca1na+NNnMhhpzyABwLmc33AFGGlAZHju2Q5vbmXmdZRzI9uSwaHMGtUIfY40ky2EptX1RzL6FfrDpxcN+LGKcPzOcqA/AVa2B0euHIJCfiXH2qHpUb3109UJblr71QtL0JGPrsIkVO6wjxiXGRr9Rq9FJD2wG4HInEQeOBYgr7DxP8tlYmR8WJQjAql1QignMJKxakWg5YkdBz+39za0eL1rO6GKDZnZMZUf9jQAir2RlrJYfgsm12a7PiJGD3+pKDpuIK75aRTDQqabya20/vrrYEtymle1GUKbrwO9WNU6igdQDxZyPWxMUR/15RIplrjFw7iya4skxeP4L65HsULuyxWAFTA+iQRH/mYiuMacmFGAu1D1ajjQHomwNY1JEt4qwAXAWmWr1S5HXwrV03XcMTzbNwxmKlXMDczdfG51M4cZxG7qd57BrOsRr8ap+Gm+fT50/G1NOB8Na+asr2+adI+BZSSqQDltstFANczaKKLYgYm0b3fvoLb2vXCVVzsiJrtHCh/1TvvS7yUEIpd11P1FgeUxmLUg/yAx0iakv/ARSKPtt80jd0OWZL+6zJuP+YopeM80HtcF43/FUA+PZxnSq9tEKWLcykpxHqJuNk9cMa8f3yU85x4+2+O8xMK2FPZfaD0d6n9wcwETG/B0lk3iLvWDfOCE9d0frcuTnkxufURIneYuRcySO32gQsdGZSjx3W99/bjkEIVM4Im1POq9JFtRBekwjYYx2JO+ABl0hYKxF02eJKfKaAs5RSBVS2LU1kaKAjmmApwcYbiVL9PIx2lukRb+GwH6JMVvPe45hz/a2aUGgcsOC55TBHKyXENaAzbwiGI/XUIWBL9T99ttvTz///DNb1Pwf//jn07/+9U/+zV9EBR2dN1kpBtc7O94vW9bYAHHVYMcqF/fTrsB1A/jTHr8PFL12Hb9Y10UCTxK2ab20n33+6vVX9m3ftmHhRvHTX36T+K8X9veB7RMvPLAJhl2GpwvCO/ZtCSq+26xvsfLzetwt4ymkRzQ9hUgTnCCjba9v6sOTmWwEtrXDmXghNYMd6crvUOYx0GuBRpRN1ZjxhTPUQwgcf/ICE30ehqSUre8aeiOlqLAxlIE5WRIM5BGhp5lDz3z2fkh24MsvBFaJjKPu51LfZ2XDhepmBq1cDuK8WK0C2isDp5FGpX0gXh0mrUWnTJm4KvrxRX8zpgkSAzwf5B4vmfJTjpN5a5Bzv7CR3dx39jXqzW3XcQNrbjvydJS38tvPh9jv7SRjq1Ct7fVqJtrrUqCPrTN8eygKKDljSaXRJGNdfQOr6fWUxU7TMrsDjL/YhL7PoVQTsoJyhDWZW0Sm0ygfZNgK07rcqlZO1pNPb8OWCtRNbTS+FWxB+NAKf6GIDLJjzpdsiSyZqbXzDxy5FxvNOq8sW5iVg6MSGRKUttl1AnSJGcAGKnMWslnZQp4zTljljYqm0uuusBPSYzv9dVJF7+JLep2s2pwguvlywrJT9VjwXCtoxDZC4/D/VtIAK0JjkZKN2iiWTZa1eSh5tFnTRCrzXzhHft2lLpkac/CdhesAqjTnVNkbAus1MlPHBL086vZ0b9vLZ33lWux3YPI+aMo0F0b0EYFGcssO5mNRBCr0WFHj3AwUU/Afikwy9JudU25lvor5xuuGERD8ZGSMsRJizfULtpXc2m5zdOXGh80EO5ShuogEB2ChxP1mG1OGgNzOMKWuyzGFqzVchF7QOhcuYh9YI0RWi2YD27RfDwCWLJxzb01uEMvEl+rs4nM+OURlnIbwIYzZNYNyRBw5loYonca5qPdRgb7uGp+efygWmws2wkPVo3jyPwR5BubMn1Yls5nMf8jGolgD0IbmQCmD5lvemjjWq+m5nK9LtibN+Eaq93MjzCGzh12WHvLmShyCULc4SluYohj0m44xMfBh74Yax6WerCBvFt6JjPK6N6pU2pFqtxJldcXi1SSEXRnVCgTGFhI9xEPbH5wHAYaWtAflAngLKuwIW5E0BflOFtUtuNWmw/X1Ja/V5BAhW8VB786k/TiaQ9CE5E9XlzkgLNwbeWPf/P3999+efvrxJ/vV1D+f/v7dt/zJ5+//8fenr//2Fc/5b9/iF1eRNc7HxScJ9P3RR4JxiftClK9k1DMfijHaXfTnU4HrBvDnM5bvORPbYMvGiA0GtPoIBH/71743ia3q6Z1tWviHLRn0m3dv+K3f169e80YwZPiPA6+N7tt07rP2KG581qZs5uGcMQaruqU2uwZjmCPc6mqkXM8kWaixHJ48VOIJcE0F8qK7cSNbyEUjhIodmRC0QyqNc5C62fAg/iempjHehm21Z62ugm1r8zgO11a8MN9MeTA2zBMBhPEzMl0S9/0harAP8uW8od7YLkAMSNjckysg537nMSuUua00bmn3/TbU4V7bxOeougn3Zo+rM5C8avPapTnHUOa6faTjfpkj0/w6qzumFM5ZcMPrkwh7GDMrxh7qgh+FirzoYp8+YdmrMqfgoX8DvtePqrDdnMyhcO+4BicPJRHXKrYoNxq517m1KMRDYxyBrWJ+hP4IA7xnyBmpAHZx44P7xNmUES6Ap7jFccA9sx8TfvBEuIppkVd6oDxkqcanDYdoK6bHNvfziHqs/FfZPISqMiZWtYJsD1j2Y/Rz3JGvxovz4Ph8nsXXcFOMTHlmkzQnnbXt0fmQzokGedRuGxTiWcfk8uZxWxnn4LzEOAxuD3Ebx4rTcKNWjcjcc7whLMFtY5QlJHOptMbtI7K6xTf2uBO+6eKI/jaWeG2hORV5qIv44xpd3A9ZAa6JI0OPcSzrIH4LUrwPmcOtvjGbmXo8EQQwyHfn7sQWMLu2wVci6/X6dr0lvZMdrcub4zrp70Opn6parXWOFvOCW2gBQ59zBfraW8mQQuSDXq0MGNI4OyUPrzFHtr2NslTb8EbWnaNt12DwoeyVLT2V+S6vEWg2r4DJc31UTvTKK0rp3jR/kyn2pBjMsu7ZctXDML+1J10z6FdPcVMXfybz119+ffrtl1/sJvDvdu/kld38/d5+9vkf/MVUDONf9nOqsI8HemB17KjidSr5JgFt/bpmZh/L0Nte/c+jAtcN4M9jHN97FthE9YjOsani7/riUy2Q4ybv0yvX4PZn8rdv7O8H2zdNXn3zij8LDRv+UfO8v0XYT44en1xGaWCbvTVxngJGoJW3v4mPNfbjPxaztNR6ruYzvGnXZAgbvXFM5OpiqWZ4EVcFPtcK5JVxLsv5OjqGM16Da1vY3BPzGv2Sxgp8LHU+M0/O6MZcjb7DtEO6utMK3LNn3GM7Deg9CK6J9R6KfJ0W3kuRv0QnH3Lf+RB7xz3n/XtsP9TcQsyfYtzPUS+bb/7/RnDM11vmLOp/wm6iun1PYY271V+nrTf211qX9NEVODNOcYx4M2SxtKPuo2N+LjzenHou8BO4eUxsQbLOi2IvsFfjAD8r+QL2CxR1+x3fyzw4Jp3p8eLhVyzwa5txUwbY3C81JzcNZ3413zQXvG8+iht5Uwt4/+UccTIycISZJc/ci2UyV+MYxjGvIsPN27/sz2Fawy+/4Sbv69f2ZzLLzz7/54cfnn63n3/+7rvv6t/7xT2UP+3bwBg7fnM4OEBciCLGl2sflC/yqsCkAtcN4ElhLva6AthstOFETW5MtjNpi4x62LKwqfmmVWj8pIFtuvhEDGTV0EBH+NHX50THjfx8Xqp2tkT95rg6081tM1roVZNKBCFOShjQIrMma8Fv4IA0ljir+7tFlfrJ4dW5KnBVoKuA1nfHti5epOLfdVwV+LQqoLPEpxX1Fe1VgS++At1lX6oHZNfpKJVk3jlTrDO6c4+XZFABvoM54IN1lX1SmFvY1zm/Vs3mFabdbYcZhg9dn8OAY1i8/7Ho37+YvafxJb1XdG7sPm7teBOYr0lvnt8fd54fNjqt2+cpbr9Gleu1JlWJUYsx0biM5FveOe1mb+8C2z+N/Y5fqEm1QMhvf8nTqTWHlTK/MjZePP3gPWKey4K8moHYB0/qz9mZhXjGJ+qgWuDPXyI93O/AN35//fXXp7/sm8Bff/21/c3ff/Cnn3E/BDeHsYa4jl6+8tbsiAXnxPTopIe1CHq2JmF2HVcFVIHrBrAqcbUPrUC8wRA3I/Dx6Rd9ugUybHzggcZv3GOD48nBIuLm99DILrCrAp9uBa718OmO3aMjX88FXGKOr6Lj3vzomC68qwJXBR5fgbzW/UXf471ciFcFnqcCfj0/Ph9NTlPPE8hngJr3glVCk3qvTC7Z4QpMx+Eq++EaXopfTgWm6+XLKcGV6VWBz64C8f3dUXKf2rrfy2eUI3h+2r/95B9vkFYfBQ7N8lXfntuBvPorwByn7hs4VUcBdTidurSevd2dU8tieXgjjANmN+UGX7ipi/scX+Gbv3bz99eff3n6zw//4Q3g77/7/um//uvfT99+8y31cPOXv4pKbz76uC+Cg409xXmqXNCCr75bXM9XBcYVuG4Aj+tycZ+pAtiYXrzEX7/zb/y+eeN/D5jf/h34HG1yA7WLdVXgqsBVgS+uAuubud3V+hdXnSvhqwKfYwW0rh/9ctVwHw35OZb/yum2Cmja3mb9DFYK6FOc9Ir9GcrycEjF+lx1Bq58xOCfy1/xMXIZ3V/0VYHPogJYR8+8lj6LOl1JXBW4KnBV4EEVCNcXsyucI57WtubEP52ZLqG024cQeAbo+/AfeUfieW6de+KBrXJ/ZJy47/H6tf0tTAP/4w/7m7+//vb0888/kf7m62/sm79/5zd/X9k3fduN3xJBSajGZQTui+gBLQzhS7uvgi/QXcdVgaMVuG4AH63UpXeyAtqGtxsSb1pww8JN4HdPv/32Ozevr776ir+L/8I+KaMj3gAG7+P9ZMs8X+XyxbQqxcmEbzQ76eVSZwU+VLHv8HuHKS9S/Ydw7kF533MHsW73z2NR3JPnPbbHohtr3ZMvEFGrW2O/x3aczfNxFes9c+Me21syu3Vc5OvenIVzteMK2PhsPu491hxz7x3fMepxLvzfOqePe8ma9+T8IeJF9PJ7T+y5Csd6H8gv39xazQvVYaVzLMNLa1EB7S3P8pURjZ3GEnGIt4jpbhF8RJ93A+4D7M7nFYTW4EpnJrsnz1ttVd/3MZazvL9wPtfrc9ZfY/yF1/lK/7OoAN5juO+ccK/9Z1HGjz6J6WXMrae6QxnfMzf83S+66WJkl9cVHgQu1eBJR6cu9n4bQfa1s0b8GdAsWfZujjWgAuO+0N063qsAjRu0f/z+x9OPP/5kD/vmr/3N3++///7p//z3f/Fv/+K+iL75iy/E4d5HwzCpYaT7IbwJ/NasXA9xm4sn/NVnlO86Po4KPGJOPlcmr9ffIHoutxfu51MBTO84xSOtLLEbNX441/CTK/okCzY9PPBTCTq04bWNUJJxmzfNsc6a2+Jc60WpdttbbCPOrfTWr9d4yz/i4Wit45hWXHPZ7ymIQhVyvW1cjdOoiiliI8qM3JPR/S3yeS7sdXTymqu3tpFUtuqH1kQuXeFCYyUPeIks4CPTA349rgQYOmupK24du5U944JpduUOpa1p8D0jzRCL7RbbuhHOjBEUHoNjwnbNhV2FWgGsZBXgmQj4ntXjiMuxLS6I9/e1se0Rr2Ode3JZ2NbhWeiMAypcAZzNF3aynTno5X1/ZreKJcoKHliCjmLAqy/5zOUB/v71hJzNwB4QBKFXCc98B/5eGLpBQ5M95T158Pteyfvi0li3a04FL1y14Edaemda2Y/mj2Rn8I7oRtyR3yMYvU7EifjQkyzyxYs4UR75R2izhfkQVsw5vkvi8xGf0IHNHHeNcoftrS7XAb0nqYLXuBxxe7RWPab68nnEV9ChWW/bMOul23DiBZwh2eN2ShDLVRTVa9cd+2iTaNmNwJNi14GdbDuRulPImd3UwBB7GTDA8zgknSErpOdvQyS8wIweJ9HVd2Yn8gixoc2fyrCR7TEU655eL5/Z9fxb8oEv4Szskwj6icGAeePNatvWJdknnoAZcRVXhIjyyO/pcYy91rY/8rnV+lI4uh77VPL10bM5aEQdSZsy6d0jrv8yj6bTqVrn1DdsAGyY2YY9OTqi25sf9dHbne/3dfO7WCV2pRBhJ+lgD/BT5cgoAhQ64hwwwQ230eHjPJNpHozlDU9ya/G/xhP4TfkQhXq4Nd7/yiboOk/40pVeNIi05KEVBEHBN0alg56RQtLakCm1ivAFz6nSzPbAlm0vKclu2I0BbxPcIhpJeY7ZAcee1V4/WoRWfDzAe/Pnn/bN31+efvrxh6c/7Ubw1/aFt+++/ebpb/YnMHHPQ/c/IoZi9ni8Sn6u421eK4PzIOc4W3cUu3BSa4o+lw9bJPPPrvMMZTgDeUb3UbV/vf+m6KNcXTifXwUwZfuHsvSNqW1HPr19k8KmCPk72/jw0wX20wjl+OsvfPLF//g5WNpA1UpPm6z6arXZqh/b3bnOM+GNy9CvOMzdjfYx0BP0PCfUeA9orTDH3sddIi8C6+2GMdSpZTkiFBntnfz6q5+9NIrcfRRfB22ymgLM3FEv51sTHamSl/VHasIIst1wVNddxQDak7f4taGk2cLvALZ5Xgr90m2kIneLedl89NQd88L84jL28QeB58jM03SmrqeCu0Ndz1cNTvbf7/V9/0hQ8Du3szGs+/cRtOM65fp8arA75XIpKk6r40Shas6IW+zmNvN45jaY/cujH5Owf/eWvZf5WG89tti3MnDWWH0kDWMPt89/dy406HJu77MOCom0GFXLUMOqknjA3MPdk1fk90g8JiaMtcYNa1e0EnmXagW5JLe0c2PfN+Zza+4Ne9kc1+1muHt2vVfgCGvtdy+fdciIay82xdHHiH6wDWpEDSJqBvkIqfE6wyYgRZiFyrt1wh1a6zrkCjhlu52gC9PmZUbdY1wK262fmafGP+Pz8OBV+LZWZFtaut3zLZsKd4KYY7vrFfbctq3HWSgr29ttGO1sbM1l8spz0Sw/8KNMlmhxDZdj7JdRPFe7TPbZ7mwv4iIZouqcamAMq4tt7AOvF0zxprD8LehUnrGTx3H7glfklmxbQxI2mXN2kg11FIJar7N665Zee9drkyrdzqMqItHLs/TqPVcF0rp7oJPtnD0OfiSmOl9sPubZj16bpNgN8tFkmY/eSNbsR1JimAq1Futs66txprhFpebaTBI13UKSlndaNrmPGGIc0FunA41o4Xh6nktQqxxFPK3xpqThZg1HHfHkbyWTjk5uHlt8dg3EMcdZCfGaxqsRcymoK9ASmrzm869zcyXz2sjnOqEoX/QjL8ZWZRneTSE0frQV5iPa+byy8+/CKXLHAzdyqWY3N3BjF7y/3vz19Osvvzz9/NOPT7///tvT377629N/2Td/v7G/+fv07u3Tmzd/mo1/8Q362/3JEkbOJvN54r7AxPUE/PnD5FCMxyRmsrl4O/1qq5UwAah6nw+xGt+zWZ6pGiq91F8Kz0bW9K+fgG61uKi7KoAZisdoM4mz1ya6dbGP+Sbnm502zne2Gb544d8Cxh9Mx0PfCIYOHjjUslOetptmlO7Rin9PbyRXfqPcR/qP5Mn3CHMlG+mf4e1hZ3ns9VWKsnEEEw0AdVefE80x7AnuzvZ8AunBqs+SsBW2q+vpqO+I6w7TaZj2sZKpjCLke2vON5aLETHZGzNepDRP1iSwu8fvEvxOYV+KUznOlAFakx4EuJIN1A+zZvFEgD5hycx2OR8fEfPMt2LYaTfxAe8sZqzRyFby9qsgNSqJwFiZVoMBMbIbqK1ZMZCoeQQ82u7pn9ENcURY0BEmqDkZlTdCY+zJRzafFk/XlriebNepz5XDqJ4YoOUgHQhmhAszfHJ8dsDnzK63mcUo+z7+vh/x9vzuyRdh061iij5F+5snx/OW3QPazf65j8l07GmVUUTp9WgfFU7TPeIRgN7rLRgrPz1+1N3xlcQjHCmMZNHPGRpYwh3YLUS+LcwUjsY4sx/EcpS1cp3SRWel3DuE7uDcH1CeIZs+iG0/vUs8yGf2TiLsuO4HNlsvD+b0PmN/VEXJVzKEuJKPZKO05KuTDffIia6ZziUdbui21/Yra+SxkgdA1uOobrQDfbRevd3V/3gqYGNfhl/vcXps3dhCp2M9Sw70UwI67eCI3TgJe7eW3sbSnUDMNNUOUAGI1+UzCOy93J+DwUy353d+otjR2s22KHMaspXPBTgBIO8OY/mpxP0ONLwuSHniWzajUxJks4jBd9lMo4tVXTlcjIHftASuK8uDTOVZckGzNaU0N5LwSKf5PaItnW2MkliU5d4Ev8X7118M//WLr3iqf2M3f3+xm78//se++Wt///fbb77hTz9/9913/JOXbguskH057zHPcs8DdNMo+lXWYnGqac7mBfSUU2/d+vsaTfeibqkAKvyhqnzdAL5lxC6buyvgG3iGwUaIDRQHP0UTN0Hj6Y05tVS8nq4KfKkV+FBnjS+13lfeVwWuCrACOH/zhYXtQasXGFe5rgpcFbgqcFXgqsDzVADvBrY3u7IPXCBDdl0o57pcvasCqEC/buI6gUxytOOb8EC5jqsCVwWuCswqgBvBn+prRO6A2gZLgnGXnOW8xxdGB02zkazyRHQOwB5hQY2yiV0HU7tQX9y/rXoX0VUAN4LrfLdv/trNYNz8/fnnn+3nn399+ur166d//fvfT99++239YpveSyn3citgf48k3vcArQcMiIH3ZHCTuAeqiBdxVSBX4LoBnOtx9R5QgXLf1pD2zzpxk4vf9EUYb968YTSvbdPEN4Glq03u2uhYnuvpC6qA1gBT3l9eX1BlvqxUeYHOm3CDvPFKoMyN2RQZfRp0gPRRstIaOByhXxwfVr8UpxVA/fmC3iYX26nmJXhkBW6b94+M4MK6KnBbBa65e1vdeqt7z/s93qffn73t+fyZreb09dr0+et/eXjOCny4dfWcWV3YVwWuCjy2AvFc158TV7LHRvE4tBgz3kfR2ym4r4brL98Z/fmefPvPrTlizgP+4tHbUFaUet1du6IwshMP/kRHPNHtvX5xvswW8wB1eoF7FU+4rWZ/89e++fvbb789/fDD/z79YX/zF9/8/e777+3m7ze8+YufhcY/3Pd48QIfsDKMSUHTnJyUmDEgjgnGxOxif8EVuG4Af8GD/7ypYzscndLGXrFpYSPEA5sdf0rBvg2Mm8Do4xFvAo9QVpsk8FfyEd6Kl9/4Rp7jXEc+792g77Vf5SWZfKgd5SHdD9byjPvBvL8Hx7r0KnPrs8/3PZT0S3BRtl7NnvebcnF+k9N7bFcOcVG8kn+kMiz7jyTuGoYVkuc+Y+Rz4H011HmmolSHlfNFE5v6fNHVuJK/KnBVYFMB7Jl2zviyts6S9KYYF+OqwFWBqwJXBa4KXBX40BXAtyJ5bfKpvRAvr8HzS3H09g+8Z7r3uk3XasIfIeubuCMZoqg3hQXWhQb2RERN4XdmqbuyT4pfcOeF3bt4ZQ8cf/31xr7x+8vTTz/9xG/+vnr56ukf//wnf/oZ9zFw81dfcPM/c4n7H7dXeW+efcHDcqW+qMB1A3hRnEv0fisQvwGMDS1uatgs8XMKukkcZYoSJ9x4ozLqHDkZC+d0i32bZ+ftKTrGE3FjbJEPeiWbyeVnZDvi9T77PmyO2sl3j3G0v/aTT4pJN4uOunuIXorjIYgOknE1n0qii3yj3b3j8cB0LqhPpAJx/twecjdfTwPZBAdEfUVzGuCzMhit48eM07kywadvPWEDsnHCi/p74vH3AhpmxjIHFBU55wXibvrnsri0rwp0FfiUfwahS+XqXhX4Mitg54PrmuHLHPor66sCVwWuClwV+CQqwJvAFqleTX4SQSNeXF+Ug6951TnZ4pVrxJI5XobwVW3xo5cl5FUlGKuT28oOcUYNvs42WdWLQtAmGMVFNciK/kanCCQvarWZ8avCZ0bg/Qu8Z4N7Ffi55x9++OHp999/t2/+fvv03XffPn399de8f8G0rTh6vwOtvxcyL4jeC5JNryl5z7/6VwVWFbhuAK+qc8k+SAX0LWBtdtjc8MC3gnETGHx8amb7jeAX5W8I+5kQP6vQNledjtTenhovYLCB11OjYXWwcUOONLwiJvCU3+2RuGWPH/Ee5SNiiu79xpx6mWxYp3ShYrUwYVc+V+/Oihsd4iQwq2v1dBfR1y3mo/GDg15PTmd8yc+09cJZV4a9sRUmxseCdjrCiOw0fyHYFDhqH6PvhVjbu7SbFocCw+fyZuUjAEF7720yVWoywar8UDRSshEww2VcUrU2R5d7vTSYTcjefqJ2ii3M26pRXaEg8dUGxoaQJ3AVioEGsrr4ZIguZb4AVT26xLruY1I0X5t9oiA/co/bBqtsSgHYFa/T7mrUSddds4V5Qk4dN2cNBnxJZ064rWT0pmp4s9o2JafiubWX7fZTfdSZJbOpxi68FI7Mh7FOiAlh2R4rjmMrVrVZKv/rVrZRK/IiPdOJ/C09zm2rt8+ZxXLUcjWrgD2pn9xOxMk7dRsWu2bn812aAlT/udreTz9/LDD/vw2gzLVZ3ESu8JXY4tzCOVLnCa5Mc3wT5cKmDZ5uSuMmoxSQrlGXe2KyUGfmO1XBlPu+7Lu2wOVVMvFRIIUMJGra0+RSsDiDVrQqbDYTX1FlRlvx3PoOjBn2gN+vpIHKPM2hsjFRlsPhK9ti0Nlhz1VFZu7c2Wws5lYziSLq5ZzXckOlLthg0J8rtDaCygNIBSOoGE8vk86shb7sz9hKV7Yz/MznmBaTOr7nIDLggZ7G5HnG4kAAH0Al1vku9zbMh/aKu5w8zphjfMt84nTOhn4+62OzylIt6/Za76fvI/OhIml+MdtaL+Xen0xRPPBicbWVmOEEpUEG3Y1ylVWi2Um5ONj6AWdkJwiTSbxRdUbFrARs0UkMAXprIkgFTWbpsESkkzTZz5C557H2rpH0gsPEr27wt51xVEbwmSyGqaV91tTjFEiIAWo6f4LnDWn2G7uACf2NPID0+xpNreipNX3k8+eff/Lv/f5kf/P3t99+tW8E2zd///EPfvMXCb57azWzb/qi7rh/gQP3O9DX+YdMPqUqVDb8SF824OlRFU8RXUFO2V7Kn2oFrhvAn+rIfeRx86RUTg+3hKoNDrbY2PTtYHyyBp+qwadpvrHf1NcGqBZbuan7Bolt3W4Cv0Qw3GD3Ijm2CXLrL6qkcQJk32/sygvi1iEaceJGdotXGt6CL90smfekH22FL9nceiuJOJKOcI7yhDFrUTpVqh8B5QFbymJNwbR+tBUN0Yc6RvW7PRbkt5OVxLGQncNdjKKvemts1Rdc3xdfrY+Rere0SsZtsz+fHVjOmA3eHvOhm6wZXbaOq15tTdn1nWANw/yT3hhT0nnraVgeBwFyLViBAB7qAbyS0igzF5skCDXeAbCSvd8qKESTK5EGvMVtMpi3cspW6L6zokeLYCbM5lc2oQ36RNAEKCqwFY6s+r74z9WOYlj5Yr5WJs5DTH4rnmqAtlVshXKDzFzNsOU/o6biZ1Ht9eNdBZUgSl3kwlRb1UjMxq7Nr6yfegglwZZsC4+NPSnXXItFHqsxAV52mkMKgc9ySwbLTh9j318aU6jcpdn3wR/xpL+Wo8IhJhY8WkIMZhME7V6x9KWBKmfbziDhZlnzJ/4oR/HUSlftLeM3wxLmvLWfEqNwG3utcV1TIxSrm0o3Em947oc1xnyHLfGNHoWwsXeGT/eV4xUYZHhEe6PxHyx7Ko07K8/gRtQYL/mRgVmU+glq3IHT2cGYVgpu6HVFdi3SrVWTgfJajh1zGW0BxspD7i3GsLFqTwLr69r347pXSA2qxJPO73HueW0SZilX4hHYBR4n4kXYju8zSN7Bt0fBCVySZLenXrwx3MaRTbIcMwHgI+fgMegM8ICexk5thjS/LJPXKsssUls3yY5hjnVhm5cZxrLkXFL2/KHo2L0/j0Vc+AZdjMVetjDI8eUxKGgJEnH2oBtGDaPH6y1TvYJwxg8qgcw5BEEgoYM4R7riKQ/1zUIsWJIdZY12R33fuf7sQH09OMbFRxxvWVaeGA9o+xgeAPnRQfQ5xjoj2E1dwzhvkinDutkbN4rHGMRZTZVjMM+rtYlPBdI8dvetzlZRqZionE5qjOfWczU7R5h/hPCcvpSvfKiP60GmzyJYLTb1w85jzL4wiBc2gU+ckHmEkr8g7mztPEAhfPE/PLhOHCDjyg/WQosdxo5AX052+SCTCg6D7nAjPLuPMjeEZe9Vv5XMHWf7UIutH1iGo2CSUxIq2WhAigiK/HpEVa165CjW0unzY0zRmfSshV97FPeFAbnry0pzBorgub6NF22bNSxxoP6y6ce977sBMDucTbdj0DA/IVWfRfYay2LgvYVXuL/gf7byt99/e/rFbvz+f//v//f0q/3t37///funf+Fnn7/77un1q9f2vv9fTJCxG5a+6AYvPgVVEfm1Ua4sj095QwP2uokMfnwI4VgL7P38j2FdWrMKjPa+qvuByn/dAK4jcBGPq4Bmc929TkP3G92333779Le//Y2bnn4OGp+2+eqrr55e2x9e9xvE2JT9RIgTgR7YoHlisLB8o52Fo7hn8i3fTzjYfN0vbu7G2CMN69gH7fYNN8obd0yNbMU7gzNCF85IBt4e/tR+MyWMEQYF4mrLM24bk41pF8dIjlhvOWoMA+NettcfQJxgtQs7XvS1cvjVkiFpLPo46AT6s8JELFPDRRJ90HD7JDna2cEhmwn3+LiI6YIFHg7PzdeLTwsT+BWiK+w9Q32qM5dYcd2K7UJvij0XIFdUclXPaD2ueuQWGo2FGiURxyth3kM6mkNZb7+HcdnaBuAhRIxMuiVo6YMd9oWakNSlN2oLvNaD50nAqo2Yx7FXlWcnFMNpR5YK506qz2mUj84g16PsBBy80XwJ4Zd6zBc47CNGsIWkq6PWoywglo7ahiCtxonUVr9JZzLVAS2OmV5D2qPWMc6se7/qq4XdjB5hRt2RPPGYuudvXuAI3qiCsoBSfZKd6fFFeh1T9Jtt0mVnLvNxzxazHCK/j6vvZ8RZz3OdSWd8P4OXGoyUvHAjCXmHY8UYlDFRqRWxt6r71FUn0Fh37N0uvPkt7zIrkgXTtSe8+E73CKllAptM1TMISwY2Gk+1YOINn6MHMCru0AgBrTVgBv8e0RDEFFqs1J+okQ1dI/a9rkDOyzxNnG/Htphzsc5ZC0ZbwzHWVi9jnehhspTx6dcE6kf/k0JSzoE54e+UqufZx+UQ8D4J7JSPpqwVMvYHPfkb1z+NL3Wl33ysKM3/2lY3TogvjHdc7OhVxfG5QgazNr5jF0MG7GYzgULz55DRqDgZsIrEy9hDALVMdtZx46Nad0RxpBxqvHIgOcyMpnwkc7GDd3JnFnsPHywf71WiMgSePzS3OJadm3qtq5CtHpqTQnpEqxiAFemz2Bqvs3bQp63yPwlwxG+vg/6LOjcwhlZk89+vqRiKZLFGoB8xJo/AiLEu6SNTdANgxQl2vjQxYGL64KEeXmvwG28D9z4YGBsLwaN4BocGHOcCPHBegbD0rRLW9zrUKpU9DSqtdt5zlmuGqRmEA1LAbmzxYF47chsj63Oeyl4K6iNuzEDN8GLfxI6OsS287Ba27f065G6A1ORzcVdM+U1QxFkPe+8ansky3VSiquSE8LwHR3j4YeHZ0foafL4uogqsixx1Ek2ZPSkkyLKjPM501PzIzI0a32GFZZ4lYq3RVyyuyZ7A0EofYvWtZeRm2+9pjhKezZ7XBMbqfUHLKxCdBFvYlAA4d+gPrwPc6q39Iin4uCfx008/Pv3wn//4N3/ttcI/vv/70z//8U+Os27+ArnGABQrcIt/FEPkqSjNDliwx30HPM4fwGy45+0viyMV+FgrfN0APjJ6l857rYA2Wn1TFp9y+fvf//703//93/w5Bdz0/d///V/baH/j5odvA/vv69sfV/8r34DlBmsbHG4Qc6N9jpVomzBO/NqE1Wqj18asPoop3pHCapPvdduJw08IvTz2o+/In9ERe6az4p+1l75aYItWO8phxFvFdVQmn1F/xJN8JZPOqh3ac67iAiBc5Ng5XhckxDPxqAbEM3tcpuj8TnoVBGTxeoNdZwAv+Z3gIGRe60/ke2zk0oVAE/hnOazF4c8kDz3honqEOzPWeCAa1U2RSTaz/Zj4o7mhPFCPXt73kUufb9/f5jurtEZtJs/8FIuZylr+klzM0iLGKMcoGqNq9XII9vOq5g8jVj5j/DOH0Gm5tPxm+qf5WHe2eDRnon3zK65G6EwcM13j1/GCDrCFv523imDUxhpHGrqjfuahviPUfV7G2deXxq12sr+vbXXu41BfLfxEeuVXemq3uhpjH3a9EdP0LK4yVYChed/konw9YKr4vm3PHEC10lPb8hVHrcZdrfho4T+uT9Fqpdvrib/XIuZ5rebWXkXsdshrcHBNlUJuxDmnjTgxEB/G35mzWGf8CIUaHdGLNo1WnmohQfaWI1mgg0wBQ63sL6qGtEaxkFfwYLp3CHOkp720nysjXcWScoiKJWjpQTS9/jLdVVwR9la6z8nHFqXWt0wQgSrdvMT4Id7mu7VxayiHrAIJueJR2zxCmHotLOMP9YM6pk6cSkH0cDLG4lM2fJMkeUNCfVJJ4fZOV/40XrejHrBsexLWzWZeIN04/tYty7piv7WfXTx/mI2ALHetWeLM4LoajXwifuYQdNVnW4xifSNtxueGuPoBoUeIbCNfyVy5pd/GBtMO5fI64fnIm9EeT8obMfK/+wrRkEy16IUP7Mc1dxb2nhhvtkXNTmxIUTfW34uMISj1HwxDlU0KE7EnKp8wG7MfRfHCYJ7M8hVf7T1z6r6CWcwW7onpcZ+7Yu1VirPF6BIE2hiP+NUxhdhfKmdJ+L6DPQibkGHDDmSx8tHyvmjWBE+wUTAwoHF4zVtAZEfJMDDEi0jcIOYISNjrVIVvN794axyBGoGzG7/1rJgpxpPXyp6DvimVuIp6bQCZw+vPm70h9mpY+ZHmKT/0aN9wLaDKrWhaPh0W6ohcvSEqcxX4wRZ+kK9i0fxg37Bn70n08LIHnyOjeC1G5lLDr0QPgXR44Oeb8b49YsH9BPw5yj/++IN/7/dn++bvjz/++PTmrzdP//rXv57+53/+h/cqXr1+xZ+Fhi7uY+DLaDqUk/qr1sNue43PrXBfw4xjriusS3ZVQBW4bgCrEs/RYtO8jtMV8M0NG5qf+LDZ4tu/39tPKmBDxY1fPLCpYkNGCx3cBOaBzd12TG7wOI1gw8YZyR5nNt29wLnhmq+39u3fd+9KLPYzD2/tJjRjw65d/L4rn9BhXMZ/i/jKwwjSI3/0MRIYr+bCeYbT5fbQyauXjHR7HfSrj41whlwUUeuNjRhZ0vtAXzy1bok6gdrxLTebNvvdiBeMHMdC8V5RCbFFarm2Tp4npQw+z91xqnrFMoL/A9AgzkfkCA/0cuMQIRcf40GAwF6nMDYyLsI5GlKtQ/HFmga/fX/qdFdQ9qVdvaZQYyOrXUyiG2V6odEsM8ULemOt9pdoIWyvP9Znkob+qsoyslakwTRyZYv8XM75vlb1WgiYungx4TErF2XQ98V/H+3Kdz82G13lZ4FuZA8MHtic8yNMiyHLEFQIbGRDHgajDeJ2TEdvIDbsvjZTNxQ0u75O6quFeqNzjGsfW2nDOSizMHMtt3bPz2m1kq9ZHuKrlf6s1d6xlW/r7OOr+dFioiYWskRbMCsiXij7LPRvbfo+qTjVuimwcaj1HjlkbR1p7qltFtv9FDojvWgzohFjjnOkNeYh7PE8YvXGRsb1OLf5Tg0o8DhZbx9g55Le1nSGdUuNGlY7D3oIyqHEFsfWFBQVtXRSEFjIoZ4wIDMjWspY+pN2XWnVemLcsVfzoJchvFmIezF1bm/ujsYSr4/EjzGDF/uscxwDMHSxUiLa6iMzZd1dP/bju8oq+hXkzN7ctZkUQT2O8D5fFA7p1bySTLVrtWhvjjbQx45wqrM5GfZr2UGo0yIS1WxLjFNV37th10rflFWPWnsTVRo2ODHARTnwHkKtnZi7bRdjwIMpfexizBVaLULsLUUaKs8e5eZcODadExYKyYmvFl6V9Eiuc5pa04aaPXzM/EP4+3WCv+YzjiMiiEesWeQ/B824lf4tDiylVS4ryHvypG0r58rNVDabd9EAOn2csR/paPf50HnervKKtdDaVbuy28juGFea2tMdEJtwZoy45uGPcyUpc4aZwKNpp1zMqaToN0M7XtbAftMWaqXLXuT7kcs1DtABTdjSSlaxUyANH3LYtZueWcaeNsICJmxcodJnMHGZJwi2i7wPc1KlyzpGBhTqYZaUOQKfQ12oppyLjWsGn2JUTBEWudla1axt+71LjevOpGwt9PDfbBiTs8gBH1gWG8woN6KOW0AByfoIQ/2gU0bROcVnEJMUtvuEM/z3PChDIIymt9z28UEyvK+PA/cb8Aukv/zyy9N/7Fu/P/30E+8D/OufdvP3//zP07//9W/+OiluCCuGLeJtHM0ptKJvQ7qsvvQKXDeAn2kG9JvXM7n57GBRt5f2R9Kxwb62m704j716jdOn3VR986f9EfW3T6+/es1vBEMXfxMYD/xENPTx7WC86YefZPaNt51BfLN83KbJkwo+FWS+sNH/ZTd/X7y1v+Pw0j4lZJ/20c3pF7z5ayeOv/RTDbpZbDHiG8smjwdxywlcJ4/Ig27lV0MrlNVDB0+OPEGAw7Mjnnlilk6RxG6ivV6JVTo4a8LfSFZOy0MZ9E1Qrwysxxizcu+39XHizrUaRTDntTcK5zpjSYuhyTUGjdPGJfJYqwMXGaiqJUjT9Fx4CRMKpWw+1knq88NBcLmzGfes7b1RPtIDxpEDIZX7dEfUNzqzGGb8DcCEgeiPZeAAHO8wLfsaj+bDxPWSDdxzWNAXJKutDltilUSj9IXtqe6nGAOkkDCEbBbHVtYq6bEEIEbhL7JIlqcNNvxJgYR6DVtitJC6r8g9StO6oGScbVzwZfoK56iLG/SWfqwMu2tuXKobIlmYoBSLwmeZKYe9fYHqIm4UTNRzLfn4WrdO2kgy9t5+IDlawlpc4sF5jrtFGvmuD+sSWFM7QWFdzdQ7WdCLc0M02xnUQ/nz82Ss4RmXqMG8Dj2SjZnGrYpUHB+LFAfnnORmYPOGPfi0f+yVIfQ4pKu2OtkQcT5EIfz3shhTpGHX9yNWT/e4vXzVR77z0ZPlfE5TMrrekOmwLcUtspprZg8txYTNWF1jpFZaasGXzCl9UMixyy//FEd9bWusCuQBLSJjdC2sDepZv33cETDJzHGuSNNkXIuYmuZjKc9Vr8ccO8ZMOsQVZdTu1jfksqEZ13sAKOFzRnEgDuZjEGmPDZCKqcqDTOiSSTdMS6kMW9mNhDFXykst5NSZaQQAAEAASURBVENts+Uot+4dVI+d+qhV3NC7MerdNt0yIOncHrU9/rY+vNDckrqxJOZgHIhmuvHnNRte9LVHl1jizhRiwPzqcfs+PLTcm7/RmNcdkD6A3fSdGvF6HfU9dvW8RbFUsJE8a896tCwDony9iwxMyv/QOnJYPJw7TVeYjZMp+sish/f2Ylg5HI33Sl8yzIlbbYFx1nZZx8kYjmLs/fZ95fd5tHENzTOazR/wZ7I5WpFM98y1JSOOe/Va/S5pmlM2h7jbhI2MuXNumRvUInlDbcCAoVkejJk1jUgAAU7w65EQvHjEWgPZ2qpPvsyjjaM0V3RS8Eoj30A2BwWKQtCpX/JTztU0uUSNjMH/RQDalEuvOO4b1RJxQBY9u25BZkdzsqKWPZmvJgxAW7TrNc8RlfEzLpfjWRRkflSO/0bEJA8POaK7NSrKuBsgBbnSxVVpmJO5rTmWGNkHf6eSQoM+vtylA9/+xTd/f/jPD/wmML71+3//n//Lccc9CunjXgb/Vm+tgRBubzm3ML/K43akz99Sc/fzz/R8htcN4PM127fAvrXdu/btLg1WwE9YvmFjg+O3d02CT9/ggY0Vf/f3m2++qTdZf//9d34a5zv7g+t+E/iF/+SCbb7A0PkC9KMOYHKTxw1cvOtm93hf4AEfdrMXLR64MQwZY7AnnAfwDWDcIMbfBuDfEQg/UwVMHGj7h/hsoZNOXi03hMA4EAMmo/83C9fxZ/WAtj1ov2UbB/HZQyDWgz8/CmEN/YodW+7IricfaqMa6Mwvfnulw334LPEdtlkraqygFelmdSxmjOPWHjwCNziED56OVvhQK7fDT5bgH/VXaUOlzDnBbvoFh3hSGrSscIxvoLNi9X6lG/kI1fM65wjauxalTnneKYpHt9gfFutk4C7HxWpXrSgraXC21/WPvYDzBU7pmH3w9ABYxBF44+UqNr40va38EohikFaVG0M0daSgVolQz8OWCG0QR/aWfvGq8losbo1nxQAl0oeBK+xhIvqq/op1nOe+5AYz1lhJ77Dn2xT7eCtKqVEeN1azqsyJNo+4S5VzXcu5yR3DcJF3BES/7FuKUX2ogcZ5VkZFNSKQlm0UOA68WXTFcG/vi/aga10mcwny5Nv0Yl80WtftPTxHX+OHa6ZUbToDb8Q/Egm+FTcpRTLXfEjM0Nn4Z5iKG4pl3NDyv8mo4yDtBmG0CQ4CqTEILOa/icEUxFMrm74v/qod+V3pS+YZYbbMDq/NXIrxnUlH/DYflKfaUv6RUcfb89mPU59Dk+PtIT/QNn5yyOLYU13XQRp5mOsQnSsIwXCJq0gCeiVrjSpnTczmQ89nxhPHYL+PN0M2MbHe9G4RsNP2OV57xNyxJ+Z+DBrYeEMNh/S8hZ1s1WLoQjESLiLJjBg36SB27MCIISIWYBWxcCNepz7ojrF9zxQ2dIDuusJX6zMu5DvwcgurrIJk2nwWdnhNlxStk3UtvuWNDM2TMnaGy4zsKY2lcEdlo66icIXeVtJ563Ewdwbgmj0O+qpPL+uxcx16qfVDjiOsEW+AElh4s1rB+9ypk5R8zzEYHCKFCOUYU6Kr3wUkgUpcATTi9NaQqd697JH9VQx7fnbHeQEAW63vhdpQdMZvzC/V08Yh9qOenNJPGC/x1Z6JQzafVqu11KLmvAznmlHdoN3rNYQDFPfNReEnEJxROllOdB7B5ryJ88do7r6lLqoJ26LXSmbWTI1POGn440Bgcb5SHX4jFpmIxJj+32l7jnNV8UFddIyPucCmYpOAejvAKkYRGwqwFwYoDUmth9nxX4FVXi5vvtBnr7EAXw9KTQYx/dlT3FOiHLTjeVtBQOCcznHw6y2343NSqx3EVWKrLfFdAzxEhQYo6OFolPfxzHhbsVxQDKTveM1mSXW2cE6cyl9aF//+nr384gbwb7/9at/+/ZmF1v0IXJ/ip57xvj++HIabv5gLfD+WNTjg61K5KvAeKnDdAH4PRb5cnKmAbcu2KXPztE/bYDPFDV0c2HjxTds3f/rPKuDnoL/7/runP//4k98CxoaMn2XATWD8ZDQe2ny5QxPFzyraxMnae+pPRNLHyQOx2l1fu5VbT2Rg83YD7OyBEw384ZvBuBHsZ0DdANbfDnYdyPCP/0H3Dwh4hKAC2fKMlBkknYAgOGc5sq5MCq+/kHG2GdqVEGS9vO8HaCNZEG/xPLCP+hkLwQ4CjgZLGkUYFGJpMxb280fjBO0ko7t74x7HsOSaS82jqjdKHXo2x+Kx6XMyFryoOKINSlXOqKZcZM3MNaKeh9I46ism9BsNvabbcLcUNUf5b1UTB77oD36DrxugEq53DIX/D6JxrRQYpg27ZpvXShuHdjFd1irWdzHT+ovtINDEajdQDAZYg4P8IIp6ZAc7+lZAEcsUGTt5ljD6EXNkI/ug5yy8iClolLkCS2FPzQ98WC86EubBVraap9XMXEoGHn1u4jSB5hpaXwAVAoTWtdokfIZOjHkDj5zsnx9oRW80BwxMYl9fpOqvdkDVZTLyMkRs2BU1KFFkT6FeqF27Adxs+3z6PuBgywfO63IUsKGze3BeQav5rjbGanUzusy32JKGHnEGGBXsUQR8ZD+ee8Pf6zfNjkIeGNMM3ym1bu+nSYzi2EROjNsnBez5wPyyyy4MnXhGAcQe0S7iNVrjIY7iwof3Gl7DlrzXV/9M2/s+aht2us5EeXfs0oUUdTk3zd2Klr2hiZqU4PbUTwBouFZvnnWjnVDVxnHE9709B4453Son19e6M65cK7g6ptQ0gNRWrX3CPY31XIaYVlrNlut/cT6K88TfnGy2PfW+bwB77DaS5bUCxjTmw9ht+DgmcYipZ9GzRHF8/ef3lLNa/GqUcJ3XasvSdfXr/aEvrL41UZWVSNGkg3jiQL9XkKxr5atj1y7l8MWBQ07odM6rNgjotNyT6IaO1khrAdLjWzyLibXJkZO0x1BwLX7fX92dlopaaNch7ctRoO/7BrCBIE7/b23bC2qkDAbr2DnQWK5pi5PzrBs/1YceCpZ8oK1yOYrCKQ0ggaFFkfSAkeTSAe/owUSq8ijnOjbUgt/JUeYNowih9Jixv1vniasz7OjvjB10NV5n7WR7dO/o8Y/6jbmB5ryLYDYOkRf1ow/yF2MWIT8fOq6hlhXriFpqInc1lGaspXjHWgCHYh8zqlpx3CrzkUSXb80TBfGiJG9VblyIuUP02wQ2kbyRJAzvqCbZ2K+DILPVFEQMxZ7cqjwrvsJXbGgl4muX4op0jaQw0SdpT2iLz7iWwWqhiIIPt6E/M/YuwYDKQ9rqw0fWqBIjPD/gsIQJocngCP/45whBwQDWpWW0LJ4id1sGSM38BOtm6zQ+goSj55NXkooyKttTP1/pOSSM/shO9rutsCy/VNvUMZSiJ//wqcebN3Yvwh6Q/e313/gnKHGvAvcsqFOMQXdedsObKQALh2KY6R3j98kes7q0Pp8KXDeA7xnLa/3cU73Otu7I3FCxweHbvjwRoM52RvdNDzda/WYrP2ljmy021zf289C4afzHn388vfzNP7GEm7+w4c8vcJv3bVieIDt0LMYZEHhz4+U7+9SPPfDGIL6x/NYeaN+hxQmh8PFTrDwrw7EZe07bFmceyvgT00bjDUf+M3PmEmJP8bVTTdA4lGZUsrDppfKSD3DbTyDqZE3PtNsoV5hGNB3ZV1kVtVyqzPzeflTgAcRKltX7eRP7TscYIw0c6x93ZfqnlFugxS3mTC3ZCKoLL+bCaLs10subQ2qzyzVRBAneOjkEl0YXwI82zZ/xiyDzonaORr2oEelWGNdMMuuods2f8RSEwGObAKJgQudiDJSyAtZkrGBeHZ0u0UzD2G4mbTCwLw3Wr/GxFvN6HCQlTPoYyBkmvXoUwNTI07bJXDX2G21mfpTW+4gvsKVTVNXQX5TxjaZoiLp4v8+57wtz2kY/pgRcYGCuxNlMXPgsCXRmDg8m5l6ZZz0GZXjSEUix1Ebf4qFV3pG3ohH37Mgy6M11txgI3qJEvmz9plrTczn68c1caDuPjXfp1p5YN2vRR/1d1TpUoEGOuWB0Ta2/XWvAXatlBewsxt25L58jGouoJ5plr3MF+vDBxJqzlpZJSifwmmKhGP5KAXpNrjoIp++LP269VqpY/OAIi1qMHNN8FkXVeuorjStAEG8fM8bePlwHTOqjXx5yBNPRoYCrzLEVD9p4A1i4UJdONZ3wonxEaw6MZOK1jMXxFrYzGTT8DaxNkm48Ybtw/Kzx0k2g2h+px30Ycr5T5+OyVbcsGM82G/cRgiUu+sW7kewFFc6DzgnHLs0HNwSK7zkFqNg1uMZvvAY+4jWpUXw9kzjTTpwLqkQaYTGBYI5jN4GaAHGVCiXRIzspXsxFBuQVkYyt8ZmH5iv1+OQ5lL7nChx/4PVUwrHg8Wd/JPcWGeEaBzLHVGHc5zZj8KsuxcUONHDYOi/SVIWtE+W5XV8l9qST/UaljOoS5432Go1wRLiXlp/achYFVBvafH4OskB6jj4DA9tJ7gNO0g/2WHvAFZrZ4ZijGsnCr8PUO96aU4NVzozDnwqEy1UK3y8WgRYrn3ucaTUUTc/KSATmZGPUeMAK/KZxhlrFu5KZ6xQUh6k63oa15VRlEi5PuRUF7lUlFG+wL69jy9i39e7xkWpz0v18Pqci2LSz/rAM21rHoUI4tB3E1efc93sTyhFGGQ+1vd6n19/WMOcwliP/OjVBZ6PSg85YMlRPTNidt/XxH8ec4O/pMKwWm3ftueSqnLU2aj/5tBhjmBZ4Q0yK1pHEzrPJqOhJbF35hITh1PpjjBBjQTM+zdhinGQASzusr4gYpiu7rDw7AgXbuAwwpidDzht0zIz0ABeewylSpqWFgfsEwynlYgw6lWfPy/24jm4A07bBoFuPFrkpBJ3Gd9Xqu9SSfRaymWnsBVMirb5AbOesxy0l2hQf4rEtoBEzjr90VY2430oPreO7tmrF13yQwC/el7f35PENX3zbF19G05fNwNcvlcoWeMpbMcQWMvmP/BEtzCZDNno07kWVsnwMhdBk/xhiCTFcN4BDMU6Rtt6OLljgntE9FcdnoYzVEVZI+VRoq5nLsInq8BOE9/A3gr/51n8OGjddsfniJ6HxRoE25ZcvX1kflwq4OdxwhLdsdbbolIDCbdd8IlY9jMCA80E59IKceYW+65aYQgPyrQHg/IlPUq1OICYuhynD970HnG4O4bqsnrTQjSLRG/vIaPgbV9W+EjTMvYj1CFroareYR+rvOsit5deQxFPbJJnKMWDW1vpC0czjWsi2pVdcUE/u1A4NMnOWK+fuEMeY/t+AcLHjeGozeulJKF2z808MOsPFRQjURhYArDnws6DvR9+qLC2CHbacimLEDIP51/Ddwi/MW87R3xG6+h0qK2LlX3xyQkTLSCMXt0N9MH9w8wW8Wi/r41cLlI/yRV88D8dwWwg1QmfJZ9SRslozB6ZAjF3pimZE5cMOD8dGvDI1qsYGPkTTg/KiRChojy1ivqTHanTF2Dt5sjcf6qOm+KcDtvxbzJM4wIaOxkL26gtn08pFiGtlAx/4f+RgzByEiXaJ2aUAPQhsmjFGVgpf1Qz1ckx/Xv7td8u/3qyhugpi0dTYGy/6hXrfd4/9M/ICRsjPSPYCK1oBt8du8UAThlbhAoIWW5K2JW8VN14gyqbwbA3Hsay0TKDeH5S5317U+iuAprVLMV7DKgm1vITfWspsE1a9fD5IvvUkPUp4vUhn3nUwryXGzPqu722y7aDhtx6IB53IKljAGD2qrRF5rKPkfno1gq0SWz9+ruKs2wrBWRmPLVp9OIFnSgLvHKC2HSshVMyopAExHscBIRjP6P5wK9mihV7RQlciGUJc1hXHD3Or6MCMJO3jTBGgg1Q9YY5ay8vX80jY81qQoPzReNRGd8+xBr+Hf4Z+nPtae3CzXXuoQ8yl0WBDFm/u8sO0YZyB5/ZtDCDWh00co8gIjV2y6c5SB4bcaKRhqcPjqj3zJ9rbmHOW7PUA5GCO2QEvzZHXfm5LiIEwjpmvs6xEj6FeWXqg98Kv+qMmfOJNVhzRv3TanPF6tb5r9H3ZnWtzLZUnhodzSENT1DRPlj5gq/NKUdQ8G9lhDkS556W4sDZGVjMe7GQ70xEf52Knex8cGwmBCDrABtKkRwLMFooAbT/fDtU4AnxiNGo5qpjy1lpQzdVXmtN5PwKV0Qdsp/F+wJj25+y2mBw3WyjMJ1wzxDR8DLd7XdTJNNZFXBvwG/uRzpbbHmy3cW/1znN4WVGhW0y+RVg/7BU9er0kMftmmWnYQIay6gD5grhiqnWNiIW8tY/iuoD7WVUwO/svqNaCbyMWncInH2Zs/0Gj1dpkBzyX1G50xUSooydIieTPDDRiFr0KIrvcutifhYZeis0Y3nc974kG3ux84kjZo+srdsngOyFaQWfW1DShx2s9EQJLbYsNiDiHwhAm0Z8zwJmDYY02aaPgDteXOKABP1jXePBmL76ExXycB89c72byyu4v4NDNX7TUtWsY/nvpUYI3OoAzk0Gf08JMoUOfGxDkkXPZqAwZt9gMgT4Ycz1vHhcWKzUevsc5ec9I1w3g91zwy11fAayotqqwWergRu37cdkcXYbNEA8dr17h09/2M9Emtn2XuvgpaGyW2Ii//fZb/jzD69f4eYZmON5IhZpbem6mLsRmXmJhrBYUW54+cArxvpAgww1qPF7ZieYtHhafTjqMF0nYG+E6T9BluWixrR/JmQajESzzRkf5rE4kzWhOWXjbgy47v4jHDsSDXDdxbVFOcrI/9ODneQ5Hn2Efr6lVgYOXY9/izuWp/qbmkbW8j8QiHY7J3NU2rMLZs2vRyKA4KRMX/guZfHguXDZepxAbfNKvWSh+Jp8Qckf6ckY4+M5qm57H5lp4Zh9JFcPqf2MZGaaM/7Qxn8U2aixp2G4K2VsAdKuEDPHbB7uHOYCuzym/eGSYeOVl5n2efR/4ejN164tIplBaKNSESmzWxDXrcQziJgtP9kBoReVFuXAmH9IikHpRg+ftISFjynvxVrlx5KNxAiVMskpmhcee0THfOBOBK52AGJGYn8YAbbTvbWI/+gR/ZVd1Uy4RLdOMWgOSRRyWikcZQI8BK88KOXgjWLKNrgRobb6cXnvFfokbfYxojA/GO0x/qdX6R5npwp/XC5McoVuPtfW1CftVTNKFJQ/478fGeNOjrAWZT/UeIWBhrBLd4Hgf8XsO7FtcUkOf/8QYxNIwS7LMqykSg/by7+0ebkPw8DwE9yGfwo4t7cqQCCP+yoJ4R1tgb8a1GKOsrXpbRL7JtVqDxX5riblkwtX86Y2IhWjsUFNaZ/bPEHYOjLUY6h6AfbowIx8TtHBPbtYfzIuqAHuG0iwdr2oUIsTLWOFHb9jA98BvDxH7hMNTwI3yBe2eBnZHQjAdzMkb3C4iGotyTRDcLEDUDxiqR9bDGvA3bcsvKWHM7KHXTJDD/gXPHb6X+roRDtYRFPDf66Z1lWP0PDgTTB2YeOCQnuycC5+DcShC/8BSAZDBobbUAf6nNZsBwd8tPmd44B+JwmJGvDe5NiOMT38YmOM1/63aGGcYlFphZLux6Ps9PK07m5HOjKc5NZPP+R675uJczyV9HvQrI0ufOK0wkgxa1HhQ54GmWBrPUZm0JqQ7h4ZPjVPVPkS0kT+k/jAl5nauVMk34u7HLSnsdEZ5KybKLDbVH630l3NqLx/NpZ3YJN74ZxySnmgxyUYT7ATEQ1VTnWYLKylt3dNsa4ttzmaG6e/YExE6RS9BHbXfhvVwTkijhdgo7uvQ2RlfZbRRi3MqwI7zCMFQIRrYCglihqTaFjD37ZFwShp/FDpR7aIR+rwBTQafcliIvbDRaL305zrGZQp+ieIGWM9pLQMrow96Aw2zKyE0/4aEWN7ixiRx3ZuPkVcmgzuucCgrHbdMEsO0XArAIKIRdOYd6KE28C1P8idTXuMunLt+b+XWfU5eq3IzF/XCe/OsobxZFJwMxZ46ft8BnDruHe3aR58RKx6eFMet+In4R9EuvasCqsB1A1iVuNqPowLc43yjw7el8PMKvlWD1z/aJv76FaayvxmA3+XH3wPGN4Hx0Kdxvv766en1a7x5gD/Kjs15nvL2Ah6b/1bfeeWCwEBh5ycEc4DweHJofMjw5oUe/vPUjovNHC/w7E8fP73EJ4iMjQduFPM+uHghkG2cjsVnxBK6p8kd4yj2ExHyRF1boUi17n4IAA360QeMcfJdHfA/P1ZCycb4Mac5/hEJ8Ac+Aqv6quOHuRcUqhvFXBkkpItWdNbY703rPAoDcCU+94nuTLH5pg7VXBfPdulEBZofwYC2fJMsWN4Qa/yE2jQJL9ZLv8UeFJpqpao91Gqnig8Ry88DExNjPI5jvvbNRrkUwtdFwULjrzh2Y+zXsxt08QBLB0k40BFpc1s+0OPSLOOGGaAYMwtkTK6FrA85XgrsH1DEeSTb79ot1BMW4wjKoR/XEcbLxyzoliDA6cezzcNBpKzHgH+I5fv0IVVT6uOqdsgTg1APo/Wqt/JOEJxHR8bTMVt94Df7gQyxNZ0sj70jOlE/0jhfd66reIOLenHGwgJjgMmtOdFqGe0iXYFZcmB4jpUPgrLE6TqoFR4d+0R3GNPIPoxntHFaAZR92LrY7ryahZcwpe96WZST1lYMP+4rvICHBykkkEmnm88ybdiIh4FvAHD9espXQFjOXXOXMw6GRvJPj8wGeMeWH7hppc7Ak17NsdRKNdqqI2o8egcYk9GZULpqG6JZEMd9Y3zLODSVQpltGEOPrfnnm0UlHiKm4OF36xvOhAP/Nf+N7wkDeyZgN3WY6Ac2zcy4ZRCEe6QZs24pxz2jR8lZ3QmYZzWqB9aBHqiz1oXXXHsn7EEDXligzWfZg7BPmwbF0KjjB7V4mInXCDqOdXp8De/sDWD5RMjwi/55v6XGsQQxt2ehi7Owxno3HL80LlGjjVHjKgFWhWxxXKcf907qE4FzpWFuKcR16/ESH0y8yRyx2/sPJ4xjnOkGsAVP2aE4ytyoCaPfH4eAeqOdvjBH/nZMITazNgsO6D9IhWvvlpAtXYzt+bV7IHDUouzdsfX6IFi8uLoxaGBzrzwQB1ToBnsUYtreFFmiYEqUMDl/S07VRlOmMt4jwbgsAO5nJchT7vUCd2SLeuE6ZyQbOTE9jMlQHcyhYARkvFvnxgSusOuUGYTiLOQ8EJp9HWYTq9xREzRty3xhP9hx3g+x1+vP/cJpSaI0xDMmfDqsK0ithOGXFIwNhlkHfa9JQQvxkUP1ghjyAgy/1QoR/AM6HuJtBKbEhAY2si8xMC9D5p8TBF7B9FehVXnrW6JN6wlsQlKsPVLgG/lxHhYXKulzwG/kiiafsuOhV9sHJQy8eD1wPJJL86rAtgJfxA3gD7VgPpTf7TB/WhxstO2INLjo64G+XgwaZecjPPCN4NevX9uNX78BjJ+Dht5fdmf1a7sLjD/UDrnGR3uz+ryATzHID9rRAcd2g8FeFOLG7ltr/dNh4Ju+AjPZC/u7xC+xieObv+VvFAMRvvGpLNystvB5Gwx95GqIvAkMKJy8y9UJzDxKCFbHRF4v3ga2DHvAb6x+XCDBibNpOAfsyJwEI7ONaq8fFWDUy8cswvemZOIJGFMhtXDiPX5It2+FEPklfrGkonaQnkRsB3YearmIKXmdi989jGwQTq3WxDfsZKsWiNG2mpII+qZnPaj7ASzRs7bTcf8z5ciHX+/3PmLc0SLS0vGfIiozSIBRcUaXQva+XT1Ua6DA/cJ8QWt+mCFt8YLItLTgRa+NGyztCFR4kQYr9nvQ1gelEByoycZ9cAs29tDNEf1uhJVBv/nOc5X5rLTnIX5QW5DR1mFGscJH8TPxhQ87LY8CqzcPo9+lXS8EzqJ0wqcZYp69uat8Kr4xZrpVZ0LQzzKobGiqaWfoTH0P6JgZofa0jivjBNG/IRtNGV8IAePVYtZ1i7eUlb2jj0d9tb7oG/BkOsVQMs0xsoIvjuor6IinNojqfh95vtg9TrcpMVuehUt1yowBntMmL6oNrzFcr0lshsaO25qSfKLlB4vAgxeCAwVHtmU/srr5rFoDYhOjIAvsC/z9jhuPvbWd99HmBB7fKsjGTtTMFqV4wWvOpL7b8Tqbccnf+yMzRIdHf2C8YdwVsKpx1GrPicKrbz67bfTt+xj4LTYOPwGKfnduA2ob10m8puA63m5j70LtuxifnTHqTdT3iPB8w2Fm8Yb3DQh3mIxu8AvOs1IvtloHaPHQN3/xOsllzs9jJgSMMR7m21z0VcNYUyz10ooPzIYLGlj5GPGgceaNfmBUnzDGSzxiuL+ZD6jmg1aZdWuvKxbXUuC1cTEH9XzSFCSX+02/jobF3K3BXldrxdF9vIHreuAWSVhTGwwFUlrImVPHZ9fg9uyPj0nvAPFjnDzmXtr3UxyMy+cE9Bj/MZgC282PdCIwoAadwkBZvbQzZzO+R3k01+RUHYuJa0P999RyfCf1WIbAWq3qsbTeF6IeZR+qbR04/yDUPkivgaCNdzZf7lseT41lsEfKW52v8oNc0hw0zVvikIOHtBYA40NwZwERPM5zaGeHfxhxJq18QbCes0DAn8kqkhGKK/LupxUikEbDrsg0N6JH2ELOtiiikQ10HdM4E3kVQDkdtmPAbBBUizl5orX8ya62Cbt0akyVaIIKLZnvYGITVwWAFYM1RolXfgtgxaVYIFlohZwJvEqIgP/suol/89fA8M+vyozS6xyEkbA3jCCFJl7TTo4oAM0+vH5cR6y3aLR44DpTXyDDNR1qh0m7unZQdhXLMgadzuVSurN9Dsw7Q/rozM/MNxvaL+r47G8Af6gF8qH8fvqzF8s1LFmsyMWqVJ15Wilm+Jnnr756bTd8/e8B41vAf/zxu23CuvhyRf/7wP6mu3DQ1s294KHBC6DRqcv5JjefeKP8BW7yvrQ3J3BCxQN4UEIrHbvD+/Kd3wjGCaW97Y/TMX4WGnj20DsBb/HtNX/Dw5BidRJtonRQF0+jo+S2Ix5ZGg/GBWCiQbbl5lpRVx7VLgBkhvrhIJ5fsqBLrmRg4KCN1dp7g+eRBEYjvpvXE7n53z0qjOv65VFn17vrxNWH/FXMIkn6WegmqLv/g4Xir7gHiJkNXdtT9uqAsIF/t3W6DAgVFHa6VoW+D1p6VoiyUX/URh33P9LKvFl+riVEtdkWPUgUN/qshxcf3UMH1UeFpDU8mHAWQmec1XKvBlPZiNw6tV81JoQp9oN2yBjJtQSdik4lUztxT3apdjUHUTtjQ8I6tu8IYz++hYxlANa5YeykcZOe4BCi0fSPtt+vijn4/LWLIO/jki0rIczm/ji1V7YQA0osvxsHRdZ225JsGPONzYxh87mM8FAjxsDw01rLfn0fotYQq2eu94JeO/f5Zq7GOos4PWNOvCaoula1d3Zetz78x/wEo7j6lnKux5ajdGS7bM3v3jHCA098tcCJ/IZrsZU9w3URq8cbbcHDUIrHYaWfhuSU7L2Aq/uUfDOjYipmjASY/m0VOiUw8PzRpr2NTe24P6mGXrWjrH8yVw2jF+73V7Y5hoyFKvk8G2ulbTybYhD8krXnL/peUyjQcykr6P6weMjeysBpc0R24HoO/JjTJh3z7JPFWowpQbwVhPV4TV77xU8JAbHzDeiKLUwYIN4WQ4BwvyaifWmjfJcGLuZX9btrURVggv32BlOm88FuAC9+3t9r3TKKc1/7Anh4oB95KiKHqlZJBHTxegHjqKPRGD8XRZ7p0Qcaj0n+gCC6b4Wu1j9w0nDFH7XAUiy0QFjFVH5GdmNee300lh/kWur9LIvjgtey7QBtD4tZOmqhE+ltH4mWZOGzjHNFxzqxg3xEVOTimQRSdHf8UKU+Ca8yesIgoTM7Vh/8mtk433NQzGvdLgbGVGplhoxuEeMWO9Sag9VplPneca0OiKPnxv4qJ/NJ3CVABEv0+fmfzG/qcDVqAZ5FsHR359ZZzKTPnaLuQ1HUZkbkHqExRkf0so7GJrULHI+8YEhPLdiYZ2UtZ0/vs1cCmqyFdSQxmZGmVWBPRWbUw5MMrJ1evElntsYijhzE1uxuyFdeI1KkkavmRuSDhm2KFrqFDzmO3lYhQs+1Y0umPwGLhXbNIKnVBI/vzVGl6InWIFkLnxsUY0QefMWhgQx95pcwMP5lFUQM2he+2TYKUZYDoKY3PRBoKmjTBJ7f9PX3vz0G3fyVnmPDhepMCdkT4KYgkNp6/c0O9sBk3sPMqs39BIM9BYOIGFWJUed83fStbb134PmMal33LqadX9Mr86pzKsqxMmL1Oo/lF7dV4MjMWM3yhvR5UZ/9DeDPa7i+sGx4Vl0v3ekGaLa8ELc7qdDBRo4bwX/++YcV0ft/+9vX9k3gr6iHysYLd27UZUdAo5Ni70996Ls//5T6WzthvLRvgLwz/3ixiE+uv7N3LfEm/1t7MwS6/Bno8i1gnHj9hVaR4QxjDL6cBxnwYSu/yAW2/UEdk+H/6CipTWyLxcTWQadCROQA1lQ6BcGKJs6ooxw4DUzBsZBvwbc6SCZ7XgfRrzhqa8ZihHY/nuozWA1JhoYnjxExY1w3B8UjwUYzMRhHsnU/UQk6XqvIPUED0h4jDEZM2RYPw6I6+RAZgsbK1JVtYG39SGkLf3FKBbymKBQGyo9GiRPbrfTUHMEi6wdNvrfQ0bHRFmdZAD600eD4YMf55Ah4jljZLZEFz81bnayHHvYZP9SWrrhVnvnoNdtMt8kukCaPNkLE/o7zgr7h5GXzeCDjf52E6LjhCaNvadcz1R+nSinmRrVd6LmyjULdhBWvnOQ27gVZUnqGM3M3sm37U/YrXbVDXx3zjG40ZQxpbQSpTU/FiHqSLglqTHGTgec51NzmWR+H+mhFu4c2/z2G5mu1LvxCBlcV20pH/BEtnlplir54ahlDmReJhyp09ap91Qst0qtHyxVxs5fk0G+M/gYwYpG83RCSPurgD63L1kLkddJ4sa1xybYyKjEayyrcIUa2iommFrqi76EQLmWhHtJBtJB5RuLmFr9mMcPOmq1HCxp5PVTrpiEqIAcSUnQrq8buHO4KaQ92bVfzsfUYtrH7DeCWMWOTI2PDQvF6CyH0reV+K2VjlaP5NRXeYKS2xMda5NPCOmZjWph/WAE3mNIH9uptlQ67v12Re8G2lg5o2ZRz22juQwd8PHB+xGs58TAW/gjY4GH8wkNjRkNIyNDYB9tiBdP+BnCeJ44EnvjCdr/lQwmNOaWSPUPBeWCqvhDA6CbDLSanZzfLQjf/uoHPSk1o7VVqI3jP47ImrscNJP7HeJdZLhu0/BB1kTkfxsY3Xqyj+q4TI3AausQPOVGi8iEMw9ShWNjHGrptgEqc+ACWHMnDtlUOkiAcXyalVmQY3cKU6qSFXfAbSDfYMMjG0g2l6LDd+fJbzQz6cJAJn+t4HFbSe3QHfun7JDDnicXbrolPApj6XqU+QDkOJTFaT3GdRFrTUGuM7V7ih6J4gBLX9q3BYHRutY2xA+foSN/p745878k22p7JFlVyWzyfO1ApVos59/Z935TdkTsxuq90mtOzUAoGd5RKZ2VskbxEyuzQM+uBjp8PoGbAwB4cuvnrre9rVLUaMJz55j5AO8cCvnuZBHcObqrt4+CeqGTuQo8s7TUJBHqoA+cDxsBHWDd+cX3Putl79/g3xBCgJocn7ZMFPPQlk+7VXhX4CCrwZd4AvhbjRzD1HhECdlYcPqBxw+eGbmzeeLXNHRs3eLgJjNbfRLBLVrsh+5XdBIaeXuRBrgtS8OjFePLmO3rxTFyEYJr6hq+dRF7at2zevXIb4hVM6ECGbx+D/8oef5lv/EkhnmAYhQVuN48RAzOzJ32TgTzj44B9i4ms+lRzqJwBMTE2WKTDeAZWC1YDBEasUzaC0HPI/NzDDXOoqS4pWxOx38PwBD7CB291AGiug3oeO4pevJqLpn28I1DpU9c69SrPMoaMciltAXxeBLmRqXZbk8yBvjka2gTYbAQbt6M36A0wwFZaso9+iCGBQ+A5cLYkbLKOIa5NqF91hkNvAAuMOoxFR/ODmFW4jTVzVnGWoLoY2LWnVLMMWnrQnAdil7VDqy0TzuiVIvdrtoqhibamxT/2WD+QrwzmsQ2Aip17dwzgCGtrUXbOKsDbfRttxGJhQLdsqVW/EZQOSykfPFeYgVraKj05hZ/ihHaSF0f0YnLdAKZutDGZ7BUb+sQSI7RwhZzjAZ4fFKpTWZlRehY/3szqfUuXI4IyEhzJaqyl4W0b98xvPRWqcVaUa29t9v04aq/X91e+k6zcAGKpu3Aips9cWGIcMTaoqff5XAenafqEtT5xC190XUfiQ6/QbgjYwRLRJFDralQtmDHuGT/q0C9815hoZU+IpxSFsr6v8GALGzusLSl6vz5Lwdex6zsv0rQv58sWD/Tgw1t5rdAcvLK+rCxaU5zTNp3R51oz83c2Tq1yoObzfbZmmt8xhTj3bOPlRURBinUqRYHRyB4Ro50dPl4rjYmlmaRxGKq1yrWxGSgCi2w8Y7yd4TwIQIEHif2D40KXIKDEA3tgHLEUI8yAw4f0gQd6Xin4E45aITnK3rNhzwZwY9pqBhGq0TjA2RgYgwmMBNzLh4LKnNtWlRuI2Tcm4S2mMJoXXAumyJsq1rLPSe7j4OPR4vb5gCDBwwi7rGHDDo/JTVrIaN4iiz6EM+LBjAfHt8SUG2m4mnpwZXquap1iI/Gx1oxayMdMZlqGs4QKmwxXGD7o3FmM9jDx1NJ9WAvgA1pYrld4kNl+yy8fm41/eMr3X4xFxFRf7ShNjLL8UM76l8KjlCVHtRWD8wMKnX1VmBNmarjjD2D1Vn3sbhu0UDcMUn19GGQkTZ6OVb8f7abbqARWO7O17QrA7bGr6S6BGnxqh/aps3FzLlqpPpmMLdCyU9aga79LHuPIsRwkh/VFuyJLa7LDeWR3HKvmKpMbuJN8IKqsQZKSzWAlZxvtCw23kV31wTwSUzWYEIYzxJ+oB697ZqM1rIh729zHnCn+S/7ozmxbpNCyh2yboFAuT+LiSLGqTTjJIMBzbjcnNT7Tr3Ms2tak3Ma7RaE20aDoscn8DqoFUSho6yYmb2QiomBEtNgPdd6tdA4l+WbeJic0noqPhUk3XCWQhNo6MQdw0a+1bmpDymNATMUOtuUnpRzFnhlzkHfRDYEHzLqXKXFNjk4XfqtuJ2OgG97FuKcCk2G4B/KQ7YfyOwvus7gBvLlAn2VrfOo+0yiciWMR4iW6owLxxMDXb+VFnCD1TWC0L168sr+3+/rpa34T2P5msP2NYOfbBLH//JuMTtqngIw1ed2G6YSxx6eiaVPeE+RJqZxkcALEP/63u72Q4SYw+pBRjhdyiNce+DtuxKQJlNwHZOA7h0Kj84tfKj/7E7LeHkjFk0JKYx238gy2CIEDlaKmG1a+xgzXHQXljgxvKnSSQdecMNYcb5xL0WjGrzp8Y6D2lEK9cIWkeWqUp1oShhLCCl0w+j7U+kMXM+LvxlsUOT9B0+/4zTFEy4hTXA5AP7AlQGldxOdoouFxXpOU67BgBbLJO0GoB2pT0HKRepPaX6sZ1txtxVAA8C28I2YEkEFDCxT812pXPrGLXTOfedzaAwjjMx5duYl4otF6jrBncSyAFoNs+xYx/BWYwrM9rJBqg9KALP7pW+ISh7q1NZ9yY7yRVvJp6ohydHAPNsHs4pxy24/j4XtU5BDAMeir6Acz4BMLHyIibT7xpmrBrn6iDc4F1U2jwJKdxC3ErCfdJpdFaeVja2YKJWZrfU7ABtV25T4GSlPhwWkH9Yd+ynBObX2wWwwNc0Zpr5C874vft1kP879MNMRdSNlAJrF4sc5441Q1cr7ygLbR/O9t4bg/qkXsQhd992m8giHf3k4KDI9dsOqrFY76tbVNGzT9SQm+yfH4XQZafFcURjSDhh8xVnGNBxgooA0x0wcFbtdkZLqBWzo8n6Hr48AP8IW563g2tzFOBlFQ65iRE/wHUIrwob6jh+aB9FvsBmWTQ32PtmgV/JUtNKMcJp5HwegaPy+vNDqD0kUZ8O3h8SE8l/O5PZkJ9g8cRa/IrOrk+lPucewhcMNtKwFqJ7qoxz491OtUgNmeZo3rwDbGAIdyZRrFt7fKwXX2nt1Gwa+1456RLTAvLb5NiFkro69k0NyTZ7RjPdTKcDdxurW/TnAh9OJ8hQbPclYE/HuHF2EdDmtp8BgzrROkgT6f0VCGFgf07ApIhs6sz+LH1y/C7VuiEcdQS0ugGKPxPZbqIhGen7GohzYaJ9V1h2Z4kXrs6OvMwso1a3YQx0cmKffY6MdHU+ZA1W4/nXWOdFt83MauXS1Gx0eQnq/3xa9wdS7Jd5M4FcdMNFrpCxfjV2mOs8e9Gtfel/q+no8VWD6bLWcLu6wVwWZYPX+vLy9oLbNePYor3epSWRviENDGCgwfk9vth6AbJuYmmJr8ncKE3Wm1LsI9ayPr505Vfh7U1vlf4q594YuPva1MKOigPJjbdY7dUzP5OtluYq32iM4CKrFXdiX2BndiSPbcq8NDSfaRrs4DEfX2YgpmQ9KwBDeUn2f62GLcx7alylUItayabSVD69mKUyGcAHvgtPmjQjYq+nWOWt9ZPl7NdmA28MXIgBHUK3bkFoWqaX1nVU5FgBu/Pq8s6haIxqwUMABo50zEElqoDO0SE9aWOdZpxWyEYvGxaHz3Cbfw7S1oYMwubSjDUzl43uuBJSyY6qqVue/l4rYWMeDs6ZG0+JQcY0ScjNXRQOPoz8MzPnRdBruWgHyaECr5sIBxHV91glR+YSafQXyRN1QAo9JG5gaAG02wXkZ+Z2viRjenzD6LG8CHM37GkddCPRzLpfheKuAnA1xo+sarFjd68XPQv7989fS3r//Gb++Cp5NBvflbziacOraCHSYvY6jgxMJvb5X9HZv569dYXm/s4Re8vvq7kyl3dvxMtX8jGEUBhKbqi3d280QdbCB0hhMGPMCxMYtP2D7qUAzn8BCoW6rO5+ybNu1DXuwD3g6exCFTkIVPoTFpVmyhi8O5hemK4bkAlDkiwSqHlQxvWow2dY6dhUA5naTAyRnjtrjHckVsran2On0/aFcy6qBWsd+UnELUjLyFVerbfA/tK9CYgE03BGPFxJWNx8yQzoKEPBL0ohP9KG7lPBr7KRRinfqvlW7mqJH1mCJMlesUw03dKsAY9NyEHpoy9hiMsD4lWXxW301zSPV61a8RCv//Z+8NGNy4cWzdxElmZu/uvv//P+/dmdmZOHn4DnhIkEWWpHbbcRKXLREEDg5AkMVSq1rqreOkbDncZH2BN2x6pjVjs1YG2tcIremhTimM/D6P95HVzA9Hky1Idjx+feBWPAUoFm7+Nj5y0vWk99NWyRNbM4KwkGKK7hU3fGTTR2pSdxkLiRyOnnOPOceH+5XjVfzMXSZ0Nhx7l3VZF8XBS68Rim3iKCn4fJvsxQ8xPwmU86OzUedZguzn1svefd+ccF9eEZ++/rWxTPakPj5XrGW3dqp95PogR49b48lMJKYeQL5h30ulfM0ebTfMa6kgQsx1xRBrPmDWfvrFK6W2FLOt6xJb/vD9/S/xzSycC/EfHtb3lI4CkGL6IJ0O/UCfVCfI03rl0gZARLJn7BzI736ch3UMpZywbn2ddXH3AKRa7ayrgt2Ik91YtWRSb4JptjoDPcOljE6vYTH08XTPFLy+HL/3w1zcF6+5qwyeBbd8p3250Hk03d6u1QUyi7dxMd4CZq6neze8YVLEVtC61gc9s6GrzVBtJHxdD1iTsrXE8aTJxq/AYVP0wpb4qz4hq959t4Woi9ju7L7urZi13wnvhEfz33xVTW+K6KLEfLuBD+fk/l2bM5P75Q4H1+lxwTMfIw3NIWn5wbxmmvs9uOZdYzpOtaOrc1Pl6mv5TfPhwL3NtbDm0c2LUGPKh3VsDHVBLvWyKVEdOdRdwlbtkAwifkHi0aGp6gkM39mvxpgtj3trjo893o7INXr0j+Gxzh8dMbsqo34x5xF4scs3dG4X89ff3Uy1xhJ6n1sem/YMahoPbF7bGuTjMn9SLZzTnoRBkMApCQZzZ9+zor2PS0hi8+CocutK76fFfpuzfd63JQMqwT6wP2LEB6N9/SOPRlNKLsrii1jfV9EMCLSJLLAYJ6PhvKovr+yF8dz0NjhK+D4rdeaF3XxiwXEgXse/6xuvNp7Eiy8ErSY5JPLuKtntC/R6MIZkUxsyf5pQXB7RLUFEiwniZ80dTLmEYWfzOBUrLiXt1dYe3BKHR1yxKSjijthYgSsgC6X9RJjWb3g3/nYG14OAI1fXp/La84lWOTEGahalU4Fmvx2zfnFW6WbOs8e33ntWYDMl70l/5LqLi223Lo5k72j4c90AfsfC/dmp/EPRWof8wSY3wNX2qX1v1G/lwZ831fXJ27jE/Pzzx+/+/svfRfe3v/3tux9+/OG7H3/4sdlDHWclm3mO6T6qfjiIHf/DD/NXAnITGP+P38eN3I+c6v40HDWKR/8q6IhFPxAffPUIP/8NYTj0A3qz0eciqRdQIb/78cLY3yv2NL9tR9zqVKWMOtmdSPPVq6WmU2WtN663GOYtuvJadmu3tY+eqdDcbKZEOcjuRFpMd8P/Ps+07+I6J7VtHVn3EE9c1lXNg345al59aDMEluRpfklxARXWq/gpPozB/tle+d9XM8absXOs/KDy7Kj14u8Ijr1ksdHt44zOGO8CvBmoOLD3iUzO4dIRoRqy1giaVly3w+8qKdc6CKWpp9BmoZ6bK1Zg+D0HzogFe5kTqOJf7tvXvK3BTplKqWzq1wXO936EOHpN6k1wNazb7hdC7hsJ7nJ0naN0jb36J2UL0ghnezAsN3mnlMsnjWs+yDWPi43MgmjEsnzOBY7dujGH2zWW+3e+xjzbrlxrf+Wp9iqDUz+Xtdy0Wsv6W7m2/ekNoLbUg0PrHofGn7RZ45oHsh+Ct/421ka5ctWb3dVmblM4pttuZzw9B48jc/RYzJHLuq6bIceq6rAU6Keu5mV5XkNZNK33cIELe8Xgp358utA3QeiX6exrtvotSX3rfkoFWCq14qybWz7WUT8lzkhIyvK5ciaPCbyG6IO94kNH4LCoQbJwwId6cwz/jbGrtG71Btwuk4Cxpif7KetOeSN8iu8NLSbmoNSpoyNk1i/Ot2Z3a4x/2eW6Dxih2ej+aOFIutaW2MkfemYXHG05avwqA3HfbdUVCokVs9pO/epT5RN+1sc4dA2Ztaee90LsqgCLrZ0rr+xz4gnH3fzAs3v4T13scmOqtO6LkVrA49acQJB91JoZ43YXE/zuAdZ+tXWc36L12Hvsedl29RAA3ID66w3qF48JSl0G01WyMWtPjd77qHP53tyVL1M/56+xnc2VKmTW+6J6pRtldWVfcfvtsTdZh4nXkn0+oz7aLaJQvbbNXf0bqvcaZ67tXSAmLx47k4I3+1sTYb+59cVqRJU3Trfn7wb/zqpnKpF76zXwzvc62rIHLVOCvw6Xyv2m/F6/wLI1MrtR4t0vuDhetn29Fu70LYpH87na+bakPr/Js65F99f3LHb5lEy2ouofFt2AbbHR8YlgH72WVvQ2LNNry26QAMPp5UbmGt9kGaBfde6LaiZYeoxXB7k92ESvtfDrg2BQYo1rbciHfxHDj4w560/Xs5MeDvGaO1oWGnji9F8I8hhLXnfpFtg38R0qsCn/O7A+pvit4j7K7M9xA/hrrf6j2flT2j1ZsWnqUu3+W4qB73hBXjdvy/xN4L///e/xaeB/f/fXv/01vg76L9/9FI8f4x83c8lBF5t2wfSGXrNRnkqTm7+/XG4CD2yOJbMKLTs/vPEpZD5mxt8MrodM8T2Cv8SVkbgfuCjGg5cu+lt00lePVVZmq3L0SUQh57g5HtdfFRw+NxIXwF19blxeMnnOtCzwdNpuG5vmq9nJyYfk0bW6tX1W1O8czUq/6qpciTRFfJLvGCcMhOp5Rae/8kl9W2qVtsvKo/t29SyQa9Gcci2QtsaHZvXJnBqrhzDgkrK+I7Kku8Es/u6usa2/a1WXCGhft3c+n25ra4K4VLzVnenU2J8IcHsDWD+kaLF0JnhzrMTOQI7dQRuh1kMcBZP+bQzSr4j8YWnCBcT9QnURlWvXyqn2WqHmMXZAETL//D3Sot6LpJ/Zdfs6oloPztl2Una8BUxcBfqeY0NrvcPWvcm6BSoOfbPExZAKfQVtJCN/hRxx4U9eMgqqbJCWPrZubLbwrDeAxTVw4u5/p3nocU5b8M2UyUtG7HU2LjnaX+DGZfnUrrmfcKv+LX51DcC39muM1Tb1l3OB8wL7hKlkRZ4w+hsTJNJWL+20f8JpZyZkvmkC1jdtZz/77Ftja4vsPl5VXvvGus0oJJrJpm/wqd94+zgSzRKa5lDXxLHoJpvW27Ct+cxYeCMYa5MY/JNc/EPUOR62X/gzHvHm/1PHOoannD4dxBro2SPc5cGgx6J5HByuV/CFUfN8zIVrSM9aMSqUkHOfXtWUQM2SaRrHugJjn2y1jKySOVchoqDLWHOtyhpm/pFzyRs3+RCvxXDbKNP7/llZ1LwOcCBz9BmIbaIhl/OLz9n50oNpYrsg3q44cIf6F32KZuxlU4yw+wYw+lbqCULOtZ6Shc2xjHXZ+t1GP3UmBOt5RWfZbdXZZ20rdrWd+qsP/VV38h36Np67BTPAuQ+W1aVffmm+3kPHtb04LqL21ODp2NUee9B6QxXIZR8ufnXsFYfe/Z4je9zhAOPYQOyL7BqvLTbeF6i+9qOtR82z6u9kON7id8d5tV3X9owpa6WfAowtx3eXX55r3Sl9wu00/3Pcr7O3zuuapezz1K+Q3lcdnsR2J4QoqfeuSf9C59E4XqB6H6j2sbGPirSNk1x1OpVz6kvlf7e+85Jweg3IxL5lcrOc57icT/WcWvvpP57DXq/zcv203Ab3a9Ipakz9w33OvrvRrrXSazmnxvAtX9q4RhxvACupra/iYWYeWLcX3lA0JbElMsjTESaz5FikmNDmqCwet8eb+fTQk/99JzxbyOSgHz8jklUJiLivJV6eoU2kwjFZFTNjKX48EfcEx3e1Efd0PRGTHOwVOfYJCZH9pA3QCOenPJyPciqIEO+zNMtNC0fj7yh0ca6S4qnSHftN+FaBL1iBr+YG8Oe68Is3z7wvWNY/VyhveLQ+8jXdufAVax+38oqnQmfTy+0uD364+xA3Vn+MT/zy5gM3f/X4+d/f/RyfBP6vcOKNeq2d9jqQXDy6da3WiwZ/t5GbwN/Hm4h+CTlfyJKF5/jS57xY8DeB4+Zv/EXiHJ+CYaMb+lYIv4X2ffxGVeYWOTZbOl6fzzNwuhRltnrWC0ySuGMZMYFTi7U+RtzNOZjqBw//q65jSjrmdFtjicMKty1Hd3sb+hxnkq98WK1zi249mA7mRK9B2hgGhiAKlKGa6Lj3vOnbXQbpLEVsY3JpuDfDak+4BHd1zaXKAgRlmYLmE3ELR5U76RPC637Ezblx+0SYT4Y4z2xz7K602muBrjGV8K6WATWZKj3IiJd/zyUxUBQwnemY82x1CoTpuz00HksSdER24+Tu9jA9iosTDPIxlfsY21Hf3LVu10b0IMsb0Tv7qhO+KUv4kRPjbXb2OvaZUeWZTfZZNfVyj2re0Rx5iKHH5D46zZ4Mzi56yg3WZI7udGT8oXI/cS1mvQGs8YJ3PoUwxMwxR215sDcJXPMXE8H0n6te8lafI4/p1kFV5ycwHvPG7ajy2gdQ5Z3Daq995LV/x2ns3DLfrMlo9b/NP/KFH/YodhzmsFw8o8FlAABAAElEQVSxtrmVw82Tcad2dT3hrNdAypj0hlWcw7l3rGwxoraGZHlwAzjne/9G+noDV7S8OAmB+u7WIn9XMv2yrplLrGOdN63WkZhebwWPbiprDrClvY6ISPzW99VSUUPO8Yz+Kq12R6WWaTtECsDkCz7ID+hcT4F5/ZjPgat/iRr8Y414lVCxdmzsa8K5htr5gmco0p/nlMQmoGMvOcqtYPFM4nTVs33VEXNi4EKXrcRTUdO1P5NpjdMNOyGIWUXTHBYcOYy1SBbxoHn5aL5PjuE1enK6JkUNUKfpWhPXaPpFt13gRk1ddcDJvxbTcYpRdqEOrynsi49lt8kz9O67Nc6t9c+01afKz/gmhhq0OqxOMbd1R5rWVNj87Qe4YdNS6OuBNbgSZh9k/MQ8cVckXIxFnCGzz9Jf9+nqY9k+tBVvPuN2rX0dyz7ofaDzAx0yBxhk/0IVsaufQO3JPlV3kk8cJ3zVr3HWfsWmfLMWtEbqOpn3X/yrtfM1pc61JjOmZ8d15Uzm3fOYpZ31M+haQFbzemh8V/UKU1/+T2JXgk/xhevZebjGXTXP9pl7sLsB1z14x4e96FlHW56CeScx128NXokZC7bdmELnO3PV5UmZuOfzlpglp/7+2458wSrXXb473/fT6WX1Dd15rOEUQ6gZa+RFUX1fG22gWVjT4nKScR2KwCWMDZoXucRTrg9SDB7AJFCOriJMM6LTlBVc/aRtYy3WEJXmIJfk+A2p5VbizASPe9TRESzX2sJg+2O2BXFwpI6Kpbds1JHjAa4a4+Oj19eKpdWI7BDg+VtwElz3QuVCHZbHQqtu/WX5nf2hzmN3fg8dPg3AOP34NKZv3n+2Cnw1N4A/S+G1I38W5m+ktxWg8BxlR0/F4+c+Z2xq/NDItcF8j913iHqxs8yNX97bgxvdx/g6aP4+AgdfA03gv8S//OoGAaXb8Ss7P7Hpx01gbjDX9zDHJRgGgRX3hx+5WoRqLVVCZOgXLW/0MFAY2vZQZ33qHIuhxapmX6ukE7dfJFXUwrN28dNwmLes6wp5ti//JBsupFLTCdnzZ1C+MCCN+OdB2RjtRad8G0B1acXZYQ0L3gtPs9FQBtYu4ckj/5cWRT8CrG4dWBrnGPZx2wkmAWv1q/IErB3GQ79TZ+5STTUMQMfMUzFgYCpfcagxb+Snci7+joBfPqY0C3IvUnkt+b35qGXMI9esGSPvPx86sSNDGEbhrij5K7sJ5xvAPT551Im5MslfuYmTm8io1Mm2cah+4sKW9vypxljIBe7+u3BV5zjyXMb7yg3g/LtkLaca4CBPcQtGDJEHrc66mPzr2Tcc9M0LoztJeuFdvYPoyBVxHn0CeHjP4yRD7/lOoParTAJ1RMpRm5L1YY37tOZMe2dVCtK1mOsPROZ2TLU9JqMPRDuhxFNkR3Fr3KlvPe2KfdZmXPWf1sayJo2vGHSnPno/Vt/Vp/LYli3zrTN0itN523Kwj74yZMnJWLc1FvKjw9y1rfLO3/arrY2n13aML7eVNiA55hmjZSIxnmTOtWTutoyiiz5/va7OqXG1tQ90uiHbFGve8PzCL+6JO7Dtxu/33BluPjS8KuINpNy3xApzDSkZDcir5QLtitNY0JOv7LVszTN/u/wcabqx0/w3NMnGfB2NPdW9wHlwdI78+oWRECMONZ08iS9zJqLuZniaQ/LVu27BMMXHy05uk3caYBnvWBPpyzMc2aoTrsRJhozf5ITO2OZyaSB4DtmHkCupjKORomnLMzXrO5AN97hpOV1DPHZ9CnH95S3XW/VsRbYOSsv9BrDqtqmc9SLKZPp6si3qbb6OkK0FTqWejaOtcoF0nO2rjf6dbYevurf5Pl5X0x4Tc913qJCnfSKSuWCnhTay9T7XuYapS3Dx8M1fZG6uWt+BTUDPQR2MsYzeOsu062E82Cqb23hsHG6ttw68PxF88jW2+u5k/M1BvF3MnV/FVflx3Ls1UW2t3g4epqyKFYrUlZxfArQ15DFV9E6+cu5QqcuMzvZ3tZRg6zp+dmzO51W8/bhcKXbJpdseCMSc4prrgR9mwk2+T/gMiOPuZ1brZLOS8G+n3aCK1wca/9B8NinPoX3OrSIR+zAR9Y29FzKkFr/q2y4OTu11TFrJLR7bFJrtQqOZvGg/q4IUT2kygsskz9nUlyvl5aFAefOUseZWQy3ouSTVV6D6xHu5m9jpyyvOwYObo+DitUErPeAEAJ2PJYZzkov9wwP3xjb7owc38Q+k1M04YwpNDqrXxRb7VmqPqeqM37dGtiAFxFixrpb08BgYmzmK8yo2IiPzVffKbKdABWfHNl+su30s68t7XvHLx3H+TV9HX3x2vo74bEtWGi85OcFnnb/hvlXgC1fgj30D+AsX888YbmyaY7eL16LLBe2Nldm80HrmWlKjGV8vQplz3PT95aPypM8PplwY+CTwP/7xj07B3wvmRSlfB/0hZK525uygEHzh54doX7b4NPDo4WoLnlwo+MRvvBjRC9+wx5uN5DJqmpdBcufFUH6yNOz8NrL+rkL+cAzb9qjhtgByIg9iev6qU8j5/+A91PImR02+RiffehEc4xp+VapzhD6yIrsKkdx5wsSbnz584cXHXG7BOEfj1cJhRRcOWHPEi4hdXp1GCyQRmZPR0cpW3wyLAq+vfBtRzT1V9neka8sQVr+1f/GKnJRWN8z9i3+rU10pA5PG5CsF7dyPhcH1GGuE49Hi/0pkxtHXlAmfaKc4mUDGZUrVn7NokJkZ5dagrAYWqsDR6AYwFrvSZmS0+8MYOOLB1wDpZ9HWxwkO5+1WZJrotmY7D+lE58GxYq59eB6QyKzsQnoKnB4QA2c+pBlP+cNl9pl7DXGYu4T+F/a0w7FfN3s82NPNZPM4lPJdkjbGqdS+5BJWI2p9ZOwDj5xrnhtdsvUbasluvFowDtpbCPif/qjTZ/4EMLphm1lsE6A97XT2r7hVPvkZt9qv63ApdjjmHAz9yQe9bavs+LWtWPTpw/nlNZ7o1AuQConkQx0/qq1cic98qz6At4exBrlf+Vab+3M7apX6URdSZtdpRW1t89ayiCe1bnBoCsN6lzXnOuS6A+I59o2F5pYhsYfkm8DGdkzQsXJ/ja/hZl/8/iOf+Ir89VuCbY0rpONGi6ike2KtzzwGX6x9QYCdjgCsuRyhbaOs0YSNOhGRc3F/jCyQTih89QnnAd/TbbQasV4XbYyhIjuKsVK7b3v1FifnFv4taa9N4ZotWcEldo6yjNYBHYjJ7rrwp8aqc/i1+ZO5YRQBCP8ETYOec4hmPrfiP5tlIXyHTJ2uRbjMuZzIJvOawA86uVW/7veANs3ldXrHRx1GKXK0dX5z/2E6wI0HQ7tmmfbOHcKFS8bmKQ72o6sfMPuurSjak21VZ/nOZszarj70V93qU/vMX85h1c6y9postYrovSdC5REEmHUzOHSGpmDQwhnG/HWcWa8eOfEP3ngwHstuwSHHk8IIV6nwaRjhiqyfhXvyjaf41nioa0zDXGNzo7fOGNqdL3pj3aI7HZUD/DM+K+ZRf8RmvvZzhj550l5KODyKsrOEEJ4TrerW5lkT5QTsxORxqG9lqu6fRXoPeUer04yZzvVYuOvaKOqt+G7Ydj5MNd1GbGuzANcc1v5K88i+4mt//QXRaruTVe9R9IBqZWmdvLJKiNG5wvGhL5iytvEffZimpDCXI2x+MVK0z4ojzsZD18iaPXLtV5/V9ijv6vt+sip1SpHslzo7cs+2+FLW0p32J/xs3/maN9tgIe4mdvdVpBptMLAK0zXX44UGN7nu/RWjYRi/l4t4CbN3awlkzBnWdCWRmSKvm41ATbcTvxpCVk6L7txlNBwrS2qxlrRSeUR385MCMR3/xiUg3r/cgr6svaDjJnC+75/j8S/kVz8N9Ymwa0aK18qUsVtnBX7r/yYVeMOUvluerITfMv5pIF/FDeDp5Dtleqf/Git7l+/v3MZ8tZ/XYiRjk6tvyr02RCYweXIqy4T66hmnz/VCA65gFZR+y2mkJgubcl1rfKIMTsbygTf6fs2vpvr3v/8VSm4Q/xxfE/3Tdz/9+KP+PvCHD3m6XC+p4Rv/eQs3muBJUn5s/TU+CczBazvZ6KCin/eT46IUf28IzMfrDx7kzONDa83dkpZNOnjrEYPKyKHsgUNGSTI2Mng6vc6Gh3/gmjUwTxwBZuj55gEBQkEsjtZkZ36WSU9Ey6PXmPyKL+LoZm0IqrjYEAKRbWKFl75xD4JKhldzkJSRjFWdmr9wabA5LTw7dnIoD9aZTGlrlnTpdWfsC+eF3Nzp2ihbZ4CzFud+9x6QCJ1ZtRTakiFeR4fQ+pNusUdXUy4MnFfwVZMclPj6Urbyu0JVN3JULMg9lgpDLoG10vSUoLovrG6nfgs1iEPRp9O16s4jz65CmAvcTBDxvyVIIB1ZTdaU3MBgo98Q+6bZBQaev1Cim6D2VQtvMmXbWJVGyAv2LmijIbme0tClir7jddCNkKMYfJUbt2oRTVOsevVrMrHwylK4ZCDbETD7JvYEZn9/vMYvCTRFbkGDu69ZcQYoAUIPFGri5iOpmiwdN6rq27ctx+KjOJWwnaUBiYMbZbQjRo1VZVA+xBkdt+gtuzVWbYsx6VqH+BF9Z0rdwZe1N62NuibMttOFzetWHPCUB67uI4/xjPOL1Qq1MpCvvLKPGMewZ98+2YtByR/ciD9jGsDupR3jzjyGKX3gXI/UXfUzDrvnYmAn35XbLg3u7szLOIeG15q57nL8o8YD06VGqCZS041eitePXLu68Rtq/hSz+BkHfRfaAeWL7TrOpExu8RnSYxWhpUBtbvMvLhabq7ojRNUaOWZjaK6SOOzu9gq7aoTN9ecyqWgLkmtZnb80a/WHOEZgN2i1ZkKQLENKPEsZT8lZ9AUtF82e+QMn57TomUnyEWS5ToHxL/2sA6ZIbSBq8JG/W5N9QtvWmbMW09KZugCKIt3LuF5O5VN8r8H6adMFMBGD/62WHgB961JOPuuHLnN0pvbp0UWvJ6mYHWN77EyguyCIR3OavvLpc1yhLc9BWo19DJPyxc5lTE/493LusLFG9AseOicCQL9VRWudNaSf+QQUAJWOLgyFVbT8cs92D6M+cMZeiT0fxLUc3uih7XYzo2wHsPjHL9UoTuvrl6KNiXbNwf3aWi5uEk/6ijthnpkrMKv/ya/qJ7kkk0tvnC9lgTcUCKNQpZzGkPU/27TCBaydK5vFpFwCM41D86cJSeqcTYgypKcT7leP4P7cR49QhDq+TKEbWYh9hNfcCm41NlNHtLG11S90t9GLzpTHTWD8EjsYqq/obmp5GSMOTxzy66+DnnAoEGV6yslrsODvxInr5FvWs5bitB7b2leQUcNrzGabfK+oXPhX/TVuw/SQlXgv535Qbdc4z2sI3IM/72bkNo2hXJk1Bc282qAcnsj5bw1lv2yrh5GMCP1ia138ZDeR3cKekBQavLB4X2wOAhhlkqymqDHFg9NjHsnA7qQWRaaZfSQ86adOuBGv6WxyH1J01tO/P26QYTpam8FbA2v2iI0EskY1E4919Uoea0Gxf657neIRszy4+etP/6I//TK+snCAJSX81lgdEj6O13UIkWTu8R7TZH25QwyO0aon3e/q6X3KQXlv1xY1eSXUK9hn6m0+1rjlZ/y+BOaL3QA+njSfOkqKenoRseF+Bbtx/01UX2/ObET1QXlycxrtrmRsosbZPk4NpLTyTO/uYf/S+qqznG61jt488WL5fP8Dv8XMm1TcHPn43f/+78fv/vWvf333008/ffe3v/31ux9+/BDyj4Ftb5bjY37Sa716mSP7POlhBpGHf2jNz/DwWZ68gCk/lM8efAo4sFmrqxPxZLsAYpwypqHWZWXZ+4dWg7kQN94cd3IFEJiahvf8uLsGjX67xnWKFMJBPrSt0rRSt4u9P2XUCIDbBY5YefJNvvlZPPkUOHlpPXhuGXJyJWsLMZHgl2vI/vxaAL9oEH3+R6tH90qcuti6fiN0e3KRF7TilWfzljll7E2aCVMZtg5InAjbm+QNk47kTaxJ2TmlDRv/9DsPoRC8I4bg6R+alKiv3uBZDdE3l+q42BVbupbjYm8mqtUt/dztmiHk5WSPUB5aywO/y4mM11KdcCUtkaqKI9UcfAuXNrgDoP+lHSnNUuUKC776OhzmSw8pWxoJ3uUqrFB8csYhurCo4GZGx0HK67GLs2Lcn7Ema+0yJ/ahFSKedO5Xg+VdYrZFO4+iGBpxtede2nIqUIkBrNjZfLXcv6zxNQMW5Jkte00ZDatZ1zkBV331R0477XhU/pkr4RU7++Npzoml8Vs3Yg1/21TRlrZ1td3xV/tJ9prqM9aF9OghlzViv/oDpXW0lh2XGqVuBOAcnI4whadUPIuHXok9xMyMr7SSBzH5NwA44r09gE1W+cc8NWUfd/Ee+U+eBWEROwwD17JMwLIv2Ova2t/ZZDtqmR7M/TzuymTfpotx/hIv4SYthO3QTduQUemV3pICNzJydMPnGpudJnBRzGk6HAR+ZHMX/U6Ev67vq9us8Ryaq/pat7bdR1RjbB3XBjJHCqv0OU7XwW33bcLqy5pIHdWKw2FDiR6eFra1GGRpfgk0CxRr7HWpmU8RoOJoSnWhpB+PNCPrf+YUz6lPP/W6QmzL087ogS7Q2m1r8oKcCjVK1l3DrmpeHEHscumeEsqpMBs+sZe8a1JRPepc0sp+Kupc5pQYn7+4y3hAFndlqX4jnThWpJyTYwzPMZJV+WCsSaq/0aFvR41r3edu1xQv8bw2Wh3mcyPG2ycfObx7P7uDD6Lc4wQLPu0xM+Fwp5TBpT2Glgf/oCl98dPffuNIYvk2Fu9ntB/a10g7N9t2/dUGxjpay/atbbVVGcxurp/R7TArnzFq25xoZcZkZzuyNHZoqgS+vrkQ3vxvJLQg1MKdhiBIHKF1CB8Sc8eTjqV2UUsdjTs7RVUVN7JYzHWD+1RTZhvPLW34NMe9v4zP9urwQhLTkFh3xdfX4cTMca0r8C6Sbz6som+ZNjuz7mqvGst3ccGs54P9HrXmXXPyWmTp5WFhGpCNGhoW8jj55nLO9T0c3yg5nY0759D7Hcnl3PN9pDxPdV6+S6Co3LJvv0S7DLdlLArNSaw7z5psOUEPQ4BtH5voWIdKXtTWdEgXPvhE6poUULPenJO00RFT5Ja1Hk5zhOgVRYqpQ66cyMQSxvzQClSRgVmDglsPEaKcfSus0hAXXq7SDEp58JyCm+4OazNJpyURiowmlo61UPHWrW0uLeJf0XXZXa0rU/ZzTMi5rrzvSaPzPyIx3njws3n9+dzveRmrb+hcN58w4ns6co+52jOvjLv69v3xPHWrS+9nLsORfs0h7eTjR3d9SsjcBv9TTu8EqvP/qZTPjuAhLsp4i7k1Ph7FdeU89vmciC92A/hzDuIb929dgXdc1pxgsSlzk3SwhtKdaHN/3pyJYD5xV5k311+++/nnf8fNYFLKv1n017/+NT4VHDeCtU20H3y5iJBzJEluTpVZkbZ9Cph+P8DH4yPth/K3kESVttycu8dW4AJ3e0x1HEiqV/PUcIY5pahlXmBWw4t9T5UC0klFneHKCKzn1gUjUuELX66FvPCq9ssEiCtBirsdT4tBPplT8hFxxbfobQ02R6fW8PqK3kwm+fjNsyQTX0+n+KX5ymfInAf5hSWeFCadBU11PIvKdnVMlX6tV3klN6hn6WIfLJPUcZFQjjXNyrMg++npNVFsiLzpvlv3pEWMZSS49KPn0DVFaIU6hN3GLN6TyBju8jB4zWftP4urfsjuV9lcu9b4arOvbW6NOfVzBmL0KsAyH60owxdF/lBu3toOXNWe5RkPdwZsYc9zEoAZeY6xs5j/YgsD66mu8d3avfg9qVi55v7ICv1suwawfYdddcbCgsyfR1gP+xhb21V2v3KgW/XWWe9WfoHve0clarJ8N3qrJq5QsnLrvM1ry14x/rZvDM2Q8Dk9BsoS85X4oQndmEapyYujoaccZcCi/7kJKb4dwnAaR/qO54xS+q0YNMz2ak+k+fdWs2WtB6ZR27xvBzztl426Kqo86Bj7ZZ6ta/xaQzWhWFc+hpQaYOim1EKh95ZWcCMZ8xe5TI6O0rijWe117nbjmBnOPXhrevVve568ei7KuXqnR82tckgfhcLNGLcTTp1SkBDl00LViELB2TAAkfFIbjpSoBFzbxKYOlAmjlamxiNAc+2+sCloxh7xMhrwHq9FSHzrLM2KtTl2Pov7NsxClLW5Atf1YXvnPoTgZ5RH4c31nu0u37pOLLsl9irT90P2NhtjSkvF2zqYOOqAmlODdQsM9hFbvJgtrIlTCeNJHN11EswxKX/rDvm2daHUnb/XSimGTHwrlh2m3NlnwxJP6Rpt+LoHNJeuiUMR9gwXKPxEjYf7DRuNPy08hYRTvHzjSGJpiOojeUffetrhM9ur3nL1s3xnM6a2u/lfdWsff+vcTjrsLf2dnQJXPb7joP78ZOZJb5bmg9a+tJaFlxH87Mvc5UGbsutEOzgGd3PYNvatxp2u2t9LnuJoOB4bIwt5dNtaKooXklCc4lrjotb50PiqDdUz/Wcwjf7SrL4XwEHxit8Ou9Pt1s4O55Sqbedbdfap7Wpf+xX7SP4U3x138uVJyFn8vvxtMXpj2SXwVl2knGt6EDyb+xjt8LWUGbPzz/uR7bTXDxi1XMgp9qY2arkw9HLpqzSTTO0vR6isrZz99XQ4yB5GXbbcmYjMMCmnjq5zwGqQgvBrfjHFk3N1vdUvYRDdNWXViToU6Gwv4Z4Xw9m57Jycw9W2i4yuesyZMVY/eF/848eP+UEHfkna17Rw0fyzBjQh2b/G32gceg7bgYrBaIl1O+ru8k6CE3P7Cu1hMK9QvAX7BcO+EuoV7FuG/bX5fF03gP9s1f/aVsML+bB3egNd3axnI/y0YywINlT+c8yX79QVc1PMjXOatfse2Irn7wJzMeETwf/1X//13f/5P//nO/1t4HYBgaXid6zbN9Hxi8cv/K1gYurvzV251nzMr3JQ45s6n/JibnY2zVmrM8mR35VeWqdx3zYuUwp8cO8YBwzFvIZAJCr1ebGFs+PwURBeMrWVEvGgNK3M5amuLa2jAoRBF/Mk7dx2l7rgJSpWBhzc5Dpy6PmaqLTP2QZfzQFZ/oqlzBVUGMXA4DxS63jqtbHUF7C4GSOKw5Pj6oW5YvBUwMwDXMz/4chZ2xv5jdBKV1EP86tf9VgdQ75JZ0G2rsext95qd3nudCbBVu3uW+fW+FN7wq16992az33NQFsj1hnjdtU3uM29XXHdcBAGXqsoUNG2uUA8rY20vTzLhyyK2gHdktFpsMXtWXHd9+Gue7ZjWed2x3+yoV9t7tu2+yUj2yqWuLW/YmpetlUd18jq322authVDlOY5r0RrTk7XxNyLZd1E/UtUylU7oOhXQ3mwKc8UHte3CYUgiQJ+JB3xGEH0n5tCPDl4NP18PSMxTliXxy+iIK1dA2Uuo3hCj1qVo7TnB4J3mhgDv0aAAqNIpKZ5zbJ0Wka2lxI62FXXcKn55XvU8bnN4OmAM92fnHCVweNbjMO5R76tMdzLvCJIG89VOeUN1D5ydrqCUa4VLY1byVx42hErcnYMRTZypB6bo1LAMkiya4CQomB8RSbuUKn8Waky3OPc7FYsT9XsLLecqEZO7d3awOb/GeX1ouk1xd2W9xeeRd37/Gc1rVyW73QWV/bLgdY01PnKSdMNMaZs/aR09fW1lY9XALNyBJicc5ujbMF/MbKaTRTpw2Xc6f+JmfJt+7F6coemYfXXn7nVXHqIvMZKK3TkHGU3Fpk97tPE2QbPyHgWn+5RX6B2R2PbPjsfkY3F/6vHKf5r3qtv81CMsYtcYWlbWlUG+uTlSzdhi/zbvZczKlqz/pTMHA3X7ehGGhsW27XJdqA7OoMX+ecIl87O/+KenUequ+dvPJqXbWh0az2tX/HPdtyfVsnnhpn2b3XOLVfZfjoV12VbXfcXbvid5id7hW/E3bVr+uF/oqpuVTbznfVVV/k1b72V/xd/1N8d7zJx7nIbvv8ubTj2us4d9si3APepmU/IGfSfvFoIz26wqtfzt3xxlBON4AhXL9lzum53VFatytTVq7V70QSZv0adYOZ7+mW6w+P7R6cJTY1KSgNYTOh7NuQ9j6WhKQPIRrMP0ccQt6nTjLx4Je53u9ILq0pveLIfj8/2jh047d9+rd+Apjz50P8Y6/gH0fdN94jT3LRedpyeQ/ObxzfKvC5KvDV3ADWifiee8Xnqtg33laBebK08cXmVzfUKo+y8QIG3wc7JBc7MC2MN2zxhG7iDpj+Xi3tCPRuEmPzTWDH/dvf/qavh+YC8328cc2LCv0dYSdIJr5yaizXHzD5OqsYSPyPn7TbOOnr8UT2rjk/Ep9GDsbUpqRG9sBeD9W5OehCRn4VIDl8pLxaGDPTu/Oyq1rGWQ7n1FWFR3lgCJCyxaa81esuCJ6flqCc9CKk5VQ9PHaP2XF67sSLV0HZJ1/XkjeAidb601iSpXMAiyNZcAqecB55yqynmtvQ7iTGHxHmEk5AsnAOLariEl/9GFeOId16bEirIcyu0xRg6VTMGGuASo6KUfoLRQTiv7/e72JV3oyr57pAag6LSdwtwMV0l9IFHArW9ymHHf6Rbpd31VmuLXLtP4rxiv3Em/r7kdvX8ZalZPXUrj6TsXQuOCaupbPLauB9ruRMD30hf6PI+O7Wz6fGqv7sGbVPyvR3e8mqW/seLvrVVvu2Vx2+q/7ObqxjVv+q81jM5VYYzrnDhqf639nYCTeTxNxNu0ko1nV09wlg8iJnP9yvLXIe43zNqAo+xzc0Wud2zQgQxdB/AdecC81XJU7z+VVldp+M1qXO8pwN6r0uJ81BWz9ex6nbcz+6DwfHW49H3EfeCCnfQ2iP57Imw+DKaN1ucseev4M1yOsY5T9MY/03nX7hQYseBehoSxzBSp8xSrdMVI0pQPGRTU5QN4FIiHnKQdsPZdFxXV2E5ls0iLkXLYkVjPbLywobgNvzKGjv7Ls3RgfzvXTHe+95bx21rnVPH9vcorXcW0GpteudsrDpIESKOa/CLrZ+kShzKrSXQmeRYy6wgq1m51Z1v7XM/PW82vLbDo0FGoatrQ2Cny2iyuqxZxiLTnHC0mOVgWMTvX2iZU3qZwZa2WHfHN2WVp6Fb9Dk3noqJ+ynQznHXJ4wJ/2ObzducKue/qqrONtqW3+RZuhFztOWD85h80yllomj+vVQr63rbqHfdMJ2Q3rmezop11qNHBeHGnCRq381oT/ZKu6tcuWuN4DhU+xCXLFF/ZQ4+44xsTofxZl9572+2sSzrPdqXxO9s63Y2n/Gr2KqXHmQV5vXDjbk1Y7ex2pbfWvfPm5X29o37lH7Vr87XnNmyznE2fr8uXTH3W16P/a8N3bcq4L2jJjXV/0Czxj1+0cH3/zGiUMd9CKW9bQ4BxwVvPpyC13DEnNgaskXoiKaPa9WRwbBcNOf/FOt7flk65h1/11cgdQMkNVfzhtqgt6U0LhOnSME2a1QB+SLRwR677Wa5zkJ8Vom5lI1USANjPOE9+T7g99iY8DyCL+bseC77iPp+dozPPpH+06cdxk4Z7d32G+2bxWoFfg6bgDn+Vzz+ib/jirAJvf8wQteNsa9Ry4F79L6sXDelMPEBTcvusnBTTpv8nvW17XrmOjzm0X//Oc/RebNFj2/OfxTXEV//f6HsDG+SCf0YNTi0a6y+sPz/krNuFBxqBRhB/99xKA4roAAmyf97b/21dK/cAM5fOL/9VBtZgPcaNzO1ivFRfMoOTmY/eIdirDxQqjw3KHN0HOW0HpKPtdJD9scLpzMAXgXqs1JKnEqCQGbNM2meBia1f1Q6QiYv0JTP0TyAiQ+4f1BMfNNE+lz1u2VrsG10k2A6HhNCdnGk8sfz1w3uaoASxVP7fD4T+fLWpfWHzFNdG07JmJmaVq9yojWdK4sMYJWAHsbk6PjZdX+4Dy7P8K+QMz20HUhXmgW67VLbXbHKWf0q839nW3H/WfX5Zzu697X6u+sSMy919Kj9WCch7j2qx5btdc44NY+OuP9qd0dpvoaj84HuvqpG3MY61Z4pvJ0HskkgKl7q3M1NqQYYddJ0Hagp6a/nnMYtI5yMTXc3JAzh9tVvvaJM/91q+oLngNa9qdkT914tpbrybfjTRWgcCyJWsC+REK5vD5hjuzSYSWwaHBrhOC95qwr8DnuZAhTW1OL+umurr9Powsw8pevBlP0Ieb4tiNp+YbN41/86Wb9wMxG6aWCO4RiThvaXOedXyCw8shE5Vqc5/R7b4oPfJNPzaE7Al0mXhkv/hXPYHbm3MYWsuaITb/ct+5XhXjaF4seEZt+Hlr07v5WN4BPOXs+3JJnlZ23W9t62wz09aAfsj/VKDO2ps/58LyMFvMpR3HsnpJsZ/kqddSnj5HzZb8EVb+81h7Op3CkomN/y620DhrPHb3nrV7K65woP63hjXfL32MAoa+LboHR+1FzQfbY7bvaK2Znu/Pb4T3Oalt1a985rC04PcJA3amtfdXKLmWzwjAOY/EWQxZ8AJCimJ5PusOHXhz44N6Oak+6eb5sd4tblc2ztnd1Ps3tyvGW/hp3vQGs921MzDqz/Gq7+GbcZONZYyyca161X2Vcah957RfarVjxK+CtNniqL3Ltr3HWPmvG6+ZTfM1R+Z/VVZ9H8o7zkc8je3K2c5czfHf+PiK5s+tC8OYVfWaOlI+f0j17ycJo55+SZgeuQPmqcNa7t32dQz4B4KG/Jd/AxLo7oXMvyPrM722lm/zvKfrW+aYqk/fyM+x67VYOPO0CtARlKvYiUoH9EaA3/zyxZ3xKqyXeAk+7rQehAsTA4n/+bd+gbXsF54d0GNvYCco3bGrvKQMHW/cj4sYW9aYDLp+baonN4418ryRRx/CK3zfsn7sCX8cN4D/3HPzhRu/NyJvhew5wuhgEsTbdusu/Z7DC5Teq+c0ibgIT93/jjwP/9NNPevApYG7//vCDv8bygzBcTKY6hIIbhOCpE//0SWA+SVyuPFUuaaQYFxVuAOv4metLvBTiyrWpwxQ7PYQVOnx4gSbXZgsqo4KtdSYAZoNaDnZpJmn9ZGjYHFMC+sXdUMXlBQ+5hZLXAUCrC1Xs7jK2nmpKIj5CH//9QhRUQ058oJM/39yQtwPLGNb2ogP/XIdmEro8hTV8qT2/FJCf1s06X+rdsqlM+eK1agp14FUfuMknYEwPWg5isg5Zp8iXMQkVT6w1OeKXKJtebXdr7MTxKFIbBQMaB6lGT6rIuZoGiOGcLAU1YRI/qQQN/YnKZSuUq1jPXeS7vHY269zCX+U13qP+zrfm+Mj/67S3ReHkWFiXw5OIcQu4eHztijqXJ3m35ox9dt4rfuVzn5Z9htY6188662nXY7Xt+t1HU3jlyGmN+Jpqz3f3SiHcdvHZ/7pHCNnrmrEHoLpuEj2Ia9UVTaj6lCG6e1sjHcEq5IYnVa5DybVhvzXXCtR5mCvHwuB/VpvrqbCsZ1bDrrzMTVvvl0iBz5nDAnESJM8gUw7Czgw1T1t2OttObQt7Mp/1kZN8W6oj43Q55SJ9DNKf8N3h4KI22Cpv+mLjlxjjfxZLAYVFJ996HU3NhA1U7WfGu2dwqfc8dJRza/auRwAcer0EpI/M0+G4yyXjx2uzzZ54ZyOU0iAJJX8Nfvr7qUKGT+Z1zvvKmBrvzSf7nd6+dby1PlWGZ+1X7mpDZiR6xFO2bR14Lu1MH0Cg7IeCf3JUYQ3etzX/PeKPpKUu53V2O1IKrfWppy20zuMBsFEHn367VhMZ05Y/BWZvfMPWjvvZuTv57vSbBCfVzmenq07YjbHc2wBqxWrdhkydhR/6ytVlcHFoj5XgikmdT5rqMV/2kJGOH00hu3nVqftzUvLssazyQFyl01yhP9muLK9rKnff50UTYxuliVVHsYrilVByHb6SGhe8+prYxlfzQbXrV12VT/hGvW1Wf4NOese4sxtjrl2/2la5rp/VVvtrDtWvyvaxzq31bk962+/aT/Hd8Q4+fnaIk03n2w75KTpW4liXn8LUfcmz7RFd96SAKzfxTgevz3mcjvjMxfVocL3/yl4SfUaMup7fk6PK0uqCD8Z+vqav117PptknnmZsTJPpmQ659iEFyams0hMkHmo0sAze8wtzlaf4OIUROyLHKVZaz8+uyxmxt+R6b4kACZHKi09JtZknz0iOB+9DKO/W9znTcxDHHA9Mt3cTfL2zsQ/bJNmn5YRN5+oE+ho7KujXmNi3nL5ABb7dAP4CRf6jhrhunuOHsIdjPu47bO7eTWcWb/bWgpuw5ty72+1NrW8AkwOfBP7HP/6hr4Xmq6B1sYmL/k/B/OHDT7po6O/5kodz4ariFwa00f8Q75h9/0PIce3iAucLEnX1UJxsrTW4H3/9MeMG4JePvDDkhp/RbqM6F11emOBQ3gFVu8PJeWMw/aYVejx1RKpyvpyT43cQgvLKHCU3XTazPzrqO/GshQNCwBYUueJh9Ks/QeKVFi+24r/mhBA6BEusQ4jHHePCM28253wqdMwn2Jz2aMEqhp7kKV3nCn0AlJus9LsxTGGhi3uj8Jjcsl58E3iAAh9+Wl04khAkceisY+AcappMF+zhsI12yA0sv9mX3qwZxBkmrOIaI64+jjG8hnRnE4oANXgGHARNUt0VlKdSd+zRlSnEMT8YwqR6ziHwrgw1vJxKDmv+tV9l/Na+uDZP4EqIgmA91syS8zGvfTa1UWVsL6EOIvGJt+axgxs3j+UcS7+A0Sp/Ru0i/T506zw9U0NG5jp6lCuP9Wtb+Xc+qw58fezsxKh6X2Pt121MYGxc/mSb5tNrVyfU5awa5xx5hPmKWEd4wLA+b5x7jgtd1SOrf0fU/edgladDQrhb0zND9Xos3/E+9r5DrMxrH99T5mB3+Lt4e5v3Dy2f1mlXZMXPX6rKt8q5Jk5HdMHi2/80RE1L9vTR9dQ5X2lEa9e+PqZgo7OuAffdDuSo0lNLrTpaXv4G8Bpj7cutrW/K6Wvnem2kBPkAtFijX7/KDZwO80Yd5TsMYW7nlCyNmwSeOOoY5jrBOQg8P9KEXq+52pyao+KHJ1IbY+Hr9iCG2xxdLyGN/oXF2RY99jPGbF4lqafMLERy0vo2n0nCkL9caMXz7T7X9K/Xhh2jfd3uMOjeZnchqEl7rAGKus6XZqi4t6ldvfd9++2t37TUPJflVAtUlG5jEu5uDeSeDW96e481Fz/v+DXEFJSYEZQv3trxP7N+H2Gu8fYLpMava3H4576WS9kyXMj562PJMWyyNrLK3/cIkQcexS6oJqXtKyORWVJCVolJXMkZM7GL3+C22ftRW/G17uhr/xHPm+2sLy8qk/Q1h4JaveHAKXiGb0ijI1bm0kcda5Wx09/p7GuM+yvW+truMM/oVszafxSj2ndyXQ87+y7e6vOoX3mNdVttz8qf4ruLkXw607en8M7neR2LsK685z0fInf7zUOnBEzf4rH4sPfrddCi793DcDxS3QQ2OM4lp3lx03mWWtaZXv+3Wvn14PSaKjCnWuYOe4ngLI5t7hh8UKj5zg1bynzIHrlKT6fsOdHdXZc7QbGLJp6Sfg3SPY6CanrjJv6Dt68rfWzwRIfGeXFO6BHvo/OBKP/CgM4V8sa5xu9kc1Dwuz1kRmWPvHZ/1zjzjdycE4NvA+z86E45BH1NdY7diGblt963CnxyBb7dAP7kEv5ZCc7blSty2lS1id5sd/bXHlo3VBtuWmV12GRv3F4y8UMmmzo/cP7rX//Sps4WzU1fPgGMXV8ZFHnoRQwD0W8ojQsAef7Cq5BQ/cCnROPiDp+v8dipX32Eqh95oQHz4buP8RXQfK1kv+J0FBckOnoa2ujqdwlljNlI0LA3l1m/cHS014EugT3U7JvgvEgm7mIP+tSNfDoGm/4FT+RKJj3lllb2uZD3xCRYn/XJGPA2t4zZ+Km9LNjTcZCJN8mHbQQTn3h5MdnYoxUn/YAqLi7EyWCDv2eECv/G0dsCRYe5hedlqT0avcA/fPgh1hS2+JsYwmQ+GHkRqLXWC+Z4sgZAv5UwxiLG8eQx1pb1qyPIs47Rcy2a6xLFQ0g3jyJ8VLI2PtQa38LVKHvjXLqiCBrrxb9mM8Ad1gUn0vLQ6K6+iq962pazYW9ra01k64aRA1IdT5WN2umGX0bVDQ079Dbrm6Ppyh6v8lZ5IJO7L50wuFTWrX37rnzsb6vO2Nomjv2uahd5srkTxXUyBQ7fex47Nsb1qXFWf9eq6q27G0/F73DPcOz8TjqP3dfKFUc+ftjGL1ZZN+VLcZmvdp7QpH1X9WTT/taIhW/yXdPoO0TsoXy/2mSEMx/2eBC4/ZQ+1aFnFhBRncc/bazF71aEs1HumDmN8s2OnfXKfM29+jH/w2dzig5jJJXY4lCsO7HWeJfHFA9avX76kK/BFK+tz4Wc65reAFhSyW5RilOTtDCMrqwHSM0fj9qvstms63QxwBxj1wQ0xiSykqcIGqZCQ6/ueBr9qXgAqcrIUbksGNnFKcKQxgE+7bPNPp0flCCJk1eLk5qRw2C/l3hdlJzgzFJ8rIqSEWoMK/1svnrnmIpDIV3rX0yRw259dUQkoFkMCrFEAjondYLk6y70zrOeY+JQwjXrzvzVCV7TrySW5zq1z7W+csgew++Iu6lYAq9cvcgL7o/e9epxPVTCWGgupe3b+gRo/dHnuj+/UMFY6I4Hj3NKBjLKrDgP+Fnocj4EAp9HOWB/hHHW8M15pGXoMiefo/ZrKJVNP69qnYZWbY6N0dafZatv51f8ahnyPiZ2V3Fgu4RJ5oFxl/PMrj1+d3xdeFTj94jxelaMP0asaeMp5mC3kB4Q58+gAcrpFw+v80xFTfkJ2mbG6np43LVvOVymY9Wf+qveMSBbbVOAB52a9wqtMVbbrv8qvnI88v1Ue421yo+4wRvjduVY+8/iVr/H/XFeP8Z+IQR72G0orPcIn0eVxh7dO09nQdqPXBWuEGANS87GXA2BSX9HmGnSg92y+c7m254Ztdd2ZPCYKgDTTeiGyZ8R6XDNsJLWjk130zCmOe4NuJgywn2cnlPxm0TnTL5cf5136LkGcsOX9xz1CLl/K2Yj8fnivYw+ctXvdDUHY6UjB2Lv1l3Vk3fp83pePmz0m0EPNY71iHgY4yCPjWsFf5OfrMA4L550+APDvt0A/gNP7m81tLpp7XJgI99uohVcdjuwD/HV9zPKHptD8KY1XwWtG71cIOKGLBi+GpqveeZGsDbvcKD1TTJ9jWAjUT3i7/my1//CFTcE/ODRo+HyIhCV0MWAiwU4bjjHxa/UK+F5MbnqfQ2KXPSmJ1eq+cKj3nhq5hkTE6L4i3aTR8uGnHFSLM8mff1vbdrjWTi1TS5Nhm5Gpz7G2b163mkLfc+h3gBHja21IZjL3DKSQDsUYRil1eg6R+XEDGc6w52P6Oe1vcdznITysqvm0gigYaGQMKKe82loh4Xfeue+LH+DWP/i6kcuFQuddabTi9kS0vrajrFknn1cHm/4o9sfZEMeOYLEhU5X55ZjcRW69Hec51gRB99jLle2wZVZutLoM8erjzSyx5g0rPBdc8beXIEw/qxAKkfcBopmpxvWvfR4qFnj1bvGqvKKcz2s9xpy/zrwYVmldU9d7fQZzzXGQMo2upJ6XUO4H8vi+Eo3uE8vKBnXp8Td1WXHucMxBMc+2V8Z5h3WcSrGeXK9ezU+fPZRywnDZPYJrZE2suYkag++cfmc26CPqgz7uudaj+w/4sGeGKXddsdjcmHYleNRlDs+EQbBjhe/PP8yu1ueW2NlrzKZ1/5Kcmdbsff9ur5Ur75Zcjsw9uP4FCzrTg9yKqHlu+gcjZ2cGnF0SnhQuEWOA3uhbTplI7k+eT25xVblU3/FsL54M6LHjXDjalQjNrnYyUyfSm0pdj/324AVM+Sm7qT0r9o023bxgce8MAqQKJ5tc5C1b/2pBX/rE0FcK9IYkZ1KauBHUq84nMYbQU8phR4C7Ca6Qm01i9Zd+OhHBxubG6G8JjNBAPa8cnvfvVrOmtsant26ZRdz5Vz7OKPzSKps5c5HQaO0XLN1E+d2LnqKV+Gtflem30Tjup2Ca3jHJch5M9aV9szqEH7Ufj+vEVEvmJKcZ3I5hioJOoRfb3kM9vV8H+N6YRROi6d8bX+lhcu5VL+qy1/M9AgGijH65q+1QvlJRcj62q7JaHqGaLHbJeSczbrWE3fOw9G+JY3Kb/Vblt+PUmOKsXlhOXNqS4ExtZrZ9EwrFziL79xNg0vKOr5blyeb15nPgxW39k+5O/7Obm5sjmfcnZ8xz7Yr93v63XHf2R7lUH2rvPPD/ghT/V7BVr/fi+x1dTdOnZZ6uhlVnErlNOtA++o8RguoKXd4ALy+ks37QmdLV/2c2bg6b8EMkUD7KAOzk8KH77TugaJbqKQGonGkfxHnkA4/AUZMmXnq9hCk7IoBvpHe4FLY6vsmGVdzINJIJ+aB9671qd92A9jrhdZrSITTWNJX+1Obh/LTUMIDX+tYksL5aFT8MDuPHhuBISx5yN6eTAukHrnq5rpfxlcdvskPKzBX8yH8Dw/4dgP4Dz/Fv+cBrlviGAsb4f3FdmA/h+QXubzB/TEeP8eN4I+/fFRO/ACH/ccff8xPA8ddOH6z0xcHvSlOUoHRtaFdIL7/NW4ex5C5qftr3NTl01N5Qzm/sMT+Yzzhzw3gH4Jdpcp6cUHJIyrU5apD2eqnOmKbgfIrzoij3m0bLS9IZO0Uu7gZI397GXsHY+jpKyvbWitkgS9me+dN+I7LHDKO461txA0yPZREyG47jxTXfJ2bk2lZTFxwiD8nOKHOgRuzGSRzTGxG45macGN/vrlv7HiRAx/rIH14tcELB4VGx81fPgmMwA1/hcTH+Ndax9c4NbYcz+gHX3DDryzc7sKETXk1G/jkl2fLFWMA43j0Q7dzE3h9gkKDTq7VfN+PQra1rszotpx2ftNpsQM0HZk8GtONe8x5n/Qj7FSTJ1yPnL8vQ63RW+b+6x7tM2vgEeaRfa3AM3jWnXHnNVh/0ONymP21VXxOFJ9YLF6dyyMzxxqaIoF964J/sGROY7O+t6QjrgeETptl+yTULrRvdKsUfzjZc6D6tHVQdZSZh3aKtm5ZT3psqrGdFvDJkB5Bpn6s2y3PhqTmtIatNstuja19y26N6b+NbkXkcXsta+cZ6cLl61X3ScNYqoHR0Jqfw9B2n6q0rOK7k7Hc8xjkX/LBbtuKdf9TWo+5cmhsTZH5FGuMoQ9bdajogrsV8VmKUfCylDisrV4DYmodpkOyFL6W05m9BPoKxD6uyKXKpOY+o2Me1Lr4GieoOJAxtiP9isKGaM1ZVGcR0j3N2ecrs9ym3xZJrZ3T977mb5fh5w3WbM5CW711XdpRKMoGeYseoi7txoTfNGHW4yu3Jc5g0j4L/DSPfEpqNx587o7pHLsDNhvxdzmkjkFwOJd5FoQJlWpZTPTfknvGevysULcBlNQtEXWqh2tgvfsVs8orxr4r7nP31/rXeFqv81Cr+YFMpZtzLuiY7OzzXKxaQ3dr7852l8TO77eq812ej2zrWqn4O5txdxhsd3Zz7NrqV+VH2J3dukc8xv3e27txeo3mOcLz60d65RWoevtHy6rbyfX83NnR1TFcc37zxnEK97L+bm8TWaQ4LgV00L6t3h7/K0mqfi2cc+V9QnPVG7+8lw6+1hzZ2Lu48mnTMX52g2t4PcNjdM3Buudbgv72a+P5fL8h/wgV+HYD+I8wi7/JGMoueYmP7ZH94vQOCjbQL7+J/spvIcVV41/xSWCuHh9//lmf9P2P//iP7/7617/qYuQLCS0PXaQYMT8EcMWhbbLepOMVSfR/jIfUUU9dDKcqxSeA40axbiSq3K3m0aTUnpsabV7cUORDplSKOfuIkgo+NB1HjXnkYXXPL1xXXpDpTw5xI3LKJXn8DM7+mYWcw6/EFaZb5er83KKcb7K2Fwuw1xgZTPmlSI48RNueWk70msFxsptgntM3JP6nurWNt3FgGxwAR8zU81XjH7WWWF/GpnsjZn3IE22dlZTjdwpabL7ekoD6n2A673B4vNkGYYvhfN2uoWrdsFHhekOYxJWhn6Idq25lC/8kvBpETlIi2ttvtWPdZSrkdeAK6KMw3guggOVuTKe0OscJ8LXqGeyhdLcpN79Tre4pw2t6l/E20kvGUz4vkXwm8HuskbdwjLnI1b2rERbO16f5kyorxQnGRbEvpF2Ez1TUF2i9H2VLzgzi/Y7fiu2ZuHV2GHFepc7zxDpwvV6tEPmY2bm5v3Jd1lw4sJfX+GD0zS3t2rpyTP0WKG+s5ms12fX6bUJmR+t25IvS43a78bpgTudN5aiyOTXWXq0cu21uXcPan7iiPgOTUrVXqznuWko1+KhHouExV5XNZdupb/2b25pUkCzdSXGxXdEvpAHbfgWvFurOknLNJMSfouFIbD2vAou+gwV7fg9O+Gd5XtczOa557vqMkW9kYUjdjlJH6rMSoZC+G61I6BueK9Mb3D+Ly37VXEP1UhwccokEqu1XlYHzjv3O1zO4eJhKv5A6aYa3foQLcs+34ui6mN58y0D9JYbh6fktvs044mpUnVtZKSDJ5VrYDKeHYP04r64Mwfq+vqpxI+9wQ0f1IB03siuF6gFC/3M8glMX/avoLySTxkjlCwX99DCfkvIjX6+5T8qyr/WMxjOnwin2uja9Lk85VPtOHmsyGVb+E+/vXe9xu63jsW5tK+aRbF9wVd75PbJXn1ew1e/3IK9r77pPc8adzozTCM/4biHQNdggnGzLWR9dXQYbunMO70nCvjBM9rvOp/je8a424kzjmDor+kH/PZIODl33+PMN8U9y7Ju/fOR97+vN3wcZfREz5+kf+Vz9IkX8FuSLVODbDeAvUubfa5BP3P3vrnafQM2LhfUFgyqsH6q+XK2dg9rIiQvS//zP/+grof+tm8D8QPnhu5/+8he9ocjVX18LHSn64kW25pEcT/qZNerzgbt3HPFJ4t2B38ePXCHnYmZ36OjPFyQuoxx8ItRyiwAWawJCebiYKcmEdSgUuC75JDM8CchPtXITeD7STHRIklsI54iuxbXVoTKmGJpLys6FVnEzwZKLokGMJVviZE9ccpn6C1ZJhK4lU1s4db87qXne4zJdxVOuSOH4S3wdJWslH/iG3OIIfHkC4zeifQLGG9rxiwKxonSDNf5kdDvAWn6vNjiDyrxZd7j3gRKXtvRUhUYyAeiYgAlp8oGS5Lov6oe2HX7WEZhacgKTgbKYIa1Han2JbhCw2Buq2gde94KN+wsqosD+6ccrOXkOdj45v7yIf+NxMySN9DRcBQzjyf7GdHBbKT1+U651WO3G1Xb1qTbkR/YV/yX7rP06v9Rndz5Iv0lsrecG8odVTXWqRdyMeMJu7K+pCPYgYEPoZssr5GVCEfkh3scr6/h2vINS7OtIitmhe2tsPS/Ji2ssfrZ3h0XQ5QBcgHNny2hB0Y4mBJ9ubLRrV2uEqbFR7PqrrpG/e8M4+pgR6HdFjpOgVackPMzakXx9KnTFmFqPUy2qePScmtydlr5yanlUzKrqtjsB7jv7re3tntDiXdfSbSjhl3jtm2Xwm86bgFGLtR6uOese2eelW3g+1+HYNS6xqr7Gtt4YRq7Re0FGazH9aj9fgRig3lK6GuuRrNrOwR65fH77zXg8v04i83dvbnPdxErZjI+9LWuePn5j1isrP2nLKrsmo7XX1hneiSrYEE83wXI9jvksQZvvFQAAQABJREFUXn3NwjnWSCBK/o8+AbzWB663HCP+7J36PLNz7V3r01ZoVA5b2o1SG+MxBnY4B3KO9ym9dQzU+rc41jxeyWHa+15xDGxZNvKse6HnwZTVhm7NebKHc5+/Za1njedKw2X/He+qc060+K32levUx7/Gpv/sofrMwzi6+vXTDrDmvsM80u040FnvFh7Lbh9xr/bVb+3v8I8w1ecVbPX7muW6/iyv+XK9uR5bZYHd7Yq5BwM2yym2CKcE8G1erdF6f4Yr8MaK94Un5/mCS4d+yj6YGX9CdAb8ojtz4bU+2uCJ9z7p++ufkW3vg/1Mwu36KDFrPs/6FPeXRMcijh/WQbTGr7aXAn0D/2ErsL+z9Icd7reBvV6B0yXrmV395Pt6FjuP+mYi9s8bbZdB2WR5kRAJsMn+HDd///mPf8iBG3f5SeC/fPdD3MhV1QLL1ztPN4FNL54gapu61d/98ENe7II/BKnZ4H/QJzzp1/ngwmjPnRw6mXmeL6K6SHRfWXu8og5djQdOVI01eiMB6VQbINLHhVyKibH5CtT40s5z+lHjjJt9uaSfeMdY5Bm6TCP1jtnbBIkbvhk7uJshc2pqvoZEPm0cyZl59tiBhXPcAMaSftBoDNila2AhsGLnBQ83+fma8Y/xtwmjz98n5IZwJpsclERBs1FXfV4YaCnFWuNvRcPJV0JzQxlAOjYqQr75WOcDoqFryW3Zb2xhytxazYAeknUst/XFj3Xb8M8qnSbxb35q7SlS2t3Bed3GkJTzLkauNfcdxZ0O/xzvKYE7789ty/U2bVXPhqTsLOYs2sXroE7c6R3FC8s3xVoBr8dcU7OV+bAdC3PA0mY/04Fd8nUtom+/3pRQFgXOhbNyJ2Xak7w+s+blmsrYM7lRmacpMqdsBVTfGzl8wuvl5Ureu3rdkRGHFNuWnMO9c7hJ+zWTIr/m8gRaQ7lO+9FzW68j+mwoJZxANRWvK7A6uuBuU2hCGkYNC6n2WetNxZzH2rVZa7v1NTbLuDte469jf0Z2BvU6gd/J13ji5oomZ2farUrLqUkbkF4C4M04YYZ6ECEt9PKJp/bybcI6xmgB8r/9w5lcJq+5330rJhyc9pKOUPa5EIc1Y60RB7lr7XpiEV8LePYcHHcSXOyel4M6yNYsurYlzmi3QlQsiujb7vXj1mMCZh3yex3mrHHgXvs7nTFuhYmRMBbVXePy4NoIrQMch7QCIxubtrc+t0hvdX93v906vwtyzB/DgUzrb7IZnGz5C6jWzdH72m3+K0rTE7aJvlEMbItDilLu0GE0Gf7psifG/oWO3NEItj27lUVinHAm1lZ6HwZaEDMqsd+eswKfszbmPqy8Pi8nuzKEpACWbp9G73neP7vhdyd4sK7eeQAes9sT8s5um1tz0PfDOtqTrmKekWu8Kq++dzZjK6bKtn/N7TPrlTEZV2WPK142axsfba4h1SLE3evYxzvjONOG5IiH1kv3YEYtrge4xyt/H+AB7d7prVoXpSdrxeuEXLf0bSG4PjkIr/PaIuvGL+due+/19Ww+rwdj9b/3jBRD1jmw1oO+zx237xn3G9cfvwLfbgD/8ef4C43QV4u3XyyuiY4rRr3QeyO84r+8RrmQZgybTfinn35C1N8F1qeB//m/3/3Xf/3nd//93//93d/+9jfZ+RRwvwnE7l4Oj61R6kYxYx+VGC9v0PorfonNiyQOU5oLj1lHPy9VaZtzGBxN35wHKgKNTsaUk8TWD4CDNnV2ie0bwIoua72AOW+3ACQrJoOMcYtsJEGfXvWJDv/RSi+EcKGUbfjIv+nSKYtpn2RRgB5HPrqRmvzCBEf9uubo8sHbOQ8pM1fEnrP1EOngK6Dza74/xA1cfQpYX33C10JnTPKTf/iKK94RyX4QaOzwe23Q8tb0eOEABo5PP6jXnoe5zaHt7bvYfQywkiOuXUC8ckmz0cOf6qsPtseH13v1r/JgQKs3uRez17fzdp/EFuggW6Tus+hvu+dpuXWTkQ3lUM+j86fEO5I+YYi4v1XoJ7J7F8gr8+919krgt/jAz/p17XMtt+doYttit96mEX/lftwE1vzlvs44ycWtnAlAlEU/apL73y6QrpNKcJ/HzqdFk+mVuuQv7VCTiNXCTf6H84k9I/cNnOjEf/k3kilJ7+eT8l06KlNm8C58EwljclEmw+ftTPWPUHVdUV1VmIH76CWvSozdYOSx1fdtxC9q8aKM13v98PwHlfNyC+Yk2x97zb/qn/H3mzHHeQj+3Sid9loRx3+m1fpegB5v8kdsBP1P2dk4vvEaq55GtnI1sMTxmi6qLgq+8RF1JtKxq6Dcmq/HZipl5c7q+GTfnAnPceb8jTHXNVljInuu+i8mhHLSR378Imqt6dhP57X4ZMpbGJx+GKBfYIz4NbZttOjreKRLA886QIDJMhvfjB3RAUMj4tRbxFjHLvDNU/W7gX0zvXMFqLvX9UNqvX59iPoMgLsd5z5crqvwF8UbVpmL8wbX+8y+WX/LCryyN32JPE/7dj85y/rL3PMa4Nzsr127Ya0zhnane9aO7+pfddVm2a1jrH3rT+2KX/vVD9udfcXW/h9JVg205XnzytFp+44XQdnOr3sTyU+WZaFdirLYNjEuLreKOb9b6G9sfHZdrWlSMb3uVOlivL2EXVhdzn1e94Wb5yh6Dy/eyls+SUufR34DIh+IyTzcfk37onN1bufCbCwM63Z55bjxrHEsmzHLU97ftWHb3gbcenxT/rEq8NveAG7r72s6if9Y0/spo2HDGZvOxNT3jdVunw6Y3F7qcNUnfjS6cBTn03qRC15rWsX3s4gRT5844oIXD98A/OXjx+/+FW8C/v3vqSc2dr4S2m8Kkipvwmi0XOjiwd8U5mAcXDx//RAbOp/8DF903Pz7ha/0/SH7YOGohy9C4PPgQopEa36xR98gt81j7uJajjHH5i3GFssaHImbBLpo9f5E2hyCO9RkxyE/iTx5zAtfQtOjYbPh2djailncmU/GofaZp8dnn2aXW+hg5SZszE3i04653pwFyLDlEQJ+KLIU6St7KrD2Q3n9+kPMbX76V58Yj3n/+PGDPhWcdnO4zZvryo+oGTBfREftPkS+fBo4llIcgY22j3TKAS3OttJt/Wi5qUw3cwhbM6cu+36WW47cKvlZFWzZh8M3sBty4seOE2ksx6rHj9TnvWMzpolnQwyJXhFPwOiUukRP8dWuuOyTj/ctRVFRkmNmCq6CXeOYXe7RyXl0DHyNcBvs+piE+27RW24tziJsJDQ1wAK/dMHKJ57y/wVCUL6K73o4GbcNIZ6Ct7mo6vTYvOOPGbiqpSlkG8TJq0MvgAMf6gu2szRhAfRuF1aHff9FuEiqTxmCziUAsvPUjB5PtAU+5Pzpz44w9MPLymudNi5xrI4gC7a+DhVUAWLHkV4+4DC1Be/4eY7FTEvBWsuQ6je5J/FIEIeZASPX/kxAKt4Hrrj0PXlLz1M7h9qw5gCf1LuNLOZanhP6+RTy+uD6r3xtmJpCOFc7urF376wgdoexbTQqZMxKVSO3xKzeJTDmco6z1skc/pR53ef7eq4UOLSE+rklFXmaLR3cz9d+adP6j/xtM3W6OjuwyJUvfFx4Oz1qw73G6el16hDqydUBg5gMahbDUqWco3RvcjPbt+YhU4mlGKVvZvu6P7UynmY5jPq/Z0jX4ouilV7avdsU/r4TBJ2jC6EKua1d+ZcxU59ExjP/mZq2BtD75r/jek15vVpf67zajHlLm7mRWv5LSakGHQkb0dhLVyNzv4xTqnjyyKe8bCzKfkmSri/igngsQivqaF3Dx15fH2I6bTfpVftqbkt9VX+mfkbTM4XvwRFaR/qQc9G3PKKP2T71vGmIz9e0vFqAXJ/WuZ2ja02FKU+DEIB5rUu2Lv30eihAHp78o6c1iTYVLQivhSKL+mJZlgSJviHVXBTV+PXK05DfLU2KMR9Xzd5+i1uMS1eEdf+t8hztce8ZX+/7j7APawygDYYGXr3ssJ41LZJ8ne64dRQ73bN2+9Jatq/7btFX2bg7fcXs5JVv7dvnpLfdrXFurf8a2ru1Qr539l3+7JO5dLyvedGA1qKRm17HduyeadK29ZgMvCpyFFo/Jo/Sac5F8zbxrTzpt6/EuMSdckrvOfao5Ox10s+oJ3s14XDRemh13zEw9+0/YOHx8cM+9POYx2T73Zqzrc6/ZfuPds8/7EVqUOXm9IoZEds2VviqVIyrvEYRTR9r+nvstJYzDAns8rVOERL6lTw7s68knT9lGj/6hPjSo1fcbyvgS5f9QTxtOQ1T5abST4RVBrM+sG98m5ubR+suN0u2tPgXm+KKX/uKGmHL/ulQn6X15kseOdqxIbOsP5AzX9sc8r/+/e/vfv1//095gOdmLZ8U/hB2+j/9+JNsfMVFfsrzY170Qqv9P0h+iT/c+nP88MYNPL7ClzY+Zyy7OUVSnnztyBZ8Ppw7bT5wCluZ34zrEzRwhReRefFhvtG35PbJuC2If0g179yOOjv3bHFec0rC9HcO5NTGk4MstQ59uwE8asYcDB5J0Vfbbv5ibhBh8yZr+mAQGgz/GrC26d/wLhlZ4ivuuGHLJ3+/j/mOuedTvN/HeshPm3FDl0feuP41PhKefvk1z77ZDy3V0UuQEFgzfDQ5vw4aax7OK3ujnrYHAf/jaM806KZH5m2M0ADa4Rhq8RNBtn5/wpjqiy5ZBlfnlCCyVCl1noyNFSuxjYnzE2SDyGRoMhyf/SNKX27h111F2nsTRx2TDS18mw9rgy/Gmp/WFqEMpYRhAzPwCeAZfDywS2ld7wwB6OXAKw08U/HBcwEHspLkC1zwmsc+X+kHknU3+1ROIaoieWJ9K0wLpTrWsPDyOCSq+ToZFU0ZT3Fr55rVsM6eY/wDUSSIDjmC0jlZaqY6lXHeuJYgFoujVYd28BafEMd6bTNWzFDJbzzlJHg9BDb3mENQ4+CJMYMd81oDZXZ9zWjRY099tWb9Wrx2fptJbYJPCV30uS/hNBxHTSo87Ub13khTHOi9v1XvSTbJpHyxExwed3oq8tMkdzmq/LdMjpyt8SqFTc1fe1iTE7cB9FjPF2aeo+ZXqHNek7ioe6Qq7KJK54FV8PJLeP1X8goJ8ZyfWyiqXCktz3bOlZE5dXzuSGBxJfDkOvfCXNb+2huLTKNqPLweXlmaaVF7TKjrQ2iPqfj0PaLRPdsUinRZx+xYWCdb8wydpIIz5zRWK1ti6k58zfByU4gjBy5lQzMk0ZJrj0nCxR7ioumZrHs1HC/VG+LNQmTf1nrDHrnAWx/SKsWSJ8rlSGs8F1gfZmBHTSogxztT9SuJjHptANEhf/ualbbPeVOutcNnzIEZvs62viyq+4LKoYFs8g6jprM9g8h+SrkMhmbDcFThO3vSiznrSva+0AiHvsynPBOoZ0DMEZ1UF559CiPO3v68tgUMh1wz9PvK6TRaQgOqsfV5aLkLowHEasUY//vapxsAreP4hV4fqkrhVezwvfzyZeicVT3fr/69hF/t2qZOvXYuRGuzhovy0FXZpnU1A7Hvznmj7mzMXV2xLMhlmkyzbVfutb862e7W9rVvfd23wNS+MZmwBtJVs6AFKZXr7l+Oy5OBa0B6+DXSLs5OV+Pc2bFVe5UfcZyw1e8V2bU2r9tXOMCa51W/L4nf5bjT7XLS3lsvSPXM0Ek3vPigwMuHAvj8Yy/0mcceaPnKqjO0hjtDr84XzVucw6flOtIYGVddD9fHFhr2/bIxgi/d7tKFQdhV7yU8tfbbuQvW/xx/zJk1z58X9qXVnAaFdbBVubC79FLtMfLmEpuP5gyW/PN/XrvVb/be4MeyYM68MXZjCvXnPZtqLYmV7wtzT8BrTKSGT+Poypt1PzB/MMnl+YMN6y3D+W0+ATyvy7fk/c3ns1Xg0e5ve22r/D6JsUGvm2VucuezN/dPNsL3yeHEUjdeMA7nKthPF4vY0Lk5969//eu7/xs3gX+OTwXzN4L/8z//U38bmE8Df9DX8gZP+5QvfHnxy+tBXhN88/dj3LT7EH8S2C+d+fRvbv6Om62zElu7rpBhZlnHkHLo24sqxROs/gCQfnOM7O2uWeMiBAbfmM0AOu5o+aGVmQ5MC2HfFZ8+MwexzaVI/eKXMVOXcuZpf8eM+RFJ8vwSi0d85JrOPLfcSVEBpeNp+HaVbshyE9h5ze2sHznhj23wSBOKX7QuuKEbny6PtcQnd7kB7Ju+eRPXN37hCNtH5t0vBuBIYq3JsLBmRKWbwLlGiceR+Xr91IQ4J9uNZm4681XeatMfPz+SSM9Zs87rWjbeaMKrw8f451r0Gjasm4zAc8bufa2DEUOI6LKv5NGiNsiVrzOFYNDQXT9JFbz5X+3OZ3g3KWhhdkarnTHnXnZFZJ1mb8YmZDzZ4tpW7uP+GAb8+xzEfoDGta8cyF5L1guLPlkAxJZCJu0Q/3UsNmclZrvy0S+7gEqu3B8KbzOdxiUOxtH8R7wqJapqLN/+rBlueOaRtXIdrK0t9Vgyr+Zes1vM7PFkb2R5cZjGENZWSM9dzif69DzVOQFJJqjnu/nVuL6Wd5OwICJaOjsNuZEDeudyWXvpFJjOmH7RX3UyxNNuXc865oqZaLMRzWX21vns0C4oXGdqaudw21bsNKxgK/vbNL7iky4oivImYEciTPHSaa7NDdHGWRksewF8DiNJ9qahOeSxRtY5xTxPBkWUJqXRT1j0879f9kze6gShvCqxaZqvnYDofKnrT1g7JNK9tZbMoerR/Fe74+TE1ISwuG926+jbhm5ztLgby1CZItZcfopsmIbUQB07LClxLZuvJe7LhXHHRqsvp+nDQMe8poLlAWwcdBqYtRSvabSEBmAjRQxIeoxaIc7SYjN9tIgcdpOpXR/TMj8r10DnJ1Vm28PecRCOfs+guuZIGrBlr6RTBaY+7hkfWzPlyM+Fai5kzPXT69k4+h7NkNJJFAuPrsHMW9VDEA9UiGkqgCIm8/5ZuYFti4sclVMmO5zMp2BtXSJvD1bt0bj1+FSl0uNpE5a5vjtW6x2ekfPPFa+8GWZlGwjZi7mIKn/yGl9jVCT22m+y5iVMakNX69BsXDf3pahgx3+9XZcMrH50th2IdEOfWdTn7hVCW1Mxhjyfctwpp8805uoquWGsj64jolqsRk1txppU286zuK3zG5Tkrvx5asvBNM+My1haUWx4jBFfzNXdOWLspQ1nfVuck2TOY0EuKV/crKCuNe7aN25tV9zaX/G3feUcCBXiFtknZYUGhcZ8uj6S392xs1fdTq46uB/17+J/SVud7yp/yRyejUVNa45VvuWIEyDPAZ7N0fbqboOBhTPOl/tVMiI6j+FJHBMjf6nj/WLVsa+vNnqUAOWpBDq18hvdzzjw2NuO19t9WNbP9Ij51nkaqTN30ettLoU+0j1hM9f59xqwDscqd6KyzqSD6yYcuTl34QKrnJmAN9YbTg6eO3eRUwciE8u59pwzLmwcXcjut+dvFYgK/DY3gL+V/ndYAW1BS965OaXS8touLn/U7nqxaOPkwsLXPXOz7p///Od3/44bwdwApv/jjz/GJ4H/wmVD/3Kbj6068L5RoGtH3GTjhTI3fj98+CFu/uaNN5dSMdjgpxy84bsNtN5FwSv42jTp4ioiFC0P2dIvcZ5TAacn81Tl0MHReJvS8cbFLG5c8pvL3Z5xfcNy5ErO5Ac0nvnffIidMj8Y0/MhdNOlP472883MD/A2TuZFNzZNhA06YSQU/7iR2vS8LAHD8T03rPjf+rR+YEh1w7R8GlT+frKP5pe51SO+Djraj3GDl5u4YLgxHEujx+AG8Ec+Lfxzxo3fOSCrePDC2uyspbQzZtYWrfIDtEvIrkp9jIkc+uFxFxW2QCs/SdjA5VN3Fa7nl+pKLc3CO5zzZZ04DaxYyeVlcrUNkielUp9R0P4SS5ks4zgR+5ScatjAzDPjLyFaDaN2LX//Rn9dI3Jv8bMq1+hao4taOZQX7C4R3HeHY4AfUHsvngLc8WGr9uCJwYo7LLs6KUIAqleNivchGxgb1G31HKYdd/doRvqn/IT1pG1CWIU/D9989dhtP7VKYRT/Ass53I0ioAc1k1nn3jGyvYQYRPj1XkiHvFBP/AWnGC0EmOTLfKoPkNqv8mprdL0BW+fLstsE7lZPzrymM8TL6kpz6rs8VlpP4CA09uHA4BsPlbBdNYqnuqykgzdAzaVFmXtNeW0aQeWcQBfeydo651jOb4fwNTSXQdmre4idF8aoSiS8fTMRvfwPvqgPJtxOJtfHa0XX4sB7fPJtIDCstXVtgjkd5r3anRGRMlqGSX31q/KVZ6+583Elp0EuNN2/FgJMpKcMc3LTi8R7HwA1Wgibr7QXG4yLculObEqgaVZcsXVWC61198hZDXnHMjR4vXrU5Kp/07OWtpTOMNvExLMEzpFwcrf4e87W/bBAtmJdz8qyrfcBJk+9ug9VWz0CRu+CTS88+hrIAWQJLQ/yLt2Ybs855+BxxPLTbGmHpUO/55n5u0tMcuX/euQQ2c02xhX83v0I3uu34fZYN6bLWG6xjG47vFQefZtPtVs2nfsjR1sY25CpMz3NjDvNacxbKsZcBDonqCHneq1+HfS04PyucaDIVcS6Gr0mKkKmZpQcupfOXxz5H21i5SYdT5n/ZElAujWwm8ZRCiLN6t76b6lN9VHOJZazeM+W07YXxlPRVOuwznHj5+nw3aWalPnssZUlKcrqt9oAMI+qM0aowoHcWKP4Jnu0YSeG17zjuV31cHNYj1z96fswt/tuV1/re+sB1UF241UARg754P0FDvaOfD/LY0n99Zm6hPPV0DQ7/51uR+CxrviTfsex6uxrfeW2zW21Gb+2xlb9Tlftv5XMeJzb2j6VU5wYufbbs9daOOt9jlCbF74q3/ObT16sPv2797E1fd1rCfbu1yrUteV9JU6kTDeGlOfV586e85xzv4Ut87mLTM7j0T5oUoHMPxPAlLCV0N4cWh/AmwuC/MNnrB1yvJJ0u3wbwDjaw5bU6+4xn6HXoHeaJd6oUzrVMWDr+YeZMecV5i7AN9ufsQLfbgD/GWf92THrJw6Dlx3IOyAYbYy2u7Xfn7tlI9ZndeMGG5+W/Bg32bgRjJ5K8cngv/3Hf8RN3fg6aErFTu4rJv1WTtQ8+OTvr/F3YfV3ZtnW20VTzvgB0hGyfhpqXfwbmS9SwC1nIC4TBIQDI/bmf2mIfVFK0fUWtI6Mz9ZxZwouxpk/b6jORyJzvFhmT2livA6ZvmCI51a95hr6/mnWeLEBMnD1IQ502GLu5N0CCNf0yJhp4ynfjHYfjHzM7X62qnS3B7gciiEbSuKD/oEOYeLBePk0MC03gmsM1kr2ubHrZaFcouO1ACc3f51jfto4tIHRp5sjFmj+Uwl/BRk6PrnO36Lmk+v9CDFuLcfSI99x4Oe/7+sXhebKsfHM/A8fpMzLOjLgbJq5ZVU9Nnpj27kgxA7mEM+0yjETrfnlVDXyPm+FsI8thd4NiNd9QTcdNanIrAlx69d7M4eapjhvmBfP2aWgCtBeIFba4Mt15AwYRwAYxxLfCLfEmiEQH4osYA1sFlr0s40ZTypWRxyMm3Y9SHPVtT4eW5+Ox3qDuOUO1xZYLNTrcMhyY8dN84qgX8aQ4i4zkP1Y10k3kGDU/VQfGSK5WiXJ61CgMelqQ49RALwbsvXt5jatuW9Jx7qgNq0+pifr/MQEQ4heO4/rWKsMV+1bduv4ta3n8Oyf42gjKS7WkCUP90f36pkj8rgKWYqFIrfOogBRuppJnUdmSSMqb7sFPvnaY7T7jCb6Btb0EGM4LxKWs7UuZPMnOv0k2721xvX1tESkSz3SN53WEZny4gowjEe7DW4hCB+vl9yDM1p+Iju5BI9i8ZpAN6bbmr5bg6vNMS45S0GEmlTLSwV2PnvPO63GcwPoOWWIA1I7x8Vm3+o6RpA+Wl+tVp0g+tUHvbkucip4vj+C8MoaLj1QtYZyJDogRDjxtOii65xN+WSTvtW5yZEL53i1XHsJ2GKkLAMq+VDXdR0W81kkJ1kLbz9xM4t1bmuc03wug5zid582yN6fUPed1Qcq0bHmUuhrjRWhMQSGUeqXTcpwd5FaajvTm3Xe348EkdMp7oN0j5QXQ8xtcj1gPJjr3Jv7AA3zbKlzRhb1TNXPGMfRO9KmpWA9zKl6G78HqlxDCYI1mUfGHsuwmTDXWvcMQPpCQic5pGtP2fAcD3XM5bbFrUk1kyzFx3nZU23YXaKtfQKPTsUi1/5AvZ/UhxfJdrnR89KxDPMYlFUVP9X28Y6R24WKZTV4vnCGAt3Oljr7FiDU0a0+1IpzxTXbnTe4rYf9Vv2ub87aIvux82kvwSPZHMeKYex5hKTfKee9Cb6xjG8k40+Y8Q12P2qs38f7WbXS9lS7TqBZi961qX6rbu1XLLLtbqtuxd717e/W2LVvvdtH9hX3LN5+7916rcB7kh3zbh0Zky2L3+dFs0R3rDDWZOib4rD0CuXwRFnzFIkWqcnQhDy7FK7FX9AN+OHFeaL8Yp061C8W9IVAXs+0PPoHURoHc2eMafm2n+nQIO2QLXOa64++Jg2NjF4PbtOjPQtacCmmX+Oho+umXcBEDh4D6rGmanLN4d2bkmTjZmz+dlFUaw3fPYVvhL+7Cny7Afy7m7IvnfC6eZV+v+CFjv1HfezXzehLZ/21xNNrVTZiEoqbvB/jRTCfAP6f//c/+jTwP/7+j+/++//77+/+El8FnRt2YLmZE0denLj45ebNDb58Ic1vR+XjY/xt2LqxTxe0eKWes5VXp3zRNH4Iy4tVuzBoykCnB3Oo3N1VRuOpxhzaJoWPfG1o66LGEy2guoZ0yZzXzjSe4LuLm3VyUCfu8dIyOj3BJKCiURjlMmIrbuj4QY8q/qoXHHCkH8/6+mM+7Rvz4ko7uvnBmz7Pi/FDHTGqPXHJD4/9aJUPgvNuKZsz8c6fT/cyJP5WMA9eCNFPTgSNy3Cc40gsbfzUFg68eACpGzBaSyG3Tw37hi6tbiD75nPY+QS1giVtyxhVjk3tGGagmj6qyP/J9P+z9yZMkuRIdmbkVUcfM8KeGZLCpXCFwv//m5ZCylCGc3VPT3fXlcfq91QfoICbeXhEHlVZFZZpBoUeTxUKGOyAu0dhZKFohv4mGvgrH5vcyv01B4vpYaVylliBHeDCX8Dh7Mld0dQnaFVw6t+o53hI2/1vAINAP7I26EX0Rd+Lv9H5wmPMbmEIQzjlGEbbwBuSoh1bUxuk22FHxHe6IbyuEKYrgGJRbmPEVmCZ6hGl3MlqZS1h5Ec8FlarYHhubL/NYJDjZYgRev6GViPuk4NDA/mvhp7H1VCvkOSc/2teFwNEzZ88nsQ5UZLq3Sm7qTD6urOm3+A2Y+movVNjUACjqzK5fdxnnlA59jRwGmHdjmOxZdQTm7dYl5tmoxgcR14dk6wibulGRTm6hIrgD2SsIMYm/KVtcd3o9aDR0R4m0u+ONIA7Q7DtQBvqvA/jM034+tBRs1xJR7FyqSkmiAInfPF82Jz2PpBZ6B1lmpbnP7Ry45wccEHkt+kHx2oKQO4PRFbq57d4YMc45cNR+lBY2Y7+pi9G34SwYQ8dg1c59afgiNekQfZGZhW5TyGFIPctABSubPi8pg2m8JW0MyB6Y98IJLm7zHX73XO01iPnUrQ28TQat62+RzHFxjnSWDE73vRUduGLf2dbj+1M54y/2uKj/ETC1gzv/g/aVknO61hUDDXGaUaxjznqO6/Hu8jAKj/M1SZphz9IaFvZNR346jYONrTySZn3P9mQayZLjCdYgx1AworYRlbVx6RscEJpehxU44G39t/w8P7E7SlafDlOesb0ohCVfa47zZ367srYCAentuGny4il14lprUsD9uG235updWcNDIQVe0LO7mv9PMUPpGL8NBjIrOYoEl3jCuAu78PMIGmLYlFjTBrYGtFwdFwFfGw1go0x+JhMA1GtPtRC4LR2/SE/IboudK+fmDyKPVuQ5ss9gBFJj2mXnVENpBA5B8Vy1pSatAY9iGAHpmETx86yHGdg2UzTek+0qo+ax65LC/b6ER+drmfaJTZdp9PGU0mwysuMepfT9mx/9HecoDx7vXsTZTy40v/yGebPX8av2cUv2mkxxwnrYDUOu6d9/Ox1zHfeXreLIz68I75t7iuP7O/Du1Vuvb28L6aHyvuYOLPtOjvd67v9NRkP+KOvRTBWJsKc2xsfhRonXVNnsGRw98HFy7Gm3Z1M9qBGzOFq0EN6K+HzrzXoRlPafdUvcYF1CI0w9tbeG92+l9pRvEe8Ppahl19fVOiHjdryEefsFi2+nLfdr+suF9Pmc5cTSQ4VlNLK8VMjih7Jbp8WH/ZIPBlXthd0/Gp3kPCK7vF92Eie0D7HDDwtAH+Ovfajxcw066m2ZkDVzXP5owX4k3A8sqQbk6jF04guDdTj/xv+DvC717EQ/MPdd/EN4G+//UY/B81PP7+I/XksFFPOxbtcEOZiI4hYYONmOhd/uanOZvcLTl6Yso+mHEUw0mDiJX+usISWVNzH1NPmLMFdLtWurqf0zS+RDMz0n/W8kFnW23TsO2IsXyo6LYGxsc78pUEp2rjAE8MyYky7Eo+YYfMCmDjR6aUsZLi1eegJdGKVbsZlT+kbXPc1n6Clz/UgxSdqNQ4UiWLAfsSidtWNgO5a0qfvXPIFGvLJ9wcPAHkXi7938e1eYPpi72wb697x09GxyJxtz7aOnPS8BkZIR8PQb9XJh2LIjWE3iNLRo2TRW0HM04WE8mnflHrDNZUmtWHdUyUq+xKGK+U147+CjihAwHH6GefKizB8kIYr5RPjuSCFXf4sPJ+qfpHf/tXCLw6wP45j9vuAF+EYsDKND5AutsFnHFmKX/5nae4oUYz/l5uZUW4hux+lQT/vxsFI2TE0FmrPbqe60VxeKoEt/E1ki1kWtYyHaSTpiUxa5CaVVB60dII9gHJ8V01CSf4qPtu4xNY56HOyecJ2+NYs4aLjIDRgLJHz6sPu0cr4zjGosTgHW7qNeh+rtnKcLne+6y6N4XqWkZWY4y4GZSlhc18/Gfe4ZfYSHpwOWPRDXvbj3Mq2l8soor3koOUhNeLFCE5in1BUYJ5vCZM6Ok7jkVeskeUrmqZwAYvsQB7GnSs6DvKdrmXnXM0+494p/HbjzSeinqMBZz1yecG0MOM6gpffqVYULylCEvdw+gBYXIezK+K+La6ZzMF57xaI5Zc2Kb7WX4DNNk668y5cd4YSMqPOc5dmVkOjGHS3u4eeV5ZdMdAKepfcXz+3dXvd7xNrt7l0jk3GpMa65RNiUGl7FP+l3zQy3+WAGgS+L2Ma4iBWeZyh1V0j5q5c9ITs2NCtHkCz5zHMXhsaE6RQWxHjZre21H2x13e+5S7t1+eoY1PU3Kd6r7ieEz/POVUOHAEZzdzLknhGbkN9/LmES1VxjuIf9mUzvLqPjBUxSwY//LK7fVahxEf3s+N33feiae8jABQ+cV6xdv8lPO05cVRtPcUKu56LjjIgC1xxLY66X2u77EhBRy6U52vjvZlkTMdR87iznGPNDrK355a+1bMG8YGq8Nf5QvwaW8ips+WlugyTNY74tW/ruw7C+KDTST6mbkIaI0DFcH3XQ0hcJ72QYNtxx6C+8zaTw+pDbPr4pS1qTwU92lb1o/Z4ZNQZP+NhvKuWpWgDBl9jo3Bx2mMe48byiZqIdS6pEraonagOy4FZnL1uRfiWuUS20z3eI1vzRqkA47AF6pS4H8DlHom/QPXm9Zu7t3We6z1X3CfxJ9Be8k1gfbg+lAwgRyQyPXY3e6x7HQvzXCbK5fFMDv9Mdolyydlt93q3uCa7T+9W245zC93Hxy36jmO32+tgHfHsY3knoU7nvtnSGm5RF6vxp0anmNBRWgZVq3IPkfrXYkJD8uav67vtiYTu5s8CxZLno2eTIbqR6H4vTcJv+D7U0QnZGnBpfDPnsr3HuM4ZbcXGdo6POVbvCikjdORe/EXG/5GnYxctZvLaqkFS7Tz77Vr47HFKVjhH+t0W2i4j1LG5nYPxiQjHQt60DcYnCuDJzWeZgacF4M+y237MoD2z9LLTP2Zsn8a3Lw5jsnfzN/fMxejop1opVc9PQeZi3ru7H36IRWB+EpoXIrHz8lALOSzmxKcjeamYC3PzIhdQecGMFytsjscXPORse5kvioiHXRoqsx3B6Dcv8jEbNtracEHIzXjUMNT/OgRLMAIMUflH0wFiUHy/6Z2y2b5Q2raKL6GHDDRB5kEV/ObmWH1zWfxInluLb+fUecI2cY0z6/pW1GTLTcafbZUti8VgBKAx3UaXiTiB0EPGBwbGSzS/TKvSOthOWjXZKpi8HUoSJW2MJ2zc6uJGHhh3PLax8KHYKo6RoFCF759cS8hcqM6feQbLfhJXtVCc3IzXYza1wmoJZ455o2SuJsqwgxhtK+/lL20COMymSmFcQhmylUtQNZ6beLQKvQCMIpctuo5jQmU63ZCV12mVUqtnSd5yfGqxgQUH7S+j9Le9yVs8AIU5GUffGIntsT89mcpcjZpapii2jjKP0ueKrJqedYy2yz2epKdKUDM1UlfVhy5bG2SoxdWohN32inyIJgF4dzAlGd+s75THbIZ0jIGNc3umsfvZ9XZ5j2PR3XIj3/h3+xbljnJJO2ZLRl9HMJ4xHZdgo2J4yS00QJUpSwT7kOpB7DaN0b2OtRA4noHRxh92lhvjWmmMVYfW5Dm08rOGzcjrkULxjO3cXKhW3rqcy7FzuKYxZhe3U4LMI5h6CSy77gGGkVck2QyZaqP/2ogZYDFzNPlgFwH2JT7CKZlyN6GMU6v6P/tt6vocm7orNTVXvmpq+lH7gxf/r9pGkLZM5Lwe05/xcazhjHi5d3vJPVvMw9y30b7ZM0EHo49H03sJ6OpzuGkEUbfIZRCHMvR4awY3keT5zPdjMXHcbcnL3JYKmnWtOotiWoLJcOnYU5rUNRkaR3LzsjyPw3q7T+PWUJY420z/4/PYr3EucePq1dLk8ZL6xDdjvLQ1aqpxz3bftuKX9pFZuc0IsiLaDY/Ku/gQIb969Ox1tJ1fhomNZ52XPN/Eji/twRdCwkhPhyO/UyojqdhnlwV92JbS2XOl1KyDc6LBx1HJ97CiFZKlP8bl3pAJ9VhKPgN2930LHjaZ52NrR0spDR8O1GGNvJ7kK31diazZJVY6sttp6QBcTolOpPqVjMa9Sja3odcxz++JARztDZq+3ft3lWPBNq8dYZGsKKCoZ5l1hcKYEZOrbPHTahz7t+kzBgxi03gLuyvjrtumEWZlX4y9br1+i9CzZvle7jjUd95uc1R/iI1aUsEpjQBG3S0c8iDcBpfTNxxbNG4fOGU/bXNeT1TaiZ0xumziDSpAPHaEV9iW9/Zbz7Kj+hHvTN98SvVPZ4h2G7qAgKnr0AWi9/uHd/GegrHz+vnrbGfkkfdZWvxlATh2xcz42NA05rbxuamkzxOdnrtud8a3Tpd32vL7yms2exsZLBe8EwfHGT9Rfk/2Po6O4Gin9y6/Znssywz0Uww8Laa2RvfF1R1nzSJXYwyn8eyT4u33QVO1N0V099XpC8UrPal4ooHzO/639np6OfXruOscUA73RAKxt/cy+BOOHVi8x73L6Td0o63xwQ7o/KBst6O34n1hPD+9fYPy2nu93+z1tP1WkMdWEYn/3HdJr4fGkUtakGpVXFbSbr/m9tYsdPTRLe3osYnuqbsQwiDADBJ/I+6mC7/H0kRFLo0s3r2OL2GeOJ9VBp4WgD+r7vqxg+2TRNC624PX6ZNPXn2i0H3x+ZjuuJm4nMjn9OosafpsN0m6WYobYt80uVSsscjHjfHb2Pk7wS9ifx4vT/JFYr5M9CSPfrfNi9zaYu4H2NlcZi39Jz8VwAqttiONh9dmP1pXaiVCMbaQmhHEoFMoeWnJDZd+fs46tyjjTl81GZZfi0trFs7u5GCcbUhZYiGHSqD0MOtpHXVMKuDLPk0tjsr3rCZFWyUsv+lqaCmm0pGLoZ85wlr8VhawCsljHOTi7+UisGIKny5pK3iuq4x3bukjICUD+iCH8siBhUNeOIbOMKRaNhTVTnj44E8AEysqw6x0BmwZJWQXNhocnvrwMTZXgq//rg+FSQR4Q8vwzeuCsshYpvl1avodr3Umq0xhhCPxjxyiln1UBlKVVQVDPueGJHNsHmNB53vwKZkzXr16lZ+kjnredKeM6TnPs45ppKOy6625VJOyYWkYDEVHh2srDVeLmyJuSZugkRow1pV7hF2hCSu8TFGPtWJZWTZUyXfHjzf4Z7K0OIoGia1cDs7Sh4kxvEzlFPTj7qjr7rJuZ3ror303xaEwdMw9L6Xa28L4sjrEEdYYD9WLrW5TSuNoDpEg5o8jvDJK/fTveadES3Ekg3ffxnl3qTfP1UvZOeJ6DqceTVPz7gmlp8BtBgH/3bQ/z4tPG2lDB0jXdbQgcDpQROWq45ucBaAqY/aLujGtBxL3f5ebfay+rVdtKyG6V/PdQaLNPQrlvstxUQqKIQ6UsNTnSaB1sSnnYLHjJ3buzXihoQ8jhAXZiOXeuxex4OsP7/FBHD5EJdPKrtuzlzg94vU2XQQ2eoyW1CaDZhXk0TjM1tvostQHuC7Zg3OMOcRXCeUbDfVPi1VWvS30qeWNP3jpxrG4TO7xMbruJB8rVrdWDA6jC4K+z2fKcVr4UajZsoV3AlzyBX+c1GnDN2fPNmVOagf4kYT7FoA9Fi/ww+UBYuQBzfAaJeTUUSR6wccXvJhTnutGMc6X+tAaJfcvF+2ZIMfvLd1+2hM+nR5ydho/erYL2lvPsx5nLYjS+qNEdpj6A2ZjrTN3c/BIskE/CIE4SMFRPC3lAzPTdeCtY5T4yH4AXSFmbpufRl4xjXbELPwiNE6dr0CX3d/ljJ1zb32cHGm5HXk+TA2HprIOFOx8HMK0xhXjVzoIknA1ONpeNAeybXV9wEL13Sptm2qhaYa7mMuO2tpTI/rYReGuxRGeNdQGV1QGp2GLXAJvwsWumUWAaC2axbPJQ9og3TY46KN+Dq3nSc6F9kO5ymFMaceR7iqWIvnz+LLlWX3n7/qW732SI8HaM3dL6i1u8ZvVS9+b4oO7o7csBHERiERgynzfP7ysmJbOCiUcHzrvno5pt83lsdYx98jmiHdsPblnNhfNXEfpBOhUGd2T9m7xXrTHiEH2uvlu416e6dtuLWdG8jwpqYbLLut1FFYk1YYKwksFhlSOwkvZBdqBCm1L+wvtYowAmkICZV520CP9Zlqkc+pyaBQcfTCQRVSURQ/9hxI+mYfd8FKcPf7wGzl6rsXf1OUdFPF5Z3bRr1eGmGkh382g23I7LoSJodaIjANYOm+mb3xKZ8QpuFG7yNuQpN4uX/AyBFl0H8Sg++mQL/YVltpLpNV2dKCPNnDPZEfjeMFo8SktxBP/vDkO1y9LdKf+Kj+Od9V5qn2uGXhaAP5ce+4nEXdNGpojPIH0yeTnOXl4Ivekr4vRUVN1oYqOomQhry4E6HMdYGfzxM/ijjZdzJKM++f5UFisywIg5z+lA99xSYzfZKylIgpDK0NWjMDZpmh/a7TYAxNx2q0+xK9DXoy2RWg9UXEDE0GGqXG7nelDmWxm7KlD3TvWQY+biqoHD11i6tnDat+cr52vet0kzdgSF5+JH1r4QTkYvVQ+ynD1gVbmKb8tngvAfJvcf/c5beciX/oSutpEXS+so5QM/21TqyWg9WnXxCJ3iepxUIkJBJvNkZEP81MaRzOOjEoJFe/DrojAPIS1XsDu8jiNxFSerNdKyVv9lAR4xA9JG9zgaZXzgZyu+lYJO9Ld/XpIjrkEBaxLKb9dPn3RFsvQ4wMi/IwWD9RsXgC2k+f8jeqDWKV8erjBJuKjpWw9nuTMY8qsOfmigr3aoneiG/w6c6ppqx557HndPEUKztoEzpnsAmVh2HL6rZv4yRj61iUOvN20rU2832ToB1HjqBupxyS6LQLBHbXFvAOstT/3/p3RGFul2EHNylQsiti7GD/rfJmK8I9ke1zdwX5OdZmc3pauYSb/o5YEsT8QJizISbb7Mn7QClFtxk/o20mUPV9ItRVz4jWcUJB54A1r+T9EkvbaB/7wnzwJw5YJ6RroQc+qDVTCnvFZNJWFVWz8K2aX2F7Bxgx5xh2War4QxnjC9777Fzg0VgDh/NIeNPdoZaOXm1r8nRios1kna8d1ZBkNBtZs5SI8Ukgz5sO1b4yh7LqylEDrA1gzglVOex+5rbHkdbBDkRtvXPOY7XOb/JYZq6pcsRfRqKDTw7eN/bo+DII44t0qT1u34X4s4ypGYjUDyjcJwVM2GGtDPgnZlO0eO3VSjCW2u3yihE7rC/NnPOZUqdgCkcBRGoEl71ncfzyLX5LJb/Nkr+o8iIVffVCCb8pXTAN5YCSH26/uf4mPdpVw4Q+wleg6ew66H4VQee42Ha3HtAyuUFptooVbmzrOp6KZm7L37/e4xr/qH8lyMXPJyGp0UjvCOlG9ZEdONXp4i3y6IWMntj0+yzA+ksM/3m6Le2ZbYy3cxWgtQJbGcpNns+3OA4bzqm18e75vcwyHngZwfEC0KzTaz+2wcobBps81VFd/zXyQ4PucG8wrxDVMvBG2N+leCSGxzhWM1yANvfihu7vOHuO1/lX7w3r27nBxE6Gu5RAxdL+JewnRYzmjbdXl8O6r226foIiF2DwMh949BPmvpim/9K0/5ONYqOvXUuLbv9Dwex7kQmNZCTr0aKwj4QXWkdLGs41Li6lf82W9W0pyw/6QTWdnGfUzf4/zIZhHur2NnUb3qI7/HoPpXffI1+StGVlsY9zk2JsZ698ARpjyiTapMO6TSgkcYyBXmxjlD9t01jfHS8wBNX0c4e5+1/YfWQwe+dAZ1fqj8Y78KraHN3G4FKE8riC9zWd+0fGODrufofhFw9w477Nd2TYepGjfmkdk3afSAOZAkUbVCrn6yDEswlaxfGkhMew+m41JdBRLHPZ7K7V5RGiL85LWCO9QxS09FA7mzEiwaNDSqKG2EdcUDXCb/w34qfoZZOBpAfgz6KSnED+vDDBd5kVPxLwpqAshstCoPYra0iam8fjEFJ+KehbfxNRlQQ+4ORkvF8Kya/cj64XSwJQ1l+fFtQssdDyU3rgktcsK8QdARWKlWTY5bdljVbvD2AipE+YCTNTufQI/lDKKy3P79DrlinFWRV1DkX4oqEvVp/PmBRl8P3gbu5f+OxgFMD3T97LPbwCz8DsXf/Mb1PnJujRZMGXHDZf3xLIP62Kp+Ii7N7LTMyJR6KOcpcg6FM+CAwxy7RcHB/fnIc2tx2eeysAMLwtrqRzJfQOLc8e2GN1Q0Ulzv96M+yzGM/7E9jmjG9N4RUT44Brb8mkRlBIb5Qaf84KFi8U9lfogyjWtMQ9cU0KG/xu3G/N8iIabrf2Hep8R033+oUM+HEOPdPKpsOhePuzA5vPhQ/k+x8HrDeeColoPR8PxiLdabbVqL3ZsM84a6HmCp5CrqhWlW+ytSJU4Dl3s1hMnfndEVok3FNMkmJOT4MzJObXmA71dEq90qxzxq47fkMZ/jXOFMGf33UcLeGtnvjzEPG0K10HsJS7xGwY+v/gJL9NW94tJdJGN2EOBul9myA7nmQCZd/1OG7uXsg+G/QwZISongzOJcfG8VMgcXLG96L0J+2NSzoNjyLbv7dvr1r6/dP/Zj+u2dN1y+Bomj3W5GRvf/rof897XJ33vcO3Pfly3guuW9xgOeQ170S1A/I5h2RTkx4My+NTHzlikThkdbr+OrcGckrJu+CjeZ38kn3mbroA90kXDsQ5t+rs2U4ut22mlH6OMwJTrG30v8W82XUbueE7k+JhNMT3CFBP12+lEaVD3LtGZPpJ1OfT5dtH/TTXDGdFNyUWcjqWpyGzyL8+pkk2VMg5DX8c3Wcbq9q5jd6hy/s0wPhnFafOh/OpZ6dbIleep3Mcz3Gv967PoURnzPMFY2Bqu6sUYWWN0XMRrGg3Hv/Ou1SfyMTUwj8WHXKdVzVTn1i9WBQ0ecko+sOx7LIDsa4AW0H2/WDH0G2Gs3vYmPiS7zUPsjsDO7EnHw7cwqlxgKzLGiON9ON6HscA/u9t6Fs8ZP6OIZ6uWFEbH1KeNPdaqFy9li0JXjrjOZTkK+3L6Ynq1ovjOoWnBFfv8sFsqxNmuRmyTwKl1LjJaPPNkzmV5i86l1RHncbni/PY5zjjhmen169fj2YmF4D5+9njRt/woqp232+fZElrRJaf9UrJ1rIkp+B3zKB7pABD/H70xDN7HHseB8fBr0vs6fXSLnwx/Ahl4WgD+CXTCTzKEK/PCPin+dOIn6CuBf7RA7bMu5nGx4z4+L3qTllSy1COPUFj7wsK3hPkpJ25gzAOrX6A6fa1JwlVooko1afnGFzFQIp2H4KXPLEsHx8HQvRXy4RwKflxmkRcU5b6l5rS90OEh9srNG36mtdHh7Uh73brnpS1cnmuWhORIOS2yv2Z/oyWVygm6yg5MyajBTJsCk0ya4qcO2Ec7uUi/wFgnF4ijmrIk0id+y4NcE4EYto1yaAT2sLIR9sFXP1k3bZGAZatpUT02HGe9VUs1OAnQTRt9adGEGevh2JkjtetP+jru1JuULc6RrTFtbqU4J7W3M8y2lg1RBGDd/PaWNbPklH349iijh7t5snjKwK0ZaAOZ8e4571bz99J75OmwmzEj7Lxb46LNy7ZXVY9D/h/vghebqBjHZepHZLYPAtKz19ArIKltoFjklWCV2jahLXMJSF4vEg4EWByTdgwp6HZpkcfQGopwwjZU1YojkxSmh7A7UnHcHmPzupqOkLPzcgNZr/uFhyM0lnXMv1biZWnShTLSo8jLLsTH0gugnzDDGXD5/qE6Jx8O8f1j+pQItN85OPPrMX8qPxEc3naV7pHPC14wcubZHGyKXQfRJh7z24Yyqj4fB6MRTLEeG8Ld59ymC7noRr3HsvvpcW8wn6z6U4jhsLE9cYcKj2XSQwaHdo+BZ/pMjs6H3eSRQ3eJC+rB5xxyVLCPti43DHqDb+ZghLDwrddFI5img97xVpYrwLHq4F5XXqVVO2qD8EJez50DvggsV6xd4zH1a4jXZCe+1K44xC8iHG/c9wSu7oE2jTDL8zdt874DnUzWrNsu75H7FKZH61S3UpWHzKFzXTrURJCVZR4NY82FLRDdC9Xi0LXrjeyOclEu9zl2jeThNcdi3MzpQ1pP1+X94JH3PTdHOjsP74kZeXzEkNvxPnTduTrDPZUrrfxqWX7AlrG96lJvDY7x0+syb2Pq0v95v8Wde6ifyy+xzIkYzk5dq5yWYStZ86v2tfqpbQp6fjp9ZHaf/MjmnHd7jEcYxMLu84uF3+UDtGG0x4suz1LoHW5glgAq7c0BL4XyjeYULXD65q5kU8GxuOwGRzzkGU1iELv/zSg7yvvTPQ770LXj/aGfEH5BGXhaAP5End1P2E/kUm5u9+uLrSfCqG8TY4/bk07nfSqaNl1vl9vwsIh8gXqYVWnXBSkn/7xpE83FIBZ0x88/k2b2agMLprrE6aKBDP204QeuMiZuKvFzf7tSH910k5+Ec9+aK/HjDwyNagcXnX6fZlA1sSrdOyz0ZadEQG0bf4N22aLdyxum3cJ1lxg32sEOTGRNPvj3Ez2/1s7+SszoutgSGzrryVJL1bcpt55Kda35xuh1Y4ECf5VhweZYskzeuBsq3xlT2asIRMNB8L/yLfY27BRB6eulhehilMsen81dKs447PVhepXofjqCjY54NeaWMWT9Ko8GsUSXeETQoU5NNwWuYr4AAEAASURBVBcfqsrcq/k3QlP5oYCfcJ4y8CNmwHPr9Wv7jxjgZ+q659O0Ss0fMYfoXiRn7Liaqz6uB9Fm5KNvop7TfZ+HZ2KMPzlTPy3iyOV9TJrJHXZR1fXNJf4iGF2PGs/4yNZ3MhF/+8UU67nMts45Hco1sNzWEU8Zuv1UkfENFr+c6H/PjpcWXgTuGJ0uyKfiKQO/+Az43OM+Rud9ZKSfKzk7wJupEjkYmhSm8Il6ysAHzECf9ztsH6Od/6Foj/szPIb/oY5Ph3a+jCvckC1CudD1dVyTN6925NLiUeeuoW9DMM7pRdqUpyYaXH+75t7G0ObG5CzO1fQD1NboBuAW4+DfQshWN0CX2rSNXr3avhNbLFu4uVjGfdt0ozFDPWJQGEs7lso0eqJ+chnY556zOepa4DvGNd0PKcPv9F2DUQ4+7PjLeeQEs50Tt7Rtxos28d9idaDzQL8HCD8C63pj19ys4VnG+GRn4ZdvAFP627/wrbdaZ80yl9bJqCq2KLh/rFlNKksfIV8YRqFMu10+65f97Tn1ENJ9TBk797S3np/nesR4uc0YL2VPnKcM3JKBpwXgW7L0i9DxJOMZbK9vSbB4Yz9VuRHXtJ8ldNt1VYgkkT5N4HEVecannKL0BcA9YDtu5rno7BM+PLbDC1HwLZcSVyPtWbvt6E7GFrocduPGkkbUTzSbVT4wNtNF1ipFHmsOvR6mmF0f+lp9oDycCFh6OrfsZ2j3YwlKQ8pIY+chrm088AlGhxJA1z46Em/B62rWDh37HerNBYMhP4QAMwFSD7vkebwNnLLfH++HfcmXYrRl4Y6KuwrGRTNgdIVhlYQWXUfjNsWwPf25qJAZmvJy27BCwRzpNyMteFsYehY11iX8R+LkTe9HAn+CfcrAUwYelAHOR83PD7L6+Mqaz5mgYrLy3C6vwYPd7x/4FY95dfbD77w3GdHGPOz7F/M0BxYYsl63jkv7nOWczfp9Ts6/HB2XEbJU/CGTL7QAxLfKVZdal6dN2i721ouSfPnT6ry8+OGHH4QBj5cYbCz4sggM9r5L4enw08iAO9kX7Z9GVL+IKEj9WdrdLUeJkCwOiy3n9tiCvueec6g+EU8Z+AwywFhfxvtJzP0ssAp2Oj02gPGB1YWfCGLpHDpCLOTFLnhLfakcGFzKLzll1gvCGc97CLC6yRLl99yu+UF2JVdXPdv2AJ8+oH0HooREoKSUh04XqwrStkyT3U4wPX477LwV76n2lIEPkQHdfy9AP8aYe4TPR5gszfwsKzT6YQ13//o5iOcndi/++iegl+fQg9xgj47xVhWeszbOzrB40zN7lAdNHD4D88j80FUoonvWLvMH9gjgFiLnZ+b085ysOER+HP2q91T7ZWfgaQH4l93/j2+97xk3hFsnqM3s51MlL3XRIxfsWniLv8fKnT2TuC4gXFzqSqKSunIaB9vp5y/yCqVvlfBkoCtSXhzB8mYs1yl1QeqMB9CElrHii5gz9usQLaALRUBiV9Doeb9QPGbIVo0/kIPlrekooV32QJ+GfJ9ScQPgOFj8NW1g112an+mCyzh61IZd7B2jYyVs9W3zobGL3wunjXMxwJpss0O19UyN9cAvpqFUDRjzgRFqKbBA4ajUveB2t53GuG2IhN94g2wO0ZleUgNbVK7AD6j3Ia7dtKlPqi/v87HHv+v3MYDsaP7YbR5Xv5r1FVLjj8g/n03z5OcT7mcRqcfmtTGJzHofv1HnZxMxcM5yfWbLKfSBs0So7xZ5FhQ3KonrlsKPPfj7fIEdPE2Tpc7sr1xtTvj782zjp9VkFHkt445RUGOeeBbtpQ/6t11Vf1YLoSyKlk4FmrFmw+LvOQc3UvYsDthpD43nITBNGSzlhp9tUz0Dho2xePrLWtBiYZP8VEKxbyGTD6DTBqkp+bZ98Mkbi728uPj222/v/vKXv9z9+c9/Ft+fYt9tXBduYB2OUzUAjcds72NMnz/OHqttCN0c/PvY3uzkBkWPocM+ucH+Y6sov49Mlvvmkebv1bQjn/DWs+yxI+96aDp3w9lD+5Sx8CgbtSoOkfC8s74e3/tK3a8XOOtFIcXMXReKyVBbr8hPzO5ly1/gztnhLIJjKJ+Th1I1fsvyEe/QGGZ/iRy5idBu6fNbdE5dvqeg93d7LBGqn3Ws0zOdvBjTDMwuwDJYku/8FKXwQLZ+qLYrpLdp6LrC1CFjxzEyy8HoOFP/l0ORi4fnIO80P68s9Z5/cOQeMg82/FAG9NEDg8gJ5kMFcC/OA6O7F+9jKugS8cEcPPz8Ga71Tu497AfQAwmNjQfalPqnjxaPD/fKdZNnQj8XUufZyR+e9TOTs+Brv0vzsdP92bhwWfKRymjqeudUteiznoX9vsBxL1q63kWcnJzd+COFbh+OwTF9LHdPuD+fDLz04Pn5NOmpJWsGbp2F0Du6nfAMdinrkyE08x4PH/63xvGwWmIUnrCD44n1FIpYHe+p0gcX2KPCyyTElzwj3nhx+PZt/KF76BSO+GTjF7DKG9N35hgZNmEtfd2vwOPFpXMsPDRjT7O16cGTD/VGqF1sPE5kflMPheSAB6TtUwt52+Sfup0HJZLD5KWFeVlaqtp0nqpXj1icGRi1VEa+DShvroxy4YZNQxk6jyeMFqXCjv5scV16sz4ZzDGj86rGj8ZQqKBlzctzIqWyU3suP4Dg9ggjBpRCkseJnfhx9OCzUfnWw32I5wsKLGCgGI2tbsIcUtXiocG2VVWXOUKgmoLykezQmwKWXVQbhhgfb+ilGtTEsLY5jhl+/DXuu7fFmPGkZh7zPDLGLI02OTslDW4we+zBFB9nplusve3Ck3JQ6M4AF9EGnzI9jU0J+fWWkAaueGbValmGWVo2hAnV5r1SbzhqC4NPsSDHcCoktdcTZz/2HDb3qaYBvn3rXpKIQPDlacSxol+eYwVbajPCfGgZ1jr/nB9aRlvj/0WAw2Ihtu5cZO6uW6DUM0Mxib1Ny7gaDSLY5nZgwGuVIH1+pjZ5XXejzHkJiIaBvpWiPKOt0h9y9rZYx2XXNe/WkqhyZPeIyjrCR55tjT/XQE7qmr404MwZedPOLLNu6a18dteMqVDWom3kTH/DiIXWMM+FTUVUMVV8teCpmmxCH17F7kVXPbTXwzurs2oXYQl8+uLbrs+fv7h7GeWLl/EIUX39HJuyB+uF/Mo4dBKoihlf2Wak8W3agRWaQec5QI5pI7wMB1nGR9l4cpO28C+31Je9hChV9umL+Mf5id94jaFv9vplBgvAf/jDH+7++Z//+e6f/umfxsJwH3/ExOZSlf0gldSTKMiKYNc8qGPXbA80YJ3h+R7zCCNlOdovYAsQz2fYFzZmXNiqJxekBTMqj/Jjf48s95Yrpo8QiNvqcgk3mKtf93Vqc7eh8Wkji6k3wM626nG5alJrMMPkiNeH4YqSZhlrfEu+jNGh562btGvD1SHRtXT9LEbnc56yce75OtPBuhx+P2+ZVAkTPM3J0JpoISLStqOF9vCh9h1mKIxzW3yZSRkOsw29JQiM3+Iknm3ruJpziHPToeq2qR1NLptWN2m+S/imKU1LPxxmZHlUBEdBTHBTh7EOYcCBmHmOkudp/zklfTg6YkqX0sFuz4euUy/zesV1jo0P9MxUFkC1QAo3HPCz5KBsLnEtiDKEao9anX6zHiL7nADmnJa2oVVJO+kubVqawb4Gbzxb5UgKI8N1hRgDBpPYOrMl086AI06AhkGTmuyOzKO0TZObVdIhGUTaX72XTpWbjumuOT212gIYera9IvegHjYQzDmr9yMEo6OKfK8LcjBVG4cjPIRH6me66F/Irg26Q3SDLC0A+mA7ii7U5PNEdoBC0NKOcZ3hcn4zBz8AQ7gAhc1FEkI4oI6EFdShiL7PbUAEx7wGXFrXi4lxpHckPeId2a480sC2ljPq4yStNs5ZYgCIfebjPCok51J54By7pW8FlT5lV/6TfsixYqIQXNUXCATs6yZNDvbd6VX1pCaDE9kZ2zYurTfr2SdrvL43cIkV10oWfr2fXTvtQWW4yfMwiIP5sHslol43TkaKfVLmX5SSr2OqWBemuiZmYBP3yAU60tt8HwV6EVBjbOZIyJ/3cQ9yoNdQnsinDBxm4OUYQIfiJ2bPwI+Vq8f79Wzjsrdmpw909gvk0USsyWjFYnJ6n032YACjYsUjH9dzcjwb3hfXNczd9kK3Tcro8rCq/c38+780Jh+O42ITIT6vv3U72puNVer4u8Eo8e3hZ/Gy1Rekd+/iRehIBzep9WKUfMWWD20ilb5565g8HUt3JHhJFxU7yAtNXsiCh138170TQFLTIVUSXMd5QM7NapT5P2mOi19bdP/mXS8zggoHJ2wzSVk/OKKpVMhEEYphvAOThWU9l7rnpOImuMRPxfVOcW2+BkASHPNlR+hFgG/5MEDtHisqFU308GjE1Gf8dFtFMPxQY5ujQz6Dk2UcI07s+af2SD8P4gWb/pNr2YFl3RiXQWojB1e2oVc6wgsbmwGjPQ5awuNECNpyQ2e9C6yRJX7if9nBs9wIUZY5urxKRB81tVMmaqEsOc8c+/gGHfraDrAt2koWbXVub/wZH1iKZNVQPKHV58LhVtFJn3zOXi59JEM30Ecnlh8wpZNKSQvu/CDTOOi/y1S3K1TY2QZP/WkukqSJoHPRz6hsiW5tjj+qY2xapjKQQsd4me9Aiw6c83jiuk458jLcGCEZl5FsHKrM48NzAW1qxb0ojtSyqRGHhQ7J5QUKjBI6BwKJfHQb4ynLWRmsHVN2M5/CBzv4iHxNYjGPRUG9eK185stXdLtzN2eOO/luKqpvAbmv1MIdLzt5j/wR9Ypps7Q7YvCuS3bFbCvrYT5DyoYoBygwB6Cg9QvwMh/SB7+MKY2HLHMbi5TxgvvFi5ex5yevcyF25v65+Pl3a1/EvQSLtrwY19+u1YJt0bGg+zJk4AmjApF/xgWLuvh59eruVei9fBU7WNHHClFYEUP1ufKSopRHUxMrqmpcq0uDerZXfRvKmc7gSX9Yy37URFizsIewgI2vNnVhjVuur1wztTgA/S4WsF/cffnFl3e/+vpXd19++aV+/vn3v//93f/5P/9H7ebnoL/77ju92GBcsxGnF4wvxni1GT2i9TetZ1KQ1MZF53A740/lU1NU1AeZq2lhql23zerlmVnXOaMvbLd2eGAP+00++A8j+iyFJX3SXXW5QmxuVefQeMP7RXuG5JDYx0I3Tz+TM6jhdxA6O5D73qNG0vQ5jJOVZ9MUi2o6Ezl1hF3qjKOmKm7XX8ZZKHYZytTfhBL5VryUwcxzvM5zoV4/zLaWHsDNX84NYHueSDr7OhRjs8y65nUdKRIsYyQqaUm8aZ/ndTxvBQM7/7KTxxCmtrrA3bKTU0H1TiYl8yJsoxSeQopzU3EQT1AJIB60ZMy/0LWPaAis8dFl63p7Xqhzfeh6Xd9zXCroGDHgh//xrxZbLclSYQSZ8Zrn/LnuUumMaTWffeIn9+PD1HyT6M3reJns52v6ir6Iet/B6H3gDznBz7amHXVvlSZV0en21qFM+8Tv/E6DdbkVMwqorFWFTklGmkW9Vy+xJmfqZd9PSVASkuEcP/QP7bpv03MJytrrSJWtzJ3HZPT73FCUKV5zGwtphaGxYlmVFKlfVssEk0rpM0HQ2lUKPnAkHf7T+vaj+/h2i66ZvjvnNjqiVwPcim6VvMpMCdYa5/jcgu5VBI2l/AxzKw7GhAkKbs/HnvOu3BE4yzXUgnl1zN0K2B0Rspw59i4sugdzID5iGc2mS0qPDDZenmW23oSuXhFfPTUjOJmW/YAJPnFznbT9vXEPYwdVZRgqBzpYxrxiei9XoD5O0MRutV31O9r+HkVYh36T6bbaz8S6NHJcHodo5Lu4zN203agLqAvGanA6lsNO/7PMJK+mlzVyVfN2GGQeK39RmXOoY3JJzieduHv90tvKsb5LS/f6eX9i4WuoS/MoL2OEWzaUw1WNSUn7IX3rOHS73DnrWF1ODFnH14DYmjTi9ICzkaFCn3PPu05S6six8S5O1B+wueXOhcevIVxHjzi1F20dx29d811ejWgkxdofpszcfBisJ5THZ+DpJ6Afn7vPwJLTjNP76il+Yzs8ExxhJe9sgrnRwYHa9DUfJQ7UfgIs2u6dCR/aD6SmmYhphyfqt3UhGXbVDups2D97GzbPs45dviPmxnrydBVzV7ubhFA6ouchuRx9czFlUEgSLnXEwV/tephDtGwXDEkHgsSVI6EvgZbuMYbdcBEsGLNGKX5cgSstgz8J+5s+TI0yiPtu4BcU4tGVOfzSl9jrLpwSmVgZcwQy/CgoRkJxAC2SQou/vNAIAH0TXIu/LOjmou7ACSLHQemFnDFjPdkLOOQtMWmfY5FQiEN+i44hB/BoS+pwzE32FXNiwYfB6Cwkqt6CZT2XiFCpUyDHWwhlhlIQyt9gpMzNIM14U4kdNkcb9iHDjpcaUw1K4MMKKThwOeWkGwy/2lBXY1U66BX8wHgIoZu2LYaH2HddzS1KjtsEOlv2LZT9af7RRKIWamxorqrkjjZFHV11Em12ZwHmDXHQIIGPN3mGuW/BS48hCCxUjjBzrIY0/6MlJObCfevjemANu6mtD86U96E3xcoB1Y5n2mVTv4kkF/ogz2z1bXbVDzcpl1Jm89hiZI3+C2zGsc4XCdxzYVv1iRWy+J/5kjAdlPHkRL8HjzrHXIDMxUj/DDAYzEfeGG+KxQyNNSrTu0X3lWA/to/uw075bKn1/W0ifGd+kGT7aKbjcZk6qdttoHmZ/lzfpo2F1yh5iU/e4r9kWrSFz0KuFlczt9jxkv5VLMh6MTa/nZt6vITXIrzwyw82z2PRFjz4qhcd+PhKOxY6WruDpGf4MFq3xX7oVS7UPtJR5obxvInobNPQKiF2HjHxw2InJlPD/nbFEV8IpK24OKQtfaT5r66z+tWW4JGnL7744u6rr766+/Wvf60+Jde0mc2faP/jH/8oe/haQI/cgrn/3JmM+qHy01krfa/Cqn5DjRYnqvN2aXTm1RZn8kukyTm2dSSWTn2ox/hZEdzDxcVNc7VVd9PrdQfX8K4bTKlNXCLp9NTslHMVeQnloQ/hWIps1Q4go5ylV/asbWBTcC+lc3wElepc/9iYN/pGbeV06f30bsu55nO8l557jah5KQLd+chth8w7fOvmfXW0J+zRlQ7ymDNyww7K9Wmb7MlXHDFXaFFSJfNuzKPsSmRBNjjZhOxlzNEv9WGf/NCOPoATdvowT5vTre9S83zJO880JTrspsHscmg2y2dd7ODTxsyPfmHC+vS2/mfJNalvMzOdCx151py8/g1BPnijheD2raL+M5P+uUk+nMNOnf7a52P3rdvcvVsGr9Ouu+3dZqUvW5XnQ2t7DhjlRsOmRBSISFNH6ecROqW+uj2qBZgwy2a362FMc3voXktaYCO2ftE2QOj4eWnoWTbK6N9lLITmrly+srVU5rarTklQEdNj7r0XjI9SIeq1Hauba7LUzHajt+pS6/N7r1vzas7WQEbNtjBs73Io3UecGnT0HSRbsHNVB28ZO7vWFdtdddR7LHIwJA8mOpSNgdTJdiS0zMpHZdpdzCOhOhGd6Mk5QrrOW22vz3X2d4x4tYuOTZJLCGsYpX3IPFMum4MCmDHxnWF2O7fzFt0TnYBYPxh1Dd/+us6k5WG4CV1PtlNlo4byxr+lOm3XscAci+w4Vq6b3Ddx3dXzfrkCY7+m7lHkVSdHumTLQMLvajEjbHyY3hvbpNoCbuz5D0lQZZOijCTHYtG7cwOelegr3jgI/EzxYfzMIbkMO2JWUURWx7EijzAUyOA/Eb/sDDwtAP8C+n+dtB/T4D5pHE8wj0H9ODafPj4m4r7ny8RcrDNNW9G55eLnvOQEP+3cjwtGXFD0IoErwEdqem+b6Vx+c6RZ9lECx/HnFSovPbpYIatY+wNLonCMi9qsNKouX7KdGr4AjrJZ9JSkLzsOe/6HUcaUfNVPEomGvPoiji28EkgWnPSTJcfkp176Mk6VoVBRxSJJjRst5sYN1BtuogKjLf6Cob2QiVk/jcbNVlsAdttmBPjLmmMCwlhIWOyMCNTSbhcMcQl02I6oLbTMmUpN97UwqqHqYYmTQQy64YIXOwWSRJpH81ig5TU87x5EEzj1LEasxlKZDS0NlNcWJnb0XmESt+IKY8UmSyJLv46FenKhPt6GD0UcBDd0vqm72WMFrLZABwJjhC3HSqBHvc8zEtbButantG6pHBaLDjm9z44AIw5Cq+hE6Ceu4VXMEb62q3kIHWVKazZl0KLs7TauS6v1+tIWK5yUwlYLshUnaitbbdYh+zqk3X9Xdixq/2XTpqplDkNlMJXHFHoOSyMrTgh1QK+aDnPiUN8EHa+QgzFfZLPoy/mEPf+4HupblpRwqy+FEXW3CYuf8uY4XRKr+pv2Rj72l+nU+0t6v1yn5CX+yy/iW7WvvtBCLosBfJvXJS/8WYiUHt/QbS/6zRsLwCzQ1kt8vYRn9NMl7ifq6h+YmW/i9e6c93aZh4H6DEO2aOsYKUVPO87f1JajtDg4FkIUhTp0YohoE0pc//o2PZeP3bgpz5iSuVyPiLvtb+IXW3ytjSXe8QKDlxjk+le/+tXd3/7t3wrIixDY83eB3cf2R5k5aME8kT+JDIx+uTJufhKB/oKC8HlzrclnOu5Pri9dp9PgIvdmm67DOcxm2SiTy4Qp/NSLwRNfksU+/scWh/wvvQCRjBkqNFIWitjyIZqXUTKn8IsMlP7wT0KFXvlivs655Xn88sKruy/4BYbYuSZQevd1wdcW4pKv8OPrjOtdBo+67a3TcZCrhVVaR0yuAm43bQ0dXWN0icl8DVv0JE+8tD87hk5A8/zD/MvO4i+7633h17/IQMnP9f/7v//73b/9279pbqbOYrDHBzHQt5S9LeB9//332r1wfBbdg/k0OdrDeOib7o8UD7lpkk1RYwhx8K3mUlYX+vZlrVBAZ9M7sh1KoWu/3SyvoRuY3HCPIKMGGwKHIK4PMI8E5jWPcmh+2VNtKkadJefyVYWp+lAKWHXcEb7jvCbbHWJjO5e7TtUF2/WLv5hFxe7N942P6yfwT+xfSAZ+MePgwzX0fqRzDa41P6+Na/vaot5GrrVcpyl9H9W1u675vibn852vPJa6hM/kVs63GKx1tVTgGIIV/4J0PIajbpl8IWj3dImfk6xt4R21NXUfcQx/Cs5z+SMgnkyeMnCWgacF4LPMfGB+nyA+MPRVOE1intGuat4nbBPufaofUa48tsn62NVlg31hOdZP7mMmbmz6zsXOuy9+1L3dOg72WIyZ/VkPr3F5il+EjkthXYSoc8Fo215voquk24Rf0y65GNrnAImUp+scJ45CNqFEHRs/g2DHp3/jERwyNxtFrZGWjnLKgsr/6TvApyzUd+ghhMhc+aepZuzle+gOtwN7wmYenHJMaE/mxuVsC3qGdQm6aV48u5/9s2f6Fm8Yyrbsh79ipk28JGHsaaG4brjQL5tsRUbGUT45hEIWyZ1HW6SOc6l8KQE9C00X9SlKQR3lJ1eDghMvXnRs3RQKecsVgqDRJ4voJZWjBQh4WviFjv3yWRwm1rUFIdrJm2xR/mluLAhfTQgDfsnueTQIH9mujAc5fDC5eWQTfpKf5lh+b3XGucjGbPQsPligf/R/7Pt5zjxj/T5nmedSgPccbI/39ErOLoOHc5rDNNZCIxhpHceCAY9/+X/SxSq9sDvyWzzLjtpm2T1N3cREygR92qpFH+38XyV9w79uL9GKt8gLUVhG7+rYF55Lq/VykVWOh7zjKeWpkOeHz+qMAAnutKgmWpUBxcmjb7W+iD6Lb1w+40SL7XH5nrAfmyI/7Jw3bLxEpk7cvJj/+uuvtVjIt0f9gp6fEUbG7pfr2EFrj59Uzp9njhf+kbgX5Ka9vEeHuhd28Ys/dvP17eviIWfjm1keDzpH4qRYuzD7L7XXY+8H+nFsav+oTQKdgoswZmVqTMqTdrORMOpyhX0OqmkDi39rMPUhg1Q7MHFIwhV2IbofXQbwwHbulduWZ/rvt7/97d1//s//WYsRLBj8wz/8gxBZNHDOPB7K1VPxI2dA40Yx9BHwIwf15F7ny3o+Z1J8Hu0pMr/bjPM3lDvfujsGdWR95zz3ud7LwecXGJirpZdzNrIxf9f8zC81aK4OfNnKBn0v5NZ8H3wWfrk+MO8LJ/AiqBFX/uJD4cSHe/ShoNDBznv339vT8zDa0LC7LvlAp/Ncd6562WWarWOurml/wcBmbKWAj/u2vE6BHLpcD2pe9vMR9vDAMs+LwV4oZtH3L3/5ixaDvQCMjq/ZbitYtIftX//1X/UT//yddxaQ0XW89ifFBx64JnHJ0rXpYvqJ1iJoaYHs/Zf5KIWwt6pLhbPhIkt5PaegRB6l7ENlOhRXPrqpI+ui12trYNU1XOIRTN1fjLp9zVJmiu5AqQUiaR38rD5R7qHWoO5Rfqg4wFuci7Ua53btSvAt61bFU4KP5F0X+hJHn5ELtq2zrxhbPdSUWme5cdpdPNV/khnwfERwfY54SLAd48JuDI4LyXszzv3u58n7ubr0Q6OOn//v87RiMV8G1mGO4Md+0pQV5z6vPxV5tFZtvWzwEZ82sjMuuXb2d+B9rPZcwHfdtr316b77jwTjnAsqWwaSdDt2i8YuX9ku+hJz+7ee6wk9kfTsfdi/1rFwPkcmJnzr2Mta9vwgQdu/LElll6/WT7WnDDw8A08LwA/P2WdjkRPbhwjXE5cntw+B+XgMTc4OaYc5CfHowrKbvm+dCZrdD6S9NLYvLK5fK/uEbyzseVi1zD6PcK1zzceRzLkydi/Rd4pdDoy8Yi1ydOZeD4ZloIf7YTwvdutDZleA9gNsDgBq3Af4XqBpF2m9tE3m/DlStUEHJBXfAPMgK5/BRxUuNw7DLAjaorpo4qFWvHgCq+qIU7ohxzKXENCJnU+787NnLAZrMTex9PDbsBWJ9HPRmMXfN9JPHPlW+MSQ3jh6DzJpJglwoh6vOqJ0PDIWP1scaskKzSDyzijKsIh4WbhRm+uzDuBU64WJSfpGASqPz8M3sFo2CraenSmDx45qYlUlCtaItAeNPrTsqKNWm+KBEYGHm7ZRAZV/uSWVfLCMF18I001Yzz8Lv0Mn8IXtfDQvH5Wshtptjjc80gY1ukp4c9MYU8DV1gLgJSKb55G9NML0kxzrdVvrIutywkqv08+uq2ZVTCtNzuGAmVbG7n6geWmKr9BM/9DVod0GFNcTcdY7v9NHNra9LGNU6a3MpeSI49y6j0ZJ1vgf/dZ1wNC4lZjMzk16xcqxHTLZowNO4k2LiVUaw1e6n/iOQXoaS1DZKVTzQyuU8UGUmJfGLxigxlY2RlR+qQQf7D3fsvmJHYjTD7jQnD+8kPfi4F//9V/f/dVf/ZV+OphFYBZ/WRSmZEefdrqtouHVzzaTTeZP6+iFe8j4R3/iUz+Pucz5mSRp1UniDxVhM7d82a16sIUVeMumcyb71DEiz1k9+NJHKa3wKXmcZ6ZTcnZUh6cQ0+7esPAEm9goi8U8MFj4oz0TgKbPWqiSZ4y9LRWg4n4gLHSuSpeFkLiuxH0W/aTcw2gbfU3/sgjMT0Cz0PCnP/1JC8L4s03PXTN/Ij9xBnKM45R+/sTOfzLu1jH8kwkrAuE8oY+8nZ038C07KzuG9TkfvcPz+WkeJec053vfB78WXF/wd89DZy6+ps1L/x12lSUfWDvuumicfvkGcMTY2scklB/oIT+1OFuNs57bQcxszonndD83ltmi03nQ3dZ56zqWm+f+ijBzc1lVy6nq+lPdu+OU+kGRgDl7Z5/RTux7v+14brtfPlOy8OtvD0Oj45yRI/oA3v/6X/9LL62Zy1kAhgc+5WM3LldYHyO4jZH/+IcbOJmvbHn6TT3RBYS0cVNtHCPuwooGpO8A51/VQnNaz9gmBZT6dmXJQ7I41h7OrKYSQ8NbIMs6INb9/Mbs1UEDFG2N4vZ+sPMB8okJGu0Y9gSY75B6HbrXrbOXJzrhSp6VrLQZdUMkw7UoYTxtn2MGHjU3eei4/Bwb/sCYc+6gwR9grAfMtZk3J80HBviTVj8fKIy//fpLU5infe/B9dfztnVdP2t292ibC1069b22vKbcCoE39XsQ6TmueXUNcyh5mwA/xlkNtfvaiv8jHcyHH5SetqcMfOAMPC0Af+CE/nzhcioas9rPt6Hv1TImcvajix/A+8Ws148uAsiNadypxwWMBbX5QnfKLpthWV6s5o2QY7Cc0jso5u83NroYbm580TJ6IMW/fOSEZ77Nel16HmZW2EphcHHVdo5rsxkjcdAWJLSPEvuMj1rn55W3ggndzIc08sG6xymskJHY+C/spQw/6IOj5GOQCrF2qrGCUf69q1zQzcUTFlGIq4yBQI9/lLW/iZKdOvqZR14exfTO+OFnLeuf1mdxDVbghkniIJdtfXt4+JJihlA2zikYGGlxTYBxYDVWW5RadJNA/vDIDdO7t29CLfmoPgMjqvCeRwO0KOyElWVYKQvSgwZetunSbuF5y1xXLfTxmBuUM1IcAaKU2HQYIbyJ/M2/WUYUbJEBJTJeymFCjhNmlFW9KHyuXQhuYlx6URrLK/2f+LTNvXQMrJ+Nr58W5GUaL8P8ApTSL9jA824kv3Skbj3zemmZ7VncYjyymzcwgue/LYrMLzihpR/tidejsps2VZdKYlpmjPSVbpHZr0vzKL1ZRsnmcqclvOeQC8Dut3uUQ+xz+qw0AnJv0o0eH7wQ2R6dLmeOsZ7LBSdw+Wc7SGNJghwM/kHXLv3g8+EVfkb3dZzjugbyE1DWoQxF+Pq2jn7O8fXd6zev77775lv9XOPr4DnfLh1Lr8P7sTfiYXcOWOD9j//xP9797ne/u2MBmDoLwv0bwKLjZzx1nnA+eGOsscDrMRe5isznHFd+UM0MxphEgkn8G393XvoTA/3ojuivmKyCSOw4j+rv/CKnQ95EX/VxIb7g04fq4yDPnBS5D37F1OrvQwZ64UOpJji859+b7jzyRL5yY952zfm0rNI75OKH8rPIEbrsnLOkXx8kCQXz6TP3NWOYOZM+/g//4T9o7PpbZsyftrHfp/LTZ4C+YuOcSdLlp4/l43lsg/3jORGy88nYfuimWeNGux1/9+tzi9L3LZxzzK2UZ7TnYWy8c06btr3rluFH3/wNO0oWe/GBnv9urzMydANXc3zYsnjLhoxN9zY116NjPZdur+cwBi80/HHfK9y89oDJS1bjU/cmm/Jr3lk5/Pq8qRJ9sC133TjAsztedB3Lzh82Ipw1c1s5RIwcKonZsZmDvcF3/uybeo8Zmh07yo5F37Pxaw5///d/r3kduW3s52OU2bpAjgS62epvnDmpQWgUqJ5alZVhM2IzCIMlNp6vEmi7ThpTWuhBpE2xlrpgLY4KJLyOqmtvycDIvrMRnPSDjWgOXSzajOg/aRmnKjaxcLIfRr23fbahEle+A3THLTUpkCC1vTN72JZ33k6f2U49nrM59+a2VIJd9T3WaZAd1etF65wAYXVwoPnEesrATycDDFdNhe8ZUs5p7wnyMzf3dZOSzfWjZnse8fVWZSjuM9aR7YfkPdxfn2Nvseb+40NG/IT1lIH3y8DTAvD75e8XaL1PdNTNi5IJztVPnp0ey6dx3i9e9sjFjodMfwLZD6roep+63EhnzRfLNYH5oIqGcW0L1tt4yPXLSyU/8q8HRSv1si4+yOVy+E0l+FygdLEWCvUyQiX0s8aDcQc2HQpg8pATT5Oo6OEwlEW7lDqKxgsiqoZ0KYWmNDCGQsVbiktMCiF9GEeLj6U0IEIoXCk1fSlQLx9RZyHDDc+f1UQsxSrQZY8XE5SyTZuqFR7ftWWrDwqwQMtLieWFRrwYehkvp/jkPw9zqZ6YhStfYaO/Exz+AkEx8lrkbdiQey0Mx2plfqs4ogAoxo36Bb3Y1QLC5F99oyzY4mfrMMmI4Y/oEVb79ZJBtJiohVGi4w00yueBzwJvfN7+7mWwX8bCxMtow4vYn8Un8+9++D5+npgFYoZE2IS+QhbNgod+VFfP3OKH3tk3gMeJJe8ciMMb2WpbgPmnVfNF0ou7t9Hm70Prz2Qp+ogXJCwI63fXFR0YRMFGbk0n5/yYeuSb7eYHCqlX1FVgT7N0npq3hUHf0SZecvE3LPkG4kvGVr0I9UtTvzjtL0JtS3m0G8N6+IFHue/0B3pZUhQmNrXzgpWXqn0BmPxIV5lKey9gp0xJTOzSHfLKRbpNHHJm39B9U3zBsLzXrWee6+cl5xOd4o4517Qk54+0S9vsW9PWc2m+7BiDGgyrTZdZjr3oAmIsjnqdJxl6zikDQyuK6NKqtEnM1Hsd5wkLwPrWDYu/tQAsN9UXzHM/xLn+ffxNPhbNvv/u+7t/+dd/ufuf/9//vPtj/M2+EYdjC2f35Rz5blfmH63AJ2OdDZrz6m/+5m/u/u7v/k7f/OU88vngcwx9taVy0YNjfiGn2jL52SYN+QODxThiiH/aSp98wBFf3yAjzji39E2zWJQIIQu/bG9jruay5Y3zRQpmVPnQOY4WeRNkqyf+lFtv+k0LYlnjmR94Sxva2XBCWde5ECbCjMK5H9pBjHHDNQhbLarj09ZJUzdPuY06f5PzN7/+jX4Smp8P5W8Bo0O/D9zZsA9Mzfgm8GjZZP2I1B7NXv9YoXU/OpXCkcvbfZLfjrRbHuUfHdtYTt10UuM8L0jGzDperG+sUjwsrIuw0we2V5Jgka1cBzV5gd3hEdyyYcNu4Cs2t8BzbjHX8uEL7/zKAjt1ZL6H8bzrD+K49H1Lv0fBpvPH+V7nvc9rz+m6X6x+4xnPz3k0Dx302fQLGMjbvbUkJbee5mnnSGVcU2N+9j05tOc5dIddi08O42DZUd3jbNexLqXnN/NsQx27XofHWKnmDNvEj5bqf+YCnvZkYkpLVC4HsdTK1GgYUg+H/HvzOi5ahUmeuHccW+XSPse1dygkQV/R9+j9+te/vvvNb36jD25tao+qVjfKtrcSvutaeFX7KmDLqqqWBq2+t5GeCVOBLE1LqMyNnI6TWE+Hkom/WVDFqm97v4zn0FDKW4Xyq5iCjvw51kSKehC5AJ3IqIpHmaxGFDkEaFeDi4ctpK/vhkit0hVzgFhlLS1m7KwSOUixlVYF6TuArDQFbGJXp8I2BiW+GJ9Rht/jDf6BrGDyju7YsnMTYcc55k670o9CVLTBY8KtmLorVZaNaU6CZXsbD03G8DXga7Lm6eOQjvVh6HkGHNvmO6OQjXNyw8bsrM0FuSOj3nnLsOqCzdVitMseVMdJBr2P6SWW0Nrrw82Is2GNAIdwqO/E1EhKx5aYUd8NH1n3OXEwczwS8ZFmZ2PlkXC3mKnNM+Gjl26xRYf7hn7v0MeMaeT4cZ4vsSuAo8ljy4n7aIYMJ2oxGEcpenqxruSpVUJLpq4pYp/xm8uZkQH5lD89B4ZJbwDXz6hjVGzl5h4QxzEgTdDsum45LouOS5z2eI61nrifbwaeFoA/3777ESLfJ0DqBzuTzNHk/Akizrlxj/N+x9cm1msyI68XAB7c84WAF4HB8MsGT9BZckFc43UtJ+msYe8XDNDG0wvdaLR068KQdo7ssqRr0uX0hNb86U4Q4p8vOlKLQ6mPy4IVEFxcJ4gJdpXxcA4+j6H9IWaapd5ltALRIXMAZljpfysxnGDUYtsYqR7sasjQEKIsdCgzuMq1S+zbCxn3g/IW/Lf+1lu96KG/vBisWOQW8HTAg7H+sWDymp9JyZ8i++KLL+++ip2XVfxtsJcv4huZvLiP/lVPE4f+ZTuEGAceyiOMWHx5d/dtLLB88+33d998/8PdD8/j717hQ/7iATS+ffAu8HhgZ3mVbqQtQoXWv6hWmnyj5HrmJG2wGtkUEC9kEgt0oiLm51HGn/m8exWHr+KFy6/iW2hfh/8vw+aLyNPL1z/cvfkm/l7XH34fufju7sW7/JYwOdI3gykDw4u9+IxXbPKNu4vpBoXYKXKjYeyuU1YlcsFCe3yv446f+CP/r776OhZ7n9/9Kb6d+M/ffXP3LvZnkdzXEbtapXONPJajGlMg+vzunkxnnrOWsc0IrfOgEofeg5B/j++CZt5hLLE49d//+3+/+0//6T/Fy1JekuY3fftLT9O8OPV8RdnbBO26aeu43kvaY/0g1Dwd6wCr63u8pabUs6doHG2Mfsw9+9+dnNDEhp5L6Lk5DpdTslKW97hWjVtqo2NuUZZOjg/at5r0cbNKZi17P+rNVryoH8lkSe5JYPzHB6mrrKouHfKdRCihkdvguS4/zCd8Ezjm+1j85fqXevlSnPGVY+Uuf5Yx5ie+dfO///f/js9+xBzAvPXNN7rWoXdLu3HvfqpQPknh2DxWaJvPGweAjHaw+9xy3TqUjn/kdKR5EF19oRWHcp8PzgjpsREf5+/ohaCib+gVfA4den64Oj530ulQWmK4rLjXrR/1ui4MHKlYHlybtGjRRUPn9FCd7UTeApei1IZug0UzgDze8ce3ieU2chTJ0HzuMJYPoSgAORMG/czYpi+/jLmURYP8YE1++zc1gTSaOVW23G+SqEbwLf5LORwUjpX6C/dj20/DZapQ6zlUqIfZOGT2ttEvLeal0viNBFKwha16xxi6pTDqO3FoJCVJ4pBd3HGQRL3F2VGkGYwxpLrpcM+5SaVbDuH9xGLLGA9GG4tH4xJeDwXadZ0z/GJB/DevByHLFup+Pyaskre0dAidVzB2W3j2yfnLPMq37v/Lf/kv+rUF/h43O4t3LABzr+O5jXOUzXOv52fOW3T6prkheJbtcjoME+WCXMaNoOYPNa74Fak+WOOGhBxPzCd5hU2vw7sbV7aDH1aknDtd/CQdyuARSG3XaLfJug8pOy52vd7p2TvZEMkiPOtQ9n38iY5qA/lsrUl6MEo2dBWImpFjmjpVfMQxklSqyUMkGfwui6hrIPpcoN8ZH/7gFpaWQd+ydf1Oj+YYRKlKbsabubNYfTwq0YLWRtqTbS4FmfrcjVLnMU8pIRCNAvIsxR+mwRV2Sj1kS5xFKPgXjwSBe4xkh0o+m+IRJqeGYkhiqAWKzaWpSlI6Ep1iq35BLl4KJBV+UWtBPBWQ2owt9f1eodqJTOOBqFJvxbtSIx7MpRIV0Q6SMnmJUPWsxNELwIPRCBCRX9tCx66uqVXrK8jQzFZmfdJ6PxFMp5wIdJ7EeUSm+AA2OnQlfLZ0H9JgZvaSL2EdUjf97Ive+jn7aGdKA+2kPSfs7uaj0DQzY34YvOIlUScN0njUiXSZr7Q54mcMGRP0qlO9lEr4bR1ZvVyyVhSE+7NJTshAWt02Pdo7hRo7Q1kZWWxXn5Wrab5i3XsuzDBy3kogzTKQ6b6iq0qxcxZI+z5Pw1ljTJ1+7Pr36XY70e4fKoeT7YXFIaPHQIKXFIZFlz80xjN9vEhWzrJgjmghqu89LzR+xbTHtfuadUCjJ3U+rTjU5GaMs0u5OcTYs2M6+chqN1a4nTbMAlGzrHSNfVwSd+z8j9hVG20A+XzLtmIxN+UDrDDtuYCeuUp9wjTPpZFyLkfBnEu8KSlqVb8QPzE+/ww8LQB//n34I7agzSZjZoFn/jqZ/YiByjWTYp9EezzvI+s40Phg8Y+XD97h8YDJiwh8eZ+5ShT4uuZUDqmyGbOXfGuOlwp+SQA9t043brBnr0wdcHlV4p+CRAdeHFIf1TJMmUQClka/sSmuFnzDnk++Kx/1IKEb4QEXwAqDg3cBLAd8EE/uGMvrDGLRRr4zXM9bZslxF3FPVfAVTCor9oQKUt+Qim6NtrDAwU+c5s+c6htvsYDLT5m+iZ3FVrU5FjEzhwnnv0NaiGqtXgoFOAsf3Eh98WUsiMbi46/ihdZf//av4hubX+tbRroVidAUsiNWfxN/toEY6UM+FP/vf/727v/+y7/effunPwcnFlbiwYPFYRZ+4+uWKqHHAnBoKbdgSy8YgT/G6TK2qh9CJdviwMIxQeiOkKV+0L3zAivaFr6/joXH38bP6P0mFoF/HepfRh5fxTd/X0do//6X+DuK338TC8As9r6JRdla+I3yRWDzE9FqMW70r9wplnlovSim6sTGvm3P38WLn2fxs4BxPvFDcF/FS6Avv/wi4nl594eI6/sfvrv7c9jlBzCirwRGy3R7mGjBE3TkiZHpG83NVVUdwx7lsfbOxbpGv0qNMagQ0E3pP+vQzDu8HOWbif/jf/yPu//3v/03LVrwU4Zs9DE6nWaeguf+dymlgwNyb502jzLj7JwDOmCOcqexWX1gesc789t9X9M5iGa0/0h2P4+cZG/dr5saPb5O32p/pncvlruPMRQgilwDekVMHCtPmfiMAeaX2OgbXwMpkTOmeLnqb1rB56egWQBmYxGYbwBTh+9rpV/iS+kndKBNtJOy74R4NEY5n7yj37dhL1skdTJ3paJ9fnBue9M5X9eu9bwgNmtRRiXM0F/06DrpIRfRjQZ9LhkqSQynjhFL6I4AXfUQDZNEGEf4PV+dHkrGifICp7kkd8MefoWnUcv1sL3N4NrcTIcr9WHoWsqCE7+swDcQWUBgc/8Po43IvjtC3xQPq9id2ZrvvB8CfHQm3kcEEdLBVHJDDLQlMzWV4bmNk9sp+Q6H02deky/tRoTdvNFX/ISprKeTZhekziHjrzgan8GylOZIAwE3aVHTEeZQavDoH/FLJc1KgUrgSV90w9nIo7uWxSTiO3Z7zN3gr1Y5J/t8ZL9HyJx/nG/cz/CT+/zcPjsfwmABmOtLv7ZAs/W513MAPi3v/g+DrTG1j8hD3cjUUexu17HNykVXcTo39xi7TS5Bo83ezKedpi3b277LXXeJXadzoGaLGcYhHGMaPfb8e8ZJ68+BlPOcSdfGdWzhJRqwwy/eeo7tp1SFnlHgs5yNInmcvr3tfYx0/jC7kbhqGz4vwhFutgaZ2kIJP4If+hIGT6pZoQ1sjDj8vuPXPMTEUQp1LL0Ey4rOjNCRPjYBaRf5baHyLT42KdVzY9BwmDf8LJR4zm3iYoGi+5SQxCs0xGyJxbE2lKhauYlEFt/ioYgD2kIuhnEHBZN2xb9xr8P8Yx3sYtvrJeaMEnyUatPuh8E2wdDCIna5Vbm+Z4BVztRfs0WpjBQ5uOLcf1D7Qtmw9PGw5/wPCMSKM2Rymf2mD2gEQ83gfj70pC+vBbhFQC77xvsKjHjnoQXful9KHHRjlwOszjDPJJiu/rrv96crvgcCcTZcjrcOQjtp91F7g09fXGsW+exwQTOO8ixEMLGluSs324fk73qqcTLbs+Jm/ze3K3klvpmIq0rCQ2PV6jm5dDmjXWUPreU5ie/V+ynOcIz+qJyqp+AGXaCuhKBhdUV+TwBTDEbsvb0JO9uS9cw/R8bDOiYS7oyP1Po5N6X+cqw4Fp4rGcA4xaZqCUJPcdGQsdt4ciSNg2OZGgeUoXT+I2dkeHTs+jNXXZKXi12219PiNC9qT0edNG3uEVFnO/Yw7Z6on3cGnhaAf979+9S6HyEDTNDsvFjoC8DU4fvF9rwIjitITMs5MVNILk5N1g1TPgJvvKR8F0tl42E/9blxS6qSMO7kJh4SXaziSsDD21gADl+SRSkqTHyxkChuPKnLVl6MmXroZIyxYBaLeVowZQFYNoIOekaXNK3PB4fUmHKhCjN9Bjj/x3Z0ocZ/31IHu8TlKA3VzcdJWmVM8LMvWfh9+zZ+Vjm+Yfs6VllfxwL/6x9e3/3A37KMb7BSvuGbrMHPn3tTRgOs2qEb/wSHE8uw9VIqchnY9OXzeIHM32j8m9/9zd3/E99w4MUW30jV2NH4IYeBob6kD9KWpvKzz3iMvwZ2989/+OPdH7/97u6P38RPKjPLawE4dGOh81ngv2MPDNkrJNoZTY+DqhHgGJ8aVzDWplCFp4c8aG1YE0W1Pfw+fxbflIqo9E3e+LTCi1gE1jebA/eL0Pw62vVF8N/+8NXd86+/jDwG9/vQj4X0F+wRkX42mkVhIg4X2pXPPGMUi/z3Q/bg4NDAbQPC3yx+GYv3LyOmL9/8cPdF9OH3Ifsyyq/C79fh4IfwzU9pM1y0eC6njFfyRm4DPHwQUWVx80auZHTBfzDDTaGMPZuWfYiPFCOIn9mOMcU44mXp3/3t34nmBVx+shub+RJUtlUf/X8luL09e/3IdD8vj3SMs5dd17LOO8M+0u12P3e65wVa41PDI0eKxlAecjCJnWNjz81lLmPEx5gTP170YIoPzYN1zUPGdY95jB2ajYVe5k1evPJC/5/+6Z/u/uVf/kX28HrcMvgJHtx2tf8kviPZzuttJYd9pui6OeMhz3nGJd8SU/KJYRirIztjo1HuG4bDuAseRh9CxFzZA2xzoebzUw+MrSnsuZjcSSk/pT/yWHXLVGICn0tVbMJlHGc161XTOcN5UztsnUNRsgDsn55lrr3pAwsjsHL2oMIRPsjokynr+vjBvNHWGsO6wF5vO5qjj2SpXnpENOd+dJ6GI2u43p3Ia4wVb5djNsaZAUIJkp17eKx0a+N2R71vzayzky6fw5+V5czx5D0KBjnaU4lfV+nZsjZ60FkPjfLhMn11bSw+/Nb9uX3wfA2hZGfjGsN5aBt4nXYdPdMi2mHXt8+m8snIW3yj0/WO6rTJOi6PGrHLdixsOm9+uDXRbC+duNfUOIthRt3fABbGGIEeqOikRMcLOripoPPFftCFL3+qrIdFT6LuL2KK845d9oVPrvYxsKLO2q1602Kn4vyhb4LNHimLeOKeKWLRM37U4WsKpOynG6ZIxeMMzvv/LK2IEjLq5gWpiSbrsgxyXIuh+YdTXbrxQRR6CovLZjwLx/424hwf883Aw7DuA0NbwSqXYIF5tkUEIc8YsdP/OqSV+kSQaFkBvKAHMjRYyOPZRr7hhUaNEdSJWZtEKafuvmwcxZXKebtAOuRzNMbaZyX6oZz/A6/mndEG26UeoY/NNLE7ZtGhMfwP7UlIx8YuEQdK2UV2ol4ZRz/2OA2qhGbPe3ViJpcyNQBwBb2fY+liBpjy9JH9oFB8AGnbAJ72m7DacCa/brtj7fUl/7vwtE4sPc+nih9F8ON6/yhNuheUNp+NgHuNH6zwITzdinGr3oMb8UCDx8Whc/1xphUfxj/euXRrktzOnNvus+KadJ/Ok/wpA58uA08LwJ8u10+efqYZGA8MMbvzQkEPKUXzEoKXEvD8Qhud/sDJA9W4gMTNdzyKKlPm+UEncfPBARmLONys5w07V5Z5dbl+7c0LkS3AzW/p+mGpOioUjMhzn+jQzVsuP2SiS4TUYw8xX2JYchDf8OTnh3NRVCjCyEcJR2rcKPVwQQ7qYWPc4tkWfNvhn22vZ0wBkRvxi556Wc9Yh33o2MSGEbkioV38tOnrIH6Ib/z+oMXfXMD4np9afv19vHSKbwEzBqLN+agYxXhYMnK2i2/Eqh/py/j3Mvrzu/h7mOzfBzYj4auvf6VvOzBm8mWVX1hlnOQh/06YRokeanko/3PE8zK+CfH8VYyt+HCAxlJ80/UuFoBjlTn2KMsvSORCP0ldSSFLii0Wax0j+m6Bs5h6KMeuDY18qMyn/aBjAZhlaS04Rpv189OxAPQssHm5wTd7X5GL+Nttz6K9P8Q3bl/HIuwzFmQD90VA6u8FBwovKQlW7qLtOergxR6bw5iRJr86vyrmpT664L54F/4iR68o3/4QrXgr+qvol6/j27LfxgPw93zrO/y/JZV4440GY5EytopsxFGePlKBT/qdfGeLs/2MK/Og46e2+Zaavh0THzCIvPsFhOyjPfzDlvNWWHV+hanqHI82jatiFvLRAABAAElEQVQSdPpIN3nhKVN1rhIS+6UUbhD6lwLxiPU2n7jKdl11eih0sJnZQ5VTJra2P1X6pILsX/ogdzmPEOl/hUrnKGT3kyrqs0r9ZZM09pmvY9O3T0JFnQyGXxpF78WYkh8pIks5OiyisQDMz5P//d//vf42sGOkvL2fBf6JDpEbnTQ5Xkd+hvfMXVaha8fmynBye4dKEJprBi7+SgrkUCy6u202gwzbFc8GAMnZUH1vwnHmoEr8AZr+yuvluLKeQkLr/k3tGj7JU8IO6w0L/Xcx+XNvAs29l36+FVfkaRiSo7quuR+jpB/4KX1+Uv+rr7+KX/B4FWM3xnx8cOnjbCOgjwP/QFSPnG52xOvyC9pNOjXMe0HG5qlKgWr6CiXpURr7wimMFHpOyrGTfE1fQS4y1ZHHZtzwoTHiekpDHLEaxOpdB7rV5Vu2SSl+eU+qYGWi6bbZWqZolznWLroyeFVXgT/yGpUAnt+IW1BtMZijaWHWEIf8YxKcc977NcL3yJ2XdN4L0U+c53FHG+G5f7gGfcxoPy72uA40NxqPJ/XUzwZbL/uPnLQtqslJQnTjpa37ATvozT4Y/NP/Esq/WKnMUTplilpvU6dRWerCFJitcbXqlCTDQOqt02kDNrsXgn3+2qfrRviwJedeLkky272MBVSefV7xYdl4VuLZ0HFFkHHS+ayrOXEMYvjMWinXh8JEe5ynnNhnBqwv08xhqOUjTeREJjVHaH5hcTcXeON3q+JXM1gE5rkyziw+wBw7JR801ssJ/PNfmL23iWJuciNVqNxmzmc7vaBrmct+IsNjPsg/RZLvZEBkQZO/Ez0+OB88pY4P9hKkt4s4MquokLeMptnIlIOISm6rGzcs+Wd1+YyKnuHKVKrkueqjfQ0jIPhfhyEoIoWSiwNQB48qY0jcmBvDEVK9k+KZPPLDB9n4hSjeLb19m7/Sw59m4dd5ZBrmxJWtAcvesrROucHVssFHc4tq0bm/Yp+XmsJ9pIPH2u5t2euXUW4cxXtmddIYpSD6D7Omkuf9hl/VHH+64h8rLFzGavbzwlYFpy3e8L/qNtml8XtzaK6af4h0KZnRQF3KV5hdTv0+3pHOinpeM/aMcunQC9/nSB9TwtjxtlNZb1y+9b9PAHvdYD9C+dhQpl1ko5pLoevzSTs8h1/k40T/Vjb+HcOtNqte3hu3bl3FT7WfdQaeFoB/1t371LiPnQFP7JR+AcGi774jh6ebbB5AaueC4J/IgYceLyQl18NW3IDFt055sV7XmnggzG9TvYwHw1dxo843Knmwyc3lfS3nVi3+Vdw8KOlhiQehugfRLSLxxT/flkRIsSHJF/7JTzkyyYMJBou+ufDLwikvWdNfYggmgxRmizv0+EyxboAaGzIvdkE1PiCKFaJvpePYu6jTU05GNuCowsuI4hPPEdvreLnr/Qe+waaff86FwbTPPh3xC5KDPUX/8rIt6owZXjjzSe/Xsfj4OhYe//Bv/373D//wf2PRjhfKXykT+naw+jgw1EfkU2SOmYiLjDFKWABmIZpVzecxVrRHfz2PxL/lia4egoOoNARQ/FcvVh8hyL+nRVsi9kz8aFIZopW72hgg1FhkDkA9hIRd/q1hxkN84y/wf6Ctsb+JWBRP6MZr9LuXsQD84re/0U8u6++ABpcXki+iYSwCU/IT0BmrXI2wHL/CIIZQc8hk5XALHbZsAVmDwetBXmuw009v7r6INzFfx98H/nM8CL8I/yxn69vMYUg4ofhRtiPoSN+2BUONjXKRZVCaT/gp8sgB38L/7vtvY4HiG80veTOKfY2ESBg5i2OUblSn7dqy0B16K23NyzLngEv+yhFsHORpHBTZokj7bt60KH6zdinOtj7UcuuQh5t/RAunVOmLijJd5b4I0Lp46PXQ1CvMTSjGTo8wp/ET+cw9fECFcaLrVSyWvfoirlnxcpCFX0zow1//+lf6hvof/vAH/V1Hv2zimnm0edw9qP+PgN6bx/njMUg7+046kDH/KCsqyVCNbHnf20KdvLCnQtDx72hDN69ax3Isp28QqF/TPZNh+7DN7UqrnqeIQG6mL6iRxgs30cYlIVNBCEBPVmDPmrI+q4vMJoyhZ3GP5X9v9SEG7sF46Z59kTnEovVjXD65F+MbMvzJgF/Hz9LyJxt+iD8bwJ+FyD5rzu3wPUqadjHl+YbqPIHD43tFgzHNrw23rWq2SoeUlUV0WBFOD24HDsCJ2RUTjpxoLqAM1voBwR1shpC/gpL1vA8PP1LP6xRnaklzkIVM56eYIZM48ee444wM3kVHFVQURp2cpHr/pvmqmZ4u7Wk7+jkfsuBRyArRGGZ2GTR85pEiZwFnOgsY/dIJuow1wUap/4x2IaTNhzy2pGT7wnXweEZicYzdz1OuI0f3Tdyz8TfPsx4Bx1T8jmvViHbGjJu5ueIyJbOPp+YlZUyXlxrXOOvYvaZ5JLvuc2ljNU1/M3xtZgKHsr/Zq7ksdGi/6NAw1ixRmDFJ1/rFT+umNNU/CrX0l8Lrvjud7h3ztWA6psfjNf05b4VWdM/uVc+6cS8UA1Uy8hkfj737Il6gfxmLcF+++iKeQXjWr7GuhCdKj0XgPRB3jM7LdU7aY2DC6COnn96KmPk3no1yPoQm6tjDB78q9S7eQzyPDxy/iA/yvYw/hfAifrXqBR9A1kIwz5nhMTDwO31XDceIo8g7pYokij2/nuPgK2JKmLGVlWgOb+rPMvErXdyLkivuO1nc5M/9KHf44F9hYJe4DQ8fcQ8rHfujjGhnHGk5rNRIInJU1dZoKNT0oQCqXlcbmTB/hZ78ZSkrmCfbIpE7fMFdJGld8SU+WY9nwMrNqy9e6X6G+3R67ptv/nz3+z/8/u4f49d5+KUzOovXCLy7EHRgCS7ym60DjU3cJD/BsZ9najGHR4RALyjNtu3AtOPKfZb9YnKQ9cQ9zUVYXME+NcMT/nDomCEb3W2ttjer63QamGsLyqkbWSOGpuuxcBJGd/FgGsyOu6RtCAbB1DP7Q0GeuBwmgyjFqmNrz0pw1+v0Cf5V9m7vnmo+D+2x222PFI/0riXDYyixR3+2gbXkPWKQZoXC/Lpcn5rdUXSdp7mWVh3aqBO6+iejs012R/uSPo7Teh+/fLR/xV/XnY8f5pOHn1gGnhaAf2Id8hTO55eBvInOBwRoffI0Xly75CU2NJM0pV9W+IUTdWjzJx6LeXURjCutvi3JC494EOQbU3ogDFu9pBxpqyvSqK+EL6z8XPBd/Y1ax/yWOCN+biTztgCsvIjnBSYfJ8ZVr2RZT1288UXTBAletFk3msFjITsemVCpDXmjZ2Vo6QZj3GWkj2Fi08MytfLGrxp0qBdxoaqwKlYqLUw9EIQKsbPgx2I2u34COnL2mm+FRr/qJ6LJH358ZwBJuxROxgR4atWRMVNt52XVt/EN4N//2x/vfhV/w/e38dO9z6O/+fuCX7BwwhgKfRZ46SflN0p9CziqGSv9xIcN+KBAjK14SY3neGwL9ZDxAizKcdMQCUDOOOARX+MPJNqQhiENOfTBpjBQlLxyqD6LjPGkGPx3fAs58F/Hy3WWVuP7vbkQHHK+6/w2VnifxZh+8dWv7t5+9Zdo8yu1RavGsXL8jPMncs4aHm7kKjRoR24hC3zXFDpidM42Kaccvdy1fB4LvFGG6Hm8lHkV+fsyfkf71Zt4eaD+tn8enBnsH2kL/37wyhFTbVHHzxGk/hIv44CEpxxEG93P+jZmjFUWgtm8uEHvu6+tK4XKD7yFryw709Ich1VvsBtRbWicM1Ieys2xtzPLjY/xmEM22b1V4gXg9rjvhfwRFegfDZVokvqd1im5jP48f2KWUHPd4t6nXIP2Dbl0mOORh2GO2xy1uSgasw8fVKoPKzH23sWFgjpzFN+iZPHsd7/73d1//a//Vd8A/sd//Mf6xsE+/tYIGOveeqzmfaxyeoWaeRn5OHMcqjON2Ta3wfEjnzpnQMmnH+u/GVcMiJP9aDvjW/dMPjNhTfuYbQjb7RycshT1+sRhOJEjriPH/oHdJc4jkSm6UnCuBn4IGav82oPGPfM57zWDJwzCLlvNs4Hmf+5nSl4qM37526R/+tOf4l7nuzDklzeGpw9AAEYuIr7eKLVeDQm5BIe+bg5lVyxIcqfzGlfN0/RIZmobhBnNoLFM5sxjoz2A1Mp5yzKXJaNXytxlSlY9+6O0N3Kqb4RxLx3jjOskC/hTXrpi4CcILv21qdXImqs8n0tXeoUWBeZZ4zjjRiBZCuWnyPKUxeV4Tz8an8KI2CltJWLUJj/kY3yGeKpxLaiNNsXuZ5Pn8fzBN+jyw4GIQkhAy83hsDbKvWXmK9TKdEfgHENH52SoOR7XcTDbn9aqx32jMlGAXIt27OFUbQGJLbSWNpGr1sGpdH4kJ4/ZHmmGK8LrIe71bGe1YdGlv6djaYTx3l7jFcKQW0+lhYqH0XGJ85i0fAgbYuH/2GaTB4s2eB/MIs74u95RfbpKSrFIkXrsOvFzUtFzfsT5Ks6zr+J8+/oVi8Dx/MH+Ihbl6IjYsug0zYt6sgatKi5aH8s+QxFWP0ck49DleqhnnMQejrX4GyqULADHam8u/savYLyKX3F6Fb82pA/0xuL1s2hDzu8RST1rAp+BZrC4Yp/TakVLXiSrYKJAovmiWEug1XjkvHfhz4vwrVVo+o8PzPPuhA8jMocUeM4diqBYwpYzdQ0HRQRfMYkoO2yyvsYSvOoLzyXEMLYQCxNrqZKlHBlyUXzPa8a2bOBAkNqFkbzp7kIaNuE9nqkdg8Zd5OWlxlp8IPsl+XmnDwx/Ge8fvos88uFh3j2AO+OiTY58D+LT1Gnd3sK9fi2SzFOM5TBa7bJtl7ar1pBXP5xIh9rDCRCJ5cqG7xocjLOzGJBwDt+DVo4CJZNzxTE6OYqcx1S+J2aurwriLNJjl5hcjV1wxt4wkGkO8qhf5XnZnrbyM+K0bnpHV9S9+cGnbVsJL6Ea04xuYJ7Lpv7eJJjd1xVAVFsIIml7M1eTyFcQnqc8TzS1YdLghuMcw117iN6b+P/ZexM1y20jWzdrLg22JNu3+57b3ef93+uc7+u2rXkoqca8618rAgC5uXdmlcrW4EQmCSDmCIAgSJDcP+ccbt/L4M04TliWPuAxxP4zX/3ZJh8K6OP8EHkHvIvALSNwtwB8y0Ddkf0SEZij522nK/9sK/cDcZ/s1sVfLj6YaJPy25ssEnNyYONpSt420YREZw5vwr25r0srnz3g0yZaLlqYlD/Sk7V80vWRLgz9MLvwfbLdnKGj0nq3O+lFB28WO4mwzlosQGKqp0ee+OiGmOzAltjDRYH4+LftqnNzVgDU+QJOfPDjH2+d+pO/LOBxuWhDrcAyrH7ssKdtAljlypDvtJI07EzeccGVc8k0+GcCtMR+HKKGL76NJEIWX/mMnH/XuHP59splURI8p+SJGULaAMFdZMeNNOKHBl2wCsXCCDH8Ub/f+/V33159/uWX/pTzZ3/iU5N5olrv0F5dv2r5xB4+Yq+YawPCJ8MeauHSb4d7ARj/pFN+rptNiajYKD9in4QYuZiOokrNYhLtyhphsSGJfgM8FgHn13b1FnBtL5SzEPxKDK/ct+Wf+vV9PT3O0+RveLL89XP9NjBvcUiS/ucz6KUJ3Sh0I8YK1SoR1ZnargmhlJj5WPRz9+jpzbc3fMOFhy0+0Gc+nyuur/X7xLwBDq97Bn1cfljXTslo/61S10xvuw+QApkXUyJZZsUu6vzFbUuJvEWWHziRrX2M5oap6oLRx9ztbOvWYHTQT/pGP/zWP9Q0/QAcG38WKmmLnWfJDhH2eGAuxXYQ3RUcgX2sstgllPoCaUTW7W/Qya5b/gTxHgB0CfrFRx99dPW///d/XT179uzqm2++0dsHPxp+1GeA9baasPd1xb3/MoZLagUH3dmiiWOHPyfRcBxyfHEMMprB2L5NXmSE5fy+ZG4IzjDp/BIji9g3cykLXiyTk9KsFcfMVsNsArsz9EWLv5zjkjpPzSQl4owUccOvWK26S5pDC1r1LX+ADWutrg85o2XcZujg0/l5OIFDQ+00aFvhNqfNaD/a9QMtAH/80cdXXz74UnMrfuc67bvleB+16h8+70Qexw8p5sbrs6Y3cVg2e/zZBXLgrUI7zreOHMefsD7/kpfczsMYW7ZCRq0KTdP5DjzIwe9oVhwo2WAfBpyYbHnsxwLKw5e8HUb7a/6l33e41s9AeCJsXvkpuf55D533aVvmyZnrBUcgVr8p+8/KtjSEKTiQwZkXHstp46E6TRxKbX7rtL6hU3yaL7GQbX6EKq3SCjSEz3nrpISLeDBn4AGHx/pCize9IfaAuRlW+L/zbQyG8FsW2heTx+RyNN7aFuzRlvkMx5ceyNT1FRvtwubrLfnudiImFRct75t+s4togvObTjM20xFga9rXwRnm5julDWQHr57XsjY5chadlPn7ZyVUr9oWU25lwqb/LRzt0zn8QnqxCH9/XaVlYa9bzDiOKK6W9FCcDnI/eKpzCIvAbCwIP9CxGHsY56IueSI9Yu5YhIA9190+Xs1SjJRnd0llrVeZLEVLshyujHhUlsuy3EbQ+U4Ybig+kZ2PuZ7jelWbToTC6NrPgiJDZEotL2XQXFW9qflKxitBQVhr8tS3bQ0mcYlvxJdxgC8CkHi4HfxDLUjztQ4W03kbePRP0XeKulkH7rYzQce5qZVLLu3WUZoYwTBniFKFf5s4Ea0aCJKMtpBZ6v4yZacUWR2dWNGwRdCGzVLX+ZgA4VzIgJnw2g+1ce/h22+/vfpWc/Kffnrmh4hBZyFxa3VZtviN/F0aMdnB36K6iYkVnGg5K23lZb7nBwxF7bboBvHE5kBmT3hGDKeao14wsf+Y0nsI5bsbVsfqOws4F2MEjo58XvpBE5jYrabAXGiqIfSghUffNU67qWdL7dptG6CNac0wLzY2+ChfR4Uj/EXY1uSLpLdFOh6Sa7uUj+MJf/gbx1AkjvrSpgO2UwqckGa/Q1K13gN4g27bHhHVXD87t93ttz0gLktsfraGrSzHb8RTimgH/dEmjl3FIefFrXLwptmC72r/YhG4WwD+F2vwf6a773LSYlBiwMrYlUHttnI0/imJegyKW28ZMC17DNJb/KXaOb4V7gFZQvpEQN43Jcjxg7/YgYfcOEw9JwpBuHGjxWAuFO2Hb+LAm3v1wPhdoMePWQzW4StG3+hxjgeJAiUX6yTg+rLjfuoD6ehFOodMrOYuY+yHz/TcGBPOOwkUr2+a5dpKPEZ6stUXuH5DgFbk6pDXNuUn0nmTMyeeM4bZRmgPksCnXCvtKXbMuU5RW1ktW3SQZiO2acP+RLbf+q23KBvmReGWpovfcOdmE/EldY+mtKn5pnNpI+6mvHf1k55c/va776/+/vnnWfDX4uMHTz/Qwr9uvukp8NcP9Ban6PNAgYtEl6ZRyFn81efDdNHGE8/39Zlq9AfLIix9Kze4RW6Tolr6YwoUak8ql1PaMl55L8Ed8xJlzbJK8Oh+rf79UuWXItR7Utr4ADQ3YGWh3vyVk1f3dbPRNw+wRMcEn37GN7ZEUKaqQPuQWpdLFfPYETw8s2SWwZXfYpZcEdlv6eJ3u/ldK/PIVm5m/OXTT64+Vvv+9etvr159+53e1H6phWD95rP8eV2+saDPjQXelCGZv2w04GDXMdyjsMUJITE+hRN5TVBEcaSYJAW/autFDY5lH89WsN1hz9C9RZXME+AAYBq6zqUT088RNrxcImORfiaUrPWJSQmH97BZD6oJLsgxifCXnJpit6ULYreEp7VzbXNKeTNkL6sXteza4hd1TO6LO8aXTepwdT6QxIfK7DWWY0iIQM8tfS80LSzjLDfmPv30U30O+v+5+rs+OceiSy8CR9J273NU2bn3c0v5c2q7OAxRgi+orf7d8SU3wbPlLWjGh/iOCLuggvE+h4BbhA+dXbiEa5rKN8eNYB4Y4ceo0OTYUsViC1jsm8w+BBKbFzuWvgRFqi0rdDuSKVropgxwW7OwM8y4t6VWbQuYeigJV9b4xjgVxm0tGQnFTW2dwwTjOOk27bYDv5YRRx/0ArDeeuIBBm6WQgO8f4sdum26ZOCWcluDrzYyTa3cDioybttuKNBflMqU4rFL+DWrEWeZwpZZIglHCTE5wo0I0OffITlnDctnpwRpBCae1Fo+ealagKbwLqyhSBlwzv5db7+HSQBi2hQ0pQ19bXeIFAs9IOcFRRvMLEkLGdeag6jOH+3IW2Tf/vTT1Q/f/+A3oa5rQcFe2BBij/Ikm9J15f4D7TLZAjO4+csHYBF1sicK+9S6kep/5HuDcpHkoqmmiKKLTQEnFPKeGOjYePLBvasPNTf7QH2cr9Eg8vmL51kEl0FpqSlylM4iBsVpYTHXSOqLHGyaqf3U/JJrpdqy+Es9ePOsbIiUHPDOcWiDV4X6RvfesGnFhnnYd4l+5V3KxHupHhWn/7RP/Gj/TrgXYRSHadLia7QJ2KhC3omspiiZzUoe2duOYAmW04zJzd7MhYpIcaRg6PSTKrjGr0TB9X7wRAngJOoLW1m80Qdh94cwiWo1qIE35Mjo5JJ2Vu3zLjpWrCr0QQNB6FyiMl96eqjN1/q6lmPxly3z9+ZXLsFtol3UwO68SNwGkInIar2zNaEYRRCjUtzJYhXlyKCuI0t26uELsfAQLLh7+mrSA31y/f7rl8pfawzVorDsMb3okI51bSFwQ3XtxJwEfB7EFU/54WD5ZBVOz11KViRGREmqigiIoXXpclLQNzywqxj4IR/FEWlYTZyBMf73IiBW8s8u4wflJGzEUOe9T0WIeFTgMOz2kNJeg2WHR0QiUYgd4axWaQA6rsd8qxr0OzmuZY9gAUuO2o3rWlrZ/U39j09of6ixnxcPXmjcZ0Gd1KJcGbuWJLzblbq2bmPCxLHA5lRxq9rbZhsxJdKH01lBDrKby22hHffhdGvKvvNyBglR54//Y9tz/yt93kLe864jhfYu29BRKYUEYDT0AoMP+IJvT4pKmSAFPMVNKpcIvokwgL5TvVewQFZ68KI6IxT6Na1t2Cwb3tHww9zJ3soXoS1jEoUv8IldWOyaDxOj5ZsNUMX/xVPZKm3V4UDIGZtrp8LQReQvroi1LYCOkaoVdL6RfuD8gl/sDRTZi5w2YuhceF3MaG0e0zZ7WxVbUeOxEh6DyocFvtMc6S3TtXUXvSVlRWzDs8VMXMHDn31bPFgIg7Y+xl2l7vgUEhKKTicSAp0EITvrU9Dn9oe+NrGQY14he6ANvfZVb9LUZ7/Zj0bUDSu/2r3IG1JcCK4ptrifW/vHSP25Vv1r8WuOedcM/1pN/s/xlqHyXbtWD3T0zMhBVjYGt1E+ccXUxp+gCoDsd+nzl/haXueogv5k07Cb35rjQpmbjdDwtkEm3arqHhcXJ/p8r/7wRndYvDFBYHFYnH6q1W8Da2LuT9UJeRhrTkQE8SABZtLrN3S1SJsLS9khROySbai2UdpbjjG6cSA/tMjlJBX8zmN+9xU8KXSUs6VuuC72fJPG8praTGd2JgxuKTbAMVo4Y+8EHGsI1PsUxUCh7Ffc8ils3iJQa/BWgS6AuCjygp8ufvzZZwUILsIML40TE7eGdlSg6tR07jOuSAgBV0OygMvvCv/w7MerL7/8yp+s+sPHH199zG8MaiGYp5pZkLyWTW5i8ceGeEFb8sYqi8WPtaBy/4X6kmTnAlfWSA0pHpetdTEYTPbYZtdUbXsHvhUWIP1joRbvJtHuAtA+POHN5SNv/z4X8LlIeRKJzy/e1xvu/I7UfS128ztS1yymShbc9LjxzLZkRF4u5DEQSC+4ux8vJoRaAjaJSVJhdNypU6vGhaAk663j1wLxuWxk8bb9J//+b1cP/vjHq/v/87ern+7999Wzr765eq03tV/p1W2OWHRrqdgLwKjJeMDCFpbOtI4TE3paWsecWMk+XnfrNRe0gQHBi9afm6KNo1myUVhYYNsl7Oy/LWrrzxZ3U+1deU/5Nl2w/GrtuGb/GrDk4ObNnkacym8McraLzwNzQ8FWiKbzG8h36Nv2kx3bjdWWa6voDJ0cUOqJRdM12rnQp7GIjHXvo12yfTyJ0f2I/mR9C6XlNZyFNP323ZNHV5/96bOr//qv/xDnG/8e+vPnekzEbOFtm5CXvh/Ioc1N/E45sbjQN1aZiy+rHavv3HT3YpPO3cBJY56gMmMdCy7Bta9H+o9gFnewO6ItGDZjR6sS92r7gbALIEla2pe4pc3Csv1ty7apcwyYRri0Ml/SKhGTU1rhawC4ZaDIeWq2qHGcG0XH+YczOnM0ZDBG4E9uDse3LBRyI56Z2EzAWRjjE9BP9PASD+fxpZCM4ZNuW2ojt9BpHfCm6RwQLUa/B++d930OyDkQCmIxSJoUpik2NftJcR+fCJmsaItGqCU8/4LR1iibomdf2B6jphm04bEec2dnXssm7shkl+Oi5fZxT93nxTasRLbMrk7LGFVm6gUAIG4vteVDzZ+YY6OX35Dkwb8ff3x+9eVXX1/9pHkZb5fxcB3HagLSyksujVOgti3n7uBBNUe3Y+clYWTxN1V8qdBRMrD3q3wjWoErtTPsFIHf9H3bIIHo9PVBhPuhw4/0dvtnn37mN90Zj199/cqLwPe5fmCeNA4JmNCxbqsRl8twldrLhMKmD2A5LYr9tS1lm9ECOy/J7jvi6Rh3PhVXrHZ8E59S0EXk7AaGvYBRT38f1ZNC4dU+aPAY5bhf5muT2ir6UHgbsld0SV54uh8SM/UABCovecivcvDUb0ri2BB1fc27vJdV8K0A22TKjdzwQur+XqLSl/Zy367eMjqfXss+dSX3JuulQk19j74KZqn7WkfH1EONeSwE80WnXP9Av02pW7J1UG+YtPoPDneTkFnAUjyRafuLgKxpU2aPP9gi66XMx58Wf69evbi6fqEHZ3W9pEFUF2was1XkfgG0dhMe82XAsNtB6SgGRyjwoLVai2rRPuIoCkQ2WVNHSah5EPexxuhuD3Luo7x8yfvLvCHMWK9Pa4umvwBhC+yUaH0Ox57oRiXJ1RRb/ajZz6pts2nhFj5rkbvQLUUU4W6nPld3PdiiUJZ5wMR2yRSLIHUtxUFWq68xjr/W9Swx8mK8YH4YQe1HnB76E+TlP/awLbKmhQ2UXBnqP3KBqyZzoFkdbAs73+JP/W26liJZ58Rh6Ei6zpAhxBpbvLcT1d6+XsdQcGTJXfGuZDnb4apj7KCTVaXVkomQ7lmpUuLV4CO8uUZgoEBzyVo7KUKGgEkHOP6vfkpGO2CewRjy/X7oD5OrYpkiurRn3MFVXTVxzE2KtBRSoQE+IKpsmtdqaMvwD/OG+smdEsIokSR9NQJQyyenatJum84hJBmZInuLS3uAyZfVFgVLce9EJJU8lA4bp/hREvrUz7LGIkqOGaZSi3QVPIVJRynbQg9M1TyoM2kFLlYjXeUBIRIZM7QiGBqMXkRs2rB4FzSikgAaX0QN3+STk8NgH7oc05Om5ygWoUC6Lib45vG/b+sVt1H+1hU8OWq/ctTu0ovaY9OLJ6HAQeFq40Fm1g9GoNuacndKgW0AsaApR76P00C8h8K+Td6DyDsRbxmBuzeA3zJgd+Q3RyCD5s10RxQaYgd4HagauOIb1jmclwYVBrNM5JvjH5u3LnJPRqyfYVYTE421zm1CfLZvQnDi9BvDos8NykzG4fANZJHPkxKDduTvvZmRDCZjfeg7Vrr+8SIXC8FsfBaaGBpvufBibGKHzSxo9Ser72sE4TKOW3P+1LPKfiNW92N46LZ/L/e1YpBFVYlCluhiHyVSQQjM0gewZZ+aw6gVb7mN3XEtdEwInJSnjSjwnzi6veQjN3BpB2728UboKy3KklMHThzMj2xtl/pmaXS2mBKvy0lf4guJecTrpXQ901sn33733dUXX33p3xjkM5N8ihgW36RuZ4YMxV84LmYfswDM7wb/KAD3x3RxB7nC5ISek4ScwoNz8Yiw9Jm/5VU++iZ1y0MAExLaXVNBtTFPjvdvAb+QQY+EeyT7Hum3grXa6jeAr/Um8LUXsPW71xLBk/HEmP6G79TqP4YCc/+xVfGzbApB4IkwkNWx9GLT0a5cBIOXTP4e6OKX2H/42WdXL/UmzEvVXyl/9cVXV9/WDeEHfvNLbaeO7+Odm8Mk2Z1+kh7ishHlTTeIYdlJrVLxUSoZzgu+gdGwbmTJRF77LfAbPZlPX26/VTAekjUChtcOy/h72xS735brXeiPLF/sXYrvIn3wSM47+4QNB207ZP+ChQ5P55hCRPHVkT0Kb+GhXRM8HSPLmzuTUc1W+4GfShgzuMHE27GUP9ablP/xn//hfs+Y+4V+D/0nPWyBHhbbuu9DS/0XScsxiX4fL3Ex5qiMff2mFYuGfB2AB3jYoPco0+MDMsqfHHvxC19Pkse5A/gJ4REAvoylNEx0CYTtZAT5FumUTpLkY6f9gwLbBWCoYkfo0Xle76mucLEnFCtnH3IdnYSqaiLcaCW2Wrnit96Znzj+OrcTc3zhaxvdXvQz8LOO1sgF/kjng14EJv/p+U+eK9jGjYVAbpPKZp/xysMCOfOubSDP1nH2+atFoK7K6Xen+q2hgzfQllK8ppCY5GRpbh2DBgGgD2CJYmUgCG3SXZIcQ2gMbz3mScULU4V3e1hm+ha2u4+Bb98iTPV20MxDfNVUHyW3daumXe/ruOStJsaaBzw8p7kHN7uBPXumOZi++MH2w/fPRKOf4MAfbfsHASITJPgRKZcbJ5TnL8PAom188rm32cP0zH/M646deE/qyyWzVHtMym6ZQFA1NjUwMX+giT5foOEN9w/1G5/AvpVhLI7zdlh+W1PztiXGq3yROyYTti3txzhi5EQBo/VPXyBB25sB2mEPCRJvVQ7Q+0GT2twj121V8idGpYjdgA4r6D1BnEJOSA4A7ece1XDy7SbKI9sNnjZ4vltV4uXz5kQPda1nAHaFPT62MO4jdSgwlyHYa+xO0Ek1vNOVrovfPp8wLABolqqK7kM72JYiPPu+F13YfJF5Kwp9DAhHaR1T6crqzznioKeUZc/1egRfvOCrnGGUax9v4tjM7+3ltJNDBTnOC0zmbTGPkWlyxWjXy77RV6jbSrCxGmpaG7e4sc8DyyQ+m3+P3/N5qQfTf9LGHEeE9x9LP/cJNMb6IRExNo8tEz/3Dkh5WCvy7IS1N7wsKbQZzu2wye0xx2BE+aEsBWdcw+s6z/crRPvwoR4y1vzTX3ASf9TYU2vZNC8BPknhOMI0qSlEcI7mbB+SAHhXG87JaF3n8G57kDFXtuiPhsFntwOPZwMrGtFxTHCuI6xu+NUQgW5MwxgERLH3s3oqQjzotS0rVqC9estaaY7KIjKd/VCfw6bSMR84KKI6ZqHZ64roYj7RA/wcj9UVx5Y/XIXqTH3sWDdyaKviambZ7OPWXnb/bZ1F1IGirUuPQwynSZDbGBGo6FsHBOpiWngGKcf1hE89pVuojLVlI3XpMLt29q9kAYdrEZfhARi0G9sEMCwCOaYQwxa6KgUdTjtfUkBvEvzoEUIkjN/YnWoiPg3YMXcVG1zuvGxBJVv1t5bTcYkZZRfOV7HFgjdIuxYRnt6DJW7amrlRxmhXdkFHrBzjgkV2fDc/cAI+eBAmjJlU0skqY4hILEsSsK350IFQAwBaUESmiECni2PhsKGpl9xGL/UqJqYgQ5ASXuUPsPsSsfKmevtVeXjb0MjZa7JX2q32j1jsiaveEvfowNNnKHO+5fwf2UAWG+LQANFrb0r2T2RHtCMuNwm5w/9mI3C3APybbbo7w39NEegTxc02ZVAeQzMLiR7EGW61SOPxnItzSdJJkr+aYli0n7zytRKjtrCenfXiznIygF3bFoKIaOZ8ZlnK0dULwH6Sn99A028Q5wkuLpBQhS4uoKLzDUxC+KJUPkDLU75YyycUWfx9JXgvAPdFFv7EAvS3fQ3JyW1rNLitF9saPnVC+za15AktiP1IuX2zbdwIZgGQdrH9WQDmU6Sv9Gmr5HMR2LzDo6llLWXusLdsQ6GK8EUSj3ND+qVusP3www9Xn3/xhReA//DHj3OR6t/1pTWh3vpNT+Jzyl4A1qKkfzfKlFCnN1kHDSrjJoT6apdFm+YUsdDFQbcndBahHTqo+NjgwhJ9SkygWaTuReAXInqsjc9Cv9LGU9v9W8DX+s2m+w+hkOVqj5JuOci159ZhkJRpisQsbiQhD9NKI9talmenWx7f+Mcm2fZYbyf/+S9/uXotu17o0fZX2l5+/sXVtRanuHGMPdw0pv+Pt/kqPvi/ak3cCdFWH+YSKvtWtqePih8ZtYHqBxFMXWL81Do34JEBreLGVVy0h5+pJJqr0VwsVRtrelxrFzaEzfAWeeStUWjm0xg05v3l6L2NntU+6Nf6as1Nsm6rb5X5zy3TP/4x6bJczj0rBf3CC8A6r2DTYy3A/EXHGZ/u41OjPFTxpX4PnZzjkX4/++Zsh3+cP7eLEscyduVBLW6a9cYiUzYWED2m1EFlmxUM8vBpPHI/nX6daPcYt0bwhOICAL7Ja3v7uJDKmDV1l5kH8vAVcNPG95Vw5e2FyeC3Ntzkb7f1KnuUJQoL2NorD+NFkIfoUrHWNhdq+r82boD6/CKD83CR5KnMmO4FX+VuM5206KcvtQgI3vJoN2h185hzrh/S+uCpabjR/D6SxMdU28zYTR8hCSFkXAKGRZ5JevyHomGUjuIIR1IFprI9rHmtGYN8sydtDm670dcRlHP01GFzB20pXrKtHBDIsWzOadq8yDhM3Rg75KT9hct/4CNOPY+l3ZGfm/685Xvv/gu39yOd30nP9dbv1/rdw8/1AMr33/3gN4H52k1+35nIon/1Dq62qc/w4EMHvam9A9b8ncO/T8K1CuLuVLAFtefqenN0PTpXKP0JKHFWzqaY+zcymY8J8MC54iTfmQfxxxTi1YuX/iTodb31zgM8NhbxfRAOm9GypDJhHbM9BkIy/KUSQnArLZik4Lt/NhQ2YHseqMMxKE03a++5hB0nGhcdZUzb1DdQFwoXt8dXjokgIv/Ef5Dodvw7oNTNZXjLDGS7D11btcdNeORTT/+x0iK3fHt/MQIb4ZE3QdjROtr2iZ2lfTvfFPK9HiRhZf9d4p9aUzrRvSdQHRpaIbSUqekgYhBy31a1rl08aqrMPEkzIpnCxnU2i3DQQ0vGTpIIv2BkoJ17TxniJHwL64QNXIFKVDM4t84mLBmQc7T7yoLrLvshbi0Cv3mhewB+mC+2+JzxSLo11jK2AM0isDAaT0JVmiU4FIDRoo3MO8r2GsD5BJl4E+NJ5pvnDpDs88Pcus7WtT1f+XqluSVfzLrWXVFN0fzmK/GyMRkiF3lYeJTKhxVt26FdgPZrx0/8in2HOayekgqyqNgyCTHG48KonnYFt6Xe1laha3lL9S61Pq4PeVFFTPZO3cqEOGR2nNPAAZvHEvqg+5zuQ6hd/UBF6cm8HL3a1LunfatSkL1BZ+Kx5zhYqaFISn+c1CmBa/qMDUV+20zMzd8struAdDXLXYg2eDFNS4aEHXBhbpJb5Ns5P3ZKTg3i2JBWKTjyUENb7I4PH7Kgy1CTmRznYiowNurORZz2B1iwkcO0jg4tUQQLU+QEJ44k2d3liW/kcX7Srqi3/5gb+R2LPkynxaJwzFZ793rC3XZNLLypBZdK9hjRsinqXGOE4OQVh8S++eApeeARnv9cHzGX9hxQMdI9J9DxHT5VfCJYrENEqSLvdBKvRpCXfjOu8DPltZ+hzfFA2arQ1eC6HZogsUd48Q5G6rYe5C5hZAzFlwrljuYtqouaS71gldgxnPav2C5XMCV/F44muMt/xxG4WwD+HTfunWu/rghkQO5hdg68zEKZBPhWodHscuM4JxFh56ygnJonmOllyZyAwxKTfih1rtaJSXpU8G+s6mTGzR4+e8ujum/8KnL09AIui6NeBPbMWbNnPf1/XzdEeUOTT0MjtBeAuVn/yguq+LaeBCHGtM73Jx/Bz6SczBsZOs7BPsEqt9hGV94nwlTDkwjU3idoPRUsX7KgxkUhC7Da5CdvOPA2rt8C5mLRG7R8gpkrw55kHdnNdOKMYTs791V0s/jx3feR//FHH179SW+gPtXiyAe6wUxbsZCK75mSEuNMUlj0faK3f9mYkBEj32ygQPu6HXnK3MwjcLlobkvM1BXl+/pEeZJRaGdRWATERXZxre8ZoOwUURaB9RaJaL0JywLwQ71t8kA3YPkU9BveqmVhlVhLSiS1XjRpc1YY8XOjZFwpNOkmh2FNS30pRhtdmgciOFUmyrwN/JE+yf1v//7v+ky0PgMpW7/QpyG/f6a3g7RgL46aGKpI31pVbcoou4BdbEkfpn3nlot3brywTcEuQid+tPdf14ZO4eNR7EiTldLM+i10NGWhLHiqe7sSci/5fFZaKz9LcANi1YssjtuWuQTvBvtOlbSMU4wh/P750LOjoYF26dJk/RJuJ+YXrHYsO96puw9VbN1v5TreM4Z5XOBcpD/GShYernVCYfvkk0+u/tf/+790sy5x/Pbbb/X5viy+sTDX4/Uv5XCOQfno44VxmovonEdZuPLiFbke2GEcZjNeY0q3p49tibD/5uUqme1Ceut+usrqtpHZ7oJEvZLbxbsAut74XR4fwr2WIYvshcH9PbQeA+xD4wU/OB4aawNPBCbsTYPk9LaGkDuww7/peeGMV+Q1XmI/Mrgx7TrzIm0P+FkC2k5lzkKvdeLy4qYV0i/Zcp54pAXgD/lKh34v7wedD95X6vG9c/ziaCF5j+0dnyUIwUEV6m4jk4KEr2V0qeBME4KPbKquNxzepR87fgjWvxcII8DSF5MQMfQikmQrgDuhj0IDjA1N7RvXsszWwREQTrpTxEQO+5RUYP7jdpNl+KC3fZl33Cf3fOne1ffff3/1dz3c9fe/f3H17TffaQ6ouS5vhIseA3mwCpWbbmxDotsxt+PRSgtg0xqL9HnwtKfSMDCC8GTC45dHwkEXWKiP9/C3jdEt5gROGCCMNbN/+CEUj13p8+4zcvS5vkbzTL+BzNdRKDPXea1Pqb56obemeYNaYzTXDhaNRNuI/WUjMas26jjYNtGSGheHA7t5H33d97sPojEuSkOcdhBsjRDB3SR9BPkmwvZQcuFphZUX7Kw042n6ULQPrbR9o+6yyExjH3dSu6GLObyxo9QYw3nKMsze9hbTyEA2LnoibxCUv9RXutJX/oDdWQno1il23ixhtQ0LBsfq+NCaPjCHjKJWRv9fZQ2WM4XRb8/gG5yodJwCbTs5+jMCeJQQEszcuKbRWUfG6ehf/MHqrUQBhuMqLynHowALw4a0Ks4Goo6VIaeJ2tqoi/XgdP0j+fe5maFFYD1LrjFBO238vI/f9M3T4o6xvZU/8ZrxgeVuydQOaAYuICRpcYOlPkwMsvbBpV37iNoQWMY9HiR0oHioWw/sauu+0NruaX7J54/5k1n2C7saj9RjGy4hiv8Mow/fMziHY8FhR3eFtmnzxqXwoy6C0E4B1HubhRJqYpiKD7Z9mQ4F/J2TerQNOBBQDvXD3KgBVGCbe/NxF+rmGbbS0B7/OL9Jpg4pHgBIfJnrqcWZC3AvQQ88ZSxoR5HWEpdc6HTNHAkHHpkvRw3Y5g2la3MXIFQFG76qPmVMPOIMN70Y3ZFKDLiGt2TZ2x4ZZDw7+Y4vBXRuwKo1Qswfwq2soItoahl90X1L6DEgQRrdLlkmuwi3KyqmVpRyCMnAwLfIvk8aa0MD4bQCDUoW1hIHwHDLrYCZr4WbcbsbEg5owhv6tTmmNo9wS9uoLqYOy0ZkVRq3tQL/xQjvHuE6bYo1vXU8OKdQZp8EXamqWCCxqTpv4oHyOdPXuzp28hCg5PCGh5Nag3iqagmlgGv37tfAT/pocf+cDN/8Z7/qug2BbdpOuP2Ho2wk67LZDLe1FtI48xUPPq3t8D79itlnjN/5crvqbJcT+tWJE+Qd4PcQgbsF4N9DK9758KuNQJ/gpoE9qmYQz8lCMJ0MazogUq42hOdCtE4l4WreSOtJzqmOqe20FBmcqyj1icuLwDpTPeDiTP/o9U0CbpL5n5O4TtiyM4vAIrMQXdiJjzd97z8QoSbOPLNM/VXBX2vWUlpjjvgCwQgrW8wM5QQQpyPYpKBkU/ZkIJC/8DvewLQZQ66NxV9/FkoXhpuFYPnr3wD208K9+JvP3vlzUkhB0KKDWies70lCw26bM0HKxekrL4B+pc/vff2Xr68+/vhDLwJzUU1yLPFJNrjdFH8uYp7qZjSfMvQFje0UjWaijpXDmhho9oaQmnjaGUtFNvAgKJwmWtIJoUpkGxjg2tSdZ1K5F4BfC/FKNr+S6td68/yNbiZeaVH1nn4D+J4WgfWDx1dv+NSgePC4Wi4R38l0tWyZyvYlfBQl/+1uIAIADC4K4FVdifbmLaHXD3hT6L4Xgf9C7LgpLHuv//Y3/25zmgKeRbglvN2OfknfOXd8o6dj4VK51XC3w2ICdXsSdzb2bUMWutCW0BOeAXgLp5C1GLTh3OvZIMNn1p+r95x+qXBn2OPLrr05rjftTTY13SpEPLAtqHcdJ1apv2gZf+xTO6W8D7Byl8OF46t99aG2dj7RcS7q2DzR5+55456HjuAB943eyONhHMbHNa3HSctf8e+9bF8llVwN6YyqfcjFZhZTspDIInAvCnth2Bw6vhUjH+s6T7aPEdoSkb9PxLjjvMfdUF/6+Rp6uFIvvcpc2hOVeHCJs0rcmeB/oV3LZvHdC7hIS99w1czGHO5gW2Q3TXevUe/CyKUHVVUnYmwjcfeP+NOX6nzKXMztoboX7HV+Ss7Nac1udGOj2xHBGYMlRt2W3459qj779IMn7qvWgwkbQ8uaNqSNG0YdFxjXSdjWrMSEt1kcax9coWmRDpkq1Cl7ZDdP+hp83mCjDCX/Dd/l4EpQ3SAFAIuZjO5dbCI+oTGhadktMFg3NBNnTzkucNhOs1vwFFdZqq71UFsBmCQBzaZ9bkoy3ujNbt3wv3fvkeKrB+/0+e6vvv766q86p/O7v/wUB/pZAO63h9yd3RZIQ9M27SH4soXBl7SP0YRj2kqX+pGcSdXc53Ki3dTk2hRgFkTm4m/GWt78BYbhL5+/uPrxh2d6OFI/T/LihRd/WQzmeoAHdPg0NscFD0y0ydNO9MzasOwMeOBvKLQeyNY4bdlab+fBovrmdDsq5Az9NmrqWm080he8Yi9VbhcV/FeMQ+6qYy2fmBjd4Zt2IJ3kh5ZcXHFGLTsIGn+iYKFbi00P7F34V1nbssfjiscWc1wb2s/wxKPEfJVAzBy3W7jscbgH5VXIQTlHfh3/a5hMC0A4rq/919YzKvTGgiVR5SglwQM26Zy5w/0iRH76hfxs5pJB1vTJ6YUikvCQEptmikauyaABaowWqLma42Lt3iv9ZIcWga81rl5r7qMnbLw4wMKqHxzSWMEMjnG0lyKo8DWyqJFEF1onMRqaMHeXmg62xGZCQhqrNY5rXPMbyNgvZ3lYncRD3a9YuOhA8LMkKjtmjPXa8pnqyDvelxbEQMBuGEJ7Jg1Q1SfiBGOKNqnFdQ4S+6ZkAIbaDaTJg7EHA6SnO8i1fylQ8XkRnsnXZTjZ0BfJgVho7cJFxWaQI3uXom6eKzZokTvWJcGagC1El/tC0ercRJeJdixGgvqh9obhq/44pz/Uw+ZP+JKF7ps8fKAvp/lcXwvAdFLSrj8GWArcPwLZWtowoOlnJ3iJwLKkVLruL9LhBJYaeJwzfiAkPiKpJBhGteqgiOVSbbmgnIpn0gBYGIqsojJUFdiZmzy71Bu5hLL5LRmbbDM1StEJDWEn7zbnGOwxonH0OtqVFLlhSrllkyuJP7KodIr2qDVVyWn8kge9AHZFGx3N3rcRReZ5ZyEiqvaCnYrmeBRjb61q9ElwFtaYbS6csSdtoWjRpv5PHjrYKcUSSoar3rGOLZKrMZxrco5vLj9QYTXQmgkZyFbfhOAgWUtUlZ4DoiNQ8VxkiuGxz8ZNQYWSdbLVf9ieUkhxZtKnIrwdWxGDexJX/zoa9ybRu5Vs286Gf4Qe+94xfjdT77h+5RG4WwD+lTfQnXm/rQgwqeiJhXMNoCtsnlF6ZOVEkrcR7nE1BRgZumDy27k64zLW8+kn4DN12QzWMWV3aT1JAWueSOGkwW/5hhp90qG1NybDXBDd88UcamtxWvq5QGJx15NSzhB6xJe6P59ILnncSoJD94a8AckFHnprkuYTWOywWZnNFeB81rFtCsRswtII5Y47wv2PnzNR63bpxd9+EtgLwboJnLeA47Pf/vUiMAvFLIRXO0sQNsyp59Sxlk5O0Ac2rfTM7bDPi89adNRrF1dff8unCL+4+uMf/nD1B70NzGeScR66e0ywHEik8BYdbwA/1iKwfsuOCdoi3LaM+AezTkhXOc0WqlVKY9AmeMkzBdWNxoVWOMe+8jf0NdFqOUebPgOtvvOYGwa6GLv/SAvA2q51Mfbm/nMvAvXlU6RUj3bfUQwiuczHEjQdJFCkM+ggs08b6G1vtT2f42Z7rQVq+jaLUnwO9LM//UnPPeiCUeWvvv7GvxP4ghukLCqI5nxSlGoSjx7SST8ZMNrZJKYZzScQxxd/K8zONT0y9Mc/RNFxYFfHxWqWylI06h+2w6Z/hrIDPdWH3s41bH1Xew9seDvl70z9rha/s0L1TcdJiumHuaFW0oDV1vL7ywvUOb4+1tv23LDjpgy/I0f//VqLMz9pUcZjn+rr08Tw9fFE+VJC1tExd4nnHI5jkGSZGn/77cheLJzwxMAXxGIhJuZ1HGJPFpkEUDrxJWA0GX9udxa7vJVO7NeU+gS6vicqBqhG7BjHzLbyzrKRZ+RYXBStpizlkl3iiNeaXEvoV3DKDJrFDoBb7Gu653kVDx3pHKnxGn/on5wP3V7U+wZH4fwJXPVH58LR9+iz2MHbofxMABvtjjov/q5qbbCIe0BXccSxjEubD8KCwqK+jkxtMqdCToFPVNeNdagXXPxoGAh8IyOfN2BtAzDzJw9N8ZRcMhTkQQ1Tm8ccqRqPDuuCfJe2tEKaeEcEGBCx80oDjgOo1Lo6h3qUQxOfmgG0/kST86Xe8BLKbU0ba95B2/+ozz5/pUVfPvvM+fzZjz/686A+Jpn3qRdZArbU+XtVXEezkPQjaGK096v9E6USyYYp2xEFefP+gM3+I3nEhYKjj7aZ3J+hS//PJ5+r76sfP+Sz19pw/bXmNq+0aYLjeHEcXKv88rlmb+JnEZ2HXdCTbar5R5Tax1vJ3jh9K45bEbUNydUQM+CO6SUh8Gz5aR8Z6v/gGr+XY/jwqTvAAAy5zYdZLavzxm1zZLWctbylOl/b8qznsMt6TyXCC0/nK8UqF/jbyd7a2HKRcZOcvd7mvTGXLz1k9GGOFYwRXMN5CdiXDbnm47qPZdKM07nGcasUM2XGL3tC25YB5C6LrmGFqvopHPzwW0zNR5+xjUNmcPgBTR5g24x6gst+FoFfa5zQbwJrANGnlZPf09igoVa68jDNG/uiuHRgbIfwqkdvLPFdBBdTF9k2lRyANeSeDKVuWwm91n2KjFXYop/y0dcd8kUvXXNzva2EFtProS7P5bAPwVxrd0BMeWZHP2rUKNDOk/moH402aN4lt01VR0qLtURVFo3tQGJg3MTbr+KmfTmXe76CzbYbyevWRqwwyqcJebbDBkbeSmW89UydKz5l4qT2r1ihaekeJkHO2mc2MugLaqfMvVS2TbPZOsZpa34u6/HVZ5/+yQ+bfvDhR7ruyLUGi8UjDvaHXW9ojOwpmX4sJMPyYAAAQABJREFUGCSHifnDmVS+Gl87qJE3N3iprzkgKAM7VRBciTdVdi03fAM/DYiopb4wt4jqRSeYANzOhZOciMKeOg6AGR4Ye/tXOUhGgXHMQFwTYI8OVad/kGh2l4GbD2ik0h+YpydWgpmGamihJAUMbCbXeqf8iGZSV2n4zjEArDqhi5RT9723YA0b/TxMUKfvL3UDvbPgIWvC11LrF6xllC++j6vrF3/VsF9y4XrGMRa9HHV8oK84oZHzkR9o5otWzJ01RyTKHkM9R1bdX+3TMchx6LiL0XNnjimJY0sgXfch69Lpro/Xxuzjv8dD164OXIXKOPD+S21Buf/4VKLduD+3EsByIeHT6tcF0tuj3F57cvTsYXf1uwjcPgJ3C8C3j9Ud5a80ArcfmzWg91lh5wsDNrj3NXD3SaBz1EVHKy6rawR3JtCbe1x8cDLFFvEIxmKeP8ucUyaSMvDnDOo6sGzI1UbVZzHllcAEQZ4aZ0mdv5V0g12jATF4rdUtTo48IcvlJ3a81kLvPdsmCQL4Jr1nKkKqzpsAfAf6nt7g1Dd7Zbc+CQev1DiXBlGhjj07p9Ee1Cc4OO3RDc+akJMUxA5tFBS9UTIHwoBjb23roi9vMKSuCZBuaPWNXXIWgJs2ExrJijjLPLcb/u0JMPoif3klGvS/VHy/128Bf6Gbkp99+unVnz79JG+sILd84QYCEzGa/aEmaE/0VuoTLaTyZgs36YB70kNA2aBFjevkVU7B9gEC3xMhqvs0ZBaieahGPgWUC2NkXO/+xUeT9VHXK37p95FontB3HvAJaH3mWtv1Q30KWn2Kz2/mA2GSZUHkJPIuG3B51+yXqQaWbsNiLzcJ3A90oLwUjN+B5IYNTw1/+qlirDg/0oL15/f0yUh9qva1Fqhou9kHyvmSrKMjVmMPSsi0OWYdKEN7B3/LUE5MOcDgNSM7UmiQHg3Q6l+Cs6UcWsqwhGdyNxbxHLcTPzH/zJIdiJ/vWy1xdACPBJ/zG/iKW8stp9uj6+8//0do5Xg+H4/4cKR3wvb8qvtcoZx+pM39SeHxoopFApvxoc+RoGMR+KOPP3I358GK58+fa5HmR2/Q9FjePMBIt+mzzXMb2kg93fvwq6a2D3YxPq6Lh+gYm8ZeWej/tesZ73G58I4R5TUBXOvny9J4QAtzx1foRdY+Dvv6XtMpHmFToPXDZNCKQ39sAB2CyRfYssfIBR2/BCgRoBZ0+gRI9TvjKOpPZ8FmEUfmI/6+Y/U3kHy20m8Y1E1RfORmsRe6NFb0jePcNM3NjLYUWBaAn2jexl1uqxk6YyNGq+RxB3zOBCNWLay5wiSfRCc73d9MAwdI5mbciMk5CHu9CSOwduhiI4MefOCeF6hIAsScoJNpRTghwlQFqBdODaiYCjeoVeaQH/UW2rnleNeQIXsCVCJU6Ch6+zMIhNzIMXHoB41ISg0Z9viPlV+VsDGxYWFd8zx90vibb769+tvfPr/6UnOtH5/96HlfCL3mmb5RbMhYU9c6BzetIk5dC9cRxCQS0DL2MTxX3/TEYk57I2tKQzPHwUgqur8oUDQ//Xv85m+NRQ/Vtx7p6z5+I5gpvjbe1FOP88Z8mTeExzHBYnGpQLfjjOvdGBTZlnBQX6qq3T61n80Rf2svwYvaUtyU53Jbdw454K13k0sZ7bpVOlhOCh1754mKaNCPCMnC+FQNM7wBoDbODRIXHIGF16JGHdlb+m3tJvyW+qhm8W/RqEf29NB8hDvSeRvYMKmFi6ljvcaz5wfI7PKKP9LVdMa1fBS2UuddsWDhuN7UIqSI2Lh5LoBamYcs2BjjdYlNQHtDgQMsdnKJXFFGF36Nnc9tCy/FTWoeAVc+FNCfBkx0RTo+kYwdPoX4wMYHXdnpjdprLQJf82l9HNDmRWDGFv9Fu4YUpfjp603L165CxeejN+OnUDMt8RQQGzv0kwZt4LSXfXAwXtFeD/RVJ34TmJ968nW/Ys+D3vd1P4OH77VUjWmxhYfGWCC5mKTLekKEXifp4i3qLIhIxgimsKOK7MERvoI0tPO2InXtF3nuE3ADRnbJxC4/UAAEnNrBcwfguOZr1j6bcKZAOlunqpNZbsHhdxG5KXPfioVl9CTFYvDEHt3HqYVv8a5pl2OsaA4EoC93C6rPisZvrysoPr+pL3qRS1R+yPSjj6/+oi8N/X//+Z9XH330h3r7lxhos8nWrCKV/dYGBJ5+Z6awplhEtH3Tdz4BLlU1ZTTCMzeEAuN/n1bdKw64eXbAyCmMdawEKZ+TCdZRObCjpcx2L1lk1oNBxVh1rGDss6XGQaNRgftagg9d4IA5F5dyDzfOu9z40of34vGm/o2u9CFkUUtyvtQLXMjmUfUcDZTlNPb2GMDRkHLlHBP0fWi9mdHFPJDY8M6lEhLkJHPNA3/LCMTyTNN0wo+6YJTjp3KPc3z14KW+6sL2wve18pKLxgK+eKcxsb+4RZw5bh/qt9L9U02STavxsgM0GdeYIAbun0kh3m6bxN9mYoDbNl5lH9uM31gsUvjx08nMVVa2Z6ZuJ3OsUyQC+ZtshmtHTuo8AhMzwxqhfJgQlrlfcNja27R5kr5VSb7E23bqmNvxEWr1cmNr+9DsiLspyY+kPfNNjHf430oE7haAfystdWfnYQQYYDNUN7oHrdTXQZDx7NKAvD3JtLyb873MHvzh5KZS18mTGFCrPGbpOWm0vaaoqykm65MXCfC2LOp18jJogVfRw7d2mzg5GB0PYZiQ6A+5PnVLZy4EmCyxtquLJF30PFRFz8ga5gslLUzy94Y7QiwC80YxbwE7100gLrAsVTvn0AqsMvrAWW121IZr4BxbE1EppPNUJz+4mRzquKPpiRIAbY6ji7xdy9u82fhdSf+mGXUuxHcLwNDh79oO+3af2rel29Ctcs3tfoEDtA0LuPe08PHSNyW/0OLvv/3lz3rD99HVY03EHI66IM2FHtfYeqpVTy6Df6wFFD5heU/tQ/9yS3Ol13cTALpBklseUmVDy4PHdVm0t7Xb0naLDH+7yeyGJ7qCgBMGdX5qXHD6Ao88aOqoRWAWgu/rgXEWgPXbv7wB/OQD/Q7wE92UfyhabpDQmrbGsiTJatedLwYASPbZtLCZ7Awtvvg3/2gD7FUfYnL8WjnlvCWud5dF98c//NEx4iby85+e603g7/3JaJ4wj8VlUuniSGs4dgZMHxV02EO9Y47Ri+Eb57ZweIaIDR0VMKuOIztapyhlzGzz1eITwW8NQPa5dIi7QH9Ozo1wd9IzVGf1LXabf6m3KIEMPUCZhCY7Kz9xb1FHOWIviT7iadhhbEG6G9F5Lkk+7QPcJoo1Ge+jJ+eSlINPT2MvOh2o3OCk7BtSGpPaLp9bNN6S+vzHbwv9QV8/+JPeuP/qq6/8G52M2/TN3qILnrXPNjR562jonrfhhOBsGJpon4sB+b65VWXq65abuR0vCaBI3Ak75+GKA1E6NqCI97oP6vb1UAwySjz45nV51Gx3o27MLRLeyT94iIHhKy42hGaFR0Toq0sK3dRQ2i8YqQix4zbeY5YQPocpdzvDMxKM6Tv8jIUIdB6EMPMtzrmbxTDVaY/XwDWvYeMmCLk/IS25lPnyhj8lyFskzKNqDjjUYi1G6d/JVc6MDWhKITpV0RTsXIdRZ1/3F95SYtMnK2WDTQWlAn9ziIKHf/2ZnSNXhSEyZdcpQrSYRdUCKuMIbghkm7cZBiYcoTRwIxMRxi16ikoZmCZQyYSNnfBANsgi2glVdUDc9hUHUb/QOfubb7+7+p///p+rv/73X6+++/47f+aYt8Q19Lh7ZIdo6ZIgx25vhm1eFA2FZdK0wKVY3bZDvIVkfGzebY5+2yAwXXdNubkurII22y0tBunQooKlFJ37vfoQDxHSf1n0faQFXfWsK33nxLBrzfcfQSNOnvlkfvxK8+YcE/Qp2aO3/jrZRozQMWZdICouUHWIOCxunVp85fETXwOYOss/W6Wy/RxW3KCulRyTDV3I9NhtrSJeHJGI2HJOBjYxiyaJeJmPWD785VNoprytXGxFb3RvcciAW1Dn+zL1fVppGzeYG+D8xD7igS9n0p5+JWs7gXkMX5D7eqMuyWuac/k5mU2/x3d9nzc9ObjgZwzm+L70DdqqaXWeYBGYLyG9fs0D1FwZ5XjlUu2h+hfb8JVAaXOLTzWbqDuWImi086W+2pwy0io1k6rdlgalgSKzacgb7vMOSvK7utevhNRY4YfYWfzlE/FcjzJg6RYB3d3nX4lAO+NdEkIRmxyFVTJ8OUxCt+wd05V4wcWX0lI0HvOQLgN0B8DXd92G3c7DDmRh+4WEDuhtOjm0zC+kwPIo6pr96KwP6UYXtMCSjf2ou8BuQAYNIPTZDskZc0sBMk9gHpNyclmkAd3jkeklAPu9qc08TsUvfz1FAzaL9ZYPTf2pcWlyu3z9mvOIdHC+tZX81JiavvuymafJlBwj3CnfgUHWVZddgYjUmNQCrYf1aCv/J/c5CnvQr/734YcfXv35z3/yAvCnn3yqn+/4ULqEcD+MJEuVinjAdQntCJRddBuX4sBPWCOaD96k7l82UqB0k5ZpTVaBrMZNnpayzfd46m2BKWM8Etv8mS+i4NnLWtCE1VPZFTbLtlhVSen4NzKg1FBC33D/UI5tzJltW8rI8IMr0HZ54CfONGqe0DavOBI45VNuw5BnqRWTaECN4NU38TP2gN2mIlmA6TM5ZnA8dY6BfPo+Y19/Bt9jCTjoajPOYyTHnETThxNE54ap3jnHGynjRsvq+mkOrd31PU3ubeblBq6n+crdq9d64UUvPPBVl+d6keHZs2dXPHzN9c5TvfDw9IMPdPw8EOy5v5Dzg/A/6oyV+Mbf/FyAzmk+r3GPTNcnKqfZuH9GObEvjmoJrNsm/Fr7Yfze0qw1dSVFJ7IrSHQxIqid+ov+algIWghw4Ulc0bHWISiJFeeNRnM3BFt7W2FdPsmR3cJXpGABY8kRAXwT3nEh768jGNaIRfbKt5YXErksQXfpdxuBuwXg323T/v4dY2g6HqDmgJhhPbHISeQ4LjlxbgfTlXJ/Alpxa3kdSCnvt4zhOgGNAbltzUALPfe97dtyouLzzJHd9EtOsas2ZlbG8F0gnxiKeMROQCYnUVrCWNC1jTrx2Cb5otECrDCc6nUCz1IwN+tZ+/UEDj7NnZk/I58/bgpaPcZYfE5l4wIO2DBU5UoNMi8wFWxS4ZESkU1ZCGdg8wej/2QvF132R5MPL/4yydGbnCz++unfXgCuRWCebONzz30TN20gBVG8Kjwsu52PzLOIxPaQ0UBFTw77TxM87OUt4K/1WcJv9Ibpx7pwYZGXqR8LqXJMm9pSRfgeamPx15sWIR/KZ24ugOPtW97fcECpe8HejNopcVGnLJMmlauxqKOHjGQaZKZqgH1W3TQgNNPqvgGlJ4bSCcxvAUsev/+Lba8E5zeBdf9DC7+P9VPAT70AfK3f47muN27jow2Zeq2/rWpjzuUYlb4DRXwI7fAjVe+5UeEFdNXcF9Qn/OkcxZMJ7xsZz28DPtIN/w918fgHfbL2G32ilgC8Uf+iz7kd5Rup49PlUQcvHmeKCXCaNGkUGjDg9Em3CG22OGBo40TdNnS+E0TL7EG2x8AD1CnxbxlyycGbcOfwgvuAORMX2M416xmWBsN6QavJzopeO0kL7LyFnmFOH9kiu9+Qg4l41VxgNDJ09D8TCOfQQENZGw9ahCfG9AM3/BSBDjP3TxbWuGHzgS5A8+k+njpWT58Hipmpr7IiMftLuC1daph4OeFfYoJObjAdbeC8aTzpG3GMZRyngng87MXhvtF2rBeDtjqP6KKv2uOMD/bNuLIfSxaH1zI69nHe6LUIhB0ow3fDD3AbIVURWejLU9cnoX3rqvQeSXU7i6YPQerxcmEk+iJoWmOqP+WmJYt/1Z46h0LXNxA5J/i8QLzY6HOifVQLwI/0gBa09GNwJE6jbY95DIxdM+ztTVlb514LwIOKZdpXUVJ/kiLlLADreGNDhDftTB/dAN2mhUv7Uin6tTD4BSz7pcAU+x2WRlYwrqtIz+59DAp+LWfUaHj5bD5g07ZVflPfnLe8lbJhxAINskD+/fjjT1df/v2Lq8/19u/XesDklW6G+Tgun2ml+CNZLUJF+E+S8PacPnGEt6yF13YQ5shafaVMEyeNQgOEq5uEpRMEPOsWWLPEC+zCf1sxcnSx6Jvx2J9+Vn96pC+wPJBt0qQyizksEPMJbR0b9A0eiuM6QG/6vdTC7319DYgvAWUy2noX20FrcyCxlZLrTXtzXiaLUKUWTc6GfMDajTFVQaQ993E5q8lt0YJLbhHH4sgf8hjXhyE4Uw6VHa1n0kQm/DNR1taxgJc64EorvXUP5MK00l7gbZlH+V7vEU3DTnyyzVHs/ejXHbPm3OeStNjbjm9hW541HlvM7WqOoRTsc58vznRKcKTOV01bPuimQxv6CY4criW4thD8Wp9+5oBgIcPDu+xj8ZdFM1+rt0zV0VDhXc2wPwA4zhZVUG/ozlbs48q5b5vope398AO6HMcotF1aTNXlD1+y5une8VvAXuCQaHybDa6K+B0j5cNql1OronC6rPJeO0jJorYqLSfVAkI1AIxlXbPdVfNCjdoB+2kDt4nq9lMGZO5WYkw0RA7xm75kNJog1sZ1oxpZLa0abRz+zALKK/QEPGVSb31CUhw0sa45BplpSnVsEo9kMyb63KbxsMdEHrD0nEfziPsa2yPfXlt6tOE/AslFoY4XecmDm2Ms+Dd6u7r7rf1Fv/Qyd8p8YnoxHJDsxAMrptupBUL3nHWTCdDAtBd6crYLZfybPvOp5490PfGxHiz9QNfuj3XPAZgXqxSj+BzZ7pcWk3YrqDJZ6mNlQjDM9gseXDUC1DHFfE0XWOLg8iQqlwaTBSy1RU70o7n+C4ANjSOv+ga24tdyaM+Rbo65lc1l8foobW76iM03Fm/tMWhXRE+7c7HXBjunLbVZTM1dBPfIRy64x0mXNV6Kfb8AjDz+fCFp/y1MimFOZryKpLU9qdOvm4M6ybaT+3gwaOyAGa/+R7J7PtYEV84DMD7uwLNBz8aA6Fx40ZjWNAhBZuEtsCQbXjLAc47Q5j/oKInGJWhVVDiUiLU2xjoN0LzMwFu83Ad1rvkvi78//vCj7zPy5S1+humxrsE/ePrU8p5JFm8Jv3zJT57peke6+KQ/L0jc14M/jBFEzrH1uCddgqHf7WwpvYM2dgYyy9jZPsRuh6MZLb956Q/Q2NFdkSp0SPbmeKje8YFACVxaLhXwWBeMsl2CvUQkpjj4NglyxK9JsO6HOb/vCVbiWbYd3pUNbdgkmboWM1tXkzlKt1PZLHf5bywCdwvAv7EGuzP31x8Bn1R1AlhzFu9yEmHsXUbdnTuM1T45etEIOibrwJjV6F8EOVnVyAwJupCzO+mcDuDR6xNkscNmmbYK2Xz2KHrB8TYMN9ofcV2is1DUxTcWwcbbkH4rsk7uouXzcOKU7UxMxMuGfcpxhc8semFMuS9oQR2dqES2JvS3n/jHZKLD2f7mRDbhjicx8sZFNnbrKV8mOnz6hCfeVOaJN7/9q8Vf4+VTt2HUWrvNaVvBt14j9jv5e4jHPNluH9qBKX5ISdskNiw+8hniZz880w3Kr68+++SP+i3gDzSZVJzjpOShL1OVvLmhN5K0CPxEFzUP9TkubuLxBhM4pjhczKqJNdFUTLCVeCJEdP6japCAhoHbGhqd7JNoxviletRoUkgsmR7KNvASyoMBdKv8BjC/A+x7BFcvBX/Ngq8mm7qbfnVPN9TJ36it/KlxOpBSW1G90nYacYtd24iQ4ed0YStBNOkHnacv5c5G4sNv4L3QU5OkDz54evVUE2Q+LcWkmb5FO/aFNjTdf9y+GFOwFe6+JVz3QfJ9kiU+Bi1Hi+bzM6HVL2E5ZduLuau/cwTOdZrbCHx33nfnvI1d/xgajrM62jI+MP5xXGgM8k16Xeiux0hbsT/24OHY4lO7HF+9UNz05NAcHS9HOGh/dlqOM+Sx4Uv7M+r42nDi0XaqiL3hZVxOrG5jl2l3LnhMKzsY6i3uQNiAM8grpY0m4Ua2SM7FNBxbmy2r7YLX7T9lXyrF/ylVp54lJb4AhsaYv9DMYlyrMXuCq4RhmhMo9jyM5KQbInLUbcDch/bqXAV/6p/P/fvtX3JtzBeQgUX0Td4C5mbiI/0EA+M/4zQ+8UeZcykRScIf7KuqstV/oODCV22ELDVs3yDyDXjDgFtAgmN9FSXkqy/QDvEUW1QyA1oqbeqhhCZ/TXSUl+4WY9mpxIKSZdC2jCVl1OCenCqt5NvOINwSuOI+n01a/KEN8Y2bXsyrvvji86tvtPj7kt8XRy3H6hIPzIgERW6KOlAXyn07HhBuwj9VxWHqq4yUg0MWtpnmINbQ9sIM0zAIzYlMV1P3vnDmUdkLwFoEeCj/H/Nwm/J7mn8+0DyHnxRh7sYDhl6UQpai4s8J8jClpkEP/Naf7CO+S7Je0y/A91jEF8cIH2UfN0J1K7LK2/HYdGd1W8AxVihJssyOVx9/MOCjj1XtE9spxtdDs5pS2TrA7t9I2SXoLL3g+zo4d8p0zFX33lfbvcraqXqrquK8WmtdBgS6YsHRJufSqZ2KpdwR29m08lw+P50VYQRyertM+fOwPs8jopzi2t6bji9+h95w+exncnXgEq8HenOWB5H8MFLHAn79Hw5D+NJmhqxryQdyC97ULLgJO4di0Yhsx23maV7OZ7m+Y8+1GwsD1/pJ4De8BSwiL1JwDvN5jIWDLDr6nCTro54cJbEsXkU/b0VPS2g7agtE+md/QECErKVAOJ6F1bjGePqanPsDug8AvxdG7r3S3Yyc6z3mbjSpUokmof26H2V8nhrlvUzUNbeuh6FBvjfstvmitZC2tiXv6m34QLeOPQKhRK3+yjYv9jKmVz3zG9GoXe690YNkagsbZHO8G7SYx0b7kuOj5+/Ks3BKno15zhvJ8zwYffK3+zE6HXnJOEo9hoJzaBai2a4LEDovZhFL9Ld/LOKnLZmbYQsx8UPbmqM9ffpBzmmyjfsrD3WOe6AH63cRt0+xZDWYsnpoTQYkwpHWTlDsaMsNCEwcTkaXl7K3U3yDT6lFUKhkkUt9wleapSyCfbw2OlrAUX6gfyXD6mn5irHp0uuZxwaRua5ihiPaVn9stWMRqdCqJfWntrQonc3FkFFBOWNm15V78Vex8c+hSZjfUkdojw2SnYVHayq4zABvvYH7SzYxTDToP0jdx3eoQVt8HAukHBPdJxn/8ElOccxBY3kiZGxcFn85JidN5JRAVSghUxsVi4m86AO/1s0A0PdBWaDPA0dQqS2E5u4aUfAirnIe3uBLgrlfKwItFv/ww/e+f8pbwS+0+MsY8FTXPK9FB99L3Qt7oQVkjvW0IfGlrTnXZdyzkoqxbY8F0kjCzrRFx2/tw4Rr1Ikb4vXXtBZxsEMqG/a6QAa/NyEkp2lgj7y2ziFINwG5JOLfCZewbdjXiAt5PD0mAJcwbf2r0DlKl/iPpd5B7yKgr8rcBeEuAr+1CIwBmkH8V5z6JLDmfYLSUG7Lc2qJE+AY1D2ZVJ6Bv06YNcyPE5LYjW//+2zQ9VvmyItMbnTBxI6TWUn3CZsboJz8+AS03kTV6u0DNl8oiY7PQIuO3w72x6EFYsLGIiM3kpiaaLaDcIvNBDATDSZsTDpoSjTGFlOe2UGV5BO+7Q3M9ZrE9cl3xl7yZT+LBVnc5XcvtPCrz/V64ZfF37ro881cXQT0W782DJWEZk3YDXAPF81o18KtfrmpamI7bcb/6VurQQ4TM/ZMzFhwf6bfv/zmm2/yieHPPvHTeTxRaH4Jj0pue13rxp0+2aKLHH4L+MErfs+IeJdEgs7mCSaTC0loe61RWiERT36TSXVMBGgnVFx9dRl0hHgfAgG56MW2bBEUj+2XMDwknt8FVi6brmWzHjf0p6D1oyOyUzcI3ujuYsSLmoRBkmm7hCJ3KoDxDZt5i2jzBkaA4FIoV0qLqBBLn1XuEHjHRW73F70h44vKp775T59jkkxMcsEr+Sqz+QKg8lyUInM4MOI4bNsXbINiWHkOJPjjAeQSn00w/vpCfRVlexaeFWfwFLdBvX2lBU0fz8po0kEA4AQ4sJcL4aPvJR3IelfRlxW/f6zstKntyiUNBz4dgC5JeH84FNc2+r/GBI6bvnnefbPxQ7l8ZaTosRw8N3LYgDFe73mAA/slEno5ni9v2JZzImMr/uVTeuEdwTp0oBt/+rfxVWAf7bLDcfEDXYKdiYfnG+uxVWKRUf+2wufpPkEc2gVjMRe+a5xzUm7IoYABbN0NsMcLa3yZEue43xyVwwiZ+0PHbaUpAvVDdUbPU0wFfbdhPa3vmwaCMY6PrWmU05dJLHrxFvBTPQjEAvBPWkxU8874W2XpNcdaBkCdFP/c90ddMLdr3fQZbayI6ZzpuNDObOJ3myHH9ZKpqryzRMsaeiAruLCDt2nN0Xxh772h4h3cKoxy8c16lyqn8ay3/YahabZFwxcbLdq7lXdCc4ylXQxFLOqUIYbtuc7PzKe8+Kv8+XMWfxk/iDFcyK7YugxsTcFPSBQgg/81pkuEQo4NlKTI+RRSePRae9WXsiC5+Q7n5O4aOHQ7b4qSZZngDTdwlCNT/Vz9ic9AswjM55/5GRhutnIDltvjmdtjg7QLxvHzWjdkefODT9je58Y/T3oyzKEQmkrofR8JOdniK5UcA+Rc02jeqbeRHYflWF3b5NiOlnyKJWrwj62PO2zBz2p3OFc9zQfcRjvDYENqR13bDJXhGznWsZAPAcW04kXWvOgfCTVrHYTRC80gvlwYHKV3igkG/XN8Vnln31Y6+C3kXO0mOvTswjhEoSJ2bpWds63nHghoGmD7tNJNnEYCkQ4cZan1Wb9FhMA2IZ9rZsZz+i/HYRbNyJf4TSemqirN2Gz9c8fag064F8A43x8zoedkM7t8hsUxckHXbnKWZ2RfqK5jkc3XPVpsfKCFA75CRTiYK/idP+Wcp2Y7qiw8m9MoUDNn5cZaN4sNSZNzlDr2Iug29Xld45gfrNIT0Ty85U+VcnGqxNiY37X1XY0TYxILaVDB7Vh5uCGX34qJ21847qlkUYR8MUgM8bY5F1WQScWWGrrh2RKNUHluiUTpvGle+uZ+PuV/rbGbRfo+H4xc7eaxVe2FRssrP/EPHR1PFYx3PFW2V4zLo+19csD4g4Tt9In4kNpKRsxSR7IT473uRbHIzrxW5ieu3MdS+WEtrL3SfRRs5EHtp0+fCJ5b4dxfYcHfa9NDaAtXbh8S6UDLAEci6O5ztF9sh0bCkNfkMMs+xkV8SCQBUs6fK7C5j7hmLCa03w21hAGXtFFGreSprswJ6W3Z5D9TEt9W/6RDJNu5dE4Hi44xppzHPhyyjZGYMCeCyKEtoy/lsQhMH2RcEQ33u9zm6lLu71LTPKulkbRYLaKEhn30AwlMEIMaPvmAr7hBUfRkKWrPfzF4XGcc7w04ZePFpLKPtcZ7rERYybEw7LBQw+Hlj394hy6ggrFbaXCOF318ySI8vtIqtHU+06zjg7IwbD4H6dhB/hvdN+Unzlj4faHfDSZSPp4f67pHX31hAfjeS80dn/PgR3zBNtqYayR0qYgobezRTfutiTNAIPDZnxVtKQWwsHJCIORH6oYhFSEcBweFWPV4FThE8AbtUuraW64FexdCS02MgWJK/IS600WLmugtcmxZ5BMfcXebl/GC7ehu0HAa4xsY7tC/+QjcLQD/5pvwX8yBjHQa4+p0oXqfRH7JSPTgyeDfW9tDnTRyX97M013zNv0mF2sP9tCx5clZn242pDdXsK1OFI6agym2nMB0KsyFjzRy6vApj7m0Jl/Xetz2PpNqPS7mp5A9gefEz0memRZPWHIDSKdyP5XHRRyLfrqA1YZsJjadPPEtz/APbe3RxXi0gDM5kvgn5TO9VXG7ZHLPgq9/46IWfHvxjgs9l+VDw1pWJHbsulb16dZE2BvwAbVPiT82bZlWu+HovhKySYtdP2oB+Gt9Yvi7776/evH8xdWH+iQLFzB+i0lPutpmqWBCzFsaT/UpShaAH2qydl+L9HnTiTZXH/QWc2geJoFuj1ZZ4cMmQON6WrUmIZ+18mw4Die2hBcwtO5bGEq7gBOEa2zeBuYC2xfG+j1DL/xqQfVeLwBHGQyiXNK4QFhgLm6oCilti18A+9iyH9jobfLSbj6upbgtxgjE0Ca6ZsQVhVNvzfDby1oA4OY/PLyliHxuLgw9qjNpZhGr+8Y+L2NPsqYzwn6wc2EjHx+IK5Ha6O02L8nD521Eg60QnOos5oNsQ7vBx0YZM6EqWv+EjFLIFlpj9vVBfrFg/wfFVob1rDYNupsLlnSWt/w9I+Yy7ymT47qYvhQ3xK31Hc1Ke5wTXv1so/AWlbRxCVXmi18NJn0jyG8k+LfC6oLMVjBK1NGmc0qPzRxTvQCHahaAqXfq/jfG0EYob9wC8jG61o9oVvxNZfjXbfio491+Gx8/6f3Y6fio4eCDHni2I220cLfyFm/biS9/dID8nxe1ZRePAN4FETk7orNVM2+wQJJOcY0ht/8rIMABwZf2OOZF8pBKoQkGVwqh7LFwTwSWr55kPgbW5yq1idvNi7/McapfApcBcw6Um5mONczm4yGgR765yCfLv9dvwdOLTWOS2LD6IfCtUtpU0dI5Mn2JPiUbNKaDi470Hy+6yz2fA5TPGLtS7Vxla1d5dJgyJ0YCDa7AIQu0QcSlk0vepW+je+pvqsrNp5hMph1B4hWC2Q8mkRjNOyGj1MfW0jkgNTnzVd3M+vbbb67+7//5v1d/+9vfNLd65rZ68Ejnav5M3PrFKHlOywTCkK6rEtkoSaU4wgeYkgSnx6U8rmfALcnq05yGdhQNF8Q34vdxZ1w1TrlwoE1fOYLUWwxEHgTGw6M/928BWODlZ3yJBG/bMcL6xisxpZ/LMftgBzNS84UWP1CpBysf6tOffCqavhkFGevQ//6SDLOP+IntOR41g5d96GMWXMcytizbjTZ4siv5B6mPNR9vNmFLJ1OUJsz0VW+eFps26Jpy4hkBA2geauhquSV+1Jt6qp20lBY4Io75VqIWeDk3x9xt9cTkoav96PxY8s7WY6KCbo+uE7kbp6egve/w7Xk5L+83aNZ5ReOn5JQmzRJPTK1jhTwLRa2jhhbJ92KvzjvrOcZlwxY7Eb3EfbUhWrVPYUEBKEP2ONu2kLrYRJ1v8Y6jUI6fUHmYrAVxBwAKbIZP9wZ0TN179VyLwBoTuB7iN+vv8XCvPjGvjfHijY5hrgMZxbhWzcNjljKUb63hHFM+kWvc9TDdZpgLjsnVw/UQWAUoGCPQCTnt6AfCdY1HYmxk04gy5wTGRDZsI41K+z8tyLU34yg6FAsWKOlvw8ZV0MKHcPzCtlLUeagmH3Akkm6zANw/Z8HDOw/4ApeM85vnGvy5puValTdje+6NvWjLOQYfq7UZ7zvR3ioTCpcks8PiPqNYnzv3acYvB6Z3DMej5li1kngOMrrqWkAxpc/x9u8bLebTaj7GRUebyh1fpz95kq919bFNzNCDrHdJ1iFGx6edRXvZ1zITvWgaZK7iKIUk94rRYZEzY9g0WDvha5mYyfdVuQJpmZP5Ymmr/5R0mLZDWa8juUXE74qvHc9in6M+gi6bXWYHB/PuHIPW13QJn+cigOBxLji90GTAKpxFvtzHim3QhaSt63rJ2PnhvhtW24Zi69J+2i3eMsj00HCTjTkIx8pmDo+RGBw8ON/nhYbJV8khh8x1StSNA64/Oc242fpC2jTg4AEq//SAR4q9MJs4E2svAuvY8ZvU1EXv3/BWP7rmvukrLf7qvhZv+qLr0cPHHhf4MhKtBAc/ieavJPkYF0wB9ldiKCCPFipbyOCrKmilLcR+BlGHR+Rs4dJsIVtJxeasMYmRdAqwymha6LxFoMomDANEIJ11ATwQxYg4jS2wwUD1LZJFzt2WMyEYMMiyqRXV6W3zwJ4vHPkvN+7S7zwCdwvAv/MG/r25x4C2Dmpr+dfg6zqQ9gkAuyjPnCGaExWn2qRA1gEbTGGbSBB4WkcP9gu6pN0+axlwuJyzoSYS2CLJypko8JkQFnq5EH2tRa4HKvMEGb/1dV837jOJ1w0fFsMsTE+R6rNJvLXJqf5ad5I8MWFCY02S7X/JF4UvuMoGYrWPDSKTsBKO45SYi2KcfHMizkVAPus0Fn+ZyLBxgSC756YJERdkfrJw6ondqmNCp7VcsG6fQVITCOou1gQ8daIsf7m60X/3E3CGhygT1mr7l/q0Cr8F/N3333kxmN8CfvSEi2kmdImNJ/ziZfH9iSZnfMLFb2xoUsDEkta1QsvsqVagcXBxrItr2IGNehMU5+KvSYROvyXHodCZ34B4Ci0PDOSiXzYxmdRnoK9Z/GVjkedVpvV9oyGelDcIQNewC01Hqe09JuweGs60T1ojLrtvCWl71c9464X7Axzi3Ue4icAiMHnfQOjF3sSCCT6+cFzpZg83Qzo4hma36Q/Vp8FAir7YQvxiT7h6j582quLffk87J6VwE91g50d2bQjeprLT0fE6FrEjPia6EYqUSDoj7wz4RsE3ErRgWudnJkS1OIqUz4g1mXZn0Bd5b7byguIbmOG0bQtd2l97OTQ2qJrYTlT/Xvp/HzP0f8Zt6t1PgXV5UeViH0/n8Hv6m+ttaChbrm8UyibsOreZlnMBAxZ+4rbiAP0+UhzrM6ETQICts/GuI6vjaMRGQJNGDeI6uWOlAjjVEHi/0jbPmnMeW1NVfX5zo67IlPf2n1BIRm4CT8zKYxW4t1OdftDgQq5hGPSM8fiq2OOwtq4Da11dds48pmgbbv3IFDPn2CdPdN7VZrpVL26oTpsi4l0SbMhFj2/Adv+3TYlXC7d+lLSyonG9YW2E7SmjoqQxCFjKVGc9Jfe4QeMoFk3jB3JTIBAAprwN2q0BpIK46J10Z3j72BIhbFQ753OPP/z4/dUXn/9di79/vfrm62/0YKCWHhRTbBlxm0oAp+GAHak0HkvLVvPuxiMZENbaU7dR1mqOsROJUSE1H9xUnQtpc12PSbnZz6w7faPcMU/khmdI2clm9GHW7kVf4R4oaMDmprrcY4O1RyvexOGWHeMxc2rm2bwFjP2LclVGS7r8Xnalgzh2XHyDlYdWsZXjZBmLD9t2Y4gEYvjajOABlzPWBY3+g0phsqRUFoVmoTcP9U1CnrYpRNVJs5ZP+Ztu6kVWQ235rGy0WhaUF/AnDAvgol0yZ8Wv5UXEKMbdacji/qBJQUfZEqcd0tXV+y0e+dGBPTfZ1Lw9t+h5ROeNJ9/CYiB29phwOO4LyJ/fdOu+yoKvrgu8IKy+y1tY7sNW5qC2Cw1xzi7+HHhfYbVVKpMbVOKGgMNCMR/gbLfhCEKqNjKVscIxFoDfmrzWTxHd1yLjvZf6MgYP+fohctW51tN9Be49aBce5Yw+JcUa2gpyq2p9VhjdjvVmLiLqTV28SHPcLdY7YLSPlxBdEZ36B9dwtKvPD7LpgWwETXvEN/jQHXoXUrH/Lhaw+zPnbfOIzd9UML+tGuwnhagY4I1LLCRXAt6k6HAbCIit2Ey/attTx4+eq+bNPa7FPW7qROCHzMwHLIvAQ650QkdE+ZOgNkMng6rbGNo/VnmxuPSdXwCWmKJH4OoT3i0otLovoBoffUeDsV86+L1lFrL8c2V+o1vnKT2xjc1coz/Ww3p+wCLWI8nyVPhZCTviL/YkLO411TBA3TIppL1UTp82i33EnY2vQ25oilIZgk5TiR8Ih0e1VeZAnhS6F52XfcJSgL3eplMPovVU1cb4oDZKWXs7TxXc9Cja0y7YDxmwHndcps5mnGiRrbrVkCtRpx+1GgNrJ7ZN6l5gGQcY8MEtObLtjxhkqPGGqcxYsW6ic90OiYhjiLLHedHDr7L7s/iMgwSp+vcOmmUzdtSbFprFHjOrBTxcqI9y7yrSjPG8HYjawF8n0FyOL+/xW7/05zeM4WOZlxkftuW+4n3GCv3xwAgPi7Ag3A+nIotbqtwjju3KKkV/egUgzE3r0T/sbFGSQc2WNMeUoouwRm9ybCMYHbNo2svfsJxUoKYPkYZtBza2XaF8P/uhr90/Z7qN/Jk68akd/Zmi7th/nRG4WwD+dbbLnVW/owj0iSA5Jx9OrBmhPcb2ZKdmJqZjhsIJWHHo0yInrx7vc77p2vsKVs6cLZuciwMv9Eozn31+48VfTvbAM4lOOZNtJt7Y78mC3grWj6vJOE0GBL+vRWDfYMUnK8HHmm4wM9A8IhbMHM/GSY9yAOxHInzh0B6RLN4SO5dZoOMJUJ5a000pfqNMZdfJNRnZbvA1vwVbz2rDUDxaY0JOS91GtHuwSE1LxkbDhQs8Pszaws/kUVS8HctbpbxZ9N1331198oePrz7gRjNtwmyuEovA/EbbE70B/Jind5lM6klYX3hKaXvXen3jUHA0pq8m3oEIaERLn3XsHzSgu04OT29VhMQ0IK1cu/xrUqq3fwXn94j5LaZX2jST9O8B87Q47WBxbbQFUCGBuV2yXUW/sf2QvexMhxJFG0v7pa+/5iJTQq/V1/gUOukRMZf99C//DqRoe6EXS6+F8wMV6of+XT3aN4aZP7FJsfeHHqKuQ9CEleNbFl8CuNnXnQCqyD5UfEp7S7JTxl8S8hb+vT8z3y5SK/Vaflt7fg7v1IWUMx1uEs1SKT3HAdr9lGObi2Ly7nBi4rCr3ZDpG6O6Qcrh0mPVQP5ShfITm/CBcXY9N3Ih3E9EA/eNAvun3eAlBlVpoPwZoBH3psFZFE6nR+wAD/goTEKzHl1gb0luX9vqsB9bkESdACx++nyqjeZf0yphLa80lPcy8xbEjoO5mGwC6kVmBQy+oXMGMOKptwgXu5K5khe/NJ7TZx/r5wv4HWDLcyeOCPdXeAVDT+xE7w19WcS2FpXwexNf3yQq23LjxCSWvcbB8y74hhOxiT1iO5mnAMmOOJr6IF+FCW0/D8huB0IYEpK6NiGNOc3bDHI23/MiimL+6acfr/7+979f/fWvf7367puv/UbDfZ2zxw3JEtftQ3U243ntuWcibSJeYw8/9dikvMvkNhCcCiFIRtX4okEGcv0XnJq/WeyfRhbXtaTiP+oGYICSxZduyqE2yjhitNmkj3nlhGlcEw0LxOSRQTwSEx6cZMGEOQ9fdtBveGgcFJok4qYkh/f9J3nEeUSauNZCoyMx4gj+Fppt4I5O1REvUIVOW07anJOip6HWqYr5G4iIvS1HegnSwkP1N5PwD59uld6jk/u47vQH3foc9IWiDd7nC8nPLrZshUdm9FkHuxjT+2125gxZBCZPN3C3FmHGmuaXQS3S8hYD280CoQPSBicWs75wVrEFn2K2EOiy2Y/BrTFExyQLPF48uNabY3oT+Jq3fnUdRH5P13ksGOhOg/zXdZME8FNAvBGc+yUcOT56hp8+xtFXx3nrtrXeYc7wUpUuAxcB2y5x7HLHAvvdBvqk/Uvx+XPQ3DPALtnJA70sImasQVRk5Thf9CzyMTMY9hmXYjtE8B/zGaXd3tzhmvhKO4IsJXVVzCQ7RYxtmXvOcs9F4wt44Riw65rWPIynguWLb+QZ0EVpXcSqStFu92SvEO2R41NGwe+N9ob5IKXN5/0Msy6kyOt4AO6NOELL/JufL+ANSrWYzkkvr37SFz74St1Dzcs4ph7xYLwWqtp6bOKheTiQN2Ko8u3SYqAYVt+w1VKLxHXZaB/UMZoTnV0mNPGxIfjMeQ2+1Trws77VO+G38+F2VG3R7aiJBZThin34jG1ln1BZAFbd/+wSF7iYdZgev/02sHJBIkMlEXHL0bTsSJAqs27IKQMxPvwmErw1cYy6B5WM9ASzjl2hLAtfOt45LqijqDi7TF/URr/0nJ26jysRqOxjGUbw2pDluag+kQ898LEhHmuKtm2wxgEDDVXkwQDeYVAMPQ4jo1LCA5wSGy/B6Ljhvqnu43LvlMT9UWx7+Aib69ixMZFg26W3H1iK7WZ1n+X+JeS0te0N6uJ+29ft9gl9HxcnCAOky7FYsMTDdk/YrjoRB6Utbfl+QHcbELIi4ZiaPumgVQb9Vr8AlwQIvUmiPeHfENxV/hUicLcAfMtWPhk8bsn3i5L1gLAf5d6LUS38krBzQ8xteC/JvT1utQCta32VwkmvJxIrfC0TRuYe+9Qy1z7Cyag36OcJrAXkKSjk3dNkxpNdK9jbKIJWakWaGIguJ06YLT15ixYIcNsFBQkd7UNERU7bvbCbl4sfHvPnM0A+Zevqk5O3f/9XT/Y/VJlP377iLWD9bgxykOEFVRZRmaQxIxNORvuCIoZhR8VbYPMI4Ru0komNWM8flxmOVICmzQ6amRwi7fznRd3EH3vf9CefdUPqtbYsAOctBb8BrDcV3uj3cbHbT6dh0CYYGFQxsFWl17Zj5ZLKznJCbMEOKlWbBC7fBJYuYsVFiuNMbPzmQoxwrCxGUpgUKra8vfL99z9cfaVPQf/5s8+u/vDxx7pwkY3C85idycXOBRC/AfxUT7qyyPhAi5MssnJhBlUusmI/PMQbrcNel7PLJESYedVpX/DH9CogI/Vi7ArMxpMLF0/dLbDESoEKl8+AaRFYNwXe8Oav7Of3gO/pQo0bA/QzixATf4MZsYVx8a12kolcCWZj11pWMWgjRa9y+hf9Tpujhyu6SUC7+qlihIGnT5ZEXyQIbl7BaS+S4+uCq9ohzP+WkRbDwwIqs63KAY3N7ImQYcSk8bahcKJzaVaLcwcACr9SYnKAD9oGncc2poRZXjMe580xsZN3wo5Kp5wr1cC6oB1iB3ClPAseDGfYOmSDbpXaPJ2vuJOyiRT5Czae8AhwK9nnGC+FueyZrAJwrnBnbK0SQJ1tsfusWNHl+KuLXltfssTEsZKNswFiRc85xamPv7PSi26lL3MLMzNophwf1hci6ZGWQQs/22aPj/jDxT43unIDty/oDet4wSr6jB+ISRyiEplKmFNF14d9K1B8Qc79CWCimthmL2AUHUjaUBxXUKZt1bkvz7BGxIo/FmroiY1WswvKkaxV3xhcV0ULAfxS5KZTv8rpyooEF91mg7RxU163HfMINag/A+2vQNRde/XS0Y/dhPUWEX0McXXWjkBMA0a/d1DbVgE72QbZqnxuOX76xuuwEx6xcn63OJVp54iITO8BQJLM5VAC9H/Bkm3INhic2gDs8ga0aROsaR9XvoYVp7KGQOX22isqCnMUMccizcBv2vJ1l+cvn1/9oK+ofPH5F/45DX7PjEjPhD2VpKTjQTxNpR15OLJvcnLoI8GFKofCsrSz/Mq7nQIrXljBV265i2xo+1qAdsUy6pTVC/KGruWXLsE7WZ8qmyagro1h1RvyGgbcdcHUJ6MDGLSeSVo/cxm6/2seNNSXgZhf+xOGovSigug7+XiwxoYc5B1aDFtSzgUdf5C1JVjxq3wPiogQy4V2kXdYNO3EOIplx5QV1cYVaXBEZqbZvhJQMiaW0gpcyxO16jBH2TfhBAveyT9xgk4w7Nu0ZdviRu2SgCba00Qwx6n72o1GIGcvo2Xvc4QKxgC6T+i5qKsZmpd8bumbvee6rHsri5Hh7XN2S3I+kBtoPBIfUrrXQmEZGo90gRC4zdaxI9tZiOOzvP7srh8mZT5Rx1rbgP/aqlrxCEz7maDrVOUVhIxNvWk3+dCygY5KoSOHfdMr93xHEL/dqyj4TeBXulbSIvBLPv3MQrAWgVlUJa9F4B7//OASYwjK3JnaXnQkJtGXOmWfG4o2la2HyM75FaEz+T4E1+PXvAmbs2+wut/xCtu5V8BbcIy3ahOehFHiTVPbwuB5JpocA5HIXnSYmx0FQQxwed25W2lHl14p0ERaYYHEAsPFhN7EMv2KvtULvh1jL0ZB6w2ZircV5CzA/NX9kT6pewkkaGnSTtSjWfyyF1SP+31oQIMcL6BzUo6SFrHkxLo9LB+LtuOxeh7N0oheCLTZR8f5zdXLFy+uftAD8/xG6R8/+VQPaOs3S9XX+PS47aYttckj1ZNjjN3z4LWYRtEwacVGO7riy+4wG9GhwTSSdYo3LhVQcNuOzZUcR6PxS3z6I7KJdYigod6yy2ohYUybRm4JBTpVTOBJKcfICbgB2OM42MCpVnhrtpLYAEtU1l649PfwMjYAgTN+Cq5/aLJljOT4tATjclclPVQPpdGd0APOb4ALL7amR57+a2doVYgfCCXLrYI4G2ycdq5juwrEnL4CdNShKJx5oNHxli2LuV4I5l6Wn6IzsbqRvLQ8sYPjXp8coqyOzETL+sqAygKLHSqj0DIWuI2xSfYdGvcX4sI4R8wAaldnId/T8n1cXp5h0wM7b/QWMDTpR4mX+yD6rNmRxQKR/f/svQmT5DiSpWlxZ3XP9MjIrsj+/5/XXVeekXF67PveUwVAGs38iCMrKh3uJAC9VQGCIEHS0M+cm3GG48mWBS5a+i+pOYI1SLu0NnuXR99Gp61P/9gyNbPzcAbU0iCPXYlN5s4Am67KPeYI3nabwvXYXCy2FAHUY297FJl33be8PTfwAVPBerRr+iF/EBWkaAd+LQi3J1/Rj+U/TwT+dAvAmwP6nu38Obz3VPUFyTVU9ID2BaWej0B74R6q9sCl/nlD0KW22M/Tzulu0Xs2sq4mC3mAHyeShXQt9sTLJ12dwJKrWWwKAnMyTR1OTiggdZqUQ32yBKrz6c4E0VlE/OrFOZvpHfJmQkdiImmefObkJaCJIkVFCgJxEuciqAcKFrue68Ioi15Zu/qgVWAWuyxXeHC8davbQLKfiYue9rXhCGy5yZk6oYqbS3niVLn+kRU7JdekBoZY9VEIueuOMwttXKDJps55cjcLvbwFXGXoZKPhWkyFnkU6x1oySdHvAjsAnqCBs1FVwL61HoOJKzwL0iJWuLygQbRZFxeQVY9ocJng9iQ7MrmJeTq9fv3m9ONPP+szhq/li9rgObGywkyAVX6uyWMWgPU2khZTn3sBmN9YUuQZF9wfYyNtgOtsJYaSkyfUEW2etZ/RdbJFu8twqWC/4JMAs1uQRbpO+/vGIn2x9PPE9436081z9SUWfrUArLvp/h3gTJx1HPgtW9nbNlkk8aIQ4Gg/4452JjYCm0nlQSQAa0QECzB5XFJ70YZuR7gEdB1hJNoWQm/aMcNuXaoaN0FBQbtJAlS/6HHBsQLm1HhViGNtQ5Fp8KwUd0nVhrQY59pN2oYkHzEdcdniqW1kbuiwc0u/pd1xi3aD3zNvRc1aMy26G9REw48GkO9sa9QhbSOVdxsuoBStdK95Uq0tYuhi76SaJUtqG0V7C/lk3JVuMSt9+YLZ4d0jqdMjY5O7JcZ5i/I2e5jSgLCmnXXcJ9YFVD/ODaAQc+MtB5DGRAV9qIBc2nMMRu04NIQ5jhP02Oj/2iFn2w0Qvd6EMsGy42236BIl8tjsjXL88XmRnAdX2PCx/DwwDP8dA8R0WsuGBXAGbvrKK2o7qMyiw15gTp9ckN1OZ1L2gOqPBz4NyuVAsYZFzW4gTwwGY9s7jVlZITtS29TJuzaELgVJM1q7EoT8Pu7VwpPWCFV14kpbLahqu4z/mifp5iK/BewHfkQG3DdV3I91DtP5Pl2w9MKPOMxho7s75aRhKxzD2BNTusWIf/Ur9TnmpE7KMncYVQDePG+liEKDtNskZC6Atm8BbYuJ1GBZwtaCJkil6g/xoOywwKbqfEiMutUooTKzaJrwUAsk0hWS3LzWcXijxd7Xr1+ffvrpJ20/+nd/EZy3z1qF+Fo9siiXXuRmQQIdm95hZvv4nRkAAEAASURBVOsVfciJYSwpg5IJZKgEb/tR1ZEEjbfIgH5sQvDHbXjakXkU9cynKjdN8EITKFHs0g5Alak6Gw8Ucn+STcWSHRmeswEDJx7HR/LVw31RwG8ufvQCsN4Crq/OeGGl1BPOpJT29cZGugUb5GNrHdxh1JZodBQwSjGQUX4IFSwOsMmLcZxEovmt3zsDrRbq8BSMKt76v2SapuCTbClZyiLGEha8itYbui1CNXTZ7mBaf9Olfs5bWhe9zTGdXOWi52ryea0p8L3LlQ+xQmxwXclYF9w2Bk2xY9wpuFTd6yu6MnDj4yURaQBhGWdxRJv7WOVdFpz+jfXMCc76YssXvY+Hrltieek41Zjhcl1zWnYYkI/dHNf+2R4NXr3wxi16xhyfIERuN1t0ybYUwaylcC1ZzKNYpQIJ0bhG3Dcv/bZ/2CigjGw7/dlRBedGCw98SvSktzI/6U3gGy3C8aWnJ7pGffpU13osyjFn0gBDHMap0EaeGwpkQinhPQY1ZmJXt4izzV6AtCuLmolzjXGymTHvvcT05+2f68HxT1qwluE5x2v4iWblx+rcbsgP5aK0iufW4Imo2YkP1iPR7S1ka2pa+Cnj71iMqvmCYcBrg99tiBMDnsVRHmZk/GRO4w2avdI2QHDOk2MBCHHCUWfxl5+lUiXA5tnk8bdBm/M8gbDeUu4AIUp139sRL/egNIniPg+/V/rm99/90JfH///i4fjneSheNsjK8ll59TkVbBs2o8yaSo9B+ONxsRwDmIaigPPOauc6UghZUtF01Xn7XH4JlnEmOXM56rTPmtynxDKHafjZFJESlX4XrrW8yjkqX6W1LXCVPdaVWE0LZ6nlN8R9LpGV7WI2omMAdY47ct/XIDe9CEWujxA65H4oTbbwVUJEWBTivAgMbzTjS+YhYixYYZKd7beRtmxo+rjwlIM5hY+Y6GbPPw1tBuHAq1/NRV0dPzxE0f1feNrO88qi4+spT3hDHpraIjO6kM2xZHNWnTavdKKXzYYkrj1H8/wIfn3ZcU7kEl3ilAVgHT+6W+j7vT73oI/21XlLNCPhqvXMsForY8zmj/ZsHc1NkJJSyj7SFx1NJO1SNfq1Y1K42ITG4ivR1OHxJtrwAOA/tCFtWKxG7Ea+6ws9AsWfVoD6cup4rfJW6u6jK6zLR1GIvbJvQbrfi8lmwbzgWtbM5WMJadsmLqXgW9Me+1j/3iPQ6zrfux+P9h9GgAP3ax2812Rfw2Eo+KsjE0QX06UB9CJDIa5pbRz5pYTFR3h70iPpwsygum6gqGP/HHC5tInUKUISrYw8MuDtwXiemhoGdqZho2VM+O2l0ms+aak8kwxuNvUTYspNqlxGvecFXxZ5pRgWFlM/4OeJ3wDW6Z63g5loiICpAxez0LLhuvmc1wlJij3ZA5H5RuhMPL1AlhUCQrEm+/58sy4A/HsvfIZOF2l8woSFXiY0yanXG8BaEPZisXDEGjmJL8YpOZPdw+AG97RhEDUiDg3nqEaW5apMvWHcdLghmFJMT/BdX88ExYc9ZsUuuKm3nZ9OvLXy+vXv+pThW3+e6sWzfG7S6hCpxOeM+I0bFoFfaXuhN51Z/EUX4kmxRdG0XaiUUvQazw57AzI9O1/JB6b5auGLjvYrniAgAAa95FFwGT4oaW/1CdpPf0zh1WPUt2Snbgo89SJw3gD2TVp9kgt73P7aI5ssgl2oMrDLyTaaXzRl06BGwQJGqo9Zq2odlbvfmMI83glGuzrGEoW0vQojCzcZdyULQOlOp+y2vFLbZHDnQgl9iiwI/VO2BUVf7u2UzWroZ32UkHUb8yC2xqVWzbSBzMpZfCbq3qV7mHhVdkXtCs1lq8FUKx3y7zn39UOmAt5Gexv+muyruKPAAhsKq0w/u5QWXI5B7SXDCxmcL3Y60vUXppJrXtF6DLH+0EC/FdHGtYylDmhD3DRRQvs19d6d2LWFxnZxYJc5k7eUgQdbejdzApSFvQRv7WltsEK6T1C3XUd46BOvI7niMPgS517brn7A1j7uKF09xk0hxlO1TUf2BnYsx02wqJWgKXqBEy/JQRQkzpuWNipScoPTbujMlv46682gc6/mOePmp9iZf6BrbIgcciIv6jVuWwx2TXmxv/nFXDZjpO3EeJHz1osmXCJwVTsIuxzaVe8GFyVFTIYssyezotSv7jFlspYAS9uy1bm7VBSOWnyJ8nOsCQ3GH3wtHhB2NyMvGglHvwnEzfvfNWf629/+dvofff75d90UvtHDZHNREHls1uDQVbEAysC3GvK1jUBr6+RyBSLlYEKTIM22ABcMMNfQ1ZsA9pQ6ZeXqfbUIXDjXgc+6JYm2Q7q1Hi0zQQupF580FvdXTDrCxpumbKBc7H6rT7M3vwmnON/oxuJHbc/0taDu8/al6MncVM2/qTXRtRG4achjRawKvONmLDFTP2kYuZPaLp8iVK0dCUZVARbYWu+y86InG3JXxg08xKZbZAd6h/3CExtWCxbkELWHrREX0R49+I4KK/Fa3tFahfAryVl5AexM2km7XrWYRdZ16g12dAHrZ1zNfNnnA1PuDKNaqibNRmQqO7YJBNHIRZhhDRdJ6ei+6rFLg5jzvu6qMX0devBnjEXCe7GoNLavkS3C0oFts7iFg7tzKneQla2lll8YoM12pKh6FoE/aRH45sOb06d3LHZk8ZfPXnuxRH5zj4FYZF7DMmzLLmVD595aFAk2Qr3w7UhXTPcDmGnnPLhX8deY+O7dW99HePtGNgv/l7/8xQuJ/QARiyWznXeKBqbisqIFqmZdoS6nv9X1ZLGuEuKm8GecBRDC04KKJfMSv+1a9f3Y2H2P0aVx+fwzi91Z8OYtYM4TMfBYMQ8CjbZEl8jQzQIwD8fRfy/aLNp5nMFZulpVOkRqDpwk0V70GZ3T/QKA7u/wc1m///Y6n39W/YXug3Be88/I6JzAPRI6pn2WDp9XOVeIBtsSVc4TVS5dgtiksQhsamyES/mITdkN/3rAYrlpCk/dvNC54joxoD77wEA2kXPzGBX86A1TWEsvNcdyELZipu6NOlccA5U6j42rP+c8DQkVRzMlWUssBmssoJqNOrR9/0twgWB5qpj2ArDvfejpjae6v+f7ZzLedCitOPhBYrcD8iyW/XmScOMXjOsNJ1df2x4r4QBmy51BIzv9Nm/6lce2qtsUEeTLfLCJ3jiNgbUAnHr6KeZ0X0U/emKDS6CBnNlGf8jXCzCGLxjIFuJT/R8uEpHmliR343JHrqFr7hYDsCTx2+8Jsh2xpvbCoSZOV6Xpo79ra06/wsf0r2BaVcMS85VLZZwpsWSXNEx4UU3ATuC2upKt5S3V3Wt7GZh/LTU9eZehp1zdnepZWmnPkI+AP00EHheA/zRN/f07ejjAL255UPPItwC/YXG1r09K5Gu5T2Kh7eGdExuGpt4XbgD7JJcBu0/0yZv+i7lY5kSXKqXcFwDYNgLMtEAVTRxYpHuuyRYTagjwld9YEUjmMWHR6rA34QTSdFs0mpwJxQUt8wAm3KgiJlbpsjQIibw1rquvTGicKiNe+bRUFnp58/e9F3iz4DueaNPNKdsoXC8M8yYX/K2r81XfLMtA+WpbxbNNhTMeR8ovCkp9Q3jKRw4yCJhNsM92zaIVKOwC4HrkExf8e/v2jRaA35ze6vNGr3RBxW/+jhkvfLpYe6nf6nj16pV+J1hvAWsx/J1W7HtSjGT+6j/+2zFbI5Wxe9qL+OKxxfhHG6qigstwWWQhCgc5fgQX5khiKmrnBKRvJRofRXjDJ8H0G8b6IWO9CaybA0yMkVcpZStzfOJLpIZsIW4mNIgxcV9oj0jNI3q3M5ZRJqOvkVFxlb1kRsjEBV9h3NjeMW+cBW129HCUlPydfUgubYPL9YUOe9omiFIfjINvLSzsK3iWbyWYpPvShrVitae5Wt8IuEp5b+SDRT+Y8d4m/mszKA6+rqsufx9ju5+u+cpfh9kKcueffbuVPrAx5sG01XGPmm2RevswDm4JKJOmrReEwjv+MKh92tGbjnPrDq6qTyXeXWCH13wHzIirY/ICFoorKVy3+nkkYWcTcRj+jWLkH7ED2+hV6Dx2XiJe4OazDuYj1uyOTCjAbeQOPcA5FwVPvp7bB9wnRonr8wQPBdWDQdxeIe353PKmx19q5No8n+Icg3OmaozwIbHN0hmbw59ySbEo8NT1B62lwG9k18wwcI2eWDReTpZ/jo48bFdCnXeBump/y2fbM2kokYrb5ioaqoezBJZvXcv8kjkmi79vf39z+sc//3n6n//56+kf//iHf9uMuWtkYjSyZE/pTqyt1gKxNCTSaybtWn2RWdgCcxGm/A/6JumbiCBCWyXTxxbYPU+WDh35tkG9z/MuHswElq3LyZFnqZaVcrR0FDsXYSXsQZdvkquP55P12BGCNadscD18yU13t4m69hMv/upnPBSo7v+t40vm3VYtc9blh9tW88v2Q/Ve+LhtfOi4Dbl42jHoQiOVT71UCrGGd+Vt/MJ/qXhoxyViwyO822mQGnyb4gv4C+Ct7NTub++Q8ocUNu1WFrhvjLYbBQ8+XbvWp5vmyCFkJ5yTapbCMcKtAu3IaQQ7yTnSGfVInm+5hGmSC5hNdKaAj6r5vAv1UgSQqvY7eIjvvqftETH7XuwcQBDa+NgVo67f0NfnRU8f3uls+Mw/+6OVEp2X8vCU/RUtYy2S2JCfPYjUBsiF6IwlkEKzozVddi2B+NKmjPkew0ALlkUSxhKVsb0eJH+rhWB+TooHvVjMfKGcxVHuKVzrG4vqXXFpvw1G9th/dtiWetvdpF64doQaMnNCAL37kGLL3KX9STnxhiOxN/WkgcdtUgvA+poNvvph/oR7KqsSMaCnflBcOJd4niOcF161sEXOotdhan8XJG0SL5Shk6A4zTwLhBwn+Qrdu7fv9cDXb3pQ/rfTWz0oT1vyZZb+XW1s4lwn45QTF9q4fc3cgnij0HsHkhJzN/pGYmozbB+49kk5/ROeSjEZGhLwiTNoVyeG3oR0nzJr2j/0R/vIH+Gx5Uu48KXkHHE3bEtSPFNokY0jZdSJ1a1pkFBgI+7OzEo7kBrkxVzR0b5pYyEVW+Lfi7/JgYkOfvISb36VaVGkVACCt6YLO5FK4hZZMOCeuzEuQNO0Iy8YtmgLbfoW97E4fhjQgfu6QxO4LIIDE10t/vrBEtVNW7JsFTJrw0DV8geMOjnylZP8cozHy7x0Ani9B2YmUxIl0btcuxDDMGIXjKgcV9WQF82T2frQD2ZgQ1t2lYZbM/d/JCHOerYs4NvXLWZXM/8OdtfqyruW78r/ALqo0V6O7/3rmByJhfYa/ojnEfbnisDjAvCfq72/e297AOx875BP+N9oYB66GZhVwabVrnXwpbzWm1csSn2qjeHUDk7BpaP0DK4v6+xqAZZhn+3RRMI3IMtWYEyktLxbT78yeRZMNze5APrAJ3prQsMTvFzw6Vd+NFnT5MMXBIJJpoqe9MyLEWIoXvEwVSMlphLgFBjFs3g6xnzOGf3aaoGXN4C9+ItuXbyBx8b94m/k331vi3B6SdS8Cd79YZ/3hRBseNN+IErmaTM0gqa7lsukt/nev9fFjRZ/X+stFp5G/vjDq9MLPUENI7EzKTF+8twLwD9oAfgFF0G8si0d6FP4HX+7wc7/yd0GiqmTcKZxtfu56JTMNlkkIrSdWwmCZZNjAQ+MSuSm88ReNRnNLUS6j94p1w0BPWCgi+tnP/xweqKFYH4feEyS4fYBX5KoAvM+JTDnKXymgHzhoVhhsK1GiSLHb+WOroEwOzk2wOs4nzno2BTK7K22hKe8YqNHewNzHKiMbCDdJtRHo4Q2uvBB3klwkza8tUzfGzLzjlznE6PSkbEbgujegaoq5vynnqAdkx5A8eku+kv4RoJ5N5BtpfvlFnq3mkNy4Eu3yFUp4jP/VaJvi7wtVrdac0eHWk9yxYFYHMTxmr46IrzIwFjW/av7PfJ6fDX6QP6KR8AByTUTznH4v4tB+zZyzqedKKqzdE8ITSOPcjHw/xmGXmbFmLbkSPc12OfYVToPDcMm/L2m++HxcPvb9Fowqs6DPreF2qrbrS0Ax5zFb8HonOSFJp1TfW4XkpuJbbB5lw6B+KjICMGcpOWTm1Q58yvOhzNpciCdfJ5yn5qtb2jOGz8d13AgzbTaDZ2LbdbfwqFxedoA793TNWJw5YiKnvJZcMHHeR0gsN7gcWR87msLOyRdb2r88cKp2ubd23env//976f//u//Pv3080/+TUBmQMQM+ZYKY3lNtjcj6IodpCIyzOWqrYCCJ+ipgF7j2O0QQSVPRJQaB/1cAI7/1LHcn2oWLf2COkOL34opPegjWVaUUNNG1BqrYrUHdLwVlc/P6mdE0KMYYQNRcvwpux5+jiE/VMlve4pKL5honp0bjX7gQfH38wuoCQulL5awuY89ykmKH8eujiHjOHbkV9obM+SNGtgPmpbvq0FTzpDmGK40a3lDXyZwfkKPcW2WmIDxf5dk2iY028K4rzed8o09wN2ZJ69Ls7pwHhUhnMR7m1aOI99W2IZ3ZbxQPvOj6HLMZ3+B9VYwsnP+n76ZSWJpO3Aer1M7kxfeM7AAFqB8yrUc5IEzBlzRAYKg6WXX6MaGqU5f9h99KjL69IBMcNOeyM4NfolFsgW2PVYYhHGmGPV7F0psS0dVyg0pJUJwzcIYZYuVsxDM56A/3ehN4Pdv/JAv9wjwl0HNtHXSG1bbl5xj0z5l8VBHgYiQBnCUZ5xM4N0W5mimDbAZGRXsly9lby0C5yHsd6eXL995EfiZvpfP+LKVNXVcL0nLcLApAaRdY0P1x82Jyb3I/ac9bu7OEw1Jki/rgu9aT7nHSo2T8po5juc5ylk0xbeMpeRFi4lHSQ3DMmkv/vr8Zf3i0+IWW/ffM/aS2ceKY7C2o+O0KiY6jlAFA9lafNY9Ej797PsjKpOGT8K3LzMmio/86rgQN0uueM/jiTOt9IvgOObVX6TDRNpzfFMtK4GosuAD2ezRR1+yp3T0SkuxQUseuklzXo+8hWVXtMaprvoztkxCLI83DUy+7fuNm3yUwksJfNEo7p0ctoqsI2QSFn/z57hpzPC5Xff1WPx9pu2JbjR6sdeBVl18fahkERhBHE+rDa31PI9F2k/TTGQrpMP9hP4CtOpUDLET4YWOgazf5M0CL2NcjWEIwH/R0W97gXhDX7SWhQborBa+6FSPtgzUGZ+CqIgF4xJ3bDtJV117pE/mCHKoEazU5c1xKpzhIdE+xGWN9QPzH/qr3HRukI3AEqRG2codCuxL10KjPQWJj97GHuWxxZgr9Ilr80MoPm/AaJfGgQI365Qwh3619v+1vKW+T81G34lhtHlRU7+LDdAdJpx6TP+2EXhcAP63bdpHx75pBHYDLYPuunHBQAJ2PtgewWI9J5SRGKMZqDtfz0iD6GGFHv6tr3T2OcE4q9WOea92L3QjRbd8/KnnfOpQT+0CkwB8/aBFV274aGomOj+zl4sB4/XmsCY7z54zAWESrrKIyXMCw83peOI1LBwnNHRtEgu8muB4cVf6ewEYe7gJ5d/8VbkXgIHnM709sSS0+dvIxXfat4GY0uY0bM2rjeJLLjL6hrAvPjqw4kGmP0mTwKqs6Opi176pQoydWrn15qSOf7z9+7t+z46F4I8f/9dJV6KyVTLrwgE7nz5/5ovTV1pAfamLrmfokGS3i9oMBsd48YkokGinTi7VrvHg7K5lJCywGE9ueohM6Yy2pXkjQ3vh6FbZsIp+wy9IR/8nfhfq5Sv/PhS/Ke1FT+yGshXoWKCITC4KSOk3Lh7vqo9Bbb7iD3FkgBmp+pszt40wBYMmxWo7WjaEYGqbsoAE3nsDimfiDA2xpRTVAPuiZrXRmNajvH2k2LEq+qZaZXZ50jbkbvk1mUiICbdRHeiCxWwP4D0Qt4Lw9aFSY9Ixd0Or+VaVKX+G3nNh3wlEwWDk6dT9bO0XDWuaS3nGSA4ZxhPGZ+SyMaaVDjI1xNrCHJbRt5NsWu0YP7rxdiRr9UxG6cF+v01grSWIDHwGx1WMj0vbbruK/poByDlTXiLBFW/i0fKCd61js7FiVi7KniQXSw/ljTtbW1cll9yFJmP3jpcq7XmXtGMNi/qUlPpGDcpNE6GGC9Y3Q51zXuJmtW+QMhcSr9lsXfGnr07DLNT9130YBqX0Ecq1+Xym/i0d/pkEdeCta6GbdsU22IEl5bw6bFIhKPKmmTabB/44XjLum7XcPR/wnQdnpE3TCPKUvdcuHu1lU4/V0PnzjooXX0j55edfT3/769/8+WfmTaZyHKAkvpaMgKStiYY5ViJLrEPmwwk5+ruUZozhFRUyTCyuYUO4m9ZwSIX3sGEd1NXPBFdv8Obf6aUOneGUPQoaHz1Tn0gqgZlOUgIiMYpbLSwjU8JaHrjY23m8pv96Pq05OO3ieb3n3Zlj8xYwc85oUPaFUmyZMexjEvGa8us3ArUrmz0my4HmgcbnEOF7/AXmBI+j0YD4O2u7kug7ma/r7XLXRYR+0l6+gQe7pm/Uvt5w8j1u1jEEgmRH+0l7hG3YsYBbecV2V39b09fMsffcZmJET9AfYywPLQBRmUTdB5grwA0e+NRqXzhmJSRoLbN5gBFKw4OnDKi6B6URM2CxGRME5ziDmOQ8Fa4HooKjEFgpVDF1cxRPlRExlU7gA0tojTUIKK0CZHy1IbJKcOnEF/6x+oneBP50o88r64d2vTCiwYzfOCd4T57r+k/19vkTNxfWujUhZ9JkmiPhTuipMkSUuwGLYmbYZiLbBjyc2sugly9T4z7DO51XvAisB6tf6gHr57rWRvTD4ilGd5RpSWt2DGRSHlhxtFSZdBR9zT9BmxIWZ2M878Vb/FQLeAvcbcJ4r8VeRnKfU1QfNKLtMda5nO2wbhS6gsbMieCHnkTbrovBBu53sCr1seeyPBjnaDs8A0C/5y6TrBGpNk5YSh/e6ytpahseluf+D52o28e+qoIt0Kcu2/irmCRq0lNiLdQVG6AqetdUNTqqA7MwUt/3OcOKZxWzlLHLnu55F5p9caUPmyEmo96jxJ5v1KGJkAKJ40B/vIPQxDseWCeuBI3MXoPOgbqLMWTVJtKbCNG6+vMgkPxJLQJ78Rc6xYqxkYHCfQKbY5rrMVAzkZZZuGHUrkDzxLAFIZikR1f1m7S14DAUHhh//BsPrR9sUR/UMZA3fIUcMkJHH88CMDT0V+jzVQTLjFEqWrrzqAlt00Bme2yAwlBx8Q/A6auMDj3HJJuI0VuhtbOJOn0PBxxS+0JIAZFVMQAB0Qly6KUe9s4mANIlTVkLsIpurwjHEeuNdhEoPiNJSNsw5JUNycqYwdCFIrKVFVdQBodn5WxTBncjsW3Zgh+WNPmD844D+bVE/G+jucYfXDt1O+UjxfcZgccF4O+z3R6t/leKwDLgHw26wHrrgTknSE5Wmmz66dYM6Iar6FOGx18qwXE28p8Gd05ADf2SoUCldR8JFRL9T3V3iDd3tX7rp+76U0DcKBI6C6367V3PNzSZZmLBjThPMD7x2RNpkAA+WfRMPJ8kj4vrzEWYxMQ/fOx4WTC2ceEr9sR5RsB1xzkLwF781QJpL/Imz+/+sgDccMuzr0xzaiJRekcIZIhjgkFXE4zYzJwOH3Ih5QVy15nIBY4kZKZfkMOXCWx82ykSg72FDpTyj4rZ+3csAr/179zgl3HSRaz9W0SWye8uPzm94Hd3tAD8XIH+IP6bmvjxhnaSNVQ5GU3lSaEkNxUOplx7ZRGBb8UOrKmAFVytHrjx0IbKk1zXUJgJHhegH6Scz4x/0mebPvHEMP2m+hKc3Fbs6wekDUWpXNzbTu061m3/YCh7qae/EfIcxy4VsCOWatVwgZtH+LFsxAC6IVplfx6RG0v6B5lYU6YKsBLFwdjAwWa5E0ppIV6KW5rj2j3Jj4V8R9CH+yvOhzN/RxH6uqb6nKdAcgymPPM+fvYW6EgpUHLTAVH1iX5brsce2qcXh1v2XtamfuE429CsFQ8cbYsQ7hL4ko16J8OwLINNg50D2xzvG+zDKkd6CJBjs9j1MOnnXHt9+/o5xxaSsBwZtsR3y+LaJT2X4GciSnz3KeLjcZg2rPZKDqdKwPs8rrJvFjL3kZy+uepFXNH6P465fbs/99C+2tjtz7wpJzViwdY3OKQAxtpaRkiwKfML5mP83lhs1d4nSOREWvtCLmT8KRtXe0xfcDNLYYXKVUsEv4MbaaOiM/X9HkmRBtWWsnENVV4nRtsMn3yiJ19L0NI2zAV/+eWX01/12ee///0fp99+fe0QPtODZU7jpKua/LFV7Er86rXb3SjiZm7Toavr2/lI00CxLTc9Anr+YwohTFs7uhYb0LRqegR13Rb0Ionf1hUz+HWDJn/DnTKiMyuRz3K4HFcv8vy19c46cMmxfSUXJ9oRRNAXkKM5jX+HkZyFYMOFiLpW/tm5rWh7yJeNpwhv3BjqKTJ8xeX4lHpstVn4sTPHoD2waC6AWwJ2uYcSMKWz4wplHbdmOsjP1ZxDDtgOQPDh7Oekh+omtA/n/RyLr/JeMYm285+vNxM3j8+MzZXcz7uy5iAq1MmOFdE1ucbxZ9Olp0Ye8W5HtpXbC3Lo0riWHibylUDlVNmXEbYtiOAMyG4AKHy5VhpiLRVLVgiquw6GjUfFtSjB56A/vjt9eq+aSIj5U40fz1+JRjccuPfwSZ8f7mOH5mApw7GrYx3pR8neIVNIPzh78fgzRUS0mSXwmT99zD0b7l+ozYRnfGOB8f27977G9v0QzsVC0oesEJ2lL62SfYlNZpB2q86CkbmdKUjOStIyPMZ2pfKwe2+eOQZiX2+Kq+yNT4q34Ly1y5kl431s94NAZ+Oo+HY6u+q2Q45ly2bLjKy2A1+OnUnbb2Jmv7eeu+aYIIYae8WdsV/t4vtAvhclIv45nv37sFs74PE9G3JLKDmtTrmLXW8nA619AW0PhOtWOEDgnQpPdjEJKXqTXAr0Aa/HqqEHv6kE4OI04oA7oJUu/AekIvKxV6gzuivHZBbti9F0krTEwn1EaORPWrdUpsfEZWzqt9gifq73vAjs+yrwSgjOgIxTgbXqyi9m8O2S9Wjn/rnkJlMdP7C0cxXT/+t44Fjg4Op8OdBspus++KALLYieJ+b4kTbkok+9lnt+1uqcopHG2xaFgAfz9Msc8p9YEZP0dtPa+OwIGbLmZsDZzuObodAqEXvpzR91NlEtW9qg6OFRgmwLgS1WgLePSx0O/tJtRCefOlklPEjMf1Adlya8kGNHx3dv076+ESHFice0e8Vj/jUT9v6uvBJcsjfQx8pjBD4rAo8LwJ8VvkfmbxoBxlUG0a+k9Pwkc6ToWPs6eMO1OeEtYvZ0OMRbqPxmCTcl+gSSEidpS7OE7cljtaMCs4/MSlI2LOISSM5KzFLWtKs2yid14ZgyMEFhIY7f/+WpVz6F6MmMUPjjzy6bNhOYT0+1ICw+n8P1Cip/3LwC9kz6+S0YFoT9poAvTGSe5z3SZsfDk7j2m7tYVr6T6SKSST9P5vIJaMp8ho5J/0d/ji74vPULPcnTBO1VYkdOTRVXxy6wUIAufAPCGLjt54Iqv5HTn0DyBRB8paj7iMwUrfzryVPjiQ6xKR39uTos7AXe9/ymry483+q3bj7g62qPyhUdyX9yeql2eqWFVN7e/qD+9kF6kDPjG+bhmX3veJCXQGUrTcxtOcIRKmjJXah68RWo9EYSMC4lybkZQGxu5DtL2vwWMJ+C1tW/+gS/G8TnnVTnKXDRfpk0PLogTpHs4I4cGD04/uXYVk2wblvK2chgrDpaqkqh6ZFFAtV7s0xiYz5n5/bphjkU1FYcIr9D4F39uStdhUD90y1vtiPetOLXDNh1rUfYr2UNuo70Naxz9DftzD2eqk92fhcrc8zoKPFxhdToMJzzafdxgVdcwKE909MmnSGOAZGyk9UyCtw+tQ3HkgTdiTHdEcyIz+hbF2Ui+CrSmr/GLm11HKGMsGj9DJ+vGV0ut3ZmGvzTT7ztY2K4qIX0pnNr7Id+gUPHH0KwXv00N/sZ70MLrPHDRMHic/vLOY5zY+yyLHYRK35htWOe0Z+kzs1dtG/l2z54bVdsgNaQkudKIJY96ihqkwQst1JY4IPeBiL0EIkEk9rGyVTwydNUkKS8IT6rmMbzA2nWXPTd27enn3/85fSPv//TbwEzX3quh+H8CcpSk3aIBqI2korDEpUdayNp16093Y4L9xSzIeYm80xBlfACA+sEbW+AuelFrm5neBaBIxMYb82ZznzqN0Wv6h2TZImHHseGrHwOms9Ca06LEp37csO8dMlg15mvitdjsCa2fGLQZfq0+/USzztak7bBioPU4Mrdv2XLyG2rbASm8tjWAB+INUgyu01dl18kjw8pjr2j1LYU1LBBQZwmwUbuQvM5xdtlor+cOFM0bTtDGXAb/pjra0OveXQX3WubVE+ebN2P6dBK9MOZEo8trLDQLaQet0FtYKpzYOq3bnKMsACsTQ9II7nHRLppNJHXXwNMpyugpb4xUfhmtp8LXRDz2in4DQHc904tAdfW1Icb4HgRC0KvewFi4OqVBWAv3mkdONfz+o1djSEcxpynWJx8+pyFVxY8EJaj0Ws9lg0fqbV0zaBAxbczL0S7veWvMGxQnU8h6/ShFCl8TeKjFhn9VQkR/KCfK3r6RF+t4ppVHFjodpTN8MOVfnNkRVOIiNTVkVM4SpIlg0dfE4mlsytesjEOyiCXlffib48fjrN8lJHCwRO+CCo+IeDzuQC57cping8D2eTzAnq02RwE2hZsFOQs0EZHHWgEwbOQDj+rww/9sAqWez/8HFju+bhTFQ48/FjBllZJf3EMpIsYsLVjVm8lsR1RsSlyXO8dJPapNSw80rjWYkEzdr5SpH+DqbARhlsTWiZnmYpmh1KYSzEfktNnm47Fwgr1oEBYbGqf9nJRBvnqz2Rf26B9Ws1y/0QHfxoUIkXt4vbDJ+DKtXnxVzT89AVtnaYSAsHcYDMcYvAxaVi1KYDcJvQM6EpLGRvcVwZCsMDJsd11djyUyQHFYKYHWXw/ULC+bwrO/ltm4emDPRPDdhK5i5YOIFX2xhWd4eBWfFEPuuKx4NrZ2ZYh2KjvYUKBA0wu4xdNMgXZggvJMeyXIqgqLZIC2O3351Xqlmc6KbPiUqszh9u9pNoUlR3LnVyq6M5Wfav4tqTt2BbqGsyH6BwjNq3sC/f0tv2avoSi4anhHgqSKMeXyKHuPrnkK/1edtO2vPvl0/b78T1Sfw8ReFwA/h5a6U9m4zrkUO6T/BoGn+BXwB3L+8FxZeuBdYV1mfGY81lOHQ3tPBY3P/mlrTlmzuREcxTO88p9+bcGAPA8F0y2UTpG2s+dnI7ZPC8Xr53DMzFAdHDm9ElEOn2K16SEiyAu0J4/fa7tg38HODeGmG/pyUsWYCWLC7ZPH7RQbKVykmtOG4Ju1dHFU73K+azTU8/V+FSPLhiA6U6U444vjqsm9JrgJb4C6S/iKDHZr9/2rQXgj6rPtzEtAgO0oULepBi/BOuLlcSvkCYeO/MYX3LAkJDVF1N+C8cXSPJJi+OBow+ZkRsfHBDZDY6Ljpzc8cyx8QSQS2NxEas2WBA/9SfEW33m6I1ucrIYzDTZk3WRQu6kuPEG9g964+UH/Z7uS9n1ThdG9b4wkk0W28Ky2aPWf0UqwfyR2HuTXZ3bdlWahvmukTBUsgTzhEq9JL77boZqamOKePSRPsSirxavb8jZdCMyN0wQSHTWtK+vuNvKGHs5teTOzyg5lnrjrgTNq4yLFpvZOKp6U3EQmFD93QLbBtpYydVgjL64uwtNMyvuraZBI6+Wu0wwKI8KYTsSfh/7jiTfAnOHP9DrAeIK7wjyAe8VtoG6pBeC23QPIfcsyGasPbTYQO0e2H73tGSQxxaOZBL7HNPU5rinMY4/2bZueNIX0iu8y8iIt+VxxI9zQfC1R7bwdfRIbvNOKsbeTuggOS/xjbueY/NCUTZtbbZnPg+ewYu5bWl88pK7yh+q2vbOB+IOhUOBF/mwZU1ta8P2+H296Y7yPS2qttom19JcE/gHldTq+ZPB+NAb5swynizeqKn84JnOCcxfODzwqWPQebvk80Xxp5XpzWGiPm3Q/ELnx5535GEzYXWOTzxjQ6zR3v/ssLv1q4BMZ9FmQKAFnxBKkR3Y5IicLaWptZtUwU9aSpz5JqR5QrnWQtOUkdm1SYdv+tCdAvxWv/v768+/nX7+6Wcv/r59wyc7WUCAl3yOR9GWyMaY0qaMUrdteFWXiKHbBXghXOARamDiC0V87bM91P03yDtcIufSgJ/tgJONBMxb41X3Iq2UAIeu8+ZrXqE2yaq0i8pQDfmSRITYnmve9YyHPZl/KbbqYooJuphf1gMI9VCej1dk9spMaRzjhwgoE9OGdb4xTpU9DXS9QTvbRVGUPLbAsc0GjvHXxwltjl54tefBynLefGEu3gkBcDFZz4L1sap66w+q7HIFOxeGexbbx5XtCLbi7UAaeQumdqsxn2HsubYNZFynbKCpoNUmX1S/j/y5kMO4SN6AS0GXyTcS3TW82wmmDwZ03G/DE/shbE849vXn8QcZLFJp0VPXq/G0xgbb1+XY5CZil3/LtGRE04/reKI2OvTSrvbLtKHICFFO2CrBF/qmekg+pYa7xaIerxhP+pjj6tbXcuzF+PGjPtereHxSrifJRacrVcWLc9ozXQPqB41spo9b5JTwdSGcIHWblgXRCb1S2xPcfu9RQUTtxcQjsx+y4hrf5xnd72Dx97ffftWbwO9M/PQ/uO5nnOFaFjnyWbzwU8v4xfXfNvlY2KvFWLetEHtcsRNB96kFj6dDXtzOXKHGP2zreQNlx4y2sJ3BoTpbfAWHH4z3lMPjDG3aZjLedKKy+LafFs99HPgvJccImf5HNrFsaoA5Bi3BCKIgmDoRb/n6S28cW7ovgoxEHv7weiGx+AyzaPyS7+2fbl747ov6Qj6x3QbEbkIQ/W1X5QB9LtzCzR3WLWLUQC4E2L1UIaPaVlA/S0L6ZYFVThNZlnyEZgazsUt+rgU79ixQWWRxbm2tPrlI3RbTXsBEGUGLgFxJGlMUovfiLjlaWfij7J7h+4W0Mb8D7I7vuQftRj39QgXUOSHBmq0zNfD8dVppDC0yMizzA2XwL3bjSuSSFU45L2F4Xs7cXJvHB+4NsjBs/qYNX+bwHDhVd4wQbgXOaQ/XYC2Mc8nLcTypha6E5ZeSI3iOJN6OeVDEwrop1Dg5ZZZuoWx9ETuu2Gtfz1uiIWu/7DI8XcaCEkHRCVvMj5mBpF5RyViUWJx7GHvNVtxEKP5EWvS1h53DofJaxRBvkXaX/erXWoY3fuETSrTv2AmxlqGl3rCut7wVDu5OCVfuRPhI9L1G4HEB+HttuX9zu3tM7Rx3R/kPGJUYQHswPgz9zqYeeA9pBVzxnBif6CKCUw5zRp96hrOXJBR8p/cW6oHmnG0VrQc5lH2CUeVA7qBXgYnPUxZsNXnhE8fPtXmxV5Oufvryo5R8eqrJtxZhn3zUBcQz+ajJGSq49CH3SUtysgDMZQGnOiEUbCZuNiuEgUEBrjYcciwxWTDrZvHQZdFxMdC09kmylfqE6JrkM1FhP2xywaTeLXMfU9puaCpRMoyJnS9U+XySJGqClwtG/M6GJpIXOfM9lsWexEcmLwl6R0KcytErg5AH1L9BpLda3nPRI0YWXM1O7kJu0L3SArDfAMZGtQ1SOyFyTau/oFa0/bBc4PwlbyLjESYEtmx4VePiHxqTKKdkOTI2F7EIV7uJks9U98YF9yc9cHCjxd+8AcxDCNCqX8FrOdp94zT0ygb3Y/TLrNnvgMtHdpgLXdnoqmr957l0QhMhRfd1sqFoI97QfYfYUFyuhO1Y7mWuL4FB5yW9wDviR7qu8R7Rr7BrvG3PNd2rrLuXr2vVuPDA9ru7BZPSxzv6vOVYBptjvGPAMc/42pZv8x4Pmm+tN4yc1MdVcuos5DAWVKrjizHFx5XHykZ+uTwuSwfHtVIfw5Q9nlV/xJe9P9BcTY7TtX5zDXdNMnzdJtfo7o+7t4+LCs6Vl1JjHurxJbmfB0+bdttyzmeu0XXy7qfocVlzvPXhNXrnPm1jKHyR5Hy8nrOjP59lZM6Rhbn+EgvzMxJ7z/UqvpbPcVjIrT6ApGnXvlm67v69NkwLjIAL+yl3S4A00jGet1Eh8LmxaFo1XJS77pydxoQPuvH7+tdfTz/+88e8+auvpHBPkK+INFfP/ARQ2wGNpNxgJMaBOc8O4aJCkP9hdXJMujJgDYhcaqFDRsGQI9mTonmSMzftG2npM/SzPCzKBfxY+BXQN+ahl3nNB22Zq8J5yrg14ZCzNb9zZKuPP/d8lvm65v2+US464dj88IE6Kg8z0mRW6jmPagEEpkpXOS7WPthjqdm1W3ENO8r3dNRnhOWN/rk+WaNMmeOKfpXFpCnZdJJBHNaE3aZfpIPf628Hz+AWJrl7wYbfbbfKXMt35D4mc4MQjGP0HwV1vD/Dpkvx2bTsBflj/HZs1EfqPE/b9fXqYVygY6BRog+yT0rutncx16u8PfpJ18gseHDN02maFSnUc2RNTNOC4dqpTJzgO5Ys8XM65V5PmYibLqpAnvMYhdTxpz3Wd8MEz9jAw1I3N1r81TnTn3jmfoMWf58/e6lrQBaAdT9B45H20WzhM9I5wAonihz5a6u31rCve1sg1pW68YSIPuWx5PnT0yv97m8+M6xzzevX/ikmfhf45cuXpxcv5u1V90PxbfrjCEZJtw8EJnYTu7umcCz+F6PhyFNc8Sd2xAfK3hzDlNN/mKcrPixw0z5iH7StaG8YjDlBbzHArF5RVVtyDPX9Id7OBZnevWVLjf6cKMxQxQC3ETiLlwTTIUkydSxZB/qkwzKEt3nkpZWYsMFr+VElvP7Ut7i3hR78N0q547eaav3AF2AbuwFGRuxcaDfFWLYFRbD9BVE2bmjOKhCtBkGAV0kt68yXwpN13CcT3HvlyCSeDW8NERT3hduCg9R+ywtgkSSeHLMlWzE1vWiIYRaCzeKFX1rKi8HYgxwWgXnAvtoYf3iZxKYCQ45Vej9sotDxaaApRVaWGOzYIaM2hKlYNMAhCzC0qtGn1Jm8sKtji3uD/o1f9bPIYUwyY1hFX4JgZgIz8KZHRSVsbFs2ufDUR3s2w6UcJ721rs6boeyjj3dATK8dcSWZBIsWf3Zoek0IO4ex+CkqrTZTxo8ktZBIl6o4q91tw+xHxeAMi4Za6P0XOS3Z1kDmQpREWigsYwiFcLEa83srmmnzYLpYaH87jBAGhu7Yssah6fcCu/2b9hLdnu+sHpcXB88oHgHfeQTmDOU7d+TR/McI/JER2E8aGHR74O1y1zd2csJg0qoT/I0mLCyqjvmjMOvJYMP31Ss9+m8VGerzETbr5pMmJSwA+8ZjTTR48vIjNzuhU87idk/6faNUM3HeDubE6jlZxUr37CxzXBGaPXpy4iXKCpgIiUvK2OdKYApeYla0oMErcVJnUtlPBALAxD5hgsu/4OBgUIK724R681Du1PS+KOUmmSZvmfAx6esJHjLhwHP8B674jL9IS38pqys20Qq+fRFXyeWT1/wG0QfdSPDbRaJShOhV8Uc6aaeXsovPQPsmnl+1jizIOq1+Nsy5ZGAniX2XAzDSsPgnuU0f4vI7fIO3cRCXKcHJeh8PxJ1F32enG138f9SmjqYF4bwJzEXAU30yLdPMLALbnj90J0e6P48c9/qPlsmFdXXYWIv/0BNA5Y/pMQL/fhH4sv2aI2o91g7jJRKdfRj49Z9x+JDuwUCNWDpm9+d2nzsY35Z0BFvQo5gxdFQfC/9iEci5XucyNZTfvtW5ivxG51TO9VloUtfseY9y+sdc/KXf8q+dErjI3HWY4TfE6sB1M9VnUenOjSTp4+E76d0v/g52dyjo01e1D+qSusG4LcB31DeBtSjP6h5y/uqJh+/SbvUSpcinlHmj66qSt36zqkI8P+ot37evf/fi79//+jf97u9vFvry5SvnMDoOoo/s+EbNYS54H7PdPk2NHbFliLMhq11gIjs0vQemkUh7ZMAWqsoMyy54aJkxtrDwe0jzPUGWs/MGrmeUDHXe/EhMscETLZG87q1FyMxQYg82ZV4FX8lVH/cisHJ+smUs/IrW813BvXBw2IbS8pB+sRp6S3m0UcdT9PbtFr6HoN0PFj17Gd2mwCnvzw97+sf6v1gE6K79V/2Wuo9Ed6r0rMN2ZfH3sK8zzqdPcjz7IWVdw3D9xhvA+hCWzhnSUuzI9p8BmsNwgexx0qOBAhYbOnLUzu0Jje3muNywmKPZv0reY84Mx4BgrMaY3O+IWVnEwcj4rZkbDzXzIrCuA589eamfAnqlsea5zmUa3XTOYwDMFWDM5z1qJ6vxUVrVjKKt/fJoWMerx7BNsEowWc7lHiNlw6tXL3V/4y/+DDRfl2BBmJ8ZePHipT4VzSia5DHBHSByj8YF0zSD8m7PPXwhqaIipr5RQ9IGjQz4fV4TZsZgQ5aKkMiIvsSv651D6L7JIj33L9y48ukgXP1Afs+F4KNN+UIcceJ8ccA2DGv/MYo+QbL9FF1NIZ8IztzAb9Xr4QEeqqCPgeM+lI8f+LHXNgs2xJR0xEmX4xWHQ6Hg2QL3C7iSOpbJqwafbWuqJQd3McF3hEd30hQ7S+fi0m6HokSMC8ZdEWEXViIMWOuldM5jzoXZVe/OcbCPeQ0VXCd3kr+qoxJPerRLWbCy5YnmxLNPp33Sm0SpcQF7aWseEHZ/dbnkSojlW9jUjQ3AgaSsmgGhNyqMmz5SYop04Rm0XBdgl2xmY87eC8DUwTF/Ku2ZfCEHAUrCtWXAcnwaYw7zDzmREpriX6Ibri+zJ65+6GLccaz7mfZbOgiiN+18zBXCfjXRuS193HeOL12GevOwk8T4p/Jsi9RwU3l3nJ5rCMQWwD/iA6RxVXa8C4Yv3UYGNT1CuhyXuy1Z9Md23HcIStfahu1b00Xb3Fst/i1xWPkn5WPpMQJ3j8DjAvDdY/VI+aeOAEPwHOC/VCg8zcjo7kXSXMDo5goTGDSWyvMTA2eTrRXQQu4TT/FtKRpvolSaIIyuUWSudyZi0HAyi3J05gYkSC6MePqynsBEmm6K8uYvC8J+y5lcTPnNW+To5MhFr07YJbFk44VOeOgRvU/QUmEqCAU3fecBAbbxyJ3eip8qiQJEiq/tsGzkh4bc+oAXj/WIlTwwUyFtJGQxscuN2ORM6LaLv20EluFRS5YYUAj3P5UF11oAQ1CGuI+Ih4spnjpmAfijAwCJiLDJ8rTkqPnjC12MsgDMQvAzfbbb8yTR+a3bEt2qUrXCyPDkNNh4XziBrANdXVYpesGlbHm2xVQWFHr29gou++abiLZLRtMvdMHP55/1/cHTJ73FfMMiME+AP9FT80z05HNkcZGH3xaZHYbsUvoS8Eyotgw74lEVff6TVxvYUWK9JGo6ErRnsTd/QGybkYJJFhinylL5XvftROL6vXpxL7uXNkzv33LPtt/Cv0RtjfZeXuP28G9Xx4LeVq0rrK1sGMfiSqvDbAfYVaMCTS1qyy54jm+fOznHaMDby1xZELMzYUUflDO2XdJPn3C/kNCMgwWRI6sdq1+UZ313jthYgKUXHN/QbStT9hY+a9cjsNo9ec7basV9qbJjuRfW5na+x9+hbrkK5RiPxXPJT2EssdtzPb9nMVjSmLsp0Nz87LeDKPfXSGKS2nbpON1XW+40O70yPxeQ/uA+Ih3ozqbzuU7wvqnkBo7+lo/FLfeyX1PjpVI8D3YvJ67MFlp7ZvhW7ksajuBqFVg5ltVC2y2twRRg3DoTnQ51/STGm9Ovv/ys3/79UTmf5uRmMw+/MadoPdNeINS4zQYeEuompa642mfHFyI8xB7hVBx0lPIP0dl9KNMJ7huVJat5zbDsop1FEiXTSl/p8hu3YvQirPoCD/gZJuXQs5jE/I5knlYc0G4fQn9xB/mixVfLFiXd2bLV33jrF1285cv8sz8FGp7mTY6Sktzh2un9vGr3wdE2izhgbp10HkXlagAWzutFpOBT675OfURHP7qN6zL+rnovS7iAwabPsOuC1O8K3LHteZvnDTVGeyxVmT/ar98A7jF2OAo9x9AEjBKFpk+eBc6PvAmpazi+dBR4jhqE9HG1CERKycSafVohKlf1/JOwIHa0WyV7wfesR3Zr6OPP/hEcHZcN81mt4txLcjy8YlpizqegP7w9fXyn39p99vr0gQVgjeU6+52ePJcwDXaM/+0RV11uAR9o0RJtaZXsiW2Xtq6ljSNvi5m1tFNkPOfLWq9u/BD2kyd6EFtfnuBT0B8+vMwYqetVzxPM3hGZsi6VbB27YmE82yx8bBgbd+6T+5DiGH/Bn9NEVEcw433aIj76/MKJoHjxnzmNq8je2FLSaLui4+G3LAZ/On3Q4iw/zcWWew/n3O7ZS6hsWbUXiz1ZxEUPmFjKQpQXe1nwwzbpDh77kKg6IOh0UnRcVLN2VdoK4JzbaDN4/DIpkgSfVMhRAmaZqUaaCRswckFvSaLw+WolkwWWH25sI6bTjo3yMJoGSw5wouA8b5u3hq9KxYmQeGOEykhD/5qoBsT+XJ/pN0yhab7ph1qFNinhxmvnXCyIwB/oY3tyFoGZ5/D2r79q59iUHTCx+E8VGcLxZ52Wx7iRZBLDChCWMkCIJYUfYpXUT4yl3DQUYnBoGJ1UZw5lehZ+mbvrftxYEOb+mmWUFPOr7Co5BVci0/UoDIlkw98bKMrmwXlRcQ3cUqjfKSHzNsLEFapBqgJ83op94FocxoyUCn2b7V5pOHXUA2MTcVnTiJPgxmCrS+z1B1wwv5BhRqDxZ5UTVOhtNTz1R2mohdkE+Dcq1tPycPvYdTOKDL6Z7h2nyfpYeoyAI/C4APzYER4jcOcI9EC8Z5gTlxWznszW8kozBnVGfs1VNE32CQj4M/82LtStt04tos2JouGcmDhB5W8r/0qNs9Oy+fSiXU2RJK3SKKgOXmq9wKUTGZPkftvVuJrY87tGN3o298QnoHVxe3pGzoQHnshgsmuPkIdPradOkPZOsHWeOkikDN5OXcL2tEbFoiZWjlcJMoZ4ecOl/sO/hqMp2gjRmqAu1AAjqy8aclOWCV38PaLF9P1n5yIM2bHBgS7lOdnLN6sugyRfAfYFJ79190E3OXm69gl3/4iC0E80O+a6jQu4F7r56QXgF7oR+l4T0I88cQ0ltiA4kWs77KcqiVNqYx8VQsoCWM3vqifVNls7g6FtOeQVENME4713CFNjpalqAZWbtiwA6/eL2T49zxvAz274FLRoy26r8Wd/SpzjM0V3yba6Ys9xvlGHeftgu4fR8MS/cqd4kclFh2z3xYfKjnChE+2FVvQRpbwiozzt3TwPybHjul8PkXrMU3E8Rv7bQTfdxSHG//O0jk/n2M+ESO+x1s+U+1nsq0XdJzpvwapzcHsTjHx4wvG0bD6+Ut8MJC0KTg/sC2BXBM9Rda0tLAO9osWaOT7shBVujxcrQ9ZI6Nv7AdIwjW8sFIpEqZlcMQhZFAKBhtR0qc39lmrCr5esY6dhy3Fd7t7/5r0Eb/zn5FdlE6849SAVaX9innEXWelXxCEbsOjgfLPAaE+dn/y5QHWC/skHaPotF3+ZQzckfcMUC0ts69sb7T5rHcG4V6oLwKa7RgYi3wt06kueb5CXXeHqvbiEg56/z03xPVK6HHsD4ziIrp2mS124yOIu9kE4iVPKOTSLGIJICUc0m2/+kds7+AVVrN/qc5w//fOfp19++cUh5D+nAABAAElEQVQ35lHDZ7J56w75vgE3eKKl7e449RAFr0gzn3KlAGUDtg+ewmMJqfPUUgdm+kI68y52bGlFueAo4ivTJM+91bb5FHMWY/m2CBszw9Cm4GEWwZvxFoCjMUNuPDqrf9G/a/M0TGUWfW+0MafszTaK13NaFPemuVCOpa1vVvyFd24/GUJOsgmUW3XAn611yC89dxHYPE27rzf8Lvk13mu4q7IrNg/mvyr8Xx/ZfjPW0l+zyW71HZeBq8qYkxu406f071kPU9f7+I0cQ7kusDwWqvT2r8YrvyEJ1AOo9Kg9xOm/LBxkDG+p1oFFtFv3a/dz7ybZnUst5M4Mlwl3Y8y0qHTY7DJ8o5ZxnNhUUhAY6/g09CfdT/Ai8NvXig3Lwxr3hGPzg9ZaVOEaFm7OCb6L4uOzoqgykjpF+6w3vHMw3ScaNnP6wKx5HJb+H374wcC3b9/6U9Av9Xno57pWZes5X/oVzIuAKWqjkx7nnyIYMUrfs1sLT4qXcIHLeakkVs04CgXY2SO0F1rVlh7/meN4HgE5D1nRZzuiS5u1+HKRa2Ae/vemMnOgUVd52tOMSy4ZxKATZ/xO6WKlxHHiMCBetLz6i3M4wpVc9PjlLX2LNu55k+dT43yX+ZQXSyWD81r/DRuqMH3APm3T5Ca9Q168ZJsky9fOJpz7kGkuK7IYoY8ogsObM2VDMxjr7YtdAWLHlsc1lGzBlgNoxsagsTvCcdsKq0jB00Yq2wbaFrh3yvVHURtfTXT7Kk5cw7kPCMY9SsZqFomdKo6WbQnRg5HAJKoApuZw8bYBQgIx/PBRcR4YewtrGPlC67d+1cf8sKbmo/4ENHWOLbxFHiLIvbkKRP/lR+FDWfiiN59A+NJlKEyLCCrEDdhGPoiDFEKIN0h4A7KmiROZxY58+lRaJ61K3bcjXa1fbdR5E3e9fQqZ2rrs2uOjS9wIjnDTOs5lmxE2VqWmcSdorcXayAJvqot8AkufU69zzp4/9NteaKsvu18avlM4VT+WHiPw1SPwuAD81UP8qODfJwKXBusJ35+Q8L1PTodxKFafKETAb99kwqBLIc2rOdlw0woZPok0fdWn5pIuevgv6+QsBBE5RTPMskucWAPqfddbn+VrQuK3Xrg4YBLD6U4Tby5qeQsYWn+GR474Qlf0Nx91kSZab/r9Wy/eMUeQ39xUito6sbevmuUZrno/kWXZbZzyvnlfLJKLX5FvMsnwubd4rMkTr+hszfFTNWxJZdGSonF7qGjXBWBflJZ8GbKhHm3Txm6xpg6Hp7vhHiKwlEAwGdRFr/YftOj7Tp9TInf8weG+cN7kO9NL3gB+pd8lesmmi9Jnelub32QOURnDjFoA+EhDBuWKRybkQTZdaIkZpZYxsTOUTQNdZFplKmpH8ZhNE3i5oVaTT/JTF9gnPWnNxtvA/l1gCeUGQJTChN3uhUgrWyzM9XXXTx77mMK4tXMshOfc9EX5J574hEYlOWExFcZFhIoAewNDOZINZdfJQlRZYY0DfAYnPpZiHuL1bVPpHkqpn0dtoP9NCh3l9vS+cW++zw1H27GX86Xk7+Xev77vH0g4tpqu32NM66mjq6uH+RhPD7EcM9FH3uW9Hh9Yfewh50IAV77Ye3RMliH2Jz6Zr/0jHwp2sWi9ne/QF1y8J7iFH7Fdw523z5GEbw1b2+RzdSNr9hH8zbaXGzjnAM77zH/y9lbfDAbOpz29+KvzMjc+LRd5o+23Ulsv0E0ZAHycqzWv4vwTnXmzyHMw6Ucudq2nMuwA9q3SGr/WafXsbNhqzKXObWIY7Ct5l7nFz6095nu89cEMiJkQ3kPG278f3n3Q7zH+dvr5559Pv/+ut8b85gNzIuQSJfHwBpnq5oPRmGBdoS5yOJwoe4OfVDYpaxows7zCzeCd5w4qma6IYxbymjv0zItMz9zCf5BgM/Yr19YLsP4ENHXR4ZNjInGWITmaih4mtJLcNK6E0P26dSh/bl0sNkuHNubvLDy7f0VERbFkIUYb58X8JWJF+kUzbDhO1R7CH9O098fc16GXdF7n+ibYB5p2HKNvYvG/jhJ1CcZej7/k+iM1jCPRB9VKt1ovHljgSjMgK3WTUbHU6GBs8rnB17+64A/apHRrd+3qvykblV3hYXGirr+2ucHkdSQsoFiHQuMsfEF/4WKPL+gatkwT5CdBwnLlHu+wWfcLVOaW+s0nfdL3wzst7bH4q1FfF4eM9TcS/EK2P9Xnof3wlbhYjkSHdVIifvpLcguOGur2qUNxgGoRysEiOyB+fuGFHk7mnM/XuJxrIfiFrlf5FDQKu0+FN3yH+5LJtfDaloAv2mSPjrDhmv5j87Qb/eiIytaAHG0+eajIfQye2uckon/8oM/iu/u27vmYXvtOSCLx1RM/COe5EAuzWs5XuTe1YAiv7B03KV6ttHnwSl50KXdZdrH4y/2nYVf5Yx0q22gqRAXcNgFNjCS5HaGobU8NuklcotNNwFbw1dpWUpNiasblaKaOIUd2N49z0V0yJTKumxm9kmR9yTvSq57EHNubcMWmTNySRDMrDpNjDa9ocuzTpmFgfkPJvgrGke06qsJiccx3Mh+k7UXvG0f0h1hFARbandzSW/YAQKAU1bOMvTubGzn7iPTbsDCPsgppO0Sk7DeAmat7E4xjq+dRYbR483G8pWYbRFn1yFsqAuCrdpYxMFWvQICuYihw/i5p6r1EDUXuqS0UZc7KTTla1RZDPS08DcvxvshZiuDi4mBesLJBtVUfyIbBN7dAG7cK2cOoj7RWBiG2ZMO+3IPFo9jYefeF6feQ+lh4jMAfEoHHBeA/JOyPSh8agTHmPlTAg/mOTzge8C/IzMlg8m3r8cQnpOIHz+mKhV+fUDjZ6bE4FoWjJ6eSlgN8OYuWlG+QyfSe0HBRkN8A5mYQZmexV4/s+gKNzz7z+0a8/cvvuvrCTTAuIHwRwXWFJne4TE5CtmORqmHEJWf2xFNSp+/EDbBRMDFV4oaf4sedsEZKrm0EhDBPvpq+xBuVG2gLRFALB+tJmwvLLvGoG2JS6gVxK0N+Utp31OLjIrcxtKm5Biv+jIrIyllmcyrzCTE+O+VFd/ECndSxOzcLn+qClN8B1lPJumB99qEnU6XZ8qq8ytgaMwnuUJrxvoUYHTFVhb68oc/IH8XTn0eTzZ+e6RPQfguKJ8C5FQrj9HZoOQANnAsbhUENY4+YE+tpZNdLqqqzfdMGoR1ODUJsHhqM3tLAbQlbcPhpX8F7DCihDl14jHQdHek5Q5uPrcN4taDPzqeuzxb1DQTc29p7M5w7gYjezrGPkBGBi7HeI/b1IcHHSh/W85iBnrHviG+F7cfdKXdbijxgy5Fd5VXejsuoOteFeSHg4O9tAX/V4mVbv6baNWb31vMFTO5+MMfv263I+V7tLf2UWZBlPkPOGz/cEEYeNzr784e0pk+xi8173XsbRg8ws+ZR9WAdcy7eaGXrm0k2ZhlZuLHUMOtZ9N7uIRSTwW00q1fZ26eVaPpdQjTX8/mqiObNI/BylpMcqTKocwMwC8Be+JVQ55KVe2VPTu8U73dv3p5e6zd/f/vtt9O79/p8KEjmmNqQ7ofzNHdg/hBrpESF4KIzcGi7RLk2ZJi6+MiKjAxfm8t1wda00hruOep6FEiA0qBTIf4jLbMHXPLnmJlrCu+FWVG5DK82vx1t3tSRkQR2JqBIdbCJOzza/DBDy5eNLAJ7o68rdn7gUTBY85AqCzW0ards6UOm2zOaUhSNCmt8p0XfrlRey4Vtf/x2FtxTEwZ/Z2nt2d+F6XTXuubmkPGYnK7r6xFg9Gf3YxcBrEn9Gr4CJWevxismHyO6VuZ44fxguManyQUz9UTPiyE6Fg3xYBp062jqfCUBqvNkSYeoaiGO5c9O5edeVIMZg61nJQA5N8Z0QsHVHdf5bB/901LvTzcfnmoROCMZi+fPuAci2hdcyzNG6XwInqUixjSHdFFVntpLh3HBtetYgswDlJrJ2GomdIfKYyXX1Ho4mXM/532+yvXixTu/GRw+eIu/lMHeIgu0ZFtaEGg7hy4sZ8Vr1D0Gw3TkbYRl0Yp2w1be4GUBl59UmLAjq/AL+v4ZDGJCHKi/13mZzXOUM92xOXGZ9rs9RdvnV7eyiNwbTIxCHmrn7BQ7x2IMYiIwplL2Blz/EtpoHI1v5Z/q/AQHImac0Jv6NnLbmknutIPvbry3UcXOy9LAx/qmPDcwbS1N+Xc+qWeJhxQc/43tE7+RTFwBlANk2YhvxZODWA0BJTYUqdq8YMDdbqoblpz5UH4TuBeJBcAM2UcfII1jV+X9vGNY3AphQCZibDcV/XtACRyAbWSHASbw3gTWAQ4MMjxGyT/G8eIxHJzpOo+oYkxmGRQjzyXzUMLVhVd1U01S02x2A9eeD8CGDAcXNcc4D6QlxwenA2++8LYO2FOmCSljN6D0oYxHxoSA4iYRJ1AXbdpQUzn3Sx4Zbhnsuu/FtJJApShVdA3Swh5nsZ9+5k1EG5EbJmg2gMfKYwS+eQQeF4C/ecgfFV6NAIPiHQbGo4H4DmwSvnLejWMYBOsZC4AzYE4AfSJYchFvkk8CG5N0YhAFcK5tuIljgE5UPVng7JcTTGinTwhahW1UTVSTHJCjLiKEbLou5IypWm40MXn/pJtBfAI6byLkZpRP5pqEWzxvrDAp11ucvm2kydg82Wtixj8TIgdC2q0zim1LuUC5zekTrFHmW4gQgV0ihr51+TzPBKylUBZdV9cmbD2dl/RkyHUcNlDDAoZrntwtYycoJocGX9YU+liJD3wqBJq229TszAc8crKgnv6ADHlmHk9YiYkA/P6dF4D1BjALwE91UfOEDXFRrFLxGRqt7NtlQ0TrOV+IjXNMLCP8xR55C7zlmFUV+HxzQwA/AMBcHd8g1L8fGFDhRrbf8CktbZ90kU+f8dvg0EEuNjYnFWznhDRm4EcB2lIHzHJKUGUhvbhPzG1EdaK06Q5un4BJmY8BtRyf0BJ83wdMIrJO53YsSIiQzVapNRMakkPZZerezqWa1rtjHKhtap3Qqy8OhVuqu9UkI53wkDwWXbPrMq55OVbOU/G5Q1+W0XyW0CwFvJ2ruZNDn/6ZtlixRxYO/FDUhc4HxR9UaKu/lD30pfTbDDSrfHTsN7o/NBlPZhCWPilcRsuOedvaOVxdTt5jyOjXU/B5SQabHtba4kPLxD5ttrPsKhRZrF/FApEoCTkbH4Lx/r67O/lyQeg13sYlZhcEXAJ3iDq/RHcAf5C+AzmAkMXY2b6ErI1K3rg55IqLtq+tF4Bf6BzLAhlptB9MdIo0LRhtq3zV8w+bU4/lvoUFv+ZVbWPfUMqnGXPGjzxkYpP3to0Kfy11MaJgnYUX0lAXT4GbauoRZOMTFMWzSgCEu06qYI/r2lEdyBDF1i4LL9/5jTcWBfjZRzY8VpR101/zT34iQku6H3/7XW/9vj799vp3vYmlt8Yk+QmL5Hor5KmCiKleJBUPyylZUkEP7a5MW+xyMQD2hUM/xaSUPLLA11DKccsQ4MGhJ0j7F2BAxZsMRPRQQnf6nb2x38CYUdPHWPy1L84TF2JD94PfuUNJ7TxZk+I7Tr+Sgz4+yZhFXhabU38uYcwjucXOnB/ZHtM0p3FfXYLHTV38GH/oEMh1l6nbsLN8b2X830NTbxnU1vIZNbrbPiHTxxJb+LrefMfRAkt8mur++TVfrkqTzr2NG3pseqBdV+VulNyvgtwH+4s7nxHo23jbZ/rjTPRJ9WX3T/pT+lTqqjAQE2PDJ9comcHogKDbyQ+ExV/p0fUx125WtKELO+7jx9hEY7sFl+g0d7W562f6Sg6Z6dhBSQpjQtzRCObBewtr+YsUwxcdBySYE1tiGXHjwSAW+hx43gLmmumDvq7BYKWfMGIBvX92gfEIfkZ2El8US0LZVmFqiz0Vi2LY1CbnLDXdmvMwFg9/8cbvzc1bL3TyNjALns/14LX7Iya1mDKvrbSsURGRylTpUoOpYKZddh6/hNvQFt5hQBzCRmojyIMwb4NtJExBw0t70Gfz9q4+yU28hfYnzAXfJmPct1no5UsofPrZ/Orz7xWTd/qdZM5cRwl/SJ03TXp/9HIudpLuLApqgVmy/ZAcvzP87u3p/Ts9ACZZiQFOIKHcqvOTgIJ1XwBLrFTX5nOiQFmo7uAkbw5La1TYLeN+OzGOE/DkpP+3NqARD+SyIjAWlR1sZ8k0Z9AtYK/B9T1QpjSo80A6IEQ3CbzboesCNM8Kh8i00A9aYLSTNnQilBwa5dwnRYYXgU0HXtS0d8V135dKtDN4LbIVIhcMcBtHfwiALEVg2ZrOcPAQL7jQaZam+1bbeTv8dQyIBRs6tSzqsxwKy29q6woXxU4prhKFAbijmaAFUUKCw+6U6rA0tmGFOpRbYkKvPU3RPdrAMs+wEk47XWorwyUDa5jHryn2rJAur3Qwpy339IKagT6GBmq9RdJSM6l34XKHDBVjzJhDIAtxEWkCiimob0aEqqNQyMfsMQJfPwKPC8BfP8aPGnYR8FA3RsEdUtUrKBPDfzRcAttPQ80wdkecU9v2hNDwebpiIjFrQ+hZwScpsfeJrHMIc47jBDQ9qPOe5Uww+kVjM0KfT/1x04U6wsqfNhUJJXYrvwmELBZyTnH9R73mSasQJFaCIdRw+rcs9Bk9pmS8icCTt7xZ+urli9MP2t7r5ttHbhKx2KhtzZ95IY9JBSKRoKQgcHHA73nYaewp38n8hogN5EYTFOUTzBXA4YtAXvEkKzp0cROLyRdQx8dla6tdybXoocH2weU0Cg2wNFWYbAITX5mG6jzZeM5kGu3I3V8sIZOaT9hluDPJiL0WqxhYGk8H2Dd6fHT7Gkx4+kf6iGJccu2/bnpyIcoNvL5YRho4y/QkxhDVMyk1f+mXKCfI1v7VSloWRJZpvpTDaYxxocHO2MjePHYy1PZQBtBDvODLW1X+BDQX07kV696DHowoXpdLXnk21XepJmzlsnkTgxCkrD1GIfss2TpBlacxTZG2BMZNJPoqbcw+/bZlwaLL4eCRgrhKXex+AY/NaIIH5t1mjrPdOvKrXB4+D2tu0RpZCdex3OsCbNBVkrTrJRLxX1HL4sE1gsQ3vrJvrw+1Laqw6bpd5xLazDPORpyzxB7h266H6D0Qe3+QbWwrLrFfceQSi+E6mtVOsy2ix/118K2yKWdbj5/u52Fp+molziHppCWx8VS73C2qXLRbecU2MvDixNRinzwtL8QZBzximaG12KRq2en/UHBB/1b2pL6tFHsvU12Xey0W9ruDcFnBMUZqr8k+ZgrUcbxu9jX2cVD1ufp83K02VkNP3PYY6DYn51OQL3UTmEXJ+DSNm/yYBLzlqKyOkD6yNZezB8lnek7y1dmRPc7znEdVTyw4d0+bgZkOfe6oSJs2UbuULA/khrw7e4Deawc0lsI1OC06x0cLkX0twliOiWzWEyEuyiWb7MVIlXkDVT8CoYXfLHxm3vlC8xqgz06//KrFX739+1oLwJ4isfirL4Ywr2RqSWRYIHiueDkm0oVuG4R5jD+2aYK6alsav9oIP3bCblnKoQMMvGhdMV6xGUpg2kWrGBKT0EKeNoxM5kv44sVf8YNzHTrpaDwwS0eA7VgVC+bUPayaRSQKj2USd+bMXmhWzpvnWQDWPJJFdNuOYG3ul2lHq1LdMx/PhVRSnQWbXsx3X4dGW6e1DIw6b9QdpSPa5slxR20X6yNBUMmPaQVcpOu8U4eJ77X7KrzVtA+VTT8px+/lyzViyxTBQ21C9tfgRSYb/dMDqxWlC/stdvdJeoQpwDq5zxmno2zpt40vKthmUjmjivYKMXzeNED5wV19wYnP1ubxlmK16imEONpmSZ09dZZQZm/chNURNkaAh2jKpFpQ4z4nzpGFuJbfNgzMYSFUTdu8Iu2i5D11bLS4Zyv1BvDH94qfrgkVP8g+6H4CYwRj1JPTK301jYebNWYIySLw2kzISByEbrXDsgkYbhRuQ9sCaMxKxE7D4emZfmaJc1HeetXPMn3gTdd3dd2ts5ZofC+jGff5qlj2Z04SIry1xo7Nwosp9CDw2x7bRMLIicVkU7rz41zpDa8UIEgJ+iq6z7KI+0GLq3zWmfhar74+xiKwAeGC03X693vFAHru73BsIQMYi+MHjZBjg0bjvxqvcxT2ceB7Bngrub7exibZ9kn94yM6Jf+9Nixxq7fz+FQbSIMhcttQhxoEAMExhAQopdoXHegtYkO1VuxOiVvhhwLcJtXmW+Kq3VHpIe/dgR22wbGqlS9r1eUFgL9ddbS6ImGMV1vZQpbPxDztG62weUPeIJNEKeB44udALM9tpTIxtm7t6p7iOC7AIWxJDdoc54234maQThcz5/KYWU74MFoccj+izv08/8sjzzvJkZP6tEUeWHYUW7aKBrGzU+Co2DkqSQKZhF0JdLHQhfXxhEk2E3mDSQUrN2Dhwk5gnO/CR6zgMyU7J9Epj18UCqo8mAkDgyxvbi9oLNX29bHeeSQtexuiQ515Kb3EsRyGLIRo3sKpebNPVbZfoizS5iDXCGAiyh2eIROgmLC8Ydg8X8aZPpV7USh66sZqh96OB6jH9BiBbxWBxwXgbxXpRz3fJAIeqC9qAnvXJNo+4TI651SwY/YQvoOpKjAngt6aYD2hWaRPRT0J2tvWdU5MTDZ0quOGi7ZMHJjw5MQzJjataJfnBM6JJrI4WblsWfi5Y6C6h4069k47mHtzE4g3S//jLz+c/u9//Zfm4Den//zLOy/aPX3+UgvAL7QArE0XRk95U0Mnbi5WOFFyMfCRCzw28bHQJwU+2XKxAK1vQNUFHqYlrpRImexByqmYqGBq9hSqLiCfSsTWEJBDSdXM7CUO2KWImgIqSLKJ3BdpRsUCX48g3nKlnzJiSeTFGy0lMx0ippnO3JINQzZ86wkik97WC2zctJCcflAAPnsvGF0Z33lb+6lu4iG2vYSGOSry8y9ImdV9B5NIlhhml4uFLGYCRcwEgHEyPKWigRaJ0CuXTt84jbQwqeyLeAzk08/qQze6qYuAvLtcZCOz4lG7VGiquNk1qKuMsXdOFawD+k0bd8NLB3BroN3d9qsMYQUDAg0lbnhsktkkQ+CSZDmrlJWeKO8krOhbypekHrBZyQM1wbb3c6PiYXJva8oz/D3UQHoP8jNvVt5rUYZui185N2K/QWVriTvhZ5uzk1lerG2zVbGt+RDiSFgZlpYJfMtzveX2tPcPq8e0jT3IkJ8S3TiOc47Mtn+28jX94K7hb7P1c3gvy/6cEWbbbpd1HGK+kDtuh+Uo66br/FC3gKvtnqNpDsOcx5+CZgFSNJmzHPfxtKVw+Z9dAIVmplCpRGCrF9+ky28UyEh0c9OS+Zl2ZsU206nmPufVjvsFbG9CLAG6k6NqIAXXWD4oXNDO47vygUjR534k5kCwrXwRRN7IL711qhKLkS9EyNu/L7Sx+PlCc4KXL19K7NPT72/fn17/9vr0k3779zW//UusHAtiRDto/jO2zAVz45CQJ7CeddXkZ5goVOBlKwEoJPAil805E5u24EMGPOjodnGdXQtqyrYDDG0GS8YIpkBQeSpErpp/EVM+9gI5i7/4yI0rxw4Z40/AfVK80Zj5BTfSo6T7TV9z+Cs/0sOiL4vuzDd58NPz6ZJZkjYagPEHPRvx9ud1geq1Ha4B9oljpRN2eIwkEJUuHUvQkmY+y0F4v9tNubMUkkXljmcn9wz7lQF7Qxd17fsCuntRcukrf6a0+tvl7l/uufRF+mxtHd+84XOHSPnggo4CI0PJYvGX34Zn0wUjxwV6hi5TFt9Bk0Qs+5lcm7tChBLdbtotS2iE8sgl/QeqwnftYJgm3F5CATa0orZnqZtEO4OIiRgY17JYyZ0DLSZ6EViY909PH978lmtaDXr6PtTpic4HTzS2+MEfSWkVrXStz7LEV2pT9vVJq54S49xkg07AZxob+frHhw/PtPCrN5W1KMlC53Pd93j6inG6HWsu5XuFjYIUpQOvAvEY9RC2XdD69NqAloOIwaMCZW1NRkT9pTlDgPZWpINefdWLv/qEs97oDQ9rrryZvY7jMCThf38CmmOIxHkA2FvF5ZNO0pwP9qmPLx93bal9J/YcqTnHmY97R3rzl58a+yT7Tuob2OQ+IjsJIg+88xMQqDK/TCTP/TRXCi5YtRF4xxMl1gnzaqv4St7e/sN6s87wHJJNIHZRa0YVz3jPAJP8ADVFcawfEUztAy2yM0p3trZnK8m07GR27l9NmRXaAsAnO4Zw/FSlBDB/6aPXIKE9B3I4ClfkmAON6eCj7v4WSIxh9D1Oo51FcUYzjJZci0uefiTAwCO79VEUnQxuOnqsf64FuHEasMCXSRxBXTYvosEhXyUy1wcsKLdkIZFmcmhIdkZRrFi4T+Ms/yU3hNf2sTH7XXQkw6qHYZHjasv3MSM+58JwEOZfxFBWzGVjjxFr3uXVQqb1fNGHOWR8Sj5pYq3F72wzbBKav0nIXdZu41cTgF3LqsTNAXTIR5RA4pehEt4IxFQMPPfe9NXFuMfiYwS+YgQeF4C/YnAfRf9JIuDBuycyjPC1FZwTWJ/EAPmE4dBAN08cidY8oXqSwIlCDN40WcgNmfAAI3XusiHnO2j8tmXLImc2RXLW5cqD2cg2qfkyEeMMxh9v17EA/L//8z9O/9//+/9o8fc/Tm/fazKup3CfasHOv4uj/Em9EfNRQeCJUJ4CfaunY/kUEJ8E4jd9mAQZz4ReFxVcV3jhFlv9JB9WzHhSI9x9MZLYA6wTc0qyMTHMhEuycFMw7O9ZfjwXhAJNU6mLwTfKnJnTiC40TMW4TNVeQtwu8tUL2J50CVbCyOgLVbWmxmFXAKKPoapiK7f1wMFoCZKnnN+nUZ4nYWmPLPSaJNT2FbHYFOnIwFL+kBvJKYTCe3gK2ZyuDjnFSN20lZup9El8VYuGev5WWUBsShsOEhix4+a2nq7WlbR+B1i3PVV3d6B/hMrURIUEzFpScG27A1GTRkJo43fE5SOoNtw2Ut0Kqxraezsk2AJFCnXvIzOQgKuP2YCidDsDp06bk5EHEoC5D3f2cxOxQ7IHADGkoxJbz4U0/hzzCPl3ikD65rlHgqsLnPUCYNrcl4vJ45T7/bmUPaTPrcC7nH6+p/xj6qstXW7XqGNz1w+ic2B0H19nkTygfQR96whwvueNpBee+7BEpzmB5jbdN9ue7guM45zj3KrdtE3Euc9pReSA6Qfx/MCX7oj4wUAvAsOjM5U6Vc97uJmWAw97VlmRfm3fFoQG3oZ0XtxU2Sw++guTbLBO/WZRlf7vtzlU5mY/cBY1Wcz0W78sPKr8UrAXTAPAAdOckretf9enHn/55dfTjz/+qLeAfzu9UZ3PFGvy5c0LwCqvC8BEQtiY7MEHu2qryRh2AKJ1XNbOOXAlkxmWYzh0yCicS6mXIPOjtyVFLvumi4aW5fmjQLkhSpvGFhbIiRHx8ZxP/NAge27VBzZWo3umvgHl+SUmSOboW4qx40yfrjJ9+7nmjrwJ7OsR6Y/FyIQZ/hSB4BZz07wZwS90MkcWUAVJMMm62x8n6yJxj5fQNN08jtCL9E5VHm2JnfmzcsorebNVvpW1Q6p6Dd+2nXM9Qv6VIlCz5mES9dG36LddT6kOUR2ZHCdKl9rZXa6IfLQWvcSYx29D6hr3xpuB8xxRfDmG6KPqpO6n7GKfDdn3XY4JFIxEOfVwDsS2IBIeMkFJqLdoantV5xR3gZT0Fsa5rcvFvqsOtM8NspFzA3cJnupnpfgc9M3Hd/rU79PTe+4P6B+sHhHWIvArXzLyOMzZg8LWOzVNn1PqeigSk4bd5iVtxVe2+AoIC7+c9/ktYM5TfAntqR5YujbmnMlfiGmiMR1YCInNXey7PF7BX+c3y6UsiQRAW3c/+nr3W97C1i0cn3dutMg6F4CLSazQ+41hFmOXBWJoWQB2fPTQ/7oAbE/wE5/sV/LF3RwPAvSiNfI+0R9YAJZd6hS6JcLPjqmfKGj4/VQnyifqLyw++QygcxlwbyqrMOpdJicAHBu2i+ouOaZqlAPUjjJtB+Vd2irMTXkX6Ys6fMZis09e3AEUCyZ84TwuEpuBKZscmwAnjjq6lcD7f4s1ip0SdlgyHbuTy9HHHu5IiNwJiyfBaQ+fHY7vVl8Hi++RIX+xudVZs9inBR23goinv8BnXaqPHLUedwxpkTOvPsb8HN3pb+l3rhs/7WIm1HZgqufzJdr9jHhsVC31kt/Koef4sbHKJ194tDfphDfnmtuIhTc4OPteMhajxrpWVpWhm/LxrNrbdNs4Q+vmc54o9Bhg8toNPVxPKX7UGVuYhxqH3yvDLWX0dnKMDUh0giNeKvk/eVWiR6BxOpnOSqSsEI4NfPsG6Dxh8THmnPYR8hiBLxeBxwXgLxfLR0l/9gh4DK+B36cHTnIM7mycBO4+0JtLO1jCl8k2pyaf3OsE45OTpY/zTdW2mW8SMuHQhIU/n2/qxNaUlrucxHBnys8JirphZRcnX065L3Vx83/+9/86vXrxSou7TMhFr6dheeOX38bxDThf/PAUpi4MNFl/p9+GeaOLpDdv32QhWBcFb4Bp+12/3/KGxWF9Xoh5O4uVeUsBazPJq7DmJlzAccv+zclGz9F8ooZb8la/+k1aRFxKtEenLicnEGCqJuHEg8mb5RJPLVLiA24sO2qirD4i9uC9Ny7tRJ2NS98qkykeWlHXRY1ylf0mNU+Tc4HDjU61NW2DVaOZ3XYRB5x+Rf/qi38IiQ1q0E3RZQRMyCgZbxrRWja5WZwHVbAiJuMmJX+NTzEQoJTwNkk1GpC3lnVh/USf++ITX7zx46dLbVtTFoslUBZv1DTiLPexJRp05m+S2JbhFxN3tpYJExwkR3Ob+0KmfTDRwU54GqD56+InhLfxHos7gAYUQ3F0bheJ74nY+IqCa7a3IffU8S9E7vGjXOT4rU5waGH//tAh8jOBPlYvyHCTXMB9PfDa7pSJTfIeb315pi7gt9qcUxapyxxb2jhH+Tib+RrjlrX6wXF8BF9pvkT5WAd2bqWf2b+gIwOeNV41FHQsit7Dw8I7i1veCae0M2aLfKx9kQhcjjHty/mXN4F4C5i+yY3+TumrnEtoQ8lR5ta81qTNLHLk84lL5lXJsxDn40Z60xn72OEtzZxzLcJm30VRK+y8jbSABm5zUAMt/apGU+0HLmRr9+cmHef8sanO21zPRfRC/r70djq9lHvUeaPHC5LcWNf2y7vfT//46z9O//znT3rzSjeCpf2Tv/msOBMnz0FZAO5FYMVEZnHTzWb1gaaH6WJ1bLYDIvCcDtqdD+ABNZ7xzmXYBy0wUmQiIzwGeudomSiU0IaGtha9NhZ5Y29iC5w3yrxJijzV5mXc0IEHJhoVLyTiJLt0MqksetFFjMlbh26it76P6mcrXiTWiU1+ME/48eCmbLrRfP8jOObxzxRjzeGeSSE38ZhXdbItXVHe42gvIFCn3NuefmF1EbvOG21Pdb86Njym7z8CZ32nmpUFqSx0qa+6zHFb12mL2z5e2O1TgwrnasNKztSRG9j+BDTHQ9FxxGacz/GRNxXVlcFzHJGpYnLsNqDHmTZo7ac1BlzruyI/HClWMS36wbktDrftl3A53SpGKQ6KLhjMpoTPvC39zLy0jxYfP+j3dt8iEqZa9NOQ4lOhh5YenTN6ZjxojbAJ7+q0bZ1bB2rtZj3rN6iuRDtxzu/tnR5E4jPE7wR79epVPlUt4Zea4eLYIiN8P2FEqhTSZxBGDCs/Fh5/D9tXohwh8UtM5KjcMMSiNuIzl2EBlwTMYzOMTkWsMnH6KLp8/rmOHzEAh//pUxbIRcdijmAd11HewUpB7FPFC3ucT/5/9t5ES3Ibybb1zMhZqu7qrnXX+/9fe8O9PZWknOfId/Y5ZiBIp3tETkqpyhFBArAZBhAAAZLOOofmV5/YiOaN39r85ffq7+uhceYKHv+lW5QalzKW4q8cGjVrHOp7fBcMPOWg7Cj3iQRhyZA65VeT9sl1eEvaXNkrPS1GFi3JVXoBy3UuwgKhrOQKMYtYiPZT4lu3y6XsyEv5N6wTSfRu8MrisxXv4IlxwS00ycd+Xf4pCjJUWLPqZBpIwBsoMsMrszHD0BVKsnAezMBlPNJThjlOOn4pWmRblk+5j3UnJFrLgIf+HHqlmSwRi637G+y2dsG7z0csgmErBSQcgFkCuBAUhqyAbgiRaQTCFUBlXhj9gd7ujFweAry+1jrc27p278OL8DooCLbZrsglGSzjKynlQ2Z4AD4f9QeBLmf45jkhGPz1uQErsKsD3lANxXbFqSvKMVG5bJUfEbSSYpx80iUiT+h4pS2onLeWzLhL+uKB7+OBywbw9/HrReo/mwem8cHDnDr8DAI1AAx/CLq5AehB0CTwgTcb6TAyAPlvjKjkGJiG4EoI0EzGh8+TCU+EzWXannQ4g6DSATxUnBOs3ySSZ7Bsq4UY1N3XBt39J48PP//0s/AsOmbTl9l2Jj3EgolZnJqoH/QZoWwCv/3AW8DZ+H2pzeCXb94cXrx5fXj19rXSbw9v9aaw7hHMxwZnl6/HVOK2lDhp7PTULROxKl8/zdflGjFMkpPQ0hpAjNUJ40alYXKA2U2QtHWjk0mel8YiQZ6xXSVq0QmZjkScyctX3K0AdZtRGpkOiu0AbfR+0ISKBTYd3Ex5wc6TISZa3PLIJthyKv4uTUmLCusHMs+lYMsECCFRm5TScIgg7cO5EEBnODQ5zGuOkjP4YEFO+Q5CBfPTuOTDLG5r+VYTTxZ0fdNryUVrBosIAD2InGgKUQxT+ftCiFlrMsG4dvz7Up6wg4Zw4jfHnCetY0eeSVen8GErwbEbNHABgzbu7Gmic/uU39JOFyNSh2elfAESxa2840XnWuBN+DX1HzlXzbWqqMu1tvhk21uTfVnulIu/TNq34cKmtguXuH8q37hNB98kUQp+8p+Qvu77Wptlwl4XSi8SdV+MrIaRJjRtcr/DuYvRcZXlZs3NIJuxezCQWnADPBJ7uIV7kP0JEtTd715fX+gXt0+5ufvsPTHQ8FuAjB29WTUqVtXG+Lo80CZhjHODgFqf65Zc4RUhOw/0sbHJ2JTDn5fTdcOcwXMuJJqWnqh6I1+TN7WrdYmsWaceJo0tc2bK0fJGIlhIlzDlRJduQXWveQqblxrZvTHIe1tsALOu9JBD5XioOSYbwXyG2BuTiinr9ftPh1cvtAH8y6+Hp89f6gsy8seVOK/lBz10yEOI3gRm01x+6Dd/2UggH5dglw7Pt9gElnGuEyUd8HnmJwMCS5XV/p3wMrNRJsqiYjhhmfEWMU7xj7OSwOzPXaEY8A/w3tC1vwQgbzpwOigfs2zPA5GBslOBMgrf7Ys4ZYley0Y+PpcM52UQn9/Dd9jmQzjUoL+B/SAPfvVindbm2fwdC7bS/ekTbXhx5NyfIyrXmiyqMhD39US87fPhGYFinyn6oLsk/uk8kPa+LjbtXk0190y6j/K9k9so7ZO2Sr/gFm5GLp1tewVBf3IMpyEiI9eC27Ae2OXB3TwcVNcIBkzB/beuPUIuAQtXukrQ7Vux9U68STbBEHBEAQAql38i3yX85kCVB52rYpcRNeBQbtBA6amyCcx4QU6fGNZnhLOhIJxcdY9NP40V9EN3tMLJWoQfGJ4V4UaXxaW2ASsTDIGgNXcseny/JYa0gh+M0X0qm8BsdHLkd3A/HO5d80A89VllbKaOrWYHJ5279Wvn4BP5Qka5n1S8NS++25HbeisevrY8yiqEDsfQSDBrMLTZXA9hHPqcCBPrQ6xJfBy/ERxafwJa8LvyC9cTvow85Md2y0YWeQiOgsoqO/xAkWTxaeq8AcwGsDaXZegd1qR4AUGNwPfvKsRHLTylTJRNLYg2YnMrTyaA1JDTMgOaVcAm8XCGZs/EFX378Ha0yE7YE3wOF1NsUrFWEYatAR+3kY25zoY35Qy+dStXSa7CJSz48Aq3gAYZIKSGdwha4ZerpP0sHotDHzyq4yHH2fTOJU4QB2d12oAbfRzPDhOXszrB77oumCEFj/BSAgP/juF3Ru1Q7c30ySsTXFkA2bKuEFz0IQsin4q6YdX0QjBwI2Gh8ZNh9CNrMVuxg5UEpC6noVXPEpB54HJvs1yjRWNmKmvKr+wXvC6qpmhSZLW8jq1+nOCAhn5jefu3aSPvdu0bkdDbJyqsXeN48r+BUCqQBl8wtOAf8gb5VD4umv2O29I++0QZu018NvOF4eKBjQcuG8Abh1yyFw98uQcy9NSQPIlpuDBKbm8gGEB6uOKzRjxBz72m1q/8lgI8DjXqEA3YpKWT8wAxJh1iykKQ5NsIqHuECqfVrEEt0nGb4VgGZmtRCzrI1kSaBc8rLbzlaUtuz9AFKym8wuSbtKbnmgw90BsFTx7cE/SRZGlDWDcVr/XW78u3b/0GMJvBz1+9Ojx/+fLwUvEbfUrp/TWbwVBLsCYQllyGocPmk+9yWF9bIPiEYv5h1uIPNmfsjO2ZaAS6EOLDPkzYghS7jOitsnqBS7rY5Ew9t3Eibj4wDbaHYECGGoHlwFtTYtNlMYL2gv4sKOSmDDS6CRavJDnS6N/a7fZg5aKwLjgXGeEOzPAl6VQ0bYA7WU/eyy7bB+Mp5oIvPhGtVxp1M8/CL2n9t9k76s6CEG/fnKUCCWXaWc4FKubUJ3TfLqDxcwLt1PXqug1n6lhpOT3tmPTnSP1SWhzzuyj6UgO/CZ+rv4r5j1/aL3DZyilpE3XpnxYmHl9j9EHuhwSA1c4+Zhv9WKHI9w1h93/HXN8asjFO2VWfsPLDOd1zQe2Ik+U+JyVMt1Z6XtQ3wnp8OSeL4qojX/ltQ//71edG8dnsGT+r/bIIzWIvC55ul8q7zTJ0q7RcDxzxjxND2+wL0vMf18jY9JVMFjo5/EYwOpgz+EpCfuZ9ua6idyi5MSGtapauGWyd2HtcNmxHTrfmBc9CCaUOxnMB5ZHNhqA3fpVm0zebwNfa/NWmr5jY/H2kMj2SL+/r4a97SvcbvW+1iPz81Uu9+fvs8Oz5K31W8oMWdTUP1Y8E39fc6JqvzrABLJ7hA5vgguF8FyyLT90GoQQu5UsBwu+yImCFMtlM3mxdTsZhpDYfKWoJNcGRIYCZ5CuLXNWq5+/hiy/hzxFc56G5UgU5b14BFFymJJez8LiAUJFNQGc2fKVLtlu/aJh2UT+xp3AuWywXOqUk4SCpKGDOjgJt+LotK88DECzgaw1PYTAINizJ9SOCvv6JfQ1NNFbzHU+t+zuquIj+UR5YmposcANVVLEhSleeiOsCOtIGk+uE0qCThUCZ0a6dyX1ab4zpfpfP5/qrTb4qigUZlQ97eNFDf9JhuWICmVBNcuvYsrYCb8399YRjPBmFwJg2KD0nqDw8kn6Hh4TwE5/CZ3z9xIPQ7/QTUm+FYTzU+oIf2rnSb8RrZEkv2r6VbPqS1NgNBbDmG2gWNPXP+Jz1kPfaANaaBZv93qjkHl3lSUMaTK5b2cJbvjLqCB9fYMcPCLK1zcXf+Pqjv/K2fNVksWqpN7/lLlrXjZySMqp4SgOj3ctNLmvX8HibedQL9bRIh9fBbkKm5DCWjAc2NJhItmsZPtHja/tbea+HSWDnrZfC+RB9xUROK0K/86RHMEFyrs+BOJnAcl+/x8J2eLqu0bMXzuHxC2Vc+Ei7rAZRi0tuodpPrXlnmsWGSdVEEN/jv20A1OCOZ4OjM/7qq9QlEPG6D0THFjYkWi05aIZCQ9enhWNJDYpJgNsSoiwwcaftDSZdwlmKDVPKeQsRXH8N73QpUpWZz7VjtqItfNiQcxy6Jo4xgsBigoVqX8oxNxzYQ4gI+ZuELlwuxVyOSQD29SlgYriOw7iGj1GfDUEWfUkHP1wToxp0Ml7q0lUUuhscM6NPpfcU4psOM1/Dboxxsf6wuf3X7e5G3gvBxQMnPHDZAD7hmAv4x3mADtJ9uEeU2NGdZsfnrDtFk4GssZPwXWE34WMjdkLZ504FNtGIMB239INsM2CYAJan8cyfUUN28eVtkUyFNAyYi4mFD5gUPLlw7KxQWvQSTZ5+ZKbd8GhMbjqvbEI2uBmIfkI8ybk/S6SHbKVHi3eO4eryloS2kVmOlo/4YzWJt1bu11udDOOPPj44PHny6PBON8ZvtLjHxu+zF88PT58990bwW70RzG8G81TpBx0fdRPNLqD/MBmfKMTCpA0jaX8VruhMDC4Fc3Y+tf+75OBcbt9wKKXJh+vV5aPCpEZlGn5XoayfwsWcIb5lw1ruGTho4YvtlE4TLuVH3Tuvm0nRYboXmSUkb/yiqhAgRQSfk2Q5dEp+gZpHOOJOK3s+UKY+LPGYHPReaHjHESTKmuFjGbLtG9dd2oxXIWdfIMDEMHxOiGaLdiEmXikFmzpwopCGKt1+K/APiVJwWzLMqetuAFPG2bxjyIwlPVNUer7rWpE3LQoJne840OV8Cr5QfPOUTZPeb6wasd9KpKvrmxf8dxZYTcD9oy/aY/236VeWfm/i7zosEH3nvLAE2H3lhN/CCnU2mmWcJdwg22aPBRvcHyn7peX72jLQJk6FfP1B2FMk3+oiO2XAN4If+ZaBRcFfStEipcupMi7jfgp8dKlAMznD11NBWOh0kGx/Yrc3fjXnuKt05h7Z7ISO640H/9I+gUQaqRsD8yr1+7GPspRuGJ3sfFXQVE9LknG0eUVvYYoltxfzWaT3554llhvSpPN7vw81R3yosnE80ObvA23mXvElGT7prPSb99fa/H1++Ls+/fzqjeaFPDXJg4i89aX0dSamdA4xGv09lmF+m1YGL7YGUGARrgPwiERI0vAaZkjUsGFaExhhi1YgWWnVlo9J8PhEIqGz0PYBDD1jQ7ZwwBcYG7SiUf05FtK6o16U6wCYo/WBjZ7FTjaDo2OJ1zalPuFFmNupP6dt5QLJAtUhQpBjGtVF2lYBiDZhe634gYppwW9D/ufI2gFfaOrX8H6hyn9INtoojVCBa7av27m9zWlTq7Fqu0ntV22Ze6pqvB2v/AQu4jfgzFu4b/XbodoUZHzQhaqwZqCq3aegD2yhgQHg3ttqkkXA+QA/QneCUSV/B/2ZIJScEnbCgNJAPzGH9jWw1BEU1EFcxoMu8YtgehP4wFcG9JvAH/Uj8XQ3GgEOd++Lxx0Y99A6RCY23SvrpP9FZ9vcMVr2AvCm2cNjq/TX2IwS7sv9Nqzq+0pvKHe9wt2SRnts4JH6fb32UZWiZR2x7pv5+VAUyIG0eX+NDb198QxpguHbouvrCDS+d4FHwlDXAynsTnlC5pYvnlEu6Tq+3vBcETUtDNNhG6UT2Z4PoQxt/KOUEOWOYDW4YMb71MRkkFZ0xp0/dbnOUzW29WDJXij8PJeJxbGq4Xus0M14qWhte+Qp5T4GJ+/xGoZjJz0z3VIfJVe0zDXbEte7YYsIYLSr1Ff8gm2GYwX0ruOpQCTNIN5hQHj3SnQMk3T4kM2f48i0XISWXEdFixzwfqCh8YVzt4MceJsZhsms4ACG2WqcTB5Mh0B0BRyjQmKFCBeBdUyETk75FrqJfc2NaxY5CMphkdAbVowDWLJbhWKXbeCLfic6vs53iATq/mXQS/YtxEeY7VGS+tgXP0GLoh1dPK0LrJvwCf1Nh0Do5vykpJIzlhZ+HLq8+HM+jim/EtKO2TPiK0Vf2H+sBy4bwD/W/xftJzxAn9P9DfdG7lxP0M7g7qtmWKc9SezMkC7ANEkZ6AlP5zqPbQsNKayUZEXzQOR04db0VS4xeCBcIZdSwu9BQoPN0C07GKjsDd3I6BZGfmlYBJGHgoB8b/7qTmjRha0LTeRBbI6Sv0133iVNOUXv+tFTtmbV5u/1HW3IfnonPJ/a8x1t5MkOaGw6gydPbAriTW1sYdFOO951a53fedMi3uOH9w8/6fhXbQj/7eeftRmsz0K/fn14oTeCnz9/fnj58tXh9Zv3kqMbPS0IsjhEOdlrtc9QyLFpQLbbdR67srluKAV1GHWpBVfSKWQjecg0N/LehPAmsLVaP5NQ/I5ibkKv9SZK8sCm+lQO0SyWWTunMhm7KUsfzkseJLjQoRJ4M/ayGV04ItLTxrNdL4JRNhO3MNEO3UnrXGEWKhB2NariTN7JBMMZFzunU19ihpFvPnNQzoXGKADxSlFWZEKIi4f8cMia9KZcRKFHsqqIRFvNlNZUpfMmud8b7zaBTbJnru+uV9xGi+qyzPbA075LSWfskjbd7AkccKsw9zXHDLO9x9jvDNlrJy5XVf53Vr8Vb63l129uAW11q/Cb5GUpbehESKs7Rq6sOcVejWP+asW2EGmXat+inY+GH2u+GXKKF3gfN0qZy/RFlTkLUHqvrU5GnLJ5IZnlLVBSN/Ou6b93jjazah/fW+F3kr/2q753oofYPujITzNobGYyoEB5/VftPRGNpupMSfBzCMcE6bYpmZ73MPfxgQy8qdh9QNpwL3pGLpOC/bDWCg2SgDaGeNu2ojNNtnFsQhKglz6z66RNQctToZmpMevTFNKfeea3ffX9mMM9CeLTz+T92WfNpR6obA/0oCBvAN/lrd67Dw53Hzw4XL9+e/jl6XMf7/kair5A488+39EmMP5gziQ5CdHH/CxFSMka20WEp8vb84IWkbg5KEMCMTjnOVG+YjZMGOIsUBIXrZQGH1hPRNzvFA34bMBCGzmUDBgH1uat3ErLf8CYLTqWHIeOK9sR8kH1YTuVhxc7+UJz29vplks+usp+pFDd9rH8q/QdiLAbGMlVABC8eVa4ZBpO3A/9gOn5/g7LF4HW129EzLBOtz3kO71V2LRb+MjLyanJAbldgspRuFF+yC7ncx7otuiLult9WiMP1Pq+rO//JCcPNaybMPU/t4G0ZBGLby9A25uB7/WAc96k5LpWPy473CYqJj0e3kGYRM5Sl54jSOM2NG0DpXP/nE66wY4XHNlqYCuK1trxCnkisydnJr2FLBu25qGqfBesjsXdvXsfrEaevv7A8+Dv9RbwG+g01tAByed378u/9+gldUiGe1LFbAIjB4jP7rMzShpQ/jA4AJ1VM+YZgJGY2wP9U/dRwKlr6p6mAbuXCBQL1dr90A7C+k1g0h3cOraK4ZVx2Dfent2hQcbcTsm7rSXB+VZBao6DgHvuiL5qpTCqoNB5DHQemOZFZkYIwA7QKm9Qw/e0NP0Sx08SJz/kD/9wnYbmpr7TZFKVdrLIXVJbO7b5hXKdkjW3Ja0Wse9ZpI7CTCpm4XOa9ry06XDO+NNaJuG7yZay9anhOkWX/O+6WIuIL6ghApT4p8rlmjOCiiyaolPFhLfak2lDYzgVPeSUjJUHGna7uCTbSaNNYRPKfCAnpWB+6xIIzvUYaNMBg3RAzeY+Q+CUBpBnXoIktoqStbRhoStE3xDb4AVrpchSG2D+HYGOsTDWbNiUPYKj6AhYfG2ECSDiYC2II1pQq4ww/C3tsSTsRts+q4ksqzM78Skzt6SxpYqFUJdDVBsB9pmZmXkrdHmbrjsLxyVHNNRXDUElMgq6Hi3SJwQFR3Zb7pS3lQW/2GQBRyfwyLmJbma8jd6Z/pL+c3vgsgH8566/f0jruyskdpdHv6hj6f6+rNgMgTU8TwJK+ATZS3psWPrnNckevMR6AHBvX0Sj52cITJlW7Jq4NEk/GOwbT9P20FmewSiSJQDs7CWjdVoPAOSLBfIOIR4+Jtuy5jTDNupcLqWsUY71VIWRTv8e8Rj4+ROzb4TGRCC8CGCw6UmPByrRIwcDbbNuoB7rc34fdeP2Lw8eHt7+9EQbvvp94BdPDk+Vf/rgud8Ofvvuvd780I21pPGENjfN2sgJjgAAQABJREFUvrtSjHzPf5CrXBYDozfF56wSVRQy5W2fpHlzt8qJXKjB8Qkk4fi00yf9royf4gYtmvymmUsCQAdOYSIEuipLEAerwh6C9JCIGsfhMaMpcoJAZVXk8ogov2VTkxOw2MidpgVDz5Esfhp/co5I43fTUGungoUJuVBg35RVBl8teCStygSgwppVOREa5gpLuoV3MWgXPixjraflfk7sdtaySm/aIsDSVTpTrJTOmtsdG4WAgzpBsKH/ouxO0a1NJ+x3pdqKLWHK1H7d0x2fNJ/iUxVo5i5j6N0eNvW/1tH0a+j3z3V5Npowx0b/ALtk0vfQSklPlHZT+C/IfqavxvUlg5wmvkEtdOM4Qe3+jT6ujqHnBtnn0Hsy9mAnZVTB6Fu/PCDkJg/dJP1r+W+S/5l4mZNe8zP5mrzd+QcrVptHnHZCuw2Udvn+/Xt9kvid3/RiHsFmXWHdPbufbkiNPU0xx2OsFjBpJTS98BvALDL7TSPp1oqyfzLCc40Ygl2ZibWNSD7jSK4nSAgiS9dP7TGXYuYQBBKc9gnCOoyHVX/MBxWgtSD5II/5iUk4vadln7DZ6w1eyeBzzw80V9Sv9gmmjWAOwe5x1IK6f99XG8EfJP7Vmw+H3/S7v89fvTl8YC6j3/vL5z757b/aNrUBGJpy2BzPyco2AOIymfR22huWAS5lELZAjmWWHUGMh7oBMM/Dd6BNQyz7TCcfdyyw+bDMxEXffMRYxGYBNKQ7Nlz53gTu/IilJPTiofhnQr/RSDO0btGu40UW8+ua3TvmTeO2yXpUvgS1JQTKL35bUfXP7od/4gZfgTHtnDZ4derrhGson1Flzh0e2vdn9dEryeczW7nTlXGe8RbYrexbsAySr+EdQi6JVRvCHVyTtCra1uqg/RZs67ZuhzO879cDSzvVBYBky+HhYTYDP6oD8/0lKF2oXiznQu+gpK+ssPoaSrIBkljJGH+6hWIFpHvBOJ1yb7xHAazKcQr9HeDuSyajvYknPXe0ieE7XZnECMMDRHEDhZAP9JvwrAO81xjj35KV7e6xNB7c1UNEfBUCv/F4DDH9NqVz/11pBBoqBHUwGscop2AnAl0TBw8y9oPftBPq2vWNjRw0OAX08EeOmGCdTs0ncPToU8BJgN14GVdUCpTPIYJDt4I33emyzOQjPZGTnLKDhETjOo6dC0n4yv4qN9j2RwxObsvlPOa7CBsL5INcN/pKSFqK64NTbCn6itoLyNwTZ103njY23Ej/DQhmlaTdGUTujOryddvaanaX00Rb5Bfk0Z0xahE629Pjl+lm+QI0Hc2Z67Fp/Ea55U40whovNcjsK2Orm1qNJS2d3GLbbMJ+GmM4wEpnrWU2LPpAogc8ZNCbodJmnWDK2/Eqpa5hX7I2qfmqbGYjXbKG3Z0vkcp2KcUyBXHqATxPxSUfOahZuCsjwApWEoBhm48ipX/pOjSZ7UZ/BSdaIBJ6Fgq+4PYNgounIveLkt/xGnvLHCoVKkpmcwbXR6Ocl12B67wlEGDgzERuCpSFIk3HKB846hkJSm84w1hQqPhbBV3buOyob18RJUPdcHQ93YZnR8wxqI3emHZMeIH8WTxw2QD+s9TUxc5v7wHfYdyyNztHpo6RzjnDw9ZMdeXzgDbLIQ0jwZEA+c8oonHTCzPzYFDkYUEjihu4xKQ8SBduHrA9MCDAvE4kzbllKZ7LA5iBzTBs1IyCqQRzGD7D1G8gXBkOVW7SuAG6pxsurVHmhgi5WsiDAnm2QRMEpHEz91H8/owxG6sfM1m5Es8DbQI/vnp0+PnhQ70R/NPhb//6r34T+Nfnzw6//vb08Nuzp4eXr7UIqDdu7urTgCwSsjDqZUYWnagD6ahCoPhsgH65YcOylB2/gvPTvL6h0+846XNevtGkbDjKEx4mSZu6lwVZEEPaEpCXIHyZiKnrYOcLZM+5GGkW1AG/Nygfc/BpRFGlvJTZpR6i0GScE85wMh6+HPG7gZ9x4nJaZCitDPlvFiywhH5j4djp+6e4IibbeE45vPA5bIiPUnczU5UWkME7uCIhcg2N+p8Qn5FMfUqS5MSePea0zbRPF2yP6AK7eOB38AB92IlQl9sYh0R26vLott7xCYnLmHaKYANv3R1v0LvZPdo92C7zPyjwpvI3ftSfuspON65d0/DOb/EN/z1ibMmxaMMeDh526/BGP1fxWl8s4ScreNvrinlJzX26/adczIVOjxONIfYh5qGv9WpRigHXcK4upQlYQwo4wedKGzCfKNfIm6tygiqbJTal+ddgz6Kcx0xhWMxeya7yMEr60Fzpjh6UY1OYuSJpYm5A2fD1b/1qJf+x5i+86cunntnwZfM3ZZBSHmgjf++e5ol3D8/0JZj/efr08FwPBb7RZoolsrg/bYlqCd62ludcnthEeSSPQNkQ3RmlUpaaO6ksyZugaAsGxv+xbZFNXYi+5BpeQoDfUVkcm61oLSe6i9Tza9LMsx2Tno4scQsmOS45/hFh08Az2xSjBJyDeD3vFGwpFTbl6HkPec81FasmnW4cc3Sn0YZSy0psN9O29InW6yvNyNUG2AXuNp9NmmIqljnKtZb5ONdP88003yO90iPzehF6XCXy2xeF00X9InEXpm/oAdppHS11m/dFLaTIHFbtJJAmUa4vBoiRnU1JPzysPtEPDvuqSx+gy6g5wisAfxaIiH/qtrNccLghqwbZBMZvOMdvbmvtwG/a8hvLGmeA32ENQr8F7N+H16oAkvwAtRJxK1c1KQ5COZqBgbSiHkPJdN2bdOfUfWdvFtFG+Ox3vwV8d+r/mh0a13WpbviPjo/NwZ/4A8t0apdtDTUBI1FCXycdt4vBImLAnSFvIOjJ3+X7IMPH8oxoAcHi+YJ0WzM2thzFZG27YoJRJChGH+Qv4ZYeaAffTL5cP7Sfqh+v+olXeeYpVETmSj0TcdUInrzHYKl0HftccFdgaC2HSp6CpbrNAGyb0XdD6MZi+5CiP9KGS47VkB8WGtZ4axCOuZHLSExoftJqeAGDKzzwHxz62vB1Kd+lf4yFvtYm9xlXDJlLTshRji4f8TG+5aOv+4KO7c8hR9xmj4wtbiK7MYmEbndNrNpwIbdybb0qyvgmhhvEFJxtB6EgZg6KpvfQMqDnE+3ftqn9cp7rgr144LwHLhvA5/3zh8GuO50/jFn/NIZs+vBRbg9ERmbQYOzo0AMa+QxYNRaUMAZ94B78JwWDT0jw4VUL6MVD64i+DAiT0hq8bENmFZLfgxZDnSZM6IWg8EkiL3IWMFTd8ljgUbYnK7aFZ2iZ3LD4JLwWePx5HxbqbHg2iZmifRQhi0aIsDWS0+Xy7/Jkuq6bsh5QRaWbtjv6vZx797WZq09C37mvtzuE/6BP/7179PDw5PEj/17wE6UfPnpweKrfCn6pRdcPbMxKiyIM7mI53U/dgjkXeIqbt3zZ3OWJbTxny1UAcNkcJtahgnhAFonckrTo7QLjGmYH7qqFf/H7lgTdlGQO5LALnXf1u0K6wbWf8p4R8jJJwI+icuVBnRBu0pKxZFI3Ew3J1NoSF3pESF2O0tGFKUTLgKkoJi6ghOalXE2FcbQJQVSGHHqAQOnxqdhizc0B9AFYRospaDA6I6/VWRfUAIAnTtqkhvk6st5Qtki7Tyfq26HS5AesiT833rH/NiKsF3s2/C5DF3zTom4j90Jz8cDXeUAN0pfX0jDdJiWUq95vTdQT1r4OF7LlGhztl+urL7rzVnW7n+NzHNZ9juAETr0uPYj/BslUBmCxwSmdRK/ynO//of2TBpXdvSV9of62YdRf4dt/Wzrnm33jz13a3wXYBkWZx2FtXhJoxyzuf/zAom89ICb43K5S5xQGOacLpRlG+Y524hYj+rCkLeHkanUVh2AQTVno1nY3csyNjMYe5AZbUdrqhn/wNTGcmlTIA5kPatODTT8OHhDUO1j5nV8JZYP3gTZ+H+mzzg/luxz3Dve1yes3fiWLOSYF/8CcjL7h/pXerL4+/Lce/vvPX387vHj77vBO88kPwl3zBrBiuNSbYEE27lwAZoUKY+WFgkJRIchUB2TGcH0G33TE81Hcphs0Em2a0pXaid+Zp9g/0IioZSGn091HREZ8QDol24+jQzgRjtLbjpSkZUdLW63iCsF1h3W2UPm2C31tC4uYectcMCF689dwcDqgZ9oNfwfLVv2x+eUv5vBGivzCQYA0/cDEVMnRPxTN6g06yywZpX9cDwh2abDLGZ/wxJomOGBnA2qaROkb6U8Jk4wv5j0l8wLf9cDn+tl9K/Wsg3bnB5HVZkm7HYJzoCEAS25uo4ZYxiA2rS8y8wg+5JlQ+G5Yiic2oMHk3Kil/w7EUnRqvG34Bzh1eVL6OGPtCQqpcWUQqE9SZ8ZPAX/kq1w6SL9nzNC4cHX3ofypdQS+L6G3iOnEuu9D0scxLpBD+yQY0Aj0IgS1gQFbEs3FfCCHbGItQfOAj970X3N1+4LPWrth3dQnLSpXqZazAmJxGzYQAI6AglT5Cn1MMQScTZi9ZDTh0bXSiFV87J9G9xclyEPVlHaZM1HY55Sk64vStkHEFZRcyRKYdvHPEEYxR2K/1KfRs2/Fa8KirvZLLn2xaAufvGdnUSi46Ur9kk4NQx9Y5mvk3A+qopDJpVvqbATzqyUwb2Yeh4TPDBYuHsX9F0PQi2LkJU7S5xXOZEyYLGOjP6xjLGlsy3K5EfA9QzV+e2y5kKKx8u3NXL/YI0iM3MSnDC0e0C1sSyr43D+QnvNNHnecEtJUm3iylXqkLo7rAyLgoEgfh6IIYpZRPBmbKYhIbOJIrIQZJci+lhVpBImhecDil1M2brkv+YsHTnngsgF8yjN/ILgHgVt2FX8gs/9hTMkgRFedzrwHJcZG0t0x9wTBA8xXl36SW4NLL8DwVm2w0oRyb3SWQmhbd/GRzWABpiZDE80qWQOfZfi0TLi8qMRNjWj47JIXmnRDc1cLc/rOoe6g9LQti51a9OS45jfwPujzzMJx89OHN1fhKbs/aaOXV4Tv6O2PKy38sdnLW7xsaN7TJu/V48eO/Uat4C6hlN/V7wM/ePAvh8f6jeC//OtfDr+9eHH49dkLvxnC7wW/fvPOOtmVZfNclZW6ku1VtC56qjaSM+ngxl9lyyeeewE2fhQ4OORNCwRx3VL7aSdUEIc1LvqmVLengMRfdTCRxG6JQRLnvDWR3JV8d08+e6AN8nvaCDZ/UFbr/sM3wZmE+q3yNF7Jil2csdyqS/9sRnBrWiwhQAeef+eTMwKQj5ZpAlObdu80yzK3eEcZ6qb6E42Pf+NI5s9A6zTSqa2Ovjkok+TOyCfuG7/YXPKlKwuf0MWHLnQLHvXSAGIqoCthhu+n120g5QkllmxD7KXs3caIVzLEhvbmpqzDV+Bub9pW+SV/8cAXe2C0w9Ey09bzpoQ2aETAsd4IPlZ31N6PSXYhyJ5D54mRSbw9Zvp1ermIxOW/ccmP6y3yJLTktgTyuUJb75/xmmz/jXJ38RSv+iMV1aNvx0WH19wUNvBJzJ8iiR/4Asc9zV9I39NY7Af2Rr0zbhwXJT46Rqx8V2y0ljmEyx60aLfbIiC9kmE3C7ZXUZPQ1AeSdZTCaMg8EFKJ9tStx0rDOBUD3HfVmO+qffuNX7/ty/u511p+1yE4n3f2wdu+mvc91LyO+L7y/M7vfT345/KIlrdL2U6+o9X8D5orXgv3SnO7/9Tbv//x22+Hl7z9qw3kj1rY5/OePI4o5yvGcqxRcFk6T0x9ZAJaKNMM+mIKN1DKv2CB92HSzgsYeNF3peEL/pTnuicdC0kD49zplrHEnvuLAp5xSNZIA5eIJZ+HMxEbnchCB0F6jKic5GAm/Q8xAUoO9HqqhRwJN1sQI516knSU41IrVEyoRkJbZD7tTWBiXlnmHkA8S78X7Zwbhuxux5aBHB29EYyKoV+0nQZOwN4O4AQpuycE0JmwGFrvFue82Bd/tobTsWXBs6PnNNcF87ke2Pp3m295PRZ1nhiY/6qNuZ1NafJ8UaCDsqNtNiwXEAjaB4HWTBtOOjyk94KJ1gi3mZYllATwFwWKSUbRmu8H5Pp62ao+VQcL3akCpNedywcl3UsKXpnyAbigAuBnoT590ObrG/1cgEae93e0Aazfhmcz2A+Xq8Oif6OLwqfUrD46NoX0k35gx9BCSnxsCGk/yDIYJZMyI497cyoI33zwbz7zVjL9oDTqGL6RTFu90j8k3iphWchF/5bjlPAihLdtgRQBcze+FoftslcHNWTiNUH02w5siWzkn2ojG/bdLPpcUxXvEVEcqbFOEv1nWhUouD3OCSZ+l6rjCfWnTbZPThRA6LPhFH6uf9PUqdPho/4Rn3bglOtmbjnyuIlUR6asOoRYYYF12jUUeJIh9BnAOnTbDrTxsW5NuclZsU4pgJCVNpxsWpgNodV4ElTXdfESmU2nYceQB3IdoPGxBjs3+HdwXwpqb8BPOteoU87vyY19spO1MX1KYRQH94hBkD22W8G6b+wYXaS77ElHVMNuIxgbTV+mOeLU/i74KHTnd4RHb7V+y9D9SZW5+yl7c3bujpwL6OKBH+mBywbwj/T+LXTTqXTHcgvyC8nv6oGld/cAOA0Y3FAQPIwWGQPXGFyMo2ZBLoydcyx6P/FIpoL1KA3HAI+7EclzuuQR6ZgHyXVbGhJK+mKJWTOS+UbGH1PWZ4t4cna85csTrfU7dx/15u21fu/uYx+Cg/v4QbD3HxTXRjCbwywAsfijf9ujBT/t+B7uaPHPn0n0m6zaCH5w//DwyZPDw59/8nFf6XvaDL5z/4E3jFlkvS/a+/cfHR5qM/iRNosfi+bJ8+f6JPSLw/MXLw+vXr/V5xd5Ejg10v6eS17ekj34W4ds85u9tjM3a6s7vtn3cTFOtp/xdW8W8vQvGxt+Crjww9GV2NrRE4vUxLBshxpz64ZGOu7hOy0+X2khdNQ3wl2RsFNyHYLhCVB9gCW0Nsc6gSdQR0Nm5Y0g7QYpYv7FYN5COs3JNImQ5YA/QCV38jxoOiE+37Ajs+QOKYAmiQN9JJ3yTEAyCOW/C91o4Sijy2mmaAgsRPvelMg4uyXdHKO7DcC+WjxdMQInTHYmOQFM04QSWXZTwP5DD+ZdwsUDP8IDtEn3X3W9uomO9NR2C/YtbMx10NfDftw0t9MXO7F9yzeusxKU8pGpshFV0iR/wmtxLuPRIqgK5X6xH/JSZ+OxlXjqvJDRfmgfgvfXHRphB/0xT1332I7NbAIz3vuBLH2p5L7mMPe0uZk3gbQYTJ0f1TWAuTEcl3WwKJEhAr+V72JESZBHyVuivRuyAZN6jytDYimb9ZOObHQ1xrFOcJL2+NaFsVGGavOXjUM+xKzjbj75fE/t4IFs0Ec4tdGrTz7rCcKHitn09SefFd/zIR9qUSnr5j2/icJrwT9psemtHix89vbN4RfN737jE9tqUx/FG0289cuiex0yCava6niEeuBtYBZtqoEWBZShj59m3h6bgSEn9RA/GiaALBz8TbfIDA441rnayr+hXXQ376A1j3QKYB34GBmU1v5WXvXqzdqW3zE8MVMQBfII7kB6xisLKPJDi1xvQit2W4em0uSXdHjhJyxTmFz342dVmFvD1/2DqcNlU0pA9xmWVROWtDvqZzE6NmDHcoDvh/3gb1yniV1QJzYnRGPDomIhEBxZnxu+hOdzdVzoNx44VU179VqsHp9oW9DMB1m3KeJF8NwOEWGM6KKi6ZI7Egj16uJEwhzAczRsMkjJ0ZUPfNP9meLzxrfnQkUuKfo+gnPUl0P6WPpEauCa7zx/eKt1ideH91cv5EoeENIYIy73lRqb4ed3hd2X+tzPpqsv0ZpHNCTeVlUsiS6rL+ruazr2AyvC5Wsg2Nr2NhexjXa/SK5lk751oK0MX9yaa4fQXtm3Yc/0HQl7oG/TB8ZPuy6clKYE1C1jAjyTR6fkxLIS+RXFnEX+8HQX9VR5Gn/K0HN1xlrgHOTpVcOdeVMP0bboJCUZVUfwU1VAV2uZdW1A5yC9phXxkDVMacgAhGecb8IPwthFR+Hg0skE8jkMGWjl3EEMgG2ENLYiZMGNslg2qMI1ScN/l1i+cl3GZyR9SPdJL7pcmB2Dh9kj8RmGo2+jqcfVjLnqnW1f3ESy3fUZWkyKeYuJqdNAFii29OfGh/xCj/pXPqCFr4twG/8NuZtEW7T1x4bskr144Ks9cNkA/moXXgS0B3og6Pyp2B36KeQKPnWslSSaoCvq75KpQef0MNhaPcR3JjYycprfCeN6EIPAkyeNYlEBTcrmjt8TiWgNxmidmPAstCsKyew5rgevZjG97FsLWmy0VJ2wSbTcPOFjDozj98q0juc3fUl/evfh8P6tPrWsTd/3+t3dd1qEe/v61eGd3rr9oN9je6/FuY/63btrbfpe19u/n7Rox+eU9Q2kGIlc5OtmjDd/eUuXp+dI8+bMJ60A3mWDV5u6j35iE/jnw+O//OXw+K//cnj400+He08eH+4LfqUN3ystsl7xqeifHh8ePXygT0M/Pvyk3wl+qk3gp9oMfvpMG8GyFb/a/zIhuqXeBdXJvgm+31JgE7iDB+XBFDZjVX9eSBSOIvRCr99gEyALwqKBbmfGgshs8ssfloXsoo9xbUJMHLkkaDtsOKOX3/+9Ugy/C6TIOtELSAc2j09WR8T3O6NToVQrVsr/hQh6/+yLgsItaPt7yaY8E35Gfct06029SLLaaS8R3KwH7pawQ61yjj5hB/1ZIHyhI22NONyu/sLZn6TPmPRZOv8BiH0Nla8+pzhfwPI54te0k7Jc32v075u7fQPyZTwZ52sonYCh9Mn7YSrwIDim3fIftfnBOyeQsyc/18y4XsxymhY0tNsyms3iz/OabnM6HiMQdFzuDduU3S/XRPBdknPfTn/mP+I+mDd0uvBd1vRXsbvTPITFuLYN5jkGb8l+93zGBhaVMxbzYNoj/TTFo4eP/DYwY3O3fcZfQrfVGPsZbUXlNy9+UMKfYAagY/jU7Zs5hcBRMM7A1lAAOmQC9bbGQQskf6GI/dBqG09Y5nShykeXa/NXE059kFkbvNr8VV0+1OL7Q42dD2XAI28A87avfudXB5u/V8Ixe6HamYfGFqUZbwUUxnOXF29eH37R55+fas758t37wzthriXDWr1gz/icMlXJnO15czJgFEQ/4AUKwkjJhHpGpOwLDQTA+ggmPIKJFTQSfIy86kbtoOFY37QkqMcuBRKtYvCWLPEM28XOprv9Z13NHx2WXaVxo0BoBWxwIDHbih0CcR5/squv0cTCS2/aFFJamgR1TiDndKLpdz/Am3Cy2nThC0/OAXd7bh5iwjYGtrYLO4EeBz+giZ0n8HDQ9o4WAEHAtiO4YW3XqTwiLuEP4gHqf25sbZZggPdQTXI2XjF2Rleq2m4137PsRp5pmzcz/yiKUw49Z89nFtTk5VNFWedwwhWWjT7yZKHTmHH97vDp/Rt9PUKjkfp7tnp5EOmeaDQq6dlzHgNKH+ZeU9c3D9PQm7p/YkzxOFHlQCxH2dJrLduH4NIfqUcWncd8PfSSt3/Fbhk1wpHeCbSX7kdAKxeVO7Q3g2zszWSmCG13czPnnD4l7JyV3T+ad/hwT9IJp2xJbyIrg22T0zeUYNCkFBEP8JQicDfI3Nr8LfJHKo8At9ZCyb6Ym0Zyi05tbsdRhkZaNGHWLmvmrPEBAe7DKSZFLHjmvyiJUlen22HwkTax7SVVvnXbiQW+NhZjlnXXkuHyiijmSQIMLQsaeBWGJZVvBPABMuVXnFrJSsQsfZcg1Krb1TUraMax4qFcp9h7MXql9zhj+bQh/m/RlrYSVm1ri7whj/nuoLd02MK8dqoFt4QwFEvqd7BaFjkcUsetyzPXByYl/yX+GPZcEhcP3OCBywbwDQ76lui5M/mWcn93WVNfRUfVndVsBx3XHjyThUx8JzELa3WYjbPPlOk8hKTn/MKcbnfOL2k65PAlpUx3zrvCRFWEoCHtAznbEJviiyNxg7cm/GJm7kIhkDk/NQaYYJ0YEMGJg9IZKm5jdEiQi2Glzd2E5DnS8lwfylq3oX0Kle5OtJHI2xfcAEkuv1ujBbaP+tzeex2flPbmL59X1qYqG7+88ctmsDeElf7wTm8Ca+P3E8f1Bx0sDuog1sFtVd8wZYFFtmnxTwWJMV7s03IY7UqbwNd6s/f6eX7z982jR4cXP+kt37/8fHjy7389/PTv/364+rd/O1xpQ/i+Flqv7umNG20A88bNI20K/6zN4b+wcfzwt8MvT58fXrx8dXj9VpvSLEbrz28Z6d4O79hTOvXnqdkEZoHO3rNpdrBsJMSJ4cJ0yqBDMZ986rd+WfTFn8ZDo2M/WIvwsYVzFIea+oWiwSRTAlLRPzaetRAKnU20QOk1INZSdv8eET5ooZbCKXaM7EiYULlT9hfrTO+yLhOoLjttr90Qu7jFbgujArusaVY3m1DwBnU81H9mAnEc5+UUVsbHfnEIlBZyrJD+L5O39jP8qgOLSd8Ib0mdUiU/hEeC22fNd0QwAXzzQf+AlvKZ4y5swyYektCfQG0oyTYlFlE+7E96h3ii38O2rD3cl8Nu4ytc1EUZrl+ZM2VE2204Vk24yUzrFWof29COi3GTncQ5OaPn9JruNGZN9zW5PR0Fw4FqB/YjSXsA3PZA/wyzx2wU/u0+Y5C4kqCZjlFZuaagXddNqRg8iIeIWHJMjLy+roFvQ/BbaOwQVLKyFcaGBjKhV2gd1h3QOJsEAiV8o1z2D4IkMG9+22iNtoI16HfIdR806gedMgV4ehudVS/9tov7QhY/NeYQnBdl8xMfHRo3eWvGNCXbzDsn5LWsHfR3BOH/1IH7WDSpLIzF/BTDA94A5msmmtO4zFNbPTYqPjuGA6n2RNLq4mWn8c3KfxAR5BOdaT/rAGCSZyoWuhFUcLdHQ1rF2KZruSkv7T1fSEGqqoyPL2thXRu/Ou4rn7d+7x4eyQePlH8ouGMR8yYwn3u+J5xmSpkHIEg0WOKz8h5PZCJfOWEu+fTli8N//fLL4TfFr/m6jH/31+8bYwUCRJdWyplWidguURbqgzeCegkBSpN2DFAJ0grkmmwAjclphVdGxXDAfnCxjHTVTdCLXNFHvvCkqVfR7B1VyoFLPvSknRdjz60gNFZyMQuZBNIjX0CiHGMLxLy0pQU320YazBym/FCw8LsFy++98RIMhBVog/rv64aYMOcbVhwj6uth0NvfZU+bhfjji8MykAvO7W8yCXtO8Qzl3znxo/V/5+J9lfiv8k23C9V3eh9McStd8rQF0aUpCgdttcthePG3uAGfEuZzHoFnAte/L7ruMcoAWfRFwezNu7awJe/Lbdrm3acKFNqZrnn3eBp3XvsQR6fYpLMKgHKqL2fFPEyDj+kDNQtRXwqEL5G9VpzekS+N8QUxD1h6MIn7dFeuok+f9DUJNn2FZMMY+FizUE5C+M/JRaA/77IAjizTQFd1yOYvG8H0edA0V+iav+s6EoeM0kC5XM6hDzrkEThzICsQJRRadnLbc48RTUU8p8k1zOPShG9ZoW8ucchIXxvN2ISKgfdhyW02NBRwzk986zIVYi7mivZUpg1Cc9Idx7FVBkfBRG/BZVyn0DCnT2k8gt+aCcJTBdwKUX4LKsWLxceymgVMp1f2CngKN+jTIEe7XNonnJNOGHSMfnqDQm+RVApIE8FINnl0cE323Go2klqjnS68pOdQsmbQyTRK+4CoeG3AkibblkKVazvtJ+WNDGhIdWhfVLECNqmuETsSjuaaOVsC6Lr+TT/BSbZRjjszywkslx3X5cxU/AaCUKlgVf6jXubh/i4w6mGWaSLhjI4NEZw0RpHPfxGRRf9yINN9CBSCtw5YV+qEJx88CQFOhIEKg6jmOmqmUPlsXTwWtNdLhn6iHvKWskUDZdszDGjgwzJDzp3aJ6dobsKf4gM++/ykXbc39ZyqC+4P4IF7fVH9AWz5hzaBRaAfEb5b/WqEnTth9PTR5dztiOjITZAusWk7XvoWpcg4qkSyBU7X2XxzvI8pqCKkJexTDtxAh2Nkm30Tt5WO0UNZd5koe2QyeZ8tskihdqClDYwOz8RJaxGulURk+QfyoiWpYHSdsI2nXC1KTZO64tbkrj6ZxBvA/KYvn3V+q03Td2z26vjw8vXhWhvBb1/ozYvfnurtX71V681dcWqx9pN+6027xjKHzVNidEgmbUVp26AIEzLsVrpwoWCjWPQ0LuRoonGHz0prse+DbtJeyrhXPz85vH/2t8OnV/qk07s3h4d/1SawNnrvPvlZi66P9BvC9w4P7z0+/Pzop8NfBHv88PHh4YPHh//49N/6Td+Xhzd6g/kj9vqzT9Kja9NvNmOHDjatXXfyCLeOWNn1FVNjqcsDVrYuG7CVlsze/PW1T6FPBJd1B4drfb8KL3Zhh+WQBuSz9KOLN4DlVd/ICie8f/eYfscXKpMpXsC+VtUyeZNwiBwm49yuGt7xhG9Qx5IB1ioaVjYmS7/QKWj1Z+NIVV4ESQthHPSBAei/+CCyvvlZBnBDEc9upJefMdx2Yq8SmJrTTC8JTQ/aRIkDFkDMpuHzZB1GuQWwP7AlYdU+is5vRXHtnwoWHV0Y7XLJfha/kz7FGLhpzpNM2C5H6ixlbusnMtdp087wTgt3Dt1ke7H49jQupOewKF0EbCm7Jbas2UTawVmjqetm3MTInWWbbhZ+RL8AIJt5F0xSqzazRX6PPMbjjFFYJdJZlbZYbF+5fdOz0n4XODb30SY6b5qI7uWzxPCjkJh+LtLcwWCLQh5GIEFOtIZXb259w+DQ2JwNL6x7wbRCWISuGDX8lEny3cm1bOI+toKiK1DRKNv12n1HFWXDOPNtUN8xe2oei82U3j+foIGL+QALBCwU+KEqCoML5lBF8JPW1AV/jGFVYHSN9uDqrX5TMpqmxaXP7dw63tKusZ+fa5u29dI29FygP/2ML/oAtxfcdib/bGXHeXFYk5HzodNikzImoA2mLbkHAgbAOBDUVvsaCnA6dC3ZX6Ij1weMliNYSgC/oG6kmuMpzebvfdUfm78PxPhAQD7zzBu/j5X2xq+42ARmY9hv/irm3eh+P1oiMkaJ5to2YoM1eX7DIvpvevv3v/7+y+G55qZv1cbuXOl3He1XrFCboRz5J9LBXwV8wOEgufwDUr6hhTzKB4Cs8JE3j+NFBzDPd4GLlDy9XeLigUZ2NL5qoFWb1nNQaKDlr2SR7wDcpRawf6+385YvQorL8hUhtU5qloJg5V2XShc6i6uxG7QtcUIp5f1J6EAtzfght9tHdCJl8KAadcT4EpwtI99BcJslTHWEuUYkt/JQ7sH6WoAsb9sjqOxv8Wdi+JFLTGh9Kd/C2PgFIh3F07Btfsja0DX9JT7vga0/z1PfjLW8ahu0WP+p7l1Paja0QY7GIZFWQdvKAcE6cJ12PYca/EwHwZpnyWEM10oOK0Oh8mZBKVmftyfs3sKSt80+LfitLxebUbfVsM1Hzil9k5aTNi00pPYNP9Iq57ZO/JzQiYrFRB9InbH+oB+PVz+gL5Dxc1Te0L17+KCfkeLnGTIc8xloNoE1gumeDCnc+eszZEohSQKldNgiAqc5KV1aBQNQ46fSPO9mHL7UP3YbVnH3yWYTZ2QhowNMnU6caoGG9hGY+1YRtl/WHKdz3cbmGGpK7PY2xtGUbPG38LIr+amdwqewKQGWBjGdaWt9RFYVVBGp5iioaSd2JVNe8E1jppGZqVtaw7AIGLZTC0rnPz6tNDBCRckoN/vBuOUkmpVFxbNE57EL3ZJaazd8BzSs3Ct/GZwyL5K3qT3WTeFL/WxAXxf4EvQSb+Wjn78OSYe/oQte1gi4ypsxlC5SThO0JO9cCJlrBG+2BpTizpaEkmkDlIZI/YKznApu8JInu/gw8KUfBaugqGkKUn7rliN/mAZs3x/DV9Q7ZUPsSnAAm3NrbbCVxJaBosfs66qBgdHoYwL5fMr+o17wIbOUEdllZ8WYC70PrnmrjUzfvQ+CIoT2RBkbHjtaDzoVAPLvaIMLxXIWUfd5NjMCF7yADaL9sU5ueuD6OwqASu8KS6ErxEcrbM1/IVjDzWIfxF/2cclpH1R2FW1x2/yK+Exmrs9tVcy4MyIuqD+JBy5vAP8OFbXbafwOer+/iuOOyx2lek86n1MdULim3nFlKFgdjNIbkqEN9IonmZBvmI7odvA7oFli0nsaGxMcg8aKCh9k6JuswC+0iMLBIP094DhDrys4Eab1kZknuEBauilWiqOubl2GbughG6RamISGty9YQMMGfrf3LW/46tPJr549O7x9/kLHy8P7568O1y/fHO6816Lu23f63PObw7VobUppoEx5K1k3QUp70UuF6Kf0glfZXf4Y0jyxSgYwQ5Ah9gdJZgnsK4NCvr5FfX39/vBSk4+Pb2WnNoaf/PvfDo//9rfDo7/+7XD/L3/VZ6P1W8F6G/ij3sa9evDwcPWvvGVyT5u/+kjgnfuHZ1o4fKO3lpnAAOPmUOLt73GHht0x0aalRCTx/RSwUU6k3bPhm0VrfEkZcljQxLKbRA5V21pVYMpMqXMmgwcSXPduIPKz9Pg3gFWH7P9ar6mdUcqC5LdPhw/a+OU3kfMWdOtDZmhItc6kOc+4BXo61VamHimTTOQ84kglDzQaBp5yTaFzc9zpiey7J2Nf7G1l+3YEmv6PdFFN5QLnTaKtABw10bWeroGZvGFN017sPKIciDtNotOzsCL98qiF3kbC59DeRt7NNOeKijW7+AbumTtwe8ib7QnFhneTPSdl3QrPUX4P3AlD8YlRM550Oyu22HbAvgMM7Ox5iGs5Hc9cwBo+6xzMZRs0gU0YQ3x9KxX4QhctLXvRCV3K0riOF5rzqbZg1qW0wTp9rrjzyj4bm765bRS7kqPulHX/Vjbm04YaS/lqCJu/9YQ4aejSF4rf/X1kNsxyC96bd+bRgAg9m6bo7Q3hzy7I78TQY3LKJYs9p9I4rvLPfiBPuVLBwYdnNnTy+wxW2qygdZA2pRMBeI6iyYPh5lXaTOHJxKKxxHDAyxl7IjdzMWW6HZqFjKlVH4kBM9fjk5r3BbsvXXz2+aEmI4/kg0eahz0iLboHwj8QLW8HQ8/GL7XbG8D2ofK8JUVg3oU+8h/0UOIr/eTI02f6WQ/NT99+4CE+KfIETFJY3Cctnswx44P4CDmSpEygkFFu9ARHwaE1SBHB1IL1A4yBmlV05QtF5jM9tDo6LWHr9JyPNPD4oMNCX4vxtiIyZ3PbNuZ8vfkbXsrB9VJ2VIz8LjuWD5WeaAKB+zhEZrC5Eq3Z1K2b8rcPkBD/c91HnttkiV64cbUIRoMjGduLdBX1NbIXA2s4TMv1pUzZcKJ4Kx2dgX+W1/A5Pocf19vMcEn/YTzQ1wEGOU0j73byXa28rZLNtThnz4k4geMSn0UshV1Dzxd9j3ZP4YbOncAJurnTOK/8hMkn5Koy3Q/rxNjkL3oduN/XJvC7u4d3b7Tpq08/39eD6ld6QPzuHX0UWkMHpvLWb5cg7UQ54JzmcOxUYeFMb0f/wBSXjpFxx9yWD7CltSYh8AVEJoQPuiUky7kRHcPQaei3+YYRr0Pa/iilka2ezCx1zZlc4zveo9nCVv3mpAwZbfkcb/kXB00YMVtUCxkolU1+xbUQLCUFkFyXEgih4yVnyQO3xodqOS+0C2xKnWeeCG+T3BG2A7KkU/DbqBFNl8piWlYDhbd/8WcSI/alL+6Gow52H5w8T42g1Eant/UAp4J5Eps+ChZisbu+sTj/C84CFhmIcqB9dHqK8wYuJqZcpqF8JApG3HmzxvxVeSGArOVFGXwFdz8Co/wUpNPwpZdYQ61nc8Kkzw82asOGxirEwLQjY6PP8vtyHaM9827q08fg3STMJ5IIOYoD2PB8UfY2Hln8eqwiuL7nTB8iGBW5Cku+UfESRKS2YaHfYpb8Xh0s2L1U1wXxsY17HBfYxQO6B7844eKBiwc+xwN7nXrzV+deI4EpdXJ3XgPm6KgZ6D0KwgNRySVrEB05qAWeCUQTVKwoFEwewpqYAWyBCaVxuSlFZ7m6ORLoio1g3anw6eb3Wlh7/ve/H377n78fXvz6mzZ6Xx0+atHto972PejN2SvRQXtHG6f3iMWPPk8aLB+dtfmLfulZ20GeZb0YTpxyYqFkWRg0i2xgfnOR9T1lrvV7wh/0FsgzbQC/fKHf99Um9c96O/nn1+8PT95d63eC1bE9YeEYOdr81Sbw3X+5c/ioBUPeyuGzjM/h02/JveW3jCUPd9hjLFjrkOm2IQaxSFn7FTbQ1mGuQ08OkomNDTsejOGdgxQppGrsDXJ1KAraBPGKYATB85nqa392+r4+Z8Xnp7MQGB3cxn7SAiwrgSqRnn7OZzk/8GZWvwFsUvRWQK4yrbbBt47F61IQl6+IAlNCYdK2I9bEFG6FI0f7D9TCB95qfCMBqHQ44pT8IB6JtfwBLptHfiRKjiLXLaUgPfBLYi7fphgLUaW6bzhCCJBybTAoPGF6EGolYjQv1pWBtmnJboReshcP/BgPeNzYU13ttlFpz537vHgWNadXUkCcRK4o1xl4dq7HXINCTrj0h2HfpntesBb+43K2f3aIijLb3JZ1/4X9bP72W7/E86Zn0/cbsCtZ8hH8/BmO25Cnp7/4GQWc6BGYoUx/K94W/AeLaRYclMmffpw2woERMjZMDcTQnI7aA8JGoH8vDcQ6yI9j0MUG+n6TT/A5iQWMrI4tTylnlhhslrOpixy8N8WfN3FlBpu691VHDxXzm7984tmbv7UBzFvB9yWSTWJ+G1jr79Sm56DMrxzQL8fobNkup2D46rXmas+0+cvBRjCzSL72opV8UetznVrBzyYw3AKLx8UhbYihtr4mXIZGF0RKFU/IYwewxYFkEoZseIqvZcUzrTc8Cw5xojjiacnROzZwBYaXEJ3iFWCkPcULjJ9uad0LfWiHgJjjeV7kqm6Z9LmgprJ91gq4dWFzshVH0/ocfs4uX2WpP/KL4W1ljHHrc9Ipl6FYvzr6aokUmtBxcpfzH90D5+qrcWl+S0mU91ikBpt2k3MIQOYehPZ8u9CE9GGSZfm34zyiKl5Mb6nQkL69PXB87zBbh33r/KJdfRUoOrJvEmbPdF8lmHTc1Vwin4PWT0DpgfJ3b/KQEVC+SHHnSofXC7CJ2YZHKFnV1ktIRK0tpd9EbdGJW6nk+PqA63ziQJr/RATO41tVHnwExIFz+gt8Y35zT6dd4IS/VbIsbEPN0xk74VZSvoao/bKSIdVtxYBjjo55bKL+57C1+EjGTPxPnl58ldQ2f8o9ab5FTeRkc9P+U0fhTz7phYY8ufkwjQFFp8qrlGJqMjnOzjUSRmjnPLSrPEQFsoHgQ5DsPr15JsGe40mwr/GSNzaByS9iZVPkY+t+WMq0j/8aaHQfX0TpqwKfLat6UwHyJbrS7TIgi+Mme5Etqu77iPlaA1HBSup3i1xVVfRW4lGjYS5f6s91aYamVCw6QJRjFaoMwI9wK8JL5uKBH+uBywbwj/X/rbT3AHIr4gvRN/fAMh4t3fkySGkgWwg8IjB+LAMGo4EAomm6kGsQrYEyQ2HMhndo8d3RPNgy4rBUVjE3NRqBoIePkJuX5IGFWhoki/GZjUDDWTRS6kpvhd7VBug7vRX7Qp/Ve6bN32f/88vh1dNn3vzlN4C1qqsNX3F6EVPcUojtDH7IwoK+7QG5bPoGHhoR2lLRA3DaicirZOS03NiYHLLCxuaz3wpW/P7D88On95rav/koe98fPrzWJrXm+Xrv93Bfvxl8T4uP+gildoTvHT7ot4NZgH6gDeCH2jD99ankqex8Gsq/zSMHXfPJSiYibWuVDNXWP04k8DzBwCkmKViDIVHIdbwGdlswPlRim2iGHOnyPzppMWR0iJRNbcp0T2WkfGwCW54WRtkAvtZB3dP++AS0F+ddxtIUkZbvE/mSYUHTaemLJitRJ3raGvZUVrH+yDh2gsyXB0TklRP70rZIgT+BrWshFmA85tgKUs6vTgIdQV1mWwoz/5YBXcsiXo6mbcnCjeRINeTGmLopEyzH5p+pBwTGFtUY82baAkcHG05mJBpziS8e+MN4gDbcnwC2UdVc+zqj+XJlGeyLYjJ9au4T9Dg5ycj1sCZB17lwEn+ezSLhPfUUccvl2h0mjMQ5i74/zv1Jq8F/GkDooWabvcGr+QPxeOOXTWCPoaKmT5v6JHidx2+qu5bVaoibnrjxPE7GxpYD8xZ/xjFZzk23QH7fFLb2MeyZ69Gmc6oy2Ly1b/Ysbl90m7WESQQqKPtyMPYfSwJ02kfFsOJTRv+yMH/2vcbXmhfREti8ZduVTWDNOvLZZ9WNP/0snDeANfd6yMGcS4d/G9g83q6VrXkAkXKgKUEZX+2VY1OXTV6Nca/0MOIvv+rBP/0cydu3mpfe1SxPc59rfaqzHzmE19NmxAjafUek7Z1NWIi2YU3XFo1YicHFxKoyRE7KAKclrmEdU0ynXW9Kd962Ru/AA1Om8wtvT4PoW0jTBqITBugJzes20cBCkKW09juE1DHT3ikAhndpX0oL0Drp1/wnQu4lkNmHhZNHiU8IjsZBBDEgh06YoYG3ipfr5Aw55aNAnxvEsnj0c5mP6U9fh8e0F8jne2Dl36ruFaxEnmozvh5ogtUcHbn/E4bMaMu5ZBA3y3KTDlPJ6DZXAiW4/+DlWnD7mtomSWdzMtlyih2WKluwaZG8UP2oVHzRFt3GCmjbR7ehF22JX7Skn3R+8uPwrRgYs3QnrLGCz4mpq/tw5/Dhrfot92fwa0zT+HbnSg+Lq19jszAHleF3iKsvg31rb+ep2ZgXW9bl8T04FEYGN9qOGxewyNprs2tpxznzIB6TZ3Qa7gZ4lJ05Num5nZXxkmnbt7omzh4RsOtLyjOJcrJ95dhmrErpAvnyRF//YV8dc4kHDBE68Fk7DdFHPrQF/5wn19+q6Dgrfl2BK7PUtehMSqMkmXZAHUXCEm/lgaeOmqLFAOFCbH7np1PDw9q5IiBL5RZ4YElEWRFOUTeUxos2bSXcQSvd+Jm1yjtAYXF2IQeIUUtY/LfA0j2s6RbsF6ZKXPdajlvF6I8kGxNtcArQZ+zMb6eDFlTHIKvEXlna2nE9e11ZUHTPepvwpjgG3UQ18KMdYq+gjA0djKt6w/aU0SubTeK4ywUnRe08yPbnF5UF/sUcxF3CxQPfzQOXDeDv5tqL4H8sDyy98hi41FN3Z92Dxd5YBP2WB7oMFHhpkb3ymcCN8UDEYlgNrMaMtIYwCeRtXuT2JjDDFoNbBjhpExJ51s1boO/0lo4+53ytzzm/1Kbvb//nPw4vf/n18PaZfm9Xb1hod1U3RZlsedJj48oihHQwjeC9QOgJGnR9DELpXjGGRuWaAxR9JBE59jWbXZRJZcc2/7bPtT7prE3gD2/1Jq/K9EBLk4+0+fnor3896Kd//dwnG+V/ecgG6RNtlmrDVAuTLBve4e1fvfn8VhvdH3VzmLd/y24ZkTrCg8Da9rLO/p8tP5ceJQqRsu0Llws0KqbQHAu4U7JGvubP777cuzo8ePjAG8D+DUVkyDZ8xAZwc32sT0DzGWh+l7G9TN26KIpti20Q/mT5kG0ilwE9zip2myt5QPMXWs7FtgBuSLXtTWZdKlP/VuSQZ4PKDhMrXbDmPY5bOlJKkpNJJ1npglsm5ZUNOGHWGBGhP9Z1GoIVPmzObNNpnpQNPPpYuT2t1xidbOtpMoRdwsUD390D7ktp5pu26Guba8rXbcwYbbbgjfOYqqsm/fItTF7pWmUG8x609Q2iKQE9R1+xE+oo6bJxBVbZKJfLVpSWYQNuI+1I/HcBtG+ZT3RB7XHGXd20+41fbfaOGFgdW4O63D0PanzDO++4XIAubzIzKFV/23Qs0tqmAuzKaeI/YkwZXd/HxrWPlpYgT6gO4nvG6GAoM0c2ALMYE5GcRVMCqsmZ1ryld6veXAVcvhaD7tr81UNWzCay8cunnHmbV2/6+tBv/KpK+N1fw4hVZ/wm8H3V1T3RXPnIxjGL8dk0jJEpU6VF5yIqvqM3wO/cva829vHw7MWbw99/eXZ4+eqt8irvlSy5qze1rjWT82c7pzZRZV95t8vtGH/iv7gKugLjYKeLfBHRBO1XMymj/0Yl3ZwtZ7rSC4VeksshmlGvBW8aEeehPlvsS8F1Dj8CHJIYcs0b/TGuaQeDwX6AVHq99ytUuw0qy0KOjrSxBeZNYNEApx59OC2aKgdmIadlpk25FYOaQlNMoEvy4oEv9QCNrsKpcaGvyO7nIKcP2h70BcEFT9ptum6I02+ZxKeiZo+iwoD4QkDc0KErgzzXUkzuBLlYaDgisK2uJHquCDOZTs45PnmChRBFSQNbDA3MZxFhGBf+uQCNQ+JkG3aO8WtwOzZhrkQemWtgdKVP4iHhFPmTPgVNFX7Qh81485ffmsrnoLVRrLWBT/rJKH5egB6U+tJPA0eHxWXsEJP/AfWD+KYqQ1zPVmimnKSq63+CTrJn6Bek0U25c4oAwwzcCMS4m0NzUr85uiXewLu4x4Rci5T9uwZ0lgpKx1XU13qXNvGUU9L1LHqzNqoMBbYBFeYfP6Lc27K7ebv/i6O3+NkrxlHv1R4tj5NYUy+RsfCUtKrEyhkdvSQbuuWVWKGW+5Wyr8idA4+IFSuQIgI3BduI4kYr5lpPEFbp+S3YHm9o58EtZZ/EflayZX0W00Q8X3NHl9/KDyqbCFgbhG7mQ1wXe2FR2Rm85Bz+7KMlcnbgnIMzBy/coCS6kl7XCRrXNiy+xRbkdD1AWMcQAuAWAREzqe2nTutw+dZyqrQTMJBhH/5jfbXL2I6bOE4l4/PZoFOUF/jFA1/vgcsG8Nf78CLhn9wD9O99zK7wYMogp6M/B8Rvry6h06IpIOMRh0clAfNptsA8KIHVP/Q+PLhoAFIGPu5l/KP1iAipKX3LIhyLd7xN81Gf03v+918Pr3S8/vtvhzd6Hfb90xcH7YQe7mmD8OqDaN6z26oDfTquXUiLi3CS1quTEr7JkiHoEqBiJR3InwrQx36zukxNi2zE46O6EROe9V/ePrjSndknfdr5+lqfcv5wOLzUcU8wfqv437SB/ZN+G/j+Ewm4d//wXjKe6BuFDx4+OTzUj9Td12ssLER+0ibws+sXh9faPI7tsqVsyG/lYp8wKpvrA7+6MDoF1cbeKm7ZJkbWkWcKYh3HIu0JlYXFceYn97QBzGetr7QgCicmuT6KX6Ruf377V77iU9hiTSFEA72zSsmtDvCMUJOtY3MEOQYahB34aEaXmCH2VMKqxYhNtOdtsNxeNdnBb+m/Td4lolRuG8TnAv6jnginTATuCd/K2WYZ0k/xhmrt37Wmshcz29SKaX/W20Iu8cUDv6cH1KjT7qXUFwGREt1Od2yp1jzom8/xDv0uaNsh7RJ9HtBjMuU5wdZ9wIxe9f8z4g+YdvmqYjwGa/7CJ439qWceIuP35HkYSQOK8dWXbcu4zd+qqPZrnCstah9pINajgWHYBpi9v8J3fCsdX0DU5XQfr1PnP09U+E7xWGYhaVscjIf9dZK+VFxWTYa8EVflN7UmbMxXQseYFWHtG+QT5jN5k/kk+zxgt+ZsArMkzscx2fR9pONhxxqPH2lyye/+sunL7/v6N36Fv5J9bP5mEzHzQi/SoV9wFQrVCorRXXkvrGkDmIX4t2pnvz57pQ1g/fbvO21CX+mXhLVIT8VLgw4W7VVORFW56TM6WKxOhqDTQTw1v00eftoVubapaZPvXOh3zhBUMVa0Lmf01wxtwxwmeHy4DKk3WC1LiYGXEmVXvi4AAEAASURBVHKUtxfDggtPT4/CG9thtgQLa/XBGdT4YUMStBkv9Cm2XNuBnuUA7n0UsTCH9PqX4qOw0h2s+8hh4g7BkZAL4OKBr/RANbPj64G2q/FMR/p1uiMapw4i8bm9AgFUfdXKGpMWPQwOyUdm+n6nhRNmFXRZDa5GQOt+Y0vcBLeIZ1spt/v3HXlYvO6XzwiXXe0PqGYdp7h6DDqF/2x4dn0G29qGxf/4jweYMpIqd62HvvUhCc1olObh74+Hh0Lf1UB2V1+W4CcFQs1KQ35GKdVNBYGjp8OPqUN8Ri0ttQddYPZnW4iQPqhsOCq2QuVd3w0zxY8+4YmU89aWhOXW5N+GsPwpYV0TuDH+9dVuNYExaSQbHszt1mzTBSYG69hAZS6hnNKeudkhnis0mZzPVZHQdRJPZy7ThDtxqkrc4SObOd8OLTjAOkX6QlNiAmDyEsqFoFNC+TL0aZLjMkC0ktRcy/Vsirm0AGS75YY3bZOW174YYqbEtgQTSsl1n7fGJSf57XLo62jKGdewxMU08c54bD/ibZd0LIbWl31R2cJ9pO8lhem+EMEbPXvlwncrnbox+qTJJ7QWtRUyG3yUlrD8G+MacP1QR1MBim9px6nDgKHrQ0nsUNmyuQ2F0lDsyAPbIWXdOKCQhkruTTJa1iW+eOA2HrhsAN/GSxeaP5UHjrvtmJ9ueL+D/boCLp1/BqFjHcBZJHUQ2hTMXLh7UK47dg9g7uibSFYDZPDoowabpkXGld62uKtBx78B1uQoM1smFnek/1q/4/vh9evD69/0Kb3/85+HZ//1P4fX//Pb4cOLV4crbZg+0o3NPRbdLFz2SiYzLJ6AtdqSSSZSBRCJR17KAZ9CT+Ry+2PQ6oS4DmMCJ14PsMQog8jirCDk4AzLYhQvBn3Sp6D5dPP1NZ9yfn54IZpPWjCkvHd1PPlff9NvAuvNX5XtrjZKD3oT+L6e8vVnJa/1BrA2gD1Fey4VehPYnzqUr63VbwVLXtlCFaQ+4oEYODzRRbox7voeTUAcrl7faqIkebtBRMtvtAlB+ThoTyo/G78PHui9Z96IafuEx2hHku23f7Wp/16b+x+YeEkB5TODzs6JnhbaNsUDEph/olXA3twCi6RoQhR/tFfga95T8UrwnBEDvrf/YbYiJYi/UWixsfKE3Dhr0XuCbGVS8zjmFCbqJCGJgaYWVNDbiG4J67g45ZtFBinlgSnZ7W4iWIv42pwLs2ifxQU62zZjvy49XPp1Yo64v8Zf7YWOj4RfAKMXcmd0rhJxYjmSvqr/6LlyJKKfyPiw0CuV4AuvCUpY4zbxqPcNfJ0tGVxYy0VtkpkfWwNcuAdMoDk9FXIh/oEpjzNVNtJ83pl5zNgA1iZwb/66mLgXfyh0fM78LvvJXgHXIU5x5k/MERh1Ih8d/PVnoW+j08w7J9tSVQWaYvexQw7FEbiKvsCLhGhQK0G6aT2fWDicapjHPkGYhsGDjY4pNwIqHmm4odVFYJ+qAK0H1AipomSdRqpCw/2TCtHIrIA5ERu/93U8FNkj0T2W4CeagD3SAtpjxQ+048sG8D0dV9KfuQHzNB0lOLUluRiFczG2dVo/s46U0V/Z0FxUz/Idnr96d/jl6WttAr/WFE08eiuYj08f9PnnyESIDv4tHtmVrgQUnkeQN1fiPluCiYRFDlTlPzasyWMvOMwmRDcpAKEg57wJgZYtQocCrhIQ4kmfaFoMsTLkG4RPWa80SjIMlyjTmLbohei5WROZxwylFPE6mNvjs7nvXK6jRR464MhGfuTbHkMpU+TY/4bpNAeKjK3ASC9RMpW3LU0gGLb09TAIK9Hwjrd42hi4UR702oAjygvgH8UD1bY+t55pFrQVjzPIaDmGk1U7cvvZXr1bx4lo8FZCFxey3U4r7vRsp68xX0hrmUixfp/B2VrJqySg24Q2h7IgAzGbYJFFt0EdZWeylOeIZB+w0jtLmclFRAHT8cSlS3YmFB11AhJwpUnaQQblfp873NLNmHrNA9Ga0+iTEuZi7eNKY8vdRw+klhFPPZwqnXeH0y/BXPWPed4IVp406sB5fuI7aY/bPHjtORIKCVXJrgFAZU8km2L/ZLqSAdPkm2OGEtoIZXttpkGIGP1iGzGQ28RG3ha9yW+pO0/sdBdjwzdn3Z4E6HjGnU+XNvnZ5as4b4YKZyMqtiCMybWJrtZ3CxPPm7HBRssG+Ltkyx8nddEST4U1pkb5QZ98PIWvl/ZE25LMmX2Fb0ntZXjLBsVmNWrBB+urPGKRJ7T5mgyillPitpHRTWNFndlSIku4YRhJ8rnOYyQ8xW/4yBXdgobMpTZ588CUQnB9zsVA8jcJCC3BqDpq4+eUmlenMrcTqevM/qo3TDlMv7F66RxN0/p5+NJvykJeNrSavgZnSTMMcvTyaA6hZdqXJasi48ep6m/ktwkZ4OrGkDamaKi7gCECmDwp6/KpmcgEP+wwaORgG4F6se0DskmYQCVWPF9jTZX6kL6prTbuEl88cMoDlw3gU565wP90HshA5J5013b3v3TVJBQYl75V2Ot3R2dc+tDlflyxVSvTC3Xz4IYs02HqYm517pSySgpOm59XLLrpjQi/zfpeG5jcrnATgiDheHr/ChvefDi81cYvn3p++p//5Y3fd89fHD691lu/fO6ZDUXx6L0e3RBxy8Ngw41Mgm9+SSJLIVYkveTFI6PjWviDr8hwT9qarfElM3KKB5jxWUBMfTUhemSbTMWOKz0Bdl+fA8S29yrTM73J/OmdPhX4/u3h/5IrfrqnhUr9JvCHu2yA6jVhvf37rz8/knv+zb9jwW/J8fu5d56/1Oek5UPdCFJy3izmBjFmxFifpSeWZJDnbP8I6PKDNAGA8FGqeaCeZYKjJP1mTD6tAshCXMaI09mNQtap/Oh9oN/Ie6gN4Hu8AVxoaDrNfedHtZMPekWaDeCPwrlWsasPqXIbhB8w5iCdtGATmdLUL3+FUOxyEfvPzIPPkiDVn9OOWkNob32GTca0rDVfZKoEa/BOjvJg0QjNMoGMs92hBGVfDKbbJBDMTWX8SpyHI4DJg8B14s9mO20OZbfG3Ebf7Xjsv9uR3kbpQkP5TtotjHSexi9iPjcltZb9uXxNP/rqBkyxcWd8dZbX/piEdbLkfcsxqEX/mWLagtv+LYyGdviaCteR6yfxIsKtwVnw6Qelxf3Gglvo91NDl/mOadyWdeq3Q6DvA2rSvmEru2cc+HnMJ7+dkCD/RwTXiRzHW1AE908aRPq3fVnM5PBvyVd6lFNldbjB9lHnVIcCvpnDKg9KBzqkTrR5O8u/d88TYArtS2z3/ySvcR2bYXPCHvAdB41xOYwDr2MODV9g3QbCCRyZDopKQyED38o0D3oot3mSgLo4Io4y8o8LlK5sjd/V9uwHxmezhK+T8OqITGTEUp9rA5i5JA/ReX4lmx6J7JGUsvH7k+ZIxI8172ATWB9X8cHbvsjlyo5ilLtmhv3WyTzC/lR9ep4JDbR5PK03gF+//nj4RRu/vzx/fXj2+v3htT7/fK3NZsbHT8xv+bM+sSq0NmJf/MQnwtLOTC1n4CusY34V88kifw4jC2lliHw4r9PElzmT8MAsSDYXr/00hATo8ojQekse75yR9FFywPcGO/3Q8IXg7m8wogJ8Ll8DyEKnOIcpjB0wJbzhu/FzaWqN4ccm1HEsoiyP0wDJx2lpA7VKgEM+4fj6Cun2mmm6GU7TcvMilmHgXN/Yp3DOhlBczn80D8z1i23L9RtLZzy4Ob8ty5bXFxttRWPdOb6tnKN8ta81HGDkul06t6aIPbmyGmOucUJCXWMmqGukiMHdNtBv+NpYrsrBilTLivgBP0qUwvRKytT9TPrPI+oBaN9az2LIwHdii09e2L2C2ladVri2TLHN4345szXyPhDHRoT6ew0rhw8ay+5d3T/c129HXd15eLjWeoGWGCzX0jxhtzLx0HPrT2VgppS5vHBGq7eW3I+6336nh8rf6xCpfW4bXG74I4tsQgqwbZtzHv9B7reKU4nN7HimNcAixbMoKfrSbWlKQ4dTRihY4we8Ewt/UgWfRQg0fA1cR/t9papYsbHbB6BOd1xkjqwGxR7ESHDtUL/4J+nAkguFINLBHzhCmWVdvjYFaFgoTHbylHo/iR4I2ztyv3dCJTlTmDMoGSpvDYJ4zsJGBTYsZVraWeqh9bYIU5/knfwihuaZoANmHCc5drEPynh6tmpPjmUKETm0mp3QjK2g24750EAiRGkHaylGNa/Ee64uHqhMWdev05a9Y8MOaHs9LD4P8Rov6fyjpOK08wLsyB8gijbsSjkpM3NC/eqKYq06u/+M7BRMdBZt5ogaesGJd+QhTKBJLLnA1uVoyqoz/CimuZ7ht+wjSRQjlLZK6RFgUnaWQ7r/oFt46V8UzBMZYW9qYHKMGwMw0lAAUpyk89vTqbKGTnIlBzuajnhb77PMc7ima1md38ZxU8q5xX3P/E12fU/d/0yyLxvA/0y1/U9eVhZQ+iHM38sV9PfcXNChuVOrAcARAxJwD2JYVB2tYJ4lm1knsmDpjfUPuCCCadMPOUx8Jx1arylpGiS08ffxzbvD+1+fHZ7/x38fnv4//9/hud78/fjitd94vSeB+XybEizs6q1X6/NtTeRoGNuEWAFwSXWOQRloMFh3KjAmGlskTbnESfXkyhOPIVfMtlUadAd2pYnIHW3WvtcG7vu3r/Um8EfdzB0OT356dLh6qCd7//3fD1daONTytX8v90q/BXznJ/1IsBrFNW8Ri59bxIPehmaTlN/KZSPdm+AZCVfFaBtjTsqKyzLQK89dIRUBwSCWrdSX60zglVw8JULIDY9MzrC7fkHKNja/8fGVFmHv85vGD/UJaG1yi1F4FCMmSmlOPIXst39rAzg1FDxnaAiOdMpENbDZxCxkykpUCQ3OsbXZejNRryBSosCha5iJdk6RtY/wDa8U4hunRVZmF4M17DDfBNrwuVCB2R78IREu002iJjy2zfa5Dyg/4W/UzBQsJkQT8O8c0D0b943UedE+ze9Ion1oTx6hvhrAZXZC7Y2y19fghjxGb4BL9hzvWVZ8f9ypLoL/QVNjHOzy4aQbwuhDfF2GmGsl10szV15+Td9AItcYfV2rwe2dbs45zqU/U9DfzBRTeiAif9i51SD+4CbeP2CStszf8Kuclc1ePRKmcaPfYvENP2OmxhnPaaos8A1+HK1w7voIRc7I8u/6zsAdv3f7meWyEYxtXozQgm2/DTyLOpdumTMNsFnHjFvSVUgBZj8seJqgaOjsdQy/FsHMM6cHP2z2gTiTQJr7ucoO0riqHEZUAwy1SZ0kwF3tH5COMffU4MZf6KPFm7+Csfn7QPIeCvtYA/8TtZMnmnd6A1gL5o/V+T7QwVu/fvO31FmaaIlLK+qdBxJ/UEiDRVIJR6KQro/qJF+8fqMN4FeHpy/f6+G8O4cPFJ5rj/4TWrL665ICXrQKeXJkAJeQ1DBE/Jn3YVLjEhePIpvLyTQNkDzna95IPSjAhckjAB4ssl5yTKOyOQ2x6W3J4A8NUopedN4AHnH0tK6I8Fn2xpZhQydsb+4BegzFn577OnbO9pPyfyKSu0eLvinOdQZVbLTz5IO0DcrScGFkfx9w9DWzFwc2lVdJmk3LjcZFNvlL+MfyABu540HaWxSN1tDtaxVzQXNUG/J177Z4C6FFYgm+/loWwtKeLR7lfazEQs8Gpa4JJW0jeMDKEHGibX9OsKwhbM1p0e7XbhKK/Qtv0hNgQR2nsFnQbBbv6+FaDSZn04tnV0MDJ1FODgMhYGTgvtm9mHJhYu4B/Jqx5Y2+OKGH6e9pA/iOHgo/aHHkjh4sN4/6InrjfiuYsXP8CWdpUkqXhVpNSXTwMxlaf9EXyfITTXpnTfOVrCtIrUJMzjmQ2JX0ct5SzPmFaiclwjvs1mzGQfjXMta5SBJsNC7SQPfoQr09Q3l76jX3fA2uMZXDHNkzvOWxIjnGjVn3SHdCMckOox5HjQbTspt2L9+wlvXHjLsEx9b1dXCMCcRunb0VgNoUMvsa3eM+gRd4j7fELhVjx7bdyjipk5PJuy8GbtqNDc26AR9lW/EePbCCU1yuogGAz7y69k0TI4YpwCAxj2IzJ8cZukFbNKejlnKa4iRGSnydEENEdycAaeeBnQy6jqqcw4LyF/POlF/Mu/LC0XqGDRqXk44NVl2GDB0WuW8dvAlK+J/7UMZHMn00zV48a1nwKY57egNdbomDOkfzVSzcKL9pwpv5ASJmeohPh/Em9B4JrOfZV1zu+1QY+2OFuWQuHlh74LIBvPbHJXfxwFd5YO50PYGtwa6FDrzGhv7UcAaxTFibjqHDtxQa0Ig9tIwBV1gNeHfZ/L0Phg1M/YaNbjK002cR3Fjd832NNkS1gPbq778cfv2//8/h2f/+z8Nb/d7v9cvXh/v6/NH4bHQr9kjTkzqNOjWGeVAbNFOi8GN8GqPfgEzE3y/J07bX+kEffHpXN13u2N6+Orx9+uvh1//9/x6utRH8L/KVXpb17wHblXoLmI88PdQG6l//5S+eF+E+PpH8Qv7hDScWzVhYzgSP+cW2XExmWAzX5FBC8+Y1blP96EbPQrU4Wm7yDJK0B2nBdStIZjiGifFCzQRJglUm3LpQhRxdV7z9+/CB3gB+qBtM6RMhsl2DUYQ2m5HPP+uTnYhEhJ1gImUoB0D4uXHFfvIKXfjkwkba/Egvy8xfRKDrQIxpBBi0C5lTo3wlap0HGCmxG4EqI4eSG7WWdzldPHDxwB/XA+7Xqj9IL5fzrsXQqa/Mjaso+qJXfNwf70r4IcCVbXRh6q98U/lDrDmvtG8at/1zv8Xit317E1gDxSgbdcM4oNB9/Kxp0M1AaItnA751Frls+hJIe/OY4U9/BOeTdP5bntCXI7pJbwchzwPOKKW1b3ksZ+aR/RFNQeBQ7CKDEIjIR8bCobP84tFx1M0smDQCOCpIUUZTtlxJs6Ge3/vVtEkbvNr41cGm7+Pa/H1MWtflQ+H5bWD4lWyBy7RBQOplxkLEXGf95q/KiACuddwj29/rZyuevXpz+Puzl4eX+hb0Ry3Gf+rfI9GiNv5xQEenC/RVkQ3BGMLXCj7PHy11phwkifXH/JAsdZF8+1kxNKoT5p28dZ03r9meiKctxifKQIIgW06ZIxlQze1w6RcWCRbzJac24Ut4LzwXD3xvD3BBVZivAdL/P3vvwSC3jmTpUuVL5rqenn077///rud2dnq6+xpJV1L5euc7EQGCTGZWlpPrRBUJIDwClkSSbHl3nxyLRdvgxei472MpMwcqojhKJp0xaDi3/jaaEnjIHALhHxmTV7ahgmDtubeVosaPila5N+FWhVOOgkai11OYPn7s3N/LWkqjHy/Zmjx1EFcAYySvaqas3sigENcXw9W5GIEfHOlzB8IdvdZrLY6U0CcHNO8xDs//mJKtBqWZhoaN5RutmfxDBK7VebpYv0iPDWCINd5iQPybN9IpKCBPdLaFW8i6iy7sjol6C3H3JKHu+mMb9lgDRR1gfX+s47eH8X3SF515BS6Zppi5xEuDZJihSswu/sIeqHqJGt5sjGk3EPb4evAAiaXDg80GFdVeNqjYwL0danXMpR8Vb0vI6By9OlBR3R1TgmVGoEjeHKJv3yz08fLNaDOmLsvLbitVwRW6Q3Of3mxLh5UYy9R1R6yAyZdFHd09k0hAnmaC9M3jZd7ThB35zgMbPbDbAN7onh3y83ugH/RzOOfOThs7e/znt+4ujTWBFJ1L0E94OUnWzSrwTBEVWjHjTp8nbCZt5iNuavoCUcSWKxibeZ7U/ZpiPdnqb9vqhhxXJXrq95rv/f72+/Dub38f3v/n3/Ta59+G4dP5cKDNX76i5m21nGhjoRILhLKn4tGugkQc9mfaheJSS9DGUImKq7yZJ8ojIPBGqs3BygYkyl0WYCn+8MJDZbjWq53bk7GCv7i6HK4+/Dm8/+ffh1ueAP7h5XB6pBuI+h7wHpM9F2WiOzrcH16/PPUNxwvdZLzQRjpP/17ol7u+GHzhl0DZ56G7rNEFXtYtll3LgVwgxp1IPKMNet2gi1/fUs70N7aRrvpUmkDbiV9GOusFUDyvDL3kIZKDk1jY8D3SN42PT4516BvAuri0KJWNJ7q9g6ubtP5OxiWvvla5dHO4XgFNfccmarVAC6c5WU7E2DYepJzPMlTeMacwLQQkTaM37+rJLgupqQlPpFYbSSvl7j6HbCWWX217GGC4lUcRMl/ImU6DdXJ7zQjHFe+MPJwaImEN65wwpfukZNVNBvIuQMpZJzbRu+g79UDVO21mJSwCV6i+XwDOic60WEb3sRne/UrUcWGo/sYA9aWDx43NdsT4wBj+pY29Wz+jGH6tb/xeaS6sNLFfj+mRLgpT9VR1UxqqbubwbfFFtylGB5vA6Kincfz0r6rjVhNgbQKXjZtkPQqHPv0R3GRlT/xtkgr92CDKXxOOECnQlNZ8xUqjQh9xp5WbDogf7ShhigVnRh0DOPmLH5opjid59Ts5yTzi0Fx7rONUT0S94olf3QjnW78nmoePJCu/lGhxdEm3IUtUGrMsNeI4G6gkepnTYRLMZYg1HWuWa23wnms99lavfv71jw/Dx3PdSNGNeAfZ4IJQmBJnOWCRG4FUoQu2Ll711TrK+8GzasQUluBjUj7SOGgyqQSWZB544no+1q+18Vtp6LTaDDkIwA/JTy4CiPSPaVrO6AR1fGmLbSq7iBHs/8YHb3+AsM1S5wfQlAP/pcKX1P2lyrzTu50HWstUO2cs9iHW7CkWUmO0x9oeMVcxwdH4Qw5jIyn/9TRdwxyTSjnDKaHw5DULkgi9mIAsn00nMWHDSJOSR4BSppkhZtlG38urNOPQlw7lKuIYbUmQCo/xMxmurWscizq50jeB9eav84Ph08d3w5Vo+BH9/u2p9n/Fq01hfohI8aoafHlqHTp1gXWJD35RLr2M0Qf6sXb71BRO6v3k8VU6wrxO0lMkwwt4YjWMRtSPCpao4KPk43rOXhB0HXVoKs2R2+5MP8N31d+24bIemTRaM6bGEs4kydmxPgm+pbosKcggXbIKPpP4dWYxugz/Oi3cwqooQK2BYo0UtVBFq9iFdWabWhIhtCPz1Bb6pQe0oDNZT9unzQmg7CIdBCtkUy1PlBvLG2PxmLdNBgKrYwu1LnvSuRDTkpBrJDOxRWma1Ipuz6261phZd++xz/w6Wb/KZrn3KRu21yEhfoBHEP7yX1hClSR1BTDOkBY6Y88l2MFgzhhjQ3umXXrnga/DA7sN4K+jHnZW9B5g4PSgyWl+QCgYNCtBsGcabZe09eqbWk8ILBq4xaYME9OEcCkzoRBBTGa6/ojyCM3lChcR+5KLbKTeaPf38lqblJpMuR12qJt0B3pC4kAXHS/0DdxrPTXx6R+/6qnfvw3v9M3fy3fvhv2zc20O68kOJjzZxkHg7MN+7WwOdFsom3jp5HKXFJW8zYp4wUhz1QVYxZ49G689BnUG/KhkAoi84a24Fu43TLBJrZ/wijRuCPtpCDbBL870FLAojvWa5J9/GG5OtGEqP+0daPubzdEXB/KbJGuD+ObFy+Hnn+VTKWET+ELfRfY3c7VxWjqiXFHO2PyNC73wnkplg4W3X+Vf3ajEpY5tp3TxLzqO+jWw2YTwBnCIlywugvBe0ELDoepGhDeAj/Xq55f6tvGpNoG5wGRj1Ju/wvt1vLphq1u6Sus1VCrHpW7i1wZw1RHqKpRfyaMjHI0FtEAC57DJWdJhvMvZytFo0vYgtptCTgEkzQboJATppsHp0MUZzHzz1/bOBLasEsE36opU6kq7DRNoXnbzWkbY5DM8KHBMWlTukyRpcMpzk8Cysx+H0t35X9ADfZuaF59m9C2ETWXYxn76Uf319HMYfaYO+lilWwwwQ0xb6rT3DOh8SMCGeQBk8AJuThv5KN8y7stC46I8xituvtWmL9+NrzTrDQ/gmErZH+jLdSVlJr+vzLpJ2Oz3nMmcq7mi2wS2yWvqibotOets6+GtPWaTwO6mX4SUIVSttpleziadU1zIKWmOWV/mWjDmn1gXeqEi5czX1BW0q8VOODjWgKZjlcBmLutINn61uav4WD8yY710zNO+WksccQjOU8HQogU93M6hT9oXQNw1rd0U4ZXxTCr+mTMhzhtCMEo367IrPen76fxy+OP9x+G3t1rLXoh2TzfhkQi76FhvcRuff6vkHAmoOnhk61xj2viDu2RClJG9kOJ6QCx5GBFR+N32GRDtnWS0KZsbtFmIyStS7RuWeOMTv9y0og7Ugq2l2iZOGGVSligPbQFroq4EFpyVHVjXAMZU0aGNxZkoMpg/0oaZppClJ8qJXayRYUbnajssvueP8cUu7DxwtwdyLKcT0HafOFQPoZOVdA83ap++dlTstkq+092nO3BL+qUILbcmISE17plCXWJJbvSUOYYePA9zmjn+y+bjWlw22MyyNcYmj3bheH02Cp/HzAX2Rk8CX599jA1gtYFDHfwQyj+u1/U8bB4WU2Rw4p3wkD/VJB6/+lk/SuctKvuaQw91z4FrdL8ZbMGbvbeeZrwayxxOqHyvKcz25m9VsMjWUE6sjhJP26klC2FRKQR/rRwitB9nptQ6aga+I9tZS5KjqyDbMpeQNqpaw1hshJW4O8oRFpk0c1HfQl6mf/MhyqCz/10jUXdKUo+Bp5gJUGqErSm+G0AQInEeYm0dUlqfFI9pS2eukUbeUatTJXgEj6RPlkJJKSqhfV5p7LznnIbJE9+Wv1KFs1WuVtjUJX2Fj9kOe+ZH2frlYurVh1oLf/7hsM0BXm0oE1nG1hZUnpq3YalZpOoiflQjqPxu1jx/udL+62mmxW0boo62pf726XYbwN9+HX6nJZh3W+XpnW1hN8c/tRtCfv+apPjOwFwPg3tMkm1u9YRSE4fohaiF7TgRxBRBkZg0YuAhBR9nHY7i9gwTke77tKN0xndluCGnQ5x8z3c4Px/O3r4fzv/+6/BRT/5++m9971ff/31xfqZftOpbNKLz8xOiXV2+G5jqZU8YKLqlgDKCsCaIcmDrGMD1APLFF6jJTa5kHFmQGfxwkarYtw4FCGlxBu9vnXkVzwaqXnmsvwttfr/9u54E1pOyhyf6vo82TQfd1MShPKGLl4/0Dd03r15qo/R2ONMG+vkFG8Dil890khQCekKX65VfqoLTRR52Tr45FWbHDTYKVM6UBLK18OCGHiXzn+lCRWx2q/zmCwpu+JUYLiqP9Hqq42M9AayDXxd781GGhizdgmNDmKdlxMfTv/UEcJagSiKFY8nSbEHCrmkMZdorIZgbEDQ2TCAKmRSOUnGyGYRm8yJPkLihGaiJTGO46asDn5V8iKpAwBZ1pCoi0dSNTUOLpWQUKSpsUfCEkYUkhsBEYYrtUVkcJx0y6f8uo2idLUUVG7w7faceWFfL0Rq+00LPi/WIwsKaPaeTqh4lx9Kv7h8eYcxEWVkWNkz6/YRumtmWbsr1uFwbx1JM+a1fl1S6NoB5fWEd/kZRjWP9+PY4s1a4yy4Qc5tXiBNQ30/yU8CyjdpgRnd5tNbY0yZmyVrne8OrKWXzcPsSrPyyqn/ajhrdFLzKdk9I2B7lirWAFFAH/eEeUqX01pvL7HkOUvcUChhzLT8Sg4qfh8lTjuNVz3q6V8uFE/nsROuj2gA+4m0jyvPDQX05wzx+24m3DVlnaROYdV38o7ALsgvVzUYhc03DZq+ZwPlfed9kl2W6Mc8P8T58uhw+nF1qLSbKfZ4A9sov5lnZQ91ZPGdEo4pTiCQ3CaASnXAROhQTsUJGkXnkubcFdfKXtRbcDqqMTJduqpcQEesKeLhBFQf4wlUKQMEdJw1tOeDVRqJwK0UsAIJDeNqA/gnImfA8TMHYsUxgVd0WxkkGlaoGe/bE1LpnV7dT8G14oGuI9JNnaZmdDpxS2UlM86STuRNHmn7TaLL5ZiSCCIWv/Lq4pyM9l2M+IUzXISPZc4tmml2n8iuAY30ZWzFlz7SifgxjpXB9czncXHzUz8ljpqEQ+5r0eOMWBzf8mQO54vcozlhmhwioMdqfo9K19rV+nH/tewOaXzV3cq9mZfM3nIuKskhStwlVlnXU4OOORQgu+lXZhRklkaJs2RMKEeAUUFyr8oDMsZUndrpkduy1fqq4Q7Vk+Dll2Of4G6E6ZR6sdfgcqSZAiQXVjdKiEJfHEm0v61tPf3Plw2BVDuNiJl0FXj5VZXihEmulAm2MPeaKYoMz2nVD0czjjQoCWSxbkN6TpFprzwasQuEVT4zoaYp2TSwfNR/0JJKH+6LHpXxXBmnk55H9s3qmRYCqoDTZMq/6eaGfLEZBKqE82B7lCkSV0ThI00boWghSZ40OISmXEpY3krkx7hJfygPb1ERfxV/Kzs+td7cB/Lk9vtP3CA9s0403iPddiLtlxOQDHUOCBvMJC/kAEBdu5Bn1QwU+jinfSIUW4fTXB1+UlAAhsIRbZb7kYFbSwcWKXyskBDfmDrVj+EKvff704cPw7h9/Hz7+778PF//4bbh+/2HY1yufYQt7Q1s/4EUagrACiih9Kk94YDkDSGAKIoojAZBlqIm18RSii6dcpXAK7chb0hQqP7EnbBWSi7DaCGZT9Orsk14F/Y9h7/R4ePPTz8OLV690n1EbpmoT+tqdDtHrqZNTPSkspDZ/fxoueQL4Qt8FUnx+eaGb4TwJLLusRCWRHr/mSRvEftJB+vfaFXvZj1G6lOSpFt11rTYT9VBFiMUVJYhSBJx0/AAh8yojN7bjwpOL0vj+74k2s/kG8IEuMO0DnSxJ9F4GaxMYnnia2bvDIrDXygDXpLuHJQC2pDEGmTxloylwRyN3ilyTQrraXIOLp7wztguwqdUysdzWp0+tzRfftyqPbxKbIvg+6zlMWVRZvgHJE3NV3y7w6B7Da2N/URBA6MtRa4nWIUZl85Tb1cMFr1MouDQ92N4NYrdAofZR7tpCx47ky3nA/UjqGX+rT5H2/3QwfaSR0VvauDR2nkW5DIkeN7PdE402avyajbOLQp4ZiA39uGR1MpQfLbF5ypshYh7TLMgNSx342HGOYZ+jHOgkLOkqnAk6GsPT924L3dzsm63Uj/64Aaup08G+ELzpKf6kRc4Yqr1FPMKnqbl9DTuRJajyE5sb4bqEjfLYVrUYsQsgplgVjtxsDpJjdShlTo9GAGPDl83bA/mbDWBe4XyotYlf68zGr34Ix9O+JzpqA9gbvxIWLowNWF5FEs/+Ekcq1kYoTWtjUYGzDQuDCo+dBOVlNE9bRPpAN9/39WO1Wz31ezV84rMc17oxb+38mE1k0k2iSVWC5jOWVOgM0FTAnCWa6MSiasRQtYzSi1wl9oni0jnqwgI2fvFMHWVVxDNafCKE+eC9h2XQjtKSsQTN5LhtzUhCV6zbSvOizNQT9DPBz5gNv0S7jJbzjMp2or+8B7ZpYGrwjF2MyW0+wPLWEVpi+/LMG33Z0QYoNHYqOsmGi77XWmMWMNqw456g479PcnHO6uSWPwzSKaxODR0dkKK9j37TIqf8c2/mxzG0MYy6T2P2dK3ONfeV5pubiygzc+WVpp2D2gQ+EKfmKzaC6/q8uYOE5iZ+NO77BdwzEAz/1AYwddgHcG5/HbDqJvxa1k1dFTRNc8dN0oZMYDO1E9xqBmod+p9LQq+PoGjnoEw+BHZJsneFkruOLsorLThUYbSrWiZx/E09tU7iFnDKoOA6jOQdZxjCvjsIvzja1YOpbpDb2ZzuyP6Clz9TeW1suIzxsLQ61onVYKxNO7eCzJCXBZWdxWoz805ZFMjo5Bg8zxftLO7J+vSM7Atnq7/IjIUmEKDRejeXJYvdJ8GuCuFerK8OiIVGY4Xqy1U/I6Yo7hGXmYt12ZDRZouGGFShmzosWQE2LAkoaIuk6oESwwxXajM7jBFg+lIBG7+k/i9V7p1ee2C3AbxrCF+JB2oUWho1wc2PdWYv8Se7ZYwjHpNODOCdrDJjZfQuRMUjTyxcJQt5HTrgCUyk8YD0N96EYHtOFwESGdYrVWaKAYx//S8Y98jiSQDx6OlWVj7wHgjx4uJST7rqm7d//+fw+//+r+Fcm7+Dvp+2p9fo7emmri8m+OkqQXI9+ZYqgdFf34Ep9Uk92hPMPvcnfBlzanBU2Ty/GoT0HkeZKt9LgixpLXSGk5X9Qs/+TPlEIVFOMSLyPKF7q43cy7dvhzN96/fsl1+Hk9OXw/Ghnpo9PvLmeWjUbUfd/NT7oYeff3w9XMifH7SZ/vHjBz0RrFcn801g+z8UeWHDxR5PSikmxEUhtasrxgy+wNujrmQdm5dtuYoPZGMYberyUmuXicOfvNKZYvEECA2B1z7/8PrN8ErfND46OtKTTtLJDXv9wUbssyJ+iXwp+3kCGEvB4B0oTWVAcVmbKTAunnwXrGhQ71V46AlCzhAgo8I8XxTQoENBJPgHK7xNrQJyg7qk8KRSUMOilG7k7+kpoNtDbd5TXi7EZQt+KR7EPjY0nSnITREdOggZRSbP8NgtxCJo/T/xla92X1JKl+GUkYAAgoVGsrJRJ/JR0lZsvOgtgdh+jXzU6Hh2339Sj0l7OWVmc1lfbdr2FfAJ4lKLqIfK7vl6eU9g3noRKOoVr6ecYB7AMuG/T6bq7D48T02Lm3xUn3BeEP+D2RCyD/QU7jac/B/ejDF15ll4Z6CJHGeCoNknG6ufg440cXAWru+zgXmec/X4uXTPEjKKzd/xFc/cuIyj7Gx9WgJsc5YDuS1UFXSgwiHn3mUtX0m59SzIRT6y+5g09JSh6dSAXduWfB8YuN+SIajpsx04Az9zSVfoKhr4dWWZ2AFDz5RZg3SybOICpB3OokSh1z+fb7LIVIYOFiPBU3EUZ1I7FMpEkLL64PCmr+A8T8vbY3it84nWhmz+svHLE8C1+csrof1JDeoSUYq5oRMridj8BWItkhXa8WPZURB4sUJ5DHUQFzz+UVfAb7X+ur3e11O/H/Xt3/fD+4/neh0nP9TTD9wos50Q6y1EoHdc01ho+EUI2yQQ2sb0tI5tSTsFFRZDNYZewgi9K2U5lo0sJfhXMoo/yodk9AlS8Z7JfSbNq+lcf8rUGgk5psOHlU6OqAFlRMFfeGCmE3QXCmuZCbetHcDJ0qdMoYidA9fSUdiwIKBGTU7r4BOiB2TSChfgAew7lm/XA6r6aX9aLko/1sY4rvZanQAW0nUsi1iG0vR6OSVGnb+N4QWbSSi2idqUB2+06hXxMynTbM1RU+g0Z5pS3qGsegFeJIEfCVr50tCyN+inuVaeKbhEZ1yyRWSGNcRWPI50UyGrPDG+l+wcb7V2uNXnkhhftZAY9D0of0riWheiV6o7ruoPXjJfMhLz0Snuw8R7NF7wpi3Nb/zw9+Za9ewfz1Ffmj95e4Z+sM1bu6oGPQ9kIxmtI4VNBal4XX2H3VUKMWYYIeip3CitYOJvPhXWhEU1esjX2NiksZQpnH4TMqEtelT36dIRJpUNkJBu+UAvnlu7NTGMJDJWsvXZlBc/+hfigWM+0jmWAvBp6ZaoimJJSuGW+B4HC8lLOrF5Wa+heVrPD6aXMKYDg92k1I6Y9zu/k+yyEN4dksGyLVZlWifH+BSptJsG2aSfeAPYBNDxIce17kQiLCbhCTJaJ0wq0j7dOIt+9NUcRb5ELOFWTZ1C0N/KuyRgAyz67tiDixQNpaXHWo8QoU8YKa9+SdzsIK0/Rg3+QppSpok4iANvGclsvaW8DFobh+dq09WeFAhvx58YZWNSkRnry3aZYyI9aAGVEUBkZ8kpgoon3FkeNTD+zKfI5Y5cg1FvLZSqBtiUgDj8Xn3M/kuW8jHZHp7oDZEM6ieICSXG9gZPkN9U5vsoxdO7fLcB/PQ+3Um8twdi0Aw20rG4HvM9/i7h6uqQbxlWxj7x1mDhha5lxbC+WaRoPJnNlesiArgPScgJDxuhjGlqSb6wNgQqFlfK+ogJlklWd8mGG12gcAuO77pe6FtpH/S657fa/H333/8YbvXk79GlNtT45RWTk9wa26e6QBH7HnfNSFiDcP6GqbPNB5FLU8oxBVyhShtdqpqAgzcmvtDVa6hyYRkBFTHBFS0Q0shT3NnAxZip7NOgd30GuTlw2gs2Z9m8/aRv4P7xdvj4j38Ox6/eDEevfxz2T3UD9IALN13g2U9Xw6Eu1N68OtHTv6+HP/54NbzVxvG7P7mo4zakbkLiR2j5da9uoHOwCWxdUVCnZZ7D3o0YfGFJTWFcfySRoYKDipJGkpxuwJY3Y5HNzcAX2gA+HX784QdtAL8aDg8PtbcsD2GPykLVcjHERSgthJv8sQEsvHj9CmXRjJbIsam7PO6WVgSmTSsEo5hVFcToavWmjkN7i5vp0BalCB2iPA1qeWij5+uCWnEcoY86dZ4boKqbQa+9HvTE856/eUyZkwFbHxjMihIlavRpeu+QGeUTM2XGUpdXvqeNyC8ORMhXaLDIBn36KFlTBgTJVLTE5etRlX3c7LAV3CzmKTD+Kl1xQFsD62U/Qbr5ciaLkjCmPlegvh4U8OOMcZOoHjfnm4m5M/sYm+8UviXBc9bJliZsJqs+BFU5X7HHUuIe30miP7h+qF+nSYjA+SRU2pu/AvoPOnfCahPkR6GFA1LygzMMi/E96LEr6MHVMcdF/jnOva0lH/uwqzZ6eVKlvvNbsIk/o1jhMzzUO0NCJ7TKz/HondMAK7oe12BZyW0zVjYwB/ah56M+k4XSuR7BUx7muj2lyfNNYHQgl6eD43WMoy2W38myUOk2r/j7ULaWO8oe9I8h9BqEfhKWk1TueEHf98GESEyWOUVGpPkOBaB0uDzEzkbZPX8BS12UI340qLeGyODY/OU7v5pGxceTv0diOtYGsDd9FbMhDIzfw/GbQZ6C8hzvUpQllizZEiIL0BvlMMCwwICNP/LzQN3u8YS22GJdoqd/Jej9x7Ph77/+Prz/8EmrAuFFQwmtUErTLY7Tu010WQCg6Hok1hgBYSNoiSDdKKRJW5/o+dFXCu0o6apKn9ClapWPEoLyQV4HrHQFbwATGya40komjrRLGMI4C+eQ7Rg8PuONNaxKCbPSGwZdJMqO0NOAEhy60Bd/pix9xosaOYY1RIgt+SHwyc+Id7lKD+rreHJtO4HP7YHWHtcoavhsZi2/QO8xe97ola/x3rH4YmwJwhrnszEvSO36UdpAA4Sb7u44uULiogjTzTHQe9SruQR5AlruJmGlL/t+ycU3Y3kERVZq9twLfdq8aZ26VjUI8XMVUqG6YeWJexsYQTryGY6yYlBotNS5wA7Xhtc5TSiVmtEu2+Py6vpT18z7rBW4ftP6aNC35/nj/sC+aHjTFpu5fPLgUtf20Hnz17ZjH3zi4J6A/vnhzoF+tHyoY1+bxPjSB+pdlHAU2TDVKZs0cQbkkt2CycIXTUxDBryy6JtBhEJA6rSzIm9gOwlWOBnHjISb7GZQyo9cY6qxK+H2mSingfUEs7T7nRUEorWPsqPR4wu1WAvbJLExbE4smN+kLuCasEZUkHXE8pVQ67DF/ZA41mbrJc/71USHHNjX4gTXrB0pKhVtFV5Cdw6EICuOmYruc7CLb9zUC6R1WfRdsqRNdBazqDfwIRVZKc88wTi31xSyqR6KgTfk61zmwNqns+yh5+4z8taFEjvip5BeVdddTD6Z94QcOUnlARxGMwOLcpFyME4pSFzySAd/x4achoI4ctWPGbPq2pK1ptGmT/1K44eCK3lHkDUUPisc3rFNdjnRjDlSCi5L6J34qJBwBJMhMFCaAKcMZQ1LinlUPg03WKHLRtvuy9jaTQlYK1Rt0Lgod42HK/M3domwytXTlYrlOMu8gFxr0gLtvUASPHpzlbPKsIpZhdxl4yY9K9L6ClpBfn+A3Qbw91en32CJ7urCsyLdq0f3vDCiayZg1unDGp3TLNAkfZCuhEUzqNeiHMQ0mLcJCOaeKr4dC0/YxLxGigUdTz9y4VHaWaDEoZcWo1MHG2a3elL14/s/tfn76/DuP/+m+B/D9Z967bNen+dJxgplpwQ7iQJk6yh9gqwEyB4SmHaL1+nMoCuCrXDSIJ1GjqKZx8HTRCR6vMkZAPC+TmgWpC91MbYvEbe6qfjxt9+H4x9/Hk7/8m/DsZ6e5clZHibFpfhb2+n6HvCBNlZP9CTwm+H9n2+0AfxeG6j6NpAn8bqBzuZvLG5q0tedTC12cCwbmbF4BFcHSmoTHospFc0jUtPSMQnWU78mEiGvmkYnlGz6nmgT+IjNXzs3+a0PmZIqe6/Y/NXmNQdPAodraEmpPwDOm0mnkKSzbQtoLVisSnBoSPviI4GGick3EMDBij3QklawyAS4PQdRYkDQzqGvv0hzIc1rr/e1+Tsc6xvOKvcL3ziOsojlQcH2zDjRnyamLTMCsmFklMdl8MlWg646V/GbrEiBBR/0keM8zyemB3fGGmy/l4SeMGB4sOROsB4MOmEl4rHxRMlUWPnzGbT6xvhU2/a5DSZvL2RH+bweqE4kLe5X9Cj+gS+EaPczxKyi73OR0UsaZUugB8Aem/alXb19a0ydMj9RrpVN7vEawu4a56G6IL/m7RU5h1W8aEK6ucldIoJm5uMlMmDll17eEqz46zu/yO95wM/zjUcOR2b8ijvS0HIYLhybwOv4hfC4LU6LnBePqu9D2Q+MuuaIgG6AlZ+m5yiogjTOY3tLeCp21BZ4uTb0ujDSbHzDwRYfG7j7Og59aONXO4bxhK9i+eBYO4s86csBrn3rt+TblN4TOUfLB+FfqZo4BAQw/nFU5MPX5MfgOtECjCmJ5QmrWn2xZPh4dqXN37PhTOtYVjy3mv9ZO73w2krptI0VlZlHkVaNSpMIbvNRW6rBQZ82kiwbk7qRBu4h51I24y1j0jiyPlR39gXkto+2mpu8SiDNLs6GxcaKN4AFrNg0wJFhDitzjlPUWsCQSI0is1G1RGNRAkokEyqOlOHiGaFB1c4gZkjM97rdhWmUT5+wbllY9ilv/z633qcvyU7ifTwwa2/3Yc2u1bGMHcLttskG3jId/XbJGkl7aiSO2nJMmKjIeQSmhHsZ3wu5K90pqPnKtvTw3oqEF+1d4ud4+pvHZ8Xudk0PibFwNb7M/QJ/BXCRi7NFdRXW0xbPNB5lxczeYeVIsOhgrtzj7WpYzoQEXK+D5kf2l6LaP9B7MzRn3h6ciJZrbzZ2Yz7yNZ3oeP0zn45iE5infw91P4HrdV4DjaaJP9GNch3RxkY7rdynsA7CkVce8L89YeZMNbaS1ObojqBwjXhtoiixnDTei9Rali0RmFPSYRnLtizA5utEPfHXAsmuLfQoqH30imDMPH2ohYIJUNJ7dMEa/dpEzxVEAVmFrxVxD8RKe17kXdY98q7Dr8JXIc2d5dZFC+4NXFLUCaHuepKqnx5mcugmA9CUgtzS+FHyqq3NW/1USmfYI5Mlt/Q/Utwqe99XhJ1kUVqK+9gdRQCIzVDIVfHBH32Ue9x+09TNVYFDvmTQ3ylrk5SJpbrotaC+mxqMqnz5LoA6N0AmmrJe4jRtysY3ygh7A1HjBuKARGkxTOnuGAsdVFNNmSthS0j7Gt5nCptEb+GrZ7Jqe7Gb7N9eStcI78P0bdPuNoC/7fr7Tq1fN+oAX4crV4BfNyLcxYsM0Xh2SU2wtNkGHFmAEVe68ka0k5ltcUwOZlc+5ISZ5LA3ZJblLMqA8LRGbEoqpwsT8OC4QNnTr1P3tdl4rs3e9//138Mf//lfw3t99/dGT/4e6sngA7GwiRzSkSaZkkHKcnTSdYxVc5PEIYgzc0cEbQu1NBIw4QWBhMm5JuggKIXAR0GVqjj8MuaaOmS6JD0k0r3ewnIzdF+TLK+CPnunp4B//314+e7dsP/6tR4oPfSverlrdskFn0zjF71Hh/vDDz+8Hn7+8OPwu2gvr/WKbb4LrPhGixmequWmOW2g2sF0Q5oyxqatb8YqS9PxUYZB0hcPPPUsn/iPC0vVMU9v+1XT2sTlonSfG7i6ED091rd/eRKWgGCHEhivo7pSW7nQE9A8AXztDWgRTStk5sniT3FdBIa2YnbS7Yi2CSRgFCSQtGCgme3sLBIEitYUUHHRLQ6VJ55ZJdaTSGqsh3r186Fefa13eA/XPAnMBjDY1obgT3HIsFyDZicQHa2yvnhvDOCLOeMGKrh4xqTJ2fi2CETPjsqahYwTeKYP5EA+dZhqeWrpO3k7D6z1QN/0+nQyzHsAYGCQjuQaPzQe1DhLF3FeifpLcZ8top/7wMqpsZ/NhiVFbT7FR/rr56jyIXMX6TaHMcfk/EHcZHQKYlRinB9rpUM/XbKGvyU1WaYV+5Zo0yKXmVcy1ryqSjMs25PnWsFWyoUdKRc/iikq3EAQo9Led6ittkH6vgG1HC2MakKly4Et1FPE/OCs7GGm9XpHEK0e9OxsfOdXny70U73e8NW0eazHe9kEPuTQFAqeJ4R54pcfy8Xztp0lJLON2DbRRT2QABIebBzAnAnftjprBEqkDJ4CpmWx1tXSdTi/0vd/z6+0CXyptNZZt6yEucmOUFYD1KcIVf74A5I1mHpLDdlJSECbu8MMkwBjDk/DJ2wPz5S8PqYMbI1gdWhr/hEg2mSUlDe78KdI56CHh01f15fWRbEZDH3SQaC0g8rXfGF/CVqAoMgz9M2LE8w8A2Vreok0DLgOxJd/Kw28AjD4HXpEgp4isj3ykX2sOFvHU4jeyfhOPEDbIKyb81ofEo2HHlO7ZTl1n1PMOZs5qq9U14CafkR+3k1M24nreTrwJHkXjcdSz3Mdm5l0WsM8t6vjtF87xxmFmOBRSgn65cT/cz2bFPTK7pVG6KgoVIyKmDfjT3MMGxciZUuYsvDpIadPXutTRK/0Jir9MFmbwMxN/PabH4DfauPXG8Bcq4v+UJ9o4j4DaeRuCuWL7carUdaYGqWHLnsY40eEUuBGDNxTfE/cZLsTdHQkdTT8Rim9xClP40deyyzQqyL8Ryw6fEUoFvcx5wpS2FXBUEzmKEgJXZlIVoC+zxf8a4g32pbl+RrsfE4bxrqpVLSBWEsVrOLAYY/xTkytW6Xs8IVsLW9BQEf+eZJjmT6PvmUtzQolxqd/uVfKNWeMkdzDzK5rD9qdjXFZ7peCTsbhqveKMUpjYvuBTQ/PtuEx5ist25fy6U7v1+GB3Qbw11EPOysmHqjRsuIJ8u5Mu7PQkd5XFPT9YM6CUwDOS6EWouCCLc5epMIltlqcxsQXN3LihlbItMqmMzTd5E0uhLL25iYQW15sjt1qM/L646fhI9/8/V//qU1gPfn79k89+auNYTHoK6mxAYxMDgV01KIXWWSMts+UKrowEpbF4JtVSRsEOU3KSOwEZbROvnFlYJSzF2hwERZPF0OL15eC2YyIVF8Hc3ooeLXT1ZW+Bazv+u6//WM41XH880/D8ZtXfpKUIsdv1Owl7S3uDS9P9Z1dbQL/qCeBzy/O9WT1n8Mlr92uzV8tZLQj67rFJ9Ra2Bsy7HHhB74ThILer2MBpubCmgF5ZhGMDeBr3QxF36G+X/xK3zN+8/qVnwCGhtuJiOSJZm4EcjGKTp4Avri80I3US6f5FLFVVCyeMGU8U5v+U5mATg5luEDmFqbhnDKNZNepIdgjS6ptCeaymN4WmNav5jQ93MDjQHPcwI42f6D60GW0Hv7VL6/5lrOeBL7hldB8e8k3wK8ndmIdtiwH6SikkmisLHzOGDAWLjwhWoOg4V9/NHBeBaYaMEyb9m4LKixygRmeycikn5AhPagq/cUL66NDyg85aYgNsmWPFr8TsNkDNdb2VEvTU4//2tJGqULZAABAAElEQVRLZVhn48ay0Rb153lQfYN27pBtFDh4NjaMS3yjW1JKM75HU0b+QwN2+K/slqDIRx9+hOiHmrTCVzZ63pBj6qlebwJrruINEgXD3326/LjR3ysavwCg6vueVTlvd5HnqcsYr+071S3wCIpJVjahVL9YqHyfir5iw7s2kmxbRdXXSiUxajhsCh3Mh6JMxxOxOfeYlk1fPdGrg9c8xyue45XO9arnI+32HnJoTt3Xju+efilIkdg4ZjqLHw5KF0oV7BKXCUsyKBnFLFjFRRB4/ygKkIiDIoUi3GVAUDiUn4pdXr3wxu+HTxfDRx2stxgZWCubEyGpyu1c6ZxpZWciFCGaLDwJbTHmtADSgpOuiBPW6B6VkFAblEKso/wRevElYMc6uR4cRxqc60ixN+lFwJNnbAJ7zDReMlOOsgqTTOQFs9+oVISmz0jCW740TrAKbVywAvSUbHMWWcisHPKMhpbEPPS1M8c9No9/0dv173mhHqtix/9deyCars5qpvSLmCOUfsTYUEOUHReiEd+C08BRngEYRwcqlOPCT4ALmV5mY1QCuW1MIL1UwF75BO9eZnFLp1FWCYgRxsOHDGrjTcdcY83Iy/BR/B3hg5NTWfZ5yoqicT2HX+wVXdnp2vL6fLjhSWDZwaug99jcPdXYq1c7Q8scpd8teU11zb0ZXXdj87E2f4+Pj+LpX43Z7W0moq8iVTwpjoTG+FXQ0BK5bWo8aDjDSYj7TU5ZNu3BOE79/ARJF4xOKWErkJCMh3r7gW4dJAZ/w1N82EQac1pYlzYBSFkhQVg1MpO3JNcDuGanCSEO8uoXIamDCVA4WMBPQoifgJYyE9d2updo7wMrH5WNm3ifUO0mNc+EG/tK1EKUptWntI6jUNVSlpioJ+wtTJKxX/TISCdJh5i29w6RyVWOVZqnhKi8bghV7k72BERmAugIH55sEtX/PBagQ/fjYvM3Nn65X+ofHauW/CMZm9I4bdXn9to2Ja45ZzoOJ2ca7KaltIuEB6gLH8ASmh11bKPbaL8/Tdl7f87vl2NsZaqWO4rZ085J7+Kd038L+d0G8LdQS/+KNtaENo/v9MWaLkzv3WaVdKf8bQi6YV7mxAK3poKYFLCSmzkRwuZarkLhQzZz64s/bvZRBHgOmGg1i158Ovfm7zt98/ejNn+v/ng3HOhm2ZHY6dhcwkAf0pVYCB7UyjfOiNqxiNcxgi8ay1R5c4EV8bhAAgysJsmpCSiAYBSHWI51IefRdei18PL+rZ4Eujo/H860kfvh99+GV3/5ZXjzy0+6mNNFXPrYFaY0N9WO9MTpS202/vjjD7opeaanUj4Nn8504zxfnQmtL+jYBOZGk51GuTo/kqMRdMF+UX5dWYNePMjll3P8Yi4PXoV8os1PNn/f6AnmY/2y2DZLJ/L8xAi2qI3cUF4tvnj6198Atp3pZSsvCyrGSKXpK9QbOZKWHfXYYIYXDj7ScTjjtG5MO3ZkZNSh/AY/DArBR7uBXrGK7idchOFmNq+vPNDFMzesT17o+7+negJYPrjYU0vndVwSFrewuaEvec39qQAlfTA46sR2mD+ssE3IcDbatj1hWPjAHcuKoAOW5aEkCQ91USeWZUDIc3OAL20ileoovmW6bfU23ytdEoPJJpVp6NUxb5P3Er8jfrAHor09mP2LMEZP2ay62vKcKlpinBmH21+OiYUfO0AniYbbeslccpfHQI5kRQdyl8M6+DI1UPdxJNqeohvlkCp9X6pflY22Lv2BLWzy8sMhx5pLiMtGv11CNPx97aFsxM+b6/fuklT5rzU/et5XvTJvuhZbHUeDKr1zqVXfwEseacPHpgHIATk0+Wz2BS5kLE/B+y/RkmMrGrywbJXyKRB+9MScR5xrFi36jlQGvu97qvhUb8k4kZxjTaT+tq92D/1tX9Gx+eu5jIUi/DIO0+0C6XSamMQ8JDBQpjTFnLTwDa65MtKUJYL9ojULii71xBWbv+8/an17fql1i9oriwAFxk4bIzp4Y94Hk4GJ30QFiLj0RJ1VbkrjnOSPa4cF/ENAyHSBQzjanVXc0qD0x5qHqgAPjzd2lXDdGhY0sQGsJ3/BGQ88+VR+e0fCwdkdcrC9jo+b14UXTWKaLdgUBmNFBhsU8iQy0EIZTL7oiFuhRk2ADJZCP4mvDHZN+HoZT5S2rdLicRtlz63wiezeifk6PNBGKNoNDZjIsVtzAO5xhsvs83Y4z6dM05JOvPMNGERkZ6BAdOdWDsOmubu5Q1CUeyK02bXG/JE4mcNOzsnBAFRpaAT26KW0+ywSgolUhJ6nYA+KV61uM5NeuRVewiYdmme9VhL08kzXqFpDHYr9cE9vDzs81SbwqSzQG1VA6Vqb+wN8X31Pb+c60Q+Wef1zlWeMtzB6YuLcEZv4oS16YgRVvoQGjTcsCmeyouvlF88SjNlmyrNE3XNO0tYp6xTHXBVYJN5LzkTomGn+dstaLzS8EXjbgXZs6oq2Yg+ADj9qXUhBi7wF1INBkufuIAHr5KL22wjrSjC3PtY3zO0EIiCTMMkq4zynBR0WNGGYiOozUJXeHv7Vpl1kyhxHXKd0PlCy5fqGfp8Cic/S4bcM5wTTD459vRnXnL7ulPNqA7jG2vuoel7aaAPVEmrcsM4CKkNpaQNuhcALlzF4eyR94fTc8Ob0GQJ4yZuhdtmHe+A+bl2qmu+1SnYbwA9vUzvOz+IBdcen6n1eyD9cWHEuDRC4YrwJqCGfSVGEunU1/ROQp3AoE7fw/CSvKMyPAiV9g6RgxohccG7d8MtTDjb3Pn34NPzz//vP4Y//9V/DtZ5qPdRFx6Ho+D2qvkyTbguhoSGEIasWjSl+NUpbVhHrIbD44ERasRdLVhiwOGNNb1FAi78o77SxCLeN8TsXZdJ9pY3c97//Orz+4y/D1b//dTjSL3T53m4sYBAoHyu7r3cjnp4eDT+xAfzx4/D23R8uE4sbb8yKzt/ldZ0IRoGtB11lmOrZjqj8GKerRoBSbkeSwesQudC8veW1z1yA6iav4LwG+ZU2QN+8fjO81ibwoV4F/UIbuyKwfuwhf6OyCuJvF/HtX17/rPvdgnFTcOrtMnVqD9CABLXkJqSqFDHYVDFtdBKMBwJnnH1zMp0DFB5i4H4CiVh5nmL3jU6nlddjSdywPtKm797J0fDpSK+F5JVausF9qydw/RQwJusId7NEC72CdgECsolTlgu+kTL48FGDGR+5wI5penhP1ymKZEOOGNpDSF9AjmQPS3UiuxI8TNaOa+eBp/RA9k/PjxpE6g8V1SMepY6+zHgkIcgOqY+SuIFZGlDRBY/dXf5zJdt4EgW3WvvWPwLiQlxjP7/Cnm0AJ2GY2fF+Lru31eP24voUh+z0N+aVX5pXC7apLnocaXiiLtUKY/LwHBKbwiuzms12U541APNiHxSM8SnX9ot2rteCTKvTpC1F6w285nZJpFXzq3rdXdZUxydArrwB7Fhz44HWL0eaC0+1HjjRbuCJ6E+1iHmpg/yxjOIJYDZ/+c4hG98EtxOXwyWy7TW/uyQUJm2LG6NmWzmluBU4APvDmCokZSJQrgz4XfM5G8B/5gbwmd5mc8UdI6qAx5IVOMchoJSWp+b6PaebpSuABSg/Jwb+HCELjhkUr5pL+bEsc92WlzDPh06qt6x5W+cN4sTRtnwgG6yUVN4OMkfiMm13ZLoieMuenq/wfYxd0zAFkKtjQkfBaf8C2gf2P3nK95wB6TgmfPOcmnayvw8PxIgS5+USCecOs9SbljlWoGqP24ooLRVbljLcJ2jjyYqCVQAlcgfUqclKASWnCVxlT1T1Vgowji1NnoCMQUuhn/s8/poJ2uRWsub1OT8ym9VFPtMzlY+EZTvmsid5V4p0ac5En+dbrsPzaOsofgDO26cOXg57vAZ6TxvAmnd5N/TtJSeu0w/96udTXasfiJYNZM/klPOepmHLPVkmxQofI6Fq6v7S4CzuEE4u5eC3+Zw6JQ6WdefetKTppK/jehB8UvKs716Q+7bhWd5iyPJUtue5K2333EX0ALxNkkFz1z9A1BdkuU9DeayZ1N4j9D2k8h9r8gP4J2OhxqIYy7LcFSkGHiFS5JL6flq5LmF0YyLxgSBJ6q4/eTU+wwXoNm6Q/KoCnSnW1fcza/Rc+aD5tnyiwgNzE8JNTQEQYUKEoTWHuh5zLAJR9Vp4E3fwyu/iVQ/gXvt+FXUn5DG8dwr/ggS7DeAv6Pyd6m09kCPjQ3tvqZGYEoHEe4c0o/hi2FaOiW5yxOAeg7eYjIvB+0YTpXUD9uVA8tswJgjgTBIQhAbO3P/y5q9u5A7n18OZnvZ9r1c/v/vvfwyffterjHVBwjd/6dB+9bPi4EYiISRbTQDiHEQN36OaswwcOStVcciGSBCVFXi7wEHtSAhRZhOoyPQNbhIvaBtbJSSrShNUdV6GFraXz4YiCq/1OudPfAv47e/DxZ96clqven5xfCrUeEOK/eADfQf4RJuNP/zwanj/50s/bcv3d+OXbVdWoSKz9+pKYjPUP3Hj3iRYLyaIScbCwnBwGwJtoy4+ueiMV6hIn36JfHJ0Knu0+fvq1XCs7+DybVx+cexAW1MiPCJNNkc3/7X44sC8qJzRiqCFe4RRAfaFryxEIRR1CgUH7dFpCSTN5TJtttW7LVDewpMRHosqOngCVjKI/cSv43z6l7QITaML8309BXxwrIvrl8fDpY7by0/a3OC1XKKwKhaiSiJ8MRTCxpkQu9KaKCd1Jd5WZ1l4L7zQAX5JQS3WHFvCogUjMG0AkGYBqWOki1SJh6DjnJA1rZmYmplKxDGmJuyPyqyzCaGL/nqUthnzUxYoZUUrmOoB1epB6SUaOGIcX19P0PwrhKV699MU0eke7YJqcx7b5HWLdaOnR9NR5g0DjjlsZgb88T9DTLNIGg9SyochTj/laV07CzvLXpVYDsAGzxvMHdosZOPXhzaBa63iltu5IeQDiHI8pe33kRX9RuXo/AisguEUt+q1K0PRbBM3+RIdT8FMufY0r/J66FbBU7Ry2CTLmFe5uaFQ80LFBupkn0NH43QemJORz/aYEhMROeqp5ibm/9r8PVD6UHecD/UDsUP54li2nmp39/WRNoG1EXwsKSdqx2wC+zXQ8pO+VBibv6kVv9o25cuccmeamrY8LqKqSu6oaZSJ+1hJ3OpzDhd6j+a7j2feBD7X079XVc9JHjaHwN5m0qOOIIa27zdBgzIoizsFZxQ8gS0qaqDxklLlma6JaAlLKRlkChMSAlIwLA4daEhaAar9eJNeuqDRslPwwMWTv3DXkeVECDSKHFpihJXuDlXUikdvNXxLdGRQAl+Dg9J4El1wm5cBtqHZmolGN8/jbnM0ikqsgxd+Es9FbLB9wrfLfFseqHreUL+TdlP0LqUy5OnfefSFDz4EQ7RewSg/aPq+j+zoAIqETnUJci5VwpV/Ans8NmvQWMx6E3qzQza8sDpEouUrYTCnuWDBZuMwYorNIjnBFqIbyIlenPDO6kTpasTxxtuMDsIAlX6YgZBX1OhbIvSCuzMUTxGTj7nWEMqLLmVi/Aeq63J9Q4n56vrs43B1oE9uaRP4xZ5+bnWzr+vwPX3798LfAOaH2SfHJ8ORXgHta3RPcipvrSlSfUar1jbnpoc20GPZVE7lwMxDwaAhXfmiA178BSMWXbOJvGjMKvsa+SirgSBdCCOeVPEpTUOX7wMPPCmLZEGWQSUmyc1W6UUekEngtt0T92mYI097HXNObn0q8+eStxawhrDz0BoKNG7Qmm18ZC5LF9hWxABIeuSMDaFLB76taVJR1HDiZqqQOscnW0QrdvTYQpZdPY40+NEm54tlTvqUeVQ+m54sK/aS7LKAWr8V3DOK+3ESKd26dfGqP4xv10mjm+2VqNgSRR8xGsAgk/vd/uwQN0iNx5jiI/2UIccMxOuYaKmM2+hUZ6CSoeg6khqJRhSQMUep56Eg9mv51BO4+ArZmARg/El4f93lobAQnc5irXVGxQXfxVMPjLU1hf+r53YbwP/qLeAbLL/H01mP7gdNijTPA4PPbDnQes0HYk2IwXecSJLNG1GwWJ5OhnNqBxNqHQIrXTdjxykSenOKjc0+ZXMOIPbtICVub9nOZSNMr+3Thce+bo5d6PXFf/u//p/hn//3/ztcvuPJX21UCnegCww2yXj6k1+wVkAL8ig7D1HETUigHBGA2TeZ9wTXA4SdZJFX7EIYZxlB5bPwnm+JS5FiFoKlG6nk4kbXSGRY0SpTqvoU1OHCwPZrz1FSpMIb9qp45HF9D/fm44fhXN8B/vjH78OBXqV8oO/q8j2fMFqRdh0P9bTprW4EX+pGOq+CPtVGMU+h3lxf6rWaegKHX/ZKve3ADC7ypKzsd33IMC9+eZqj0hOPTK11OVR/bn/IU+l5eotXOPOE7KleKfVXXl2tp38p0a1w1iul6LUxIcSC/Ss8yeEXeN4mpm00fFlaMTK6tkCdul5DNuXxq61Erm1n03rz18UuPuKw2wYoZ7vCGqt23k6zu4xHNhu9buvC+QlgYHn4qSXJ5dvMByeHw6uf3gzD+x/1am5diOuJbj0XjKsc4umm0IrPQ1UiRRFtMGjpeNHnyGNr2DvG2NjB7bvgnchJceEpdIf+Bu4SHh9kbHmpLHNebOmajiOK1tNNkJNM6S0b+jgITdGVY8L+mEypXiNj2V9riO8JvkP1Wmmu7WQu//au6fEIgWbEVytZFk89P9SuZYnfDpS6rvqu2O2+GrccSQ8o/4J7iuD66QSRL70xz22oEVA6on5J8J9/WelVllDR2azkU5WhM99J+xJj1oW00+sLj/Vs/Grz7PrKnwDw07/d5i+uZoyMOOQ+te1zeVO/RUHmNECh48aB24UBQbt0Lv4l2XNY0VZc8pz3b4a6ujSSOZO5w14t8oghBa4jbnJ4Zh3bO9Zne2k0qo+Alb9HkdSDQ1Wxyx8gtItRGb29RDL2tZl/qONYNC8F5sneY9XlqSbPV/rBGseJnqTlG8D6WZtwvBFGa0TRMVezkeiKVyQ0/8r7PwDkCWmT8QHZeI7iBnUVp+JQIl1MtJOAf2N+Zqlzo7XJmZ6gevvn2fBenzg51ytLeLm1KGwO8mpErTfpZAnCReBTqVySgQR6qa9WrKyLkpZwSHVgi9fKSDATdIm0nMoHPeMKWLRw4OfS5X4mGARVetpEpQ2tjGLaCD8+8HoneUDHKCTZwkMTMNb8gaG81AHwOjtJToiwcMRgb4WQVbn0hbOlJ3TAPbbh1Nvs6fNRPtZ0nadGBZWSEWFHWRPWt0qEH0fOwhxGvo6RFL7kVVTlH/Hhlz6/S3/dHpjXe7TF0eY5fsSspkxbzWPWxtxyEjZvN6GDdprMM9ETG0pGtk+z0BZ9WEuICUAhsi2nCsuQvkV10V9qWB3HvNEos3etP/JjP7NYCYDXZbWwubKkt9g+HXqmPpryMioQWl2lkdjRJDFwkYO1gIpNqhNzRKxXQMbYMjezyReFQxS0ctPY90dKkST2Jo/gZopmBBFp/hadfoKsP837V+f6DNd7veY5NoD1cWDdJ9gbLvTjJb0Aejj05q9eEa17CLZtT9fpCpM5kDICTP1xbwZABsFj3ukAC8kAdYaXwK4ExbZ9LHm2K+WSTjtHX1ftgiv949wGBJ+5Hrt0UUbplTMvsnw3IRgmlZKKJWNdsHluR6IgTrHAV/QZUlDiOtZJBx7007bewJsYW/khWleSsmajoC2RY/3AMG1BFsGcvY2sRpQJRw2YkjucklX7cQ8G7SN9JYEUvMO6j2NWwSoOqcplQ4rqDSznOCLfPFxtAYFoc768X7TAQVfexGtPJjV2O/pekDlKvRCtu/REW6Ync0y2qNYuOx2juFiJeRxr3h2x09RYyubZ5h/h4t/+LEo/+EJ/9YG0SNdn67CXP/p3OjxIJ3082KinaflG66bteoSPKVpV/IWdpAmKJbf9kc588bayBLnxIw565exbpFB/Osd/lknRou9TinDwVZjQdnymmfkl3Cr/2QjcLG/OaEouMbii7eH3TYe63ur7Sligp6wpcp3kTWVbkLgRtE7HRqZ/EeRuA/hfpKK/l2IydtRRZdq2g0NXY2bxdONuiZvE5hGEeInH8BRSg3JMxCWZG4QxWBsv6+NWYQzSlIY/bdl6QQCX7jlKlwZw3amDxxthWi28uLwaLt6+Hz7++uvwm177/FZP/x5cXPq1z/tiZIpngzACEstiQQR2jlknacijm9BROj89xWTZYCWr8caEGHi0Sho0G4QWByRF1sfF22LRecGE+c0QEtPcBNVlkM2NMyvThRzf/rvRU8AXH/4cPuq1zicff9Em8A/DC90lhe5ah/dJdVN1n4s5f8vnWE/dvhxe6pVOb4Xkcg532qXompniBYbofDOPG3oc2ryMJ4vwQJUY5j4IY5ROvlsbTxyzyOKbxG/evB5++flnvwY6qjNqekWaAFw4s/HLK6C5qUnVh5mxEBs5k7svg4QDpS26bSkmrxLoTzAJc2w8uPEoLcReiKTcqILIpMaQaVn6EYPkewNYfBUfiulAtuzbl1Ev+7rJfawN8KsfXg+ffjsarnkVNBscskgnhUlBACj0MPJpgaJWh4AdonagaAdtIirG9RMUEKcc8y2cUMuRZLG4EUBldtqVQn6BtwMVuuKSVyTVlyOPrVKZOisdsWqKBHqfOKDu6aXebWQW827CJYqO2UmdJmXo8Gbv8mMbWBVcuGm9rNJ975DqM305ay7sYfdJRx8qDjxMjXFk5bltK93VlaknFVv8y/HYd+hLIajixiF5E1vuIb/J2DIxb0fVvoodO7wZqbGeDd8r/WCImI1gYvs8+3yVrXi/phg78XMrr3y66HcGbYX5DdXi36ZMfnoXTdLJQSh+fMRbOAwXCnTRVey5NX1sOvHb1q7dmVaTL/UArsrC3NwHaw8TQpnbM02Y8RpKzW6ScSBDjlT2V1pLvNZxoqd+jw/01G9u/p4qfay1Bp8DYT7lW4XEpa1uMpMPWJ5Td5kg9IMDEmfF62SFvgBQz7HhyuqBbX+e+n338dPw4Uw/svMKg5+AdTwSjOyY62krkpATOLKsO4QrPc3B1UIRNwCJanXEWNTRJx3toKwpalDQzkWGlGQEm22sCRgTo1DB4i9ArL3Qx8Fmb6zFyGNfbf8qL4KiK43EKyUAoAPaFRwMGSyrTimcCEZnKxbAf0UTJJbi9p7y0BX+VMqZ0o7QColDySxUnytw9beKe3jBwt2hp/pd0YUNLbdLfG8ecBtbUyhwNLXqjyZTb1XeMODQzMKUfrWNFvlIB00Ksj4oYpwwLahEc19gzI6pwNdIQp+fBkNSxhQzaqpiRtlGqoKjo9IVj1Tz1FTZmOuEFIuMxV7GB4fMFw8xIxiBs+E60VfDh8o4H/Z5rGf8h97zf8oNTsRkKHjlZ7EFJMyTCQDpaEYo4zkF+HiA5oc5ty90Pc2PwPXj44uD95qnNMMeXA5Xgz4lpetUnv7lWn2PzxOJ3WM1wmdmNb9IboSwo3KTWGuROX/hZ2ILfL94ohqJAIjjIGcSO0mZLmyjvyTCVlJHETGHNBdJUegShRtkzz1yTVJpBORhYmopZRZYHElc2RbXbNsASkA7YZ7letr16XUa13M8FjPV2JfAJdLJXYjyTUh7StngSb+zRbRQBAvnoI+z6jFlMS5FT03ehDddYmggJXL50OQVruSnsSIMTSl1Jnw16zVIE0YC/gQQlcHJenfUhN1N+pkoNo/Z1IL+VGx7Lt1X42tmc7ztDAZhZJS3Xz+5n9p3Qd/mlZINq655/GYkFCvtTWLVXaxgo20keQoZZfW6ArrlOW2KKOymritlKa7vhCga2x2wAMw4DJ7KGSn6MlgqAB+U1Z5fNT6ZTJ/kq0QJ6RV0RFF/HeBbSVJolanK/q2Y/T3ayX2BXdh54LvxQBuAP2OJYqxnoG/jvidTBuiYGLsR3MmkNd5bv7EBLAls/npy9WytSyOt+XkSgRt/l7op9pue/n3/t78NH3/7Y7g9O/daKDbhxgE1VOhsZ8QSzDDJ9yRcvglg5R4UzydqL7YkaZwe14s1b1ZYrem8SWv+4pMk0yiPvwr8gBg5cbuM9Ygcy1PAnz4MZ+/eDZefPuqCTrcbRbSnCzg2yHxBnjeABRqO9Z3gn378cXj749vh3R/yv+2Rf1nccGBn2hpRyEIe3wDa1yblvi4IawOYIrQLnqXy2F5ZrJhf0h3oxu6PP/zgzd8fZceJngS2LHjtwFbLloZ/aV1Xej00x/XEf+t8iYyQQxniwBNcGJGPRQ1w2h2vJW+bwCzulO9bHHTyts+cQh40Wa9yQMH4VTWvMY+ngLlprSeXVAaeXOK7hRy8/nmPXzsIt6engPdfngyDnsrWB5dUpyqT6tBaogihEIhkxA33QgjYh2qADd0SpiJnOyXIFvdo0lSkYTphh4/YPIgfgIQyvI4caEXiQMRhLwPPP5CmJXFHGMeZEEp5d2HngS/tgRrjHacx0TfUyj1mbtlQk6x4V8oVzb6BycICfcx5W+ppErZLzNS657ozzxHbiVtL5f69FhvlhKY2e2vzd/7kb4no66Ngj46fx8U2qy8/4683McvHrujResrW04+Yu1P4jwA/chi7gXnzdk84PjMgWPm6cMSl07FoLIcWMZFR80dvYzjO84qYPH+av2QY6CmedeCRsq/0VNEbzXk/Hh/rkxBHvtl8qviEH6qx+Ssp3Khm6zRmbmSxGqhQOiPfpj8R9NXItDaGkXuEPTAlwUhjncWMiNedV3yuJ4B5+vfsUtAXuomuOT+mV3wpWtlEDKxC2P+E9pXgLeKJHUkfZZv6cgtRa0jUMlRA5nQfosJrtZaNCgtncHY7St9gBzwVqo1Wfl0ccpAVB3TRPjkLWsaQUzqOolmQSnvWgX43bUiyuuY2LnCvB6WM9QQ7zM4D9/eA22k10GRXy/UfYNr7s4TqJzPh7iPZ1luTxwRnsGt9CKzOEOlwvmMIOKOwcIYnbZPalxWCaX46pghfkwmUDI5F7mRlhCSI/EY3OfY0r2JX+RWZvYsrX9dwppuZMrVDansBoa07B7N5SLZQGXygNDdgMDLByOR+TMz3+oHdzflw/fH9MFzo+nrvw7B/8uPw6sd/Hw5PX+tilfdu6DaD7jNwX4GNYX7Uv9Esc1APUR9kU/VWfMl+v8jFKy3oXmYHHgd1qBlImfgx2axOl9m/CDQsxdqYo0htH5K2+aMlJiIm8/8yyXStMuH+shl3zzU232VZsd3Ho1OZSCgpU0zkFvDd2LLEsR0Mizfp3U7K10zlsasMtBvDl9F/dU1DQj4Iuojdn+nTeRR7xPhsrGmnciALmZY2skh8wEuHUIKVBHDOQ1fAkfurT2EyZQg/uCjNZpqo74NmGRuCslJoBfM5H1iTBirwzbdwsNpPOjtO/GsmkXXwZN9FOw9MPLDbAJ64Y5fZeeDhHsixuRPgYd2Dfk2qDOfQRT5uGmo6DhpxGs8MIiLoXmjj7lZP/p69/zC81Y2x81//OXz4+z+GS+X39RSrHxA1n1g0KaCRc1w+9BcbYDhy8nEqckxGnpAabJqY4zz3YJsTqUNEZBttJoigM2mn37xJb7xxwZSsNiL40h7kOBnlsH9MEHlEZCoZZpGQ4S+eNOXGrl6PqV/wnr1/p9c2fdRHfa4sn03VG+SqHnRZF5Ype6KbrWzA/vTDj8Nvr14Pl6qPyyvw+WonXeB5Q1abvC84fMGniz5t/PJL4D1iDn3nzt8BkjG1+OnL3KymPNxYZlNTG9EnJ6fDzz/95A3gN9J/fKRXVkt73D7tfI8A2y/5ctLF5aVfH103qfFR6W26LKeX0VqQRMUSBBvRx0YtT+ey+XsgD3GD2XbIRmgjHTUR1aN0FrB+gEA9cHOAP18cpxy/7lnkxGz8ciPbsQTt69jzLyIUsxn86ng40hPAB69fDlfvtQlMX9GmErW2GqI8nOOX4z2FPSIARobdjumHXbBL4ReMMhNzDogz5qZdRv8GVrIBZlaM1UODK8/gTTSBLmesHEFIcqkW6CCivKvHAvEOtPPA03rAbTR6CII95it239i2nadF7mOSVzIS7Kj6H/0uANEf1veLpHt0VB26EyRQ9MgypsM9QRLftZD+rXGd2E/8+gc/8fTvypO/jFrmS+Ym7O5EjX+LlIiF4DOEeb02n2CD5pQ5fmLSkolVjRnDT/DTv97Y1bzCOMuPwXJqiXzA8DtHhOR1Rmn+zQttHIUKegwKHiKbJ7qIg4J1iHGC89YNnuxlk/eVnjL64VCbvkeHfkPJkX4gdqTNUjaIa+MXbxCk2XGkqSuAnLL3WIfyqcvENsKpPEE7l9TjN6fLAqvuSKO0rFVe6Hu/2gDWk+sfPl0MZ6yttG7qZ9tiQ1bxsf4ZZVeqKJ8rDgtKOjkvF1Q4pwtx77hGs46RalGFec3kNLUWIfpk5IHF0VkgALlJKGYhSMbbQEpmUYekInWsk/XZFtmpeKo/8m5XdsaoNaTqXOLTS2rOljFS3i/Vt8bi/FzjUOnbxd+gB7Jh972N8ZkGGrGTbq89TZUUyuobBXuyuPWRZqTtiLbOqFd2CiySgqB/1SbRulxgU3CTH5DqQ8FbyIqTT9kYb8nXJEga+JxW+TQEjH+ApHxsBuNfpXtDlWcjET8jq/kb5o5uzuc8BnQ0ZCPA3IcpkUUjoJGNpSBlFCxKhL/JqCRmVBIXeN7XU8DXf+oNVHrTyv6l3sJxos9EaU5+9Wq41Ka23zQGndj3tHPcytbMKYGS18rejDLMBYS+8UC7LvS8RdPDeiG97qIlBj7yBIfOE7DyszG+l/BU6aqVMe4tW9UyWi0chnuCwlalQbrhkdkmjHQhl/pbDqV3HX6Z69uH2qWTYvSQ8sqEoMtswoOb4+f5TtQkWbVQ9OQLloSZnUEnUuaZoL0Px1SCx6tkt2Wc1ogDVdZPpZBbwoyw6ivQGaoTKc9rXMME1GOcZY+sq6p6iOlkMDZ3dtd1jeOUbTZo4Kkj2ci2OUzpCgGPHLLWrePCj1ATJElJjlA0RkCeI9TcVXHvi6bPNjXDGrgSNleZcuPE/AIK3+AdrMmIQq/1U9FtiquKlmnALiheJt5Bv0EP7DaAv8FK25n8jXnA80AO+UTcRfSsRTonZm5i5WjPBO2NMq43dDPs8uzT8Fabvtwcu9AG8I2eWD3VxciRbgKy2SaqQZ+ecYoLDA/ZujKswb3i8lob0jWD1U2rBiuiWWx8zXhSSTJ4IuF8AARn8sYuyRfCT/UWrmLkB2vK4nmGCBVntkWG24agQEfOgaYJjY18kvDixx6KC1LfVtSF2bV8+0kbwOfaAL6Rr9ncZBOXDca4xot64cnTEz0B/EbfCmYT+Icf3gxn5xf6jvAnP1kL/QudeMKXuG3+Uv6COU68GShHLIWasVl4Imz2a6b0vT9ef/z69OXwb3/5y/AXvf6Z11Af6obvTW5a29fwWNDod2RcagP44uJCF6O6EBUFhzWnrtLdt4WGF5CWxMZrPZnL5i8b6PvAJN8+UxzfrOMljtl+JbjkuD2XPhkpd5lu3AiOjWNvLAvHK595AthP/zofN0AtUEwvVB+H+6d6jbc2wn98o29h8yvsK/UXbZbL5+HV8ka2DJdFadtBHHiZ27UjYAlXKtIFQ27+0b90+NfgpnNJlaJkeYMEeC+KfIa6eZrGFHir2Atj+ZuwJD5kyz784PZH7AbqWCC7YIl3KwN2RDsP3McDtDcaXQZfgKrxeZ6LzliojbFa8QRfF4m97AnBZ8yUDZQp5pqnVb4kszYda+O3nva90Th/rTkDOHzFWzbaj1NXbmVs8c3rwcwpr3SsEzjHz/Pr+ObwKhNw7KkngvF/rIrWj26bdPb15x8T2X9qq4y3/DNn8D85wsfha3BCKgTNiAugz4iwHE7Nn8lnpAh6eMyp+rGVfuDE3KufOw0vtZ54zRO/2ghmfXKoMZ51TfxAKwykWqLrpU3KJ4CE/iqA5wAStCRHfIDD2hEv6BgSPAJWU2xYIL6GA7MA04/iWDlc6fXPn84vh4/n+v6v5vKbF9rOVrnQG3ZFDVsO4gUOnJNp+haGwPvIENUVurAuTCTv3ET6MnRC4kz4ZeQnRS2xqmCt5PVSspUPQ12WOaMkGZc4FilPKa5mBg19gR8V1IqlfBlaS7sJpVuWdAf5OtynrKM0L3lhxD1pqivztG93iCdVuBP2PXiAtsJowj+BqFrMpI/Qwfyf9KZ+7hN9jf4ZPXG07In1VoG7si9pwE+jTzqHma8TArNsLmLsZ0yJaVN0Gmi4FEFW31c9Z1JWDezoirqxcJ96WgFaqLkWwJymx434KIdNtKFgXLqIZRelYX5xeX2NiP1wEIh1sKOrH+Df6vr7SvdzbvTqqr2TA12T80PxQ/1Y+3jY53vAmsOu9JkubEGuQ4oITUAKIz1BkWSCy4F4ZILoaKZJ5JSswsDbwZxESwcr0kkc+LBIZ7FwOBBjl3xSoMQ8cSQb/D/GVafRFsPGSNso0QPLNNaUrU6mva0gECwH1z+8ocJiqgn07lzmXoZaFDIXQvSPMHcBfSeoSn0n4WcgqDpyUdeU97nNcE3PdI/jg7zVtYGwc0a8ycBsE5tI1uHKN+A3iSlcxavyYhwLeFBNZQvWjzmQAILBqAIYEmIecraYkjUKwNcet0bQaip5y4LqA6uEAUEmZYzYxYsCuUOmP9z/S+I6SfeHl2+jDalsNBfsaaLG9uNiCQOP+UZUo36qRNiDKctKwlejlUt61/FCa3cuMe1g34UHdhvA30U17grxLXigTQgxQ3h0DVjcqGW09YTB5KEbfbwa6eKTvoWmG7q/vtOrihUfaMPxWBt6+7rS2NdNM69MVXgvWBV7XtJ5Mh1043/gO28JsNWCtptgSI4XRKUzZFqvaZmohUO4EgFPGmfGNBNQgRx39naWNgVFG5pFnCvzujm7wiMAPPiWmJto3syUj6+16Xt1dqZDr3LSk9b+ljIbjOyX1Ua96oNN4QMx8V2fV/oOMK+C/qTXFF5xk1Im8C3A2PTN1zz7qV9e+cRmMPJyU9iCuZ2HJRwRoshxDijl0o182ccNuhNt+PL071+1AfzmzRu/DtqcEIt0lKR8ZaSXMtcTwNdcqKIi1FAtkXFeGf4bLhKQTA9usMfG576IuRmNfbEJzC3c2ABGCcujukh0OxAdoeThBTZ8Iw8tsuPJXyYmH6pbNoGB72V93Ah2wwa6fLx/eqKngF8Nh29eDdd/ajP+hTblZRfPZVu/4gjKo6hCFhSs+44S1T7CQQY46YeOdeNiT4TYS1xloDSVJlXamozS95wxSvuypS63u67QCyTPadVO9r+4B6JnLDtBM9wyYgsovDFPbkH8nZFQ7vmxtAHcaNLPVRfEmy747nKX5TxwIJnrnefv0r0O77bUNSd+5lTlrXGx5YtuUxmShiinrObzft1T9jRfF7ER4ee+jEVXfDVoY39MRzLKSoUpO0UcpsZ8xhy4r0n8UMex9B0LeaTDG7/K84povyljVFIumEAsHnU5lxmJIhDEa8OcoAyFaSNjk8h8m80ylm6ao/yaZyF4/fOZNoDPtBa7ZE3Fdx+8Y6AJGMbmGM21Vif94vcPzMqUpqkSncICPUu8akAPaWmKIf3kHZMnUaGlQYCjLQVNoRo9gAJKYPm2X4kUGvGls9LEJaLZl7CGEEHIiDY9cmQ+jVNOKJ+THum7sPPA1+0Bxt+aQzxGV751gM9kP/23OmHG0aekv+APNIVyIcNxiTMo4Bar5FIwq3EjQclZop/Akm/k1BihDEMGMubzo4cQnTwnWpBrxqkYgybSI4PwtciiHy2wASsM0QagqqOEByc1IbuU4TK0iJh3XuhNYnu3l4O+SDS8PNIPsfSpCA6/9Uv3aC7E4B/kwWg7mdPSrhDuDKUucChIshGYTEvR1OolilBCAUhtElpGlczIR05n/cMdUEt93pMVoTc0RttTfRkUMBvgyU+WJR0w7HRJc44i47wZJhQNQi3EIdoi7tQ0wgcm1olCFbhSeR/x47x/H64vTKuCUlVR3nVeeaCNFhqSq+qbpAC37FjJI2hdas66jm5beNdUV1hifbsCNmDON83LlwLYo+nWcXRblrcV1IUPgSTbUhzmVGZ4y0fCutOeshPyOqAikN/k33G+6CgtcOQC81lCGxhGm/vR+7PYsKCE+bTm5n5uXSDdgXYe8D32nRt2HvhsHhiH6udR6QlASiaT0xOoumtiGfGkxtw61QzSk1cM6maX83Azqem41s08boS9+/DJG3fXmh5/0bdkT/Tkx4FWB9wIvOXOn8o711qLB/sBp4uAiKPCU/jIkwyCJNjyPTFqKuwmyKa8FGdcJL1NoKa8MyYVhLIuBeSsw5lePuUijs1EAq7b06Y6r9i+1q902QCu71JmMUTB1V6WTRvD3Kjk1708BfxRm/FnelKF1zx5I1hM8fSwNibrdc+iZ/OXRebmclmNTrQD2amDXxdj27E2nf/y08/Dv//134aff/5pOJV+rkLZdF5bYAqgg28d8z3IK2TZOXWZSRzlap2lAUiYOOpUOX+HWjB8x5O+jiWwNn/3pSfgYTt+83M7mMGflc9kSp7rADuExyJ42IRng/5A/vY3gZVHP99f9A8j1Liveb2W+sFwdDAca0P88kfVx2/vh+uDs0E16Yv0stHN03ZIRgaLU5p+gmmVdwKGAmTM5x/d5+h3OryxTWx5CI9Uk4+IFJNeXqEp2mlccsRMEv0ZZtkCO47xhLYDS8c0ofo8mU12PpcFlLg8d18dj+GNCrq/5mo597X1m6Nf45qHlJ96ctumkZPO2JlnOm1v55qCTuzahmbCEJkorstbT/USx8FbIq59g5E3PHgNkQNPsrV5h7JsNwct2PCVg7ZpC4tl76ukHKay1ng6L3Y1ObtY9KW36J33pKK1gDYuS2fxIS9+LMZ00Cufa1rNQ+059VYrQT3h7c1gCfbbONj0VlofmPDRJM90uIicGkHoYfZtAftbSKfkGu+pppZSYeny057WtbqH7vXUJ71Z5VJPArO8sY8wp8xQMlYuGNjbSX4hhIIkJdPzpNAFtjmoKHvuOc08X9rcVkCKuapjWv4s3kw4tJQ/juCFpJXfBMEL3DKbUujGQPURClblCejjzyXXcTstaCnCVFn+eLwF+Gcm/CmE7mT8y3mgxvQ26NzDAyNvMVWHrPy6eOwrkerP8CjPQHJHE4drQgIgj7ouiPEIYBcAKkTU4WqgqgG40Zh8+VQ8GnRKpwlLbMb0V/D9Gsv+UwHaD62yMAGPDOdGV6W1TJ3WjgHBG6pjBLX2xpdFSX3O1aAJjQ5foSpm/r7R/AuMa8xDXafu621cr7UD/PJQ6euzYe/q47B/9EpvBOOtYHoSWN+zv2R95s9FIUycE1sFu1coQ+/gK7JeNrBkwwcmUcU3SSR0BGu3Mki4azXbSy/2cWkJR2YdozVbie2snNLLx54/aWUqUN/WglBAyuW6iBI3uBKgHMxbmTEG32gy3UsZKTenau6G1+ZsJl/AqiZpr/q/W/+UYlVfWbGgZgvpS1xzWLU23B5prIgwta6AdxVstRQlbxqPeqbw7y/X/Kgit1K3hMpLus93LoC3jpEwGKI/MfY1DY2zeIwRuYeJODnjJE9UVINvnNu02474K0uWJ6rcc78Wvpnd+d3JLt94V5ga99MlPoeOJWvR25d5ieYrgn0pNz23C3ZPAG/p4VpEbEn+9ZA9Y8v1gkonfLMUlqFLlHOYlgSaKXwIxaRRB5TWO2dBmehsCgNLr7wfaJIOdq/vezpEIIMYglkAZniHbEkYhS07fYFS9DM5ptMNOzbnfEOXm7lKR3klByHc/dLBN2CvFV8LxvfQuKnIa4b9pCqwvNgiwgJCFaliw5SJi6qg6nFmWnMaq1ZL7DFjasuQE4l9zPAhMhbeJT5oy4bpctzyLAt85YozvBa5KumIA2sOnXDfUgjzQMZTqrFBKHp8zCYpT/PK15aDb1MmdCyuebKGJ4BfnpwMr/Uq6NevPgzv9C3mcz2xAh96KRHf+T3QqxkPDvVqRsX+LjDKLTgsw4rIzo3VxaU3bfXaKD3pjdBXL18N//E//4/hf/6P/zG80dPHvPo5xMGb9oZYy3S7xhgdtJsrbRDETefoq1WPvWZfEmOQgYWJGHAc3cavYPGqydlroG1PbOTyNDDy8F/YKVslCFneUMan6W9oubkdRz7RJEpeAw0/Z8oFHZsc7juC7cvHr7QpPpxdDOf//GM406u86UeqUT0ZJU7062LdG+pkdICN2jXa0LAv2ip1yB+LVOzc1+u+6DsHir0JLFzYJHuQL6nxM4Eom7KTYFkqeMWU0jcf0NEfZINKNjnjdTIpLHdoicwKCSjKU6UK3MYzQkPFRrKHIp9R9KJJ5Za1etciQhz8kIQvF1WsAIM+NLtuZxTUBmEJ10jvsKvRTRLJ9CDeiaC7M49UFa1eZzo+IfsB+eYXoVo6qEwfNPDkkTjXEePbSihY6lrBJ6DIlA27wj6nwd3BPooVIfTYYp4Zo2UB646aqO2PGf0oGKHOITpeRcxaIX4Uxs1H5izytSHMj8Uq3YupkcoWrKhbAXSsNr7LK2khU1CfC1/2kM+TrrVWr636Hm7ErsrTzkhXeyubLWONO6KpCUnddTSuG50897suJDmmPJviN4JoDgp+QNJNfRpAm5ta3OfWpsXPj672NOPsaSN4XwcbwXu6ocw8VHNolSuUh93UaCsAfhlzxrh8kZqey05NdvYf9htWiCQnixLFoavEFF0iE+xvzyJRN8h5Wur69mr4+OlMxyfdLNePGkRX82ywlFTZUUmJjh+PLekqmOJWd2VDCehoZklT6IT8CKpfpas1VamKDaqCOZ1+Il044grRLpPHjMldfGlzQHUWHJADWR2sO7T/4MuFDjXxP/CwIbVHprO1OFU2JU1VoNC2cE4hwqySjhD8hceCiNajv37sKxTizMbJiQWdyyA0EJDb2v0y6Q6688BaD1Q7mhIAVfuKJubYTdWgAs446L/z0ECSBj6PAgcLuToQEP2gIPR3xvcyhlSESo30c4wpdCKelzO4q89h3yi2aAtkASnBsEQUN5xOc/JghQQRQVdEyWNajwU9UqQY4Iu9YCh5ZcsoKMrCmDKGqaxRAqO2wniKpPR4jLJOdAdJbaZZLjDKopi5nh9UMz8xru3pfsDx8fFw8vLlcKpXPx+/EPzsrb4H/GI41q+XDw9P/UNmf67qIu/jlLn2T2e9JzWQabWjIm7G26TVU0+X2CavJHZcIh85cErmSC4FwYNCpXYDEcA+G6WsYWtg12vmyucTWTjYFZBx1JA5BKnmFIZAItXUQbAAgCgVKMKzto5TJdzeoGnALm0ikJKTghyPggMKXaQ8t5khTskV6jp4JcF3WgrsuHgLuI6u8NM4qKPdkp5z9+2srBeVlJbekWNMoaMvI+4b6cfU1JZNuVFhcLsGm8zgLLlVijFfkkfeskeGqTDz+b9VtxlX5ZS8e8VT93Ss5Zy79UCxkWpFR8lGXXIuCTAsmZ3WiXh+tPYfcuFYOsxoOcgYhfjaBh4WoNEBY8guOeYJ+kAzzgopQzwskVRAJ+AeBvwxIbSG3MfIgRf7ONs3akz+00VJwIPA1zHGmVinmKlc3CBxGQvbZ9IlDVUJxkdrLSGFeMrYhdAJHa1AT6lgvaxS3ftiPfVmjMewp7Jfcp6yLW62/Mtjv9gG8Hyg/vKuuNuCnc29j6YjE77p/fPQ/hhSGUBzENVAWNs1AcGGHIh7cwIck8yCcnj91J54RzldZ++Lk2mvz0tHh6+FLHJqITuiSUXOdLJ/xCEMHpWo3bBlcy42tMJ4UTP460KDxTE3wA7kW77vdsivSSk7cJWRV9EiPLXFArlpzzF95ouaVADPLStJQsV8IKKoVyAENFlCpoEpyD4fkUsK2e9JMQzwK4CNFzyke6A1K3KDLKIoUErrIxBTJPyE1bIYqNMomJvhnizkP3wcN0x5SlZtTL/O5cKOumBz3fIEw1aebFV1aOM9NoB5Avjly9PhVMeJNoMPP+qpU20e3+pJYMocm/R8D+ho2NNmbe8bbCWkVS6OdblYpLBFF5gX5/rG0M3wUheVv2iD8//8j//QE8B/9feFsIP6DxlmDJmZrHZL1k/Mqkxui2pDL8zICgbuvCg2dy/PnAklos5ob/KBfMFNiPr2b31v0E8ACw4OqcC9Aew4NAEPn3MjQzD53XSuC3ytG9laUWIiW6S0db59HO1I9LLZFoue8lBvbLSf6mnsPX3/98O//abvZasubt8Ot7rY5vt0B6oTqRVfHO6vLpHA1CsIhT0pZXyI1zsrbb30Nx2CvxAhcTwFjC+gL7lKSwaHQC3Y55kbKcL3Ml2huOwN5SkrHsR3Y930Mqk26lSEwS6u0CP6JCTqeZRdCcjHn88RNkmtjfLn0LuxzFuWdaOMNJp67wP1tS5s8rH9tKVdq/LH+l/F3V3/SzwFm9u8qT6Lp8Uibu0eRrnG8kirrBFxHuH0u/IhtBP95gl6eNx/3dDxeRzw1l9ogHJ9MLtFRj+zUT15X52iK3sq7kmFVXZ+qD/zhEfBVb42OQsaWotnlFbyy3/eWJSx/qYvG2L+IU+sFVg/RH9XyZWINDLHEE0Lj+DTET6mAtjjQk5RLPH1zhl9Uxx9XOXpYdum78tbPtsk3zQqcrW3XgfpXgZ5/iIopg6dJ62kDuh5+wf1xI/0ImZtVz4KHnxafh3TRZMqHPUweCMYiloSGnxYS3kDmLnSG8Ex7zJnMnvEHFzcIcc3sJV0zgItLAEWmwxFVPzTmDnTfhEZEsithA7UJZPMyoPPDU8UxPrR3PXNxfCn3nbzQZvA3GCvuaJ6UhnPaBFyo93DTj5gqBlTYWWpTkJbnrA7I0YWScwKtPU69Rp6EYEP+/BVekskwoCE0UdKcDubyqNd+YcEDCPJBmscwomVdAlkHYSPIuAdQpypK/Mh039FVfKUT1MiIepgDcKNZ0sWRTC4HpBV4OKVH5oSiEphnwZmMc2Y4n5wjO/KtgcL2TF+tx6o8b8f9yvtPqgG6b9oSB7vyce/erbb79Q9PX9goj2npI7YkiQr4w4zTcZo56YsRMVO0GWSHzjm1MiIjLAlNJN3aGUhl30NZgsWreI4DAgWn5Mk09BbV8orMDEaU3KoSNkF9HBABiL4G3EvJdMqVFli8pQPNtjAB4Vn7NJl+SU44xLUFAbA46mSVRRP9To1cjvEij3H84PqK/04e0/Xnoeat95o8/fla32GSJvBg+awm49v9Skizc3H/BBcV3X7R75/cK0bC74elzytFiSQ670qR5RobFLjiF6GuL1VkQoI27rQaKVDhemy4qicEL6e7CAU3IX3ydJNrWzUHde/I0nz/2j8aBF0lDedW+mKy+muRdPAIN+QdkWMokhF3RDLIpEYlgmy2NmzlX/tuw1rcguysPKL5KTNpafROBF0NmE8pf5RxpQH/5W35pgun+XqIJFc8u+EKFas8cO6CUKKF2xKPWC8cTxh6eklN7Oj9WLWv8GFbPyWiNQGccLZUUL0XPKMpSBLJ2lgJYHxJPpjqJrJp8LdwIn1D5HX4KVfeWwheoqwUt5R6Fi6EbaUKsuWcAWbm+suYWRyK4pUjbfyUaKyxEkgfGNJJvIJQyT00XrIJVJMAYeHI3DQ4QLH8BkOLqiJ7QfgyQPWGeUNhtS4nt9EG0/RJ0P/WkJ0lCPWEt2NiNLkWZHLq2GZ2MGotEXplX5nOzRWJrlbepVZAqYmJlFn1qYygKOdV9yxrSTdH1agM0Da1UMBRVNfta2ne4r0pN9I8dzmTb5A/9gGV63p5wPa3ObSCLuGYA14VeEDIHeVu1KcNAAAQABJREFU7wEit2L5YhvAW1n3FRG1Tv8V2XSnKc/ZYtcop+OidmE8WcMxB/dDwaoUZN+7WGVQxasqG6RISsfEAk+CHSSTBam4CesT4qWTc5PQG77cwNXR0lr0eomDDgVv8irp1+FqBIvvusm3wjPYcXnQXSK0m2Xm5TQL8FSZKp6RZDb0Q+1JfkbsCQES4MiMGaKJqvoHbdbJyBwLCoiNt4LOsJIiuHkr38Xpng6iJMRltjFl4EjmzT3RWW7dWSSPeh3UxbVeO+ibt7DngY+5zcrNVRzCBuqRnjo9OT7Rk8C68Dt9OXw4/jRcXFyoflWHtWEJrcthjZPyAAkoCaWkK54A57VStA+9klqbwCe6evy3v/yiJ3//ffjrL78Mb3SRGZuk+AcJGLk5eNEBncj9HWK1pdgEXuLLQicqbBTM7JSHtlc3mOumMzEeUqzys6EbbTM2dIOHtkrdR/0HvudHLjJ4UlexCNi89Q1tveP8hS7cosRsx0aKdsBN7Vtesa2L8GNtAv/yf/6HL0x/V11evnuv13vjT327WQevcK76oUZZrPl6kLLiG8mKzV/qWk9t69tNyPV3hlWnMj36YtqFb8I/dU670nctEt9qwBPhi1VcQZC7yGyCwEiOEk4rQRzwkrEh3ix+A+PjUM+tdrH8Uoreu8Ii711MiQ/vT4lpERsDff+h4RGsD1W5LV+bE+TQJb/0cvDRXTQ9vdPIpb07FuQxFbfGj4jsUa1MK8YAmFB2FD1cYOyFOu2l3CXXc0W2B3wS8wFzkm42+u0UzAnxY7Hy17x9WcaSP23GzJbOyqn9aVwrU89XuAnzV5EpP/bGLMF8oaUiMd479MXrmN2+VD/RxvB4/NXmMXjqg3maONoj9EFXoiZwuY8qBrZkGzxlVvEb1jKjbOSMc2rMJTGvRm3ylHBVYZtpBAr51GNAoy3OnVB56CoAy3yhC9XHm3ALdL5pQmF0sJn+6fxMr4G+0NPAYSH22uYmF7vDDkD0gYbq5TdoX4aeoLiIoVlHB88yDmhJgaoP1NQ6XKNrBGXD/9/emyjJjSPpupF7Sip1lap7ZrrnzLVrduy+/2ON2UzX0rVoyf3+3+/uAMhgRO4pqSqQSQLwHY6FAEEypMntJy0ircIzXdWMxQ+rQdmmr8LFwwBBQ/2jtKp+tJr0mIf0aUJIxa6oibE+gGZolZgw6rwCSeMLcL8Yn81DwNbhc7pdfucBd4x5U5nnBzeB8qxlC81A3pPQL7RVCApl9CDXSZ0YTdxNEufeQ3roRjHmBKDaf4wnFhC6pQA2PxDkVCivjSnTQ5N6HHFixy9Iw1g8kETFizh3a5kQKAFg4yKDWaQdKQMs88DG4cA0Aw5eSm+QBNe1kzxixzBjE8+colN7yEmG4nNcmcYaZa3NWwzhJ5548/eN3/w9WZ0oz88WsXbXzGC1Oteq+PxU34fmq22i1xcuDnUzh1WxbjNofoePGdU1agtvVZzKEWVDN3fwl6nXC28pA2NL5phMviafJbdoFEfLmCHA60iNgYQW+AgEBmiEBfX9ztFwgmdNSYLvKjGNccTJtnEar1GDMAqQoZKOzUcqoYUs4oV4IwlmbESmButr2pp0gxPXgPNEXkdHFZQWthE2Z9uGx3WdNyg5R+ipab7gxDVjSZaMaG/Rq7t0NBkuNqDZ6zU9yH6fdZoDTEhCRdWv1YrT48so14jU/IjoDmJGrY/QNGMNb0zKDUX1l/KLvQaCOs8ebRrxK27ml5EVmwO+CoEIengLHjHwprKhBvmChVp4ZUceIUjcRjZrmoQvMeGyNs9ttrnR4as8grp4uhNJFfRLLDM2YV+3+JmsLCeMil5E8XJ5ypxl7B8PutsA/uPV6R+2RDUu+Nr+NZVyuACy4ctv9XnjVwsA4njikcVADLqUk4M1lzd8C56DZE2Kas7DTTRu/viht6URDDnCE7ZNPoMiz8UwAXacb6AmDZGPYUYQizQMTqNLjnmAKbFojCYupimGMU6EJw8jvKdNgYBUYYzSLMJqIuzJxySvjKuBk4j1L0jE+FbHtY1CgrYHWfwdH2vz95UXgL+fvl99/HQm/+uzzdAlsxfIOdEB1A8mSiby2ZuRUkpbYCMaG060yfydftv2//z9H6u/8+lnfXIaGAtM6j+4Xbp+ku6CU/wKpK1RTqDeqBvbORJRaB9pflimM38pQVEULzZvgXvjN+N6GzhuRKNRh8qC732zmrQOZLBpHDcvtTj2sjg3jElLD5uxse0OnRj4V8xfmpORto21QXuouvjuP//hujrTDeT3Ks3l7+/15q6e1N7T7wvq01w6iTvkxYIiZCLc+oxni1kfnhbPnn6XkEM75hDGgX7SQ4hswEaMinprkErJ4xg5b2ET6dh1UAN33ZCBe5O4TXB4dmHnga/FA7T5XN5G4/9KDPcIpk5YY1ozWwWq/kscm4tX+rLEhd420RchFPMmcJXZY2HKsUyPAJLmgWDwTVOwnLAdy6gFaI1RdxjYFrhfEnS/cq1b5vZVA3jWDfXiNyWy+OTrLW1uDrNZz0E9eX6nT3X7mg5fyZKqTbY1r8rNpGuML3i/VsQ11AQm4tqp65b42rWWIonB1zlLA6AgYS5D5HyuWu2g0tghz5kKbdwYv1p90jzq7EIP00nhjSdt3bqYh7gI1dpFB2WnuZ+d8I38YcldZKC37Gn0E/bNNoEpbMVNRiaQT5PhoNcz/2R+b3oq2mlsUFr/zFqgY+4l1FoImLkHijFvSeZFfIUhWSDHbsNGctLhKMc1Z6SxGQI+6SZSHp8Z+1VJw7YleOF38c4DEw9U08z2+jnaTpmAXa3bjEYC5HNFEDosUgkT44Zj0kC0pGyDSSbBc30gRHnJR7pfqoSvTKBDYvJ1XpklfOR97maGBQKm4YjU33j/wIwLpxQZspPd0mXTpmvogphbQOEjy9Wp6UwARcUF+Mh+Uryvh46PDo70E1BvVm908OavrwVau+/ppo3TV3qI6ezD6vLoWLBDbRgf+21hr/UvJVx1SbX4xkP5huzgW7LNb5HJ8+CMCXxLpgpmkkkmmYCV3AFPxVblLogfrxXdewuETwyiTnoIuwFNwBCAateeKbZKC9lSGOXdRrvEvwSzBRK2xaVmm1oakmgad7FjTlOy5nCkgluCh8bHniWZirL/y4o7yGwGdZ7JGgcRyEzjIWc8ANRnMSDps6neNsC4HJrKZfTnh3ZXLNoyvWYF8bSPBNsSbFHgEhBfCh6unHtsNBCcLzquoolOZ1Qvt9THkvoOK11zGzrFvVMumLi2iIz2NUpeJg5RcR2INcIy3SjpKdI1732ya6Pr6GVsf4ry72Tc3wO7DeD7+2zHsfPAnT3ApYqLMzcC66Yuv+HnN3y8YysCjbFMXKYX8VARwy9SIFKsgxt4XieA1CBtGp36zR9DhBQ9rAqGZDogsBYdkEKOsJ52KulJO1nisWEiqzSgFxz0ZQgXRv6m+jbxd0mRGu2Y45bz6MKOflBW5iHo9N+46AKOoIpJC8ImsD3MZqM2BU9Ojv0JaH6f9/Wr9/7tOm4GX1Cn+o8nfNFDeRWQp6MHwYHx+3ciuPGCkBv/l6tjvfn77tt3fvP3P//xj9Vfv3+nDeejsME2iw+hozwrKelRLmk3icmEN1T2p0U2qNiIx0V5PHgANKiNdzrycaMZHm46srGbbwErXZ+JbjhJqY1i6j1kwwdP4GI5zI3s1OcCps32YNZVpv32b0q4ZoP2+HB1rDr5Rvzv9Hku6vb91f/Inx+khTe0VAI2gbmJIgji3V+oA/7cBgThjWO9/atVvvqYtqY5VFjfgBUTN6XxJ+SexCJOIc11mjpf6stGjicxJfsIvTVN2XwTHxsWqN2XMIh/H2pjstvtHZ0Ad2Hnga/VAzTfavi07wf1os9X+LEfeozWeNHnBrF5eJWbh95IZOOXMSULfVt55/0b+jmsSj/Cfa1aGBs6TTp9RtPxJbXH23BQ3Ybvku6eeqzM8DNl1Tir63n5fW4Bevb5WQ49EMbG79nZ2er9+/erV3oYifrkze2q1/It9NTp3MZxClJtewKTcjUBo3ztSavikYCwsboEdsZcI8sgWldZDvudLlPuT4ks5WuFFW1nnGMfnEek1SvmZzT4/V8e4ALOT2mEUlEkEREH8w9uMXU/AiU8g5EheP0sVWPb8Mwg+0bZWVZ15oBAO84HG30yUArKxzySMjqtPH3ZY4FgkOaLeUIwn7IF9gCzqFG+vTa4JtVIAmUghx7JUwpdhCgKesDrMEA5J4l56GDMBw16zUMidTpvORb95KewA1uwNQL9ZcgWeBfvPOD2SZuk/xJX+iVdQ0tlDcEf/+2wEYJm37qzTe5u0eF8RagLRnXCJgia3k8AQwpZcAOZ4Y0OAsafSVDekAm4MjG6TMuGHuGTZOyzE7mPzISZoSTGgShTWhtllo6ylLE2QpYdJoPEobge5vL6Xz8DxXX+5PjELHE/50JpRlC1q6uL+Bmn80/+HWA+A310qFXwNSthBT5xocO+tN7SmZ6HyEYLnijYIiTAguZIgEYs8HVUClI050+MLx42QiSKRdZ9SNuELtpuaEudpTvFVFR1HG262vYG3cWkuOoKEG4iX/qcL7XmQZ4OYPPJU6JMdsfTRPR9ebYVDcHb8Bt0wTIvVpG6uhbwBYduzjviSs5zxG7eEtzuAd5TSbWdNbbyoRoj7ZHWWMHpykZjFU0BiiriOe8U+7S5tbHzzuKxfWyRjB0j85gPROCV5j+P4AAf9KYhe89QnrRLlRl9P7Fzi2x68rQM3QjqaslXVYfgWPvwM3FRNmTl0cXcIzUtwTbGZoNsLD/ggXFTe1O5tsl9DK5sQkb5rWCV3yS/6NbxUbotVbjOsoN8VR7YbQB/VdX1ZzX26xmIlgZ+X6zybV82f32h4sair1yzOp2MtqJpaFJ5tJlbXX5YZMVCK5dbjQ8OU3VBTeJ6Asog5KLgi3sRTTIAE68yhBU6zxSZBVgQKC7aEioQbIPsIg2mOxltYcioC51ltNNwkW7i4n0JSMA2ncK3KhGQ330tJ9hG7NR3g3W/V4u5I38CireA+T3g0w+nvoF5rc1HlxJdFqbEWD78BQjdiOd2G3lvoO6tTvXE8Nu3b1b/j37z97/8u79/05PG3/gmM3XsjTw0iEf/ERCWoWDEoZ52BtIaWwyIm6gtAMAexSNlLGfxkYU0crLQ5XK3pcn7d31FEJ+DZnO4w9xO8QG/keQYb8URJQIXdWLzfEJXJnz3uzSHdjaAr7VpfqMnsY++21t9e6nJoY7Lj1qEy71XH870dpEW5+Ld17eg8XncOEcj5WKDX21CdYsetqVdYtlxKVXnitkEvpS6K9Jykr2BGcqL2GFsgwExVSSf9RxlGFXYNBumkshG/2HrLuw88LV7QM2dHrh4/Xzhsvm6kDpbP6sB4RZbPA/QGFibhRe6dtSGITcUW6B76yhd9OX4j37d6JSABrmmSUTxFd08P8LrGjrCKu14NoRskgXtNtxd8Nb3gqeqj7kPYrDvhuTo72sGm79s6lJW6o6fgvj48YM3MXmblTp1feTYCx30W0P52O08KJPd9Q7EDwFGL7B5NJFqdlzDKwyiCjSNTVAMRT0lcePrWubIJ8lz890bwJ8+rc74OQ1J9f6vpdOee2C+YLycUpYHtqhGKLAx3+U8NmUbBiGRH6CutEG3TAFUVhLXgRjDk52IdsMowPyJ5wqZuVAWWg8eYJaSIEGGINqaH1qmUGObCKbEWCRzLvQJozgxcDlvQALBxxdxoIUYRBzkO0wyJW8SINuFnQe+IA9wnazx3Gapzfo6IOizB/pLqqmu0eLoUhMTsNP0wpV1FUNI/40gykxXHHAYQZSWJL8lgqVET+UhLjBVDosSrPtUeMYIotJTwjIfIhiDGkVgSpng4zW0xGyPS0nIRFQTD2pUhb0QDCyyxq4CFLikkZAjfgLq9JVi3u4N2/xzXpLBw83cILi+0X2e87PVnh4KOzg5Xx0eneoz0NoE5gEwZFqZ1qG1Cax8rD/RSKscwzQXGGAFt5XJMMJrDtlrIziKr3SAp8QVSh4xWiKGIHwY8rh/UPlpBZecaUz9tvai9Fp9T8kjJ9W2Dr+WHUo7RxwJ4WTMQNJFRani3KF3S8GF0DpbiyEb5YHYiLSo2IgNsQG467k6/4y+W9ntG0nYeA1103bFrZRJvx2ZniBtnTq5/WBDljnazJKCJFhCzfxaWdpQtCMg8xCwop1jyQduiXeJ+rGwLeW7VTT+63aWL4MN3FT2mDcm0cBNSr4nLGYq4VaD5DzZM/i/t64FSXOQ9W/WgZ23jg+Uxe1Kcf7RU/l7aOge3i6hbBuqZMqAb7GPcjzcnKnMZ8xVeUYVNvsrsH20eZe+nwd2G8D389eO+sU9EEMy01PGIgbcjYPui9s2KMwB3xegHPiNzbTf5NGbH5DxpmgFX6yK1+DEKSLly5kKnFBDjKlZFFeX4ao1XmzgMaozl9pb4xJ/G+E4+QozmJChMO0abJvLWrromIZJRSR8AZ3wNVxAx4nOhM6ZKvjcCPK6jYbffTtNeZscF2zA2ObfysUSnKE64I+nvLgBxm/6eBM4nwTmaeAzbuCrbll2oQGZ1B+1Nz0SD5aXUnWzn7eFjrSJ+f2771b/+Pt/rP7f//qv1X/87W+rt9pcPtaC0gtLGRabttiEcAxNRUQVgOkQVrZgQZBie59EQoSMEGExgmwM7nRI6sGSs8FR55QxNn3xKjcolU+buWnpDV/BvMUqePGQb5bakNJDpo4sqtUXLLzK27l8BvpSn9raP91fnb5brd6eX2oD+Hz1m/jPbn7Sw9ayhXrTAxgstOMtetWV/aiaHQYVpEbQJrLSZ9CoAOdSe6z0lWKTKy5LkmEalZgp9Olz0hO13EWjeg7r2F1q54Gv0QNq0erHPuoBqs9YDF8jNKZU4Ppwl8BcgFBviJKvTWDiuqb5+lgiFY/ySY/XzzF9Fxt2NNs94DrI8ZtxtOrEbY82qD+q221ACTZ1T09PV4e6hv/66686ftPxizeEoalN4tJ6W32l6iJHmw8Dqk0kdoJrHPdMcI0jDNdB5w2fW2PMk53kTn+m9FJvAPP7v+d+iE7i3bfQTYGZN3Qf2AUwAhv6oAGTUzkry1Dlq/JOaO+WsYgUB0dpII1JYc4IBbMcMAPKVoRikyDmbmRZLuzpdKnJn549NNSbvykSmphVcWaOl3YkPiIBCU1RZAMUPL5RnPaEUZ0mUtEPkGSbSehwXyiYEG7bzUlJBIO5iHdh54HP64Fqs3Mr2rifzXaOf768e9SaeJuhDo1djBW2mw6uQBeLVLAZDC3QRESUhBDU+BcsC2d31HW4RYLDFtAh2akAjKDExjxHz9x6/eRn2lgIMgYVu5JRLkuKsYNkhrrujtfLlrZNIajBinFL3GgxA3/5CIZxeERyw8tg+LiOH+vnn/jaFMPZldbtDsLxm76Uy2Oz5nTXl+erS70BfKDftd8/euVNYBbw14dizLsEWo36JyMsAz9KBnqgaCGK2LJriQnxgM0xONijnPh+JO9r3brawA9HHND60Ml8vm6CU1l5QsuVFxoEnIYN4CnR5lyw61ztazPp7Rjb7xLMaIHN4O5YI7xZYl650N6xKwZpsM0kDdhpsnXDe5Qtr+5TQcphXdMbprZ+1PRAlTgETPoAAEnobcGArSeLSqWkm/6tXAOyd/oEpnG3CAq7RZvkfXxAzC3Mg/o/S7LGL/pQpddiOfMezbC5jn7AMQnUSzsygfDUX7TSqOScubD3iOdilB+ljul7SL0TqWWnfqIKLq59KuiIKIJniOkX1RfuK76NBfdl3NF/9R7YbQB/9VX4RyvA0pBdMOK4dOS4Oyl8jLVFO6KS+tkGYwTr8AKAOHSPF1rD8kIIlmQnrOTImzQpC+pGH5mFs8qexXdUvEsuWeCeg+Zs83yjB1HInBXXxICsUQCwp+gaM4kRMV2gjGTFWsWCb4RZRUea1ZNaEbHBZ5saPvSEuSGFlsUyiMBFkbdCycFbbGzAcsPxQLijwwMtBk/8NDAbwLzxc3WpzVwt/vi0M1It2Stf6WNxh3DOCMzZ+aGEnmqj961+8/e//s8/4s3fv/119Re9+XuEHZBqYwD7OaJdsaq2EMVjQEPYa6xOvF3DTUSYXWrkJAvykA+kwRJn+RC00pMMnf4EseDYgraSAzUHMrlZSRybwbO3gOExLwvJ2KZGDtK7dc7kKcoUNuoswvgMtLXrI896Q1f+PNRvM+29kj+//3717cWVvuR8uPpNdXT+yy/aEP6o39PUm8BssrimJcQCkRe+4bOG+2wkH+rpbi30D/SUN7+9vKf62X/zanWpxTvVtsemvGhpJ2FB2OdJWLjIZbG7xmIobRpgE2SU3DjbNGO6Q7bLTdkhMjixmWJKZ6O7g8wdyc4DX4QHsk9Fv4827M/zTvrQwy2tRVCPJct9Zntn9PDojhX9y+MBY4IRkiG7ecCHTzpf6vP+q/OwkU1fbwArphx+QEx07pviMT/6Y4CaFAyLmvwJ5rkz5YtxYHmYzqVyPUzSw7m42owP/pSkalLgx7GSdPm9wU2sh510DX/1KjaAf/jhx9X//M//rH788cfV77//brG8KVy8pWd7PPhYbo9cXmO2Mz4CWzrHei7YstiiXMYuQ5k/8Yfkinkokg3gi3P95rWuz/wUAwH3Qhe0SqBwUDokhQh5ERdp4zTekqpvplcT8SRRE90MUwk1yazsPC6lwAPHmZYXecpfnyalzSHJcyrBeaANwtIJnFkhIWRFKiQCLDsKi5YItE10lazAQEcNKQjAOGXDgiXPwIIa5vgb9Y/EpR954pkoSxmD5SPnLr3zwHN4IHraVLL7WbXpKeoJc9UHFWc/ABJqqy8EoNsT8NE0p8VoDBn+I5raCkEdE8wMOPKSzjxUlu3+6Vzmk2AiM1RZn23jFOOLYdAK5CsAcKXH0LORchmTYNM1tGhqSLGCUajT2J3Sk9Dls21RJo+Dooo1c8zLaCM89H3IF6a0Fjw5OfHPQFEW5nXxcJeYQpjXtTe8Aawnha+0CXyhN4EPLngT+JVeDj7SrxVxbyDG1QuN2PpYlWilhafBHTSSa00cDyonqEXdOwHC7joyaUTBGHOjlRP7fkeJkL38UWZAjjWPqfIAO/CDbSey7doPt9ltFhLy7S+Sli2OlB1R6Cad4NAT5JwfHEoeAqyeRAJdDeQdBAyjlRMlNBOGkkRcB4wFr3Tkw5NdTFGVSOI5DAmPDyX1dknUZtkD9WiTXSBR+KgZ6mTxjJyQCC6QXYgwSwuaElEcixYamBjajZNwkM7YaYEWBJRe4kqbsMnBpmlwax7xybwgflHnVNr9c6WH0n3WUO6VEU7S32eH7bOhYS22h/1Vig0lEFpDggP+nlCHskCG2KBrcCV6ZQbdA89la9lAvpqZ0+QH2W4KLT9iGtCJ6Oe9XPjNuWKhLEpHtoAloxc6yUzXockH2xqwZLxUPLf9pfQOekYfDOBd8vk9sNsAfn4f7zTc1wOTFUENUBEzGSFMSALUB9NFZBE9PC5LkDAZs8josG1OjxdacCCTifi2gP3Js8SKHUy8fRF1BGQINkR5T7AG+J2SXVa//OUFKy93iOlU5LJQBczY6se0uLwIKbqUE9mYTcTtrSJgcYL8CGjxm7ClD3DhheSiDX0rvnHSKZzlOO4MfnNECC9iwjLLsBy94cvvS2CVJzoob0FW8hloLQhPTrVByKFF4bGOc93E1J1M23VwEBuE/uw3a7sDdMtG128IQ8abN69Xf9Pbvn//+9/1u7//sXr37i/+HWC0a3/ABWLjmUUoEvyWMZsJCizWlkJoCl/03zEMfpaflN03Eu0z4HAIpiiaTc7uBKXofDQ5tmnJ075tWKhOnpCAnfH2b9R1pNkEJl8xZSOPZCZXoQWaCOgwjAhKxfvym6Uo3TZ/gfFGrz7XfcXvKolwX7/be6DN87f/ebw6/e7d6q1+R/lf//u/q19++Ofq7P3vqys+MSn/0Za82JUP7Q9t/B5qgX98fKo61e87nb5eHWlj/0Bp/diTPwV9Hs5ZHYqXxTEBE8M3aXWYEeY7jb+gqgOuCIDrKFjFlia8+3oB7xSjL7R18vJsQGxOR+5SOw980R6ohetoZPQp2jn9aj14VGPg59gSYuwb+pnH2RoTO3zeD0O0ZKPeavKBEPg9kGpc0ADOW73+FLA2UJBBng2veR9EHoIidko5bgZOjY/scpktoQQMbHPbB9St40vnTZ0z+R0/So30Vpydts4DpOp2GbsdP+ed22A89eXrCa2Huhj9mXUjUOEKT9wO1a037hXzwNeprhU8NPZRDxr98MMPq//+7/9e/fSTvj6h+r7/BrBKPqn3uFpu8seLwFXvZRLeqvS9dYsx+JHA9TvegmID+FK/d81nMekEXGrxfwTR5bW36wv+wjeDOotRazOkQc6Dy9CNcAqV7hbYbT9FP3atGRH+Qh9zIP7L+rCBc8ApMyw0Sb5QUuYy5SJPG3OZtEmgJ9Gsf35ijkeItp+yxSuRQJvMNM1Q4NHOmWVFSCni63+Gqc4cwuTkEwQFoSTweWauZdmeN8KrEmSf8wMBVUjoS3by7qKdB57DA9HWo4+4z2a7q17yHDrpY+5/jBE6/EUmOuGkIwYN/cBjgE58PYl+5a416x/AAk6CfuZRJ803JuGBT0SPRILGktFWfgIUrI0IyK/RAZvgi8hpnzzOCEgZBUAe45X7OZAsHivA/jfYUDRgm+xkUr7pT1HWCQ86Zr6B2gG0cHa1aUcfGWky1tuU0PO2nLuxRjzQw8A85M3BGhFBtB+Pr06HGjsDuMY5fm7o5lpfotLm77neBN5XfHx04i+HaQjHIOnBLL40xZdfAobJexrXoyjYFgfnLCapTOMQGLPVKh2pgAF3yLpwvmhCoUTqTzc0DnV/Ita/2ujWl0xcbt3DeKX17+nx0eq1vnZ2oHltec72DGZgm+urVVrUlOXLDIMzNi+mlZCw8l7nkTVL6dLiN/sOAhMlZUahJJETwiKoeDSnw9LTbkulF8qWTtJwr6ANMcrblO56phQFr7hj8SsqwDRVLZEIR6q5kb3RxH2uQI0EKZdOk21FYlxuYsKaXsGmEkSTgJiLNKVBWcTEOnhYLgJtJ5ABq3Rg3aaSMtI6Y6dDtLuyBKiPhk+yioQsXQW6a1zXkKLvNgRkji+6h8ZzeZEvn1FNPd10ANLh64JjteCkq7jROlF+nELHHOMjn72nuiizDxEgzzKtk3EQhZ0TyUO2I+6ZQg4/jULFkvZRDS0KizFNquldy9iKzXmYs5E50ZoJZTFE5dCAbXUlEv6gznPc0QQWcIMHCuCNyU4w3YR4kukCUmep7oinSEln89uSvOfRijOrtGho3X7JhEfCnlP2I0377Oy7DeDPXgU7A+7uAYaMGjaWLyTLF3IGuccNZB5EEDGIGZJRBC4YvmgQJ63jsLmsJ+bS0mjMLcL4zxIyzeaPEOde9qm8NXygPagWp8Xc4+T1SdKH3Sn0DjJGyuDtlkdqblVN2BA+x3WFyMIjo/yOLV8BKRmirNEfEFf2EQU6j9gIjLc6sZEbugQW3tdevUo+vDpYvHlx5DeA2TDUb/t441CfhrqIzV+eID7Uk74O3PgXI3sCh5LLm8OHeiOIz0W+fv169d13+uzzP/7uDeC/fv9u9UobyXxa6pqNZC0k0Zuqo+wC1MSNeD7pDKVhK4x+cQMBcKvALrNyWFcTt4DRe/jDXv2ZB74e8HJr46QHIkk3bzm58rG8qBKEL9ARtwYSTiENw0aS6FEMzHFEmQRhfEljEsME91obwdxoONBvLh3qietDvVV99O23qxv9rvJKG+tn739bXel3mfSDgxZAPezrUIXqrd9DLdD5vNepFr2vdUNfG8D6rCeL/wsp/llvc316/15m631j0YfvMDZssZ2DgUPSNC6KgPg6fGhOuI2POiUdMifyEmTCO52QE3JdtwN/8+ud5OyIdh748jwQfSXtimb+NEaqn9Bf6ILu3+48ZIcO1DQx5sQ4ZZ4GV0I2XWszy2/55puNXDM4IkiiLiQ1dhcu5BSu40fRPX23gpeOznf31BrvzA1r+EH0NpzJ8PGCX+XRQcrzJN1+Sj/qdERdlm6sqHTYAH4sU23+spnPhj/Xc381RHSf9Fu2P//8L38OGrpe73ctz6i7nF4xMsb0XWU+HR3at9432KKqLHcJleF6dOW+Epu/wKEJXzvVpIHjmp8UCae/CGKBYMBHiHkGaWAiMKrjgyoZnUm6QJglCjrSgAy6grrf2gj17+jEigsLKKyCq7RH3OGBEY/5e+tjAwUfURao3U7ThBu+nqIxBTwP3vHQooMiNoGDQ5kEB7LO4MObwYN0CAVlo9Z2QGNQ+KLSjqHVYYJANDUNBlxBBsbNQCGaQMqSaoIKwkw1SQ2zS+w88OQeoLllM3aMgmqCT64sdVluKKWP1l8YUkqj/dM/Wn8HNdqWtpsG8sRFlGdH9Gcl+CeeB4EYqsCUvkYy0Juzn0xbdAaPmTDfMsM0+rqOhBep42RmnDM6GNow2mhFB38bVhtxURhQmWmMDstVQrHXxKHNemJzJMY9vtjia7vKznW73vrlJx54yNv87NxO9GMcOpCh9SFpxlCtFW+u9FULbf5eXpyvjoU71jyBcToe6L7RR2G4N8AXMOC1kcKmfO8UA7MyxT0URFwCxjge/ol8GmFO5ieUhdjXIjGbXyfmLP5JK95wZg2szV4eTGeNC/yVyq1CGOavTqQ+5Mf1Iotu01J3N3PB8gH5jMmyZNrmuJ5R8miP9sJAAA6+Huylnk1s0RS2dJEvXFZlyw9CtiRL4joJvi7ZYEfKUe8aJ0w1J1HS2SJSxnKbsFFD15GtK3Vu1VaSQ1PJrXjAtmTiOklos6UAdWD+UITBjpTSmZvYlkgZLT9LVBuegR+dLZOmHn202EEAkjdLL2zFMJJm7NOsUWMNOWCKI+l883fk1s7Bp9IlD9cwDgKy6m+NMQFQjuo20d0Fjizfx5T+sGCzcPBBI9pqUIojKYwbWJMS6vGR4Vhc3JVKUAiIQlXBiH1UYiaXrFAd2lPCTEKNIxPgk2Y26cb25w/piudXtNOw5oHdBvCaS3aA2z3w2IHhsfy3W/jkFLeMUnUxRS/XDPJsAvLHKM9kn98qHYNxcZXoYJGzEPLVATcp4wvAlNUXDk8HLV4p42GYESLqBUMsfGTFZzADlXhgHmqTEtvwU5iWvpKh3Ij3AkgbgQd68jamM0ko/L5mTNpXzCrR5FRCvDgSPQumQ31mmMMLRW0WooBFpN8QVRs4kGI+EXmsjV82d1/rc8Jv9Dnhb9688ebvu3fvVt9qk/LtN9+sTrWRDB8LtfZbs25LuREsWbJGNkcp5mWd5Gl/lDnjKjkx3HFTUuWZiSJvfNFJo+XgAsvKljvhE6wq30ZIsfImwdXVzm0/cIDzw4wLJwtYgAOSBjf+mIau9g4lVZ+DFph+xJPNemx79Y3eAv7m3/+2utYi/Eafgd7TW1nckGQD2G9nKd5THR6ojg4OtQDWJ6D5vDefkOaTlL+9/7Dav7xY3ejGPp/49svG6KaAdWDOFxNk1ILbXI+cdmHnga/MA5NrrBp3jUXPUYwYIdW1NRg6TVefDZTo99uKjDi6hoyfDfRbvroGnOlhEzaB+QoD4wwPC53qU8FHetCEQZWuOMq1PnTmUWUbaejYz9aFGct2w0O5fWtMfbNx6Q1ebkPIb/t6Y8afiNS8gE1g3gamnVB/1X6ndblVxRRJvehrF3G9o6LuHxDxpVUxfrnUjXI+p+mmRz/jYJ5FXBb7Ok+ZmT0Av0uAzlJnxMk/R4UBoi29pUdx0RaobFAeM5njxU19jxihDxzSRACN5z2Sw9sLhkMFHHxwuGxqVZIVANSqxzOd8pyl8jzohks8DonbH5iBpzYNUCi49ZbvPEcTT8p2lCcsiHFF2szU6bAEvUlAKkIYk7YVcBfvPPDle6DGY96nr95HP/OfOoLb+zMWI7ui+05XFn1WBrkP8sY/N+tZy3CjO3uhU2Ou+m3AZHkzXuXQ3KPKWnEJMF8wy47o/y55woqu6bLcED4l8SAisqbYrAV1eYRi86F+E7h+czx0BCUygTOWxlhTcBD6x0b9PfQaKilxX8bGI5DxkfW2vKxrOfM2rkNc0w90DWfTl+t5XdOBuyxhtM/dp5KOXO7Z4AfGYdHfMP/TmpO1J/cSjjVH0I8Cr470xakjzQkvtNl6rp8+uOAhKC0sURED9FD2dDb21xjstIvglO2Kdhx5c6t8XJP2ecOXexVs8uo4ZJ3Lmtd47n/Ew4nxIKKuJb6Y4B7x+iMT3HPA79Kv2OXDFgNIfB0BzzB34NhkO9dGDorquu7unRQywYZVGr4xWN8MNuKrLgMGYUmaUDkDZiJqIHW/GVhqPCtQb6MJUb1Zm04l1z6xjkFwCXA80S7IJjqIwSVe7eVBYa7uQUL+5Ew0DB3Uv9uAqyVhqp+Ctf684K55WxpJwDEExLiQjanpGClfIH3H9lK2Qh4sw3kuw8Td9jm6Y0i54PY3Po8jwOHf7dxTWS+Xw+ov07KX88GfVdNuA/jPWvN3LjfDw0PCJj7gm3AP0fNCPBohb7Qo4aFOX0yX1G4cRVVe+MFzjMX3hSJhpAcCciOpskLnBZekAZyKqoR3TCN5UGKUuyTgNvw2HnDFv0T3AFgrdvqh5SWrJqGlUjiu7XHs5ZOvx97I5fd9Y5EAXkS6W7fHQg4Zyc+i6lArIzZ9WSTyGecr0bBoPGGxp0WkbwbCruP4WJ96fn3qTd9vvnmj+LV53r79RvE38QlpnrpFgXiJD1koSo+Wpf7sMxMK1GNTbS7bHNqNdBAwN3gwNW4e0F4N1pmbHfHpLVgEF4JJXFCQthTLaIW1UuUUk+SIgIb4S8YUMFDAg46MoUYCa9zQlaKIAOgYuBOJdR2awCJ3DOOeNn/3tKiOm5f4LcsnmUd6G/tIi9p9dWDqcp9DgmJxLK9oQcxKl419FssHkkNd4iA+Ga3Ht1c3ovHbNoKVDjbqw/CMXAFpoemAi4aDjf3CT2JkQDLIyrz9FWjTTE7rLgl0yW7E+GYqu6FeMBE1/4IKd6r+cB7wglWl8jWYAemBIXrDesein4xHDTLRf9aVxVyANzjCJm4eXmisYPOPvvtRMTcV0cS1gvHi8OpIQwHXB0agHkrHqL/K26kiRXeu4hffnIb8NpzpZy6Ia8EmvxbxJvySBX9MGL7nzd+6WYyfqSvq128KaaP/XL/9RzvgpvFYpw/3SPm/JMzzahMCUTttukM+YWOtmdOnkvX5YvqJH6piM10+xLeeqeh6KYeGYTaeeQBGc/0te5VwOgCRFJ1lCAWgFTxoOqDyJYsYYuDjUTDwGcya1ihNvbc6NkkohQIbAieEwM4rOWowS8qsjs0cia2pqXb8o8PtTeJIQ6cC2yelSxsa+BBYycGGrodUSIYmSiIQ7gYAKk4+O5t5MFGukMc5jp43QEylsifg3oWdBz6zB2jQHL3xOvmyVjE2jAfrAzqgjCLOzlNzAPdvDIzOaFMrWbHHDmcCEuNDjBHgGFudc4ysoGsygyBorGHDKdkCG/1+krZcxqTENT0xnpW++SYweYLJk7ek2w+45iE1VWZYdvcDY6TVSG080KXNX9aIuvaMb/6Stl26lls916ZJwG4dMtx2koVWx43mf9f64tQ160j99BD7qTxozMPjfA3sgljyL/hSjB8oS/tc4WF4utOyEW1d5RjndVJBwmVB4WYksB9M4l4FOtkA9hu+etBc+bhHoTUvvINfkRM/8yQPoUf14rohduVJB3WV9RUmpN7IFFVU9WjrmE7aR0dWbUMlamrHmmwKF45aQxUncfU3pBZ8zjCHj0WzjDnDkJ/zhpZRwkC8Idlsy0TLi34uqfTN4VPRhS3qKZbax86xrcwpIl/8FU+pyJUmO7dlRro5b+geKXp6G66o5vKA34Wv+DfFJXexEJuYngFedizFGlPs6MBxDohSDC4B3mjTYpehuIXw/DfYS5OFCm8SSEs6gCcPQwGa+IJV3JUGCbYxvqWNGXeqSMW8eXOLn9OPeetBfbNpxH4B6bRr3UNfgG07E57dA7sN4Gd38desgGHhMUPDEu8S7CvykQZMT8bnJnNR8yHEMNjHAiy8aG8O/JO586KnzWGBiOQSFJchdIUeX5xI+3JO/JiwVDcIL7gVpYKybdRX+KKvGBrh5gVO8CjhoWn8EBMcqbEZnFi0pERm8/5PmxpCHtVim6djT3XT9lgLJDb6+cleKONJZLEywUGG2b1s9AbwsRZubP5e6mbwkd4Yfa03vi70pK83gMXDG6bHJ0erb/TW73ff6ndp9ZbvN3r7t54o9ieI2RjETBaKNC7lvfcrqO8HcKPZOG0wy27Kij1m0hoTk6qdhSCEceNPHtFi1njl0eFD5YineWMijysESawiB/IpuxKZhxSZ3Fgs2Y6B26/wAokYLdcqyL4+I8VtSaDUFjHBzUInOBwsIyXzxAV3JeUX3tj1ZwSnWpNFcvW27v7BUUiW8LAAPdyoV078h/Ibb3vrEWeyWQbZR91KlW3yDftLP61NA7qQ7y9ETJvw58BpCzwhTR1g2542eERXfdEPirgMQhNzwAO5D05STqRQJJGbni1zCmo5e4xCLITS1fnDvrJzA9uCpNtByxas892Vbp1zB/mze8A31dyj0xNqTLT/gD/MO+4LrRNKhvqjeom6KjcFs78AIY0Kd6qui/YclwRhNQww0vK27yddA37/8F5vc1yuzj6deaw+0bXhSPzQ+y0TbQAzJvj60kWupdC9HgJWqGWa4NqGa3IlLktof27jseZS3AT8GRO0vfpUJA8T8Rle3lzit4D1qUjV94Vu+rIBvM2fz+I5VVJdXd1G6SfAovJaXaPboGcx4u5C8Rub6WwCEzvIMPcNrtVcrLiZXghKQHkyP/cvZaoD3o4v2WAVkHufILbkTK6wI26wT3H0J2yEnmkCMfMcx6SFbGlKQmYeBGsW9gInLQ+4KagM0PBGMfW7p09Cszexd83DbKLg0zVpALNMzxsHPXAj2sENJDRaHfrzGO0DVzzFan7DA+nyZwmhaeUITbvzzgNflAfcnnWatOdntBA9MQZIJ3rzENRajR+sof+UbTGOd+PALfavHBti5HRPF53+ROyhj7XVyGh6kCW7EtGbuwWF73HZ1iGVKhnkRYUORXUrgOtUbfpCgV2uC2fiVBLw0SSAmIFG/Ognk3ESD2xeFTutlGIe0uJrHjzEzRjpL7Xk279+cE9zQtMk3r/JPLMHObZH1zDWnBqEJVhrQx1+A1gbwPEw8aV+nkg0WqvGpqw2gS/jS1OXEuKHoFrBJAm5Ooh6jHwAEVr5yMq5Yx6/MS/hoXE2fXn7t94A9mehRc0fsuMBLNqFtUVd+MKFPsl1xYFbOtAdGMyoENeQmPu2tTEG2siieooY5Sk4zO9CqSvXl0va4dtSyBhsHNvTNjZYyjtL/mi8IprInNvcCCNhuRQj6Yp3khfOJus0iiuaUST8AYfSXCN6a7rzBhncdZTmlk9DnOc0hMpWPKBmSYSoXY59biygZ0NLUiZEM5lPlR11LNnwBHpGFYviICiiioHwRwh8vHoR6YIZPZ6EDp4ee4TA94UwvaCCeU7pTyQCLGbGedHjDsfR/2sMR95ElOU98EQjdkNG4tJRcosu8rYd+zHTMVaNAZwL4LWIsdCJJOimZRgxo5S7pbF7qv1ufPenqnEDTjSO+bm0vAzMwbv8H8QDuw3gP0hFPn0xaiB9qOTH8j9U7/PyUarFUGO3LhAxaOoCOMzcl/g8+A4I5wfhbfB1IhRwdmrgG1ieIJmLh3YxQlHo7sKBbTKg4CMN/GO+S4rUXP4c/7C8r93FygTBm6Hoikt1TFCU1oKPDWB+//WIT/7qZq4+2lScngTs69PQTDJinhOTKvhYHL55zSeTeMP39epcN32v9Js/3BxGPwut01M++3yyequN3zf6HPGrE+mRvthcxi4d3OC80e/S6neA2OT0RjBPA2sT4UILx7MzvUmkjUh4DrQ7fKjPFJ9owxr9fitV1vq9YcSVO1N0bZJUyQtNAbERb4g0Q8daTjZC8OSJvZdaecHwCZ83B8/CmjwyvVkruO5HOsRtcpVTgd86ij9lRA+z37AmrQDOfrFvpNUTPHg5bI0oqq3CwKaNnmjWDeMBqrQtVtXLl5JxI9/t8ekrFsPUJ5/ckg58ZNUUTjaT5kltEt74pXzyPW3GhymgqgNicuhzIuSI3k7GOQpgI0Wup8jdO0gYdtt29MwCpShcTbxnJE+WzVI/mbydoJ0HugdoXbRzIENLU1LQIBvAAbjf2WOR+lBbCA79iT4UYwJKej8jxSd/Ax197UIbwB/02V9utHHD8EJfg+Bzz/7ks2Ryww1ZtjtFPaRvhnmDLYO99ys5JZKcEvVIP95X95dC39qRDIp2FpbV+Oo2gG/SP9BMcUjQZ751/eENYA5Cvf3rejfkuU9U5FCfTV0Y7qvcgHbbbTSfJ4ENvvnuG/BxPdbl3H2Rp/OxuX7Go1s4FEJAt2Ejs4Jwg5JEk7AGmGDvkCm9MV9o44U46YKILxUxpoQ9BQ8YapLfaLBpN6ghAEXHIlZAZkPxUBx646snbKJf8wYwEzHNWTRxQYjtQzR2RqiEBJEcGz4EAk/auJmKRxmSQ9bo8WSZPo3QXXrngS/QA/SeFwzuj2hMrb1TTozwdSYhjAEchLFXxZUn4HEuKo0PEhB9WLwaF8b+TDo6+cDbWQ0snwCudE9M+QIvSq/VEpfysDGsF5WSjFusC80DKMcej3XJE/SiSd9A41pKetIhN3VlVPQjNJdfCLNO9OIbP1jN2pAxUzHy+Dmn169e50918Oav9HDvgA3zDJho2wvQ4iqnYuj10POK+wF7eihcvwN8df5xdanjWPcA+ARzfHUqP8Ws/IF4wgpJtwKdENXkY4stGsbxxBsxUDYDVWaVOx5UYiNYadVRbOb6CiKZ6Jm2D1SGt6BBbh4iXd4Ibgph3R5m7b3aZWPKYgxaQ3vCu0MEmMGKx44qm0vwTG+Bxxg3Vmh9RHI2XIWL1HHoDgGDmGbihDhc3kG4b2TqGNc1KLqW48SNtk7Zg6pqZMKTvIVDYqcmxfHQsM7b9azL7Lg5X+UrXuftkC4lYCPPmJ7TQQ1+CR6Sbj+P8iv9GHkLGiU26rnkz2mAR98tDPRuu2aM+rUQ4JTZBEGd2IAZZCJ7puRFt6FcHMJXcFF1EgHQOCRRoMoX6dPESLXSBXGjRtKEglU+oNjLmNjLlfCFKK4nlLF4FQ/ZJhlh+m/5mawJPDMTmDlLycA8JRoQj08iekHj4wXvJHwVHthtAH8V1fQ1GFmj1EOGFIag4n+Oss5k30EdHMFVvMvDZEwQy+ZOExdsyRB7u+AW2VKcarx2khh4+t+GqSeyU1Fb4DxyOHcJsKUXZcnaCQzSOPKmlnlLAMJ0VHbC+YIZ+SkmRLHg8QeAdTOezVM2b9lQ5eApWTb8PNHWCR7/RpAu7ty7pywsHMGzoNLHPHWzn98KOmlPELu8WXt8xvlYn1w6PuLzS0orzxblgZ4KZvD1zTul9eixfyuI3wm61HGl3wS61NtjZx8/6S2yj6tP2lS4vr70ZrV/S1I3mP/yl29XB3/5i54mPtHnifX5Y5UjpMamJbbHke1kqAOSbmuUaIArOwnRBjuI2vSGr2TjSd7ohZ/NVfzGWybxwVNxymeUlVbBGyq8WVfeD0qda1EdMzFJsGWKe4jFt6TeIE0SzIMlorXtweP5l078gaUejCZlABhtEstP+ND3RmVtvV3NDRLqep9PRbttsFEsHv9gHzdReQhAbUalRHLoQHjoR6ND8zsUyBSbDSkefNIDttm+MBKWPIIOq1tBOpvrlqypRoEDjfEpd+nGyIx0l9154IvzQOsOtHT3FWJafTT6SG3pABtKhIzoWu6cQTUmo9MabumQz/BsUBHoW8i75PPPGqv9ZoVxuqF4GLZBA5wHeHhQhXz1SZdB/JZT5cq8FTzXCfOHMjkd5j6Xxi9KblwfVWD+5W/9K0Qc6W5u1RFx0Cilm8YwuS0JyvXi9ORUD3y98ltE1Dc3ljl4yMz1OxfcVWxNVTX5ejBQFnwA9WTVbxEpdhGTgiZKvuYCnfH2FCJHWbdzbKKIm++8fXWla3urh+wf9jusWYbw/pKsp7FmSfIcRh3gu9qotm3kRehpouK42gORXZTFQtZtHCGmMUtQjx72A4vILQYSpEVa8xG+ZML87EptLCRwVpo2qmRZYVPMjHd7IA3EG0eSbxnwTqiCPuR33kqN8DFd+F2888Cf0gOzzlD9Lvrc1CMFCxqNJPC6H0YMddFEWjkTV08NTs5a1uj6oxP8iuuaV9esoBzGFStTXjoZAcLskuvhBpUtpGmRD+LkCRB6LMU49Cer8zqRJyq4uVsmibGHEVXwRJH2V7ksR2TAK+24MoggLSs8aCutaw3rStZ+fLUlfBHzM97+fcX1m3W1jOLB6/5lCkoScst/lmnZ6JEZRsfq+Ia3f1cX0qcHAq8+rS7O3q/OP/62OtJXwQ70s0T7e/pZkFxzalpo5hjWJQRbx+B8wDg7pRN+C7/gAFLhoM4eNmMna17WzyyhsazKkkanH1AaMrhPEuUMuSEbvtAF5aYwpVDOukVtw0cuSXXlpw6lQ4+sMFy0FYOxYJ2mCiwQnLkX0Vna7pjBCBmVdjmSoPgLNQEbyK18zIsu+RdQxmHuWigeEAgY8zNit/5FIfB2YpKIsagBbgrlo70qlzh8lj2rARddZAF5ikpQZtlg2jAylrGjoEqnMc6SHvMAEXabNJRCq3jODnhjgPg22RuZnxzR2nxJzrL4IY2EVX9pJI0mEpxbC3anCEj4JontJ6X5b+0dLkLAHTuvviMXhQ1BYfDs1DHdn8DcNzpoxnXfLBJnwgTqujfIEwtt30dK8IgwEwV3p1lAbhBvsAsrH9qfCMIu8sgp34b17kJNVulZKkWMto10YyLqCPRaG1rkGXVWepHwyYEvq+3Jzf/DCNxtAP9hqvKpCrI0AN1Ftkc+ET6EfxwO5vzg6rirHQvyhpslNjHz1lY4W+/huk/mllQiXow1nCODC8n6/ASMCeOCwEUB0Dyw8QQscSMJ6coj33qSH/3kI1ScWUdgi3uEz9NTmpoglsSKw5LKEUs/F1SlwraIp9KFxb+bAqgSaZrw0bovNwkY4VHeTdpcX7IFPGfiA71Be/rmjZ72fa23cmMx5vIIR1yyfKOfjUHxUxzf5OPuHxuE3hSUp724ZuEHjIhPQurtYm3++ulbSdOab3Ws40SbivrYtH9b9kqfibz8+GF18f796tP731fnfD5UsAtt/n56/1ELxo9+C5jfG0TmnlaKh0cnq4/6/eAP775fffe3f1+9+v771cHrN7KHTdIIxFrq+a+ArZ5AykYmCi7nxOEgKWdIilz3GXlvAovnSvbExi9vzJJ36S08PJwtULQsuPlUJrWUHzDMDeHQE5Tgwu/4md9jctDm980l/heeDVxiH/iWhbRw1hr+DyYX0VBunqYlXvz6bWAp0gvAtp8yQON6pj6V9iRKBFc6YgInBt6m0WQOs671tvY1G/fpJ9qBP/slWdzwv9Lb28QRKFUEk7uQUu4McUeStEwlggtI5zdlEAW/ZMhcUfBHk6yUKdsJmgeHBV5M2IWdB57dA27r0qI4xpTUSD773mNs8PVuoX3PZVZ7b6RK1LUSWmzhTUZuKHL4IRNv9PJ1gjw8/sVIZZ7k4xkTNl0YD5zWuMG4Rhh1GBBQnbGoWdNRd03N7IcNXfZxFXaUhapHqBtFVXpSnwV8wRj99TdViwOWnDBQCR1VlqWg7sfHWrwAACoKSURBVFRnJ3zxQ3OKt2/faiP49erDhw+PaKfhcI/sXPurArIeIt+gg3GyreqqxZVYaDmgYOAiUcVuF4wCTMQ70yVOcZs5EE8bi4MGRdpvY6nNE9ex1LeX5IYNSCEsUUxtu3cOwUti5Z8qPzG5cpnz4nHpElj1YVE6MTOokWAUb6kleGZslbKBmSRJsMmtJ/2qNF9lSZAMoY2KqslF46C1Jas3KHbjFlXFTWkmGk9HIL4diW8qO9kutfPAn9ID7hK9U4YPnI/eGL2v0sSMjfTl7Pn0xey3QJwdIJGn74pKJ9akrEFibSpC0uD4C+KUxhARPTXWfSlbnzFOaBvbGkNYr2yOP5mPqGAusVnQV2MDCcoVM5wclgQLk4InFAMEz7hGcCZUAMB3gaAASkOXAEXMZ3xYWMgov/iBI2/u8rUuPRqsr7bwUx2vTl957mZtMsjSpIYAnc5OL58C55J67aqVJfV3dbZaXejnhM6O9UD36erV5SvB2WDGfNbsYadXx9JBHr1NE3p7xqqd5WQZimBoTJZoOhnd6Ek5BzH3K5pQ6YPXAkyep7iDEHCuWOJIIU2OEzrp3yIaOzl0pA+BU0cKBYU12mHQ9kIElSnNEnzGy1BstVpJIkQ9Y6tsTHzXGraZQcbDZ16Ds30kIOoXrRGIjVKMvGxBie00EBXPBGk+m9QFzQmc71pGwhG6VcFMZtgdbaBkdDVV67M2Nigo/1aZsglJRHi1ywyvRL6oyxjlw5CuOlGdPwDUyvgpePyJdeh1nQwMLUlikA8PwVHiqj4DU/YlYSMmUbig3HweeDcTPRyD4zeaAmJERrr6j8e11BywMiP4ouaU9lyw5UKm+6Vw6G86SCvQZ6IiBucCN3aIBSg6NyDyA12SVzRqQmeJK3wzowFIiAtCrlXcb1Pe5bbd4HsoeRFnWSy0NBMXVfIhFtkEyiJ8Fcmwu56aPSV/qmuaS6EAF4MQFlOygohyR/sWPEnsxaK1/dAKiewpewhpQAiWAkzLuEVxSyKWYDOxLofNXNa1JOKPAvucJd5tAP9RWtGTlIOmuK05znFFX/CKH2JMDSfEtWlScoDVUbCFGBJMyElmUKRNviAl3ghdOERvrHFBxzkujcGNXsbRGs9RQQg+4MEX0AnWROA9hZ7QBXWdzbWAHyXHOC1KiNvAXhICHDTA0g7LzHRYLNxEahfQUkGvUjc1JSHEjvxQhTkVh5iAO626GGUZJhFNZgK6VPRyUQ9J9z7LNyEbAaSIdWCHsr5ACq61jzFHuln75ttvvQnMm8C83QkfnG5Gngwox0avNv94CdQBPQjUEZuGspkFlZpuwaHT/X+9+ZPytPjWFvPqWLoPtXm4z9u+2vS9+PWX1cd//bz6oOP9Lz+vzn7/bXWlt3+vdVx80OawPgHNU8gsWK+1IPebIHqD9XctVt9/92518H//v9Upv+ujN4339PQyT/b6T04cJ0eUiQUmRwVSzdfKwEfwGyOZA1JHLLG00SHa2vjVh6st87LqWjlkBg/L20ijl96AbPTWEe/Thm5g8EaMBOX1OUP8ypPUvEV8cMSCXTRyLp/mjsMckp1jB6zQ8AfKDAhjk4bfWo4bG7wpw1tHbAS73th0YbNGpGzm3AjhzVzVF1/zikFDWO2As/l7fRn64OWz0m49SvPE+OUlT44XXrwqgdsUtlBIPJQRWKed6CfscBD9hBR+AzIWEbRYToyKMdg+bEy4yzoSbElbzUzenPwW9Jx8l9954N4ecA+gudMX3B+i7ZN+SKg+Eby04PVW7LafmMK29WH0NGG7HdjCBlbYpLGWMUFH9kp3e8w1HXI19lgHPy7Ob8YZxyiitP7HTeDlPltWiaUFJPawzCf8EivgGiS6iEjF4NXGkDn6vvmH1ht6Ntp4DyOW9U99t1Vc+q/qE07qi59leK2fenj7l7erN9oIPtNvQvNAwH3CWL5mEQl0Wi9j+TDWD+lGj8KkXapri0s+SAnt+uScKIrf+XuezJs89AklufLX4Yakay1w5mNxcD2GNv7oMFVP0C0G0YyqFmkeAWwumBkw1hHiywZqxbdWG6NwpO3cKCc93GUzApQITJ9KBl47CPoMFqU04mCPA52SyiteJlBeCH/BpBF5eDFjPdxXMvE2ofndeWAIIygdJJGt8xJMuOLKIndA8e3inQf+JB6o+wzuKvTF6KARZ57eCxya6REwVisxcgZBdDvOyWMAacZLyeDQgBqbv3yBouAgxKYQdJFhrCBFfwU+EtkyToEA2YPtF4NjwFGSmCPBRECghToHDdlYGbHitobkDJIa0UOaYCUKSWUHOgexTlYBcpLmh2E9JnrEbXOzS60B681frtn+CSi98cunn3kDGFnQVJlZ27Uw2NJgQ8K+NA21odW47PVPEGkNeXF+qONU68a38vUbwbVW1N+N1rE3rDv9lSmEtZKH5InOKHSqGDSbzb4K7pEJiP7EOkJxYEiL81RY5jyIg6cNRa3ty78ly5wSuigBZSYUVrF9Qdz+0NFxXQrS6kgasgmL1kpedqADEYkNGnIZnKT0Cpxg0GGIgUFnVNEQoy/xVp2ggkEyBmhMl21vgpOcarYjfDkd2nDbGCoLvKVFgFzMLFjxRAmjJ3muknTgw5bA9b5WnBCEPMudKay5Q+nzqCPCXifih9EWyYpGWJoaCqKoP9OLtogzbznUFfINM0vwIRe49MzxFmP6BVxwD4JIlpEdvDG1UL8bae+AaOMZtM2Mlhgk0H8mRMoHnfvVQOlkikiKETShjJ9XgaozZCrpIoc7fe+xceN8O3mEBCzBUzmNLBNRHmiCPMYWkLRdh4n4lMZCQeOxy6zyhw8ES18E/wI7IERApyPaK4BRidL+x4JqdyMeIdtDmQHXzD2dEbWTMLdjgrTdjJljcJ9ugNFGCjDIK1TGlYU1XDGV20QqETpGjgErtg2YgWhLcmB2HSrf6n1gAzct64D8ApLR/roh87wxlHVTY5AfN9dAl/uQ1ODiRfbdBvCiW/6MQJrgXZrhSFM8BZvHT+1H96LtQhn4yoyNlCMBw+qYnzOBW+9GEx5GUXXuaf8OuXB78i8aBoYYHEJfnEd98/KxOAhNvlyxkKkbPMBRu2DbKPGh6TVL1l1wB9Fz66LETZSynktRjhH45GUKvbyFi/9YTGvvTpuYumWmRd+p3qQ91g1bfhuWN1u9QSnnsuTDx2EO9RtGOlaaHCAmrZ5MAOAenA5ogPHGMNvKbIJyq3NfvxGsFeDqk97yPfv119XHn3708enXf63Of/t1dfbbL34beE83jPe0gbg61+/+aiG6L0OQ4U8tS/a1lFxrw/qSzctf/20lgasDeKSjJjZstkbrEWP6OE0k60CeUPnKVbGrzSIHGNLxn9/YETM+YgEfm8G+BSmieNMXm8HBxzPOxGAsQZvp8KIfWZEWhf77IiDKwnzPCMcwxUKZz6ju8ynnfMvOVLlApd6QHZ9w5t1kgmwRgjepIUNcvG2ktAiofwcT6yRabqBcqx7YzL3SQV/2JjQ6kYdU1Udt1KDDdql+or2E5hCcZ4wjGKU0eR1AE2O004KHnCkOwsDDpJTbW8gc9Y7jTShcsMfatpwewLJF2g6188DDPOA271Yf/ORp+48IMYpvFjCRTj8Y+oJ7rAk4CUEfHo7IC5VCCseDPP5agEbN6tvD/m+O81xE8mYbF5QMRR/ZwZjRsFJYTMQj6QjflB7opzonHtnE/VXD3aRUTOKqsxbn/JK8A9XOX+bxFW9+83MSR/rkc10XwIMrXxb9XRxFVVgbiTyIHDLhSPK3hkSn5Sat9C2cW8UuIZFXspfwwMDHFZ55gdLyEddjHE86fIR3g1ZRdTMnM9vSz5mgPBMfTTJhCXYarBPjCuk66i4oxQMGLQnK7d6tdLUNUBGaxAKYd8xYj3i9LCBm2Mh2FnOfanMoECftN7Q3MZUITPe9Pd/qoqg2x4hGhcOYFgA48ndh54E/qweif6n0jNM+8MQ4UkTevSU3GYIn1hnAGT98qo6WnSojo6DxukXzDN974EFV92N40ZHBwiIdY23qKdlGYZ/WZ/Arv9SPC0YM7ZyuLkvG1YI/1Hr8g6GmODEGSlIrfze49AQrdlGcxJMhKOuyUDbGwRoYlYaWTXHWcvFQ1oWu1fx80+nqRPcBOLhuw2Opg39KvFVM4IkpAsVc02yZx1pWy4LAozLd6E3gq4tPWkvqAe+rc5moNSe2mTb863PJQ+EdwoQc3/l/hMoXuMSy8J1SFDL1urwb9IQ35Lsst2VwqordwLcINrNrYoIu2QHEmq4vDAUjuP044qpMwWlbTRPkQLu9ZJTTf2gAq2CCSE7P6ON/Qp0kwKYhqBAWHBOs5aB+o7IJ+VJm6iOrmZKVSVLBA2VlRTaHKLoyNd9wsSyhGOGT9ekjp4UPWKhyc5F8OKokIb+0FbzLDE4EJ8xCBB2FBFGcsd/S5zI6Uek2hEzJLJJG0BKFiXhOP8VuyW0yegvLXVBDUaOeB0DjT5j82LCZrvx6GxEGGgg4tXTmkQTOWeS2jFOZi0qlXRTAaWXs++C3jJ5sKVjqKPqY73dx4Kc1BUQhI6dVZ6Uu6MveICpckzPyWsB4EhJ80SRTyFDrU/nqGLnukrZYTs2QVIXvC6wE6QhFOAEWUjHXhyG7MVlEqYU6ImQ2MvNz3GOYQ6f5kjuFktuMWafdBGltbgMB9bDWrjfQfrHgrXUQVkPy1OG2+tltAD+1x/+w8mie25po4Yhva3ZfqZPagFplDZf44uoi93IzYHnQAgl55ZUxqPJkFGLCA6mnsIaZTXmGaD7nFhMz6dB/cCFWHGWXuZ7qhIZenq5xSf5IN8ePuLJ6TvP8eZ4EZgPYC0JNgbnoXGnVuf9Kiz99qvFQv/lzo08rh8/DHibKvjzq6us/iiI5/EHorBIsjhOlG3G6AYxc6Ngs1OL7UBuzbOLe8MavPvXMxu+Hn39a/fbjD6sPP/2w+qQ3f68+/L66OdPv/Or3fvcuz1f8bKQ3jbWzypYp8qn/a30f9ErluNRvCvFO0Z5k3px/0qHFpDY2sRlaDOQvG5vzzHnDTksTLOKgd5FgjCCg2zAyHLgIc+ATPvXMQiI2eOHns6WWA58wgauNX7aii14pyQnfis583KCglLRlyUFJTvZQTRbhnpDp5jobtRz8lu/+gRbsinlCm0U0pAQmTO4X1AP1DiwRsS0eN5uRjV9v3DZkleRyBIdsPRCB6hBfxGZx2LjP73hyoFdyvamNTyTC+tBr3WGHx4KywXZ0W8kSosZspfW54JFFwUJIGdAUXVJJ9SyE3TPgLrvzwFfhAfcNd1Y1dcV1YHz1rc9TkLDFdswMsLm6BsRvm4pONx95E8dfDvDmbowRsNVT9Yz5vuYwfmkwqS8I1EaiaWede/3630Y7yB8VprJrUJkNNo/S8HmZqx31GHvc2jTkrpdzsa2JrPjh9rif47+lZXsl/dKBEnAtdEx6ZgD5qtUZ6sWyMXsKO+XIptf9x3nVxNjm0+Cyu2IYSdc8x4LMFxpKT/NCMXaVZlk+idj0RVzMUC+1lICHrOJZyNE2hrbCbK/ZZ/LOi8Y6QLmdKdbUxXMO/UKJ553+uRHJdMy8BvnJW7KRCmwauq7oASNNx015ZjmRrcud0eyyOw/sPLDgAfpp9lR3ouhJjN8RahwEsN4fGSq90VvzDOYebP4qhrw4GB/nIfTOoZGHnDnJ4igHcjCnssEplMYe7FKUsUaWViAh+DcOIQRiWUNkRmCRJDachBiR0/MJAwOfAmWKFDnomX/FT3T4K1Dy0/GxPvvMQ+DaBObLHe06Llps3xhK8AYS0Bxlge/i6KnjG34WSOv7ywu+CqJ1/sGxxm6tX0Xrh582yNtoxwQxMOPUIYsxkeVcRzFXYSrf42gXorcvQgJY4D3X6Su1JnELcdHa99SThGQVtrqseqm49NjLtq2kwFvpikWNftGFGTo736VMUmLrMkYM8uro8EGL8cwzprBOe9/UkpyCUYRK94SKJmDrYqkQOui5WxH3YhLQBCg/pEv2rNpF1APlrJKaVUzOF7NJS+g87nJuT8GL0KWwDQd96S1ejJzDCrcp3qR7E/1c/jy/iQ84tMv0btY6jdgpdWEqHuXBV9QVSxNCkWnhqC66SJcy93f6j44iRXoLctFcq3G4DlzGDYbaxnyHhOsMDgRtDsZi4KLwReBGYXNNvQj2xlZTrGlUZ5tCIuCp7ISM9ButehrEXNU8j5apjU+jdyfly/LAbgP4y6qPL8yacVgY0nUBJfaB2YUHRrbyX1iR7mHOfBJFUSmVb0apfO1vy0jJhXW4pNotwDzZV2xXYVPKsNfQY11Mp/QnHD89yr2h2Fxig41pXARo+C8hnrQl7l5R1etGptK4RIAB2/BLPC8Dwyou2XgNZ2rdp88Myre8paPf6Hv93XeO2QD2zXfRx204cUGXxUIGmSoltePNXy3s8PmhbtgfafPwkDdThduToht9/vHm9/erc33W+ZM+9fz+559Xv//84+rDL//Sp5552/f9Sj8K5E3fg+uL1aE2cQ/0rWH2HQ+kKzZ/0UQVc1bsdsNiUu3o4kKLSRaU2ggGLhv0gmys2JX3J5uwjwYlG7E9DskUqJcNwT2vXBAiIzXTWjnwEa0v3voNMt49DisRo01wndlGhTfe/sUWFh9Bb/8oHxvA8CIx/MnmuVbqWQlht1D63V/KxuavFsxs/qr+OFhAs4FLv2RjmmAZ+IINXXCS7gIrdvnV1m2xM3KYaPf5jDYy8+1ebLjW5j0yLy/QF77lJgIl4Tej+H1nPhXG56Floo/Qo/JKh2Goxi50DaHRDzAzFB0EG4OQrkB0dELK5D/pS1dYwtabGRt13A3Rtd9OX0W7nXJH8Wf1AG110l5pNPdpZC/oOMwK07Kvo1v2AmOUYNxlvOCrA1caJIj3dTH377kzuruTRl/d06ZwXX+QQbH9gEnKqE3g8s08RnVZMxlsELQllJxNJCOeMXwXugeoPtf84JYaf6sORp/hS1+nXe9dzjw18sxxt+VDdFa67ZONGbtRSQA2Ogx23yb3OfClHr/YIhtPanpM3RW2x7m8HNaNXGVvwchHL01+K9cpBd06/RVh2cGMYgzNnwJanE456yjxJocLvOddmSlJFUMxl2/m5LVc/OUj5jqx6VvpijuNbcq+G+0PXwxBGXwTfwNcSeg8LjGfkaA6TGXBU3r8aPutwKcpwTPlwh9R5lDxcrqfqUg7sX9wD9DTx3bb0oIvB8HpgyA5FZnS9FG6+JU3gJlzqL8yd4AWOnXcjFIAiCFsuLY3nqa48xiXxozmQEFZptcxqIFjl1M6MeJo9ScjeZDF95NYvxKUDw54MgVjAUViMSYOsFEeF1mraU2nNSMaeOiOB/FYq3Hv5UBf5zjSp55PtPF7qI1faPkpII+N8pMf4C6dKf+2iHGxjCu7onTkhJRe3si+urzQR8C0Aay1+4F+D8oPpSeDo6a3pIhbyVH+bbaUHet0GFmHkqXCtq9TB0S+9B85CFVBtnGQ0wSVnSE6yhNSls7g6wBf6YoNi8ZC8pYwciWpTYw+FqYLkDCobwvQQB6WOTGUNPJ1pn4wdZtc40JgsbWYOh5D1HdA5jig4As+0jYZ2KMM6kolX7ijRxTEfKW3iFJANUOj57ikCTmiKHzFDU+iFEyAD8ggZ1DgwpfsAT6RXPgJ8AGZTfLnopb0zeyes9wpH3KXpAc7mMJWDKbg05hxib/GM7KMcFH4qqHix7UJmQQAXbqpcFHCimQ+TviakLymudNpsHOJHr3NZq4m/ejwYrxFFmRZDsfFVrFwVkfniIQjpJKtPlM0Ud5i7nHRd8jLpejz6PfJhmZ+gwlJsgG7A3/NHthtAH/NtfcitnuoGDSRL1ilFTNK1GxkoH6e5GcYklCpYlaJvdgKUBYxML4upHksJuqAsy+GEBT0nAkVR4pLbsfze6vxBjAT77hp7ItycYnUnxBSjH5EtwVTiL/jGZ0VssCVbZe5BpglstCC9tSM5LNlw1ts5rLNyAYwb3keaPF3rLd/T/7y7epAn4C+FswbdZQBH2KvTuOkPiQB1tu9QrSNTNWFlpH63LM+6+m3fbUxq83di19+WV388OPq008/rT7qrd/3//pp9bs2f8+Fu9FTwAeiP5QsDn2AWpucksmepRqYbfAMHW3RMqJyyWhRq+NSTxRf6O3fCy0m2ez1ItpoFv60udisNB8FcaBwTJJazonKJ9iR1Svlt38lj3YIHe8a00ZZq9vOhNPGrdG+7pu/9pPo4eUo38XSklqJhQmTUsrF1rdWy1lo8ajdszGrlbu6ABvAR0rnwe8nqeBsSFs+nUB1uacNWvoL0tiEudbmC7/9axvlgrATjdBLo+QfHqpkbAAjAx5tAF9qE//TJ/0Ws+qVDqbtXvHKZunkE9S+eyHdeDfKH7JJGya4DSPOAHwM0JqYUzl9JJilm9wZ3IqwXYEyZLLlndiddh746jwQbfpLMrv6IN3V1ulEusHVp/32r8eeuAHJTcZ9xjXuxIjLi1X6qcaS/OJzDANCQ1Ghrue1IVz5wvcYLlkwMnfkvVMeQ1JYjGb3FvHHZsjK9ljPGK5Q426NvSOu8B7vTf3UJyqedtXbYtOQbSKwAX2iZtJU3DcR1nLtH2660x9cgsSWIw2barD9WQjmIYTMjhIC4Z5Fj9MVH9piTr7ouUk6RIVuZhhXWsgozX8eJDx/N4O4U0A2j7Qi2CzqDie0cRCiT5Y+6dLYcSBdbFrs64k61I5HcGGESq7IHkibjEt6cKZSfrTV0xFglhAxfNNpCnqZSSWVokgTJ6MTZJ42RH97JuFPa+pO2s4Dgwdos/SXGO+qBRNX/43O0/sc+XiDFr6ER9JrD2/+an7RNn9bRw7p9NAI/WpuSMqwOSJAfwWjOI1Asjo8lpowBJQ6g9ophMEeeJU30xUjiTUu68lmgzSUWvhCfchqokk0UCQYDyCG1+s9LdviIbxY+/HlpqNjPfx9dKzj0A/yQssXWqy8yVP2llBeDBb4m/nJCSa87nkADwLyk0Ln2gTWmv1YBfNmswZTqGx7L1DjtTDEW9EmAxuByQfHZJ4I3joCbGliDesD1s7yY2grnsg1GTOmylYMc5SpSVxPpMjGAwWwCWCd7c6QlE9E0/DD4U8mPKzA1DhS2Z2N64Twb+KetrNU1iMLKV7LqYxplBmE085aXzNnPzUy+JVpeRLkSq5i5lAGJ3ugkjFhU4oGzMTIvQk30pRyaIEXruIRP6cpHLSVhuYuYZP8+/A+RO9d5EOD7LKx4oTXpLhoXPSiH2mh3xwYBeg3tB2P+ZLTv+SgDB1r9Ct4QXyAagFaZYRAZrXrhn5owuUsjRJCvsFKKPhZwBwfaZfQ2MUfqcXgsgYdeObBjHExHw5O4Bu4QX22MHgoDBRgwSufzb6d4pf1wG4D+GX9/XVrWxtQqzg1hCh+iVGv1JX6F4rbDY/UTxRJXcY0kZ/f1DM+4SxgIkAHX3EWfN11bFDFZlNuAPoiIwfraVWtbOzqkuPLzpP6HvvuL9BN5P5s3QnPkfLiSj7niWgu3tq0Ozx5tdp/++3qmM3fN69Xe8cn+rwyW7C6kGfRXQyl8W14G0jPHYjQByKV3uctXD3de6bPOPttX/2+74d//nN1/r//XF3965fVtT7/fK0nf/nE88mNPgstbWz48uk+3hSzFr0lFluWOEIpGwMO3RhD+8nJhnDX2pS8lE4OFrv83nA0MOhoQcQUiCNCpEqfYBLdsUVVMXoV0IuF0s3igcBb1IHtEvmYlTdWhYcj0mwUs9CNcuwjQ2k2QrhpSF7Ty9wUdg0Iro10XntnUa6I9L5Kt9rnk8/6bBZv/upgt/x6j8tYWMIT32zKsvkbv+krXdqAOZfPP53Fovtcv8N8pgX4uRbg5/hOm+hX+F+8h3oynN9wxB45V/+xAXwtOt03UNeLtqCXr21a+a0v3MsjlN5O4Jx14ORwCpo6h8fKpwPZg5JZb+mXB4nYMe088Lk9QCeqTva5bdmif91EerX+fDNWN2R5A0VjNYff5M1y+eafuiqjGw/X8DAJPZckcYXa+J3PM7zw9PielDO+4t/Fz+OBqMao66ahKrABYvyvuovr8YB8weTYpl5QbVOly72DLvktOJk+ox+wGUzrLxJmDRGmvaxyhW0Ch4SlQGjFomz6lcg0fa3SA2uAhBvlW1QRORPYOjfalqDuOwOzBwfjo4y9pJ0JHnKY7bhEOCMOxYwdmo748HjBPEkJ0nGCqSnPlGZvHWSpkBfIcRo81tFUktk2nEpSoMvtG4gfDY5516PF7ATsPPCyHqDTKTjKdM8LoE7MWpXeRD+MXjX2LXDMLwTjXwfrHOYb/MwEcGKCb9RHkhzkwUCsQB4TamwOAjA9rM8zwqgYu2pFGPR1fYs4x6MoaRuWsJdxKmLsTV4DweVIKbiXgHwqKmXknfaWhTPGPfFQbh3+7WMxsiYmjzLmUHy16Yi3f7X5e6jNX9aL8LKui7KEGpsh3pJd9hkwnMxT9SM19Vu+WIsfoxR4lyC7mAfqoWI2fy+1DsVe9GMf1D1Efk82pCeyWkaaTn231FwHXCVPdiwUkofmrZiyDUqwm79gHzEDUZM9wrakMWWTqC1sm1C+frkiJVZyoz2K2g0dRU+jrFzUfbnJIjRiyDLexd+Ag4N2EFWUdbIgxs0IShdePAhVQCy8tNfqrcBAz+cY8HRY6RShpJheBCOeezsIr/HKUu1js8QJ3WkLktKiSK6dsQyGNcQAgGZbSBmLJOC2Cl/gKn3io2zp3wXCLaCH6N0i7tGoKtMdBDV3tcTAtAQb0GPyHqQj2+PSlHNLWbFJR43lTZc7zN0NNn9j/joSW7zydRRgZ+WjPLDbAH6U+/6MzPMBMUdPu0JpRpQ5yb3dtCQgZVs4+AUaBuzPMKJZbdNbtoW9bdIpw/zHRCntZDoFzEVJ02uyT0GYqPnQzImbw/UWsDcxPZtK3uaK0D1max7WlGytCzhbQW6lHOug6byV627yt4q5E7LKkpbhXyZt2sXb0ybi0atvVq++/+vq1XfvVvunr/056Gu9ScpiE5/Hp4lTkUVwYrHoW/XetOR3eve5YX/F7/Cerc71G77n739fvf/1Z/2+74+r37X5+0m/83v18y+rPW3+Hmnxx4bvkRabvKnBPj438GJK3rdNWbQymai2EPPN7rc2kQaktuTPi2qj8kYbll6Y0cb0h+wDlfdQG5r+vVoYs+25ZBSJkKK9kCGd8JrQWA1ksLNRYRksXFerS9JKEFV7jU3gEEt5eVtWRdUBN3zyoTa6vfAWI58+jd9R5o3h8IeW6hIgP7gB4y/e+j3WZ5hPtQd8ovhEAvWbTfwG8N6xmNCgt3NVgWef2GiJt6Ivtdg+1xvSHz58WH1QHXz6dKbN3/PVR73R++nsfHWmTfsLPvOsuqHc/A7UsT4NdiS53ETgt5qudBzr88///m9/Xb377lu76/oaP7CFz11X3jS2et8AsL90cl2Iuo8BohkCdJTRziOpoy3CcWgGjxFyPioKSnoMUeNgx2PkaGpGtl1654EvzwPZuJf6zRKMJr8GpxvMO8kLl7RsipuyephE4wnjzP4+3yqIcOMbkKQxVtcAXRT8YAzDWQvVjxlhI3gTuTKKfRORPL4Q+VMUvY//OHMXNnmAeq4DGuoi6oPrYsdVe9gk5zng1XIs+wvoE1VG7OqHru/KMbMijnY3b8F0CAqwvS0Wl2NO8zIXgVC+kUdcIgtXeXAOJQibi6hjmAcZQ+y6LwGKM0nddzqlzRF8ITLlFiuoTCfGukOFfCVhzO88f1SMbMsfYkSUEOtHng7PJ4yLE1MNymV1bq/BZbjkTYMFpFg46sikiROGAAIRcjJrkNP4ZKZgoIGuwqa+swlefLt454Ev0gOtnav9Z9o9Qf0hegRnHdk/GnkWxssiXehp/+4DIiCuzd/WL2BM5pJhnsEplgWZaWNsig5bygoZotxnq29DIr6wWekUVvpbWToBHA7QUDxE1TAQsFhPJpWFe+1uGfLP4BNA4TGtLCWHtem1ns71Q725IQ4FP9/DGvJIDw3Xm7+siYvbSiQ3RKf+5piwxNXRS5pARfiNKMvo8RVY2lt48pSPh7bZBOZgjVm6kwFRESw3hUoIqVRVFJO4KCfAzARupJhJmmXNBgyn6qgyYT8HljSYc+bwyehRlaEzANk6lnR3cQ9KhYUja7e3Q0VVdVy2bPVw56xU19MECPWwAuE3pCwG4exXkFvFdztI1UZwyYy1QVzr3fpTJ24IzuQnihouVsdFx7wjDHErMA77bJpxoMkZ0gsmXKErgQT3OxCFdCxexTUiISq7fhKmbDMVo1DWWTjyTxUWZKK2VcyCHuNH+IIMowf4bTJHcWN6ZgcSq05Kuvtv8SSwcHYbOAGKr0gfGlOUOh4qozeKkoDEO4ZU3tuN+FqBZ5InYiECUHFmFRk2EWjghtNE6AaazwmuMi7ZAO757a8heKiWJWO+btjzu/FB/tltAD/IbX9SpprhVvHJzw8NGFyw3ZmrZxf9HWM/ddho0aGpinUPvWhuS6Mn8TmGEk1j2gU4FhJcI8ISzuGVmi5Vrt3SpWjiZzFjt4nFpdVMy79Nq8VKbAKLDsGmV3oW4rpkKcb069Qmn1iLaBPfGWzLTHzI1LkWYQDQ5nOJKNsNhVaHcTNdMD9rQF8apVuL3qjTW6R7+8er0zd/WX33b/+x+ubdX7UBfBqff1abMnWb/cQmKmW7YZNPb5ty442NXw6/L6xF3Jl+2/fDv35cfdTxXsfvP/2w+vjLz6uLX39b7Wmj8USffDqSzAM2OmWRvYUOVb43U61VN//5BiiOwl9JFxPtchJQgjxeTlVMu/NvHGlzgU0G3q4Fz2bmyYnKenq8Oj7TxugVm6rQh3yrLZHKALdiE1RLNYtwbHYSvAVsHaTdjqMoxrO1wVa2NImGN6P5PCHbubn5K9lIivL1tDeHZfe16H0T2Ju/mIPf5Hdt+B4c6/eatFnPsX/8SpVwrL7Bk9zKazP4Wt9K//j7x9UP//x19c8fflj9oE9v/6rPbf/+/v3qvX6H+ePHj97w9Zu/egOYzeHL4SnxPek51qfBvvnmm9VbHWyof9Knunn799u3r1evTv6y+v7dK/mWz21fyDg2n/Xrx1QqvvNiXrGCJ9oqax8TAl5nw+HhyBA+yboRjGqQO7LvBCE0Dkbi//hDjkHkU2/ojvYR6cBNlJa8XbzzwBfigbieyBjaNCeHimnn8zYeOMNF799thzPp4qGK1nNS3stEZQNxvQXM2yb0cs9z6N+M5RrvuHm7r2//swnsYlMsBgAeEvGIqaTLJBrh/NaKeOtaXDG8+K3yFd+1xBP6lLWJF3teIkxsegmFd9Ax1m35ATs54s1u6jnCSAu+6Av/HLHnXLQvhFNNJCoGdofg2s1iWN4deIpkQp/NJCOTIJZLJ92BN7GYJ/iNLPqG/rh5GTf+8WldZEcJqUmgNDEAo73NCIAiNG0ySL40mIduFrgQ4bPlpLABXMkRTRppEUJu5YCpygPf7ElKE42UAU9si6DwvMhtC3n4JOTiGfKEsCHLpAL5qzeKS22V18Q60Q7hrPIzbtgR9GshyI9t1+1WuClM41M9yAYfrBk7U8qwEV79hbUgkBUqg6wwACNYp5JjPOovul2888DX4QHaeB3RZ6Pf5tl9m/5Nvuh6f5iUMfuOu5vS8zg6Nr2Mg95PinG1S6EvMYYYZX0hp1OUtcEEbw43ZvHLucFslsBVPy77x7jzQxtl7NqqnwcklDED8peiuFg0v1QhYvOXsjGHutQ6zHOtXI8daPP3gIe+eetXa8YD/YwQWkGHR/B1zLHGcbWcxNgY4yZlkBd9LQrrtp5rUIVNIeoGGzXXY62ujWDsBc1cjvE9aEzexuwqJdAUFQRr5xl2YAQTD1MHE3qmIQB1nXA7AUQZiHGPmGpcL37qL9LBH2fsFML/Oim4Tbje1NJa/Rn1NCcpLttC42CP9NnGOM30QVdWWwiCZjTL2XKNGEQQWk3pel/gMcl22dEapryjOea2M6c0LbemmzKVbYpLvWDcqwFD//XsKklrLIC0981kzDJEb2Hc4J4NKkIH53V7kZP8pERkap1srjNFgzAJUWhFUb74qULrMiwIkzyYnv1MOVCe5XE200u6k7wXZgNtyUOGCzmja85YUhIsxoi3c2YKecCNA1ZH6IKjcE4PEqhWH8tqXVWb/A/cxUozNoi4G7g1Gsg3aVwXZRsaOErXskoACWkYmY+fqkPQ7mlzpSmat3IUiAgfJbLa/nIxS8IydrTl86Rl30bTXNDnMau7z+rH5o/CW5r789j0QKmt/ulnCpUfxW108Uj0GdL/PyvM0erAtK21AAAAAElFTkSuQmC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1768"/>
            <a:ext cx="17556480" cy="4873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2026-06-11T15:39:20Z</dcterms:created>
  <dcterms:modified xsi:type="dcterms:W3CDTF">2026-06-11T15:39:20Z</dcterms:modified>
</cp:coreProperties>
</file>